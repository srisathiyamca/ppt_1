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349" r:id="rId2"/>
    <p:sldId id="285" r:id="rId3"/>
    <p:sldId id="279" r:id="rId4"/>
    <p:sldId id="256" r:id="rId5"/>
    <p:sldId id="341" r:id="rId6"/>
    <p:sldId id="347" r:id="rId7"/>
    <p:sldId id="274" r:id="rId8"/>
    <p:sldId id="269" r:id="rId9"/>
    <p:sldId id="278" r:id="rId10"/>
    <p:sldId id="284" r:id="rId11"/>
    <p:sldId id="311" r:id="rId12"/>
    <p:sldId id="267" r:id="rId13"/>
    <p:sldId id="348" r:id="rId14"/>
    <p:sldId id="288" r:id="rId15"/>
    <p:sldId id="308" r:id="rId16"/>
    <p:sldId id="319" r:id="rId17"/>
    <p:sldId id="273" r:id="rId18"/>
    <p:sldId id="314" r:id="rId19"/>
    <p:sldId id="263" r:id="rId20"/>
    <p:sldId id="261" r:id="rId21"/>
    <p:sldId id="264" r:id="rId22"/>
    <p:sldId id="265" r:id="rId23"/>
    <p:sldId id="259" r:id="rId24"/>
    <p:sldId id="298" r:id="rId25"/>
    <p:sldId id="287" r:id="rId26"/>
    <p:sldId id="260" r:id="rId27"/>
    <p:sldId id="281" r:id="rId28"/>
    <p:sldId id="266" r:id="rId29"/>
    <p:sldId id="283" r:id="rId30"/>
    <p:sldId id="270" r:id="rId31"/>
    <p:sldId id="280" r:id="rId32"/>
    <p:sldId id="304" r:id="rId33"/>
    <p:sldId id="306" r:id="rId34"/>
    <p:sldId id="344" r:id="rId35"/>
    <p:sldId id="302" r:id="rId36"/>
    <p:sldId id="321" r:id="rId37"/>
    <p:sldId id="282" r:id="rId38"/>
    <p:sldId id="318" r:id="rId39"/>
    <p:sldId id="272" r:id="rId40"/>
    <p:sldId id="301" r:id="rId41"/>
    <p:sldId id="268" r:id="rId42"/>
    <p:sldId id="291" r:id="rId43"/>
    <p:sldId id="345" r:id="rId44"/>
    <p:sldId id="324" r:id="rId45"/>
    <p:sldId id="300" r:id="rId46"/>
    <p:sldId id="293" r:id="rId47"/>
    <p:sldId id="295" r:id="rId48"/>
    <p:sldId id="303" r:id="rId49"/>
    <p:sldId id="335" r:id="rId50"/>
    <p:sldId id="336" r:id="rId51"/>
    <p:sldId id="337" r:id="rId52"/>
    <p:sldId id="332" r:id="rId53"/>
    <p:sldId id="328" r:id="rId54"/>
    <p:sldId id="290" r:id="rId55"/>
    <p:sldId id="289" r:id="rId56"/>
    <p:sldId id="307" r:id="rId57"/>
    <p:sldId id="320" r:id="rId58"/>
    <p:sldId id="309" r:id="rId59"/>
    <p:sldId id="317" r:id="rId60"/>
    <p:sldId id="323" r:id="rId61"/>
    <p:sldId id="275" r:id="rId62"/>
    <p:sldId id="305" r:id="rId63"/>
    <p:sldId id="262" r:id="rId64"/>
    <p:sldId id="315" r:id="rId65"/>
    <p:sldId id="327" r:id="rId66"/>
    <p:sldId id="296" r:id="rId67"/>
    <p:sldId id="333" r:id="rId68"/>
    <p:sldId id="338" r:id="rId69"/>
    <p:sldId id="322" r:id="rId70"/>
    <p:sldId id="310" r:id="rId71"/>
    <p:sldId id="286" r:id="rId72"/>
    <p:sldId id="329" r:id="rId73"/>
    <p:sldId id="316" r:id="rId74"/>
    <p:sldId id="330" r:id="rId75"/>
    <p:sldId id="276" r:id="rId76"/>
    <p:sldId id="334" r:id="rId77"/>
    <p:sldId id="326" r:id="rId78"/>
    <p:sldId id="331" r:id="rId79"/>
    <p:sldId id="313" r:id="rId80"/>
    <p:sldId id="299" r:id="rId81"/>
    <p:sldId id="339" r:id="rId82"/>
  </p:sldIdLst>
  <p:sldSz cx="12192000" cy="6858000"/>
  <p:notesSz cx="6858000" cy="9144000"/>
  <p:defaultTextStyle>
    <a:defPPr>
      <a:defRPr lang="ru-UA"/>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90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00"/>
    <a:srgbClr val="11161D"/>
    <a:srgbClr val="3B3B3B"/>
    <a:srgbClr val="4F4F4F"/>
    <a:srgbClr val="363636"/>
    <a:srgbClr val="737373"/>
    <a:srgbClr val="C7C7C7"/>
    <a:srgbClr val="D3D3D3"/>
    <a:srgbClr val="FFFFFF"/>
    <a:srgbClr val="82828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388" autoAdjust="0"/>
    <p:restoredTop sz="94660"/>
  </p:normalViewPr>
  <p:slideViewPr>
    <p:cSldViewPr snapToGrid="0">
      <p:cViewPr varScale="1">
        <p:scale>
          <a:sx n="158" d="100"/>
          <a:sy n="158" d="100"/>
        </p:scale>
        <p:origin x="396" y="144"/>
      </p:cViewPr>
      <p:guideLst>
        <p:guide orient="horz" pos="2160"/>
        <p:guide pos="3908"/>
      </p:guideLst>
    </p:cSldViewPr>
  </p:slideViewPr>
  <p:notesTextViewPr>
    <p:cViewPr>
      <p:scale>
        <a:sx n="1" d="1"/>
        <a:sy n="1" d="1"/>
      </p:scale>
      <p:origin x="0" y="0"/>
    </p:cViewPr>
  </p:notesTextViewPr>
  <p:sorterViewPr>
    <p:cViewPr>
      <p:scale>
        <a:sx n="100" d="100"/>
        <a:sy n="100" d="100"/>
      </p:scale>
      <p:origin x="0" y="-690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tableStyles" Target="tableStyles.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80289850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Text Placeholder 33">
            <a:extLst>
              <a:ext uri="{FF2B5EF4-FFF2-40B4-BE49-F238E27FC236}">
                <a16:creationId xmlns:a16="http://schemas.microsoft.com/office/drawing/2014/main" id="{2F4B3BAC-5B86-45BF-8BB6-9982B844F756}"/>
              </a:ext>
            </a:extLst>
          </p:cNvPr>
          <p:cNvSpPr>
            <a:spLocks noGrp="1"/>
          </p:cNvSpPr>
          <p:nvPr>
            <p:ph type="body" sz="quarter" idx="15" hasCustomPrompt="1"/>
          </p:nvPr>
        </p:nvSpPr>
        <p:spPr>
          <a:xfrm>
            <a:off x="1478278" y="5418134"/>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3" name="Text Placeholder 36">
            <a:extLst>
              <a:ext uri="{FF2B5EF4-FFF2-40B4-BE49-F238E27FC236}">
                <a16:creationId xmlns:a16="http://schemas.microsoft.com/office/drawing/2014/main" id="{12A06642-8501-40D2-A279-4D20BAB08104}"/>
              </a:ext>
            </a:extLst>
          </p:cNvPr>
          <p:cNvSpPr>
            <a:spLocks noGrp="1"/>
          </p:cNvSpPr>
          <p:nvPr>
            <p:ph type="body" sz="quarter" idx="16" hasCustomPrompt="1"/>
          </p:nvPr>
        </p:nvSpPr>
        <p:spPr>
          <a:xfrm>
            <a:off x="1478278" y="5035548"/>
            <a:ext cx="2226947" cy="541338"/>
          </a:xfrm>
        </p:spPr>
        <p:txBody>
          <a:bodyPr>
            <a:noAutofit/>
          </a:bodyPr>
          <a:lstStyle>
            <a:lvl1pPr marL="0" indent="0" algn="l">
              <a:buNone/>
              <a:defRPr kumimoji="0" lang="en-US" sz="20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03</a:t>
            </a:r>
            <a:endParaRPr lang="ru-RU" dirty="0"/>
          </a:p>
        </p:txBody>
      </p:sp>
      <p:sp>
        <p:nvSpPr>
          <p:cNvPr id="4" name="Text Placeholder 33">
            <a:extLst>
              <a:ext uri="{FF2B5EF4-FFF2-40B4-BE49-F238E27FC236}">
                <a16:creationId xmlns:a16="http://schemas.microsoft.com/office/drawing/2014/main" id="{7B2CA368-333A-4D58-82F0-64653025039A}"/>
              </a:ext>
            </a:extLst>
          </p:cNvPr>
          <p:cNvSpPr>
            <a:spLocks noGrp="1"/>
          </p:cNvSpPr>
          <p:nvPr>
            <p:ph type="body" sz="quarter" idx="19" hasCustomPrompt="1"/>
          </p:nvPr>
        </p:nvSpPr>
        <p:spPr>
          <a:xfrm>
            <a:off x="1011553" y="3433362"/>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5" name="Text Placeholder 36">
            <a:extLst>
              <a:ext uri="{FF2B5EF4-FFF2-40B4-BE49-F238E27FC236}">
                <a16:creationId xmlns:a16="http://schemas.microsoft.com/office/drawing/2014/main" id="{577E5985-7458-4074-AC55-2E378B3AD3AF}"/>
              </a:ext>
            </a:extLst>
          </p:cNvPr>
          <p:cNvSpPr>
            <a:spLocks noGrp="1"/>
          </p:cNvSpPr>
          <p:nvPr>
            <p:ph type="body" sz="quarter" idx="20" hasCustomPrompt="1"/>
          </p:nvPr>
        </p:nvSpPr>
        <p:spPr>
          <a:xfrm>
            <a:off x="1011553" y="3050776"/>
            <a:ext cx="2322197" cy="541338"/>
          </a:xfrm>
        </p:spPr>
        <p:txBody>
          <a:bodyPr>
            <a:noAutofit/>
          </a:bodyPr>
          <a:lstStyle>
            <a:lvl1pPr marL="0" indent="0" algn="l">
              <a:buNone/>
              <a:defRPr kumimoji="0" lang="en-US" sz="20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2</a:t>
            </a:r>
          </a:p>
        </p:txBody>
      </p:sp>
      <p:sp>
        <p:nvSpPr>
          <p:cNvPr id="6" name="Text Placeholder 33">
            <a:extLst>
              <a:ext uri="{FF2B5EF4-FFF2-40B4-BE49-F238E27FC236}">
                <a16:creationId xmlns:a16="http://schemas.microsoft.com/office/drawing/2014/main" id="{E005AEE6-7749-477A-A198-03F474F386D8}"/>
              </a:ext>
            </a:extLst>
          </p:cNvPr>
          <p:cNvSpPr>
            <a:spLocks noGrp="1"/>
          </p:cNvSpPr>
          <p:nvPr>
            <p:ph type="body" sz="quarter" idx="21" hasCustomPrompt="1"/>
          </p:nvPr>
        </p:nvSpPr>
        <p:spPr>
          <a:xfrm>
            <a:off x="1478278" y="1405336"/>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7" name="Text Placeholder 36">
            <a:extLst>
              <a:ext uri="{FF2B5EF4-FFF2-40B4-BE49-F238E27FC236}">
                <a16:creationId xmlns:a16="http://schemas.microsoft.com/office/drawing/2014/main" id="{C63C5FF4-F893-4099-AF55-B6E314ABC5FE}"/>
              </a:ext>
            </a:extLst>
          </p:cNvPr>
          <p:cNvSpPr>
            <a:spLocks noGrp="1"/>
          </p:cNvSpPr>
          <p:nvPr>
            <p:ph type="body" sz="quarter" idx="22" hasCustomPrompt="1"/>
          </p:nvPr>
        </p:nvSpPr>
        <p:spPr>
          <a:xfrm>
            <a:off x="1478278" y="1022750"/>
            <a:ext cx="2322197" cy="541338"/>
          </a:xfrm>
        </p:spPr>
        <p:txBody>
          <a:bodyPr>
            <a:noAutofit/>
          </a:bodyPr>
          <a:lstStyle>
            <a:lvl1pPr marL="0" indent="0" algn="l">
              <a:buNone/>
              <a:defRPr kumimoji="0" lang="en-US" sz="20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01</a:t>
            </a:r>
            <a:endParaRPr lang="ru-RU" dirty="0"/>
          </a:p>
        </p:txBody>
      </p:sp>
      <p:sp>
        <p:nvSpPr>
          <p:cNvPr id="8" name="Text Placeholder 36">
            <a:extLst>
              <a:ext uri="{FF2B5EF4-FFF2-40B4-BE49-F238E27FC236}">
                <a16:creationId xmlns:a16="http://schemas.microsoft.com/office/drawing/2014/main" id="{465EDFFE-C40C-4CED-99A5-3A0414A64B19}"/>
              </a:ext>
            </a:extLst>
          </p:cNvPr>
          <p:cNvSpPr>
            <a:spLocks noGrp="1"/>
          </p:cNvSpPr>
          <p:nvPr>
            <p:ph type="body" sz="quarter" idx="23" hasCustomPrompt="1"/>
          </p:nvPr>
        </p:nvSpPr>
        <p:spPr>
          <a:xfrm>
            <a:off x="9258299" y="3112687"/>
            <a:ext cx="1889441" cy="541338"/>
          </a:xfrm>
        </p:spPr>
        <p:txBody>
          <a:bodyPr>
            <a:noAutofit/>
          </a:bodyPr>
          <a:lstStyle>
            <a:lvl1pPr marL="0" indent="0" algn="r">
              <a:buNone/>
              <a:defRPr kumimoji="0" lang="en-US" sz="20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5</a:t>
            </a:r>
          </a:p>
        </p:txBody>
      </p:sp>
      <p:sp>
        <p:nvSpPr>
          <p:cNvPr id="9" name="Text Placeholder 33">
            <a:extLst>
              <a:ext uri="{FF2B5EF4-FFF2-40B4-BE49-F238E27FC236}">
                <a16:creationId xmlns:a16="http://schemas.microsoft.com/office/drawing/2014/main" id="{3F45087C-6B9D-4867-A62A-41EA502BA4B6}"/>
              </a:ext>
            </a:extLst>
          </p:cNvPr>
          <p:cNvSpPr>
            <a:spLocks noGrp="1"/>
          </p:cNvSpPr>
          <p:nvPr>
            <p:ph type="body" sz="quarter" idx="24" hasCustomPrompt="1"/>
          </p:nvPr>
        </p:nvSpPr>
        <p:spPr>
          <a:xfrm>
            <a:off x="9382125" y="3507973"/>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
        <p:nvSpPr>
          <p:cNvPr id="10" name="Text Placeholder 36">
            <a:extLst>
              <a:ext uri="{FF2B5EF4-FFF2-40B4-BE49-F238E27FC236}">
                <a16:creationId xmlns:a16="http://schemas.microsoft.com/office/drawing/2014/main" id="{E69B3A48-301B-401F-8201-7241BB86A8CF}"/>
              </a:ext>
            </a:extLst>
          </p:cNvPr>
          <p:cNvSpPr>
            <a:spLocks noGrp="1"/>
          </p:cNvSpPr>
          <p:nvPr>
            <p:ph type="body" sz="quarter" idx="25" hasCustomPrompt="1"/>
          </p:nvPr>
        </p:nvSpPr>
        <p:spPr>
          <a:xfrm>
            <a:off x="8848724" y="1022750"/>
            <a:ext cx="1889441" cy="541338"/>
          </a:xfrm>
        </p:spPr>
        <p:txBody>
          <a:bodyPr>
            <a:noAutofit/>
          </a:bodyPr>
          <a:lstStyle>
            <a:lvl1pPr marL="0" indent="0" algn="r">
              <a:buNone/>
              <a:defRPr kumimoji="0" lang="en-US" sz="2000" b="1" i="0" u="none" strike="noStrike" kern="1200" cap="none" normalizeH="0" baseline="0" dirty="0" smtClean="0">
                <a:ln>
                  <a:noFill/>
                </a:ln>
                <a:solidFill>
                  <a:schemeClr val="accent4"/>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4</a:t>
            </a:r>
          </a:p>
        </p:txBody>
      </p:sp>
      <p:sp>
        <p:nvSpPr>
          <p:cNvPr id="11" name="Text Placeholder 33">
            <a:extLst>
              <a:ext uri="{FF2B5EF4-FFF2-40B4-BE49-F238E27FC236}">
                <a16:creationId xmlns:a16="http://schemas.microsoft.com/office/drawing/2014/main" id="{CD7929F6-85C6-41D6-B59A-6DA384B2FE86}"/>
              </a:ext>
            </a:extLst>
          </p:cNvPr>
          <p:cNvSpPr>
            <a:spLocks noGrp="1"/>
          </p:cNvSpPr>
          <p:nvPr>
            <p:ph type="body" sz="quarter" idx="26" hasCustomPrompt="1"/>
          </p:nvPr>
        </p:nvSpPr>
        <p:spPr>
          <a:xfrm>
            <a:off x="8972550" y="1418036"/>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
        <p:nvSpPr>
          <p:cNvPr id="12" name="Text Placeholder 36">
            <a:extLst>
              <a:ext uri="{FF2B5EF4-FFF2-40B4-BE49-F238E27FC236}">
                <a16:creationId xmlns:a16="http://schemas.microsoft.com/office/drawing/2014/main" id="{5ECA8C8E-27C2-4C79-8930-D6A246683275}"/>
              </a:ext>
            </a:extLst>
          </p:cNvPr>
          <p:cNvSpPr>
            <a:spLocks noGrp="1"/>
          </p:cNvSpPr>
          <p:nvPr>
            <p:ph type="body" sz="quarter" idx="27" hasCustomPrompt="1"/>
          </p:nvPr>
        </p:nvSpPr>
        <p:spPr>
          <a:xfrm>
            <a:off x="8848724" y="5087938"/>
            <a:ext cx="1889441" cy="541338"/>
          </a:xfrm>
        </p:spPr>
        <p:txBody>
          <a:bodyPr>
            <a:noAutofit/>
          </a:bodyPr>
          <a:lstStyle>
            <a:lvl1pPr marL="0" indent="0" algn="r">
              <a:buNone/>
              <a:defRPr kumimoji="0" lang="en-US" sz="2000" b="1" i="0" u="none" strike="noStrike" kern="1200" cap="none" normalizeH="0" baseline="0" dirty="0" smtClean="0">
                <a:ln>
                  <a:noFill/>
                </a:ln>
                <a:solidFill>
                  <a:schemeClr val="accent6"/>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06</a:t>
            </a:r>
            <a:endParaRPr lang="ru-RU" dirty="0"/>
          </a:p>
        </p:txBody>
      </p:sp>
      <p:sp>
        <p:nvSpPr>
          <p:cNvPr id="13" name="Text Placeholder 33">
            <a:extLst>
              <a:ext uri="{FF2B5EF4-FFF2-40B4-BE49-F238E27FC236}">
                <a16:creationId xmlns:a16="http://schemas.microsoft.com/office/drawing/2014/main" id="{43032FF1-4C07-41D3-AD33-365EFA3C723D}"/>
              </a:ext>
            </a:extLst>
          </p:cNvPr>
          <p:cNvSpPr>
            <a:spLocks noGrp="1"/>
          </p:cNvSpPr>
          <p:nvPr>
            <p:ph type="body" sz="quarter" idx="28" hasCustomPrompt="1"/>
          </p:nvPr>
        </p:nvSpPr>
        <p:spPr>
          <a:xfrm>
            <a:off x="8972550" y="5483224"/>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Tree>
    <p:extLst>
      <p:ext uri="{BB962C8B-B14F-4D97-AF65-F5344CB8AC3E}">
        <p14:creationId xmlns:p14="http://schemas.microsoft.com/office/powerpoint/2010/main" val="382087813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618583-111C-4F36-90B1-7D21CB2F9F9B}"/>
              </a:ext>
            </a:extLst>
          </p:cNvPr>
          <p:cNvSpPr>
            <a:spLocks noGrp="1"/>
          </p:cNvSpPr>
          <p:nvPr>
            <p:ph type="title"/>
          </p:nvPr>
        </p:nvSpPr>
        <p:spPr/>
        <p:txBody>
          <a:bodyPr/>
          <a:lstStyle/>
          <a:p>
            <a:r>
              <a:rPr lang="en-US"/>
              <a:t>Click to edit Master title style</a:t>
            </a:r>
            <a:endParaRPr lang="ru-UA"/>
          </a:p>
        </p:txBody>
      </p:sp>
      <p:sp>
        <p:nvSpPr>
          <p:cNvPr id="3" name="Content Placeholder 2">
            <a:extLst>
              <a:ext uri="{FF2B5EF4-FFF2-40B4-BE49-F238E27FC236}">
                <a16:creationId xmlns:a16="http://schemas.microsoft.com/office/drawing/2014/main" id="{66A6ECE0-BE68-4A96-AC57-04812128C630}"/>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4" name="Date Placeholder 3">
            <a:extLst>
              <a:ext uri="{FF2B5EF4-FFF2-40B4-BE49-F238E27FC236}">
                <a16:creationId xmlns:a16="http://schemas.microsoft.com/office/drawing/2014/main" id="{311ED1AF-27FE-4165-A889-973C195287A1}"/>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5" name="Footer Placeholder 4">
            <a:extLst>
              <a:ext uri="{FF2B5EF4-FFF2-40B4-BE49-F238E27FC236}">
                <a16:creationId xmlns:a16="http://schemas.microsoft.com/office/drawing/2014/main" id="{FD4AD078-F30B-4ECC-BC80-701DA57B67CA}"/>
              </a:ext>
            </a:extLst>
          </p:cNvPr>
          <p:cNvSpPr>
            <a:spLocks noGrp="1"/>
          </p:cNvSpPr>
          <p:nvPr>
            <p:ph type="ftr" sz="quarter" idx="11"/>
          </p:nvPr>
        </p:nvSpPr>
        <p:spPr/>
        <p:txBody>
          <a:bodyPr/>
          <a:lstStyle/>
          <a:p>
            <a:endParaRPr lang="ru-UA"/>
          </a:p>
        </p:txBody>
      </p:sp>
      <p:sp>
        <p:nvSpPr>
          <p:cNvPr id="6" name="Slide Number Placeholder 5">
            <a:extLst>
              <a:ext uri="{FF2B5EF4-FFF2-40B4-BE49-F238E27FC236}">
                <a16:creationId xmlns:a16="http://schemas.microsoft.com/office/drawing/2014/main" id="{B35382AC-A48A-41D6-AA43-4FFB4E15434A}"/>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303698394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E97CCC-D433-4EAF-A29B-D316FA4566D8}"/>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ru-UA"/>
          </a:p>
        </p:txBody>
      </p:sp>
      <p:sp>
        <p:nvSpPr>
          <p:cNvPr id="3" name="Text Placeholder 2">
            <a:extLst>
              <a:ext uri="{FF2B5EF4-FFF2-40B4-BE49-F238E27FC236}">
                <a16:creationId xmlns:a16="http://schemas.microsoft.com/office/drawing/2014/main" id="{CE21184C-0E65-4835-98A1-765D5A1EEF1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53B38936-442A-457A-B55F-6BEDC280AD25}"/>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5" name="Footer Placeholder 4">
            <a:extLst>
              <a:ext uri="{FF2B5EF4-FFF2-40B4-BE49-F238E27FC236}">
                <a16:creationId xmlns:a16="http://schemas.microsoft.com/office/drawing/2014/main" id="{9EAFBC4A-0576-4402-85A2-CC3408CF7751}"/>
              </a:ext>
            </a:extLst>
          </p:cNvPr>
          <p:cNvSpPr>
            <a:spLocks noGrp="1"/>
          </p:cNvSpPr>
          <p:nvPr>
            <p:ph type="ftr" sz="quarter" idx="11"/>
          </p:nvPr>
        </p:nvSpPr>
        <p:spPr/>
        <p:txBody>
          <a:bodyPr/>
          <a:lstStyle/>
          <a:p>
            <a:endParaRPr lang="ru-UA"/>
          </a:p>
        </p:txBody>
      </p:sp>
      <p:sp>
        <p:nvSpPr>
          <p:cNvPr id="6" name="Slide Number Placeholder 5">
            <a:extLst>
              <a:ext uri="{FF2B5EF4-FFF2-40B4-BE49-F238E27FC236}">
                <a16:creationId xmlns:a16="http://schemas.microsoft.com/office/drawing/2014/main" id="{AFF87831-22DA-48A6-9160-44A304AEFE7F}"/>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274495717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E978E9-4805-4B67-978A-5C6B9258809E}"/>
              </a:ext>
            </a:extLst>
          </p:cNvPr>
          <p:cNvSpPr>
            <a:spLocks noGrp="1"/>
          </p:cNvSpPr>
          <p:nvPr>
            <p:ph type="title"/>
          </p:nvPr>
        </p:nvSpPr>
        <p:spPr/>
        <p:txBody>
          <a:bodyPr/>
          <a:lstStyle/>
          <a:p>
            <a:r>
              <a:rPr lang="en-US"/>
              <a:t>Click to edit Master title style</a:t>
            </a:r>
            <a:endParaRPr lang="ru-UA"/>
          </a:p>
        </p:txBody>
      </p:sp>
      <p:sp>
        <p:nvSpPr>
          <p:cNvPr id="3" name="Content Placeholder 2">
            <a:extLst>
              <a:ext uri="{FF2B5EF4-FFF2-40B4-BE49-F238E27FC236}">
                <a16:creationId xmlns:a16="http://schemas.microsoft.com/office/drawing/2014/main" id="{BA122853-AB13-4873-AB81-B7A754A4481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4" name="Content Placeholder 3">
            <a:extLst>
              <a:ext uri="{FF2B5EF4-FFF2-40B4-BE49-F238E27FC236}">
                <a16:creationId xmlns:a16="http://schemas.microsoft.com/office/drawing/2014/main" id="{00E2EC41-04E4-4213-8E37-61C6300BD3C4}"/>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5" name="Date Placeholder 4">
            <a:extLst>
              <a:ext uri="{FF2B5EF4-FFF2-40B4-BE49-F238E27FC236}">
                <a16:creationId xmlns:a16="http://schemas.microsoft.com/office/drawing/2014/main" id="{2F919589-BCD2-452C-8464-04C47F9C8550}"/>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6" name="Footer Placeholder 5">
            <a:extLst>
              <a:ext uri="{FF2B5EF4-FFF2-40B4-BE49-F238E27FC236}">
                <a16:creationId xmlns:a16="http://schemas.microsoft.com/office/drawing/2014/main" id="{527B92AC-6C72-49C5-AE6A-665C7671BB7A}"/>
              </a:ext>
            </a:extLst>
          </p:cNvPr>
          <p:cNvSpPr>
            <a:spLocks noGrp="1"/>
          </p:cNvSpPr>
          <p:nvPr>
            <p:ph type="ftr" sz="quarter" idx="11"/>
          </p:nvPr>
        </p:nvSpPr>
        <p:spPr/>
        <p:txBody>
          <a:bodyPr/>
          <a:lstStyle/>
          <a:p>
            <a:endParaRPr lang="ru-UA"/>
          </a:p>
        </p:txBody>
      </p:sp>
      <p:sp>
        <p:nvSpPr>
          <p:cNvPr id="7" name="Slide Number Placeholder 6">
            <a:extLst>
              <a:ext uri="{FF2B5EF4-FFF2-40B4-BE49-F238E27FC236}">
                <a16:creationId xmlns:a16="http://schemas.microsoft.com/office/drawing/2014/main" id="{D61D9408-ECFD-43EC-8214-E944202F9D8F}"/>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202953274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67BB73-E6AA-44CD-91DF-60C9EFE5E03F}"/>
              </a:ext>
            </a:extLst>
          </p:cNvPr>
          <p:cNvSpPr>
            <a:spLocks noGrp="1"/>
          </p:cNvSpPr>
          <p:nvPr>
            <p:ph type="title"/>
          </p:nvPr>
        </p:nvSpPr>
        <p:spPr>
          <a:xfrm>
            <a:off x="839788" y="365125"/>
            <a:ext cx="10515600" cy="1325563"/>
          </a:xfrm>
        </p:spPr>
        <p:txBody>
          <a:bodyPr/>
          <a:lstStyle/>
          <a:p>
            <a:r>
              <a:rPr lang="en-US"/>
              <a:t>Click to edit Master title style</a:t>
            </a:r>
            <a:endParaRPr lang="ru-UA"/>
          </a:p>
        </p:txBody>
      </p:sp>
      <p:sp>
        <p:nvSpPr>
          <p:cNvPr id="3" name="Text Placeholder 2">
            <a:extLst>
              <a:ext uri="{FF2B5EF4-FFF2-40B4-BE49-F238E27FC236}">
                <a16:creationId xmlns:a16="http://schemas.microsoft.com/office/drawing/2014/main" id="{D3FBEE25-45A3-46A0-BDDF-6BFAD020BFA6}"/>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3F7E87A-0273-434D-BD2D-39AB23AD33B0}"/>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5" name="Text Placeholder 4">
            <a:extLst>
              <a:ext uri="{FF2B5EF4-FFF2-40B4-BE49-F238E27FC236}">
                <a16:creationId xmlns:a16="http://schemas.microsoft.com/office/drawing/2014/main" id="{DA43CD1A-CB2F-4780-AE05-0A1E436553B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92698495-1CE5-49A9-811D-73F86D007F88}"/>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7" name="Date Placeholder 6">
            <a:extLst>
              <a:ext uri="{FF2B5EF4-FFF2-40B4-BE49-F238E27FC236}">
                <a16:creationId xmlns:a16="http://schemas.microsoft.com/office/drawing/2014/main" id="{BB7C1FD8-483F-45C9-83EA-B4ABA937EA6F}"/>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8" name="Footer Placeholder 7">
            <a:extLst>
              <a:ext uri="{FF2B5EF4-FFF2-40B4-BE49-F238E27FC236}">
                <a16:creationId xmlns:a16="http://schemas.microsoft.com/office/drawing/2014/main" id="{167CAE73-87A9-4FC0-8B8F-CC43583D4C5B}"/>
              </a:ext>
            </a:extLst>
          </p:cNvPr>
          <p:cNvSpPr>
            <a:spLocks noGrp="1"/>
          </p:cNvSpPr>
          <p:nvPr>
            <p:ph type="ftr" sz="quarter" idx="11"/>
          </p:nvPr>
        </p:nvSpPr>
        <p:spPr/>
        <p:txBody>
          <a:bodyPr/>
          <a:lstStyle/>
          <a:p>
            <a:endParaRPr lang="ru-UA"/>
          </a:p>
        </p:txBody>
      </p:sp>
      <p:sp>
        <p:nvSpPr>
          <p:cNvPr id="9" name="Slide Number Placeholder 8">
            <a:extLst>
              <a:ext uri="{FF2B5EF4-FFF2-40B4-BE49-F238E27FC236}">
                <a16:creationId xmlns:a16="http://schemas.microsoft.com/office/drawing/2014/main" id="{0B14ACB1-22C9-4930-9164-372526742562}"/>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306177356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659CC1-70E7-4EF7-BC02-19B9FF0A222E}"/>
              </a:ext>
            </a:extLst>
          </p:cNvPr>
          <p:cNvSpPr>
            <a:spLocks noGrp="1"/>
          </p:cNvSpPr>
          <p:nvPr>
            <p:ph type="title"/>
          </p:nvPr>
        </p:nvSpPr>
        <p:spPr/>
        <p:txBody>
          <a:bodyPr/>
          <a:lstStyle/>
          <a:p>
            <a:r>
              <a:rPr lang="en-US"/>
              <a:t>Click to edit Master title style</a:t>
            </a:r>
            <a:endParaRPr lang="ru-UA"/>
          </a:p>
        </p:txBody>
      </p:sp>
      <p:sp>
        <p:nvSpPr>
          <p:cNvPr id="3" name="Date Placeholder 2">
            <a:extLst>
              <a:ext uri="{FF2B5EF4-FFF2-40B4-BE49-F238E27FC236}">
                <a16:creationId xmlns:a16="http://schemas.microsoft.com/office/drawing/2014/main" id="{E17FEC02-6A54-44BC-BBEC-3B2E712AE82C}"/>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4" name="Footer Placeholder 3">
            <a:extLst>
              <a:ext uri="{FF2B5EF4-FFF2-40B4-BE49-F238E27FC236}">
                <a16:creationId xmlns:a16="http://schemas.microsoft.com/office/drawing/2014/main" id="{0D3F1368-D819-487C-AE34-5BF461C6FB5E}"/>
              </a:ext>
            </a:extLst>
          </p:cNvPr>
          <p:cNvSpPr>
            <a:spLocks noGrp="1"/>
          </p:cNvSpPr>
          <p:nvPr>
            <p:ph type="ftr" sz="quarter" idx="11"/>
          </p:nvPr>
        </p:nvSpPr>
        <p:spPr/>
        <p:txBody>
          <a:bodyPr/>
          <a:lstStyle/>
          <a:p>
            <a:endParaRPr lang="ru-UA"/>
          </a:p>
        </p:txBody>
      </p:sp>
      <p:sp>
        <p:nvSpPr>
          <p:cNvPr id="5" name="Slide Number Placeholder 4">
            <a:extLst>
              <a:ext uri="{FF2B5EF4-FFF2-40B4-BE49-F238E27FC236}">
                <a16:creationId xmlns:a16="http://schemas.microsoft.com/office/drawing/2014/main" id="{3B088C9A-D170-4D2E-8F95-DC85AC45DD9C}"/>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232549624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8E544B2-2A86-4AA2-891E-96236C49DB50}"/>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3" name="Footer Placeholder 2">
            <a:extLst>
              <a:ext uri="{FF2B5EF4-FFF2-40B4-BE49-F238E27FC236}">
                <a16:creationId xmlns:a16="http://schemas.microsoft.com/office/drawing/2014/main" id="{F0919CC5-C1B5-4599-953A-2DEC7A8F8234}"/>
              </a:ext>
            </a:extLst>
          </p:cNvPr>
          <p:cNvSpPr>
            <a:spLocks noGrp="1"/>
          </p:cNvSpPr>
          <p:nvPr>
            <p:ph type="ftr" sz="quarter" idx="11"/>
          </p:nvPr>
        </p:nvSpPr>
        <p:spPr/>
        <p:txBody>
          <a:bodyPr/>
          <a:lstStyle/>
          <a:p>
            <a:endParaRPr lang="ru-UA"/>
          </a:p>
        </p:txBody>
      </p:sp>
      <p:sp>
        <p:nvSpPr>
          <p:cNvPr id="4" name="Slide Number Placeholder 3">
            <a:extLst>
              <a:ext uri="{FF2B5EF4-FFF2-40B4-BE49-F238E27FC236}">
                <a16:creationId xmlns:a16="http://schemas.microsoft.com/office/drawing/2014/main" id="{2E83EBA5-814C-468D-8FDF-E8701F6788F3}"/>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95781084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1A3B0D-D207-494F-90A8-6C22ADF0377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ru-UA"/>
          </a:p>
        </p:txBody>
      </p:sp>
      <p:sp>
        <p:nvSpPr>
          <p:cNvPr id="3" name="Content Placeholder 2">
            <a:extLst>
              <a:ext uri="{FF2B5EF4-FFF2-40B4-BE49-F238E27FC236}">
                <a16:creationId xmlns:a16="http://schemas.microsoft.com/office/drawing/2014/main" id="{6B84AFF5-1308-49C2-BC7B-4F41480495E2}"/>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4" name="Text Placeholder 3">
            <a:extLst>
              <a:ext uri="{FF2B5EF4-FFF2-40B4-BE49-F238E27FC236}">
                <a16:creationId xmlns:a16="http://schemas.microsoft.com/office/drawing/2014/main" id="{5EFB8E56-4F45-42BE-8888-96343C3D916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49C0F53-35A3-42D1-9340-7B7C09255D49}"/>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6" name="Footer Placeholder 5">
            <a:extLst>
              <a:ext uri="{FF2B5EF4-FFF2-40B4-BE49-F238E27FC236}">
                <a16:creationId xmlns:a16="http://schemas.microsoft.com/office/drawing/2014/main" id="{D2155894-F17E-4256-A3AE-2EC123F18371}"/>
              </a:ext>
            </a:extLst>
          </p:cNvPr>
          <p:cNvSpPr>
            <a:spLocks noGrp="1"/>
          </p:cNvSpPr>
          <p:nvPr>
            <p:ph type="ftr" sz="quarter" idx="11"/>
          </p:nvPr>
        </p:nvSpPr>
        <p:spPr/>
        <p:txBody>
          <a:bodyPr/>
          <a:lstStyle/>
          <a:p>
            <a:endParaRPr lang="ru-UA"/>
          </a:p>
        </p:txBody>
      </p:sp>
      <p:sp>
        <p:nvSpPr>
          <p:cNvPr id="7" name="Slide Number Placeholder 6">
            <a:extLst>
              <a:ext uri="{FF2B5EF4-FFF2-40B4-BE49-F238E27FC236}">
                <a16:creationId xmlns:a16="http://schemas.microsoft.com/office/drawing/2014/main" id="{F11A3872-F509-435E-B2FC-5C696F00E906}"/>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395224431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A5EF8D-F3E2-46DE-A8FD-4F0652FD22A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ru-UA"/>
          </a:p>
        </p:txBody>
      </p:sp>
      <p:sp>
        <p:nvSpPr>
          <p:cNvPr id="3" name="Picture Placeholder 2">
            <a:extLst>
              <a:ext uri="{FF2B5EF4-FFF2-40B4-BE49-F238E27FC236}">
                <a16:creationId xmlns:a16="http://schemas.microsoft.com/office/drawing/2014/main" id="{E9804879-5E82-4DC3-9735-C26C79E52B4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UA"/>
          </a:p>
        </p:txBody>
      </p:sp>
      <p:sp>
        <p:nvSpPr>
          <p:cNvPr id="4" name="Text Placeholder 3">
            <a:extLst>
              <a:ext uri="{FF2B5EF4-FFF2-40B4-BE49-F238E27FC236}">
                <a16:creationId xmlns:a16="http://schemas.microsoft.com/office/drawing/2014/main" id="{C3482E73-C081-4EA0-AD24-4453028229A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0706A2B-A90E-4CFE-9106-71CEF06D2BE5}"/>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6" name="Footer Placeholder 5">
            <a:extLst>
              <a:ext uri="{FF2B5EF4-FFF2-40B4-BE49-F238E27FC236}">
                <a16:creationId xmlns:a16="http://schemas.microsoft.com/office/drawing/2014/main" id="{1B68E3BE-28E8-4338-99D8-9D668CDED37E}"/>
              </a:ext>
            </a:extLst>
          </p:cNvPr>
          <p:cNvSpPr>
            <a:spLocks noGrp="1"/>
          </p:cNvSpPr>
          <p:nvPr>
            <p:ph type="ftr" sz="quarter" idx="11"/>
          </p:nvPr>
        </p:nvSpPr>
        <p:spPr/>
        <p:txBody>
          <a:bodyPr/>
          <a:lstStyle/>
          <a:p>
            <a:endParaRPr lang="ru-UA"/>
          </a:p>
        </p:txBody>
      </p:sp>
      <p:sp>
        <p:nvSpPr>
          <p:cNvPr id="7" name="Slide Number Placeholder 6">
            <a:extLst>
              <a:ext uri="{FF2B5EF4-FFF2-40B4-BE49-F238E27FC236}">
                <a16:creationId xmlns:a16="http://schemas.microsoft.com/office/drawing/2014/main" id="{32E1AB83-986B-45FA-BF0A-70A57F41E845}"/>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398057521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4846BC-BAEA-44D3-8472-8DDEA27625B2}"/>
              </a:ext>
            </a:extLst>
          </p:cNvPr>
          <p:cNvSpPr>
            <a:spLocks noGrp="1"/>
          </p:cNvSpPr>
          <p:nvPr>
            <p:ph type="title"/>
          </p:nvPr>
        </p:nvSpPr>
        <p:spPr/>
        <p:txBody>
          <a:bodyPr/>
          <a:lstStyle/>
          <a:p>
            <a:r>
              <a:rPr lang="en-US"/>
              <a:t>Click to edit Master title style</a:t>
            </a:r>
            <a:endParaRPr lang="ru-UA"/>
          </a:p>
        </p:txBody>
      </p:sp>
      <p:sp>
        <p:nvSpPr>
          <p:cNvPr id="3" name="Vertical Text Placeholder 2">
            <a:extLst>
              <a:ext uri="{FF2B5EF4-FFF2-40B4-BE49-F238E27FC236}">
                <a16:creationId xmlns:a16="http://schemas.microsoft.com/office/drawing/2014/main" id="{87341A7A-205D-4753-88B6-DB987B8D80A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4" name="Date Placeholder 3">
            <a:extLst>
              <a:ext uri="{FF2B5EF4-FFF2-40B4-BE49-F238E27FC236}">
                <a16:creationId xmlns:a16="http://schemas.microsoft.com/office/drawing/2014/main" id="{CA0BD087-3766-4A4E-A786-D39FFF3C3A7A}"/>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5" name="Footer Placeholder 4">
            <a:extLst>
              <a:ext uri="{FF2B5EF4-FFF2-40B4-BE49-F238E27FC236}">
                <a16:creationId xmlns:a16="http://schemas.microsoft.com/office/drawing/2014/main" id="{6B152570-D65B-4CFF-9AFD-163F6D2AACB5}"/>
              </a:ext>
            </a:extLst>
          </p:cNvPr>
          <p:cNvSpPr>
            <a:spLocks noGrp="1"/>
          </p:cNvSpPr>
          <p:nvPr>
            <p:ph type="ftr" sz="quarter" idx="11"/>
          </p:nvPr>
        </p:nvSpPr>
        <p:spPr/>
        <p:txBody>
          <a:bodyPr/>
          <a:lstStyle/>
          <a:p>
            <a:endParaRPr lang="ru-UA"/>
          </a:p>
        </p:txBody>
      </p:sp>
      <p:sp>
        <p:nvSpPr>
          <p:cNvPr id="6" name="Slide Number Placeholder 5">
            <a:extLst>
              <a:ext uri="{FF2B5EF4-FFF2-40B4-BE49-F238E27FC236}">
                <a16:creationId xmlns:a16="http://schemas.microsoft.com/office/drawing/2014/main" id="{1A256214-E965-4915-BF55-68618C06A112}"/>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52422427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A585DF8-F186-4F7D-AC89-BA45598AA665}"/>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ru-UA"/>
          </a:p>
        </p:txBody>
      </p:sp>
      <p:sp>
        <p:nvSpPr>
          <p:cNvPr id="3" name="Vertical Text Placeholder 2">
            <a:extLst>
              <a:ext uri="{FF2B5EF4-FFF2-40B4-BE49-F238E27FC236}">
                <a16:creationId xmlns:a16="http://schemas.microsoft.com/office/drawing/2014/main" id="{006229D4-0913-4463-BE57-521CCA150BF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4" name="Date Placeholder 3">
            <a:extLst>
              <a:ext uri="{FF2B5EF4-FFF2-40B4-BE49-F238E27FC236}">
                <a16:creationId xmlns:a16="http://schemas.microsoft.com/office/drawing/2014/main" id="{E561C38C-210A-4944-92D9-5265C7ADED28}"/>
              </a:ext>
            </a:extLst>
          </p:cNvPr>
          <p:cNvSpPr>
            <a:spLocks noGrp="1"/>
          </p:cNvSpPr>
          <p:nvPr>
            <p:ph type="dt" sz="half" idx="10"/>
          </p:nvPr>
        </p:nvSpPr>
        <p:spPr/>
        <p:txBody>
          <a:bodyPr/>
          <a:lstStyle/>
          <a:p>
            <a:fld id="{E98BDD6B-9295-40CC-8AF7-ED06F8FB91E1}" type="datetimeFigureOut">
              <a:rPr lang="ru-UA" smtClean="0"/>
              <a:t>08.04.2020</a:t>
            </a:fld>
            <a:endParaRPr lang="ru-UA"/>
          </a:p>
        </p:txBody>
      </p:sp>
      <p:sp>
        <p:nvSpPr>
          <p:cNvPr id="5" name="Footer Placeholder 4">
            <a:extLst>
              <a:ext uri="{FF2B5EF4-FFF2-40B4-BE49-F238E27FC236}">
                <a16:creationId xmlns:a16="http://schemas.microsoft.com/office/drawing/2014/main" id="{23A0220F-179D-41BA-A5F6-EAA23D1C398A}"/>
              </a:ext>
            </a:extLst>
          </p:cNvPr>
          <p:cNvSpPr>
            <a:spLocks noGrp="1"/>
          </p:cNvSpPr>
          <p:nvPr>
            <p:ph type="ftr" sz="quarter" idx="11"/>
          </p:nvPr>
        </p:nvSpPr>
        <p:spPr/>
        <p:txBody>
          <a:bodyPr/>
          <a:lstStyle/>
          <a:p>
            <a:endParaRPr lang="ru-UA"/>
          </a:p>
        </p:txBody>
      </p:sp>
      <p:sp>
        <p:nvSpPr>
          <p:cNvPr id="6" name="Slide Number Placeholder 5">
            <a:extLst>
              <a:ext uri="{FF2B5EF4-FFF2-40B4-BE49-F238E27FC236}">
                <a16:creationId xmlns:a16="http://schemas.microsoft.com/office/drawing/2014/main" id="{B7E71D93-244E-4F06-89FE-162849C3C7F3}"/>
              </a:ext>
            </a:extLst>
          </p:cNvPr>
          <p:cNvSpPr>
            <a:spLocks noGrp="1"/>
          </p:cNvSpPr>
          <p:nvPr>
            <p:ph type="sldNum" sz="quarter" idx="12"/>
          </p:nvPr>
        </p:nvSpPr>
        <p:spPr/>
        <p:txBody>
          <a:bodyPr/>
          <a:lstStyle/>
          <a:p>
            <a:fld id="{57D5AC95-081F-4509-9AF2-7CB4A609E92A}" type="slidenum">
              <a:rPr lang="ru-UA" smtClean="0"/>
              <a:t>‹#›</a:t>
            </a:fld>
            <a:endParaRPr lang="ru-UA"/>
          </a:p>
        </p:txBody>
      </p:sp>
    </p:spTree>
    <p:extLst>
      <p:ext uri="{BB962C8B-B14F-4D97-AF65-F5344CB8AC3E}">
        <p14:creationId xmlns:p14="http://schemas.microsoft.com/office/powerpoint/2010/main" val="186906242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00906E8-9D36-4801-9B12-FA787FB7FB5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ru-UA"/>
          </a:p>
        </p:txBody>
      </p:sp>
      <p:sp>
        <p:nvSpPr>
          <p:cNvPr id="3" name="Text Placeholder 2">
            <a:extLst>
              <a:ext uri="{FF2B5EF4-FFF2-40B4-BE49-F238E27FC236}">
                <a16:creationId xmlns:a16="http://schemas.microsoft.com/office/drawing/2014/main" id="{68E21B22-BBA3-40E4-AB63-9BF5233D165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u-UA"/>
          </a:p>
        </p:txBody>
      </p:sp>
      <p:sp>
        <p:nvSpPr>
          <p:cNvPr id="4" name="Date Placeholder 3">
            <a:extLst>
              <a:ext uri="{FF2B5EF4-FFF2-40B4-BE49-F238E27FC236}">
                <a16:creationId xmlns:a16="http://schemas.microsoft.com/office/drawing/2014/main" id="{AABB4ED2-540A-4EEA-A0AB-51564173028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98BDD6B-9295-40CC-8AF7-ED06F8FB91E1}" type="datetimeFigureOut">
              <a:rPr lang="ru-UA" smtClean="0"/>
              <a:t>08.04.2020</a:t>
            </a:fld>
            <a:endParaRPr lang="ru-UA"/>
          </a:p>
        </p:txBody>
      </p:sp>
      <p:sp>
        <p:nvSpPr>
          <p:cNvPr id="5" name="Footer Placeholder 4">
            <a:extLst>
              <a:ext uri="{FF2B5EF4-FFF2-40B4-BE49-F238E27FC236}">
                <a16:creationId xmlns:a16="http://schemas.microsoft.com/office/drawing/2014/main" id="{E9F26A55-37FD-4F4E-A540-F5242046004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UA"/>
          </a:p>
        </p:txBody>
      </p:sp>
      <p:sp>
        <p:nvSpPr>
          <p:cNvPr id="6" name="Slide Number Placeholder 5">
            <a:extLst>
              <a:ext uri="{FF2B5EF4-FFF2-40B4-BE49-F238E27FC236}">
                <a16:creationId xmlns:a16="http://schemas.microsoft.com/office/drawing/2014/main" id="{7541DC3E-FB01-4C24-BB86-169AF02BD25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7D5AC95-081F-4509-9AF2-7CB4A609E92A}" type="slidenum">
              <a:rPr lang="ru-UA" smtClean="0"/>
              <a:t>‹#›</a:t>
            </a:fld>
            <a:endParaRPr lang="ru-UA"/>
          </a:p>
        </p:txBody>
      </p:sp>
      <p:sp>
        <p:nvSpPr>
          <p:cNvPr id="7" name="Oval 6" hidden="1">
            <a:extLst>
              <a:ext uri="{FF2B5EF4-FFF2-40B4-BE49-F238E27FC236}">
                <a16:creationId xmlns:a16="http://schemas.microsoft.com/office/drawing/2014/main" id="{53E09B54-ACBE-463E-B63D-4EEEBC2E3A91}"/>
              </a:ext>
            </a:extLst>
          </p:cNvPr>
          <p:cNvSpPr/>
          <p:nvPr userDrawn="1"/>
        </p:nvSpPr>
        <p:spPr>
          <a:xfrm>
            <a:off x="11513958" y="273454"/>
            <a:ext cx="349364" cy="347472"/>
          </a:xfrm>
          <a:prstGeom prst="ellipse">
            <a:avLst/>
          </a:prstGeom>
          <a:solidFill>
            <a:schemeClr val="accent3"/>
          </a:solidFill>
          <a:ln>
            <a:noFill/>
          </a:ln>
        </p:spPr>
        <p:style>
          <a:lnRef idx="1">
            <a:schemeClr val="accent1"/>
          </a:lnRef>
          <a:fillRef idx="3">
            <a:schemeClr val="accent1"/>
          </a:fillRef>
          <a:effectRef idx="2">
            <a:schemeClr val="accent1"/>
          </a:effectRef>
          <a:fontRef idx="minor">
            <a:schemeClr val="lt1"/>
          </a:fontRef>
        </p:style>
        <p:txBody>
          <a:bodyPr lIns="37150" tIns="18575" rIns="37150" bIns="18575" rtlCol="0" anchor="ctr"/>
          <a:lstStyle/>
          <a:p>
            <a:pPr algn="ctr"/>
            <a:endParaRPr lang="en-US" sz="644" b="0" i="0" dirty="0">
              <a:latin typeface="Lato Light" charset="0"/>
            </a:endParaRPr>
          </a:p>
        </p:txBody>
      </p:sp>
      <p:sp>
        <p:nvSpPr>
          <p:cNvPr id="8" name="Rectangle 7" hidden="1">
            <a:extLst>
              <a:ext uri="{FF2B5EF4-FFF2-40B4-BE49-F238E27FC236}">
                <a16:creationId xmlns:a16="http://schemas.microsoft.com/office/drawing/2014/main" id="{CB73B7A3-0999-4B83-A045-33B262A3ED9F}"/>
              </a:ext>
            </a:extLst>
          </p:cNvPr>
          <p:cNvSpPr/>
          <p:nvPr userDrawn="1"/>
        </p:nvSpPr>
        <p:spPr>
          <a:xfrm>
            <a:off x="11497822" y="315864"/>
            <a:ext cx="396262" cy="276999"/>
          </a:xfrm>
          <a:prstGeom prst="rect">
            <a:avLst/>
          </a:prstGeom>
        </p:spPr>
        <p:txBody>
          <a:bodyPr wrap="none">
            <a:spAutoFit/>
          </a:bodyPr>
          <a:lstStyle/>
          <a:p>
            <a:pPr algn="ctr"/>
            <a:fld id="{4BF07FA6-503F-43D4-BACC-24DC717B6652}" type="slidenum">
              <a:rPr lang="ru-RU" sz="1200" b="1" smtClean="0">
                <a:solidFill>
                  <a:schemeClr val="bg1"/>
                </a:solidFill>
                <a:latin typeface="+mj-lt"/>
              </a:rPr>
              <a:pPr algn="ctr"/>
              <a:t>‹#›</a:t>
            </a:fld>
            <a:endParaRPr lang="ru-RU" b="1" dirty="0">
              <a:solidFill>
                <a:schemeClr val="bg1"/>
              </a:solidFill>
              <a:latin typeface="+mj-lt"/>
            </a:endParaRPr>
          </a:p>
        </p:txBody>
      </p:sp>
    </p:spTree>
    <p:extLst>
      <p:ext uri="{BB962C8B-B14F-4D97-AF65-F5344CB8AC3E}">
        <p14:creationId xmlns:p14="http://schemas.microsoft.com/office/powerpoint/2010/main" val="3166766893"/>
      </p:ext>
    </p:extLst>
  </p:cSld>
  <p:clrMap bg1="lt1" tx1="dk1" bg2="lt2" tx2="dk2" accent1="accent1" accent2="accent2" accent3="accent3" accent4="accent4" accent5="accent5" accent6="accent6" hlink="hlink" folHlink="folHlink"/>
  <p:sldLayoutIdLst>
    <p:sldLayoutId id="2147483649" r:id="rId1"/>
    <p:sldLayoutId id="2147483660"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UA"/>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Group 61">
            <a:extLst>
              <a:ext uri="{FF2B5EF4-FFF2-40B4-BE49-F238E27FC236}">
                <a16:creationId xmlns:a16="http://schemas.microsoft.com/office/drawing/2014/main" id="{89305B12-24E9-4876-B750-46F80D46F7BA}"/>
              </a:ext>
            </a:extLst>
          </p:cNvPr>
          <p:cNvGrpSpPr/>
          <p:nvPr/>
        </p:nvGrpSpPr>
        <p:grpSpPr>
          <a:xfrm>
            <a:off x="4227513" y="1557338"/>
            <a:ext cx="3736976" cy="3736976"/>
            <a:chOff x="4227513" y="1557338"/>
            <a:chExt cx="3736976" cy="3736976"/>
          </a:xfrm>
          <a:effectLst>
            <a:outerShdw blurRad="279400" dist="165100" dir="2700000" algn="ctr" rotWithShape="0">
              <a:srgbClr val="000000">
                <a:alpha val="22000"/>
              </a:srgbClr>
            </a:outerShdw>
          </a:effectLst>
        </p:grpSpPr>
        <p:sp>
          <p:nvSpPr>
            <p:cNvPr id="3" name="Freeform 5">
              <a:extLst>
                <a:ext uri="{FF2B5EF4-FFF2-40B4-BE49-F238E27FC236}">
                  <a16:creationId xmlns:a16="http://schemas.microsoft.com/office/drawing/2014/main" id="{2C4739A6-7A0A-4DA3-A04F-DD306CDB8BB1}"/>
                </a:ext>
              </a:extLst>
            </p:cNvPr>
            <p:cNvSpPr>
              <a:spLocks noEditPoints="1"/>
            </p:cNvSpPr>
            <p:nvPr/>
          </p:nvSpPr>
          <p:spPr bwMode="auto">
            <a:xfrm>
              <a:off x="4227513" y="1557338"/>
              <a:ext cx="3736975" cy="3736975"/>
            </a:xfrm>
            <a:custGeom>
              <a:avLst/>
              <a:gdLst>
                <a:gd name="T0" fmla="*/ 495 w 990"/>
                <a:gd name="T1" fmla="*/ 0 h 990"/>
                <a:gd name="T2" fmla="*/ 0 w 990"/>
                <a:gd name="T3" fmla="*/ 495 h 990"/>
                <a:gd name="T4" fmla="*/ 495 w 990"/>
                <a:gd name="T5" fmla="*/ 990 h 990"/>
                <a:gd name="T6" fmla="*/ 990 w 990"/>
                <a:gd name="T7" fmla="*/ 495 h 990"/>
                <a:gd name="T8" fmla="*/ 495 w 990"/>
                <a:gd name="T9" fmla="*/ 0 h 990"/>
                <a:gd name="T10" fmla="*/ 495 w 990"/>
                <a:gd name="T11" fmla="*/ 925 h 990"/>
                <a:gd name="T12" fmla="*/ 64 w 990"/>
                <a:gd name="T13" fmla="*/ 495 h 990"/>
                <a:gd name="T14" fmla="*/ 495 w 990"/>
                <a:gd name="T15" fmla="*/ 64 h 990"/>
                <a:gd name="T16" fmla="*/ 925 w 990"/>
                <a:gd name="T17" fmla="*/ 495 h 990"/>
                <a:gd name="T18" fmla="*/ 495 w 990"/>
                <a:gd name="T19" fmla="*/ 925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0" h="990">
                  <a:moveTo>
                    <a:pt x="495" y="0"/>
                  </a:moveTo>
                  <a:cubicBezTo>
                    <a:pt x="221" y="0"/>
                    <a:pt x="0" y="221"/>
                    <a:pt x="0" y="495"/>
                  </a:cubicBezTo>
                  <a:cubicBezTo>
                    <a:pt x="0" y="768"/>
                    <a:pt x="221" y="990"/>
                    <a:pt x="495" y="990"/>
                  </a:cubicBezTo>
                  <a:cubicBezTo>
                    <a:pt x="768" y="990"/>
                    <a:pt x="990" y="768"/>
                    <a:pt x="990" y="495"/>
                  </a:cubicBezTo>
                  <a:cubicBezTo>
                    <a:pt x="990" y="221"/>
                    <a:pt x="768" y="0"/>
                    <a:pt x="495" y="0"/>
                  </a:cubicBezTo>
                  <a:moveTo>
                    <a:pt x="495" y="925"/>
                  </a:moveTo>
                  <a:cubicBezTo>
                    <a:pt x="257" y="925"/>
                    <a:pt x="64" y="732"/>
                    <a:pt x="64" y="495"/>
                  </a:cubicBezTo>
                  <a:cubicBezTo>
                    <a:pt x="64" y="257"/>
                    <a:pt x="257" y="64"/>
                    <a:pt x="495" y="64"/>
                  </a:cubicBezTo>
                  <a:cubicBezTo>
                    <a:pt x="732" y="64"/>
                    <a:pt x="925" y="257"/>
                    <a:pt x="925" y="495"/>
                  </a:cubicBezTo>
                  <a:cubicBezTo>
                    <a:pt x="925" y="732"/>
                    <a:pt x="732" y="925"/>
                    <a:pt x="495" y="925"/>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 name="Freeform 6">
              <a:extLst>
                <a:ext uri="{FF2B5EF4-FFF2-40B4-BE49-F238E27FC236}">
                  <a16:creationId xmlns:a16="http://schemas.microsoft.com/office/drawing/2014/main" id="{6395395D-4696-4E58-98E6-3A9CCF8B9B31}"/>
                </a:ext>
              </a:extLst>
            </p:cNvPr>
            <p:cNvSpPr>
              <a:spLocks/>
            </p:cNvSpPr>
            <p:nvPr/>
          </p:nvSpPr>
          <p:spPr bwMode="auto">
            <a:xfrm>
              <a:off x="4227513" y="1557338"/>
              <a:ext cx="3197225" cy="3197225"/>
            </a:xfrm>
            <a:custGeom>
              <a:avLst/>
              <a:gdLst>
                <a:gd name="T0" fmla="*/ 4 w 847"/>
                <a:gd name="T1" fmla="*/ 499 h 847"/>
                <a:gd name="T2" fmla="*/ 499 w 847"/>
                <a:gd name="T3" fmla="*/ 4 h 847"/>
                <a:gd name="T4" fmla="*/ 847 w 847"/>
                <a:gd name="T5" fmla="*/ 147 h 847"/>
                <a:gd name="T6" fmla="*/ 495 w 847"/>
                <a:gd name="T7" fmla="*/ 0 h 847"/>
                <a:gd name="T8" fmla="*/ 0 w 847"/>
                <a:gd name="T9" fmla="*/ 495 h 847"/>
                <a:gd name="T10" fmla="*/ 147 w 847"/>
                <a:gd name="T11" fmla="*/ 847 h 847"/>
                <a:gd name="T12" fmla="*/ 4 w 847"/>
                <a:gd name="T13" fmla="*/ 499 h 847"/>
              </a:gdLst>
              <a:ahLst/>
              <a:cxnLst>
                <a:cxn ang="0">
                  <a:pos x="T0" y="T1"/>
                </a:cxn>
                <a:cxn ang="0">
                  <a:pos x="T2" y="T3"/>
                </a:cxn>
                <a:cxn ang="0">
                  <a:pos x="T4" y="T5"/>
                </a:cxn>
                <a:cxn ang="0">
                  <a:pos x="T6" y="T7"/>
                </a:cxn>
                <a:cxn ang="0">
                  <a:pos x="T8" y="T9"/>
                </a:cxn>
                <a:cxn ang="0">
                  <a:pos x="T10" y="T11"/>
                </a:cxn>
                <a:cxn ang="0">
                  <a:pos x="T12" y="T13"/>
                </a:cxn>
              </a:cxnLst>
              <a:rect l="0" t="0" r="r" b="b"/>
              <a:pathLst>
                <a:path w="847" h="847">
                  <a:moveTo>
                    <a:pt x="4" y="499"/>
                  </a:moveTo>
                  <a:cubicBezTo>
                    <a:pt x="4" y="225"/>
                    <a:pt x="225" y="4"/>
                    <a:pt x="499" y="4"/>
                  </a:cubicBezTo>
                  <a:cubicBezTo>
                    <a:pt x="634" y="4"/>
                    <a:pt x="757" y="58"/>
                    <a:pt x="847" y="147"/>
                  </a:cubicBezTo>
                  <a:cubicBezTo>
                    <a:pt x="757" y="56"/>
                    <a:pt x="632" y="0"/>
                    <a:pt x="495" y="0"/>
                  </a:cubicBezTo>
                  <a:cubicBezTo>
                    <a:pt x="221" y="0"/>
                    <a:pt x="0" y="221"/>
                    <a:pt x="0" y="495"/>
                  </a:cubicBezTo>
                  <a:cubicBezTo>
                    <a:pt x="0" y="632"/>
                    <a:pt x="56" y="757"/>
                    <a:pt x="147" y="847"/>
                  </a:cubicBezTo>
                  <a:cubicBezTo>
                    <a:pt x="58" y="757"/>
                    <a:pt x="4" y="634"/>
                    <a:pt x="4" y="499"/>
                  </a:cubicBezTo>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5" name="Freeform 7">
              <a:extLst>
                <a:ext uri="{FF2B5EF4-FFF2-40B4-BE49-F238E27FC236}">
                  <a16:creationId xmlns:a16="http://schemas.microsoft.com/office/drawing/2014/main" id="{CB60497C-8E9A-4A89-9FB0-84039D1574B1}"/>
                </a:ext>
              </a:extLst>
            </p:cNvPr>
            <p:cNvSpPr>
              <a:spLocks/>
            </p:cNvSpPr>
            <p:nvPr/>
          </p:nvSpPr>
          <p:spPr bwMode="auto">
            <a:xfrm>
              <a:off x="6096001" y="1557338"/>
              <a:ext cx="1868488" cy="2038350"/>
            </a:xfrm>
            <a:custGeom>
              <a:avLst/>
              <a:gdLst>
                <a:gd name="T0" fmla="*/ 495 w 495"/>
                <a:gd name="T1" fmla="*/ 495 h 540"/>
                <a:gd name="T2" fmla="*/ 0 w 495"/>
                <a:gd name="T3" fmla="*/ 0 h 540"/>
                <a:gd name="T4" fmla="*/ 0 w 495"/>
                <a:gd name="T5" fmla="*/ 64 h 540"/>
                <a:gd name="T6" fmla="*/ 430 w 495"/>
                <a:gd name="T7" fmla="*/ 495 h 540"/>
                <a:gd name="T8" fmla="*/ 430 w 495"/>
                <a:gd name="T9" fmla="*/ 495 h 540"/>
                <a:gd name="T10" fmla="*/ 462 w 495"/>
                <a:gd name="T11" fmla="*/ 540 h 540"/>
                <a:gd name="T12" fmla="*/ 495 w 495"/>
                <a:gd name="T13" fmla="*/ 495 h 540"/>
              </a:gdLst>
              <a:ahLst/>
              <a:cxnLst>
                <a:cxn ang="0">
                  <a:pos x="T0" y="T1"/>
                </a:cxn>
                <a:cxn ang="0">
                  <a:pos x="T2" y="T3"/>
                </a:cxn>
                <a:cxn ang="0">
                  <a:pos x="T4" y="T5"/>
                </a:cxn>
                <a:cxn ang="0">
                  <a:pos x="T6" y="T7"/>
                </a:cxn>
                <a:cxn ang="0">
                  <a:pos x="T8" y="T9"/>
                </a:cxn>
                <a:cxn ang="0">
                  <a:pos x="T10" y="T11"/>
                </a:cxn>
                <a:cxn ang="0">
                  <a:pos x="T12" y="T13"/>
                </a:cxn>
              </a:cxnLst>
              <a:rect l="0" t="0" r="r" b="b"/>
              <a:pathLst>
                <a:path w="495" h="540">
                  <a:moveTo>
                    <a:pt x="495" y="495"/>
                  </a:moveTo>
                  <a:cubicBezTo>
                    <a:pt x="495" y="221"/>
                    <a:pt x="273" y="0"/>
                    <a:pt x="0" y="0"/>
                  </a:cubicBezTo>
                  <a:cubicBezTo>
                    <a:pt x="0" y="64"/>
                    <a:pt x="0" y="64"/>
                    <a:pt x="0" y="64"/>
                  </a:cubicBezTo>
                  <a:cubicBezTo>
                    <a:pt x="237" y="64"/>
                    <a:pt x="430" y="257"/>
                    <a:pt x="430" y="495"/>
                  </a:cubicBezTo>
                  <a:cubicBezTo>
                    <a:pt x="430" y="495"/>
                    <a:pt x="430" y="495"/>
                    <a:pt x="430" y="495"/>
                  </a:cubicBezTo>
                  <a:cubicBezTo>
                    <a:pt x="462" y="540"/>
                    <a:pt x="462" y="540"/>
                    <a:pt x="462" y="540"/>
                  </a:cubicBezTo>
                  <a:cubicBezTo>
                    <a:pt x="495" y="495"/>
                    <a:pt x="495" y="495"/>
                    <a:pt x="495" y="495"/>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10">
              <a:extLst>
                <a:ext uri="{FF2B5EF4-FFF2-40B4-BE49-F238E27FC236}">
                  <a16:creationId xmlns:a16="http://schemas.microsoft.com/office/drawing/2014/main" id="{7FC24B46-98EE-4CDB-B8D3-E0D4F12AAE3E}"/>
                </a:ext>
              </a:extLst>
            </p:cNvPr>
            <p:cNvSpPr>
              <a:spLocks noEditPoints="1"/>
            </p:cNvSpPr>
            <p:nvPr/>
          </p:nvSpPr>
          <p:spPr bwMode="auto">
            <a:xfrm>
              <a:off x="6096001" y="1798638"/>
              <a:ext cx="49213" cy="3175"/>
            </a:xfrm>
            <a:custGeom>
              <a:avLst/>
              <a:gdLst>
                <a:gd name="T0" fmla="*/ 13 w 13"/>
                <a:gd name="T1" fmla="*/ 1 h 1"/>
                <a:gd name="T2" fmla="*/ 13 w 13"/>
                <a:gd name="T3" fmla="*/ 1 h 1"/>
                <a:gd name="T4" fmla="*/ 13 w 13"/>
                <a:gd name="T5" fmla="*/ 1 h 1"/>
                <a:gd name="T6" fmla="*/ 12 w 13"/>
                <a:gd name="T7" fmla="*/ 1 h 1"/>
                <a:gd name="T8" fmla="*/ 12 w 13"/>
                <a:gd name="T9" fmla="*/ 1 h 1"/>
                <a:gd name="T10" fmla="*/ 12 w 13"/>
                <a:gd name="T11" fmla="*/ 1 h 1"/>
                <a:gd name="T12" fmla="*/ 12 w 13"/>
                <a:gd name="T13" fmla="*/ 1 h 1"/>
                <a:gd name="T14" fmla="*/ 12 w 13"/>
                <a:gd name="T15" fmla="*/ 1 h 1"/>
                <a:gd name="T16" fmla="*/ 12 w 13"/>
                <a:gd name="T17" fmla="*/ 1 h 1"/>
                <a:gd name="T18" fmla="*/ 11 w 13"/>
                <a:gd name="T19" fmla="*/ 1 h 1"/>
                <a:gd name="T20" fmla="*/ 11 w 13"/>
                <a:gd name="T21" fmla="*/ 1 h 1"/>
                <a:gd name="T22" fmla="*/ 11 w 13"/>
                <a:gd name="T23" fmla="*/ 1 h 1"/>
                <a:gd name="T24" fmla="*/ 10 w 13"/>
                <a:gd name="T25" fmla="*/ 1 h 1"/>
                <a:gd name="T26" fmla="*/ 10 w 13"/>
                <a:gd name="T27" fmla="*/ 1 h 1"/>
                <a:gd name="T28" fmla="*/ 10 w 13"/>
                <a:gd name="T29" fmla="*/ 1 h 1"/>
                <a:gd name="T30" fmla="*/ 9 w 13"/>
                <a:gd name="T31" fmla="*/ 1 h 1"/>
                <a:gd name="T32" fmla="*/ 10 w 13"/>
                <a:gd name="T33" fmla="*/ 1 h 1"/>
                <a:gd name="T34" fmla="*/ 9 w 13"/>
                <a:gd name="T35" fmla="*/ 1 h 1"/>
                <a:gd name="T36" fmla="*/ 9 w 13"/>
                <a:gd name="T37" fmla="*/ 1 h 1"/>
                <a:gd name="T38" fmla="*/ 9 w 13"/>
                <a:gd name="T39" fmla="*/ 1 h 1"/>
                <a:gd name="T40" fmla="*/ 9 w 13"/>
                <a:gd name="T41" fmla="*/ 1 h 1"/>
                <a:gd name="T42" fmla="*/ 8 w 13"/>
                <a:gd name="T43" fmla="*/ 1 h 1"/>
                <a:gd name="T44" fmla="*/ 8 w 13"/>
                <a:gd name="T45" fmla="*/ 1 h 1"/>
                <a:gd name="T46" fmla="*/ 8 w 13"/>
                <a:gd name="T47" fmla="*/ 1 h 1"/>
                <a:gd name="T48" fmla="*/ 7 w 13"/>
                <a:gd name="T49" fmla="*/ 0 h 1"/>
                <a:gd name="T50" fmla="*/ 7 w 13"/>
                <a:gd name="T51" fmla="*/ 0 h 1"/>
                <a:gd name="T52" fmla="*/ 7 w 13"/>
                <a:gd name="T53" fmla="*/ 0 h 1"/>
                <a:gd name="T54" fmla="*/ 7 w 13"/>
                <a:gd name="T55" fmla="*/ 0 h 1"/>
                <a:gd name="T56" fmla="*/ 7 w 13"/>
                <a:gd name="T57" fmla="*/ 0 h 1"/>
                <a:gd name="T58" fmla="*/ 7 w 13"/>
                <a:gd name="T59" fmla="*/ 0 h 1"/>
                <a:gd name="T60" fmla="*/ 6 w 13"/>
                <a:gd name="T61" fmla="*/ 0 h 1"/>
                <a:gd name="T62" fmla="*/ 6 w 13"/>
                <a:gd name="T63" fmla="*/ 0 h 1"/>
                <a:gd name="T64" fmla="*/ 6 w 13"/>
                <a:gd name="T65" fmla="*/ 0 h 1"/>
                <a:gd name="T66" fmla="*/ 5 w 13"/>
                <a:gd name="T67" fmla="*/ 0 h 1"/>
                <a:gd name="T68" fmla="*/ 6 w 13"/>
                <a:gd name="T69" fmla="*/ 0 h 1"/>
                <a:gd name="T70" fmla="*/ 5 w 13"/>
                <a:gd name="T71" fmla="*/ 0 h 1"/>
                <a:gd name="T72" fmla="*/ 5 w 13"/>
                <a:gd name="T73" fmla="*/ 0 h 1"/>
                <a:gd name="T74" fmla="*/ 5 w 13"/>
                <a:gd name="T75" fmla="*/ 0 h 1"/>
                <a:gd name="T76" fmla="*/ 5 w 13"/>
                <a:gd name="T77" fmla="*/ 0 h 1"/>
                <a:gd name="T78" fmla="*/ 4 w 13"/>
                <a:gd name="T79" fmla="*/ 0 h 1"/>
                <a:gd name="T80" fmla="*/ 4 w 13"/>
                <a:gd name="T81" fmla="*/ 0 h 1"/>
                <a:gd name="T82" fmla="*/ 4 w 13"/>
                <a:gd name="T83" fmla="*/ 0 h 1"/>
                <a:gd name="T84" fmla="*/ 3 w 13"/>
                <a:gd name="T85" fmla="*/ 0 h 1"/>
                <a:gd name="T86" fmla="*/ 3 w 13"/>
                <a:gd name="T87" fmla="*/ 0 h 1"/>
                <a:gd name="T88" fmla="*/ 3 w 13"/>
                <a:gd name="T89" fmla="*/ 0 h 1"/>
                <a:gd name="T90" fmla="*/ 2 w 13"/>
                <a:gd name="T91" fmla="*/ 0 h 1"/>
                <a:gd name="T92" fmla="*/ 3 w 13"/>
                <a:gd name="T93" fmla="*/ 0 h 1"/>
                <a:gd name="T94" fmla="*/ 2 w 13"/>
                <a:gd name="T95" fmla="*/ 0 h 1"/>
                <a:gd name="T96" fmla="*/ 2 w 13"/>
                <a:gd name="T97" fmla="*/ 0 h 1"/>
                <a:gd name="T98" fmla="*/ 2 w 13"/>
                <a:gd name="T99" fmla="*/ 0 h 1"/>
                <a:gd name="T100" fmla="*/ 2 w 13"/>
                <a:gd name="T101" fmla="*/ 0 h 1"/>
                <a:gd name="T102" fmla="*/ 1 w 13"/>
                <a:gd name="T103" fmla="*/ 0 h 1"/>
                <a:gd name="T104" fmla="*/ 1 w 13"/>
                <a:gd name="T105" fmla="*/ 0 h 1"/>
                <a:gd name="T106" fmla="*/ 1 w 13"/>
                <a:gd name="T107" fmla="*/ 0 h 1"/>
                <a:gd name="T108" fmla="*/ 0 w 13"/>
                <a:gd name="T109" fmla="*/ 0 h 1"/>
                <a:gd name="T110" fmla="*/ 0 w 13"/>
                <a:gd name="T111" fmla="*/ 0 h 1"/>
                <a:gd name="T112" fmla="*/ 0 w 13"/>
                <a:gd name="T113" fmla="*/ 0 h 1"/>
                <a:gd name="T114" fmla="*/ 0 w 13"/>
                <a:gd name="T115" fmla="*/ 0 h 1"/>
                <a:gd name="T116" fmla="*/ 0 w 13"/>
                <a:gd name="T1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 h="1">
                  <a:moveTo>
                    <a:pt x="13" y="1"/>
                  </a:moveTo>
                  <a:cubicBezTo>
                    <a:pt x="13" y="1"/>
                    <a:pt x="13" y="1"/>
                    <a:pt x="13" y="1"/>
                  </a:cubicBezTo>
                  <a:cubicBezTo>
                    <a:pt x="13" y="1"/>
                    <a:pt x="13" y="1"/>
                    <a:pt x="13" y="1"/>
                  </a:cubicBezTo>
                  <a:moveTo>
                    <a:pt x="12" y="1"/>
                  </a:moveTo>
                  <a:cubicBezTo>
                    <a:pt x="12" y="1"/>
                    <a:pt x="12" y="1"/>
                    <a:pt x="12" y="1"/>
                  </a:cubicBezTo>
                  <a:cubicBezTo>
                    <a:pt x="12" y="1"/>
                    <a:pt x="12" y="1"/>
                    <a:pt x="12" y="1"/>
                  </a:cubicBezTo>
                  <a:moveTo>
                    <a:pt x="12" y="1"/>
                  </a:moveTo>
                  <a:cubicBezTo>
                    <a:pt x="12" y="1"/>
                    <a:pt x="12" y="1"/>
                    <a:pt x="12" y="1"/>
                  </a:cubicBezTo>
                  <a:cubicBezTo>
                    <a:pt x="12" y="1"/>
                    <a:pt x="12" y="1"/>
                    <a:pt x="12" y="1"/>
                  </a:cubicBezTo>
                  <a:moveTo>
                    <a:pt x="11" y="1"/>
                  </a:moveTo>
                  <a:cubicBezTo>
                    <a:pt x="11" y="1"/>
                    <a:pt x="11" y="1"/>
                    <a:pt x="11" y="1"/>
                  </a:cubicBezTo>
                  <a:cubicBezTo>
                    <a:pt x="11" y="1"/>
                    <a:pt x="11" y="1"/>
                    <a:pt x="11" y="1"/>
                  </a:cubicBezTo>
                  <a:moveTo>
                    <a:pt x="10" y="1"/>
                  </a:moveTo>
                  <a:cubicBezTo>
                    <a:pt x="10" y="1"/>
                    <a:pt x="10" y="1"/>
                    <a:pt x="10" y="1"/>
                  </a:cubicBezTo>
                  <a:cubicBezTo>
                    <a:pt x="10" y="1"/>
                    <a:pt x="10" y="1"/>
                    <a:pt x="10" y="1"/>
                  </a:cubicBezTo>
                  <a:moveTo>
                    <a:pt x="9" y="1"/>
                  </a:moveTo>
                  <a:cubicBezTo>
                    <a:pt x="10" y="1"/>
                    <a:pt x="10" y="1"/>
                    <a:pt x="10" y="1"/>
                  </a:cubicBezTo>
                  <a:cubicBezTo>
                    <a:pt x="10" y="1"/>
                    <a:pt x="9" y="1"/>
                    <a:pt x="9" y="1"/>
                  </a:cubicBezTo>
                  <a:moveTo>
                    <a:pt x="9" y="1"/>
                  </a:moveTo>
                  <a:cubicBezTo>
                    <a:pt x="9" y="1"/>
                    <a:pt x="9" y="1"/>
                    <a:pt x="9" y="1"/>
                  </a:cubicBezTo>
                  <a:cubicBezTo>
                    <a:pt x="9" y="1"/>
                    <a:pt x="9" y="1"/>
                    <a:pt x="9" y="1"/>
                  </a:cubicBezTo>
                  <a:moveTo>
                    <a:pt x="8" y="1"/>
                  </a:moveTo>
                  <a:cubicBezTo>
                    <a:pt x="8" y="1"/>
                    <a:pt x="8" y="1"/>
                    <a:pt x="8" y="1"/>
                  </a:cubicBezTo>
                  <a:cubicBezTo>
                    <a:pt x="8" y="1"/>
                    <a:pt x="8" y="1"/>
                    <a:pt x="8" y="1"/>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5" y="0"/>
                  </a:moveTo>
                  <a:cubicBezTo>
                    <a:pt x="5" y="0"/>
                    <a:pt x="5" y="0"/>
                    <a:pt x="6" y="0"/>
                  </a:cubicBezTo>
                  <a:cubicBezTo>
                    <a:pt x="5" y="0"/>
                    <a:pt x="5" y="0"/>
                    <a:pt x="5"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2" y="0"/>
                  </a:moveTo>
                  <a:cubicBezTo>
                    <a:pt x="3" y="0"/>
                    <a:pt x="3" y="0"/>
                    <a:pt x="3" y="0"/>
                  </a:cubicBezTo>
                  <a:cubicBezTo>
                    <a:pt x="3" y="0"/>
                    <a:pt x="3" y="0"/>
                    <a:pt x="2"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1" name="Freeform 55">
              <a:extLst>
                <a:ext uri="{FF2B5EF4-FFF2-40B4-BE49-F238E27FC236}">
                  <a16:creationId xmlns:a16="http://schemas.microsoft.com/office/drawing/2014/main" id="{3B100D26-DB25-424C-8F3E-14FEAD01C21D}"/>
                </a:ext>
              </a:extLst>
            </p:cNvPr>
            <p:cNvSpPr>
              <a:spLocks/>
            </p:cNvSpPr>
            <p:nvPr/>
          </p:nvSpPr>
          <p:spPr bwMode="auto">
            <a:xfrm>
              <a:off x="7408863" y="2097088"/>
              <a:ext cx="555625" cy="1347788"/>
            </a:xfrm>
            <a:custGeom>
              <a:avLst/>
              <a:gdLst>
                <a:gd name="T0" fmla="*/ 147 w 147"/>
                <a:gd name="T1" fmla="*/ 352 h 357"/>
                <a:gd name="T2" fmla="*/ 0 w 147"/>
                <a:gd name="T3" fmla="*/ 0 h 357"/>
                <a:gd name="T4" fmla="*/ 143 w 147"/>
                <a:gd name="T5" fmla="*/ 348 h 357"/>
                <a:gd name="T6" fmla="*/ 143 w 147"/>
                <a:gd name="T7" fmla="*/ 357 h 357"/>
                <a:gd name="T8" fmla="*/ 147 w 147"/>
                <a:gd name="T9" fmla="*/ 352 h 357"/>
              </a:gdLst>
              <a:ahLst/>
              <a:cxnLst>
                <a:cxn ang="0">
                  <a:pos x="T0" y="T1"/>
                </a:cxn>
                <a:cxn ang="0">
                  <a:pos x="T2" y="T3"/>
                </a:cxn>
                <a:cxn ang="0">
                  <a:pos x="T4" y="T5"/>
                </a:cxn>
                <a:cxn ang="0">
                  <a:pos x="T6" y="T7"/>
                </a:cxn>
                <a:cxn ang="0">
                  <a:pos x="T8" y="T9"/>
                </a:cxn>
              </a:cxnLst>
              <a:rect l="0" t="0" r="r" b="b"/>
              <a:pathLst>
                <a:path w="147" h="357">
                  <a:moveTo>
                    <a:pt x="147" y="352"/>
                  </a:moveTo>
                  <a:cubicBezTo>
                    <a:pt x="147" y="214"/>
                    <a:pt x="90" y="89"/>
                    <a:pt x="0" y="0"/>
                  </a:cubicBezTo>
                  <a:cubicBezTo>
                    <a:pt x="88" y="89"/>
                    <a:pt x="143" y="212"/>
                    <a:pt x="143" y="348"/>
                  </a:cubicBezTo>
                  <a:cubicBezTo>
                    <a:pt x="143" y="351"/>
                    <a:pt x="143" y="354"/>
                    <a:pt x="143" y="357"/>
                  </a:cubicBezTo>
                  <a:cubicBezTo>
                    <a:pt x="147" y="352"/>
                    <a:pt x="147" y="352"/>
                    <a:pt x="147" y="352"/>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2" name="Freeform 56">
              <a:extLst>
                <a:ext uri="{FF2B5EF4-FFF2-40B4-BE49-F238E27FC236}">
                  <a16:creationId xmlns:a16="http://schemas.microsoft.com/office/drawing/2014/main" id="{45604B0C-6E90-47D0-A074-CB54EA8B8788}"/>
                </a:ext>
              </a:extLst>
            </p:cNvPr>
            <p:cNvSpPr>
              <a:spLocks/>
            </p:cNvSpPr>
            <p:nvPr/>
          </p:nvSpPr>
          <p:spPr bwMode="auto">
            <a:xfrm>
              <a:off x="4767263" y="3425826"/>
              <a:ext cx="3197225" cy="1868488"/>
            </a:xfrm>
            <a:custGeom>
              <a:avLst/>
              <a:gdLst>
                <a:gd name="T0" fmla="*/ 843 w 847"/>
                <a:gd name="T1" fmla="*/ 5 h 495"/>
                <a:gd name="T2" fmla="*/ 348 w 847"/>
                <a:gd name="T3" fmla="*/ 491 h 495"/>
                <a:gd name="T4" fmla="*/ 0 w 847"/>
                <a:gd name="T5" fmla="*/ 348 h 495"/>
                <a:gd name="T6" fmla="*/ 352 w 847"/>
                <a:gd name="T7" fmla="*/ 495 h 495"/>
                <a:gd name="T8" fmla="*/ 847 w 847"/>
                <a:gd name="T9" fmla="*/ 0 h 495"/>
                <a:gd name="T10" fmla="*/ 843 w 847"/>
                <a:gd name="T11" fmla="*/ 5 h 495"/>
              </a:gdLst>
              <a:ahLst/>
              <a:cxnLst>
                <a:cxn ang="0">
                  <a:pos x="T0" y="T1"/>
                </a:cxn>
                <a:cxn ang="0">
                  <a:pos x="T2" y="T3"/>
                </a:cxn>
                <a:cxn ang="0">
                  <a:pos x="T4" y="T5"/>
                </a:cxn>
                <a:cxn ang="0">
                  <a:pos x="T6" y="T7"/>
                </a:cxn>
                <a:cxn ang="0">
                  <a:pos x="T8" y="T9"/>
                </a:cxn>
                <a:cxn ang="0">
                  <a:pos x="T10" y="T11"/>
                </a:cxn>
              </a:cxnLst>
              <a:rect l="0" t="0" r="r" b="b"/>
              <a:pathLst>
                <a:path w="847" h="495">
                  <a:moveTo>
                    <a:pt x="843" y="5"/>
                  </a:moveTo>
                  <a:cubicBezTo>
                    <a:pt x="838" y="274"/>
                    <a:pt x="618" y="491"/>
                    <a:pt x="348" y="491"/>
                  </a:cubicBezTo>
                  <a:cubicBezTo>
                    <a:pt x="212" y="491"/>
                    <a:pt x="89" y="436"/>
                    <a:pt x="0" y="348"/>
                  </a:cubicBezTo>
                  <a:cubicBezTo>
                    <a:pt x="89" y="438"/>
                    <a:pt x="214" y="495"/>
                    <a:pt x="352" y="495"/>
                  </a:cubicBezTo>
                  <a:cubicBezTo>
                    <a:pt x="625" y="495"/>
                    <a:pt x="847" y="273"/>
                    <a:pt x="847" y="0"/>
                  </a:cubicBezTo>
                  <a:lnTo>
                    <a:pt x="843" y="5"/>
                  </a:ln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1" name="Group 60">
            <a:extLst>
              <a:ext uri="{FF2B5EF4-FFF2-40B4-BE49-F238E27FC236}">
                <a16:creationId xmlns:a16="http://schemas.microsoft.com/office/drawing/2014/main" id="{E1D94458-533C-4006-A66E-483FEF1CD347}"/>
              </a:ext>
            </a:extLst>
          </p:cNvPr>
          <p:cNvGrpSpPr/>
          <p:nvPr/>
        </p:nvGrpSpPr>
        <p:grpSpPr>
          <a:xfrm>
            <a:off x="4468813" y="1798638"/>
            <a:ext cx="3249613" cy="3249613"/>
            <a:chOff x="4468813" y="1798638"/>
            <a:chExt cx="3249613" cy="3249613"/>
          </a:xfrm>
          <a:effectLst>
            <a:outerShdw blurRad="101600" dist="63500" dir="2700000" algn="ctr" rotWithShape="0">
              <a:srgbClr val="000000">
                <a:alpha val="28000"/>
              </a:srgbClr>
            </a:outerShdw>
          </a:effectLst>
        </p:grpSpPr>
        <p:sp>
          <p:nvSpPr>
            <p:cNvPr id="7" name="Freeform 9">
              <a:extLst>
                <a:ext uri="{FF2B5EF4-FFF2-40B4-BE49-F238E27FC236}">
                  <a16:creationId xmlns:a16="http://schemas.microsoft.com/office/drawing/2014/main" id="{9705C4F9-93F1-435A-9FFC-B09849D246B2}"/>
                </a:ext>
              </a:extLst>
            </p:cNvPr>
            <p:cNvSpPr>
              <a:spLocks noEditPoints="1"/>
            </p:cNvSpPr>
            <p:nvPr/>
          </p:nvSpPr>
          <p:spPr bwMode="auto">
            <a:xfrm>
              <a:off x="4468813" y="1798638"/>
              <a:ext cx="3249613" cy="3249613"/>
            </a:xfrm>
            <a:custGeom>
              <a:avLst/>
              <a:gdLst>
                <a:gd name="T0" fmla="*/ 431 w 861"/>
                <a:gd name="T1" fmla="*/ 0 h 861"/>
                <a:gd name="T2" fmla="*/ 0 w 861"/>
                <a:gd name="T3" fmla="*/ 431 h 861"/>
                <a:gd name="T4" fmla="*/ 431 w 861"/>
                <a:gd name="T5" fmla="*/ 861 h 861"/>
                <a:gd name="T6" fmla="*/ 861 w 861"/>
                <a:gd name="T7" fmla="*/ 431 h 861"/>
                <a:gd name="T8" fmla="*/ 431 w 861"/>
                <a:gd name="T9" fmla="*/ 0 h 861"/>
                <a:gd name="T10" fmla="*/ 431 w 861"/>
                <a:gd name="T11" fmla="*/ 796 h 861"/>
                <a:gd name="T12" fmla="*/ 65 w 861"/>
                <a:gd name="T13" fmla="*/ 431 h 861"/>
                <a:gd name="T14" fmla="*/ 431 w 861"/>
                <a:gd name="T15" fmla="*/ 65 h 861"/>
                <a:gd name="T16" fmla="*/ 796 w 861"/>
                <a:gd name="T17" fmla="*/ 431 h 861"/>
                <a:gd name="T18" fmla="*/ 431 w 861"/>
                <a:gd name="T19" fmla="*/ 796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1" h="861">
                  <a:moveTo>
                    <a:pt x="431" y="0"/>
                  </a:moveTo>
                  <a:cubicBezTo>
                    <a:pt x="193" y="0"/>
                    <a:pt x="0" y="193"/>
                    <a:pt x="0" y="431"/>
                  </a:cubicBezTo>
                  <a:cubicBezTo>
                    <a:pt x="0" y="668"/>
                    <a:pt x="193" y="861"/>
                    <a:pt x="431" y="861"/>
                  </a:cubicBezTo>
                  <a:cubicBezTo>
                    <a:pt x="668" y="861"/>
                    <a:pt x="861" y="668"/>
                    <a:pt x="861" y="431"/>
                  </a:cubicBezTo>
                  <a:cubicBezTo>
                    <a:pt x="861" y="193"/>
                    <a:pt x="668" y="0"/>
                    <a:pt x="431" y="0"/>
                  </a:cubicBezTo>
                  <a:moveTo>
                    <a:pt x="431" y="796"/>
                  </a:moveTo>
                  <a:cubicBezTo>
                    <a:pt x="229" y="796"/>
                    <a:pt x="65" y="632"/>
                    <a:pt x="65" y="431"/>
                  </a:cubicBezTo>
                  <a:cubicBezTo>
                    <a:pt x="65" y="229"/>
                    <a:pt x="229" y="65"/>
                    <a:pt x="431" y="65"/>
                  </a:cubicBezTo>
                  <a:cubicBezTo>
                    <a:pt x="632" y="65"/>
                    <a:pt x="796" y="229"/>
                    <a:pt x="796" y="431"/>
                  </a:cubicBezTo>
                  <a:cubicBezTo>
                    <a:pt x="796" y="632"/>
                    <a:pt x="632" y="796"/>
                    <a:pt x="431" y="796"/>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31">
              <a:extLst>
                <a:ext uri="{FF2B5EF4-FFF2-40B4-BE49-F238E27FC236}">
                  <a16:creationId xmlns:a16="http://schemas.microsoft.com/office/drawing/2014/main" id="{EFBA5AD3-68DA-44A1-9B97-20EFF53BD62E}"/>
                </a:ext>
              </a:extLst>
            </p:cNvPr>
            <p:cNvSpPr>
              <a:spLocks/>
            </p:cNvSpPr>
            <p:nvPr/>
          </p:nvSpPr>
          <p:spPr bwMode="auto">
            <a:xfrm>
              <a:off x="4468813" y="1798638"/>
              <a:ext cx="2781300" cy="2781300"/>
            </a:xfrm>
            <a:custGeom>
              <a:avLst/>
              <a:gdLst>
                <a:gd name="T0" fmla="*/ 431 w 737"/>
                <a:gd name="T1" fmla="*/ 0 h 737"/>
                <a:gd name="T2" fmla="*/ 0 w 737"/>
                <a:gd name="T3" fmla="*/ 432 h 737"/>
                <a:gd name="T4" fmla="*/ 0 w 737"/>
                <a:gd name="T5" fmla="*/ 433 h 737"/>
                <a:gd name="T6" fmla="*/ 0 w 737"/>
                <a:gd name="T7" fmla="*/ 433 h 737"/>
                <a:gd name="T8" fmla="*/ 0 w 737"/>
                <a:gd name="T9" fmla="*/ 434 h 737"/>
                <a:gd name="T10" fmla="*/ 0 w 737"/>
                <a:gd name="T11" fmla="*/ 435 h 737"/>
                <a:gd name="T12" fmla="*/ 0 w 737"/>
                <a:gd name="T13" fmla="*/ 436 h 737"/>
                <a:gd name="T14" fmla="*/ 1 w 737"/>
                <a:gd name="T15" fmla="*/ 436 h 737"/>
                <a:gd name="T16" fmla="*/ 1 w 737"/>
                <a:gd name="T17" fmla="*/ 437 h 737"/>
                <a:gd name="T18" fmla="*/ 1 w 737"/>
                <a:gd name="T19" fmla="*/ 438 h 737"/>
                <a:gd name="T20" fmla="*/ 1 w 737"/>
                <a:gd name="T21" fmla="*/ 438 h 737"/>
                <a:gd name="T22" fmla="*/ 1 w 737"/>
                <a:gd name="T23" fmla="*/ 439 h 737"/>
                <a:gd name="T24" fmla="*/ 1 w 737"/>
                <a:gd name="T25" fmla="*/ 440 h 737"/>
                <a:gd name="T26" fmla="*/ 1 w 737"/>
                <a:gd name="T27" fmla="*/ 440 h 737"/>
                <a:gd name="T28" fmla="*/ 1 w 737"/>
                <a:gd name="T29" fmla="*/ 441 h 737"/>
                <a:gd name="T30" fmla="*/ 1 w 737"/>
                <a:gd name="T31" fmla="*/ 442 h 737"/>
                <a:gd name="T32" fmla="*/ 1 w 737"/>
                <a:gd name="T33" fmla="*/ 443 h 737"/>
                <a:gd name="T34" fmla="*/ 1 w 737"/>
                <a:gd name="T35" fmla="*/ 443 h 737"/>
                <a:gd name="T36" fmla="*/ 1 w 737"/>
                <a:gd name="T37" fmla="*/ 444 h 737"/>
                <a:gd name="T38" fmla="*/ 1 w 737"/>
                <a:gd name="T39" fmla="*/ 445 h 737"/>
                <a:gd name="T40" fmla="*/ 1 w 737"/>
                <a:gd name="T41" fmla="*/ 445 h 737"/>
                <a:gd name="T42" fmla="*/ 129 w 737"/>
                <a:gd name="T43" fmla="*/ 737 h 737"/>
                <a:gd name="T44" fmla="*/ 436 w 737"/>
                <a:gd name="T45" fmla="*/ 5 h 737"/>
                <a:gd name="T46" fmla="*/ 444 w 737"/>
                <a:gd name="T47" fmla="*/ 1 h 737"/>
                <a:gd name="T48" fmla="*/ 443 w 737"/>
                <a:gd name="T49" fmla="*/ 1 h 737"/>
                <a:gd name="T50" fmla="*/ 443 w 737"/>
                <a:gd name="T51" fmla="*/ 1 h 737"/>
                <a:gd name="T52" fmla="*/ 442 w 737"/>
                <a:gd name="T53" fmla="*/ 1 h 737"/>
                <a:gd name="T54" fmla="*/ 441 w 737"/>
                <a:gd name="T55" fmla="*/ 1 h 737"/>
                <a:gd name="T56" fmla="*/ 441 w 737"/>
                <a:gd name="T57" fmla="*/ 1 h 737"/>
                <a:gd name="T58" fmla="*/ 440 w 737"/>
                <a:gd name="T59" fmla="*/ 1 h 737"/>
                <a:gd name="T60" fmla="*/ 439 w 737"/>
                <a:gd name="T61" fmla="*/ 1 h 737"/>
                <a:gd name="T62" fmla="*/ 438 w 737"/>
                <a:gd name="T63" fmla="*/ 0 h 737"/>
                <a:gd name="T64" fmla="*/ 438 w 737"/>
                <a:gd name="T65" fmla="*/ 0 h 737"/>
                <a:gd name="T66" fmla="*/ 437 w 737"/>
                <a:gd name="T67" fmla="*/ 0 h 737"/>
                <a:gd name="T68" fmla="*/ 437 w 737"/>
                <a:gd name="T69" fmla="*/ 0 h 737"/>
                <a:gd name="T70" fmla="*/ 436 w 737"/>
                <a:gd name="T71" fmla="*/ 0 h 737"/>
                <a:gd name="T72" fmla="*/ 435 w 737"/>
                <a:gd name="T73" fmla="*/ 0 h 737"/>
                <a:gd name="T74" fmla="*/ 434 w 737"/>
                <a:gd name="T75" fmla="*/ 0 h 737"/>
                <a:gd name="T76" fmla="*/ 434 w 737"/>
                <a:gd name="T77" fmla="*/ 0 h 737"/>
                <a:gd name="T78" fmla="*/ 433 w 737"/>
                <a:gd name="T79" fmla="*/ 0 h 737"/>
                <a:gd name="T80" fmla="*/ 432 w 737"/>
                <a:gd name="T81" fmla="*/ 0 h 737"/>
                <a:gd name="T82" fmla="*/ 431 w 737"/>
                <a:gd name="T83" fmla="*/ 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7" h="737">
                  <a:moveTo>
                    <a:pt x="431" y="0"/>
                  </a:moveTo>
                  <a:cubicBezTo>
                    <a:pt x="431" y="0"/>
                    <a:pt x="431" y="0"/>
                    <a:pt x="431" y="0"/>
                  </a:cubicBezTo>
                  <a:cubicBezTo>
                    <a:pt x="193" y="0"/>
                    <a:pt x="0" y="193"/>
                    <a:pt x="0" y="431"/>
                  </a:cubicBezTo>
                  <a:cubicBezTo>
                    <a:pt x="0" y="431"/>
                    <a:pt x="0" y="432"/>
                    <a:pt x="0" y="432"/>
                  </a:cubicBezTo>
                  <a:cubicBezTo>
                    <a:pt x="0" y="432"/>
                    <a:pt x="0" y="432"/>
                    <a:pt x="0" y="432"/>
                  </a:cubicBezTo>
                  <a:cubicBezTo>
                    <a:pt x="0" y="432"/>
                    <a:pt x="0" y="433"/>
                    <a:pt x="0" y="433"/>
                  </a:cubicBezTo>
                  <a:cubicBezTo>
                    <a:pt x="0" y="433"/>
                    <a:pt x="0" y="433"/>
                    <a:pt x="0" y="433"/>
                  </a:cubicBezTo>
                  <a:cubicBezTo>
                    <a:pt x="0" y="433"/>
                    <a:pt x="0" y="433"/>
                    <a:pt x="0" y="433"/>
                  </a:cubicBezTo>
                  <a:cubicBezTo>
                    <a:pt x="0" y="434"/>
                    <a:pt x="0" y="434"/>
                    <a:pt x="0" y="434"/>
                  </a:cubicBezTo>
                  <a:cubicBezTo>
                    <a:pt x="0" y="434"/>
                    <a:pt x="0" y="434"/>
                    <a:pt x="0" y="434"/>
                  </a:cubicBezTo>
                  <a:cubicBezTo>
                    <a:pt x="0" y="434"/>
                    <a:pt x="0" y="434"/>
                    <a:pt x="0" y="434"/>
                  </a:cubicBezTo>
                  <a:cubicBezTo>
                    <a:pt x="0" y="435"/>
                    <a:pt x="0" y="435"/>
                    <a:pt x="0" y="435"/>
                  </a:cubicBezTo>
                  <a:cubicBezTo>
                    <a:pt x="0" y="435"/>
                    <a:pt x="0" y="435"/>
                    <a:pt x="0" y="435"/>
                  </a:cubicBezTo>
                  <a:cubicBezTo>
                    <a:pt x="0" y="435"/>
                    <a:pt x="0" y="435"/>
                    <a:pt x="0" y="436"/>
                  </a:cubicBezTo>
                  <a:cubicBezTo>
                    <a:pt x="0" y="436"/>
                    <a:pt x="0" y="436"/>
                    <a:pt x="0" y="436"/>
                  </a:cubicBezTo>
                  <a:cubicBezTo>
                    <a:pt x="0" y="436"/>
                    <a:pt x="1" y="436"/>
                    <a:pt x="1" y="436"/>
                  </a:cubicBezTo>
                  <a:cubicBezTo>
                    <a:pt x="1" y="436"/>
                    <a:pt x="1" y="436"/>
                    <a:pt x="1" y="436"/>
                  </a:cubicBezTo>
                  <a:cubicBezTo>
                    <a:pt x="1" y="437"/>
                    <a:pt x="1" y="437"/>
                    <a:pt x="1" y="437"/>
                  </a:cubicBezTo>
                  <a:cubicBezTo>
                    <a:pt x="1" y="437"/>
                    <a:pt x="1" y="437"/>
                    <a:pt x="1" y="437"/>
                  </a:cubicBezTo>
                  <a:cubicBezTo>
                    <a:pt x="1" y="437"/>
                    <a:pt x="1" y="437"/>
                    <a:pt x="1" y="438"/>
                  </a:cubicBezTo>
                  <a:cubicBezTo>
                    <a:pt x="1" y="438"/>
                    <a:pt x="1" y="438"/>
                    <a:pt x="1" y="438"/>
                  </a:cubicBezTo>
                  <a:cubicBezTo>
                    <a:pt x="1" y="438"/>
                    <a:pt x="1" y="438"/>
                    <a:pt x="1" y="438"/>
                  </a:cubicBezTo>
                  <a:cubicBezTo>
                    <a:pt x="1" y="438"/>
                    <a:pt x="1" y="438"/>
                    <a:pt x="1" y="438"/>
                  </a:cubicBezTo>
                  <a:cubicBezTo>
                    <a:pt x="1" y="439"/>
                    <a:pt x="1" y="439"/>
                    <a:pt x="1" y="439"/>
                  </a:cubicBezTo>
                  <a:cubicBezTo>
                    <a:pt x="1" y="439"/>
                    <a:pt x="1" y="439"/>
                    <a:pt x="1" y="439"/>
                  </a:cubicBezTo>
                  <a:cubicBezTo>
                    <a:pt x="1" y="439"/>
                    <a:pt x="1" y="440"/>
                    <a:pt x="1" y="440"/>
                  </a:cubicBezTo>
                  <a:cubicBezTo>
                    <a:pt x="1" y="440"/>
                    <a:pt x="1" y="440"/>
                    <a:pt x="1" y="440"/>
                  </a:cubicBezTo>
                  <a:cubicBezTo>
                    <a:pt x="1" y="440"/>
                    <a:pt x="1" y="440"/>
                    <a:pt x="1" y="440"/>
                  </a:cubicBezTo>
                  <a:cubicBezTo>
                    <a:pt x="1" y="440"/>
                    <a:pt x="1" y="440"/>
                    <a:pt x="1" y="441"/>
                  </a:cubicBezTo>
                  <a:cubicBezTo>
                    <a:pt x="1" y="441"/>
                    <a:pt x="1" y="441"/>
                    <a:pt x="1" y="441"/>
                  </a:cubicBezTo>
                  <a:cubicBezTo>
                    <a:pt x="1" y="441"/>
                    <a:pt x="1" y="441"/>
                    <a:pt x="1" y="441"/>
                  </a:cubicBezTo>
                  <a:cubicBezTo>
                    <a:pt x="1" y="441"/>
                    <a:pt x="1" y="442"/>
                    <a:pt x="1" y="442"/>
                  </a:cubicBezTo>
                  <a:cubicBezTo>
                    <a:pt x="1" y="442"/>
                    <a:pt x="1" y="442"/>
                    <a:pt x="1" y="442"/>
                  </a:cubicBezTo>
                  <a:cubicBezTo>
                    <a:pt x="1" y="442"/>
                    <a:pt x="1" y="442"/>
                    <a:pt x="1" y="443"/>
                  </a:cubicBezTo>
                  <a:cubicBezTo>
                    <a:pt x="1" y="443"/>
                    <a:pt x="1" y="443"/>
                    <a:pt x="1" y="443"/>
                  </a:cubicBezTo>
                  <a:cubicBezTo>
                    <a:pt x="1" y="443"/>
                    <a:pt x="1" y="443"/>
                    <a:pt x="1" y="443"/>
                  </a:cubicBezTo>
                  <a:cubicBezTo>
                    <a:pt x="1" y="443"/>
                    <a:pt x="1" y="443"/>
                    <a:pt x="1" y="443"/>
                  </a:cubicBezTo>
                  <a:cubicBezTo>
                    <a:pt x="1" y="443"/>
                    <a:pt x="1" y="444"/>
                    <a:pt x="1" y="444"/>
                  </a:cubicBezTo>
                  <a:cubicBezTo>
                    <a:pt x="1" y="444"/>
                    <a:pt x="1" y="444"/>
                    <a:pt x="1" y="444"/>
                  </a:cubicBezTo>
                  <a:cubicBezTo>
                    <a:pt x="1" y="444"/>
                    <a:pt x="1" y="444"/>
                    <a:pt x="1" y="445"/>
                  </a:cubicBezTo>
                  <a:cubicBezTo>
                    <a:pt x="1" y="445"/>
                    <a:pt x="1" y="445"/>
                    <a:pt x="1" y="445"/>
                  </a:cubicBezTo>
                  <a:cubicBezTo>
                    <a:pt x="1" y="445"/>
                    <a:pt x="1" y="445"/>
                    <a:pt x="1" y="445"/>
                  </a:cubicBezTo>
                  <a:cubicBezTo>
                    <a:pt x="1" y="445"/>
                    <a:pt x="1" y="445"/>
                    <a:pt x="1" y="445"/>
                  </a:cubicBezTo>
                  <a:cubicBezTo>
                    <a:pt x="5" y="559"/>
                    <a:pt x="53" y="662"/>
                    <a:pt x="129" y="737"/>
                  </a:cubicBezTo>
                  <a:cubicBezTo>
                    <a:pt x="53" y="659"/>
                    <a:pt x="5" y="553"/>
                    <a:pt x="5" y="436"/>
                  </a:cubicBezTo>
                  <a:cubicBezTo>
                    <a:pt x="5" y="198"/>
                    <a:pt x="198" y="5"/>
                    <a:pt x="436" y="5"/>
                  </a:cubicBezTo>
                  <a:cubicBezTo>
                    <a:pt x="553" y="5"/>
                    <a:pt x="660" y="53"/>
                    <a:pt x="737" y="129"/>
                  </a:cubicBezTo>
                  <a:cubicBezTo>
                    <a:pt x="662" y="53"/>
                    <a:pt x="559" y="4"/>
                    <a:pt x="444" y="1"/>
                  </a:cubicBezTo>
                  <a:cubicBezTo>
                    <a:pt x="444" y="1"/>
                    <a:pt x="444" y="1"/>
                    <a:pt x="444" y="1"/>
                  </a:cubicBezTo>
                  <a:cubicBezTo>
                    <a:pt x="444" y="1"/>
                    <a:pt x="444" y="1"/>
                    <a:pt x="443" y="1"/>
                  </a:cubicBezTo>
                  <a:cubicBezTo>
                    <a:pt x="443" y="1"/>
                    <a:pt x="443" y="1"/>
                    <a:pt x="443" y="1"/>
                  </a:cubicBezTo>
                  <a:cubicBezTo>
                    <a:pt x="443" y="1"/>
                    <a:pt x="443" y="1"/>
                    <a:pt x="443" y="1"/>
                  </a:cubicBezTo>
                  <a:cubicBezTo>
                    <a:pt x="443" y="1"/>
                    <a:pt x="443" y="1"/>
                    <a:pt x="443" y="1"/>
                  </a:cubicBezTo>
                  <a:cubicBezTo>
                    <a:pt x="442" y="1"/>
                    <a:pt x="442" y="1"/>
                    <a:pt x="442" y="1"/>
                  </a:cubicBezTo>
                  <a:cubicBezTo>
                    <a:pt x="442" y="1"/>
                    <a:pt x="442" y="1"/>
                    <a:pt x="442" y="1"/>
                  </a:cubicBezTo>
                  <a:cubicBezTo>
                    <a:pt x="442" y="1"/>
                    <a:pt x="441" y="1"/>
                    <a:pt x="441" y="1"/>
                  </a:cubicBezTo>
                  <a:cubicBezTo>
                    <a:pt x="441" y="1"/>
                    <a:pt x="441" y="1"/>
                    <a:pt x="441" y="1"/>
                  </a:cubicBezTo>
                  <a:cubicBezTo>
                    <a:pt x="441" y="1"/>
                    <a:pt x="441" y="1"/>
                    <a:pt x="441" y="1"/>
                  </a:cubicBezTo>
                  <a:cubicBezTo>
                    <a:pt x="441" y="1"/>
                    <a:pt x="441" y="1"/>
                    <a:pt x="440" y="1"/>
                  </a:cubicBezTo>
                  <a:cubicBezTo>
                    <a:pt x="440" y="1"/>
                    <a:pt x="440" y="1"/>
                    <a:pt x="440" y="1"/>
                  </a:cubicBezTo>
                  <a:cubicBezTo>
                    <a:pt x="440" y="1"/>
                    <a:pt x="440" y="1"/>
                    <a:pt x="440" y="1"/>
                  </a:cubicBezTo>
                  <a:cubicBezTo>
                    <a:pt x="440" y="1"/>
                    <a:pt x="439" y="1"/>
                    <a:pt x="439" y="1"/>
                  </a:cubicBezTo>
                  <a:cubicBezTo>
                    <a:pt x="439" y="1"/>
                    <a:pt x="439" y="1"/>
                    <a:pt x="439" y="1"/>
                  </a:cubicBezTo>
                  <a:cubicBezTo>
                    <a:pt x="439" y="1"/>
                    <a:pt x="439" y="0"/>
                    <a:pt x="438" y="0"/>
                  </a:cubicBezTo>
                  <a:cubicBezTo>
                    <a:pt x="438" y="0"/>
                    <a:pt x="438" y="0"/>
                    <a:pt x="438" y="0"/>
                  </a:cubicBezTo>
                  <a:cubicBezTo>
                    <a:pt x="438" y="0"/>
                    <a:pt x="438" y="0"/>
                    <a:pt x="438" y="0"/>
                  </a:cubicBezTo>
                  <a:cubicBezTo>
                    <a:pt x="438" y="0"/>
                    <a:pt x="438" y="0"/>
                    <a:pt x="438" y="0"/>
                  </a:cubicBezTo>
                  <a:cubicBezTo>
                    <a:pt x="438" y="0"/>
                    <a:pt x="437" y="0"/>
                    <a:pt x="437" y="0"/>
                  </a:cubicBezTo>
                  <a:cubicBezTo>
                    <a:pt x="437" y="0"/>
                    <a:pt x="437" y="0"/>
                    <a:pt x="437" y="0"/>
                  </a:cubicBezTo>
                  <a:cubicBezTo>
                    <a:pt x="437" y="0"/>
                    <a:pt x="437" y="0"/>
                    <a:pt x="437" y="0"/>
                  </a:cubicBezTo>
                  <a:cubicBezTo>
                    <a:pt x="436" y="0"/>
                    <a:pt x="436" y="0"/>
                    <a:pt x="436" y="0"/>
                  </a:cubicBezTo>
                  <a:cubicBezTo>
                    <a:pt x="436" y="0"/>
                    <a:pt x="436" y="0"/>
                    <a:pt x="436" y="0"/>
                  </a:cubicBezTo>
                  <a:cubicBezTo>
                    <a:pt x="436" y="0"/>
                    <a:pt x="436" y="0"/>
                    <a:pt x="436" y="0"/>
                  </a:cubicBezTo>
                  <a:cubicBezTo>
                    <a:pt x="435" y="0"/>
                    <a:pt x="435" y="0"/>
                    <a:pt x="435" y="0"/>
                  </a:cubicBezTo>
                  <a:cubicBezTo>
                    <a:pt x="435" y="0"/>
                    <a:pt x="435" y="0"/>
                    <a:pt x="435" y="0"/>
                  </a:cubicBezTo>
                  <a:cubicBezTo>
                    <a:pt x="435" y="0"/>
                    <a:pt x="435" y="0"/>
                    <a:pt x="434" y="0"/>
                  </a:cubicBezTo>
                  <a:cubicBezTo>
                    <a:pt x="434" y="0"/>
                    <a:pt x="434" y="0"/>
                    <a:pt x="434" y="0"/>
                  </a:cubicBezTo>
                  <a:cubicBezTo>
                    <a:pt x="434" y="0"/>
                    <a:pt x="434" y="0"/>
                    <a:pt x="434" y="0"/>
                  </a:cubicBezTo>
                  <a:cubicBezTo>
                    <a:pt x="434" y="0"/>
                    <a:pt x="434" y="0"/>
                    <a:pt x="433" y="0"/>
                  </a:cubicBezTo>
                  <a:cubicBezTo>
                    <a:pt x="433" y="0"/>
                    <a:pt x="433" y="0"/>
                    <a:pt x="433" y="0"/>
                  </a:cubicBezTo>
                  <a:cubicBezTo>
                    <a:pt x="433" y="0"/>
                    <a:pt x="433" y="0"/>
                    <a:pt x="433" y="0"/>
                  </a:cubicBezTo>
                  <a:cubicBezTo>
                    <a:pt x="433" y="0"/>
                    <a:pt x="432" y="0"/>
                    <a:pt x="432" y="0"/>
                  </a:cubicBezTo>
                  <a:cubicBezTo>
                    <a:pt x="432" y="0"/>
                    <a:pt x="432" y="0"/>
                    <a:pt x="432" y="0"/>
                  </a:cubicBezTo>
                  <a:cubicBezTo>
                    <a:pt x="432" y="0"/>
                    <a:pt x="431" y="0"/>
                    <a:pt x="431" y="0"/>
                  </a:cubicBezTo>
                  <a:cubicBezTo>
                    <a:pt x="431" y="0"/>
                    <a:pt x="431" y="0"/>
                    <a:pt x="431" y="0"/>
                  </a:cubicBezTo>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32">
              <a:extLst>
                <a:ext uri="{FF2B5EF4-FFF2-40B4-BE49-F238E27FC236}">
                  <a16:creationId xmlns:a16="http://schemas.microsoft.com/office/drawing/2014/main" id="{EB14C705-CF3E-49A0-8A14-F335C4C6E784}"/>
                </a:ext>
              </a:extLst>
            </p:cNvPr>
            <p:cNvSpPr>
              <a:spLocks/>
            </p:cNvSpPr>
            <p:nvPr/>
          </p:nvSpPr>
          <p:spPr bwMode="auto">
            <a:xfrm>
              <a:off x="6096001" y="1798638"/>
              <a:ext cx="1622425" cy="2646363"/>
            </a:xfrm>
            <a:custGeom>
              <a:avLst/>
              <a:gdLst>
                <a:gd name="T0" fmla="*/ 430 w 430"/>
                <a:gd name="T1" fmla="*/ 431 h 701"/>
                <a:gd name="T2" fmla="*/ 0 w 430"/>
                <a:gd name="T3" fmla="*/ 0 h 701"/>
                <a:gd name="T4" fmla="*/ 0 w 430"/>
                <a:gd name="T5" fmla="*/ 65 h 701"/>
                <a:gd name="T6" fmla="*/ 365 w 430"/>
                <a:gd name="T7" fmla="*/ 431 h 701"/>
                <a:gd name="T8" fmla="*/ 295 w 430"/>
                <a:gd name="T9" fmla="*/ 645 h 701"/>
                <a:gd name="T10" fmla="*/ 295 w 430"/>
                <a:gd name="T11" fmla="*/ 701 h 701"/>
                <a:gd name="T12" fmla="*/ 348 w 430"/>
                <a:gd name="T13" fmla="*/ 683 h 701"/>
                <a:gd name="T14" fmla="*/ 348 w 430"/>
                <a:gd name="T15" fmla="*/ 683 h 701"/>
                <a:gd name="T16" fmla="*/ 430 w 430"/>
                <a:gd name="T17" fmla="*/ 43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0" h="701">
                  <a:moveTo>
                    <a:pt x="430" y="431"/>
                  </a:moveTo>
                  <a:cubicBezTo>
                    <a:pt x="430" y="193"/>
                    <a:pt x="237" y="0"/>
                    <a:pt x="0" y="0"/>
                  </a:cubicBezTo>
                  <a:cubicBezTo>
                    <a:pt x="0" y="65"/>
                    <a:pt x="0" y="65"/>
                    <a:pt x="0" y="65"/>
                  </a:cubicBezTo>
                  <a:cubicBezTo>
                    <a:pt x="201" y="65"/>
                    <a:pt x="365" y="229"/>
                    <a:pt x="365" y="431"/>
                  </a:cubicBezTo>
                  <a:cubicBezTo>
                    <a:pt x="365" y="511"/>
                    <a:pt x="339" y="585"/>
                    <a:pt x="295" y="645"/>
                  </a:cubicBezTo>
                  <a:cubicBezTo>
                    <a:pt x="295" y="701"/>
                    <a:pt x="295" y="701"/>
                    <a:pt x="295" y="701"/>
                  </a:cubicBezTo>
                  <a:cubicBezTo>
                    <a:pt x="348" y="683"/>
                    <a:pt x="348" y="683"/>
                    <a:pt x="348" y="683"/>
                  </a:cubicBezTo>
                  <a:cubicBezTo>
                    <a:pt x="348" y="683"/>
                    <a:pt x="348" y="683"/>
                    <a:pt x="348" y="683"/>
                  </a:cubicBezTo>
                  <a:cubicBezTo>
                    <a:pt x="399" y="612"/>
                    <a:pt x="430" y="525"/>
                    <a:pt x="430" y="43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33">
              <a:extLst>
                <a:ext uri="{FF2B5EF4-FFF2-40B4-BE49-F238E27FC236}">
                  <a16:creationId xmlns:a16="http://schemas.microsoft.com/office/drawing/2014/main" id="{AD177323-796C-4D17-A8B4-1D2F6085A40E}"/>
                </a:ext>
              </a:extLst>
            </p:cNvPr>
            <p:cNvSpPr>
              <a:spLocks/>
            </p:cNvSpPr>
            <p:nvPr/>
          </p:nvSpPr>
          <p:spPr bwMode="auto">
            <a:xfrm>
              <a:off x="4940301" y="4379913"/>
              <a:ext cx="2465388" cy="668338"/>
            </a:xfrm>
            <a:custGeom>
              <a:avLst/>
              <a:gdLst>
                <a:gd name="T0" fmla="*/ 302 w 653"/>
                <a:gd name="T1" fmla="*/ 173 h 177"/>
                <a:gd name="T2" fmla="*/ 0 w 653"/>
                <a:gd name="T3" fmla="*/ 49 h 177"/>
                <a:gd name="T4" fmla="*/ 306 w 653"/>
                <a:gd name="T5" fmla="*/ 177 h 177"/>
                <a:gd name="T6" fmla="*/ 653 w 653"/>
                <a:gd name="T7" fmla="*/ 0 h 177"/>
                <a:gd name="T8" fmla="*/ 645 w 653"/>
                <a:gd name="T9" fmla="*/ 2 h 177"/>
                <a:gd name="T10" fmla="*/ 302 w 653"/>
                <a:gd name="T11" fmla="*/ 173 h 177"/>
              </a:gdLst>
              <a:ahLst/>
              <a:cxnLst>
                <a:cxn ang="0">
                  <a:pos x="T0" y="T1"/>
                </a:cxn>
                <a:cxn ang="0">
                  <a:pos x="T2" y="T3"/>
                </a:cxn>
                <a:cxn ang="0">
                  <a:pos x="T4" y="T5"/>
                </a:cxn>
                <a:cxn ang="0">
                  <a:pos x="T6" y="T7"/>
                </a:cxn>
                <a:cxn ang="0">
                  <a:pos x="T8" y="T9"/>
                </a:cxn>
                <a:cxn ang="0">
                  <a:pos x="T10" y="T11"/>
                </a:cxn>
              </a:cxnLst>
              <a:rect l="0" t="0" r="r" b="b"/>
              <a:pathLst>
                <a:path w="653" h="177">
                  <a:moveTo>
                    <a:pt x="302" y="173"/>
                  </a:moveTo>
                  <a:cubicBezTo>
                    <a:pt x="184" y="173"/>
                    <a:pt x="77" y="126"/>
                    <a:pt x="0" y="49"/>
                  </a:cubicBezTo>
                  <a:cubicBezTo>
                    <a:pt x="78" y="128"/>
                    <a:pt x="186" y="177"/>
                    <a:pt x="306" y="177"/>
                  </a:cubicBezTo>
                  <a:cubicBezTo>
                    <a:pt x="448" y="177"/>
                    <a:pt x="575" y="107"/>
                    <a:pt x="653" y="0"/>
                  </a:cubicBezTo>
                  <a:cubicBezTo>
                    <a:pt x="645" y="2"/>
                    <a:pt x="645" y="2"/>
                    <a:pt x="645" y="2"/>
                  </a:cubicBezTo>
                  <a:cubicBezTo>
                    <a:pt x="566" y="106"/>
                    <a:pt x="442" y="173"/>
                    <a:pt x="302" y="173"/>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34">
              <a:extLst>
                <a:ext uri="{FF2B5EF4-FFF2-40B4-BE49-F238E27FC236}">
                  <a16:creationId xmlns:a16="http://schemas.microsoft.com/office/drawing/2014/main" id="{F30750F7-9097-424D-A40F-053F0013A69C}"/>
                </a:ext>
              </a:extLst>
            </p:cNvPr>
            <p:cNvSpPr>
              <a:spLocks/>
            </p:cNvSpPr>
            <p:nvPr/>
          </p:nvSpPr>
          <p:spPr bwMode="auto">
            <a:xfrm>
              <a:off x="7235826" y="2270126"/>
              <a:ext cx="482600" cy="2117725"/>
            </a:xfrm>
            <a:custGeom>
              <a:avLst/>
              <a:gdLst>
                <a:gd name="T0" fmla="*/ 0 w 128"/>
                <a:gd name="T1" fmla="*/ 0 h 561"/>
                <a:gd name="T2" fmla="*/ 124 w 128"/>
                <a:gd name="T3" fmla="*/ 302 h 561"/>
                <a:gd name="T4" fmla="*/ 37 w 128"/>
                <a:gd name="T5" fmla="*/ 561 h 561"/>
                <a:gd name="T6" fmla="*/ 45 w 128"/>
                <a:gd name="T7" fmla="*/ 559 h 561"/>
                <a:gd name="T8" fmla="*/ 128 w 128"/>
                <a:gd name="T9" fmla="*/ 306 h 561"/>
                <a:gd name="T10" fmla="*/ 0 w 128"/>
                <a:gd name="T11" fmla="*/ 0 h 561"/>
              </a:gdLst>
              <a:ahLst/>
              <a:cxnLst>
                <a:cxn ang="0">
                  <a:pos x="T0" y="T1"/>
                </a:cxn>
                <a:cxn ang="0">
                  <a:pos x="T2" y="T3"/>
                </a:cxn>
                <a:cxn ang="0">
                  <a:pos x="T4" y="T5"/>
                </a:cxn>
                <a:cxn ang="0">
                  <a:pos x="T6" y="T7"/>
                </a:cxn>
                <a:cxn ang="0">
                  <a:pos x="T8" y="T9"/>
                </a:cxn>
                <a:cxn ang="0">
                  <a:pos x="T10" y="T11"/>
                </a:cxn>
              </a:cxnLst>
              <a:rect l="0" t="0" r="r" b="b"/>
              <a:pathLst>
                <a:path w="128" h="561">
                  <a:moveTo>
                    <a:pt x="0" y="0"/>
                  </a:moveTo>
                  <a:cubicBezTo>
                    <a:pt x="77" y="77"/>
                    <a:pt x="124" y="184"/>
                    <a:pt x="124" y="302"/>
                  </a:cubicBezTo>
                  <a:cubicBezTo>
                    <a:pt x="124" y="399"/>
                    <a:pt x="91" y="489"/>
                    <a:pt x="37" y="561"/>
                  </a:cubicBezTo>
                  <a:cubicBezTo>
                    <a:pt x="45" y="559"/>
                    <a:pt x="45" y="559"/>
                    <a:pt x="45" y="559"/>
                  </a:cubicBezTo>
                  <a:cubicBezTo>
                    <a:pt x="97" y="488"/>
                    <a:pt x="128" y="400"/>
                    <a:pt x="128" y="306"/>
                  </a:cubicBezTo>
                  <a:cubicBezTo>
                    <a:pt x="128" y="186"/>
                    <a:pt x="79" y="78"/>
                    <a:pt x="0"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0" name="Group 59">
            <a:extLst>
              <a:ext uri="{FF2B5EF4-FFF2-40B4-BE49-F238E27FC236}">
                <a16:creationId xmlns:a16="http://schemas.microsoft.com/office/drawing/2014/main" id="{A65152B3-39C0-4139-A3F7-537819A897AD}"/>
              </a:ext>
            </a:extLst>
          </p:cNvPr>
          <p:cNvGrpSpPr/>
          <p:nvPr/>
        </p:nvGrpSpPr>
        <p:grpSpPr>
          <a:xfrm>
            <a:off x="4714876" y="2043113"/>
            <a:ext cx="2759075" cy="2759076"/>
            <a:chOff x="4714876" y="2043113"/>
            <a:chExt cx="2759075" cy="2759076"/>
          </a:xfrm>
          <a:effectLst>
            <a:outerShdw blurRad="101600" dist="63500" dir="2700000" algn="ctr" rotWithShape="0">
              <a:srgbClr val="000000">
                <a:alpha val="38000"/>
              </a:srgbClr>
            </a:outerShdw>
          </a:effectLst>
        </p:grpSpPr>
        <p:sp>
          <p:nvSpPr>
            <p:cNvPr id="34" name="Freeform 36">
              <a:extLst>
                <a:ext uri="{FF2B5EF4-FFF2-40B4-BE49-F238E27FC236}">
                  <a16:creationId xmlns:a16="http://schemas.microsoft.com/office/drawing/2014/main" id="{E926BEC1-C4D3-407E-AFD2-C0537FF96A64}"/>
                </a:ext>
              </a:extLst>
            </p:cNvPr>
            <p:cNvSpPr>
              <a:spLocks noEditPoints="1"/>
            </p:cNvSpPr>
            <p:nvPr/>
          </p:nvSpPr>
          <p:spPr bwMode="auto">
            <a:xfrm>
              <a:off x="4714876" y="2043113"/>
              <a:ext cx="2759075" cy="2759075"/>
            </a:xfrm>
            <a:custGeom>
              <a:avLst/>
              <a:gdLst>
                <a:gd name="T0" fmla="*/ 366 w 731"/>
                <a:gd name="T1" fmla="*/ 0 h 731"/>
                <a:gd name="T2" fmla="*/ 0 w 731"/>
                <a:gd name="T3" fmla="*/ 366 h 731"/>
                <a:gd name="T4" fmla="*/ 366 w 731"/>
                <a:gd name="T5" fmla="*/ 731 h 731"/>
                <a:gd name="T6" fmla="*/ 731 w 731"/>
                <a:gd name="T7" fmla="*/ 366 h 731"/>
                <a:gd name="T8" fmla="*/ 366 w 731"/>
                <a:gd name="T9" fmla="*/ 0 h 731"/>
                <a:gd name="T10" fmla="*/ 366 w 731"/>
                <a:gd name="T11" fmla="*/ 666 h 731"/>
                <a:gd name="T12" fmla="*/ 65 w 731"/>
                <a:gd name="T13" fmla="*/ 366 h 731"/>
                <a:gd name="T14" fmla="*/ 366 w 731"/>
                <a:gd name="T15" fmla="*/ 65 h 731"/>
                <a:gd name="T16" fmla="*/ 666 w 731"/>
                <a:gd name="T17" fmla="*/ 366 h 731"/>
                <a:gd name="T18" fmla="*/ 366 w 731"/>
                <a:gd name="T19" fmla="*/ 66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1" h="731">
                  <a:moveTo>
                    <a:pt x="366" y="0"/>
                  </a:moveTo>
                  <a:cubicBezTo>
                    <a:pt x="164" y="0"/>
                    <a:pt x="0" y="164"/>
                    <a:pt x="0" y="366"/>
                  </a:cubicBezTo>
                  <a:cubicBezTo>
                    <a:pt x="0" y="567"/>
                    <a:pt x="164" y="731"/>
                    <a:pt x="366" y="731"/>
                  </a:cubicBezTo>
                  <a:cubicBezTo>
                    <a:pt x="567" y="731"/>
                    <a:pt x="731" y="567"/>
                    <a:pt x="731" y="366"/>
                  </a:cubicBezTo>
                  <a:cubicBezTo>
                    <a:pt x="731" y="164"/>
                    <a:pt x="567" y="0"/>
                    <a:pt x="366" y="0"/>
                  </a:cubicBezTo>
                  <a:close/>
                  <a:moveTo>
                    <a:pt x="366" y="666"/>
                  </a:moveTo>
                  <a:cubicBezTo>
                    <a:pt x="200" y="666"/>
                    <a:pt x="65" y="531"/>
                    <a:pt x="65" y="366"/>
                  </a:cubicBezTo>
                  <a:cubicBezTo>
                    <a:pt x="65" y="200"/>
                    <a:pt x="200" y="65"/>
                    <a:pt x="366" y="65"/>
                  </a:cubicBezTo>
                  <a:cubicBezTo>
                    <a:pt x="531" y="65"/>
                    <a:pt x="666" y="200"/>
                    <a:pt x="666" y="366"/>
                  </a:cubicBezTo>
                  <a:cubicBezTo>
                    <a:pt x="666" y="531"/>
                    <a:pt x="531" y="666"/>
                    <a:pt x="366" y="666"/>
                  </a:cubicBez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7">
              <a:extLst>
                <a:ext uri="{FF2B5EF4-FFF2-40B4-BE49-F238E27FC236}">
                  <a16:creationId xmlns:a16="http://schemas.microsoft.com/office/drawing/2014/main" id="{81C5BE6F-C42C-4D1D-B3D8-392C9C80326E}"/>
                </a:ext>
              </a:extLst>
            </p:cNvPr>
            <p:cNvSpPr>
              <a:spLocks/>
            </p:cNvSpPr>
            <p:nvPr/>
          </p:nvSpPr>
          <p:spPr bwMode="auto">
            <a:xfrm>
              <a:off x="4714876" y="2043113"/>
              <a:ext cx="2362200" cy="2363788"/>
            </a:xfrm>
            <a:custGeom>
              <a:avLst/>
              <a:gdLst>
                <a:gd name="T0" fmla="*/ 5 w 626"/>
                <a:gd name="T1" fmla="*/ 371 h 626"/>
                <a:gd name="T2" fmla="*/ 371 w 626"/>
                <a:gd name="T3" fmla="*/ 5 h 626"/>
                <a:gd name="T4" fmla="*/ 626 w 626"/>
                <a:gd name="T5" fmla="*/ 110 h 626"/>
                <a:gd name="T6" fmla="*/ 366 w 626"/>
                <a:gd name="T7" fmla="*/ 0 h 626"/>
                <a:gd name="T8" fmla="*/ 0 w 626"/>
                <a:gd name="T9" fmla="*/ 366 h 626"/>
                <a:gd name="T10" fmla="*/ 110 w 626"/>
                <a:gd name="T11" fmla="*/ 626 h 626"/>
                <a:gd name="T12" fmla="*/ 5 w 626"/>
                <a:gd name="T13" fmla="*/ 371 h 626"/>
              </a:gdLst>
              <a:ahLst/>
              <a:cxnLst>
                <a:cxn ang="0">
                  <a:pos x="T0" y="T1"/>
                </a:cxn>
                <a:cxn ang="0">
                  <a:pos x="T2" y="T3"/>
                </a:cxn>
                <a:cxn ang="0">
                  <a:pos x="T4" y="T5"/>
                </a:cxn>
                <a:cxn ang="0">
                  <a:pos x="T6" y="T7"/>
                </a:cxn>
                <a:cxn ang="0">
                  <a:pos x="T8" y="T9"/>
                </a:cxn>
                <a:cxn ang="0">
                  <a:pos x="T10" y="T11"/>
                </a:cxn>
                <a:cxn ang="0">
                  <a:pos x="T12" y="T13"/>
                </a:cxn>
              </a:cxnLst>
              <a:rect l="0" t="0" r="r" b="b"/>
              <a:pathLst>
                <a:path w="626" h="626">
                  <a:moveTo>
                    <a:pt x="5" y="371"/>
                  </a:moveTo>
                  <a:cubicBezTo>
                    <a:pt x="5" y="169"/>
                    <a:pt x="169" y="5"/>
                    <a:pt x="371" y="5"/>
                  </a:cubicBezTo>
                  <a:cubicBezTo>
                    <a:pt x="470" y="5"/>
                    <a:pt x="560" y="45"/>
                    <a:pt x="626" y="110"/>
                  </a:cubicBezTo>
                  <a:cubicBezTo>
                    <a:pt x="560" y="42"/>
                    <a:pt x="468" y="0"/>
                    <a:pt x="366" y="0"/>
                  </a:cubicBezTo>
                  <a:cubicBezTo>
                    <a:pt x="164" y="0"/>
                    <a:pt x="0" y="164"/>
                    <a:pt x="0" y="366"/>
                  </a:cubicBezTo>
                  <a:cubicBezTo>
                    <a:pt x="0" y="468"/>
                    <a:pt x="42" y="560"/>
                    <a:pt x="110" y="626"/>
                  </a:cubicBezTo>
                  <a:cubicBezTo>
                    <a:pt x="45" y="560"/>
                    <a:pt x="5" y="470"/>
                    <a:pt x="5" y="371"/>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8">
              <a:extLst>
                <a:ext uri="{FF2B5EF4-FFF2-40B4-BE49-F238E27FC236}">
                  <a16:creationId xmlns:a16="http://schemas.microsoft.com/office/drawing/2014/main" id="{E8E98980-D7FC-47F9-B2E0-3B6429B37382}"/>
                </a:ext>
              </a:extLst>
            </p:cNvPr>
            <p:cNvSpPr>
              <a:spLocks/>
            </p:cNvSpPr>
            <p:nvPr/>
          </p:nvSpPr>
          <p:spPr bwMode="auto">
            <a:xfrm>
              <a:off x="6096001" y="2043113"/>
              <a:ext cx="1377950" cy="2692400"/>
            </a:xfrm>
            <a:custGeom>
              <a:avLst/>
              <a:gdLst>
                <a:gd name="T0" fmla="*/ 0 w 365"/>
                <a:gd name="T1" fmla="*/ 0 h 713"/>
                <a:gd name="T2" fmla="*/ 0 w 365"/>
                <a:gd name="T3" fmla="*/ 65 h 713"/>
                <a:gd name="T4" fmla="*/ 300 w 365"/>
                <a:gd name="T5" fmla="*/ 366 h 713"/>
                <a:gd name="T6" fmla="*/ 93 w 365"/>
                <a:gd name="T7" fmla="*/ 651 h 713"/>
                <a:gd name="T8" fmla="*/ 93 w 365"/>
                <a:gd name="T9" fmla="*/ 651 h 713"/>
                <a:gd name="T10" fmla="*/ 60 w 365"/>
                <a:gd name="T11" fmla="*/ 696 h 713"/>
                <a:gd name="T12" fmla="*/ 113 w 365"/>
                <a:gd name="T13" fmla="*/ 713 h 713"/>
                <a:gd name="T14" fmla="*/ 113 w 365"/>
                <a:gd name="T15" fmla="*/ 713 h 713"/>
                <a:gd name="T16" fmla="*/ 365 w 365"/>
                <a:gd name="T17" fmla="*/ 366 h 713"/>
                <a:gd name="T18" fmla="*/ 0 w 365"/>
                <a:gd name="T19" fmla="*/ 0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5" h="713">
                  <a:moveTo>
                    <a:pt x="0" y="0"/>
                  </a:moveTo>
                  <a:cubicBezTo>
                    <a:pt x="0" y="65"/>
                    <a:pt x="0" y="65"/>
                    <a:pt x="0" y="65"/>
                  </a:cubicBezTo>
                  <a:cubicBezTo>
                    <a:pt x="165" y="65"/>
                    <a:pt x="300" y="200"/>
                    <a:pt x="300" y="366"/>
                  </a:cubicBezTo>
                  <a:cubicBezTo>
                    <a:pt x="300" y="499"/>
                    <a:pt x="213" y="612"/>
                    <a:pt x="93" y="651"/>
                  </a:cubicBezTo>
                  <a:cubicBezTo>
                    <a:pt x="93" y="651"/>
                    <a:pt x="93" y="651"/>
                    <a:pt x="93" y="651"/>
                  </a:cubicBezTo>
                  <a:cubicBezTo>
                    <a:pt x="60" y="696"/>
                    <a:pt x="60" y="696"/>
                    <a:pt x="60" y="696"/>
                  </a:cubicBezTo>
                  <a:cubicBezTo>
                    <a:pt x="113" y="713"/>
                    <a:pt x="113" y="713"/>
                    <a:pt x="113" y="713"/>
                  </a:cubicBezTo>
                  <a:cubicBezTo>
                    <a:pt x="113" y="713"/>
                    <a:pt x="113" y="713"/>
                    <a:pt x="113" y="713"/>
                  </a:cubicBezTo>
                  <a:cubicBezTo>
                    <a:pt x="259" y="665"/>
                    <a:pt x="365" y="528"/>
                    <a:pt x="365" y="366"/>
                  </a:cubicBezTo>
                  <a:cubicBezTo>
                    <a:pt x="365" y="164"/>
                    <a:pt x="201" y="0"/>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39">
              <a:extLst>
                <a:ext uri="{FF2B5EF4-FFF2-40B4-BE49-F238E27FC236}">
                  <a16:creationId xmlns:a16="http://schemas.microsoft.com/office/drawing/2014/main" id="{2D6EA058-55BB-43D1-A248-954775CE1632}"/>
                </a:ext>
              </a:extLst>
            </p:cNvPr>
            <p:cNvSpPr>
              <a:spLocks/>
            </p:cNvSpPr>
            <p:nvPr/>
          </p:nvSpPr>
          <p:spPr bwMode="auto">
            <a:xfrm>
              <a:off x="6492876" y="2443163"/>
              <a:ext cx="981075" cy="2292350"/>
            </a:xfrm>
            <a:custGeom>
              <a:avLst/>
              <a:gdLst>
                <a:gd name="T0" fmla="*/ 260 w 260"/>
                <a:gd name="T1" fmla="*/ 260 h 607"/>
                <a:gd name="T2" fmla="*/ 151 w 260"/>
                <a:gd name="T3" fmla="*/ 0 h 607"/>
                <a:gd name="T4" fmla="*/ 256 w 260"/>
                <a:gd name="T5" fmla="*/ 256 h 607"/>
                <a:gd name="T6" fmla="*/ 0 w 260"/>
                <a:gd name="T7" fmla="*/ 605 h 607"/>
                <a:gd name="T8" fmla="*/ 8 w 260"/>
                <a:gd name="T9" fmla="*/ 607 h 607"/>
                <a:gd name="T10" fmla="*/ 260 w 260"/>
                <a:gd name="T11" fmla="*/ 260 h 607"/>
              </a:gdLst>
              <a:ahLst/>
              <a:cxnLst>
                <a:cxn ang="0">
                  <a:pos x="T0" y="T1"/>
                </a:cxn>
                <a:cxn ang="0">
                  <a:pos x="T2" y="T3"/>
                </a:cxn>
                <a:cxn ang="0">
                  <a:pos x="T4" y="T5"/>
                </a:cxn>
                <a:cxn ang="0">
                  <a:pos x="T6" y="T7"/>
                </a:cxn>
                <a:cxn ang="0">
                  <a:pos x="T8" y="T9"/>
                </a:cxn>
                <a:cxn ang="0">
                  <a:pos x="T10" y="T11"/>
                </a:cxn>
              </a:cxnLst>
              <a:rect l="0" t="0" r="r" b="b"/>
              <a:pathLst>
                <a:path w="260" h="607">
                  <a:moveTo>
                    <a:pt x="260" y="260"/>
                  </a:moveTo>
                  <a:cubicBezTo>
                    <a:pt x="260" y="158"/>
                    <a:pt x="218" y="66"/>
                    <a:pt x="151" y="0"/>
                  </a:cubicBezTo>
                  <a:cubicBezTo>
                    <a:pt x="216" y="66"/>
                    <a:pt x="256" y="156"/>
                    <a:pt x="256" y="256"/>
                  </a:cubicBezTo>
                  <a:cubicBezTo>
                    <a:pt x="256" y="420"/>
                    <a:pt x="149" y="558"/>
                    <a:pt x="0" y="605"/>
                  </a:cubicBezTo>
                  <a:cubicBezTo>
                    <a:pt x="8" y="607"/>
                    <a:pt x="8" y="607"/>
                    <a:pt x="8" y="607"/>
                  </a:cubicBezTo>
                  <a:cubicBezTo>
                    <a:pt x="154" y="559"/>
                    <a:pt x="260" y="422"/>
                    <a:pt x="260" y="26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40">
              <a:extLst>
                <a:ext uri="{FF2B5EF4-FFF2-40B4-BE49-F238E27FC236}">
                  <a16:creationId xmlns:a16="http://schemas.microsoft.com/office/drawing/2014/main" id="{1EDD58EF-0970-49EF-9E59-543712DE604B}"/>
                </a:ext>
              </a:extLst>
            </p:cNvPr>
            <p:cNvSpPr>
              <a:spLocks/>
            </p:cNvSpPr>
            <p:nvPr/>
          </p:nvSpPr>
          <p:spPr bwMode="auto">
            <a:xfrm>
              <a:off x="5114926" y="4391026"/>
              <a:ext cx="1408113" cy="411163"/>
            </a:xfrm>
            <a:custGeom>
              <a:avLst/>
              <a:gdLst>
                <a:gd name="T0" fmla="*/ 256 w 373"/>
                <a:gd name="T1" fmla="*/ 105 h 109"/>
                <a:gd name="T2" fmla="*/ 0 w 373"/>
                <a:gd name="T3" fmla="*/ 0 h 109"/>
                <a:gd name="T4" fmla="*/ 260 w 373"/>
                <a:gd name="T5" fmla="*/ 109 h 109"/>
                <a:gd name="T6" fmla="*/ 373 w 373"/>
                <a:gd name="T7" fmla="*/ 91 h 109"/>
                <a:gd name="T8" fmla="*/ 365 w 373"/>
                <a:gd name="T9" fmla="*/ 89 h 109"/>
                <a:gd name="T10" fmla="*/ 256 w 373"/>
                <a:gd name="T11" fmla="*/ 105 h 109"/>
              </a:gdLst>
              <a:ahLst/>
              <a:cxnLst>
                <a:cxn ang="0">
                  <a:pos x="T0" y="T1"/>
                </a:cxn>
                <a:cxn ang="0">
                  <a:pos x="T2" y="T3"/>
                </a:cxn>
                <a:cxn ang="0">
                  <a:pos x="T4" y="T5"/>
                </a:cxn>
                <a:cxn ang="0">
                  <a:pos x="T6" y="T7"/>
                </a:cxn>
                <a:cxn ang="0">
                  <a:pos x="T8" y="T9"/>
                </a:cxn>
                <a:cxn ang="0">
                  <a:pos x="T10" y="T11"/>
                </a:cxn>
              </a:cxnLst>
              <a:rect l="0" t="0" r="r" b="b"/>
              <a:pathLst>
                <a:path w="373" h="109">
                  <a:moveTo>
                    <a:pt x="256" y="105"/>
                  </a:moveTo>
                  <a:cubicBezTo>
                    <a:pt x="156" y="105"/>
                    <a:pt x="66" y="65"/>
                    <a:pt x="0" y="0"/>
                  </a:cubicBezTo>
                  <a:cubicBezTo>
                    <a:pt x="66" y="67"/>
                    <a:pt x="158" y="109"/>
                    <a:pt x="260" y="109"/>
                  </a:cubicBezTo>
                  <a:cubicBezTo>
                    <a:pt x="299" y="109"/>
                    <a:pt x="337" y="103"/>
                    <a:pt x="373" y="91"/>
                  </a:cubicBezTo>
                  <a:cubicBezTo>
                    <a:pt x="365" y="89"/>
                    <a:pt x="365" y="89"/>
                    <a:pt x="365" y="89"/>
                  </a:cubicBezTo>
                  <a:cubicBezTo>
                    <a:pt x="331" y="100"/>
                    <a:pt x="294" y="105"/>
                    <a:pt x="256" y="105"/>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9" name="Group 58">
            <a:extLst>
              <a:ext uri="{FF2B5EF4-FFF2-40B4-BE49-F238E27FC236}">
                <a16:creationId xmlns:a16="http://schemas.microsoft.com/office/drawing/2014/main" id="{89B3A47D-0C35-4BFD-933F-149E2659DE61}"/>
              </a:ext>
            </a:extLst>
          </p:cNvPr>
          <p:cNvGrpSpPr/>
          <p:nvPr/>
        </p:nvGrpSpPr>
        <p:grpSpPr>
          <a:xfrm>
            <a:off x="4959351" y="2289176"/>
            <a:ext cx="2268538" cy="2268538"/>
            <a:chOff x="4959351" y="2289176"/>
            <a:chExt cx="2268538" cy="2268538"/>
          </a:xfrm>
          <a:effectLst>
            <a:outerShdw blurRad="101600" dist="63500" dir="2700000" algn="ctr" rotWithShape="0">
              <a:srgbClr val="000000">
                <a:alpha val="40000"/>
              </a:srgbClr>
            </a:outerShdw>
          </a:effectLst>
        </p:grpSpPr>
        <p:sp>
          <p:nvSpPr>
            <p:cNvPr id="40" name="Freeform 42">
              <a:extLst>
                <a:ext uri="{FF2B5EF4-FFF2-40B4-BE49-F238E27FC236}">
                  <a16:creationId xmlns:a16="http://schemas.microsoft.com/office/drawing/2014/main" id="{88FA4B8D-922E-4F05-A73A-E65A0ED2AE81}"/>
                </a:ext>
              </a:extLst>
            </p:cNvPr>
            <p:cNvSpPr>
              <a:spLocks noEditPoints="1"/>
            </p:cNvSpPr>
            <p:nvPr/>
          </p:nvSpPr>
          <p:spPr bwMode="auto">
            <a:xfrm>
              <a:off x="4959351" y="2289176"/>
              <a:ext cx="2268538" cy="2268538"/>
            </a:xfrm>
            <a:custGeom>
              <a:avLst/>
              <a:gdLst>
                <a:gd name="T0" fmla="*/ 301 w 601"/>
                <a:gd name="T1" fmla="*/ 0 h 601"/>
                <a:gd name="T2" fmla="*/ 0 w 601"/>
                <a:gd name="T3" fmla="*/ 301 h 601"/>
                <a:gd name="T4" fmla="*/ 301 w 601"/>
                <a:gd name="T5" fmla="*/ 601 h 601"/>
                <a:gd name="T6" fmla="*/ 601 w 601"/>
                <a:gd name="T7" fmla="*/ 301 h 601"/>
                <a:gd name="T8" fmla="*/ 301 w 601"/>
                <a:gd name="T9" fmla="*/ 0 h 601"/>
                <a:gd name="T10" fmla="*/ 301 w 601"/>
                <a:gd name="T11" fmla="*/ 536 h 601"/>
                <a:gd name="T12" fmla="*/ 65 w 601"/>
                <a:gd name="T13" fmla="*/ 301 h 601"/>
                <a:gd name="T14" fmla="*/ 301 w 601"/>
                <a:gd name="T15" fmla="*/ 65 h 601"/>
                <a:gd name="T16" fmla="*/ 536 w 601"/>
                <a:gd name="T17" fmla="*/ 301 h 601"/>
                <a:gd name="T18" fmla="*/ 301 w 601"/>
                <a:gd name="T19" fmla="*/ 53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1" h="601">
                  <a:moveTo>
                    <a:pt x="301" y="0"/>
                  </a:moveTo>
                  <a:cubicBezTo>
                    <a:pt x="135" y="0"/>
                    <a:pt x="0" y="135"/>
                    <a:pt x="0" y="301"/>
                  </a:cubicBezTo>
                  <a:cubicBezTo>
                    <a:pt x="0" y="466"/>
                    <a:pt x="135" y="601"/>
                    <a:pt x="301" y="601"/>
                  </a:cubicBezTo>
                  <a:cubicBezTo>
                    <a:pt x="466" y="601"/>
                    <a:pt x="601" y="466"/>
                    <a:pt x="601" y="301"/>
                  </a:cubicBezTo>
                  <a:cubicBezTo>
                    <a:pt x="601" y="135"/>
                    <a:pt x="466" y="0"/>
                    <a:pt x="301" y="0"/>
                  </a:cubicBezTo>
                  <a:close/>
                  <a:moveTo>
                    <a:pt x="301" y="536"/>
                  </a:moveTo>
                  <a:cubicBezTo>
                    <a:pt x="171" y="536"/>
                    <a:pt x="65" y="431"/>
                    <a:pt x="65" y="301"/>
                  </a:cubicBezTo>
                  <a:cubicBezTo>
                    <a:pt x="65" y="171"/>
                    <a:pt x="171" y="65"/>
                    <a:pt x="301" y="65"/>
                  </a:cubicBezTo>
                  <a:cubicBezTo>
                    <a:pt x="431" y="65"/>
                    <a:pt x="536" y="171"/>
                    <a:pt x="536" y="301"/>
                  </a:cubicBezTo>
                  <a:cubicBezTo>
                    <a:pt x="536" y="431"/>
                    <a:pt x="431" y="536"/>
                    <a:pt x="301" y="536"/>
                  </a:cubicBez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1" name="Freeform 43">
              <a:extLst>
                <a:ext uri="{FF2B5EF4-FFF2-40B4-BE49-F238E27FC236}">
                  <a16:creationId xmlns:a16="http://schemas.microsoft.com/office/drawing/2014/main" id="{B86AEDCD-A056-489F-9D57-B827AFCF5A1E}"/>
                </a:ext>
              </a:extLst>
            </p:cNvPr>
            <p:cNvSpPr>
              <a:spLocks/>
            </p:cNvSpPr>
            <p:nvPr/>
          </p:nvSpPr>
          <p:spPr bwMode="auto">
            <a:xfrm>
              <a:off x="4959351" y="2289176"/>
              <a:ext cx="1944688" cy="1943100"/>
            </a:xfrm>
            <a:custGeom>
              <a:avLst/>
              <a:gdLst>
                <a:gd name="T0" fmla="*/ 4 w 515"/>
                <a:gd name="T1" fmla="*/ 304 h 515"/>
                <a:gd name="T2" fmla="*/ 304 w 515"/>
                <a:gd name="T3" fmla="*/ 4 h 515"/>
                <a:gd name="T4" fmla="*/ 515 w 515"/>
                <a:gd name="T5" fmla="*/ 90 h 515"/>
                <a:gd name="T6" fmla="*/ 301 w 515"/>
                <a:gd name="T7" fmla="*/ 0 h 515"/>
                <a:gd name="T8" fmla="*/ 0 w 515"/>
                <a:gd name="T9" fmla="*/ 301 h 515"/>
                <a:gd name="T10" fmla="*/ 90 w 515"/>
                <a:gd name="T11" fmla="*/ 515 h 515"/>
                <a:gd name="T12" fmla="*/ 4 w 515"/>
                <a:gd name="T13" fmla="*/ 304 h 515"/>
              </a:gdLst>
              <a:ahLst/>
              <a:cxnLst>
                <a:cxn ang="0">
                  <a:pos x="T0" y="T1"/>
                </a:cxn>
                <a:cxn ang="0">
                  <a:pos x="T2" y="T3"/>
                </a:cxn>
                <a:cxn ang="0">
                  <a:pos x="T4" y="T5"/>
                </a:cxn>
                <a:cxn ang="0">
                  <a:pos x="T6" y="T7"/>
                </a:cxn>
                <a:cxn ang="0">
                  <a:pos x="T8" y="T9"/>
                </a:cxn>
                <a:cxn ang="0">
                  <a:pos x="T10" y="T11"/>
                </a:cxn>
                <a:cxn ang="0">
                  <a:pos x="T12" y="T13"/>
                </a:cxn>
              </a:cxnLst>
              <a:rect l="0" t="0" r="r" b="b"/>
              <a:pathLst>
                <a:path w="515" h="515">
                  <a:moveTo>
                    <a:pt x="4" y="304"/>
                  </a:moveTo>
                  <a:cubicBezTo>
                    <a:pt x="4" y="138"/>
                    <a:pt x="139" y="4"/>
                    <a:pt x="304" y="4"/>
                  </a:cubicBezTo>
                  <a:cubicBezTo>
                    <a:pt x="386" y="4"/>
                    <a:pt x="461" y="37"/>
                    <a:pt x="515" y="90"/>
                  </a:cubicBezTo>
                  <a:cubicBezTo>
                    <a:pt x="460" y="35"/>
                    <a:pt x="384" y="0"/>
                    <a:pt x="301" y="0"/>
                  </a:cubicBezTo>
                  <a:cubicBezTo>
                    <a:pt x="135" y="0"/>
                    <a:pt x="0" y="135"/>
                    <a:pt x="0" y="301"/>
                  </a:cubicBezTo>
                  <a:cubicBezTo>
                    <a:pt x="0" y="384"/>
                    <a:pt x="35" y="460"/>
                    <a:pt x="90" y="515"/>
                  </a:cubicBezTo>
                  <a:cubicBezTo>
                    <a:pt x="37" y="461"/>
                    <a:pt x="4" y="386"/>
                    <a:pt x="4" y="304"/>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42" name="Freeform 44">
              <a:extLst>
                <a:ext uri="{FF2B5EF4-FFF2-40B4-BE49-F238E27FC236}">
                  <a16:creationId xmlns:a16="http://schemas.microsoft.com/office/drawing/2014/main" id="{5EF864B4-A501-45E0-B33F-ABF264ADE344}"/>
                </a:ext>
              </a:extLst>
            </p:cNvPr>
            <p:cNvSpPr>
              <a:spLocks/>
            </p:cNvSpPr>
            <p:nvPr/>
          </p:nvSpPr>
          <p:spPr bwMode="auto">
            <a:xfrm>
              <a:off x="5364163" y="2289176"/>
              <a:ext cx="1863725" cy="2268538"/>
            </a:xfrm>
            <a:custGeom>
              <a:avLst/>
              <a:gdLst>
                <a:gd name="T0" fmla="*/ 194 w 494"/>
                <a:gd name="T1" fmla="*/ 0 h 601"/>
                <a:gd name="T2" fmla="*/ 194 w 494"/>
                <a:gd name="T3" fmla="*/ 65 h 601"/>
                <a:gd name="T4" fmla="*/ 429 w 494"/>
                <a:gd name="T5" fmla="*/ 301 h 601"/>
                <a:gd name="T6" fmla="*/ 194 w 494"/>
                <a:gd name="T7" fmla="*/ 536 h 601"/>
                <a:gd name="T8" fmla="*/ 55 w 494"/>
                <a:gd name="T9" fmla="*/ 491 h 601"/>
                <a:gd name="T10" fmla="*/ 0 w 494"/>
                <a:gd name="T11" fmla="*/ 491 h 601"/>
                <a:gd name="T12" fmla="*/ 17 w 494"/>
                <a:gd name="T13" fmla="*/ 544 h 601"/>
                <a:gd name="T14" fmla="*/ 194 w 494"/>
                <a:gd name="T15" fmla="*/ 601 h 601"/>
                <a:gd name="T16" fmla="*/ 494 w 494"/>
                <a:gd name="T17" fmla="*/ 301 h 601"/>
                <a:gd name="T18" fmla="*/ 194 w 494"/>
                <a:gd name="T19"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4" h="601">
                  <a:moveTo>
                    <a:pt x="194" y="0"/>
                  </a:moveTo>
                  <a:cubicBezTo>
                    <a:pt x="194" y="65"/>
                    <a:pt x="194" y="65"/>
                    <a:pt x="194" y="65"/>
                  </a:cubicBezTo>
                  <a:cubicBezTo>
                    <a:pt x="324" y="65"/>
                    <a:pt x="429" y="171"/>
                    <a:pt x="429" y="301"/>
                  </a:cubicBezTo>
                  <a:cubicBezTo>
                    <a:pt x="429" y="431"/>
                    <a:pt x="324" y="536"/>
                    <a:pt x="194" y="536"/>
                  </a:cubicBezTo>
                  <a:cubicBezTo>
                    <a:pt x="142" y="536"/>
                    <a:pt x="94" y="520"/>
                    <a:pt x="55" y="491"/>
                  </a:cubicBezTo>
                  <a:cubicBezTo>
                    <a:pt x="0" y="491"/>
                    <a:pt x="0" y="491"/>
                    <a:pt x="0" y="491"/>
                  </a:cubicBezTo>
                  <a:cubicBezTo>
                    <a:pt x="17" y="544"/>
                    <a:pt x="17" y="544"/>
                    <a:pt x="17" y="544"/>
                  </a:cubicBezTo>
                  <a:cubicBezTo>
                    <a:pt x="67" y="580"/>
                    <a:pt x="128" y="601"/>
                    <a:pt x="194" y="601"/>
                  </a:cubicBezTo>
                  <a:cubicBezTo>
                    <a:pt x="359" y="601"/>
                    <a:pt x="494" y="466"/>
                    <a:pt x="494" y="301"/>
                  </a:cubicBezTo>
                  <a:cubicBezTo>
                    <a:pt x="494" y="135"/>
                    <a:pt x="359" y="0"/>
                    <a:pt x="194"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Freeform 46">
              <a:extLst>
                <a:ext uri="{FF2B5EF4-FFF2-40B4-BE49-F238E27FC236}">
                  <a16:creationId xmlns:a16="http://schemas.microsoft.com/office/drawing/2014/main" id="{7B2E9036-392D-4737-AE76-AAA293DD6903}"/>
                </a:ext>
              </a:extLst>
            </p:cNvPr>
            <p:cNvSpPr>
              <a:spLocks/>
            </p:cNvSpPr>
            <p:nvPr/>
          </p:nvSpPr>
          <p:spPr bwMode="auto">
            <a:xfrm>
              <a:off x="5424488" y="2613026"/>
              <a:ext cx="1803400" cy="1944688"/>
            </a:xfrm>
            <a:custGeom>
              <a:avLst/>
              <a:gdLst>
                <a:gd name="T0" fmla="*/ 388 w 478"/>
                <a:gd name="T1" fmla="*/ 0 h 515"/>
                <a:gd name="T2" fmla="*/ 475 w 478"/>
                <a:gd name="T3" fmla="*/ 211 h 515"/>
                <a:gd name="T4" fmla="*/ 174 w 478"/>
                <a:gd name="T5" fmla="*/ 512 h 515"/>
                <a:gd name="T6" fmla="*/ 0 w 478"/>
                <a:gd name="T7" fmla="*/ 456 h 515"/>
                <a:gd name="T8" fmla="*/ 1 w 478"/>
                <a:gd name="T9" fmla="*/ 457 h 515"/>
                <a:gd name="T10" fmla="*/ 178 w 478"/>
                <a:gd name="T11" fmla="*/ 515 h 515"/>
                <a:gd name="T12" fmla="*/ 478 w 478"/>
                <a:gd name="T13" fmla="*/ 215 h 515"/>
                <a:gd name="T14" fmla="*/ 388 w 478"/>
                <a:gd name="T15" fmla="*/ 0 h 5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8" h="515">
                  <a:moveTo>
                    <a:pt x="388" y="0"/>
                  </a:moveTo>
                  <a:cubicBezTo>
                    <a:pt x="442" y="55"/>
                    <a:pt x="475" y="129"/>
                    <a:pt x="475" y="211"/>
                  </a:cubicBezTo>
                  <a:cubicBezTo>
                    <a:pt x="475" y="377"/>
                    <a:pt x="340" y="512"/>
                    <a:pt x="174" y="512"/>
                  </a:cubicBezTo>
                  <a:cubicBezTo>
                    <a:pt x="109" y="512"/>
                    <a:pt x="50" y="491"/>
                    <a:pt x="0" y="456"/>
                  </a:cubicBezTo>
                  <a:cubicBezTo>
                    <a:pt x="1" y="457"/>
                    <a:pt x="1" y="457"/>
                    <a:pt x="1" y="457"/>
                  </a:cubicBezTo>
                  <a:cubicBezTo>
                    <a:pt x="51" y="494"/>
                    <a:pt x="112" y="515"/>
                    <a:pt x="178" y="515"/>
                  </a:cubicBezTo>
                  <a:cubicBezTo>
                    <a:pt x="343" y="515"/>
                    <a:pt x="478" y="380"/>
                    <a:pt x="478" y="215"/>
                  </a:cubicBezTo>
                  <a:cubicBezTo>
                    <a:pt x="478" y="131"/>
                    <a:pt x="444" y="55"/>
                    <a:pt x="388"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8" name="Group 57">
            <a:extLst>
              <a:ext uri="{FF2B5EF4-FFF2-40B4-BE49-F238E27FC236}">
                <a16:creationId xmlns:a16="http://schemas.microsoft.com/office/drawing/2014/main" id="{DBA5F0B8-5187-4D07-B32E-8EA4A1E4395F}"/>
              </a:ext>
            </a:extLst>
          </p:cNvPr>
          <p:cNvGrpSpPr/>
          <p:nvPr/>
        </p:nvGrpSpPr>
        <p:grpSpPr>
          <a:xfrm>
            <a:off x="5205413" y="2535238"/>
            <a:ext cx="1778001" cy="1776413"/>
            <a:chOff x="5205413" y="2535238"/>
            <a:chExt cx="1778001" cy="1776413"/>
          </a:xfrm>
          <a:effectLst>
            <a:outerShdw blurRad="101600" dist="50800" dir="2700000" algn="ctr" rotWithShape="0">
              <a:srgbClr val="000000">
                <a:alpha val="40000"/>
              </a:srgbClr>
            </a:outerShdw>
          </a:effectLst>
        </p:grpSpPr>
        <p:sp>
          <p:nvSpPr>
            <p:cNvPr id="46" name="Freeform 48">
              <a:extLst>
                <a:ext uri="{FF2B5EF4-FFF2-40B4-BE49-F238E27FC236}">
                  <a16:creationId xmlns:a16="http://schemas.microsoft.com/office/drawing/2014/main" id="{B32E316B-B4C0-4C5A-8D88-89C2675CF88B}"/>
                </a:ext>
              </a:extLst>
            </p:cNvPr>
            <p:cNvSpPr>
              <a:spLocks noEditPoints="1"/>
            </p:cNvSpPr>
            <p:nvPr/>
          </p:nvSpPr>
          <p:spPr bwMode="auto">
            <a:xfrm>
              <a:off x="5205413" y="2535238"/>
              <a:ext cx="1778000" cy="1776413"/>
            </a:xfrm>
            <a:custGeom>
              <a:avLst/>
              <a:gdLst>
                <a:gd name="T0" fmla="*/ 236 w 471"/>
                <a:gd name="T1" fmla="*/ 0 h 471"/>
                <a:gd name="T2" fmla="*/ 0 w 471"/>
                <a:gd name="T3" fmla="*/ 236 h 471"/>
                <a:gd name="T4" fmla="*/ 236 w 471"/>
                <a:gd name="T5" fmla="*/ 471 h 471"/>
                <a:gd name="T6" fmla="*/ 471 w 471"/>
                <a:gd name="T7" fmla="*/ 236 h 471"/>
                <a:gd name="T8" fmla="*/ 236 w 471"/>
                <a:gd name="T9" fmla="*/ 0 h 471"/>
                <a:gd name="T10" fmla="*/ 236 w 471"/>
                <a:gd name="T11" fmla="*/ 407 h 471"/>
                <a:gd name="T12" fmla="*/ 65 w 471"/>
                <a:gd name="T13" fmla="*/ 236 h 471"/>
                <a:gd name="T14" fmla="*/ 236 w 471"/>
                <a:gd name="T15" fmla="*/ 65 h 471"/>
                <a:gd name="T16" fmla="*/ 407 w 471"/>
                <a:gd name="T17" fmla="*/ 236 h 471"/>
                <a:gd name="T18" fmla="*/ 236 w 471"/>
                <a:gd name="T19" fmla="*/ 407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1" h="471">
                  <a:moveTo>
                    <a:pt x="236" y="0"/>
                  </a:moveTo>
                  <a:cubicBezTo>
                    <a:pt x="106" y="0"/>
                    <a:pt x="0" y="106"/>
                    <a:pt x="0" y="236"/>
                  </a:cubicBezTo>
                  <a:cubicBezTo>
                    <a:pt x="0" y="366"/>
                    <a:pt x="106" y="471"/>
                    <a:pt x="236" y="471"/>
                  </a:cubicBezTo>
                  <a:cubicBezTo>
                    <a:pt x="366" y="471"/>
                    <a:pt x="471" y="366"/>
                    <a:pt x="471" y="236"/>
                  </a:cubicBezTo>
                  <a:cubicBezTo>
                    <a:pt x="471" y="106"/>
                    <a:pt x="366" y="0"/>
                    <a:pt x="236" y="0"/>
                  </a:cubicBezTo>
                  <a:close/>
                  <a:moveTo>
                    <a:pt x="236" y="407"/>
                  </a:moveTo>
                  <a:cubicBezTo>
                    <a:pt x="141" y="407"/>
                    <a:pt x="65" y="330"/>
                    <a:pt x="65" y="236"/>
                  </a:cubicBezTo>
                  <a:cubicBezTo>
                    <a:pt x="65" y="141"/>
                    <a:pt x="141" y="65"/>
                    <a:pt x="236" y="65"/>
                  </a:cubicBezTo>
                  <a:cubicBezTo>
                    <a:pt x="330" y="65"/>
                    <a:pt x="407" y="141"/>
                    <a:pt x="407" y="236"/>
                  </a:cubicBezTo>
                  <a:cubicBezTo>
                    <a:pt x="407" y="330"/>
                    <a:pt x="330" y="407"/>
                    <a:pt x="236" y="407"/>
                  </a:cubicBez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7" name="Freeform 49">
              <a:extLst>
                <a:ext uri="{FF2B5EF4-FFF2-40B4-BE49-F238E27FC236}">
                  <a16:creationId xmlns:a16="http://schemas.microsoft.com/office/drawing/2014/main" id="{FA84E970-E3DD-4E9B-999C-6BBD92CC4D97}"/>
                </a:ext>
              </a:extLst>
            </p:cNvPr>
            <p:cNvSpPr>
              <a:spLocks/>
            </p:cNvSpPr>
            <p:nvPr/>
          </p:nvSpPr>
          <p:spPr bwMode="auto">
            <a:xfrm>
              <a:off x="5205413" y="2535238"/>
              <a:ext cx="1524000" cy="1524000"/>
            </a:xfrm>
            <a:custGeom>
              <a:avLst/>
              <a:gdLst>
                <a:gd name="T0" fmla="*/ 3 w 404"/>
                <a:gd name="T1" fmla="*/ 238 h 404"/>
                <a:gd name="T2" fmla="*/ 238 w 404"/>
                <a:gd name="T3" fmla="*/ 3 h 404"/>
                <a:gd name="T4" fmla="*/ 404 w 404"/>
                <a:gd name="T5" fmla="*/ 70 h 404"/>
                <a:gd name="T6" fmla="*/ 236 w 404"/>
                <a:gd name="T7" fmla="*/ 0 h 404"/>
                <a:gd name="T8" fmla="*/ 0 w 404"/>
                <a:gd name="T9" fmla="*/ 236 h 404"/>
                <a:gd name="T10" fmla="*/ 70 w 404"/>
                <a:gd name="T11" fmla="*/ 404 h 404"/>
                <a:gd name="T12" fmla="*/ 3 w 404"/>
                <a:gd name="T13" fmla="*/ 238 h 404"/>
              </a:gdLst>
              <a:ahLst/>
              <a:cxnLst>
                <a:cxn ang="0">
                  <a:pos x="T0" y="T1"/>
                </a:cxn>
                <a:cxn ang="0">
                  <a:pos x="T2" y="T3"/>
                </a:cxn>
                <a:cxn ang="0">
                  <a:pos x="T4" y="T5"/>
                </a:cxn>
                <a:cxn ang="0">
                  <a:pos x="T6" y="T7"/>
                </a:cxn>
                <a:cxn ang="0">
                  <a:pos x="T8" y="T9"/>
                </a:cxn>
                <a:cxn ang="0">
                  <a:pos x="T10" y="T11"/>
                </a:cxn>
                <a:cxn ang="0">
                  <a:pos x="T12" y="T13"/>
                </a:cxn>
              </a:cxnLst>
              <a:rect l="0" t="0" r="r" b="b"/>
              <a:pathLst>
                <a:path w="404" h="404">
                  <a:moveTo>
                    <a:pt x="3" y="238"/>
                  </a:moveTo>
                  <a:cubicBezTo>
                    <a:pt x="3" y="108"/>
                    <a:pt x="108" y="3"/>
                    <a:pt x="238" y="3"/>
                  </a:cubicBezTo>
                  <a:cubicBezTo>
                    <a:pt x="303" y="3"/>
                    <a:pt x="361" y="29"/>
                    <a:pt x="404" y="70"/>
                  </a:cubicBezTo>
                  <a:cubicBezTo>
                    <a:pt x="361" y="27"/>
                    <a:pt x="301" y="0"/>
                    <a:pt x="236" y="0"/>
                  </a:cubicBezTo>
                  <a:cubicBezTo>
                    <a:pt x="106" y="0"/>
                    <a:pt x="0" y="106"/>
                    <a:pt x="0" y="236"/>
                  </a:cubicBezTo>
                  <a:cubicBezTo>
                    <a:pt x="0" y="301"/>
                    <a:pt x="27" y="361"/>
                    <a:pt x="70" y="404"/>
                  </a:cubicBezTo>
                  <a:cubicBezTo>
                    <a:pt x="29" y="361"/>
                    <a:pt x="3" y="303"/>
                    <a:pt x="3" y="238"/>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8" name="Freeform 50">
              <a:extLst>
                <a:ext uri="{FF2B5EF4-FFF2-40B4-BE49-F238E27FC236}">
                  <a16:creationId xmlns:a16="http://schemas.microsoft.com/office/drawing/2014/main" id="{08233772-A0A5-418E-99BB-1B4290A25C6F}"/>
                </a:ext>
              </a:extLst>
            </p:cNvPr>
            <p:cNvSpPr>
              <a:spLocks/>
            </p:cNvSpPr>
            <p:nvPr/>
          </p:nvSpPr>
          <p:spPr bwMode="auto">
            <a:xfrm>
              <a:off x="5246688" y="2535238"/>
              <a:ext cx="1736725" cy="1776413"/>
            </a:xfrm>
            <a:custGeom>
              <a:avLst/>
              <a:gdLst>
                <a:gd name="T0" fmla="*/ 225 w 460"/>
                <a:gd name="T1" fmla="*/ 0 h 471"/>
                <a:gd name="T2" fmla="*/ 225 w 460"/>
                <a:gd name="T3" fmla="*/ 65 h 471"/>
                <a:gd name="T4" fmla="*/ 396 w 460"/>
                <a:gd name="T5" fmla="*/ 236 h 471"/>
                <a:gd name="T6" fmla="*/ 225 w 460"/>
                <a:gd name="T7" fmla="*/ 407 h 471"/>
                <a:gd name="T8" fmla="*/ 62 w 460"/>
                <a:gd name="T9" fmla="*/ 288 h 471"/>
                <a:gd name="T10" fmla="*/ 17 w 460"/>
                <a:gd name="T11" fmla="*/ 256 h 471"/>
                <a:gd name="T12" fmla="*/ 0 w 460"/>
                <a:gd name="T13" fmla="*/ 308 h 471"/>
                <a:gd name="T14" fmla="*/ 225 w 460"/>
                <a:gd name="T15" fmla="*/ 471 h 471"/>
                <a:gd name="T16" fmla="*/ 460 w 460"/>
                <a:gd name="T17" fmla="*/ 236 h 471"/>
                <a:gd name="T18" fmla="*/ 225 w 460"/>
                <a:gd name="T19"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471">
                  <a:moveTo>
                    <a:pt x="225" y="0"/>
                  </a:moveTo>
                  <a:cubicBezTo>
                    <a:pt x="225" y="65"/>
                    <a:pt x="225" y="65"/>
                    <a:pt x="225" y="65"/>
                  </a:cubicBezTo>
                  <a:cubicBezTo>
                    <a:pt x="319" y="65"/>
                    <a:pt x="396" y="141"/>
                    <a:pt x="396" y="236"/>
                  </a:cubicBezTo>
                  <a:cubicBezTo>
                    <a:pt x="396" y="330"/>
                    <a:pt x="319" y="407"/>
                    <a:pt x="225" y="407"/>
                  </a:cubicBezTo>
                  <a:cubicBezTo>
                    <a:pt x="149" y="407"/>
                    <a:pt x="84" y="357"/>
                    <a:pt x="62" y="288"/>
                  </a:cubicBezTo>
                  <a:cubicBezTo>
                    <a:pt x="17" y="256"/>
                    <a:pt x="17" y="256"/>
                    <a:pt x="17" y="256"/>
                  </a:cubicBezTo>
                  <a:cubicBezTo>
                    <a:pt x="0" y="308"/>
                    <a:pt x="0" y="308"/>
                    <a:pt x="0" y="308"/>
                  </a:cubicBezTo>
                  <a:cubicBezTo>
                    <a:pt x="31" y="403"/>
                    <a:pt x="120" y="471"/>
                    <a:pt x="225" y="471"/>
                  </a:cubicBezTo>
                  <a:cubicBezTo>
                    <a:pt x="355" y="471"/>
                    <a:pt x="460" y="366"/>
                    <a:pt x="460" y="236"/>
                  </a:cubicBezTo>
                  <a:cubicBezTo>
                    <a:pt x="460" y="106"/>
                    <a:pt x="355" y="0"/>
                    <a:pt x="225"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9" name="Freeform 51">
              <a:extLst>
                <a:ext uri="{FF2B5EF4-FFF2-40B4-BE49-F238E27FC236}">
                  <a16:creationId xmlns:a16="http://schemas.microsoft.com/office/drawing/2014/main" id="{07D9C293-9F8F-47EF-8A49-169CE1D8D2B5}"/>
                </a:ext>
              </a:extLst>
            </p:cNvPr>
            <p:cNvSpPr>
              <a:spLocks/>
            </p:cNvSpPr>
            <p:nvPr/>
          </p:nvSpPr>
          <p:spPr bwMode="auto">
            <a:xfrm>
              <a:off x="5457826" y="2787651"/>
              <a:ext cx="1525588" cy="1524000"/>
            </a:xfrm>
            <a:custGeom>
              <a:avLst/>
              <a:gdLst>
                <a:gd name="T0" fmla="*/ 333 w 404"/>
                <a:gd name="T1" fmla="*/ 0 h 404"/>
                <a:gd name="T2" fmla="*/ 401 w 404"/>
                <a:gd name="T3" fmla="*/ 165 h 404"/>
                <a:gd name="T4" fmla="*/ 165 w 404"/>
                <a:gd name="T5" fmla="*/ 401 h 404"/>
                <a:gd name="T6" fmla="*/ 0 w 404"/>
                <a:gd name="T7" fmla="*/ 333 h 404"/>
                <a:gd name="T8" fmla="*/ 169 w 404"/>
                <a:gd name="T9" fmla="*/ 404 h 404"/>
                <a:gd name="T10" fmla="*/ 404 w 404"/>
                <a:gd name="T11" fmla="*/ 169 h 404"/>
                <a:gd name="T12" fmla="*/ 333 w 404"/>
                <a:gd name="T13" fmla="*/ 0 h 404"/>
              </a:gdLst>
              <a:ahLst/>
              <a:cxnLst>
                <a:cxn ang="0">
                  <a:pos x="T0" y="T1"/>
                </a:cxn>
                <a:cxn ang="0">
                  <a:pos x="T2" y="T3"/>
                </a:cxn>
                <a:cxn ang="0">
                  <a:pos x="T4" y="T5"/>
                </a:cxn>
                <a:cxn ang="0">
                  <a:pos x="T6" y="T7"/>
                </a:cxn>
                <a:cxn ang="0">
                  <a:pos x="T8" y="T9"/>
                </a:cxn>
                <a:cxn ang="0">
                  <a:pos x="T10" y="T11"/>
                </a:cxn>
                <a:cxn ang="0">
                  <a:pos x="T12" y="T13"/>
                </a:cxn>
              </a:cxnLst>
              <a:rect l="0" t="0" r="r" b="b"/>
              <a:pathLst>
                <a:path w="404" h="404">
                  <a:moveTo>
                    <a:pt x="333" y="0"/>
                  </a:moveTo>
                  <a:cubicBezTo>
                    <a:pt x="375" y="43"/>
                    <a:pt x="401" y="101"/>
                    <a:pt x="401" y="165"/>
                  </a:cubicBezTo>
                  <a:cubicBezTo>
                    <a:pt x="401" y="295"/>
                    <a:pt x="295" y="401"/>
                    <a:pt x="165" y="401"/>
                  </a:cubicBezTo>
                  <a:cubicBezTo>
                    <a:pt x="101" y="401"/>
                    <a:pt x="43" y="375"/>
                    <a:pt x="0" y="333"/>
                  </a:cubicBezTo>
                  <a:cubicBezTo>
                    <a:pt x="43" y="377"/>
                    <a:pt x="103" y="404"/>
                    <a:pt x="169" y="404"/>
                  </a:cubicBezTo>
                  <a:cubicBezTo>
                    <a:pt x="299" y="404"/>
                    <a:pt x="404" y="299"/>
                    <a:pt x="404" y="169"/>
                  </a:cubicBezTo>
                  <a:cubicBezTo>
                    <a:pt x="404" y="103"/>
                    <a:pt x="377" y="43"/>
                    <a:pt x="333" y="0"/>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3" name="Group 52">
            <a:extLst>
              <a:ext uri="{FF2B5EF4-FFF2-40B4-BE49-F238E27FC236}">
                <a16:creationId xmlns:a16="http://schemas.microsoft.com/office/drawing/2014/main" id="{A8BBAE05-F68B-41E6-B14C-90AC4292506F}"/>
              </a:ext>
            </a:extLst>
          </p:cNvPr>
          <p:cNvGrpSpPr/>
          <p:nvPr/>
        </p:nvGrpSpPr>
        <p:grpSpPr>
          <a:xfrm>
            <a:off x="5449889" y="2770982"/>
            <a:ext cx="1291816" cy="1293812"/>
            <a:chOff x="6345238" y="4948238"/>
            <a:chExt cx="1027113" cy="1028700"/>
          </a:xfrm>
          <a:effectLst>
            <a:outerShdw blurRad="114300" dist="76200" dir="2700000" sx="102000" sy="102000" algn="tl" rotWithShape="0">
              <a:prstClr val="black">
                <a:alpha val="40000"/>
              </a:prstClr>
            </a:outerShdw>
          </a:effectLst>
        </p:grpSpPr>
        <p:sp>
          <p:nvSpPr>
            <p:cNvPr id="54" name="Oval 56">
              <a:extLst>
                <a:ext uri="{FF2B5EF4-FFF2-40B4-BE49-F238E27FC236}">
                  <a16:creationId xmlns:a16="http://schemas.microsoft.com/office/drawing/2014/main" id="{06C1EA49-9A37-4548-9BF6-293077910CDE}"/>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5" name="Oval 57">
              <a:extLst>
                <a:ext uri="{FF2B5EF4-FFF2-40B4-BE49-F238E27FC236}">
                  <a16:creationId xmlns:a16="http://schemas.microsoft.com/office/drawing/2014/main" id="{AAF744A5-6EA8-427A-B814-5AF25B6C89D3}"/>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5" name="Oval 64">
            <a:extLst>
              <a:ext uri="{FF2B5EF4-FFF2-40B4-BE49-F238E27FC236}">
                <a16:creationId xmlns:a16="http://schemas.microsoft.com/office/drawing/2014/main" id="{8C03AC15-E2E1-4566-A1ED-CA0972171604}"/>
              </a:ext>
            </a:extLst>
          </p:cNvPr>
          <p:cNvSpPr/>
          <p:nvPr/>
        </p:nvSpPr>
        <p:spPr>
          <a:xfrm rot="18600000">
            <a:off x="5093572" y="2378948"/>
            <a:ext cx="2071806" cy="207180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en-US" sz="1100">
                <a:solidFill>
                  <a:schemeClr val="accent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a:t>
            </a:r>
            <a:endParaRPr lang="ru-UA" sz="1100">
              <a:solidFill>
                <a:schemeClr val="accent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6" name="Oval 65">
            <a:extLst>
              <a:ext uri="{FF2B5EF4-FFF2-40B4-BE49-F238E27FC236}">
                <a16:creationId xmlns:a16="http://schemas.microsoft.com/office/drawing/2014/main" id="{19B3F540-A03B-4905-8EC8-D22EF2473E29}"/>
              </a:ext>
            </a:extLst>
          </p:cNvPr>
          <p:cNvSpPr/>
          <p:nvPr/>
        </p:nvSpPr>
        <p:spPr>
          <a:xfrm rot="18300000">
            <a:off x="4673108" y="2008625"/>
            <a:ext cx="2828322" cy="2828322"/>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en-US" sz="1100">
                <a:solidFill>
                  <a:schemeClr val="accent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3</a:t>
            </a:r>
            <a:endParaRPr lang="ru-UA" sz="1100">
              <a:solidFill>
                <a:schemeClr val="accent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7" name="Oval 66">
            <a:extLst>
              <a:ext uri="{FF2B5EF4-FFF2-40B4-BE49-F238E27FC236}">
                <a16:creationId xmlns:a16="http://schemas.microsoft.com/office/drawing/2014/main" id="{14E15D99-1A3B-4EB2-8EFC-A73D56B70C8C}"/>
              </a:ext>
            </a:extLst>
          </p:cNvPr>
          <p:cNvSpPr/>
          <p:nvPr/>
        </p:nvSpPr>
        <p:spPr>
          <a:xfrm rot="17820000">
            <a:off x="4338701" y="1659659"/>
            <a:ext cx="3510382" cy="3510382"/>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en-US" sz="1100">
                <a:solidFill>
                  <a:schemeClr val="accent3">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3">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4</a:t>
            </a:r>
            <a:endParaRPr lang="ru-UA" sz="1100">
              <a:solidFill>
                <a:schemeClr val="accent3">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8" name="Oval 67">
            <a:extLst>
              <a:ext uri="{FF2B5EF4-FFF2-40B4-BE49-F238E27FC236}">
                <a16:creationId xmlns:a16="http://schemas.microsoft.com/office/drawing/2014/main" id="{BB6CB0EB-63A2-4A4A-8C9E-AB6CF54F67E8}"/>
              </a:ext>
            </a:extLst>
          </p:cNvPr>
          <p:cNvSpPr/>
          <p:nvPr/>
        </p:nvSpPr>
        <p:spPr>
          <a:xfrm rot="17613729">
            <a:off x="3960307" y="1295553"/>
            <a:ext cx="4248118" cy="424811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en-US" sz="11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5</a:t>
            </a:r>
            <a:endParaRPr lang="ru-UA" sz="11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9" name="Oval 68">
            <a:extLst>
              <a:ext uri="{FF2B5EF4-FFF2-40B4-BE49-F238E27FC236}">
                <a16:creationId xmlns:a16="http://schemas.microsoft.com/office/drawing/2014/main" id="{76B0E064-6DAA-4CEF-AC3F-EE9ADE81F5EC}"/>
              </a:ext>
            </a:extLst>
          </p:cNvPr>
          <p:cNvSpPr/>
          <p:nvPr/>
        </p:nvSpPr>
        <p:spPr>
          <a:xfrm rot="19560000">
            <a:off x="5352298" y="2686257"/>
            <a:ext cx="1478836" cy="147883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en-US" sz="1100">
                <a:solidFill>
                  <a:schemeClr val="accent6">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01</a:t>
            </a:r>
            <a:endParaRPr lang="ru-UA" sz="1100">
              <a:solidFill>
                <a:schemeClr val="accent6">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5" name="Oval 44">
            <a:extLst>
              <a:ext uri="{FF2B5EF4-FFF2-40B4-BE49-F238E27FC236}">
                <a16:creationId xmlns:a16="http://schemas.microsoft.com/office/drawing/2014/main" id="{7C82F749-9B24-478B-9591-DDED56D4BBE7}"/>
              </a:ext>
            </a:extLst>
          </p:cNvPr>
          <p:cNvSpPr>
            <a:spLocks noChangeArrowheads="1"/>
          </p:cNvSpPr>
          <p:nvPr/>
        </p:nvSpPr>
        <p:spPr bwMode="auto">
          <a:xfrm>
            <a:off x="1036638" y="1219200"/>
            <a:ext cx="677863" cy="6794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50" name="Rectangle 49">
            <a:extLst>
              <a:ext uri="{FF2B5EF4-FFF2-40B4-BE49-F238E27FC236}">
                <a16:creationId xmlns:a16="http://schemas.microsoft.com/office/drawing/2014/main" id="{994217B9-7485-4F24-BFDB-C794CA3644EF}"/>
              </a:ext>
            </a:extLst>
          </p:cNvPr>
          <p:cNvSpPr>
            <a:spLocks noChangeArrowheads="1"/>
          </p:cNvSpPr>
          <p:nvPr/>
        </p:nvSpPr>
        <p:spPr bwMode="auto">
          <a:xfrm>
            <a:off x="1193206" y="1360619"/>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i="0" u="none" strike="noStrike" cap="none" normalizeH="0" baseline="0">
                <a:ln>
                  <a:noFill/>
                </a:ln>
                <a:solidFill>
                  <a:srgbClr val="FFFFFF"/>
                </a:solidFill>
                <a:effectLst/>
                <a:latin typeface="Open Sans Semibold" panose="020B0706030804020204" pitchFamily="34" charset="0"/>
                <a:ea typeface="Open Sans Semibold" panose="020B0706030804020204" pitchFamily="34" charset="0"/>
                <a:cs typeface="Open Sans Semibold" panose="020B0706030804020204" pitchFamily="34" charset="0"/>
              </a:rPr>
              <a:t>01</a:t>
            </a:r>
            <a:endParaRPr kumimoji="0" lang="ru-UA" altLang="ru-UA" sz="1200" i="0" u="none" strike="noStrike" cap="none" normalizeH="0" baseline="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57" name="Oval 56">
            <a:extLst>
              <a:ext uri="{FF2B5EF4-FFF2-40B4-BE49-F238E27FC236}">
                <a16:creationId xmlns:a16="http://schemas.microsoft.com/office/drawing/2014/main" id="{F7169679-B404-49DA-B22E-D7C4B0F9DEE5}"/>
              </a:ext>
            </a:extLst>
          </p:cNvPr>
          <p:cNvSpPr>
            <a:spLocks noChangeArrowheads="1"/>
          </p:cNvSpPr>
          <p:nvPr/>
        </p:nvSpPr>
        <p:spPr bwMode="auto">
          <a:xfrm>
            <a:off x="1036638" y="3090863"/>
            <a:ext cx="677863" cy="67945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63" name="Rectangle 62">
            <a:extLst>
              <a:ext uri="{FF2B5EF4-FFF2-40B4-BE49-F238E27FC236}">
                <a16:creationId xmlns:a16="http://schemas.microsoft.com/office/drawing/2014/main" id="{50F41442-FB8F-4CDA-9A5A-902484BF0F3E}"/>
              </a:ext>
            </a:extLst>
          </p:cNvPr>
          <p:cNvSpPr>
            <a:spLocks noChangeArrowheads="1"/>
          </p:cNvSpPr>
          <p:nvPr/>
        </p:nvSpPr>
        <p:spPr bwMode="auto">
          <a:xfrm>
            <a:off x="1193206" y="3227519"/>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i="0" u="none" strike="noStrike" cap="none" normalizeH="0" baseline="0">
                <a:ln>
                  <a:noFill/>
                </a:ln>
                <a:solidFill>
                  <a:srgbClr val="FFFFFF"/>
                </a:solidFill>
                <a:effectLst/>
                <a:latin typeface="Open Sans Semibold" panose="020B0706030804020204" pitchFamily="34" charset="0"/>
                <a:ea typeface="Open Sans Semibold" panose="020B0706030804020204" pitchFamily="34" charset="0"/>
                <a:cs typeface="Open Sans Semibold" panose="020B0706030804020204" pitchFamily="34" charset="0"/>
              </a:rPr>
              <a:t>02</a:t>
            </a:r>
            <a:endParaRPr kumimoji="0" lang="ru-UA" altLang="ru-UA" sz="1200" i="0" u="none" strike="noStrike" cap="none" normalizeH="0" baseline="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70" name="Oval 69">
            <a:extLst>
              <a:ext uri="{FF2B5EF4-FFF2-40B4-BE49-F238E27FC236}">
                <a16:creationId xmlns:a16="http://schemas.microsoft.com/office/drawing/2014/main" id="{3D9824A9-D9C2-4DA0-ADB7-D979C2804DBD}"/>
              </a:ext>
            </a:extLst>
          </p:cNvPr>
          <p:cNvSpPr>
            <a:spLocks noChangeArrowheads="1"/>
          </p:cNvSpPr>
          <p:nvPr/>
        </p:nvSpPr>
        <p:spPr bwMode="auto">
          <a:xfrm>
            <a:off x="1036638" y="4962525"/>
            <a:ext cx="677863" cy="6794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71" name="Rectangle 70">
            <a:extLst>
              <a:ext uri="{FF2B5EF4-FFF2-40B4-BE49-F238E27FC236}">
                <a16:creationId xmlns:a16="http://schemas.microsoft.com/office/drawing/2014/main" id="{1718E189-4371-45E4-9DA0-5185D8E09E82}"/>
              </a:ext>
            </a:extLst>
          </p:cNvPr>
          <p:cNvSpPr>
            <a:spLocks noChangeArrowheads="1"/>
          </p:cNvSpPr>
          <p:nvPr/>
        </p:nvSpPr>
        <p:spPr bwMode="auto">
          <a:xfrm>
            <a:off x="1193206" y="5099181"/>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i="0" u="none" strike="noStrike" cap="none" normalizeH="0" baseline="0">
                <a:ln>
                  <a:noFill/>
                </a:ln>
                <a:solidFill>
                  <a:srgbClr val="FFFFFF"/>
                </a:solidFill>
                <a:effectLst/>
                <a:latin typeface="Open Sans Semibold" panose="020B0706030804020204" pitchFamily="34" charset="0"/>
                <a:ea typeface="Open Sans Semibold" panose="020B0706030804020204" pitchFamily="34" charset="0"/>
                <a:cs typeface="Open Sans Semibold" panose="020B0706030804020204" pitchFamily="34" charset="0"/>
              </a:rPr>
              <a:t>03</a:t>
            </a:r>
            <a:endParaRPr kumimoji="0" lang="ru-UA" altLang="ru-UA" sz="1200" i="0" u="none" strike="noStrike" cap="none" normalizeH="0" baseline="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73" name="Oval 72">
            <a:extLst>
              <a:ext uri="{FF2B5EF4-FFF2-40B4-BE49-F238E27FC236}">
                <a16:creationId xmlns:a16="http://schemas.microsoft.com/office/drawing/2014/main" id="{6D39AFAF-BFF9-4F04-89A6-450DEE742A30}"/>
              </a:ext>
            </a:extLst>
          </p:cNvPr>
          <p:cNvSpPr>
            <a:spLocks noChangeArrowheads="1"/>
          </p:cNvSpPr>
          <p:nvPr/>
        </p:nvSpPr>
        <p:spPr bwMode="auto">
          <a:xfrm>
            <a:off x="10482263" y="4432300"/>
            <a:ext cx="677863" cy="679450"/>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74" name="Rectangle 73">
            <a:extLst>
              <a:ext uri="{FF2B5EF4-FFF2-40B4-BE49-F238E27FC236}">
                <a16:creationId xmlns:a16="http://schemas.microsoft.com/office/drawing/2014/main" id="{66B8F636-7C2A-4433-B5C2-EB52FA4E1795}"/>
              </a:ext>
            </a:extLst>
          </p:cNvPr>
          <p:cNvSpPr>
            <a:spLocks noChangeArrowheads="1"/>
          </p:cNvSpPr>
          <p:nvPr/>
        </p:nvSpPr>
        <p:spPr bwMode="auto">
          <a:xfrm>
            <a:off x="10638831" y="4568956"/>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i="0" u="none" strike="noStrike" cap="none" normalizeH="0" baseline="0">
                <a:ln>
                  <a:noFill/>
                </a:ln>
                <a:solidFill>
                  <a:srgbClr val="FFFFFF"/>
                </a:solidFill>
                <a:effectLst/>
                <a:latin typeface="Open Sans Semibold" panose="020B0706030804020204" pitchFamily="34" charset="0"/>
                <a:ea typeface="Open Sans Semibold" panose="020B0706030804020204" pitchFamily="34" charset="0"/>
                <a:cs typeface="Open Sans Semibold" panose="020B0706030804020204" pitchFamily="34" charset="0"/>
              </a:rPr>
              <a:t>05</a:t>
            </a:r>
            <a:endParaRPr kumimoji="0" lang="ru-UA" altLang="ru-UA" sz="1200" i="0" u="none" strike="noStrike" cap="none" normalizeH="0" baseline="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76" name="Oval 75">
            <a:extLst>
              <a:ext uri="{FF2B5EF4-FFF2-40B4-BE49-F238E27FC236}">
                <a16:creationId xmlns:a16="http://schemas.microsoft.com/office/drawing/2014/main" id="{DAA7557E-96C6-4269-BFF6-83A6F3BC3653}"/>
              </a:ext>
            </a:extLst>
          </p:cNvPr>
          <p:cNvSpPr>
            <a:spLocks noChangeArrowheads="1"/>
          </p:cNvSpPr>
          <p:nvPr/>
        </p:nvSpPr>
        <p:spPr bwMode="auto">
          <a:xfrm>
            <a:off x="10482263" y="1654175"/>
            <a:ext cx="677863" cy="6778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77" name="Rectangle 76">
            <a:extLst>
              <a:ext uri="{FF2B5EF4-FFF2-40B4-BE49-F238E27FC236}">
                <a16:creationId xmlns:a16="http://schemas.microsoft.com/office/drawing/2014/main" id="{EFA7A24D-7694-49D9-8B0B-0EE510B752FB}"/>
              </a:ext>
            </a:extLst>
          </p:cNvPr>
          <p:cNvSpPr>
            <a:spLocks noChangeArrowheads="1"/>
          </p:cNvSpPr>
          <p:nvPr/>
        </p:nvSpPr>
        <p:spPr bwMode="auto">
          <a:xfrm>
            <a:off x="10638831" y="1790831"/>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i="0" u="none" strike="noStrike" cap="none" normalizeH="0" baseline="0">
                <a:ln>
                  <a:noFill/>
                </a:ln>
                <a:solidFill>
                  <a:srgbClr val="FFFFFF"/>
                </a:solidFill>
                <a:effectLst/>
                <a:latin typeface="Open Sans Semibold" panose="020B0706030804020204" pitchFamily="34" charset="0"/>
                <a:ea typeface="Open Sans Semibold" panose="020B0706030804020204" pitchFamily="34" charset="0"/>
                <a:cs typeface="Open Sans Semibold" panose="020B0706030804020204" pitchFamily="34" charset="0"/>
              </a:rPr>
              <a:t>04</a:t>
            </a:r>
            <a:endParaRPr kumimoji="0" lang="ru-UA" altLang="ru-UA" sz="1200" i="0" u="none" strike="noStrike" cap="none" normalizeH="0" baseline="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78" name="Text Placeholder 113">
            <a:extLst>
              <a:ext uri="{FF2B5EF4-FFF2-40B4-BE49-F238E27FC236}">
                <a16:creationId xmlns:a16="http://schemas.microsoft.com/office/drawing/2014/main" id="{CF3CBDB9-1205-4DBF-BF3B-794375DC265D}"/>
              </a:ext>
            </a:extLst>
          </p:cNvPr>
          <p:cNvSpPr txBox="1">
            <a:spLocks/>
          </p:cNvSpPr>
          <p:nvPr/>
        </p:nvSpPr>
        <p:spPr>
          <a:xfrm>
            <a:off x="1941512" y="1123876"/>
            <a:ext cx="2107561" cy="85884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100"/>
              <a:t>Lorem ipsum dolor sit amet, </a:t>
            </a:r>
            <a:r>
              <a:rPr lang="en-US" sz="1100" err="1"/>
              <a:t>consectetur</a:t>
            </a:r>
            <a:r>
              <a:rPr lang="en-US" sz="1100"/>
              <a:t> </a:t>
            </a:r>
            <a:r>
              <a:rPr lang="en-US" sz="1100" err="1"/>
              <a:t>adipiscing</a:t>
            </a:r>
            <a:r>
              <a:rPr lang="en-US" sz="1100"/>
              <a:t> </a:t>
            </a:r>
            <a:r>
              <a:rPr lang="en-US" sz="1100" err="1"/>
              <a:t>elit</a:t>
            </a:r>
            <a:r>
              <a:rPr lang="en-US" sz="1100"/>
              <a:t>, sed do </a:t>
            </a:r>
            <a:r>
              <a:rPr lang="en-US" sz="1100" err="1"/>
              <a:t>eiusmod</a:t>
            </a:r>
            <a:r>
              <a:rPr lang="en-US" sz="1100"/>
              <a:t> </a:t>
            </a:r>
            <a:r>
              <a:rPr lang="en-US" sz="1100" err="1"/>
              <a:t>tempor</a:t>
            </a:r>
            <a:r>
              <a:rPr lang="en-US" sz="1100"/>
              <a:t> </a:t>
            </a:r>
            <a:r>
              <a:rPr lang="en-US" sz="1100" err="1"/>
              <a:t>incididunt</a:t>
            </a:r>
            <a:r>
              <a:rPr lang="en-US" sz="1100"/>
              <a:t> </a:t>
            </a:r>
            <a:r>
              <a:rPr lang="en-US" sz="1100" err="1"/>
              <a:t>ut</a:t>
            </a:r>
            <a:r>
              <a:rPr lang="en-US" sz="1100"/>
              <a:t> </a:t>
            </a:r>
            <a:r>
              <a:rPr lang="en-US" sz="1100" err="1"/>
              <a:t>labore</a:t>
            </a:r>
            <a:r>
              <a:rPr lang="en-US" sz="1100"/>
              <a:t> et dolore magna </a:t>
            </a:r>
            <a:r>
              <a:rPr lang="en-US" sz="1100" err="1"/>
              <a:t>aliqua</a:t>
            </a:r>
            <a:r>
              <a:rPr lang="en-US" sz="1100"/>
              <a:t>. Ut </a:t>
            </a:r>
            <a:r>
              <a:rPr lang="en-US" sz="1100" err="1"/>
              <a:t>enim</a:t>
            </a:r>
            <a:r>
              <a:rPr lang="en-US" sz="1100"/>
              <a:t> ad </a:t>
            </a:r>
            <a:endParaRPr lang="ru-RU" sz="1100"/>
          </a:p>
        </p:txBody>
      </p:sp>
      <p:sp>
        <p:nvSpPr>
          <p:cNvPr id="79" name="Text Placeholder 113">
            <a:extLst>
              <a:ext uri="{FF2B5EF4-FFF2-40B4-BE49-F238E27FC236}">
                <a16:creationId xmlns:a16="http://schemas.microsoft.com/office/drawing/2014/main" id="{425A06C0-15D6-4F54-A1E5-4111C2373262}"/>
              </a:ext>
            </a:extLst>
          </p:cNvPr>
          <p:cNvSpPr txBox="1">
            <a:spLocks/>
          </p:cNvSpPr>
          <p:nvPr/>
        </p:nvSpPr>
        <p:spPr>
          <a:xfrm>
            <a:off x="1941512" y="2981936"/>
            <a:ext cx="2107561" cy="85884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100"/>
              <a:t>Lorem ipsum dolor sit amet, </a:t>
            </a:r>
            <a:r>
              <a:rPr lang="en-US" sz="1100" err="1"/>
              <a:t>consectetur</a:t>
            </a:r>
            <a:r>
              <a:rPr lang="en-US" sz="1100"/>
              <a:t> </a:t>
            </a:r>
            <a:r>
              <a:rPr lang="en-US" sz="1100" err="1"/>
              <a:t>adipiscing</a:t>
            </a:r>
            <a:r>
              <a:rPr lang="en-US" sz="1100"/>
              <a:t> </a:t>
            </a:r>
            <a:r>
              <a:rPr lang="en-US" sz="1100" err="1"/>
              <a:t>elit</a:t>
            </a:r>
            <a:r>
              <a:rPr lang="en-US" sz="1100"/>
              <a:t>, sed do </a:t>
            </a:r>
            <a:r>
              <a:rPr lang="en-US" sz="1100" err="1"/>
              <a:t>eiusmod</a:t>
            </a:r>
            <a:r>
              <a:rPr lang="en-US" sz="1100"/>
              <a:t> </a:t>
            </a:r>
            <a:r>
              <a:rPr lang="en-US" sz="1100" err="1"/>
              <a:t>tempor</a:t>
            </a:r>
            <a:r>
              <a:rPr lang="en-US" sz="1100"/>
              <a:t> </a:t>
            </a:r>
            <a:r>
              <a:rPr lang="en-US" sz="1100" err="1"/>
              <a:t>incididunt</a:t>
            </a:r>
            <a:r>
              <a:rPr lang="en-US" sz="1100"/>
              <a:t> </a:t>
            </a:r>
            <a:r>
              <a:rPr lang="en-US" sz="1100" err="1"/>
              <a:t>ut</a:t>
            </a:r>
            <a:r>
              <a:rPr lang="en-US" sz="1100"/>
              <a:t> </a:t>
            </a:r>
            <a:r>
              <a:rPr lang="en-US" sz="1100" err="1"/>
              <a:t>labore</a:t>
            </a:r>
            <a:r>
              <a:rPr lang="en-US" sz="1100"/>
              <a:t> et dolore magna </a:t>
            </a:r>
            <a:r>
              <a:rPr lang="en-US" sz="1100" err="1"/>
              <a:t>aliqua</a:t>
            </a:r>
            <a:r>
              <a:rPr lang="en-US" sz="1100"/>
              <a:t>. Ut </a:t>
            </a:r>
            <a:r>
              <a:rPr lang="en-US" sz="1100" err="1"/>
              <a:t>enim</a:t>
            </a:r>
            <a:r>
              <a:rPr lang="en-US" sz="1100"/>
              <a:t> ad </a:t>
            </a:r>
            <a:endParaRPr lang="ru-RU" sz="1100"/>
          </a:p>
        </p:txBody>
      </p:sp>
      <p:sp>
        <p:nvSpPr>
          <p:cNvPr id="80" name="Text Placeholder 113">
            <a:extLst>
              <a:ext uri="{FF2B5EF4-FFF2-40B4-BE49-F238E27FC236}">
                <a16:creationId xmlns:a16="http://schemas.microsoft.com/office/drawing/2014/main" id="{7598788C-A4C0-4FE4-BFBA-A8ED5A4455FD}"/>
              </a:ext>
            </a:extLst>
          </p:cNvPr>
          <p:cNvSpPr txBox="1">
            <a:spLocks/>
          </p:cNvSpPr>
          <p:nvPr/>
        </p:nvSpPr>
        <p:spPr>
          <a:xfrm>
            <a:off x="1941512" y="4891204"/>
            <a:ext cx="2107561" cy="85884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100"/>
              <a:t>Lorem ipsum dolor sit amet, </a:t>
            </a:r>
            <a:r>
              <a:rPr lang="en-US" sz="1100" err="1"/>
              <a:t>consectetur</a:t>
            </a:r>
            <a:r>
              <a:rPr lang="en-US" sz="1100"/>
              <a:t> </a:t>
            </a:r>
            <a:r>
              <a:rPr lang="en-US" sz="1100" err="1"/>
              <a:t>adipiscing</a:t>
            </a:r>
            <a:r>
              <a:rPr lang="en-US" sz="1100"/>
              <a:t> </a:t>
            </a:r>
            <a:r>
              <a:rPr lang="en-US" sz="1100" err="1"/>
              <a:t>elit</a:t>
            </a:r>
            <a:r>
              <a:rPr lang="en-US" sz="1100"/>
              <a:t>, sed do </a:t>
            </a:r>
            <a:r>
              <a:rPr lang="en-US" sz="1100" err="1"/>
              <a:t>eiusmod</a:t>
            </a:r>
            <a:r>
              <a:rPr lang="en-US" sz="1100"/>
              <a:t> </a:t>
            </a:r>
            <a:r>
              <a:rPr lang="en-US" sz="1100" err="1"/>
              <a:t>tempor</a:t>
            </a:r>
            <a:r>
              <a:rPr lang="en-US" sz="1100"/>
              <a:t> </a:t>
            </a:r>
            <a:r>
              <a:rPr lang="en-US" sz="1100" err="1"/>
              <a:t>incididunt</a:t>
            </a:r>
            <a:r>
              <a:rPr lang="en-US" sz="1100"/>
              <a:t> </a:t>
            </a:r>
            <a:r>
              <a:rPr lang="en-US" sz="1100" err="1"/>
              <a:t>ut</a:t>
            </a:r>
            <a:r>
              <a:rPr lang="en-US" sz="1100"/>
              <a:t> </a:t>
            </a:r>
            <a:r>
              <a:rPr lang="en-US" sz="1100" err="1"/>
              <a:t>labore</a:t>
            </a:r>
            <a:r>
              <a:rPr lang="en-US" sz="1100"/>
              <a:t> et dolore magna </a:t>
            </a:r>
            <a:r>
              <a:rPr lang="en-US" sz="1100" err="1"/>
              <a:t>aliqua</a:t>
            </a:r>
            <a:r>
              <a:rPr lang="en-US" sz="1100"/>
              <a:t>. Ut </a:t>
            </a:r>
            <a:r>
              <a:rPr lang="en-US" sz="1100" err="1"/>
              <a:t>enim</a:t>
            </a:r>
            <a:r>
              <a:rPr lang="en-US" sz="1100"/>
              <a:t> ad </a:t>
            </a:r>
            <a:endParaRPr lang="ru-RU" sz="1100"/>
          </a:p>
        </p:txBody>
      </p:sp>
      <p:sp>
        <p:nvSpPr>
          <p:cNvPr id="81" name="Text Placeholder 113">
            <a:extLst>
              <a:ext uri="{FF2B5EF4-FFF2-40B4-BE49-F238E27FC236}">
                <a16:creationId xmlns:a16="http://schemas.microsoft.com/office/drawing/2014/main" id="{8B5A3C16-A356-49B4-B9BC-08E547CB8ED0}"/>
              </a:ext>
            </a:extLst>
          </p:cNvPr>
          <p:cNvSpPr txBox="1">
            <a:spLocks/>
          </p:cNvSpPr>
          <p:nvPr/>
        </p:nvSpPr>
        <p:spPr>
          <a:xfrm>
            <a:off x="8184686" y="1599872"/>
            <a:ext cx="2107561" cy="85884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100"/>
              <a:t>Lorem ipsum dolor sit amet, </a:t>
            </a:r>
            <a:r>
              <a:rPr lang="en-US" sz="1100" err="1"/>
              <a:t>consectetur</a:t>
            </a:r>
            <a:r>
              <a:rPr lang="en-US" sz="1100"/>
              <a:t> </a:t>
            </a:r>
            <a:r>
              <a:rPr lang="en-US" sz="1100" err="1"/>
              <a:t>adipiscing</a:t>
            </a:r>
            <a:r>
              <a:rPr lang="en-US" sz="1100"/>
              <a:t> </a:t>
            </a:r>
            <a:r>
              <a:rPr lang="en-US" sz="1100" err="1"/>
              <a:t>elit</a:t>
            </a:r>
            <a:r>
              <a:rPr lang="en-US" sz="1100"/>
              <a:t>, sed do </a:t>
            </a:r>
            <a:r>
              <a:rPr lang="en-US" sz="1100" err="1"/>
              <a:t>eiusmod</a:t>
            </a:r>
            <a:r>
              <a:rPr lang="en-US" sz="1100"/>
              <a:t> </a:t>
            </a:r>
            <a:r>
              <a:rPr lang="en-US" sz="1100" err="1"/>
              <a:t>tempor</a:t>
            </a:r>
            <a:r>
              <a:rPr lang="en-US" sz="1100"/>
              <a:t> </a:t>
            </a:r>
            <a:r>
              <a:rPr lang="en-US" sz="1100" err="1"/>
              <a:t>incididunt</a:t>
            </a:r>
            <a:r>
              <a:rPr lang="en-US" sz="1100"/>
              <a:t> </a:t>
            </a:r>
            <a:r>
              <a:rPr lang="en-US" sz="1100" err="1"/>
              <a:t>ut</a:t>
            </a:r>
            <a:r>
              <a:rPr lang="en-US" sz="1100"/>
              <a:t> </a:t>
            </a:r>
            <a:r>
              <a:rPr lang="en-US" sz="1100" err="1"/>
              <a:t>labore</a:t>
            </a:r>
            <a:r>
              <a:rPr lang="en-US" sz="1100"/>
              <a:t> et dolore magna </a:t>
            </a:r>
            <a:r>
              <a:rPr lang="en-US" sz="1100" err="1"/>
              <a:t>aliqua</a:t>
            </a:r>
            <a:r>
              <a:rPr lang="en-US" sz="1100"/>
              <a:t>. Ut </a:t>
            </a:r>
            <a:r>
              <a:rPr lang="en-US" sz="1100" err="1"/>
              <a:t>enim</a:t>
            </a:r>
            <a:r>
              <a:rPr lang="en-US" sz="1100"/>
              <a:t> ad </a:t>
            </a:r>
            <a:endParaRPr lang="ru-RU" sz="1100"/>
          </a:p>
        </p:txBody>
      </p:sp>
      <p:sp>
        <p:nvSpPr>
          <p:cNvPr id="82" name="Text Placeholder 113">
            <a:extLst>
              <a:ext uri="{FF2B5EF4-FFF2-40B4-BE49-F238E27FC236}">
                <a16:creationId xmlns:a16="http://schemas.microsoft.com/office/drawing/2014/main" id="{36594E08-A29E-4937-89B0-B482635B4EE6}"/>
              </a:ext>
            </a:extLst>
          </p:cNvPr>
          <p:cNvSpPr txBox="1">
            <a:spLocks/>
          </p:cNvSpPr>
          <p:nvPr/>
        </p:nvSpPr>
        <p:spPr>
          <a:xfrm>
            <a:off x="8184686" y="4372333"/>
            <a:ext cx="2107561" cy="85884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100"/>
              <a:t>Lorem ipsum dolor sit amet, </a:t>
            </a:r>
            <a:r>
              <a:rPr lang="en-US" sz="1100" err="1"/>
              <a:t>consectetur</a:t>
            </a:r>
            <a:r>
              <a:rPr lang="en-US" sz="1100"/>
              <a:t> </a:t>
            </a:r>
            <a:r>
              <a:rPr lang="en-US" sz="1100" err="1"/>
              <a:t>adipiscing</a:t>
            </a:r>
            <a:r>
              <a:rPr lang="en-US" sz="1100"/>
              <a:t> </a:t>
            </a:r>
            <a:r>
              <a:rPr lang="en-US" sz="1100" err="1"/>
              <a:t>elit</a:t>
            </a:r>
            <a:r>
              <a:rPr lang="en-US" sz="1100"/>
              <a:t>, sed do </a:t>
            </a:r>
            <a:r>
              <a:rPr lang="en-US" sz="1100" err="1"/>
              <a:t>eiusmod</a:t>
            </a:r>
            <a:r>
              <a:rPr lang="en-US" sz="1100"/>
              <a:t> </a:t>
            </a:r>
            <a:r>
              <a:rPr lang="en-US" sz="1100" err="1"/>
              <a:t>tempor</a:t>
            </a:r>
            <a:r>
              <a:rPr lang="en-US" sz="1100"/>
              <a:t> </a:t>
            </a:r>
            <a:r>
              <a:rPr lang="en-US" sz="1100" err="1"/>
              <a:t>incididunt</a:t>
            </a:r>
            <a:r>
              <a:rPr lang="en-US" sz="1100"/>
              <a:t> </a:t>
            </a:r>
            <a:r>
              <a:rPr lang="en-US" sz="1100" err="1"/>
              <a:t>ut</a:t>
            </a:r>
            <a:r>
              <a:rPr lang="en-US" sz="1100"/>
              <a:t> </a:t>
            </a:r>
            <a:r>
              <a:rPr lang="en-US" sz="1100" err="1"/>
              <a:t>labore</a:t>
            </a:r>
            <a:r>
              <a:rPr lang="en-US" sz="1100"/>
              <a:t> et dolore magna </a:t>
            </a:r>
            <a:r>
              <a:rPr lang="en-US" sz="1100" err="1"/>
              <a:t>aliqua</a:t>
            </a:r>
            <a:r>
              <a:rPr lang="en-US" sz="1100"/>
              <a:t>. Ut </a:t>
            </a:r>
            <a:r>
              <a:rPr lang="en-US" sz="1100" err="1"/>
              <a:t>enim</a:t>
            </a:r>
            <a:r>
              <a:rPr lang="en-US" sz="1100"/>
              <a:t> ad </a:t>
            </a:r>
            <a:endParaRPr lang="ru-RU" sz="1100"/>
          </a:p>
        </p:txBody>
      </p:sp>
      <p:sp>
        <p:nvSpPr>
          <p:cNvPr id="84" name="Freeform 19">
            <a:extLst>
              <a:ext uri="{FF2B5EF4-FFF2-40B4-BE49-F238E27FC236}">
                <a16:creationId xmlns:a16="http://schemas.microsoft.com/office/drawing/2014/main" id="{745F9DAA-19AF-4633-8F30-F196454E7BFD}"/>
              </a:ext>
            </a:extLst>
          </p:cNvPr>
          <p:cNvSpPr>
            <a:spLocks noEditPoints="1"/>
          </p:cNvSpPr>
          <p:nvPr/>
        </p:nvSpPr>
        <p:spPr bwMode="auto">
          <a:xfrm>
            <a:off x="5835651" y="3134516"/>
            <a:ext cx="524716" cy="591347"/>
          </a:xfrm>
          <a:custGeom>
            <a:avLst/>
            <a:gdLst>
              <a:gd name="T0" fmla="*/ 34 w 105"/>
              <a:gd name="T1" fmla="*/ 92 h 118"/>
              <a:gd name="T2" fmla="*/ 25 w 105"/>
              <a:gd name="T3" fmla="*/ 71 h 118"/>
              <a:gd name="T4" fmla="*/ 20 w 105"/>
              <a:gd name="T5" fmla="*/ 53 h 118"/>
              <a:gd name="T6" fmla="*/ 53 w 105"/>
              <a:gd name="T7" fmla="*/ 20 h 118"/>
              <a:gd name="T8" fmla="*/ 85 w 105"/>
              <a:gd name="T9" fmla="*/ 53 h 118"/>
              <a:gd name="T10" fmla="*/ 80 w 105"/>
              <a:gd name="T11" fmla="*/ 71 h 118"/>
              <a:gd name="T12" fmla="*/ 71 w 105"/>
              <a:gd name="T13" fmla="*/ 88 h 118"/>
              <a:gd name="T14" fmla="*/ 53 w 105"/>
              <a:gd name="T15" fmla="*/ 33 h 118"/>
              <a:gd name="T16" fmla="*/ 33 w 105"/>
              <a:gd name="T17" fmla="*/ 52 h 118"/>
              <a:gd name="T18" fmla="*/ 53 w 105"/>
              <a:gd name="T19" fmla="*/ 72 h 118"/>
              <a:gd name="T20" fmla="*/ 72 w 105"/>
              <a:gd name="T21" fmla="*/ 52 h 118"/>
              <a:gd name="T22" fmla="*/ 53 w 105"/>
              <a:gd name="T23" fmla="*/ 33 h 118"/>
              <a:gd name="T24" fmla="*/ 45 w 105"/>
              <a:gd name="T25" fmla="*/ 56 h 118"/>
              <a:gd name="T26" fmla="*/ 51 w 105"/>
              <a:gd name="T27" fmla="*/ 62 h 118"/>
              <a:gd name="T28" fmla="*/ 60 w 105"/>
              <a:gd name="T29" fmla="*/ 46 h 118"/>
              <a:gd name="T30" fmla="*/ 53 w 105"/>
              <a:gd name="T31" fmla="*/ 10 h 118"/>
              <a:gd name="T32" fmla="*/ 53 w 105"/>
              <a:gd name="T33" fmla="*/ 0 h 118"/>
              <a:gd name="T34" fmla="*/ 32 w 105"/>
              <a:gd name="T35" fmla="*/ 16 h 118"/>
              <a:gd name="T36" fmla="*/ 26 w 105"/>
              <a:gd name="T37" fmla="*/ 7 h 118"/>
              <a:gd name="T38" fmla="*/ 7 w 105"/>
              <a:gd name="T39" fmla="*/ 26 h 118"/>
              <a:gd name="T40" fmla="*/ 16 w 105"/>
              <a:gd name="T41" fmla="*/ 31 h 118"/>
              <a:gd name="T42" fmla="*/ 0 w 105"/>
              <a:gd name="T43" fmla="*/ 52 h 118"/>
              <a:gd name="T44" fmla="*/ 10 w 105"/>
              <a:gd name="T45" fmla="*/ 52 h 118"/>
              <a:gd name="T46" fmla="*/ 79 w 105"/>
              <a:gd name="T47" fmla="*/ 7 h 118"/>
              <a:gd name="T48" fmla="*/ 74 w 105"/>
              <a:gd name="T49" fmla="*/ 16 h 118"/>
              <a:gd name="T50" fmla="*/ 98 w 105"/>
              <a:gd name="T51" fmla="*/ 26 h 118"/>
              <a:gd name="T52" fmla="*/ 89 w 105"/>
              <a:gd name="T53" fmla="*/ 31 h 118"/>
              <a:gd name="T54" fmla="*/ 95 w 105"/>
              <a:gd name="T55" fmla="*/ 52 h 118"/>
              <a:gd name="T56" fmla="*/ 105 w 105"/>
              <a:gd name="T57" fmla="*/ 52 h 118"/>
              <a:gd name="T58" fmla="*/ 64 w 105"/>
              <a:gd name="T59" fmla="*/ 95 h 118"/>
              <a:gd name="T60" fmla="*/ 39 w 105"/>
              <a:gd name="T61" fmla="*/ 102 h 118"/>
              <a:gd name="T62" fmla="*/ 36 w 105"/>
              <a:gd name="T63" fmla="*/ 106 h 118"/>
              <a:gd name="T64" fmla="*/ 40 w 105"/>
              <a:gd name="T65" fmla="*/ 111 h 118"/>
              <a:gd name="T66" fmla="*/ 42 w 105"/>
              <a:gd name="T67" fmla="*/ 110 h 118"/>
              <a:gd name="T68" fmla="*/ 64 w 105"/>
              <a:gd name="T69" fmla="*/ 104 h 118"/>
              <a:gd name="T70" fmla="*/ 64 w 105"/>
              <a:gd name="T71" fmla="*/ 104 h 118"/>
              <a:gd name="T72" fmla="*/ 65 w 105"/>
              <a:gd name="T73" fmla="*/ 104 h 118"/>
              <a:gd name="T74" fmla="*/ 70 w 105"/>
              <a:gd name="T75" fmla="*/ 108 h 118"/>
              <a:gd name="T76" fmla="*/ 67 w 105"/>
              <a:gd name="T77" fmla="*/ 112 h 118"/>
              <a:gd name="T78" fmla="*/ 45 w 105"/>
              <a:gd name="T7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8">
                <a:moveTo>
                  <a:pt x="34" y="92"/>
                </a:moveTo>
                <a:cubicBezTo>
                  <a:pt x="34" y="87"/>
                  <a:pt x="32" y="82"/>
                  <a:pt x="25" y="71"/>
                </a:cubicBezTo>
                <a:cubicBezTo>
                  <a:pt x="22" y="65"/>
                  <a:pt x="20" y="59"/>
                  <a:pt x="20" y="53"/>
                </a:cubicBezTo>
                <a:cubicBezTo>
                  <a:pt x="20" y="35"/>
                  <a:pt x="35" y="20"/>
                  <a:pt x="53" y="20"/>
                </a:cubicBezTo>
                <a:cubicBezTo>
                  <a:pt x="71" y="20"/>
                  <a:pt x="85" y="35"/>
                  <a:pt x="85" y="53"/>
                </a:cubicBezTo>
                <a:cubicBezTo>
                  <a:pt x="85" y="59"/>
                  <a:pt x="83" y="65"/>
                  <a:pt x="80" y="71"/>
                </a:cubicBezTo>
                <a:cubicBezTo>
                  <a:pt x="75" y="79"/>
                  <a:pt x="72" y="84"/>
                  <a:pt x="71" y="88"/>
                </a:cubicBezTo>
                <a:moveTo>
                  <a:pt x="53" y="33"/>
                </a:moveTo>
                <a:cubicBezTo>
                  <a:pt x="42" y="33"/>
                  <a:pt x="33" y="41"/>
                  <a:pt x="33" y="52"/>
                </a:cubicBezTo>
                <a:cubicBezTo>
                  <a:pt x="33" y="63"/>
                  <a:pt x="42" y="72"/>
                  <a:pt x="53" y="72"/>
                </a:cubicBezTo>
                <a:cubicBezTo>
                  <a:pt x="63" y="72"/>
                  <a:pt x="72" y="63"/>
                  <a:pt x="72" y="52"/>
                </a:cubicBezTo>
                <a:cubicBezTo>
                  <a:pt x="72" y="41"/>
                  <a:pt x="63" y="33"/>
                  <a:pt x="53" y="33"/>
                </a:cubicBezTo>
                <a:close/>
                <a:moveTo>
                  <a:pt x="45" y="56"/>
                </a:moveTo>
                <a:cubicBezTo>
                  <a:pt x="51" y="62"/>
                  <a:pt x="51" y="62"/>
                  <a:pt x="51" y="62"/>
                </a:cubicBezTo>
                <a:cubicBezTo>
                  <a:pt x="60" y="46"/>
                  <a:pt x="60" y="46"/>
                  <a:pt x="60" y="46"/>
                </a:cubicBezTo>
                <a:moveTo>
                  <a:pt x="53" y="10"/>
                </a:moveTo>
                <a:cubicBezTo>
                  <a:pt x="53" y="0"/>
                  <a:pt x="53" y="0"/>
                  <a:pt x="53" y="0"/>
                </a:cubicBezTo>
                <a:moveTo>
                  <a:pt x="32" y="16"/>
                </a:moveTo>
                <a:cubicBezTo>
                  <a:pt x="26" y="7"/>
                  <a:pt x="26" y="7"/>
                  <a:pt x="26" y="7"/>
                </a:cubicBezTo>
                <a:moveTo>
                  <a:pt x="7" y="26"/>
                </a:moveTo>
                <a:cubicBezTo>
                  <a:pt x="16" y="31"/>
                  <a:pt x="16" y="31"/>
                  <a:pt x="16" y="31"/>
                </a:cubicBezTo>
                <a:moveTo>
                  <a:pt x="0" y="52"/>
                </a:moveTo>
                <a:cubicBezTo>
                  <a:pt x="10" y="52"/>
                  <a:pt x="10" y="52"/>
                  <a:pt x="10" y="52"/>
                </a:cubicBezTo>
                <a:moveTo>
                  <a:pt x="79" y="7"/>
                </a:moveTo>
                <a:cubicBezTo>
                  <a:pt x="74" y="16"/>
                  <a:pt x="74" y="16"/>
                  <a:pt x="74" y="16"/>
                </a:cubicBezTo>
                <a:moveTo>
                  <a:pt x="98" y="26"/>
                </a:moveTo>
                <a:cubicBezTo>
                  <a:pt x="89" y="31"/>
                  <a:pt x="89" y="31"/>
                  <a:pt x="89" y="31"/>
                </a:cubicBezTo>
                <a:moveTo>
                  <a:pt x="95" y="52"/>
                </a:moveTo>
                <a:cubicBezTo>
                  <a:pt x="105" y="52"/>
                  <a:pt x="105" y="52"/>
                  <a:pt x="105" y="52"/>
                </a:cubicBezTo>
                <a:moveTo>
                  <a:pt x="64" y="95"/>
                </a:moveTo>
                <a:cubicBezTo>
                  <a:pt x="64" y="95"/>
                  <a:pt x="39" y="102"/>
                  <a:pt x="39" y="102"/>
                </a:cubicBezTo>
                <a:cubicBezTo>
                  <a:pt x="37" y="103"/>
                  <a:pt x="36" y="104"/>
                  <a:pt x="36" y="106"/>
                </a:cubicBezTo>
                <a:cubicBezTo>
                  <a:pt x="36" y="109"/>
                  <a:pt x="38" y="111"/>
                  <a:pt x="40" y="111"/>
                </a:cubicBezTo>
                <a:cubicBezTo>
                  <a:pt x="41" y="111"/>
                  <a:pt x="42" y="110"/>
                  <a:pt x="42" y="110"/>
                </a:cubicBezTo>
                <a:cubicBezTo>
                  <a:pt x="64" y="104"/>
                  <a:pt x="64" y="104"/>
                  <a:pt x="64" y="104"/>
                </a:cubicBezTo>
                <a:cubicBezTo>
                  <a:pt x="64" y="104"/>
                  <a:pt x="64" y="104"/>
                  <a:pt x="64" y="104"/>
                </a:cubicBezTo>
                <a:cubicBezTo>
                  <a:pt x="65" y="104"/>
                  <a:pt x="65" y="104"/>
                  <a:pt x="65" y="104"/>
                </a:cubicBezTo>
                <a:cubicBezTo>
                  <a:pt x="68" y="104"/>
                  <a:pt x="70" y="106"/>
                  <a:pt x="70" y="108"/>
                </a:cubicBezTo>
                <a:cubicBezTo>
                  <a:pt x="70" y="110"/>
                  <a:pt x="68" y="112"/>
                  <a:pt x="67" y="112"/>
                </a:cubicBezTo>
                <a:cubicBezTo>
                  <a:pt x="45" y="118"/>
                  <a:pt x="45" y="118"/>
                  <a:pt x="45" y="118"/>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288618281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Effect transition="in" filter="fade">
                                          <p:cBhvr>
                                            <p:cTn id="9" dur="500"/>
                                            <p:tgtEl>
                                              <p:spTgt spid="84"/>
                                            </p:tgtEl>
                                          </p:cBhvr>
                                        </p:animEffect>
                                      </p:childTnLst>
                                    </p:cTn>
                                  </p:par>
                                  <p:par>
                                    <p:cTn id="10" presetID="53" presetClass="entr" presetSubtype="16" fill="hold" nodeType="withEffect">
                                      <p:stCondLst>
                                        <p:cond delay="250"/>
                                      </p:stCondLst>
                                      <p:childTnLst>
                                        <p:set>
                                          <p:cBhvr>
                                            <p:cTn id="11" dur="1" fill="hold">
                                              <p:stCondLst>
                                                <p:cond delay="0"/>
                                              </p:stCondLst>
                                            </p:cTn>
                                            <p:tgtEl>
                                              <p:spTgt spid="53"/>
                                            </p:tgtEl>
                                            <p:attrNameLst>
                                              <p:attrName>style.visibility</p:attrName>
                                            </p:attrNameLst>
                                          </p:cBhvr>
                                          <p:to>
                                            <p:strVal val="visible"/>
                                          </p:to>
                                        </p:set>
                                        <p:anim calcmode="lin" valueType="num">
                                          <p:cBhvr>
                                            <p:cTn id="12" dur="750" fill="hold"/>
                                            <p:tgtEl>
                                              <p:spTgt spid="53"/>
                                            </p:tgtEl>
                                            <p:attrNameLst>
                                              <p:attrName>ppt_w</p:attrName>
                                            </p:attrNameLst>
                                          </p:cBhvr>
                                          <p:tavLst>
                                            <p:tav tm="0">
                                              <p:val>
                                                <p:fltVal val="0"/>
                                              </p:val>
                                            </p:tav>
                                            <p:tav tm="100000">
                                              <p:val>
                                                <p:strVal val="#ppt_w"/>
                                              </p:val>
                                            </p:tav>
                                          </p:tavLst>
                                        </p:anim>
                                        <p:anim calcmode="lin" valueType="num">
                                          <p:cBhvr>
                                            <p:cTn id="13" dur="750" fill="hold"/>
                                            <p:tgtEl>
                                              <p:spTgt spid="53"/>
                                            </p:tgtEl>
                                            <p:attrNameLst>
                                              <p:attrName>ppt_h</p:attrName>
                                            </p:attrNameLst>
                                          </p:cBhvr>
                                          <p:tavLst>
                                            <p:tav tm="0">
                                              <p:val>
                                                <p:fltVal val="0"/>
                                              </p:val>
                                            </p:tav>
                                            <p:tav tm="100000">
                                              <p:val>
                                                <p:strVal val="#ppt_h"/>
                                              </p:val>
                                            </p:tav>
                                          </p:tavLst>
                                        </p:anim>
                                        <p:animEffect transition="in" filter="fade">
                                          <p:cBhvr>
                                            <p:cTn id="14" dur="750"/>
                                            <p:tgtEl>
                                              <p:spTgt spid="53"/>
                                            </p:tgtEl>
                                          </p:cBhvr>
                                        </p:animEffect>
                                      </p:childTnLst>
                                    </p:cTn>
                                  </p:par>
                                  <p:par>
                                    <p:cTn id="15" presetID="21" presetClass="entr" presetSubtype="1" fill="hold" nodeType="withEffect">
                                      <p:stCondLst>
                                        <p:cond delay="250"/>
                                      </p:stCondLst>
                                      <p:childTnLst>
                                        <p:set>
                                          <p:cBhvr>
                                            <p:cTn id="16" dur="1" fill="hold">
                                              <p:stCondLst>
                                                <p:cond delay="0"/>
                                              </p:stCondLst>
                                            </p:cTn>
                                            <p:tgtEl>
                                              <p:spTgt spid="58"/>
                                            </p:tgtEl>
                                            <p:attrNameLst>
                                              <p:attrName>style.visibility</p:attrName>
                                            </p:attrNameLst>
                                          </p:cBhvr>
                                          <p:to>
                                            <p:strVal val="visible"/>
                                          </p:to>
                                        </p:set>
                                        <p:animEffect transition="in" filter="wheel(1)">
                                          <p:cBhvr>
                                            <p:cTn id="17" dur="1250"/>
                                            <p:tgtEl>
                                              <p:spTgt spid="58"/>
                                            </p:tgtEl>
                                          </p:cBhvr>
                                        </p:animEffect>
                                      </p:childTnLst>
                                    </p:cTn>
                                  </p:par>
                                  <p:par>
                                    <p:cTn id="18" presetID="21" presetClass="entr" presetSubtype="1" fill="hold" nodeType="withEffect">
                                      <p:stCondLst>
                                        <p:cond delay="500"/>
                                      </p:stCondLst>
                                      <p:childTnLst>
                                        <p:set>
                                          <p:cBhvr>
                                            <p:cTn id="19" dur="1" fill="hold">
                                              <p:stCondLst>
                                                <p:cond delay="0"/>
                                              </p:stCondLst>
                                            </p:cTn>
                                            <p:tgtEl>
                                              <p:spTgt spid="59"/>
                                            </p:tgtEl>
                                            <p:attrNameLst>
                                              <p:attrName>style.visibility</p:attrName>
                                            </p:attrNameLst>
                                          </p:cBhvr>
                                          <p:to>
                                            <p:strVal val="visible"/>
                                          </p:to>
                                        </p:set>
                                        <p:animEffect transition="in" filter="wheel(1)">
                                          <p:cBhvr>
                                            <p:cTn id="20" dur="1250"/>
                                            <p:tgtEl>
                                              <p:spTgt spid="59"/>
                                            </p:tgtEl>
                                          </p:cBhvr>
                                        </p:animEffect>
                                      </p:childTnLst>
                                    </p:cTn>
                                  </p:par>
                                  <p:par>
                                    <p:cTn id="21" presetID="21" presetClass="entr" presetSubtype="1" fill="hold" nodeType="withEffect">
                                      <p:stCondLst>
                                        <p:cond delay="750"/>
                                      </p:stCondLst>
                                      <p:childTnLst>
                                        <p:set>
                                          <p:cBhvr>
                                            <p:cTn id="22" dur="1" fill="hold">
                                              <p:stCondLst>
                                                <p:cond delay="0"/>
                                              </p:stCondLst>
                                            </p:cTn>
                                            <p:tgtEl>
                                              <p:spTgt spid="60"/>
                                            </p:tgtEl>
                                            <p:attrNameLst>
                                              <p:attrName>style.visibility</p:attrName>
                                            </p:attrNameLst>
                                          </p:cBhvr>
                                          <p:to>
                                            <p:strVal val="visible"/>
                                          </p:to>
                                        </p:set>
                                        <p:animEffect transition="in" filter="wheel(1)">
                                          <p:cBhvr>
                                            <p:cTn id="23" dur="1250"/>
                                            <p:tgtEl>
                                              <p:spTgt spid="60"/>
                                            </p:tgtEl>
                                          </p:cBhvr>
                                        </p:animEffect>
                                      </p:childTnLst>
                                    </p:cTn>
                                  </p:par>
                                  <p:par>
                                    <p:cTn id="24" presetID="21" presetClass="entr" presetSubtype="1" fill="hold" nodeType="withEffect">
                                      <p:stCondLst>
                                        <p:cond delay="1000"/>
                                      </p:stCondLst>
                                      <p:childTnLst>
                                        <p:set>
                                          <p:cBhvr>
                                            <p:cTn id="25" dur="1" fill="hold">
                                              <p:stCondLst>
                                                <p:cond delay="0"/>
                                              </p:stCondLst>
                                            </p:cTn>
                                            <p:tgtEl>
                                              <p:spTgt spid="61"/>
                                            </p:tgtEl>
                                            <p:attrNameLst>
                                              <p:attrName>style.visibility</p:attrName>
                                            </p:attrNameLst>
                                          </p:cBhvr>
                                          <p:to>
                                            <p:strVal val="visible"/>
                                          </p:to>
                                        </p:set>
                                        <p:animEffect transition="in" filter="wheel(1)">
                                          <p:cBhvr>
                                            <p:cTn id="26" dur="1250"/>
                                            <p:tgtEl>
                                              <p:spTgt spid="61"/>
                                            </p:tgtEl>
                                          </p:cBhvr>
                                        </p:animEffect>
                                      </p:childTnLst>
                                    </p:cTn>
                                  </p:par>
                                  <p:par>
                                    <p:cTn id="27" presetID="21" presetClass="entr" presetSubtype="1" fill="hold" nodeType="withEffect">
                                      <p:stCondLst>
                                        <p:cond delay="1250"/>
                                      </p:stCondLst>
                                      <p:childTnLst>
                                        <p:set>
                                          <p:cBhvr>
                                            <p:cTn id="28" dur="1" fill="hold">
                                              <p:stCondLst>
                                                <p:cond delay="0"/>
                                              </p:stCondLst>
                                            </p:cTn>
                                            <p:tgtEl>
                                              <p:spTgt spid="62"/>
                                            </p:tgtEl>
                                            <p:attrNameLst>
                                              <p:attrName>style.visibility</p:attrName>
                                            </p:attrNameLst>
                                          </p:cBhvr>
                                          <p:to>
                                            <p:strVal val="visible"/>
                                          </p:to>
                                        </p:set>
                                        <p:animEffect transition="in" filter="wheel(1)">
                                          <p:cBhvr>
                                            <p:cTn id="29" dur="1250"/>
                                            <p:tgtEl>
                                              <p:spTgt spid="62"/>
                                            </p:tgtEl>
                                          </p:cBhvr>
                                        </p:animEffect>
                                      </p:childTnLst>
                                    </p:cTn>
                                  </p:par>
                                  <p:par>
                                    <p:cTn id="30" presetID="21" presetClass="entr" presetSubtype="1" fill="hold" grpId="0" nodeType="withEffect">
                                      <p:stCondLst>
                                        <p:cond delay="500"/>
                                      </p:stCondLst>
                                      <p:childTnLst>
                                        <p:set>
                                          <p:cBhvr>
                                            <p:cTn id="31" dur="1" fill="hold">
                                              <p:stCondLst>
                                                <p:cond delay="0"/>
                                              </p:stCondLst>
                                            </p:cTn>
                                            <p:tgtEl>
                                              <p:spTgt spid="69"/>
                                            </p:tgtEl>
                                            <p:attrNameLst>
                                              <p:attrName>style.visibility</p:attrName>
                                            </p:attrNameLst>
                                          </p:cBhvr>
                                          <p:to>
                                            <p:strVal val="visible"/>
                                          </p:to>
                                        </p:set>
                                        <p:animEffect transition="in" filter="wheel(1)">
                                          <p:cBhvr>
                                            <p:cTn id="32" dur="1500"/>
                                            <p:tgtEl>
                                              <p:spTgt spid="69"/>
                                            </p:tgtEl>
                                          </p:cBhvr>
                                        </p:animEffect>
                                      </p:childTnLst>
                                    </p:cTn>
                                  </p:par>
                                  <p:par>
                                    <p:cTn id="33" presetID="21" presetClass="entr" presetSubtype="1" fill="hold" grpId="0" nodeType="withEffect">
                                      <p:stCondLst>
                                        <p:cond delay="750"/>
                                      </p:stCondLst>
                                      <p:childTnLst>
                                        <p:set>
                                          <p:cBhvr>
                                            <p:cTn id="34" dur="1" fill="hold">
                                              <p:stCondLst>
                                                <p:cond delay="0"/>
                                              </p:stCondLst>
                                            </p:cTn>
                                            <p:tgtEl>
                                              <p:spTgt spid="65"/>
                                            </p:tgtEl>
                                            <p:attrNameLst>
                                              <p:attrName>style.visibility</p:attrName>
                                            </p:attrNameLst>
                                          </p:cBhvr>
                                          <p:to>
                                            <p:strVal val="visible"/>
                                          </p:to>
                                        </p:set>
                                        <p:animEffect transition="in" filter="wheel(1)">
                                          <p:cBhvr>
                                            <p:cTn id="35" dur="1500"/>
                                            <p:tgtEl>
                                              <p:spTgt spid="65"/>
                                            </p:tgtEl>
                                          </p:cBhvr>
                                        </p:animEffect>
                                      </p:childTnLst>
                                    </p:cTn>
                                  </p:par>
                                  <p:par>
                                    <p:cTn id="36" presetID="21" presetClass="entr" presetSubtype="1" fill="hold" grpId="0" nodeType="withEffect">
                                      <p:stCondLst>
                                        <p:cond delay="1000"/>
                                      </p:stCondLst>
                                      <p:childTnLst>
                                        <p:set>
                                          <p:cBhvr>
                                            <p:cTn id="37" dur="1" fill="hold">
                                              <p:stCondLst>
                                                <p:cond delay="0"/>
                                              </p:stCondLst>
                                            </p:cTn>
                                            <p:tgtEl>
                                              <p:spTgt spid="66"/>
                                            </p:tgtEl>
                                            <p:attrNameLst>
                                              <p:attrName>style.visibility</p:attrName>
                                            </p:attrNameLst>
                                          </p:cBhvr>
                                          <p:to>
                                            <p:strVal val="visible"/>
                                          </p:to>
                                        </p:set>
                                        <p:animEffect transition="in" filter="wheel(1)">
                                          <p:cBhvr>
                                            <p:cTn id="38" dur="1500"/>
                                            <p:tgtEl>
                                              <p:spTgt spid="66"/>
                                            </p:tgtEl>
                                          </p:cBhvr>
                                        </p:animEffect>
                                      </p:childTnLst>
                                    </p:cTn>
                                  </p:par>
                                  <p:par>
                                    <p:cTn id="39" presetID="21" presetClass="entr" presetSubtype="1" fill="hold" grpId="0" nodeType="withEffect">
                                      <p:stCondLst>
                                        <p:cond delay="1250"/>
                                      </p:stCondLst>
                                      <p:childTnLst>
                                        <p:set>
                                          <p:cBhvr>
                                            <p:cTn id="40" dur="1" fill="hold">
                                              <p:stCondLst>
                                                <p:cond delay="0"/>
                                              </p:stCondLst>
                                            </p:cTn>
                                            <p:tgtEl>
                                              <p:spTgt spid="67"/>
                                            </p:tgtEl>
                                            <p:attrNameLst>
                                              <p:attrName>style.visibility</p:attrName>
                                            </p:attrNameLst>
                                          </p:cBhvr>
                                          <p:to>
                                            <p:strVal val="visible"/>
                                          </p:to>
                                        </p:set>
                                        <p:animEffect transition="in" filter="wheel(1)">
                                          <p:cBhvr>
                                            <p:cTn id="41" dur="1500"/>
                                            <p:tgtEl>
                                              <p:spTgt spid="67"/>
                                            </p:tgtEl>
                                          </p:cBhvr>
                                        </p:animEffect>
                                      </p:childTnLst>
                                    </p:cTn>
                                  </p:par>
                                  <p:par>
                                    <p:cTn id="42" presetID="21" presetClass="entr" presetSubtype="1" fill="hold" grpId="0" nodeType="withEffect">
                                      <p:stCondLst>
                                        <p:cond delay="1500"/>
                                      </p:stCondLst>
                                      <p:childTnLst>
                                        <p:set>
                                          <p:cBhvr>
                                            <p:cTn id="43" dur="1" fill="hold">
                                              <p:stCondLst>
                                                <p:cond delay="0"/>
                                              </p:stCondLst>
                                            </p:cTn>
                                            <p:tgtEl>
                                              <p:spTgt spid="68"/>
                                            </p:tgtEl>
                                            <p:attrNameLst>
                                              <p:attrName>style.visibility</p:attrName>
                                            </p:attrNameLst>
                                          </p:cBhvr>
                                          <p:to>
                                            <p:strVal val="visible"/>
                                          </p:to>
                                        </p:set>
                                        <p:animEffect transition="in" filter="wheel(1)">
                                          <p:cBhvr>
                                            <p:cTn id="44" dur="1500"/>
                                            <p:tgtEl>
                                              <p:spTgt spid="68"/>
                                            </p:tgtEl>
                                          </p:cBhvr>
                                        </p:animEffect>
                                      </p:childTnLst>
                                    </p:cTn>
                                  </p:par>
                                  <p:par>
                                    <p:cTn id="45" presetID="2" presetClass="entr" presetSubtype="8" fill="hold" grpId="0" nodeType="withEffect" p14:presetBounceEnd="67000">
                                      <p:stCondLst>
                                        <p:cond delay="2000"/>
                                      </p:stCondLst>
                                      <p:childTnLst>
                                        <p:set>
                                          <p:cBhvr>
                                            <p:cTn id="46" dur="1" fill="hold">
                                              <p:stCondLst>
                                                <p:cond delay="0"/>
                                              </p:stCondLst>
                                            </p:cTn>
                                            <p:tgtEl>
                                              <p:spTgt spid="45"/>
                                            </p:tgtEl>
                                            <p:attrNameLst>
                                              <p:attrName>style.visibility</p:attrName>
                                            </p:attrNameLst>
                                          </p:cBhvr>
                                          <p:to>
                                            <p:strVal val="visible"/>
                                          </p:to>
                                        </p:set>
                                        <p:anim calcmode="lin" valueType="num" p14:bounceEnd="67000">
                                          <p:cBhvr additive="base">
                                            <p:cTn id="47" dur="1000" fill="hold"/>
                                            <p:tgtEl>
                                              <p:spTgt spid="45"/>
                                            </p:tgtEl>
                                            <p:attrNameLst>
                                              <p:attrName>ppt_x</p:attrName>
                                            </p:attrNameLst>
                                          </p:cBhvr>
                                          <p:tavLst>
                                            <p:tav tm="0">
                                              <p:val>
                                                <p:strVal val="0-#ppt_w/2"/>
                                              </p:val>
                                            </p:tav>
                                            <p:tav tm="100000">
                                              <p:val>
                                                <p:strVal val="#ppt_x"/>
                                              </p:val>
                                            </p:tav>
                                          </p:tavLst>
                                        </p:anim>
                                        <p:anim calcmode="lin" valueType="num" p14:bounceEnd="67000">
                                          <p:cBhvr additive="base">
                                            <p:cTn id="48" dur="1000" fill="hold"/>
                                            <p:tgtEl>
                                              <p:spTgt spid="45"/>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14:presetBounceEnd="67000">
                                      <p:stCondLst>
                                        <p:cond delay="2000"/>
                                      </p:stCondLst>
                                      <p:childTnLst>
                                        <p:set>
                                          <p:cBhvr>
                                            <p:cTn id="50" dur="1" fill="hold">
                                              <p:stCondLst>
                                                <p:cond delay="0"/>
                                              </p:stCondLst>
                                            </p:cTn>
                                            <p:tgtEl>
                                              <p:spTgt spid="50"/>
                                            </p:tgtEl>
                                            <p:attrNameLst>
                                              <p:attrName>style.visibility</p:attrName>
                                            </p:attrNameLst>
                                          </p:cBhvr>
                                          <p:to>
                                            <p:strVal val="visible"/>
                                          </p:to>
                                        </p:set>
                                        <p:anim calcmode="lin" valueType="num" p14:bounceEnd="67000">
                                          <p:cBhvr additive="base">
                                            <p:cTn id="51" dur="1000" fill="hold"/>
                                            <p:tgtEl>
                                              <p:spTgt spid="50"/>
                                            </p:tgtEl>
                                            <p:attrNameLst>
                                              <p:attrName>ppt_x</p:attrName>
                                            </p:attrNameLst>
                                          </p:cBhvr>
                                          <p:tavLst>
                                            <p:tav tm="0">
                                              <p:val>
                                                <p:strVal val="0-#ppt_w/2"/>
                                              </p:val>
                                            </p:tav>
                                            <p:tav tm="100000">
                                              <p:val>
                                                <p:strVal val="#ppt_x"/>
                                              </p:val>
                                            </p:tav>
                                          </p:tavLst>
                                        </p:anim>
                                        <p:anim calcmode="lin" valueType="num" p14:bounceEnd="67000">
                                          <p:cBhvr additive="base">
                                            <p:cTn id="52" dur="1000" fill="hold"/>
                                            <p:tgtEl>
                                              <p:spTgt spid="50"/>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14:presetBounceEnd="67000">
                                      <p:stCondLst>
                                        <p:cond delay="2000"/>
                                      </p:stCondLst>
                                      <p:childTnLst>
                                        <p:set>
                                          <p:cBhvr>
                                            <p:cTn id="54" dur="1" fill="hold">
                                              <p:stCondLst>
                                                <p:cond delay="0"/>
                                              </p:stCondLst>
                                            </p:cTn>
                                            <p:tgtEl>
                                              <p:spTgt spid="78"/>
                                            </p:tgtEl>
                                            <p:attrNameLst>
                                              <p:attrName>style.visibility</p:attrName>
                                            </p:attrNameLst>
                                          </p:cBhvr>
                                          <p:to>
                                            <p:strVal val="visible"/>
                                          </p:to>
                                        </p:set>
                                        <p:anim calcmode="lin" valueType="num" p14:bounceEnd="67000">
                                          <p:cBhvr additive="base">
                                            <p:cTn id="55" dur="1000" fill="hold"/>
                                            <p:tgtEl>
                                              <p:spTgt spid="78"/>
                                            </p:tgtEl>
                                            <p:attrNameLst>
                                              <p:attrName>ppt_x</p:attrName>
                                            </p:attrNameLst>
                                          </p:cBhvr>
                                          <p:tavLst>
                                            <p:tav tm="0">
                                              <p:val>
                                                <p:strVal val="0-#ppt_w/2"/>
                                              </p:val>
                                            </p:tav>
                                            <p:tav tm="100000">
                                              <p:val>
                                                <p:strVal val="#ppt_x"/>
                                              </p:val>
                                            </p:tav>
                                          </p:tavLst>
                                        </p:anim>
                                        <p:anim calcmode="lin" valueType="num" p14:bounceEnd="67000">
                                          <p:cBhvr additive="base">
                                            <p:cTn id="56" dur="1000" fill="hold"/>
                                            <p:tgtEl>
                                              <p:spTgt spid="78"/>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14:presetBounceEnd="67000">
                                      <p:stCondLst>
                                        <p:cond delay="2100"/>
                                      </p:stCondLst>
                                      <p:childTnLst>
                                        <p:set>
                                          <p:cBhvr>
                                            <p:cTn id="58" dur="1" fill="hold">
                                              <p:stCondLst>
                                                <p:cond delay="0"/>
                                              </p:stCondLst>
                                            </p:cTn>
                                            <p:tgtEl>
                                              <p:spTgt spid="57"/>
                                            </p:tgtEl>
                                            <p:attrNameLst>
                                              <p:attrName>style.visibility</p:attrName>
                                            </p:attrNameLst>
                                          </p:cBhvr>
                                          <p:to>
                                            <p:strVal val="visible"/>
                                          </p:to>
                                        </p:set>
                                        <p:anim calcmode="lin" valueType="num" p14:bounceEnd="67000">
                                          <p:cBhvr additive="base">
                                            <p:cTn id="59" dur="1000" fill="hold"/>
                                            <p:tgtEl>
                                              <p:spTgt spid="57"/>
                                            </p:tgtEl>
                                            <p:attrNameLst>
                                              <p:attrName>ppt_x</p:attrName>
                                            </p:attrNameLst>
                                          </p:cBhvr>
                                          <p:tavLst>
                                            <p:tav tm="0">
                                              <p:val>
                                                <p:strVal val="0-#ppt_w/2"/>
                                              </p:val>
                                            </p:tav>
                                            <p:tav tm="100000">
                                              <p:val>
                                                <p:strVal val="#ppt_x"/>
                                              </p:val>
                                            </p:tav>
                                          </p:tavLst>
                                        </p:anim>
                                        <p:anim calcmode="lin" valueType="num" p14:bounceEnd="67000">
                                          <p:cBhvr additive="base">
                                            <p:cTn id="60" dur="1000" fill="hold"/>
                                            <p:tgtEl>
                                              <p:spTgt spid="57"/>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14:presetBounceEnd="67000">
                                      <p:stCondLst>
                                        <p:cond delay="2100"/>
                                      </p:stCondLst>
                                      <p:childTnLst>
                                        <p:set>
                                          <p:cBhvr>
                                            <p:cTn id="62" dur="1" fill="hold">
                                              <p:stCondLst>
                                                <p:cond delay="0"/>
                                              </p:stCondLst>
                                            </p:cTn>
                                            <p:tgtEl>
                                              <p:spTgt spid="63"/>
                                            </p:tgtEl>
                                            <p:attrNameLst>
                                              <p:attrName>style.visibility</p:attrName>
                                            </p:attrNameLst>
                                          </p:cBhvr>
                                          <p:to>
                                            <p:strVal val="visible"/>
                                          </p:to>
                                        </p:set>
                                        <p:anim calcmode="lin" valueType="num" p14:bounceEnd="67000">
                                          <p:cBhvr additive="base">
                                            <p:cTn id="63" dur="1000" fill="hold"/>
                                            <p:tgtEl>
                                              <p:spTgt spid="63"/>
                                            </p:tgtEl>
                                            <p:attrNameLst>
                                              <p:attrName>ppt_x</p:attrName>
                                            </p:attrNameLst>
                                          </p:cBhvr>
                                          <p:tavLst>
                                            <p:tav tm="0">
                                              <p:val>
                                                <p:strVal val="0-#ppt_w/2"/>
                                              </p:val>
                                            </p:tav>
                                            <p:tav tm="100000">
                                              <p:val>
                                                <p:strVal val="#ppt_x"/>
                                              </p:val>
                                            </p:tav>
                                          </p:tavLst>
                                        </p:anim>
                                        <p:anim calcmode="lin" valueType="num" p14:bounceEnd="67000">
                                          <p:cBhvr additive="base">
                                            <p:cTn id="64" dur="1000" fill="hold"/>
                                            <p:tgtEl>
                                              <p:spTgt spid="63"/>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14:presetBounceEnd="67000">
                                      <p:stCondLst>
                                        <p:cond delay="2100"/>
                                      </p:stCondLst>
                                      <p:childTnLst>
                                        <p:set>
                                          <p:cBhvr>
                                            <p:cTn id="66" dur="1" fill="hold">
                                              <p:stCondLst>
                                                <p:cond delay="0"/>
                                              </p:stCondLst>
                                            </p:cTn>
                                            <p:tgtEl>
                                              <p:spTgt spid="79"/>
                                            </p:tgtEl>
                                            <p:attrNameLst>
                                              <p:attrName>style.visibility</p:attrName>
                                            </p:attrNameLst>
                                          </p:cBhvr>
                                          <p:to>
                                            <p:strVal val="visible"/>
                                          </p:to>
                                        </p:set>
                                        <p:anim calcmode="lin" valueType="num" p14:bounceEnd="67000">
                                          <p:cBhvr additive="base">
                                            <p:cTn id="67" dur="1000" fill="hold"/>
                                            <p:tgtEl>
                                              <p:spTgt spid="79"/>
                                            </p:tgtEl>
                                            <p:attrNameLst>
                                              <p:attrName>ppt_x</p:attrName>
                                            </p:attrNameLst>
                                          </p:cBhvr>
                                          <p:tavLst>
                                            <p:tav tm="0">
                                              <p:val>
                                                <p:strVal val="0-#ppt_w/2"/>
                                              </p:val>
                                            </p:tav>
                                            <p:tav tm="100000">
                                              <p:val>
                                                <p:strVal val="#ppt_x"/>
                                              </p:val>
                                            </p:tav>
                                          </p:tavLst>
                                        </p:anim>
                                        <p:anim calcmode="lin" valueType="num" p14:bounceEnd="67000">
                                          <p:cBhvr additive="base">
                                            <p:cTn id="68" dur="1000" fill="hold"/>
                                            <p:tgtEl>
                                              <p:spTgt spid="79"/>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14:presetBounceEnd="67000">
                                      <p:stCondLst>
                                        <p:cond delay="2200"/>
                                      </p:stCondLst>
                                      <p:childTnLst>
                                        <p:set>
                                          <p:cBhvr>
                                            <p:cTn id="70" dur="1" fill="hold">
                                              <p:stCondLst>
                                                <p:cond delay="0"/>
                                              </p:stCondLst>
                                            </p:cTn>
                                            <p:tgtEl>
                                              <p:spTgt spid="70"/>
                                            </p:tgtEl>
                                            <p:attrNameLst>
                                              <p:attrName>style.visibility</p:attrName>
                                            </p:attrNameLst>
                                          </p:cBhvr>
                                          <p:to>
                                            <p:strVal val="visible"/>
                                          </p:to>
                                        </p:set>
                                        <p:anim calcmode="lin" valueType="num" p14:bounceEnd="67000">
                                          <p:cBhvr additive="base">
                                            <p:cTn id="71" dur="1000" fill="hold"/>
                                            <p:tgtEl>
                                              <p:spTgt spid="70"/>
                                            </p:tgtEl>
                                            <p:attrNameLst>
                                              <p:attrName>ppt_x</p:attrName>
                                            </p:attrNameLst>
                                          </p:cBhvr>
                                          <p:tavLst>
                                            <p:tav tm="0">
                                              <p:val>
                                                <p:strVal val="0-#ppt_w/2"/>
                                              </p:val>
                                            </p:tav>
                                            <p:tav tm="100000">
                                              <p:val>
                                                <p:strVal val="#ppt_x"/>
                                              </p:val>
                                            </p:tav>
                                          </p:tavLst>
                                        </p:anim>
                                        <p:anim calcmode="lin" valueType="num" p14:bounceEnd="67000">
                                          <p:cBhvr additive="base">
                                            <p:cTn id="72" dur="1000" fill="hold"/>
                                            <p:tgtEl>
                                              <p:spTgt spid="70"/>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14:presetBounceEnd="67000">
                                      <p:stCondLst>
                                        <p:cond delay="2200"/>
                                      </p:stCondLst>
                                      <p:childTnLst>
                                        <p:set>
                                          <p:cBhvr>
                                            <p:cTn id="74" dur="1" fill="hold">
                                              <p:stCondLst>
                                                <p:cond delay="0"/>
                                              </p:stCondLst>
                                            </p:cTn>
                                            <p:tgtEl>
                                              <p:spTgt spid="71"/>
                                            </p:tgtEl>
                                            <p:attrNameLst>
                                              <p:attrName>style.visibility</p:attrName>
                                            </p:attrNameLst>
                                          </p:cBhvr>
                                          <p:to>
                                            <p:strVal val="visible"/>
                                          </p:to>
                                        </p:set>
                                        <p:anim calcmode="lin" valueType="num" p14:bounceEnd="67000">
                                          <p:cBhvr additive="base">
                                            <p:cTn id="75" dur="1000" fill="hold"/>
                                            <p:tgtEl>
                                              <p:spTgt spid="71"/>
                                            </p:tgtEl>
                                            <p:attrNameLst>
                                              <p:attrName>ppt_x</p:attrName>
                                            </p:attrNameLst>
                                          </p:cBhvr>
                                          <p:tavLst>
                                            <p:tav tm="0">
                                              <p:val>
                                                <p:strVal val="0-#ppt_w/2"/>
                                              </p:val>
                                            </p:tav>
                                            <p:tav tm="100000">
                                              <p:val>
                                                <p:strVal val="#ppt_x"/>
                                              </p:val>
                                            </p:tav>
                                          </p:tavLst>
                                        </p:anim>
                                        <p:anim calcmode="lin" valueType="num" p14:bounceEnd="67000">
                                          <p:cBhvr additive="base">
                                            <p:cTn id="76" dur="1000" fill="hold"/>
                                            <p:tgtEl>
                                              <p:spTgt spid="71"/>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14:presetBounceEnd="67000">
                                      <p:stCondLst>
                                        <p:cond delay="2200"/>
                                      </p:stCondLst>
                                      <p:childTnLst>
                                        <p:set>
                                          <p:cBhvr>
                                            <p:cTn id="78" dur="1" fill="hold">
                                              <p:stCondLst>
                                                <p:cond delay="0"/>
                                              </p:stCondLst>
                                            </p:cTn>
                                            <p:tgtEl>
                                              <p:spTgt spid="80"/>
                                            </p:tgtEl>
                                            <p:attrNameLst>
                                              <p:attrName>style.visibility</p:attrName>
                                            </p:attrNameLst>
                                          </p:cBhvr>
                                          <p:to>
                                            <p:strVal val="visible"/>
                                          </p:to>
                                        </p:set>
                                        <p:anim calcmode="lin" valueType="num" p14:bounceEnd="67000">
                                          <p:cBhvr additive="base">
                                            <p:cTn id="79" dur="1000" fill="hold"/>
                                            <p:tgtEl>
                                              <p:spTgt spid="80"/>
                                            </p:tgtEl>
                                            <p:attrNameLst>
                                              <p:attrName>ppt_x</p:attrName>
                                            </p:attrNameLst>
                                          </p:cBhvr>
                                          <p:tavLst>
                                            <p:tav tm="0">
                                              <p:val>
                                                <p:strVal val="0-#ppt_w/2"/>
                                              </p:val>
                                            </p:tav>
                                            <p:tav tm="100000">
                                              <p:val>
                                                <p:strVal val="#ppt_x"/>
                                              </p:val>
                                            </p:tav>
                                          </p:tavLst>
                                        </p:anim>
                                        <p:anim calcmode="lin" valueType="num" p14:bounceEnd="67000">
                                          <p:cBhvr additive="base">
                                            <p:cTn id="80" dur="1000" fill="hold"/>
                                            <p:tgtEl>
                                              <p:spTgt spid="80"/>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14:presetBounceEnd="67000">
                                      <p:stCondLst>
                                        <p:cond delay="2300"/>
                                      </p:stCondLst>
                                      <p:childTnLst>
                                        <p:set>
                                          <p:cBhvr>
                                            <p:cTn id="82" dur="1" fill="hold">
                                              <p:stCondLst>
                                                <p:cond delay="0"/>
                                              </p:stCondLst>
                                            </p:cTn>
                                            <p:tgtEl>
                                              <p:spTgt spid="76"/>
                                            </p:tgtEl>
                                            <p:attrNameLst>
                                              <p:attrName>style.visibility</p:attrName>
                                            </p:attrNameLst>
                                          </p:cBhvr>
                                          <p:to>
                                            <p:strVal val="visible"/>
                                          </p:to>
                                        </p:set>
                                        <p:anim calcmode="lin" valueType="num" p14:bounceEnd="67000">
                                          <p:cBhvr additive="base">
                                            <p:cTn id="83" dur="1000" fill="hold"/>
                                            <p:tgtEl>
                                              <p:spTgt spid="76"/>
                                            </p:tgtEl>
                                            <p:attrNameLst>
                                              <p:attrName>ppt_x</p:attrName>
                                            </p:attrNameLst>
                                          </p:cBhvr>
                                          <p:tavLst>
                                            <p:tav tm="0">
                                              <p:val>
                                                <p:strVal val="1+#ppt_w/2"/>
                                              </p:val>
                                            </p:tav>
                                            <p:tav tm="100000">
                                              <p:val>
                                                <p:strVal val="#ppt_x"/>
                                              </p:val>
                                            </p:tav>
                                          </p:tavLst>
                                        </p:anim>
                                        <p:anim calcmode="lin" valueType="num" p14:bounceEnd="67000">
                                          <p:cBhvr additive="base">
                                            <p:cTn id="84" dur="1000" fill="hold"/>
                                            <p:tgtEl>
                                              <p:spTgt spid="76"/>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14:presetBounceEnd="67000">
                                      <p:stCondLst>
                                        <p:cond delay="2300"/>
                                      </p:stCondLst>
                                      <p:childTnLst>
                                        <p:set>
                                          <p:cBhvr>
                                            <p:cTn id="86" dur="1" fill="hold">
                                              <p:stCondLst>
                                                <p:cond delay="0"/>
                                              </p:stCondLst>
                                            </p:cTn>
                                            <p:tgtEl>
                                              <p:spTgt spid="77"/>
                                            </p:tgtEl>
                                            <p:attrNameLst>
                                              <p:attrName>style.visibility</p:attrName>
                                            </p:attrNameLst>
                                          </p:cBhvr>
                                          <p:to>
                                            <p:strVal val="visible"/>
                                          </p:to>
                                        </p:set>
                                        <p:anim calcmode="lin" valueType="num" p14:bounceEnd="67000">
                                          <p:cBhvr additive="base">
                                            <p:cTn id="87" dur="1000" fill="hold"/>
                                            <p:tgtEl>
                                              <p:spTgt spid="77"/>
                                            </p:tgtEl>
                                            <p:attrNameLst>
                                              <p:attrName>ppt_x</p:attrName>
                                            </p:attrNameLst>
                                          </p:cBhvr>
                                          <p:tavLst>
                                            <p:tav tm="0">
                                              <p:val>
                                                <p:strVal val="1+#ppt_w/2"/>
                                              </p:val>
                                            </p:tav>
                                            <p:tav tm="100000">
                                              <p:val>
                                                <p:strVal val="#ppt_x"/>
                                              </p:val>
                                            </p:tav>
                                          </p:tavLst>
                                        </p:anim>
                                        <p:anim calcmode="lin" valueType="num" p14:bounceEnd="67000">
                                          <p:cBhvr additive="base">
                                            <p:cTn id="88" dur="1000" fill="hold"/>
                                            <p:tgtEl>
                                              <p:spTgt spid="77"/>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14:presetBounceEnd="67000">
                                      <p:stCondLst>
                                        <p:cond delay="2300"/>
                                      </p:stCondLst>
                                      <p:childTnLst>
                                        <p:set>
                                          <p:cBhvr>
                                            <p:cTn id="90" dur="1" fill="hold">
                                              <p:stCondLst>
                                                <p:cond delay="0"/>
                                              </p:stCondLst>
                                            </p:cTn>
                                            <p:tgtEl>
                                              <p:spTgt spid="81"/>
                                            </p:tgtEl>
                                            <p:attrNameLst>
                                              <p:attrName>style.visibility</p:attrName>
                                            </p:attrNameLst>
                                          </p:cBhvr>
                                          <p:to>
                                            <p:strVal val="visible"/>
                                          </p:to>
                                        </p:set>
                                        <p:anim calcmode="lin" valueType="num" p14:bounceEnd="67000">
                                          <p:cBhvr additive="base">
                                            <p:cTn id="91" dur="1000" fill="hold"/>
                                            <p:tgtEl>
                                              <p:spTgt spid="81"/>
                                            </p:tgtEl>
                                            <p:attrNameLst>
                                              <p:attrName>ppt_x</p:attrName>
                                            </p:attrNameLst>
                                          </p:cBhvr>
                                          <p:tavLst>
                                            <p:tav tm="0">
                                              <p:val>
                                                <p:strVal val="1+#ppt_w/2"/>
                                              </p:val>
                                            </p:tav>
                                            <p:tav tm="100000">
                                              <p:val>
                                                <p:strVal val="#ppt_x"/>
                                              </p:val>
                                            </p:tav>
                                          </p:tavLst>
                                        </p:anim>
                                        <p:anim calcmode="lin" valueType="num" p14:bounceEnd="67000">
                                          <p:cBhvr additive="base">
                                            <p:cTn id="92" dur="1000" fill="hold"/>
                                            <p:tgtEl>
                                              <p:spTgt spid="81"/>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14:presetBounceEnd="67000">
                                      <p:stCondLst>
                                        <p:cond delay="2400"/>
                                      </p:stCondLst>
                                      <p:childTnLst>
                                        <p:set>
                                          <p:cBhvr>
                                            <p:cTn id="94" dur="1" fill="hold">
                                              <p:stCondLst>
                                                <p:cond delay="0"/>
                                              </p:stCondLst>
                                            </p:cTn>
                                            <p:tgtEl>
                                              <p:spTgt spid="73"/>
                                            </p:tgtEl>
                                            <p:attrNameLst>
                                              <p:attrName>style.visibility</p:attrName>
                                            </p:attrNameLst>
                                          </p:cBhvr>
                                          <p:to>
                                            <p:strVal val="visible"/>
                                          </p:to>
                                        </p:set>
                                        <p:anim calcmode="lin" valueType="num" p14:bounceEnd="67000">
                                          <p:cBhvr additive="base">
                                            <p:cTn id="95" dur="1000" fill="hold"/>
                                            <p:tgtEl>
                                              <p:spTgt spid="73"/>
                                            </p:tgtEl>
                                            <p:attrNameLst>
                                              <p:attrName>ppt_x</p:attrName>
                                            </p:attrNameLst>
                                          </p:cBhvr>
                                          <p:tavLst>
                                            <p:tav tm="0">
                                              <p:val>
                                                <p:strVal val="1+#ppt_w/2"/>
                                              </p:val>
                                            </p:tav>
                                            <p:tav tm="100000">
                                              <p:val>
                                                <p:strVal val="#ppt_x"/>
                                              </p:val>
                                            </p:tav>
                                          </p:tavLst>
                                        </p:anim>
                                        <p:anim calcmode="lin" valueType="num" p14:bounceEnd="67000">
                                          <p:cBhvr additive="base">
                                            <p:cTn id="96" dur="1000" fill="hold"/>
                                            <p:tgtEl>
                                              <p:spTgt spid="73"/>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14:presetBounceEnd="67000">
                                      <p:stCondLst>
                                        <p:cond delay="2400"/>
                                      </p:stCondLst>
                                      <p:childTnLst>
                                        <p:set>
                                          <p:cBhvr>
                                            <p:cTn id="98" dur="1" fill="hold">
                                              <p:stCondLst>
                                                <p:cond delay="0"/>
                                              </p:stCondLst>
                                            </p:cTn>
                                            <p:tgtEl>
                                              <p:spTgt spid="74"/>
                                            </p:tgtEl>
                                            <p:attrNameLst>
                                              <p:attrName>style.visibility</p:attrName>
                                            </p:attrNameLst>
                                          </p:cBhvr>
                                          <p:to>
                                            <p:strVal val="visible"/>
                                          </p:to>
                                        </p:set>
                                        <p:anim calcmode="lin" valueType="num" p14:bounceEnd="67000">
                                          <p:cBhvr additive="base">
                                            <p:cTn id="99" dur="1000" fill="hold"/>
                                            <p:tgtEl>
                                              <p:spTgt spid="74"/>
                                            </p:tgtEl>
                                            <p:attrNameLst>
                                              <p:attrName>ppt_x</p:attrName>
                                            </p:attrNameLst>
                                          </p:cBhvr>
                                          <p:tavLst>
                                            <p:tav tm="0">
                                              <p:val>
                                                <p:strVal val="1+#ppt_w/2"/>
                                              </p:val>
                                            </p:tav>
                                            <p:tav tm="100000">
                                              <p:val>
                                                <p:strVal val="#ppt_x"/>
                                              </p:val>
                                            </p:tav>
                                          </p:tavLst>
                                        </p:anim>
                                        <p:anim calcmode="lin" valueType="num" p14:bounceEnd="67000">
                                          <p:cBhvr additive="base">
                                            <p:cTn id="100" dur="1000" fill="hold"/>
                                            <p:tgtEl>
                                              <p:spTgt spid="74"/>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14:presetBounceEnd="67000">
                                      <p:stCondLst>
                                        <p:cond delay="2400"/>
                                      </p:stCondLst>
                                      <p:childTnLst>
                                        <p:set>
                                          <p:cBhvr>
                                            <p:cTn id="102" dur="1" fill="hold">
                                              <p:stCondLst>
                                                <p:cond delay="0"/>
                                              </p:stCondLst>
                                            </p:cTn>
                                            <p:tgtEl>
                                              <p:spTgt spid="82"/>
                                            </p:tgtEl>
                                            <p:attrNameLst>
                                              <p:attrName>style.visibility</p:attrName>
                                            </p:attrNameLst>
                                          </p:cBhvr>
                                          <p:to>
                                            <p:strVal val="visible"/>
                                          </p:to>
                                        </p:set>
                                        <p:anim calcmode="lin" valueType="num" p14:bounceEnd="67000">
                                          <p:cBhvr additive="base">
                                            <p:cTn id="103" dur="1000" fill="hold"/>
                                            <p:tgtEl>
                                              <p:spTgt spid="82"/>
                                            </p:tgtEl>
                                            <p:attrNameLst>
                                              <p:attrName>ppt_x</p:attrName>
                                            </p:attrNameLst>
                                          </p:cBhvr>
                                          <p:tavLst>
                                            <p:tav tm="0">
                                              <p:val>
                                                <p:strVal val="1+#ppt_w/2"/>
                                              </p:val>
                                            </p:tav>
                                            <p:tav tm="100000">
                                              <p:val>
                                                <p:strVal val="#ppt_x"/>
                                              </p:val>
                                            </p:tav>
                                          </p:tavLst>
                                        </p:anim>
                                        <p:anim calcmode="lin" valueType="num" p14:bounceEnd="67000">
                                          <p:cBhvr additive="base">
                                            <p:cTn id="104" dur="1000" fill="hold"/>
                                            <p:tgtEl>
                                              <p:spTgt spid="8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P spid="67" grpId="0"/>
          <p:bldP spid="68" grpId="0"/>
          <p:bldP spid="69" grpId="0"/>
          <p:bldP spid="45" grpId="0" animBg="1"/>
          <p:bldP spid="50" grpId="0"/>
          <p:bldP spid="57" grpId="0" animBg="1"/>
          <p:bldP spid="63" grpId="0"/>
          <p:bldP spid="70" grpId="0" animBg="1"/>
          <p:bldP spid="71" grpId="0"/>
          <p:bldP spid="73" grpId="0" animBg="1"/>
          <p:bldP spid="74" grpId="0"/>
          <p:bldP spid="76" grpId="0" animBg="1"/>
          <p:bldP spid="77" grpId="0"/>
          <p:bldP spid="78" grpId="0"/>
          <p:bldP spid="79" grpId="0"/>
          <p:bldP spid="80" grpId="0"/>
          <p:bldP spid="81" grpId="0"/>
          <p:bldP spid="82" grpId="0"/>
          <p:bldP spid="8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Effect transition="in" filter="fade">
                                          <p:cBhvr>
                                            <p:cTn id="9" dur="500"/>
                                            <p:tgtEl>
                                              <p:spTgt spid="84"/>
                                            </p:tgtEl>
                                          </p:cBhvr>
                                        </p:animEffect>
                                      </p:childTnLst>
                                    </p:cTn>
                                  </p:par>
                                  <p:par>
                                    <p:cTn id="10" presetID="53" presetClass="entr" presetSubtype="16" fill="hold" nodeType="withEffect">
                                      <p:stCondLst>
                                        <p:cond delay="250"/>
                                      </p:stCondLst>
                                      <p:childTnLst>
                                        <p:set>
                                          <p:cBhvr>
                                            <p:cTn id="11" dur="1" fill="hold">
                                              <p:stCondLst>
                                                <p:cond delay="0"/>
                                              </p:stCondLst>
                                            </p:cTn>
                                            <p:tgtEl>
                                              <p:spTgt spid="53"/>
                                            </p:tgtEl>
                                            <p:attrNameLst>
                                              <p:attrName>style.visibility</p:attrName>
                                            </p:attrNameLst>
                                          </p:cBhvr>
                                          <p:to>
                                            <p:strVal val="visible"/>
                                          </p:to>
                                        </p:set>
                                        <p:anim calcmode="lin" valueType="num">
                                          <p:cBhvr>
                                            <p:cTn id="12" dur="750" fill="hold"/>
                                            <p:tgtEl>
                                              <p:spTgt spid="53"/>
                                            </p:tgtEl>
                                            <p:attrNameLst>
                                              <p:attrName>ppt_w</p:attrName>
                                            </p:attrNameLst>
                                          </p:cBhvr>
                                          <p:tavLst>
                                            <p:tav tm="0">
                                              <p:val>
                                                <p:fltVal val="0"/>
                                              </p:val>
                                            </p:tav>
                                            <p:tav tm="100000">
                                              <p:val>
                                                <p:strVal val="#ppt_w"/>
                                              </p:val>
                                            </p:tav>
                                          </p:tavLst>
                                        </p:anim>
                                        <p:anim calcmode="lin" valueType="num">
                                          <p:cBhvr>
                                            <p:cTn id="13" dur="750" fill="hold"/>
                                            <p:tgtEl>
                                              <p:spTgt spid="53"/>
                                            </p:tgtEl>
                                            <p:attrNameLst>
                                              <p:attrName>ppt_h</p:attrName>
                                            </p:attrNameLst>
                                          </p:cBhvr>
                                          <p:tavLst>
                                            <p:tav tm="0">
                                              <p:val>
                                                <p:fltVal val="0"/>
                                              </p:val>
                                            </p:tav>
                                            <p:tav tm="100000">
                                              <p:val>
                                                <p:strVal val="#ppt_h"/>
                                              </p:val>
                                            </p:tav>
                                          </p:tavLst>
                                        </p:anim>
                                        <p:animEffect transition="in" filter="fade">
                                          <p:cBhvr>
                                            <p:cTn id="14" dur="750"/>
                                            <p:tgtEl>
                                              <p:spTgt spid="53"/>
                                            </p:tgtEl>
                                          </p:cBhvr>
                                        </p:animEffect>
                                      </p:childTnLst>
                                    </p:cTn>
                                  </p:par>
                                  <p:par>
                                    <p:cTn id="15" presetID="21" presetClass="entr" presetSubtype="1" fill="hold" nodeType="withEffect">
                                      <p:stCondLst>
                                        <p:cond delay="250"/>
                                      </p:stCondLst>
                                      <p:childTnLst>
                                        <p:set>
                                          <p:cBhvr>
                                            <p:cTn id="16" dur="1" fill="hold">
                                              <p:stCondLst>
                                                <p:cond delay="0"/>
                                              </p:stCondLst>
                                            </p:cTn>
                                            <p:tgtEl>
                                              <p:spTgt spid="58"/>
                                            </p:tgtEl>
                                            <p:attrNameLst>
                                              <p:attrName>style.visibility</p:attrName>
                                            </p:attrNameLst>
                                          </p:cBhvr>
                                          <p:to>
                                            <p:strVal val="visible"/>
                                          </p:to>
                                        </p:set>
                                        <p:animEffect transition="in" filter="wheel(1)">
                                          <p:cBhvr>
                                            <p:cTn id="17" dur="1250"/>
                                            <p:tgtEl>
                                              <p:spTgt spid="58"/>
                                            </p:tgtEl>
                                          </p:cBhvr>
                                        </p:animEffect>
                                      </p:childTnLst>
                                    </p:cTn>
                                  </p:par>
                                  <p:par>
                                    <p:cTn id="18" presetID="21" presetClass="entr" presetSubtype="1" fill="hold" nodeType="withEffect">
                                      <p:stCondLst>
                                        <p:cond delay="500"/>
                                      </p:stCondLst>
                                      <p:childTnLst>
                                        <p:set>
                                          <p:cBhvr>
                                            <p:cTn id="19" dur="1" fill="hold">
                                              <p:stCondLst>
                                                <p:cond delay="0"/>
                                              </p:stCondLst>
                                            </p:cTn>
                                            <p:tgtEl>
                                              <p:spTgt spid="59"/>
                                            </p:tgtEl>
                                            <p:attrNameLst>
                                              <p:attrName>style.visibility</p:attrName>
                                            </p:attrNameLst>
                                          </p:cBhvr>
                                          <p:to>
                                            <p:strVal val="visible"/>
                                          </p:to>
                                        </p:set>
                                        <p:animEffect transition="in" filter="wheel(1)">
                                          <p:cBhvr>
                                            <p:cTn id="20" dur="1250"/>
                                            <p:tgtEl>
                                              <p:spTgt spid="59"/>
                                            </p:tgtEl>
                                          </p:cBhvr>
                                        </p:animEffect>
                                      </p:childTnLst>
                                    </p:cTn>
                                  </p:par>
                                  <p:par>
                                    <p:cTn id="21" presetID="21" presetClass="entr" presetSubtype="1" fill="hold" nodeType="withEffect">
                                      <p:stCondLst>
                                        <p:cond delay="750"/>
                                      </p:stCondLst>
                                      <p:childTnLst>
                                        <p:set>
                                          <p:cBhvr>
                                            <p:cTn id="22" dur="1" fill="hold">
                                              <p:stCondLst>
                                                <p:cond delay="0"/>
                                              </p:stCondLst>
                                            </p:cTn>
                                            <p:tgtEl>
                                              <p:spTgt spid="60"/>
                                            </p:tgtEl>
                                            <p:attrNameLst>
                                              <p:attrName>style.visibility</p:attrName>
                                            </p:attrNameLst>
                                          </p:cBhvr>
                                          <p:to>
                                            <p:strVal val="visible"/>
                                          </p:to>
                                        </p:set>
                                        <p:animEffect transition="in" filter="wheel(1)">
                                          <p:cBhvr>
                                            <p:cTn id="23" dur="1250"/>
                                            <p:tgtEl>
                                              <p:spTgt spid="60"/>
                                            </p:tgtEl>
                                          </p:cBhvr>
                                        </p:animEffect>
                                      </p:childTnLst>
                                    </p:cTn>
                                  </p:par>
                                  <p:par>
                                    <p:cTn id="24" presetID="21" presetClass="entr" presetSubtype="1" fill="hold" nodeType="withEffect">
                                      <p:stCondLst>
                                        <p:cond delay="1000"/>
                                      </p:stCondLst>
                                      <p:childTnLst>
                                        <p:set>
                                          <p:cBhvr>
                                            <p:cTn id="25" dur="1" fill="hold">
                                              <p:stCondLst>
                                                <p:cond delay="0"/>
                                              </p:stCondLst>
                                            </p:cTn>
                                            <p:tgtEl>
                                              <p:spTgt spid="61"/>
                                            </p:tgtEl>
                                            <p:attrNameLst>
                                              <p:attrName>style.visibility</p:attrName>
                                            </p:attrNameLst>
                                          </p:cBhvr>
                                          <p:to>
                                            <p:strVal val="visible"/>
                                          </p:to>
                                        </p:set>
                                        <p:animEffect transition="in" filter="wheel(1)">
                                          <p:cBhvr>
                                            <p:cTn id="26" dur="1250"/>
                                            <p:tgtEl>
                                              <p:spTgt spid="61"/>
                                            </p:tgtEl>
                                          </p:cBhvr>
                                        </p:animEffect>
                                      </p:childTnLst>
                                    </p:cTn>
                                  </p:par>
                                  <p:par>
                                    <p:cTn id="27" presetID="21" presetClass="entr" presetSubtype="1" fill="hold" nodeType="withEffect">
                                      <p:stCondLst>
                                        <p:cond delay="1250"/>
                                      </p:stCondLst>
                                      <p:childTnLst>
                                        <p:set>
                                          <p:cBhvr>
                                            <p:cTn id="28" dur="1" fill="hold">
                                              <p:stCondLst>
                                                <p:cond delay="0"/>
                                              </p:stCondLst>
                                            </p:cTn>
                                            <p:tgtEl>
                                              <p:spTgt spid="62"/>
                                            </p:tgtEl>
                                            <p:attrNameLst>
                                              <p:attrName>style.visibility</p:attrName>
                                            </p:attrNameLst>
                                          </p:cBhvr>
                                          <p:to>
                                            <p:strVal val="visible"/>
                                          </p:to>
                                        </p:set>
                                        <p:animEffect transition="in" filter="wheel(1)">
                                          <p:cBhvr>
                                            <p:cTn id="29" dur="1250"/>
                                            <p:tgtEl>
                                              <p:spTgt spid="62"/>
                                            </p:tgtEl>
                                          </p:cBhvr>
                                        </p:animEffect>
                                      </p:childTnLst>
                                    </p:cTn>
                                  </p:par>
                                  <p:par>
                                    <p:cTn id="30" presetID="21" presetClass="entr" presetSubtype="1" fill="hold" grpId="0" nodeType="withEffect">
                                      <p:stCondLst>
                                        <p:cond delay="500"/>
                                      </p:stCondLst>
                                      <p:childTnLst>
                                        <p:set>
                                          <p:cBhvr>
                                            <p:cTn id="31" dur="1" fill="hold">
                                              <p:stCondLst>
                                                <p:cond delay="0"/>
                                              </p:stCondLst>
                                            </p:cTn>
                                            <p:tgtEl>
                                              <p:spTgt spid="69"/>
                                            </p:tgtEl>
                                            <p:attrNameLst>
                                              <p:attrName>style.visibility</p:attrName>
                                            </p:attrNameLst>
                                          </p:cBhvr>
                                          <p:to>
                                            <p:strVal val="visible"/>
                                          </p:to>
                                        </p:set>
                                        <p:animEffect transition="in" filter="wheel(1)">
                                          <p:cBhvr>
                                            <p:cTn id="32" dur="1500"/>
                                            <p:tgtEl>
                                              <p:spTgt spid="69"/>
                                            </p:tgtEl>
                                          </p:cBhvr>
                                        </p:animEffect>
                                      </p:childTnLst>
                                    </p:cTn>
                                  </p:par>
                                  <p:par>
                                    <p:cTn id="33" presetID="21" presetClass="entr" presetSubtype="1" fill="hold" grpId="0" nodeType="withEffect">
                                      <p:stCondLst>
                                        <p:cond delay="750"/>
                                      </p:stCondLst>
                                      <p:childTnLst>
                                        <p:set>
                                          <p:cBhvr>
                                            <p:cTn id="34" dur="1" fill="hold">
                                              <p:stCondLst>
                                                <p:cond delay="0"/>
                                              </p:stCondLst>
                                            </p:cTn>
                                            <p:tgtEl>
                                              <p:spTgt spid="65"/>
                                            </p:tgtEl>
                                            <p:attrNameLst>
                                              <p:attrName>style.visibility</p:attrName>
                                            </p:attrNameLst>
                                          </p:cBhvr>
                                          <p:to>
                                            <p:strVal val="visible"/>
                                          </p:to>
                                        </p:set>
                                        <p:animEffect transition="in" filter="wheel(1)">
                                          <p:cBhvr>
                                            <p:cTn id="35" dur="1500"/>
                                            <p:tgtEl>
                                              <p:spTgt spid="65"/>
                                            </p:tgtEl>
                                          </p:cBhvr>
                                        </p:animEffect>
                                      </p:childTnLst>
                                    </p:cTn>
                                  </p:par>
                                  <p:par>
                                    <p:cTn id="36" presetID="21" presetClass="entr" presetSubtype="1" fill="hold" grpId="0" nodeType="withEffect">
                                      <p:stCondLst>
                                        <p:cond delay="1000"/>
                                      </p:stCondLst>
                                      <p:childTnLst>
                                        <p:set>
                                          <p:cBhvr>
                                            <p:cTn id="37" dur="1" fill="hold">
                                              <p:stCondLst>
                                                <p:cond delay="0"/>
                                              </p:stCondLst>
                                            </p:cTn>
                                            <p:tgtEl>
                                              <p:spTgt spid="66"/>
                                            </p:tgtEl>
                                            <p:attrNameLst>
                                              <p:attrName>style.visibility</p:attrName>
                                            </p:attrNameLst>
                                          </p:cBhvr>
                                          <p:to>
                                            <p:strVal val="visible"/>
                                          </p:to>
                                        </p:set>
                                        <p:animEffect transition="in" filter="wheel(1)">
                                          <p:cBhvr>
                                            <p:cTn id="38" dur="1500"/>
                                            <p:tgtEl>
                                              <p:spTgt spid="66"/>
                                            </p:tgtEl>
                                          </p:cBhvr>
                                        </p:animEffect>
                                      </p:childTnLst>
                                    </p:cTn>
                                  </p:par>
                                  <p:par>
                                    <p:cTn id="39" presetID="21" presetClass="entr" presetSubtype="1" fill="hold" grpId="0" nodeType="withEffect">
                                      <p:stCondLst>
                                        <p:cond delay="1250"/>
                                      </p:stCondLst>
                                      <p:childTnLst>
                                        <p:set>
                                          <p:cBhvr>
                                            <p:cTn id="40" dur="1" fill="hold">
                                              <p:stCondLst>
                                                <p:cond delay="0"/>
                                              </p:stCondLst>
                                            </p:cTn>
                                            <p:tgtEl>
                                              <p:spTgt spid="67"/>
                                            </p:tgtEl>
                                            <p:attrNameLst>
                                              <p:attrName>style.visibility</p:attrName>
                                            </p:attrNameLst>
                                          </p:cBhvr>
                                          <p:to>
                                            <p:strVal val="visible"/>
                                          </p:to>
                                        </p:set>
                                        <p:animEffect transition="in" filter="wheel(1)">
                                          <p:cBhvr>
                                            <p:cTn id="41" dur="1500"/>
                                            <p:tgtEl>
                                              <p:spTgt spid="67"/>
                                            </p:tgtEl>
                                          </p:cBhvr>
                                        </p:animEffect>
                                      </p:childTnLst>
                                    </p:cTn>
                                  </p:par>
                                  <p:par>
                                    <p:cTn id="42" presetID="21" presetClass="entr" presetSubtype="1" fill="hold" grpId="0" nodeType="withEffect">
                                      <p:stCondLst>
                                        <p:cond delay="1500"/>
                                      </p:stCondLst>
                                      <p:childTnLst>
                                        <p:set>
                                          <p:cBhvr>
                                            <p:cTn id="43" dur="1" fill="hold">
                                              <p:stCondLst>
                                                <p:cond delay="0"/>
                                              </p:stCondLst>
                                            </p:cTn>
                                            <p:tgtEl>
                                              <p:spTgt spid="68"/>
                                            </p:tgtEl>
                                            <p:attrNameLst>
                                              <p:attrName>style.visibility</p:attrName>
                                            </p:attrNameLst>
                                          </p:cBhvr>
                                          <p:to>
                                            <p:strVal val="visible"/>
                                          </p:to>
                                        </p:set>
                                        <p:animEffect transition="in" filter="wheel(1)">
                                          <p:cBhvr>
                                            <p:cTn id="44" dur="1500"/>
                                            <p:tgtEl>
                                              <p:spTgt spid="68"/>
                                            </p:tgtEl>
                                          </p:cBhvr>
                                        </p:animEffect>
                                      </p:childTnLst>
                                    </p:cTn>
                                  </p:par>
                                  <p:par>
                                    <p:cTn id="45" presetID="2" presetClass="entr" presetSubtype="8" fill="hold" grpId="0" nodeType="withEffect">
                                      <p:stCondLst>
                                        <p:cond delay="2000"/>
                                      </p:stCondLst>
                                      <p:childTnLst>
                                        <p:set>
                                          <p:cBhvr>
                                            <p:cTn id="46" dur="1" fill="hold">
                                              <p:stCondLst>
                                                <p:cond delay="0"/>
                                              </p:stCondLst>
                                            </p:cTn>
                                            <p:tgtEl>
                                              <p:spTgt spid="45"/>
                                            </p:tgtEl>
                                            <p:attrNameLst>
                                              <p:attrName>style.visibility</p:attrName>
                                            </p:attrNameLst>
                                          </p:cBhvr>
                                          <p:to>
                                            <p:strVal val="visible"/>
                                          </p:to>
                                        </p:set>
                                        <p:anim calcmode="lin" valueType="num">
                                          <p:cBhvr additive="base">
                                            <p:cTn id="47" dur="1000" fill="hold"/>
                                            <p:tgtEl>
                                              <p:spTgt spid="45"/>
                                            </p:tgtEl>
                                            <p:attrNameLst>
                                              <p:attrName>ppt_x</p:attrName>
                                            </p:attrNameLst>
                                          </p:cBhvr>
                                          <p:tavLst>
                                            <p:tav tm="0">
                                              <p:val>
                                                <p:strVal val="0-#ppt_w/2"/>
                                              </p:val>
                                            </p:tav>
                                            <p:tav tm="100000">
                                              <p:val>
                                                <p:strVal val="#ppt_x"/>
                                              </p:val>
                                            </p:tav>
                                          </p:tavLst>
                                        </p:anim>
                                        <p:anim calcmode="lin" valueType="num">
                                          <p:cBhvr additive="base">
                                            <p:cTn id="48" dur="1000" fill="hold"/>
                                            <p:tgtEl>
                                              <p:spTgt spid="45"/>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2000"/>
                                      </p:stCondLst>
                                      <p:childTnLst>
                                        <p:set>
                                          <p:cBhvr>
                                            <p:cTn id="50" dur="1" fill="hold">
                                              <p:stCondLst>
                                                <p:cond delay="0"/>
                                              </p:stCondLst>
                                            </p:cTn>
                                            <p:tgtEl>
                                              <p:spTgt spid="50"/>
                                            </p:tgtEl>
                                            <p:attrNameLst>
                                              <p:attrName>style.visibility</p:attrName>
                                            </p:attrNameLst>
                                          </p:cBhvr>
                                          <p:to>
                                            <p:strVal val="visible"/>
                                          </p:to>
                                        </p:set>
                                        <p:anim calcmode="lin" valueType="num">
                                          <p:cBhvr additive="base">
                                            <p:cTn id="51" dur="1000" fill="hold"/>
                                            <p:tgtEl>
                                              <p:spTgt spid="50"/>
                                            </p:tgtEl>
                                            <p:attrNameLst>
                                              <p:attrName>ppt_x</p:attrName>
                                            </p:attrNameLst>
                                          </p:cBhvr>
                                          <p:tavLst>
                                            <p:tav tm="0">
                                              <p:val>
                                                <p:strVal val="0-#ppt_w/2"/>
                                              </p:val>
                                            </p:tav>
                                            <p:tav tm="100000">
                                              <p:val>
                                                <p:strVal val="#ppt_x"/>
                                              </p:val>
                                            </p:tav>
                                          </p:tavLst>
                                        </p:anim>
                                        <p:anim calcmode="lin" valueType="num">
                                          <p:cBhvr additive="base">
                                            <p:cTn id="52" dur="1000" fill="hold"/>
                                            <p:tgtEl>
                                              <p:spTgt spid="50"/>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2000"/>
                                      </p:stCondLst>
                                      <p:childTnLst>
                                        <p:set>
                                          <p:cBhvr>
                                            <p:cTn id="54" dur="1" fill="hold">
                                              <p:stCondLst>
                                                <p:cond delay="0"/>
                                              </p:stCondLst>
                                            </p:cTn>
                                            <p:tgtEl>
                                              <p:spTgt spid="78"/>
                                            </p:tgtEl>
                                            <p:attrNameLst>
                                              <p:attrName>style.visibility</p:attrName>
                                            </p:attrNameLst>
                                          </p:cBhvr>
                                          <p:to>
                                            <p:strVal val="visible"/>
                                          </p:to>
                                        </p:set>
                                        <p:anim calcmode="lin" valueType="num">
                                          <p:cBhvr additive="base">
                                            <p:cTn id="55" dur="1000" fill="hold"/>
                                            <p:tgtEl>
                                              <p:spTgt spid="78"/>
                                            </p:tgtEl>
                                            <p:attrNameLst>
                                              <p:attrName>ppt_x</p:attrName>
                                            </p:attrNameLst>
                                          </p:cBhvr>
                                          <p:tavLst>
                                            <p:tav tm="0">
                                              <p:val>
                                                <p:strVal val="0-#ppt_w/2"/>
                                              </p:val>
                                            </p:tav>
                                            <p:tav tm="100000">
                                              <p:val>
                                                <p:strVal val="#ppt_x"/>
                                              </p:val>
                                            </p:tav>
                                          </p:tavLst>
                                        </p:anim>
                                        <p:anim calcmode="lin" valueType="num">
                                          <p:cBhvr additive="base">
                                            <p:cTn id="56" dur="1000" fill="hold"/>
                                            <p:tgtEl>
                                              <p:spTgt spid="78"/>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2100"/>
                                      </p:stCondLst>
                                      <p:childTnLst>
                                        <p:set>
                                          <p:cBhvr>
                                            <p:cTn id="58" dur="1" fill="hold">
                                              <p:stCondLst>
                                                <p:cond delay="0"/>
                                              </p:stCondLst>
                                            </p:cTn>
                                            <p:tgtEl>
                                              <p:spTgt spid="57"/>
                                            </p:tgtEl>
                                            <p:attrNameLst>
                                              <p:attrName>style.visibility</p:attrName>
                                            </p:attrNameLst>
                                          </p:cBhvr>
                                          <p:to>
                                            <p:strVal val="visible"/>
                                          </p:to>
                                        </p:set>
                                        <p:anim calcmode="lin" valueType="num">
                                          <p:cBhvr additive="base">
                                            <p:cTn id="59" dur="1000" fill="hold"/>
                                            <p:tgtEl>
                                              <p:spTgt spid="57"/>
                                            </p:tgtEl>
                                            <p:attrNameLst>
                                              <p:attrName>ppt_x</p:attrName>
                                            </p:attrNameLst>
                                          </p:cBhvr>
                                          <p:tavLst>
                                            <p:tav tm="0">
                                              <p:val>
                                                <p:strVal val="0-#ppt_w/2"/>
                                              </p:val>
                                            </p:tav>
                                            <p:tav tm="100000">
                                              <p:val>
                                                <p:strVal val="#ppt_x"/>
                                              </p:val>
                                            </p:tav>
                                          </p:tavLst>
                                        </p:anim>
                                        <p:anim calcmode="lin" valueType="num">
                                          <p:cBhvr additive="base">
                                            <p:cTn id="60" dur="1000" fill="hold"/>
                                            <p:tgtEl>
                                              <p:spTgt spid="57"/>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2100"/>
                                      </p:stCondLst>
                                      <p:childTnLst>
                                        <p:set>
                                          <p:cBhvr>
                                            <p:cTn id="62" dur="1" fill="hold">
                                              <p:stCondLst>
                                                <p:cond delay="0"/>
                                              </p:stCondLst>
                                            </p:cTn>
                                            <p:tgtEl>
                                              <p:spTgt spid="63"/>
                                            </p:tgtEl>
                                            <p:attrNameLst>
                                              <p:attrName>style.visibility</p:attrName>
                                            </p:attrNameLst>
                                          </p:cBhvr>
                                          <p:to>
                                            <p:strVal val="visible"/>
                                          </p:to>
                                        </p:set>
                                        <p:anim calcmode="lin" valueType="num">
                                          <p:cBhvr additive="base">
                                            <p:cTn id="63" dur="1000" fill="hold"/>
                                            <p:tgtEl>
                                              <p:spTgt spid="63"/>
                                            </p:tgtEl>
                                            <p:attrNameLst>
                                              <p:attrName>ppt_x</p:attrName>
                                            </p:attrNameLst>
                                          </p:cBhvr>
                                          <p:tavLst>
                                            <p:tav tm="0">
                                              <p:val>
                                                <p:strVal val="0-#ppt_w/2"/>
                                              </p:val>
                                            </p:tav>
                                            <p:tav tm="100000">
                                              <p:val>
                                                <p:strVal val="#ppt_x"/>
                                              </p:val>
                                            </p:tav>
                                          </p:tavLst>
                                        </p:anim>
                                        <p:anim calcmode="lin" valueType="num">
                                          <p:cBhvr additive="base">
                                            <p:cTn id="64" dur="1000" fill="hold"/>
                                            <p:tgtEl>
                                              <p:spTgt spid="63"/>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2100"/>
                                      </p:stCondLst>
                                      <p:childTnLst>
                                        <p:set>
                                          <p:cBhvr>
                                            <p:cTn id="66" dur="1" fill="hold">
                                              <p:stCondLst>
                                                <p:cond delay="0"/>
                                              </p:stCondLst>
                                            </p:cTn>
                                            <p:tgtEl>
                                              <p:spTgt spid="79"/>
                                            </p:tgtEl>
                                            <p:attrNameLst>
                                              <p:attrName>style.visibility</p:attrName>
                                            </p:attrNameLst>
                                          </p:cBhvr>
                                          <p:to>
                                            <p:strVal val="visible"/>
                                          </p:to>
                                        </p:set>
                                        <p:anim calcmode="lin" valueType="num">
                                          <p:cBhvr additive="base">
                                            <p:cTn id="67" dur="1000" fill="hold"/>
                                            <p:tgtEl>
                                              <p:spTgt spid="79"/>
                                            </p:tgtEl>
                                            <p:attrNameLst>
                                              <p:attrName>ppt_x</p:attrName>
                                            </p:attrNameLst>
                                          </p:cBhvr>
                                          <p:tavLst>
                                            <p:tav tm="0">
                                              <p:val>
                                                <p:strVal val="0-#ppt_w/2"/>
                                              </p:val>
                                            </p:tav>
                                            <p:tav tm="100000">
                                              <p:val>
                                                <p:strVal val="#ppt_x"/>
                                              </p:val>
                                            </p:tav>
                                          </p:tavLst>
                                        </p:anim>
                                        <p:anim calcmode="lin" valueType="num">
                                          <p:cBhvr additive="base">
                                            <p:cTn id="68" dur="1000" fill="hold"/>
                                            <p:tgtEl>
                                              <p:spTgt spid="79"/>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220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1000" fill="hold"/>
                                            <p:tgtEl>
                                              <p:spTgt spid="70"/>
                                            </p:tgtEl>
                                            <p:attrNameLst>
                                              <p:attrName>ppt_x</p:attrName>
                                            </p:attrNameLst>
                                          </p:cBhvr>
                                          <p:tavLst>
                                            <p:tav tm="0">
                                              <p:val>
                                                <p:strVal val="0-#ppt_w/2"/>
                                              </p:val>
                                            </p:tav>
                                            <p:tav tm="100000">
                                              <p:val>
                                                <p:strVal val="#ppt_x"/>
                                              </p:val>
                                            </p:tav>
                                          </p:tavLst>
                                        </p:anim>
                                        <p:anim calcmode="lin" valueType="num">
                                          <p:cBhvr additive="base">
                                            <p:cTn id="72" dur="1000" fill="hold"/>
                                            <p:tgtEl>
                                              <p:spTgt spid="70"/>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220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1000" fill="hold"/>
                                            <p:tgtEl>
                                              <p:spTgt spid="71"/>
                                            </p:tgtEl>
                                            <p:attrNameLst>
                                              <p:attrName>ppt_x</p:attrName>
                                            </p:attrNameLst>
                                          </p:cBhvr>
                                          <p:tavLst>
                                            <p:tav tm="0">
                                              <p:val>
                                                <p:strVal val="0-#ppt_w/2"/>
                                              </p:val>
                                            </p:tav>
                                            <p:tav tm="100000">
                                              <p:val>
                                                <p:strVal val="#ppt_x"/>
                                              </p:val>
                                            </p:tav>
                                          </p:tavLst>
                                        </p:anim>
                                        <p:anim calcmode="lin" valueType="num">
                                          <p:cBhvr additive="base">
                                            <p:cTn id="76" dur="1000" fill="hold"/>
                                            <p:tgtEl>
                                              <p:spTgt spid="71"/>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2200"/>
                                      </p:stCondLst>
                                      <p:childTnLst>
                                        <p:set>
                                          <p:cBhvr>
                                            <p:cTn id="78" dur="1" fill="hold">
                                              <p:stCondLst>
                                                <p:cond delay="0"/>
                                              </p:stCondLst>
                                            </p:cTn>
                                            <p:tgtEl>
                                              <p:spTgt spid="80"/>
                                            </p:tgtEl>
                                            <p:attrNameLst>
                                              <p:attrName>style.visibility</p:attrName>
                                            </p:attrNameLst>
                                          </p:cBhvr>
                                          <p:to>
                                            <p:strVal val="visible"/>
                                          </p:to>
                                        </p:set>
                                        <p:anim calcmode="lin" valueType="num">
                                          <p:cBhvr additive="base">
                                            <p:cTn id="79" dur="1000" fill="hold"/>
                                            <p:tgtEl>
                                              <p:spTgt spid="80"/>
                                            </p:tgtEl>
                                            <p:attrNameLst>
                                              <p:attrName>ppt_x</p:attrName>
                                            </p:attrNameLst>
                                          </p:cBhvr>
                                          <p:tavLst>
                                            <p:tav tm="0">
                                              <p:val>
                                                <p:strVal val="0-#ppt_w/2"/>
                                              </p:val>
                                            </p:tav>
                                            <p:tav tm="100000">
                                              <p:val>
                                                <p:strVal val="#ppt_x"/>
                                              </p:val>
                                            </p:tav>
                                          </p:tavLst>
                                        </p:anim>
                                        <p:anim calcmode="lin" valueType="num">
                                          <p:cBhvr additive="base">
                                            <p:cTn id="80" dur="1000" fill="hold"/>
                                            <p:tgtEl>
                                              <p:spTgt spid="80"/>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2300"/>
                                      </p:stCondLst>
                                      <p:childTnLst>
                                        <p:set>
                                          <p:cBhvr>
                                            <p:cTn id="82" dur="1" fill="hold">
                                              <p:stCondLst>
                                                <p:cond delay="0"/>
                                              </p:stCondLst>
                                            </p:cTn>
                                            <p:tgtEl>
                                              <p:spTgt spid="76"/>
                                            </p:tgtEl>
                                            <p:attrNameLst>
                                              <p:attrName>style.visibility</p:attrName>
                                            </p:attrNameLst>
                                          </p:cBhvr>
                                          <p:to>
                                            <p:strVal val="visible"/>
                                          </p:to>
                                        </p:set>
                                        <p:anim calcmode="lin" valueType="num">
                                          <p:cBhvr additive="base">
                                            <p:cTn id="83" dur="1000" fill="hold"/>
                                            <p:tgtEl>
                                              <p:spTgt spid="76"/>
                                            </p:tgtEl>
                                            <p:attrNameLst>
                                              <p:attrName>ppt_x</p:attrName>
                                            </p:attrNameLst>
                                          </p:cBhvr>
                                          <p:tavLst>
                                            <p:tav tm="0">
                                              <p:val>
                                                <p:strVal val="1+#ppt_w/2"/>
                                              </p:val>
                                            </p:tav>
                                            <p:tav tm="100000">
                                              <p:val>
                                                <p:strVal val="#ppt_x"/>
                                              </p:val>
                                            </p:tav>
                                          </p:tavLst>
                                        </p:anim>
                                        <p:anim calcmode="lin" valueType="num">
                                          <p:cBhvr additive="base">
                                            <p:cTn id="84" dur="1000" fill="hold"/>
                                            <p:tgtEl>
                                              <p:spTgt spid="76"/>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2300"/>
                                      </p:stCondLst>
                                      <p:childTnLst>
                                        <p:set>
                                          <p:cBhvr>
                                            <p:cTn id="86" dur="1" fill="hold">
                                              <p:stCondLst>
                                                <p:cond delay="0"/>
                                              </p:stCondLst>
                                            </p:cTn>
                                            <p:tgtEl>
                                              <p:spTgt spid="77"/>
                                            </p:tgtEl>
                                            <p:attrNameLst>
                                              <p:attrName>style.visibility</p:attrName>
                                            </p:attrNameLst>
                                          </p:cBhvr>
                                          <p:to>
                                            <p:strVal val="visible"/>
                                          </p:to>
                                        </p:set>
                                        <p:anim calcmode="lin" valueType="num">
                                          <p:cBhvr additive="base">
                                            <p:cTn id="87" dur="1000" fill="hold"/>
                                            <p:tgtEl>
                                              <p:spTgt spid="77"/>
                                            </p:tgtEl>
                                            <p:attrNameLst>
                                              <p:attrName>ppt_x</p:attrName>
                                            </p:attrNameLst>
                                          </p:cBhvr>
                                          <p:tavLst>
                                            <p:tav tm="0">
                                              <p:val>
                                                <p:strVal val="1+#ppt_w/2"/>
                                              </p:val>
                                            </p:tav>
                                            <p:tav tm="100000">
                                              <p:val>
                                                <p:strVal val="#ppt_x"/>
                                              </p:val>
                                            </p:tav>
                                          </p:tavLst>
                                        </p:anim>
                                        <p:anim calcmode="lin" valueType="num">
                                          <p:cBhvr additive="base">
                                            <p:cTn id="88" dur="1000" fill="hold"/>
                                            <p:tgtEl>
                                              <p:spTgt spid="77"/>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2300"/>
                                      </p:stCondLst>
                                      <p:childTnLst>
                                        <p:set>
                                          <p:cBhvr>
                                            <p:cTn id="90" dur="1" fill="hold">
                                              <p:stCondLst>
                                                <p:cond delay="0"/>
                                              </p:stCondLst>
                                            </p:cTn>
                                            <p:tgtEl>
                                              <p:spTgt spid="81"/>
                                            </p:tgtEl>
                                            <p:attrNameLst>
                                              <p:attrName>style.visibility</p:attrName>
                                            </p:attrNameLst>
                                          </p:cBhvr>
                                          <p:to>
                                            <p:strVal val="visible"/>
                                          </p:to>
                                        </p:set>
                                        <p:anim calcmode="lin" valueType="num">
                                          <p:cBhvr additive="base">
                                            <p:cTn id="91" dur="1000" fill="hold"/>
                                            <p:tgtEl>
                                              <p:spTgt spid="81"/>
                                            </p:tgtEl>
                                            <p:attrNameLst>
                                              <p:attrName>ppt_x</p:attrName>
                                            </p:attrNameLst>
                                          </p:cBhvr>
                                          <p:tavLst>
                                            <p:tav tm="0">
                                              <p:val>
                                                <p:strVal val="1+#ppt_w/2"/>
                                              </p:val>
                                            </p:tav>
                                            <p:tav tm="100000">
                                              <p:val>
                                                <p:strVal val="#ppt_x"/>
                                              </p:val>
                                            </p:tav>
                                          </p:tavLst>
                                        </p:anim>
                                        <p:anim calcmode="lin" valueType="num">
                                          <p:cBhvr additive="base">
                                            <p:cTn id="92" dur="1000" fill="hold"/>
                                            <p:tgtEl>
                                              <p:spTgt spid="81"/>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2400"/>
                                      </p:stCondLst>
                                      <p:childTnLst>
                                        <p:set>
                                          <p:cBhvr>
                                            <p:cTn id="94" dur="1" fill="hold">
                                              <p:stCondLst>
                                                <p:cond delay="0"/>
                                              </p:stCondLst>
                                            </p:cTn>
                                            <p:tgtEl>
                                              <p:spTgt spid="73"/>
                                            </p:tgtEl>
                                            <p:attrNameLst>
                                              <p:attrName>style.visibility</p:attrName>
                                            </p:attrNameLst>
                                          </p:cBhvr>
                                          <p:to>
                                            <p:strVal val="visible"/>
                                          </p:to>
                                        </p:set>
                                        <p:anim calcmode="lin" valueType="num">
                                          <p:cBhvr additive="base">
                                            <p:cTn id="95" dur="1000" fill="hold"/>
                                            <p:tgtEl>
                                              <p:spTgt spid="73"/>
                                            </p:tgtEl>
                                            <p:attrNameLst>
                                              <p:attrName>ppt_x</p:attrName>
                                            </p:attrNameLst>
                                          </p:cBhvr>
                                          <p:tavLst>
                                            <p:tav tm="0">
                                              <p:val>
                                                <p:strVal val="1+#ppt_w/2"/>
                                              </p:val>
                                            </p:tav>
                                            <p:tav tm="100000">
                                              <p:val>
                                                <p:strVal val="#ppt_x"/>
                                              </p:val>
                                            </p:tav>
                                          </p:tavLst>
                                        </p:anim>
                                        <p:anim calcmode="lin" valueType="num">
                                          <p:cBhvr additive="base">
                                            <p:cTn id="96" dur="1000" fill="hold"/>
                                            <p:tgtEl>
                                              <p:spTgt spid="73"/>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2400"/>
                                      </p:stCondLst>
                                      <p:childTnLst>
                                        <p:set>
                                          <p:cBhvr>
                                            <p:cTn id="98" dur="1" fill="hold">
                                              <p:stCondLst>
                                                <p:cond delay="0"/>
                                              </p:stCondLst>
                                            </p:cTn>
                                            <p:tgtEl>
                                              <p:spTgt spid="74"/>
                                            </p:tgtEl>
                                            <p:attrNameLst>
                                              <p:attrName>style.visibility</p:attrName>
                                            </p:attrNameLst>
                                          </p:cBhvr>
                                          <p:to>
                                            <p:strVal val="visible"/>
                                          </p:to>
                                        </p:set>
                                        <p:anim calcmode="lin" valueType="num">
                                          <p:cBhvr additive="base">
                                            <p:cTn id="99" dur="1000" fill="hold"/>
                                            <p:tgtEl>
                                              <p:spTgt spid="74"/>
                                            </p:tgtEl>
                                            <p:attrNameLst>
                                              <p:attrName>ppt_x</p:attrName>
                                            </p:attrNameLst>
                                          </p:cBhvr>
                                          <p:tavLst>
                                            <p:tav tm="0">
                                              <p:val>
                                                <p:strVal val="1+#ppt_w/2"/>
                                              </p:val>
                                            </p:tav>
                                            <p:tav tm="100000">
                                              <p:val>
                                                <p:strVal val="#ppt_x"/>
                                              </p:val>
                                            </p:tav>
                                          </p:tavLst>
                                        </p:anim>
                                        <p:anim calcmode="lin" valueType="num">
                                          <p:cBhvr additive="base">
                                            <p:cTn id="100" dur="1000" fill="hold"/>
                                            <p:tgtEl>
                                              <p:spTgt spid="74"/>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2400"/>
                                      </p:stCondLst>
                                      <p:childTnLst>
                                        <p:set>
                                          <p:cBhvr>
                                            <p:cTn id="102" dur="1" fill="hold">
                                              <p:stCondLst>
                                                <p:cond delay="0"/>
                                              </p:stCondLst>
                                            </p:cTn>
                                            <p:tgtEl>
                                              <p:spTgt spid="82"/>
                                            </p:tgtEl>
                                            <p:attrNameLst>
                                              <p:attrName>style.visibility</p:attrName>
                                            </p:attrNameLst>
                                          </p:cBhvr>
                                          <p:to>
                                            <p:strVal val="visible"/>
                                          </p:to>
                                        </p:set>
                                        <p:anim calcmode="lin" valueType="num">
                                          <p:cBhvr additive="base">
                                            <p:cTn id="103" dur="1000" fill="hold"/>
                                            <p:tgtEl>
                                              <p:spTgt spid="82"/>
                                            </p:tgtEl>
                                            <p:attrNameLst>
                                              <p:attrName>ppt_x</p:attrName>
                                            </p:attrNameLst>
                                          </p:cBhvr>
                                          <p:tavLst>
                                            <p:tav tm="0">
                                              <p:val>
                                                <p:strVal val="1+#ppt_w/2"/>
                                              </p:val>
                                            </p:tav>
                                            <p:tav tm="100000">
                                              <p:val>
                                                <p:strVal val="#ppt_x"/>
                                              </p:val>
                                            </p:tav>
                                          </p:tavLst>
                                        </p:anim>
                                        <p:anim calcmode="lin" valueType="num">
                                          <p:cBhvr additive="base">
                                            <p:cTn id="104" dur="1000" fill="hold"/>
                                            <p:tgtEl>
                                              <p:spTgt spid="8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P spid="67" grpId="0"/>
          <p:bldP spid="68" grpId="0"/>
          <p:bldP spid="69" grpId="0"/>
          <p:bldP spid="45" grpId="0" animBg="1"/>
          <p:bldP spid="50" grpId="0"/>
          <p:bldP spid="57" grpId="0" animBg="1"/>
          <p:bldP spid="63" grpId="0"/>
          <p:bldP spid="70" grpId="0" animBg="1"/>
          <p:bldP spid="71" grpId="0"/>
          <p:bldP spid="73" grpId="0" animBg="1"/>
          <p:bldP spid="74" grpId="0"/>
          <p:bldP spid="76" grpId="0" animBg="1"/>
          <p:bldP spid="77" grpId="0"/>
          <p:bldP spid="78" grpId="0"/>
          <p:bldP spid="79" grpId="0"/>
          <p:bldP spid="80" grpId="0"/>
          <p:bldP spid="81" grpId="0"/>
          <p:bldP spid="82" grpId="0"/>
          <p:bldP spid="84" grpId="0" animBg="1"/>
        </p:bldLst>
      </p:timing>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BF7A2730-3145-433B-B136-F01BCFE0E829}"/>
              </a:ext>
            </a:extLst>
          </p:cNvPr>
          <p:cNvSpPr>
            <a:spLocks/>
          </p:cNvSpPr>
          <p:nvPr/>
        </p:nvSpPr>
        <p:spPr bwMode="auto">
          <a:xfrm>
            <a:off x="3733800" y="2112963"/>
            <a:ext cx="3227388" cy="874713"/>
          </a:xfrm>
          <a:custGeom>
            <a:avLst/>
            <a:gdLst>
              <a:gd name="T0" fmla="*/ 856 w 856"/>
              <a:gd name="T1" fmla="*/ 0 h 232"/>
              <a:gd name="T2" fmla="*/ 154 w 856"/>
              <a:gd name="T3" fmla="*/ 0 h 232"/>
              <a:gd name="T4" fmla="*/ 134 w 856"/>
              <a:gd name="T5" fmla="*/ 7 h 232"/>
              <a:gd name="T6" fmla="*/ 8 w 856"/>
              <a:gd name="T7" fmla="*/ 103 h 232"/>
              <a:gd name="T8" fmla="*/ 8 w 856"/>
              <a:gd name="T9" fmla="*/ 129 h 232"/>
              <a:gd name="T10" fmla="*/ 134 w 856"/>
              <a:gd name="T11" fmla="*/ 225 h 232"/>
              <a:gd name="T12" fmla="*/ 154 w 856"/>
              <a:gd name="T13" fmla="*/ 232 h 232"/>
              <a:gd name="T14" fmla="*/ 623 w 856"/>
              <a:gd name="T15" fmla="*/ 232 h 232"/>
              <a:gd name="T16" fmla="*/ 856 w 856"/>
              <a:gd name="T17"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232">
                <a:moveTo>
                  <a:pt x="856" y="0"/>
                </a:moveTo>
                <a:cubicBezTo>
                  <a:pt x="154" y="0"/>
                  <a:pt x="154" y="0"/>
                  <a:pt x="154" y="0"/>
                </a:cubicBezTo>
                <a:cubicBezTo>
                  <a:pt x="147" y="0"/>
                  <a:pt x="140" y="2"/>
                  <a:pt x="134" y="7"/>
                </a:cubicBezTo>
                <a:cubicBezTo>
                  <a:pt x="8" y="103"/>
                  <a:pt x="8" y="103"/>
                  <a:pt x="8" y="103"/>
                </a:cubicBezTo>
                <a:cubicBezTo>
                  <a:pt x="0" y="110"/>
                  <a:pt x="0" y="122"/>
                  <a:pt x="8" y="129"/>
                </a:cubicBezTo>
                <a:cubicBezTo>
                  <a:pt x="134" y="225"/>
                  <a:pt x="134" y="225"/>
                  <a:pt x="134" y="225"/>
                </a:cubicBezTo>
                <a:cubicBezTo>
                  <a:pt x="140" y="230"/>
                  <a:pt x="147" y="232"/>
                  <a:pt x="154" y="232"/>
                </a:cubicBezTo>
                <a:cubicBezTo>
                  <a:pt x="623" y="232"/>
                  <a:pt x="623" y="232"/>
                  <a:pt x="623" y="232"/>
                </a:cubicBezTo>
                <a:cubicBezTo>
                  <a:pt x="856" y="0"/>
                  <a:pt x="856" y="0"/>
                  <a:pt x="85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Right Triangle 34">
            <a:extLst>
              <a:ext uri="{FF2B5EF4-FFF2-40B4-BE49-F238E27FC236}">
                <a16:creationId xmlns:a16="http://schemas.microsoft.com/office/drawing/2014/main" id="{5446FE9B-F507-441D-AC43-C93317D5B8C0}"/>
              </a:ext>
            </a:extLst>
          </p:cNvPr>
          <p:cNvSpPr/>
          <p:nvPr/>
        </p:nvSpPr>
        <p:spPr>
          <a:xfrm flipV="1">
            <a:off x="4930775" y="1957451"/>
            <a:ext cx="3425825" cy="447549"/>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Lst>
            <a:ahLst/>
            <a:cxnLst>
              <a:cxn ang="0">
                <a:pos x="connsiteX0" y="connsiteY0"/>
              </a:cxn>
              <a:cxn ang="0">
                <a:pos x="connsiteX1" y="connsiteY1"/>
              </a:cxn>
              <a:cxn ang="0">
                <a:pos x="connsiteX2" y="connsiteY2"/>
              </a:cxn>
              <a:cxn ang="0">
                <a:pos x="connsiteX3" y="connsiteY3"/>
              </a:cxn>
            </a:cxnLst>
            <a:rect l="l" t="t" r="r" b="b"/>
            <a:pathLst>
              <a:path w="3371315" h="447549">
                <a:moveTo>
                  <a:pt x="153301" y="447549"/>
                </a:moveTo>
                <a:lnTo>
                  <a:pt x="0" y="0"/>
                </a:lnTo>
                <a:lnTo>
                  <a:pt x="3371315" y="380874"/>
                </a:lnTo>
                <a:lnTo>
                  <a:pt x="153301" y="447549"/>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 name="Freeform 6">
            <a:extLst>
              <a:ext uri="{FF2B5EF4-FFF2-40B4-BE49-F238E27FC236}">
                <a16:creationId xmlns:a16="http://schemas.microsoft.com/office/drawing/2014/main" id="{E024FC6D-F3DE-402A-A2A9-6B09D92C4560}"/>
              </a:ext>
            </a:extLst>
          </p:cNvPr>
          <p:cNvSpPr>
            <a:spLocks/>
          </p:cNvSpPr>
          <p:nvPr/>
        </p:nvSpPr>
        <p:spPr bwMode="auto">
          <a:xfrm>
            <a:off x="4603750" y="1236663"/>
            <a:ext cx="3227388" cy="876300"/>
          </a:xfrm>
          <a:custGeom>
            <a:avLst/>
            <a:gdLst>
              <a:gd name="T0" fmla="*/ 856 w 856"/>
              <a:gd name="T1" fmla="*/ 0 h 232"/>
              <a:gd name="T2" fmla="*/ 856 w 856"/>
              <a:gd name="T3" fmla="*/ 0 h 232"/>
              <a:gd name="T4" fmla="*/ 155 w 856"/>
              <a:gd name="T5" fmla="*/ 0 h 232"/>
              <a:gd name="T6" fmla="*/ 135 w 856"/>
              <a:gd name="T7" fmla="*/ 7 h 232"/>
              <a:gd name="T8" fmla="*/ 9 w 856"/>
              <a:gd name="T9" fmla="*/ 103 h 232"/>
              <a:gd name="T10" fmla="*/ 9 w 856"/>
              <a:gd name="T11" fmla="*/ 129 h 232"/>
              <a:gd name="T12" fmla="*/ 135 w 856"/>
              <a:gd name="T13" fmla="*/ 226 h 232"/>
              <a:gd name="T14" fmla="*/ 155 w 856"/>
              <a:gd name="T15" fmla="*/ 232 h 232"/>
              <a:gd name="T16" fmla="*/ 624 w 856"/>
              <a:gd name="T17" fmla="*/ 232 h 232"/>
              <a:gd name="T18" fmla="*/ 856 w 856"/>
              <a:gd name="T19"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6" h="232">
                <a:moveTo>
                  <a:pt x="856" y="0"/>
                </a:moveTo>
                <a:cubicBezTo>
                  <a:pt x="856" y="0"/>
                  <a:pt x="856" y="0"/>
                  <a:pt x="856" y="0"/>
                </a:cubicBezTo>
                <a:cubicBezTo>
                  <a:pt x="155" y="0"/>
                  <a:pt x="155" y="0"/>
                  <a:pt x="155" y="0"/>
                </a:cubicBezTo>
                <a:cubicBezTo>
                  <a:pt x="148" y="0"/>
                  <a:pt x="141" y="2"/>
                  <a:pt x="135" y="7"/>
                </a:cubicBezTo>
                <a:cubicBezTo>
                  <a:pt x="9" y="103"/>
                  <a:pt x="9" y="103"/>
                  <a:pt x="9" y="103"/>
                </a:cubicBezTo>
                <a:cubicBezTo>
                  <a:pt x="0" y="110"/>
                  <a:pt x="0" y="122"/>
                  <a:pt x="9" y="129"/>
                </a:cubicBezTo>
                <a:cubicBezTo>
                  <a:pt x="135" y="226"/>
                  <a:pt x="135" y="226"/>
                  <a:pt x="135" y="226"/>
                </a:cubicBezTo>
                <a:cubicBezTo>
                  <a:pt x="141" y="230"/>
                  <a:pt x="148" y="232"/>
                  <a:pt x="155" y="232"/>
                </a:cubicBezTo>
                <a:cubicBezTo>
                  <a:pt x="624" y="232"/>
                  <a:pt x="624" y="232"/>
                  <a:pt x="624" y="232"/>
                </a:cubicBezTo>
                <a:lnTo>
                  <a:pt x="856"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1171A0EF-6B11-43BB-8735-52C6ED96F3C6}"/>
              </a:ext>
            </a:extLst>
          </p:cNvPr>
          <p:cNvGrpSpPr/>
          <p:nvPr/>
        </p:nvGrpSpPr>
        <p:grpSpPr>
          <a:xfrm>
            <a:off x="3767138" y="4738688"/>
            <a:ext cx="1308100" cy="1308100"/>
            <a:chOff x="3767138" y="4738688"/>
            <a:chExt cx="1308100" cy="1308100"/>
          </a:xfrm>
        </p:grpSpPr>
        <p:sp>
          <p:nvSpPr>
            <p:cNvPr id="8" name="Freeform 7">
              <a:extLst>
                <a:ext uri="{FF2B5EF4-FFF2-40B4-BE49-F238E27FC236}">
                  <a16:creationId xmlns:a16="http://schemas.microsoft.com/office/drawing/2014/main" id="{F5AF7295-8CBE-4D55-A76B-08B7AB8821BC}"/>
                </a:ext>
              </a:extLst>
            </p:cNvPr>
            <p:cNvSpPr>
              <a:spLocks/>
            </p:cNvSpPr>
            <p:nvPr/>
          </p:nvSpPr>
          <p:spPr bwMode="auto">
            <a:xfrm>
              <a:off x="3767138" y="4738688"/>
              <a:ext cx="1308100" cy="1308100"/>
            </a:xfrm>
            <a:custGeom>
              <a:avLst/>
              <a:gdLst>
                <a:gd name="T0" fmla="*/ 0 w 824"/>
                <a:gd name="T1" fmla="*/ 824 h 824"/>
                <a:gd name="T2" fmla="*/ 359 w 824"/>
                <a:gd name="T3" fmla="*/ 0 h 824"/>
                <a:gd name="T4" fmla="*/ 824 w 824"/>
                <a:gd name="T5" fmla="*/ 465 h 824"/>
                <a:gd name="T6" fmla="*/ 0 w 824"/>
                <a:gd name="T7" fmla="*/ 824 h 824"/>
              </a:gdLst>
              <a:ahLst/>
              <a:cxnLst>
                <a:cxn ang="0">
                  <a:pos x="T0" y="T1"/>
                </a:cxn>
                <a:cxn ang="0">
                  <a:pos x="T2" y="T3"/>
                </a:cxn>
                <a:cxn ang="0">
                  <a:pos x="T4" y="T5"/>
                </a:cxn>
                <a:cxn ang="0">
                  <a:pos x="T6" y="T7"/>
                </a:cxn>
              </a:cxnLst>
              <a:rect l="0" t="0" r="r" b="b"/>
              <a:pathLst>
                <a:path w="824" h="824">
                  <a:moveTo>
                    <a:pt x="0" y="824"/>
                  </a:moveTo>
                  <a:lnTo>
                    <a:pt x="359" y="0"/>
                  </a:lnTo>
                  <a:lnTo>
                    <a:pt x="824" y="465"/>
                  </a:lnTo>
                  <a:lnTo>
                    <a:pt x="0" y="824"/>
                  </a:lnTo>
                  <a:close/>
                </a:path>
              </a:pathLst>
            </a:custGeom>
            <a:gradFill>
              <a:gsLst>
                <a:gs pos="0">
                  <a:srgbClr val="EEBF85"/>
                </a:gs>
                <a:gs pos="59000">
                  <a:srgbClr val="693E25"/>
                </a:gs>
                <a:gs pos="46022">
                  <a:srgbClr val="CD8954"/>
                </a:gs>
                <a:gs pos="35000">
                  <a:srgbClr val="EFE0CF"/>
                </a:gs>
                <a:gs pos="100000">
                  <a:srgbClr val="EDD5B7"/>
                </a:gs>
                <a:gs pos="72000">
                  <a:srgbClr val="DC9D6C"/>
                </a:gs>
              </a:gsLst>
              <a:lin ang="30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2DE31957-60DF-42F7-A770-0F5450785759}"/>
                </a:ext>
              </a:extLst>
            </p:cNvPr>
            <p:cNvSpPr>
              <a:spLocks/>
            </p:cNvSpPr>
            <p:nvPr/>
          </p:nvSpPr>
          <p:spPr bwMode="auto">
            <a:xfrm>
              <a:off x="3767138" y="5580063"/>
              <a:ext cx="466725" cy="466725"/>
            </a:xfrm>
            <a:custGeom>
              <a:avLst/>
              <a:gdLst>
                <a:gd name="T0" fmla="*/ 106 w 124"/>
                <a:gd name="T1" fmla="*/ 44 h 124"/>
                <a:gd name="T2" fmla="*/ 93 w 124"/>
                <a:gd name="T3" fmla="*/ 31 h 124"/>
                <a:gd name="T4" fmla="*/ 79 w 124"/>
                <a:gd name="T5" fmla="*/ 18 h 124"/>
                <a:gd name="T6" fmla="*/ 54 w 124"/>
                <a:gd name="T7" fmla="*/ 0 h 124"/>
                <a:gd name="T8" fmla="*/ 0 w 124"/>
                <a:gd name="T9" fmla="*/ 124 h 124"/>
                <a:gd name="T10" fmla="*/ 0 w 124"/>
                <a:gd name="T11" fmla="*/ 124 h 124"/>
                <a:gd name="T12" fmla="*/ 0 w 124"/>
                <a:gd name="T13" fmla="*/ 124 h 124"/>
                <a:gd name="T14" fmla="*/ 124 w 124"/>
                <a:gd name="T15" fmla="*/ 70 h 124"/>
                <a:gd name="T16" fmla="*/ 106 w 124"/>
                <a:gd name="T17" fmla="*/ 4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4">
                  <a:moveTo>
                    <a:pt x="106" y="44"/>
                  </a:moveTo>
                  <a:cubicBezTo>
                    <a:pt x="102" y="40"/>
                    <a:pt x="97" y="35"/>
                    <a:pt x="93" y="31"/>
                  </a:cubicBezTo>
                  <a:cubicBezTo>
                    <a:pt x="88" y="26"/>
                    <a:pt x="84" y="22"/>
                    <a:pt x="79" y="18"/>
                  </a:cubicBezTo>
                  <a:cubicBezTo>
                    <a:pt x="71" y="11"/>
                    <a:pt x="62" y="5"/>
                    <a:pt x="54" y="0"/>
                  </a:cubicBezTo>
                  <a:cubicBezTo>
                    <a:pt x="0" y="124"/>
                    <a:pt x="0" y="124"/>
                    <a:pt x="0" y="124"/>
                  </a:cubicBezTo>
                  <a:cubicBezTo>
                    <a:pt x="0" y="124"/>
                    <a:pt x="0" y="124"/>
                    <a:pt x="0" y="124"/>
                  </a:cubicBezTo>
                  <a:cubicBezTo>
                    <a:pt x="0" y="124"/>
                    <a:pt x="0" y="124"/>
                    <a:pt x="0" y="124"/>
                  </a:cubicBezTo>
                  <a:cubicBezTo>
                    <a:pt x="124" y="70"/>
                    <a:pt x="124" y="70"/>
                    <a:pt x="124" y="70"/>
                  </a:cubicBezTo>
                  <a:cubicBezTo>
                    <a:pt x="119" y="61"/>
                    <a:pt x="112" y="53"/>
                    <a:pt x="106" y="44"/>
                  </a:cubicBezTo>
                  <a:close/>
                </a:path>
              </a:pathLst>
            </a:custGeom>
            <a:gradFill>
              <a:gsLst>
                <a:gs pos="59000">
                  <a:srgbClr val="190F09"/>
                </a:gs>
                <a:gs pos="16000">
                  <a:srgbClr val="EAEAEA"/>
                </a:gs>
                <a:gs pos="89000">
                  <a:srgbClr val="DDDDDD"/>
                </a:gs>
              </a:gsLst>
              <a:lin ang="3000000" scaled="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10" name="Freeform 9">
            <a:extLst>
              <a:ext uri="{FF2B5EF4-FFF2-40B4-BE49-F238E27FC236}">
                <a16:creationId xmlns:a16="http://schemas.microsoft.com/office/drawing/2014/main" id="{42BF45F9-2C51-4BC9-BDF6-19F735D3A0D3}"/>
              </a:ext>
            </a:extLst>
          </p:cNvPr>
          <p:cNvSpPr>
            <a:spLocks/>
          </p:cNvSpPr>
          <p:nvPr/>
        </p:nvSpPr>
        <p:spPr bwMode="auto">
          <a:xfrm>
            <a:off x="5075238" y="4602163"/>
            <a:ext cx="3227388" cy="874713"/>
          </a:xfrm>
          <a:custGeom>
            <a:avLst/>
            <a:gdLst>
              <a:gd name="T0" fmla="*/ 847 w 856"/>
              <a:gd name="T1" fmla="*/ 103 h 232"/>
              <a:gd name="T2" fmla="*/ 721 w 856"/>
              <a:gd name="T3" fmla="*/ 7 h 232"/>
              <a:gd name="T4" fmla="*/ 701 w 856"/>
              <a:gd name="T5" fmla="*/ 0 h 232"/>
              <a:gd name="T6" fmla="*/ 232 w 856"/>
              <a:gd name="T7" fmla="*/ 0 h 232"/>
              <a:gd name="T8" fmla="*/ 0 w 856"/>
              <a:gd name="T9" fmla="*/ 232 h 232"/>
              <a:gd name="T10" fmla="*/ 0 w 856"/>
              <a:gd name="T11" fmla="*/ 232 h 232"/>
              <a:gd name="T12" fmla="*/ 701 w 856"/>
              <a:gd name="T13" fmla="*/ 232 h 232"/>
              <a:gd name="T14" fmla="*/ 721 w 856"/>
              <a:gd name="T15" fmla="*/ 225 h 232"/>
              <a:gd name="T16" fmla="*/ 847 w 856"/>
              <a:gd name="T17" fmla="*/ 129 h 232"/>
              <a:gd name="T18" fmla="*/ 847 w 856"/>
              <a:gd name="T19" fmla="*/ 10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6" h="232">
                <a:moveTo>
                  <a:pt x="847" y="103"/>
                </a:moveTo>
                <a:cubicBezTo>
                  <a:pt x="721" y="7"/>
                  <a:pt x="721" y="7"/>
                  <a:pt x="721" y="7"/>
                </a:cubicBezTo>
                <a:cubicBezTo>
                  <a:pt x="715" y="2"/>
                  <a:pt x="709" y="0"/>
                  <a:pt x="701" y="0"/>
                </a:cubicBezTo>
                <a:cubicBezTo>
                  <a:pt x="232" y="0"/>
                  <a:pt x="232" y="0"/>
                  <a:pt x="232" y="0"/>
                </a:cubicBezTo>
                <a:cubicBezTo>
                  <a:pt x="0" y="232"/>
                  <a:pt x="0" y="232"/>
                  <a:pt x="0" y="232"/>
                </a:cubicBezTo>
                <a:cubicBezTo>
                  <a:pt x="0" y="232"/>
                  <a:pt x="0" y="232"/>
                  <a:pt x="0" y="232"/>
                </a:cubicBezTo>
                <a:cubicBezTo>
                  <a:pt x="701" y="232"/>
                  <a:pt x="701" y="232"/>
                  <a:pt x="701" y="232"/>
                </a:cubicBezTo>
                <a:cubicBezTo>
                  <a:pt x="709" y="232"/>
                  <a:pt x="715" y="230"/>
                  <a:pt x="721" y="225"/>
                </a:cubicBezTo>
                <a:cubicBezTo>
                  <a:pt x="847" y="129"/>
                  <a:pt x="847" y="129"/>
                  <a:pt x="847" y="129"/>
                </a:cubicBezTo>
                <a:cubicBezTo>
                  <a:pt x="856" y="122"/>
                  <a:pt x="856" y="110"/>
                  <a:pt x="847" y="103"/>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Right Triangle 34">
            <a:extLst>
              <a:ext uri="{FF2B5EF4-FFF2-40B4-BE49-F238E27FC236}">
                <a16:creationId xmlns:a16="http://schemas.microsoft.com/office/drawing/2014/main" id="{725E2BC9-2470-45E7-B14B-C17071346931}"/>
              </a:ext>
            </a:extLst>
          </p:cNvPr>
          <p:cNvSpPr/>
          <p:nvPr/>
        </p:nvSpPr>
        <p:spPr>
          <a:xfrm flipH="1" flipV="1">
            <a:off x="4772026" y="4546235"/>
            <a:ext cx="3378199" cy="376111"/>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1" name="Freeform 10">
            <a:extLst>
              <a:ext uri="{FF2B5EF4-FFF2-40B4-BE49-F238E27FC236}">
                <a16:creationId xmlns:a16="http://schemas.microsoft.com/office/drawing/2014/main" id="{E9B58A24-D61F-490F-927F-CEE8966A6F2E}"/>
              </a:ext>
            </a:extLst>
          </p:cNvPr>
          <p:cNvSpPr>
            <a:spLocks/>
          </p:cNvSpPr>
          <p:nvPr/>
        </p:nvSpPr>
        <p:spPr bwMode="auto">
          <a:xfrm>
            <a:off x="5949950" y="3727451"/>
            <a:ext cx="3227388" cy="874713"/>
          </a:xfrm>
          <a:custGeom>
            <a:avLst/>
            <a:gdLst>
              <a:gd name="T0" fmla="*/ 847 w 856"/>
              <a:gd name="T1" fmla="*/ 103 h 232"/>
              <a:gd name="T2" fmla="*/ 721 w 856"/>
              <a:gd name="T3" fmla="*/ 7 h 232"/>
              <a:gd name="T4" fmla="*/ 701 w 856"/>
              <a:gd name="T5" fmla="*/ 0 h 232"/>
              <a:gd name="T6" fmla="*/ 232 w 856"/>
              <a:gd name="T7" fmla="*/ 0 h 232"/>
              <a:gd name="T8" fmla="*/ 232 w 856"/>
              <a:gd name="T9" fmla="*/ 0 h 232"/>
              <a:gd name="T10" fmla="*/ 0 w 856"/>
              <a:gd name="T11" fmla="*/ 232 h 232"/>
              <a:gd name="T12" fmla="*/ 701 w 856"/>
              <a:gd name="T13" fmla="*/ 232 h 232"/>
              <a:gd name="T14" fmla="*/ 721 w 856"/>
              <a:gd name="T15" fmla="*/ 226 h 232"/>
              <a:gd name="T16" fmla="*/ 847 w 856"/>
              <a:gd name="T17" fmla="*/ 129 h 232"/>
              <a:gd name="T18" fmla="*/ 847 w 856"/>
              <a:gd name="T19" fmla="*/ 10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6" h="232">
                <a:moveTo>
                  <a:pt x="847" y="103"/>
                </a:moveTo>
                <a:cubicBezTo>
                  <a:pt x="721" y="7"/>
                  <a:pt x="721" y="7"/>
                  <a:pt x="721" y="7"/>
                </a:cubicBezTo>
                <a:cubicBezTo>
                  <a:pt x="715" y="2"/>
                  <a:pt x="708" y="0"/>
                  <a:pt x="701" y="0"/>
                </a:cubicBezTo>
                <a:cubicBezTo>
                  <a:pt x="232" y="0"/>
                  <a:pt x="232" y="0"/>
                  <a:pt x="232" y="0"/>
                </a:cubicBezTo>
                <a:cubicBezTo>
                  <a:pt x="232" y="0"/>
                  <a:pt x="232" y="0"/>
                  <a:pt x="232" y="0"/>
                </a:cubicBezTo>
                <a:cubicBezTo>
                  <a:pt x="0" y="232"/>
                  <a:pt x="0" y="232"/>
                  <a:pt x="0" y="232"/>
                </a:cubicBezTo>
                <a:cubicBezTo>
                  <a:pt x="701" y="232"/>
                  <a:pt x="701" y="232"/>
                  <a:pt x="701" y="232"/>
                </a:cubicBezTo>
                <a:cubicBezTo>
                  <a:pt x="708" y="232"/>
                  <a:pt x="715" y="230"/>
                  <a:pt x="721" y="226"/>
                </a:cubicBezTo>
                <a:cubicBezTo>
                  <a:pt x="847" y="129"/>
                  <a:pt x="847" y="129"/>
                  <a:pt x="847" y="129"/>
                </a:cubicBezTo>
                <a:cubicBezTo>
                  <a:pt x="856" y="122"/>
                  <a:pt x="856" y="110"/>
                  <a:pt x="847" y="10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28" name="Group 27">
            <a:extLst>
              <a:ext uri="{FF2B5EF4-FFF2-40B4-BE49-F238E27FC236}">
                <a16:creationId xmlns:a16="http://schemas.microsoft.com/office/drawing/2014/main" id="{77AC8B68-F8F4-4E8F-B5BB-F7E5EA033B6B}"/>
              </a:ext>
            </a:extLst>
          </p:cNvPr>
          <p:cNvGrpSpPr/>
          <p:nvPr/>
        </p:nvGrpSpPr>
        <p:grpSpPr>
          <a:xfrm>
            <a:off x="6081713" y="2112963"/>
            <a:ext cx="1617662" cy="1614488"/>
            <a:chOff x="6081713" y="2112963"/>
            <a:chExt cx="1617662" cy="1614488"/>
          </a:xfrm>
        </p:grpSpPr>
        <p:sp>
          <p:nvSpPr>
            <p:cNvPr id="15" name="Freeform 14">
              <a:extLst>
                <a:ext uri="{FF2B5EF4-FFF2-40B4-BE49-F238E27FC236}">
                  <a16:creationId xmlns:a16="http://schemas.microsoft.com/office/drawing/2014/main" id="{457B05E6-320E-4ED8-B46D-E810A2248A5E}"/>
                </a:ext>
              </a:extLst>
            </p:cNvPr>
            <p:cNvSpPr>
              <a:spLocks/>
            </p:cNvSpPr>
            <p:nvPr/>
          </p:nvSpPr>
          <p:spPr bwMode="auto">
            <a:xfrm>
              <a:off x="6330950" y="2357438"/>
              <a:ext cx="1119188" cy="1123950"/>
            </a:xfrm>
            <a:custGeom>
              <a:avLst/>
              <a:gdLst>
                <a:gd name="T0" fmla="*/ 0 w 705"/>
                <a:gd name="T1" fmla="*/ 551 h 708"/>
                <a:gd name="T2" fmla="*/ 154 w 705"/>
                <a:gd name="T3" fmla="*/ 708 h 708"/>
                <a:gd name="T4" fmla="*/ 705 w 705"/>
                <a:gd name="T5" fmla="*/ 157 h 708"/>
                <a:gd name="T6" fmla="*/ 551 w 705"/>
                <a:gd name="T7" fmla="*/ 0 h 708"/>
                <a:gd name="T8" fmla="*/ 0 w 705"/>
                <a:gd name="T9" fmla="*/ 551 h 708"/>
              </a:gdLst>
              <a:ahLst/>
              <a:cxnLst>
                <a:cxn ang="0">
                  <a:pos x="T0" y="T1"/>
                </a:cxn>
                <a:cxn ang="0">
                  <a:pos x="T2" y="T3"/>
                </a:cxn>
                <a:cxn ang="0">
                  <a:pos x="T4" y="T5"/>
                </a:cxn>
                <a:cxn ang="0">
                  <a:pos x="T6" y="T7"/>
                </a:cxn>
                <a:cxn ang="0">
                  <a:pos x="T8" y="T9"/>
                </a:cxn>
              </a:cxnLst>
              <a:rect l="0" t="0" r="r" b="b"/>
              <a:pathLst>
                <a:path w="705" h="708">
                  <a:moveTo>
                    <a:pt x="0" y="551"/>
                  </a:moveTo>
                  <a:lnTo>
                    <a:pt x="154" y="708"/>
                  </a:lnTo>
                  <a:lnTo>
                    <a:pt x="705" y="157"/>
                  </a:lnTo>
                  <a:lnTo>
                    <a:pt x="551" y="0"/>
                  </a:lnTo>
                  <a:lnTo>
                    <a:pt x="0" y="55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5F98CB30-A005-47FD-979D-58DF0D48381C}"/>
                </a:ext>
              </a:extLst>
            </p:cNvPr>
            <p:cNvSpPr>
              <a:spLocks/>
            </p:cNvSpPr>
            <p:nvPr/>
          </p:nvSpPr>
          <p:spPr bwMode="auto">
            <a:xfrm>
              <a:off x="6575425" y="2606676"/>
              <a:ext cx="1123950" cy="1120775"/>
            </a:xfrm>
            <a:custGeom>
              <a:avLst/>
              <a:gdLst>
                <a:gd name="T0" fmla="*/ 157 w 708"/>
                <a:gd name="T1" fmla="*/ 706 h 706"/>
                <a:gd name="T2" fmla="*/ 708 w 708"/>
                <a:gd name="T3" fmla="*/ 154 h 706"/>
                <a:gd name="T4" fmla="*/ 551 w 708"/>
                <a:gd name="T5" fmla="*/ 0 h 706"/>
                <a:gd name="T6" fmla="*/ 0 w 708"/>
                <a:gd name="T7" fmla="*/ 551 h 706"/>
                <a:gd name="T8" fmla="*/ 157 w 708"/>
                <a:gd name="T9" fmla="*/ 706 h 706"/>
              </a:gdLst>
              <a:ahLst/>
              <a:cxnLst>
                <a:cxn ang="0">
                  <a:pos x="T0" y="T1"/>
                </a:cxn>
                <a:cxn ang="0">
                  <a:pos x="T2" y="T3"/>
                </a:cxn>
                <a:cxn ang="0">
                  <a:pos x="T4" y="T5"/>
                </a:cxn>
                <a:cxn ang="0">
                  <a:pos x="T6" y="T7"/>
                </a:cxn>
                <a:cxn ang="0">
                  <a:pos x="T8" y="T9"/>
                </a:cxn>
              </a:cxnLst>
              <a:rect l="0" t="0" r="r" b="b"/>
              <a:pathLst>
                <a:path w="708" h="706">
                  <a:moveTo>
                    <a:pt x="157" y="706"/>
                  </a:moveTo>
                  <a:lnTo>
                    <a:pt x="708" y="154"/>
                  </a:lnTo>
                  <a:lnTo>
                    <a:pt x="551" y="0"/>
                  </a:lnTo>
                  <a:lnTo>
                    <a:pt x="0" y="551"/>
                  </a:lnTo>
                  <a:lnTo>
                    <a:pt x="157" y="70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6BFBC168-7F11-4053-801B-94D6BEC4D09A}"/>
                </a:ext>
              </a:extLst>
            </p:cNvPr>
            <p:cNvSpPr>
              <a:spLocks/>
            </p:cNvSpPr>
            <p:nvPr/>
          </p:nvSpPr>
          <p:spPr bwMode="auto">
            <a:xfrm>
              <a:off x="6081713" y="2112963"/>
              <a:ext cx="1123950" cy="1119188"/>
            </a:xfrm>
            <a:custGeom>
              <a:avLst/>
              <a:gdLst>
                <a:gd name="T0" fmla="*/ 554 w 708"/>
                <a:gd name="T1" fmla="*/ 0 h 705"/>
                <a:gd name="T2" fmla="*/ 0 w 708"/>
                <a:gd name="T3" fmla="*/ 551 h 705"/>
                <a:gd name="T4" fmla="*/ 157 w 708"/>
                <a:gd name="T5" fmla="*/ 705 h 705"/>
                <a:gd name="T6" fmla="*/ 708 w 708"/>
                <a:gd name="T7" fmla="*/ 154 h 705"/>
                <a:gd name="T8" fmla="*/ 554 w 708"/>
                <a:gd name="T9" fmla="*/ 0 h 705"/>
              </a:gdLst>
              <a:ahLst/>
              <a:cxnLst>
                <a:cxn ang="0">
                  <a:pos x="T0" y="T1"/>
                </a:cxn>
                <a:cxn ang="0">
                  <a:pos x="T2" y="T3"/>
                </a:cxn>
                <a:cxn ang="0">
                  <a:pos x="T4" y="T5"/>
                </a:cxn>
                <a:cxn ang="0">
                  <a:pos x="T6" y="T7"/>
                </a:cxn>
                <a:cxn ang="0">
                  <a:pos x="T8" y="T9"/>
                </a:cxn>
              </a:cxnLst>
              <a:rect l="0" t="0" r="r" b="b"/>
              <a:pathLst>
                <a:path w="708" h="705">
                  <a:moveTo>
                    <a:pt x="554" y="0"/>
                  </a:moveTo>
                  <a:lnTo>
                    <a:pt x="0" y="551"/>
                  </a:lnTo>
                  <a:lnTo>
                    <a:pt x="157" y="705"/>
                  </a:lnTo>
                  <a:lnTo>
                    <a:pt x="708" y="154"/>
                  </a:lnTo>
                  <a:lnTo>
                    <a:pt x="554" y="0"/>
                  </a:lnTo>
                  <a:close/>
                </a:path>
              </a:pathLst>
            </a:custGeom>
            <a:solidFill>
              <a:schemeClr val="accent1">
                <a:alpha val="90000"/>
              </a:schemeClr>
            </a:solidFill>
            <a:ln>
              <a:noFill/>
            </a:ln>
            <a:effectLst>
              <a:outerShdw blurRad="114300" dist="50800" dir="14100000" algn="ctr" rotWithShape="0">
                <a:srgbClr val="000000">
                  <a:alpha val="32000"/>
                </a:srgbClr>
              </a:outerShdw>
            </a:effec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59CAE0D4-B1DB-4390-838C-50F6F74024F5}"/>
              </a:ext>
            </a:extLst>
          </p:cNvPr>
          <p:cNvGrpSpPr/>
          <p:nvPr/>
        </p:nvGrpSpPr>
        <p:grpSpPr>
          <a:xfrm>
            <a:off x="5211763" y="2987676"/>
            <a:ext cx="1612900" cy="1614487"/>
            <a:chOff x="5211763" y="2987676"/>
            <a:chExt cx="1612900" cy="1614487"/>
          </a:xfrm>
        </p:grpSpPr>
        <p:sp>
          <p:nvSpPr>
            <p:cNvPr id="18" name="Freeform 17">
              <a:extLst>
                <a:ext uri="{FF2B5EF4-FFF2-40B4-BE49-F238E27FC236}">
                  <a16:creationId xmlns:a16="http://schemas.microsoft.com/office/drawing/2014/main" id="{ABA6D4D1-D52D-436E-9805-F96C26279F82}"/>
                </a:ext>
              </a:extLst>
            </p:cNvPr>
            <p:cNvSpPr>
              <a:spLocks/>
            </p:cNvSpPr>
            <p:nvPr/>
          </p:nvSpPr>
          <p:spPr bwMode="auto">
            <a:xfrm>
              <a:off x="5700713" y="3481388"/>
              <a:ext cx="1123950" cy="1120775"/>
            </a:xfrm>
            <a:custGeom>
              <a:avLst/>
              <a:gdLst>
                <a:gd name="T0" fmla="*/ 157 w 708"/>
                <a:gd name="T1" fmla="*/ 706 h 706"/>
                <a:gd name="T2" fmla="*/ 708 w 708"/>
                <a:gd name="T3" fmla="*/ 155 h 706"/>
                <a:gd name="T4" fmla="*/ 551 w 708"/>
                <a:gd name="T5" fmla="*/ 0 h 706"/>
                <a:gd name="T6" fmla="*/ 0 w 708"/>
                <a:gd name="T7" fmla="*/ 552 h 706"/>
                <a:gd name="T8" fmla="*/ 157 w 708"/>
                <a:gd name="T9" fmla="*/ 706 h 706"/>
              </a:gdLst>
              <a:ahLst/>
              <a:cxnLst>
                <a:cxn ang="0">
                  <a:pos x="T0" y="T1"/>
                </a:cxn>
                <a:cxn ang="0">
                  <a:pos x="T2" y="T3"/>
                </a:cxn>
                <a:cxn ang="0">
                  <a:pos x="T4" y="T5"/>
                </a:cxn>
                <a:cxn ang="0">
                  <a:pos x="T6" y="T7"/>
                </a:cxn>
                <a:cxn ang="0">
                  <a:pos x="T8" y="T9"/>
                </a:cxn>
              </a:cxnLst>
              <a:rect l="0" t="0" r="r" b="b"/>
              <a:pathLst>
                <a:path w="708" h="706">
                  <a:moveTo>
                    <a:pt x="157" y="706"/>
                  </a:moveTo>
                  <a:lnTo>
                    <a:pt x="708" y="155"/>
                  </a:lnTo>
                  <a:lnTo>
                    <a:pt x="551" y="0"/>
                  </a:lnTo>
                  <a:lnTo>
                    <a:pt x="0" y="552"/>
                  </a:lnTo>
                  <a:lnTo>
                    <a:pt x="157" y="706"/>
                  </a:lnTo>
                  <a:close/>
                </a:path>
              </a:pathLst>
            </a:custGeom>
            <a:solidFill>
              <a:schemeClr val="accent3">
                <a:lumMod val="75000"/>
              </a:schemeClr>
            </a:solidFill>
            <a:ln>
              <a:noFill/>
            </a:ln>
            <a:effectLst>
              <a:outerShdw blurRad="101600" dist="50800" dir="2400000" algn="ctr" rotWithShape="0">
                <a:srgbClr val="000000">
                  <a:alpha val="5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5A2B7A24-371E-43F5-88E2-37D84A6D6FA6}"/>
                </a:ext>
              </a:extLst>
            </p:cNvPr>
            <p:cNvSpPr>
              <a:spLocks/>
            </p:cNvSpPr>
            <p:nvPr/>
          </p:nvSpPr>
          <p:spPr bwMode="auto">
            <a:xfrm>
              <a:off x="5211763" y="2987676"/>
              <a:ext cx="1119188" cy="1120775"/>
            </a:xfrm>
            <a:custGeom>
              <a:avLst/>
              <a:gdLst>
                <a:gd name="T0" fmla="*/ 551 w 705"/>
                <a:gd name="T1" fmla="*/ 0 h 706"/>
                <a:gd name="T2" fmla="*/ 0 w 705"/>
                <a:gd name="T3" fmla="*/ 551 h 706"/>
                <a:gd name="T4" fmla="*/ 154 w 705"/>
                <a:gd name="T5" fmla="*/ 706 h 706"/>
                <a:gd name="T6" fmla="*/ 705 w 705"/>
                <a:gd name="T7" fmla="*/ 154 h 706"/>
                <a:gd name="T8" fmla="*/ 551 w 705"/>
                <a:gd name="T9" fmla="*/ 0 h 706"/>
              </a:gdLst>
              <a:ahLst/>
              <a:cxnLst>
                <a:cxn ang="0">
                  <a:pos x="T0" y="T1"/>
                </a:cxn>
                <a:cxn ang="0">
                  <a:pos x="T2" y="T3"/>
                </a:cxn>
                <a:cxn ang="0">
                  <a:pos x="T4" y="T5"/>
                </a:cxn>
                <a:cxn ang="0">
                  <a:pos x="T6" y="T7"/>
                </a:cxn>
                <a:cxn ang="0">
                  <a:pos x="T8" y="T9"/>
                </a:cxn>
              </a:cxnLst>
              <a:rect l="0" t="0" r="r" b="b"/>
              <a:pathLst>
                <a:path w="705" h="706">
                  <a:moveTo>
                    <a:pt x="551" y="0"/>
                  </a:moveTo>
                  <a:lnTo>
                    <a:pt x="0" y="551"/>
                  </a:lnTo>
                  <a:lnTo>
                    <a:pt x="154" y="706"/>
                  </a:lnTo>
                  <a:lnTo>
                    <a:pt x="705" y="154"/>
                  </a:lnTo>
                  <a:lnTo>
                    <a:pt x="551"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3FDE0782-AC00-49AB-AE6F-2C68DF6B7D3B}"/>
                </a:ext>
              </a:extLst>
            </p:cNvPr>
            <p:cNvSpPr>
              <a:spLocks/>
            </p:cNvSpPr>
            <p:nvPr/>
          </p:nvSpPr>
          <p:spPr bwMode="auto">
            <a:xfrm>
              <a:off x="5456238" y="3232151"/>
              <a:ext cx="1119188" cy="1125538"/>
            </a:xfrm>
            <a:custGeom>
              <a:avLst/>
              <a:gdLst>
                <a:gd name="T0" fmla="*/ 0 w 705"/>
                <a:gd name="T1" fmla="*/ 552 h 709"/>
                <a:gd name="T2" fmla="*/ 154 w 705"/>
                <a:gd name="T3" fmla="*/ 709 h 709"/>
                <a:gd name="T4" fmla="*/ 705 w 705"/>
                <a:gd name="T5" fmla="*/ 157 h 709"/>
                <a:gd name="T6" fmla="*/ 551 w 705"/>
                <a:gd name="T7" fmla="*/ 0 h 709"/>
                <a:gd name="T8" fmla="*/ 0 w 705"/>
                <a:gd name="T9" fmla="*/ 552 h 709"/>
              </a:gdLst>
              <a:ahLst/>
              <a:cxnLst>
                <a:cxn ang="0">
                  <a:pos x="T0" y="T1"/>
                </a:cxn>
                <a:cxn ang="0">
                  <a:pos x="T2" y="T3"/>
                </a:cxn>
                <a:cxn ang="0">
                  <a:pos x="T4" y="T5"/>
                </a:cxn>
                <a:cxn ang="0">
                  <a:pos x="T6" y="T7"/>
                </a:cxn>
                <a:cxn ang="0">
                  <a:pos x="T8" y="T9"/>
                </a:cxn>
              </a:cxnLst>
              <a:rect l="0" t="0" r="r" b="b"/>
              <a:pathLst>
                <a:path w="705" h="709">
                  <a:moveTo>
                    <a:pt x="0" y="552"/>
                  </a:moveTo>
                  <a:lnTo>
                    <a:pt x="154" y="709"/>
                  </a:lnTo>
                  <a:lnTo>
                    <a:pt x="705" y="157"/>
                  </a:lnTo>
                  <a:lnTo>
                    <a:pt x="551" y="0"/>
                  </a:lnTo>
                  <a:lnTo>
                    <a:pt x="0" y="55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4954DB25-D4FE-489A-8244-D8AAA844264F}"/>
              </a:ext>
            </a:extLst>
          </p:cNvPr>
          <p:cNvGrpSpPr/>
          <p:nvPr/>
        </p:nvGrpSpPr>
        <p:grpSpPr>
          <a:xfrm>
            <a:off x="4337050" y="3862388"/>
            <a:ext cx="1612900" cy="1614488"/>
            <a:chOff x="4337050" y="3862388"/>
            <a:chExt cx="1612900" cy="1614488"/>
          </a:xfrm>
        </p:grpSpPr>
        <p:sp>
          <p:nvSpPr>
            <p:cNvPr id="21" name="Freeform 20">
              <a:extLst>
                <a:ext uri="{FF2B5EF4-FFF2-40B4-BE49-F238E27FC236}">
                  <a16:creationId xmlns:a16="http://schemas.microsoft.com/office/drawing/2014/main" id="{904F540F-B365-4C96-A00F-3A7C49ED3E5C}"/>
                </a:ext>
              </a:extLst>
            </p:cNvPr>
            <p:cNvSpPr>
              <a:spLocks/>
            </p:cNvSpPr>
            <p:nvPr/>
          </p:nvSpPr>
          <p:spPr bwMode="auto">
            <a:xfrm>
              <a:off x="4581525" y="4108451"/>
              <a:ext cx="1123950" cy="1123950"/>
            </a:xfrm>
            <a:custGeom>
              <a:avLst/>
              <a:gdLst>
                <a:gd name="T0" fmla="*/ 0 w 708"/>
                <a:gd name="T1" fmla="*/ 551 h 708"/>
                <a:gd name="T2" fmla="*/ 154 w 708"/>
                <a:gd name="T3" fmla="*/ 708 h 708"/>
                <a:gd name="T4" fmla="*/ 708 w 708"/>
                <a:gd name="T5" fmla="*/ 157 h 708"/>
                <a:gd name="T6" fmla="*/ 551 w 708"/>
                <a:gd name="T7" fmla="*/ 0 h 708"/>
                <a:gd name="T8" fmla="*/ 0 w 708"/>
                <a:gd name="T9" fmla="*/ 551 h 708"/>
              </a:gdLst>
              <a:ahLst/>
              <a:cxnLst>
                <a:cxn ang="0">
                  <a:pos x="T0" y="T1"/>
                </a:cxn>
                <a:cxn ang="0">
                  <a:pos x="T2" y="T3"/>
                </a:cxn>
                <a:cxn ang="0">
                  <a:pos x="T4" y="T5"/>
                </a:cxn>
                <a:cxn ang="0">
                  <a:pos x="T6" y="T7"/>
                </a:cxn>
                <a:cxn ang="0">
                  <a:pos x="T8" y="T9"/>
                </a:cxn>
              </a:cxnLst>
              <a:rect l="0" t="0" r="r" b="b"/>
              <a:pathLst>
                <a:path w="708" h="708">
                  <a:moveTo>
                    <a:pt x="0" y="551"/>
                  </a:moveTo>
                  <a:lnTo>
                    <a:pt x="154" y="708"/>
                  </a:lnTo>
                  <a:lnTo>
                    <a:pt x="708" y="157"/>
                  </a:lnTo>
                  <a:lnTo>
                    <a:pt x="551" y="0"/>
                  </a:lnTo>
                  <a:lnTo>
                    <a:pt x="0" y="5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5608E83A-C5A4-4E36-A58F-8150FF93EE8B}"/>
                </a:ext>
              </a:extLst>
            </p:cNvPr>
            <p:cNvSpPr>
              <a:spLocks/>
            </p:cNvSpPr>
            <p:nvPr/>
          </p:nvSpPr>
          <p:spPr bwMode="auto">
            <a:xfrm>
              <a:off x="4826000" y="4357688"/>
              <a:ext cx="1123950" cy="1119188"/>
            </a:xfrm>
            <a:custGeom>
              <a:avLst/>
              <a:gdLst>
                <a:gd name="T0" fmla="*/ 157 w 708"/>
                <a:gd name="T1" fmla="*/ 705 h 705"/>
                <a:gd name="T2" fmla="*/ 708 w 708"/>
                <a:gd name="T3" fmla="*/ 154 h 705"/>
                <a:gd name="T4" fmla="*/ 554 w 708"/>
                <a:gd name="T5" fmla="*/ 0 h 705"/>
                <a:gd name="T6" fmla="*/ 0 w 708"/>
                <a:gd name="T7" fmla="*/ 551 h 705"/>
                <a:gd name="T8" fmla="*/ 157 w 708"/>
                <a:gd name="T9" fmla="*/ 705 h 705"/>
              </a:gdLst>
              <a:ahLst/>
              <a:cxnLst>
                <a:cxn ang="0">
                  <a:pos x="T0" y="T1"/>
                </a:cxn>
                <a:cxn ang="0">
                  <a:pos x="T2" y="T3"/>
                </a:cxn>
                <a:cxn ang="0">
                  <a:pos x="T4" y="T5"/>
                </a:cxn>
                <a:cxn ang="0">
                  <a:pos x="T6" y="T7"/>
                </a:cxn>
                <a:cxn ang="0">
                  <a:pos x="T8" y="T9"/>
                </a:cxn>
              </a:cxnLst>
              <a:rect l="0" t="0" r="r" b="b"/>
              <a:pathLst>
                <a:path w="708" h="705">
                  <a:moveTo>
                    <a:pt x="157" y="705"/>
                  </a:moveTo>
                  <a:lnTo>
                    <a:pt x="708" y="154"/>
                  </a:lnTo>
                  <a:lnTo>
                    <a:pt x="554" y="0"/>
                  </a:lnTo>
                  <a:lnTo>
                    <a:pt x="0" y="551"/>
                  </a:lnTo>
                  <a:lnTo>
                    <a:pt x="157" y="705"/>
                  </a:lnTo>
                  <a:close/>
                </a:path>
              </a:pathLst>
            </a:custGeom>
            <a:solidFill>
              <a:schemeClr val="accent6">
                <a:lumMod val="75000"/>
              </a:schemeClr>
            </a:solidFill>
            <a:ln>
              <a:noFill/>
            </a:ln>
            <a:effectLst>
              <a:outerShdw blurRad="101600" dist="50800" dir="2400000" algn="ctr" rotWithShape="0">
                <a:srgbClr val="000000">
                  <a:alpha val="5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ED16C77C-A921-4A74-ACC3-F28C90987BE2}"/>
                </a:ext>
              </a:extLst>
            </p:cNvPr>
            <p:cNvSpPr>
              <a:spLocks/>
            </p:cNvSpPr>
            <p:nvPr/>
          </p:nvSpPr>
          <p:spPr bwMode="auto">
            <a:xfrm>
              <a:off x="4337050" y="3862388"/>
              <a:ext cx="1119188" cy="1120775"/>
            </a:xfrm>
            <a:custGeom>
              <a:avLst/>
              <a:gdLst>
                <a:gd name="T0" fmla="*/ 551 w 705"/>
                <a:gd name="T1" fmla="*/ 0 h 706"/>
                <a:gd name="T2" fmla="*/ 0 w 705"/>
                <a:gd name="T3" fmla="*/ 552 h 706"/>
                <a:gd name="T4" fmla="*/ 154 w 705"/>
                <a:gd name="T5" fmla="*/ 706 h 706"/>
                <a:gd name="T6" fmla="*/ 705 w 705"/>
                <a:gd name="T7" fmla="*/ 155 h 706"/>
                <a:gd name="T8" fmla="*/ 551 w 705"/>
                <a:gd name="T9" fmla="*/ 0 h 706"/>
              </a:gdLst>
              <a:ahLst/>
              <a:cxnLst>
                <a:cxn ang="0">
                  <a:pos x="T0" y="T1"/>
                </a:cxn>
                <a:cxn ang="0">
                  <a:pos x="T2" y="T3"/>
                </a:cxn>
                <a:cxn ang="0">
                  <a:pos x="T4" y="T5"/>
                </a:cxn>
                <a:cxn ang="0">
                  <a:pos x="T6" y="T7"/>
                </a:cxn>
                <a:cxn ang="0">
                  <a:pos x="T8" y="T9"/>
                </a:cxn>
              </a:cxnLst>
              <a:rect l="0" t="0" r="r" b="b"/>
              <a:pathLst>
                <a:path w="705" h="706">
                  <a:moveTo>
                    <a:pt x="551" y="0"/>
                  </a:moveTo>
                  <a:lnTo>
                    <a:pt x="0" y="552"/>
                  </a:lnTo>
                  <a:lnTo>
                    <a:pt x="154" y="706"/>
                  </a:lnTo>
                  <a:lnTo>
                    <a:pt x="705" y="155"/>
                  </a:lnTo>
                  <a:lnTo>
                    <a:pt x="551" y="0"/>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4" name="Line 23">
            <a:extLst>
              <a:ext uri="{FF2B5EF4-FFF2-40B4-BE49-F238E27FC236}">
                <a16:creationId xmlns:a16="http://schemas.microsoft.com/office/drawing/2014/main" id="{13082421-952B-4D40-A513-9E45B1495305}"/>
              </a:ext>
            </a:extLst>
          </p:cNvPr>
          <p:cNvSpPr>
            <a:spLocks noChangeShapeType="1"/>
          </p:cNvSpPr>
          <p:nvPr/>
        </p:nvSpPr>
        <p:spPr bwMode="auto">
          <a:xfrm>
            <a:off x="5211763" y="3862388"/>
            <a:ext cx="738188" cy="739775"/>
          </a:xfrm>
          <a:prstGeom prst="line">
            <a:avLst/>
          </a:prstGeom>
          <a:noFill/>
          <a:ln w="9525" cap="flat">
            <a:solidFill>
              <a:srgbClr val="FFFFFF"/>
            </a:solidFill>
            <a:prstDash val="solid"/>
            <a:miter lim="800000"/>
            <a:headEnd/>
            <a:tailEnd/>
          </a:ln>
          <a:effectLst>
            <a:outerShdw blurRad="50800" dist="25400" dir="5400000" algn="ctr" rotWithShape="0">
              <a:srgbClr val="000000"/>
            </a:outerShdw>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5" name="Line 24">
            <a:extLst>
              <a:ext uri="{FF2B5EF4-FFF2-40B4-BE49-F238E27FC236}">
                <a16:creationId xmlns:a16="http://schemas.microsoft.com/office/drawing/2014/main" id="{89809361-C09A-461C-83B4-B2E501639BB3}"/>
              </a:ext>
            </a:extLst>
          </p:cNvPr>
          <p:cNvSpPr>
            <a:spLocks noChangeShapeType="1"/>
          </p:cNvSpPr>
          <p:nvPr/>
        </p:nvSpPr>
        <p:spPr bwMode="auto">
          <a:xfrm>
            <a:off x="6081713" y="2987676"/>
            <a:ext cx="742950" cy="739775"/>
          </a:xfrm>
          <a:prstGeom prst="line">
            <a:avLst/>
          </a:prstGeom>
          <a:noFill/>
          <a:ln w="9525" cap="flat">
            <a:solidFill>
              <a:srgbClr val="FFFFFF"/>
            </a:solidFill>
            <a:prstDash val="solid"/>
            <a:miter lim="800000"/>
            <a:headEnd/>
            <a:tailEnd/>
          </a:ln>
          <a:effectLst>
            <a:outerShdw blurRad="50800" dist="25400" dir="5400000" algn="ctr" rotWithShape="0">
              <a:srgbClr val="000000"/>
            </a:outerShdw>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9" name="Oval 28">
            <a:extLst>
              <a:ext uri="{FF2B5EF4-FFF2-40B4-BE49-F238E27FC236}">
                <a16:creationId xmlns:a16="http://schemas.microsoft.com/office/drawing/2014/main" id="{1A15EC42-4021-48FE-8042-6E0B8046016E}"/>
              </a:ext>
            </a:extLst>
          </p:cNvPr>
          <p:cNvSpPr/>
          <p:nvPr/>
        </p:nvSpPr>
        <p:spPr>
          <a:xfrm rot="10800000">
            <a:off x="3574411" y="5701571"/>
            <a:ext cx="3755871" cy="651604"/>
          </a:xfrm>
          <a:prstGeom prst="ellipse">
            <a:avLst/>
          </a:prstGeom>
          <a:gradFill flip="none" rotWithShape="1">
            <a:gsLst>
              <a:gs pos="87000">
                <a:schemeClr val="bg2">
                  <a:alpha val="34000"/>
                </a:schemeClr>
              </a:gs>
              <a:gs pos="0">
                <a:schemeClr val="tx1">
                  <a:lumMod val="95000"/>
                  <a:lumOff val="5000"/>
                </a:schemeClr>
              </a:gs>
              <a:gs pos="0">
                <a:srgbClr val="000000">
                  <a:alpha val="47000"/>
                </a:srgbClr>
              </a:gs>
            </a:gsLst>
            <a:lin ang="10800000" scaled="1"/>
            <a:tileRect/>
          </a:gradFill>
          <a:ln>
            <a:noFill/>
          </a:ln>
          <a:effectLst>
            <a:softEdge rad="139700"/>
          </a:effectLst>
        </p:spPr>
        <p:txBody>
          <a:bodyPr vert="horz" wrap="square" lIns="91440" tIns="45720" rIns="91440" bIns="45720" numCol="1" anchor="t" anchorCtr="0" compatLnSpc="1">
            <a:prstTxWarp prst="textNoShape">
              <a:avLst/>
            </a:prstTxWarp>
          </a:bodyPr>
          <a:lstStyle/>
          <a:p>
            <a:endParaRPr lang="ru-UA">
              <a:solidFill>
                <a:schemeClr val="tx1"/>
              </a:solidFill>
            </a:endParaRPr>
          </a:p>
        </p:txBody>
      </p:sp>
      <p:sp>
        <p:nvSpPr>
          <p:cNvPr id="2" name="TextBox 1">
            <a:extLst>
              <a:ext uri="{FF2B5EF4-FFF2-40B4-BE49-F238E27FC236}">
                <a16:creationId xmlns:a16="http://schemas.microsoft.com/office/drawing/2014/main" id="{C64487F8-CAE6-494B-A4B9-70F437C42777}"/>
              </a:ext>
            </a:extLst>
          </p:cNvPr>
          <p:cNvSpPr txBox="1"/>
          <p:nvPr/>
        </p:nvSpPr>
        <p:spPr>
          <a:xfrm rot="18900000">
            <a:off x="4630710" y="4487339"/>
            <a:ext cx="1055097" cy="369332"/>
          </a:xfrm>
          <a:prstGeom prst="rect">
            <a:avLst/>
          </a:prstGeom>
          <a:noFill/>
        </p:spPr>
        <p:txBody>
          <a:bodyPr wrap="none" rtlCol="0">
            <a:spAutoFit/>
          </a:bodyPr>
          <a:lstStyle/>
          <a:p>
            <a:r>
              <a:rPr lang="en-US" b="1">
                <a:solidFill>
                  <a:schemeClr val="accent6">
                    <a:lumMod val="75000"/>
                  </a:schemeClr>
                </a:solidFill>
                <a:latin typeface="Open Sans" panose="020B0606030504020204" pitchFamily="34" charset="0"/>
                <a:ea typeface="Open Sans" panose="020B0606030504020204" pitchFamily="34" charset="0"/>
                <a:cs typeface="Open Sans" panose="020B0606030504020204" pitchFamily="34" charset="0"/>
              </a:rPr>
              <a:t>STEP 01</a:t>
            </a:r>
            <a:endParaRPr lang="ru-UA" b="1">
              <a:solidFill>
                <a:schemeClr val="accent6">
                  <a:lumMod val="7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0" name="TextBox 29">
            <a:extLst>
              <a:ext uri="{FF2B5EF4-FFF2-40B4-BE49-F238E27FC236}">
                <a16:creationId xmlns:a16="http://schemas.microsoft.com/office/drawing/2014/main" id="{D63E02A6-9B21-40D8-A7CC-0345977C1785}"/>
              </a:ext>
            </a:extLst>
          </p:cNvPr>
          <p:cNvSpPr txBox="1"/>
          <p:nvPr/>
        </p:nvSpPr>
        <p:spPr>
          <a:xfrm rot="18900000">
            <a:off x="5493020" y="3625015"/>
            <a:ext cx="1040670" cy="369332"/>
          </a:xfrm>
          <a:prstGeom prst="rect">
            <a:avLst/>
          </a:prstGeom>
          <a:noFill/>
        </p:spPr>
        <p:txBody>
          <a:bodyPr wrap="none" rtlCol="0">
            <a:spAutoFit/>
          </a:bodyPr>
          <a:lstStyle/>
          <a:p>
            <a:r>
              <a:rPr lang="en-US" b="1">
                <a:solidFill>
                  <a:schemeClr val="accent3">
                    <a:lumMod val="75000"/>
                  </a:schemeClr>
                </a:solidFill>
                <a:latin typeface="Open Sans" panose="020B0606030504020204" pitchFamily="34" charset="0"/>
                <a:ea typeface="Open Sans" panose="020B0606030504020204" pitchFamily="34" charset="0"/>
                <a:cs typeface="Open Sans" panose="020B0606030504020204" pitchFamily="34" charset="0"/>
              </a:rPr>
              <a:t>STEP 02</a:t>
            </a:r>
            <a:endParaRPr lang="ru-UA" b="1">
              <a:solidFill>
                <a:schemeClr val="accent3">
                  <a:lumMod val="7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a:extLst>
              <a:ext uri="{FF2B5EF4-FFF2-40B4-BE49-F238E27FC236}">
                <a16:creationId xmlns:a16="http://schemas.microsoft.com/office/drawing/2014/main" id="{E89AEF8A-C9B5-469A-8844-2972FCDD5ABB}"/>
              </a:ext>
            </a:extLst>
          </p:cNvPr>
          <p:cNvSpPr txBox="1"/>
          <p:nvPr/>
        </p:nvSpPr>
        <p:spPr>
          <a:xfrm rot="18900000">
            <a:off x="6377294" y="2730386"/>
            <a:ext cx="1040670" cy="369332"/>
          </a:xfrm>
          <a:prstGeom prst="rect">
            <a:avLst/>
          </a:prstGeom>
          <a:noFill/>
        </p:spPr>
        <p:txBody>
          <a:bodyPr wrap="none" rtlCol="0">
            <a:spAutoFit/>
          </a:bodyPr>
          <a:lstStyle/>
          <a:p>
            <a:r>
              <a:rPr lang="en-US" b="1">
                <a:solidFill>
                  <a:schemeClr val="accent1">
                    <a:lumMod val="75000"/>
                  </a:schemeClr>
                </a:solidFill>
                <a:latin typeface="Open Sans" panose="020B0606030504020204" pitchFamily="34" charset="0"/>
                <a:ea typeface="Open Sans" panose="020B0606030504020204" pitchFamily="34" charset="0"/>
                <a:cs typeface="Open Sans" panose="020B0606030504020204" pitchFamily="34" charset="0"/>
              </a:rPr>
              <a:t>STEP 03</a:t>
            </a:r>
            <a:endParaRPr lang="ru-UA" b="1">
              <a:solidFill>
                <a:schemeClr val="accent1">
                  <a:lumMod val="7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43" name="Group 42">
            <a:extLst>
              <a:ext uri="{FF2B5EF4-FFF2-40B4-BE49-F238E27FC236}">
                <a16:creationId xmlns:a16="http://schemas.microsoft.com/office/drawing/2014/main" id="{FD6AA2A3-835D-4A36-8C91-345033C209B7}"/>
              </a:ext>
            </a:extLst>
          </p:cNvPr>
          <p:cNvGrpSpPr/>
          <p:nvPr/>
        </p:nvGrpSpPr>
        <p:grpSpPr>
          <a:xfrm>
            <a:off x="6956425" y="1236663"/>
            <a:ext cx="1617663" cy="1614488"/>
            <a:chOff x="6956425" y="1236663"/>
            <a:chExt cx="1617663" cy="1614488"/>
          </a:xfrm>
        </p:grpSpPr>
        <p:sp>
          <p:nvSpPr>
            <p:cNvPr id="13" name="Freeform 12">
              <a:extLst>
                <a:ext uri="{FF2B5EF4-FFF2-40B4-BE49-F238E27FC236}">
                  <a16:creationId xmlns:a16="http://schemas.microsoft.com/office/drawing/2014/main" id="{1BF916D4-5D04-4A44-84C4-20BAAB38438D}"/>
                </a:ext>
              </a:extLst>
            </p:cNvPr>
            <p:cNvSpPr>
              <a:spLocks/>
            </p:cNvSpPr>
            <p:nvPr/>
          </p:nvSpPr>
          <p:spPr bwMode="auto">
            <a:xfrm>
              <a:off x="7205663" y="1482726"/>
              <a:ext cx="1119188" cy="1123950"/>
            </a:xfrm>
            <a:custGeom>
              <a:avLst/>
              <a:gdLst>
                <a:gd name="T0" fmla="*/ 551 w 705"/>
                <a:gd name="T1" fmla="*/ 0 h 708"/>
                <a:gd name="T2" fmla="*/ 0 w 705"/>
                <a:gd name="T3" fmla="*/ 553 h 708"/>
                <a:gd name="T4" fmla="*/ 154 w 705"/>
                <a:gd name="T5" fmla="*/ 708 h 708"/>
                <a:gd name="T6" fmla="*/ 705 w 705"/>
                <a:gd name="T7" fmla="*/ 157 h 708"/>
                <a:gd name="T8" fmla="*/ 551 w 705"/>
                <a:gd name="T9" fmla="*/ 0 h 708"/>
              </a:gdLst>
              <a:ahLst/>
              <a:cxnLst>
                <a:cxn ang="0">
                  <a:pos x="T0" y="T1"/>
                </a:cxn>
                <a:cxn ang="0">
                  <a:pos x="T2" y="T3"/>
                </a:cxn>
                <a:cxn ang="0">
                  <a:pos x="T4" y="T5"/>
                </a:cxn>
                <a:cxn ang="0">
                  <a:pos x="T6" y="T7"/>
                </a:cxn>
                <a:cxn ang="0">
                  <a:pos x="T8" y="T9"/>
                </a:cxn>
              </a:cxnLst>
              <a:rect l="0" t="0" r="r" b="b"/>
              <a:pathLst>
                <a:path w="705" h="708">
                  <a:moveTo>
                    <a:pt x="551" y="0"/>
                  </a:moveTo>
                  <a:lnTo>
                    <a:pt x="0" y="553"/>
                  </a:lnTo>
                  <a:lnTo>
                    <a:pt x="154" y="708"/>
                  </a:lnTo>
                  <a:lnTo>
                    <a:pt x="705" y="157"/>
                  </a:lnTo>
                  <a:lnTo>
                    <a:pt x="551"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2A134F53-83D2-40D9-B55A-F863C4132679}"/>
                </a:ext>
              </a:extLst>
            </p:cNvPr>
            <p:cNvSpPr>
              <a:spLocks/>
            </p:cNvSpPr>
            <p:nvPr/>
          </p:nvSpPr>
          <p:spPr bwMode="auto">
            <a:xfrm>
              <a:off x="7450138" y="1731963"/>
              <a:ext cx="1123950" cy="1119188"/>
            </a:xfrm>
            <a:custGeom>
              <a:avLst/>
              <a:gdLst>
                <a:gd name="T0" fmla="*/ 0 w 708"/>
                <a:gd name="T1" fmla="*/ 551 h 705"/>
                <a:gd name="T2" fmla="*/ 157 w 708"/>
                <a:gd name="T3" fmla="*/ 705 h 705"/>
                <a:gd name="T4" fmla="*/ 708 w 708"/>
                <a:gd name="T5" fmla="*/ 154 h 705"/>
                <a:gd name="T6" fmla="*/ 551 w 708"/>
                <a:gd name="T7" fmla="*/ 0 h 705"/>
                <a:gd name="T8" fmla="*/ 0 w 708"/>
                <a:gd name="T9" fmla="*/ 551 h 705"/>
              </a:gdLst>
              <a:ahLst/>
              <a:cxnLst>
                <a:cxn ang="0">
                  <a:pos x="T0" y="T1"/>
                </a:cxn>
                <a:cxn ang="0">
                  <a:pos x="T2" y="T3"/>
                </a:cxn>
                <a:cxn ang="0">
                  <a:pos x="T4" y="T5"/>
                </a:cxn>
                <a:cxn ang="0">
                  <a:pos x="T6" y="T7"/>
                </a:cxn>
                <a:cxn ang="0">
                  <a:pos x="T8" y="T9"/>
                </a:cxn>
              </a:cxnLst>
              <a:rect l="0" t="0" r="r" b="b"/>
              <a:pathLst>
                <a:path w="708" h="705">
                  <a:moveTo>
                    <a:pt x="0" y="551"/>
                  </a:moveTo>
                  <a:lnTo>
                    <a:pt x="157" y="705"/>
                  </a:lnTo>
                  <a:lnTo>
                    <a:pt x="708" y="154"/>
                  </a:lnTo>
                  <a:lnTo>
                    <a:pt x="551" y="0"/>
                  </a:lnTo>
                  <a:lnTo>
                    <a:pt x="0" y="551"/>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4FB58E0D-BDB4-40F4-95EC-9C6B3028622A}"/>
                </a:ext>
              </a:extLst>
            </p:cNvPr>
            <p:cNvSpPr>
              <a:spLocks/>
            </p:cNvSpPr>
            <p:nvPr/>
          </p:nvSpPr>
          <p:spPr bwMode="auto">
            <a:xfrm>
              <a:off x="6956425" y="1236663"/>
              <a:ext cx="1123950" cy="1123950"/>
            </a:xfrm>
            <a:custGeom>
              <a:avLst/>
              <a:gdLst>
                <a:gd name="T0" fmla="*/ 554 w 708"/>
                <a:gd name="T1" fmla="*/ 0 h 708"/>
                <a:gd name="T2" fmla="*/ 0 w 708"/>
                <a:gd name="T3" fmla="*/ 552 h 708"/>
                <a:gd name="T4" fmla="*/ 157 w 708"/>
                <a:gd name="T5" fmla="*/ 708 h 708"/>
                <a:gd name="T6" fmla="*/ 708 w 708"/>
                <a:gd name="T7" fmla="*/ 155 h 708"/>
                <a:gd name="T8" fmla="*/ 554 w 708"/>
                <a:gd name="T9" fmla="*/ 0 h 708"/>
              </a:gdLst>
              <a:ahLst/>
              <a:cxnLst>
                <a:cxn ang="0">
                  <a:pos x="T0" y="T1"/>
                </a:cxn>
                <a:cxn ang="0">
                  <a:pos x="T2" y="T3"/>
                </a:cxn>
                <a:cxn ang="0">
                  <a:pos x="T4" y="T5"/>
                </a:cxn>
                <a:cxn ang="0">
                  <a:pos x="T6" y="T7"/>
                </a:cxn>
                <a:cxn ang="0">
                  <a:pos x="T8" y="T9"/>
                </a:cxn>
              </a:cxnLst>
              <a:rect l="0" t="0" r="r" b="b"/>
              <a:pathLst>
                <a:path w="708" h="708">
                  <a:moveTo>
                    <a:pt x="554" y="0"/>
                  </a:moveTo>
                  <a:lnTo>
                    <a:pt x="0" y="552"/>
                  </a:lnTo>
                  <a:lnTo>
                    <a:pt x="157" y="708"/>
                  </a:lnTo>
                  <a:lnTo>
                    <a:pt x="708" y="155"/>
                  </a:lnTo>
                  <a:lnTo>
                    <a:pt x="554" y="0"/>
                  </a:lnTo>
                  <a:close/>
                </a:path>
              </a:pathLst>
            </a:custGeom>
            <a:solidFill>
              <a:schemeClr val="accent5"/>
            </a:solidFill>
            <a:ln>
              <a:noFill/>
            </a:ln>
            <a:effectLst>
              <a:outerShdw blurRad="114300" dist="50800" dir="14100000" algn="ctr" rotWithShape="0">
                <a:srgbClr val="000000">
                  <a:alpha val="32000"/>
                </a:srgbClr>
              </a:outerShdw>
            </a:effectLst>
          </p:spPr>
          <p:txBody>
            <a:bodyPr vert="horz" wrap="square" lIns="91440" tIns="45720" rIns="91440" bIns="45720" numCol="1" anchor="t" anchorCtr="0" compatLnSpc="1">
              <a:prstTxWarp prst="textNoShape">
                <a:avLst/>
              </a:prstTxWarp>
            </a:bodyPr>
            <a:lstStyle/>
            <a:p>
              <a:endParaRPr lang="ru-UA"/>
            </a:p>
          </p:txBody>
        </p:sp>
      </p:grpSp>
      <p:sp>
        <p:nvSpPr>
          <p:cNvPr id="26" name="Line 25">
            <a:extLst>
              <a:ext uri="{FF2B5EF4-FFF2-40B4-BE49-F238E27FC236}">
                <a16:creationId xmlns:a16="http://schemas.microsoft.com/office/drawing/2014/main" id="{55D397D5-67E5-4A46-B03C-860702DEF4B2}"/>
              </a:ext>
            </a:extLst>
          </p:cNvPr>
          <p:cNvSpPr>
            <a:spLocks noChangeShapeType="1"/>
          </p:cNvSpPr>
          <p:nvPr/>
        </p:nvSpPr>
        <p:spPr bwMode="auto">
          <a:xfrm>
            <a:off x="6961188" y="2112963"/>
            <a:ext cx="738188" cy="738188"/>
          </a:xfrm>
          <a:prstGeom prst="line">
            <a:avLst/>
          </a:prstGeom>
          <a:noFill/>
          <a:ln w="9525" cap="flat">
            <a:solidFill>
              <a:srgbClr val="FFFFFF"/>
            </a:solidFill>
            <a:prstDash val="solid"/>
            <a:miter lim="800000"/>
            <a:headEnd/>
            <a:tailEnd/>
          </a:ln>
          <a:effectLst>
            <a:outerShdw blurRad="50800" dist="25400" dir="5400000" algn="ctr" rotWithShape="0">
              <a:srgbClr val="000000"/>
            </a:outerShdw>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TextBox 32">
            <a:extLst>
              <a:ext uri="{FF2B5EF4-FFF2-40B4-BE49-F238E27FC236}">
                <a16:creationId xmlns:a16="http://schemas.microsoft.com/office/drawing/2014/main" id="{16640AD8-598B-44C7-9A49-5D118931F885}"/>
              </a:ext>
            </a:extLst>
          </p:cNvPr>
          <p:cNvSpPr txBox="1"/>
          <p:nvPr/>
        </p:nvSpPr>
        <p:spPr>
          <a:xfrm rot="18900000">
            <a:off x="7252006" y="1864396"/>
            <a:ext cx="1040670" cy="369332"/>
          </a:xfrm>
          <a:prstGeom prst="rect">
            <a:avLst/>
          </a:prstGeom>
          <a:noFill/>
        </p:spPr>
        <p:txBody>
          <a:bodyPr wrap="none" rtlCol="0">
            <a:spAutoFit/>
          </a:bodyPr>
          <a:lstStyle/>
          <a:p>
            <a:r>
              <a:rPr lang="en-US" b="1">
                <a:solidFill>
                  <a:schemeClr val="accent5"/>
                </a:solidFill>
                <a:latin typeface="Open Sans" panose="020B0606030504020204" pitchFamily="34" charset="0"/>
                <a:ea typeface="Open Sans" panose="020B0606030504020204" pitchFamily="34" charset="0"/>
                <a:cs typeface="Open Sans" panose="020B0606030504020204" pitchFamily="34" charset="0"/>
              </a:rPr>
              <a:t>STEP 04</a:t>
            </a:r>
            <a:endParaRPr lang="ru-UA" b="1">
              <a:solidFill>
                <a:schemeClr val="accent5"/>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2" name="05">
            <a:extLst>
              <a:ext uri="{FF2B5EF4-FFF2-40B4-BE49-F238E27FC236}">
                <a16:creationId xmlns:a16="http://schemas.microsoft.com/office/drawing/2014/main" id="{36F368B3-4F96-460F-8E5B-649746892CC2}"/>
              </a:ext>
            </a:extLst>
          </p:cNvPr>
          <p:cNvSpPr>
            <a:spLocks noEditPoints="1"/>
          </p:cNvSpPr>
          <p:nvPr/>
        </p:nvSpPr>
        <p:spPr bwMode="auto">
          <a:xfrm>
            <a:off x="8170780" y="3876993"/>
            <a:ext cx="371640" cy="500475"/>
          </a:xfrm>
          <a:custGeom>
            <a:avLst/>
            <a:gdLst>
              <a:gd name="T0" fmla="*/ 240030 w 125"/>
              <a:gd name="T1" fmla="*/ 145067 h 168"/>
              <a:gd name="T2" fmla="*/ 144780 w 125"/>
              <a:gd name="T3" fmla="*/ 106892 h 168"/>
              <a:gd name="T4" fmla="*/ 240030 w 125"/>
              <a:gd name="T5" fmla="*/ 0 h 168"/>
              <a:gd name="T6" fmla="*/ 335280 w 125"/>
              <a:gd name="T7" fmla="*/ 106892 h 168"/>
              <a:gd name="T8" fmla="*/ 240030 w 125"/>
              <a:gd name="T9" fmla="*/ 145067 h 168"/>
              <a:gd name="T10" fmla="*/ 342900 w 125"/>
              <a:gd name="T11" fmla="*/ 481013 h 168"/>
              <a:gd name="T12" fmla="*/ 133350 w 125"/>
              <a:gd name="T13" fmla="*/ 481013 h 168"/>
              <a:gd name="T14" fmla="*/ 152400 w 125"/>
              <a:gd name="T15" fmla="*/ 530641 h 168"/>
              <a:gd name="T16" fmla="*/ 323850 w 125"/>
              <a:gd name="T17" fmla="*/ 530641 h 168"/>
              <a:gd name="T18" fmla="*/ 342900 w 125"/>
              <a:gd name="T19" fmla="*/ 481013 h 168"/>
              <a:gd name="T20" fmla="*/ 179070 w 125"/>
              <a:gd name="T21" fmla="*/ 549729 h 168"/>
              <a:gd name="T22" fmla="*/ 179070 w 125"/>
              <a:gd name="T23" fmla="*/ 553546 h 168"/>
              <a:gd name="T24" fmla="*/ 240030 w 125"/>
              <a:gd name="T25" fmla="*/ 641350 h 168"/>
              <a:gd name="T26" fmla="*/ 297180 w 125"/>
              <a:gd name="T27" fmla="*/ 553546 h 168"/>
              <a:gd name="T28" fmla="*/ 297180 w 125"/>
              <a:gd name="T29" fmla="*/ 549729 h 168"/>
              <a:gd name="T30" fmla="*/ 179070 w 125"/>
              <a:gd name="T31" fmla="*/ 549729 h 168"/>
              <a:gd name="T32" fmla="*/ 240030 w 125"/>
              <a:gd name="T33" fmla="*/ 251959 h 168"/>
              <a:gd name="T34" fmla="*/ 201930 w 125"/>
              <a:gd name="T35" fmla="*/ 290135 h 168"/>
              <a:gd name="T36" fmla="*/ 240030 w 125"/>
              <a:gd name="T37" fmla="*/ 328310 h 168"/>
              <a:gd name="T38" fmla="*/ 278130 w 125"/>
              <a:gd name="T39" fmla="*/ 290135 h 168"/>
              <a:gd name="T40" fmla="*/ 240030 w 125"/>
              <a:gd name="T41" fmla="*/ 251959 h 168"/>
              <a:gd name="T42" fmla="*/ 381000 w 125"/>
              <a:gd name="T43" fmla="*/ 248141 h 168"/>
              <a:gd name="T44" fmla="*/ 354330 w 125"/>
              <a:gd name="T45" fmla="*/ 458107 h 168"/>
              <a:gd name="T46" fmla="*/ 121920 w 125"/>
              <a:gd name="T47" fmla="*/ 458107 h 168"/>
              <a:gd name="T48" fmla="*/ 95250 w 125"/>
              <a:gd name="T49" fmla="*/ 248141 h 168"/>
              <a:gd name="T50" fmla="*/ 129540 w 125"/>
              <a:gd name="T51" fmla="*/ 129797 h 168"/>
              <a:gd name="T52" fmla="*/ 240030 w 125"/>
              <a:gd name="T53" fmla="*/ 167973 h 168"/>
              <a:gd name="T54" fmla="*/ 350520 w 125"/>
              <a:gd name="T55" fmla="*/ 129797 h 168"/>
              <a:gd name="T56" fmla="*/ 381000 w 125"/>
              <a:gd name="T57" fmla="*/ 248141 h 168"/>
              <a:gd name="T58" fmla="*/ 308610 w 125"/>
              <a:gd name="T59" fmla="*/ 290135 h 168"/>
              <a:gd name="T60" fmla="*/ 240030 w 125"/>
              <a:gd name="T61" fmla="*/ 221418 h 168"/>
              <a:gd name="T62" fmla="*/ 171450 w 125"/>
              <a:gd name="T63" fmla="*/ 290135 h 168"/>
              <a:gd name="T64" fmla="*/ 240030 w 125"/>
              <a:gd name="T65" fmla="*/ 358851 h 168"/>
              <a:gd name="T66" fmla="*/ 308610 w 125"/>
              <a:gd name="T67" fmla="*/ 290135 h 168"/>
              <a:gd name="T68" fmla="*/ 76200 w 125"/>
              <a:gd name="T69" fmla="*/ 351215 h 168"/>
              <a:gd name="T70" fmla="*/ 0 w 125"/>
              <a:gd name="T71" fmla="*/ 515371 h 168"/>
              <a:gd name="T72" fmla="*/ 99060 w 125"/>
              <a:gd name="T73" fmla="*/ 461925 h 168"/>
              <a:gd name="T74" fmla="*/ 76200 w 125"/>
              <a:gd name="T75" fmla="*/ 351215 h 168"/>
              <a:gd name="T76" fmla="*/ 377190 w 125"/>
              <a:gd name="T77" fmla="*/ 461925 h 168"/>
              <a:gd name="T78" fmla="*/ 476250 w 125"/>
              <a:gd name="T79" fmla="*/ 515371 h 168"/>
              <a:gd name="T80" fmla="*/ 400050 w 125"/>
              <a:gd name="T81" fmla="*/ 351215 h 168"/>
              <a:gd name="T82" fmla="*/ 377190 w 125"/>
              <a:gd name="T83" fmla="*/ 461925 h 1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25" h="168">
                <a:moveTo>
                  <a:pt x="63" y="38"/>
                </a:moveTo>
                <a:cubicBezTo>
                  <a:pt x="53" y="38"/>
                  <a:pt x="44" y="34"/>
                  <a:pt x="38" y="28"/>
                </a:cubicBezTo>
                <a:cubicBezTo>
                  <a:pt x="49" y="11"/>
                  <a:pt x="63" y="0"/>
                  <a:pt x="63" y="0"/>
                </a:cubicBezTo>
                <a:cubicBezTo>
                  <a:pt x="63" y="0"/>
                  <a:pt x="77" y="11"/>
                  <a:pt x="88" y="28"/>
                </a:cubicBezTo>
                <a:cubicBezTo>
                  <a:pt x="81" y="34"/>
                  <a:pt x="72" y="38"/>
                  <a:pt x="63" y="38"/>
                </a:cubicBezTo>
                <a:close/>
                <a:moveTo>
                  <a:pt x="90" y="126"/>
                </a:moveTo>
                <a:cubicBezTo>
                  <a:pt x="35" y="126"/>
                  <a:pt x="35" y="126"/>
                  <a:pt x="35" y="126"/>
                </a:cubicBezTo>
                <a:cubicBezTo>
                  <a:pt x="40" y="139"/>
                  <a:pt x="40" y="139"/>
                  <a:pt x="40" y="139"/>
                </a:cubicBezTo>
                <a:cubicBezTo>
                  <a:pt x="85" y="139"/>
                  <a:pt x="85" y="139"/>
                  <a:pt x="85" y="139"/>
                </a:cubicBezTo>
                <a:lnTo>
                  <a:pt x="90" y="126"/>
                </a:lnTo>
                <a:close/>
                <a:moveTo>
                  <a:pt x="47" y="144"/>
                </a:moveTo>
                <a:cubicBezTo>
                  <a:pt x="47" y="144"/>
                  <a:pt x="47" y="145"/>
                  <a:pt x="47" y="145"/>
                </a:cubicBezTo>
                <a:cubicBezTo>
                  <a:pt x="47" y="158"/>
                  <a:pt x="63" y="168"/>
                  <a:pt x="63" y="168"/>
                </a:cubicBezTo>
                <a:cubicBezTo>
                  <a:pt x="63" y="168"/>
                  <a:pt x="78" y="158"/>
                  <a:pt x="78" y="145"/>
                </a:cubicBezTo>
                <a:cubicBezTo>
                  <a:pt x="78" y="145"/>
                  <a:pt x="78" y="144"/>
                  <a:pt x="78" y="144"/>
                </a:cubicBezTo>
                <a:lnTo>
                  <a:pt x="47" y="144"/>
                </a:lnTo>
                <a:close/>
                <a:moveTo>
                  <a:pt x="63" y="66"/>
                </a:moveTo>
                <a:cubicBezTo>
                  <a:pt x="57" y="66"/>
                  <a:pt x="53" y="71"/>
                  <a:pt x="53" y="76"/>
                </a:cubicBezTo>
                <a:cubicBezTo>
                  <a:pt x="53" y="82"/>
                  <a:pt x="57" y="86"/>
                  <a:pt x="63" y="86"/>
                </a:cubicBezTo>
                <a:cubicBezTo>
                  <a:pt x="68" y="86"/>
                  <a:pt x="73" y="82"/>
                  <a:pt x="73" y="76"/>
                </a:cubicBezTo>
                <a:cubicBezTo>
                  <a:pt x="73" y="71"/>
                  <a:pt x="68" y="66"/>
                  <a:pt x="63" y="66"/>
                </a:cubicBezTo>
                <a:close/>
                <a:moveTo>
                  <a:pt x="100" y="65"/>
                </a:moveTo>
                <a:cubicBezTo>
                  <a:pt x="100" y="80"/>
                  <a:pt x="97" y="109"/>
                  <a:pt x="93" y="120"/>
                </a:cubicBezTo>
                <a:cubicBezTo>
                  <a:pt x="32" y="120"/>
                  <a:pt x="32" y="120"/>
                  <a:pt x="32" y="120"/>
                </a:cubicBezTo>
                <a:cubicBezTo>
                  <a:pt x="28" y="109"/>
                  <a:pt x="25" y="80"/>
                  <a:pt x="25" y="65"/>
                </a:cubicBezTo>
                <a:cubicBezTo>
                  <a:pt x="25" y="54"/>
                  <a:pt x="29" y="43"/>
                  <a:pt x="34" y="34"/>
                </a:cubicBezTo>
                <a:cubicBezTo>
                  <a:pt x="41" y="40"/>
                  <a:pt x="52" y="44"/>
                  <a:pt x="63" y="44"/>
                </a:cubicBezTo>
                <a:cubicBezTo>
                  <a:pt x="74" y="44"/>
                  <a:pt x="84" y="40"/>
                  <a:pt x="92" y="34"/>
                </a:cubicBezTo>
                <a:cubicBezTo>
                  <a:pt x="97" y="43"/>
                  <a:pt x="100" y="54"/>
                  <a:pt x="100" y="65"/>
                </a:cubicBezTo>
                <a:close/>
                <a:moveTo>
                  <a:pt x="81" y="76"/>
                </a:moveTo>
                <a:cubicBezTo>
                  <a:pt x="81" y="66"/>
                  <a:pt x="73" y="58"/>
                  <a:pt x="63" y="58"/>
                </a:cubicBezTo>
                <a:cubicBezTo>
                  <a:pt x="53" y="58"/>
                  <a:pt x="45" y="66"/>
                  <a:pt x="45" y="76"/>
                </a:cubicBezTo>
                <a:cubicBezTo>
                  <a:pt x="45" y="86"/>
                  <a:pt x="53" y="94"/>
                  <a:pt x="63" y="94"/>
                </a:cubicBezTo>
                <a:cubicBezTo>
                  <a:pt x="73" y="94"/>
                  <a:pt x="81" y="86"/>
                  <a:pt x="81" y="76"/>
                </a:cubicBezTo>
                <a:close/>
                <a:moveTo>
                  <a:pt x="20" y="92"/>
                </a:moveTo>
                <a:cubicBezTo>
                  <a:pt x="11" y="99"/>
                  <a:pt x="2" y="118"/>
                  <a:pt x="0" y="135"/>
                </a:cubicBezTo>
                <a:cubicBezTo>
                  <a:pt x="26" y="121"/>
                  <a:pt x="26" y="121"/>
                  <a:pt x="26" y="121"/>
                </a:cubicBezTo>
                <a:cubicBezTo>
                  <a:pt x="23" y="112"/>
                  <a:pt x="21" y="102"/>
                  <a:pt x="20" y="92"/>
                </a:cubicBezTo>
                <a:close/>
                <a:moveTo>
                  <a:pt x="99" y="121"/>
                </a:moveTo>
                <a:cubicBezTo>
                  <a:pt x="125" y="135"/>
                  <a:pt x="125" y="135"/>
                  <a:pt x="125" y="135"/>
                </a:cubicBezTo>
                <a:cubicBezTo>
                  <a:pt x="123" y="118"/>
                  <a:pt x="114" y="99"/>
                  <a:pt x="105" y="92"/>
                </a:cubicBezTo>
                <a:cubicBezTo>
                  <a:pt x="104" y="102"/>
                  <a:pt x="102" y="112"/>
                  <a:pt x="99" y="121"/>
                </a:cubicBezTo>
                <a:close/>
              </a:path>
            </a:pathLst>
          </a:custGeom>
          <a:solidFill>
            <a:schemeClr val="bg2"/>
          </a:solidFill>
          <a:ln>
            <a:noFill/>
          </a:ln>
        </p:spPr>
        <p:txBody>
          <a:bodyPr/>
          <a:lstStyle/>
          <a:p>
            <a:endParaRPr lang="ru-UA"/>
          </a:p>
        </p:txBody>
      </p:sp>
      <p:sp>
        <p:nvSpPr>
          <p:cNvPr id="34" name="04">
            <a:extLst>
              <a:ext uri="{FF2B5EF4-FFF2-40B4-BE49-F238E27FC236}">
                <a16:creationId xmlns:a16="http://schemas.microsoft.com/office/drawing/2014/main" id="{12128704-9ECA-408E-9081-52CEDEAF1C3A}"/>
              </a:ext>
            </a:extLst>
          </p:cNvPr>
          <p:cNvSpPr>
            <a:spLocks noEditPoints="1"/>
          </p:cNvSpPr>
          <p:nvPr/>
        </p:nvSpPr>
        <p:spPr bwMode="auto">
          <a:xfrm>
            <a:off x="5177379" y="1472031"/>
            <a:ext cx="421192" cy="416237"/>
          </a:xfrm>
          <a:custGeom>
            <a:avLst/>
            <a:gdLst>
              <a:gd name="T0" fmla="*/ 209058 w 142"/>
              <a:gd name="T1" fmla="*/ 110490 h 140"/>
              <a:gd name="T2" fmla="*/ 269875 w 142"/>
              <a:gd name="T3" fmla="*/ 49530 h 140"/>
              <a:gd name="T4" fmla="*/ 330692 w 142"/>
              <a:gd name="T5" fmla="*/ 110490 h 140"/>
              <a:gd name="T6" fmla="*/ 269875 w 142"/>
              <a:gd name="T7" fmla="*/ 171450 h 140"/>
              <a:gd name="T8" fmla="*/ 209058 w 142"/>
              <a:gd name="T9" fmla="*/ 110490 h 140"/>
              <a:gd name="T10" fmla="*/ 349697 w 142"/>
              <a:gd name="T11" fmla="*/ 194310 h 140"/>
              <a:gd name="T12" fmla="*/ 193854 w 142"/>
              <a:gd name="T13" fmla="*/ 194310 h 140"/>
              <a:gd name="T14" fmla="*/ 171048 w 142"/>
              <a:gd name="T15" fmla="*/ 217170 h 140"/>
              <a:gd name="T16" fmla="*/ 171048 w 142"/>
              <a:gd name="T17" fmla="*/ 350520 h 140"/>
              <a:gd name="T18" fmla="*/ 193854 w 142"/>
              <a:gd name="T19" fmla="*/ 373380 h 140"/>
              <a:gd name="T20" fmla="*/ 212859 w 142"/>
              <a:gd name="T21" fmla="*/ 373380 h 140"/>
              <a:gd name="T22" fmla="*/ 212859 w 142"/>
              <a:gd name="T23" fmla="*/ 514350 h 140"/>
              <a:gd name="T24" fmla="*/ 231864 w 142"/>
              <a:gd name="T25" fmla="*/ 533400 h 140"/>
              <a:gd name="T26" fmla="*/ 311687 w 142"/>
              <a:gd name="T27" fmla="*/ 533400 h 140"/>
              <a:gd name="T28" fmla="*/ 330692 w 142"/>
              <a:gd name="T29" fmla="*/ 514350 h 140"/>
              <a:gd name="T30" fmla="*/ 330692 w 142"/>
              <a:gd name="T31" fmla="*/ 373380 h 140"/>
              <a:gd name="T32" fmla="*/ 349697 w 142"/>
              <a:gd name="T33" fmla="*/ 373380 h 140"/>
              <a:gd name="T34" fmla="*/ 368702 w 142"/>
              <a:gd name="T35" fmla="*/ 350520 h 140"/>
              <a:gd name="T36" fmla="*/ 368702 w 142"/>
              <a:gd name="T37" fmla="*/ 217170 h 140"/>
              <a:gd name="T38" fmla="*/ 349697 w 142"/>
              <a:gd name="T39" fmla="*/ 194310 h 140"/>
              <a:gd name="T40" fmla="*/ 444724 w 142"/>
              <a:gd name="T41" fmla="*/ 110490 h 140"/>
              <a:gd name="T42" fmla="*/ 501739 w 142"/>
              <a:gd name="T43" fmla="*/ 57150 h 140"/>
              <a:gd name="T44" fmla="*/ 444724 w 142"/>
              <a:gd name="T45" fmla="*/ 0 h 140"/>
              <a:gd name="T46" fmla="*/ 391509 w 142"/>
              <a:gd name="T47" fmla="*/ 57150 h 140"/>
              <a:gd name="T48" fmla="*/ 444724 w 142"/>
              <a:gd name="T49" fmla="*/ 110490 h 140"/>
              <a:gd name="T50" fmla="*/ 520745 w 142"/>
              <a:gd name="T51" fmla="*/ 133350 h 140"/>
              <a:gd name="T52" fmla="*/ 372504 w 142"/>
              <a:gd name="T53" fmla="*/ 133350 h 140"/>
              <a:gd name="T54" fmla="*/ 353498 w 142"/>
              <a:gd name="T55" fmla="*/ 152400 h 140"/>
              <a:gd name="T56" fmla="*/ 353498 w 142"/>
              <a:gd name="T57" fmla="*/ 156210 h 140"/>
              <a:gd name="T58" fmla="*/ 410514 w 142"/>
              <a:gd name="T59" fmla="*/ 217170 h 140"/>
              <a:gd name="T60" fmla="*/ 410514 w 142"/>
              <a:gd name="T61" fmla="*/ 350520 h 140"/>
              <a:gd name="T62" fmla="*/ 391509 w 142"/>
              <a:gd name="T63" fmla="*/ 396240 h 140"/>
              <a:gd name="T64" fmla="*/ 391509 w 142"/>
              <a:gd name="T65" fmla="*/ 430530 h 140"/>
              <a:gd name="T66" fmla="*/ 410514 w 142"/>
              <a:gd name="T67" fmla="*/ 449580 h 140"/>
              <a:gd name="T68" fmla="*/ 482734 w 142"/>
              <a:gd name="T69" fmla="*/ 449580 h 140"/>
              <a:gd name="T70" fmla="*/ 501739 w 142"/>
              <a:gd name="T71" fmla="*/ 430530 h 140"/>
              <a:gd name="T72" fmla="*/ 501739 w 142"/>
              <a:gd name="T73" fmla="*/ 297180 h 140"/>
              <a:gd name="T74" fmla="*/ 520745 w 142"/>
              <a:gd name="T75" fmla="*/ 297180 h 140"/>
              <a:gd name="T76" fmla="*/ 539750 w 142"/>
              <a:gd name="T77" fmla="*/ 278130 h 140"/>
              <a:gd name="T78" fmla="*/ 539750 w 142"/>
              <a:gd name="T79" fmla="*/ 152400 h 140"/>
              <a:gd name="T80" fmla="*/ 520745 w 142"/>
              <a:gd name="T81" fmla="*/ 133350 h 140"/>
              <a:gd name="T82" fmla="*/ 148241 w 142"/>
              <a:gd name="T83" fmla="*/ 57150 h 140"/>
              <a:gd name="T84" fmla="*/ 95026 w 142"/>
              <a:gd name="T85" fmla="*/ 0 h 140"/>
              <a:gd name="T86" fmla="*/ 38011 w 142"/>
              <a:gd name="T87" fmla="*/ 57150 h 140"/>
              <a:gd name="T88" fmla="*/ 95026 w 142"/>
              <a:gd name="T89" fmla="*/ 110490 h 140"/>
              <a:gd name="T90" fmla="*/ 148241 w 142"/>
              <a:gd name="T91" fmla="*/ 57150 h 140"/>
              <a:gd name="T92" fmla="*/ 0 w 142"/>
              <a:gd name="T93" fmla="*/ 152400 h 140"/>
              <a:gd name="T94" fmla="*/ 0 w 142"/>
              <a:gd name="T95" fmla="*/ 278130 h 140"/>
              <a:gd name="T96" fmla="*/ 19005 w 142"/>
              <a:gd name="T97" fmla="*/ 297180 h 140"/>
              <a:gd name="T98" fmla="*/ 38011 w 142"/>
              <a:gd name="T99" fmla="*/ 297180 h 140"/>
              <a:gd name="T100" fmla="*/ 38011 w 142"/>
              <a:gd name="T101" fmla="*/ 430530 h 140"/>
              <a:gd name="T102" fmla="*/ 57016 w 142"/>
              <a:gd name="T103" fmla="*/ 449580 h 140"/>
              <a:gd name="T104" fmla="*/ 129236 w 142"/>
              <a:gd name="T105" fmla="*/ 449580 h 140"/>
              <a:gd name="T106" fmla="*/ 148241 w 142"/>
              <a:gd name="T107" fmla="*/ 430530 h 140"/>
              <a:gd name="T108" fmla="*/ 148241 w 142"/>
              <a:gd name="T109" fmla="*/ 396240 h 140"/>
              <a:gd name="T110" fmla="*/ 129236 w 142"/>
              <a:gd name="T111" fmla="*/ 350520 h 140"/>
              <a:gd name="T112" fmla="*/ 129236 w 142"/>
              <a:gd name="T113" fmla="*/ 217170 h 140"/>
              <a:gd name="T114" fmla="*/ 186252 w 142"/>
              <a:gd name="T115" fmla="*/ 156210 h 140"/>
              <a:gd name="T116" fmla="*/ 186252 w 142"/>
              <a:gd name="T117" fmla="*/ 152400 h 140"/>
              <a:gd name="T118" fmla="*/ 167246 w 142"/>
              <a:gd name="T119" fmla="*/ 133350 h 140"/>
              <a:gd name="T120" fmla="*/ 19005 w 142"/>
              <a:gd name="T121" fmla="*/ 133350 h 140"/>
              <a:gd name="T122" fmla="*/ 0 w 142"/>
              <a:gd name="T123" fmla="*/ 152400 h 1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2" h="140">
                <a:moveTo>
                  <a:pt x="55" y="29"/>
                </a:moveTo>
                <a:cubicBezTo>
                  <a:pt x="55" y="20"/>
                  <a:pt x="62" y="13"/>
                  <a:pt x="71" y="13"/>
                </a:cubicBezTo>
                <a:cubicBezTo>
                  <a:pt x="80" y="13"/>
                  <a:pt x="87" y="20"/>
                  <a:pt x="87" y="29"/>
                </a:cubicBezTo>
                <a:cubicBezTo>
                  <a:pt x="87" y="38"/>
                  <a:pt x="80" y="45"/>
                  <a:pt x="71" y="45"/>
                </a:cubicBezTo>
                <a:cubicBezTo>
                  <a:pt x="62" y="45"/>
                  <a:pt x="55" y="38"/>
                  <a:pt x="55" y="29"/>
                </a:cubicBezTo>
                <a:close/>
                <a:moveTo>
                  <a:pt x="92" y="51"/>
                </a:moveTo>
                <a:cubicBezTo>
                  <a:pt x="51" y="51"/>
                  <a:pt x="51" y="51"/>
                  <a:pt x="51" y="51"/>
                </a:cubicBezTo>
                <a:cubicBezTo>
                  <a:pt x="48" y="51"/>
                  <a:pt x="45" y="54"/>
                  <a:pt x="45" y="57"/>
                </a:cubicBezTo>
                <a:cubicBezTo>
                  <a:pt x="45" y="92"/>
                  <a:pt x="45" y="92"/>
                  <a:pt x="45" y="92"/>
                </a:cubicBezTo>
                <a:cubicBezTo>
                  <a:pt x="45" y="95"/>
                  <a:pt x="48" y="98"/>
                  <a:pt x="51" y="98"/>
                </a:cubicBezTo>
                <a:cubicBezTo>
                  <a:pt x="56" y="98"/>
                  <a:pt x="56" y="98"/>
                  <a:pt x="56" y="98"/>
                </a:cubicBezTo>
                <a:cubicBezTo>
                  <a:pt x="56" y="135"/>
                  <a:pt x="56" y="135"/>
                  <a:pt x="56" y="135"/>
                </a:cubicBezTo>
                <a:cubicBezTo>
                  <a:pt x="56" y="138"/>
                  <a:pt x="58" y="140"/>
                  <a:pt x="61" y="140"/>
                </a:cubicBezTo>
                <a:cubicBezTo>
                  <a:pt x="82" y="140"/>
                  <a:pt x="82" y="140"/>
                  <a:pt x="82" y="140"/>
                </a:cubicBezTo>
                <a:cubicBezTo>
                  <a:pt x="85" y="140"/>
                  <a:pt x="87" y="138"/>
                  <a:pt x="87" y="135"/>
                </a:cubicBezTo>
                <a:cubicBezTo>
                  <a:pt x="87" y="98"/>
                  <a:pt x="87" y="98"/>
                  <a:pt x="87" y="98"/>
                </a:cubicBezTo>
                <a:cubicBezTo>
                  <a:pt x="92" y="98"/>
                  <a:pt x="92" y="98"/>
                  <a:pt x="92" y="98"/>
                </a:cubicBezTo>
                <a:cubicBezTo>
                  <a:pt x="95" y="98"/>
                  <a:pt x="97" y="95"/>
                  <a:pt x="97" y="92"/>
                </a:cubicBezTo>
                <a:cubicBezTo>
                  <a:pt x="97" y="57"/>
                  <a:pt x="97" y="57"/>
                  <a:pt x="97" y="57"/>
                </a:cubicBezTo>
                <a:cubicBezTo>
                  <a:pt x="97" y="54"/>
                  <a:pt x="95" y="51"/>
                  <a:pt x="92" y="51"/>
                </a:cubicBezTo>
                <a:close/>
                <a:moveTo>
                  <a:pt x="117" y="29"/>
                </a:moveTo>
                <a:cubicBezTo>
                  <a:pt x="125" y="29"/>
                  <a:pt x="132" y="23"/>
                  <a:pt x="132" y="15"/>
                </a:cubicBezTo>
                <a:cubicBezTo>
                  <a:pt x="132" y="6"/>
                  <a:pt x="125" y="0"/>
                  <a:pt x="117" y="0"/>
                </a:cubicBezTo>
                <a:cubicBezTo>
                  <a:pt x="109" y="0"/>
                  <a:pt x="103" y="6"/>
                  <a:pt x="103" y="15"/>
                </a:cubicBezTo>
                <a:cubicBezTo>
                  <a:pt x="103" y="23"/>
                  <a:pt x="109" y="29"/>
                  <a:pt x="117" y="29"/>
                </a:cubicBezTo>
                <a:close/>
                <a:moveTo>
                  <a:pt x="137" y="35"/>
                </a:moveTo>
                <a:cubicBezTo>
                  <a:pt x="98" y="35"/>
                  <a:pt x="98" y="35"/>
                  <a:pt x="98" y="35"/>
                </a:cubicBezTo>
                <a:cubicBezTo>
                  <a:pt x="96" y="35"/>
                  <a:pt x="93" y="38"/>
                  <a:pt x="93" y="40"/>
                </a:cubicBezTo>
                <a:cubicBezTo>
                  <a:pt x="93" y="41"/>
                  <a:pt x="93" y="41"/>
                  <a:pt x="93" y="41"/>
                </a:cubicBezTo>
                <a:cubicBezTo>
                  <a:pt x="102" y="42"/>
                  <a:pt x="108" y="48"/>
                  <a:pt x="108" y="57"/>
                </a:cubicBezTo>
                <a:cubicBezTo>
                  <a:pt x="108" y="92"/>
                  <a:pt x="108" y="92"/>
                  <a:pt x="108" y="92"/>
                </a:cubicBezTo>
                <a:cubicBezTo>
                  <a:pt x="108" y="97"/>
                  <a:pt x="106" y="101"/>
                  <a:pt x="103" y="104"/>
                </a:cubicBezTo>
                <a:cubicBezTo>
                  <a:pt x="103" y="113"/>
                  <a:pt x="103" y="113"/>
                  <a:pt x="103" y="113"/>
                </a:cubicBezTo>
                <a:cubicBezTo>
                  <a:pt x="103" y="116"/>
                  <a:pt x="105" y="118"/>
                  <a:pt x="108" y="118"/>
                </a:cubicBezTo>
                <a:cubicBezTo>
                  <a:pt x="127" y="118"/>
                  <a:pt x="127" y="118"/>
                  <a:pt x="127" y="118"/>
                </a:cubicBezTo>
                <a:cubicBezTo>
                  <a:pt x="130" y="118"/>
                  <a:pt x="132" y="116"/>
                  <a:pt x="132" y="113"/>
                </a:cubicBezTo>
                <a:cubicBezTo>
                  <a:pt x="132" y="78"/>
                  <a:pt x="132" y="78"/>
                  <a:pt x="132" y="78"/>
                </a:cubicBezTo>
                <a:cubicBezTo>
                  <a:pt x="137" y="78"/>
                  <a:pt x="137" y="78"/>
                  <a:pt x="137" y="78"/>
                </a:cubicBezTo>
                <a:cubicBezTo>
                  <a:pt x="140" y="78"/>
                  <a:pt x="142" y="76"/>
                  <a:pt x="142" y="73"/>
                </a:cubicBezTo>
                <a:cubicBezTo>
                  <a:pt x="142" y="40"/>
                  <a:pt x="142" y="40"/>
                  <a:pt x="142" y="40"/>
                </a:cubicBezTo>
                <a:cubicBezTo>
                  <a:pt x="142" y="38"/>
                  <a:pt x="140" y="35"/>
                  <a:pt x="137" y="35"/>
                </a:cubicBezTo>
                <a:close/>
                <a:moveTo>
                  <a:pt x="39" y="15"/>
                </a:moveTo>
                <a:cubicBezTo>
                  <a:pt x="39" y="6"/>
                  <a:pt x="33" y="0"/>
                  <a:pt x="25" y="0"/>
                </a:cubicBezTo>
                <a:cubicBezTo>
                  <a:pt x="17" y="0"/>
                  <a:pt x="10" y="6"/>
                  <a:pt x="10" y="15"/>
                </a:cubicBezTo>
                <a:cubicBezTo>
                  <a:pt x="10" y="23"/>
                  <a:pt x="17" y="29"/>
                  <a:pt x="25" y="29"/>
                </a:cubicBezTo>
                <a:cubicBezTo>
                  <a:pt x="33" y="29"/>
                  <a:pt x="39" y="23"/>
                  <a:pt x="39" y="15"/>
                </a:cubicBezTo>
                <a:close/>
                <a:moveTo>
                  <a:pt x="0" y="40"/>
                </a:moveTo>
                <a:cubicBezTo>
                  <a:pt x="0" y="73"/>
                  <a:pt x="0" y="73"/>
                  <a:pt x="0" y="73"/>
                </a:cubicBezTo>
                <a:cubicBezTo>
                  <a:pt x="0" y="76"/>
                  <a:pt x="3" y="78"/>
                  <a:pt x="5" y="78"/>
                </a:cubicBezTo>
                <a:cubicBezTo>
                  <a:pt x="10" y="78"/>
                  <a:pt x="10" y="78"/>
                  <a:pt x="10" y="78"/>
                </a:cubicBezTo>
                <a:cubicBezTo>
                  <a:pt x="10" y="113"/>
                  <a:pt x="10" y="113"/>
                  <a:pt x="10" y="113"/>
                </a:cubicBezTo>
                <a:cubicBezTo>
                  <a:pt x="10" y="116"/>
                  <a:pt x="12" y="118"/>
                  <a:pt x="15" y="118"/>
                </a:cubicBezTo>
                <a:cubicBezTo>
                  <a:pt x="34" y="118"/>
                  <a:pt x="34" y="118"/>
                  <a:pt x="34" y="118"/>
                </a:cubicBezTo>
                <a:cubicBezTo>
                  <a:pt x="37" y="118"/>
                  <a:pt x="39" y="116"/>
                  <a:pt x="39" y="113"/>
                </a:cubicBezTo>
                <a:cubicBezTo>
                  <a:pt x="39" y="104"/>
                  <a:pt x="39" y="104"/>
                  <a:pt x="39" y="104"/>
                </a:cubicBezTo>
                <a:cubicBezTo>
                  <a:pt x="36" y="101"/>
                  <a:pt x="34" y="97"/>
                  <a:pt x="34" y="92"/>
                </a:cubicBezTo>
                <a:cubicBezTo>
                  <a:pt x="34" y="57"/>
                  <a:pt x="34" y="57"/>
                  <a:pt x="34" y="57"/>
                </a:cubicBezTo>
                <a:cubicBezTo>
                  <a:pt x="34" y="48"/>
                  <a:pt x="41" y="42"/>
                  <a:pt x="49" y="41"/>
                </a:cubicBezTo>
                <a:cubicBezTo>
                  <a:pt x="49" y="40"/>
                  <a:pt x="49" y="40"/>
                  <a:pt x="49" y="40"/>
                </a:cubicBezTo>
                <a:cubicBezTo>
                  <a:pt x="49" y="38"/>
                  <a:pt x="47" y="35"/>
                  <a:pt x="44" y="35"/>
                </a:cubicBezTo>
                <a:cubicBezTo>
                  <a:pt x="5" y="35"/>
                  <a:pt x="5" y="35"/>
                  <a:pt x="5" y="35"/>
                </a:cubicBezTo>
                <a:cubicBezTo>
                  <a:pt x="3" y="35"/>
                  <a:pt x="0" y="38"/>
                  <a:pt x="0" y="40"/>
                </a:cubicBezTo>
                <a:close/>
              </a:path>
            </a:pathLst>
          </a:custGeom>
          <a:solidFill>
            <a:schemeClr val="bg2"/>
          </a:solidFill>
          <a:ln>
            <a:noFill/>
          </a:ln>
        </p:spPr>
        <p:txBody>
          <a:bodyPr/>
          <a:lstStyle/>
          <a:p>
            <a:endParaRPr lang="ru-UA"/>
          </a:p>
        </p:txBody>
      </p:sp>
      <p:sp>
        <p:nvSpPr>
          <p:cNvPr id="36" name="02">
            <a:extLst>
              <a:ext uri="{FF2B5EF4-FFF2-40B4-BE49-F238E27FC236}">
                <a16:creationId xmlns:a16="http://schemas.microsoft.com/office/drawing/2014/main" id="{9905FA36-6858-4B44-A63B-482A74420E9D}"/>
              </a:ext>
            </a:extLst>
          </p:cNvPr>
          <p:cNvSpPr>
            <a:spLocks noEditPoints="1"/>
          </p:cNvSpPr>
          <p:nvPr/>
        </p:nvSpPr>
        <p:spPr bwMode="auto">
          <a:xfrm>
            <a:off x="4304314" y="2363014"/>
            <a:ext cx="433580" cy="463311"/>
          </a:xfrm>
          <a:custGeom>
            <a:avLst/>
            <a:gdLst>
              <a:gd name="T0" fmla="*/ 3806 w 146"/>
              <a:gd name="T1" fmla="*/ 186491 h 156"/>
              <a:gd name="T2" fmla="*/ 83724 w 146"/>
              <a:gd name="T3" fmla="*/ 117984 h 156"/>
              <a:gd name="T4" fmla="*/ 159837 w 146"/>
              <a:gd name="T5" fmla="*/ 228356 h 156"/>
              <a:gd name="T6" fmla="*/ 121781 w 146"/>
              <a:gd name="T7" fmla="*/ 296863 h 156"/>
              <a:gd name="T8" fmla="*/ 243562 w 146"/>
              <a:gd name="T9" fmla="*/ 441488 h 156"/>
              <a:gd name="T10" fmla="*/ 308258 w 146"/>
              <a:gd name="T11" fmla="*/ 411040 h 156"/>
              <a:gd name="T12" fmla="*/ 411010 w 146"/>
              <a:gd name="T13" fmla="*/ 464323 h 156"/>
              <a:gd name="T14" fmla="*/ 357731 w 146"/>
              <a:gd name="T15" fmla="*/ 567083 h 156"/>
              <a:gd name="T16" fmla="*/ 121781 w 146"/>
              <a:gd name="T17" fmla="*/ 449100 h 156"/>
              <a:gd name="T18" fmla="*/ 3806 w 146"/>
              <a:gd name="T19" fmla="*/ 186491 h 156"/>
              <a:gd name="T20" fmla="*/ 395788 w 146"/>
              <a:gd name="T21" fmla="*/ 243579 h 156"/>
              <a:gd name="T22" fmla="*/ 312063 w 146"/>
              <a:gd name="T23" fmla="*/ 243579 h 156"/>
              <a:gd name="T24" fmla="*/ 312063 w 146"/>
              <a:gd name="T25" fmla="*/ 148431 h 156"/>
              <a:gd name="T26" fmla="*/ 293035 w 146"/>
              <a:gd name="T27" fmla="*/ 129402 h 156"/>
              <a:gd name="T28" fmla="*/ 274007 w 146"/>
              <a:gd name="T29" fmla="*/ 148431 h 156"/>
              <a:gd name="T30" fmla="*/ 274007 w 146"/>
              <a:gd name="T31" fmla="*/ 262609 h 156"/>
              <a:gd name="T32" fmla="*/ 293035 w 146"/>
              <a:gd name="T33" fmla="*/ 281639 h 156"/>
              <a:gd name="T34" fmla="*/ 395788 w 146"/>
              <a:gd name="T35" fmla="*/ 281639 h 156"/>
              <a:gd name="T36" fmla="*/ 414816 w 146"/>
              <a:gd name="T37" fmla="*/ 262609 h 156"/>
              <a:gd name="T38" fmla="*/ 395788 w 146"/>
              <a:gd name="T39" fmla="*/ 243579 h 156"/>
              <a:gd name="T40" fmla="*/ 293035 w 146"/>
              <a:gd name="T41" fmla="*/ 0 h 156"/>
              <a:gd name="T42" fmla="*/ 98947 w 146"/>
              <a:gd name="T43" fmla="*/ 91342 h 156"/>
              <a:gd name="T44" fmla="*/ 133198 w 146"/>
              <a:gd name="T45" fmla="*/ 106566 h 156"/>
              <a:gd name="T46" fmla="*/ 274007 w 146"/>
              <a:gd name="T47" fmla="*/ 38059 h 156"/>
              <a:gd name="T48" fmla="*/ 274007 w 146"/>
              <a:gd name="T49" fmla="*/ 72313 h 156"/>
              <a:gd name="T50" fmla="*/ 293035 w 146"/>
              <a:gd name="T51" fmla="*/ 91342 h 156"/>
              <a:gd name="T52" fmla="*/ 312063 w 146"/>
              <a:gd name="T53" fmla="*/ 72313 h 156"/>
              <a:gd name="T54" fmla="*/ 312063 w 146"/>
              <a:gd name="T55" fmla="*/ 38059 h 156"/>
              <a:gd name="T56" fmla="*/ 517568 w 146"/>
              <a:gd name="T57" fmla="*/ 243579 h 156"/>
              <a:gd name="T58" fmla="*/ 483318 w 146"/>
              <a:gd name="T59" fmla="*/ 243579 h 156"/>
              <a:gd name="T60" fmla="*/ 464289 w 146"/>
              <a:gd name="T61" fmla="*/ 262609 h 156"/>
              <a:gd name="T62" fmla="*/ 483318 w 146"/>
              <a:gd name="T63" fmla="*/ 281639 h 156"/>
              <a:gd name="T64" fmla="*/ 517568 w 146"/>
              <a:gd name="T65" fmla="*/ 281639 h 156"/>
              <a:gd name="T66" fmla="*/ 430039 w 146"/>
              <a:gd name="T67" fmla="*/ 437682 h 156"/>
              <a:gd name="T68" fmla="*/ 433844 w 146"/>
              <a:gd name="T69" fmla="*/ 441488 h 156"/>
              <a:gd name="T70" fmla="*/ 433844 w 146"/>
              <a:gd name="T71" fmla="*/ 445294 h 156"/>
              <a:gd name="T72" fmla="*/ 433844 w 146"/>
              <a:gd name="T73" fmla="*/ 445294 h 156"/>
              <a:gd name="T74" fmla="*/ 445261 w 146"/>
              <a:gd name="T75" fmla="*/ 471935 h 156"/>
              <a:gd name="T76" fmla="*/ 555625 w 146"/>
              <a:gd name="T77" fmla="*/ 262609 h 156"/>
              <a:gd name="T78" fmla="*/ 293035 w 146"/>
              <a:gd name="T79" fmla="*/ 0 h 15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6" h="156">
                <a:moveTo>
                  <a:pt x="1" y="49"/>
                </a:moveTo>
                <a:cubicBezTo>
                  <a:pt x="2" y="42"/>
                  <a:pt x="14" y="33"/>
                  <a:pt x="22" y="31"/>
                </a:cubicBezTo>
                <a:cubicBezTo>
                  <a:pt x="31" y="31"/>
                  <a:pt x="45" y="51"/>
                  <a:pt x="42" y="60"/>
                </a:cubicBezTo>
                <a:cubicBezTo>
                  <a:pt x="40" y="69"/>
                  <a:pt x="31" y="72"/>
                  <a:pt x="32" y="78"/>
                </a:cubicBezTo>
                <a:cubicBezTo>
                  <a:pt x="46" y="103"/>
                  <a:pt x="55" y="110"/>
                  <a:pt x="64" y="116"/>
                </a:cubicBezTo>
                <a:cubicBezTo>
                  <a:pt x="72" y="119"/>
                  <a:pt x="74" y="113"/>
                  <a:pt x="81" y="108"/>
                </a:cubicBezTo>
                <a:cubicBezTo>
                  <a:pt x="89" y="103"/>
                  <a:pt x="101" y="114"/>
                  <a:pt x="108" y="122"/>
                </a:cubicBezTo>
                <a:cubicBezTo>
                  <a:pt x="113" y="129"/>
                  <a:pt x="111" y="136"/>
                  <a:pt x="94" y="149"/>
                </a:cubicBezTo>
                <a:cubicBezTo>
                  <a:pt x="63" y="156"/>
                  <a:pt x="32" y="118"/>
                  <a:pt x="32" y="118"/>
                </a:cubicBezTo>
                <a:cubicBezTo>
                  <a:pt x="2" y="83"/>
                  <a:pt x="0" y="57"/>
                  <a:pt x="1" y="49"/>
                </a:cubicBezTo>
                <a:close/>
                <a:moveTo>
                  <a:pt x="104" y="64"/>
                </a:moveTo>
                <a:cubicBezTo>
                  <a:pt x="82" y="64"/>
                  <a:pt x="82" y="64"/>
                  <a:pt x="82" y="64"/>
                </a:cubicBezTo>
                <a:cubicBezTo>
                  <a:pt x="82" y="39"/>
                  <a:pt x="82" y="39"/>
                  <a:pt x="82" y="39"/>
                </a:cubicBezTo>
                <a:cubicBezTo>
                  <a:pt x="82" y="36"/>
                  <a:pt x="80" y="34"/>
                  <a:pt x="77" y="34"/>
                </a:cubicBezTo>
                <a:cubicBezTo>
                  <a:pt x="74" y="34"/>
                  <a:pt x="72" y="36"/>
                  <a:pt x="72" y="39"/>
                </a:cubicBezTo>
                <a:cubicBezTo>
                  <a:pt x="72" y="69"/>
                  <a:pt x="72" y="69"/>
                  <a:pt x="72" y="69"/>
                </a:cubicBezTo>
                <a:cubicBezTo>
                  <a:pt x="72" y="71"/>
                  <a:pt x="74" y="74"/>
                  <a:pt x="77" y="74"/>
                </a:cubicBezTo>
                <a:cubicBezTo>
                  <a:pt x="104" y="74"/>
                  <a:pt x="104" y="74"/>
                  <a:pt x="104" y="74"/>
                </a:cubicBezTo>
                <a:cubicBezTo>
                  <a:pt x="106" y="74"/>
                  <a:pt x="109" y="71"/>
                  <a:pt x="109" y="69"/>
                </a:cubicBezTo>
                <a:cubicBezTo>
                  <a:pt x="109" y="66"/>
                  <a:pt x="106" y="64"/>
                  <a:pt x="104" y="64"/>
                </a:cubicBezTo>
                <a:close/>
                <a:moveTo>
                  <a:pt x="77" y="0"/>
                </a:moveTo>
                <a:cubicBezTo>
                  <a:pt x="57" y="0"/>
                  <a:pt x="38" y="9"/>
                  <a:pt x="26" y="24"/>
                </a:cubicBezTo>
                <a:cubicBezTo>
                  <a:pt x="29" y="24"/>
                  <a:pt x="32" y="26"/>
                  <a:pt x="35" y="28"/>
                </a:cubicBezTo>
                <a:cubicBezTo>
                  <a:pt x="44" y="18"/>
                  <a:pt x="57" y="11"/>
                  <a:pt x="72" y="10"/>
                </a:cubicBezTo>
                <a:cubicBezTo>
                  <a:pt x="72" y="19"/>
                  <a:pt x="72" y="19"/>
                  <a:pt x="72" y="19"/>
                </a:cubicBezTo>
                <a:cubicBezTo>
                  <a:pt x="72" y="21"/>
                  <a:pt x="74" y="24"/>
                  <a:pt x="77" y="24"/>
                </a:cubicBezTo>
                <a:cubicBezTo>
                  <a:pt x="80" y="24"/>
                  <a:pt x="82" y="21"/>
                  <a:pt x="82" y="19"/>
                </a:cubicBezTo>
                <a:cubicBezTo>
                  <a:pt x="82" y="10"/>
                  <a:pt x="82" y="10"/>
                  <a:pt x="82" y="10"/>
                </a:cubicBezTo>
                <a:cubicBezTo>
                  <a:pt x="111" y="12"/>
                  <a:pt x="133" y="35"/>
                  <a:pt x="136" y="64"/>
                </a:cubicBezTo>
                <a:cubicBezTo>
                  <a:pt x="127" y="64"/>
                  <a:pt x="127" y="64"/>
                  <a:pt x="127" y="64"/>
                </a:cubicBezTo>
                <a:cubicBezTo>
                  <a:pt x="124" y="64"/>
                  <a:pt x="122" y="66"/>
                  <a:pt x="122" y="69"/>
                </a:cubicBezTo>
                <a:cubicBezTo>
                  <a:pt x="122" y="71"/>
                  <a:pt x="124" y="74"/>
                  <a:pt x="127" y="74"/>
                </a:cubicBezTo>
                <a:cubicBezTo>
                  <a:pt x="136" y="74"/>
                  <a:pt x="136" y="74"/>
                  <a:pt x="136" y="74"/>
                </a:cubicBezTo>
                <a:cubicBezTo>
                  <a:pt x="134" y="91"/>
                  <a:pt x="126" y="106"/>
                  <a:pt x="113" y="115"/>
                </a:cubicBezTo>
                <a:cubicBezTo>
                  <a:pt x="113" y="116"/>
                  <a:pt x="113" y="116"/>
                  <a:pt x="114" y="116"/>
                </a:cubicBezTo>
                <a:cubicBezTo>
                  <a:pt x="114" y="117"/>
                  <a:pt x="114" y="117"/>
                  <a:pt x="114" y="117"/>
                </a:cubicBezTo>
                <a:cubicBezTo>
                  <a:pt x="114" y="117"/>
                  <a:pt x="114" y="117"/>
                  <a:pt x="114" y="117"/>
                </a:cubicBezTo>
                <a:cubicBezTo>
                  <a:pt x="116" y="120"/>
                  <a:pt x="117" y="122"/>
                  <a:pt x="117" y="124"/>
                </a:cubicBezTo>
                <a:cubicBezTo>
                  <a:pt x="134" y="112"/>
                  <a:pt x="146" y="91"/>
                  <a:pt x="146" y="69"/>
                </a:cubicBezTo>
                <a:cubicBezTo>
                  <a:pt x="146" y="31"/>
                  <a:pt x="115" y="0"/>
                  <a:pt x="77" y="0"/>
                </a:cubicBezTo>
                <a:close/>
              </a:path>
            </a:pathLst>
          </a:custGeom>
          <a:solidFill>
            <a:schemeClr val="bg2"/>
          </a:solidFill>
          <a:ln>
            <a:noFill/>
          </a:ln>
        </p:spPr>
        <p:txBody>
          <a:bodyPr/>
          <a:lstStyle/>
          <a:p>
            <a:endParaRPr lang="ru-UA"/>
          </a:p>
        </p:txBody>
      </p:sp>
      <p:sp>
        <p:nvSpPr>
          <p:cNvPr id="37" name="01">
            <a:extLst>
              <a:ext uri="{FF2B5EF4-FFF2-40B4-BE49-F238E27FC236}">
                <a16:creationId xmlns:a16="http://schemas.microsoft.com/office/drawing/2014/main" id="{DF014F37-C5B6-403D-83A7-546556D1B4AB}"/>
              </a:ext>
            </a:extLst>
          </p:cNvPr>
          <p:cNvSpPr>
            <a:spLocks noEditPoints="1"/>
          </p:cNvSpPr>
          <p:nvPr/>
        </p:nvSpPr>
        <p:spPr bwMode="auto">
          <a:xfrm>
            <a:off x="7386573" y="4846164"/>
            <a:ext cx="294835" cy="428625"/>
          </a:xfrm>
          <a:custGeom>
            <a:avLst/>
            <a:gdLst>
              <a:gd name="T0" fmla="*/ 171739 w 99"/>
              <a:gd name="T1" fmla="*/ 270823 h 144"/>
              <a:gd name="T2" fmla="*/ 206086 w 99"/>
              <a:gd name="T3" fmla="*/ 270823 h 144"/>
              <a:gd name="T4" fmla="*/ 206086 w 99"/>
              <a:gd name="T5" fmla="*/ 434843 h 144"/>
              <a:gd name="T6" fmla="*/ 171739 w 99"/>
              <a:gd name="T7" fmla="*/ 434843 h 144"/>
              <a:gd name="T8" fmla="*/ 171739 w 99"/>
              <a:gd name="T9" fmla="*/ 270823 h 144"/>
              <a:gd name="T10" fmla="*/ 190821 w 99"/>
              <a:gd name="T11" fmla="*/ 0 h 144"/>
              <a:gd name="T12" fmla="*/ 0 w 99"/>
              <a:gd name="T13" fmla="*/ 190720 h 144"/>
              <a:gd name="T14" fmla="*/ 38164 w 99"/>
              <a:gd name="T15" fmla="*/ 308967 h 144"/>
              <a:gd name="T16" fmla="*/ 83961 w 99"/>
              <a:gd name="T17" fmla="*/ 396699 h 144"/>
              <a:gd name="T18" fmla="*/ 122125 w 99"/>
              <a:gd name="T19" fmla="*/ 434843 h 144"/>
              <a:gd name="T20" fmla="*/ 141207 w 99"/>
              <a:gd name="T21" fmla="*/ 434843 h 144"/>
              <a:gd name="T22" fmla="*/ 141207 w 99"/>
              <a:gd name="T23" fmla="*/ 270823 h 144"/>
              <a:gd name="T24" fmla="*/ 114492 w 99"/>
              <a:gd name="T25" fmla="*/ 270823 h 144"/>
              <a:gd name="T26" fmla="*/ 57246 w 99"/>
              <a:gd name="T27" fmla="*/ 213607 h 144"/>
              <a:gd name="T28" fmla="*/ 114492 w 99"/>
              <a:gd name="T29" fmla="*/ 160205 h 144"/>
              <a:gd name="T30" fmla="*/ 171739 w 99"/>
              <a:gd name="T31" fmla="*/ 213607 h 144"/>
              <a:gd name="T32" fmla="*/ 164106 w 99"/>
              <a:gd name="T33" fmla="*/ 240308 h 144"/>
              <a:gd name="T34" fmla="*/ 213719 w 99"/>
              <a:gd name="T35" fmla="*/ 240308 h 144"/>
              <a:gd name="T36" fmla="*/ 209903 w 99"/>
              <a:gd name="T37" fmla="*/ 213607 h 144"/>
              <a:gd name="T38" fmla="*/ 263333 w 99"/>
              <a:gd name="T39" fmla="*/ 160205 h 144"/>
              <a:gd name="T40" fmla="*/ 320579 w 99"/>
              <a:gd name="T41" fmla="*/ 213607 h 144"/>
              <a:gd name="T42" fmla="*/ 263333 w 99"/>
              <a:gd name="T43" fmla="*/ 270823 h 144"/>
              <a:gd name="T44" fmla="*/ 236618 w 99"/>
              <a:gd name="T45" fmla="*/ 270823 h 144"/>
              <a:gd name="T46" fmla="*/ 236618 w 99"/>
              <a:gd name="T47" fmla="*/ 434843 h 144"/>
              <a:gd name="T48" fmla="*/ 259516 w 99"/>
              <a:gd name="T49" fmla="*/ 434843 h 144"/>
              <a:gd name="T50" fmla="*/ 297680 w 99"/>
              <a:gd name="T51" fmla="*/ 396699 h 144"/>
              <a:gd name="T52" fmla="*/ 339661 w 99"/>
              <a:gd name="T53" fmla="*/ 308967 h 144"/>
              <a:gd name="T54" fmla="*/ 377825 w 99"/>
              <a:gd name="T55" fmla="*/ 190720 h 144"/>
              <a:gd name="T56" fmla="*/ 190821 w 99"/>
              <a:gd name="T57" fmla="*/ 0 h 144"/>
              <a:gd name="T58" fmla="*/ 87778 w 99"/>
              <a:gd name="T59" fmla="*/ 213607 h 144"/>
              <a:gd name="T60" fmla="*/ 114492 w 99"/>
              <a:gd name="T61" fmla="*/ 240308 h 144"/>
              <a:gd name="T62" fmla="*/ 141207 w 99"/>
              <a:gd name="T63" fmla="*/ 213607 h 144"/>
              <a:gd name="T64" fmla="*/ 114492 w 99"/>
              <a:gd name="T65" fmla="*/ 186906 h 144"/>
              <a:gd name="T66" fmla="*/ 87778 w 99"/>
              <a:gd name="T67" fmla="*/ 213607 h 144"/>
              <a:gd name="T68" fmla="*/ 290047 w 99"/>
              <a:gd name="T69" fmla="*/ 213607 h 144"/>
              <a:gd name="T70" fmla="*/ 263333 w 99"/>
              <a:gd name="T71" fmla="*/ 186906 h 144"/>
              <a:gd name="T72" fmla="*/ 236618 w 99"/>
              <a:gd name="T73" fmla="*/ 213607 h 144"/>
              <a:gd name="T74" fmla="*/ 263333 w 99"/>
              <a:gd name="T75" fmla="*/ 240308 h 144"/>
              <a:gd name="T76" fmla="*/ 290047 w 99"/>
              <a:gd name="T77" fmla="*/ 213607 h 144"/>
              <a:gd name="T78" fmla="*/ 278598 w 99"/>
              <a:gd name="T79" fmla="*/ 480616 h 144"/>
              <a:gd name="T80" fmla="*/ 263333 w 99"/>
              <a:gd name="T81" fmla="*/ 465358 h 144"/>
              <a:gd name="T82" fmla="*/ 114492 w 99"/>
              <a:gd name="T83" fmla="*/ 465358 h 144"/>
              <a:gd name="T84" fmla="*/ 99227 w 99"/>
              <a:gd name="T85" fmla="*/ 480616 h 144"/>
              <a:gd name="T86" fmla="*/ 114492 w 99"/>
              <a:gd name="T87" fmla="*/ 495873 h 144"/>
              <a:gd name="T88" fmla="*/ 263333 w 99"/>
              <a:gd name="T89" fmla="*/ 495873 h 144"/>
              <a:gd name="T90" fmla="*/ 278598 w 99"/>
              <a:gd name="T91" fmla="*/ 480616 h 144"/>
              <a:gd name="T92" fmla="*/ 259516 w 99"/>
              <a:gd name="T93" fmla="*/ 534017 h 144"/>
              <a:gd name="T94" fmla="*/ 244251 w 99"/>
              <a:gd name="T95" fmla="*/ 518760 h 144"/>
              <a:gd name="T96" fmla="*/ 133574 w 99"/>
              <a:gd name="T97" fmla="*/ 518760 h 144"/>
              <a:gd name="T98" fmla="*/ 118309 w 99"/>
              <a:gd name="T99" fmla="*/ 534017 h 144"/>
              <a:gd name="T100" fmla="*/ 133574 w 99"/>
              <a:gd name="T101" fmla="*/ 549275 h 144"/>
              <a:gd name="T102" fmla="*/ 244251 w 99"/>
              <a:gd name="T103" fmla="*/ 549275 h 144"/>
              <a:gd name="T104" fmla="*/ 259516 w 99"/>
              <a:gd name="T105" fmla="*/ 534017 h 1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44">
                <a:moveTo>
                  <a:pt x="45" y="71"/>
                </a:moveTo>
                <a:cubicBezTo>
                  <a:pt x="54" y="71"/>
                  <a:pt x="54" y="71"/>
                  <a:pt x="54" y="71"/>
                </a:cubicBezTo>
                <a:cubicBezTo>
                  <a:pt x="54" y="114"/>
                  <a:pt x="54" y="114"/>
                  <a:pt x="54" y="114"/>
                </a:cubicBezTo>
                <a:cubicBezTo>
                  <a:pt x="45" y="114"/>
                  <a:pt x="45" y="114"/>
                  <a:pt x="45" y="114"/>
                </a:cubicBezTo>
                <a:lnTo>
                  <a:pt x="45" y="71"/>
                </a:lnTo>
                <a:close/>
                <a:moveTo>
                  <a:pt x="50" y="0"/>
                </a:moveTo>
                <a:cubicBezTo>
                  <a:pt x="22" y="0"/>
                  <a:pt x="0" y="23"/>
                  <a:pt x="0" y="50"/>
                </a:cubicBezTo>
                <a:cubicBezTo>
                  <a:pt x="0" y="62"/>
                  <a:pt x="4" y="72"/>
                  <a:pt x="10" y="81"/>
                </a:cubicBezTo>
                <a:cubicBezTo>
                  <a:pt x="19" y="93"/>
                  <a:pt x="21" y="98"/>
                  <a:pt x="22" y="104"/>
                </a:cubicBezTo>
                <a:cubicBezTo>
                  <a:pt x="22" y="109"/>
                  <a:pt x="26" y="114"/>
                  <a:pt x="32" y="114"/>
                </a:cubicBezTo>
                <a:cubicBezTo>
                  <a:pt x="37" y="114"/>
                  <a:pt x="37" y="114"/>
                  <a:pt x="37" y="114"/>
                </a:cubicBezTo>
                <a:cubicBezTo>
                  <a:pt x="37" y="71"/>
                  <a:pt x="37" y="71"/>
                  <a:pt x="37" y="71"/>
                </a:cubicBezTo>
                <a:cubicBezTo>
                  <a:pt x="30" y="71"/>
                  <a:pt x="30" y="71"/>
                  <a:pt x="30" y="71"/>
                </a:cubicBezTo>
                <a:cubicBezTo>
                  <a:pt x="22" y="71"/>
                  <a:pt x="15" y="64"/>
                  <a:pt x="15" y="56"/>
                </a:cubicBezTo>
                <a:cubicBezTo>
                  <a:pt x="15" y="48"/>
                  <a:pt x="22" y="42"/>
                  <a:pt x="30" y="42"/>
                </a:cubicBezTo>
                <a:cubicBezTo>
                  <a:pt x="38" y="42"/>
                  <a:pt x="45" y="48"/>
                  <a:pt x="45" y="56"/>
                </a:cubicBezTo>
                <a:cubicBezTo>
                  <a:pt x="45" y="59"/>
                  <a:pt x="44" y="61"/>
                  <a:pt x="43" y="63"/>
                </a:cubicBezTo>
                <a:cubicBezTo>
                  <a:pt x="56" y="63"/>
                  <a:pt x="56" y="63"/>
                  <a:pt x="56" y="63"/>
                </a:cubicBezTo>
                <a:cubicBezTo>
                  <a:pt x="55" y="61"/>
                  <a:pt x="55" y="59"/>
                  <a:pt x="55" y="56"/>
                </a:cubicBezTo>
                <a:cubicBezTo>
                  <a:pt x="55" y="48"/>
                  <a:pt x="61" y="42"/>
                  <a:pt x="69" y="42"/>
                </a:cubicBezTo>
                <a:cubicBezTo>
                  <a:pt x="77" y="42"/>
                  <a:pt x="84" y="48"/>
                  <a:pt x="84" y="56"/>
                </a:cubicBezTo>
                <a:cubicBezTo>
                  <a:pt x="84" y="64"/>
                  <a:pt x="77" y="71"/>
                  <a:pt x="69" y="71"/>
                </a:cubicBezTo>
                <a:cubicBezTo>
                  <a:pt x="62" y="71"/>
                  <a:pt x="62" y="71"/>
                  <a:pt x="62" y="71"/>
                </a:cubicBezTo>
                <a:cubicBezTo>
                  <a:pt x="62" y="114"/>
                  <a:pt x="62" y="114"/>
                  <a:pt x="62" y="114"/>
                </a:cubicBezTo>
                <a:cubicBezTo>
                  <a:pt x="68" y="114"/>
                  <a:pt x="68" y="114"/>
                  <a:pt x="68" y="114"/>
                </a:cubicBezTo>
                <a:cubicBezTo>
                  <a:pt x="73" y="114"/>
                  <a:pt x="78" y="109"/>
                  <a:pt x="78" y="104"/>
                </a:cubicBezTo>
                <a:cubicBezTo>
                  <a:pt x="78" y="98"/>
                  <a:pt x="80" y="93"/>
                  <a:pt x="89" y="81"/>
                </a:cubicBezTo>
                <a:cubicBezTo>
                  <a:pt x="96" y="72"/>
                  <a:pt x="99" y="62"/>
                  <a:pt x="99" y="50"/>
                </a:cubicBezTo>
                <a:cubicBezTo>
                  <a:pt x="99" y="23"/>
                  <a:pt x="77" y="0"/>
                  <a:pt x="50" y="0"/>
                </a:cubicBezTo>
                <a:close/>
                <a:moveTo>
                  <a:pt x="23" y="56"/>
                </a:moveTo>
                <a:cubicBezTo>
                  <a:pt x="23" y="60"/>
                  <a:pt x="26" y="63"/>
                  <a:pt x="30" y="63"/>
                </a:cubicBezTo>
                <a:cubicBezTo>
                  <a:pt x="34" y="63"/>
                  <a:pt x="37" y="60"/>
                  <a:pt x="37" y="56"/>
                </a:cubicBezTo>
                <a:cubicBezTo>
                  <a:pt x="37" y="52"/>
                  <a:pt x="34" y="49"/>
                  <a:pt x="30" y="49"/>
                </a:cubicBezTo>
                <a:cubicBezTo>
                  <a:pt x="26" y="49"/>
                  <a:pt x="23" y="52"/>
                  <a:pt x="23" y="56"/>
                </a:cubicBezTo>
                <a:close/>
                <a:moveTo>
                  <a:pt x="76" y="56"/>
                </a:moveTo>
                <a:cubicBezTo>
                  <a:pt x="76" y="52"/>
                  <a:pt x="73" y="49"/>
                  <a:pt x="69" y="49"/>
                </a:cubicBezTo>
                <a:cubicBezTo>
                  <a:pt x="65" y="49"/>
                  <a:pt x="62" y="52"/>
                  <a:pt x="62" y="56"/>
                </a:cubicBezTo>
                <a:cubicBezTo>
                  <a:pt x="62" y="60"/>
                  <a:pt x="65" y="63"/>
                  <a:pt x="69" y="63"/>
                </a:cubicBezTo>
                <a:cubicBezTo>
                  <a:pt x="73" y="63"/>
                  <a:pt x="76" y="60"/>
                  <a:pt x="76" y="56"/>
                </a:cubicBezTo>
                <a:close/>
                <a:moveTo>
                  <a:pt x="73" y="126"/>
                </a:moveTo>
                <a:cubicBezTo>
                  <a:pt x="73" y="124"/>
                  <a:pt x="71" y="122"/>
                  <a:pt x="69" y="122"/>
                </a:cubicBezTo>
                <a:cubicBezTo>
                  <a:pt x="30" y="122"/>
                  <a:pt x="30" y="122"/>
                  <a:pt x="30" y="122"/>
                </a:cubicBezTo>
                <a:cubicBezTo>
                  <a:pt x="28" y="122"/>
                  <a:pt x="26" y="124"/>
                  <a:pt x="26" y="126"/>
                </a:cubicBezTo>
                <a:cubicBezTo>
                  <a:pt x="26" y="128"/>
                  <a:pt x="28" y="130"/>
                  <a:pt x="30" y="130"/>
                </a:cubicBezTo>
                <a:cubicBezTo>
                  <a:pt x="69" y="130"/>
                  <a:pt x="69" y="130"/>
                  <a:pt x="69" y="130"/>
                </a:cubicBezTo>
                <a:cubicBezTo>
                  <a:pt x="71" y="130"/>
                  <a:pt x="73" y="128"/>
                  <a:pt x="73" y="126"/>
                </a:cubicBezTo>
                <a:close/>
                <a:moveTo>
                  <a:pt x="68" y="140"/>
                </a:moveTo>
                <a:cubicBezTo>
                  <a:pt x="68" y="138"/>
                  <a:pt x="66" y="136"/>
                  <a:pt x="64" y="136"/>
                </a:cubicBezTo>
                <a:cubicBezTo>
                  <a:pt x="35" y="136"/>
                  <a:pt x="35" y="136"/>
                  <a:pt x="35" y="136"/>
                </a:cubicBezTo>
                <a:cubicBezTo>
                  <a:pt x="33" y="136"/>
                  <a:pt x="31" y="138"/>
                  <a:pt x="31" y="140"/>
                </a:cubicBezTo>
                <a:cubicBezTo>
                  <a:pt x="31" y="142"/>
                  <a:pt x="33" y="144"/>
                  <a:pt x="35" y="144"/>
                </a:cubicBezTo>
                <a:cubicBezTo>
                  <a:pt x="64" y="144"/>
                  <a:pt x="64" y="144"/>
                  <a:pt x="64" y="144"/>
                </a:cubicBezTo>
                <a:cubicBezTo>
                  <a:pt x="66" y="144"/>
                  <a:pt x="68" y="142"/>
                  <a:pt x="68" y="140"/>
                </a:cubicBezTo>
                <a:close/>
              </a:path>
            </a:pathLst>
          </a:custGeom>
          <a:solidFill>
            <a:schemeClr val="bg2"/>
          </a:solidFill>
          <a:ln>
            <a:noFill/>
          </a:ln>
        </p:spPr>
        <p:txBody>
          <a:bodyPr/>
          <a:lstStyle/>
          <a:p>
            <a:endParaRPr lang="ru-UA"/>
          </a:p>
        </p:txBody>
      </p:sp>
      <p:sp>
        <p:nvSpPr>
          <p:cNvPr id="38" name="Text Placeholder 113">
            <a:extLst>
              <a:ext uri="{FF2B5EF4-FFF2-40B4-BE49-F238E27FC236}">
                <a16:creationId xmlns:a16="http://schemas.microsoft.com/office/drawing/2014/main" id="{3F3A769F-8ED7-4825-B6EC-1751D7242444}"/>
              </a:ext>
            </a:extLst>
          </p:cNvPr>
          <p:cNvSpPr txBox="1">
            <a:spLocks/>
          </p:cNvSpPr>
          <p:nvPr/>
        </p:nvSpPr>
        <p:spPr>
          <a:xfrm>
            <a:off x="5733676" y="1407567"/>
            <a:ext cx="1479800" cy="60702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a:solidFill>
                  <a:schemeClr val="bg2"/>
                </a:solidFill>
              </a:rPr>
              <a:t>Lorem ipsum dolor sit amet, </a:t>
            </a:r>
            <a:r>
              <a:rPr lang="en-US" sz="800" err="1">
                <a:solidFill>
                  <a:schemeClr val="bg2"/>
                </a:solidFill>
              </a:rPr>
              <a:t>consectetur</a:t>
            </a:r>
            <a:r>
              <a:rPr lang="en-US" sz="800">
                <a:solidFill>
                  <a:schemeClr val="bg2"/>
                </a:solidFill>
              </a:rPr>
              <a:t> </a:t>
            </a:r>
            <a:r>
              <a:rPr lang="en-US" sz="800" err="1">
                <a:solidFill>
                  <a:schemeClr val="bg2"/>
                </a:solidFill>
              </a:rPr>
              <a:t>adipiscing</a:t>
            </a:r>
            <a:r>
              <a:rPr lang="en-US" sz="800">
                <a:solidFill>
                  <a:schemeClr val="bg2"/>
                </a:solidFill>
              </a:rPr>
              <a:t> </a:t>
            </a:r>
            <a:r>
              <a:rPr lang="en-US" sz="800" err="1">
                <a:solidFill>
                  <a:schemeClr val="bg2"/>
                </a:solidFill>
              </a:rPr>
              <a:t>elit</a:t>
            </a:r>
            <a:r>
              <a:rPr lang="en-US" sz="800">
                <a:solidFill>
                  <a:schemeClr val="bg2"/>
                </a:solidFill>
              </a:rPr>
              <a:t>, sed do </a:t>
            </a:r>
            <a:r>
              <a:rPr lang="en-US" sz="800" err="1">
                <a:solidFill>
                  <a:schemeClr val="bg2"/>
                </a:solidFill>
              </a:rPr>
              <a:t>eiusmod</a:t>
            </a:r>
            <a:r>
              <a:rPr lang="en-US" sz="800">
                <a:solidFill>
                  <a:schemeClr val="bg2"/>
                </a:solidFill>
              </a:rPr>
              <a:t> </a:t>
            </a:r>
            <a:r>
              <a:rPr lang="en-US" sz="800" err="1">
                <a:solidFill>
                  <a:schemeClr val="bg2"/>
                </a:solidFill>
              </a:rPr>
              <a:t>tempor</a:t>
            </a:r>
            <a:r>
              <a:rPr lang="en-US" sz="800">
                <a:solidFill>
                  <a:schemeClr val="bg2"/>
                </a:solidFill>
              </a:rPr>
              <a:t> </a:t>
            </a:r>
            <a:r>
              <a:rPr lang="en-US" sz="800" err="1">
                <a:solidFill>
                  <a:schemeClr val="bg2"/>
                </a:solidFill>
              </a:rPr>
              <a:t>incidid</a:t>
            </a:r>
            <a:endParaRPr lang="ru-RU" sz="800">
              <a:solidFill>
                <a:schemeClr val="bg2"/>
              </a:solidFill>
            </a:endParaRPr>
          </a:p>
        </p:txBody>
      </p:sp>
      <p:sp>
        <p:nvSpPr>
          <p:cNvPr id="39" name="Text Placeholder 113">
            <a:extLst>
              <a:ext uri="{FF2B5EF4-FFF2-40B4-BE49-F238E27FC236}">
                <a16:creationId xmlns:a16="http://schemas.microsoft.com/office/drawing/2014/main" id="{5B4E23DB-F94B-49C1-A52C-51AE91721788}"/>
              </a:ext>
            </a:extLst>
          </p:cNvPr>
          <p:cNvSpPr txBox="1">
            <a:spLocks/>
          </p:cNvSpPr>
          <p:nvPr/>
        </p:nvSpPr>
        <p:spPr>
          <a:xfrm>
            <a:off x="4808164" y="2285703"/>
            <a:ext cx="1479800" cy="60702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a:solidFill>
                  <a:schemeClr val="bg2"/>
                </a:solidFill>
              </a:rPr>
              <a:t>Lorem ipsum dolor sit amet, </a:t>
            </a:r>
            <a:r>
              <a:rPr lang="en-US" sz="800" err="1">
                <a:solidFill>
                  <a:schemeClr val="bg2"/>
                </a:solidFill>
              </a:rPr>
              <a:t>consectetur</a:t>
            </a:r>
            <a:r>
              <a:rPr lang="en-US" sz="800">
                <a:solidFill>
                  <a:schemeClr val="bg2"/>
                </a:solidFill>
              </a:rPr>
              <a:t> </a:t>
            </a:r>
            <a:r>
              <a:rPr lang="en-US" sz="800" err="1">
                <a:solidFill>
                  <a:schemeClr val="bg2"/>
                </a:solidFill>
              </a:rPr>
              <a:t>adipiscing</a:t>
            </a:r>
            <a:r>
              <a:rPr lang="en-US" sz="800">
                <a:solidFill>
                  <a:schemeClr val="bg2"/>
                </a:solidFill>
              </a:rPr>
              <a:t> </a:t>
            </a:r>
            <a:r>
              <a:rPr lang="en-US" sz="800" err="1">
                <a:solidFill>
                  <a:schemeClr val="bg2"/>
                </a:solidFill>
              </a:rPr>
              <a:t>elit</a:t>
            </a:r>
            <a:r>
              <a:rPr lang="en-US" sz="800">
                <a:solidFill>
                  <a:schemeClr val="bg2"/>
                </a:solidFill>
              </a:rPr>
              <a:t>, sed do </a:t>
            </a:r>
            <a:r>
              <a:rPr lang="en-US" sz="800" err="1">
                <a:solidFill>
                  <a:schemeClr val="bg2"/>
                </a:solidFill>
              </a:rPr>
              <a:t>eiusmod</a:t>
            </a:r>
            <a:r>
              <a:rPr lang="en-US" sz="800">
                <a:solidFill>
                  <a:schemeClr val="bg2"/>
                </a:solidFill>
              </a:rPr>
              <a:t> </a:t>
            </a:r>
            <a:r>
              <a:rPr lang="en-US" sz="800" err="1">
                <a:solidFill>
                  <a:schemeClr val="bg2"/>
                </a:solidFill>
              </a:rPr>
              <a:t>tempor</a:t>
            </a:r>
            <a:r>
              <a:rPr lang="en-US" sz="800">
                <a:solidFill>
                  <a:schemeClr val="bg2"/>
                </a:solidFill>
              </a:rPr>
              <a:t> </a:t>
            </a:r>
            <a:r>
              <a:rPr lang="en-US" sz="800" err="1">
                <a:solidFill>
                  <a:schemeClr val="bg2"/>
                </a:solidFill>
              </a:rPr>
              <a:t>incidid</a:t>
            </a:r>
            <a:endParaRPr lang="ru-RU" sz="800">
              <a:solidFill>
                <a:schemeClr val="bg2"/>
              </a:solidFill>
            </a:endParaRPr>
          </a:p>
        </p:txBody>
      </p:sp>
      <p:sp>
        <p:nvSpPr>
          <p:cNvPr id="40" name="Text Placeholder 113">
            <a:extLst>
              <a:ext uri="{FF2B5EF4-FFF2-40B4-BE49-F238E27FC236}">
                <a16:creationId xmlns:a16="http://schemas.microsoft.com/office/drawing/2014/main" id="{55897AB4-9005-424B-A769-317B433AC3C4}"/>
              </a:ext>
            </a:extLst>
          </p:cNvPr>
          <p:cNvSpPr txBox="1">
            <a:spLocks/>
          </p:cNvSpPr>
          <p:nvPr/>
        </p:nvSpPr>
        <p:spPr>
          <a:xfrm>
            <a:off x="6751389" y="3891951"/>
            <a:ext cx="1479800" cy="60702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a:solidFill>
                  <a:schemeClr val="bg2"/>
                </a:solidFill>
              </a:rPr>
              <a:t>Lorem ipsum dolor sit amet, </a:t>
            </a:r>
            <a:r>
              <a:rPr lang="en-US" sz="800" err="1">
                <a:solidFill>
                  <a:schemeClr val="bg2"/>
                </a:solidFill>
              </a:rPr>
              <a:t>consectetur</a:t>
            </a:r>
            <a:r>
              <a:rPr lang="en-US" sz="800">
                <a:solidFill>
                  <a:schemeClr val="bg2"/>
                </a:solidFill>
              </a:rPr>
              <a:t> </a:t>
            </a:r>
            <a:r>
              <a:rPr lang="en-US" sz="800" err="1">
                <a:solidFill>
                  <a:schemeClr val="bg2"/>
                </a:solidFill>
              </a:rPr>
              <a:t>adipiscing</a:t>
            </a:r>
            <a:r>
              <a:rPr lang="en-US" sz="800">
                <a:solidFill>
                  <a:schemeClr val="bg2"/>
                </a:solidFill>
              </a:rPr>
              <a:t> </a:t>
            </a:r>
            <a:r>
              <a:rPr lang="en-US" sz="800" err="1">
                <a:solidFill>
                  <a:schemeClr val="bg2"/>
                </a:solidFill>
              </a:rPr>
              <a:t>elit</a:t>
            </a:r>
            <a:r>
              <a:rPr lang="en-US" sz="800">
                <a:solidFill>
                  <a:schemeClr val="bg2"/>
                </a:solidFill>
              </a:rPr>
              <a:t>, sed do </a:t>
            </a:r>
            <a:r>
              <a:rPr lang="en-US" sz="800" err="1">
                <a:solidFill>
                  <a:schemeClr val="bg2"/>
                </a:solidFill>
              </a:rPr>
              <a:t>eiusmod</a:t>
            </a:r>
            <a:r>
              <a:rPr lang="en-US" sz="800">
                <a:solidFill>
                  <a:schemeClr val="bg2"/>
                </a:solidFill>
              </a:rPr>
              <a:t> </a:t>
            </a:r>
            <a:r>
              <a:rPr lang="en-US" sz="800" err="1">
                <a:solidFill>
                  <a:schemeClr val="bg2"/>
                </a:solidFill>
              </a:rPr>
              <a:t>tempor</a:t>
            </a:r>
            <a:r>
              <a:rPr lang="en-US" sz="800">
                <a:solidFill>
                  <a:schemeClr val="bg2"/>
                </a:solidFill>
              </a:rPr>
              <a:t> </a:t>
            </a:r>
            <a:r>
              <a:rPr lang="en-US" sz="800" err="1">
                <a:solidFill>
                  <a:schemeClr val="bg2"/>
                </a:solidFill>
              </a:rPr>
              <a:t>incidid</a:t>
            </a:r>
            <a:endParaRPr lang="ru-RU" sz="800">
              <a:solidFill>
                <a:schemeClr val="bg2"/>
              </a:solidFill>
            </a:endParaRPr>
          </a:p>
        </p:txBody>
      </p:sp>
      <p:sp>
        <p:nvSpPr>
          <p:cNvPr id="41" name="Text Placeholder 113">
            <a:extLst>
              <a:ext uri="{FF2B5EF4-FFF2-40B4-BE49-F238E27FC236}">
                <a16:creationId xmlns:a16="http://schemas.microsoft.com/office/drawing/2014/main" id="{C32DE40A-91F5-4FA3-B156-8DFD79E5BD87}"/>
              </a:ext>
            </a:extLst>
          </p:cNvPr>
          <p:cNvSpPr txBox="1">
            <a:spLocks/>
          </p:cNvSpPr>
          <p:nvPr/>
        </p:nvSpPr>
        <p:spPr>
          <a:xfrm>
            <a:off x="5832226" y="4806370"/>
            <a:ext cx="1479800" cy="60702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a:solidFill>
                  <a:schemeClr val="bg2"/>
                </a:solidFill>
              </a:rPr>
              <a:t>Lorem ipsum dolor sit amet, </a:t>
            </a:r>
            <a:r>
              <a:rPr lang="en-US" sz="800" err="1">
                <a:solidFill>
                  <a:schemeClr val="bg2"/>
                </a:solidFill>
              </a:rPr>
              <a:t>consectetur</a:t>
            </a:r>
            <a:r>
              <a:rPr lang="en-US" sz="800">
                <a:solidFill>
                  <a:schemeClr val="bg2"/>
                </a:solidFill>
              </a:rPr>
              <a:t> </a:t>
            </a:r>
            <a:r>
              <a:rPr lang="en-US" sz="800" err="1">
                <a:solidFill>
                  <a:schemeClr val="bg2"/>
                </a:solidFill>
              </a:rPr>
              <a:t>adipiscing</a:t>
            </a:r>
            <a:r>
              <a:rPr lang="en-US" sz="800">
                <a:solidFill>
                  <a:schemeClr val="bg2"/>
                </a:solidFill>
              </a:rPr>
              <a:t> </a:t>
            </a:r>
            <a:r>
              <a:rPr lang="en-US" sz="800" err="1">
                <a:solidFill>
                  <a:schemeClr val="bg2"/>
                </a:solidFill>
              </a:rPr>
              <a:t>elit</a:t>
            </a:r>
            <a:r>
              <a:rPr lang="en-US" sz="800">
                <a:solidFill>
                  <a:schemeClr val="bg2"/>
                </a:solidFill>
              </a:rPr>
              <a:t>, sed do </a:t>
            </a:r>
            <a:r>
              <a:rPr lang="en-US" sz="800" err="1">
                <a:solidFill>
                  <a:schemeClr val="bg2"/>
                </a:solidFill>
              </a:rPr>
              <a:t>eiusmod</a:t>
            </a:r>
            <a:r>
              <a:rPr lang="en-US" sz="800">
                <a:solidFill>
                  <a:schemeClr val="bg2"/>
                </a:solidFill>
              </a:rPr>
              <a:t> </a:t>
            </a:r>
            <a:r>
              <a:rPr lang="en-US" sz="800" err="1">
                <a:solidFill>
                  <a:schemeClr val="bg2"/>
                </a:solidFill>
              </a:rPr>
              <a:t>tempor</a:t>
            </a:r>
            <a:r>
              <a:rPr lang="en-US" sz="800">
                <a:solidFill>
                  <a:schemeClr val="bg2"/>
                </a:solidFill>
              </a:rPr>
              <a:t> </a:t>
            </a:r>
            <a:r>
              <a:rPr lang="en-US" sz="800" err="1">
                <a:solidFill>
                  <a:schemeClr val="bg2"/>
                </a:solidFill>
              </a:rPr>
              <a:t>incidid</a:t>
            </a:r>
            <a:endParaRPr lang="ru-RU" sz="800">
              <a:solidFill>
                <a:schemeClr val="bg2"/>
              </a:solidFill>
            </a:endParaRPr>
          </a:p>
        </p:txBody>
      </p:sp>
    </p:spTree>
    <p:extLst>
      <p:ext uri="{BB962C8B-B14F-4D97-AF65-F5344CB8AC3E}">
        <p14:creationId xmlns:p14="http://schemas.microsoft.com/office/powerpoint/2010/main" val="233973974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7000">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14:bounceEnd="67000">
                                          <p:cBhvr additive="base">
                                            <p:cTn id="7" dur="1000" fill="hold"/>
                                            <p:tgtEl>
                                              <p:spTgt spid="3"/>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3" fill="hold" nodeType="withEffect" p14:presetBounceEnd="67000">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14:bounceEnd="67000">
                                          <p:cBhvr additive="base">
                                            <p:cTn id="11" dur="1000" fill="hold"/>
                                            <p:tgtEl>
                                              <p:spTgt spid="4"/>
                                            </p:tgtEl>
                                            <p:attrNameLst>
                                              <p:attrName>ppt_x</p:attrName>
                                            </p:attrNameLst>
                                          </p:cBhvr>
                                          <p:tavLst>
                                            <p:tav tm="0">
                                              <p:val>
                                                <p:strVal val="1+#ppt_w/2"/>
                                              </p:val>
                                            </p:tav>
                                            <p:tav tm="100000">
                                              <p:val>
                                                <p:strVal val="#ppt_x"/>
                                              </p:val>
                                            </p:tav>
                                          </p:tavLst>
                                        </p:anim>
                                        <p:anim calcmode="lin" valueType="num" p14:bounceEnd="67000">
                                          <p:cBhvr additive="base">
                                            <p:cTn id="12" dur="10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14:presetBounceEnd="67000">
                                      <p:stCondLst>
                                        <p:cond delay="400"/>
                                      </p:stCondLst>
                                      <p:childTnLst>
                                        <p:set>
                                          <p:cBhvr>
                                            <p:cTn id="14" dur="1" fill="hold">
                                              <p:stCondLst>
                                                <p:cond delay="0"/>
                                              </p:stCondLst>
                                            </p:cTn>
                                            <p:tgtEl>
                                              <p:spTgt spid="5"/>
                                            </p:tgtEl>
                                            <p:attrNameLst>
                                              <p:attrName>style.visibility</p:attrName>
                                            </p:attrNameLst>
                                          </p:cBhvr>
                                          <p:to>
                                            <p:strVal val="visible"/>
                                          </p:to>
                                        </p:set>
                                        <p:anim calcmode="lin" valueType="num" p14:bounceEnd="67000">
                                          <p:cBhvr additive="base">
                                            <p:cTn id="15" dur="1000" fill="hold"/>
                                            <p:tgtEl>
                                              <p:spTgt spid="5"/>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14:presetBounceEnd="67000">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14:bounceEnd="67000">
                                          <p:cBhvr additive="base">
                                            <p:cTn id="19" dur="1000" fill="hold"/>
                                            <p:tgtEl>
                                              <p:spTgt spid="28"/>
                                            </p:tgtEl>
                                            <p:attrNameLst>
                                              <p:attrName>ppt_x</p:attrName>
                                            </p:attrNameLst>
                                          </p:cBhvr>
                                          <p:tavLst>
                                            <p:tav tm="0">
                                              <p:val>
                                                <p:strVal val="1+#ppt_w/2"/>
                                              </p:val>
                                            </p:tav>
                                            <p:tav tm="100000">
                                              <p:val>
                                                <p:strVal val="#ppt_x"/>
                                              </p:val>
                                            </p:tav>
                                          </p:tavLst>
                                        </p:anim>
                                        <p:anim calcmode="lin" valueType="num" p14:bounceEnd="67000">
                                          <p:cBhvr additive="base">
                                            <p:cTn id="20" dur="1000" fill="hold"/>
                                            <p:tgtEl>
                                              <p:spTgt spid="28"/>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14:presetBounceEnd="67000">
                                      <p:stCondLst>
                                        <p:cond delay="800"/>
                                      </p:stCondLst>
                                      <p:childTnLst>
                                        <p:set>
                                          <p:cBhvr>
                                            <p:cTn id="22" dur="1" fill="hold">
                                              <p:stCondLst>
                                                <p:cond delay="0"/>
                                              </p:stCondLst>
                                            </p:cTn>
                                            <p:tgtEl>
                                              <p:spTgt spid="43"/>
                                            </p:tgtEl>
                                            <p:attrNameLst>
                                              <p:attrName>style.visibility</p:attrName>
                                            </p:attrNameLst>
                                          </p:cBhvr>
                                          <p:to>
                                            <p:strVal val="visible"/>
                                          </p:to>
                                        </p:set>
                                        <p:anim calcmode="lin" valueType="num" p14:bounceEnd="67000">
                                          <p:cBhvr additive="base">
                                            <p:cTn id="23" dur="1000" fill="hold"/>
                                            <p:tgtEl>
                                              <p:spTgt spid="43"/>
                                            </p:tgtEl>
                                            <p:attrNameLst>
                                              <p:attrName>ppt_x</p:attrName>
                                            </p:attrNameLst>
                                          </p:cBhvr>
                                          <p:tavLst>
                                            <p:tav tm="0">
                                              <p:val>
                                                <p:strVal val="1+#ppt_w/2"/>
                                              </p:val>
                                            </p:tav>
                                            <p:tav tm="100000">
                                              <p:val>
                                                <p:strVal val="#ppt_x"/>
                                              </p:val>
                                            </p:tav>
                                          </p:tavLst>
                                        </p:anim>
                                        <p:anim calcmode="lin" valueType="num" p14:bounceEnd="67000">
                                          <p:cBhvr additive="base">
                                            <p:cTn id="24" dur="1000" fill="hold"/>
                                            <p:tgtEl>
                                              <p:spTgt spid="43"/>
                                            </p:tgtEl>
                                            <p:attrNameLst>
                                              <p:attrName>ppt_y</p:attrName>
                                            </p:attrNameLst>
                                          </p:cBhvr>
                                          <p:tavLst>
                                            <p:tav tm="0">
                                              <p:val>
                                                <p:strVal val="0-#ppt_h/2"/>
                                              </p:val>
                                            </p:tav>
                                            <p:tav tm="100000">
                                              <p:val>
                                                <p:strVal val="#ppt_y"/>
                                              </p:val>
                                            </p:tav>
                                          </p:tavLst>
                                        </p:anim>
                                      </p:childTnLst>
                                    </p:cTn>
                                  </p:par>
                                  <p:par>
                                    <p:cTn id="25" presetID="22" presetClass="entr" presetSubtype="4" fill="hold" grpId="0" nodeType="withEffect">
                                      <p:stCondLst>
                                        <p:cond delay="500"/>
                                      </p:stCondLst>
                                      <p:childTnLst>
                                        <p:set>
                                          <p:cBhvr>
                                            <p:cTn id="26" dur="1" fill="hold">
                                              <p:stCondLst>
                                                <p:cond delay="0"/>
                                              </p:stCondLst>
                                            </p:cTn>
                                            <p:tgtEl>
                                              <p:spTgt spid="24"/>
                                            </p:tgtEl>
                                            <p:attrNameLst>
                                              <p:attrName>style.visibility</p:attrName>
                                            </p:attrNameLst>
                                          </p:cBhvr>
                                          <p:to>
                                            <p:strVal val="visible"/>
                                          </p:to>
                                        </p:set>
                                        <p:animEffect transition="in" filter="wipe(down)">
                                          <p:cBhvr>
                                            <p:cTn id="27" dur="500"/>
                                            <p:tgtEl>
                                              <p:spTgt spid="24"/>
                                            </p:tgtEl>
                                          </p:cBhvr>
                                        </p:animEffect>
                                      </p:childTnLst>
                                    </p:cTn>
                                  </p:par>
                                  <p:par>
                                    <p:cTn id="28" presetID="22" presetClass="entr" presetSubtype="4" fill="hold" grpId="0" nodeType="withEffect">
                                      <p:stCondLst>
                                        <p:cond delay="700"/>
                                      </p:stCondLst>
                                      <p:childTnLst>
                                        <p:set>
                                          <p:cBhvr>
                                            <p:cTn id="29" dur="1" fill="hold">
                                              <p:stCondLst>
                                                <p:cond delay="0"/>
                                              </p:stCondLst>
                                            </p:cTn>
                                            <p:tgtEl>
                                              <p:spTgt spid="25"/>
                                            </p:tgtEl>
                                            <p:attrNameLst>
                                              <p:attrName>style.visibility</p:attrName>
                                            </p:attrNameLst>
                                          </p:cBhvr>
                                          <p:to>
                                            <p:strVal val="visible"/>
                                          </p:to>
                                        </p:set>
                                        <p:animEffect transition="in" filter="wipe(down)">
                                          <p:cBhvr>
                                            <p:cTn id="30" dur="500"/>
                                            <p:tgtEl>
                                              <p:spTgt spid="25"/>
                                            </p:tgtEl>
                                          </p:cBhvr>
                                        </p:animEffect>
                                      </p:childTnLst>
                                    </p:cTn>
                                  </p:par>
                                  <p:par>
                                    <p:cTn id="31" presetID="22" presetClass="entr" presetSubtype="4" fill="hold" grpId="0" nodeType="withEffect">
                                      <p:stCondLst>
                                        <p:cond delay="900"/>
                                      </p:stCondLst>
                                      <p:childTnLst>
                                        <p:set>
                                          <p:cBhvr>
                                            <p:cTn id="32" dur="1" fill="hold">
                                              <p:stCondLst>
                                                <p:cond delay="0"/>
                                              </p:stCondLst>
                                            </p:cTn>
                                            <p:tgtEl>
                                              <p:spTgt spid="26"/>
                                            </p:tgtEl>
                                            <p:attrNameLst>
                                              <p:attrName>style.visibility</p:attrName>
                                            </p:attrNameLst>
                                          </p:cBhvr>
                                          <p:to>
                                            <p:strVal val="visible"/>
                                          </p:to>
                                        </p:set>
                                        <p:animEffect transition="in" filter="wipe(down)">
                                          <p:cBhvr>
                                            <p:cTn id="33" dur="500"/>
                                            <p:tgtEl>
                                              <p:spTgt spid="26"/>
                                            </p:tgtEl>
                                          </p:cBhvr>
                                        </p:animEffect>
                                      </p:childTnLst>
                                    </p:cTn>
                                  </p:par>
                                  <p:par>
                                    <p:cTn id="34" presetID="53" presetClass="entr" presetSubtype="16" fill="hold" grpId="0" nodeType="withEffect">
                                      <p:stCondLst>
                                        <p:cond delay="300"/>
                                      </p:stCondLst>
                                      <p:childTnLst>
                                        <p:set>
                                          <p:cBhvr>
                                            <p:cTn id="35" dur="1" fill="hold">
                                              <p:stCondLst>
                                                <p:cond delay="0"/>
                                              </p:stCondLst>
                                            </p:cTn>
                                            <p:tgtEl>
                                              <p:spTgt spid="2"/>
                                            </p:tgtEl>
                                            <p:attrNameLst>
                                              <p:attrName>style.visibility</p:attrName>
                                            </p:attrNameLst>
                                          </p:cBhvr>
                                          <p:to>
                                            <p:strVal val="visible"/>
                                          </p:to>
                                        </p:set>
                                        <p:anim calcmode="lin" valueType="num">
                                          <p:cBhvr>
                                            <p:cTn id="36" dur="750" fill="hold"/>
                                            <p:tgtEl>
                                              <p:spTgt spid="2"/>
                                            </p:tgtEl>
                                            <p:attrNameLst>
                                              <p:attrName>ppt_w</p:attrName>
                                            </p:attrNameLst>
                                          </p:cBhvr>
                                          <p:tavLst>
                                            <p:tav tm="0">
                                              <p:val>
                                                <p:fltVal val="0"/>
                                              </p:val>
                                            </p:tav>
                                            <p:tav tm="100000">
                                              <p:val>
                                                <p:strVal val="#ppt_w"/>
                                              </p:val>
                                            </p:tav>
                                          </p:tavLst>
                                        </p:anim>
                                        <p:anim calcmode="lin" valueType="num">
                                          <p:cBhvr>
                                            <p:cTn id="37" dur="750" fill="hold"/>
                                            <p:tgtEl>
                                              <p:spTgt spid="2"/>
                                            </p:tgtEl>
                                            <p:attrNameLst>
                                              <p:attrName>ppt_h</p:attrName>
                                            </p:attrNameLst>
                                          </p:cBhvr>
                                          <p:tavLst>
                                            <p:tav tm="0">
                                              <p:val>
                                                <p:fltVal val="0"/>
                                              </p:val>
                                            </p:tav>
                                            <p:tav tm="100000">
                                              <p:val>
                                                <p:strVal val="#ppt_h"/>
                                              </p:val>
                                            </p:tav>
                                          </p:tavLst>
                                        </p:anim>
                                        <p:animEffect transition="in" filter="fade">
                                          <p:cBhvr>
                                            <p:cTn id="38" dur="750"/>
                                            <p:tgtEl>
                                              <p:spTgt spid="2"/>
                                            </p:tgtEl>
                                          </p:cBhvr>
                                        </p:animEffect>
                                      </p:childTnLst>
                                    </p:cTn>
                                  </p:par>
                                  <p:par>
                                    <p:cTn id="39" presetID="53" presetClass="entr" presetSubtype="16" fill="hold" grpId="0" nodeType="withEffect">
                                      <p:stCondLst>
                                        <p:cond delay="600"/>
                                      </p:stCondLst>
                                      <p:childTnLst>
                                        <p:set>
                                          <p:cBhvr>
                                            <p:cTn id="40" dur="1" fill="hold">
                                              <p:stCondLst>
                                                <p:cond delay="0"/>
                                              </p:stCondLst>
                                            </p:cTn>
                                            <p:tgtEl>
                                              <p:spTgt spid="30"/>
                                            </p:tgtEl>
                                            <p:attrNameLst>
                                              <p:attrName>style.visibility</p:attrName>
                                            </p:attrNameLst>
                                          </p:cBhvr>
                                          <p:to>
                                            <p:strVal val="visible"/>
                                          </p:to>
                                        </p:set>
                                        <p:anim calcmode="lin" valueType="num">
                                          <p:cBhvr>
                                            <p:cTn id="41" dur="750" fill="hold"/>
                                            <p:tgtEl>
                                              <p:spTgt spid="30"/>
                                            </p:tgtEl>
                                            <p:attrNameLst>
                                              <p:attrName>ppt_w</p:attrName>
                                            </p:attrNameLst>
                                          </p:cBhvr>
                                          <p:tavLst>
                                            <p:tav tm="0">
                                              <p:val>
                                                <p:fltVal val="0"/>
                                              </p:val>
                                            </p:tav>
                                            <p:tav tm="100000">
                                              <p:val>
                                                <p:strVal val="#ppt_w"/>
                                              </p:val>
                                            </p:tav>
                                          </p:tavLst>
                                        </p:anim>
                                        <p:anim calcmode="lin" valueType="num">
                                          <p:cBhvr>
                                            <p:cTn id="42" dur="750" fill="hold"/>
                                            <p:tgtEl>
                                              <p:spTgt spid="30"/>
                                            </p:tgtEl>
                                            <p:attrNameLst>
                                              <p:attrName>ppt_h</p:attrName>
                                            </p:attrNameLst>
                                          </p:cBhvr>
                                          <p:tavLst>
                                            <p:tav tm="0">
                                              <p:val>
                                                <p:fltVal val="0"/>
                                              </p:val>
                                            </p:tav>
                                            <p:tav tm="100000">
                                              <p:val>
                                                <p:strVal val="#ppt_h"/>
                                              </p:val>
                                            </p:tav>
                                          </p:tavLst>
                                        </p:anim>
                                        <p:animEffect transition="in" filter="fade">
                                          <p:cBhvr>
                                            <p:cTn id="43" dur="750"/>
                                            <p:tgtEl>
                                              <p:spTgt spid="30"/>
                                            </p:tgtEl>
                                          </p:cBhvr>
                                        </p:animEffect>
                                      </p:childTnLst>
                                    </p:cTn>
                                  </p:par>
                                  <p:par>
                                    <p:cTn id="44" presetID="53" presetClass="entr" presetSubtype="16" fill="hold" grpId="0" nodeType="withEffect">
                                      <p:stCondLst>
                                        <p:cond delay="900"/>
                                      </p:stCondLst>
                                      <p:childTnLst>
                                        <p:set>
                                          <p:cBhvr>
                                            <p:cTn id="45" dur="1" fill="hold">
                                              <p:stCondLst>
                                                <p:cond delay="0"/>
                                              </p:stCondLst>
                                            </p:cTn>
                                            <p:tgtEl>
                                              <p:spTgt spid="31"/>
                                            </p:tgtEl>
                                            <p:attrNameLst>
                                              <p:attrName>style.visibility</p:attrName>
                                            </p:attrNameLst>
                                          </p:cBhvr>
                                          <p:to>
                                            <p:strVal val="visible"/>
                                          </p:to>
                                        </p:set>
                                        <p:anim calcmode="lin" valueType="num">
                                          <p:cBhvr>
                                            <p:cTn id="46" dur="750" fill="hold"/>
                                            <p:tgtEl>
                                              <p:spTgt spid="31"/>
                                            </p:tgtEl>
                                            <p:attrNameLst>
                                              <p:attrName>ppt_w</p:attrName>
                                            </p:attrNameLst>
                                          </p:cBhvr>
                                          <p:tavLst>
                                            <p:tav tm="0">
                                              <p:val>
                                                <p:fltVal val="0"/>
                                              </p:val>
                                            </p:tav>
                                            <p:tav tm="100000">
                                              <p:val>
                                                <p:strVal val="#ppt_w"/>
                                              </p:val>
                                            </p:tav>
                                          </p:tavLst>
                                        </p:anim>
                                        <p:anim calcmode="lin" valueType="num">
                                          <p:cBhvr>
                                            <p:cTn id="47" dur="750" fill="hold"/>
                                            <p:tgtEl>
                                              <p:spTgt spid="31"/>
                                            </p:tgtEl>
                                            <p:attrNameLst>
                                              <p:attrName>ppt_h</p:attrName>
                                            </p:attrNameLst>
                                          </p:cBhvr>
                                          <p:tavLst>
                                            <p:tav tm="0">
                                              <p:val>
                                                <p:fltVal val="0"/>
                                              </p:val>
                                            </p:tav>
                                            <p:tav tm="100000">
                                              <p:val>
                                                <p:strVal val="#ppt_h"/>
                                              </p:val>
                                            </p:tav>
                                          </p:tavLst>
                                        </p:anim>
                                        <p:animEffect transition="in" filter="fade">
                                          <p:cBhvr>
                                            <p:cTn id="48" dur="750"/>
                                            <p:tgtEl>
                                              <p:spTgt spid="31"/>
                                            </p:tgtEl>
                                          </p:cBhvr>
                                        </p:animEffect>
                                      </p:childTnLst>
                                    </p:cTn>
                                  </p:par>
                                  <p:par>
                                    <p:cTn id="49" presetID="53" presetClass="entr" presetSubtype="16" fill="hold" grpId="0" nodeType="withEffect">
                                      <p:stCondLst>
                                        <p:cond delay="1200"/>
                                      </p:stCondLst>
                                      <p:childTnLst>
                                        <p:set>
                                          <p:cBhvr>
                                            <p:cTn id="50" dur="1" fill="hold">
                                              <p:stCondLst>
                                                <p:cond delay="0"/>
                                              </p:stCondLst>
                                            </p:cTn>
                                            <p:tgtEl>
                                              <p:spTgt spid="33"/>
                                            </p:tgtEl>
                                            <p:attrNameLst>
                                              <p:attrName>style.visibility</p:attrName>
                                            </p:attrNameLst>
                                          </p:cBhvr>
                                          <p:to>
                                            <p:strVal val="visible"/>
                                          </p:to>
                                        </p:set>
                                        <p:anim calcmode="lin" valueType="num">
                                          <p:cBhvr>
                                            <p:cTn id="51" dur="750" fill="hold"/>
                                            <p:tgtEl>
                                              <p:spTgt spid="33"/>
                                            </p:tgtEl>
                                            <p:attrNameLst>
                                              <p:attrName>ppt_w</p:attrName>
                                            </p:attrNameLst>
                                          </p:cBhvr>
                                          <p:tavLst>
                                            <p:tav tm="0">
                                              <p:val>
                                                <p:fltVal val="0"/>
                                              </p:val>
                                            </p:tav>
                                            <p:tav tm="100000">
                                              <p:val>
                                                <p:strVal val="#ppt_w"/>
                                              </p:val>
                                            </p:tav>
                                          </p:tavLst>
                                        </p:anim>
                                        <p:anim calcmode="lin" valueType="num">
                                          <p:cBhvr>
                                            <p:cTn id="52" dur="750" fill="hold"/>
                                            <p:tgtEl>
                                              <p:spTgt spid="33"/>
                                            </p:tgtEl>
                                            <p:attrNameLst>
                                              <p:attrName>ppt_h</p:attrName>
                                            </p:attrNameLst>
                                          </p:cBhvr>
                                          <p:tavLst>
                                            <p:tav tm="0">
                                              <p:val>
                                                <p:fltVal val="0"/>
                                              </p:val>
                                            </p:tav>
                                            <p:tav tm="100000">
                                              <p:val>
                                                <p:strVal val="#ppt_h"/>
                                              </p:val>
                                            </p:tav>
                                          </p:tavLst>
                                        </p:anim>
                                        <p:animEffect transition="in" filter="fade">
                                          <p:cBhvr>
                                            <p:cTn id="53" dur="750"/>
                                            <p:tgtEl>
                                              <p:spTgt spid="33"/>
                                            </p:tgtEl>
                                          </p:cBhvr>
                                        </p:animEffect>
                                      </p:childTnLst>
                                    </p:cTn>
                                  </p:par>
                                  <p:par>
                                    <p:cTn id="54" presetID="2" presetClass="entr" presetSubtype="2" fill="hold" grpId="0" nodeType="withEffect" p14:presetBounceEnd="67000">
                                      <p:stCondLst>
                                        <p:cond delay="400"/>
                                      </p:stCondLst>
                                      <p:childTnLst>
                                        <p:set>
                                          <p:cBhvr>
                                            <p:cTn id="55" dur="1" fill="hold">
                                              <p:stCondLst>
                                                <p:cond delay="0"/>
                                              </p:stCondLst>
                                            </p:cTn>
                                            <p:tgtEl>
                                              <p:spTgt spid="10"/>
                                            </p:tgtEl>
                                            <p:attrNameLst>
                                              <p:attrName>style.visibility</p:attrName>
                                            </p:attrNameLst>
                                          </p:cBhvr>
                                          <p:to>
                                            <p:strVal val="visible"/>
                                          </p:to>
                                        </p:set>
                                        <p:anim calcmode="lin" valueType="num" p14:bounceEnd="67000">
                                          <p:cBhvr additive="base">
                                            <p:cTn id="56" dur="1000" fill="hold"/>
                                            <p:tgtEl>
                                              <p:spTgt spid="10"/>
                                            </p:tgtEl>
                                            <p:attrNameLst>
                                              <p:attrName>ppt_x</p:attrName>
                                            </p:attrNameLst>
                                          </p:cBhvr>
                                          <p:tavLst>
                                            <p:tav tm="0">
                                              <p:val>
                                                <p:strVal val="1+#ppt_w/2"/>
                                              </p:val>
                                            </p:tav>
                                            <p:tav tm="100000">
                                              <p:val>
                                                <p:strVal val="#ppt_x"/>
                                              </p:val>
                                            </p:tav>
                                          </p:tavLst>
                                        </p:anim>
                                        <p:anim calcmode="lin" valueType="num" p14:bounceEnd="67000">
                                          <p:cBhvr additive="base">
                                            <p:cTn id="57" dur="1000" fill="hold"/>
                                            <p:tgtEl>
                                              <p:spTgt spid="10"/>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14:presetBounceEnd="67000">
                                      <p:stCondLst>
                                        <p:cond delay="600"/>
                                      </p:stCondLst>
                                      <p:childTnLst>
                                        <p:set>
                                          <p:cBhvr>
                                            <p:cTn id="59" dur="1" fill="hold">
                                              <p:stCondLst>
                                                <p:cond delay="0"/>
                                              </p:stCondLst>
                                            </p:cTn>
                                            <p:tgtEl>
                                              <p:spTgt spid="11"/>
                                            </p:tgtEl>
                                            <p:attrNameLst>
                                              <p:attrName>style.visibility</p:attrName>
                                            </p:attrNameLst>
                                          </p:cBhvr>
                                          <p:to>
                                            <p:strVal val="visible"/>
                                          </p:to>
                                        </p:set>
                                        <p:anim calcmode="lin" valueType="num" p14:bounceEnd="67000">
                                          <p:cBhvr additive="base">
                                            <p:cTn id="60" dur="1000" fill="hold"/>
                                            <p:tgtEl>
                                              <p:spTgt spid="11"/>
                                            </p:tgtEl>
                                            <p:attrNameLst>
                                              <p:attrName>ppt_x</p:attrName>
                                            </p:attrNameLst>
                                          </p:cBhvr>
                                          <p:tavLst>
                                            <p:tav tm="0">
                                              <p:val>
                                                <p:strVal val="1+#ppt_w/2"/>
                                              </p:val>
                                            </p:tav>
                                            <p:tav tm="100000">
                                              <p:val>
                                                <p:strVal val="#ppt_x"/>
                                              </p:val>
                                            </p:tav>
                                          </p:tavLst>
                                        </p:anim>
                                        <p:anim calcmode="lin" valueType="num" p14:bounceEnd="67000">
                                          <p:cBhvr additive="base">
                                            <p:cTn id="61" dur="1000" fill="hold"/>
                                            <p:tgtEl>
                                              <p:spTgt spid="11"/>
                                            </p:tgtEl>
                                            <p:attrNameLst>
                                              <p:attrName>ppt_y</p:attrName>
                                            </p:attrNameLst>
                                          </p:cBhvr>
                                          <p:tavLst>
                                            <p:tav tm="0">
                                              <p:val>
                                                <p:strVal val="#ppt_y"/>
                                              </p:val>
                                            </p:tav>
                                            <p:tav tm="100000">
                                              <p:val>
                                                <p:strVal val="#ppt_y"/>
                                              </p:val>
                                            </p:tav>
                                          </p:tavLst>
                                        </p:anim>
                                      </p:childTnLst>
                                    </p:cTn>
                                  </p:par>
                                  <p:par>
                                    <p:cTn id="62" presetID="2" presetClass="entr" presetSubtype="8" fill="hold" grpId="0" nodeType="withEffect" p14:presetBounceEnd="67000">
                                      <p:stCondLst>
                                        <p:cond delay="800"/>
                                      </p:stCondLst>
                                      <p:childTnLst>
                                        <p:set>
                                          <p:cBhvr>
                                            <p:cTn id="63" dur="1" fill="hold">
                                              <p:stCondLst>
                                                <p:cond delay="0"/>
                                              </p:stCondLst>
                                            </p:cTn>
                                            <p:tgtEl>
                                              <p:spTgt spid="6"/>
                                            </p:tgtEl>
                                            <p:attrNameLst>
                                              <p:attrName>style.visibility</p:attrName>
                                            </p:attrNameLst>
                                          </p:cBhvr>
                                          <p:to>
                                            <p:strVal val="visible"/>
                                          </p:to>
                                        </p:set>
                                        <p:anim calcmode="lin" valueType="num" p14:bounceEnd="67000">
                                          <p:cBhvr additive="base">
                                            <p:cTn id="64" dur="1000" fill="hold"/>
                                            <p:tgtEl>
                                              <p:spTgt spid="6"/>
                                            </p:tgtEl>
                                            <p:attrNameLst>
                                              <p:attrName>ppt_x</p:attrName>
                                            </p:attrNameLst>
                                          </p:cBhvr>
                                          <p:tavLst>
                                            <p:tav tm="0">
                                              <p:val>
                                                <p:strVal val="0-#ppt_w/2"/>
                                              </p:val>
                                            </p:tav>
                                            <p:tav tm="100000">
                                              <p:val>
                                                <p:strVal val="#ppt_x"/>
                                              </p:val>
                                            </p:tav>
                                          </p:tavLst>
                                        </p:anim>
                                        <p:anim calcmode="lin" valueType="num" p14:bounceEnd="67000">
                                          <p:cBhvr additive="base">
                                            <p:cTn id="65" dur="1000" fill="hold"/>
                                            <p:tgtEl>
                                              <p:spTgt spid="6"/>
                                            </p:tgtEl>
                                            <p:attrNameLst>
                                              <p:attrName>ppt_y</p:attrName>
                                            </p:attrNameLst>
                                          </p:cBhvr>
                                          <p:tavLst>
                                            <p:tav tm="0">
                                              <p:val>
                                                <p:strVal val="#ppt_y"/>
                                              </p:val>
                                            </p:tav>
                                            <p:tav tm="100000">
                                              <p:val>
                                                <p:strVal val="#ppt_y"/>
                                              </p:val>
                                            </p:tav>
                                          </p:tavLst>
                                        </p:anim>
                                      </p:childTnLst>
                                    </p:cTn>
                                  </p:par>
                                  <p:par>
                                    <p:cTn id="66" presetID="2" presetClass="entr" presetSubtype="8" fill="hold" grpId="0" nodeType="withEffect" p14:presetBounceEnd="67000">
                                      <p:stCondLst>
                                        <p:cond delay="1000"/>
                                      </p:stCondLst>
                                      <p:childTnLst>
                                        <p:set>
                                          <p:cBhvr>
                                            <p:cTn id="67" dur="1" fill="hold">
                                              <p:stCondLst>
                                                <p:cond delay="0"/>
                                              </p:stCondLst>
                                            </p:cTn>
                                            <p:tgtEl>
                                              <p:spTgt spid="7"/>
                                            </p:tgtEl>
                                            <p:attrNameLst>
                                              <p:attrName>style.visibility</p:attrName>
                                            </p:attrNameLst>
                                          </p:cBhvr>
                                          <p:to>
                                            <p:strVal val="visible"/>
                                          </p:to>
                                        </p:set>
                                        <p:anim calcmode="lin" valueType="num" p14:bounceEnd="67000">
                                          <p:cBhvr additive="base">
                                            <p:cTn id="68" dur="1000" fill="hold"/>
                                            <p:tgtEl>
                                              <p:spTgt spid="7"/>
                                            </p:tgtEl>
                                            <p:attrNameLst>
                                              <p:attrName>ppt_x</p:attrName>
                                            </p:attrNameLst>
                                          </p:cBhvr>
                                          <p:tavLst>
                                            <p:tav tm="0">
                                              <p:val>
                                                <p:strVal val="0-#ppt_w/2"/>
                                              </p:val>
                                            </p:tav>
                                            <p:tav tm="100000">
                                              <p:val>
                                                <p:strVal val="#ppt_x"/>
                                              </p:val>
                                            </p:tav>
                                          </p:tavLst>
                                        </p:anim>
                                        <p:anim calcmode="lin" valueType="num" p14:bounceEnd="67000">
                                          <p:cBhvr additive="base">
                                            <p:cTn id="69" dur="1000" fill="hold"/>
                                            <p:tgtEl>
                                              <p:spTgt spid="7"/>
                                            </p:tgtEl>
                                            <p:attrNameLst>
                                              <p:attrName>ppt_y</p:attrName>
                                            </p:attrNameLst>
                                          </p:cBhvr>
                                          <p:tavLst>
                                            <p:tav tm="0">
                                              <p:val>
                                                <p:strVal val="#ppt_y"/>
                                              </p:val>
                                            </p:tav>
                                            <p:tav tm="100000">
                                              <p:val>
                                                <p:strVal val="#ppt_y"/>
                                              </p:val>
                                            </p:tav>
                                          </p:tavLst>
                                        </p:anim>
                                      </p:childTnLst>
                                    </p:cTn>
                                  </p:par>
                                  <p:par>
                                    <p:cTn id="70" presetID="22" presetClass="entr" presetSubtype="8" fill="hold" grpId="0" nodeType="withEffect">
                                      <p:stCondLst>
                                        <p:cond delay="650"/>
                                      </p:stCondLst>
                                      <p:childTnLst>
                                        <p:set>
                                          <p:cBhvr>
                                            <p:cTn id="71" dur="1" fill="hold">
                                              <p:stCondLst>
                                                <p:cond delay="0"/>
                                              </p:stCondLst>
                                            </p:cTn>
                                            <p:tgtEl>
                                              <p:spTgt spid="35"/>
                                            </p:tgtEl>
                                            <p:attrNameLst>
                                              <p:attrName>style.visibility</p:attrName>
                                            </p:attrNameLst>
                                          </p:cBhvr>
                                          <p:to>
                                            <p:strVal val="visible"/>
                                          </p:to>
                                        </p:set>
                                        <p:animEffect transition="in" filter="wipe(left)">
                                          <p:cBhvr>
                                            <p:cTn id="72" dur="500"/>
                                            <p:tgtEl>
                                              <p:spTgt spid="35"/>
                                            </p:tgtEl>
                                          </p:cBhvr>
                                        </p:animEffect>
                                      </p:childTnLst>
                                    </p:cTn>
                                  </p:par>
                                  <p:par>
                                    <p:cTn id="73" presetID="22" presetClass="entr" presetSubtype="2" fill="hold" grpId="0" nodeType="withEffect">
                                      <p:stCondLst>
                                        <p:cond delay="1050"/>
                                      </p:stCondLst>
                                      <p:childTnLst>
                                        <p:set>
                                          <p:cBhvr>
                                            <p:cTn id="74" dur="1" fill="hold">
                                              <p:stCondLst>
                                                <p:cond delay="0"/>
                                              </p:stCondLst>
                                            </p:cTn>
                                            <p:tgtEl>
                                              <p:spTgt spid="27"/>
                                            </p:tgtEl>
                                            <p:attrNameLst>
                                              <p:attrName>style.visibility</p:attrName>
                                            </p:attrNameLst>
                                          </p:cBhvr>
                                          <p:to>
                                            <p:strVal val="visible"/>
                                          </p:to>
                                        </p:set>
                                        <p:animEffect transition="in" filter="wipe(right)">
                                          <p:cBhvr>
                                            <p:cTn id="75" dur="500"/>
                                            <p:tgtEl>
                                              <p:spTgt spid="27"/>
                                            </p:tgtEl>
                                          </p:cBhvr>
                                        </p:animEffect>
                                      </p:childTnLst>
                                    </p:cTn>
                                  </p:par>
                                  <p:par>
                                    <p:cTn id="76" presetID="22" presetClass="entr" presetSubtype="8" fill="hold" grpId="0" nodeType="withEffect">
                                      <p:stCondLst>
                                        <p:cond delay="250"/>
                                      </p:stCondLst>
                                      <p:childTnLst>
                                        <p:set>
                                          <p:cBhvr>
                                            <p:cTn id="77" dur="1" fill="hold">
                                              <p:stCondLst>
                                                <p:cond delay="0"/>
                                              </p:stCondLst>
                                            </p:cTn>
                                            <p:tgtEl>
                                              <p:spTgt spid="29"/>
                                            </p:tgtEl>
                                            <p:attrNameLst>
                                              <p:attrName>style.visibility</p:attrName>
                                            </p:attrNameLst>
                                          </p:cBhvr>
                                          <p:to>
                                            <p:strVal val="visible"/>
                                          </p:to>
                                        </p:set>
                                        <p:animEffect transition="in" filter="wipe(left)">
                                          <p:cBhvr>
                                            <p:cTn id="78" dur="500"/>
                                            <p:tgtEl>
                                              <p:spTgt spid="29"/>
                                            </p:tgtEl>
                                          </p:cBhvr>
                                        </p:animEffect>
                                      </p:childTnLst>
                                    </p:cTn>
                                  </p:par>
                                  <p:par>
                                    <p:cTn id="79" presetID="53" presetClass="entr" presetSubtype="16" fill="hold" grpId="0" nodeType="withEffect">
                                      <p:stCondLst>
                                        <p:cond delay="1500"/>
                                      </p:stCondLst>
                                      <p:childTnLst>
                                        <p:set>
                                          <p:cBhvr>
                                            <p:cTn id="80" dur="1" fill="hold">
                                              <p:stCondLst>
                                                <p:cond delay="0"/>
                                              </p:stCondLst>
                                            </p:cTn>
                                            <p:tgtEl>
                                              <p:spTgt spid="41"/>
                                            </p:tgtEl>
                                            <p:attrNameLst>
                                              <p:attrName>style.visibility</p:attrName>
                                            </p:attrNameLst>
                                          </p:cBhvr>
                                          <p:to>
                                            <p:strVal val="visible"/>
                                          </p:to>
                                        </p:set>
                                        <p:anim calcmode="lin" valueType="num">
                                          <p:cBhvr>
                                            <p:cTn id="81" dur="750" fill="hold"/>
                                            <p:tgtEl>
                                              <p:spTgt spid="41"/>
                                            </p:tgtEl>
                                            <p:attrNameLst>
                                              <p:attrName>ppt_w</p:attrName>
                                            </p:attrNameLst>
                                          </p:cBhvr>
                                          <p:tavLst>
                                            <p:tav tm="0">
                                              <p:val>
                                                <p:fltVal val="0"/>
                                              </p:val>
                                            </p:tav>
                                            <p:tav tm="100000">
                                              <p:val>
                                                <p:strVal val="#ppt_w"/>
                                              </p:val>
                                            </p:tav>
                                          </p:tavLst>
                                        </p:anim>
                                        <p:anim calcmode="lin" valueType="num">
                                          <p:cBhvr>
                                            <p:cTn id="82" dur="750" fill="hold"/>
                                            <p:tgtEl>
                                              <p:spTgt spid="41"/>
                                            </p:tgtEl>
                                            <p:attrNameLst>
                                              <p:attrName>ppt_h</p:attrName>
                                            </p:attrNameLst>
                                          </p:cBhvr>
                                          <p:tavLst>
                                            <p:tav tm="0">
                                              <p:val>
                                                <p:fltVal val="0"/>
                                              </p:val>
                                            </p:tav>
                                            <p:tav tm="100000">
                                              <p:val>
                                                <p:strVal val="#ppt_h"/>
                                              </p:val>
                                            </p:tav>
                                          </p:tavLst>
                                        </p:anim>
                                        <p:animEffect transition="in" filter="fade">
                                          <p:cBhvr>
                                            <p:cTn id="83" dur="750"/>
                                            <p:tgtEl>
                                              <p:spTgt spid="41"/>
                                            </p:tgtEl>
                                          </p:cBhvr>
                                        </p:animEffect>
                                      </p:childTnLst>
                                    </p:cTn>
                                  </p:par>
                                  <p:par>
                                    <p:cTn id="84" presetID="53" presetClass="entr" presetSubtype="16" fill="hold" grpId="0" nodeType="withEffect">
                                      <p:stCondLst>
                                        <p:cond delay="1500"/>
                                      </p:stCondLst>
                                      <p:childTnLst>
                                        <p:set>
                                          <p:cBhvr>
                                            <p:cTn id="85" dur="1" fill="hold">
                                              <p:stCondLst>
                                                <p:cond delay="0"/>
                                              </p:stCondLst>
                                            </p:cTn>
                                            <p:tgtEl>
                                              <p:spTgt spid="40"/>
                                            </p:tgtEl>
                                            <p:attrNameLst>
                                              <p:attrName>style.visibility</p:attrName>
                                            </p:attrNameLst>
                                          </p:cBhvr>
                                          <p:to>
                                            <p:strVal val="visible"/>
                                          </p:to>
                                        </p:set>
                                        <p:anim calcmode="lin" valueType="num">
                                          <p:cBhvr>
                                            <p:cTn id="86" dur="750" fill="hold"/>
                                            <p:tgtEl>
                                              <p:spTgt spid="40"/>
                                            </p:tgtEl>
                                            <p:attrNameLst>
                                              <p:attrName>ppt_w</p:attrName>
                                            </p:attrNameLst>
                                          </p:cBhvr>
                                          <p:tavLst>
                                            <p:tav tm="0">
                                              <p:val>
                                                <p:fltVal val="0"/>
                                              </p:val>
                                            </p:tav>
                                            <p:tav tm="100000">
                                              <p:val>
                                                <p:strVal val="#ppt_w"/>
                                              </p:val>
                                            </p:tav>
                                          </p:tavLst>
                                        </p:anim>
                                        <p:anim calcmode="lin" valueType="num">
                                          <p:cBhvr>
                                            <p:cTn id="87" dur="750" fill="hold"/>
                                            <p:tgtEl>
                                              <p:spTgt spid="40"/>
                                            </p:tgtEl>
                                            <p:attrNameLst>
                                              <p:attrName>ppt_h</p:attrName>
                                            </p:attrNameLst>
                                          </p:cBhvr>
                                          <p:tavLst>
                                            <p:tav tm="0">
                                              <p:val>
                                                <p:fltVal val="0"/>
                                              </p:val>
                                            </p:tav>
                                            <p:tav tm="100000">
                                              <p:val>
                                                <p:strVal val="#ppt_h"/>
                                              </p:val>
                                            </p:tav>
                                          </p:tavLst>
                                        </p:anim>
                                        <p:animEffect transition="in" filter="fade">
                                          <p:cBhvr>
                                            <p:cTn id="88" dur="750"/>
                                            <p:tgtEl>
                                              <p:spTgt spid="40"/>
                                            </p:tgtEl>
                                          </p:cBhvr>
                                        </p:animEffect>
                                      </p:childTnLst>
                                    </p:cTn>
                                  </p:par>
                                  <p:par>
                                    <p:cTn id="89" presetID="53" presetClass="entr" presetSubtype="16" fill="hold" grpId="0" nodeType="withEffect">
                                      <p:stCondLst>
                                        <p:cond delay="1500"/>
                                      </p:stCondLst>
                                      <p:childTnLst>
                                        <p:set>
                                          <p:cBhvr>
                                            <p:cTn id="90" dur="1" fill="hold">
                                              <p:stCondLst>
                                                <p:cond delay="0"/>
                                              </p:stCondLst>
                                            </p:cTn>
                                            <p:tgtEl>
                                              <p:spTgt spid="39"/>
                                            </p:tgtEl>
                                            <p:attrNameLst>
                                              <p:attrName>style.visibility</p:attrName>
                                            </p:attrNameLst>
                                          </p:cBhvr>
                                          <p:to>
                                            <p:strVal val="visible"/>
                                          </p:to>
                                        </p:set>
                                        <p:anim calcmode="lin" valueType="num">
                                          <p:cBhvr>
                                            <p:cTn id="91" dur="750" fill="hold"/>
                                            <p:tgtEl>
                                              <p:spTgt spid="39"/>
                                            </p:tgtEl>
                                            <p:attrNameLst>
                                              <p:attrName>ppt_w</p:attrName>
                                            </p:attrNameLst>
                                          </p:cBhvr>
                                          <p:tavLst>
                                            <p:tav tm="0">
                                              <p:val>
                                                <p:fltVal val="0"/>
                                              </p:val>
                                            </p:tav>
                                            <p:tav tm="100000">
                                              <p:val>
                                                <p:strVal val="#ppt_w"/>
                                              </p:val>
                                            </p:tav>
                                          </p:tavLst>
                                        </p:anim>
                                        <p:anim calcmode="lin" valueType="num">
                                          <p:cBhvr>
                                            <p:cTn id="92" dur="750" fill="hold"/>
                                            <p:tgtEl>
                                              <p:spTgt spid="39"/>
                                            </p:tgtEl>
                                            <p:attrNameLst>
                                              <p:attrName>ppt_h</p:attrName>
                                            </p:attrNameLst>
                                          </p:cBhvr>
                                          <p:tavLst>
                                            <p:tav tm="0">
                                              <p:val>
                                                <p:fltVal val="0"/>
                                              </p:val>
                                            </p:tav>
                                            <p:tav tm="100000">
                                              <p:val>
                                                <p:strVal val="#ppt_h"/>
                                              </p:val>
                                            </p:tav>
                                          </p:tavLst>
                                        </p:anim>
                                        <p:animEffect transition="in" filter="fade">
                                          <p:cBhvr>
                                            <p:cTn id="93" dur="750"/>
                                            <p:tgtEl>
                                              <p:spTgt spid="39"/>
                                            </p:tgtEl>
                                          </p:cBhvr>
                                        </p:animEffect>
                                      </p:childTnLst>
                                    </p:cTn>
                                  </p:par>
                                  <p:par>
                                    <p:cTn id="94" presetID="53" presetClass="entr" presetSubtype="16" fill="hold" grpId="0" nodeType="withEffect">
                                      <p:stCondLst>
                                        <p:cond delay="1500"/>
                                      </p:stCondLst>
                                      <p:childTnLst>
                                        <p:set>
                                          <p:cBhvr>
                                            <p:cTn id="95" dur="1" fill="hold">
                                              <p:stCondLst>
                                                <p:cond delay="0"/>
                                              </p:stCondLst>
                                            </p:cTn>
                                            <p:tgtEl>
                                              <p:spTgt spid="38"/>
                                            </p:tgtEl>
                                            <p:attrNameLst>
                                              <p:attrName>style.visibility</p:attrName>
                                            </p:attrNameLst>
                                          </p:cBhvr>
                                          <p:to>
                                            <p:strVal val="visible"/>
                                          </p:to>
                                        </p:set>
                                        <p:anim calcmode="lin" valueType="num">
                                          <p:cBhvr>
                                            <p:cTn id="96" dur="750" fill="hold"/>
                                            <p:tgtEl>
                                              <p:spTgt spid="38"/>
                                            </p:tgtEl>
                                            <p:attrNameLst>
                                              <p:attrName>ppt_w</p:attrName>
                                            </p:attrNameLst>
                                          </p:cBhvr>
                                          <p:tavLst>
                                            <p:tav tm="0">
                                              <p:val>
                                                <p:fltVal val="0"/>
                                              </p:val>
                                            </p:tav>
                                            <p:tav tm="100000">
                                              <p:val>
                                                <p:strVal val="#ppt_w"/>
                                              </p:val>
                                            </p:tav>
                                          </p:tavLst>
                                        </p:anim>
                                        <p:anim calcmode="lin" valueType="num">
                                          <p:cBhvr>
                                            <p:cTn id="97" dur="750" fill="hold"/>
                                            <p:tgtEl>
                                              <p:spTgt spid="38"/>
                                            </p:tgtEl>
                                            <p:attrNameLst>
                                              <p:attrName>ppt_h</p:attrName>
                                            </p:attrNameLst>
                                          </p:cBhvr>
                                          <p:tavLst>
                                            <p:tav tm="0">
                                              <p:val>
                                                <p:fltVal val="0"/>
                                              </p:val>
                                            </p:tav>
                                            <p:tav tm="100000">
                                              <p:val>
                                                <p:strVal val="#ppt_h"/>
                                              </p:val>
                                            </p:tav>
                                          </p:tavLst>
                                        </p:anim>
                                        <p:animEffect transition="in" filter="fade">
                                          <p:cBhvr>
                                            <p:cTn id="98" dur="750"/>
                                            <p:tgtEl>
                                              <p:spTgt spid="38"/>
                                            </p:tgtEl>
                                          </p:cBhvr>
                                        </p:animEffect>
                                      </p:childTnLst>
                                    </p:cTn>
                                  </p:par>
                                  <p:par>
                                    <p:cTn id="99" presetID="53" presetClass="entr" presetSubtype="16" fill="hold" grpId="0" nodeType="withEffect">
                                      <p:stCondLst>
                                        <p:cond delay="1750"/>
                                      </p:stCondLst>
                                      <p:childTnLst>
                                        <p:set>
                                          <p:cBhvr>
                                            <p:cTn id="100" dur="1" fill="hold">
                                              <p:stCondLst>
                                                <p:cond delay="0"/>
                                              </p:stCondLst>
                                            </p:cTn>
                                            <p:tgtEl>
                                              <p:spTgt spid="37"/>
                                            </p:tgtEl>
                                            <p:attrNameLst>
                                              <p:attrName>style.visibility</p:attrName>
                                            </p:attrNameLst>
                                          </p:cBhvr>
                                          <p:to>
                                            <p:strVal val="visible"/>
                                          </p:to>
                                        </p:set>
                                        <p:anim calcmode="lin" valueType="num">
                                          <p:cBhvr>
                                            <p:cTn id="101" dur="750" fill="hold"/>
                                            <p:tgtEl>
                                              <p:spTgt spid="37"/>
                                            </p:tgtEl>
                                            <p:attrNameLst>
                                              <p:attrName>ppt_w</p:attrName>
                                            </p:attrNameLst>
                                          </p:cBhvr>
                                          <p:tavLst>
                                            <p:tav tm="0">
                                              <p:val>
                                                <p:fltVal val="0"/>
                                              </p:val>
                                            </p:tav>
                                            <p:tav tm="100000">
                                              <p:val>
                                                <p:strVal val="#ppt_w"/>
                                              </p:val>
                                            </p:tav>
                                          </p:tavLst>
                                        </p:anim>
                                        <p:anim calcmode="lin" valueType="num">
                                          <p:cBhvr>
                                            <p:cTn id="102" dur="750" fill="hold"/>
                                            <p:tgtEl>
                                              <p:spTgt spid="37"/>
                                            </p:tgtEl>
                                            <p:attrNameLst>
                                              <p:attrName>ppt_h</p:attrName>
                                            </p:attrNameLst>
                                          </p:cBhvr>
                                          <p:tavLst>
                                            <p:tav tm="0">
                                              <p:val>
                                                <p:fltVal val="0"/>
                                              </p:val>
                                            </p:tav>
                                            <p:tav tm="100000">
                                              <p:val>
                                                <p:strVal val="#ppt_h"/>
                                              </p:val>
                                            </p:tav>
                                          </p:tavLst>
                                        </p:anim>
                                        <p:animEffect transition="in" filter="fade">
                                          <p:cBhvr>
                                            <p:cTn id="103" dur="750"/>
                                            <p:tgtEl>
                                              <p:spTgt spid="37"/>
                                            </p:tgtEl>
                                          </p:cBhvr>
                                        </p:animEffect>
                                      </p:childTnLst>
                                    </p:cTn>
                                  </p:par>
                                  <p:par>
                                    <p:cTn id="104" presetID="53" presetClass="entr" presetSubtype="16" fill="hold" grpId="0" nodeType="withEffect">
                                      <p:stCondLst>
                                        <p:cond delay="1750"/>
                                      </p:stCondLst>
                                      <p:childTnLst>
                                        <p:set>
                                          <p:cBhvr>
                                            <p:cTn id="105" dur="1" fill="hold">
                                              <p:stCondLst>
                                                <p:cond delay="0"/>
                                              </p:stCondLst>
                                            </p:cTn>
                                            <p:tgtEl>
                                              <p:spTgt spid="32"/>
                                            </p:tgtEl>
                                            <p:attrNameLst>
                                              <p:attrName>style.visibility</p:attrName>
                                            </p:attrNameLst>
                                          </p:cBhvr>
                                          <p:to>
                                            <p:strVal val="visible"/>
                                          </p:to>
                                        </p:set>
                                        <p:anim calcmode="lin" valueType="num">
                                          <p:cBhvr>
                                            <p:cTn id="106" dur="750" fill="hold"/>
                                            <p:tgtEl>
                                              <p:spTgt spid="32"/>
                                            </p:tgtEl>
                                            <p:attrNameLst>
                                              <p:attrName>ppt_w</p:attrName>
                                            </p:attrNameLst>
                                          </p:cBhvr>
                                          <p:tavLst>
                                            <p:tav tm="0">
                                              <p:val>
                                                <p:fltVal val="0"/>
                                              </p:val>
                                            </p:tav>
                                            <p:tav tm="100000">
                                              <p:val>
                                                <p:strVal val="#ppt_w"/>
                                              </p:val>
                                            </p:tav>
                                          </p:tavLst>
                                        </p:anim>
                                        <p:anim calcmode="lin" valueType="num">
                                          <p:cBhvr>
                                            <p:cTn id="107" dur="750" fill="hold"/>
                                            <p:tgtEl>
                                              <p:spTgt spid="32"/>
                                            </p:tgtEl>
                                            <p:attrNameLst>
                                              <p:attrName>ppt_h</p:attrName>
                                            </p:attrNameLst>
                                          </p:cBhvr>
                                          <p:tavLst>
                                            <p:tav tm="0">
                                              <p:val>
                                                <p:fltVal val="0"/>
                                              </p:val>
                                            </p:tav>
                                            <p:tav tm="100000">
                                              <p:val>
                                                <p:strVal val="#ppt_h"/>
                                              </p:val>
                                            </p:tav>
                                          </p:tavLst>
                                        </p:anim>
                                        <p:animEffect transition="in" filter="fade">
                                          <p:cBhvr>
                                            <p:cTn id="108" dur="750"/>
                                            <p:tgtEl>
                                              <p:spTgt spid="32"/>
                                            </p:tgtEl>
                                          </p:cBhvr>
                                        </p:animEffect>
                                      </p:childTnLst>
                                    </p:cTn>
                                  </p:par>
                                  <p:par>
                                    <p:cTn id="109" presetID="53" presetClass="entr" presetSubtype="16" fill="hold" grpId="0" nodeType="withEffect">
                                      <p:stCondLst>
                                        <p:cond delay="1750"/>
                                      </p:stCondLst>
                                      <p:childTnLst>
                                        <p:set>
                                          <p:cBhvr>
                                            <p:cTn id="110" dur="1" fill="hold">
                                              <p:stCondLst>
                                                <p:cond delay="0"/>
                                              </p:stCondLst>
                                            </p:cTn>
                                            <p:tgtEl>
                                              <p:spTgt spid="36"/>
                                            </p:tgtEl>
                                            <p:attrNameLst>
                                              <p:attrName>style.visibility</p:attrName>
                                            </p:attrNameLst>
                                          </p:cBhvr>
                                          <p:to>
                                            <p:strVal val="visible"/>
                                          </p:to>
                                        </p:set>
                                        <p:anim calcmode="lin" valueType="num">
                                          <p:cBhvr>
                                            <p:cTn id="111" dur="750" fill="hold"/>
                                            <p:tgtEl>
                                              <p:spTgt spid="36"/>
                                            </p:tgtEl>
                                            <p:attrNameLst>
                                              <p:attrName>ppt_w</p:attrName>
                                            </p:attrNameLst>
                                          </p:cBhvr>
                                          <p:tavLst>
                                            <p:tav tm="0">
                                              <p:val>
                                                <p:fltVal val="0"/>
                                              </p:val>
                                            </p:tav>
                                            <p:tav tm="100000">
                                              <p:val>
                                                <p:strVal val="#ppt_w"/>
                                              </p:val>
                                            </p:tav>
                                          </p:tavLst>
                                        </p:anim>
                                        <p:anim calcmode="lin" valueType="num">
                                          <p:cBhvr>
                                            <p:cTn id="112" dur="750" fill="hold"/>
                                            <p:tgtEl>
                                              <p:spTgt spid="36"/>
                                            </p:tgtEl>
                                            <p:attrNameLst>
                                              <p:attrName>ppt_h</p:attrName>
                                            </p:attrNameLst>
                                          </p:cBhvr>
                                          <p:tavLst>
                                            <p:tav tm="0">
                                              <p:val>
                                                <p:fltVal val="0"/>
                                              </p:val>
                                            </p:tav>
                                            <p:tav tm="100000">
                                              <p:val>
                                                <p:strVal val="#ppt_h"/>
                                              </p:val>
                                            </p:tav>
                                          </p:tavLst>
                                        </p:anim>
                                        <p:animEffect transition="in" filter="fade">
                                          <p:cBhvr>
                                            <p:cTn id="113" dur="750"/>
                                            <p:tgtEl>
                                              <p:spTgt spid="36"/>
                                            </p:tgtEl>
                                          </p:cBhvr>
                                        </p:animEffect>
                                      </p:childTnLst>
                                    </p:cTn>
                                  </p:par>
                                  <p:par>
                                    <p:cTn id="114" presetID="53" presetClass="entr" presetSubtype="16" fill="hold" grpId="0" nodeType="withEffect">
                                      <p:stCondLst>
                                        <p:cond delay="1750"/>
                                      </p:stCondLst>
                                      <p:childTnLst>
                                        <p:set>
                                          <p:cBhvr>
                                            <p:cTn id="115" dur="1" fill="hold">
                                              <p:stCondLst>
                                                <p:cond delay="0"/>
                                              </p:stCondLst>
                                            </p:cTn>
                                            <p:tgtEl>
                                              <p:spTgt spid="34"/>
                                            </p:tgtEl>
                                            <p:attrNameLst>
                                              <p:attrName>style.visibility</p:attrName>
                                            </p:attrNameLst>
                                          </p:cBhvr>
                                          <p:to>
                                            <p:strVal val="visible"/>
                                          </p:to>
                                        </p:set>
                                        <p:anim calcmode="lin" valueType="num">
                                          <p:cBhvr>
                                            <p:cTn id="116" dur="750" fill="hold"/>
                                            <p:tgtEl>
                                              <p:spTgt spid="34"/>
                                            </p:tgtEl>
                                            <p:attrNameLst>
                                              <p:attrName>ppt_w</p:attrName>
                                            </p:attrNameLst>
                                          </p:cBhvr>
                                          <p:tavLst>
                                            <p:tav tm="0">
                                              <p:val>
                                                <p:fltVal val="0"/>
                                              </p:val>
                                            </p:tav>
                                            <p:tav tm="100000">
                                              <p:val>
                                                <p:strVal val="#ppt_w"/>
                                              </p:val>
                                            </p:tav>
                                          </p:tavLst>
                                        </p:anim>
                                        <p:anim calcmode="lin" valueType="num">
                                          <p:cBhvr>
                                            <p:cTn id="117" dur="750" fill="hold"/>
                                            <p:tgtEl>
                                              <p:spTgt spid="34"/>
                                            </p:tgtEl>
                                            <p:attrNameLst>
                                              <p:attrName>ppt_h</p:attrName>
                                            </p:attrNameLst>
                                          </p:cBhvr>
                                          <p:tavLst>
                                            <p:tav tm="0">
                                              <p:val>
                                                <p:fltVal val="0"/>
                                              </p:val>
                                            </p:tav>
                                            <p:tav tm="100000">
                                              <p:val>
                                                <p:strVal val="#ppt_h"/>
                                              </p:val>
                                            </p:tav>
                                          </p:tavLst>
                                        </p:anim>
                                        <p:animEffect transition="in" filter="fade">
                                          <p:cBhvr>
                                            <p:cTn id="118" dur="7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7" grpId="0" animBg="1"/>
          <p:bldP spid="7" grpId="0" animBg="1"/>
          <p:bldP spid="10" grpId="0" animBg="1"/>
          <p:bldP spid="35" grpId="0" animBg="1"/>
          <p:bldP spid="11" grpId="0" animBg="1"/>
          <p:bldP spid="24" grpId="0" animBg="1"/>
          <p:bldP spid="25" grpId="0" animBg="1"/>
          <p:bldP spid="29" grpId="0" animBg="1"/>
          <p:bldP spid="2" grpId="0"/>
          <p:bldP spid="30" grpId="0"/>
          <p:bldP spid="31" grpId="0"/>
          <p:bldP spid="26" grpId="0" animBg="1"/>
          <p:bldP spid="33" grpId="0"/>
          <p:bldP spid="32" grpId="0" animBg="1"/>
          <p:bldP spid="34" grpId="0" animBg="1"/>
          <p:bldP spid="36" grpId="0" animBg="1"/>
          <p:bldP spid="37" grpId="0" animBg="1"/>
          <p:bldP spid="38" grpId="0"/>
          <p:bldP spid="39" grpId="0"/>
          <p:bldP spid="40" grpId="0"/>
          <p:bldP spid="4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3" fill="hold"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1+#ppt_w/2"/>
                                              </p:val>
                                            </p:tav>
                                            <p:tav tm="100000">
                                              <p:val>
                                                <p:strVal val="#ppt_x"/>
                                              </p:val>
                                            </p:tav>
                                          </p:tavLst>
                                        </p:anim>
                                        <p:anim calcmode="lin" valueType="num">
                                          <p:cBhvr additive="base">
                                            <p:cTn id="12" dur="10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4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1+#ppt_w/2"/>
                                              </p:val>
                                            </p:tav>
                                            <p:tav tm="100000">
                                              <p:val>
                                                <p:strVal val="#ppt_x"/>
                                              </p:val>
                                            </p:tav>
                                          </p:tavLst>
                                        </p:anim>
                                        <p:anim calcmode="lin" valueType="num">
                                          <p:cBhvr additive="base">
                                            <p:cTn id="16" dur="100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000" fill="hold"/>
                                            <p:tgtEl>
                                              <p:spTgt spid="28"/>
                                            </p:tgtEl>
                                            <p:attrNameLst>
                                              <p:attrName>ppt_x</p:attrName>
                                            </p:attrNameLst>
                                          </p:cBhvr>
                                          <p:tavLst>
                                            <p:tav tm="0">
                                              <p:val>
                                                <p:strVal val="1+#ppt_w/2"/>
                                              </p:val>
                                            </p:tav>
                                            <p:tav tm="100000">
                                              <p:val>
                                                <p:strVal val="#ppt_x"/>
                                              </p:val>
                                            </p:tav>
                                          </p:tavLst>
                                        </p:anim>
                                        <p:anim calcmode="lin" valueType="num">
                                          <p:cBhvr additive="base">
                                            <p:cTn id="20" dur="1000" fill="hold"/>
                                            <p:tgtEl>
                                              <p:spTgt spid="28"/>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stCondLst>
                                        <p:cond delay="80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1000" fill="hold"/>
                                            <p:tgtEl>
                                              <p:spTgt spid="43"/>
                                            </p:tgtEl>
                                            <p:attrNameLst>
                                              <p:attrName>ppt_x</p:attrName>
                                            </p:attrNameLst>
                                          </p:cBhvr>
                                          <p:tavLst>
                                            <p:tav tm="0">
                                              <p:val>
                                                <p:strVal val="1+#ppt_w/2"/>
                                              </p:val>
                                            </p:tav>
                                            <p:tav tm="100000">
                                              <p:val>
                                                <p:strVal val="#ppt_x"/>
                                              </p:val>
                                            </p:tav>
                                          </p:tavLst>
                                        </p:anim>
                                        <p:anim calcmode="lin" valueType="num">
                                          <p:cBhvr additive="base">
                                            <p:cTn id="24" dur="1000" fill="hold"/>
                                            <p:tgtEl>
                                              <p:spTgt spid="43"/>
                                            </p:tgtEl>
                                            <p:attrNameLst>
                                              <p:attrName>ppt_y</p:attrName>
                                            </p:attrNameLst>
                                          </p:cBhvr>
                                          <p:tavLst>
                                            <p:tav tm="0">
                                              <p:val>
                                                <p:strVal val="0-#ppt_h/2"/>
                                              </p:val>
                                            </p:tav>
                                            <p:tav tm="100000">
                                              <p:val>
                                                <p:strVal val="#ppt_y"/>
                                              </p:val>
                                            </p:tav>
                                          </p:tavLst>
                                        </p:anim>
                                      </p:childTnLst>
                                    </p:cTn>
                                  </p:par>
                                  <p:par>
                                    <p:cTn id="25" presetID="22" presetClass="entr" presetSubtype="4" fill="hold" grpId="0" nodeType="withEffect">
                                      <p:stCondLst>
                                        <p:cond delay="500"/>
                                      </p:stCondLst>
                                      <p:childTnLst>
                                        <p:set>
                                          <p:cBhvr>
                                            <p:cTn id="26" dur="1" fill="hold">
                                              <p:stCondLst>
                                                <p:cond delay="0"/>
                                              </p:stCondLst>
                                            </p:cTn>
                                            <p:tgtEl>
                                              <p:spTgt spid="24"/>
                                            </p:tgtEl>
                                            <p:attrNameLst>
                                              <p:attrName>style.visibility</p:attrName>
                                            </p:attrNameLst>
                                          </p:cBhvr>
                                          <p:to>
                                            <p:strVal val="visible"/>
                                          </p:to>
                                        </p:set>
                                        <p:animEffect transition="in" filter="wipe(down)">
                                          <p:cBhvr>
                                            <p:cTn id="27" dur="500"/>
                                            <p:tgtEl>
                                              <p:spTgt spid="24"/>
                                            </p:tgtEl>
                                          </p:cBhvr>
                                        </p:animEffect>
                                      </p:childTnLst>
                                    </p:cTn>
                                  </p:par>
                                  <p:par>
                                    <p:cTn id="28" presetID="22" presetClass="entr" presetSubtype="4" fill="hold" grpId="0" nodeType="withEffect">
                                      <p:stCondLst>
                                        <p:cond delay="700"/>
                                      </p:stCondLst>
                                      <p:childTnLst>
                                        <p:set>
                                          <p:cBhvr>
                                            <p:cTn id="29" dur="1" fill="hold">
                                              <p:stCondLst>
                                                <p:cond delay="0"/>
                                              </p:stCondLst>
                                            </p:cTn>
                                            <p:tgtEl>
                                              <p:spTgt spid="25"/>
                                            </p:tgtEl>
                                            <p:attrNameLst>
                                              <p:attrName>style.visibility</p:attrName>
                                            </p:attrNameLst>
                                          </p:cBhvr>
                                          <p:to>
                                            <p:strVal val="visible"/>
                                          </p:to>
                                        </p:set>
                                        <p:animEffect transition="in" filter="wipe(down)">
                                          <p:cBhvr>
                                            <p:cTn id="30" dur="500"/>
                                            <p:tgtEl>
                                              <p:spTgt spid="25"/>
                                            </p:tgtEl>
                                          </p:cBhvr>
                                        </p:animEffect>
                                      </p:childTnLst>
                                    </p:cTn>
                                  </p:par>
                                  <p:par>
                                    <p:cTn id="31" presetID="22" presetClass="entr" presetSubtype="4" fill="hold" grpId="0" nodeType="withEffect">
                                      <p:stCondLst>
                                        <p:cond delay="900"/>
                                      </p:stCondLst>
                                      <p:childTnLst>
                                        <p:set>
                                          <p:cBhvr>
                                            <p:cTn id="32" dur="1" fill="hold">
                                              <p:stCondLst>
                                                <p:cond delay="0"/>
                                              </p:stCondLst>
                                            </p:cTn>
                                            <p:tgtEl>
                                              <p:spTgt spid="26"/>
                                            </p:tgtEl>
                                            <p:attrNameLst>
                                              <p:attrName>style.visibility</p:attrName>
                                            </p:attrNameLst>
                                          </p:cBhvr>
                                          <p:to>
                                            <p:strVal val="visible"/>
                                          </p:to>
                                        </p:set>
                                        <p:animEffect transition="in" filter="wipe(down)">
                                          <p:cBhvr>
                                            <p:cTn id="33" dur="500"/>
                                            <p:tgtEl>
                                              <p:spTgt spid="26"/>
                                            </p:tgtEl>
                                          </p:cBhvr>
                                        </p:animEffect>
                                      </p:childTnLst>
                                    </p:cTn>
                                  </p:par>
                                  <p:par>
                                    <p:cTn id="34" presetID="53" presetClass="entr" presetSubtype="16" fill="hold" grpId="0" nodeType="withEffect">
                                      <p:stCondLst>
                                        <p:cond delay="300"/>
                                      </p:stCondLst>
                                      <p:childTnLst>
                                        <p:set>
                                          <p:cBhvr>
                                            <p:cTn id="35" dur="1" fill="hold">
                                              <p:stCondLst>
                                                <p:cond delay="0"/>
                                              </p:stCondLst>
                                            </p:cTn>
                                            <p:tgtEl>
                                              <p:spTgt spid="2"/>
                                            </p:tgtEl>
                                            <p:attrNameLst>
                                              <p:attrName>style.visibility</p:attrName>
                                            </p:attrNameLst>
                                          </p:cBhvr>
                                          <p:to>
                                            <p:strVal val="visible"/>
                                          </p:to>
                                        </p:set>
                                        <p:anim calcmode="lin" valueType="num">
                                          <p:cBhvr>
                                            <p:cTn id="36" dur="750" fill="hold"/>
                                            <p:tgtEl>
                                              <p:spTgt spid="2"/>
                                            </p:tgtEl>
                                            <p:attrNameLst>
                                              <p:attrName>ppt_w</p:attrName>
                                            </p:attrNameLst>
                                          </p:cBhvr>
                                          <p:tavLst>
                                            <p:tav tm="0">
                                              <p:val>
                                                <p:fltVal val="0"/>
                                              </p:val>
                                            </p:tav>
                                            <p:tav tm="100000">
                                              <p:val>
                                                <p:strVal val="#ppt_w"/>
                                              </p:val>
                                            </p:tav>
                                          </p:tavLst>
                                        </p:anim>
                                        <p:anim calcmode="lin" valueType="num">
                                          <p:cBhvr>
                                            <p:cTn id="37" dur="750" fill="hold"/>
                                            <p:tgtEl>
                                              <p:spTgt spid="2"/>
                                            </p:tgtEl>
                                            <p:attrNameLst>
                                              <p:attrName>ppt_h</p:attrName>
                                            </p:attrNameLst>
                                          </p:cBhvr>
                                          <p:tavLst>
                                            <p:tav tm="0">
                                              <p:val>
                                                <p:fltVal val="0"/>
                                              </p:val>
                                            </p:tav>
                                            <p:tav tm="100000">
                                              <p:val>
                                                <p:strVal val="#ppt_h"/>
                                              </p:val>
                                            </p:tav>
                                          </p:tavLst>
                                        </p:anim>
                                        <p:animEffect transition="in" filter="fade">
                                          <p:cBhvr>
                                            <p:cTn id="38" dur="750"/>
                                            <p:tgtEl>
                                              <p:spTgt spid="2"/>
                                            </p:tgtEl>
                                          </p:cBhvr>
                                        </p:animEffect>
                                      </p:childTnLst>
                                    </p:cTn>
                                  </p:par>
                                  <p:par>
                                    <p:cTn id="39" presetID="53" presetClass="entr" presetSubtype="16" fill="hold" grpId="0" nodeType="withEffect">
                                      <p:stCondLst>
                                        <p:cond delay="600"/>
                                      </p:stCondLst>
                                      <p:childTnLst>
                                        <p:set>
                                          <p:cBhvr>
                                            <p:cTn id="40" dur="1" fill="hold">
                                              <p:stCondLst>
                                                <p:cond delay="0"/>
                                              </p:stCondLst>
                                            </p:cTn>
                                            <p:tgtEl>
                                              <p:spTgt spid="30"/>
                                            </p:tgtEl>
                                            <p:attrNameLst>
                                              <p:attrName>style.visibility</p:attrName>
                                            </p:attrNameLst>
                                          </p:cBhvr>
                                          <p:to>
                                            <p:strVal val="visible"/>
                                          </p:to>
                                        </p:set>
                                        <p:anim calcmode="lin" valueType="num">
                                          <p:cBhvr>
                                            <p:cTn id="41" dur="750" fill="hold"/>
                                            <p:tgtEl>
                                              <p:spTgt spid="30"/>
                                            </p:tgtEl>
                                            <p:attrNameLst>
                                              <p:attrName>ppt_w</p:attrName>
                                            </p:attrNameLst>
                                          </p:cBhvr>
                                          <p:tavLst>
                                            <p:tav tm="0">
                                              <p:val>
                                                <p:fltVal val="0"/>
                                              </p:val>
                                            </p:tav>
                                            <p:tav tm="100000">
                                              <p:val>
                                                <p:strVal val="#ppt_w"/>
                                              </p:val>
                                            </p:tav>
                                          </p:tavLst>
                                        </p:anim>
                                        <p:anim calcmode="lin" valueType="num">
                                          <p:cBhvr>
                                            <p:cTn id="42" dur="750" fill="hold"/>
                                            <p:tgtEl>
                                              <p:spTgt spid="30"/>
                                            </p:tgtEl>
                                            <p:attrNameLst>
                                              <p:attrName>ppt_h</p:attrName>
                                            </p:attrNameLst>
                                          </p:cBhvr>
                                          <p:tavLst>
                                            <p:tav tm="0">
                                              <p:val>
                                                <p:fltVal val="0"/>
                                              </p:val>
                                            </p:tav>
                                            <p:tav tm="100000">
                                              <p:val>
                                                <p:strVal val="#ppt_h"/>
                                              </p:val>
                                            </p:tav>
                                          </p:tavLst>
                                        </p:anim>
                                        <p:animEffect transition="in" filter="fade">
                                          <p:cBhvr>
                                            <p:cTn id="43" dur="750"/>
                                            <p:tgtEl>
                                              <p:spTgt spid="30"/>
                                            </p:tgtEl>
                                          </p:cBhvr>
                                        </p:animEffect>
                                      </p:childTnLst>
                                    </p:cTn>
                                  </p:par>
                                  <p:par>
                                    <p:cTn id="44" presetID="53" presetClass="entr" presetSubtype="16" fill="hold" grpId="0" nodeType="withEffect">
                                      <p:stCondLst>
                                        <p:cond delay="900"/>
                                      </p:stCondLst>
                                      <p:childTnLst>
                                        <p:set>
                                          <p:cBhvr>
                                            <p:cTn id="45" dur="1" fill="hold">
                                              <p:stCondLst>
                                                <p:cond delay="0"/>
                                              </p:stCondLst>
                                            </p:cTn>
                                            <p:tgtEl>
                                              <p:spTgt spid="31"/>
                                            </p:tgtEl>
                                            <p:attrNameLst>
                                              <p:attrName>style.visibility</p:attrName>
                                            </p:attrNameLst>
                                          </p:cBhvr>
                                          <p:to>
                                            <p:strVal val="visible"/>
                                          </p:to>
                                        </p:set>
                                        <p:anim calcmode="lin" valueType="num">
                                          <p:cBhvr>
                                            <p:cTn id="46" dur="750" fill="hold"/>
                                            <p:tgtEl>
                                              <p:spTgt spid="31"/>
                                            </p:tgtEl>
                                            <p:attrNameLst>
                                              <p:attrName>ppt_w</p:attrName>
                                            </p:attrNameLst>
                                          </p:cBhvr>
                                          <p:tavLst>
                                            <p:tav tm="0">
                                              <p:val>
                                                <p:fltVal val="0"/>
                                              </p:val>
                                            </p:tav>
                                            <p:tav tm="100000">
                                              <p:val>
                                                <p:strVal val="#ppt_w"/>
                                              </p:val>
                                            </p:tav>
                                          </p:tavLst>
                                        </p:anim>
                                        <p:anim calcmode="lin" valueType="num">
                                          <p:cBhvr>
                                            <p:cTn id="47" dur="750" fill="hold"/>
                                            <p:tgtEl>
                                              <p:spTgt spid="31"/>
                                            </p:tgtEl>
                                            <p:attrNameLst>
                                              <p:attrName>ppt_h</p:attrName>
                                            </p:attrNameLst>
                                          </p:cBhvr>
                                          <p:tavLst>
                                            <p:tav tm="0">
                                              <p:val>
                                                <p:fltVal val="0"/>
                                              </p:val>
                                            </p:tav>
                                            <p:tav tm="100000">
                                              <p:val>
                                                <p:strVal val="#ppt_h"/>
                                              </p:val>
                                            </p:tav>
                                          </p:tavLst>
                                        </p:anim>
                                        <p:animEffect transition="in" filter="fade">
                                          <p:cBhvr>
                                            <p:cTn id="48" dur="750"/>
                                            <p:tgtEl>
                                              <p:spTgt spid="31"/>
                                            </p:tgtEl>
                                          </p:cBhvr>
                                        </p:animEffect>
                                      </p:childTnLst>
                                    </p:cTn>
                                  </p:par>
                                  <p:par>
                                    <p:cTn id="49" presetID="53" presetClass="entr" presetSubtype="16" fill="hold" grpId="0" nodeType="withEffect">
                                      <p:stCondLst>
                                        <p:cond delay="1200"/>
                                      </p:stCondLst>
                                      <p:childTnLst>
                                        <p:set>
                                          <p:cBhvr>
                                            <p:cTn id="50" dur="1" fill="hold">
                                              <p:stCondLst>
                                                <p:cond delay="0"/>
                                              </p:stCondLst>
                                            </p:cTn>
                                            <p:tgtEl>
                                              <p:spTgt spid="33"/>
                                            </p:tgtEl>
                                            <p:attrNameLst>
                                              <p:attrName>style.visibility</p:attrName>
                                            </p:attrNameLst>
                                          </p:cBhvr>
                                          <p:to>
                                            <p:strVal val="visible"/>
                                          </p:to>
                                        </p:set>
                                        <p:anim calcmode="lin" valueType="num">
                                          <p:cBhvr>
                                            <p:cTn id="51" dur="750" fill="hold"/>
                                            <p:tgtEl>
                                              <p:spTgt spid="33"/>
                                            </p:tgtEl>
                                            <p:attrNameLst>
                                              <p:attrName>ppt_w</p:attrName>
                                            </p:attrNameLst>
                                          </p:cBhvr>
                                          <p:tavLst>
                                            <p:tav tm="0">
                                              <p:val>
                                                <p:fltVal val="0"/>
                                              </p:val>
                                            </p:tav>
                                            <p:tav tm="100000">
                                              <p:val>
                                                <p:strVal val="#ppt_w"/>
                                              </p:val>
                                            </p:tav>
                                          </p:tavLst>
                                        </p:anim>
                                        <p:anim calcmode="lin" valueType="num">
                                          <p:cBhvr>
                                            <p:cTn id="52" dur="750" fill="hold"/>
                                            <p:tgtEl>
                                              <p:spTgt spid="33"/>
                                            </p:tgtEl>
                                            <p:attrNameLst>
                                              <p:attrName>ppt_h</p:attrName>
                                            </p:attrNameLst>
                                          </p:cBhvr>
                                          <p:tavLst>
                                            <p:tav tm="0">
                                              <p:val>
                                                <p:fltVal val="0"/>
                                              </p:val>
                                            </p:tav>
                                            <p:tav tm="100000">
                                              <p:val>
                                                <p:strVal val="#ppt_h"/>
                                              </p:val>
                                            </p:tav>
                                          </p:tavLst>
                                        </p:anim>
                                        <p:animEffect transition="in" filter="fade">
                                          <p:cBhvr>
                                            <p:cTn id="53" dur="750"/>
                                            <p:tgtEl>
                                              <p:spTgt spid="33"/>
                                            </p:tgtEl>
                                          </p:cBhvr>
                                        </p:animEffect>
                                      </p:childTnLst>
                                    </p:cTn>
                                  </p:par>
                                  <p:par>
                                    <p:cTn id="54" presetID="2" presetClass="entr" presetSubtype="2" fill="hold" grpId="0" nodeType="withEffect">
                                      <p:stCondLst>
                                        <p:cond delay="400"/>
                                      </p:stCondLst>
                                      <p:childTnLst>
                                        <p:set>
                                          <p:cBhvr>
                                            <p:cTn id="55" dur="1" fill="hold">
                                              <p:stCondLst>
                                                <p:cond delay="0"/>
                                              </p:stCondLst>
                                            </p:cTn>
                                            <p:tgtEl>
                                              <p:spTgt spid="10"/>
                                            </p:tgtEl>
                                            <p:attrNameLst>
                                              <p:attrName>style.visibility</p:attrName>
                                            </p:attrNameLst>
                                          </p:cBhvr>
                                          <p:to>
                                            <p:strVal val="visible"/>
                                          </p:to>
                                        </p:set>
                                        <p:anim calcmode="lin" valueType="num">
                                          <p:cBhvr additive="base">
                                            <p:cTn id="56" dur="1000" fill="hold"/>
                                            <p:tgtEl>
                                              <p:spTgt spid="10"/>
                                            </p:tgtEl>
                                            <p:attrNameLst>
                                              <p:attrName>ppt_x</p:attrName>
                                            </p:attrNameLst>
                                          </p:cBhvr>
                                          <p:tavLst>
                                            <p:tav tm="0">
                                              <p:val>
                                                <p:strVal val="1+#ppt_w/2"/>
                                              </p:val>
                                            </p:tav>
                                            <p:tav tm="100000">
                                              <p:val>
                                                <p:strVal val="#ppt_x"/>
                                              </p:val>
                                            </p:tav>
                                          </p:tavLst>
                                        </p:anim>
                                        <p:anim calcmode="lin" valueType="num">
                                          <p:cBhvr additive="base">
                                            <p:cTn id="57" dur="1000" fill="hold"/>
                                            <p:tgtEl>
                                              <p:spTgt spid="10"/>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stCondLst>
                                        <p:cond delay="600"/>
                                      </p:stCondLst>
                                      <p:childTnLst>
                                        <p:set>
                                          <p:cBhvr>
                                            <p:cTn id="59" dur="1" fill="hold">
                                              <p:stCondLst>
                                                <p:cond delay="0"/>
                                              </p:stCondLst>
                                            </p:cTn>
                                            <p:tgtEl>
                                              <p:spTgt spid="11"/>
                                            </p:tgtEl>
                                            <p:attrNameLst>
                                              <p:attrName>style.visibility</p:attrName>
                                            </p:attrNameLst>
                                          </p:cBhvr>
                                          <p:to>
                                            <p:strVal val="visible"/>
                                          </p:to>
                                        </p:set>
                                        <p:anim calcmode="lin" valueType="num">
                                          <p:cBhvr additive="base">
                                            <p:cTn id="60" dur="1000" fill="hold"/>
                                            <p:tgtEl>
                                              <p:spTgt spid="11"/>
                                            </p:tgtEl>
                                            <p:attrNameLst>
                                              <p:attrName>ppt_x</p:attrName>
                                            </p:attrNameLst>
                                          </p:cBhvr>
                                          <p:tavLst>
                                            <p:tav tm="0">
                                              <p:val>
                                                <p:strVal val="1+#ppt_w/2"/>
                                              </p:val>
                                            </p:tav>
                                            <p:tav tm="100000">
                                              <p:val>
                                                <p:strVal val="#ppt_x"/>
                                              </p:val>
                                            </p:tav>
                                          </p:tavLst>
                                        </p:anim>
                                        <p:anim calcmode="lin" valueType="num">
                                          <p:cBhvr additive="base">
                                            <p:cTn id="61" dur="1000" fill="hold"/>
                                            <p:tgtEl>
                                              <p:spTgt spid="11"/>
                                            </p:tgtEl>
                                            <p:attrNameLst>
                                              <p:attrName>ppt_y</p:attrName>
                                            </p:attrNameLst>
                                          </p:cBhvr>
                                          <p:tavLst>
                                            <p:tav tm="0">
                                              <p:val>
                                                <p:strVal val="#ppt_y"/>
                                              </p:val>
                                            </p:tav>
                                            <p:tav tm="100000">
                                              <p:val>
                                                <p:strVal val="#ppt_y"/>
                                              </p:val>
                                            </p:tav>
                                          </p:tavLst>
                                        </p:anim>
                                      </p:childTnLst>
                                    </p:cTn>
                                  </p:par>
                                  <p:par>
                                    <p:cTn id="62" presetID="2" presetClass="entr" presetSubtype="8" fill="hold" grpId="0" nodeType="withEffect">
                                      <p:stCondLst>
                                        <p:cond delay="800"/>
                                      </p:stCondLst>
                                      <p:childTnLst>
                                        <p:set>
                                          <p:cBhvr>
                                            <p:cTn id="63" dur="1" fill="hold">
                                              <p:stCondLst>
                                                <p:cond delay="0"/>
                                              </p:stCondLst>
                                            </p:cTn>
                                            <p:tgtEl>
                                              <p:spTgt spid="6"/>
                                            </p:tgtEl>
                                            <p:attrNameLst>
                                              <p:attrName>style.visibility</p:attrName>
                                            </p:attrNameLst>
                                          </p:cBhvr>
                                          <p:to>
                                            <p:strVal val="visible"/>
                                          </p:to>
                                        </p:set>
                                        <p:anim calcmode="lin" valueType="num">
                                          <p:cBhvr additive="base">
                                            <p:cTn id="64" dur="1000" fill="hold"/>
                                            <p:tgtEl>
                                              <p:spTgt spid="6"/>
                                            </p:tgtEl>
                                            <p:attrNameLst>
                                              <p:attrName>ppt_x</p:attrName>
                                            </p:attrNameLst>
                                          </p:cBhvr>
                                          <p:tavLst>
                                            <p:tav tm="0">
                                              <p:val>
                                                <p:strVal val="0-#ppt_w/2"/>
                                              </p:val>
                                            </p:tav>
                                            <p:tav tm="100000">
                                              <p:val>
                                                <p:strVal val="#ppt_x"/>
                                              </p:val>
                                            </p:tav>
                                          </p:tavLst>
                                        </p:anim>
                                        <p:anim calcmode="lin" valueType="num">
                                          <p:cBhvr additive="base">
                                            <p:cTn id="65" dur="1000" fill="hold"/>
                                            <p:tgtEl>
                                              <p:spTgt spid="6"/>
                                            </p:tgtEl>
                                            <p:attrNameLst>
                                              <p:attrName>ppt_y</p:attrName>
                                            </p:attrNameLst>
                                          </p:cBhvr>
                                          <p:tavLst>
                                            <p:tav tm="0">
                                              <p:val>
                                                <p:strVal val="#ppt_y"/>
                                              </p:val>
                                            </p:tav>
                                            <p:tav tm="100000">
                                              <p:val>
                                                <p:strVal val="#ppt_y"/>
                                              </p:val>
                                            </p:tav>
                                          </p:tavLst>
                                        </p:anim>
                                      </p:childTnLst>
                                    </p:cTn>
                                  </p:par>
                                  <p:par>
                                    <p:cTn id="66" presetID="2" presetClass="entr" presetSubtype="8" fill="hold" grpId="0" nodeType="withEffect">
                                      <p:stCondLst>
                                        <p:cond delay="1000"/>
                                      </p:stCondLst>
                                      <p:childTnLst>
                                        <p:set>
                                          <p:cBhvr>
                                            <p:cTn id="67" dur="1" fill="hold">
                                              <p:stCondLst>
                                                <p:cond delay="0"/>
                                              </p:stCondLst>
                                            </p:cTn>
                                            <p:tgtEl>
                                              <p:spTgt spid="7"/>
                                            </p:tgtEl>
                                            <p:attrNameLst>
                                              <p:attrName>style.visibility</p:attrName>
                                            </p:attrNameLst>
                                          </p:cBhvr>
                                          <p:to>
                                            <p:strVal val="visible"/>
                                          </p:to>
                                        </p:set>
                                        <p:anim calcmode="lin" valueType="num">
                                          <p:cBhvr additive="base">
                                            <p:cTn id="68" dur="1000" fill="hold"/>
                                            <p:tgtEl>
                                              <p:spTgt spid="7"/>
                                            </p:tgtEl>
                                            <p:attrNameLst>
                                              <p:attrName>ppt_x</p:attrName>
                                            </p:attrNameLst>
                                          </p:cBhvr>
                                          <p:tavLst>
                                            <p:tav tm="0">
                                              <p:val>
                                                <p:strVal val="0-#ppt_w/2"/>
                                              </p:val>
                                            </p:tav>
                                            <p:tav tm="100000">
                                              <p:val>
                                                <p:strVal val="#ppt_x"/>
                                              </p:val>
                                            </p:tav>
                                          </p:tavLst>
                                        </p:anim>
                                        <p:anim calcmode="lin" valueType="num">
                                          <p:cBhvr additive="base">
                                            <p:cTn id="69" dur="1000" fill="hold"/>
                                            <p:tgtEl>
                                              <p:spTgt spid="7"/>
                                            </p:tgtEl>
                                            <p:attrNameLst>
                                              <p:attrName>ppt_y</p:attrName>
                                            </p:attrNameLst>
                                          </p:cBhvr>
                                          <p:tavLst>
                                            <p:tav tm="0">
                                              <p:val>
                                                <p:strVal val="#ppt_y"/>
                                              </p:val>
                                            </p:tav>
                                            <p:tav tm="100000">
                                              <p:val>
                                                <p:strVal val="#ppt_y"/>
                                              </p:val>
                                            </p:tav>
                                          </p:tavLst>
                                        </p:anim>
                                      </p:childTnLst>
                                    </p:cTn>
                                  </p:par>
                                  <p:par>
                                    <p:cTn id="70" presetID="22" presetClass="entr" presetSubtype="8" fill="hold" grpId="0" nodeType="withEffect">
                                      <p:stCondLst>
                                        <p:cond delay="650"/>
                                      </p:stCondLst>
                                      <p:childTnLst>
                                        <p:set>
                                          <p:cBhvr>
                                            <p:cTn id="71" dur="1" fill="hold">
                                              <p:stCondLst>
                                                <p:cond delay="0"/>
                                              </p:stCondLst>
                                            </p:cTn>
                                            <p:tgtEl>
                                              <p:spTgt spid="35"/>
                                            </p:tgtEl>
                                            <p:attrNameLst>
                                              <p:attrName>style.visibility</p:attrName>
                                            </p:attrNameLst>
                                          </p:cBhvr>
                                          <p:to>
                                            <p:strVal val="visible"/>
                                          </p:to>
                                        </p:set>
                                        <p:animEffect transition="in" filter="wipe(left)">
                                          <p:cBhvr>
                                            <p:cTn id="72" dur="500"/>
                                            <p:tgtEl>
                                              <p:spTgt spid="35"/>
                                            </p:tgtEl>
                                          </p:cBhvr>
                                        </p:animEffect>
                                      </p:childTnLst>
                                    </p:cTn>
                                  </p:par>
                                  <p:par>
                                    <p:cTn id="73" presetID="22" presetClass="entr" presetSubtype="2" fill="hold" grpId="0" nodeType="withEffect">
                                      <p:stCondLst>
                                        <p:cond delay="1050"/>
                                      </p:stCondLst>
                                      <p:childTnLst>
                                        <p:set>
                                          <p:cBhvr>
                                            <p:cTn id="74" dur="1" fill="hold">
                                              <p:stCondLst>
                                                <p:cond delay="0"/>
                                              </p:stCondLst>
                                            </p:cTn>
                                            <p:tgtEl>
                                              <p:spTgt spid="27"/>
                                            </p:tgtEl>
                                            <p:attrNameLst>
                                              <p:attrName>style.visibility</p:attrName>
                                            </p:attrNameLst>
                                          </p:cBhvr>
                                          <p:to>
                                            <p:strVal val="visible"/>
                                          </p:to>
                                        </p:set>
                                        <p:animEffect transition="in" filter="wipe(right)">
                                          <p:cBhvr>
                                            <p:cTn id="75" dur="500"/>
                                            <p:tgtEl>
                                              <p:spTgt spid="27"/>
                                            </p:tgtEl>
                                          </p:cBhvr>
                                        </p:animEffect>
                                      </p:childTnLst>
                                    </p:cTn>
                                  </p:par>
                                  <p:par>
                                    <p:cTn id="76" presetID="22" presetClass="entr" presetSubtype="8" fill="hold" grpId="0" nodeType="withEffect">
                                      <p:stCondLst>
                                        <p:cond delay="250"/>
                                      </p:stCondLst>
                                      <p:childTnLst>
                                        <p:set>
                                          <p:cBhvr>
                                            <p:cTn id="77" dur="1" fill="hold">
                                              <p:stCondLst>
                                                <p:cond delay="0"/>
                                              </p:stCondLst>
                                            </p:cTn>
                                            <p:tgtEl>
                                              <p:spTgt spid="29"/>
                                            </p:tgtEl>
                                            <p:attrNameLst>
                                              <p:attrName>style.visibility</p:attrName>
                                            </p:attrNameLst>
                                          </p:cBhvr>
                                          <p:to>
                                            <p:strVal val="visible"/>
                                          </p:to>
                                        </p:set>
                                        <p:animEffect transition="in" filter="wipe(left)">
                                          <p:cBhvr>
                                            <p:cTn id="78" dur="500"/>
                                            <p:tgtEl>
                                              <p:spTgt spid="29"/>
                                            </p:tgtEl>
                                          </p:cBhvr>
                                        </p:animEffect>
                                      </p:childTnLst>
                                    </p:cTn>
                                  </p:par>
                                  <p:par>
                                    <p:cTn id="79" presetID="53" presetClass="entr" presetSubtype="16" fill="hold" grpId="0" nodeType="withEffect">
                                      <p:stCondLst>
                                        <p:cond delay="1500"/>
                                      </p:stCondLst>
                                      <p:childTnLst>
                                        <p:set>
                                          <p:cBhvr>
                                            <p:cTn id="80" dur="1" fill="hold">
                                              <p:stCondLst>
                                                <p:cond delay="0"/>
                                              </p:stCondLst>
                                            </p:cTn>
                                            <p:tgtEl>
                                              <p:spTgt spid="41"/>
                                            </p:tgtEl>
                                            <p:attrNameLst>
                                              <p:attrName>style.visibility</p:attrName>
                                            </p:attrNameLst>
                                          </p:cBhvr>
                                          <p:to>
                                            <p:strVal val="visible"/>
                                          </p:to>
                                        </p:set>
                                        <p:anim calcmode="lin" valueType="num">
                                          <p:cBhvr>
                                            <p:cTn id="81" dur="750" fill="hold"/>
                                            <p:tgtEl>
                                              <p:spTgt spid="41"/>
                                            </p:tgtEl>
                                            <p:attrNameLst>
                                              <p:attrName>ppt_w</p:attrName>
                                            </p:attrNameLst>
                                          </p:cBhvr>
                                          <p:tavLst>
                                            <p:tav tm="0">
                                              <p:val>
                                                <p:fltVal val="0"/>
                                              </p:val>
                                            </p:tav>
                                            <p:tav tm="100000">
                                              <p:val>
                                                <p:strVal val="#ppt_w"/>
                                              </p:val>
                                            </p:tav>
                                          </p:tavLst>
                                        </p:anim>
                                        <p:anim calcmode="lin" valueType="num">
                                          <p:cBhvr>
                                            <p:cTn id="82" dur="750" fill="hold"/>
                                            <p:tgtEl>
                                              <p:spTgt spid="41"/>
                                            </p:tgtEl>
                                            <p:attrNameLst>
                                              <p:attrName>ppt_h</p:attrName>
                                            </p:attrNameLst>
                                          </p:cBhvr>
                                          <p:tavLst>
                                            <p:tav tm="0">
                                              <p:val>
                                                <p:fltVal val="0"/>
                                              </p:val>
                                            </p:tav>
                                            <p:tav tm="100000">
                                              <p:val>
                                                <p:strVal val="#ppt_h"/>
                                              </p:val>
                                            </p:tav>
                                          </p:tavLst>
                                        </p:anim>
                                        <p:animEffect transition="in" filter="fade">
                                          <p:cBhvr>
                                            <p:cTn id="83" dur="750"/>
                                            <p:tgtEl>
                                              <p:spTgt spid="41"/>
                                            </p:tgtEl>
                                          </p:cBhvr>
                                        </p:animEffect>
                                      </p:childTnLst>
                                    </p:cTn>
                                  </p:par>
                                  <p:par>
                                    <p:cTn id="84" presetID="53" presetClass="entr" presetSubtype="16" fill="hold" grpId="0" nodeType="withEffect">
                                      <p:stCondLst>
                                        <p:cond delay="1500"/>
                                      </p:stCondLst>
                                      <p:childTnLst>
                                        <p:set>
                                          <p:cBhvr>
                                            <p:cTn id="85" dur="1" fill="hold">
                                              <p:stCondLst>
                                                <p:cond delay="0"/>
                                              </p:stCondLst>
                                            </p:cTn>
                                            <p:tgtEl>
                                              <p:spTgt spid="40"/>
                                            </p:tgtEl>
                                            <p:attrNameLst>
                                              <p:attrName>style.visibility</p:attrName>
                                            </p:attrNameLst>
                                          </p:cBhvr>
                                          <p:to>
                                            <p:strVal val="visible"/>
                                          </p:to>
                                        </p:set>
                                        <p:anim calcmode="lin" valueType="num">
                                          <p:cBhvr>
                                            <p:cTn id="86" dur="750" fill="hold"/>
                                            <p:tgtEl>
                                              <p:spTgt spid="40"/>
                                            </p:tgtEl>
                                            <p:attrNameLst>
                                              <p:attrName>ppt_w</p:attrName>
                                            </p:attrNameLst>
                                          </p:cBhvr>
                                          <p:tavLst>
                                            <p:tav tm="0">
                                              <p:val>
                                                <p:fltVal val="0"/>
                                              </p:val>
                                            </p:tav>
                                            <p:tav tm="100000">
                                              <p:val>
                                                <p:strVal val="#ppt_w"/>
                                              </p:val>
                                            </p:tav>
                                          </p:tavLst>
                                        </p:anim>
                                        <p:anim calcmode="lin" valueType="num">
                                          <p:cBhvr>
                                            <p:cTn id="87" dur="750" fill="hold"/>
                                            <p:tgtEl>
                                              <p:spTgt spid="40"/>
                                            </p:tgtEl>
                                            <p:attrNameLst>
                                              <p:attrName>ppt_h</p:attrName>
                                            </p:attrNameLst>
                                          </p:cBhvr>
                                          <p:tavLst>
                                            <p:tav tm="0">
                                              <p:val>
                                                <p:fltVal val="0"/>
                                              </p:val>
                                            </p:tav>
                                            <p:tav tm="100000">
                                              <p:val>
                                                <p:strVal val="#ppt_h"/>
                                              </p:val>
                                            </p:tav>
                                          </p:tavLst>
                                        </p:anim>
                                        <p:animEffect transition="in" filter="fade">
                                          <p:cBhvr>
                                            <p:cTn id="88" dur="750"/>
                                            <p:tgtEl>
                                              <p:spTgt spid="40"/>
                                            </p:tgtEl>
                                          </p:cBhvr>
                                        </p:animEffect>
                                      </p:childTnLst>
                                    </p:cTn>
                                  </p:par>
                                  <p:par>
                                    <p:cTn id="89" presetID="53" presetClass="entr" presetSubtype="16" fill="hold" grpId="0" nodeType="withEffect">
                                      <p:stCondLst>
                                        <p:cond delay="1500"/>
                                      </p:stCondLst>
                                      <p:childTnLst>
                                        <p:set>
                                          <p:cBhvr>
                                            <p:cTn id="90" dur="1" fill="hold">
                                              <p:stCondLst>
                                                <p:cond delay="0"/>
                                              </p:stCondLst>
                                            </p:cTn>
                                            <p:tgtEl>
                                              <p:spTgt spid="39"/>
                                            </p:tgtEl>
                                            <p:attrNameLst>
                                              <p:attrName>style.visibility</p:attrName>
                                            </p:attrNameLst>
                                          </p:cBhvr>
                                          <p:to>
                                            <p:strVal val="visible"/>
                                          </p:to>
                                        </p:set>
                                        <p:anim calcmode="lin" valueType="num">
                                          <p:cBhvr>
                                            <p:cTn id="91" dur="750" fill="hold"/>
                                            <p:tgtEl>
                                              <p:spTgt spid="39"/>
                                            </p:tgtEl>
                                            <p:attrNameLst>
                                              <p:attrName>ppt_w</p:attrName>
                                            </p:attrNameLst>
                                          </p:cBhvr>
                                          <p:tavLst>
                                            <p:tav tm="0">
                                              <p:val>
                                                <p:fltVal val="0"/>
                                              </p:val>
                                            </p:tav>
                                            <p:tav tm="100000">
                                              <p:val>
                                                <p:strVal val="#ppt_w"/>
                                              </p:val>
                                            </p:tav>
                                          </p:tavLst>
                                        </p:anim>
                                        <p:anim calcmode="lin" valueType="num">
                                          <p:cBhvr>
                                            <p:cTn id="92" dur="750" fill="hold"/>
                                            <p:tgtEl>
                                              <p:spTgt spid="39"/>
                                            </p:tgtEl>
                                            <p:attrNameLst>
                                              <p:attrName>ppt_h</p:attrName>
                                            </p:attrNameLst>
                                          </p:cBhvr>
                                          <p:tavLst>
                                            <p:tav tm="0">
                                              <p:val>
                                                <p:fltVal val="0"/>
                                              </p:val>
                                            </p:tav>
                                            <p:tav tm="100000">
                                              <p:val>
                                                <p:strVal val="#ppt_h"/>
                                              </p:val>
                                            </p:tav>
                                          </p:tavLst>
                                        </p:anim>
                                        <p:animEffect transition="in" filter="fade">
                                          <p:cBhvr>
                                            <p:cTn id="93" dur="750"/>
                                            <p:tgtEl>
                                              <p:spTgt spid="39"/>
                                            </p:tgtEl>
                                          </p:cBhvr>
                                        </p:animEffect>
                                      </p:childTnLst>
                                    </p:cTn>
                                  </p:par>
                                  <p:par>
                                    <p:cTn id="94" presetID="53" presetClass="entr" presetSubtype="16" fill="hold" grpId="0" nodeType="withEffect">
                                      <p:stCondLst>
                                        <p:cond delay="1500"/>
                                      </p:stCondLst>
                                      <p:childTnLst>
                                        <p:set>
                                          <p:cBhvr>
                                            <p:cTn id="95" dur="1" fill="hold">
                                              <p:stCondLst>
                                                <p:cond delay="0"/>
                                              </p:stCondLst>
                                            </p:cTn>
                                            <p:tgtEl>
                                              <p:spTgt spid="38"/>
                                            </p:tgtEl>
                                            <p:attrNameLst>
                                              <p:attrName>style.visibility</p:attrName>
                                            </p:attrNameLst>
                                          </p:cBhvr>
                                          <p:to>
                                            <p:strVal val="visible"/>
                                          </p:to>
                                        </p:set>
                                        <p:anim calcmode="lin" valueType="num">
                                          <p:cBhvr>
                                            <p:cTn id="96" dur="750" fill="hold"/>
                                            <p:tgtEl>
                                              <p:spTgt spid="38"/>
                                            </p:tgtEl>
                                            <p:attrNameLst>
                                              <p:attrName>ppt_w</p:attrName>
                                            </p:attrNameLst>
                                          </p:cBhvr>
                                          <p:tavLst>
                                            <p:tav tm="0">
                                              <p:val>
                                                <p:fltVal val="0"/>
                                              </p:val>
                                            </p:tav>
                                            <p:tav tm="100000">
                                              <p:val>
                                                <p:strVal val="#ppt_w"/>
                                              </p:val>
                                            </p:tav>
                                          </p:tavLst>
                                        </p:anim>
                                        <p:anim calcmode="lin" valueType="num">
                                          <p:cBhvr>
                                            <p:cTn id="97" dur="750" fill="hold"/>
                                            <p:tgtEl>
                                              <p:spTgt spid="38"/>
                                            </p:tgtEl>
                                            <p:attrNameLst>
                                              <p:attrName>ppt_h</p:attrName>
                                            </p:attrNameLst>
                                          </p:cBhvr>
                                          <p:tavLst>
                                            <p:tav tm="0">
                                              <p:val>
                                                <p:fltVal val="0"/>
                                              </p:val>
                                            </p:tav>
                                            <p:tav tm="100000">
                                              <p:val>
                                                <p:strVal val="#ppt_h"/>
                                              </p:val>
                                            </p:tav>
                                          </p:tavLst>
                                        </p:anim>
                                        <p:animEffect transition="in" filter="fade">
                                          <p:cBhvr>
                                            <p:cTn id="98" dur="750"/>
                                            <p:tgtEl>
                                              <p:spTgt spid="38"/>
                                            </p:tgtEl>
                                          </p:cBhvr>
                                        </p:animEffect>
                                      </p:childTnLst>
                                    </p:cTn>
                                  </p:par>
                                  <p:par>
                                    <p:cTn id="99" presetID="53" presetClass="entr" presetSubtype="16" fill="hold" grpId="0" nodeType="withEffect">
                                      <p:stCondLst>
                                        <p:cond delay="1750"/>
                                      </p:stCondLst>
                                      <p:childTnLst>
                                        <p:set>
                                          <p:cBhvr>
                                            <p:cTn id="100" dur="1" fill="hold">
                                              <p:stCondLst>
                                                <p:cond delay="0"/>
                                              </p:stCondLst>
                                            </p:cTn>
                                            <p:tgtEl>
                                              <p:spTgt spid="37"/>
                                            </p:tgtEl>
                                            <p:attrNameLst>
                                              <p:attrName>style.visibility</p:attrName>
                                            </p:attrNameLst>
                                          </p:cBhvr>
                                          <p:to>
                                            <p:strVal val="visible"/>
                                          </p:to>
                                        </p:set>
                                        <p:anim calcmode="lin" valueType="num">
                                          <p:cBhvr>
                                            <p:cTn id="101" dur="750" fill="hold"/>
                                            <p:tgtEl>
                                              <p:spTgt spid="37"/>
                                            </p:tgtEl>
                                            <p:attrNameLst>
                                              <p:attrName>ppt_w</p:attrName>
                                            </p:attrNameLst>
                                          </p:cBhvr>
                                          <p:tavLst>
                                            <p:tav tm="0">
                                              <p:val>
                                                <p:fltVal val="0"/>
                                              </p:val>
                                            </p:tav>
                                            <p:tav tm="100000">
                                              <p:val>
                                                <p:strVal val="#ppt_w"/>
                                              </p:val>
                                            </p:tav>
                                          </p:tavLst>
                                        </p:anim>
                                        <p:anim calcmode="lin" valueType="num">
                                          <p:cBhvr>
                                            <p:cTn id="102" dur="750" fill="hold"/>
                                            <p:tgtEl>
                                              <p:spTgt spid="37"/>
                                            </p:tgtEl>
                                            <p:attrNameLst>
                                              <p:attrName>ppt_h</p:attrName>
                                            </p:attrNameLst>
                                          </p:cBhvr>
                                          <p:tavLst>
                                            <p:tav tm="0">
                                              <p:val>
                                                <p:fltVal val="0"/>
                                              </p:val>
                                            </p:tav>
                                            <p:tav tm="100000">
                                              <p:val>
                                                <p:strVal val="#ppt_h"/>
                                              </p:val>
                                            </p:tav>
                                          </p:tavLst>
                                        </p:anim>
                                        <p:animEffect transition="in" filter="fade">
                                          <p:cBhvr>
                                            <p:cTn id="103" dur="750"/>
                                            <p:tgtEl>
                                              <p:spTgt spid="37"/>
                                            </p:tgtEl>
                                          </p:cBhvr>
                                        </p:animEffect>
                                      </p:childTnLst>
                                    </p:cTn>
                                  </p:par>
                                  <p:par>
                                    <p:cTn id="104" presetID="53" presetClass="entr" presetSubtype="16" fill="hold" grpId="0" nodeType="withEffect">
                                      <p:stCondLst>
                                        <p:cond delay="1750"/>
                                      </p:stCondLst>
                                      <p:childTnLst>
                                        <p:set>
                                          <p:cBhvr>
                                            <p:cTn id="105" dur="1" fill="hold">
                                              <p:stCondLst>
                                                <p:cond delay="0"/>
                                              </p:stCondLst>
                                            </p:cTn>
                                            <p:tgtEl>
                                              <p:spTgt spid="32"/>
                                            </p:tgtEl>
                                            <p:attrNameLst>
                                              <p:attrName>style.visibility</p:attrName>
                                            </p:attrNameLst>
                                          </p:cBhvr>
                                          <p:to>
                                            <p:strVal val="visible"/>
                                          </p:to>
                                        </p:set>
                                        <p:anim calcmode="lin" valueType="num">
                                          <p:cBhvr>
                                            <p:cTn id="106" dur="750" fill="hold"/>
                                            <p:tgtEl>
                                              <p:spTgt spid="32"/>
                                            </p:tgtEl>
                                            <p:attrNameLst>
                                              <p:attrName>ppt_w</p:attrName>
                                            </p:attrNameLst>
                                          </p:cBhvr>
                                          <p:tavLst>
                                            <p:tav tm="0">
                                              <p:val>
                                                <p:fltVal val="0"/>
                                              </p:val>
                                            </p:tav>
                                            <p:tav tm="100000">
                                              <p:val>
                                                <p:strVal val="#ppt_w"/>
                                              </p:val>
                                            </p:tav>
                                          </p:tavLst>
                                        </p:anim>
                                        <p:anim calcmode="lin" valueType="num">
                                          <p:cBhvr>
                                            <p:cTn id="107" dur="750" fill="hold"/>
                                            <p:tgtEl>
                                              <p:spTgt spid="32"/>
                                            </p:tgtEl>
                                            <p:attrNameLst>
                                              <p:attrName>ppt_h</p:attrName>
                                            </p:attrNameLst>
                                          </p:cBhvr>
                                          <p:tavLst>
                                            <p:tav tm="0">
                                              <p:val>
                                                <p:fltVal val="0"/>
                                              </p:val>
                                            </p:tav>
                                            <p:tav tm="100000">
                                              <p:val>
                                                <p:strVal val="#ppt_h"/>
                                              </p:val>
                                            </p:tav>
                                          </p:tavLst>
                                        </p:anim>
                                        <p:animEffect transition="in" filter="fade">
                                          <p:cBhvr>
                                            <p:cTn id="108" dur="750"/>
                                            <p:tgtEl>
                                              <p:spTgt spid="32"/>
                                            </p:tgtEl>
                                          </p:cBhvr>
                                        </p:animEffect>
                                      </p:childTnLst>
                                    </p:cTn>
                                  </p:par>
                                  <p:par>
                                    <p:cTn id="109" presetID="53" presetClass="entr" presetSubtype="16" fill="hold" grpId="0" nodeType="withEffect">
                                      <p:stCondLst>
                                        <p:cond delay="1750"/>
                                      </p:stCondLst>
                                      <p:childTnLst>
                                        <p:set>
                                          <p:cBhvr>
                                            <p:cTn id="110" dur="1" fill="hold">
                                              <p:stCondLst>
                                                <p:cond delay="0"/>
                                              </p:stCondLst>
                                            </p:cTn>
                                            <p:tgtEl>
                                              <p:spTgt spid="36"/>
                                            </p:tgtEl>
                                            <p:attrNameLst>
                                              <p:attrName>style.visibility</p:attrName>
                                            </p:attrNameLst>
                                          </p:cBhvr>
                                          <p:to>
                                            <p:strVal val="visible"/>
                                          </p:to>
                                        </p:set>
                                        <p:anim calcmode="lin" valueType="num">
                                          <p:cBhvr>
                                            <p:cTn id="111" dur="750" fill="hold"/>
                                            <p:tgtEl>
                                              <p:spTgt spid="36"/>
                                            </p:tgtEl>
                                            <p:attrNameLst>
                                              <p:attrName>ppt_w</p:attrName>
                                            </p:attrNameLst>
                                          </p:cBhvr>
                                          <p:tavLst>
                                            <p:tav tm="0">
                                              <p:val>
                                                <p:fltVal val="0"/>
                                              </p:val>
                                            </p:tav>
                                            <p:tav tm="100000">
                                              <p:val>
                                                <p:strVal val="#ppt_w"/>
                                              </p:val>
                                            </p:tav>
                                          </p:tavLst>
                                        </p:anim>
                                        <p:anim calcmode="lin" valueType="num">
                                          <p:cBhvr>
                                            <p:cTn id="112" dur="750" fill="hold"/>
                                            <p:tgtEl>
                                              <p:spTgt spid="36"/>
                                            </p:tgtEl>
                                            <p:attrNameLst>
                                              <p:attrName>ppt_h</p:attrName>
                                            </p:attrNameLst>
                                          </p:cBhvr>
                                          <p:tavLst>
                                            <p:tav tm="0">
                                              <p:val>
                                                <p:fltVal val="0"/>
                                              </p:val>
                                            </p:tav>
                                            <p:tav tm="100000">
                                              <p:val>
                                                <p:strVal val="#ppt_h"/>
                                              </p:val>
                                            </p:tav>
                                          </p:tavLst>
                                        </p:anim>
                                        <p:animEffect transition="in" filter="fade">
                                          <p:cBhvr>
                                            <p:cTn id="113" dur="750"/>
                                            <p:tgtEl>
                                              <p:spTgt spid="36"/>
                                            </p:tgtEl>
                                          </p:cBhvr>
                                        </p:animEffect>
                                      </p:childTnLst>
                                    </p:cTn>
                                  </p:par>
                                  <p:par>
                                    <p:cTn id="114" presetID="53" presetClass="entr" presetSubtype="16" fill="hold" grpId="0" nodeType="withEffect">
                                      <p:stCondLst>
                                        <p:cond delay="1750"/>
                                      </p:stCondLst>
                                      <p:childTnLst>
                                        <p:set>
                                          <p:cBhvr>
                                            <p:cTn id="115" dur="1" fill="hold">
                                              <p:stCondLst>
                                                <p:cond delay="0"/>
                                              </p:stCondLst>
                                            </p:cTn>
                                            <p:tgtEl>
                                              <p:spTgt spid="34"/>
                                            </p:tgtEl>
                                            <p:attrNameLst>
                                              <p:attrName>style.visibility</p:attrName>
                                            </p:attrNameLst>
                                          </p:cBhvr>
                                          <p:to>
                                            <p:strVal val="visible"/>
                                          </p:to>
                                        </p:set>
                                        <p:anim calcmode="lin" valueType="num">
                                          <p:cBhvr>
                                            <p:cTn id="116" dur="750" fill="hold"/>
                                            <p:tgtEl>
                                              <p:spTgt spid="34"/>
                                            </p:tgtEl>
                                            <p:attrNameLst>
                                              <p:attrName>ppt_w</p:attrName>
                                            </p:attrNameLst>
                                          </p:cBhvr>
                                          <p:tavLst>
                                            <p:tav tm="0">
                                              <p:val>
                                                <p:fltVal val="0"/>
                                              </p:val>
                                            </p:tav>
                                            <p:tav tm="100000">
                                              <p:val>
                                                <p:strVal val="#ppt_w"/>
                                              </p:val>
                                            </p:tav>
                                          </p:tavLst>
                                        </p:anim>
                                        <p:anim calcmode="lin" valueType="num">
                                          <p:cBhvr>
                                            <p:cTn id="117" dur="750" fill="hold"/>
                                            <p:tgtEl>
                                              <p:spTgt spid="34"/>
                                            </p:tgtEl>
                                            <p:attrNameLst>
                                              <p:attrName>ppt_h</p:attrName>
                                            </p:attrNameLst>
                                          </p:cBhvr>
                                          <p:tavLst>
                                            <p:tav tm="0">
                                              <p:val>
                                                <p:fltVal val="0"/>
                                              </p:val>
                                            </p:tav>
                                            <p:tav tm="100000">
                                              <p:val>
                                                <p:strVal val="#ppt_h"/>
                                              </p:val>
                                            </p:tav>
                                          </p:tavLst>
                                        </p:anim>
                                        <p:animEffect transition="in" filter="fade">
                                          <p:cBhvr>
                                            <p:cTn id="118" dur="7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7" grpId="0" animBg="1"/>
          <p:bldP spid="7" grpId="0" animBg="1"/>
          <p:bldP spid="10" grpId="0" animBg="1"/>
          <p:bldP spid="35" grpId="0" animBg="1"/>
          <p:bldP spid="11" grpId="0" animBg="1"/>
          <p:bldP spid="24" grpId="0" animBg="1"/>
          <p:bldP spid="25" grpId="0" animBg="1"/>
          <p:bldP spid="29" grpId="0" animBg="1"/>
          <p:bldP spid="2" grpId="0"/>
          <p:bldP spid="30" grpId="0"/>
          <p:bldP spid="31" grpId="0"/>
          <p:bldP spid="26" grpId="0" animBg="1"/>
          <p:bldP spid="33" grpId="0"/>
          <p:bldP spid="32" grpId="0" animBg="1"/>
          <p:bldP spid="34" grpId="0" animBg="1"/>
          <p:bldP spid="36" grpId="0" animBg="1"/>
          <p:bldP spid="37" grpId="0" animBg="1"/>
          <p:bldP spid="38" grpId="0"/>
          <p:bldP spid="39" grpId="0"/>
          <p:bldP spid="40" grpId="0"/>
          <p:bldP spid="41" grpId="0"/>
        </p:bldLst>
      </p:timing>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B5AC9B1-079D-4C50-BB6E-AD5C7790E95C}"/>
              </a:ext>
            </a:extLst>
          </p:cNvPr>
          <p:cNvGrpSpPr/>
          <p:nvPr/>
        </p:nvGrpSpPr>
        <p:grpSpPr>
          <a:xfrm>
            <a:off x="1664336" y="1770244"/>
            <a:ext cx="8866504" cy="2640338"/>
            <a:chOff x="1664336" y="1770244"/>
            <a:chExt cx="8866504" cy="2640338"/>
          </a:xfrm>
        </p:grpSpPr>
        <p:sp>
          <p:nvSpPr>
            <p:cNvPr id="6" name="Freeform 5">
              <a:extLst>
                <a:ext uri="{FF2B5EF4-FFF2-40B4-BE49-F238E27FC236}">
                  <a16:creationId xmlns:a16="http://schemas.microsoft.com/office/drawing/2014/main" id="{8CA91DBF-3599-4236-AD8A-D8B65251E269}"/>
                </a:ext>
              </a:extLst>
            </p:cNvPr>
            <p:cNvSpPr>
              <a:spLocks noEditPoints="1"/>
            </p:cNvSpPr>
            <p:nvPr/>
          </p:nvSpPr>
          <p:spPr bwMode="auto">
            <a:xfrm>
              <a:off x="1664336" y="1770244"/>
              <a:ext cx="8866504" cy="2640338"/>
            </a:xfrm>
            <a:custGeom>
              <a:avLst/>
              <a:gdLst>
                <a:gd name="T0" fmla="*/ 2076 w 2438"/>
                <a:gd name="T1" fmla="*/ 0 h 724"/>
                <a:gd name="T2" fmla="*/ 1790 w 2438"/>
                <a:gd name="T3" fmla="*/ 140 h 724"/>
                <a:gd name="T4" fmla="*/ 1505 w 2438"/>
                <a:gd name="T5" fmla="*/ 0 h 724"/>
                <a:gd name="T6" fmla="*/ 1219 w 2438"/>
                <a:gd name="T7" fmla="*/ 140 h 724"/>
                <a:gd name="T8" fmla="*/ 934 w 2438"/>
                <a:gd name="T9" fmla="*/ 0 h 724"/>
                <a:gd name="T10" fmla="*/ 648 w 2438"/>
                <a:gd name="T11" fmla="*/ 140 h 724"/>
                <a:gd name="T12" fmla="*/ 362 w 2438"/>
                <a:gd name="T13" fmla="*/ 0 h 724"/>
                <a:gd name="T14" fmla="*/ 0 w 2438"/>
                <a:gd name="T15" fmla="*/ 362 h 724"/>
                <a:gd name="T16" fmla="*/ 362 w 2438"/>
                <a:gd name="T17" fmla="*/ 724 h 724"/>
                <a:gd name="T18" fmla="*/ 648 w 2438"/>
                <a:gd name="T19" fmla="*/ 584 h 724"/>
                <a:gd name="T20" fmla="*/ 934 w 2438"/>
                <a:gd name="T21" fmla="*/ 724 h 724"/>
                <a:gd name="T22" fmla="*/ 1219 w 2438"/>
                <a:gd name="T23" fmla="*/ 584 h 724"/>
                <a:gd name="T24" fmla="*/ 1505 w 2438"/>
                <a:gd name="T25" fmla="*/ 724 h 724"/>
                <a:gd name="T26" fmla="*/ 1790 w 2438"/>
                <a:gd name="T27" fmla="*/ 584 h 724"/>
                <a:gd name="T28" fmla="*/ 2076 w 2438"/>
                <a:gd name="T29" fmla="*/ 724 h 724"/>
                <a:gd name="T30" fmla="*/ 2438 w 2438"/>
                <a:gd name="T31" fmla="*/ 362 h 724"/>
                <a:gd name="T32" fmla="*/ 2076 w 2438"/>
                <a:gd name="T33" fmla="*/ 0 h 724"/>
                <a:gd name="T34" fmla="*/ 362 w 2438"/>
                <a:gd name="T35" fmla="*/ 571 h 724"/>
                <a:gd name="T36" fmla="*/ 153 w 2438"/>
                <a:gd name="T37" fmla="*/ 362 h 724"/>
                <a:gd name="T38" fmla="*/ 362 w 2438"/>
                <a:gd name="T39" fmla="*/ 153 h 724"/>
                <a:gd name="T40" fmla="*/ 571 w 2438"/>
                <a:gd name="T41" fmla="*/ 362 h 724"/>
                <a:gd name="T42" fmla="*/ 362 w 2438"/>
                <a:gd name="T43" fmla="*/ 571 h 724"/>
                <a:gd name="T44" fmla="*/ 934 w 2438"/>
                <a:gd name="T45" fmla="*/ 571 h 724"/>
                <a:gd name="T46" fmla="*/ 724 w 2438"/>
                <a:gd name="T47" fmla="*/ 362 h 724"/>
                <a:gd name="T48" fmla="*/ 934 w 2438"/>
                <a:gd name="T49" fmla="*/ 153 h 724"/>
                <a:gd name="T50" fmla="*/ 1143 w 2438"/>
                <a:gd name="T51" fmla="*/ 362 h 724"/>
                <a:gd name="T52" fmla="*/ 934 w 2438"/>
                <a:gd name="T53" fmla="*/ 571 h 724"/>
                <a:gd name="T54" fmla="*/ 1505 w 2438"/>
                <a:gd name="T55" fmla="*/ 571 h 724"/>
                <a:gd name="T56" fmla="*/ 1296 w 2438"/>
                <a:gd name="T57" fmla="*/ 362 h 724"/>
                <a:gd name="T58" fmla="*/ 1505 w 2438"/>
                <a:gd name="T59" fmla="*/ 153 h 724"/>
                <a:gd name="T60" fmla="*/ 1714 w 2438"/>
                <a:gd name="T61" fmla="*/ 362 h 724"/>
                <a:gd name="T62" fmla="*/ 1505 w 2438"/>
                <a:gd name="T63" fmla="*/ 571 h 724"/>
                <a:gd name="T64" fmla="*/ 2076 w 2438"/>
                <a:gd name="T65" fmla="*/ 571 h 724"/>
                <a:gd name="T66" fmla="*/ 1867 w 2438"/>
                <a:gd name="T67" fmla="*/ 362 h 724"/>
                <a:gd name="T68" fmla="*/ 2076 w 2438"/>
                <a:gd name="T69" fmla="*/ 153 h 724"/>
                <a:gd name="T70" fmla="*/ 2285 w 2438"/>
                <a:gd name="T71" fmla="*/ 362 h 724"/>
                <a:gd name="T72" fmla="*/ 2076 w 2438"/>
                <a:gd name="T73" fmla="*/ 571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38" h="724">
                  <a:moveTo>
                    <a:pt x="2076" y="0"/>
                  </a:moveTo>
                  <a:cubicBezTo>
                    <a:pt x="1960" y="0"/>
                    <a:pt x="1857" y="55"/>
                    <a:pt x="1790" y="140"/>
                  </a:cubicBezTo>
                  <a:cubicBezTo>
                    <a:pt x="1724" y="55"/>
                    <a:pt x="1621" y="0"/>
                    <a:pt x="1505" y="0"/>
                  </a:cubicBezTo>
                  <a:cubicBezTo>
                    <a:pt x="1389" y="0"/>
                    <a:pt x="1285" y="55"/>
                    <a:pt x="1219" y="140"/>
                  </a:cubicBezTo>
                  <a:cubicBezTo>
                    <a:pt x="1153" y="55"/>
                    <a:pt x="1049" y="0"/>
                    <a:pt x="934" y="0"/>
                  </a:cubicBezTo>
                  <a:cubicBezTo>
                    <a:pt x="818" y="0"/>
                    <a:pt x="714" y="55"/>
                    <a:pt x="648" y="140"/>
                  </a:cubicBezTo>
                  <a:cubicBezTo>
                    <a:pt x="582" y="55"/>
                    <a:pt x="478" y="0"/>
                    <a:pt x="362" y="0"/>
                  </a:cubicBezTo>
                  <a:cubicBezTo>
                    <a:pt x="163" y="0"/>
                    <a:pt x="0" y="163"/>
                    <a:pt x="0" y="362"/>
                  </a:cubicBezTo>
                  <a:cubicBezTo>
                    <a:pt x="0" y="562"/>
                    <a:pt x="163" y="724"/>
                    <a:pt x="362" y="724"/>
                  </a:cubicBezTo>
                  <a:cubicBezTo>
                    <a:pt x="478" y="724"/>
                    <a:pt x="582" y="669"/>
                    <a:pt x="648" y="584"/>
                  </a:cubicBezTo>
                  <a:cubicBezTo>
                    <a:pt x="714" y="669"/>
                    <a:pt x="818" y="724"/>
                    <a:pt x="934" y="724"/>
                  </a:cubicBezTo>
                  <a:cubicBezTo>
                    <a:pt x="1049" y="724"/>
                    <a:pt x="1153" y="669"/>
                    <a:pt x="1219" y="584"/>
                  </a:cubicBezTo>
                  <a:cubicBezTo>
                    <a:pt x="1285" y="669"/>
                    <a:pt x="1389" y="724"/>
                    <a:pt x="1505" y="724"/>
                  </a:cubicBezTo>
                  <a:cubicBezTo>
                    <a:pt x="1621" y="724"/>
                    <a:pt x="1724" y="669"/>
                    <a:pt x="1790" y="584"/>
                  </a:cubicBezTo>
                  <a:cubicBezTo>
                    <a:pt x="1857" y="669"/>
                    <a:pt x="1960" y="724"/>
                    <a:pt x="2076" y="724"/>
                  </a:cubicBezTo>
                  <a:cubicBezTo>
                    <a:pt x="2276" y="724"/>
                    <a:pt x="2438" y="562"/>
                    <a:pt x="2438" y="362"/>
                  </a:cubicBezTo>
                  <a:cubicBezTo>
                    <a:pt x="2438" y="163"/>
                    <a:pt x="2276" y="0"/>
                    <a:pt x="2076" y="0"/>
                  </a:cubicBezTo>
                  <a:moveTo>
                    <a:pt x="362" y="571"/>
                  </a:moveTo>
                  <a:cubicBezTo>
                    <a:pt x="247" y="571"/>
                    <a:pt x="153" y="478"/>
                    <a:pt x="153" y="362"/>
                  </a:cubicBezTo>
                  <a:cubicBezTo>
                    <a:pt x="153" y="247"/>
                    <a:pt x="247" y="153"/>
                    <a:pt x="362" y="153"/>
                  </a:cubicBezTo>
                  <a:cubicBezTo>
                    <a:pt x="478" y="153"/>
                    <a:pt x="571" y="247"/>
                    <a:pt x="571" y="362"/>
                  </a:cubicBezTo>
                  <a:cubicBezTo>
                    <a:pt x="571" y="478"/>
                    <a:pt x="478" y="571"/>
                    <a:pt x="362" y="571"/>
                  </a:cubicBezTo>
                  <a:moveTo>
                    <a:pt x="934" y="571"/>
                  </a:moveTo>
                  <a:cubicBezTo>
                    <a:pt x="818" y="571"/>
                    <a:pt x="724" y="478"/>
                    <a:pt x="724" y="362"/>
                  </a:cubicBezTo>
                  <a:cubicBezTo>
                    <a:pt x="724" y="247"/>
                    <a:pt x="818" y="153"/>
                    <a:pt x="934" y="153"/>
                  </a:cubicBezTo>
                  <a:cubicBezTo>
                    <a:pt x="1049" y="153"/>
                    <a:pt x="1143" y="247"/>
                    <a:pt x="1143" y="362"/>
                  </a:cubicBezTo>
                  <a:cubicBezTo>
                    <a:pt x="1143" y="478"/>
                    <a:pt x="1049" y="571"/>
                    <a:pt x="934" y="571"/>
                  </a:cubicBezTo>
                  <a:moveTo>
                    <a:pt x="1505" y="571"/>
                  </a:moveTo>
                  <a:cubicBezTo>
                    <a:pt x="1389" y="571"/>
                    <a:pt x="1296" y="478"/>
                    <a:pt x="1296" y="362"/>
                  </a:cubicBezTo>
                  <a:cubicBezTo>
                    <a:pt x="1296" y="247"/>
                    <a:pt x="1389" y="153"/>
                    <a:pt x="1505" y="153"/>
                  </a:cubicBezTo>
                  <a:cubicBezTo>
                    <a:pt x="1620" y="153"/>
                    <a:pt x="1714" y="247"/>
                    <a:pt x="1714" y="362"/>
                  </a:cubicBezTo>
                  <a:cubicBezTo>
                    <a:pt x="1714" y="478"/>
                    <a:pt x="1620" y="571"/>
                    <a:pt x="1505" y="571"/>
                  </a:cubicBezTo>
                  <a:moveTo>
                    <a:pt x="2076" y="571"/>
                  </a:moveTo>
                  <a:cubicBezTo>
                    <a:pt x="1961" y="571"/>
                    <a:pt x="1867" y="478"/>
                    <a:pt x="1867" y="362"/>
                  </a:cubicBezTo>
                  <a:cubicBezTo>
                    <a:pt x="1867" y="247"/>
                    <a:pt x="1961" y="153"/>
                    <a:pt x="2076" y="153"/>
                  </a:cubicBezTo>
                  <a:cubicBezTo>
                    <a:pt x="2191" y="153"/>
                    <a:pt x="2285" y="247"/>
                    <a:pt x="2285" y="362"/>
                  </a:cubicBezTo>
                  <a:cubicBezTo>
                    <a:pt x="2285" y="478"/>
                    <a:pt x="2191" y="571"/>
                    <a:pt x="2076" y="571"/>
                  </a:cubicBezTo>
                </a:path>
              </a:pathLst>
            </a:custGeom>
            <a:solidFill>
              <a:schemeClr val="bg2">
                <a:lumMod val="90000"/>
                <a:lumOff val="10000"/>
              </a:schemeClr>
            </a:solidFill>
            <a:ln>
              <a:noFill/>
            </a:ln>
            <a:effectLst>
              <a:outerShdw blurRad="304800" dist="114300" dir="2700000" algn="tl" rotWithShape="0">
                <a:prstClr val="black">
                  <a:alpha val="14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ED6BEC7E-75C9-461F-ABA5-2EFDD880C414}"/>
                </a:ext>
              </a:extLst>
            </p:cNvPr>
            <p:cNvSpPr>
              <a:spLocks/>
            </p:cNvSpPr>
            <p:nvPr/>
          </p:nvSpPr>
          <p:spPr bwMode="auto">
            <a:xfrm>
              <a:off x="4021177" y="1770244"/>
              <a:ext cx="2076411" cy="1320935"/>
            </a:xfrm>
            <a:custGeom>
              <a:avLst/>
              <a:gdLst>
                <a:gd name="T0" fmla="*/ 286 w 571"/>
                <a:gd name="T1" fmla="*/ 0 h 362"/>
                <a:gd name="T2" fmla="*/ 255 w 571"/>
                <a:gd name="T3" fmla="*/ 1 h 362"/>
                <a:gd name="T4" fmla="*/ 0 w 571"/>
                <a:gd name="T5" fmla="*/ 140 h 362"/>
                <a:gd name="T6" fmla="*/ 76 w 571"/>
                <a:gd name="T7" fmla="*/ 362 h 362"/>
                <a:gd name="T8" fmla="*/ 286 w 571"/>
                <a:gd name="T9" fmla="*/ 153 h 362"/>
                <a:gd name="T10" fmla="*/ 495 w 571"/>
                <a:gd name="T11" fmla="*/ 362 h 362"/>
                <a:gd name="T12" fmla="*/ 571 w 571"/>
                <a:gd name="T13" fmla="*/ 140 h 362"/>
                <a:gd name="T14" fmla="*/ 316 w 571"/>
                <a:gd name="T15" fmla="*/ 1 h 362"/>
                <a:gd name="T16" fmla="*/ 286 w 571"/>
                <a:gd name="T1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1" h="362">
                  <a:moveTo>
                    <a:pt x="286" y="0"/>
                  </a:moveTo>
                  <a:cubicBezTo>
                    <a:pt x="275" y="0"/>
                    <a:pt x="265" y="1"/>
                    <a:pt x="255" y="1"/>
                  </a:cubicBezTo>
                  <a:cubicBezTo>
                    <a:pt x="152" y="10"/>
                    <a:pt x="60" y="62"/>
                    <a:pt x="0" y="140"/>
                  </a:cubicBezTo>
                  <a:cubicBezTo>
                    <a:pt x="48" y="201"/>
                    <a:pt x="76" y="279"/>
                    <a:pt x="76" y="362"/>
                  </a:cubicBezTo>
                  <a:cubicBezTo>
                    <a:pt x="76" y="247"/>
                    <a:pt x="170" y="153"/>
                    <a:pt x="286" y="153"/>
                  </a:cubicBezTo>
                  <a:cubicBezTo>
                    <a:pt x="401" y="153"/>
                    <a:pt x="495" y="247"/>
                    <a:pt x="495" y="362"/>
                  </a:cubicBezTo>
                  <a:cubicBezTo>
                    <a:pt x="495" y="279"/>
                    <a:pt x="523" y="201"/>
                    <a:pt x="571" y="140"/>
                  </a:cubicBezTo>
                  <a:cubicBezTo>
                    <a:pt x="511" y="62"/>
                    <a:pt x="419" y="10"/>
                    <a:pt x="316" y="1"/>
                  </a:cubicBezTo>
                  <a:cubicBezTo>
                    <a:pt x="306" y="1"/>
                    <a:pt x="296" y="0"/>
                    <a:pt x="286" y="0"/>
                  </a:cubicBezTo>
                </a:path>
              </a:pathLst>
            </a:custGeom>
            <a:gradFill flip="none" rotWithShape="1">
              <a:gsLst>
                <a:gs pos="0">
                  <a:schemeClr val="bg2">
                    <a:shade val="30000"/>
                    <a:satMod val="115000"/>
                  </a:schemeClr>
                </a:gs>
                <a:gs pos="36000">
                  <a:schemeClr val="bg2">
                    <a:shade val="100000"/>
                    <a:satMod val="115000"/>
                    <a:alpha val="0"/>
                  </a:schemeClr>
                </a:gs>
              </a:gsLst>
              <a:lin ang="192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80FBB436-8F0F-47EC-A7F7-3D6E91B90255}"/>
                </a:ext>
              </a:extLst>
            </p:cNvPr>
            <p:cNvSpPr>
              <a:spLocks/>
            </p:cNvSpPr>
            <p:nvPr/>
          </p:nvSpPr>
          <p:spPr bwMode="auto">
            <a:xfrm>
              <a:off x="6097588" y="3091179"/>
              <a:ext cx="2076411" cy="1319403"/>
            </a:xfrm>
            <a:custGeom>
              <a:avLst/>
              <a:gdLst>
                <a:gd name="T0" fmla="*/ 495 w 571"/>
                <a:gd name="T1" fmla="*/ 0 h 362"/>
                <a:gd name="T2" fmla="*/ 495 w 571"/>
                <a:gd name="T3" fmla="*/ 0 h 362"/>
                <a:gd name="T4" fmla="*/ 495 w 571"/>
                <a:gd name="T5" fmla="*/ 0 h 362"/>
                <a:gd name="T6" fmla="*/ 286 w 571"/>
                <a:gd name="T7" fmla="*/ 209 h 362"/>
                <a:gd name="T8" fmla="*/ 77 w 571"/>
                <a:gd name="T9" fmla="*/ 0 h 362"/>
                <a:gd name="T10" fmla="*/ 77 w 571"/>
                <a:gd name="T11" fmla="*/ 0 h 362"/>
                <a:gd name="T12" fmla="*/ 77 w 571"/>
                <a:gd name="T13" fmla="*/ 0 h 362"/>
                <a:gd name="T14" fmla="*/ 0 w 571"/>
                <a:gd name="T15" fmla="*/ 222 h 362"/>
                <a:gd name="T16" fmla="*/ 286 w 571"/>
                <a:gd name="T17" fmla="*/ 362 h 362"/>
                <a:gd name="T18" fmla="*/ 571 w 571"/>
                <a:gd name="T19" fmla="*/ 222 h 362"/>
                <a:gd name="T20" fmla="*/ 495 w 571"/>
                <a:gd name="T21"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1" h="362">
                  <a:moveTo>
                    <a:pt x="495" y="0"/>
                  </a:moveTo>
                  <a:cubicBezTo>
                    <a:pt x="495" y="0"/>
                    <a:pt x="495" y="0"/>
                    <a:pt x="495" y="0"/>
                  </a:cubicBezTo>
                  <a:cubicBezTo>
                    <a:pt x="495" y="0"/>
                    <a:pt x="495" y="0"/>
                    <a:pt x="495" y="0"/>
                  </a:cubicBezTo>
                  <a:cubicBezTo>
                    <a:pt x="495" y="116"/>
                    <a:pt x="401" y="209"/>
                    <a:pt x="286" y="209"/>
                  </a:cubicBezTo>
                  <a:cubicBezTo>
                    <a:pt x="170" y="209"/>
                    <a:pt x="77" y="116"/>
                    <a:pt x="77" y="0"/>
                  </a:cubicBezTo>
                  <a:cubicBezTo>
                    <a:pt x="77" y="0"/>
                    <a:pt x="77" y="0"/>
                    <a:pt x="77" y="0"/>
                  </a:cubicBezTo>
                  <a:cubicBezTo>
                    <a:pt x="77" y="0"/>
                    <a:pt x="77" y="0"/>
                    <a:pt x="77" y="0"/>
                  </a:cubicBezTo>
                  <a:cubicBezTo>
                    <a:pt x="77" y="84"/>
                    <a:pt x="48" y="161"/>
                    <a:pt x="0" y="222"/>
                  </a:cubicBezTo>
                  <a:cubicBezTo>
                    <a:pt x="66" y="307"/>
                    <a:pt x="170" y="362"/>
                    <a:pt x="286" y="362"/>
                  </a:cubicBezTo>
                  <a:cubicBezTo>
                    <a:pt x="402" y="362"/>
                    <a:pt x="505" y="307"/>
                    <a:pt x="571" y="222"/>
                  </a:cubicBezTo>
                  <a:cubicBezTo>
                    <a:pt x="524" y="161"/>
                    <a:pt x="495" y="84"/>
                    <a:pt x="495" y="0"/>
                  </a:cubicBezTo>
                </a:path>
              </a:pathLst>
            </a:custGeom>
            <a:gradFill flip="none" rotWithShape="1">
              <a:gsLst>
                <a:gs pos="0">
                  <a:schemeClr val="bg2">
                    <a:shade val="30000"/>
                    <a:satMod val="115000"/>
                  </a:schemeClr>
                </a:gs>
                <a:gs pos="36000">
                  <a:schemeClr val="bg2">
                    <a:shade val="100000"/>
                    <a:satMod val="115000"/>
                    <a:alpha val="0"/>
                  </a:schemeClr>
                </a:gs>
              </a:gsLst>
              <a:lin ang="18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51968621-4F39-4D41-8138-088E8CD393D5}"/>
                </a:ext>
              </a:extLst>
            </p:cNvPr>
            <p:cNvSpPr>
              <a:spLocks/>
            </p:cNvSpPr>
            <p:nvPr/>
          </p:nvSpPr>
          <p:spPr bwMode="auto">
            <a:xfrm>
              <a:off x="8173999" y="1770244"/>
              <a:ext cx="2356841" cy="1320935"/>
            </a:xfrm>
            <a:custGeom>
              <a:avLst/>
              <a:gdLst>
                <a:gd name="T0" fmla="*/ 77 w 648"/>
                <a:gd name="T1" fmla="*/ 362 h 362"/>
                <a:gd name="T2" fmla="*/ 286 w 648"/>
                <a:gd name="T3" fmla="*/ 153 h 362"/>
                <a:gd name="T4" fmla="*/ 495 w 648"/>
                <a:gd name="T5" fmla="*/ 362 h 362"/>
                <a:gd name="T6" fmla="*/ 648 w 648"/>
                <a:gd name="T7" fmla="*/ 362 h 362"/>
                <a:gd name="T8" fmla="*/ 286 w 648"/>
                <a:gd name="T9" fmla="*/ 0 h 362"/>
                <a:gd name="T10" fmla="*/ 0 w 648"/>
                <a:gd name="T11" fmla="*/ 140 h 362"/>
                <a:gd name="T12" fmla="*/ 77 w 648"/>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648" h="362">
                  <a:moveTo>
                    <a:pt x="77" y="362"/>
                  </a:moveTo>
                  <a:cubicBezTo>
                    <a:pt x="77" y="247"/>
                    <a:pt x="171" y="153"/>
                    <a:pt x="286" y="153"/>
                  </a:cubicBezTo>
                  <a:cubicBezTo>
                    <a:pt x="401" y="153"/>
                    <a:pt x="495" y="247"/>
                    <a:pt x="495" y="362"/>
                  </a:cubicBezTo>
                  <a:cubicBezTo>
                    <a:pt x="648" y="362"/>
                    <a:pt x="648" y="362"/>
                    <a:pt x="648" y="362"/>
                  </a:cubicBezTo>
                  <a:cubicBezTo>
                    <a:pt x="648" y="163"/>
                    <a:pt x="486" y="0"/>
                    <a:pt x="286" y="0"/>
                  </a:cubicBezTo>
                  <a:cubicBezTo>
                    <a:pt x="170" y="0"/>
                    <a:pt x="67" y="55"/>
                    <a:pt x="0" y="140"/>
                  </a:cubicBezTo>
                  <a:cubicBezTo>
                    <a:pt x="48" y="201"/>
                    <a:pt x="77" y="279"/>
                    <a:pt x="77" y="362"/>
                  </a:cubicBezTo>
                  <a:close/>
                </a:path>
              </a:pathLst>
            </a:custGeom>
            <a:gradFill flip="none" rotWithShape="1">
              <a:gsLst>
                <a:gs pos="0">
                  <a:schemeClr val="bg2">
                    <a:shade val="30000"/>
                    <a:satMod val="115000"/>
                  </a:schemeClr>
                </a:gs>
                <a:gs pos="36000">
                  <a:schemeClr val="bg2">
                    <a:shade val="100000"/>
                    <a:satMod val="115000"/>
                    <a:alpha val="0"/>
                  </a:schemeClr>
                </a:gs>
              </a:gsLst>
              <a:lin ang="192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DF56941B-704D-4AF8-91B9-304CE2077A62}"/>
                </a:ext>
              </a:extLst>
            </p:cNvPr>
            <p:cNvSpPr>
              <a:spLocks/>
            </p:cNvSpPr>
            <p:nvPr/>
          </p:nvSpPr>
          <p:spPr bwMode="auto">
            <a:xfrm>
              <a:off x="4021177" y="1770244"/>
              <a:ext cx="2076411" cy="1320935"/>
            </a:xfrm>
            <a:custGeom>
              <a:avLst/>
              <a:gdLst>
                <a:gd name="T0" fmla="*/ 76 w 571"/>
                <a:gd name="T1" fmla="*/ 362 h 362"/>
                <a:gd name="T2" fmla="*/ 286 w 571"/>
                <a:gd name="T3" fmla="*/ 153 h 362"/>
                <a:gd name="T4" fmla="*/ 495 w 571"/>
                <a:gd name="T5" fmla="*/ 362 h 362"/>
                <a:gd name="T6" fmla="*/ 571 w 571"/>
                <a:gd name="T7" fmla="*/ 140 h 362"/>
                <a:gd name="T8" fmla="*/ 286 w 571"/>
                <a:gd name="T9" fmla="*/ 0 h 362"/>
                <a:gd name="T10" fmla="*/ 0 w 571"/>
                <a:gd name="T11" fmla="*/ 140 h 362"/>
                <a:gd name="T12" fmla="*/ 76 w 571"/>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571" h="362">
                  <a:moveTo>
                    <a:pt x="76" y="362"/>
                  </a:moveTo>
                  <a:cubicBezTo>
                    <a:pt x="76" y="247"/>
                    <a:pt x="170" y="153"/>
                    <a:pt x="286" y="153"/>
                  </a:cubicBezTo>
                  <a:cubicBezTo>
                    <a:pt x="401" y="153"/>
                    <a:pt x="495" y="247"/>
                    <a:pt x="495" y="362"/>
                  </a:cubicBezTo>
                  <a:cubicBezTo>
                    <a:pt x="495" y="279"/>
                    <a:pt x="523" y="201"/>
                    <a:pt x="571" y="140"/>
                  </a:cubicBezTo>
                  <a:cubicBezTo>
                    <a:pt x="505" y="55"/>
                    <a:pt x="401" y="0"/>
                    <a:pt x="286" y="0"/>
                  </a:cubicBezTo>
                  <a:cubicBezTo>
                    <a:pt x="170" y="0"/>
                    <a:pt x="66" y="55"/>
                    <a:pt x="0" y="140"/>
                  </a:cubicBezTo>
                  <a:cubicBezTo>
                    <a:pt x="48" y="201"/>
                    <a:pt x="76" y="279"/>
                    <a:pt x="76" y="362"/>
                  </a:cubicBezTo>
                  <a:close/>
                </a:path>
              </a:pathLst>
            </a:custGeom>
            <a:gradFill flip="none" rotWithShape="1">
              <a:gsLst>
                <a:gs pos="0">
                  <a:schemeClr val="bg2">
                    <a:shade val="30000"/>
                    <a:satMod val="115000"/>
                  </a:schemeClr>
                </a:gs>
                <a:gs pos="36000">
                  <a:schemeClr val="bg2">
                    <a:shade val="100000"/>
                    <a:satMod val="115000"/>
                    <a:alpha val="0"/>
                  </a:schemeClr>
                </a:gs>
              </a:gsLst>
              <a:lin ang="132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D4B2C134-FD2A-4BF3-BCA3-FCB1F648DBE7}"/>
                </a:ext>
              </a:extLst>
            </p:cNvPr>
            <p:cNvSpPr>
              <a:spLocks/>
            </p:cNvSpPr>
            <p:nvPr/>
          </p:nvSpPr>
          <p:spPr bwMode="auto">
            <a:xfrm>
              <a:off x="6097588" y="3091179"/>
              <a:ext cx="2076411" cy="1319403"/>
            </a:xfrm>
            <a:custGeom>
              <a:avLst/>
              <a:gdLst>
                <a:gd name="T0" fmla="*/ 495 w 571"/>
                <a:gd name="T1" fmla="*/ 0 h 362"/>
                <a:gd name="T2" fmla="*/ 286 w 571"/>
                <a:gd name="T3" fmla="*/ 209 h 362"/>
                <a:gd name="T4" fmla="*/ 77 w 571"/>
                <a:gd name="T5" fmla="*/ 0 h 362"/>
                <a:gd name="T6" fmla="*/ 0 w 571"/>
                <a:gd name="T7" fmla="*/ 222 h 362"/>
                <a:gd name="T8" fmla="*/ 286 w 571"/>
                <a:gd name="T9" fmla="*/ 362 h 362"/>
                <a:gd name="T10" fmla="*/ 571 w 571"/>
                <a:gd name="T11" fmla="*/ 222 h 362"/>
                <a:gd name="T12" fmla="*/ 495 w 571"/>
                <a:gd name="T13" fmla="*/ 0 h 362"/>
              </a:gdLst>
              <a:ahLst/>
              <a:cxnLst>
                <a:cxn ang="0">
                  <a:pos x="T0" y="T1"/>
                </a:cxn>
                <a:cxn ang="0">
                  <a:pos x="T2" y="T3"/>
                </a:cxn>
                <a:cxn ang="0">
                  <a:pos x="T4" y="T5"/>
                </a:cxn>
                <a:cxn ang="0">
                  <a:pos x="T6" y="T7"/>
                </a:cxn>
                <a:cxn ang="0">
                  <a:pos x="T8" y="T9"/>
                </a:cxn>
                <a:cxn ang="0">
                  <a:pos x="T10" y="T11"/>
                </a:cxn>
                <a:cxn ang="0">
                  <a:pos x="T12" y="T13"/>
                </a:cxn>
              </a:cxnLst>
              <a:rect l="0" t="0" r="r" b="b"/>
              <a:pathLst>
                <a:path w="571" h="362">
                  <a:moveTo>
                    <a:pt x="495" y="0"/>
                  </a:moveTo>
                  <a:cubicBezTo>
                    <a:pt x="495" y="116"/>
                    <a:pt x="401" y="209"/>
                    <a:pt x="286" y="209"/>
                  </a:cubicBezTo>
                  <a:cubicBezTo>
                    <a:pt x="170" y="209"/>
                    <a:pt x="77" y="116"/>
                    <a:pt x="77" y="0"/>
                  </a:cubicBezTo>
                  <a:cubicBezTo>
                    <a:pt x="77" y="84"/>
                    <a:pt x="48" y="161"/>
                    <a:pt x="0" y="222"/>
                  </a:cubicBezTo>
                  <a:cubicBezTo>
                    <a:pt x="66" y="307"/>
                    <a:pt x="170" y="362"/>
                    <a:pt x="286" y="362"/>
                  </a:cubicBezTo>
                  <a:cubicBezTo>
                    <a:pt x="402" y="362"/>
                    <a:pt x="505" y="307"/>
                    <a:pt x="571" y="222"/>
                  </a:cubicBezTo>
                  <a:cubicBezTo>
                    <a:pt x="524" y="161"/>
                    <a:pt x="495" y="84"/>
                    <a:pt x="495" y="0"/>
                  </a:cubicBezTo>
                  <a:close/>
                </a:path>
              </a:pathLst>
            </a:custGeom>
            <a:gradFill flip="none" rotWithShape="1">
              <a:gsLst>
                <a:gs pos="0">
                  <a:schemeClr val="bg2">
                    <a:shade val="30000"/>
                    <a:satMod val="115000"/>
                  </a:schemeClr>
                </a:gs>
                <a:gs pos="36000">
                  <a:schemeClr val="bg2">
                    <a:shade val="100000"/>
                    <a:satMod val="115000"/>
                    <a:alpha val="0"/>
                  </a:schemeClr>
                </a:gs>
              </a:gsLst>
              <a:lin ang="90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06F8E3FD-79B7-45AF-8527-DC60EE42C867}"/>
                </a:ext>
              </a:extLst>
            </p:cNvPr>
            <p:cNvSpPr>
              <a:spLocks/>
            </p:cNvSpPr>
            <p:nvPr/>
          </p:nvSpPr>
          <p:spPr bwMode="auto">
            <a:xfrm>
              <a:off x="1664336" y="3091179"/>
              <a:ext cx="2356841" cy="1319403"/>
            </a:xfrm>
            <a:custGeom>
              <a:avLst/>
              <a:gdLst>
                <a:gd name="T0" fmla="*/ 571 w 648"/>
                <a:gd name="T1" fmla="*/ 0 h 362"/>
                <a:gd name="T2" fmla="*/ 362 w 648"/>
                <a:gd name="T3" fmla="*/ 209 h 362"/>
                <a:gd name="T4" fmla="*/ 153 w 648"/>
                <a:gd name="T5" fmla="*/ 0 h 362"/>
                <a:gd name="T6" fmla="*/ 0 w 648"/>
                <a:gd name="T7" fmla="*/ 0 h 362"/>
                <a:gd name="T8" fmla="*/ 362 w 648"/>
                <a:gd name="T9" fmla="*/ 362 h 362"/>
                <a:gd name="T10" fmla="*/ 648 w 648"/>
                <a:gd name="T11" fmla="*/ 222 h 362"/>
                <a:gd name="T12" fmla="*/ 571 w 648"/>
                <a:gd name="T13" fmla="*/ 0 h 362"/>
              </a:gdLst>
              <a:ahLst/>
              <a:cxnLst>
                <a:cxn ang="0">
                  <a:pos x="T0" y="T1"/>
                </a:cxn>
                <a:cxn ang="0">
                  <a:pos x="T2" y="T3"/>
                </a:cxn>
                <a:cxn ang="0">
                  <a:pos x="T4" y="T5"/>
                </a:cxn>
                <a:cxn ang="0">
                  <a:pos x="T6" y="T7"/>
                </a:cxn>
                <a:cxn ang="0">
                  <a:pos x="T8" y="T9"/>
                </a:cxn>
                <a:cxn ang="0">
                  <a:pos x="T10" y="T11"/>
                </a:cxn>
                <a:cxn ang="0">
                  <a:pos x="T12" y="T13"/>
                </a:cxn>
              </a:cxnLst>
              <a:rect l="0" t="0" r="r" b="b"/>
              <a:pathLst>
                <a:path w="648" h="362">
                  <a:moveTo>
                    <a:pt x="571" y="0"/>
                  </a:moveTo>
                  <a:cubicBezTo>
                    <a:pt x="571" y="116"/>
                    <a:pt x="478" y="209"/>
                    <a:pt x="362" y="209"/>
                  </a:cubicBezTo>
                  <a:cubicBezTo>
                    <a:pt x="247" y="209"/>
                    <a:pt x="153" y="116"/>
                    <a:pt x="153" y="0"/>
                  </a:cubicBezTo>
                  <a:cubicBezTo>
                    <a:pt x="0" y="0"/>
                    <a:pt x="0" y="0"/>
                    <a:pt x="0" y="0"/>
                  </a:cubicBezTo>
                  <a:cubicBezTo>
                    <a:pt x="0" y="200"/>
                    <a:pt x="163" y="362"/>
                    <a:pt x="362" y="362"/>
                  </a:cubicBezTo>
                  <a:cubicBezTo>
                    <a:pt x="478" y="362"/>
                    <a:pt x="582" y="307"/>
                    <a:pt x="648" y="222"/>
                  </a:cubicBezTo>
                  <a:cubicBezTo>
                    <a:pt x="600" y="161"/>
                    <a:pt x="571" y="84"/>
                    <a:pt x="571" y="0"/>
                  </a:cubicBezTo>
                  <a:close/>
                </a:path>
              </a:pathLst>
            </a:custGeom>
            <a:gradFill flip="none" rotWithShape="1">
              <a:gsLst>
                <a:gs pos="0">
                  <a:schemeClr val="bg2">
                    <a:shade val="30000"/>
                    <a:satMod val="115000"/>
                  </a:schemeClr>
                </a:gs>
                <a:gs pos="36000">
                  <a:schemeClr val="bg2">
                    <a:shade val="100000"/>
                    <a:satMod val="115000"/>
                    <a:alpha val="0"/>
                  </a:schemeClr>
                </a:gs>
              </a:gsLst>
              <a:lin ang="90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9" name="Group 28">
            <a:extLst>
              <a:ext uri="{FF2B5EF4-FFF2-40B4-BE49-F238E27FC236}">
                <a16:creationId xmlns:a16="http://schemas.microsoft.com/office/drawing/2014/main" id="{4404823D-6C17-41DC-8226-9941C2B27B15}"/>
              </a:ext>
            </a:extLst>
          </p:cNvPr>
          <p:cNvGrpSpPr/>
          <p:nvPr/>
        </p:nvGrpSpPr>
        <p:grpSpPr>
          <a:xfrm>
            <a:off x="2196083" y="2295860"/>
            <a:ext cx="1565922" cy="1567653"/>
            <a:chOff x="2868613" y="2697163"/>
            <a:chExt cx="1436688" cy="1438275"/>
          </a:xfrm>
          <a:effectLst>
            <a:outerShdw blurRad="355600" dist="266700" dir="2700000" sx="90000" sy="90000" algn="tl" rotWithShape="0">
              <a:prstClr val="black">
                <a:alpha val="57000"/>
              </a:prstClr>
            </a:outerShdw>
          </a:effectLst>
        </p:grpSpPr>
        <p:sp>
          <p:nvSpPr>
            <p:cNvPr id="30" name="Oval 27">
              <a:extLst>
                <a:ext uri="{FF2B5EF4-FFF2-40B4-BE49-F238E27FC236}">
                  <a16:creationId xmlns:a16="http://schemas.microsoft.com/office/drawing/2014/main" id="{CC1473C8-59ED-49D9-BD90-169BAE227C91}"/>
                </a:ext>
              </a:extLst>
            </p:cNvPr>
            <p:cNvSpPr>
              <a:spLocks noChangeArrowheads="1"/>
            </p:cNvSpPr>
            <p:nvPr/>
          </p:nvSpPr>
          <p:spPr bwMode="auto">
            <a:xfrm>
              <a:off x="2868613" y="2697163"/>
              <a:ext cx="1436688" cy="14382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28">
              <a:extLst>
                <a:ext uri="{FF2B5EF4-FFF2-40B4-BE49-F238E27FC236}">
                  <a16:creationId xmlns:a16="http://schemas.microsoft.com/office/drawing/2014/main" id="{7C4182AF-89E6-4D9E-8F44-F2CDD76423AD}"/>
                </a:ext>
              </a:extLst>
            </p:cNvPr>
            <p:cNvSpPr>
              <a:spLocks/>
            </p:cNvSpPr>
            <p:nvPr/>
          </p:nvSpPr>
          <p:spPr bwMode="auto">
            <a:xfrm>
              <a:off x="3071813" y="2903538"/>
              <a:ext cx="1233488" cy="1231900"/>
            </a:xfrm>
            <a:custGeom>
              <a:avLst/>
              <a:gdLst>
                <a:gd name="T0" fmla="*/ 320 w 388"/>
                <a:gd name="T1" fmla="*/ 0 h 387"/>
                <a:gd name="T2" fmla="*/ 384 w 388"/>
                <a:gd name="T3" fmla="*/ 158 h 387"/>
                <a:gd name="T4" fmla="*/ 158 w 388"/>
                <a:gd name="T5" fmla="*/ 384 h 387"/>
                <a:gd name="T6" fmla="*/ 0 w 388"/>
                <a:gd name="T7" fmla="*/ 319 h 387"/>
                <a:gd name="T8" fmla="*/ 162 w 388"/>
                <a:gd name="T9" fmla="*/ 387 h 387"/>
                <a:gd name="T10" fmla="*/ 388 w 388"/>
                <a:gd name="T11" fmla="*/ 161 h 387"/>
                <a:gd name="T12" fmla="*/ 320 w 388"/>
                <a:gd name="T13" fmla="*/ 0 h 387"/>
              </a:gdLst>
              <a:ahLst/>
              <a:cxnLst>
                <a:cxn ang="0">
                  <a:pos x="T0" y="T1"/>
                </a:cxn>
                <a:cxn ang="0">
                  <a:pos x="T2" y="T3"/>
                </a:cxn>
                <a:cxn ang="0">
                  <a:pos x="T4" y="T5"/>
                </a:cxn>
                <a:cxn ang="0">
                  <a:pos x="T6" y="T7"/>
                </a:cxn>
                <a:cxn ang="0">
                  <a:pos x="T8" y="T9"/>
                </a:cxn>
                <a:cxn ang="0">
                  <a:pos x="T10" y="T11"/>
                </a:cxn>
                <a:cxn ang="0">
                  <a:pos x="T12" y="T13"/>
                </a:cxn>
              </a:cxnLst>
              <a:rect l="0" t="0" r="r" b="b"/>
              <a:pathLst>
                <a:path w="388" h="387">
                  <a:moveTo>
                    <a:pt x="320" y="0"/>
                  </a:moveTo>
                  <a:cubicBezTo>
                    <a:pt x="360" y="40"/>
                    <a:pt x="384" y="96"/>
                    <a:pt x="384" y="158"/>
                  </a:cubicBezTo>
                  <a:cubicBezTo>
                    <a:pt x="384" y="282"/>
                    <a:pt x="283" y="384"/>
                    <a:pt x="158" y="384"/>
                  </a:cubicBezTo>
                  <a:cubicBezTo>
                    <a:pt x="97" y="384"/>
                    <a:pt x="41" y="359"/>
                    <a:pt x="0" y="319"/>
                  </a:cubicBezTo>
                  <a:cubicBezTo>
                    <a:pt x="41" y="361"/>
                    <a:pt x="99" y="387"/>
                    <a:pt x="162" y="387"/>
                  </a:cubicBezTo>
                  <a:cubicBezTo>
                    <a:pt x="287" y="387"/>
                    <a:pt x="388" y="286"/>
                    <a:pt x="388" y="161"/>
                  </a:cubicBezTo>
                  <a:cubicBezTo>
                    <a:pt x="388" y="98"/>
                    <a:pt x="362" y="41"/>
                    <a:pt x="320"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29">
              <a:extLst>
                <a:ext uri="{FF2B5EF4-FFF2-40B4-BE49-F238E27FC236}">
                  <a16:creationId xmlns:a16="http://schemas.microsoft.com/office/drawing/2014/main" id="{61DD2FC0-C313-46F7-9C68-FB295E527BCE}"/>
                </a:ext>
              </a:extLst>
            </p:cNvPr>
            <p:cNvSpPr>
              <a:spLocks/>
            </p:cNvSpPr>
            <p:nvPr/>
          </p:nvSpPr>
          <p:spPr bwMode="auto">
            <a:xfrm>
              <a:off x="2868613" y="2697163"/>
              <a:ext cx="1233488" cy="1238250"/>
            </a:xfrm>
            <a:custGeom>
              <a:avLst/>
              <a:gdLst>
                <a:gd name="T0" fmla="*/ 5 w 388"/>
                <a:gd name="T1" fmla="*/ 232 h 389"/>
                <a:gd name="T2" fmla="*/ 231 w 388"/>
                <a:gd name="T3" fmla="*/ 6 h 389"/>
                <a:gd name="T4" fmla="*/ 388 w 388"/>
                <a:gd name="T5" fmla="*/ 69 h 389"/>
                <a:gd name="T6" fmla="*/ 226 w 388"/>
                <a:gd name="T7" fmla="*/ 0 h 389"/>
                <a:gd name="T8" fmla="*/ 0 w 388"/>
                <a:gd name="T9" fmla="*/ 226 h 389"/>
                <a:gd name="T10" fmla="*/ 69 w 388"/>
                <a:gd name="T11" fmla="*/ 389 h 389"/>
                <a:gd name="T12" fmla="*/ 5 w 388"/>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8" h="389">
                  <a:moveTo>
                    <a:pt x="5" y="232"/>
                  </a:moveTo>
                  <a:cubicBezTo>
                    <a:pt x="5" y="107"/>
                    <a:pt x="107" y="6"/>
                    <a:pt x="231" y="6"/>
                  </a:cubicBezTo>
                  <a:cubicBezTo>
                    <a:pt x="292" y="6"/>
                    <a:pt x="348" y="30"/>
                    <a:pt x="388" y="69"/>
                  </a:cubicBezTo>
                  <a:cubicBezTo>
                    <a:pt x="347" y="27"/>
                    <a:pt x="290" y="0"/>
                    <a:pt x="226" y="0"/>
                  </a:cubicBezTo>
                  <a:cubicBezTo>
                    <a:pt x="101" y="0"/>
                    <a:pt x="0" y="102"/>
                    <a:pt x="0" y="226"/>
                  </a:cubicBezTo>
                  <a:cubicBezTo>
                    <a:pt x="0" y="290"/>
                    <a:pt x="27" y="348"/>
                    <a:pt x="69" y="389"/>
                  </a:cubicBezTo>
                  <a:cubicBezTo>
                    <a:pt x="30" y="348"/>
                    <a:pt x="5" y="293"/>
                    <a:pt x="5" y="23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3" name="Group 32">
            <a:extLst>
              <a:ext uri="{FF2B5EF4-FFF2-40B4-BE49-F238E27FC236}">
                <a16:creationId xmlns:a16="http://schemas.microsoft.com/office/drawing/2014/main" id="{624CF4DE-E5D9-4D2A-82DC-538F4E69ADDC}"/>
              </a:ext>
            </a:extLst>
          </p:cNvPr>
          <p:cNvGrpSpPr/>
          <p:nvPr/>
        </p:nvGrpSpPr>
        <p:grpSpPr>
          <a:xfrm>
            <a:off x="4279211" y="2306303"/>
            <a:ext cx="1571113" cy="1567653"/>
            <a:chOff x="4333876" y="4170363"/>
            <a:chExt cx="1441450" cy="1438275"/>
          </a:xfrm>
          <a:effectLst>
            <a:outerShdw blurRad="355600" dist="266700" dir="2700000" sx="90000" sy="90000" algn="tl" rotWithShape="0">
              <a:prstClr val="black">
                <a:alpha val="57000"/>
              </a:prstClr>
            </a:outerShdw>
          </a:effectLst>
        </p:grpSpPr>
        <p:sp>
          <p:nvSpPr>
            <p:cNvPr id="34" name="Oval 30">
              <a:extLst>
                <a:ext uri="{FF2B5EF4-FFF2-40B4-BE49-F238E27FC236}">
                  <a16:creationId xmlns:a16="http://schemas.microsoft.com/office/drawing/2014/main" id="{B6350C0F-17B0-492D-BCED-ABCDFE20C37D}"/>
                </a:ext>
              </a:extLst>
            </p:cNvPr>
            <p:cNvSpPr>
              <a:spLocks noChangeArrowheads="1"/>
            </p:cNvSpPr>
            <p:nvPr/>
          </p:nvSpPr>
          <p:spPr bwMode="auto">
            <a:xfrm>
              <a:off x="4333876" y="4170363"/>
              <a:ext cx="1441450" cy="1438275"/>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1">
              <a:extLst>
                <a:ext uri="{FF2B5EF4-FFF2-40B4-BE49-F238E27FC236}">
                  <a16:creationId xmlns:a16="http://schemas.microsoft.com/office/drawing/2014/main" id="{0D625EBE-5488-4A9D-B731-AFBE6F4D1FF0}"/>
                </a:ext>
              </a:extLst>
            </p:cNvPr>
            <p:cNvSpPr>
              <a:spLocks/>
            </p:cNvSpPr>
            <p:nvPr/>
          </p:nvSpPr>
          <p:spPr bwMode="auto">
            <a:xfrm>
              <a:off x="4540251" y="4376738"/>
              <a:ext cx="1235075" cy="1231900"/>
            </a:xfrm>
            <a:custGeom>
              <a:avLst/>
              <a:gdLst>
                <a:gd name="T0" fmla="*/ 319 w 388"/>
                <a:gd name="T1" fmla="*/ 0 h 387"/>
                <a:gd name="T2" fmla="*/ 384 w 388"/>
                <a:gd name="T3" fmla="*/ 157 h 387"/>
                <a:gd name="T4" fmla="*/ 158 w 388"/>
                <a:gd name="T5" fmla="*/ 383 h 387"/>
                <a:gd name="T6" fmla="*/ 0 w 388"/>
                <a:gd name="T7" fmla="*/ 319 h 387"/>
                <a:gd name="T8" fmla="*/ 161 w 388"/>
                <a:gd name="T9" fmla="*/ 387 h 387"/>
                <a:gd name="T10" fmla="*/ 388 w 388"/>
                <a:gd name="T11" fmla="*/ 161 h 387"/>
                <a:gd name="T12" fmla="*/ 319 w 388"/>
                <a:gd name="T13" fmla="*/ 0 h 387"/>
              </a:gdLst>
              <a:ahLst/>
              <a:cxnLst>
                <a:cxn ang="0">
                  <a:pos x="T0" y="T1"/>
                </a:cxn>
                <a:cxn ang="0">
                  <a:pos x="T2" y="T3"/>
                </a:cxn>
                <a:cxn ang="0">
                  <a:pos x="T4" y="T5"/>
                </a:cxn>
                <a:cxn ang="0">
                  <a:pos x="T6" y="T7"/>
                </a:cxn>
                <a:cxn ang="0">
                  <a:pos x="T8" y="T9"/>
                </a:cxn>
                <a:cxn ang="0">
                  <a:pos x="T10" y="T11"/>
                </a:cxn>
                <a:cxn ang="0">
                  <a:pos x="T12" y="T13"/>
                </a:cxn>
              </a:cxnLst>
              <a:rect l="0" t="0" r="r" b="b"/>
              <a:pathLst>
                <a:path w="388" h="387">
                  <a:moveTo>
                    <a:pt x="319" y="0"/>
                  </a:moveTo>
                  <a:cubicBezTo>
                    <a:pt x="359" y="40"/>
                    <a:pt x="384" y="96"/>
                    <a:pt x="384" y="157"/>
                  </a:cubicBezTo>
                  <a:cubicBezTo>
                    <a:pt x="384" y="282"/>
                    <a:pt x="282" y="383"/>
                    <a:pt x="158" y="383"/>
                  </a:cubicBezTo>
                  <a:cubicBezTo>
                    <a:pt x="96" y="383"/>
                    <a:pt x="40" y="359"/>
                    <a:pt x="0" y="319"/>
                  </a:cubicBezTo>
                  <a:cubicBezTo>
                    <a:pt x="41" y="361"/>
                    <a:pt x="98" y="387"/>
                    <a:pt x="161" y="387"/>
                  </a:cubicBezTo>
                  <a:cubicBezTo>
                    <a:pt x="286" y="387"/>
                    <a:pt x="388" y="286"/>
                    <a:pt x="388" y="161"/>
                  </a:cubicBezTo>
                  <a:cubicBezTo>
                    <a:pt x="388" y="98"/>
                    <a:pt x="361" y="41"/>
                    <a:pt x="319" y="0"/>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2">
              <a:extLst>
                <a:ext uri="{FF2B5EF4-FFF2-40B4-BE49-F238E27FC236}">
                  <a16:creationId xmlns:a16="http://schemas.microsoft.com/office/drawing/2014/main" id="{97716F80-7386-45E4-ABE7-3A77DA1C9176}"/>
                </a:ext>
              </a:extLst>
            </p:cNvPr>
            <p:cNvSpPr>
              <a:spLocks/>
            </p:cNvSpPr>
            <p:nvPr/>
          </p:nvSpPr>
          <p:spPr bwMode="auto">
            <a:xfrm>
              <a:off x="4333876" y="4170363"/>
              <a:ext cx="1236663" cy="1238250"/>
            </a:xfrm>
            <a:custGeom>
              <a:avLst/>
              <a:gdLst>
                <a:gd name="T0" fmla="*/ 6 w 389"/>
                <a:gd name="T1" fmla="*/ 232 h 389"/>
                <a:gd name="T2" fmla="*/ 232 w 389"/>
                <a:gd name="T3" fmla="*/ 6 h 389"/>
                <a:gd name="T4" fmla="*/ 389 w 389"/>
                <a:gd name="T5" fmla="*/ 69 h 389"/>
                <a:gd name="T6" fmla="*/ 226 w 389"/>
                <a:gd name="T7" fmla="*/ 0 h 389"/>
                <a:gd name="T8" fmla="*/ 0 w 389"/>
                <a:gd name="T9" fmla="*/ 226 h 389"/>
                <a:gd name="T10" fmla="*/ 70 w 389"/>
                <a:gd name="T11" fmla="*/ 389 h 389"/>
                <a:gd name="T12" fmla="*/ 6 w 389"/>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9" h="389">
                  <a:moveTo>
                    <a:pt x="6" y="232"/>
                  </a:moveTo>
                  <a:cubicBezTo>
                    <a:pt x="6" y="107"/>
                    <a:pt x="107" y="6"/>
                    <a:pt x="232" y="6"/>
                  </a:cubicBezTo>
                  <a:cubicBezTo>
                    <a:pt x="293" y="6"/>
                    <a:pt x="348" y="30"/>
                    <a:pt x="389" y="69"/>
                  </a:cubicBezTo>
                  <a:cubicBezTo>
                    <a:pt x="348" y="27"/>
                    <a:pt x="290" y="0"/>
                    <a:pt x="226" y="0"/>
                  </a:cubicBezTo>
                  <a:cubicBezTo>
                    <a:pt x="102" y="0"/>
                    <a:pt x="0" y="101"/>
                    <a:pt x="0" y="226"/>
                  </a:cubicBezTo>
                  <a:cubicBezTo>
                    <a:pt x="0" y="290"/>
                    <a:pt x="27" y="348"/>
                    <a:pt x="70" y="389"/>
                  </a:cubicBezTo>
                  <a:cubicBezTo>
                    <a:pt x="30" y="348"/>
                    <a:pt x="6" y="293"/>
                    <a:pt x="6" y="232"/>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7" name="Group 36">
            <a:extLst>
              <a:ext uri="{FF2B5EF4-FFF2-40B4-BE49-F238E27FC236}">
                <a16:creationId xmlns:a16="http://schemas.microsoft.com/office/drawing/2014/main" id="{DE1A0F09-9C02-47EE-AE43-931030663FE1}"/>
              </a:ext>
            </a:extLst>
          </p:cNvPr>
          <p:cNvGrpSpPr/>
          <p:nvPr/>
        </p:nvGrpSpPr>
        <p:grpSpPr>
          <a:xfrm>
            <a:off x="6347671" y="2317232"/>
            <a:ext cx="1567652" cy="1567653"/>
            <a:chOff x="6413501" y="4173538"/>
            <a:chExt cx="1438275" cy="1438275"/>
          </a:xfrm>
          <a:effectLst>
            <a:outerShdw blurRad="355600" dist="266700" dir="2700000" sx="90000" sy="90000" algn="tl" rotWithShape="0">
              <a:prstClr val="black">
                <a:alpha val="57000"/>
              </a:prstClr>
            </a:outerShdw>
          </a:effectLst>
        </p:grpSpPr>
        <p:sp>
          <p:nvSpPr>
            <p:cNvPr id="38" name="Oval 33">
              <a:extLst>
                <a:ext uri="{FF2B5EF4-FFF2-40B4-BE49-F238E27FC236}">
                  <a16:creationId xmlns:a16="http://schemas.microsoft.com/office/drawing/2014/main" id="{620E30CF-7706-4DDC-A073-93ABE143FE76}"/>
                </a:ext>
              </a:extLst>
            </p:cNvPr>
            <p:cNvSpPr>
              <a:spLocks noChangeArrowheads="1"/>
            </p:cNvSpPr>
            <p:nvPr/>
          </p:nvSpPr>
          <p:spPr bwMode="auto">
            <a:xfrm>
              <a:off x="6413501" y="4173538"/>
              <a:ext cx="1438275" cy="14382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Freeform 34">
              <a:extLst>
                <a:ext uri="{FF2B5EF4-FFF2-40B4-BE49-F238E27FC236}">
                  <a16:creationId xmlns:a16="http://schemas.microsoft.com/office/drawing/2014/main" id="{04BBE3BF-B13B-45A3-844B-E7FF74A4E4E9}"/>
                </a:ext>
              </a:extLst>
            </p:cNvPr>
            <p:cNvSpPr>
              <a:spLocks/>
            </p:cNvSpPr>
            <p:nvPr/>
          </p:nvSpPr>
          <p:spPr bwMode="auto">
            <a:xfrm>
              <a:off x="6616701" y="4376738"/>
              <a:ext cx="1235075" cy="1235075"/>
            </a:xfrm>
            <a:custGeom>
              <a:avLst/>
              <a:gdLst>
                <a:gd name="T0" fmla="*/ 320 w 388"/>
                <a:gd name="T1" fmla="*/ 0 h 388"/>
                <a:gd name="T2" fmla="*/ 384 w 388"/>
                <a:gd name="T3" fmla="*/ 158 h 388"/>
                <a:gd name="T4" fmla="*/ 158 w 388"/>
                <a:gd name="T5" fmla="*/ 384 h 388"/>
                <a:gd name="T6" fmla="*/ 0 w 388"/>
                <a:gd name="T7" fmla="*/ 320 h 388"/>
                <a:gd name="T8" fmla="*/ 162 w 388"/>
                <a:gd name="T9" fmla="*/ 388 h 388"/>
                <a:gd name="T10" fmla="*/ 388 w 388"/>
                <a:gd name="T11" fmla="*/ 162 h 388"/>
                <a:gd name="T12" fmla="*/ 320 w 388"/>
                <a:gd name="T13" fmla="*/ 0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320" y="0"/>
                  </a:moveTo>
                  <a:cubicBezTo>
                    <a:pt x="359" y="41"/>
                    <a:pt x="384" y="97"/>
                    <a:pt x="384" y="158"/>
                  </a:cubicBezTo>
                  <a:cubicBezTo>
                    <a:pt x="384" y="283"/>
                    <a:pt x="283" y="384"/>
                    <a:pt x="158" y="384"/>
                  </a:cubicBezTo>
                  <a:cubicBezTo>
                    <a:pt x="97" y="384"/>
                    <a:pt x="41" y="360"/>
                    <a:pt x="0" y="320"/>
                  </a:cubicBezTo>
                  <a:cubicBezTo>
                    <a:pt x="41" y="362"/>
                    <a:pt x="99" y="388"/>
                    <a:pt x="162" y="388"/>
                  </a:cubicBezTo>
                  <a:cubicBezTo>
                    <a:pt x="287" y="388"/>
                    <a:pt x="388" y="287"/>
                    <a:pt x="388" y="162"/>
                  </a:cubicBezTo>
                  <a:cubicBezTo>
                    <a:pt x="388" y="99"/>
                    <a:pt x="362" y="42"/>
                    <a:pt x="320"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0" name="Freeform 35">
              <a:extLst>
                <a:ext uri="{FF2B5EF4-FFF2-40B4-BE49-F238E27FC236}">
                  <a16:creationId xmlns:a16="http://schemas.microsoft.com/office/drawing/2014/main" id="{6D374E80-9B8B-421A-8496-6487CA515DF5}"/>
                </a:ext>
              </a:extLst>
            </p:cNvPr>
            <p:cNvSpPr>
              <a:spLocks/>
            </p:cNvSpPr>
            <p:nvPr/>
          </p:nvSpPr>
          <p:spPr bwMode="auto">
            <a:xfrm>
              <a:off x="6413501" y="4173538"/>
              <a:ext cx="1233488" cy="1238250"/>
            </a:xfrm>
            <a:custGeom>
              <a:avLst/>
              <a:gdLst>
                <a:gd name="T0" fmla="*/ 5 w 388"/>
                <a:gd name="T1" fmla="*/ 232 h 389"/>
                <a:gd name="T2" fmla="*/ 231 w 388"/>
                <a:gd name="T3" fmla="*/ 6 h 389"/>
                <a:gd name="T4" fmla="*/ 388 w 388"/>
                <a:gd name="T5" fmla="*/ 69 h 389"/>
                <a:gd name="T6" fmla="*/ 226 w 388"/>
                <a:gd name="T7" fmla="*/ 0 h 389"/>
                <a:gd name="T8" fmla="*/ 0 w 388"/>
                <a:gd name="T9" fmla="*/ 226 h 389"/>
                <a:gd name="T10" fmla="*/ 69 w 388"/>
                <a:gd name="T11" fmla="*/ 389 h 389"/>
                <a:gd name="T12" fmla="*/ 5 w 388"/>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8" h="389">
                  <a:moveTo>
                    <a:pt x="5" y="232"/>
                  </a:moveTo>
                  <a:cubicBezTo>
                    <a:pt x="5" y="107"/>
                    <a:pt x="107" y="6"/>
                    <a:pt x="231" y="6"/>
                  </a:cubicBezTo>
                  <a:cubicBezTo>
                    <a:pt x="292" y="6"/>
                    <a:pt x="348" y="30"/>
                    <a:pt x="388" y="69"/>
                  </a:cubicBezTo>
                  <a:cubicBezTo>
                    <a:pt x="347" y="27"/>
                    <a:pt x="290" y="0"/>
                    <a:pt x="226" y="0"/>
                  </a:cubicBezTo>
                  <a:cubicBezTo>
                    <a:pt x="101" y="0"/>
                    <a:pt x="0" y="101"/>
                    <a:pt x="0" y="226"/>
                  </a:cubicBezTo>
                  <a:cubicBezTo>
                    <a:pt x="0" y="290"/>
                    <a:pt x="27" y="348"/>
                    <a:pt x="69" y="389"/>
                  </a:cubicBezTo>
                  <a:cubicBezTo>
                    <a:pt x="30" y="348"/>
                    <a:pt x="5" y="293"/>
                    <a:pt x="5" y="232"/>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1" name="Group 40">
            <a:extLst>
              <a:ext uri="{FF2B5EF4-FFF2-40B4-BE49-F238E27FC236}">
                <a16:creationId xmlns:a16="http://schemas.microsoft.com/office/drawing/2014/main" id="{A9C8B3A7-FA63-4576-AD6C-79590B178991}"/>
              </a:ext>
            </a:extLst>
          </p:cNvPr>
          <p:cNvGrpSpPr/>
          <p:nvPr/>
        </p:nvGrpSpPr>
        <p:grpSpPr>
          <a:xfrm>
            <a:off x="8425025" y="2299225"/>
            <a:ext cx="1565922" cy="1567653"/>
            <a:chOff x="7886701" y="2706688"/>
            <a:chExt cx="1436688" cy="1438275"/>
          </a:xfrm>
          <a:effectLst>
            <a:outerShdw blurRad="355600" dist="266700" dir="2700000" sx="90000" sy="90000" algn="tl" rotWithShape="0">
              <a:prstClr val="black">
                <a:alpha val="57000"/>
              </a:prstClr>
            </a:outerShdw>
          </a:effectLst>
        </p:grpSpPr>
        <p:sp>
          <p:nvSpPr>
            <p:cNvPr id="42" name="Oval 36">
              <a:extLst>
                <a:ext uri="{FF2B5EF4-FFF2-40B4-BE49-F238E27FC236}">
                  <a16:creationId xmlns:a16="http://schemas.microsoft.com/office/drawing/2014/main" id="{9EA258B8-E0A1-46BB-B984-8641992691F8}"/>
                </a:ext>
              </a:extLst>
            </p:cNvPr>
            <p:cNvSpPr>
              <a:spLocks noChangeArrowheads="1"/>
            </p:cNvSpPr>
            <p:nvPr/>
          </p:nvSpPr>
          <p:spPr bwMode="auto">
            <a:xfrm>
              <a:off x="7886701" y="2706688"/>
              <a:ext cx="1436688" cy="14382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3" name="Freeform 37">
              <a:extLst>
                <a:ext uri="{FF2B5EF4-FFF2-40B4-BE49-F238E27FC236}">
                  <a16:creationId xmlns:a16="http://schemas.microsoft.com/office/drawing/2014/main" id="{A42CF3D9-BA79-4B07-97CC-1D1AB014D1F4}"/>
                </a:ext>
              </a:extLst>
            </p:cNvPr>
            <p:cNvSpPr>
              <a:spLocks/>
            </p:cNvSpPr>
            <p:nvPr/>
          </p:nvSpPr>
          <p:spPr bwMode="auto">
            <a:xfrm>
              <a:off x="8089901" y="2909888"/>
              <a:ext cx="1233488" cy="1235075"/>
            </a:xfrm>
            <a:custGeom>
              <a:avLst/>
              <a:gdLst>
                <a:gd name="T0" fmla="*/ 320 w 388"/>
                <a:gd name="T1" fmla="*/ 0 h 388"/>
                <a:gd name="T2" fmla="*/ 384 w 388"/>
                <a:gd name="T3" fmla="*/ 158 h 388"/>
                <a:gd name="T4" fmla="*/ 158 w 388"/>
                <a:gd name="T5" fmla="*/ 384 h 388"/>
                <a:gd name="T6" fmla="*/ 0 w 388"/>
                <a:gd name="T7" fmla="*/ 320 h 388"/>
                <a:gd name="T8" fmla="*/ 162 w 388"/>
                <a:gd name="T9" fmla="*/ 388 h 388"/>
                <a:gd name="T10" fmla="*/ 388 w 388"/>
                <a:gd name="T11" fmla="*/ 162 h 388"/>
                <a:gd name="T12" fmla="*/ 320 w 388"/>
                <a:gd name="T13" fmla="*/ 0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320" y="0"/>
                  </a:moveTo>
                  <a:cubicBezTo>
                    <a:pt x="359" y="41"/>
                    <a:pt x="384" y="96"/>
                    <a:pt x="384" y="158"/>
                  </a:cubicBezTo>
                  <a:cubicBezTo>
                    <a:pt x="384" y="283"/>
                    <a:pt x="283" y="384"/>
                    <a:pt x="158" y="384"/>
                  </a:cubicBezTo>
                  <a:cubicBezTo>
                    <a:pt x="96" y="384"/>
                    <a:pt x="41" y="359"/>
                    <a:pt x="0" y="320"/>
                  </a:cubicBezTo>
                  <a:cubicBezTo>
                    <a:pt x="41" y="362"/>
                    <a:pt x="98" y="388"/>
                    <a:pt x="162" y="388"/>
                  </a:cubicBezTo>
                  <a:cubicBezTo>
                    <a:pt x="287" y="388"/>
                    <a:pt x="388" y="287"/>
                    <a:pt x="388" y="162"/>
                  </a:cubicBezTo>
                  <a:cubicBezTo>
                    <a:pt x="388" y="98"/>
                    <a:pt x="362" y="41"/>
                    <a:pt x="320"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Freeform 38">
              <a:extLst>
                <a:ext uri="{FF2B5EF4-FFF2-40B4-BE49-F238E27FC236}">
                  <a16:creationId xmlns:a16="http://schemas.microsoft.com/office/drawing/2014/main" id="{750A45F1-A816-4FB4-9583-DD9BC2499F13}"/>
                </a:ext>
              </a:extLst>
            </p:cNvPr>
            <p:cNvSpPr>
              <a:spLocks/>
            </p:cNvSpPr>
            <p:nvPr/>
          </p:nvSpPr>
          <p:spPr bwMode="auto">
            <a:xfrm>
              <a:off x="7886701" y="2706688"/>
              <a:ext cx="1233488" cy="1235075"/>
            </a:xfrm>
            <a:custGeom>
              <a:avLst/>
              <a:gdLst>
                <a:gd name="T0" fmla="*/ 5 w 388"/>
                <a:gd name="T1" fmla="*/ 231 h 388"/>
                <a:gd name="T2" fmla="*/ 231 w 388"/>
                <a:gd name="T3" fmla="*/ 5 h 388"/>
                <a:gd name="T4" fmla="*/ 388 w 388"/>
                <a:gd name="T5" fmla="*/ 69 h 388"/>
                <a:gd name="T6" fmla="*/ 226 w 388"/>
                <a:gd name="T7" fmla="*/ 0 h 388"/>
                <a:gd name="T8" fmla="*/ 0 w 388"/>
                <a:gd name="T9" fmla="*/ 226 h 388"/>
                <a:gd name="T10" fmla="*/ 69 w 388"/>
                <a:gd name="T11" fmla="*/ 388 h 388"/>
                <a:gd name="T12" fmla="*/ 5 w 388"/>
                <a:gd name="T13" fmla="*/ 231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5" y="231"/>
                  </a:moveTo>
                  <a:cubicBezTo>
                    <a:pt x="5" y="106"/>
                    <a:pt x="106" y="5"/>
                    <a:pt x="231" y="5"/>
                  </a:cubicBezTo>
                  <a:cubicBezTo>
                    <a:pt x="292" y="5"/>
                    <a:pt x="347" y="29"/>
                    <a:pt x="388" y="69"/>
                  </a:cubicBezTo>
                  <a:cubicBezTo>
                    <a:pt x="347" y="26"/>
                    <a:pt x="290" y="0"/>
                    <a:pt x="226" y="0"/>
                  </a:cubicBezTo>
                  <a:cubicBezTo>
                    <a:pt x="101" y="0"/>
                    <a:pt x="0" y="101"/>
                    <a:pt x="0" y="226"/>
                  </a:cubicBezTo>
                  <a:cubicBezTo>
                    <a:pt x="0" y="290"/>
                    <a:pt x="26" y="347"/>
                    <a:pt x="69" y="388"/>
                  </a:cubicBezTo>
                  <a:cubicBezTo>
                    <a:pt x="29" y="348"/>
                    <a:pt x="5" y="292"/>
                    <a:pt x="5" y="231"/>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7" name="Group 66">
            <a:extLst>
              <a:ext uri="{FF2B5EF4-FFF2-40B4-BE49-F238E27FC236}">
                <a16:creationId xmlns:a16="http://schemas.microsoft.com/office/drawing/2014/main" id="{97617702-48E6-4ACA-81AB-EB03686ECAA1}"/>
              </a:ext>
            </a:extLst>
          </p:cNvPr>
          <p:cNvGrpSpPr/>
          <p:nvPr/>
        </p:nvGrpSpPr>
        <p:grpSpPr>
          <a:xfrm>
            <a:off x="2391846" y="2511058"/>
            <a:ext cx="1166543" cy="1168346"/>
            <a:chOff x="6345238" y="4948238"/>
            <a:chExt cx="1027113" cy="1028700"/>
          </a:xfrm>
          <a:effectLst>
            <a:outerShdw blurRad="139700" dist="76200" dir="2700000" algn="tl" rotWithShape="0">
              <a:prstClr val="black">
                <a:alpha val="40000"/>
              </a:prstClr>
            </a:outerShdw>
          </a:effectLst>
        </p:grpSpPr>
        <p:sp>
          <p:nvSpPr>
            <p:cNvPr id="68" name="Oval 56">
              <a:extLst>
                <a:ext uri="{FF2B5EF4-FFF2-40B4-BE49-F238E27FC236}">
                  <a16:creationId xmlns:a16="http://schemas.microsoft.com/office/drawing/2014/main" id="{95272BA9-4557-4637-98DC-0E83831D718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9" name="Oval 57">
              <a:extLst>
                <a:ext uri="{FF2B5EF4-FFF2-40B4-BE49-F238E27FC236}">
                  <a16:creationId xmlns:a16="http://schemas.microsoft.com/office/drawing/2014/main" id="{93DCE179-899C-4621-8108-3DB3B158396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0" name="Group 69">
            <a:extLst>
              <a:ext uri="{FF2B5EF4-FFF2-40B4-BE49-F238E27FC236}">
                <a16:creationId xmlns:a16="http://schemas.microsoft.com/office/drawing/2014/main" id="{423D7344-44E1-480F-8E20-5A10AD24895F}"/>
              </a:ext>
            </a:extLst>
          </p:cNvPr>
          <p:cNvGrpSpPr/>
          <p:nvPr/>
        </p:nvGrpSpPr>
        <p:grpSpPr>
          <a:xfrm>
            <a:off x="4483582" y="2511058"/>
            <a:ext cx="1166543" cy="1168346"/>
            <a:chOff x="6345238" y="4948238"/>
            <a:chExt cx="1027113" cy="1028700"/>
          </a:xfrm>
          <a:effectLst>
            <a:outerShdw blurRad="139700" dist="76200" dir="2700000" algn="tl" rotWithShape="0">
              <a:prstClr val="black">
                <a:alpha val="40000"/>
              </a:prstClr>
            </a:outerShdw>
          </a:effectLst>
        </p:grpSpPr>
        <p:sp>
          <p:nvSpPr>
            <p:cNvPr id="71" name="Oval 56">
              <a:extLst>
                <a:ext uri="{FF2B5EF4-FFF2-40B4-BE49-F238E27FC236}">
                  <a16:creationId xmlns:a16="http://schemas.microsoft.com/office/drawing/2014/main" id="{789130B3-90B9-47E8-90E0-A6186B05101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2" name="Oval 57">
              <a:extLst>
                <a:ext uri="{FF2B5EF4-FFF2-40B4-BE49-F238E27FC236}">
                  <a16:creationId xmlns:a16="http://schemas.microsoft.com/office/drawing/2014/main" id="{685A5DC6-8BD0-4D83-96AD-56A0A1C19B30}"/>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3" name="Group 72">
            <a:extLst>
              <a:ext uri="{FF2B5EF4-FFF2-40B4-BE49-F238E27FC236}">
                <a16:creationId xmlns:a16="http://schemas.microsoft.com/office/drawing/2014/main" id="{F3D989F7-7E2A-4A83-9B4D-3814DB36F4E0}"/>
              </a:ext>
            </a:extLst>
          </p:cNvPr>
          <p:cNvGrpSpPr/>
          <p:nvPr/>
        </p:nvGrpSpPr>
        <p:grpSpPr>
          <a:xfrm>
            <a:off x="6549266" y="2511058"/>
            <a:ext cx="1166543" cy="1168346"/>
            <a:chOff x="6345238" y="4948238"/>
            <a:chExt cx="1027113" cy="1028700"/>
          </a:xfrm>
          <a:effectLst>
            <a:outerShdw blurRad="139700" dist="76200" dir="2700000" algn="tl" rotWithShape="0">
              <a:prstClr val="black">
                <a:alpha val="40000"/>
              </a:prstClr>
            </a:outerShdw>
          </a:effectLst>
        </p:grpSpPr>
        <p:sp>
          <p:nvSpPr>
            <p:cNvPr id="74" name="Oval 56">
              <a:extLst>
                <a:ext uri="{FF2B5EF4-FFF2-40B4-BE49-F238E27FC236}">
                  <a16:creationId xmlns:a16="http://schemas.microsoft.com/office/drawing/2014/main" id="{7BC608E2-BF33-434E-9086-FD56EEEEFCD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5" name="Oval 57">
              <a:extLst>
                <a:ext uri="{FF2B5EF4-FFF2-40B4-BE49-F238E27FC236}">
                  <a16:creationId xmlns:a16="http://schemas.microsoft.com/office/drawing/2014/main" id="{61E9A3E3-12E8-4A58-9233-281B0EB0882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6" name="Group 75">
            <a:extLst>
              <a:ext uri="{FF2B5EF4-FFF2-40B4-BE49-F238E27FC236}">
                <a16:creationId xmlns:a16="http://schemas.microsoft.com/office/drawing/2014/main" id="{EE2D4E3B-7A6F-4AFF-B5DD-2FD44F33626C}"/>
              </a:ext>
            </a:extLst>
          </p:cNvPr>
          <p:cNvGrpSpPr/>
          <p:nvPr/>
        </p:nvGrpSpPr>
        <p:grpSpPr>
          <a:xfrm>
            <a:off x="8621079" y="2511058"/>
            <a:ext cx="1166543" cy="1168346"/>
            <a:chOff x="6345238" y="4948238"/>
            <a:chExt cx="1027113" cy="1028700"/>
          </a:xfrm>
          <a:effectLst>
            <a:outerShdw blurRad="139700" dist="76200" dir="2700000" algn="tl" rotWithShape="0">
              <a:prstClr val="black">
                <a:alpha val="40000"/>
              </a:prstClr>
            </a:outerShdw>
          </a:effectLst>
        </p:grpSpPr>
        <p:sp>
          <p:nvSpPr>
            <p:cNvPr id="77" name="Oval 56">
              <a:extLst>
                <a:ext uri="{FF2B5EF4-FFF2-40B4-BE49-F238E27FC236}">
                  <a16:creationId xmlns:a16="http://schemas.microsoft.com/office/drawing/2014/main" id="{5D4B730D-8C86-4192-8777-F155475660B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8" name="Oval 57">
              <a:extLst>
                <a:ext uri="{FF2B5EF4-FFF2-40B4-BE49-F238E27FC236}">
                  <a16:creationId xmlns:a16="http://schemas.microsoft.com/office/drawing/2014/main" id="{C589D532-EC52-444F-A4CE-4ABBD4D13123}"/>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0" name="Freeform 43">
            <a:extLst>
              <a:ext uri="{FF2B5EF4-FFF2-40B4-BE49-F238E27FC236}">
                <a16:creationId xmlns:a16="http://schemas.microsoft.com/office/drawing/2014/main" id="{6AB1B124-B91A-446F-A805-FDBAB2DAB318}"/>
              </a:ext>
            </a:extLst>
          </p:cNvPr>
          <p:cNvSpPr>
            <a:spLocks noEditPoints="1"/>
          </p:cNvSpPr>
          <p:nvPr/>
        </p:nvSpPr>
        <p:spPr bwMode="auto">
          <a:xfrm>
            <a:off x="6875719" y="2806211"/>
            <a:ext cx="525531" cy="596900"/>
          </a:xfrm>
          <a:custGeom>
            <a:avLst/>
            <a:gdLst>
              <a:gd name="T0" fmla="*/ 52 w 162"/>
              <a:gd name="T1" fmla="*/ 144 h 184"/>
              <a:gd name="T2" fmla="*/ 39 w 162"/>
              <a:gd name="T3" fmla="*/ 111 h 184"/>
              <a:gd name="T4" fmla="*/ 30 w 162"/>
              <a:gd name="T5" fmla="*/ 83 h 184"/>
              <a:gd name="T6" fmla="*/ 81 w 162"/>
              <a:gd name="T7" fmla="*/ 32 h 184"/>
              <a:gd name="T8" fmla="*/ 132 w 162"/>
              <a:gd name="T9" fmla="*/ 83 h 184"/>
              <a:gd name="T10" fmla="*/ 123 w 162"/>
              <a:gd name="T11" fmla="*/ 111 h 184"/>
              <a:gd name="T12" fmla="*/ 110 w 162"/>
              <a:gd name="T13" fmla="*/ 138 h 184"/>
              <a:gd name="T14" fmla="*/ 81 w 162"/>
              <a:gd name="T15" fmla="*/ 51 h 184"/>
              <a:gd name="T16" fmla="*/ 51 w 162"/>
              <a:gd name="T17" fmla="*/ 82 h 184"/>
              <a:gd name="T18" fmla="*/ 81 w 162"/>
              <a:gd name="T19" fmla="*/ 112 h 184"/>
              <a:gd name="T20" fmla="*/ 111 w 162"/>
              <a:gd name="T21" fmla="*/ 82 h 184"/>
              <a:gd name="T22" fmla="*/ 81 w 162"/>
              <a:gd name="T23" fmla="*/ 51 h 184"/>
              <a:gd name="T24" fmla="*/ 69 w 162"/>
              <a:gd name="T25" fmla="*/ 87 h 184"/>
              <a:gd name="T26" fmla="*/ 78 w 162"/>
              <a:gd name="T27" fmla="*/ 97 h 184"/>
              <a:gd name="T28" fmla="*/ 93 w 162"/>
              <a:gd name="T29" fmla="*/ 72 h 184"/>
              <a:gd name="T30" fmla="*/ 81 w 162"/>
              <a:gd name="T31" fmla="*/ 16 h 184"/>
              <a:gd name="T32" fmla="*/ 81 w 162"/>
              <a:gd name="T33" fmla="*/ 0 h 184"/>
              <a:gd name="T34" fmla="*/ 48 w 162"/>
              <a:gd name="T35" fmla="*/ 25 h 184"/>
              <a:gd name="T36" fmla="*/ 40 w 162"/>
              <a:gd name="T37" fmla="*/ 11 h 184"/>
              <a:gd name="T38" fmla="*/ 11 w 162"/>
              <a:gd name="T39" fmla="*/ 41 h 184"/>
              <a:gd name="T40" fmla="*/ 24 w 162"/>
              <a:gd name="T41" fmla="*/ 49 h 184"/>
              <a:gd name="T42" fmla="*/ 0 w 162"/>
              <a:gd name="T43" fmla="*/ 82 h 184"/>
              <a:gd name="T44" fmla="*/ 16 w 162"/>
              <a:gd name="T45" fmla="*/ 82 h 184"/>
              <a:gd name="T46" fmla="*/ 122 w 162"/>
              <a:gd name="T47" fmla="*/ 11 h 184"/>
              <a:gd name="T48" fmla="*/ 114 w 162"/>
              <a:gd name="T49" fmla="*/ 25 h 184"/>
              <a:gd name="T50" fmla="*/ 151 w 162"/>
              <a:gd name="T51" fmla="*/ 41 h 184"/>
              <a:gd name="T52" fmla="*/ 138 w 162"/>
              <a:gd name="T53" fmla="*/ 49 h 184"/>
              <a:gd name="T54" fmla="*/ 146 w 162"/>
              <a:gd name="T55" fmla="*/ 82 h 184"/>
              <a:gd name="T56" fmla="*/ 162 w 162"/>
              <a:gd name="T57" fmla="*/ 82 h 184"/>
              <a:gd name="T58" fmla="*/ 99 w 162"/>
              <a:gd name="T59" fmla="*/ 148 h 184"/>
              <a:gd name="T60" fmla="*/ 59 w 162"/>
              <a:gd name="T61" fmla="*/ 159 h 184"/>
              <a:gd name="T62" fmla="*/ 55 w 162"/>
              <a:gd name="T63" fmla="*/ 166 h 184"/>
              <a:gd name="T64" fmla="*/ 61 w 162"/>
              <a:gd name="T65" fmla="*/ 172 h 184"/>
              <a:gd name="T66" fmla="*/ 64 w 162"/>
              <a:gd name="T67" fmla="*/ 172 h 184"/>
              <a:gd name="T68" fmla="*/ 99 w 162"/>
              <a:gd name="T69" fmla="*/ 162 h 184"/>
              <a:gd name="T70" fmla="*/ 99 w 162"/>
              <a:gd name="T71" fmla="*/ 162 h 184"/>
              <a:gd name="T72" fmla="*/ 101 w 162"/>
              <a:gd name="T73" fmla="*/ 162 h 184"/>
              <a:gd name="T74" fmla="*/ 107 w 162"/>
              <a:gd name="T75" fmla="*/ 168 h 184"/>
              <a:gd name="T76" fmla="*/ 103 w 162"/>
              <a:gd name="T77" fmla="*/ 175 h 184"/>
              <a:gd name="T78" fmla="*/ 69 w 162"/>
              <a:gd name="T79"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184">
                <a:moveTo>
                  <a:pt x="52" y="144"/>
                </a:moveTo>
                <a:cubicBezTo>
                  <a:pt x="53" y="135"/>
                  <a:pt x="49" y="127"/>
                  <a:pt x="39" y="111"/>
                </a:cubicBezTo>
                <a:cubicBezTo>
                  <a:pt x="33" y="102"/>
                  <a:pt x="30" y="93"/>
                  <a:pt x="30" y="83"/>
                </a:cubicBezTo>
                <a:cubicBezTo>
                  <a:pt x="30" y="55"/>
                  <a:pt x="53" y="32"/>
                  <a:pt x="81" y="32"/>
                </a:cubicBezTo>
                <a:cubicBezTo>
                  <a:pt x="109" y="32"/>
                  <a:pt x="132" y="55"/>
                  <a:pt x="132" y="83"/>
                </a:cubicBezTo>
                <a:cubicBezTo>
                  <a:pt x="132" y="93"/>
                  <a:pt x="129" y="102"/>
                  <a:pt x="123" y="111"/>
                </a:cubicBezTo>
                <a:cubicBezTo>
                  <a:pt x="115" y="124"/>
                  <a:pt x="111" y="131"/>
                  <a:pt x="110" y="138"/>
                </a:cubicBezTo>
                <a:moveTo>
                  <a:pt x="81" y="51"/>
                </a:moveTo>
                <a:cubicBezTo>
                  <a:pt x="64" y="51"/>
                  <a:pt x="51" y="65"/>
                  <a:pt x="51" y="82"/>
                </a:cubicBezTo>
                <a:cubicBezTo>
                  <a:pt x="51" y="99"/>
                  <a:pt x="64" y="112"/>
                  <a:pt x="81" y="112"/>
                </a:cubicBezTo>
                <a:cubicBezTo>
                  <a:pt x="98" y="112"/>
                  <a:pt x="111" y="99"/>
                  <a:pt x="111" y="82"/>
                </a:cubicBezTo>
                <a:cubicBezTo>
                  <a:pt x="111" y="65"/>
                  <a:pt x="98" y="51"/>
                  <a:pt x="81" y="51"/>
                </a:cubicBezTo>
                <a:close/>
                <a:moveTo>
                  <a:pt x="69" y="87"/>
                </a:moveTo>
                <a:cubicBezTo>
                  <a:pt x="78" y="97"/>
                  <a:pt x="78" y="97"/>
                  <a:pt x="78" y="97"/>
                </a:cubicBezTo>
                <a:cubicBezTo>
                  <a:pt x="93" y="72"/>
                  <a:pt x="93" y="72"/>
                  <a:pt x="93" y="72"/>
                </a:cubicBezTo>
                <a:moveTo>
                  <a:pt x="81" y="16"/>
                </a:moveTo>
                <a:cubicBezTo>
                  <a:pt x="81" y="0"/>
                  <a:pt x="81" y="0"/>
                  <a:pt x="81" y="0"/>
                </a:cubicBezTo>
                <a:moveTo>
                  <a:pt x="48" y="25"/>
                </a:moveTo>
                <a:cubicBezTo>
                  <a:pt x="40" y="11"/>
                  <a:pt x="40" y="11"/>
                  <a:pt x="40" y="11"/>
                </a:cubicBezTo>
                <a:moveTo>
                  <a:pt x="11" y="41"/>
                </a:moveTo>
                <a:cubicBezTo>
                  <a:pt x="24" y="49"/>
                  <a:pt x="24" y="49"/>
                  <a:pt x="24" y="49"/>
                </a:cubicBezTo>
                <a:moveTo>
                  <a:pt x="0" y="82"/>
                </a:moveTo>
                <a:cubicBezTo>
                  <a:pt x="16" y="82"/>
                  <a:pt x="16" y="82"/>
                  <a:pt x="16" y="82"/>
                </a:cubicBezTo>
                <a:moveTo>
                  <a:pt x="122" y="11"/>
                </a:moveTo>
                <a:cubicBezTo>
                  <a:pt x="114" y="25"/>
                  <a:pt x="114" y="25"/>
                  <a:pt x="114" y="25"/>
                </a:cubicBezTo>
                <a:moveTo>
                  <a:pt x="151" y="41"/>
                </a:moveTo>
                <a:cubicBezTo>
                  <a:pt x="138" y="49"/>
                  <a:pt x="138" y="49"/>
                  <a:pt x="138" y="49"/>
                </a:cubicBezTo>
                <a:moveTo>
                  <a:pt x="146" y="82"/>
                </a:moveTo>
                <a:cubicBezTo>
                  <a:pt x="162" y="82"/>
                  <a:pt x="162" y="82"/>
                  <a:pt x="162" y="82"/>
                </a:cubicBezTo>
                <a:moveTo>
                  <a:pt x="99" y="148"/>
                </a:moveTo>
                <a:cubicBezTo>
                  <a:pt x="99" y="148"/>
                  <a:pt x="59" y="159"/>
                  <a:pt x="59" y="159"/>
                </a:cubicBezTo>
                <a:cubicBezTo>
                  <a:pt x="57" y="160"/>
                  <a:pt x="55" y="163"/>
                  <a:pt x="55" y="166"/>
                </a:cubicBezTo>
                <a:cubicBezTo>
                  <a:pt x="55" y="169"/>
                  <a:pt x="58" y="172"/>
                  <a:pt x="61" y="172"/>
                </a:cubicBezTo>
                <a:cubicBezTo>
                  <a:pt x="62" y="172"/>
                  <a:pt x="64" y="172"/>
                  <a:pt x="64" y="172"/>
                </a:cubicBezTo>
                <a:cubicBezTo>
                  <a:pt x="99" y="162"/>
                  <a:pt x="99" y="162"/>
                  <a:pt x="99" y="162"/>
                </a:cubicBezTo>
                <a:cubicBezTo>
                  <a:pt x="99" y="162"/>
                  <a:pt x="99" y="162"/>
                  <a:pt x="99" y="162"/>
                </a:cubicBezTo>
                <a:cubicBezTo>
                  <a:pt x="100" y="162"/>
                  <a:pt x="100" y="162"/>
                  <a:pt x="101" y="162"/>
                </a:cubicBezTo>
                <a:cubicBezTo>
                  <a:pt x="104" y="162"/>
                  <a:pt x="107" y="165"/>
                  <a:pt x="107" y="168"/>
                </a:cubicBezTo>
                <a:cubicBezTo>
                  <a:pt x="107" y="171"/>
                  <a:pt x="106" y="174"/>
                  <a:pt x="103" y="175"/>
                </a:cubicBezTo>
                <a:cubicBezTo>
                  <a:pt x="69" y="184"/>
                  <a:pt x="69" y="184"/>
                  <a:pt x="69" y="184"/>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1" name="Freeform 44">
            <a:extLst>
              <a:ext uri="{FF2B5EF4-FFF2-40B4-BE49-F238E27FC236}">
                <a16:creationId xmlns:a16="http://schemas.microsoft.com/office/drawing/2014/main" id="{238D58A5-A025-4EBC-B80C-DC7FB7E7F3BA}"/>
              </a:ext>
            </a:extLst>
          </p:cNvPr>
          <p:cNvSpPr>
            <a:spLocks noEditPoints="1"/>
          </p:cNvSpPr>
          <p:nvPr/>
        </p:nvSpPr>
        <p:spPr bwMode="auto">
          <a:xfrm>
            <a:off x="8936401" y="2781111"/>
            <a:ext cx="549862" cy="567704"/>
          </a:xfrm>
          <a:custGeom>
            <a:avLst/>
            <a:gdLst>
              <a:gd name="T0" fmla="*/ 63 w 169"/>
              <a:gd name="T1" fmla="*/ 18 h 175"/>
              <a:gd name="T2" fmla="*/ 148 w 169"/>
              <a:gd name="T3" fmla="*/ 70 h 175"/>
              <a:gd name="T4" fmla="*/ 169 w 169"/>
              <a:gd name="T5" fmla="*/ 112 h 175"/>
              <a:gd name="T6" fmla="*/ 152 w 169"/>
              <a:gd name="T7" fmla="*/ 112 h 175"/>
              <a:gd name="T8" fmla="*/ 152 w 169"/>
              <a:gd name="T9" fmla="*/ 141 h 175"/>
              <a:gd name="T10" fmla="*/ 143 w 169"/>
              <a:gd name="T11" fmla="*/ 150 h 175"/>
              <a:gd name="T12" fmla="*/ 123 w 169"/>
              <a:gd name="T13" fmla="*/ 150 h 175"/>
              <a:gd name="T14" fmla="*/ 123 w 169"/>
              <a:gd name="T15" fmla="*/ 175 h 175"/>
              <a:gd name="T16" fmla="*/ 46 w 169"/>
              <a:gd name="T17" fmla="*/ 175 h 175"/>
              <a:gd name="T18" fmla="*/ 46 w 169"/>
              <a:gd name="T19" fmla="*/ 149 h 175"/>
              <a:gd name="T20" fmla="*/ 37 w 169"/>
              <a:gd name="T21" fmla="*/ 132 h 175"/>
              <a:gd name="T22" fmla="*/ 95 w 169"/>
              <a:gd name="T23" fmla="*/ 79 h 175"/>
              <a:gd name="T24" fmla="*/ 95 w 169"/>
              <a:gd name="T25" fmla="*/ 67 h 175"/>
              <a:gd name="T26" fmla="*/ 81 w 169"/>
              <a:gd name="T27" fmla="*/ 62 h 175"/>
              <a:gd name="T28" fmla="*/ 79 w 169"/>
              <a:gd name="T29" fmla="*/ 57 h 175"/>
              <a:gd name="T30" fmla="*/ 85 w 169"/>
              <a:gd name="T31" fmla="*/ 44 h 175"/>
              <a:gd name="T32" fmla="*/ 77 w 169"/>
              <a:gd name="T33" fmla="*/ 35 h 175"/>
              <a:gd name="T34" fmla="*/ 63 w 169"/>
              <a:gd name="T35" fmla="*/ 41 h 175"/>
              <a:gd name="T36" fmla="*/ 59 w 169"/>
              <a:gd name="T37" fmla="*/ 39 h 175"/>
              <a:gd name="T38" fmla="*/ 53 w 169"/>
              <a:gd name="T39" fmla="*/ 26 h 175"/>
              <a:gd name="T40" fmla="*/ 42 w 169"/>
              <a:gd name="T41" fmla="*/ 26 h 175"/>
              <a:gd name="T42" fmla="*/ 36 w 169"/>
              <a:gd name="T43" fmla="*/ 39 h 175"/>
              <a:gd name="T44" fmla="*/ 32 w 169"/>
              <a:gd name="T45" fmla="*/ 41 h 175"/>
              <a:gd name="T46" fmla="*/ 18 w 169"/>
              <a:gd name="T47" fmla="*/ 35 h 175"/>
              <a:gd name="T48" fmla="*/ 10 w 169"/>
              <a:gd name="T49" fmla="*/ 44 h 175"/>
              <a:gd name="T50" fmla="*/ 16 w 169"/>
              <a:gd name="T51" fmla="*/ 57 h 175"/>
              <a:gd name="T52" fmla="*/ 14 w 169"/>
              <a:gd name="T53" fmla="*/ 62 h 175"/>
              <a:gd name="T54" fmla="*/ 0 w 169"/>
              <a:gd name="T55" fmla="*/ 67 h 175"/>
              <a:gd name="T56" fmla="*/ 0 w 169"/>
              <a:gd name="T57" fmla="*/ 79 h 175"/>
              <a:gd name="T58" fmla="*/ 14 w 169"/>
              <a:gd name="T59" fmla="*/ 84 h 175"/>
              <a:gd name="T60" fmla="*/ 16 w 169"/>
              <a:gd name="T61" fmla="*/ 89 h 175"/>
              <a:gd name="T62" fmla="*/ 10 w 169"/>
              <a:gd name="T63" fmla="*/ 102 h 175"/>
              <a:gd name="T64" fmla="*/ 18 w 169"/>
              <a:gd name="T65" fmla="*/ 111 h 175"/>
              <a:gd name="T66" fmla="*/ 32 w 169"/>
              <a:gd name="T67" fmla="*/ 105 h 175"/>
              <a:gd name="T68" fmla="*/ 36 w 169"/>
              <a:gd name="T69" fmla="*/ 107 h 175"/>
              <a:gd name="T70" fmla="*/ 42 w 169"/>
              <a:gd name="T71" fmla="*/ 120 h 175"/>
              <a:gd name="T72" fmla="*/ 53 w 169"/>
              <a:gd name="T73" fmla="*/ 120 h 175"/>
              <a:gd name="T74" fmla="*/ 59 w 169"/>
              <a:gd name="T75" fmla="*/ 107 h 175"/>
              <a:gd name="T76" fmla="*/ 63 w 169"/>
              <a:gd name="T77" fmla="*/ 105 h 175"/>
              <a:gd name="T78" fmla="*/ 77 w 169"/>
              <a:gd name="T79" fmla="*/ 111 h 175"/>
              <a:gd name="T80" fmla="*/ 85 w 169"/>
              <a:gd name="T81" fmla="*/ 102 h 175"/>
              <a:gd name="T82" fmla="*/ 79 w 169"/>
              <a:gd name="T83" fmla="*/ 89 h 175"/>
              <a:gd name="T84" fmla="*/ 81 w 169"/>
              <a:gd name="T85" fmla="*/ 84 h 175"/>
              <a:gd name="T86" fmla="*/ 95 w 169"/>
              <a:gd name="T87" fmla="*/ 79 h 175"/>
              <a:gd name="T88" fmla="*/ 48 w 169"/>
              <a:gd name="T89" fmla="*/ 53 h 175"/>
              <a:gd name="T90" fmla="*/ 28 w 169"/>
              <a:gd name="T91" fmla="*/ 73 h 175"/>
              <a:gd name="T92" fmla="*/ 48 w 169"/>
              <a:gd name="T93" fmla="*/ 93 h 175"/>
              <a:gd name="T94" fmla="*/ 67 w 169"/>
              <a:gd name="T95" fmla="*/ 73 h 175"/>
              <a:gd name="T96" fmla="*/ 48 w 169"/>
              <a:gd name="T97" fmla="*/ 53 h 175"/>
              <a:gd name="T98" fmla="*/ 123 w 169"/>
              <a:gd name="T99" fmla="*/ 150 h 175"/>
              <a:gd name="T100" fmla="*/ 112 w 169"/>
              <a:gd name="T101" fmla="*/ 15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75">
                <a:moveTo>
                  <a:pt x="63" y="18"/>
                </a:moveTo>
                <a:cubicBezTo>
                  <a:pt x="157" y="0"/>
                  <a:pt x="148" y="70"/>
                  <a:pt x="148" y="70"/>
                </a:cubicBezTo>
                <a:cubicBezTo>
                  <a:pt x="169" y="112"/>
                  <a:pt x="169" y="112"/>
                  <a:pt x="169" y="112"/>
                </a:cubicBezTo>
                <a:cubicBezTo>
                  <a:pt x="152" y="112"/>
                  <a:pt x="152" y="112"/>
                  <a:pt x="152" y="112"/>
                </a:cubicBezTo>
                <a:cubicBezTo>
                  <a:pt x="152" y="141"/>
                  <a:pt x="152" y="141"/>
                  <a:pt x="152" y="141"/>
                </a:cubicBezTo>
                <a:cubicBezTo>
                  <a:pt x="152" y="146"/>
                  <a:pt x="148" y="150"/>
                  <a:pt x="143" y="150"/>
                </a:cubicBezTo>
                <a:cubicBezTo>
                  <a:pt x="123" y="150"/>
                  <a:pt x="123" y="150"/>
                  <a:pt x="123" y="150"/>
                </a:cubicBezTo>
                <a:cubicBezTo>
                  <a:pt x="123" y="175"/>
                  <a:pt x="123" y="175"/>
                  <a:pt x="123" y="175"/>
                </a:cubicBezTo>
                <a:moveTo>
                  <a:pt x="46" y="175"/>
                </a:moveTo>
                <a:cubicBezTo>
                  <a:pt x="46" y="149"/>
                  <a:pt x="46" y="149"/>
                  <a:pt x="46" y="149"/>
                </a:cubicBezTo>
                <a:cubicBezTo>
                  <a:pt x="37" y="132"/>
                  <a:pt x="37" y="132"/>
                  <a:pt x="37" y="132"/>
                </a:cubicBezTo>
                <a:moveTo>
                  <a:pt x="95" y="79"/>
                </a:moveTo>
                <a:cubicBezTo>
                  <a:pt x="95" y="67"/>
                  <a:pt x="95" y="67"/>
                  <a:pt x="95" y="67"/>
                </a:cubicBezTo>
                <a:cubicBezTo>
                  <a:pt x="81" y="62"/>
                  <a:pt x="81" y="62"/>
                  <a:pt x="81" y="62"/>
                </a:cubicBezTo>
                <a:cubicBezTo>
                  <a:pt x="81" y="60"/>
                  <a:pt x="80" y="59"/>
                  <a:pt x="79" y="57"/>
                </a:cubicBezTo>
                <a:cubicBezTo>
                  <a:pt x="85" y="44"/>
                  <a:pt x="85" y="44"/>
                  <a:pt x="85" y="44"/>
                </a:cubicBezTo>
                <a:cubicBezTo>
                  <a:pt x="77" y="35"/>
                  <a:pt x="77" y="35"/>
                  <a:pt x="77" y="35"/>
                </a:cubicBezTo>
                <a:cubicBezTo>
                  <a:pt x="63" y="41"/>
                  <a:pt x="63" y="41"/>
                  <a:pt x="63" y="41"/>
                </a:cubicBezTo>
                <a:cubicBezTo>
                  <a:pt x="62" y="40"/>
                  <a:pt x="60" y="40"/>
                  <a:pt x="59" y="39"/>
                </a:cubicBezTo>
                <a:cubicBezTo>
                  <a:pt x="53" y="26"/>
                  <a:pt x="53" y="26"/>
                  <a:pt x="53" y="26"/>
                </a:cubicBezTo>
                <a:cubicBezTo>
                  <a:pt x="42" y="26"/>
                  <a:pt x="42" y="26"/>
                  <a:pt x="42" y="26"/>
                </a:cubicBezTo>
                <a:cubicBezTo>
                  <a:pt x="36" y="39"/>
                  <a:pt x="36" y="39"/>
                  <a:pt x="36" y="39"/>
                </a:cubicBezTo>
                <a:cubicBezTo>
                  <a:pt x="35" y="40"/>
                  <a:pt x="33" y="40"/>
                  <a:pt x="32" y="41"/>
                </a:cubicBezTo>
                <a:cubicBezTo>
                  <a:pt x="18" y="35"/>
                  <a:pt x="18" y="35"/>
                  <a:pt x="18" y="35"/>
                </a:cubicBezTo>
                <a:cubicBezTo>
                  <a:pt x="10" y="44"/>
                  <a:pt x="10" y="44"/>
                  <a:pt x="10" y="44"/>
                </a:cubicBezTo>
                <a:cubicBezTo>
                  <a:pt x="16" y="57"/>
                  <a:pt x="16" y="57"/>
                  <a:pt x="16" y="57"/>
                </a:cubicBezTo>
                <a:cubicBezTo>
                  <a:pt x="15" y="59"/>
                  <a:pt x="14" y="60"/>
                  <a:pt x="14" y="62"/>
                </a:cubicBezTo>
                <a:cubicBezTo>
                  <a:pt x="0" y="67"/>
                  <a:pt x="0" y="67"/>
                  <a:pt x="0" y="67"/>
                </a:cubicBezTo>
                <a:cubicBezTo>
                  <a:pt x="0" y="79"/>
                  <a:pt x="0" y="79"/>
                  <a:pt x="0" y="79"/>
                </a:cubicBezTo>
                <a:cubicBezTo>
                  <a:pt x="14" y="84"/>
                  <a:pt x="14" y="84"/>
                  <a:pt x="14" y="84"/>
                </a:cubicBezTo>
                <a:cubicBezTo>
                  <a:pt x="14" y="86"/>
                  <a:pt x="15" y="87"/>
                  <a:pt x="16" y="89"/>
                </a:cubicBezTo>
                <a:cubicBezTo>
                  <a:pt x="10" y="102"/>
                  <a:pt x="10" y="102"/>
                  <a:pt x="10" y="102"/>
                </a:cubicBezTo>
                <a:cubicBezTo>
                  <a:pt x="18" y="111"/>
                  <a:pt x="18" y="111"/>
                  <a:pt x="18" y="111"/>
                </a:cubicBezTo>
                <a:cubicBezTo>
                  <a:pt x="32" y="105"/>
                  <a:pt x="32" y="105"/>
                  <a:pt x="32" y="105"/>
                </a:cubicBezTo>
                <a:cubicBezTo>
                  <a:pt x="33" y="106"/>
                  <a:pt x="35" y="106"/>
                  <a:pt x="36" y="107"/>
                </a:cubicBezTo>
                <a:cubicBezTo>
                  <a:pt x="42" y="120"/>
                  <a:pt x="42" y="120"/>
                  <a:pt x="42" y="120"/>
                </a:cubicBezTo>
                <a:cubicBezTo>
                  <a:pt x="53" y="120"/>
                  <a:pt x="53" y="120"/>
                  <a:pt x="53" y="120"/>
                </a:cubicBezTo>
                <a:cubicBezTo>
                  <a:pt x="59" y="107"/>
                  <a:pt x="59" y="107"/>
                  <a:pt x="59" y="107"/>
                </a:cubicBezTo>
                <a:cubicBezTo>
                  <a:pt x="60" y="106"/>
                  <a:pt x="62" y="106"/>
                  <a:pt x="63" y="105"/>
                </a:cubicBezTo>
                <a:cubicBezTo>
                  <a:pt x="77" y="111"/>
                  <a:pt x="77" y="111"/>
                  <a:pt x="77" y="111"/>
                </a:cubicBezTo>
                <a:cubicBezTo>
                  <a:pt x="85" y="102"/>
                  <a:pt x="85" y="102"/>
                  <a:pt x="85" y="102"/>
                </a:cubicBezTo>
                <a:cubicBezTo>
                  <a:pt x="79" y="89"/>
                  <a:pt x="79" y="89"/>
                  <a:pt x="79" y="89"/>
                </a:cubicBezTo>
                <a:cubicBezTo>
                  <a:pt x="80" y="87"/>
                  <a:pt x="81" y="86"/>
                  <a:pt x="81" y="84"/>
                </a:cubicBezTo>
                <a:lnTo>
                  <a:pt x="95" y="79"/>
                </a:lnTo>
                <a:close/>
                <a:moveTo>
                  <a:pt x="48" y="53"/>
                </a:moveTo>
                <a:cubicBezTo>
                  <a:pt x="37" y="53"/>
                  <a:pt x="28" y="62"/>
                  <a:pt x="28" y="73"/>
                </a:cubicBezTo>
                <a:cubicBezTo>
                  <a:pt x="28" y="84"/>
                  <a:pt x="37" y="93"/>
                  <a:pt x="48" y="93"/>
                </a:cubicBezTo>
                <a:cubicBezTo>
                  <a:pt x="59" y="93"/>
                  <a:pt x="67" y="84"/>
                  <a:pt x="67" y="73"/>
                </a:cubicBezTo>
                <a:cubicBezTo>
                  <a:pt x="67" y="62"/>
                  <a:pt x="59" y="53"/>
                  <a:pt x="48" y="53"/>
                </a:cubicBezTo>
                <a:close/>
                <a:moveTo>
                  <a:pt x="123" y="150"/>
                </a:moveTo>
                <a:cubicBezTo>
                  <a:pt x="112" y="150"/>
                  <a:pt x="112" y="150"/>
                  <a:pt x="112" y="150"/>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2" name="Freeform 45">
            <a:extLst>
              <a:ext uri="{FF2B5EF4-FFF2-40B4-BE49-F238E27FC236}">
                <a16:creationId xmlns:a16="http://schemas.microsoft.com/office/drawing/2014/main" id="{0F202EE6-BDCB-4B73-A0CE-65E2212E9822}"/>
              </a:ext>
            </a:extLst>
          </p:cNvPr>
          <p:cNvSpPr>
            <a:spLocks noEditPoints="1"/>
          </p:cNvSpPr>
          <p:nvPr/>
        </p:nvSpPr>
        <p:spPr bwMode="auto">
          <a:xfrm>
            <a:off x="4756317" y="2934896"/>
            <a:ext cx="665024" cy="373062"/>
          </a:xfrm>
          <a:custGeom>
            <a:avLst/>
            <a:gdLst>
              <a:gd name="T0" fmla="*/ 48 w 205"/>
              <a:gd name="T1" fmla="*/ 94 h 115"/>
              <a:gd name="T2" fmla="*/ 48 w 205"/>
              <a:gd name="T3" fmla="*/ 85 h 115"/>
              <a:gd name="T4" fmla="*/ 59 w 205"/>
              <a:gd name="T5" fmla="*/ 74 h 115"/>
              <a:gd name="T6" fmla="*/ 66 w 205"/>
              <a:gd name="T7" fmla="*/ 80 h 115"/>
              <a:gd name="T8" fmla="*/ 57 w 205"/>
              <a:gd name="T9" fmla="*/ 93 h 115"/>
              <a:gd name="T10" fmla="*/ 124 w 205"/>
              <a:gd name="T11" fmla="*/ 83 h 115"/>
              <a:gd name="T12" fmla="*/ 149 w 205"/>
              <a:gd name="T13" fmla="*/ 94 h 115"/>
              <a:gd name="T14" fmla="*/ 151 w 205"/>
              <a:gd name="T15" fmla="*/ 83 h 115"/>
              <a:gd name="T16" fmla="*/ 125 w 205"/>
              <a:gd name="T17" fmla="*/ 102 h 115"/>
              <a:gd name="T18" fmla="*/ 137 w 205"/>
              <a:gd name="T19" fmla="*/ 103 h 115"/>
              <a:gd name="T20" fmla="*/ 139 w 205"/>
              <a:gd name="T21" fmla="*/ 94 h 115"/>
              <a:gd name="T22" fmla="*/ 112 w 205"/>
              <a:gd name="T23" fmla="*/ 110 h 115"/>
              <a:gd name="T24" fmla="*/ 123 w 205"/>
              <a:gd name="T25" fmla="*/ 111 h 115"/>
              <a:gd name="T26" fmla="*/ 125 w 205"/>
              <a:gd name="T27" fmla="*/ 102 h 115"/>
              <a:gd name="T28" fmla="*/ 96 w 205"/>
              <a:gd name="T29" fmla="*/ 113 h 115"/>
              <a:gd name="T30" fmla="*/ 109 w 205"/>
              <a:gd name="T31" fmla="*/ 112 h 115"/>
              <a:gd name="T32" fmla="*/ 65 w 205"/>
              <a:gd name="T33" fmla="*/ 103 h 115"/>
              <a:gd name="T34" fmla="*/ 79 w 205"/>
              <a:gd name="T35" fmla="*/ 78 h 115"/>
              <a:gd name="T36" fmla="*/ 70 w 205"/>
              <a:gd name="T37" fmla="*/ 79 h 115"/>
              <a:gd name="T38" fmla="*/ 56 w 205"/>
              <a:gd name="T39" fmla="*/ 103 h 115"/>
              <a:gd name="T40" fmla="*/ 65 w 205"/>
              <a:gd name="T41" fmla="*/ 103 h 115"/>
              <a:gd name="T42" fmla="*/ 90 w 205"/>
              <a:gd name="T43" fmla="*/ 94 h 115"/>
              <a:gd name="T44" fmla="*/ 84 w 205"/>
              <a:gd name="T45" fmla="*/ 83 h 115"/>
              <a:gd name="T46" fmla="*/ 68 w 205"/>
              <a:gd name="T47" fmla="*/ 100 h 115"/>
              <a:gd name="T48" fmla="*/ 73 w 205"/>
              <a:gd name="T49" fmla="*/ 110 h 115"/>
              <a:gd name="T50" fmla="*/ 94 w 205"/>
              <a:gd name="T51" fmla="*/ 107 h 115"/>
              <a:gd name="T52" fmla="*/ 96 w 205"/>
              <a:gd name="T53" fmla="*/ 96 h 115"/>
              <a:gd name="T54" fmla="*/ 87 w 205"/>
              <a:gd name="T55" fmla="*/ 96 h 115"/>
              <a:gd name="T56" fmla="*/ 80 w 205"/>
              <a:gd name="T57" fmla="*/ 113 h 115"/>
              <a:gd name="T58" fmla="*/ 89 w 205"/>
              <a:gd name="T59" fmla="*/ 113 h 115"/>
              <a:gd name="T60" fmla="*/ 176 w 205"/>
              <a:gd name="T61" fmla="*/ 0 h 115"/>
              <a:gd name="T62" fmla="*/ 170 w 205"/>
              <a:gd name="T63" fmla="*/ 69 h 115"/>
              <a:gd name="T64" fmla="*/ 205 w 205"/>
              <a:gd name="T65" fmla="*/ 54 h 115"/>
              <a:gd name="T66" fmla="*/ 111 w 205"/>
              <a:gd name="T67" fmla="*/ 29 h 115"/>
              <a:gd name="T68" fmla="*/ 101 w 205"/>
              <a:gd name="T69" fmla="*/ 30 h 115"/>
              <a:gd name="T70" fmla="*/ 70 w 205"/>
              <a:gd name="T71" fmla="*/ 44 h 115"/>
              <a:gd name="T72" fmla="*/ 97 w 205"/>
              <a:gd name="T73" fmla="*/ 51 h 115"/>
              <a:gd name="T74" fmla="*/ 151 w 205"/>
              <a:gd name="T75" fmla="*/ 83 h 115"/>
              <a:gd name="T76" fmla="*/ 159 w 205"/>
              <a:gd name="T77" fmla="*/ 72 h 115"/>
              <a:gd name="T78" fmla="*/ 151 w 205"/>
              <a:gd name="T79" fmla="*/ 83 h 115"/>
              <a:gd name="T80" fmla="*/ 52 w 205"/>
              <a:gd name="T81" fmla="*/ 82 h 115"/>
              <a:gd name="T82" fmla="*/ 29 w 205"/>
              <a:gd name="T83" fmla="*/ 76 h 115"/>
              <a:gd name="T84" fmla="*/ 42 w 205"/>
              <a:gd name="T85" fmla="*/ 0 h 115"/>
              <a:gd name="T86" fmla="*/ 49 w 205"/>
              <a:gd name="T87" fmla="*/ 83 h 115"/>
              <a:gd name="T88" fmla="*/ 68 w 205"/>
              <a:gd name="T89" fmla="*/ 2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5" h="115">
                <a:moveTo>
                  <a:pt x="53" y="95"/>
                </a:moveTo>
                <a:cubicBezTo>
                  <a:pt x="51" y="96"/>
                  <a:pt x="49" y="95"/>
                  <a:pt x="48" y="94"/>
                </a:cubicBezTo>
                <a:cubicBezTo>
                  <a:pt x="47" y="93"/>
                  <a:pt x="46" y="91"/>
                  <a:pt x="46" y="90"/>
                </a:cubicBezTo>
                <a:cubicBezTo>
                  <a:pt x="46" y="88"/>
                  <a:pt x="47" y="86"/>
                  <a:pt x="48" y="85"/>
                </a:cubicBezTo>
                <a:cubicBezTo>
                  <a:pt x="56" y="76"/>
                  <a:pt x="56" y="76"/>
                  <a:pt x="56" y="76"/>
                </a:cubicBezTo>
                <a:cubicBezTo>
                  <a:pt x="57" y="75"/>
                  <a:pt x="58" y="74"/>
                  <a:pt x="59" y="74"/>
                </a:cubicBezTo>
                <a:cubicBezTo>
                  <a:pt x="61" y="74"/>
                  <a:pt x="63" y="75"/>
                  <a:pt x="64" y="76"/>
                </a:cubicBezTo>
                <a:cubicBezTo>
                  <a:pt x="66" y="77"/>
                  <a:pt x="66" y="78"/>
                  <a:pt x="66" y="80"/>
                </a:cubicBezTo>
                <a:cubicBezTo>
                  <a:pt x="66" y="82"/>
                  <a:pt x="66" y="83"/>
                  <a:pt x="65" y="84"/>
                </a:cubicBezTo>
                <a:cubicBezTo>
                  <a:pt x="57" y="93"/>
                  <a:pt x="57" y="93"/>
                  <a:pt x="57" y="93"/>
                </a:cubicBezTo>
                <a:cubicBezTo>
                  <a:pt x="56" y="94"/>
                  <a:pt x="55" y="95"/>
                  <a:pt x="53" y="95"/>
                </a:cubicBezTo>
                <a:close/>
                <a:moveTo>
                  <a:pt x="124" y="83"/>
                </a:moveTo>
                <a:cubicBezTo>
                  <a:pt x="124" y="83"/>
                  <a:pt x="139" y="96"/>
                  <a:pt x="143" y="96"/>
                </a:cubicBezTo>
                <a:cubicBezTo>
                  <a:pt x="147" y="97"/>
                  <a:pt x="148" y="96"/>
                  <a:pt x="149" y="94"/>
                </a:cubicBezTo>
                <a:cubicBezTo>
                  <a:pt x="151" y="93"/>
                  <a:pt x="152" y="90"/>
                  <a:pt x="152" y="88"/>
                </a:cubicBezTo>
                <a:cubicBezTo>
                  <a:pt x="152" y="86"/>
                  <a:pt x="151" y="85"/>
                  <a:pt x="151" y="83"/>
                </a:cubicBezTo>
                <a:moveTo>
                  <a:pt x="112" y="91"/>
                </a:moveTo>
                <a:cubicBezTo>
                  <a:pt x="125" y="102"/>
                  <a:pt x="125" y="102"/>
                  <a:pt x="125" y="102"/>
                </a:cubicBezTo>
                <a:cubicBezTo>
                  <a:pt x="127" y="104"/>
                  <a:pt x="129" y="105"/>
                  <a:pt x="131" y="105"/>
                </a:cubicBezTo>
                <a:cubicBezTo>
                  <a:pt x="133" y="105"/>
                  <a:pt x="135" y="104"/>
                  <a:pt x="137" y="103"/>
                </a:cubicBezTo>
                <a:cubicBezTo>
                  <a:pt x="139" y="101"/>
                  <a:pt x="140" y="99"/>
                  <a:pt x="139" y="97"/>
                </a:cubicBezTo>
                <a:cubicBezTo>
                  <a:pt x="139" y="96"/>
                  <a:pt x="139" y="95"/>
                  <a:pt x="139" y="94"/>
                </a:cubicBezTo>
                <a:moveTo>
                  <a:pt x="105" y="105"/>
                </a:moveTo>
                <a:cubicBezTo>
                  <a:pt x="112" y="110"/>
                  <a:pt x="112" y="110"/>
                  <a:pt x="112" y="110"/>
                </a:cubicBezTo>
                <a:cubicBezTo>
                  <a:pt x="113" y="112"/>
                  <a:pt x="115" y="113"/>
                  <a:pt x="117" y="113"/>
                </a:cubicBezTo>
                <a:cubicBezTo>
                  <a:pt x="119" y="113"/>
                  <a:pt x="121" y="112"/>
                  <a:pt x="123" y="111"/>
                </a:cubicBezTo>
                <a:cubicBezTo>
                  <a:pt x="125" y="109"/>
                  <a:pt x="126" y="107"/>
                  <a:pt x="126" y="105"/>
                </a:cubicBezTo>
                <a:cubicBezTo>
                  <a:pt x="126" y="104"/>
                  <a:pt x="126" y="103"/>
                  <a:pt x="125" y="102"/>
                </a:cubicBezTo>
                <a:moveTo>
                  <a:pt x="91" y="110"/>
                </a:moveTo>
                <a:cubicBezTo>
                  <a:pt x="96" y="113"/>
                  <a:pt x="96" y="113"/>
                  <a:pt x="96" y="113"/>
                </a:cubicBezTo>
                <a:cubicBezTo>
                  <a:pt x="97" y="113"/>
                  <a:pt x="100" y="114"/>
                  <a:pt x="103" y="114"/>
                </a:cubicBezTo>
                <a:cubicBezTo>
                  <a:pt x="105" y="113"/>
                  <a:pt x="107" y="113"/>
                  <a:pt x="109" y="112"/>
                </a:cubicBezTo>
                <a:cubicBezTo>
                  <a:pt x="110" y="111"/>
                  <a:pt x="110" y="110"/>
                  <a:pt x="111" y="109"/>
                </a:cubicBezTo>
                <a:moveTo>
                  <a:pt x="65" y="103"/>
                </a:moveTo>
                <a:cubicBezTo>
                  <a:pt x="79" y="87"/>
                  <a:pt x="79" y="87"/>
                  <a:pt x="79" y="87"/>
                </a:cubicBezTo>
                <a:cubicBezTo>
                  <a:pt x="81" y="84"/>
                  <a:pt x="81" y="81"/>
                  <a:pt x="79" y="78"/>
                </a:cubicBezTo>
                <a:cubicBezTo>
                  <a:pt x="77" y="77"/>
                  <a:pt x="75" y="76"/>
                  <a:pt x="74" y="77"/>
                </a:cubicBezTo>
                <a:cubicBezTo>
                  <a:pt x="72" y="77"/>
                  <a:pt x="71" y="78"/>
                  <a:pt x="70" y="79"/>
                </a:cubicBezTo>
                <a:cubicBezTo>
                  <a:pt x="56" y="94"/>
                  <a:pt x="56" y="94"/>
                  <a:pt x="56" y="94"/>
                </a:cubicBezTo>
                <a:cubicBezTo>
                  <a:pt x="54" y="97"/>
                  <a:pt x="54" y="101"/>
                  <a:pt x="56" y="103"/>
                </a:cubicBezTo>
                <a:cubicBezTo>
                  <a:pt x="58" y="104"/>
                  <a:pt x="60" y="105"/>
                  <a:pt x="61" y="105"/>
                </a:cubicBezTo>
                <a:cubicBezTo>
                  <a:pt x="63" y="104"/>
                  <a:pt x="64" y="104"/>
                  <a:pt x="65" y="103"/>
                </a:cubicBezTo>
                <a:close/>
                <a:moveTo>
                  <a:pt x="77" y="108"/>
                </a:moveTo>
                <a:cubicBezTo>
                  <a:pt x="90" y="94"/>
                  <a:pt x="90" y="94"/>
                  <a:pt x="90" y="94"/>
                </a:cubicBezTo>
                <a:cubicBezTo>
                  <a:pt x="92" y="91"/>
                  <a:pt x="92" y="87"/>
                  <a:pt x="89" y="85"/>
                </a:cubicBezTo>
                <a:cubicBezTo>
                  <a:pt x="88" y="84"/>
                  <a:pt x="86" y="83"/>
                  <a:pt x="84" y="83"/>
                </a:cubicBezTo>
                <a:cubicBezTo>
                  <a:pt x="83" y="84"/>
                  <a:pt x="81" y="84"/>
                  <a:pt x="80" y="85"/>
                </a:cubicBezTo>
                <a:cubicBezTo>
                  <a:pt x="68" y="100"/>
                  <a:pt x="68" y="100"/>
                  <a:pt x="68" y="100"/>
                </a:cubicBezTo>
                <a:cubicBezTo>
                  <a:pt x="65" y="102"/>
                  <a:pt x="65" y="106"/>
                  <a:pt x="68" y="109"/>
                </a:cubicBezTo>
                <a:cubicBezTo>
                  <a:pt x="69" y="110"/>
                  <a:pt x="71" y="110"/>
                  <a:pt x="73" y="110"/>
                </a:cubicBezTo>
                <a:cubicBezTo>
                  <a:pt x="74" y="110"/>
                  <a:pt x="76" y="109"/>
                  <a:pt x="77" y="108"/>
                </a:cubicBezTo>
                <a:close/>
                <a:moveTo>
                  <a:pt x="94" y="107"/>
                </a:moveTo>
                <a:cubicBezTo>
                  <a:pt x="96" y="105"/>
                  <a:pt x="96" y="105"/>
                  <a:pt x="96" y="105"/>
                </a:cubicBezTo>
                <a:cubicBezTo>
                  <a:pt x="99" y="102"/>
                  <a:pt x="98" y="98"/>
                  <a:pt x="96" y="96"/>
                </a:cubicBezTo>
                <a:cubicBezTo>
                  <a:pt x="94" y="95"/>
                  <a:pt x="93" y="94"/>
                  <a:pt x="91" y="94"/>
                </a:cubicBezTo>
                <a:cubicBezTo>
                  <a:pt x="89" y="95"/>
                  <a:pt x="88" y="95"/>
                  <a:pt x="87" y="96"/>
                </a:cubicBezTo>
                <a:cubicBezTo>
                  <a:pt x="80" y="105"/>
                  <a:pt x="80" y="105"/>
                  <a:pt x="80" y="105"/>
                </a:cubicBezTo>
                <a:cubicBezTo>
                  <a:pt x="77" y="107"/>
                  <a:pt x="78" y="111"/>
                  <a:pt x="80" y="113"/>
                </a:cubicBezTo>
                <a:cubicBezTo>
                  <a:pt x="81" y="115"/>
                  <a:pt x="83" y="115"/>
                  <a:pt x="85" y="115"/>
                </a:cubicBezTo>
                <a:cubicBezTo>
                  <a:pt x="86" y="115"/>
                  <a:pt x="88" y="114"/>
                  <a:pt x="89" y="113"/>
                </a:cubicBezTo>
                <a:lnTo>
                  <a:pt x="94" y="107"/>
                </a:lnTo>
                <a:close/>
                <a:moveTo>
                  <a:pt x="176" y="0"/>
                </a:moveTo>
                <a:cubicBezTo>
                  <a:pt x="163" y="7"/>
                  <a:pt x="144" y="17"/>
                  <a:pt x="141" y="19"/>
                </a:cubicBezTo>
                <a:cubicBezTo>
                  <a:pt x="144" y="23"/>
                  <a:pt x="156" y="43"/>
                  <a:pt x="170" y="69"/>
                </a:cubicBezTo>
                <a:cubicBezTo>
                  <a:pt x="172" y="72"/>
                  <a:pt x="172" y="72"/>
                  <a:pt x="172" y="72"/>
                </a:cubicBezTo>
                <a:cubicBezTo>
                  <a:pt x="205" y="54"/>
                  <a:pt x="205" y="54"/>
                  <a:pt x="205" y="54"/>
                </a:cubicBezTo>
                <a:moveTo>
                  <a:pt x="145" y="26"/>
                </a:moveTo>
                <a:cubicBezTo>
                  <a:pt x="129" y="20"/>
                  <a:pt x="120" y="29"/>
                  <a:pt x="111" y="29"/>
                </a:cubicBezTo>
                <a:cubicBezTo>
                  <a:pt x="106" y="29"/>
                  <a:pt x="103" y="29"/>
                  <a:pt x="101" y="30"/>
                </a:cubicBezTo>
                <a:cubicBezTo>
                  <a:pt x="101" y="30"/>
                  <a:pt x="101" y="30"/>
                  <a:pt x="101" y="30"/>
                </a:cubicBezTo>
                <a:cubicBezTo>
                  <a:pt x="100" y="30"/>
                  <a:pt x="99" y="30"/>
                  <a:pt x="98" y="30"/>
                </a:cubicBezTo>
                <a:cubicBezTo>
                  <a:pt x="70" y="44"/>
                  <a:pt x="70" y="44"/>
                  <a:pt x="70" y="44"/>
                </a:cubicBezTo>
                <a:cubicBezTo>
                  <a:pt x="58" y="51"/>
                  <a:pt x="70" y="61"/>
                  <a:pt x="74" y="60"/>
                </a:cubicBezTo>
                <a:cubicBezTo>
                  <a:pt x="79" y="59"/>
                  <a:pt x="90" y="54"/>
                  <a:pt x="97" y="51"/>
                </a:cubicBezTo>
                <a:cubicBezTo>
                  <a:pt x="102" y="50"/>
                  <a:pt x="107" y="50"/>
                  <a:pt x="111" y="53"/>
                </a:cubicBezTo>
                <a:cubicBezTo>
                  <a:pt x="123" y="62"/>
                  <a:pt x="149" y="81"/>
                  <a:pt x="151" y="83"/>
                </a:cubicBezTo>
                <a:moveTo>
                  <a:pt x="169" y="66"/>
                </a:moveTo>
                <a:cubicBezTo>
                  <a:pt x="167" y="67"/>
                  <a:pt x="161" y="70"/>
                  <a:pt x="159" y="72"/>
                </a:cubicBezTo>
                <a:cubicBezTo>
                  <a:pt x="159" y="73"/>
                  <a:pt x="158" y="74"/>
                  <a:pt x="157" y="76"/>
                </a:cubicBezTo>
                <a:cubicBezTo>
                  <a:pt x="155" y="78"/>
                  <a:pt x="153" y="82"/>
                  <a:pt x="151" y="83"/>
                </a:cubicBezTo>
                <a:moveTo>
                  <a:pt x="52" y="82"/>
                </a:moveTo>
                <a:cubicBezTo>
                  <a:pt x="52" y="82"/>
                  <a:pt x="52" y="82"/>
                  <a:pt x="52" y="82"/>
                </a:cubicBezTo>
                <a:moveTo>
                  <a:pt x="0" y="52"/>
                </a:moveTo>
                <a:cubicBezTo>
                  <a:pt x="29" y="76"/>
                  <a:pt x="29" y="76"/>
                  <a:pt x="29" y="76"/>
                </a:cubicBezTo>
                <a:cubicBezTo>
                  <a:pt x="71" y="23"/>
                  <a:pt x="71" y="23"/>
                  <a:pt x="71" y="23"/>
                </a:cubicBezTo>
                <a:cubicBezTo>
                  <a:pt x="42" y="0"/>
                  <a:pt x="42" y="0"/>
                  <a:pt x="42" y="0"/>
                </a:cubicBezTo>
                <a:moveTo>
                  <a:pt x="32" y="72"/>
                </a:moveTo>
                <a:cubicBezTo>
                  <a:pt x="41" y="79"/>
                  <a:pt x="49" y="83"/>
                  <a:pt x="49" y="83"/>
                </a:cubicBezTo>
                <a:moveTo>
                  <a:pt x="88" y="35"/>
                </a:moveTo>
                <a:cubicBezTo>
                  <a:pt x="84" y="33"/>
                  <a:pt x="75" y="30"/>
                  <a:pt x="68" y="28"/>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3" name="Freeform 46">
            <a:extLst>
              <a:ext uri="{FF2B5EF4-FFF2-40B4-BE49-F238E27FC236}">
                <a16:creationId xmlns:a16="http://schemas.microsoft.com/office/drawing/2014/main" id="{2C393B43-3FC8-4BB1-91CF-275B57A13303}"/>
              </a:ext>
            </a:extLst>
          </p:cNvPr>
          <p:cNvSpPr>
            <a:spLocks noEditPoints="1"/>
          </p:cNvSpPr>
          <p:nvPr/>
        </p:nvSpPr>
        <p:spPr bwMode="auto">
          <a:xfrm>
            <a:off x="2725360" y="2856799"/>
            <a:ext cx="514178" cy="408747"/>
          </a:xfrm>
          <a:custGeom>
            <a:avLst/>
            <a:gdLst>
              <a:gd name="T0" fmla="*/ 158 w 158"/>
              <a:gd name="T1" fmla="*/ 126 h 126"/>
              <a:gd name="T2" fmla="*/ 0 w 158"/>
              <a:gd name="T3" fmla="*/ 126 h 126"/>
              <a:gd name="T4" fmla="*/ 39 w 158"/>
              <a:gd name="T5" fmla="*/ 93 h 126"/>
              <a:gd name="T6" fmla="*/ 17 w 158"/>
              <a:gd name="T7" fmla="*/ 93 h 126"/>
              <a:gd name="T8" fmla="*/ 17 w 158"/>
              <a:gd name="T9" fmla="*/ 126 h 126"/>
              <a:gd name="T10" fmla="*/ 39 w 158"/>
              <a:gd name="T11" fmla="*/ 126 h 126"/>
              <a:gd name="T12" fmla="*/ 39 w 158"/>
              <a:gd name="T13" fmla="*/ 93 h 126"/>
              <a:gd name="T14" fmla="*/ 73 w 158"/>
              <a:gd name="T15" fmla="*/ 59 h 126"/>
              <a:gd name="T16" fmla="*/ 51 w 158"/>
              <a:gd name="T17" fmla="*/ 59 h 126"/>
              <a:gd name="T18" fmla="*/ 51 w 158"/>
              <a:gd name="T19" fmla="*/ 126 h 126"/>
              <a:gd name="T20" fmla="*/ 73 w 158"/>
              <a:gd name="T21" fmla="*/ 126 h 126"/>
              <a:gd name="T22" fmla="*/ 73 w 158"/>
              <a:gd name="T23" fmla="*/ 59 h 126"/>
              <a:gd name="T24" fmla="*/ 107 w 158"/>
              <a:gd name="T25" fmla="*/ 74 h 126"/>
              <a:gd name="T26" fmla="*/ 85 w 158"/>
              <a:gd name="T27" fmla="*/ 74 h 126"/>
              <a:gd name="T28" fmla="*/ 85 w 158"/>
              <a:gd name="T29" fmla="*/ 126 h 126"/>
              <a:gd name="T30" fmla="*/ 107 w 158"/>
              <a:gd name="T31" fmla="*/ 126 h 126"/>
              <a:gd name="T32" fmla="*/ 107 w 158"/>
              <a:gd name="T33" fmla="*/ 74 h 126"/>
              <a:gd name="T34" fmla="*/ 141 w 158"/>
              <a:gd name="T35" fmla="*/ 39 h 126"/>
              <a:gd name="T36" fmla="*/ 119 w 158"/>
              <a:gd name="T37" fmla="*/ 39 h 126"/>
              <a:gd name="T38" fmla="*/ 119 w 158"/>
              <a:gd name="T39" fmla="*/ 126 h 126"/>
              <a:gd name="T40" fmla="*/ 141 w 158"/>
              <a:gd name="T41" fmla="*/ 126 h 126"/>
              <a:gd name="T42" fmla="*/ 141 w 158"/>
              <a:gd name="T43" fmla="*/ 39 h 126"/>
              <a:gd name="T44" fmla="*/ 28 w 158"/>
              <a:gd name="T45" fmla="*/ 55 h 126"/>
              <a:gd name="T46" fmla="*/ 22 w 158"/>
              <a:gd name="T47" fmla="*/ 61 h 126"/>
              <a:gd name="T48" fmla="*/ 28 w 158"/>
              <a:gd name="T49" fmla="*/ 68 h 126"/>
              <a:gd name="T50" fmla="*/ 34 w 158"/>
              <a:gd name="T51" fmla="*/ 61 h 126"/>
              <a:gd name="T52" fmla="*/ 28 w 158"/>
              <a:gd name="T53" fmla="*/ 55 h 126"/>
              <a:gd name="T54" fmla="*/ 62 w 158"/>
              <a:gd name="T55" fmla="*/ 23 h 126"/>
              <a:gd name="T56" fmla="*/ 56 w 158"/>
              <a:gd name="T57" fmla="*/ 29 h 126"/>
              <a:gd name="T58" fmla="*/ 62 w 158"/>
              <a:gd name="T59" fmla="*/ 35 h 126"/>
              <a:gd name="T60" fmla="*/ 68 w 158"/>
              <a:gd name="T61" fmla="*/ 29 h 126"/>
              <a:gd name="T62" fmla="*/ 62 w 158"/>
              <a:gd name="T63" fmla="*/ 23 h 126"/>
              <a:gd name="T64" fmla="*/ 96 w 158"/>
              <a:gd name="T65" fmla="*/ 39 h 126"/>
              <a:gd name="T66" fmla="*/ 90 w 158"/>
              <a:gd name="T67" fmla="*/ 45 h 126"/>
              <a:gd name="T68" fmla="*/ 96 w 158"/>
              <a:gd name="T69" fmla="*/ 52 h 126"/>
              <a:gd name="T70" fmla="*/ 102 w 158"/>
              <a:gd name="T71" fmla="*/ 45 h 126"/>
              <a:gd name="T72" fmla="*/ 96 w 158"/>
              <a:gd name="T73" fmla="*/ 39 h 126"/>
              <a:gd name="T74" fmla="*/ 130 w 158"/>
              <a:gd name="T75" fmla="*/ 0 h 126"/>
              <a:gd name="T76" fmla="*/ 123 w 158"/>
              <a:gd name="T77" fmla="*/ 7 h 126"/>
              <a:gd name="T78" fmla="*/ 130 w 158"/>
              <a:gd name="T79" fmla="*/ 13 h 126"/>
              <a:gd name="T80" fmla="*/ 136 w 158"/>
              <a:gd name="T81" fmla="*/ 7 h 126"/>
              <a:gd name="T82" fmla="*/ 130 w 158"/>
              <a:gd name="T83" fmla="*/ 0 h 126"/>
              <a:gd name="T84" fmla="*/ 100 w 158"/>
              <a:gd name="T85" fmla="*/ 41 h 126"/>
              <a:gd name="T86" fmla="*/ 126 w 158"/>
              <a:gd name="T87" fmla="*/ 11 h 126"/>
              <a:gd name="T88" fmla="*/ 67 w 158"/>
              <a:gd name="T89" fmla="*/ 32 h 126"/>
              <a:gd name="T90" fmla="*/ 90 w 158"/>
              <a:gd name="T91" fmla="*/ 43 h 126"/>
              <a:gd name="T92" fmla="*/ 57 w 158"/>
              <a:gd name="T93" fmla="*/ 33 h 126"/>
              <a:gd name="T94" fmla="*/ 32 w 158"/>
              <a:gd name="T95" fmla="*/ 5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126">
                <a:moveTo>
                  <a:pt x="158" y="126"/>
                </a:moveTo>
                <a:cubicBezTo>
                  <a:pt x="0" y="126"/>
                  <a:pt x="0" y="126"/>
                  <a:pt x="0" y="126"/>
                </a:cubicBezTo>
                <a:moveTo>
                  <a:pt x="39" y="93"/>
                </a:moveTo>
                <a:cubicBezTo>
                  <a:pt x="17" y="93"/>
                  <a:pt x="17" y="93"/>
                  <a:pt x="17" y="93"/>
                </a:cubicBezTo>
                <a:cubicBezTo>
                  <a:pt x="17" y="126"/>
                  <a:pt x="17" y="126"/>
                  <a:pt x="17" y="126"/>
                </a:cubicBezTo>
                <a:cubicBezTo>
                  <a:pt x="39" y="126"/>
                  <a:pt x="39" y="126"/>
                  <a:pt x="39" y="126"/>
                </a:cubicBezTo>
                <a:lnTo>
                  <a:pt x="39" y="93"/>
                </a:lnTo>
                <a:close/>
                <a:moveTo>
                  <a:pt x="73" y="59"/>
                </a:moveTo>
                <a:cubicBezTo>
                  <a:pt x="51" y="59"/>
                  <a:pt x="51" y="59"/>
                  <a:pt x="51" y="59"/>
                </a:cubicBezTo>
                <a:cubicBezTo>
                  <a:pt x="51" y="126"/>
                  <a:pt x="51" y="126"/>
                  <a:pt x="51" y="126"/>
                </a:cubicBezTo>
                <a:cubicBezTo>
                  <a:pt x="73" y="126"/>
                  <a:pt x="73" y="126"/>
                  <a:pt x="73" y="126"/>
                </a:cubicBezTo>
                <a:lnTo>
                  <a:pt x="73" y="59"/>
                </a:lnTo>
                <a:close/>
                <a:moveTo>
                  <a:pt x="107" y="74"/>
                </a:moveTo>
                <a:cubicBezTo>
                  <a:pt x="85" y="74"/>
                  <a:pt x="85" y="74"/>
                  <a:pt x="85" y="74"/>
                </a:cubicBezTo>
                <a:cubicBezTo>
                  <a:pt x="85" y="126"/>
                  <a:pt x="85" y="126"/>
                  <a:pt x="85" y="126"/>
                </a:cubicBezTo>
                <a:cubicBezTo>
                  <a:pt x="107" y="126"/>
                  <a:pt x="107" y="126"/>
                  <a:pt x="107" y="126"/>
                </a:cubicBezTo>
                <a:lnTo>
                  <a:pt x="107" y="74"/>
                </a:lnTo>
                <a:close/>
                <a:moveTo>
                  <a:pt x="141" y="39"/>
                </a:moveTo>
                <a:cubicBezTo>
                  <a:pt x="119" y="39"/>
                  <a:pt x="119" y="39"/>
                  <a:pt x="119" y="39"/>
                </a:cubicBezTo>
                <a:cubicBezTo>
                  <a:pt x="119" y="126"/>
                  <a:pt x="119" y="126"/>
                  <a:pt x="119" y="126"/>
                </a:cubicBezTo>
                <a:cubicBezTo>
                  <a:pt x="141" y="126"/>
                  <a:pt x="141" y="126"/>
                  <a:pt x="141" y="126"/>
                </a:cubicBezTo>
                <a:lnTo>
                  <a:pt x="141" y="39"/>
                </a:lnTo>
                <a:close/>
                <a:moveTo>
                  <a:pt x="28" y="55"/>
                </a:moveTo>
                <a:cubicBezTo>
                  <a:pt x="24" y="55"/>
                  <a:pt x="22" y="58"/>
                  <a:pt x="22" y="61"/>
                </a:cubicBezTo>
                <a:cubicBezTo>
                  <a:pt x="22" y="65"/>
                  <a:pt x="24" y="68"/>
                  <a:pt x="28" y="68"/>
                </a:cubicBezTo>
                <a:cubicBezTo>
                  <a:pt x="31" y="68"/>
                  <a:pt x="34" y="65"/>
                  <a:pt x="34" y="61"/>
                </a:cubicBezTo>
                <a:cubicBezTo>
                  <a:pt x="34" y="58"/>
                  <a:pt x="31" y="55"/>
                  <a:pt x="28" y="55"/>
                </a:cubicBezTo>
                <a:close/>
                <a:moveTo>
                  <a:pt x="62" y="23"/>
                </a:moveTo>
                <a:cubicBezTo>
                  <a:pt x="58" y="23"/>
                  <a:pt x="56" y="26"/>
                  <a:pt x="56" y="29"/>
                </a:cubicBezTo>
                <a:cubicBezTo>
                  <a:pt x="56" y="33"/>
                  <a:pt x="58" y="35"/>
                  <a:pt x="62" y="35"/>
                </a:cubicBezTo>
                <a:cubicBezTo>
                  <a:pt x="65" y="35"/>
                  <a:pt x="68" y="33"/>
                  <a:pt x="68" y="29"/>
                </a:cubicBezTo>
                <a:cubicBezTo>
                  <a:pt x="68" y="26"/>
                  <a:pt x="65" y="23"/>
                  <a:pt x="62" y="23"/>
                </a:cubicBezTo>
                <a:close/>
                <a:moveTo>
                  <a:pt x="96" y="39"/>
                </a:moveTo>
                <a:cubicBezTo>
                  <a:pt x="92" y="39"/>
                  <a:pt x="90" y="42"/>
                  <a:pt x="90" y="45"/>
                </a:cubicBezTo>
                <a:cubicBezTo>
                  <a:pt x="90" y="49"/>
                  <a:pt x="92" y="52"/>
                  <a:pt x="96" y="52"/>
                </a:cubicBezTo>
                <a:cubicBezTo>
                  <a:pt x="99" y="52"/>
                  <a:pt x="102" y="49"/>
                  <a:pt x="102" y="45"/>
                </a:cubicBezTo>
                <a:cubicBezTo>
                  <a:pt x="102" y="42"/>
                  <a:pt x="99" y="39"/>
                  <a:pt x="96" y="39"/>
                </a:cubicBezTo>
                <a:close/>
                <a:moveTo>
                  <a:pt x="130" y="0"/>
                </a:moveTo>
                <a:cubicBezTo>
                  <a:pt x="126" y="0"/>
                  <a:pt x="123" y="3"/>
                  <a:pt x="123" y="7"/>
                </a:cubicBezTo>
                <a:cubicBezTo>
                  <a:pt x="123" y="10"/>
                  <a:pt x="126" y="13"/>
                  <a:pt x="130" y="13"/>
                </a:cubicBezTo>
                <a:cubicBezTo>
                  <a:pt x="133" y="13"/>
                  <a:pt x="136" y="10"/>
                  <a:pt x="136" y="7"/>
                </a:cubicBezTo>
                <a:cubicBezTo>
                  <a:pt x="136" y="3"/>
                  <a:pt x="133" y="0"/>
                  <a:pt x="130" y="0"/>
                </a:cubicBezTo>
                <a:close/>
                <a:moveTo>
                  <a:pt x="100" y="41"/>
                </a:moveTo>
                <a:cubicBezTo>
                  <a:pt x="126" y="11"/>
                  <a:pt x="126" y="11"/>
                  <a:pt x="126" y="11"/>
                </a:cubicBezTo>
                <a:moveTo>
                  <a:pt x="67" y="32"/>
                </a:moveTo>
                <a:cubicBezTo>
                  <a:pt x="90" y="43"/>
                  <a:pt x="90" y="43"/>
                  <a:pt x="90" y="43"/>
                </a:cubicBezTo>
                <a:moveTo>
                  <a:pt x="57" y="33"/>
                </a:moveTo>
                <a:cubicBezTo>
                  <a:pt x="32" y="57"/>
                  <a:pt x="32" y="57"/>
                  <a:pt x="32" y="57"/>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4" name="Text Placeholder 17">
            <a:extLst>
              <a:ext uri="{FF2B5EF4-FFF2-40B4-BE49-F238E27FC236}">
                <a16:creationId xmlns:a16="http://schemas.microsoft.com/office/drawing/2014/main" id="{AF670157-602B-43C6-9083-73BEDEE64730}"/>
              </a:ext>
            </a:extLst>
          </p:cNvPr>
          <p:cNvSpPr txBox="1">
            <a:spLocks/>
          </p:cNvSpPr>
          <p:nvPr/>
        </p:nvSpPr>
        <p:spPr>
          <a:xfrm>
            <a:off x="2055814"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55" name="Text Placeholder 21">
            <a:extLst>
              <a:ext uri="{FF2B5EF4-FFF2-40B4-BE49-F238E27FC236}">
                <a16:creationId xmlns:a16="http://schemas.microsoft.com/office/drawing/2014/main" id="{AC999C33-D935-416A-8C8F-D76439ED34F0}"/>
              </a:ext>
            </a:extLst>
          </p:cNvPr>
          <p:cNvSpPr txBox="1">
            <a:spLocks/>
          </p:cNvSpPr>
          <p:nvPr/>
        </p:nvSpPr>
        <p:spPr>
          <a:xfrm>
            <a:off x="2028627"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01</a:t>
            </a:r>
          </a:p>
        </p:txBody>
      </p:sp>
      <p:sp>
        <p:nvSpPr>
          <p:cNvPr id="56" name="Text Placeholder 17">
            <a:extLst>
              <a:ext uri="{FF2B5EF4-FFF2-40B4-BE49-F238E27FC236}">
                <a16:creationId xmlns:a16="http://schemas.microsoft.com/office/drawing/2014/main" id="{59F55E1C-6031-4099-9438-D79AC8C6D156}"/>
              </a:ext>
            </a:extLst>
          </p:cNvPr>
          <p:cNvSpPr txBox="1">
            <a:spLocks/>
          </p:cNvSpPr>
          <p:nvPr/>
        </p:nvSpPr>
        <p:spPr>
          <a:xfrm>
            <a:off x="4182881"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57" name="Text Placeholder 21">
            <a:extLst>
              <a:ext uri="{FF2B5EF4-FFF2-40B4-BE49-F238E27FC236}">
                <a16:creationId xmlns:a16="http://schemas.microsoft.com/office/drawing/2014/main" id="{8B16D518-19EB-4BEC-97FB-299173A41D45}"/>
              </a:ext>
            </a:extLst>
          </p:cNvPr>
          <p:cNvSpPr txBox="1">
            <a:spLocks/>
          </p:cNvSpPr>
          <p:nvPr/>
        </p:nvSpPr>
        <p:spPr>
          <a:xfrm>
            <a:off x="4155694"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02</a:t>
            </a:r>
          </a:p>
        </p:txBody>
      </p:sp>
      <p:sp>
        <p:nvSpPr>
          <p:cNvPr id="58" name="Text Placeholder 17">
            <a:extLst>
              <a:ext uri="{FF2B5EF4-FFF2-40B4-BE49-F238E27FC236}">
                <a16:creationId xmlns:a16="http://schemas.microsoft.com/office/drawing/2014/main" id="{5553D67A-D10A-44AA-ABA6-3CCA7CA5FA33}"/>
              </a:ext>
            </a:extLst>
          </p:cNvPr>
          <p:cNvSpPr txBox="1">
            <a:spLocks/>
          </p:cNvSpPr>
          <p:nvPr/>
        </p:nvSpPr>
        <p:spPr>
          <a:xfrm>
            <a:off x="6292168"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59" name="Text Placeholder 21">
            <a:extLst>
              <a:ext uri="{FF2B5EF4-FFF2-40B4-BE49-F238E27FC236}">
                <a16:creationId xmlns:a16="http://schemas.microsoft.com/office/drawing/2014/main" id="{6D3A0D17-4DF9-4A04-A8C4-687DEECCCE20}"/>
              </a:ext>
            </a:extLst>
          </p:cNvPr>
          <p:cNvSpPr txBox="1">
            <a:spLocks/>
          </p:cNvSpPr>
          <p:nvPr/>
        </p:nvSpPr>
        <p:spPr>
          <a:xfrm>
            <a:off x="6264981"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03</a:t>
            </a:r>
          </a:p>
        </p:txBody>
      </p:sp>
      <p:sp>
        <p:nvSpPr>
          <p:cNvPr id="60" name="Text Placeholder 17">
            <a:extLst>
              <a:ext uri="{FF2B5EF4-FFF2-40B4-BE49-F238E27FC236}">
                <a16:creationId xmlns:a16="http://schemas.microsoft.com/office/drawing/2014/main" id="{A87F4EEB-1A04-452E-887C-A28B32C37BD0}"/>
              </a:ext>
            </a:extLst>
          </p:cNvPr>
          <p:cNvSpPr txBox="1">
            <a:spLocks/>
          </p:cNvSpPr>
          <p:nvPr/>
        </p:nvSpPr>
        <p:spPr>
          <a:xfrm>
            <a:off x="8446421"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61" name="Text Placeholder 21">
            <a:extLst>
              <a:ext uri="{FF2B5EF4-FFF2-40B4-BE49-F238E27FC236}">
                <a16:creationId xmlns:a16="http://schemas.microsoft.com/office/drawing/2014/main" id="{EEE99CAC-3FCD-40E1-8A0D-3E5699488AF6}"/>
              </a:ext>
            </a:extLst>
          </p:cNvPr>
          <p:cNvSpPr txBox="1">
            <a:spLocks/>
          </p:cNvSpPr>
          <p:nvPr/>
        </p:nvSpPr>
        <p:spPr>
          <a:xfrm>
            <a:off x="8419234"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04</a:t>
            </a:r>
          </a:p>
        </p:txBody>
      </p:sp>
    </p:spTree>
    <p:extLst>
      <p:ext uri="{BB962C8B-B14F-4D97-AF65-F5344CB8AC3E}">
        <p14:creationId xmlns:p14="http://schemas.microsoft.com/office/powerpoint/2010/main" val="79192867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1750"/>
                                            <p:tgtEl>
                                              <p:spTgt spid="4"/>
                                            </p:tgtEl>
                                          </p:cBhvr>
                                        </p:animEffect>
                                      </p:childTnLst>
                                    </p:cTn>
                                  </p:par>
                                  <p:par>
                                    <p:cTn id="8" presetID="53" presetClass="entr" presetSubtype="16"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 calcmode="lin" valueType="num">
                                          <p:cBhvr>
                                            <p:cTn id="10" dur="500" fill="hold"/>
                                            <p:tgtEl>
                                              <p:spTgt spid="29"/>
                                            </p:tgtEl>
                                            <p:attrNameLst>
                                              <p:attrName>ppt_w</p:attrName>
                                            </p:attrNameLst>
                                          </p:cBhvr>
                                          <p:tavLst>
                                            <p:tav tm="0">
                                              <p:val>
                                                <p:fltVal val="0"/>
                                              </p:val>
                                            </p:tav>
                                            <p:tav tm="100000">
                                              <p:val>
                                                <p:strVal val="#ppt_w"/>
                                              </p:val>
                                            </p:tav>
                                          </p:tavLst>
                                        </p:anim>
                                        <p:anim calcmode="lin" valueType="num">
                                          <p:cBhvr>
                                            <p:cTn id="11" dur="500" fill="hold"/>
                                            <p:tgtEl>
                                              <p:spTgt spid="29"/>
                                            </p:tgtEl>
                                            <p:attrNameLst>
                                              <p:attrName>ppt_h</p:attrName>
                                            </p:attrNameLst>
                                          </p:cBhvr>
                                          <p:tavLst>
                                            <p:tav tm="0">
                                              <p:val>
                                                <p:fltVal val="0"/>
                                              </p:val>
                                            </p:tav>
                                            <p:tav tm="100000">
                                              <p:val>
                                                <p:strVal val="#ppt_h"/>
                                              </p:val>
                                            </p:tav>
                                          </p:tavLst>
                                        </p:anim>
                                        <p:animEffect transition="in" filter="fade">
                                          <p:cBhvr>
                                            <p:cTn id="12" dur="500"/>
                                            <p:tgtEl>
                                              <p:spTgt spid="29"/>
                                            </p:tgtEl>
                                          </p:cBhvr>
                                        </p:animEffect>
                                      </p:childTnLst>
                                    </p:cTn>
                                  </p:par>
                                  <p:par>
                                    <p:cTn id="13" presetID="53" presetClass="entr" presetSubtype="16" fill="hold" nodeType="withEffect">
                                      <p:stCondLst>
                                        <p:cond delay="150"/>
                                      </p:stCondLst>
                                      <p:childTnLst>
                                        <p:set>
                                          <p:cBhvr>
                                            <p:cTn id="14" dur="1" fill="hold">
                                              <p:stCondLst>
                                                <p:cond delay="0"/>
                                              </p:stCondLst>
                                            </p:cTn>
                                            <p:tgtEl>
                                              <p:spTgt spid="67"/>
                                            </p:tgtEl>
                                            <p:attrNameLst>
                                              <p:attrName>style.visibility</p:attrName>
                                            </p:attrNameLst>
                                          </p:cBhvr>
                                          <p:to>
                                            <p:strVal val="visible"/>
                                          </p:to>
                                        </p:set>
                                        <p:anim calcmode="lin" valueType="num">
                                          <p:cBhvr>
                                            <p:cTn id="15" dur="500" fill="hold"/>
                                            <p:tgtEl>
                                              <p:spTgt spid="67"/>
                                            </p:tgtEl>
                                            <p:attrNameLst>
                                              <p:attrName>ppt_w</p:attrName>
                                            </p:attrNameLst>
                                          </p:cBhvr>
                                          <p:tavLst>
                                            <p:tav tm="0">
                                              <p:val>
                                                <p:fltVal val="0"/>
                                              </p:val>
                                            </p:tav>
                                            <p:tav tm="100000">
                                              <p:val>
                                                <p:strVal val="#ppt_w"/>
                                              </p:val>
                                            </p:tav>
                                          </p:tavLst>
                                        </p:anim>
                                        <p:anim calcmode="lin" valueType="num">
                                          <p:cBhvr>
                                            <p:cTn id="16" dur="500" fill="hold"/>
                                            <p:tgtEl>
                                              <p:spTgt spid="67"/>
                                            </p:tgtEl>
                                            <p:attrNameLst>
                                              <p:attrName>ppt_h</p:attrName>
                                            </p:attrNameLst>
                                          </p:cBhvr>
                                          <p:tavLst>
                                            <p:tav tm="0">
                                              <p:val>
                                                <p:fltVal val="0"/>
                                              </p:val>
                                            </p:tav>
                                            <p:tav tm="100000">
                                              <p:val>
                                                <p:strVal val="#ppt_h"/>
                                              </p:val>
                                            </p:tav>
                                          </p:tavLst>
                                        </p:anim>
                                        <p:animEffect transition="in" filter="fade">
                                          <p:cBhvr>
                                            <p:cTn id="17" dur="500"/>
                                            <p:tgtEl>
                                              <p:spTgt spid="67"/>
                                            </p:tgtEl>
                                          </p:cBhvr>
                                        </p:animEffect>
                                      </p:childTnLst>
                                    </p:cTn>
                                  </p:par>
                                  <p:par>
                                    <p:cTn id="18" presetID="53" presetClass="entr" presetSubtype="16" fill="hold" nodeType="withEffect">
                                      <p:stCondLst>
                                        <p:cond delay="300"/>
                                      </p:stCondLst>
                                      <p:childTnLst>
                                        <p:set>
                                          <p:cBhvr>
                                            <p:cTn id="19" dur="1" fill="hold">
                                              <p:stCondLst>
                                                <p:cond delay="0"/>
                                              </p:stCondLst>
                                            </p:cTn>
                                            <p:tgtEl>
                                              <p:spTgt spid="33"/>
                                            </p:tgtEl>
                                            <p:attrNameLst>
                                              <p:attrName>style.visibility</p:attrName>
                                            </p:attrNameLst>
                                          </p:cBhvr>
                                          <p:to>
                                            <p:strVal val="visible"/>
                                          </p:to>
                                        </p:set>
                                        <p:anim calcmode="lin" valueType="num">
                                          <p:cBhvr>
                                            <p:cTn id="20" dur="500" fill="hold"/>
                                            <p:tgtEl>
                                              <p:spTgt spid="33"/>
                                            </p:tgtEl>
                                            <p:attrNameLst>
                                              <p:attrName>ppt_w</p:attrName>
                                            </p:attrNameLst>
                                          </p:cBhvr>
                                          <p:tavLst>
                                            <p:tav tm="0">
                                              <p:val>
                                                <p:fltVal val="0"/>
                                              </p:val>
                                            </p:tav>
                                            <p:tav tm="100000">
                                              <p:val>
                                                <p:strVal val="#ppt_w"/>
                                              </p:val>
                                            </p:tav>
                                          </p:tavLst>
                                        </p:anim>
                                        <p:anim calcmode="lin" valueType="num">
                                          <p:cBhvr>
                                            <p:cTn id="21" dur="500" fill="hold"/>
                                            <p:tgtEl>
                                              <p:spTgt spid="33"/>
                                            </p:tgtEl>
                                            <p:attrNameLst>
                                              <p:attrName>ppt_h</p:attrName>
                                            </p:attrNameLst>
                                          </p:cBhvr>
                                          <p:tavLst>
                                            <p:tav tm="0">
                                              <p:val>
                                                <p:fltVal val="0"/>
                                              </p:val>
                                            </p:tav>
                                            <p:tav tm="100000">
                                              <p:val>
                                                <p:strVal val="#ppt_h"/>
                                              </p:val>
                                            </p:tav>
                                          </p:tavLst>
                                        </p:anim>
                                        <p:animEffect transition="in" filter="fade">
                                          <p:cBhvr>
                                            <p:cTn id="22" dur="500"/>
                                            <p:tgtEl>
                                              <p:spTgt spid="33"/>
                                            </p:tgtEl>
                                          </p:cBhvr>
                                        </p:animEffect>
                                      </p:childTnLst>
                                    </p:cTn>
                                  </p:par>
                                  <p:par>
                                    <p:cTn id="23" presetID="53" presetClass="entr" presetSubtype="16" fill="hold" nodeType="withEffect">
                                      <p:stCondLst>
                                        <p:cond delay="450"/>
                                      </p:stCondLst>
                                      <p:childTnLst>
                                        <p:set>
                                          <p:cBhvr>
                                            <p:cTn id="24" dur="1" fill="hold">
                                              <p:stCondLst>
                                                <p:cond delay="0"/>
                                              </p:stCondLst>
                                            </p:cTn>
                                            <p:tgtEl>
                                              <p:spTgt spid="70"/>
                                            </p:tgtEl>
                                            <p:attrNameLst>
                                              <p:attrName>style.visibility</p:attrName>
                                            </p:attrNameLst>
                                          </p:cBhvr>
                                          <p:to>
                                            <p:strVal val="visible"/>
                                          </p:to>
                                        </p:set>
                                        <p:anim calcmode="lin" valueType="num">
                                          <p:cBhvr>
                                            <p:cTn id="25" dur="500" fill="hold"/>
                                            <p:tgtEl>
                                              <p:spTgt spid="70"/>
                                            </p:tgtEl>
                                            <p:attrNameLst>
                                              <p:attrName>ppt_w</p:attrName>
                                            </p:attrNameLst>
                                          </p:cBhvr>
                                          <p:tavLst>
                                            <p:tav tm="0">
                                              <p:val>
                                                <p:fltVal val="0"/>
                                              </p:val>
                                            </p:tav>
                                            <p:tav tm="100000">
                                              <p:val>
                                                <p:strVal val="#ppt_w"/>
                                              </p:val>
                                            </p:tav>
                                          </p:tavLst>
                                        </p:anim>
                                        <p:anim calcmode="lin" valueType="num">
                                          <p:cBhvr>
                                            <p:cTn id="26" dur="500" fill="hold"/>
                                            <p:tgtEl>
                                              <p:spTgt spid="70"/>
                                            </p:tgtEl>
                                            <p:attrNameLst>
                                              <p:attrName>ppt_h</p:attrName>
                                            </p:attrNameLst>
                                          </p:cBhvr>
                                          <p:tavLst>
                                            <p:tav tm="0">
                                              <p:val>
                                                <p:fltVal val="0"/>
                                              </p:val>
                                            </p:tav>
                                            <p:tav tm="100000">
                                              <p:val>
                                                <p:strVal val="#ppt_h"/>
                                              </p:val>
                                            </p:tav>
                                          </p:tavLst>
                                        </p:anim>
                                        <p:animEffect transition="in" filter="fade">
                                          <p:cBhvr>
                                            <p:cTn id="27" dur="500"/>
                                            <p:tgtEl>
                                              <p:spTgt spid="70"/>
                                            </p:tgtEl>
                                          </p:cBhvr>
                                        </p:animEffect>
                                      </p:childTnLst>
                                    </p:cTn>
                                  </p:par>
                                  <p:par>
                                    <p:cTn id="28" presetID="53" presetClass="entr" presetSubtype="16" fill="hold" nodeType="withEffect">
                                      <p:stCondLst>
                                        <p:cond delay="600"/>
                                      </p:stCondLst>
                                      <p:childTnLst>
                                        <p:set>
                                          <p:cBhvr>
                                            <p:cTn id="29" dur="1" fill="hold">
                                              <p:stCondLst>
                                                <p:cond delay="0"/>
                                              </p:stCondLst>
                                            </p:cTn>
                                            <p:tgtEl>
                                              <p:spTgt spid="37"/>
                                            </p:tgtEl>
                                            <p:attrNameLst>
                                              <p:attrName>style.visibility</p:attrName>
                                            </p:attrNameLst>
                                          </p:cBhvr>
                                          <p:to>
                                            <p:strVal val="visible"/>
                                          </p:to>
                                        </p:set>
                                        <p:anim calcmode="lin" valueType="num">
                                          <p:cBhvr>
                                            <p:cTn id="30" dur="500" fill="hold"/>
                                            <p:tgtEl>
                                              <p:spTgt spid="37"/>
                                            </p:tgtEl>
                                            <p:attrNameLst>
                                              <p:attrName>ppt_w</p:attrName>
                                            </p:attrNameLst>
                                          </p:cBhvr>
                                          <p:tavLst>
                                            <p:tav tm="0">
                                              <p:val>
                                                <p:fltVal val="0"/>
                                              </p:val>
                                            </p:tav>
                                            <p:tav tm="100000">
                                              <p:val>
                                                <p:strVal val="#ppt_w"/>
                                              </p:val>
                                            </p:tav>
                                          </p:tavLst>
                                        </p:anim>
                                        <p:anim calcmode="lin" valueType="num">
                                          <p:cBhvr>
                                            <p:cTn id="31" dur="500" fill="hold"/>
                                            <p:tgtEl>
                                              <p:spTgt spid="37"/>
                                            </p:tgtEl>
                                            <p:attrNameLst>
                                              <p:attrName>ppt_h</p:attrName>
                                            </p:attrNameLst>
                                          </p:cBhvr>
                                          <p:tavLst>
                                            <p:tav tm="0">
                                              <p:val>
                                                <p:fltVal val="0"/>
                                              </p:val>
                                            </p:tav>
                                            <p:tav tm="100000">
                                              <p:val>
                                                <p:strVal val="#ppt_h"/>
                                              </p:val>
                                            </p:tav>
                                          </p:tavLst>
                                        </p:anim>
                                        <p:animEffect transition="in" filter="fade">
                                          <p:cBhvr>
                                            <p:cTn id="32" dur="500"/>
                                            <p:tgtEl>
                                              <p:spTgt spid="37"/>
                                            </p:tgtEl>
                                          </p:cBhvr>
                                        </p:animEffect>
                                      </p:childTnLst>
                                    </p:cTn>
                                  </p:par>
                                  <p:par>
                                    <p:cTn id="33" presetID="53" presetClass="entr" presetSubtype="16" fill="hold" nodeType="withEffect">
                                      <p:stCondLst>
                                        <p:cond delay="750"/>
                                      </p:stCondLst>
                                      <p:childTnLst>
                                        <p:set>
                                          <p:cBhvr>
                                            <p:cTn id="34" dur="1" fill="hold">
                                              <p:stCondLst>
                                                <p:cond delay="0"/>
                                              </p:stCondLst>
                                            </p:cTn>
                                            <p:tgtEl>
                                              <p:spTgt spid="73"/>
                                            </p:tgtEl>
                                            <p:attrNameLst>
                                              <p:attrName>style.visibility</p:attrName>
                                            </p:attrNameLst>
                                          </p:cBhvr>
                                          <p:to>
                                            <p:strVal val="visible"/>
                                          </p:to>
                                        </p:set>
                                        <p:anim calcmode="lin" valueType="num">
                                          <p:cBhvr>
                                            <p:cTn id="35" dur="500" fill="hold"/>
                                            <p:tgtEl>
                                              <p:spTgt spid="73"/>
                                            </p:tgtEl>
                                            <p:attrNameLst>
                                              <p:attrName>ppt_w</p:attrName>
                                            </p:attrNameLst>
                                          </p:cBhvr>
                                          <p:tavLst>
                                            <p:tav tm="0">
                                              <p:val>
                                                <p:fltVal val="0"/>
                                              </p:val>
                                            </p:tav>
                                            <p:tav tm="100000">
                                              <p:val>
                                                <p:strVal val="#ppt_w"/>
                                              </p:val>
                                            </p:tav>
                                          </p:tavLst>
                                        </p:anim>
                                        <p:anim calcmode="lin" valueType="num">
                                          <p:cBhvr>
                                            <p:cTn id="36" dur="500" fill="hold"/>
                                            <p:tgtEl>
                                              <p:spTgt spid="73"/>
                                            </p:tgtEl>
                                            <p:attrNameLst>
                                              <p:attrName>ppt_h</p:attrName>
                                            </p:attrNameLst>
                                          </p:cBhvr>
                                          <p:tavLst>
                                            <p:tav tm="0">
                                              <p:val>
                                                <p:fltVal val="0"/>
                                              </p:val>
                                            </p:tav>
                                            <p:tav tm="100000">
                                              <p:val>
                                                <p:strVal val="#ppt_h"/>
                                              </p:val>
                                            </p:tav>
                                          </p:tavLst>
                                        </p:anim>
                                        <p:animEffect transition="in" filter="fade">
                                          <p:cBhvr>
                                            <p:cTn id="37" dur="500"/>
                                            <p:tgtEl>
                                              <p:spTgt spid="73"/>
                                            </p:tgtEl>
                                          </p:cBhvr>
                                        </p:animEffect>
                                      </p:childTnLst>
                                    </p:cTn>
                                  </p:par>
                                  <p:par>
                                    <p:cTn id="38" presetID="53" presetClass="entr" presetSubtype="16" fill="hold" nodeType="withEffect">
                                      <p:stCondLst>
                                        <p:cond delay="900"/>
                                      </p:stCondLst>
                                      <p:childTnLst>
                                        <p:set>
                                          <p:cBhvr>
                                            <p:cTn id="39" dur="1" fill="hold">
                                              <p:stCondLst>
                                                <p:cond delay="0"/>
                                              </p:stCondLst>
                                            </p:cTn>
                                            <p:tgtEl>
                                              <p:spTgt spid="41"/>
                                            </p:tgtEl>
                                            <p:attrNameLst>
                                              <p:attrName>style.visibility</p:attrName>
                                            </p:attrNameLst>
                                          </p:cBhvr>
                                          <p:to>
                                            <p:strVal val="visible"/>
                                          </p:to>
                                        </p:set>
                                        <p:anim calcmode="lin" valueType="num">
                                          <p:cBhvr>
                                            <p:cTn id="40" dur="500" fill="hold"/>
                                            <p:tgtEl>
                                              <p:spTgt spid="41"/>
                                            </p:tgtEl>
                                            <p:attrNameLst>
                                              <p:attrName>ppt_w</p:attrName>
                                            </p:attrNameLst>
                                          </p:cBhvr>
                                          <p:tavLst>
                                            <p:tav tm="0">
                                              <p:val>
                                                <p:fltVal val="0"/>
                                              </p:val>
                                            </p:tav>
                                            <p:tav tm="100000">
                                              <p:val>
                                                <p:strVal val="#ppt_w"/>
                                              </p:val>
                                            </p:tav>
                                          </p:tavLst>
                                        </p:anim>
                                        <p:anim calcmode="lin" valueType="num">
                                          <p:cBhvr>
                                            <p:cTn id="41" dur="500" fill="hold"/>
                                            <p:tgtEl>
                                              <p:spTgt spid="41"/>
                                            </p:tgtEl>
                                            <p:attrNameLst>
                                              <p:attrName>ppt_h</p:attrName>
                                            </p:attrNameLst>
                                          </p:cBhvr>
                                          <p:tavLst>
                                            <p:tav tm="0">
                                              <p:val>
                                                <p:fltVal val="0"/>
                                              </p:val>
                                            </p:tav>
                                            <p:tav tm="100000">
                                              <p:val>
                                                <p:strVal val="#ppt_h"/>
                                              </p:val>
                                            </p:tav>
                                          </p:tavLst>
                                        </p:anim>
                                        <p:animEffect transition="in" filter="fade">
                                          <p:cBhvr>
                                            <p:cTn id="42" dur="500"/>
                                            <p:tgtEl>
                                              <p:spTgt spid="41"/>
                                            </p:tgtEl>
                                          </p:cBhvr>
                                        </p:animEffect>
                                      </p:childTnLst>
                                    </p:cTn>
                                  </p:par>
                                  <p:par>
                                    <p:cTn id="43" presetID="53" presetClass="entr" presetSubtype="16" fill="hold" nodeType="withEffect">
                                      <p:stCondLst>
                                        <p:cond delay="1050"/>
                                      </p:stCondLst>
                                      <p:childTnLst>
                                        <p:set>
                                          <p:cBhvr>
                                            <p:cTn id="44" dur="1" fill="hold">
                                              <p:stCondLst>
                                                <p:cond delay="0"/>
                                              </p:stCondLst>
                                            </p:cTn>
                                            <p:tgtEl>
                                              <p:spTgt spid="76"/>
                                            </p:tgtEl>
                                            <p:attrNameLst>
                                              <p:attrName>style.visibility</p:attrName>
                                            </p:attrNameLst>
                                          </p:cBhvr>
                                          <p:to>
                                            <p:strVal val="visible"/>
                                          </p:to>
                                        </p:set>
                                        <p:anim calcmode="lin" valueType="num">
                                          <p:cBhvr>
                                            <p:cTn id="45" dur="500" fill="hold"/>
                                            <p:tgtEl>
                                              <p:spTgt spid="76"/>
                                            </p:tgtEl>
                                            <p:attrNameLst>
                                              <p:attrName>ppt_w</p:attrName>
                                            </p:attrNameLst>
                                          </p:cBhvr>
                                          <p:tavLst>
                                            <p:tav tm="0">
                                              <p:val>
                                                <p:fltVal val="0"/>
                                              </p:val>
                                            </p:tav>
                                            <p:tav tm="100000">
                                              <p:val>
                                                <p:strVal val="#ppt_w"/>
                                              </p:val>
                                            </p:tav>
                                          </p:tavLst>
                                        </p:anim>
                                        <p:anim calcmode="lin" valueType="num">
                                          <p:cBhvr>
                                            <p:cTn id="46" dur="500" fill="hold"/>
                                            <p:tgtEl>
                                              <p:spTgt spid="76"/>
                                            </p:tgtEl>
                                            <p:attrNameLst>
                                              <p:attrName>ppt_h</p:attrName>
                                            </p:attrNameLst>
                                          </p:cBhvr>
                                          <p:tavLst>
                                            <p:tav tm="0">
                                              <p:val>
                                                <p:fltVal val="0"/>
                                              </p:val>
                                            </p:tav>
                                            <p:tav tm="100000">
                                              <p:val>
                                                <p:strVal val="#ppt_h"/>
                                              </p:val>
                                            </p:tav>
                                          </p:tavLst>
                                        </p:anim>
                                        <p:animEffect transition="in" filter="fade">
                                          <p:cBhvr>
                                            <p:cTn id="47" dur="500"/>
                                            <p:tgtEl>
                                              <p:spTgt spid="76"/>
                                            </p:tgtEl>
                                          </p:cBhvr>
                                        </p:animEffect>
                                      </p:childTnLst>
                                    </p:cTn>
                                  </p:par>
                                  <p:par>
                                    <p:cTn id="48" presetID="53" presetClass="entr" presetSubtype="16" fill="hold" grpId="0" nodeType="withEffect">
                                      <p:stCondLst>
                                        <p:cond delay="250"/>
                                      </p:stCondLst>
                                      <p:childTnLst>
                                        <p:set>
                                          <p:cBhvr>
                                            <p:cTn id="49" dur="1" fill="hold">
                                              <p:stCondLst>
                                                <p:cond delay="0"/>
                                              </p:stCondLst>
                                            </p:cTn>
                                            <p:tgtEl>
                                              <p:spTgt spid="53"/>
                                            </p:tgtEl>
                                            <p:attrNameLst>
                                              <p:attrName>style.visibility</p:attrName>
                                            </p:attrNameLst>
                                          </p:cBhvr>
                                          <p:to>
                                            <p:strVal val="visible"/>
                                          </p:to>
                                        </p:set>
                                        <p:anim calcmode="lin" valueType="num">
                                          <p:cBhvr>
                                            <p:cTn id="50" dur="500" fill="hold"/>
                                            <p:tgtEl>
                                              <p:spTgt spid="53"/>
                                            </p:tgtEl>
                                            <p:attrNameLst>
                                              <p:attrName>ppt_w</p:attrName>
                                            </p:attrNameLst>
                                          </p:cBhvr>
                                          <p:tavLst>
                                            <p:tav tm="0">
                                              <p:val>
                                                <p:fltVal val="0"/>
                                              </p:val>
                                            </p:tav>
                                            <p:tav tm="100000">
                                              <p:val>
                                                <p:strVal val="#ppt_w"/>
                                              </p:val>
                                            </p:tav>
                                          </p:tavLst>
                                        </p:anim>
                                        <p:anim calcmode="lin" valueType="num">
                                          <p:cBhvr>
                                            <p:cTn id="51" dur="500" fill="hold"/>
                                            <p:tgtEl>
                                              <p:spTgt spid="53"/>
                                            </p:tgtEl>
                                            <p:attrNameLst>
                                              <p:attrName>ppt_h</p:attrName>
                                            </p:attrNameLst>
                                          </p:cBhvr>
                                          <p:tavLst>
                                            <p:tav tm="0">
                                              <p:val>
                                                <p:fltVal val="0"/>
                                              </p:val>
                                            </p:tav>
                                            <p:tav tm="100000">
                                              <p:val>
                                                <p:strVal val="#ppt_h"/>
                                              </p:val>
                                            </p:tav>
                                          </p:tavLst>
                                        </p:anim>
                                        <p:animEffect transition="in" filter="fade">
                                          <p:cBhvr>
                                            <p:cTn id="52" dur="500"/>
                                            <p:tgtEl>
                                              <p:spTgt spid="53"/>
                                            </p:tgtEl>
                                          </p:cBhvr>
                                        </p:animEffect>
                                      </p:childTnLst>
                                    </p:cTn>
                                  </p:par>
                                  <p:par>
                                    <p:cTn id="53" presetID="53" presetClass="entr" presetSubtype="16" fill="hold" grpId="0" nodeType="withEffect">
                                      <p:stCondLst>
                                        <p:cond delay="550"/>
                                      </p:stCondLst>
                                      <p:childTnLst>
                                        <p:set>
                                          <p:cBhvr>
                                            <p:cTn id="54" dur="1" fill="hold">
                                              <p:stCondLst>
                                                <p:cond delay="0"/>
                                              </p:stCondLst>
                                            </p:cTn>
                                            <p:tgtEl>
                                              <p:spTgt spid="52"/>
                                            </p:tgtEl>
                                            <p:attrNameLst>
                                              <p:attrName>style.visibility</p:attrName>
                                            </p:attrNameLst>
                                          </p:cBhvr>
                                          <p:to>
                                            <p:strVal val="visible"/>
                                          </p:to>
                                        </p:set>
                                        <p:anim calcmode="lin" valueType="num">
                                          <p:cBhvr>
                                            <p:cTn id="55" dur="500" fill="hold"/>
                                            <p:tgtEl>
                                              <p:spTgt spid="52"/>
                                            </p:tgtEl>
                                            <p:attrNameLst>
                                              <p:attrName>ppt_w</p:attrName>
                                            </p:attrNameLst>
                                          </p:cBhvr>
                                          <p:tavLst>
                                            <p:tav tm="0">
                                              <p:val>
                                                <p:fltVal val="0"/>
                                              </p:val>
                                            </p:tav>
                                            <p:tav tm="100000">
                                              <p:val>
                                                <p:strVal val="#ppt_w"/>
                                              </p:val>
                                            </p:tav>
                                          </p:tavLst>
                                        </p:anim>
                                        <p:anim calcmode="lin" valueType="num">
                                          <p:cBhvr>
                                            <p:cTn id="56" dur="500" fill="hold"/>
                                            <p:tgtEl>
                                              <p:spTgt spid="52"/>
                                            </p:tgtEl>
                                            <p:attrNameLst>
                                              <p:attrName>ppt_h</p:attrName>
                                            </p:attrNameLst>
                                          </p:cBhvr>
                                          <p:tavLst>
                                            <p:tav tm="0">
                                              <p:val>
                                                <p:fltVal val="0"/>
                                              </p:val>
                                            </p:tav>
                                            <p:tav tm="100000">
                                              <p:val>
                                                <p:strVal val="#ppt_h"/>
                                              </p:val>
                                            </p:tav>
                                          </p:tavLst>
                                        </p:anim>
                                        <p:animEffect transition="in" filter="fade">
                                          <p:cBhvr>
                                            <p:cTn id="57" dur="500"/>
                                            <p:tgtEl>
                                              <p:spTgt spid="52"/>
                                            </p:tgtEl>
                                          </p:cBhvr>
                                        </p:animEffect>
                                      </p:childTnLst>
                                    </p:cTn>
                                  </p:par>
                                  <p:par>
                                    <p:cTn id="58" presetID="53" presetClass="entr" presetSubtype="16" fill="hold" grpId="0" nodeType="withEffect">
                                      <p:stCondLst>
                                        <p:cond delay="850"/>
                                      </p:stCondLst>
                                      <p:childTnLst>
                                        <p:set>
                                          <p:cBhvr>
                                            <p:cTn id="59" dur="1" fill="hold">
                                              <p:stCondLst>
                                                <p:cond delay="0"/>
                                              </p:stCondLst>
                                            </p:cTn>
                                            <p:tgtEl>
                                              <p:spTgt spid="50"/>
                                            </p:tgtEl>
                                            <p:attrNameLst>
                                              <p:attrName>style.visibility</p:attrName>
                                            </p:attrNameLst>
                                          </p:cBhvr>
                                          <p:to>
                                            <p:strVal val="visible"/>
                                          </p:to>
                                        </p:set>
                                        <p:anim calcmode="lin" valueType="num">
                                          <p:cBhvr>
                                            <p:cTn id="60" dur="500" fill="hold"/>
                                            <p:tgtEl>
                                              <p:spTgt spid="50"/>
                                            </p:tgtEl>
                                            <p:attrNameLst>
                                              <p:attrName>ppt_w</p:attrName>
                                            </p:attrNameLst>
                                          </p:cBhvr>
                                          <p:tavLst>
                                            <p:tav tm="0">
                                              <p:val>
                                                <p:fltVal val="0"/>
                                              </p:val>
                                            </p:tav>
                                            <p:tav tm="100000">
                                              <p:val>
                                                <p:strVal val="#ppt_w"/>
                                              </p:val>
                                            </p:tav>
                                          </p:tavLst>
                                        </p:anim>
                                        <p:anim calcmode="lin" valueType="num">
                                          <p:cBhvr>
                                            <p:cTn id="61" dur="500" fill="hold"/>
                                            <p:tgtEl>
                                              <p:spTgt spid="50"/>
                                            </p:tgtEl>
                                            <p:attrNameLst>
                                              <p:attrName>ppt_h</p:attrName>
                                            </p:attrNameLst>
                                          </p:cBhvr>
                                          <p:tavLst>
                                            <p:tav tm="0">
                                              <p:val>
                                                <p:fltVal val="0"/>
                                              </p:val>
                                            </p:tav>
                                            <p:tav tm="100000">
                                              <p:val>
                                                <p:strVal val="#ppt_h"/>
                                              </p:val>
                                            </p:tav>
                                          </p:tavLst>
                                        </p:anim>
                                        <p:animEffect transition="in" filter="fade">
                                          <p:cBhvr>
                                            <p:cTn id="62" dur="500"/>
                                            <p:tgtEl>
                                              <p:spTgt spid="50"/>
                                            </p:tgtEl>
                                          </p:cBhvr>
                                        </p:animEffect>
                                      </p:childTnLst>
                                    </p:cTn>
                                  </p:par>
                                  <p:par>
                                    <p:cTn id="63" presetID="53" presetClass="entr" presetSubtype="16" fill="hold" grpId="0" nodeType="withEffect">
                                      <p:stCondLst>
                                        <p:cond delay="1150"/>
                                      </p:stCondLst>
                                      <p:childTnLst>
                                        <p:set>
                                          <p:cBhvr>
                                            <p:cTn id="64" dur="1" fill="hold">
                                              <p:stCondLst>
                                                <p:cond delay="0"/>
                                              </p:stCondLst>
                                            </p:cTn>
                                            <p:tgtEl>
                                              <p:spTgt spid="51"/>
                                            </p:tgtEl>
                                            <p:attrNameLst>
                                              <p:attrName>style.visibility</p:attrName>
                                            </p:attrNameLst>
                                          </p:cBhvr>
                                          <p:to>
                                            <p:strVal val="visible"/>
                                          </p:to>
                                        </p:set>
                                        <p:anim calcmode="lin" valueType="num">
                                          <p:cBhvr>
                                            <p:cTn id="65" dur="500" fill="hold"/>
                                            <p:tgtEl>
                                              <p:spTgt spid="51"/>
                                            </p:tgtEl>
                                            <p:attrNameLst>
                                              <p:attrName>ppt_w</p:attrName>
                                            </p:attrNameLst>
                                          </p:cBhvr>
                                          <p:tavLst>
                                            <p:tav tm="0">
                                              <p:val>
                                                <p:fltVal val="0"/>
                                              </p:val>
                                            </p:tav>
                                            <p:tav tm="100000">
                                              <p:val>
                                                <p:strVal val="#ppt_w"/>
                                              </p:val>
                                            </p:tav>
                                          </p:tavLst>
                                        </p:anim>
                                        <p:anim calcmode="lin" valueType="num">
                                          <p:cBhvr>
                                            <p:cTn id="66" dur="500" fill="hold"/>
                                            <p:tgtEl>
                                              <p:spTgt spid="51"/>
                                            </p:tgtEl>
                                            <p:attrNameLst>
                                              <p:attrName>ppt_h</p:attrName>
                                            </p:attrNameLst>
                                          </p:cBhvr>
                                          <p:tavLst>
                                            <p:tav tm="0">
                                              <p:val>
                                                <p:fltVal val="0"/>
                                              </p:val>
                                            </p:tav>
                                            <p:tav tm="100000">
                                              <p:val>
                                                <p:strVal val="#ppt_h"/>
                                              </p:val>
                                            </p:tav>
                                          </p:tavLst>
                                        </p:anim>
                                        <p:animEffect transition="in" filter="fade">
                                          <p:cBhvr>
                                            <p:cTn id="67" dur="500"/>
                                            <p:tgtEl>
                                              <p:spTgt spid="51"/>
                                            </p:tgtEl>
                                          </p:cBhvr>
                                        </p:animEffect>
                                      </p:childTnLst>
                                    </p:cTn>
                                  </p:par>
                                  <p:par>
                                    <p:cTn id="68" presetID="2" presetClass="entr" presetSubtype="4" fill="hold" grpId="0" nodeType="withEffect" p14:presetBounceEnd="67000">
                                      <p:stCondLst>
                                        <p:cond delay="1250"/>
                                      </p:stCondLst>
                                      <p:childTnLst>
                                        <p:set>
                                          <p:cBhvr>
                                            <p:cTn id="69" dur="1" fill="hold">
                                              <p:stCondLst>
                                                <p:cond delay="0"/>
                                              </p:stCondLst>
                                            </p:cTn>
                                            <p:tgtEl>
                                              <p:spTgt spid="54"/>
                                            </p:tgtEl>
                                            <p:attrNameLst>
                                              <p:attrName>style.visibility</p:attrName>
                                            </p:attrNameLst>
                                          </p:cBhvr>
                                          <p:to>
                                            <p:strVal val="visible"/>
                                          </p:to>
                                        </p:set>
                                        <p:anim calcmode="lin" valueType="num" p14:bounceEnd="67000">
                                          <p:cBhvr additive="base">
                                            <p:cTn id="70" dur="1000" fill="hold"/>
                                            <p:tgtEl>
                                              <p:spTgt spid="54"/>
                                            </p:tgtEl>
                                            <p:attrNameLst>
                                              <p:attrName>ppt_x</p:attrName>
                                            </p:attrNameLst>
                                          </p:cBhvr>
                                          <p:tavLst>
                                            <p:tav tm="0">
                                              <p:val>
                                                <p:strVal val="#ppt_x"/>
                                              </p:val>
                                            </p:tav>
                                            <p:tav tm="100000">
                                              <p:val>
                                                <p:strVal val="#ppt_x"/>
                                              </p:val>
                                            </p:tav>
                                          </p:tavLst>
                                        </p:anim>
                                        <p:anim calcmode="lin" valueType="num" p14:bounceEnd="67000">
                                          <p:cBhvr additive="base">
                                            <p:cTn id="71" dur="1000" fill="hold"/>
                                            <p:tgtEl>
                                              <p:spTgt spid="54"/>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14:presetBounceEnd="67000">
                                      <p:stCondLst>
                                        <p:cond delay="1250"/>
                                      </p:stCondLst>
                                      <p:childTnLst>
                                        <p:set>
                                          <p:cBhvr>
                                            <p:cTn id="73" dur="1" fill="hold">
                                              <p:stCondLst>
                                                <p:cond delay="0"/>
                                              </p:stCondLst>
                                            </p:cTn>
                                            <p:tgtEl>
                                              <p:spTgt spid="55"/>
                                            </p:tgtEl>
                                            <p:attrNameLst>
                                              <p:attrName>style.visibility</p:attrName>
                                            </p:attrNameLst>
                                          </p:cBhvr>
                                          <p:to>
                                            <p:strVal val="visible"/>
                                          </p:to>
                                        </p:set>
                                        <p:anim calcmode="lin" valueType="num" p14:bounceEnd="67000">
                                          <p:cBhvr additive="base">
                                            <p:cTn id="74" dur="1000" fill="hold"/>
                                            <p:tgtEl>
                                              <p:spTgt spid="55"/>
                                            </p:tgtEl>
                                            <p:attrNameLst>
                                              <p:attrName>ppt_x</p:attrName>
                                            </p:attrNameLst>
                                          </p:cBhvr>
                                          <p:tavLst>
                                            <p:tav tm="0">
                                              <p:val>
                                                <p:strVal val="#ppt_x"/>
                                              </p:val>
                                            </p:tav>
                                            <p:tav tm="100000">
                                              <p:val>
                                                <p:strVal val="#ppt_x"/>
                                              </p:val>
                                            </p:tav>
                                          </p:tavLst>
                                        </p:anim>
                                        <p:anim calcmode="lin" valueType="num" p14:bounceEnd="67000">
                                          <p:cBhvr additive="base">
                                            <p:cTn id="75" dur="1000" fill="hold"/>
                                            <p:tgtEl>
                                              <p:spTgt spid="55"/>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14:presetBounceEnd="67000">
                                      <p:stCondLst>
                                        <p:cond delay="1250"/>
                                      </p:stCondLst>
                                      <p:childTnLst>
                                        <p:set>
                                          <p:cBhvr>
                                            <p:cTn id="77" dur="1" fill="hold">
                                              <p:stCondLst>
                                                <p:cond delay="0"/>
                                              </p:stCondLst>
                                            </p:cTn>
                                            <p:tgtEl>
                                              <p:spTgt spid="56"/>
                                            </p:tgtEl>
                                            <p:attrNameLst>
                                              <p:attrName>style.visibility</p:attrName>
                                            </p:attrNameLst>
                                          </p:cBhvr>
                                          <p:to>
                                            <p:strVal val="visible"/>
                                          </p:to>
                                        </p:set>
                                        <p:anim calcmode="lin" valueType="num" p14:bounceEnd="67000">
                                          <p:cBhvr additive="base">
                                            <p:cTn id="78" dur="1000" fill="hold"/>
                                            <p:tgtEl>
                                              <p:spTgt spid="56"/>
                                            </p:tgtEl>
                                            <p:attrNameLst>
                                              <p:attrName>ppt_x</p:attrName>
                                            </p:attrNameLst>
                                          </p:cBhvr>
                                          <p:tavLst>
                                            <p:tav tm="0">
                                              <p:val>
                                                <p:strVal val="#ppt_x"/>
                                              </p:val>
                                            </p:tav>
                                            <p:tav tm="100000">
                                              <p:val>
                                                <p:strVal val="#ppt_x"/>
                                              </p:val>
                                            </p:tav>
                                          </p:tavLst>
                                        </p:anim>
                                        <p:anim calcmode="lin" valueType="num" p14:bounceEnd="67000">
                                          <p:cBhvr additive="base">
                                            <p:cTn id="79" dur="1000" fill="hold"/>
                                            <p:tgtEl>
                                              <p:spTgt spid="56"/>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14:presetBounceEnd="67000">
                                      <p:stCondLst>
                                        <p:cond delay="1250"/>
                                      </p:stCondLst>
                                      <p:childTnLst>
                                        <p:set>
                                          <p:cBhvr>
                                            <p:cTn id="81" dur="1" fill="hold">
                                              <p:stCondLst>
                                                <p:cond delay="0"/>
                                              </p:stCondLst>
                                            </p:cTn>
                                            <p:tgtEl>
                                              <p:spTgt spid="57"/>
                                            </p:tgtEl>
                                            <p:attrNameLst>
                                              <p:attrName>style.visibility</p:attrName>
                                            </p:attrNameLst>
                                          </p:cBhvr>
                                          <p:to>
                                            <p:strVal val="visible"/>
                                          </p:to>
                                        </p:set>
                                        <p:anim calcmode="lin" valueType="num" p14:bounceEnd="67000">
                                          <p:cBhvr additive="base">
                                            <p:cTn id="82" dur="1000" fill="hold"/>
                                            <p:tgtEl>
                                              <p:spTgt spid="57"/>
                                            </p:tgtEl>
                                            <p:attrNameLst>
                                              <p:attrName>ppt_x</p:attrName>
                                            </p:attrNameLst>
                                          </p:cBhvr>
                                          <p:tavLst>
                                            <p:tav tm="0">
                                              <p:val>
                                                <p:strVal val="#ppt_x"/>
                                              </p:val>
                                            </p:tav>
                                            <p:tav tm="100000">
                                              <p:val>
                                                <p:strVal val="#ppt_x"/>
                                              </p:val>
                                            </p:tav>
                                          </p:tavLst>
                                        </p:anim>
                                        <p:anim calcmode="lin" valueType="num" p14:bounceEnd="67000">
                                          <p:cBhvr additive="base">
                                            <p:cTn id="83" dur="1000" fill="hold"/>
                                            <p:tgtEl>
                                              <p:spTgt spid="57"/>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14:presetBounceEnd="67000">
                                      <p:stCondLst>
                                        <p:cond delay="1250"/>
                                      </p:stCondLst>
                                      <p:childTnLst>
                                        <p:set>
                                          <p:cBhvr>
                                            <p:cTn id="85" dur="1" fill="hold">
                                              <p:stCondLst>
                                                <p:cond delay="0"/>
                                              </p:stCondLst>
                                            </p:cTn>
                                            <p:tgtEl>
                                              <p:spTgt spid="58"/>
                                            </p:tgtEl>
                                            <p:attrNameLst>
                                              <p:attrName>style.visibility</p:attrName>
                                            </p:attrNameLst>
                                          </p:cBhvr>
                                          <p:to>
                                            <p:strVal val="visible"/>
                                          </p:to>
                                        </p:set>
                                        <p:anim calcmode="lin" valueType="num" p14:bounceEnd="67000">
                                          <p:cBhvr additive="base">
                                            <p:cTn id="86" dur="1000" fill="hold"/>
                                            <p:tgtEl>
                                              <p:spTgt spid="58"/>
                                            </p:tgtEl>
                                            <p:attrNameLst>
                                              <p:attrName>ppt_x</p:attrName>
                                            </p:attrNameLst>
                                          </p:cBhvr>
                                          <p:tavLst>
                                            <p:tav tm="0">
                                              <p:val>
                                                <p:strVal val="#ppt_x"/>
                                              </p:val>
                                            </p:tav>
                                            <p:tav tm="100000">
                                              <p:val>
                                                <p:strVal val="#ppt_x"/>
                                              </p:val>
                                            </p:tav>
                                          </p:tavLst>
                                        </p:anim>
                                        <p:anim calcmode="lin" valueType="num" p14:bounceEnd="67000">
                                          <p:cBhvr additive="base">
                                            <p:cTn id="87" dur="1000" fill="hold"/>
                                            <p:tgtEl>
                                              <p:spTgt spid="58"/>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14:presetBounceEnd="67000">
                                      <p:stCondLst>
                                        <p:cond delay="1250"/>
                                      </p:stCondLst>
                                      <p:childTnLst>
                                        <p:set>
                                          <p:cBhvr>
                                            <p:cTn id="89" dur="1" fill="hold">
                                              <p:stCondLst>
                                                <p:cond delay="0"/>
                                              </p:stCondLst>
                                            </p:cTn>
                                            <p:tgtEl>
                                              <p:spTgt spid="59"/>
                                            </p:tgtEl>
                                            <p:attrNameLst>
                                              <p:attrName>style.visibility</p:attrName>
                                            </p:attrNameLst>
                                          </p:cBhvr>
                                          <p:to>
                                            <p:strVal val="visible"/>
                                          </p:to>
                                        </p:set>
                                        <p:anim calcmode="lin" valueType="num" p14:bounceEnd="67000">
                                          <p:cBhvr additive="base">
                                            <p:cTn id="90" dur="1000" fill="hold"/>
                                            <p:tgtEl>
                                              <p:spTgt spid="59"/>
                                            </p:tgtEl>
                                            <p:attrNameLst>
                                              <p:attrName>ppt_x</p:attrName>
                                            </p:attrNameLst>
                                          </p:cBhvr>
                                          <p:tavLst>
                                            <p:tav tm="0">
                                              <p:val>
                                                <p:strVal val="#ppt_x"/>
                                              </p:val>
                                            </p:tav>
                                            <p:tav tm="100000">
                                              <p:val>
                                                <p:strVal val="#ppt_x"/>
                                              </p:val>
                                            </p:tav>
                                          </p:tavLst>
                                        </p:anim>
                                        <p:anim calcmode="lin" valueType="num" p14:bounceEnd="67000">
                                          <p:cBhvr additive="base">
                                            <p:cTn id="91" dur="1000" fill="hold"/>
                                            <p:tgtEl>
                                              <p:spTgt spid="59"/>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14:presetBounceEnd="67000">
                                      <p:stCondLst>
                                        <p:cond delay="1250"/>
                                      </p:stCondLst>
                                      <p:childTnLst>
                                        <p:set>
                                          <p:cBhvr>
                                            <p:cTn id="93" dur="1" fill="hold">
                                              <p:stCondLst>
                                                <p:cond delay="0"/>
                                              </p:stCondLst>
                                            </p:cTn>
                                            <p:tgtEl>
                                              <p:spTgt spid="60"/>
                                            </p:tgtEl>
                                            <p:attrNameLst>
                                              <p:attrName>style.visibility</p:attrName>
                                            </p:attrNameLst>
                                          </p:cBhvr>
                                          <p:to>
                                            <p:strVal val="visible"/>
                                          </p:to>
                                        </p:set>
                                        <p:anim calcmode="lin" valueType="num" p14:bounceEnd="67000">
                                          <p:cBhvr additive="base">
                                            <p:cTn id="94" dur="1000" fill="hold"/>
                                            <p:tgtEl>
                                              <p:spTgt spid="60"/>
                                            </p:tgtEl>
                                            <p:attrNameLst>
                                              <p:attrName>ppt_x</p:attrName>
                                            </p:attrNameLst>
                                          </p:cBhvr>
                                          <p:tavLst>
                                            <p:tav tm="0">
                                              <p:val>
                                                <p:strVal val="#ppt_x"/>
                                              </p:val>
                                            </p:tav>
                                            <p:tav tm="100000">
                                              <p:val>
                                                <p:strVal val="#ppt_x"/>
                                              </p:val>
                                            </p:tav>
                                          </p:tavLst>
                                        </p:anim>
                                        <p:anim calcmode="lin" valueType="num" p14:bounceEnd="67000">
                                          <p:cBhvr additive="base">
                                            <p:cTn id="95" dur="1000" fill="hold"/>
                                            <p:tgtEl>
                                              <p:spTgt spid="60"/>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14:presetBounceEnd="67000">
                                      <p:stCondLst>
                                        <p:cond delay="1250"/>
                                      </p:stCondLst>
                                      <p:childTnLst>
                                        <p:set>
                                          <p:cBhvr>
                                            <p:cTn id="97" dur="1" fill="hold">
                                              <p:stCondLst>
                                                <p:cond delay="0"/>
                                              </p:stCondLst>
                                            </p:cTn>
                                            <p:tgtEl>
                                              <p:spTgt spid="61"/>
                                            </p:tgtEl>
                                            <p:attrNameLst>
                                              <p:attrName>style.visibility</p:attrName>
                                            </p:attrNameLst>
                                          </p:cBhvr>
                                          <p:to>
                                            <p:strVal val="visible"/>
                                          </p:to>
                                        </p:set>
                                        <p:anim calcmode="lin" valueType="num" p14:bounceEnd="67000">
                                          <p:cBhvr additive="base">
                                            <p:cTn id="98" dur="1000" fill="hold"/>
                                            <p:tgtEl>
                                              <p:spTgt spid="61"/>
                                            </p:tgtEl>
                                            <p:attrNameLst>
                                              <p:attrName>ppt_x</p:attrName>
                                            </p:attrNameLst>
                                          </p:cBhvr>
                                          <p:tavLst>
                                            <p:tav tm="0">
                                              <p:val>
                                                <p:strVal val="#ppt_x"/>
                                              </p:val>
                                            </p:tav>
                                            <p:tav tm="100000">
                                              <p:val>
                                                <p:strVal val="#ppt_x"/>
                                              </p:val>
                                            </p:tav>
                                          </p:tavLst>
                                        </p:anim>
                                        <p:anim calcmode="lin" valueType="num" p14:bounceEnd="67000">
                                          <p:cBhvr additive="base">
                                            <p:cTn id="99" dur="10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52" grpId="0" animBg="1"/>
          <p:bldP spid="53" grpId="0" animBg="1"/>
          <p:bldP spid="54" grpId="0"/>
          <p:bldP spid="55" grpId="0"/>
          <p:bldP spid="56" grpId="0"/>
          <p:bldP spid="57" grpId="0"/>
          <p:bldP spid="58" grpId="0"/>
          <p:bldP spid="59" grpId="0"/>
          <p:bldP spid="60" grpId="0"/>
          <p:bldP spid="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1750"/>
                                            <p:tgtEl>
                                              <p:spTgt spid="4"/>
                                            </p:tgtEl>
                                          </p:cBhvr>
                                        </p:animEffect>
                                      </p:childTnLst>
                                    </p:cTn>
                                  </p:par>
                                  <p:par>
                                    <p:cTn id="8" presetID="53" presetClass="entr" presetSubtype="16"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 calcmode="lin" valueType="num">
                                          <p:cBhvr>
                                            <p:cTn id="10" dur="500" fill="hold"/>
                                            <p:tgtEl>
                                              <p:spTgt spid="29"/>
                                            </p:tgtEl>
                                            <p:attrNameLst>
                                              <p:attrName>ppt_w</p:attrName>
                                            </p:attrNameLst>
                                          </p:cBhvr>
                                          <p:tavLst>
                                            <p:tav tm="0">
                                              <p:val>
                                                <p:fltVal val="0"/>
                                              </p:val>
                                            </p:tav>
                                            <p:tav tm="100000">
                                              <p:val>
                                                <p:strVal val="#ppt_w"/>
                                              </p:val>
                                            </p:tav>
                                          </p:tavLst>
                                        </p:anim>
                                        <p:anim calcmode="lin" valueType="num">
                                          <p:cBhvr>
                                            <p:cTn id="11" dur="500" fill="hold"/>
                                            <p:tgtEl>
                                              <p:spTgt spid="29"/>
                                            </p:tgtEl>
                                            <p:attrNameLst>
                                              <p:attrName>ppt_h</p:attrName>
                                            </p:attrNameLst>
                                          </p:cBhvr>
                                          <p:tavLst>
                                            <p:tav tm="0">
                                              <p:val>
                                                <p:fltVal val="0"/>
                                              </p:val>
                                            </p:tav>
                                            <p:tav tm="100000">
                                              <p:val>
                                                <p:strVal val="#ppt_h"/>
                                              </p:val>
                                            </p:tav>
                                          </p:tavLst>
                                        </p:anim>
                                        <p:animEffect transition="in" filter="fade">
                                          <p:cBhvr>
                                            <p:cTn id="12" dur="500"/>
                                            <p:tgtEl>
                                              <p:spTgt spid="29"/>
                                            </p:tgtEl>
                                          </p:cBhvr>
                                        </p:animEffect>
                                      </p:childTnLst>
                                    </p:cTn>
                                  </p:par>
                                  <p:par>
                                    <p:cTn id="13" presetID="53" presetClass="entr" presetSubtype="16" fill="hold" nodeType="withEffect">
                                      <p:stCondLst>
                                        <p:cond delay="150"/>
                                      </p:stCondLst>
                                      <p:childTnLst>
                                        <p:set>
                                          <p:cBhvr>
                                            <p:cTn id="14" dur="1" fill="hold">
                                              <p:stCondLst>
                                                <p:cond delay="0"/>
                                              </p:stCondLst>
                                            </p:cTn>
                                            <p:tgtEl>
                                              <p:spTgt spid="67"/>
                                            </p:tgtEl>
                                            <p:attrNameLst>
                                              <p:attrName>style.visibility</p:attrName>
                                            </p:attrNameLst>
                                          </p:cBhvr>
                                          <p:to>
                                            <p:strVal val="visible"/>
                                          </p:to>
                                        </p:set>
                                        <p:anim calcmode="lin" valueType="num">
                                          <p:cBhvr>
                                            <p:cTn id="15" dur="500" fill="hold"/>
                                            <p:tgtEl>
                                              <p:spTgt spid="67"/>
                                            </p:tgtEl>
                                            <p:attrNameLst>
                                              <p:attrName>ppt_w</p:attrName>
                                            </p:attrNameLst>
                                          </p:cBhvr>
                                          <p:tavLst>
                                            <p:tav tm="0">
                                              <p:val>
                                                <p:fltVal val="0"/>
                                              </p:val>
                                            </p:tav>
                                            <p:tav tm="100000">
                                              <p:val>
                                                <p:strVal val="#ppt_w"/>
                                              </p:val>
                                            </p:tav>
                                          </p:tavLst>
                                        </p:anim>
                                        <p:anim calcmode="lin" valueType="num">
                                          <p:cBhvr>
                                            <p:cTn id="16" dur="500" fill="hold"/>
                                            <p:tgtEl>
                                              <p:spTgt spid="67"/>
                                            </p:tgtEl>
                                            <p:attrNameLst>
                                              <p:attrName>ppt_h</p:attrName>
                                            </p:attrNameLst>
                                          </p:cBhvr>
                                          <p:tavLst>
                                            <p:tav tm="0">
                                              <p:val>
                                                <p:fltVal val="0"/>
                                              </p:val>
                                            </p:tav>
                                            <p:tav tm="100000">
                                              <p:val>
                                                <p:strVal val="#ppt_h"/>
                                              </p:val>
                                            </p:tav>
                                          </p:tavLst>
                                        </p:anim>
                                        <p:animEffect transition="in" filter="fade">
                                          <p:cBhvr>
                                            <p:cTn id="17" dur="500"/>
                                            <p:tgtEl>
                                              <p:spTgt spid="67"/>
                                            </p:tgtEl>
                                          </p:cBhvr>
                                        </p:animEffect>
                                      </p:childTnLst>
                                    </p:cTn>
                                  </p:par>
                                  <p:par>
                                    <p:cTn id="18" presetID="53" presetClass="entr" presetSubtype="16" fill="hold" nodeType="withEffect">
                                      <p:stCondLst>
                                        <p:cond delay="300"/>
                                      </p:stCondLst>
                                      <p:childTnLst>
                                        <p:set>
                                          <p:cBhvr>
                                            <p:cTn id="19" dur="1" fill="hold">
                                              <p:stCondLst>
                                                <p:cond delay="0"/>
                                              </p:stCondLst>
                                            </p:cTn>
                                            <p:tgtEl>
                                              <p:spTgt spid="33"/>
                                            </p:tgtEl>
                                            <p:attrNameLst>
                                              <p:attrName>style.visibility</p:attrName>
                                            </p:attrNameLst>
                                          </p:cBhvr>
                                          <p:to>
                                            <p:strVal val="visible"/>
                                          </p:to>
                                        </p:set>
                                        <p:anim calcmode="lin" valueType="num">
                                          <p:cBhvr>
                                            <p:cTn id="20" dur="500" fill="hold"/>
                                            <p:tgtEl>
                                              <p:spTgt spid="33"/>
                                            </p:tgtEl>
                                            <p:attrNameLst>
                                              <p:attrName>ppt_w</p:attrName>
                                            </p:attrNameLst>
                                          </p:cBhvr>
                                          <p:tavLst>
                                            <p:tav tm="0">
                                              <p:val>
                                                <p:fltVal val="0"/>
                                              </p:val>
                                            </p:tav>
                                            <p:tav tm="100000">
                                              <p:val>
                                                <p:strVal val="#ppt_w"/>
                                              </p:val>
                                            </p:tav>
                                          </p:tavLst>
                                        </p:anim>
                                        <p:anim calcmode="lin" valueType="num">
                                          <p:cBhvr>
                                            <p:cTn id="21" dur="500" fill="hold"/>
                                            <p:tgtEl>
                                              <p:spTgt spid="33"/>
                                            </p:tgtEl>
                                            <p:attrNameLst>
                                              <p:attrName>ppt_h</p:attrName>
                                            </p:attrNameLst>
                                          </p:cBhvr>
                                          <p:tavLst>
                                            <p:tav tm="0">
                                              <p:val>
                                                <p:fltVal val="0"/>
                                              </p:val>
                                            </p:tav>
                                            <p:tav tm="100000">
                                              <p:val>
                                                <p:strVal val="#ppt_h"/>
                                              </p:val>
                                            </p:tav>
                                          </p:tavLst>
                                        </p:anim>
                                        <p:animEffect transition="in" filter="fade">
                                          <p:cBhvr>
                                            <p:cTn id="22" dur="500"/>
                                            <p:tgtEl>
                                              <p:spTgt spid="33"/>
                                            </p:tgtEl>
                                          </p:cBhvr>
                                        </p:animEffect>
                                      </p:childTnLst>
                                    </p:cTn>
                                  </p:par>
                                  <p:par>
                                    <p:cTn id="23" presetID="53" presetClass="entr" presetSubtype="16" fill="hold" nodeType="withEffect">
                                      <p:stCondLst>
                                        <p:cond delay="450"/>
                                      </p:stCondLst>
                                      <p:childTnLst>
                                        <p:set>
                                          <p:cBhvr>
                                            <p:cTn id="24" dur="1" fill="hold">
                                              <p:stCondLst>
                                                <p:cond delay="0"/>
                                              </p:stCondLst>
                                            </p:cTn>
                                            <p:tgtEl>
                                              <p:spTgt spid="70"/>
                                            </p:tgtEl>
                                            <p:attrNameLst>
                                              <p:attrName>style.visibility</p:attrName>
                                            </p:attrNameLst>
                                          </p:cBhvr>
                                          <p:to>
                                            <p:strVal val="visible"/>
                                          </p:to>
                                        </p:set>
                                        <p:anim calcmode="lin" valueType="num">
                                          <p:cBhvr>
                                            <p:cTn id="25" dur="500" fill="hold"/>
                                            <p:tgtEl>
                                              <p:spTgt spid="70"/>
                                            </p:tgtEl>
                                            <p:attrNameLst>
                                              <p:attrName>ppt_w</p:attrName>
                                            </p:attrNameLst>
                                          </p:cBhvr>
                                          <p:tavLst>
                                            <p:tav tm="0">
                                              <p:val>
                                                <p:fltVal val="0"/>
                                              </p:val>
                                            </p:tav>
                                            <p:tav tm="100000">
                                              <p:val>
                                                <p:strVal val="#ppt_w"/>
                                              </p:val>
                                            </p:tav>
                                          </p:tavLst>
                                        </p:anim>
                                        <p:anim calcmode="lin" valueType="num">
                                          <p:cBhvr>
                                            <p:cTn id="26" dur="500" fill="hold"/>
                                            <p:tgtEl>
                                              <p:spTgt spid="70"/>
                                            </p:tgtEl>
                                            <p:attrNameLst>
                                              <p:attrName>ppt_h</p:attrName>
                                            </p:attrNameLst>
                                          </p:cBhvr>
                                          <p:tavLst>
                                            <p:tav tm="0">
                                              <p:val>
                                                <p:fltVal val="0"/>
                                              </p:val>
                                            </p:tav>
                                            <p:tav tm="100000">
                                              <p:val>
                                                <p:strVal val="#ppt_h"/>
                                              </p:val>
                                            </p:tav>
                                          </p:tavLst>
                                        </p:anim>
                                        <p:animEffect transition="in" filter="fade">
                                          <p:cBhvr>
                                            <p:cTn id="27" dur="500"/>
                                            <p:tgtEl>
                                              <p:spTgt spid="70"/>
                                            </p:tgtEl>
                                          </p:cBhvr>
                                        </p:animEffect>
                                      </p:childTnLst>
                                    </p:cTn>
                                  </p:par>
                                  <p:par>
                                    <p:cTn id="28" presetID="53" presetClass="entr" presetSubtype="16" fill="hold" nodeType="withEffect">
                                      <p:stCondLst>
                                        <p:cond delay="600"/>
                                      </p:stCondLst>
                                      <p:childTnLst>
                                        <p:set>
                                          <p:cBhvr>
                                            <p:cTn id="29" dur="1" fill="hold">
                                              <p:stCondLst>
                                                <p:cond delay="0"/>
                                              </p:stCondLst>
                                            </p:cTn>
                                            <p:tgtEl>
                                              <p:spTgt spid="37"/>
                                            </p:tgtEl>
                                            <p:attrNameLst>
                                              <p:attrName>style.visibility</p:attrName>
                                            </p:attrNameLst>
                                          </p:cBhvr>
                                          <p:to>
                                            <p:strVal val="visible"/>
                                          </p:to>
                                        </p:set>
                                        <p:anim calcmode="lin" valueType="num">
                                          <p:cBhvr>
                                            <p:cTn id="30" dur="500" fill="hold"/>
                                            <p:tgtEl>
                                              <p:spTgt spid="37"/>
                                            </p:tgtEl>
                                            <p:attrNameLst>
                                              <p:attrName>ppt_w</p:attrName>
                                            </p:attrNameLst>
                                          </p:cBhvr>
                                          <p:tavLst>
                                            <p:tav tm="0">
                                              <p:val>
                                                <p:fltVal val="0"/>
                                              </p:val>
                                            </p:tav>
                                            <p:tav tm="100000">
                                              <p:val>
                                                <p:strVal val="#ppt_w"/>
                                              </p:val>
                                            </p:tav>
                                          </p:tavLst>
                                        </p:anim>
                                        <p:anim calcmode="lin" valueType="num">
                                          <p:cBhvr>
                                            <p:cTn id="31" dur="500" fill="hold"/>
                                            <p:tgtEl>
                                              <p:spTgt spid="37"/>
                                            </p:tgtEl>
                                            <p:attrNameLst>
                                              <p:attrName>ppt_h</p:attrName>
                                            </p:attrNameLst>
                                          </p:cBhvr>
                                          <p:tavLst>
                                            <p:tav tm="0">
                                              <p:val>
                                                <p:fltVal val="0"/>
                                              </p:val>
                                            </p:tav>
                                            <p:tav tm="100000">
                                              <p:val>
                                                <p:strVal val="#ppt_h"/>
                                              </p:val>
                                            </p:tav>
                                          </p:tavLst>
                                        </p:anim>
                                        <p:animEffect transition="in" filter="fade">
                                          <p:cBhvr>
                                            <p:cTn id="32" dur="500"/>
                                            <p:tgtEl>
                                              <p:spTgt spid="37"/>
                                            </p:tgtEl>
                                          </p:cBhvr>
                                        </p:animEffect>
                                      </p:childTnLst>
                                    </p:cTn>
                                  </p:par>
                                  <p:par>
                                    <p:cTn id="33" presetID="53" presetClass="entr" presetSubtype="16" fill="hold" nodeType="withEffect">
                                      <p:stCondLst>
                                        <p:cond delay="750"/>
                                      </p:stCondLst>
                                      <p:childTnLst>
                                        <p:set>
                                          <p:cBhvr>
                                            <p:cTn id="34" dur="1" fill="hold">
                                              <p:stCondLst>
                                                <p:cond delay="0"/>
                                              </p:stCondLst>
                                            </p:cTn>
                                            <p:tgtEl>
                                              <p:spTgt spid="73"/>
                                            </p:tgtEl>
                                            <p:attrNameLst>
                                              <p:attrName>style.visibility</p:attrName>
                                            </p:attrNameLst>
                                          </p:cBhvr>
                                          <p:to>
                                            <p:strVal val="visible"/>
                                          </p:to>
                                        </p:set>
                                        <p:anim calcmode="lin" valueType="num">
                                          <p:cBhvr>
                                            <p:cTn id="35" dur="500" fill="hold"/>
                                            <p:tgtEl>
                                              <p:spTgt spid="73"/>
                                            </p:tgtEl>
                                            <p:attrNameLst>
                                              <p:attrName>ppt_w</p:attrName>
                                            </p:attrNameLst>
                                          </p:cBhvr>
                                          <p:tavLst>
                                            <p:tav tm="0">
                                              <p:val>
                                                <p:fltVal val="0"/>
                                              </p:val>
                                            </p:tav>
                                            <p:tav tm="100000">
                                              <p:val>
                                                <p:strVal val="#ppt_w"/>
                                              </p:val>
                                            </p:tav>
                                          </p:tavLst>
                                        </p:anim>
                                        <p:anim calcmode="lin" valueType="num">
                                          <p:cBhvr>
                                            <p:cTn id="36" dur="500" fill="hold"/>
                                            <p:tgtEl>
                                              <p:spTgt spid="73"/>
                                            </p:tgtEl>
                                            <p:attrNameLst>
                                              <p:attrName>ppt_h</p:attrName>
                                            </p:attrNameLst>
                                          </p:cBhvr>
                                          <p:tavLst>
                                            <p:tav tm="0">
                                              <p:val>
                                                <p:fltVal val="0"/>
                                              </p:val>
                                            </p:tav>
                                            <p:tav tm="100000">
                                              <p:val>
                                                <p:strVal val="#ppt_h"/>
                                              </p:val>
                                            </p:tav>
                                          </p:tavLst>
                                        </p:anim>
                                        <p:animEffect transition="in" filter="fade">
                                          <p:cBhvr>
                                            <p:cTn id="37" dur="500"/>
                                            <p:tgtEl>
                                              <p:spTgt spid="73"/>
                                            </p:tgtEl>
                                          </p:cBhvr>
                                        </p:animEffect>
                                      </p:childTnLst>
                                    </p:cTn>
                                  </p:par>
                                  <p:par>
                                    <p:cTn id="38" presetID="53" presetClass="entr" presetSubtype="16" fill="hold" nodeType="withEffect">
                                      <p:stCondLst>
                                        <p:cond delay="900"/>
                                      </p:stCondLst>
                                      <p:childTnLst>
                                        <p:set>
                                          <p:cBhvr>
                                            <p:cTn id="39" dur="1" fill="hold">
                                              <p:stCondLst>
                                                <p:cond delay="0"/>
                                              </p:stCondLst>
                                            </p:cTn>
                                            <p:tgtEl>
                                              <p:spTgt spid="41"/>
                                            </p:tgtEl>
                                            <p:attrNameLst>
                                              <p:attrName>style.visibility</p:attrName>
                                            </p:attrNameLst>
                                          </p:cBhvr>
                                          <p:to>
                                            <p:strVal val="visible"/>
                                          </p:to>
                                        </p:set>
                                        <p:anim calcmode="lin" valueType="num">
                                          <p:cBhvr>
                                            <p:cTn id="40" dur="500" fill="hold"/>
                                            <p:tgtEl>
                                              <p:spTgt spid="41"/>
                                            </p:tgtEl>
                                            <p:attrNameLst>
                                              <p:attrName>ppt_w</p:attrName>
                                            </p:attrNameLst>
                                          </p:cBhvr>
                                          <p:tavLst>
                                            <p:tav tm="0">
                                              <p:val>
                                                <p:fltVal val="0"/>
                                              </p:val>
                                            </p:tav>
                                            <p:tav tm="100000">
                                              <p:val>
                                                <p:strVal val="#ppt_w"/>
                                              </p:val>
                                            </p:tav>
                                          </p:tavLst>
                                        </p:anim>
                                        <p:anim calcmode="lin" valueType="num">
                                          <p:cBhvr>
                                            <p:cTn id="41" dur="500" fill="hold"/>
                                            <p:tgtEl>
                                              <p:spTgt spid="41"/>
                                            </p:tgtEl>
                                            <p:attrNameLst>
                                              <p:attrName>ppt_h</p:attrName>
                                            </p:attrNameLst>
                                          </p:cBhvr>
                                          <p:tavLst>
                                            <p:tav tm="0">
                                              <p:val>
                                                <p:fltVal val="0"/>
                                              </p:val>
                                            </p:tav>
                                            <p:tav tm="100000">
                                              <p:val>
                                                <p:strVal val="#ppt_h"/>
                                              </p:val>
                                            </p:tav>
                                          </p:tavLst>
                                        </p:anim>
                                        <p:animEffect transition="in" filter="fade">
                                          <p:cBhvr>
                                            <p:cTn id="42" dur="500"/>
                                            <p:tgtEl>
                                              <p:spTgt spid="41"/>
                                            </p:tgtEl>
                                          </p:cBhvr>
                                        </p:animEffect>
                                      </p:childTnLst>
                                    </p:cTn>
                                  </p:par>
                                  <p:par>
                                    <p:cTn id="43" presetID="53" presetClass="entr" presetSubtype="16" fill="hold" nodeType="withEffect">
                                      <p:stCondLst>
                                        <p:cond delay="1050"/>
                                      </p:stCondLst>
                                      <p:childTnLst>
                                        <p:set>
                                          <p:cBhvr>
                                            <p:cTn id="44" dur="1" fill="hold">
                                              <p:stCondLst>
                                                <p:cond delay="0"/>
                                              </p:stCondLst>
                                            </p:cTn>
                                            <p:tgtEl>
                                              <p:spTgt spid="76"/>
                                            </p:tgtEl>
                                            <p:attrNameLst>
                                              <p:attrName>style.visibility</p:attrName>
                                            </p:attrNameLst>
                                          </p:cBhvr>
                                          <p:to>
                                            <p:strVal val="visible"/>
                                          </p:to>
                                        </p:set>
                                        <p:anim calcmode="lin" valueType="num">
                                          <p:cBhvr>
                                            <p:cTn id="45" dur="500" fill="hold"/>
                                            <p:tgtEl>
                                              <p:spTgt spid="76"/>
                                            </p:tgtEl>
                                            <p:attrNameLst>
                                              <p:attrName>ppt_w</p:attrName>
                                            </p:attrNameLst>
                                          </p:cBhvr>
                                          <p:tavLst>
                                            <p:tav tm="0">
                                              <p:val>
                                                <p:fltVal val="0"/>
                                              </p:val>
                                            </p:tav>
                                            <p:tav tm="100000">
                                              <p:val>
                                                <p:strVal val="#ppt_w"/>
                                              </p:val>
                                            </p:tav>
                                          </p:tavLst>
                                        </p:anim>
                                        <p:anim calcmode="lin" valueType="num">
                                          <p:cBhvr>
                                            <p:cTn id="46" dur="500" fill="hold"/>
                                            <p:tgtEl>
                                              <p:spTgt spid="76"/>
                                            </p:tgtEl>
                                            <p:attrNameLst>
                                              <p:attrName>ppt_h</p:attrName>
                                            </p:attrNameLst>
                                          </p:cBhvr>
                                          <p:tavLst>
                                            <p:tav tm="0">
                                              <p:val>
                                                <p:fltVal val="0"/>
                                              </p:val>
                                            </p:tav>
                                            <p:tav tm="100000">
                                              <p:val>
                                                <p:strVal val="#ppt_h"/>
                                              </p:val>
                                            </p:tav>
                                          </p:tavLst>
                                        </p:anim>
                                        <p:animEffect transition="in" filter="fade">
                                          <p:cBhvr>
                                            <p:cTn id="47" dur="500"/>
                                            <p:tgtEl>
                                              <p:spTgt spid="76"/>
                                            </p:tgtEl>
                                          </p:cBhvr>
                                        </p:animEffect>
                                      </p:childTnLst>
                                    </p:cTn>
                                  </p:par>
                                  <p:par>
                                    <p:cTn id="48" presetID="53" presetClass="entr" presetSubtype="16" fill="hold" grpId="0" nodeType="withEffect">
                                      <p:stCondLst>
                                        <p:cond delay="250"/>
                                      </p:stCondLst>
                                      <p:childTnLst>
                                        <p:set>
                                          <p:cBhvr>
                                            <p:cTn id="49" dur="1" fill="hold">
                                              <p:stCondLst>
                                                <p:cond delay="0"/>
                                              </p:stCondLst>
                                            </p:cTn>
                                            <p:tgtEl>
                                              <p:spTgt spid="53"/>
                                            </p:tgtEl>
                                            <p:attrNameLst>
                                              <p:attrName>style.visibility</p:attrName>
                                            </p:attrNameLst>
                                          </p:cBhvr>
                                          <p:to>
                                            <p:strVal val="visible"/>
                                          </p:to>
                                        </p:set>
                                        <p:anim calcmode="lin" valueType="num">
                                          <p:cBhvr>
                                            <p:cTn id="50" dur="500" fill="hold"/>
                                            <p:tgtEl>
                                              <p:spTgt spid="53"/>
                                            </p:tgtEl>
                                            <p:attrNameLst>
                                              <p:attrName>ppt_w</p:attrName>
                                            </p:attrNameLst>
                                          </p:cBhvr>
                                          <p:tavLst>
                                            <p:tav tm="0">
                                              <p:val>
                                                <p:fltVal val="0"/>
                                              </p:val>
                                            </p:tav>
                                            <p:tav tm="100000">
                                              <p:val>
                                                <p:strVal val="#ppt_w"/>
                                              </p:val>
                                            </p:tav>
                                          </p:tavLst>
                                        </p:anim>
                                        <p:anim calcmode="lin" valueType="num">
                                          <p:cBhvr>
                                            <p:cTn id="51" dur="500" fill="hold"/>
                                            <p:tgtEl>
                                              <p:spTgt spid="53"/>
                                            </p:tgtEl>
                                            <p:attrNameLst>
                                              <p:attrName>ppt_h</p:attrName>
                                            </p:attrNameLst>
                                          </p:cBhvr>
                                          <p:tavLst>
                                            <p:tav tm="0">
                                              <p:val>
                                                <p:fltVal val="0"/>
                                              </p:val>
                                            </p:tav>
                                            <p:tav tm="100000">
                                              <p:val>
                                                <p:strVal val="#ppt_h"/>
                                              </p:val>
                                            </p:tav>
                                          </p:tavLst>
                                        </p:anim>
                                        <p:animEffect transition="in" filter="fade">
                                          <p:cBhvr>
                                            <p:cTn id="52" dur="500"/>
                                            <p:tgtEl>
                                              <p:spTgt spid="53"/>
                                            </p:tgtEl>
                                          </p:cBhvr>
                                        </p:animEffect>
                                      </p:childTnLst>
                                    </p:cTn>
                                  </p:par>
                                  <p:par>
                                    <p:cTn id="53" presetID="53" presetClass="entr" presetSubtype="16" fill="hold" grpId="0" nodeType="withEffect">
                                      <p:stCondLst>
                                        <p:cond delay="550"/>
                                      </p:stCondLst>
                                      <p:childTnLst>
                                        <p:set>
                                          <p:cBhvr>
                                            <p:cTn id="54" dur="1" fill="hold">
                                              <p:stCondLst>
                                                <p:cond delay="0"/>
                                              </p:stCondLst>
                                            </p:cTn>
                                            <p:tgtEl>
                                              <p:spTgt spid="52"/>
                                            </p:tgtEl>
                                            <p:attrNameLst>
                                              <p:attrName>style.visibility</p:attrName>
                                            </p:attrNameLst>
                                          </p:cBhvr>
                                          <p:to>
                                            <p:strVal val="visible"/>
                                          </p:to>
                                        </p:set>
                                        <p:anim calcmode="lin" valueType="num">
                                          <p:cBhvr>
                                            <p:cTn id="55" dur="500" fill="hold"/>
                                            <p:tgtEl>
                                              <p:spTgt spid="52"/>
                                            </p:tgtEl>
                                            <p:attrNameLst>
                                              <p:attrName>ppt_w</p:attrName>
                                            </p:attrNameLst>
                                          </p:cBhvr>
                                          <p:tavLst>
                                            <p:tav tm="0">
                                              <p:val>
                                                <p:fltVal val="0"/>
                                              </p:val>
                                            </p:tav>
                                            <p:tav tm="100000">
                                              <p:val>
                                                <p:strVal val="#ppt_w"/>
                                              </p:val>
                                            </p:tav>
                                          </p:tavLst>
                                        </p:anim>
                                        <p:anim calcmode="lin" valueType="num">
                                          <p:cBhvr>
                                            <p:cTn id="56" dur="500" fill="hold"/>
                                            <p:tgtEl>
                                              <p:spTgt spid="52"/>
                                            </p:tgtEl>
                                            <p:attrNameLst>
                                              <p:attrName>ppt_h</p:attrName>
                                            </p:attrNameLst>
                                          </p:cBhvr>
                                          <p:tavLst>
                                            <p:tav tm="0">
                                              <p:val>
                                                <p:fltVal val="0"/>
                                              </p:val>
                                            </p:tav>
                                            <p:tav tm="100000">
                                              <p:val>
                                                <p:strVal val="#ppt_h"/>
                                              </p:val>
                                            </p:tav>
                                          </p:tavLst>
                                        </p:anim>
                                        <p:animEffect transition="in" filter="fade">
                                          <p:cBhvr>
                                            <p:cTn id="57" dur="500"/>
                                            <p:tgtEl>
                                              <p:spTgt spid="52"/>
                                            </p:tgtEl>
                                          </p:cBhvr>
                                        </p:animEffect>
                                      </p:childTnLst>
                                    </p:cTn>
                                  </p:par>
                                  <p:par>
                                    <p:cTn id="58" presetID="53" presetClass="entr" presetSubtype="16" fill="hold" grpId="0" nodeType="withEffect">
                                      <p:stCondLst>
                                        <p:cond delay="850"/>
                                      </p:stCondLst>
                                      <p:childTnLst>
                                        <p:set>
                                          <p:cBhvr>
                                            <p:cTn id="59" dur="1" fill="hold">
                                              <p:stCondLst>
                                                <p:cond delay="0"/>
                                              </p:stCondLst>
                                            </p:cTn>
                                            <p:tgtEl>
                                              <p:spTgt spid="50"/>
                                            </p:tgtEl>
                                            <p:attrNameLst>
                                              <p:attrName>style.visibility</p:attrName>
                                            </p:attrNameLst>
                                          </p:cBhvr>
                                          <p:to>
                                            <p:strVal val="visible"/>
                                          </p:to>
                                        </p:set>
                                        <p:anim calcmode="lin" valueType="num">
                                          <p:cBhvr>
                                            <p:cTn id="60" dur="500" fill="hold"/>
                                            <p:tgtEl>
                                              <p:spTgt spid="50"/>
                                            </p:tgtEl>
                                            <p:attrNameLst>
                                              <p:attrName>ppt_w</p:attrName>
                                            </p:attrNameLst>
                                          </p:cBhvr>
                                          <p:tavLst>
                                            <p:tav tm="0">
                                              <p:val>
                                                <p:fltVal val="0"/>
                                              </p:val>
                                            </p:tav>
                                            <p:tav tm="100000">
                                              <p:val>
                                                <p:strVal val="#ppt_w"/>
                                              </p:val>
                                            </p:tav>
                                          </p:tavLst>
                                        </p:anim>
                                        <p:anim calcmode="lin" valueType="num">
                                          <p:cBhvr>
                                            <p:cTn id="61" dur="500" fill="hold"/>
                                            <p:tgtEl>
                                              <p:spTgt spid="50"/>
                                            </p:tgtEl>
                                            <p:attrNameLst>
                                              <p:attrName>ppt_h</p:attrName>
                                            </p:attrNameLst>
                                          </p:cBhvr>
                                          <p:tavLst>
                                            <p:tav tm="0">
                                              <p:val>
                                                <p:fltVal val="0"/>
                                              </p:val>
                                            </p:tav>
                                            <p:tav tm="100000">
                                              <p:val>
                                                <p:strVal val="#ppt_h"/>
                                              </p:val>
                                            </p:tav>
                                          </p:tavLst>
                                        </p:anim>
                                        <p:animEffect transition="in" filter="fade">
                                          <p:cBhvr>
                                            <p:cTn id="62" dur="500"/>
                                            <p:tgtEl>
                                              <p:spTgt spid="50"/>
                                            </p:tgtEl>
                                          </p:cBhvr>
                                        </p:animEffect>
                                      </p:childTnLst>
                                    </p:cTn>
                                  </p:par>
                                  <p:par>
                                    <p:cTn id="63" presetID="53" presetClass="entr" presetSubtype="16" fill="hold" grpId="0" nodeType="withEffect">
                                      <p:stCondLst>
                                        <p:cond delay="1150"/>
                                      </p:stCondLst>
                                      <p:childTnLst>
                                        <p:set>
                                          <p:cBhvr>
                                            <p:cTn id="64" dur="1" fill="hold">
                                              <p:stCondLst>
                                                <p:cond delay="0"/>
                                              </p:stCondLst>
                                            </p:cTn>
                                            <p:tgtEl>
                                              <p:spTgt spid="51"/>
                                            </p:tgtEl>
                                            <p:attrNameLst>
                                              <p:attrName>style.visibility</p:attrName>
                                            </p:attrNameLst>
                                          </p:cBhvr>
                                          <p:to>
                                            <p:strVal val="visible"/>
                                          </p:to>
                                        </p:set>
                                        <p:anim calcmode="lin" valueType="num">
                                          <p:cBhvr>
                                            <p:cTn id="65" dur="500" fill="hold"/>
                                            <p:tgtEl>
                                              <p:spTgt spid="51"/>
                                            </p:tgtEl>
                                            <p:attrNameLst>
                                              <p:attrName>ppt_w</p:attrName>
                                            </p:attrNameLst>
                                          </p:cBhvr>
                                          <p:tavLst>
                                            <p:tav tm="0">
                                              <p:val>
                                                <p:fltVal val="0"/>
                                              </p:val>
                                            </p:tav>
                                            <p:tav tm="100000">
                                              <p:val>
                                                <p:strVal val="#ppt_w"/>
                                              </p:val>
                                            </p:tav>
                                          </p:tavLst>
                                        </p:anim>
                                        <p:anim calcmode="lin" valueType="num">
                                          <p:cBhvr>
                                            <p:cTn id="66" dur="500" fill="hold"/>
                                            <p:tgtEl>
                                              <p:spTgt spid="51"/>
                                            </p:tgtEl>
                                            <p:attrNameLst>
                                              <p:attrName>ppt_h</p:attrName>
                                            </p:attrNameLst>
                                          </p:cBhvr>
                                          <p:tavLst>
                                            <p:tav tm="0">
                                              <p:val>
                                                <p:fltVal val="0"/>
                                              </p:val>
                                            </p:tav>
                                            <p:tav tm="100000">
                                              <p:val>
                                                <p:strVal val="#ppt_h"/>
                                              </p:val>
                                            </p:tav>
                                          </p:tavLst>
                                        </p:anim>
                                        <p:animEffect transition="in" filter="fade">
                                          <p:cBhvr>
                                            <p:cTn id="67" dur="500"/>
                                            <p:tgtEl>
                                              <p:spTgt spid="51"/>
                                            </p:tgtEl>
                                          </p:cBhvr>
                                        </p:animEffect>
                                      </p:childTnLst>
                                    </p:cTn>
                                  </p:par>
                                  <p:par>
                                    <p:cTn id="68" presetID="2" presetClass="entr" presetSubtype="4" fill="hold" grpId="0" nodeType="withEffect">
                                      <p:stCondLst>
                                        <p:cond delay="1250"/>
                                      </p:stCondLst>
                                      <p:childTnLst>
                                        <p:set>
                                          <p:cBhvr>
                                            <p:cTn id="69" dur="1" fill="hold">
                                              <p:stCondLst>
                                                <p:cond delay="0"/>
                                              </p:stCondLst>
                                            </p:cTn>
                                            <p:tgtEl>
                                              <p:spTgt spid="54"/>
                                            </p:tgtEl>
                                            <p:attrNameLst>
                                              <p:attrName>style.visibility</p:attrName>
                                            </p:attrNameLst>
                                          </p:cBhvr>
                                          <p:to>
                                            <p:strVal val="visible"/>
                                          </p:to>
                                        </p:set>
                                        <p:anim calcmode="lin" valueType="num">
                                          <p:cBhvr additive="base">
                                            <p:cTn id="70" dur="1000" fill="hold"/>
                                            <p:tgtEl>
                                              <p:spTgt spid="54"/>
                                            </p:tgtEl>
                                            <p:attrNameLst>
                                              <p:attrName>ppt_x</p:attrName>
                                            </p:attrNameLst>
                                          </p:cBhvr>
                                          <p:tavLst>
                                            <p:tav tm="0">
                                              <p:val>
                                                <p:strVal val="#ppt_x"/>
                                              </p:val>
                                            </p:tav>
                                            <p:tav tm="100000">
                                              <p:val>
                                                <p:strVal val="#ppt_x"/>
                                              </p:val>
                                            </p:tav>
                                          </p:tavLst>
                                        </p:anim>
                                        <p:anim calcmode="lin" valueType="num">
                                          <p:cBhvr additive="base">
                                            <p:cTn id="71" dur="1000" fill="hold"/>
                                            <p:tgtEl>
                                              <p:spTgt spid="54"/>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1250"/>
                                      </p:stCondLst>
                                      <p:childTnLst>
                                        <p:set>
                                          <p:cBhvr>
                                            <p:cTn id="73" dur="1" fill="hold">
                                              <p:stCondLst>
                                                <p:cond delay="0"/>
                                              </p:stCondLst>
                                            </p:cTn>
                                            <p:tgtEl>
                                              <p:spTgt spid="55"/>
                                            </p:tgtEl>
                                            <p:attrNameLst>
                                              <p:attrName>style.visibility</p:attrName>
                                            </p:attrNameLst>
                                          </p:cBhvr>
                                          <p:to>
                                            <p:strVal val="visible"/>
                                          </p:to>
                                        </p:set>
                                        <p:anim calcmode="lin" valueType="num">
                                          <p:cBhvr additive="base">
                                            <p:cTn id="74" dur="1000" fill="hold"/>
                                            <p:tgtEl>
                                              <p:spTgt spid="55"/>
                                            </p:tgtEl>
                                            <p:attrNameLst>
                                              <p:attrName>ppt_x</p:attrName>
                                            </p:attrNameLst>
                                          </p:cBhvr>
                                          <p:tavLst>
                                            <p:tav tm="0">
                                              <p:val>
                                                <p:strVal val="#ppt_x"/>
                                              </p:val>
                                            </p:tav>
                                            <p:tav tm="100000">
                                              <p:val>
                                                <p:strVal val="#ppt_x"/>
                                              </p:val>
                                            </p:tav>
                                          </p:tavLst>
                                        </p:anim>
                                        <p:anim calcmode="lin" valueType="num">
                                          <p:cBhvr additive="base">
                                            <p:cTn id="75" dur="1000" fill="hold"/>
                                            <p:tgtEl>
                                              <p:spTgt spid="55"/>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1250"/>
                                      </p:stCondLst>
                                      <p:childTnLst>
                                        <p:set>
                                          <p:cBhvr>
                                            <p:cTn id="77" dur="1" fill="hold">
                                              <p:stCondLst>
                                                <p:cond delay="0"/>
                                              </p:stCondLst>
                                            </p:cTn>
                                            <p:tgtEl>
                                              <p:spTgt spid="56"/>
                                            </p:tgtEl>
                                            <p:attrNameLst>
                                              <p:attrName>style.visibility</p:attrName>
                                            </p:attrNameLst>
                                          </p:cBhvr>
                                          <p:to>
                                            <p:strVal val="visible"/>
                                          </p:to>
                                        </p:set>
                                        <p:anim calcmode="lin" valueType="num">
                                          <p:cBhvr additive="base">
                                            <p:cTn id="78" dur="1000" fill="hold"/>
                                            <p:tgtEl>
                                              <p:spTgt spid="56"/>
                                            </p:tgtEl>
                                            <p:attrNameLst>
                                              <p:attrName>ppt_x</p:attrName>
                                            </p:attrNameLst>
                                          </p:cBhvr>
                                          <p:tavLst>
                                            <p:tav tm="0">
                                              <p:val>
                                                <p:strVal val="#ppt_x"/>
                                              </p:val>
                                            </p:tav>
                                            <p:tav tm="100000">
                                              <p:val>
                                                <p:strVal val="#ppt_x"/>
                                              </p:val>
                                            </p:tav>
                                          </p:tavLst>
                                        </p:anim>
                                        <p:anim calcmode="lin" valueType="num">
                                          <p:cBhvr additive="base">
                                            <p:cTn id="79" dur="1000" fill="hold"/>
                                            <p:tgtEl>
                                              <p:spTgt spid="56"/>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125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1000" fill="hold"/>
                                            <p:tgtEl>
                                              <p:spTgt spid="57"/>
                                            </p:tgtEl>
                                            <p:attrNameLst>
                                              <p:attrName>ppt_x</p:attrName>
                                            </p:attrNameLst>
                                          </p:cBhvr>
                                          <p:tavLst>
                                            <p:tav tm="0">
                                              <p:val>
                                                <p:strVal val="#ppt_x"/>
                                              </p:val>
                                            </p:tav>
                                            <p:tav tm="100000">
                                              <p:val>
                                                <p:strVal val="#ppt_x"/>
                                              </p:val>
                                            </p:tav>
                                          </p:tavLst>
                                        </p:anim>
                                        <p:anim calcmode="lin" valueType="num">
                                          <p:cBhvr additive="base">
                                            <p:cTn id="83" dur="1000" fill="hold"/>
                                            <p:tgtEl>
                                              <p:spTgt spid="57"/>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1250"/>
                                      </p:stCondLst>
                                      <p:childTnLst>
                                        <p:set>
                                          <p:cBhvr>
                                            <p:cTn id="85" dur="1" fill="hold">
                                              <p:stCondLst>
                                                <p:cond delay="0"/>
                                              </p:stCondLst>
                                            </p:cTn>
                                            <p:tgtEl>
                                              <p:spTgt spid="58"/>
                                            </p:tgtEl>
                                            <p:attrNameLst>
                                              <p:attrName>style.visibility</p:attrName>
                                            </p:attrNameLst>
                                          </p:cBhvr>
                                          <p:to>
                                            <p:strVal val="visible"/>
                                          </p:to>
                                        </p:set>
                                        <p:anim calcmode="lin" valueType="num">
                                          <p:cBhvr additive="base">
                                            <p:cTn id="86" dur="1000" fill="hold"/>
                                            <p:tgtEl>
                                              <p:spTgt spid="58"/>
                                            </p:tgtEl>
                                            <p:attrNameLst>
                                              <p:attrName>ppt_x</p:attrName>
                                            </p:attrNameLst>
                                          </p:cBhvr>
                                          <p:tavLst>
                                            <p:tav tm="0">
                                              <p:val>
                                                <p:strVal val="#ppt_x"/>
                                              </p:val>
                                            </p:tav>
                                            <p:tav tm="100000">
                                              <p:val>
                                                <p:strVal val="#ppt_x"/>
                                              </p:val>
                                            </p:tav>
                                          </p:tavLst>
                                        </p:anim>
                                        <p:anim calcmode="lin" valueType="num">
                                          <p:cBhvr additive="base">
                                            <p:cTn id="87" dur="1000" fill="hold"/>
                                            <p:tgtEl>
                                              <p:spTgt spid="58"/>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1250"/>
                                      </p:stCondLst>
                                      <p:childTnLst>
                                        <p:set>
                                          <p:cBhvr>
                                            <p:cTn id="89" dur="1" fill="hold">
                                              <p:stCondLst>
                                                <p:cond delay="0"/>
                                              </p:stCondLst>
                                            </p:cTn>
                                            <p:tgtEl>
                                              <p:spTgt spid="59"/>
                                            </p:tgtEl>
                                            <p:attrNameLst>
                                              <p:attrName>style.visibility</p:attrName>
                                            </p:attrNameLst>
                                          </p:cBhvr>
                                          <p:to>
                                            <p:strVal val="visible"/>
                                          </p:to>
                                        </p:set>
                                        <p:anim calcmode="lin" valueType="num">
                                          <p:cBhvr additive="base">
                                            <p:cTn id="90" dur="1000" fill="hold"/>
                                            <p:tgtEl>
                                              <p:spTgt spid="59"/>
                                            </p:tgtEl>
                                            <p:attrNameLst>
                                              <p:attrName>ppt_x</p:attrName>
                                            </p:attrNameLst>
                                          </p:cBhvr>
                                          <p:tavLst>
                                            <p:tav tm="0">
                                              <p:val>
                                                <p:strVal val="#ppt_x"/>
                                              </p:val>
                                            </p:tav>
                                            <p:tav tm="100000">
                                              <p:val>
                                                <p:strVal val="#ppt_x"/>
                                              </p:val>
                                            </p:tav>
                                          </p:tavLst>
                                        </p:anim>
                                        <p:anim calcmode="lin" valueType="num">
                                          <p:cBhvr additive="base">
                                            <p:cTn id="91" dur="1000" fill="hold"/>
                                            <p:tgtEl>
                                              <p:spTgt spid="59"/>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1250"/>
                                      </p:stCondLst>
                                      <p:childTnLst>
                                        <p:set>
                                          <p:cBhvr>
                                            <p:cTn id="93" dur="1" fill="hold">
                                              <p:stCondLst>
                                                <p:cond delay="0"/>
                                              </p:stCondLst>
                                            </p:cTn>
                                            <p:tgtEl>
                                              <p:spTgt spid="60"/>
                                            </p:tgtEl>
                                            <p:attrNameLst>
                                              <p:attrName>style.visibility</p:attrName>
                                            </p:attrNameLst>
                                          </p:cBhvr>
                                          <p:to>
                                            <p:strVal val="visible"/>
                                          </p:to>
                                        </p:set>
                                        <p:anim calcmode="lin" valueType="num">
                                          <p:cBhvr additive="base">
                                            <p:cTn id="94" dur="1000" fill="hold"/>
                                            <p:tgtEl>
                                              <p:spTgt spid="60"/>
                                            </p:tgtEl>
                                            <p:attrNameLst>
                                              <p:attrName>ppt_x</p:attrName>
                                            </p:attrNameLst>
                                          </p:cBhvr>
                                          <p:tavLst>
                                            <p:tav tm="0">
                                              <p:val>
                                                <p:strVal val="#ppt_x"/>
                                              </p:val>
                                            </p:tav>
                                            <p:tav tm="100000">
                                              <p:val>
                                                <p:strVal val="#ppt_x"/>
                                              </p:val>
                                            </p:tav>
                                          </p:tavLst>
                                        </p:anim>
                                        <p:anim calcmode="lin" valueType="num">
                                          <p:cBhvr additive="base">
                                            <p:cTn id="95" dur="1000" fill="hold"/>
                                            <p:tgtEl>
                                              <p:spTgt spid="60"/>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125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1000" fill="hold"/>
                                            <p:tgtEl>
                                              <p:spTgt spid="61"/>
                                            </p:tgtEl>
                                            <p:attrNameLst>
                                              <p:attrName>ppt_x</p:attrName>
                                            </p:attrNameLst>
                                          </p:cBhvr>
                                          <p:tavLst>
                                            <p:tav tm="0">
                                              <p:val>
                                                <p:strVal val="#ppt_x"/>
                                              </p:val>
                                            </p:tav>
                                            <p:tav tm="100000">
                                              <p:val>
                                                <p:strVal val="#ppt_x"/>
                                              </p:val>
                                            </p:tav>
                                          </p:tavLst>
                                        </p:anim>
                                        <p:anim calcmode="lin" valueType="num">
                                          <p:cBhvr additive="base">
                                            <p:cTn id="99" dur="10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52" grpId="0" animBg="1"/>
          <p:bldP spid="53" grpId="0" animBg="1"/>
          <p:bldP spid="54" grpId="0"/>
          <p:bldP spid="55" grpId="0"/>
          <p:bldP spid="56" grpId="0"/>
          <p:bldP spid="57" grpId="0"/>
          <p:bldP spid="58" grpId="0"/>
          <p:bldP spid="59" grpId="0"/>
          <p:bldP spid="60" grpId="0"/>
          <p:bldP spid="61" grpId="0"/>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Group 85">
            <a:extLst>
              <a:ext uri="{FF2B5EF4-FFF2-40B4-BE49-F238E27FC236}">
                <a16:creationId xmlns:a16="http://schemas.microsoft.com/office/drawing/2014/main" id="{D6B3E05A-9FDD-4ED2-B1E1-EE4833D7AF64}"/>
              </a:ext>
            </a:extLst>
          </p:cNvPr>
          <p:cNvGrpSpPr/>
          <p:nvPr/>
        </p:nvGrpSpPr>
        <p:grpSpPr>
          <a:xfrm>
            <a:off x="1727632" y="587376"/>
            <a:ext cx="3997326" cy="3995737"/>
            <a:chOff x="3673475" y="587376"/>
            <a:chExt cx="3997326" cy="3995737"/>
          </a:xfrm>
          <a:effectLst>
            <a:outerShdw blurRad="101600" dist="50800" dir="4800000" algn="ctr" rotWithShape="0">
              <a:srgbClr val="000000">
                <a:alpha val="32000"/>
              </a:srgbClr>
            </a:outerShdw>
          </a:effectLst>
        </p:grpSpPr>
        <p:sp>
          <p:nvSpPr>
            <p:cNvPr id="58" name="Freeform 47">
              <a:extLst>
                <a:ext uri="{FF2B5EF4-FFF2-40B4-BE49-F238E27FC236}">
                  <a16:creationId xmlns:a16="http://schemas.microsoft.com/office/drawing/2014/main" id="{EB95D698-71CB-490E-9C11-26ED5037E04D}"/>
                </a:ext>
              </a:extLst>
            </p:cNvPr>
            <p:cNvSpPr>
              <a:spLocks/>
            </p:cNvSpPr>
            <p:nvPr/>
          </p:nvSpPr>
          <p:spPr bwMode="auto">
            <a:xfrm>
              <a:off x="5516563" y="587376"/>
              <a:ext cx="2154238" cy="2155825"/>
            </a:xfrm>
            <a:custGeom>
              <a:avLst/>
              <a:gdLst>
                <a:gd name="T0" fmla="*/ 495 w 572"/>
                <a:gd name="T1" fmla="*/ 76 h 572"/>
                <a:gd name="T2" fmla="*/ 218 w 572"/>
                <a:gd name="T3" fmla="*/ 76 h 572"/>
                <a:gd name="T4" fmla="*/ 190 w 572"/>
                <a:gd name="T5" fmla="*/ 318 h 572"/>
                <a:gd name="T6" fmla="*/ 0 w 572"/>
                <a:gd name="T7" fmla="*/ 508 h 572"/>
                <a:gd name="T8" fmla="*/ 63 w 572"/>
                <a:gd name="T9" fmla="*/ 572 h 572"/>
                <a:gd name="T10" fmla="*/ 254 w 572"/>
                <a:gd name="T11" fmla="*/ 381 h 572"/>
                <a:gd name="T12" fmla="*/ 495 w 572"/>
                <a:gd name="T13" fmla="*/ 353 h 572"/>
                <a:gd name="T14" fmla="*/ 495 w 572"/>
                <a:gd name="T15" fmla="*/ 76 h 5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2" h="572">
                  <a:moveTo>
                    <a:pt x="495" y="76"/>
                  </a:moveTo>
                  <a:cubicBezTo>
                    <a:pt x="419" y="0"/>
                    <a:pt x="295" y="0"/>
                    <a:pt x="218" y="76"/>
                  </a:cubicBezTo>
                  <a:cubicBezTo>
                    <a:pt x="153" y="142"/>
                    <a:pt x="144" y="242"/>
                    <a:pt x="190" y="318"/>
                  </a:cubicBezTo>
                  <a:cubicBezTo>
                    <a:pt x="0" y="508"/>
                    <a:pt x="0" y="508"/>
                    <a:pt x="0" y="508"/>
                  </a:cubicBezTo>
                  <a:cubicBezTo>
                    <a:pt x="24" y="526"/>
                    <a:pt x="45" y="548"/>
                    <a:pt x="63" y="572"/>
                  </a:cubicBezTo>
                  <a:cubicBezTo>
                    <a:pt x="254" y="381"/>
                    <a:pt x="254" y="381"/>
                    <a:pt x="254" y="381"/>
                  </a:cubicBezTo>
                  <a:cubicBezTo>
                    <a:pt x="329" y="428"/>
                    <a:pt x="430" y="419"/>
                    <a:pt x="495" y="353"/>
                  </a:cubicBezTo>
                  <a:cubicBezTo>
                    <a:pt x="572" y="277"/>
                    <a:pt x="572" y="153"/>
                    <a:pt x="495" y="7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7" name="Freeform 36">
              <a:extLst>
                <a:ext uri="{FF2B5EF4-FFF2-40B4-BE49-F238E27FC236}">
                  <a16:creationId xmlns:a16="http://schemas.microsoft.com/office/drawing/2014/main" id="{7923984D-4B33-4922-8E34-535F00E5616E}"/>
                </a:ext>
              </a:extLst>
            </p:cNvPr>
            <p:cNvSpPr>
              <a:spLocks noEditPoints="1"/>
            </p:cNvSpPr>
            <p:nvPr/>
          </p:nvSpPr>
          <p:spPr bwMode="auto">
            <a:xfrm>
              <a:off x="3673475" y="2274888"/>
              <a:ext cx="2309813" cy="2308225"/>
            </a:xfrm>
            <a:custGeom>
              <a:avLst/>
              <a:gdLst>
                <a:gd name="T0" fmla="*/ 306 w 613"/>
                <a:gd name="T1" fmla="*/ 612 h 612"/>
                <a:gd name="T2" fmla="*/ 0 w 613"/>
                <a:gd name="T3" fmla="*/ 306 h 612"/>
                <a:gd name="T4" fmla="*/ 306 w 613"/>
                <a:gd name="T5" fmla="*/ 0 h 612"/>
                <a:gd name="T6" fmla="*/ 613 w 613"/>
                <a:gd name="T7" fmla="*/ 306 h 612"/>
                <a:gd name="T8" fmla="*/ 306 w 613"/>
                <a:gd name="T9" fmla="*/ 612 h 612"/>
                <a:gd name="T10" fmla="*/ 306 w 613"/>
                <a:gd name="T11" fmla="*/ 90 h 612"/>
                <a:gd name="T12" fmla="*/ 90 w 613"/>
                <a:gd name="T13" fmla="*/ 306 h 612"/>
                <a:gd name="T14" fmla="*/ 306 w 613"/>
                <a:gd name="T15" fmla="*/ 522 h 612"/>
                <a:gd name="T16" fmla="*/ 523 w 613"/>
                <a:gd name="T17" fmla="*/ 306 h 612"/>
                <a:gd name="T18" fmla="*/ 306 w 613"/>
                <a:gd name="T19" fmla="*/ 9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3" h="612">
                  <a:moveTo>
                    <a:pt x="306" y="612"/>
                  </a:moveTo>
                  <a:cubicBezTo>
                    <a:pt x="138" y="612"/>
                    <a:pt x="0" y="475"/>
                    <a:pt x="0" y="306"/>
                  </a:cubicBezTo>
                  <a:cubicBezTo>
                    <a:pt x="0" y="137"/>
                    <a:pt x="138" y="0"/>
                    <a:pt x="306" y="0"/>
                  </a:cubicBezTo>
                  <a:cubicBezTo>
                    <a:pt x="475" y="0"/>
                    <a:pt x="613" y="137"/>
                    <a:pt x="613" y="306"/>
                  </a:cubicBezTo>
                  <a:cubicBezTo>
                    <a:pt x="613" y="475"/>
                    <a:pt x="475" y="612"/>
                    <a:pt x="306" y="612"/>
                  </a:cubicBezTo>
                  <a:close/>
                  <a:moveTo>
                    <a:pt x="306" y="90"/>
                  </a:moveTo>
                  <a:cubicBezTo>
                    <a:pt x="187" y="90"/>
                    <a:pt x="90" y="187"/>
                    <a:pt x="90" y="306"/>
                  </a:cubicBezTo>
                  <a:cubicBezTo>
                    <a:pt x="90" y="425"/>
                    <a:pt x="187" y="522"/>
                    <a:pt x="306" y="522"/>
                  </a:cubicBezTo>
                  <a:cubicBezTo>
                    <a:pt x="426" y="522"/>
                    <a:pt x="523" y="425"/>
                    <a:pt x="523" y="306"/>
                  </a:cubicBezTo>
                  <a:cubicBezTo>
                    <a:pt x="523" y="187"/>
                    <a:pt x="426" y="90"/>
                    <a:pt x="306" y="9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8" name="Freeform 37">
              <a:extLst>
                <a:ext uri="{FF2B5EF4-FFF2-40B4-BE49-F238E27FC236}">
                  <a16:creationId xmlns:a16="http://schemas.microsoft.com/office/drawing/2014/main" id="{7FF4BBD5-94BC-4350-A8DE-9C52A35362E4}"/>
                </a:ext>
              </a:extLst>
            </p:cNvPr>
            <p:cNvSpPr>
              <a:spLocks/>
            </p:cNvSpPr>
            <p:nvPr/>
          </p:nvSpPr>
          <p:spPr bwMode="auto">
            <a:xfrm>
              <a:off x="3673475" y="2274888"/>
              <a:ext cx="1857375" cy="1979613"/>
            </a:xfrm>
            <a:custGeom>
              <a:avLst/>
              <a:gdLst>
                <a:gd name="T0" fmla="*/ 306 w 493"/>
                <a:gd name="T1" fmla="*/ 0 h 525"/>
                <a:gd name="T2" fmla="*/ 0 w 493"/>
                <a:gd name="T3" fmla="*/ 306 h 525"/>
                <a:gd name="T4" fmla="*/ 93 w 493"/>
                <a:gd name="T5" fmla="*/ 525 h 525"/>
                <a:gd name="T6" fmla="*/ 6 w 493"/>
                <a:gd name="T7" fmla="*/ 311 h 525"/>
                <a:gd name="T8" fmla="*/ 312 w 493"/>
                <a:gd name="T9" fmla="*/ 5 h 525"/>
                <a:gd name="T10" fmla="*/ 492 w 493"/>
                <a:gd name="T11" fmla="*/ 64 h 525"/>
                <a:gd name="T12" fmla="*/ 493 w 493"/>
                <a:gd name="T13" fmla="*/ 63 h 525"/>
                <a:gd name="T14" fmla="*/ 306 w 493"/>
                <a:gd name="T15" fmla="*/ 0 h 5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525">
                  <a:moveTo>
                    <a:pt x="306" y="0"/>
                  </a:moveTo>
                  <a:cubicBezTo>
                    <a:pt x="138" y="0"/>
                    <a:pt x="0" y="137"/>
                    <a:pt x="0" y="306"/>
                  </a:cubicBezTo>
                  <a:cubicBezTo>
                    <a:pt x="0" y="392"/>
                    <a:pt x="36" y="469"/>
                    <a:pt x="93" y="525"/>
                  </a:cubicBezTo>
                  <a:cubicBezTo>
                    <a:pt x="39" y="470"/>
                    <a:pt x="6" y="394"/>
                    <a:pt x="6" y="311"/>
                  </a:cubicBezTo>
                  <a:cubicBezTo>
                    <a:pt x="6" y="143"/>
                    <a:pt x="143" y="5"/>
                    <a:pt x="312" y="5"/>
                  </a:cubicBezTo>
                  <a:cubicBezTo>
                    <a:pt x="379" y="5"/>
                    <a:pt x="441" y="27"/>
                    <a:pt x="492" y="64"/>
                  </a:cubicBezTo>
                  <a:cubicBezTo>
                    <a:pt x="493" y="63"/>
                    <a:pt x="493" y="63"/>
                    <a:pt x="493" y="63"/>
                  </a:cubicBezTo>
                  <a:cubicBezTo>
                    <a:pt x="441" y="24"/>
                    <a:pt x="377" y="0"/>
                    <a:pt x="306" y="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9" name="Freeform 48">
              <a:extLst>
                <a:ext uri="{FF2B5EF4-FFF2-40B4-BE49-F238E27FC236}">
                  <a16:creationId xmlns:a16="http://schemas.microsoft.com/office/drawing/2014/main" id="{0443632B-7881-4500-85BD-3EEA91E62228}"/>
                </a:ext>
              </a:extLst>
            </p:cNvPr>
            <p:cNvSpPr>
              <a:spLocks/>
            </p:cNvSpPr>
            <p:nvPr/>
          </p:nvSpPr>
          <p:spPr bwMode="auto">
            <a:xfrm>
              <a:off x="6454775" y="869951"/>
              <a:ext cx="1216025" cy="1330325"/>
            </a:xfrm>
            <a:custGeom>
              <a:avLst/>
              <a:gdLst>
                <a:gd name="T0" fmla="*/ 246 w 323"/>
                <a:gd name="T1" fmla="*/ 1 h 353"/>
                <a:gd name="T2" fmla="*/ 244 w 323"/>
                <a:gd name="T3" fmla="*/ 0 h 353"/>
                <a:gd name="T4" fmla="*/ 243 w 323"/>
                <a:gd name="T5" fmla="*/ 274 h 353"/>
                <a:gd name="T6" fmla="*/ 1 w 323"/>
                <a:gd name="T7" fmla="*/ 303 h 353"/>
                <a:gd name="T8" fmla="*/ 0 w 323"/>
                <a:gd name="T9" fmla="*/ 304 h 353"/>
                <a:gd name="T10" fmla="*/ 5 w 323"/>
                <a:gd name="T11" fmla="*/ 306 h 353"/>
                <a:gd name="T12" fmla="*/ 246 w 323"/>
                <a:gd name="T13" fmla="*/ 278 h 353"/>
                <a:gd name="T14" fmla="*/ 246 w 323"/>
                <a:gd name="T15" fmla="*/ 1 h 3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 h="353">
                  <a:moveTo>
                    <a:pt x="246" y="1"/>
                  </a:moveTo>
                  <a:cubicBezTo>
                    <a:pt x="246" y="1"/>
                    <a:pt x="245" y="0"/>
                    <a:pt x="244" y="0"/>
                  </a:cubicBezTo>
                  <a:cubicBezTo>
                    <a:pt x="319" y="76"/>
                    <a:pt x="318" y="199"/>
                    <a:pt x="243" y="274"/>
                  </a:cubicBezTo>
                  <a:cubicBezTo>
                    <a:pt x="177" y="340"/>
                    <a:pt x="77" y="349"/>
                    <a:pt x="1" y="303"/>
                  </a:cubicBezTo>
                  <a:cubicBezTo>
                    <a:pt x="0" y="304"/>
                    <a:pt x="0" y="304"/>
                    <a:pt x="0" y="304"/>
                  </a:cubicBezTo>
                  <a:cubicBezTo>
                    <a:pt x="5" y="306"/>
                    <a:pt x="5" y="306"/>
                    <a:pt x="5" y="306"/>
                  </a:cubicBezTo>
                  <a:cubicBezTo>
                    <a:pt x="80" y="353"/>
                    <a:pt x="181" y="344"/>
                    <a:pt x="246" y="278"/>
                  </a:cubicBezTo>
                  <a:cubicBezTo>
                    <a:pt x="323" y="202"/>
                    <a:pt x="323" y="78"/>
                    <a:pt x="246" y="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0" name="Freeform 49">
              <a:extLst>
                <a:ext uri="{FF2B5EF4-FFF2-40B4-BE49-F238E27FC236}">
                  <a16:creationId xmlns:a16="http://schemas.microsoft.com/office/drawing/2014/main" id="{43F106BD-103D-43AB-ABAA-9CAE3D4D993F}"/>
                </a:ext>
              </a:extLst>
            </p:cNvPr>
            <p:cNvSpPr>
              <a:spLocks/>
            </p:cNvSpPr>
            <p:nvPr/>
          </p:nvSpPr>
          <p:spPr bwMode="auto">
            <a:xfrm>
              <a:off x="5516563" y="587376"/>
              <a:ext cx="1871663" cy="1925638"/>
            </a:xfrm>
            <a:custGeom>
              <a:avLst/>
              <a:gdLst>
                <a:gd name="T0" fmla="*/ 4 w 497"/>
                <a:gd name="T1" fmla="*/ 511 h 511"/>
                <a:gd name="T2" fmla="*/ 194 w 497"/>
                <a:gd name="T3" fmla="*/ 321 h 511"/>
                <a:gd name="T4" fmla="*/ 222 w 497"/>
                <a:gd name="T5" fmla="*/ 80 h 511"/>
                <a:gd name="T6" fmla="*/ 497 w 497"/>
                <a:gd name="T7" fmla="*/ 78 h 511"/>
                <a:gd name="T8" fmla="*/ 495 w 497"/>
                <a:gd name="T9" fmla="*/ 76 h 511"/>
                <a:gd name="T10" fmla="*/ 218 w 497"/>
                <a:gd name="T11" fmla="*/ 76 h 511"/>
                <a:gd name="T12" fmla="*/ 190 w 497"/>
                <a:gd name="T13" fmla="*/ 318 h 511"/>
                <a:gd name="T14" fmla="*/ 0 w 497"/>
                <a:gd name="T15" fmla="*/ 508 h 511"/>
                <a:gd name="T16" fmla="*/ 4 w 497"/>
                <a:gd name="T17"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7" h="511">
                  <a:moveTo>
                    <a:pt x="4" y="511"/>
                  </a:moveTo>
                  <a:cubicBezTo>
                    <a:pt x="194" y="321"/>
                    <a:pt x="194" y="321"/>
                    <a:pt x="194" y="321"/>
                  </a:cubicBezTo>
                  <a:cubicBezTo>
                    <a:pt x="147" y="246"/>
                    <a:pt x="157" y="145"/>
                    <a:pt x="222" y="80"/>
                  </a:cubicBezTo>
                  <a:cubicBezTo>
                    <a:pt x="298" y="4"/>
                    <a:pt x="420" y="4"/>
                    <a:pt x="497" y="78"/>
                  </a:cubicBezTo>
                  <a:cubicBezTo>
                    <a:pt x="496" y="78"/>
                    <a:pt x="496" y="77"/>
                    <a:pt x="495" y="76"/>
                  </a:cubicBezTo>
                  <a:cubicBezTo>
                    <a:pt x="419" y="0"/>
                    <a:pt x="295" y="0"/>
                    <a:pt x="218" y="76"/>
                  </a:cubicBezTo>
                  <a:cubicBezTo>
                    <a:pt x="153" y="142"/>
                    <a:pt x="144" y="242"/>
                    <a:pt x="190" y="318"/>
                  </a:cubicBezTo>
                  <a:cubicBezTo>
                    <a:pt x="0" y="508"/>
                    <a:pt x="0" y="508"/>
                    <a:pt x="0" y="508"/>
                  </a:cubicBezTo>
                  <a:cubicBezTo>
                    <a:pt x="1" y="509"/>
                    <a:pt x="2" y="510"/>
                    <a:pt x="4" y="511"/>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1" name="Freeform 50">
              <a:extLst>
                <a:ext uri="{FF2B5EF4-FFF2-40B4-BE49-F238E27FC236}">
                  <a16:creationId xmlns:a16="http://schemas.microsoft.com/office/drawing/2014/main" id="{CA8E3922-E08D-4157-B595-B4157F846420}"/>
                </a:ext>
              </a:extLst>
            </p:cNvPr>
            <p:cNvSpPr>
              <a:spLocks/>
            </p:cNvSpPr>
            <p:nvPr/>
          </p:nvSpPr>
          <p:spPr bwMode="auto">
            <a:xfrm>
              <a:off x="5741988" y="2016126"/>
              <a:ext cx="730250" cy="727075"/>
            </a:xfrm>
            <a:custGeom>
              <a:avLst/>
              <a:gdLst>
                <a:gd name="T0" fmla="*/ 0 w 194"/>
                <a:gd name="T1" fmla="*/ 189 h 193"/>
                <a:gd name="T2" fmla="*/ 0 w 194"/>
                <a:gd name="T3" fmla="*/ 189 h 193"/>
                <a:gd name="T4" fmla="*/ 3 w 194"/>
                <a:gd name="T5" fmla="*/ 193 h 193"/>
                <a:gd name="T6" fmla="*/ 194 w 194"/>
                <a:gd name="T7" fmla="*/ 2 h 193"/>
                <a:gd name="T8" fmla="*/ 189 w 194"/>
                <a:gd name="T9" fmla="*/ 0 h 193"/>
                <a:gd name="T10" fmla="*/ 0 w 194"/>
                <a:gd name="T11" fmla="*/ 189 h 193"/>
              </a:gdLst>
              <a:ahLst/>
              <a:cxnLst>
                <a:cxn ang="0">
                  <a:pos x="T0" y="T1"/>
                </a:cxn>
                <a:cxn ang="0">
                  <a:pos x="T2" y="T3"/>
                </a:cxn>
                <a:cxn ang="0">
                  <a:pos x="T4" y="T5"/>
                </a:cxn>
                <a:cxn ang="0">
                  <a:pos x="T6" y="T7"/>
                </a:cxn>
                <a:cxn ang="0">
                  <a:pos x="T8" y="T9"/>
                </a:cxn>
                <a:cxn ang="0">
                  <a:pos x="T10" y="T11"/>
                </a:cxn>
              </a:cxnLst>
              <a:rect l="0" t="0" r="r" b="b"/>
              <a:pathLst>
                <a:path w="194" h="193">
                  <a:moveTo>
                    <a:pt x="0" y="189"/>
                  </a:moveTo>
                  <a:cubicBezTo>
                    <a:pt x="0" y="189"/>
                    <a:pt x="0" y="189"/>
                    <a:pt x="0" y="189"/>
                  </a:cubicBezTo>
                  <a:cubicBezTo>
                    <a:pt x="1" y="190"/>
                    <a:pt x="2" y="192"/>
                    <a:pt x="3" y="193"/>
                  </a:cubicBezTo>
                  <a:cubicBezTo>
                    <a:pt x="194" y="2"/>
                    <a:pt x="194" y="2"/>
                    <a:pt x="194" y="2"/>
                  </a:cubicBezTo>
                  <a:cubicBezTo>
                    <a:pt x="189" y="0"/>
                    <a:pt x="189" y="0"/>
                    <a:pt x="189" y="0"/>
                  </a:cubicBezTo>
                  <a:lnTo>
                    <a:pt x="0" y="189"/>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4" name="Group 83">
            <a:extLst>
              <a:ext uri="{FF2B5EF4-FFF2-40B4-BE49-F238E27FC236}">
                <a16:creationId xmlns:a16="http://schemas.microsoft.com/office/drawing/2014/main" id="{8FACBD13-4A48-4624-A917-809F86BD8DB2}"/>
              </a:ext>
            </a:extLst>
          </p:cNvPr>
          <p:cNvGrpSpPr/>
          <p:nvPr/>
        </p:nvGrpSpPr>
        <p:grpSpPr>
          <a:xfrm>
            <a:off x="1984807" y="2532063"/>
            <a:ext cx="4508500" cy="1793875"/>
            <a:chOff x="3930650" y="2532063"/>
            <a:chExt cx="4508500" cy="1793875"/>
          </a:xfrm>
          <a:effectLst>
            <a:outerShdw blurRad="127000" dist="50800" dir="5400000" sx="99000" sy="99000" algn="ctr" rotWithShape="0">
              <a:srgbClr val="000000">
                <a:alpha val="32000"/>
              </a:srgbClr>
            </a:outerShdw>
          </a:effectLst>
        </p:grpSpPr>
        <p:sp>
          <p:nvSpPr>
            <p:cNvPr id="49" name="Freeform 38">
              <a:extLst>
                <a:ext uri="{FF2B5EF4-FFF2-40B4-BE49-F238E27FC236}">
                  <a16:creationId xmlns:a16="http://schemas.microsoft.com/office/drawing/2014/main" id="{FDE812CC-6DA5-4FBB-838A-D88DEFE22FA2}"/>
                </a:ext>
              </a:extLst>
            </p:cNvPr>
            <p:cNvSpPr>
              <a:spLocks noEditPoints="1"/>
            </p:cNvSpPr>
            <p:nvPr/>
          </p:nvSpPr>
          <p:spPr bwMode="auto">
            <a:xfrm>
              <a:off x="3930650" y="2532063"/>
              <a:ext cx="1797050" cy="1793875"/>
            </a:xfrm>
            <a:custGeom>
              <a:avLst/>
              <a:gdLst>
                <a:gd name="T0" fmla="*/ 238 w 477"/>
                <a:gd name="T1" fmla="*/ 476 h 476"/>
                <a:gd name="T2" fmla="*/ 0 w 477"/>
                <a:gd name="T3" fmla="*/ 238 h 476"/>
                <a:gd name="T4" fmla="*/ 238 w 477"/>
                <a:gd name="T5" fmla="*/ 0 h 476"/>
                <a:gd name="T6" fmla="*/ 477 w 477"/>
                <a:gd name="T7" fmla="*/ 238 h 476"/>
                <a:gd name="T8" fmla="*/ 238 w 477"/>
                <a:gd name="T9" fmla="*/ 476 h 476"/>
                <a:gd name="T10" fmla="*/ 238 w 477"/>
                <a:gd name="T11" fmla="*/ 90 h 476"/>
                <a:gd name="T12" fmla="*/ 90 w 477"/>
                <a:gd name="T13" fmla="*/ 238 h 476"/>
                <a:gd name="T14" fmla="*/ 238 w 477"/>
                <a:gd name="T15" fmla="*/ 386 h 476"/>
                <a:gd name="T16" fmla="*/ 387 w 477"/>
                <a:gd name="T17" fmla="*/ 238 h 476"/>
                <a:gd name="T18" fmla="*/ 238 w 477"/>
                <a:gd name="T19" fmla="*/ 9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7" h="476">
                  <a:moveTo>
                    <a:pt x="238" y="476"/>
                  </a:moveTo>
                  <a:cubicBezTo>
                    <a:pt x="107" y="476"/>
                    <a:pt x="0" y="370"/>
                    <a:pt x="0" y="238"/>
                  </a:cubicBezTo>
                  <a:cubicBezTo>
                    <a:pt x="0" y="106"/>
                    <a:pt x="107" y="0"/>
                    <a:pt x="238" y="0"/>
                  </a:cubicBezTo>
                  <a:cubicBezTo>
                    <a:pt x="370" y="0"/>
                    <a:pt x="477" y="106"/>
                    <a:pt x="477" y="238"/>
                  </a:cubicBezTo>
                  <a:cubicBezTo>
                    <a:pt x="477" y="370"/>
                    <a:pt x="370" y="476"/>
                    <a:pt x="238" y="476"/>
                  </a:cubicBezTo>
                  <a:close/>
                  <a:moveTo>
                    <a:pt x="238" y="90"/>
                  </a:moveTo>
                  <a:cubicBezTo>
                    <a:pt x="157" y="90"/>
                    <a:pt x="90" y="156"/>
                    <a:pt x="90" y="238"/>
                  </a:cubicBezTo>
                  <a:cubicBezTo>
                    <a:pt x="90" y="320"/>
                    <a:pt x="157" y="386"/>
                    <a:pt x="238" y="386"/>
                  </a:cubicBezTo>
                  <a:cubicBezTo>
                    <a:pt x="320" y="386"/>
                    <a:pt x="387" y="320"/>
                    <a:pt x="387" y="238"/>
                  </a:cubicBezTo>
                  <a:cubicBezTo>
                    <a:pt x="387" y="156"/>
                    <a:pt x="320" y="90"/>
                    <a:pt x="238" y="9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50" name="Freeform 39">
              <a:extLst>
                <a:ext uri="{FF2B5EF4-FFF2-40B4-BE49-F238E27FC236}">
                  <a16:creationId xmlns:a16="http://schemas.microsoft.com/office/drawing/2014/main" id="{99298E02-508F-4290-8262-CB880523E05A}"/>
                </a:ext>
              </a:extLst>
            </p:cNvPr>
            <p:cNvSpPr>
              <a:spLocks/>
            </p:cNvSpPr>
            <p:nvPr/>
          </p:nvSpPr>
          <p:spPr bwMode="auto">
            <a:xfrm>
              <a:off x="3930650" y="2532063"/>
              <a:ext cx="1539875" cy="1538288"/>
            </a:xfrm>
            <a:custGeom>
              <a:avLst/>
              <a:gdLst>
                <a:gd name="T0" fmla="*/ 4 w 409"/>
                <a:gd name="T1" fmla="*/ 242 h 408"/>
                <a:gd name="T2" fmla="*/ 242 w 409"/>
                <a:gd name="T3" fmla="*/ 3 h 408"/>
                <a:gd name="T4" fmla="*/ 409 w 409"/>
                <a:gd name="T5" fmla="*/ 71 h 408"/>
                <a:gd name="T6" fmla="*/ 238 w 409"/>
                <a:gd name="T7" fmla="*/ 0 h 408"/>
                <a:gd name="T8" fmla="*/ 0 w 409"/>
                <a:gd name="T9" fmla="*/ 238 h 408"/>
                <a:gd name="T10" fmla="*/ 72 w 409"/>
                <a:gd name="T11" fmla="*/ 408 h 408"/>
                <a:gd name="T12" fmla="*/ 4 w 409"/>
                <a:gd name="T13" fmla="*/ 242 h 408"/>
              </a:gdLst>
              <a:ahLst/>
              <a:cxnLst>
                <a:cxn ang="0">
                  <a:pos x="T0" y="T1"/>
                </a:cxn>
                <a:cxn ang="0">
                  <a:pos x="T2" y="T3"/>
                </a:cxn>
                <a:cxn ang="0">
                  <a:pos x="T4" y="T5"/>
                </a:cxn>
                <a:cxn ang="0">
                  <a:pos x="T6" y="T7"/>
                </a:cxn>
                <a:cxn ang="0">
                  <a:pos x="T8" y="T9"/>
                </a:cxn>
                <a:cxn ang="0">
                  <a:pos x="T10" y="T11"/>
                </a:cxn>
                <a:cxn ang="0">
                  <a:pos x="T12" y="T13"/>
                </a:cxn>
              </a:cxnLst>
              <a:rect l="0" t="0" r="r" b="b"/>
              <a:pathLst>
                <a:path w="409" h="408">
                  <a:moveTo>
                    <a:pt x="4" y="242"/>
                  </a:moveTo>
                  <a:cubicBezTo>
                    <a:pt x="4" y="110"/>
                    <a:pt x="111" y="3"/>
                    <a:pt x="242" y="3"/>
                  </a:cubicBezTo>
                  <a:cubicBezTo>
                    <a:pt x="307" y="3"/>
                    <a:pt x="366" y="29"/>
                    <a:pt x="409" y="71"/>
                  </a:cubicBezTo>
                  <a:cubicBezTo>
                    <a:pt x="365" y="27"/>
                    <a:pt x="305" y="0"/>
                    <a:pt x="238" y="0"/>
                  </a:cubicBezTo>
                  <a:cubicBezTo>
                    <a:pt x="107" y="0"/>
                    <a:pt x="0" y="106"/>
                    <a:pt x="0" y="238"/>
                  </a:cubicBezTo>
                  <a:cubicBezTo>
                    <a:pt x="0" y="305"/>
                    <a:pt x="28" y="365"/>
                    <a:pt x="72" y="408"/>
                  </a:cubicBezTo>
                  <a:cubicBezTo>
                    <a:pt x="30" y="365"/>
                    <a:pt x="4" y="306"/>
                    <a:pt x="4" y="242"/>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1" name="Freeform 40">
              <a:extLst>
                <a:ext uri="{FF2B5EF4-FFF2-40B4-BE49-F238E27FC236}">
                  <a16:creationId xmlns:a16="http://schemas.microsoft.com/office/drawing/2014/main" id="{EE197ECD-4F41-47B8-AFE0-AE92BF5D9EA7}"/>
                </a:ext>
              </a:extLst>
            </p:cNvPr>
            <p:cNvSpPr>
              <a:spLocks/>
            </p:cNvSpPr>
            <p:nvPr/>
          </p:nvSpPr>
          <p:spPr bwMode="auto">
            <a:xfrm>
              <a:off x="5711825" y="2690813"/>
              <a:ext cx="2727325" cy="1476375"/>
            </a:xfrm>
            <a:custGeom>
              <a:avLst/>
              <a:gdLst>
                <a:gd name="T0" fmla="*/ 528 w 724"/>
                <a:gd name="T1" fmla="*/ 0 h 392"/>
                <a:gd name="T2" fmla="*/ 338 w 724"/>
                <a:gd name="T3" fmla="*/ 151 h 392"/>
                <a:gd name="T4" fmla="*/ 0 w 724"/>
                <a:gd name="T5" fmla="*/ 151 h 392"/>
                <a:gd name="T6" fmla="*/ 4 w 724"/>
                <a:gd name="T7" fmla="*/ 196 h 392"/>
                <a:gd name="T8" fmla="*/ 0 w 724"/>
                <a:gd name="T9" fmla="*/ 241 h 392"/>
                <a:gd name="T10" fmla="*/ 338 w 724"/>
                <a:gd name="T11" fmla="*/ 241 h 392"/>
                <a:gd name="T12" fmla="*/ 528 w 724"/>
                <a:gd name="T13" fmla="*/ 392 h 392"/>
                <a:gd name="T14" fmla="*/ 724 w 724"/>
                <a:gd name="T15" fmla="*/ 196 h 392"/>
                <a:gd name="T16" fmla="*/ 528 w 724"/>
                <a:gd name="T17"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92">
                  <a:moveTo>
                    <a:pt x="528" y="0"/>
                  </a:moveTo>
                  <a:cubicBezTo>
                    <a:pt x="436" y="0"/>
                    <a:pt x="358" y="65"/>
                    <a:pt x="338" y="151"/>
                  </a:cubicBezTo>
                  <a:cubicBezTo>
                    <a:pt x="0" y="151"/>
                    <a:pt x="0" y="151"/>
                    <a:pt x="0" y="151"/>
                  </a:cubicBezTo>
                  <a:cubicBezTo>
                    <a:pt x="2" y="166"/>
                    <a:pt x="4" y="181"/>
                    <a:pt x="4" y="196"/>
                  </a:cubicBezTo>
                  <a:cubicBezTo>
                    <a:pt x="4" y="211"/>
                    <a:pt x="2" y="226"/>
                    <a:pt x="0" y="241"/>
                  </a:cubicBezTo>
                  <a:cubicBezTo>
                    <a:pt x="338" y="241"/>
                    <a:pt x="338" y="241"/>
                    <a:pt x="338" y="241"/>
                  </a:cubicBezTo>
                  <a:cubicBezTo>
                    <a:pt x="358" y="327"/>
                    <a:pt x="436" y="392"/>
                    <a:pt x="528" y="392"/>
                  </a:cubicBezTo>
                  <a:cubicBezTo>
                    <a:pt x="636" y="392"/>
                    <a:pt x="724" y="304"/>
                    <a:pt x="724" y="196"/>
                  </a:cubicBezTo>
                  <a:cubicBezTo>
                    <a:pt x="724" y="88"/>
                    <a:pt x="636" y="0"/>
                    <a:pt x="528"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52" name="Freeform 41">
              <a:extLst>
                <a:ext uri="{FF2B5EF4-FFF2-40B4-BE49-F238E27FC236}">
                  <a16:creationId xmlns:a16="http://schemas.microsoft.com/office/drawing/2014/main" id="{FB2BA7EC-D897-41C0-95CA-B5D1CD74EC8F}"/>
                </a:ext>
              </a:extLst>
            </p:cNvPr>
            <p:cNvSpPr>
              <a:spLocks/>
            </p:cNvSpPr>
            <p:nvPr/>
          </p:nvSpPr>
          <p:spPr bwMode="auto">
            <a:xfrm>
              <a:off x="5711825" y="2690813"/>
              <a:ext cx="2655888" cy="584200"/>
            </a:xfrm>
            <a:custGeom>
              <a:avLst/>
              <a:gdLst>
                <a:gd name="T0" fmla="*/ 528 w 705"/>
                <a:gd name="T1" fmla="*/ 0 h 155"/>
                <a:gd name="T2" fmla="*/ 338 w 705"/>
                <a:gd name="T3" fmla="*/ 151 h 155"/>
                <a:gd name="T4" fmla="*/ 0 w 705"/>
                <a:gd name="T5" fmla="*/ 151 h 155"/>
                <a:gd name="T6" fmla="*/ 0 w 705"/>
                <a:gd name="T7" fmla="*/ 155 h 155"/>
                <a:gd name="T8" fmla="*/ 1 w 705"/>
                <a:gd name="T9" fmla="*/ 155 h 155"/>
                <a:gd name="T10" fmla="*/ 11 w 705"/>
                <a:gd name="T11" fmla="*/ 155 h 155"/>
                <a:gd name="T12" fmla="*/ 340 w 705"/>
                <a:gd name="T13" fmla="*/ 155 h 155"/>
                <a:gd name="T14" fmla="*/ 530 w 705"/>
                <a:gd name="T15" fmla="*/ 4 h 155"/>
                <a:gd name="T16" fmla="*/ 705 w 705"/>
                <a:gd name="T17" fmla="*/ 112 h 155"/>
                <a:gd name="T18" fmla="*/ 528 w 705"/>
                <a:gd name="T1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5" h="155">
                  <a:moveTo>
                    <a:pt x="528" y="0"/>
                  </a:moveTo>
                  <a:cubicBezTo>
                    <a:pt x="436" y="0"/>
                    <a:pt x="358" y="65"/>
                    <a:pt x="338" y="151"/>
                  </a:cubicBezTo>
                  <a:cubicBezTo>
                    <a:pt x="0" y="151"/>
                    <a:pt x="0" y="151"/>
                    <a:pt x="0" y="151"/>
                  </a:cubicBezTo>
                  <a:cubicBezTo>
                    <a:pt x="0" y="152"/>
                    <a:pt x="0" y="153"/>
                    <a:pt x="0" y="155"/>
                  </a:cubicBezTo>
                  <a:cubicBezTo>
                    <a:pt x="1" y="155"/>
                    <a:pt x="1" y="155"/>
                    <a:pt x="1" y="155"/>
                  </a:cubicBezTo>
                  <a:cubicBezTo>
                    <a:pt x="11" y="155"/>
                    <a:pt x="11" y="155"/>
                    <a:pt x="11" y="155"/>
                  </a:cubicBezTo>
                  <a:cubicBezTo>
                    <a:pt x="340" y="155"/>
                    <a:pt x="340" y="155"/>
                    <a:pt x="340" y="155"/>
                  </a:cubicBezTo>
                  <a:cubicBezTo>
                    <a:pt x="360" y="68"/>
                    <a:pt x="437" y="4"/>
                    <a:pt x="530" y="4"/>
                  </a:cubicBezTo>
                  <a:cubicBezTo>
                    <a:pt x="607" y="4"/>
                    <a:pt x="673" y="48"/>
                    <a:pt x="705" y="112"/>
                  </a:cubicBezTo>
                  <a:cubicBezTo>
                    <a:pt x="673" y="46"/>
                    <a:pt x="606" y="0"/>
                    <a:pt x="528" y="0"/>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3" name="Freeform 42">
              <a:extLst>
                <a:ext uri="{FF2B5EF4-FFF2-40B4-BE49-F238E27FC236}">
                  <a16:creationId xmlns:a16="http://schemas.microsoft.com/office/drawing/2014/main" id="{21847E7A-9ED5-4BAC-8D59-7020E39307C8}"/>
                </a:ext>
              </a:extLst>
            </p:cNvPr>
            <p:cNvSpPr>
              <a:spLocks/>
            </p:cNvSpPr>
            <p:nvPr/>
          </p:nvSpPr>
          <p:spPr bwMode="auto">
            <a:xfrm>
              <a:off x="5711825" y="3579813"/>
              <a:ext cx="1273175" cy="19050"/>
            </a:xfrm>
            <a:custGeom>
              <a:avLst/>
              <a:gdLst>
                <a:gd name="T0" fmla="*/ 0 w 338"/>
                <a:gd name="T1" fmla="*/ 5 h 5"/>
                <a:gd name="T2" fmla="*/ 338 w 338"/>
                <a:gd name="T3" fmla="*/ 5 h 5"/>
                <a:gd name="T4" fmla="*/ 336 w 338"/>
                <a:gd name="T5" fmla="*/ 0 h 5"/>
                <a:gd name="T6" fmla="*/ 1 w 338"/>
                <a:gd name="T7" fmla="*/ 0 h 5"/>
                <a:gd name="T8" fmla="*/ 0 w 338"/>
                <a:gd name="T9" fmla="*/ 5 h 5"/>
              </a:gdLst>
              <a:ahLst/>
              <a:cxnLst>
                <a:cxn ang="0">
                  <a:pos x="T0" y="T1"/>
                </a:cxn>
                <a:cxn ang="0">
                  <a:pos x="T2" y="T3"/>
                </a:cxn>
                <a:cxn ang="0">
                  <a:pos x="T4" y="T5"/>
                </a:cxn>
                <a:cxn ang="0">
                  <a:pos x="T6" y="T7"/>
                </a:cxn>
                <a:cxn ang="0">
                  <a:pos x="T8" y="T9"/>
                </a:cxn>
              </a:cxnLst>
              <a:rect l="0" t="0" r="r" b="b"/>
              <a:pathLst>
                <a:path w="338" h="5">
                  <a:moveTo>
                    <a:pt x="0" y="5"/>
                  </a:moveTo>
                  <a:cubicBezTo>
                    <a:pt x="338" y="5"/>
                    <a:pt x="338" y="5"/>
                    <a:pt x="338" y="5"/>
                  </a:cubicBezTo>
                  <a:cubicBezTo>
                    <a:pt x="336" y="0"/>
                    <a:pt x="336" y="0"/>
                    <a:pt x="336" y="0"/>
                  </a:cubicBezTo>
                  <a:cubicBezTo>
                    <a:pt x="1" y="0"/>
                    <a:pt x="1" y="0"/>
                    <a:pt x="1" y="0"/>
                  </a:cubicBezTo>
                  <a:cubicBezTo>
                    <a:pt x="0" y="2"/>
                    <a:pt x="0" y="3"/>
                    <a:pt x="0" y="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4" name="Freeform 43">
              <a:extLst>
                <a:ext uri="{FF2B5EF4-FFF2-40B4-BE49-F238E27FC236}">
                  <a16:creationId xmlns:a16="http://schemas.microsoft.com/office/drawing/2014/main" id="{C3DB2835-2805-4941-B0FE-F1D0D3D84462}"/>
                </a:ext>
              </a:extLst>
            </p:cNvPr>
            <p:cNvSpPr>
              <a:spLocks/>
            </p:cNvSpPr>
            <p:nvPr/>
          </p:nvSpPr>
          <p:spPr bwMode="auto">
            <a:xfrm>
              <a:off x="7169150" y="2901951"/>
              <a:ext cx="1270000" cy="1265238"/>
            </a:xfrm>
            <a:custGeom>
              <a:avLst/>
              <a:gdLst>
                <a:gd name="T0" fmla="*/ 278 w 337"/>
                <a:gd name="T1" fmla="*/ 0 h 336"/>
                <a:gd name="T2" fmla="*/ 333 w 337"/>
                <a:gd name="T3" fmla="*/ 136 h 336"/>
                <a:gd name="T4" fmla="*/ 138 w 337"/>
                <a:gd name="T5" fmla="*/ 332 h 336"/>
                <a:gd name="T6" fmla="*/ 0 w 337"/>
                <a:gd name="T7" fmla="*/ 276 h 336"/>
                <a:gd name="T8" fmla="*/ 141 w 337"/>
                <a:gd name="T9" fmla="*/ 336 h 336"/>
                <a:gd name="T10" fmla="*/ 337 w 337"/>
                <a:gd name="T11" fmla="*/ 140 h 336"/>
                <a:gd name="T12" fmla="*/ 278 w 337"/>
                <a:gd name="T13" fmla="*/ 0 h 336"/>
              </a:gdLst>
              <a:ahLst/>
              <a:cxnLst>
                <a:cxn ang="0">
                  <a:pos x="T0" y="T1"/>
                </a:cxn>
                <a:cxn ang="0">
                  <a:pos x="T2" y="T3"/>
                </a:cxn>
                <a:cxn ang="0">
                  <a:pos x="T4" y="T5"/>
                </a:cxn>
                <a:cxn ang="0">
                  <a:pos x="T6" y="T7"/>
                </a:cxn>
                <a:cxn ang="0">
                  <a:pos x="T8" y="T9"/>
                </a:cxn>
                <a:cxn ang="0">
                  <a:pos x="T10" y="T11"/>
                </a:cxn>
                <a:cxn ang="0">
                  <a:pos x="T12" y="T13"/>
                </a:cxn>
              </a:cxnLst>
              <a:rect l="0" t="0" r="r" b="b"/>
              <a:pathLst>
                <a:path w="337" h="336">
                  <a:moveTo>
                    <a:pt x="278" y="0"/>
                  </a:moveTo>
                  <a:cubicBezTo>
                    <a:pt x="312" y="35"/>
                    <a:pt x="333" y="83"/>
                    <a:pt x="333" y="136"/>
                  </a:cubicBezTo>
                  <a:cubicBezTo>
                    <a:pt x="333" y="244"/>
                    <a:pt x="246" y="332"/>
                    <a:pt x="138" y="332"/>
                  </a:cubicBezTo>
                  <a:cubicBezTo>
                    <a:pt x="84" y="332"/>
                    <a:pt x="36" y="311"/>
                    <a:pt x="0" y="276"/>
                  </a:cubicBezTo>
                  <a:cubicBezTo>
                    <a:pt x="36" y="313"/>
                    <a:pt x="86" y="336"/>
                    <a:pt x="141" y="336"/>
                  </a:cubicBezTo>
                  <a:cubicBezTo>
                    <a:pt x="249" y="336"/>
                    <a:pt x="337" y="248"/>
                    <a:pt x="337" y="140"/>
                  </a:cubicBezTo>
                  <a:cubicBezTo>
                    <a:pt x="337" y="85"/>
                    <a:pt x="314" y="35"/>
                    <a:pt x="278"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7" name="Group 76">
            <a:extLst>
              <a:ext uri="{FF2B5EF4-FFF2-40B4-BE49-F238E27FC236}">
                <a16:creationId xmlns:a16="http://schemas.microsoft.com/office/drawing/2014/main" id="{811878B9-22ED-4692-A108-DE5E55806F8A}"/>
              </a:ext>
            </a:extLst>
          </p:cNvPr>
          <p:cNvGrpSpPr/>
          <p:nvPr/>
        </p:nvGrpSpPr>
        <p:grpSpPr>
          <a:xfrm>
            <a:off x="2237220" y="2784476"/>
            <a:ext cx="3487737" cy="3486150"/>
            <a:chOff x="4183063" y="2784476"/>
            <a:chExt cx="3487737" cy="3486150"/>
          </a:xfrm>
          <a:effectLst>
            <a:outerShdw blurRad="165100" dist="12700" dir="2700000" sx="102000" sy="102000" algn="tl" rotWithShape="0">
              <a:prstClr val="black">
                <a:alpha val="40000"/>
              </a:prstClr>
            </a:outerShdw>
          </a:effectLst>
        </p:grpSpPr>
        <p:sp>
          <p:nvSpPr>
            <p:cNvPr id="55" name="Freeform 44">
              <a:extLst>
                <a:ext uri="{FF2B5EF4-FFF2-40B4-BE49-F238E27FC236}">
                  <a16:creationId xmlns:a16="http://schemas.microsoft.com/office/drawing/2014/main" id="{217800B0-EA8A-4F83-A5CE-B5C508DF97B8}"/>
                </a:ext>
              </a:extLst>
            </p:cNvPr>
            <p:cNvSpPr>
              <a:spLocks noEditPoints="1"/>
            </p:cNvSpPr>
            <p:nvPr/>
          </p:nvSpPr>
          <p:spPr bwMode="auto">
            <a:xfrm>
              <a:off x="4183063" y="2784476"/>
              <a:ext cx="1292225" cy="1289050"/>
            </a:xfrm>
            <a:custGeom>
              <a:avLst/>
              <a:gdLst>
                <a:gd name="T0" fmla="*/ 171 w 343"/>
                <a:gd name="T1" fmla="*/ 342 h 342"/>
                <a:gd name="T2" fmla="*/ 0 w 343"/>
                <a:gd name="T3" fmla="*/ 171 h 342"/>
                <a:gd name="T4" fmla="*/ 171 w 343"/>
                <a:gd name="T5" fmla="*/ 0 h 342"/>
                <a:gd name="T6" fmla="*/ 343 w 343"/>
                <a:gd name="T7" fmla="*/ 171 h 342"/>
                <a:gd name="T8" fmla="*/ 171 w 343"/>
                <a:gd name="T9" fmla="*/ 342 h 342"/>
                <a:gd name="T10" fmla="*/ 171 w 343"/>
                <a:gd name="T11" fmla="*/ 78 h 342"/>
                <a:gd name="T12" fmla="*/ 79 w 343"/>
                <a:gd name="T13" fmla="*/ 171 h 342"/>
                <a:gd name="T14" fmla="*/ 171 w 343"/>
                <a:gd name="T15" fmla="*/ 264 h 342"/>
                <a:gd name="T16" fmla="*/ 264 w 343"/>
                <a:gd name="T17" fmla="*/ 171 h 342"/>
                <a:gd name="T18" fmla="*/ 171 w 343"/>
                <a:gd name="T19" fmla="*/ 7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3" h="342">
                  <a:moveTo>
                    <a:pt x="171" y="342"/>
                  </a:moveTo>
                  <a:cubicBezTo>
                    <a:pt x="77" y="342"/>
                    <a:pt x="0" y="265"/>
                    <a:pt x="0" y="171"/>
                  </a:cubicBezTo>
                  <a:cubicBezTo>
                    <a:pt x="0" y="77"/>
                    <a:pt x="77" y="0"/>
                    <a:pt x="171" y="0"/>
                  </a:cubicBezTo>
                  <a:cubicBezTo>
                    <a:pt x="266" y="0"/>
                    <a:pt x="343" y="77"/>
                    <a:pt x="343" y="171"/>
                  </a:cubicBezTo>
                  <a:cubicBezTo>
                    <a:pt x="343" y="265"/>
                    <a:pt x="266" y="342"/>
                    <a:pt x="171" y="342"/>
                  </a:cubicBezTo>
                  <a:close/>
                  <a:moveTo>
                    <a:pt x="171" y="78"/>
                  </a:moveTo>
                  <a:cubicBezTo>
                    <a:pt x="120" y="78"/>
                    <a:pt x="79" y="120"/>
                    <a:pt x="79" y="171"/>
                  </a:cubicBezTo>
                  <a:cubicBezTo>
                    <a:pt x="79" y="222"/>
                    <a:pt x="120" y="264"/>
                    <a:pt x="171" y="264"/>
                  </a:cubicBezTo>
                  <a:cubicBezTo>
                    <a:pt x="223" y="264"/>
                    <a:pt x="264" y="222"/>
                    <a:pt x="264" y="171"/>
                  </a:cubicBezTo>
                  <a:cubicBezTo>
                    <a:pt x="264" y="120"/>
                    <a:pt x="223" y="78"/>
                    <a:pt x="171" y="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56" name="Freeform 45">
              <a:extLst>
                <a:ext uri="{FF2B5EF4-FFF2-40B4-BE49-F238E27FC236}">
                  <a16:creationId xmlns:a16="http://schemas.microsoft.com/office/drawing/2014/main" id="{8ADC3ED1-C39A-4760-BB88-4E13F269EF1D}"/>
                </a:ext>
              </a:extLst>
            </p:cNvPr>
            <p:cNvSpPr>
              <a:spLocks/>
            </p:cNvSpPr>
            <p:nvPr/>
          </p:nvSpPr>
          <p:spPr bwMode="auto">
            <a:xfrm>
              <a:off x="4183063" y="2784476"/>
              <a:ext cx="1106488" cy="1108075"/>
            </a:xfrm>
            <a:custGeom>
              <a:avLst/>
              <a:gdLst>
                <a:gd name="T0" fmla="*/ 4 w 294"/>
                <a:gd name="T1" fmla="*/ 175 h 294"/>
                <a:gd name="T2" fmla="*/ 175 w 294"/>
                <a:gd name="T3" fmla="*/ 3 h 294"/>
                <a:gd name="T4" fmla="*/ 294 w 294"/>
                <a:gd name="T5" fmla="*/ 52 h 294"/>
                <a:gd name="T6" fmla="*/ 171 w 294"/>
                <a:gd name="T7" fmla="*/ 0 h 294"/>
                <a:gd name="T8" fmla="*/ 0 w 294"/>
                <a:gd name="T9" fmla="*/ 171 h 294"/>
                <a:gd name="T10" fmla="*/ 52 w 294"/>
                <a:gd name="T11" fmla="*/ 294 h 294"/>
                <a:gd name="T12" fmla="*/ 4 w 294"/>
                <a:gd name="T13" fmla="*/ 175 h 294"/>
              </a:gdLst>
              <a:ahLst/>
              <a:cxnLst>
                <a:cxn ang="0">
                  <a:pos x="T0" y="T1"/>
                </a:cxn>
                <a:cxn ang="0">
                  <a:pos x="T2" y="T3"/>
                </a:cxn>
                <a:cxn ang="0">
                  <a:pos x="T4" y="T5"/>
                </a:cxn>
                <a:cxn ang="0">
                  <a:pos x="T6" y="T7"/>
                </a:cxn>
                <a:cxn ang="0">
                  <a:pos x="T8" y="T9"/>
                </a:cxn>
                <a:cxn ang="0">
                  <a:pos x="T10" y="T11"/>
                </a:cxn>
                <a:cxn ang="0">
                  <a:pos x="T12" y="T13"/>
                </a:cxn>
              </a:cxnLst>
              <a:rect l="0" t="0" r="r" b="b"/>
              <a:pathLst>
                <a:path w="294" h="294">
                  <a:moveTo>
                    <a:pt x="4" y="175"/>
                  </a:moveTo>
                  <a:cubicBezTo>
                    <a:pt x="4" y="80"/>
                    <a:pt x="81" y="3"/>
                    <a:pt x="175" y="3"/>
                  </a:cubicBezTo>
                  <a:cubicBezTo>
                    <a:pt x="221" y="3"/>
                    <a:pt x="263" y="22"/>
                    <a:pt x="294" y="52"/>
                  </a:cubicBezTo>
                  <a:cubicBezTo>
                    <a:pt x="263" y="20"/>
                    <a:pt x="220" y="0"/>
                    <a:pt x="171" y="0"/>
                  </a:cubicBezTo>
                  <a:cubicBezTo>
                    <a:pt x="77" y="0"/>
                    <a:pt x="0" y="77"/>
                    <a:pt x="0" y="171"/>
                  </a:cubicBezTo>
                  <a:cubicBezTo>
                    <a:pt x="0" y="219"/>
                    <a:pt x="20" y="263"/>
                    <a:pt x="52" y="294"/>
                  </a:cubicBezTo>
                  <a:cubicBezTo>
                    <a:pt x="22" y="263"/>
                    <a:pt x="4" y="221"/>
                    <a:pt x="4" y="17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2" name="Freeform 51">
              <a:extLst>
                <a:ext uri="{FF2B5EF4-FFF2-40B4-BE49-F238E27FC236}">
                  <a16:creationId xmlns:a16="http://schemas.microsoft.com/office/drawing/2014/main" id="{E9C28F5B-B6AB-4572-A720-A5E8C4A37E5C}"/>
                </a:ext>
              </a:extLst>
            </p:cNvPr>
            <p:cNvSpPr>
              <a:spLocks/>
            </p:cNvSpPr>
            <p:nvPr/>
          </p:nvSpPr>
          <p:spPr bwMode="auto">
            <a:xfrm>
              <a:off x="5146675" y="3749676"/>
              <a:ext cx="2524125" cy="2520950"/>
            </a:xfrm>
            <a:custGeom>
              <a:avLst/>
              <a:gdLst>
                <a:gd name="T0" fmla="*/ 593 w 670"/>
                <a:gd name="T1" fmla="*/ 316 h 669"/>
                <a:gd name="T2" fmla="*/ 352 w 670"/>
                <a:gd name="T3" fmla="*/ 288 h 669"/>
                <a:gd name="T4" fmla="*/ 64 w 670"/>
                <a:gd name="T5" fmla="*/ 0 h 669"/>
                <a:gd name="T6" fmla="*/ 0 w 670"/>
                <a:gd name="T7" fmla="*/ 64 h 669"/>
                <a:gd name="T8" fmla="*/ 288 w 670"/>
                <a:gd name="T9" fmla="*/ 351 h 669"/>
                <a:gd name="T10" fmla="*/ 316 w 670"/>
                <a:gd name="T11" fmla="*/ 593 h 669"/>
                <a:gd name="T12" fmla="*/ 593 w 670"/>
                <a:gd name="T13" fmla="*/ 593 h 669"/>
                <a:gd name="T14" fmla="*/ 593 w 670"/>
                <a:gd name="T15" fmla="*/ 316 h 6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0" h="669">
                  <a:moveTo>
                    <a:pt x="593" y="316"/>
                  </a:moveTo>
                  <a:cubicBezTo>
                    <a:pt x="528" y="250"/>
                    <a:pt x="427" y="241"/>
                    <a:pt x="352" y="288"/>
                  </a:cubicBezTo>
                  <a:cubicBezTo>
                    <a:pt x="64" y="0"/>
                    <a:pt x="64" y="0"/>
                    <a:pt x="64" y="0"/>
                  </a:cubicBezTo>
                  <a:cubicBezTo>
                    <a:pt x="49" y="26"/>
                    <a:pt x="27" y="48"/>
                    <a:pt x="0" y="64"/>
                  </a:cubicBezTo>
                  <a:cubicBezTo>
                    <a:pt x="288" y="351"/>
                    <a:pt x="288" y="351"/>
                    <a:pt x="288" y="351"/>
                  </a:cubicBezTo>
                  <a:cubicBezTo>
                    <a:pt x="242" y="427"/>
                    <a:pt x="251" y="527"/>
                    <a:pt x="316" y="593"/>
                  </a:cubicBezTo>
                  <a:cubicBezTo>
                    <a:pt x="393" y="669"/>
                    <a:pt x="517" y="669"/>
                    <a:pt x="593" y="593"/>
                  </a:cubicBezTo>
                  <a:cubicBezTo>
                    <a:pt x="670" y="516"/>
                    <a:pt x="670" y="392"/>
                    <a:pt x="593" y="31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63" name="Freeform 52">
              <a:extLst>
                <a:ext uri="{FF2B5EF4-FFF2-40B4-BE49-F238E27FC236}">
                  <a16:creationId xmlns:a16="http://schemas.microsoft.com/office/drawing/2014/main" id="{C50A71F3-2363-4B83-9448-62967F3BFD88}"/>
                </a:ext>
              </a:extLst>
            </p:cNvPr>
            <p:cNvSpPr>
              <a:spLocks/>
            </p:cNvSpPr>
            <p:nvPr/>
          </p:nvSpPr>
          <p:spPr bwMode="auto">
            <a:xfrm>
              <a:off x="6334125" y="4932363"/>
              <a:ext cx="1336675" cy="1338263"/>
            </a:xfrm>
            <a:custGeom>
              <a:avLst/>
              <a:gdLst>
                <a:gd name="T0" fmla="*/ 278 w 355"/>
                <a:gd name="T1" fmla="*/ 2 h 355"/>
                <a:gd name="T2" fmla="*/ 276 w 355"/>
                <a:gd name="T3" fmla="*/ 0 h 355"/>
                <a:gd name="T4" fmla="*/ 275 w 355"/>
                <a:gd name="T5" fmla="*/ 275 h 355"/>
                <a:gd name="T6" fmla="*/ 0 w 355"/>
                <a:gd name="T7" fmla="*/ 277 h 355"/>
                <a:gd name="T8" fmla="*/ 1 w 355"/>
                <a:gd name="T9" fmla="*/ 279 h 355"/>
                <a:gd name="T10" fmla="*/ 278 w 355"/>
                <a:gd name="T11" fmla="*/ 279 h 355"/>
                <a:gd name="T12" fmla="*/ 278 w 355"/>
                <a:gd name="T13" fmla="*/ 2 h 355"/>
              </a:gdLst>
              <a:ahLst/>
              <a:cxnLst>
                <a:cxn ang="0">
                  <a:pos x="T0" y="T1"/>
                </a:cxn>
                <a:cxn ang="0">
                  <a:pos x="T2" y="T3"/>
                </a:cxn>
                <a:cxn ang="0">
                  <a:pos x="T4" y="T5"/>
                </a:cxn>
                <a:cxn ang="0">
                  <a:pos x="T6" y="T7"/>
                </a:cxn>
                <a:cxn ang="0">
                  <a:pos x="T8" y="T9"/>
                </a:cxn>
                <a:cxn ang="0">
                  <a:pos x="T10" y="T11"/>
                </a:cxn>
                <a:cxn ang="0">
                  <a:pos x="T12" y="T13"/>
                </a:cxn>
              </a:cxnLst>
              <a:rect l="0" t="0" r="r" b="b"/>
              <a:pathLst>
                <a:path w="355" h="355">
                  <a:moveTo>
                    <a:pt x="278" y="2"/>
                  </a:moveTo>
                  <a:cubicBezTo>
                    <a:pt x="278" y="1"/>
                    <a:pt x="277" y="1"/>
                    <a:pt x="276" y="0"/>
                  </a:cubicBezTo>
                  <a:cubicBezTo>
                    <a:pt x="351" y="77"/>
                    <a:pt x="350" y="199"/>
                    <a:pt x="275" y="275"/>
                  </a:cubicBezTo>
                  <a:cubicBezTo>
                    <a:pt x="199" y="351"/>
                    <a:pt x="76" y="351"/>
                    <a:pt x="0" y="277"/>
                  </a:cubicBezTo>
                  <a:cubicBezTo>
                    <a:pt x="0" y="277"/>
                    <a:pt x="1" y="278"/>
                    <a:pt x="1" y="279"/>
                  </a:cubicBezTo>
                  <a:cubicBezTo>
                    <a:pt x="78" y="355"/>
                    <a:pt x="202" y="355"/>
                    <a:pt x="278" y="279"/>
                  </a:cubicBezTo>
                  <a:cubicBezTo>
                    <a:pt x="355" y="202"/>
                    <a:pt x="355" y="78"/>
                    <a:pt x="278" y="2"/>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5" name="Freeform 54">
              <a:extLst>
                <a:ext uri="{FF2B5EF4-FFF2-40B4-BE49-F238E27FC236}">
                  <a16:creationId xmlns:a16="http://schemas.microsoft.com/office/drawing/2014/main" id="{B0425FE3-0EB7-4E02-97EE-25C515B58A9D}"/>
                </a:ext>
              </a:extLst>
            </p:cNvPr>
            <p:cNvSpPr>
              <a:spLocks/>
            </p:cNvSpPr>
            <p:nvPr/>
          </p:nvSpPr>
          <p:spPr bwMode="auto">
            <a:xfrm>
              <a:off x="5384800" y="3749676"/>
              <a:ext cx="2214563" cy="1719263"/>
            </a:xfrm>
            <a:custGeom>
              <a:avLst/>
              <a:gdLst>
                <a:gd name="T0" fmla="*/ 530 w 588"/>
                <a:gd name="T1" fmla="*/ 316 h 456"/>
                <a:gd name="T2" fmla="*/ 289 w 588"/>
                <a:gd name="T3" fmla="*/ 288 h 456"/>
                <a:gd name="T4" fmla="*/ 1 w 588"/>
                <a:gd name="T5" fmla="*/ 0 h 456"/>
                <a:gd name="T6" fmla="*/ 0 w 588"/>
                <a:gd name="T7" fmla="*/ 2 h 456"/>
                <a:gd name="T8" fmla="*/ 1 w 588"/>
                <a:gd name="T9" fmla="*/ 3 h 456"/>
                <a:gd name="T10" fmla="*/ 289 w 588"/>
                <a:gd name="T11" fmla="*/ 291 h 456"/>
                <a:gd name="T12" fmla="*/ 530 w 588"/>
                <a:gd name="T13" fmla="*/ 320 h 456"/>
                <a:gd name="T14" fmla="*/ 587 w 588"/>
                <a:gd name="T15" fmla="*/ 456 h 456"/>
                <a:gd name="T16" fmla="*/ 530 w 588"/>
                <a:gd name="T17" fmla="*/ 31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456">
                  <a:moveTo>
                    <a:pt x="530" y="316"/>
                  </a:moveTo>
                  <a:cubicBezTo>
                    <a:pt x="465" y="250"/>
                    <a:pt x="364" y="241"/>
                    <a:pt x="289" y="288"/>
                  </a:cubicBezTo>
                  <a:cubicBezTo>
                    <a:pt x="1" y="0"/>
                    <a:pt x="1" y="0"/>
                    <a:pt x="1" y="0"/>
                  </a:cubicBezTo>
                  <a:cubicBezTo>
                    <a:pt x="1" y="1"/>
                    <a:pt x="0" y="1"/>
                    <a:pt x="0" y="2"/>
                  </a:cubicBezTo>
                  <a:cubicBezTo>
                    <a:pt x="1" y="3"/>
                    <a:pt x="1" y="3"/>
                    <a:pt x="1" y="3"/>
                  </a:cubicBezTo>
                  <a:cubicBezTo>
                    <a:pt x="289" y="291"/>
                    <a:pt x="289" y="291"/>
                    <a:pt x="289" y="291"/>
                  </a:cubicBezTo>
                  <a:cubicBezTo>
                    <a:pt x="364" y="245"/>
                    <a:pt x="465" y="254"/>
                    <a:pt x="530" y="320"/>
                  </a:cubicBezTo>
                  <a:cubicBezTo>
                    <a:pt x="568" y="357"/>
                    <a:pt x="587" y="407"/>
                    <a:pt x="587" y="456"/>
                  </a:cubicBezTo>
                  <a:cubicBezTo>
                    <a:pt x="588" y="405"/>
                    <a:pt x="569" y="355"/>
                    <a:pt x="530" y="31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6" name="Freeform 55">
              <a:extLst>
                <a:ext uri="{FF2B5EF4-FFF2-40B4-BE49-F238E27FC236}">
                  <a16:creationId xmlns:a16="http://schemas.microsoft.com/office/drawing/2014/main" id="{E63A6AC0-02B2-46F0-BA66-CB6BDD581F6A}"/>
                </a:ext>
              </a:extLst>
            </p:cNvPr>
            <p:cNvSpPr>
              <a:spLocks/>
            </p:cNvSpPr>
            <p:nvPr/>
          </p:nvSpPr>
          <p:spPr bwMode="auto">
            <a:xfrm>
              <a:off x="5146675" y="3979863"/>
              <a:ext cx="1096963" cy="1092200"/>
            </a:xfrm>
            <a:custGeom>
              <a:avLst/>
              <a:gdLst>
                <a:gd name="T0" fmla="*/ 5 w 291"/>
                <a:gd name="T1" fmla="*/ 0 h 290"/>
                <a:gd name="T2" fmla="*/ 0 w 291"/>
                <a:gd name="T3" fmla="*/ 3 h 290"/>
                <a:gd name="T4" fmla="*/ 288 w 291"/>
                <a:gd name="T5" fmla="*/ 290 h 290"/>
                <a:gd name="T6" fmla="*/ 291 w 291"/>
                <a:gd name="T7" fmla="*/ 286 h 290"/>
                <a:gd name="T8" fmla="*/ 5 w 291"/>
                <a:gd name="T9" fmla="*/ 0 h 290"/>
              </a:gdLst>
              <a:ahLst/>
              <a:cxnLst>
                <a:cxn ang="0">
                  <a:pos x="T0" y="T1"/>
                </a:cxn>
                <a:cxn ang="0">
                  <a:pos x="T2" y="T3"/>
                </a:cxn>
                <a:cxn ang="0">
                  <a:pos x="T4" y="T5"/>
                </a:cxn>
                <a:cxn ang="0">
                  <a:pos x="T6" y="T7"/>
                </a:cxn>
                <a:cxn ang="0">
                  <a:pos x="T8" y="T9"/>
                </a:cxn>
              </a:cxnLst>
              <a:rect l="0" t="0" r="r" b="b"/>
              <a:pathLst>
                <a:path w="291" h="290">
                  <a:moveTo>
                    <a:pt x="5" y="0"/>
                  </a:moveTo>
                  <a:cubicBezTo>
                    <a:pt x="3" y="1"/>
                    <a:pt x="2" y="2"/>
                    <a:pt x="0" y="3"/>
                  </a:cubicBezTo>
                  <a:cubicBezTo>
                    <a:pt x="288" y="290"/>
                    <a:pt x="288" y="290"/>
                    <a:pt x="288" y="290"/>
                  </a:cubicBezTo>
                  <a:cubicBezTo>
                    <a:pt x="291" y="286"/>
                    <a:pt x="291" y="286"/>
                    <a:pt x="291" y="286"/>
                  </a:cubicBezTo>
                  <a:lnTo>
                    <a:pt x="5"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6" name="Group 75">
            <a:extLst>
              <a:ext uri="{FF2B5EF4-FFF2-40B4-BE49-F238E27FC236}">
                <a16:creationId xmlns:a16="http://schemas.microsoft.com/office/drawing/2014/main" id="{ED6739A8-6D84-4F3E-B674-2263E5053B12}"/>
              </a:ext>
            </a:extLst>
          </p:cNvPr>
          <p:cNvGrpSpPr/>
          <p:nvPr/>
        </p:nvGrpSpPr>
        <p:grpSpPr>
          <a:xfrm>
            <a:off x="4399395" y="4948238"/>
            <a:ext cx="1027113" cy="1028700"/>
            <a:chOff x="6345238" y="4948238"/>
            <a:chExt cx="1027113" cy="1028700"/>
          </a:xfrm>
          <a:effectLst>
            <a:outerShdw blurRad="114300" dist="76200" dir="2700000" sx="102000" sy="102000" algn="tl" rotWithShape="0">
              <a:prstClr val="black">
                <a:alpha val="40000"/>
              </a:prstClr>
            </a:outerShdw>
          </a:effectLst>
        </p:grpSpPr>
        <p:sp>
          <p:nvSpPr>
            <p:cNvPr id="67" name="Oval 56">
              <a:extLst>
                <a:ext uri="{FF2B5EF4-FFF2-40B4-BE49-F238E27FC236}">
                  <a16:creationId xmlns:a16="http://schemas.microsoft.com/office/drawing/2014/main" id="{31BE5E29-84CC-4836-9CD7-DF35D73E4D5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8" name="Oval 57">
              <a:extLst>
                <a:ext uri="{FF2B5EF4-FFF2-40B4-BE49-F238E27FC236}">
                  <a16:creationId xmlns:a16="http://schemas.microsoft.com/office/drawing/2014/main" id="{67EFFE5E-7AF4-40B5-B772-C4A2B9D4101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8" name="Group 77">
            <a:extLst>
              <a:ext uri="{FF2B5EF4-FFF2-40B4-BE49-F238E27FC236}">
                <a16:creationId xmlns:a16="http://schemas.microsoft.com/office/drawing/2014/main" id="{DDE4BCA7-86A6-465F-A2BA-BD1E016AD5DE}"/>
              </a:ext>
            </a:extLst>
          </p:cNvPr>
          <p:cNvGrpSpPr/>
          <p:nvPr/>
        </p:nvGrpSpPr>
        <p:grpSpPr>
          <a:xfrm>
            <a:off x="5253470" y="2919413"/>
            <a:ext cx="1027113" cy="1028700"/>
            <a:chOff x="6345238" y="4948238"/>
            <a:chExt cx="1027113" cy="1028700"/>
          </a:xfrm>
          <a:effectLst>
            <a:outerShdw blurRad="114300" dist="76200" dir="2700000" sx="102000" sy="102000" algn="tl" rotWithShape="0">
              <a:prstClr val="black">
                <a:alpha val="40000"/>
              </a:prstClr>
            </a:outerShdw>
          </a:effectLst>
        </p:grpSpPr>
        <p:sp>
          <p:nvSpPr>
            <p:cNvPr id="79" name="Oval 56">
              <a:extLst>
                <a:ext uri="{FF2B5EF4-FFF2-40B4-BE49-F238E27FC236}">
                  <a16:creationId xmlns:a16="http://schemas.microsoft.com/office/drawing/2014/main" id="{140CFB75-C8FA-4E71-81EC-1A0C0310E2A0}"/>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0" name="Oval 57">
              <a:extLst>
                <a:ext uri="{FF2B5EF4-FFF2-40B4-BE49-F238E27FC236}">
                  <a16:creationId xmlns:a16="http://schemas.microsoft.com/office/drawing/2014/main" id="{5861D079-FC20-4288-A046-AE521934863C}"/>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1" name="Group 80">
            <a:extLst>
              <a:ext uri="{FF2B5EF4-FFF2-40B4-BE49-F238E27FC236}">
                <a16:creationId xmlns:a16="http://schemas.microsoft.com/office/drawing/2014/main" id="{D27A5D86-EAEE-43AD-9042-7D557909D8A2}"/>
              </a:ext>
            </a:extLst>
          </p:cNvPr>
          <p:cNvGrpSpPr/>
          <p:nvPr/>
        </p:nvGrpSpPr>
        <p:grpSpPr>
          <a:xfrm>
            <a:off x="4413682" y="881062"/>
            <a:ext cx="1027113" cy="1028700"/>
            <a:chOff x="6345238" y="4948238"/>
            <a:chExt cx="1027113" cy="1028700"/>
          </a:xfrm>
          <a:effectLst>
            <a:outerShdw blurRad="114300" dist="76200" dir="2700000" sx="102000" sy="102000" algn="tl" rotWithShape="0">
              <a:prstClr val="black">
                <a:alpha val="40000"/>
              </a:prstClr>
            </a:outerShdw>
          </a:effectLst>
        </p:grpSpPr>
        <p:sp>
          <p:nvSpPr>
            <p:cNvPr id="82" name="Oval 56">
              <a:extLst>
                <a:ext uri="{FF2B5EF4-FFF2-40B4-BE49-F238E27FC236}">
                  <a16:creationId xmlns:a16="http://schemas.microsoft.com/office/drawing/2014/main" id="{324E3F25-1B6B-4EA3-85D8-27C83D6EBFC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3" name="Oval 57">
              <a:extLst>
                <a:ext uri="{FF2B5EF4-FFF2-40B4-BE49-F238E27FC236}">
                  <a16:creationId xmlns:a16="http://schemas.microsoft.com/office/drawing/2014/main" id="{915C94AE-060E-4359-B670-4B3034F0EBF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87" name="Freeform 143">
            <a:extLst>
              <a:ext uri="{FF2B5EF4-FFF2-40B4-BE49-F238E27FC236}">
                <a16:creationId xmlns:a16="http://schemas.microsoft.com/office/drawing/2014/main" id="{CB4BFAEA-7E2E-4E31-AA6D-75B1473A5BD7}"/>
              </a:ext>
            </a:extLst>
          </p:cNvPr>
          <p:cNvSpPr>
            <a:spLocks noEditPoints="1"/>
          </p:cNvSpPr>
          <p:nvPr/>
        </p:nvSpPr>
        <p:spPr bwMode="auto">
          <a:xfrm>
            <a:off x="4678795" y="5281613"/>
            <a:ext cx="460375" cy="403225"/>
          </a:xfrm>
          <a:custGeom>
            <a:avLst/>
            <a:gdLst>
              <a:gd name="T0" fmla="*/ 20 w 121"/>
              <a:gd name="T1" fmla="*/ 57 h 106"/>
              <a:gd name="T2" fmla="*/ 13 w 121"/>
              <a:gd name="T3" fmla="*/ 46 h 106"/>
              <a:gd name="T4" fmla="*/ 14 w 121"/>
              <a:gd name="T5" fmla="*/ 39 h 106"/>
              <a:gd name="T6" fmla="*/ 16 w 121"/>
              <a:gd name="T7" fmla="*/ 39 h 106"/>
              <a:gd name="T8" fmla="*/ 23 w 121"/>
              <a:gd name="T9" fmla="*/ 40 h 106"/>
              <a:gd name="T10" fmla="*/ 40 w 121"/>
              <a:gd name="T11" fmla="*/ 67 h 106"/>
              <a:gd name="T12" fmla="*/ 40 w 121"/>
              <a:gd name="T13" fmla="*/ 89 h 106"/>
              <a:gd name="T14" fmla="*/ 20 w 121"/>
              <a:gd name="T15" fmla="*/ 89 h 106"/>
              <a:gd name="T16" fmla="*/ 20 w 121"/>
              <a:gd name="T17" fmla="*/ 81 h 106"/>
              <a:gd name="T18" fmla="*/ 0 w 121"/>
              <a:gd name="T19" fmla="*/ 59 h 106"/>
              <a:gd name="T20" fmla="*/ 0 w 121"/>
              <a:gd name="T21" fmla="*/ 18 h 106"/>
              <a:gd name="T22" fmla="*/ 5 w 121"/>
              <a:gd name="T23" fmla="*/ 13 h 106"/>
              <a:gd name="T24" fmla="*/ 5 w 121"/>
              <a:gd name="T25" fmla="*/ 13 h 106"/>
              <a:gd name="T26" fmla="*/ 10 w 121"/>
              <a:gd name="T27" fmla="*/ 18 h 106"/>
              <a:gd name="T28" fmla="*/ 10 w 121"/>
              <a:gd name="T29" fmla="*/ 34 h 106"/>
              <a:gd name="T30" fmla="*/ 45 w 121"/>
              <a:gd name="T31" fmla="*/ 106 h 106"/>
              <a:gd name="T32" fmla="*/ 45 w 121"/>
              <a:gd name="T33" fmla="*/ 89 h 106"/>
              <a:gd name="T34" fmla="*/ 15 w 121"/>
              <a:gd name="T35" fmla="*/ 89 h 106"/>
              <a:gd name="T36" fmla="*/ 15 w 121"/>
              <a:gd name="T37" fmla="*/ 106 h 106"/>
              <a:gd name="T38" fmla="*/ 102 w 121"/>
              <a:gd name="T39" fmla="*/ 57 h 106"/>
              <a:gd name="T40" fmla="*/ 108 w 121"/>
              <a:gd name="T41" fmla="*/ 46 h 106"/>
              <a:gd name="T42" fmla="*/ 107 w 121"/>
              <a:gd name="T43" fmla="*/ 39 h 106"/>
              <a:gd name="T44" fmla="*/ 106 w 121"/>
              <a:gd name="T45" fmla="*/ 39 h 106"/>
              <a:gd name="T46" fmla="*/ 99 w 121"/>
              <a:gd name="T47" fmla="*/ 40 h 106"/>
              <a:gd name="T48" fmla="*/ 82 w 121"/>
              <a:gd name="T49" fmla="*/ 67 h 106"/>
              <a:gd name="T50" fmla="*/ 82 w 121"/>
              <a:gd name="T51" fmla="*/ 89 h 106"/>
              <a:gd name="T52" fmla="*/ 102 w 121"/>
              <a:gd name="T53" fmla="*/ 89 h 106"/>
              <a:gd name="T54" fmla="*/ 102 w 121"/>
              <a:gd name="T55" fmla="*/ 81 h 106"/>
              <a:gd name="T56" fmla="*/ 121 w 121"/>
              <a:gd name="T57" fmla="*/ 59 h 106"/>
              <a:gd name="T58" fmla="*/ 121 w 121"/>
              <a:gd name="T59" fmla="*/ 18 h 106"/>
              <a:gd name="T60" fmla="*/ 116 w 121"/>
              <a:gd name="T61" fmla="*/ 13 h 106"/>
              <a:gd name="T62" fmla="*/ 116 w 121"/>
              <a:gd name="T63" fmla="*/ 13 h 106"/>
              <a:gd name="T64" fmla="*/ 111 w 121"/>
              <a:gd name="T65" fmla="*/ 18 h 106"/>
              <a:gd name="T66" fmla="*/ 111 w 121"/>
              <a:gd name="T67" fmla="*/ 34 h 106"/>
              <a:gd name="T68" fmla="*/ 107 w 121"/>
              <a:gd name="T69" fmla="*/ 106 h 106"/>
              <a:gd name="T70" fmla="*/ 107 w 121"/>
              <a:gd name="T71" fmla="*/ 89 h 106"/>
              <a:gd name="T72" fmla="*/ 76 w 121"/>
              <a:gd name="T73" fmla="*/ 89 h 106"/>
              <a:gd name="T74" fmla="*/ 76 w 121"/>
              <a:gd name="T75" fmla="*/ 106 h 106"/>
              <a:gd name="T76" fmla="*/ 61 w 121"/>
              <a:gd name="T77" fmla="*/ 0 h 106"/>
              <a:gd name="T78" fmla="*/ 33 w 121"/>
              <a:gd name="T79" fmla="*/ 27 h 106"/>
              <a:gd name="T80" fmla="*/ 61 w 121"/>
              <a:gd name="T81" fmla="*/ 55 h 106"/>
              <a:gd name="T82" fmla="*/ 88 w 121"/>
              <a:gd name="T83" fmla="*/ 27 h 106"/>
              <a:gd name="T84" fmla="*/ 61 w 121"/>
              <a:gd name="T85" fmla="*/ 0 h 106"/>
              <a:gd name="T86" fmla="*/ 54 w 121"/>
              <a:gd name="T87" fmla="*/ 36 h 106"/>
              <a:gd name="T88" fmla="*/ 61 w 121"/>
              <a:gd name="T89" fmla="*/ 41 h 106"/>
              <a:gd name="T90" fmla="*/ 68 w 121"/>
              <a:gd name="T91" fmla="*/ 34 h 106"/>
              <a:gd name="T92" fmla="*/ 61 w 121"/>
              <a:gd name="T93" fmla="*/ 27 h 106"/>
              <a:gd name="T94" fmla="*/ 53 w 121"/>
              <a:gd name="T95" fmla="*/ 21 h 106"/>
              <a:gd name="T96" fmla="*/ 61 w 121"/>
              <a:gd name="T97" fmla="*/ 14 h 106"/>
              <a:gd name="T98" fmla="*/ 68 w 121"/>
              <a:gd name="T99" fmla="*/ 19 h 106"/>
              <a:gd name="T100" fmla="*/ 61 w 121"/>
              <a:gd name="T101" fmla="*/ 14 h 106"/>
              <a:gd name="T102" fmla="*/ 61 w 121"/>
              <a:gd name="T103" fmla="*/ 10 h 106"/>
              <a:gd name="T104" fmla="*/ 61 w 121"/>
              <a:gd name="T105" fmla="*/ 45 h 106"/>
              <a:gd name="T106" fmla="*/ 61 w 121"/>
              <a:gd name="T107" fmla="*/ 4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 h="106">
                <a:moveTo>
                  <a:pt x="20" y="57"/>
                </a:moveTo>
                <a:cubicBezTo>
                  <a:pt x="13" y="46"/>
                  <a:pt x="13" y="46"/>
                  <a:pt x="13" y="46"/>
                </a:cubicBezTo>
                <a:cubicBezTo>
                  <a:pt x="12" y="44"/>
                  <a:pt x="12" y="41"/>
                  <a:pt x="14" y="39"/>
                </a:cubicBezTo>
                <a:cubicBezTo>
                  <a:pt x="16" y="39"/>
                  <a:pt x="16" y="39"/>
                  <a:pt x="16" y="39"/>
                </a:cubicBezTo>
                <a:cubicBezTo>
                  <a:pt x="18" y="37"/>
                  <a:pt x="21" y="38"/>
                  <a:pt x="23" y="40"/>
                </a:cubicBezTo>
                <a:cubicBezTo>
                  <a:pt x="40" y="67"/>
                  <a:pt x="40" y="67"/>
                  <a:pt x="40" y="67"/>
                </a:cubicBezTo>
                <a:cubicBezTo>
                  <a:pt x="40" y="89"/>
                  <a:pt x="40" y="89"/>
                  <a:pt x="40" y="89"/>
                </a:cubicBezTo>
                <a:cubicBezTo>
                  <a:pt x="20" y="89"/>
                  <a:pt x="20" y="89"/>
                  <a:pt x="20" y="89"/>
                </a:cubicBezTo>
                <a:cubicBezTo>
                  <a:pt x="20" y="81"/>
                  <a:pt x="20" y="81"/>
                  <a:pt x="20" y="81"/>
                </a:cubicBezTo>
                <a:cubicBezTo>
                  <a:pt x="0" y="59"/>
                  <a:pt x="0" y="59"/>
                  <a:pt x="0" y="59"/>
                </a:cubicBezTo>
                <a:cubicBezTo>
                  <a:pt x="0" y="18"/>
                  <a:pt x="0" y="18"/>
                  <a:pt x="0" y="18"/>
                </a:cubicBezTo>
                <a:cubicBezTo>
                  <a:pt x="0" y="15"/>
                  <a:pt x="3" y="13"/>
                  <a:pt x="5" y="13"/>
                </a:cubicBezTo>
                <a:cubicBezTo>
                  <a:pt x="5" y="13"/>
                  <a:pt x="5" y="13"/>
                  <a:pt x="5" y="13"/>
                </a:cubicBezTo>
                <a:cubicBezTo>
                  <a:pt x="8" y="13"/>
                  <a:pt x="10" y="15"/>
                  <a:pt x="10" y="18"/>
                </a:cubicBezTo>
                <a:cubicBezTo>
                  <a:pt x="10" y="34"/>
                  <a:pt x="10" y="34"/>
                  <a:pt x="10" y="34"/>
                </a:cubicBezTo>
                <a:moveTo>
                  <a:pt x="45" y="106"/>
                </a:moveTo>
                <a:cubicBezTo>
                  <a:pt x="45" y="89"/>
                  <a:pt x="45" y="89"/>
                  <a:pt x="45" y="89"/>
                </a:cubicBezTo>
                <a:cubicBezTo>
                  <a:pt x="15" y="89"/>
                  <a:pt x="15" y="89"/>
                  <a:pt x="15" y="89"/>
                </a:cubicBezTo>
                <a:cubicBezTo>
                  <a:pt x="15" y="106"/>
                  <a:pt x="15" y="106"/>
                  <a:pt x="15" y="106"/>
                </a:cubicBezTo>
                <a:moveTo>
                  <a:pt x="102" y="57"/>
                </a:moveTo>
                <a:cubicBezTo>
                  <a:pt x="108" y="46"/>
                  <a:pt x="108" y="46"/>
                  <a:pt x="108" y="46"/>
                </a:cubicBezTo>
                <a:cubicBezTo>
                  <a:pt x="110" y="44"/>
                  <a:pt x="109" y="41"/>
                  <a:pt x="107" y="39"/>
                </a:cubicBezTo>
                <a:cubicBezTo>
                  <a:pt x="106" y="39"/>
                  <a:pt x="106" y="39"/>
                  <a:pt x="106" y="39"/>
                </a:cubicBezTo>
                <a:cubicBezTo>
                  <a:pt x="103" y="37"/>
                  <a:pt x="100" y="38"/>
                  <a:pt x="99" y="40"/>
                </a:cubicBezTo>
                <a:cubicBezTo>
                  <a:pt x="82" y="67"/>
                  <a:pt x="82" y="67"/>
                  <a:pt x="82" y="67"/>
                </a:cubicBezTo>
                <a:cubicBezTo>
                  <a:pt x="82" y="89"/>
                  <a:pt x="82" y="89"/>
                  <a:pt x="82" y="89"/>
                </a:cubicBezTo>
                <a:cubicBezTo>
                  <a:pt x="102" y="89"/>
                  <a:pt x="102" y="89"/>
                  <a:pt x="102" y="89"/>
                </a:cubicBezTo>
                <a:cubicBezTo>
                  <a:pt x="102" y="81"/>
                  <a:pt x="102" y="81"/>
                  <a:pt x="102" y="81"/>
                </a:cubicBezTo>
                <a:cubicBezTo>
                  <a:pt x="121" y="59"/>
                  <a:pt x="121" y="59"/>
                  <a:pt x="121" y="59"/>
                </a:cubicBezTo>
                <a:cubicBezTo>
                  <a:pt x="121" y="18"/>
                  <a:pt x="121" y="18"/>
                  <a:pt x="121" y="18"/>
                </a:cubicBezTo>
                <a:cubicBezTo>
                  <a:pt x="121" y="15"/>
                  <a:pt x="119" y="13"/>
                  <a:pt x="116" y="13"/>
                </a:cubicBezTo>
                <a:cubicBezTo>
                  <a:pt x="116" y="13"/>
                  <a:pt x="116" y="13"/>
                  <a:pt x="116" y="13"/>
                </a:cubicBezTo>
                <a:cubicBezTo>
                  <a:pt x="114" y="13"/>
                  <a:pt x="111" y="15"/>
                  <a:pt x="111" y="18"/>
                </a:cubicBezTo>
                <a:cubicBezTo>
                  <a:pt x="111" y="34"/>
                  <a:pt x="111" y="34"/>
                  <a:pt x="111" y="34"/>
                </a:cubicBezTo>
                <a:moveTo>
                  <a:pt x="107" y="106"/>
                </a:moveTo>
                <a:cubicBezTo>
                  <a:pt x="107" y="89"/>
                  <a:pt x="107" y="89"/>
                  <a:pt x="107" y="89"/>
                </a:cubicBezTo>
                <a:cubicBezTo>
                  <a:pt x="76" y="89"/>
                  <a:pt x="76" y="89"/>
                  <a:pt x="76" y="89"/>
                </a:cubicBezTo>
                <a:cubicBezTo>
                  <a:pt x="76" y="106"/>
                  <a:pt x="76" y="106"/>
                  <a:pt x="76" y="106"/>
                </a:cubicBezTo>
                <a:moveTo>
                  <a:pt x="61" y="0"/>
                </a:moveTo>
                <a:cubicBezTo>
                  <a:pt x="46" y="0"/>
                  <a:pt x="33" y="12"/>
                  <a:pt x="33" y="27"/>
                </a:cubicBezTo>
                <a:cubicBezTo>
                  <a:pt x="33" y="43"/>
                  <a:pt x="46" y="55"/>
                  <a:pt x="61" y="55"/>
                </a:cubicBezTo>
                <a:cubicBezTo>
                  <a:pt x="76" y="55"/>
                  <a:pt x="88" y="43"/>
                  <a:pt x="88" y="27"/>
                </a:cubicBezTo>
                <a:cubicBezTo>
                  <a:pt x="88" y="12"/>
                  <a:pt x="76" y="0"/>
                  <a:pt x="61" y="0"/>
                </a:cubicBezTo>
                <a:close/>
                <a:moveTo>
                  <a:pt x="54" y="36"/>
                </a:moveTo>
                <a:cubicBezTo>
                  <a:pt x="54" y="39"/>
                  <a:pt x="57" y="41"/>
                  <a:pt x="61" y="41"/>
                </a:cubicBezTo>
                <a:cubicBezTo>
                  <a:pt x="65" y="41"/>
                  <a:pt x="68" y="38"/>
                  <a:pt x="68" y="34"/>
                </a:cubicBezTo>
                <a:cubicBezTo>
                  <a:pt x="68" y="30"/>
                  <a:pt x="65" y="28"/>
                  <a:pt x="61" y="27"/>
                </a:cubicBezTo>
                <a:cubicBezTo>
                  <a:pt x="57" y="27"/>
                  <a:pt x="53" y="24"/>
                  <a:pt x="53" y="21"/>
                </a:cubicBezTo>
                <a:cubicBezTo>
                  <a:pt x="53" y="17"/>
                  <a:pt x="57" y="14"/>
                  <a:pt x="61" y="14"/>
                </a:cubicBezTo>
                <a:cubicBezTo>
                  <a:pt x="64" y="14"/>
                  <a:pt x="67" y="16"/>
                  <a:pt x="68" y="19"/>
                </a:cubicBezTo>
                <a:moveTo>
                  <a:pt x="61" y="14"/>
                </a:moveTo>
                <a:cubicBezTo>
                  <a:pt x="61" y="10"/>
                  <a:pt x="61" y="10"/>
                  <a:pt x="61" y="10"/>
                </a:cubicBezTo>
                <a:moveTo>
                  <a:pt x="61" y="45"/>
                </a:moveTo>
                <a:cubicBezTo>
                  <a:pt x="61" y="41"/>
                  <a:pt x="61" y="41"/>
                  <a:pt x="61" y="41"/>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88" name="Freeform 144">
            <a:extLst>
              <a:ext uri="{FF2B5EF4-FFF2-40B4-BE49-F238E27FC236}">
                <a16:creationId xmlns:a16="http://schemas.microsoft.com/office/drawing/2014/main" id="{E398FBB5-3149-468C-9BE9-A4F34599850E}"/>
              </a:ext>
            </a:extLst>
          </p:cNvPr>
          <p:cNvSpPr>
            <a:spLocks noEditPoints="1"/>
          </p:cNvSpPr>
          <p:nvPr/>
        </p:nvSpPr>
        <p:spPr bwMode="auto">
          <a:xfrm>
            <a:off x="5463020" y="3286125"/>
            <a:ext cx="612775" cy="346075"/>
          </a:xfrm>
          <a:custGeom>
            <a:avLst/>
            <a:gdLst>
              <a:gd name="T0" fmla="*/ 38 w 161"/>
              <a:gd name="T1" fmla="*/ 74 h 91"/>
              <a:gd name="T2" fmla="*/ 38 w 161"/>
              <a:gd name="T3" fmla="*/ 68 h 91"/>
              <a:gd name="T4" fmla="*/ 47 w 161"/>
              <a:gd name="T5" fmla="*/ 59 h 91"/>
              <a:gd name="T6" fmla="*/ 52 w 161"/>
              <a:gd name="T7" fmla="*/ 64 h 91"/>
              <a:gd name="T8" fmla="*/ 45 w 161"/>
              <a:gd name="T9" fmla="*/ 74 h 91"/>
              <a:gd name="T10" fmla="*/ 98 w 161"/>
              <a:gd name="T11" fmla="*/ 66 h 91"/>
              <a:gd name="T12" fmla="*/ 118 w 161"/>
              <a:gd name="T13" fmla="*/ 75 h 91"/>
              <a:gd name="T14" fmla="*/ 118 w 161"/>
              <a:gd name="T15" fmla="*/ 66 h 91"/>
              <a:gd name="T16" fmla="*/ 99 w 161"/>
              <a:gd name="T17" fmla="*/ 81 h 91"/>
              <a:gd name="T18" fmla="*/ 108 w 161"/>
              <a:gd name="T19" fmla="*/ 82 h 91"/>
              <a:gd name="T20" fmla="*/ 109 w 161"/>
              <a:gd name="T21" fmla="*/ 75 h 91"/>
              <a:gd name="T22" fmla="*/ 88 w 161"/>
              <a:gd name="T23" fmla="*/ 87 h 91"/>
              <a:gd name="T24" fmla="*/ 97 w 161"/>
              <a:gd name="T25" fmla="*/ 88 h 91"/>
              <a:gd name="T26" fmla="*/ 99 w 161"/>
              <a:gd name="T27" fmla="*/ 81 h 91"/>
              <a:gd name="T28" fmla="*/ 75 w 161"/>
              <a:gd name="T29" fmla="*/ 89 h 91"/>
              <a:gd name="T30" fmla="*/ 86 w 161"/>
              <a:gd name="T31" fmla="*/ 88 h 91"/>
              <a:gd name="T32" fmla="*/ 51 w 161"/>
              <a:gd name="T33" fmla="*/ 81 h 91"/>
              <a:gd name="T34" fmla="*/ 62 w 161"/>
              <a:gd name="T35" fmla="*/ 62 h 91"/>
              <a:gd name="T36" fmla="*/ 55 w 161"/>
              <a:gd name="T37" fmla="*/ 63 h 91"/>
              <a:gd name="T38" fmla="*/ 44 w 161"/>
              <a:gd name="T39" fmla="*/ 82 h 91"/>
              <a:gd name="T40" fmla="*/ 51 w 161"/>
              <a:gd name="T41" fmla="*/ 81 h 91"/>
              <a:gd name="T42" fmla="*/ 71 w 161"/>
              <a:gd name="T43" fmla="*/ 74 h 91"/>
              <a:gd name="T44" fmla="*/ 66 w 161"/>
              <a:gd name="T45" fmla="*/ 66 h 91"/>
              <a:gd name="T46" fmla="*/ 53 w 161"/>
              <a:gd name="T47" fmla="*/ 79 h 91"/>
              <a:gd name="T48" fmla="*/ 58 w 161"/>
              <a:gd name="T49" fmla="*/ 87 h 91"/>
              <a:gd name="T50" fmla="*/ 74 w 161"/>
              <a:gd name="T51" fmla="*/ 85 h 91"/>
              <a:gd name="T52" fmla="*/ 75 w 161"/>
              <a:gd name="T53" fmla="*/ 76 h 91"/>
              <a:gd name="T54" fmla="*/ 69 w 161"/>
              <a:gd name="T55" fmla="*/ 77 h 91"/>
              <a:gd name="T56" fmla="*/ 63 w 161"/>
              <a:gd name="T57" fmla="*/ 90 h 91"/>
              <a:gd name="T58" fmla="*/ 70 w 161"/>
              <a:gd name="T59" fmla="*/ 90 h 91"/>
              <a:gd name="T60" fmla="*/ 138 w 161"/>
              <a:gd name="T61" fmla="*/ 1 h 91"/>
              <a:gd name="T62" fmla="*/ 134 w 161"/>
              <a:gd name="T63" fmla="*/ 55 h 91"/>
              <a:gd name="T64" fmla="*/ 161 w 161"/>
              <a:gd name="T65" fmla="*/ 44 h 91"/>
              <a:gd name="T66" fmla="*/ 87 w 161"/>
              <a:gd name="T67" fmla="*/ 24 h 91"/>
              <a:gd name="T68" fmla="*/ 79 w 161"/>
              <a:gd name="T69" fmla="*/ 24 h 91"/>
              <a:gd name="T70" fmla="*/ 55 w 161"/>
              <a:gd name="T71" fmla="*/ 36 h 91"/>
              <a:gd name="T72" fmla="*/ 77 w 161"/>
              <a:gd name="T73" fmla="*/ 41 h 91"/>
              <a:gd name="T74" fmla="*/ 118 w 161"/>
              <a:gd name="T75" fmla="*/ 66 h 91"/>
              <a:gd name="T76" fmla="*/ 125 w 161"/>
              <a:gd name="T77" fmla="*/ 57 h 91"/>
              <a:gd name="T78" fmla="*/ 118 w 161"/>
              <a:gd name="T79" fmla="*/ 66 h 91"/>
              <a:gd name="T80" fmla="*/ 41 w 161"/>
              <a:gd name="T81" fmla="*/ 65 h 91"/>
              <a:gd name="T82" fmla="*/ 23 w 161"/>
              <a:gd name="T83" fmla="*/ 60 h 91"/>
              <a:gd name="T84" fmla="*/ 33 w 161"/>
              <a:gd name="T85" fmla="*/ 0 h 91"/>
              <a:gd name="T86" fmla="*/ 39 w 161"/>
              <a:gd name="T87" fmla="*/ 66 h 91"/>
              <a:gd name="T88" fmla="*/ 53 w 161"/>
              <a:gd name="T89" fmla="*/ 2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1" h="91">
                <a:moveTo>
                  <a:pt x="42" y="76"/>
                </a:moveTo>
                <a:cubicBezTo>
                  <a:pt x="41" y="76"/>
                  <a:pt x="39" y="75"/>
                  <a:pt x="38" y="74"/>
                </a:cubicBezTo>
                <a:cubicBezTo>
                  <a:pt x="37" y="74"/>
                  <a:pt x="36" y="72"/>
                  <a:pt x="36" y="71"/>
                </a:cubicBezTo>
                <a:cubicBezTo>
                  <a:pt x="36" y="70"/>
                  <a:pt x="37" y="69"/>
                  <a:pt x="38" y="68"/>
                </a:cubicBezTo>
                <a:cubicBezTo>
                  <a:pt x="44" y="61"/>
                  <a:pt x="44" y="61"/>
                  <a:pt x="44" y="61"/>
                </a:cubicBezTo>
                <a:cubicBezTo>
                  <a:pt x="45" y="60"/>
                  <a:pt x="46" y="59"/>
                  <a:pt x="47" y="59"/>
                </a:cubicBezTo>
                <a:cubicBezTo>
                  <a:pt x="48" y="59"/>
                  <a:pt x="50" y="59"/>
                  <a:pt x="51" y="60"/>
                </a:cubicBezTo>
                <a:cubicBezTo>
                  <a:pt x="52" y="61"/>
                  <a:pt x="52" y="62"/>
                  <a:pt x="52" y="64"/>
                </a:cubicBezTo>
                <a:cubicBezTo>
                  <a:pt x="52" y="65"/>
                  <a:pt x="52" y="66"/>
                  <a:pt x="51" y="67"/>
                </a:cubicBezTo>
                <a:cubicBezTo>
                  <a:pt x="45" y="74"/>
                  <a:pt x="45" y="74"/>
                  <a:pt x="45" y="74"/>
                </a:cubicBezTo>
                <a:cubicBezTo>
                  <a:pt x="44" y="75"/>
                  <a:pt x="43" y="76"/>
                  <a:pt x="42" y="76"/>
                </a:cubicBezTo>
                <a:close/>
                <a:moveTo>
                  <a:pt x="98" y="66"/>
                </a:moveTo>
                <a:cubicBezTo>
                  <a:pt x="98" y="66"/>
                  <a:pt x="110" y="76"/>
                  <a:pt x="113" y="76"/>
                </a:cubicBezTo>
                <a:cubicBezTo>
                  <a:pt x="115" y="77"/>
                  <a:pt x="116" y="76"/>
                  <a:pt x="118" y="75"/>
                </a:cubicBezTo>
                <a:cubicBezTo>
                  <a:pt x="119" y="73"/>
                  <a:pt x="120" y="72"/>
                  <a:pt x="120" y="70"/>
                </a:cubicBezTo>
                <a:cubicBezTo>
                  <a:pt x="120" y="68"/>
                  <a:pt x="119" y="67"/>
                  <a:pt x="118" y="66"/>
                </a:cubicBezTo>
                <a:moveTo>
                  <a:pt x="89" y="72"/>
                </a:moveTo>
                <a:cubicBezTo>
                  <a:pt x="99" y="81"/>
                  <a:pt x="99" y="81"/>
                  <a:pt x="99" y="81"/>
                </a:cubicBezTo>
                <a:cubicBezTo>
                  <a:pt x="100" y="82"/>
                  <a:pt x="101" y="83"/>
                  <a:pt x="103" y="83"/>
                </a:cubicBezTo>
                <a:cubicBezTo>
                  <a:pt x="105" y="83"/>
                  <a:pt x="106" y="83"/>
                  <a:pt x="108" y="82"/>
                </a:cubicBezTo>
                <a:cubicBezTo>
                  <a:pt x="109" y="80"/>
                  <a:pt x="110" y="79"/>
                  <a:pt x="110" y="77"/>
                </a:cubicBezTo>
                <a:cubicBezTo>
                  <a:pt x="110" y="76"/>
                  <a:pt x="109" y="75"/>
                  <a:pt x="109" y="75"/>
                </a:cubicBezTo>
                <a:moveTo>
                  <a:pt x="83" y="83"/>
                </a:moveTo>
                <a:cubicBezTo>
                  <a:pt x="88" y="87"/>
                  <a:pt x="88" y="87"/>
                  <a:pt x="88" y="87"/>
                </a:cubicBezTo>
                <a:cubicBezTo>
                  <a:pt x="89" y="89"/>
                  <a:pt x="90" y="90"/>
                  <a:pt x="92" y="90"/>
                </a:cubicBezTo>
                <a:cubicBezTo>
                  <a:pt x="94" y="90"/>
                  <a:pt x="96" y="89"/>
                  <a:pt x="97" y="88"/>
                </a:cubicBezTo>
                <a:cubicBezTo>
                  <a:pt x="98" y="87"/>
                  <a:pt x="99" y="85"/>
                  <a:pt x="99" y="83"/>
                </a:cubicBezTo>
                <a:cubicBezTo>
                  <a:pt x="99" y="82"/>
                  <a:pt x="99" y="82"/>
                  <a:pt x="99" y="81"/>
                </a:cubicBezTo>
                <a:moveTo>
                  <a:pt x="72" y="87"/>
                </a:moveTo>
                <a:cubicBezTo>
                  <a:pt x="75" y="89"/>
                  <a:pt x="75" y="89"/>
                  <a:pt x="75" y="89"/>
                </a:cubicBezTo>
                <a:cubicBezTo>
                  <a:pt x="76" y="90"/>
                  <a:pt x="78" y="90"/>
                  <a:pt x="81" y="90"/>
                </a:cubicBezTo>
                <a:cubicBezTo>
                  <a:pt x="83" y="90"/>
                  <a:pt x="85" y="90"/>
                  <a:pt x="86" y="88"/>
                </a:cubicBezTo>
                <a:cubicBezTo>
                  <a:pt x="86" y="88"/>
                  <a:pt x="87" y="87"/>
                  <a:pt x="87" y="87"/>
                </a:cubicBezTo>
                <a:moveTo>
                  <a:pt x="51" y="81"/>
                </a:moveTo>
                <a:cubicBezTo>
                  <a:pt x="62" y="69"/>
                  <a:pt x="62" y="69"/>
                  <a:pt x="62" y="69"/>
                </a:cubicBezTo>
                <a:cubicBezTo>
                  <a:pt x="64" y="67"/>
                  <a:pt x="64" y="64"/>
                  <a:pt x="62" y="62"/>
                </a:cubicBezTo>
                <a:cubicBezTo>
                  <a:pt x="61" y="61"/>
                  <a:pt x="59" y="61"/>
                  <a:pt x="58" y="61"/>
                </a:cubicBezTo>
                <a:cubicBezTo>
                  <a:pt x="57" y="61"/>
                  <a:pt x="56" y="62"/>
                  <a:pt x="55" y="63"/>
                </a:cubicBezTo>
                <a:cubicBezTo>
                  <a:pt x="44" y="75"/>
                  <a:pt x="44" y="75"/>
                  <a:pt x="44" y="75"/>
                </a:cubicBezTo>
                <a:cubicBezTo>
                  <a:pt x="42" y="77"/>
                  <a:pt x="43" y="80"/>
                  <a:pt x="44" y="82"/>
                </a:cubicBezTo>
                <a:cubicBezTo>
                  <a:pt x="46" y="83"/>
                  <a:pt x="47" y="83"/>
                  <a:pt x="48" y="83"/>
                </a:cubicBezTo>
                <a:cubicBezTo>
                  <a:pt x="50" y="83"/>
                  <a:pt x="51" y="82"/>
                  <a:pt x="51" y="81"/>
                </a:cubicBezTo>
                <a:close/>
                <a:moveTo>
                  <a:pt x="60" y="86"/>
                </a:moveTo>
                <a:cubicBezTo>
                  <a:pt x="71" y="74"/>
                  <a:pt x="71" y="74"/>
                  <a:pt x="71" y="74"/>
                </a:cubicBezTo>
                <a:cubicBezTo>
                  <a:pt x="72" y="72"/>
                  <a:pt x="72" y="69"/>
                  <a:pt x="70" y="68"/>
                </a:cubicBezTo>
                <a:cubicBezTo>
                  <a:pt x="69" y="67"/>
                  <a:pt x="68" y="66"/>
                  <a:pt x="66" y="66"/>
                </a:cubicBezTo>
                <a:cubicBezTo>
                  <a:pt x="65" y="67"/>
                  <a:pt x="64" y="67"/>
                  <a:pt x="63" y="68"/>
                </a:cubicBezTo>
                <a:cubicBezTo>
                  <a:pt x="53" y="79"/>
                  <a:pt x="53" y="79"/>
                  <a:pt x="53" y="79"/>
                </a:cubicBezTo>
                <a:cubicBezTo>
                  <a:pt x="51" y="81"/>
                  <a:pt x="52" y="84"/>
                  <a:pt x="54" y="86"/>
                </a:cubicBezTo>
                <a:cubicBezTo>
                  <a:pt x="55" y="87"/>
                  <a:pt x="56" y="87"/>
                  <a:pt x="58" y="87"/>
                </a:cubicBezTo>
                <a:cubicBezTo>
                  <a:pt x="59" y="87"/>
                  <a:pt x="60" y="87"/>
                  <a:pt x="60" y="86"/>
                </a:cubicBezTo>
                <a:close/>
                <a:moveTo>
                  <a:pt x="74" y="85"/>
                </a:moveTo>
                <a:cubicBezTo>
                  <a:pt x="76" y="83"/>
                  <a:pt x="76" y="83"/>
                  <a:pt x="76" y="83"/>
                </a:cubicBezTo>
                <a:cubicBezTo>
                  <a:pt x="78" y="81"/>
                  <a:pt x="77" y="78"/>
                  <a:pt x="75" y="76"/>
                </a:cubicBezTo>
                <a:cubicBezTo>
                  <a:pt x="74" y="75"/>
                  <a:pt x="73" y="75"/>
                  <a:pt x="72" y="75"/>
                </a:cubicBezTo>
                <a:cubicBezTo>
                  <a:pt x="70" y="75"/>
                  <a:pt x="69" y="76"/>
                  <a:pt x="69" y="77"/>
                </a:cubicBezTo>
                <a:cubicBezTo>
                  <a:pt x="63" y="83"/>
                  <a:pt x="63" y="83"/>
                  <a:pt x="63" y="83"/>
                </a:cubicBezTo>
                <a:cubicBezTo>
                  <a:pt x="61" y="85"/>
                  <a:pt x="61" y="88"/>
                  <a:pt x="63" y="90"/>
                </a:cubicBezTo>
                <a:cubicBezTo>
                  <a:pt x="64" y="91"/>
                  <a:pt x="66" y="91"/>
                  <a:pt x="67" y="91"/>
                </a:cubicBezTo>
                <a:cubicBezTo>
                  <a:pt x="68" y="91"/>
                  <a:pt x="69" y="90"/>
                  <a:pt x="70" y="90"/>
                </a:cubicBezTo>
                <a:lnTo>
                  <a:pt x="74" y="85"/>
                </a:lnTo>
                <a:close/>
                <a:moveTo>
                  <a:pt x="138" y="1"/>
                </a:moveTo>
                <a:cubicBezTo>
                  <a:pt x="128" y="6"/>
                  <a:pt x="113" y="14"/>
                  <a:pt x="111" y="15"/>
                </a:cubicBezTo>
                <a:cubicBezTo>
                  <a:pt x="113" y="19"/>
                  <a:pt x="122" y="35"/>
                  <a:pt x="134" y="55"/>
                </a:cubicBezTo>
                <a:cubicBezTo>
                  <a:pt x="135" y="57"/>
                  <a:pt x="135" y="57"/>
                  <a:pt x="135" y="57"/>
                </a:cubicBezTo>
                <a:cubicBezTo>
                  <a:pt x="161" y="44"/>
                  <a:pt x="161" y="44"/>
                  <a:pt x="161" y="44"/>
                </a:cubicBezTo>
                <a:moveTo>
                  <a:pt x="114" y="21"/>
                </a:moveTo>
                <a:cubicBezTo>
                  <a:pt x="101" y="16"/>
                  <a:pt x="95" y="24"/>
                  <a:pt x="87" y="24"/>
                </a:cubicBezTo>
                <a:cubicBezTo>
                  <a:pt x="84" y="24"/>
                  <a:pt x="81" y="24"/>
                  <a:pt x="80" y="24"/>
                </a:cubicBezTo>
                <a:cubicBezTo>
                  <a:pt x="80" y="24"/>
                  <a:pt x="80" y="24"/>
                  <a:pt x="79" y="24"/>
                </a:cubicBezTo>
                <a:cubicBezTo>
                  <a:pt x="79" y="24"/>
                  <a:pt x="78" y="24"/>
                  <a:pt x="77" y="25"/>
                </a:cubicBezTo>
                <a:cubicBezTo>
                  <a:pt x="55" y="36"/>
                  <a:pt x="55" y="36"/>
                  <a:pt x="55" y="36"/>
                </a:cubicBezTo>
                <a:cubicBezTo>
                  <a:pt x="45" y="41"/>
                  <a:pt x="55" y="49"/>
                  <a:pt x="59" y="48"/>
                </a:cubicBezTo>
                <a:cubicBezTo>
                  <a:pt x="62" y="47"/>
                  <a:pt x="71" y="44"/>
                  <a:pt x="77" y="41"/>
                </a:cubicBezTo>
                <a:cubicBezTo>
                  <a:pt x="80" y="40"/>
                  <a:pt x="84" y="40"/>
                  <a:pt x="87" y="42"/>
                </a:cubicBezTo>
                <a:cubicBezTo>
                  <a:pt x="97" y="50"/>
                  <a:pt x="117" y="65"/>
                  <a:pt x="118" y="66"/>
                </a:cubicBezTo>
                <a:moveTo>
                  <a:pt x="133" y="53"/>
                </a:moveTo>
                <a:cubicBezTo>
                  <a:pt x="131" y="54"/>
                  <a:pt x="127" y="56"/>
                  <a:pt x="125" y="57"/>
                </a:cubicBezTo>
                <a:cubicBezTo>
                  <a:pt x="125" y="58"/>
                  <a:pt x="124" y="59"/>
                  <a:pt x="123" y="60"/>
                </a:cubicBezTo>
                <a:cubicBezTo>
                  <a:pt x="122" y="62"/>
                  <a:pt x="120" y="65"/>
                  <a:pt x="118" y="66"/>
                </a:cubicBezTo>
                <a:moveTo>
                  <a:pt x="41" y="65"/>
                </a:moveTo>
                <a:cubicBezTo>
                  <a:pt x="41" y="65"/>
                  <a:pt x="41" y="65"/>
                  <a:pt x="41" y="65"/>
                </a:cubicBezTo>
                <a:moveTo>
                  <a:pt x="0" y="41"/>
                </a:moveTo>
                <a:cubicBezTo>
                  <a:pt x="23" y="60"/>
                  <a:pt x="23" y="60"/>
                  <a:pt x="23" y="60"/>
                </a:cubicBezTo>
                <a:cubicBezTo>
                  <a:pt x="56" y="19"/>
                  <a:pt x="56" y="19"/>
                  <a:pt x="56" y="19"/>
                </a:cubicBezTo>
                <a:cubicBezTo>
                  <a:pt x="33" y="0"/>
                  <a:pt x="33" y="0"/>
                  <a:pt x="33" y="0"/>
                </a:cubicBezTo>
                <a:moveTo>
                  <a:pt x="26" y="57"/>
                </a:moveTo>
                <a:cubicBezTo>
                  <a:pt x="32" y="63"/>
                  <a:pt x="39" y="66"/>
                  <a:pt x="39" y="66"/>
                </a:cubicBezTo>
                <a:moveTo>
                  <a:pt x="69" y="29"/>
                </a:moveTo>
                <a:cubicBezTo>
                  <a:pt x="66" y="27"/>
                  <a:pt x="59" y="24"/>
                  <a:pt x="53" y="23"/>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89" name="Freeform 146">
            <a:extLst>
              <a:ext uri="{FF2B5EF4-FFF2-40B4-BE49-F238E27FC236}">
                <a16:creationId xmlns:a16="http://schemas.microsoft.com/office/drawing/2014/main" id="{BE8E9F57-9D73-4A63-8778-017A42445C45}"/>
              </a:ext>
            </a:extLst>
          </p:cNvPr>
          <p:cNvSpPr>
            <a:spLocks noEditPoints="1"/>
          </p:cNvSpPr>
          <p:nvPr/>
        </p:nvSpPr>
        <p:spPr bwMode="auto">
          <a:xfrm>
            <a:off x="4678795" y="1174750"/>
            <a:ext cx="501650" cy="403225"/>
          </a:xfrm>
          <a:custGeom>
            <a:avLst/>
            <a:gdLst>
              <a:gd name="T0" fmla="*/ 132 w 132"/>
              <a:gd name="T1" fmla="*/ 106 h 106"/>
              <a:gd name="T2" fmla="*/ 0 w 132"/>
              <a:gd name="T3" fmla="*/ 106 h 106"/>
              <a:gd name="T4" fmla="*/ 32 w 132"/>
              <a:gd name="T5" fmla="*/ 78 h 106"/>
              <a:gd name="T6" fmla="*/ 14 w 132"/>
              <a:gd name="T7" fmla="*/ 78 h 106"/>
              <a:gd name="T8" fmla="*/ 14 w 132"/>
              <a:gd name="T9" fmla="*/ 106 h 106"/>
              <a:gd name="T10" fmla="*/ 32 w 132"/>
              <a:gd name="T11" fmla="*/ 106 h 106"/>
              <a:gd name="T12" fmla="*/ 32 w 132"/>
              <a:gd name="T13" fmla="*/ 78 h 106"/>
              <a:gd name="T14" fmla="*/ 60 w 132"/>
              <a:gd name="T15" fmla="*/ 50 h 106"/>
              <a:gd name="T16" fmla="*/ 42 w 132"/>
              <a:gd name="T17" fmla="*/ 50 h 106"/>
              <a:gd name="T18" fmla="*/ 42 w 132"/>
              <a:gd name="T19" fmla="*/ 106 h 106"/>
              <a:gd name="T20" fmla="*/ 60 w 132"/>
              <a:gd name="T21" fmla="*/ 106 h 106"/>
              <a:gd name="T22" fmla="*/ 60 w 132"/>
              <a:gd name="T23" fmla="*/ 50 h 106"/>
              <a:gd name="T24" fmla="*/ 89 w 132"/>
              <a:gd name="T25" fmla="*/ 62 h 106"/>
              <a:gd name="T26" fmla="*/ 71 w 132"/>
              <a:gd name="T27" fmla="*/ 62 h 106"/>
              <a:gd name="T28" fmla="*/ 71 w 132"/>
              <a:gd name="T29" fmla="*/ 106 h 106"/>
              <a:gd name="T30" fmla="*/ 89 w 132"/>
              <a:gd name="T31" fmla="*/ 106 h 106"/>
              <a:gd name="T32" fmla="*/ 89 w 132"/>
              <a:gd name="T33" fmla="*/ 62 h 106"/>
              <a:gd name="T34" fmla="*/ 117 w 132"/>
              <a:gd name="T35" fmla="*/ 33 h 106"/>
              <a:gd name="T36" fmla="*/ 99 w 132"/>
              <a:gd name="T37" fmla="*/ 33 h 106"/>
              <a:gd name="T38" fmla="*/ 99 w 132"/>
              <a:gd name="T39" fmla="*/ 106 h 106"/>
              <a:gd name="T40" fmla="*/ 117 w 132"/>
              <a:gd name="T41" fmla="*/ 106 h 106"/>
              <a:gd name="T42" fmla="*/ 117 w 132"/>
              <a:gd name="T43" fmla="*/ 33 h 106"/>
              <a:gd name="T44" fmla="*/ 23 w 132"/>
              <a:gd name="T45" fmla="*/ 46 h 106"/>
              <a:gd name="T46" fmla="*/ 18 w 132"/>
              <a:gd name="T47" fmla="*/ 52 h 106"/>
              <a:gd name="T48" fmla="*/ 23 w 132"/>
              <a:gd name="T49" fmla="*/ 57 h 106"/>
              <a:gd name="T50" fmla="*/ 28 w 132"/>
              <a:gd name="T51" fmla="*/ 52 h 106"/>
              <a:gd name="T52" fmla="*/ 23 w 132"/>
              <a:gd name="T53" fmla="*/ 46 h 106"/>
              <a:gd name="T54" fmla="*/ 51 w 132"/>
              <a:gd name="T55" fmla="*/ 19 h 106"/>
              <a:gd name="T56" fmla="*/ 46 w 132"/>
              <a:gd name="T57" fmla="*/ 24 h 106"/>
              <a:gd name="T58" fmla="*/ 51 w 132"/>
              <a:gd name="T59" fmla="*/ 30 h 106"/>
              <a:gd name="T60" fmla="*/ 56 w 132"/>
              <a:gd name="T61" fmla="*/ 24 h 106"/>
              <a:gd name="T62" fmla="*/ 51 w 132"/>
              <a:gd name="T63" fmla="*/ 19 h 106"/>
              <a:gd name="T64" fmla="*/ 80 w 132"/>
              <a:gd name="T65" fmla="*/ 33 h 106"/>
              <a:gd name="T66" fmla="*/ 75 w 132"/>
              <a:gd name="T67" fmla="*/ 38 h 106"/>
              <a:gd name="T68" fmla="*/ 80 w 132"/>
              <a:gd name="T69" fmla="*/ 43 h 106"/>
              <a:gd name="T70" fmla="*/ 85 w 132"/>
              <a:gd name="T71" fmla="*/ 38 h 106"/>
              <a:gd name="T72" fmla="*/ 80 w 132"/>
              <a:gd name="T73" fmla="*/ 33 h 106"/>
              <a:gd name="T74" fmla="*/ 108 w 132"/>
              <a:gd name="T75" fmla="*/ 0 h 106"/>
              <a:gd name="T76" fmla="*/ 103 w 132"/>
              <a:gd name="T77" fmla="*/ 6 h 106"/>
              <a:gd name="T78" fmla="*/ 108 w 132"/>
              <a:gd name="T79" fmla="*/ 11 h 106"/>
              <a:gd name="T80" fmla="*/ 113 w 132"/>
              <a:gd name="T81" fmla="*/ 6 h 106"/>
              <a:gd name="T82" fmla="*/ 108 w 132"/>
              <a:gd name="T83" fmla="*/ 0 h 106"/>
              <a:gd name="T84" fmla="*/ 83 w 132"/>
              <a:gd name="T85" fmla="*/ 34 h 106"/>
              <a:gd name="T86" fmla="*/ 105 w 132"/>
              <a:gd name="T87" fmla="*/ 9 h 106"/>
              <a:gd name="T88" fmla="*/ 56 w 132"/>
              <a:gd name="T89" fmla="*/ 27 h 106"/>
              <a:gd name="T90" fmla="*/ 75 w 132"/>
              <a:gd name="T91" fmla="*/ 36 h 106"/>
              <a:gd name="T92" fmla="*/ 47 w 132"/>
              <a:gd name="T93" fmla="*/ 28 h 106"/>
              <a:gd name="T94" fmla="*/ 27 w 132"/>
              <a:gd name="T95" fmla="*/ 4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106">
                <a:moveTo>
                  <a:pt x="132" y="106"/>
                </a:moveTo>
                <a:cubicBezTo>
                  <a:pt x="0" y="106"/>
                  <a:pt x="0" y="106"/>
                  <a:pt x="0" y="106"/>
                </a:cubicBezTo>
                <a:moveTo>
                  <a:pt x="32" y="78"/>
                </a:moveTo>
                <a:cubicBezTo>
                  <a:pt x="14" y="78"/>
                  <a:pt x="14" y="78"/>
                  <a:pt x="14" y="78"/>
                </a:cubicBezTo>
                <a:cubicBezTo>
                  <a:pt x="14" y="106"/>
                  <a:pt x="14" y="106"/>
                  <a:pt x="14" y="106"/>
                </a:cubicBezTo>
                <a:cubicBezTo>
                  <a:pt x="32" y="106"/>
                  <a:pt x="32" y="106"/>
                  <a:pt x="32" y="106"/>
                </a:cubicBezTo>
                <a:lnTo>
                  <a:pt x="32" y="78"/>
                </a:lnTo>
                <a:close/>
                <a:moveTo>
                  <a:pt x="60" y="50"/>
                </a:moveTo>
                <a:cubicBezTo>
                  <a:pt x="42" y="50"/>
                  <a:pt x="42" y="50"/>
                  <a:pt x="42" y="50"/>
                </a:cubicBezTo>
                <a:cubicBezTo>
                  <a:pt x="42" y="106"/>
                  <a:pt x="42" y="106"/>
                  <a:pt x="42" y="106"/>
                </a:cubicBezTo>
                <a:cubicBezTo>
                  <a:pt x="60" y="106"/>
                  <a:pt x="60" y="106"/>
                  <a:pt x="60" y="106"/>
                </a:cubicBezTo>
                <a:lnTo>
                  <a:pt x="60" y="50"/>
                </a:lnTo>
                <a:close/>
                <a:moveTo>
                  <a:pt x="89" y="62"/>
                </a:moveTo>
                <a:cubicBezTo>
                  <a:pt x="71" y="62"/>
                  <a:pt x="71" y="62"/>
                  <a:pt x="71" y="62"/>
                </a:cubicBezTo>
                <a:cubicBezTo>
                  <a:pt x="71" y="106"/>
                  <a:pt x="71" y="106"/>
                  <a:pt x="71" y="106"/>
                </a:cubicBezTo>
                <a:cubicBezTo>
                  <a:pt x="89" y="106"/>
                  <a:pt x="89" y="106"/>
                  <a:pt x="89" y="106"/>
                </a:cubicBezTo>
                <a:lnTo>
                  <a:pt x="89" y="62"/>
                </a:lnTo>
                <a:close/>
                <a:moveTo>
                  <a:pt x="117" y="33"/>
                </a:moveTo>
                <a:cubicBezTo>
                  <a:pt x="99" y="33"/>
                  <a:pt x="99" y="33"/>
                  <a:pt x="99" y="33"/>
                </a:cubicBezTo>
                <a:cubicBezTo>
                  <a:pt x="99" y="106"/>
                  <a:pt x="99" y="106"/>
                  <a:pt x="99" y="106"/>
                </a:cubicBezTo>
                <a:cubicBezTo>
                  <a:pt x="117" y="106"/>
                  <a:pt x="117" y="106"/>
                  <a:pt x="117" y="106"/>
                </a:cubicBezTo>
                <a:lnTo>
                  <a:pt x="117" y="33"/>
                </a:lnTo>
                <a:close/>
                <a:moveTo>
                  <a:pt x="23" y="46"/>
                </a:moveTo>
                <a:cubicBezTo>
                  <a:pt x="20" y="46"/>
                  <a:pt x="18" y="49"/>
                  <a:pt x="18" y="52"/>
                </a:cubicBezTo>
                <a:cubicBezTo>
                  <a:pt x="18" y="54"/>
                  <a:pt x="20" y="57"/>
                  <a:pt x="23" y="57"/>
                </a:cubicBezTo>
                <a:cubicBezTo>
                  <a:pt x="26" y="57"/>
                  <a:pt x="28" y="54"/>
                  <a:pt x="28" y="52"/>
                </a:cubicBezTo>
                <a:cubicBezTo>
                  <a:pt x="28" y="49"/>
                  <a:pt x="26" y="46"/>
                  <a:pt x="23" y="46"/>
                </a:cubicBezTo>
                <a:close/>
                <a:moveTo>
                  <a:pt x="51" y="19"/>
                </a:moveTo>
                <a:cubicBezTo>
                  <a:pt x="48" y="19"/>
                  <a:pt x="46" y="22"/>
                  <a:pt x="46" y="24"/>
                </a:cubicBezTo>
                <a:cubicBezTo>
                  <a:pt x="46" y="27"/>
                  <a:pt x="48" y="30"/>
                  <a:pt x="51" y="30"/>
                </a:cubicBezTo>
                <a:cubicBezTo>
                  <a:pt x="54" y="30"/>
                  <a:pt x="56" y="27"/>
                  <a:pt x="56" y="24"/>
                </a:cubicBezTo>
                <a:cubicBezTo>
                  <a:pt x="56" y="22"/>
                  <a:pt x="54" y="19"/>
                  <a:pt x="51" y="19"/>
                </a:cubicBezTo>
                <a:close/>
                <a:moveTo>
                  <a:pt x="80" y="33"/>
                </a:moveTo>
                <a:cubicBezTo>
                  <a:pt x="77" y="33"/>
                  <a:pt x="75" y="35"/>
                  <a:pt x="75" y="38"/>
                </a:cubicBezTo>
                <a:cubicBezTo>
                  <a:pt x="75" y="41"/>
                  <a:pt x="77" y="43"/>
                  <a:pt x="80" y="43"/>
                </a:cubicBezTo>
                <a:cubicBezTo>
                  <a:pt x="83" y="43"/>
                  <a:pt x="85" y="41"/>
                  <a:pt x="85" y="38"/>
                </a:cubicBezTo>
                <a:cubicBezTo>
                  <a:pt x="85" y="35"/>
                  <a:pt x="83" y="33"/>
                  <a:pt x="80" y="33"/>
                </a:cubicBezTo>
                <a:close/>
                <a:moveTo>
                  <a:pt x="108" y="0"/>
                </a:moveTo>
                <a:cubicBezTo>
                  <a:pt x="105" y="0"/>
                  <a:pt x="103" y="3"/>
                  <a:pt x="103" y="6"/>
                </a:cubicBezTo>
                <a:cubicBezTo>
                  <a:pt x="103" y="8"/>
                  <a:pt x="105" y="11"/>
                  <a:pt x="108" y="11"/>
                </a:cubicBezTo>
                <a:cubicBezTo>
                  <a:pt x="111" y="11"/>
                  <a:pt x="113" y="8"/>
                  <a:pt x="113" y="6"/>
                </a:cubicBezTo>
                <a:cubicBezTo>
                  <a:pt x="113" y="3"/>
                  <a:pt x="111" y="0"/>
                  <a:pt x="108" y="0"/>
                </a:cubicBezTo>
                <a:close/>
                <a:moveTo>
                  <a:pt x="83" y="34"/>
                </a:moveTo>
                <a:cubicBezTo>
                  <a:pt x="105" y="9"/>
                  <a:pt x="105" y="9"/>
                  <a:pt x="105" y="9"/>
                </a:cubicBezTo>
                <a:moveTo>
                  <a:pt x="56" y="27"/>
                </a:moveTo>
                <a:cubicBezTo>
                  <a:pt x="75" y="36"/>
                  <a:pt x="75" y="36"/>
                  <a:pt x="75" y="36"/>
                </a:cubicBezTo>
                <a:moveTo>
                  <a:pt x="47" y="28"/>
                </a:moveTo>
                <a:cubicBezTo>
                  <a:pt x="27" y="48"/>
                  <a:pt x="27" y="48"/>
                  <a:pt x="27" y="48"/>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7" name="Text Placeholder 36">
            <a:extLst>
              <a:ext uri="{FF2B5EF4-FFF2-40B4-BE49-F238E27FC236}">
                <a16:creationId xmlns:a16="http://schemas.microsoft.com/office/drawing/2014/main" id="{CEBCDE6E-0D11-4C63-B8AD-99724A7FAF74}"/>
              </a:ext>
            </a:extLst>
          </p:cNvPr>
          <p:cNvSpPr>
            <a:spLocks noGrp="1"/>
          </p:cNvSpPr>
          <p:nvPr>
            <p:ph type="body" sz="quarter" idx="4294967295" hasCustomPrompt="1"/>
          </p:nvPr>
        </p:nvSpPr>
        <p:spPr>
          <a:xfrm>
            <a:off x="7496607" y="4743450"/>
            <a:ext cx="2532062" cy="541338"/>
          </a:xfrm>
          <a:prstGeom prst="rect">
            <a:avLst/>
          </a:prstGeom>
        </p:spPr>
        <p:txBody>
          <a:bodyPr>
            <a:noAutofit/>
          </a:bodyPr>
          <a:lstStyle>
            <a:lvl1pPr marL="0" indent="0" algn="l">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a:t>INFODATA 03</a:t>
            </a:r>
            <a:endParaRPr lang="ru-RU"/>
          </a:p>
        </p:txBody>
      </p:sp>
      <p:sp>
        <p:nvSpPr>
          <p:cNvPr id="46" name="Text Placeholder 33">
            <a:extLst>
              <a:ext uri="{FF2B5EF4-FFF2-40B4-BE49-F238E27FC236}">
                <a16:creationId xmlns:a16="http://schemas.microsoft.com/office/drawing/2014/main" id="{62F6A29B-BE27-46B0-AF21-93A3AD1310A3}"/>
              </a:ext>
            </a:extLst>
          </p:cNvPr>
          <p:cNvSpPr>
            <a:spLocks noGrp="1"/>
          </p:cNvSpPr>
          <p:nvPr>
            <p:ph type="body" sz="quarter" idx="4294967295" hasCustomPrompt="1"/>
          </p:nvPr>
        </p:nvSpPr>
        <p:spPr>
          <a:xfrm>
            <a:off x="7496608" y="5151438"/>
            <a:ext cx="3856037" cy="968375"/>
          </a:xfrm>
          <a:prstGeom prst="rect">
            <a:avLst/>
          </a:prstGeom>
        </p:spPr>
        <p:txBody>
          <a:bodyPr>
            <a:noAutofit/>
          </a:bodyPr>
          <a:lstStyle>
            <a:lvl1pPr marL="0" indent="0">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en-US"/>
              <a:t>Lorem ipsum dolor sit amet, consectetur adipiscing elit, sed do eiusmod tempor incididunt ut labore et dolore magna aliqua. Ut enim ad minim veniam, quis nostrud exercitation ullamco laboris nisi ut aliquip ex ea commodo consequat. </a:t>
            </a:r>
          </a:p>
        </p:txBody>
      </p:sp>
      <p:sp>
        <p:nvSpPr>
          <p:cNvPr id="45" name="Text Placeholder 36">
            <a:extLst>
              <a:ext uri="{FF2B5EF4-FFF2-40B4-BE49-F238E27FC236}">
                <a16:creationId xmlns:a16="http://schemas.microsoft.com/office/drawing/2014/main" id="{B4F3D9AF-69C6-4F79-A4DC-3443076DBA4C}"/>
              </a:ext>
            </a:extLst>
          </p:cNvPr>
          <p:cNvSpPr>
            <a:spLocks noGrp="1"/>
          </p:cNvSpPr>
          <p:nvPr>
            <p:ph type="body" sz="quarter" idx="4294967295" hasCustomPrompt="1"/>
          </p:nvPr>
        </p:nvSpPr>
        <p:spPr>
          <a:xfrm>
            <a:off x="7496607" y="2947988"/>
            <a:ext cx="2532062" cy="541337"/>
          </a:xfrm>
          <a:prstGeom prst="rect">
            <a:avLst/>
          </a:prstGeom>
        </p:spPr>
        <p:txBody>
          <a:bodyPr>
            <a:noAutofit/>
          </a:bodyPr>
          <a:lstStyle>
            <a:lvl1pPr marL="0" indent="0" algn="l">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a:t>INFODATA 02</a:t>
            </a:r>
            <a:endParaRPr lang="ru-RU"/>
          </a:p>
        </p:txBody>
      </p:sp>
      <p:sp>
        <p:nvSpPr>
          <p:cNvPr id="44" name="Text Placeholder 33">
            <a:extLst>
              <a:ext uri="{FF2B5EF4-FFF2-40B4-BE49-F238E27FC236}">
                <a16:creationId xmlns:a16="http://schemas.microsoft.com/office/drawing/2014/main" id="{E38CAABA-15EC-47FE-8C8C-40607DD1FBF0}"/>
              </a:ext>
            </a:extLst>
          </p:cNvPr>
          <p:cNvSpPr>
            <a:spLocks noGrp="1"/>
          </p:cNvSpPr>
          <p:nvPr>
            <p:ph type="body" sz="quarter" idx="4294967295" hasCustomPrompt="1"/>
          </p:nvPr>
        </p:nvSpPr>
        <p:spPr>
          <a:xfrm>
            <a:off x="7496608" y="3355975"/>
            <a:ext cx="3856037" cy="968375"/>
          </a:xfrm>
          <a:prstGeom prst="rect">
            <a:avLst/>
          </a:prstGeom>
        </p:spPr>
        <p:txBody>
          <a:bodyPr>
            <a:noAutofit/>
          </a:bodyPr>
          <a:lstStyle>
            <a:lvl1pPr marL="0" indent="0">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en-US"/>
              <a:t>Lorem ipsum dolor sit amet, consectetur adipiscing elit, sed do eiusmod tempor incididunt ut labore et dolore magna aliqua. Ut enim ad minim veniam, quis nostrud exercitation ullamco laboris nisi ut aliquip ex ea commodo consequat. </a:t>
            </a:r>
          </a:p>
        </p:txBody>
      </p:sp>
      <p:sp>
        <p:nvSpPr>
          <p:cNvPr id="43" name="Text Placeholder 36">
            <a:extLst>
              <a:ext uri="{FF2B5EF4-FFF2-40B4-BE49-F238E27FC236}">
                <a16:creationId xmlns:a16="http://schemas.microsoft.com/office/drawing/2014/main" id="{719DBFB1-C317-4F7A-B44A-B8DEA0B4F433}"/>
              </a:ext>
            </a:extLst>
          </p:cNvPr>
          <p:cNvSpPr>
            <a:spLocks noGrp="1"/>
          </p:cNvSpPr>
          <p:nvPr>
            <p:ph type="body" sz="quarter" idx="4294967295" hasCustomPrompt="1"/>
          </p:nvPr>
        </p:nvSpPr>
        <p:spPr>
          <a:xfrm>
            <a:off x="7496607" y="1152525"/>
            <a:ext cx="2532062" cy="541338"/>
          </a:xfrm>
          <a:prstGeom prst="rect">
            <a:avLst/>
          </a:prstGeom>
        </p:spPr>
        <p:txBody>
          <a:bodyPr>
            <a:noAutofit/>
          </a:bodyPr>
          <a:lstStyle>
            <a:lvl1pPr marL="0" indent="0" algn="l">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a:t>INFODATA 01</a:t>
            </a:r>
            <a:endParaRPr lang="ru-RU"/>
          </a:p>
        </p:txBody>
      </p:sp>
      <p:sp>
        <p:nvSpPr>
          <p:cNvPr id="42" name="Text Placeholder 33">
            <a:extLst>
              <a:ext uri="{FF2B5EF4-FFF2-40B4-BE49-F238E27FC236}">
                <a16:creationId xmlns:a16="http://schemas.microsoft.com/office/drawing/2014/main" id="{C2569BF7-F817-4583-B679-92351E748566}"/>
              </a:ext>
            </a:extLst>
          </p:cNvPr>
          <p:cNvSpPr>
            <a:spLocks noGrp="1"/>
          </p:cNvSpPr>
          <p:nvPr>
            <p:ph type="body" sz="quarter" idx="4294967295" hasCustomPrompt="1"/>
          </p:nvPr>
        </p:nvSpPr>
        <p:spPr>
          <a:xfrm>
            <a:off x="7496608" y="1560513"/>
            <a:ext cx="3856037" cy="968375"/>
          </a:xfrm>
          <a:prstGeom prst="rect">
            <a:avLst/>
          </a:prstGeom>
        </p:spPr>
        <p:txBody>
          <a:bodyPr>
            <a:noAutofit/>
          </a:bodyPr>
          <a:lstStyle>
            <a:lvl1pPr marL="0" indent="0">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en-US"/>
              <a:t>Lorem ipsum dolor sit amet, consectetur adipiscing elit, sed do eiusmod tempor incididunt ut labore et dolore magna aliqua. Ut enim ad minim veniam, quis nostrud exercitation ullamco laboris nisi ut aliquip ex ea commodo consequat. </a:t>
            </a:r>
          </a:p>
        </p:txBody>
      </p:sp>
    </p:spTree>
    <p:extLst>
      <p:ext uri="{BB962C8B-B14F-4D97-AF65-F5344CB8AC3E}">
        <p14:creationId xmlns:p14="http://schemas.microsoft.com/office/powerpoint/2010/main" val="369776746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7000">
                                      <p:stCondLst>
                                        <p:cond delay="0"/>
                                      </p:stCondLst>
                                      <p:childTnLst>
                                        <p:set>
                                          <p:cBhvr>
                                            <p:cTn id="6" dur="1" fill="hold">
                                              <p:stCondLst>
                                                <p:cond delay="0"/>
                                              </p:stCondLst>
                                            </p:cTn>
                                            <p:tgtEl>
                                              <p:spTgt spid="86"/>
                                            </p:tgtEl>
                                            <p:attrNameLst>
                                              <p:attrName>style.visibility</p:attrName>
                                            </p:attrNameLst>
                                          </p:cBhvr>
                                          <p:to>
                                            <p:strVal val="visible"/>
                                          </p:to>
                                        </p:set>
                                        <p:anim calcmode="lin" valueType="num" p14:bounceEnd="67000">
                                          <p:cBhvr additive="base">
                                            <p:cTn id="7" dur="1000" fill="hold"/>
                                            <p:tgtEl>
                                              <p:spTgt spid="86"/>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86"/>
                                            </p:tgtEl>
                                            <p:attrNameLst>
                                              <p:attrName>ppt_y</p:attrName>
                                            </p:attrNameLst>
                                          </p:cBhvr>
                                          <p:tavLst>
                                            <p:tav tm="0">
                                              <p:val>
                                                <p:strVal val="0-#ppt_h/2"/>
                                              </p:val>
                                            </p:tav>
                                            <p:tav tm="100000">
                                              <p:val>
                                                <p:strVal val="#ppt_y"/>
                                              </p:val>
                                            </p:tav>
                                          </p:tavLst>
                                        </p:anim>
                                      </p:childTnLst>
                                    </p:cTn>
                                  </p:par>
                                  <p:par>
                                    <p:cTn id="9" presetID="2" presetClass="entr" presetSubtype="2" fill="hold" nodeType="withEffect" p14:presetBounceEnd="67000">
                                      <p:stCondLst>
                                        <p:cond delay="150"/>
                                      </p:stCondLst>
                                      <p:childTnLst>
                                        <p:set>
                                          <p:cBhvr>
                                            <p:cTn id="10" dur="1" fill="hold">
                                              <p:stCondLst>
                                                <p:cond delay="0"/>
                                              </p:stCondLst>
                                            </p:cTn>
                                            <p:tgtEl>
                                              <p:spTgt spid="84"/>
                                            </p:tgtEl>
                                            <p:attrNameLst>
                                              <p:attrName>style.visibility</p:attrName>
                                            </p:attrNameLst>
                                          </p:cBhvr>
                                          <p:to>
                                            <p:strVal val="visible"/>
                                          </p:to>
                                        </p:set>
                                        <p:anim calcmode="lin" valueType="num" p14:bounceEnd="67000">
                                          <p:cBhvr additive="base">
                                            <p:cTn id="11" dur="1000" fill="hold"/>
                                            <p:tgtEl>
                                              <p:spTgt spid="84"/>
                                            </p:tgtEl>
                                            <p:attrNameLst>
                                              <p:attrName>ppt_x</p:attrName>
                                            </p:attrNameLst>
                                          </p:cBhvr>
                                          <p:tavLst>
                                            <p:tav tm="0">
                                              <p:val>
                                                <p:strVal val="1+#ppt_w/2"/>
                                              </p:val>
                                            </p:tav>
                                            <p:tav tm="100000">
                                              <p:val>
                                                <p:strVal val="#ppt_x"/>
                                              </p:val>
                                            </p:tav>
                                          </p:tavLst>
                                        </p:anim>
                                        <p:anim calcmode="lin" valueType="num" p14:bounceEnd="67000">
                                          <p:cBhvr additive="base">
                                            <p:cTn id="12" dur="1000" fill="hold"/>
                                            <p:tgtEl>
                                              <p:spTgt spid="84"/>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14:presetBounceEnd="67000">
                                      <p:stCondLst>
                                        <p:cond delay="300"/>
                                      </p:stCondLst>
                                      <p:childTnLst>
                                        <p:set>
                                          <p:cBhvr>
                                            <p:cTn id="14" dur="1" fill="hold">
                                              <p:stCondLst>
                                                <p:cond delay="0"/>
                                              </p:stCondLst>
                                            </p:cTn>
                                            <p:tgtEl>
                                              <p:spTgt spid="77"/>
                                            </p:tgtEl>
                                            <p:attrNameLst>
                                              <p:attrName>style.visibility</p:attrName>
                                            </p:attrNameLst>
                                          </p:cBhvr>
                                          <p:to>
                                            <p:strVal val="visible"/>
                                          </p:to>
                                        </p:set>
                                        <p:anim calcmode="lin" valueType="num" p14:bounceEnd="67000">
                                          <p:cBhvr additive="base">
                                            <p:cTn id="15" dur="1000" fill="hold"/>
                                            <p:tgtEl>
                                              <p:spTgt spid="77"/>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77"/>
                                            </p:tgtEl>
                                            <p:attrNameLst>
                                              <p:attrName>ppt_y</p:attrName>
                                            </p:attrNameLst>
                                          </p:cBhvr>
                                          <p:tavLst>
                                            <p:tav tm="0">
                                              <p:val>
                                                <p:strVal val="1+#ppt_h/2"/>
                                              </p:val>
                                            </p:tav>
                                            <p:tav tm="100000">
                                              <p:val>
                                                <p:strVal val="#ppt_y"/>
                                              </p:val>
                                            </p:tav>
                                          </p:tavLst>
                                        </p:anim>
                                      </p:childTnLst>
                                    </p:cTn>
                                  </p:par>
                                  <p:par>
                                    <p:cTn id="17" presetID="53" presetClass="entr" presetSubtype="16" fill="hold" nodeType="withEffect">
                                      <p:stCondLst>
                                        <p:cond delay="100"/>
                                      </p:stCondLst>
                                      <p:childTnLst>
                                        <p:set>
                                          <p:cBhvr>
                                            <p:cTn id="18" dur="1" fill="hold">
                                              <p:stCondLst>
                                                <p:cond delay="0"/>
                                              </p:stCondLst>
                                            </p:cTn>
                                            <p:tgtEl>
                                              <p:spTgt spid="81"/>
                                            </p:tgtEl>
                                            <p:attrNameLst>
                                              <p:attrName>style.visibility</p:attrName>
                                            </p:attrNameLst>
                                          </p:cBhvr>
                                          <p:to>
                                            <p:strVal val="visible"/>
                                          </p:to>
                                        </p:set>
                                        <p:anim calcmode="lin" valueType="num">
                                          <p:cBhvr>
                                            <p:cTn id="19" dur="750" fill="hold"/>
                                            <p:tgtEl>
                                              <p:spTgt spid="81"/>
                                            </p:tgtEl>
                                            <p:attrNameLst>
                                              <p:attrName>ppt_w</p:attrName>
                                            </p:attrNameLst>
                                          </p:cBhvr>
                                          <p:tavLst>
                                            <p:tav tm="0">
                                              <p:val>
                                                <p:fltVal val="0"/>
                                              </p:val>
                                            </p:tav>
                                            <p:tav tm="100000">
                                              <p:val>
                                                <p:strVal val="#ppt_w"/>
                                              </p:val>
                                            </p:tav>
                                          </p:tavLst>
                                        </p:anim>
                                        <p:anim calcmode="lin" valueType="num">
                                          <p:cBhvr>
                                            <p:cTn id="20" dur="750" fill="hold"/>
                                            <p:tgtEl>
                                              <p:spTgt spid="81"/>
                                            </p:tgtEl>
                                            <p:attrNameLst>
                                              <p:attrName>ppt_h</p:attrName>
                                            </p:attrNameLst>
                                          </p:cBhvr>
                                          <p:tavLst>
                                            <p:tav tm="0">
                                              <p:val>
                                                <p:fltVal val="0"/>
                                              </p:val>
                                            </p:tav>
                                            <p:tav tm="100000">
                                              <p:val>
                                                <p:strVal val="#ppt_h"/>
                                              </p:val>
                                            </p:tav>
                                          </p:tavLst>
                                        </p:anim>
                                        <p:animEffect transition="in" filter="fade">
                                          <p:cBhvr>
                                            <p:cTn id="21" dur="750"/>
                                            <p:tgtEl>
                                              <p:spTgt spid="81"/>
                                            </p:tgtEl>
                                          </p:cBhvr>
                                        </p:animEffect>
                                      </p:childTnLst>
                                    </p:cTn>
                                  </p:par>
                                  <p:par>
                                    <p:cTn id="22" presetID="53" presetClass="entr" presetSubtype="16" fill="hold" nodeType="withEffect">
                                      <p:stCondLst>
                                        <p:cond delay="250"/>
                                      </p:stCondLst>
                                      <p:childTnLst>
                                        <p:set>
                                          <p:cBhvr>
                                            <p:cTn id="23" dur="1" fill="hold">
                                              <p:stCondLst>
                                                <p:cond delay="0"/>
                                              </p:stCondLst>
                                            </p:cTn>
                                            <p:tgtEl>
                                              <p:spTgt spid="78"/>
                                            </p:tgtEl>
                                            <p:attrNameLst>
                                              <p:attrName>style.visibility</p:attrName>
                                            </p:attrNameLst>
                                          </p:cBhvr>
                                          <p:to>
                                            <p:strVal val="visible"/>
                                          </p:to>
                                        </p:set>
                                        <p:anim calcmode="lin" valueType="num">
                                          <p:cBhvr>
                                            <p:cTn id="24" dur="750" fill="hold"/>
                                            <p:tgtEl>
                                              <p:spTgt spid="78"/>
                                            </p:tgtEl>
                                            <p:attrNameLst>
                                              <p:attrName>ppt_w</p:attrName>
                                            </p:attrNameLst>
                                          </p:cBhvr>
                                          <p:tavLst>
                                            <p:tav tm="0">
                                              <p:val>
                                                <p:fltVal val="0"/>
                                              </p:val>
                                            </p:tav>
                                            <p:tav tm="100000">
                                              <p:val>
                                                <p:strVal val="#ppt_w"/>
                                              </p:val>
                                            </p:tav>
                                          </p:tavLst>
                                        </p:anim>
                                        <p:anim calcmode="lin" valueType="num">
                                          <p:cBhvr>
                                            <p:cTn id="25" dur="750" fill="hold"/>
                                            <p:tgtEl>
                                              <p:spTgt spid="78"/>
                                            </p:tgtEl>
                                            <p:attrNameLst>
                                              <p:attrName>ppt_h</p:attrName>
                                            </p:attrNameLst>
                                          </p:cBhvr>
                                          <p:tavLst>
                                            <p:tav tm="0">
                                              <p:val>
                                                <p:fltVal val="0"/>
                                              </p:val>
                                            </p:tav>
                                            <p:tav tm="100000">
                                              <p:val>
                                                <p:strVal val="#ppt_h"/>
                                              </p:val>
                                            </p:tav>
                                          </p:tavLst>
                                        </p:anim>
                                        <p:animEffect transition="in" filter="fade">
                                          <p:cBhvr>
                                            <p:cTn id="26" dur="750"/>
                                            <p:tgtEl>
                                              <p:spTgt spid="78"/>
                                            </p:tgtEl>
                                          </p:cBhvr>
                                        </p:animEffect>
                                      </p:childTnLst>
                                    </p:cTn>
                                  </p:par>
                                  <p:par>
                                    <p:cTn id="27" presetID="53" presetClass="entr" presetSubtype="16" fill="hold" nodeType="withEffect">
                                      <p:stCondLst>
                                        <p:cond delay="400"/>
                                      </p:stCondLst>
                                      <p:childTnLst>
                                        <p:set>
                                          <p:cBhvr>
                                            <p:cTn id="28" dur="1" fill="hold">
                                              <p:stCondLst>
                                                <p:cond delay="0"/>
                                              </p:stCondLst>
                                            </p:cTn>
                                            <p:tgtEl>
                                              <p:spTgt spid="76"/>
                                            </p:tgtEl>
                                            <p:attrNameLst>
                                              <p:attrName>style.visibility</p:attrName>
                                            </p:attrNameLst>
                                          </p:cBhvr>
                                          <p:to>
                                            <p:strVal val="visible"/>
                                          </p:to>
                                        </p:set>
                                        <p:anim calcmode="lin" valueType="num">
                                          <p:cBhvr>
                                            <p:cTn id="29" dur="750" fill="hold"/>
                                            <p:tgtEl>
                                              <p:spTgt spid="76"/>
                                            </p:tgtEl>
                                            <p:attrNameLst>
                                              <p:attrName>ppt_w</p:attrName>
                                            </p:attrNameLst>
                                          </p:cBhvr>
                                          <p:tavLst>
                                            <p:tav tm="0">
                                              <p:val>
                                                <p:fltVal val="0"/>
                                              </p:val>
                                            </p:tav>
                                            <p:tav tm="100000">
                                              <p:val>
                                                <p:strVal val="#ppt_w"/>
                                              </p:val>
                                            </p:tav>
                                          </p:tavLst>
                                        </p:anim>
                                        <p:anim calcmode="lin" valueType="num">
                                          <p:cBhvr>
                                            <p:cTn id="30" dur="750" fill="hold"/>
                                            <p:tgtEl>
                                              <p:spTgt spid="76"/>
                                            </p:tgtEl>
                                            <p:attrNameLst>
                                              <p:attrName>ppt_h</p:attrName>
                                            </p:attrNameLst>
                                          </p:cBhvr>
                                          <p:tavLst>
                                            <p:tav tm="0">
                                              <p:val>
                                                <p:fltVal val="0"/>
                                              </p:val>
                                            </p:tav>
                                            <p:tav tm="100000">
                                              <p:val>
                                                <p:strVal val="#ppt_h"/>
                                              </p:val>
                                            </p:tav>
                                          </p:tavLst>
                                        </p:anim>
                                        <p:animEffect transition="in" filter="fade">
                                          <p:cBhvr>
                                            <p:cTn id="31" dur="750"/>
                                            <p:tgtEl>
                                              <p:spTgt spid="76"/>
                                            </p:tgtEl>
                                          </p:cBhvr>
                                        </p:animEffect>
                                      </p:childTnLst>
                                    </p:cTn>
                                  </p:par>
                                  <p:par>
                                    <p:cTn id="32" presetID="53" presetClass="entr" presetSubtype="16" fill="hold" grpId="0" nodeType="withEffect">
                                      <p:stCondLst>
                                        <p:cond delay="750"/>
                                      </p:stCondLst>
                                      <p:childTnLst>
                                        <p:set>
                                          <p:cBhvr>
                                            <p:cTn id="33" dur="1" fill="hold">
                                              <p:stCondLst>
                                                <p:cond delay="0"/>
                                              </p:stCondLst>
                                            </p:cTn>
                                            <p:tgtEl>
                                              <p:spTgt spid="89"/>
                                            </p:tgtEl>
                                            <p:attrNameLst>
                                              <p:attrName>style.visibility</p:attrName>
                                            </p:attrNameLst>
                                          </p:cBhvr>
                                          <p:to>
                                            <p:strVal val="visible"/>
                                          </p:to>
                                        </p:set>
                                        <p:anim calcmode="lin" valueType="num">
                                          <p:cBhvr>
                                            <p:cTn id="34" dur="750" fill="hold"/>
                                            <p:tgtEl>
                                              <p:spTgt spid="89"/>
                                            </p:tgtEl>
                                            <p:attrNameLst>
                                              <p:attrName>ppt_w</p:attrName>
                                            </p:attrNameLst>
                                          </p:cBhvr>
                                          <p:tavLst>
                                            <p:tav tm="0">
                                              <p:val>
                                                <p:fltVal val="0"/>
                                              </p:val>
                                            </p:tav>
                                            <p:tav tm="100000">
                                              <p:val>
                                                <p:strVal val="#ppt_w"/>
                                              </p:val>
                                            </p:tav>
                                          </p:tavLst>
                                        </p:anim>
                                        <p:anim calcmode="lin" valueType="num">
                                          <p:cBhvr>
                                            <p:cTn id="35" dur="750" fill="hold"/>
                                            <p:tgtEl>
                                              <p:spTgt spid="89"/>
                                            </p:tgtEl>
                                            <p:attrNameLst>
                                              <p:attrName>ppt_h</p:attrName>
                                            </p:attrNameLst>
                                          </p:cBhvr>
                                          <p:tavLst>
                                            <p:tav tm="0">
                                              <p:val>
                                                <p:fltVal val="0"/>
                                              </p:val>
                                            </p:tav>
                                            <p:tav tm="100000">
                                              <p:val>
                                                <p:strVal val="#ppt_h"/>
                                              </p:val>
                                            </p:tav>
                                          </p:tavLst>
                                        </p:anim>
                                        <p:animEffect transition="in" filter="fade">
                                          <p:cBhvr>
                                            <p:cTn id="36" dur="750"/>
                                            <p:tgtEl>
                                              <p:spTgt spid="89"/>
                                            </p:tgtEl>
                                          </p:cBhvr>
                                        </p:animEffect>
                                      </p:childTnLst>
                                    </p:cTn>
                                  </p:par>
                                  <p:par>
                                    <p:cTn id="37" presetID="53" presetClass="entr" presetSubtype="16" fill="hold" grpId="0" nodeType="withEffect">
                                      <p:stCondLst>
                                        <p:cond delay="750"/>
                                      </p:stCondLst>
                                      <p:childTnLst>
                                        <p:set>
                                          <p:cBhvr>
                                            <p:cTn id="38" dur="1" fill="hold">
                                              <p:stCondLst>
                                                <p:cond delay="0"/>
                                              </p:stCondLst>
                                            </p:cTn>
                                            <p:tgtEl>
                                              <p:spTgt spid="88"/>
                                            </p:tgtEl>
                                            <p:attrNameLst>
                                              <p:attrName>style.visibility</p:attrName>
                                            </p:attrNameLst>
                                          </p:cBhvr>
                                          <p:to>
                                            <p:strVal val="visible"/>
                                          </p:to>
                                        </p:set>
                                        <p:anim calcmode="lin" valueType="num">
                                          <p:cBhvr>
                                            <p:cTn id="39" dur="750" fill="hold"/>
                                            <p:tgtEl>
                                              <p:spTgt spid="88"/>
                                            </p:tgtEl>
                                            <p:attrNameLst>
                                              <p:attrName>ppt_w</p:attrName>
                                            </p:attrNameLst>
                                          </p:cBhvr>
                                          <p:tavLst>
                                            <p:tav tm="0">
                                              <p:val>
                                                <p:fltVal val="0"/>
                                              </p:val>
                                            </p:tav>
                                            <p:tav tm="100000">
                                              <p:val>
                                                <p:strVal val="#ppt_w"/>
                                              </p:val>
                                            </p:tav>
                                          </p:tavLst>
                                        </p:anim>
                                        <p:anim calcmode="lin" valueType="num">
                                          <p:cBhvr>
                                            <p:cTn id="40" dur="750" fill="hold"/>
                                            <p:tgtEl>
                                              <p:spTgt spid="88"/>
                                            </p:tgtEl>
                                            <p:attrNameLst>
                                              <p:attrName>ppt_h</p:attrName>
                                            </p:attrNameLst>
                                          </p:cBhvr>
                                          <p:tavLst>
                                            <p:tav tm="0">
                                              <p:val>
                                                <p:fltVal val="0"/>
                                              </p:val>
                                            </p:tav>
                                            <p:tav tm="100000">
                                              <p:val>
                                                <p:strVal val="#ppt_h"/>
                                              </p:val>
                                            </p:tav>
                                          </p:tavLst>
                                        </p:anim>
                                        <p:animEffect transition="in" filter="fade">
                                          <p:cBhvr>
                                            <p:cTn id="41" dur="750"/>
                                            <p:tgtEl>
                                              <p:spTgt spid="88"/>
                                            </p:tgtEl>
                                          </p:cBhvr>
                                        </p:animEffect>
                                      </p:childTnLst>
                                    </p:cTn>
                                  </p:par>
                                  <p:par>
                                    <p:cTn id="42" presetID="53" presetClass="entr" presetSubtype="16" fill="hold" grpId="0" nodeType="withEffect">
                                      <p:stCondLst>
                                        <p:cond delay="750"/>
                                      </p:stCondLst>
                                      <p:childTnLst>
                                        <p:set>
                                          <p:cBhvr>
                                            <p:cTn id="43" dur="1" fill="hold">
                                              <p:stCondLst>
                                                <p:cond delay="0"/>
                                              </p:stCondLst>
                                            </p:cTn>
                                            <p:tgtEl>
                                              <p:spTgt spid="87"/>
                                            </p:tgtEl>
                                            <p:attrNameLst>
                                              <p:attrName>style.visibility</p:attrName>
                                            </p:attrNameLst>
                                          </p:cBhvr>
                                          <p:to>
                                            <p:strVal val="visible"/>
                                          </p:to>
                                        </p:set>
                                        <p:anim calcmode="lin" valueType="num">
                                          <p:cBhvr>
                                            <p:cTn id="44" dur="750" fill="hold"/>
                                            <p:tgtEl>
                                              <p:spTgt spid="87"/>
                                            </p:tgtEl>
                                            <p:attrNameLst>
                                              <p:attrName>ppt_w</p:attrName>
                                            </p:attrNameLst>
                                          </p:cBhvr>
                                          <p:tavLst>
                                            <p:tav tm="0">
                                              <p:val>
                                                <p:fltVal val="0"/>
                                              </p:val>
                                            </p:tav>
                                            <p:tav tm="100000">
                                              <p:val>
                                                <p:strVal val="#ppt_w"/>
                                              </p:val>
                                            </p:tav>
                                          </p:tavLst>
                                        </p:anim>
                                        <p:anim calcmode="lin" valueType="num">
                                          <p:cBhvr>
                                            <p:cTn id="45" dur="750" fill="hold"/>
                                            <p:tgtEl>
                                              <p:spTgt spid="87"/>
                                            </p:tgtEl>
                                            <p:attrNameLst>
                                              <p:attrName>ppt_h</p:attrName>
                                            </p:attrNameLst>
                                          </p:cBhvr>
                                          <p:tavLst>
                                            <p:tav tm="0">
                                              <p:val>
                                                <p:fltVal val="0"/>
                                              </p:val>
                                            </p:tav>
                                            <p:tav tm="100000">
                                              <p:val>
                                                <p:strVal val="#ppt_h"/>
                                              </p:val>
                                            </p:tav>
                                          </p:tavLst>
                                        </p:anim>
                                        <p:animEffect transition="in" filter="fade">
                                          <p:cBhvr>
                                            <p:cTn id="46" dur="750"/>
                                            <p:tgtEl>
                                              <p:spTgt spid="87"/>
                                            </p:tgtEl>
                                          </p:cBhvr>
                                        </p:animEffect>
                                      </p:childTnLst>
                                    </p:cTn>
                                  </p:par>
                                  <p:par>
                                    <p:cTn id="47" presetID="2" presetClass="entr" presetSubtype="2" fill="hold" grpId="0" nodeType="withEffect" p14:presetBounceEnd="67000">
                                      <p:stCondLst>
                                        <p:cond delay="1000"/>
                                      </p:stCondLst>
                                      <p:childTnLst>
                                        <p:set>
                                          <p:cBhvr>
                                            <p:cTn id="48" dur="1" fill="hold">
                                              <p:stCondLst>
                                                <p:cond delay="0"/>
                                              </p:stCondLst>
                                            </p:cTn>
                                            <p:tgtEl>
                                              <p:spTgt spid="57">
                                                <p:txEl>
                                                  <p:pRg st="0" end="0"/>
                                                </p:txEl>
                                              </p:spTgt>
                                            </p:tgtEl>
                                            <p:attrNameLst>
                                              <p:attrName>style.visibility</p:attrName>
                                            </p:attrNameLst>
                                          </p:cBhvr>
                                          <p:to>
                                            <p:strVal val="visible"/>
                                          </p:to>
                                        </p:set>
                                        <p:anim calcmode="lin" valueType="num" p14:bounceEnd="67000">
                                          <p:cBhvr additive="base">
                                            <p:cTn id="49" dur="1000" fill="hold"/>
                                            <p:tgtEl>
                                              <p:spTgt spid="57">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50" dur="1000" fill="hold"/>
                                            <p:tgtEl>
                                              <p:spTgt spid="57">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14:presetBounceEnd="67000">
                                      <p:stCondLst>
                                        <p:cond delay="1000"/>
                                      </p:stCondLst>
                                      <p:childTnLst>
                                        <p:set>
                                          <p:cBhvr>
                                            <p:cTn id="52" dur="1" fill="hold">
                                              <p:stCondLst>
                                                <p:cond delay="0"/>
                                              </p:stCondLst>
                                            </p:cTn>
                                            <p:tgtEl>
                                              <p:spTgt spid="46">
                                                <p:txEl>
                                                  <p:pRg st="0" end="0"/>
                                                </p:txEl>
                                              </p:spTgt>
                                            </p:tgtEl>
                                            <p:attrNameLst>
                                              <p:attrName>style.visibility</p:attrName>
                                            </p:attrNameLst>
                                          </p:cBhvr>
                                          <p:to>
                                            <p:strVal val="visible"/>
                                          </p:to>
                                        </p:set>
                                        <p:anim calcmode="lin" valueType="num" p14:bounceEnd="67000">
                                          <p:cBhvr additive="base">
                                            <p:cTn id="53" dur="1000" fill="hold"/>
                                            <p:tgtEl>
                                              <p:spTgt spid="46">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54" dur="1000" fill="hold"/>
                                            <p:tgtEl>
                                              <p:spTgt spid="46">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14:presetBounceEnd="67000">
                                      <p:stCondLst>
                                        <p:cond delay="1000"/>
                                      </p:stCondLst>
                                      <p:childTnLst>
                                        <p:set>
                                          <p:cBhvr>
                                            <p:cTn id="56" dur="1" fill="hold">
                                              <p:stCondLst>
                                                <p:cond delay="0"/>
                                              </p:stCondLst>
                                            </p:cTn>
                                            <p:tgtEl>
                                              <p:spTgt spid="45">
                                                <p:txEl>
                                                  <p:pRg st="0" end="0"/>
                                                </p:txEl>
                                              </p:spTgt>
                                            </p:tgtEl>
                                            <p:attrNameLst>
                                              <p:attrName>style.visibility</p:attrName>
                                            </p:attrNameLst>
                                          </p:cBhvr>
                                          <p:to>
                                            <p:strVal val="visible"/>
                                          </p:to>
                                        </p:set>
                                        <p:anim calcmode="lin" valueType="num" p14:bounceEnd="67000">
                                          <p:cBhvr additive="base">
                                            <p:cTn id="57" dur="1000" fill="hold"/>
                                            <p:tgtEl>
                                              <p:spTgt spid="45">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58" dur="1000" fill="hold"/>
                                            <p:tgtEl>
                                              <p:spTgt spid="45">
                                                <p:txEl>
                                                  <p:pRg st="0" end="0"/>
                                                </p:txEl>
                                              </p:spTgt>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14:presetBounceEnd="67000">
                                      <p:stCondLst>
                                        <p:cond delay="1000"/>
                                      </p:stCondLst>
                                      <p:childTnLst>
                                        <p:set>
                                          <p:cBhvr>
                                            <p:cTn id="60" dur="1" fill="hold">
                                              <p:stCondLst>
                                                <p:cond delay="0"/>
                                              </p:stCondLst>
                                            </p:cTn>
                                            <p:tgtEl>
                                              <p:spTgt spid="44">
                                                <p:txEl>
                                                  <p:pRg st="0" end="0"/>
                                                </p:txEl>
                                              </p:spTgt>
                                            </p:tgtEl>
                                            <p:attrNameLst>
                                              <p:attrName>style.visibility</p:attrName>
                                            </p:attrNameLst>
                                          </p:cBhvr>
                                          <p:to>
                                            <p:strVal val="visible"/>
                                          </p:to>
                                        </p:set>
                                        <p:anim calcmode="lin" valueType="num" p14:bounceEnd="67000">
                                          <p:cBhvr additive="base">
                                            <p:cTn id="61" dur="1000" fill="hold"/>
                                            <p:tgtEl>
                                              <p:spTgt spid="44">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62" dur="1000" fill="hold"/>
                                            <p:tgtEl>
                                              <p:spTgt spid="44">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14:presetBounceEnd="67000">
                                      <p:stCondLst>
                                        <p:cond delay="1000"/>
                                      </p:stCondLst>
                                      <p:childTnLst>
                                        <p:set>
                                          <p:cBhvr>
                                            <p:cTn id="64" dur="1" fill="hold">
                                              <p:stCondLst>
                                                <p:cond delay="0"/>
                                              </p:stCondLst>
                                            </p:cTn>
                                            <p:tgtEl>
                                              <p:spTgt spid="43">
                                                <p:txEl>
                                                  <p:pRg st="0" end="0"/>
                                                </p:txEl>
                                              </p:spTgt>
                                            </p:tgtEl>
                                            <p:attrNameLst>
                                              <p:attrName>style.visibility</p:attrName>
                                            </p:attrNameLst>
                                          </p:cBhvr>
                                          <p:to>
                                            <p:strVal val="visible"/>
                                          </p:to>
                                        </p:set>
                                        <p:anim calcmode="lin" valueType="num" p14:bounceEnd="67000">
                                          <p:cBhvr additive="base">
                                            <p:cTn id="65" dur="1000" fill="hold"/>
                                            <p:tgtEl>
                                              <p:spTgt spid="43">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66" dur="1000" fill="hold"/>
                                            <p:tgtEl>
                                              <p:spTgt spid="43">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2" fill="hold" grpId="0" nodeType="withEffect" p14:presetBounceEnd="67000">
                                      <p:stCondLst>
                                        <p:cond delay="1000"/>
                                      </p:stCondLst>
                                      <p:childTnLst>
                                        <p:set>
                                          <p:cBhvr>
                                            <p:cTn id="68" dur="1" fill="hold">
                                              <p:stCondLst>
                                                <p:cond delay="0"/>
                                              </p:stCondLst>
                                            </p:cTn>
                                            <p:tgtEl>
                                              <p:spTgt spid="42">
                                                <p:txEl>
                                                  <p:pRg st="0" end="0"/>
                                                </p:txEl>
                                              </p:spTgt>
                                            </p:tgtEl>
                                            <p:attrNameLst>
                                              <p:attrName>style.visibility</p:attrName>
                                            </p:attrNameLst>
                                          </p:cBhvr>
                                          <p:to>
                                            <p:strVal val="visible"/>
                                          </p:to>
                                        </p:set>
                                        <p:anim calcmode="lin" valueType="num" p14:bounceEnd="67000">
                                          <p:cBhvr additive="base">
                                            <p:cTn id="69" dur="1000" fill="hold"/>
                                            <p:tgtEl>
                                              <p:spTgt spid="42">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70" dur="10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8" grpId="0" animBg="1"/>
          <p:bldP spid="89" grpId="0" animBg="1"/>
          <p:bldP spid="57" grpId="0" build="p"/>
          <p:bldP spid="46" grpId="0" build="p"/>
          <p:bldP spid="45" grpId="0" build="p"/>
          <p:bldP spid="44" grpId="0" build="p"/>
          <p:bldP spid="43" grpId="0" build="p"/>
          <p:bldP spid="42"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86"/>
                                            </p:tgtEl>
                                            <p:attrNameLst>
                                              <p:attrName>style.visibility</p:attrName>
                                            </p:attrNameLst>
                                          </p:cBhvr>
                                          <p:to>
                                            <p:strVal val="visible"/>
                                          </p:to>
                                        </p:set>
                                        <p:anim calcmode="lin" valueType="num">
                                          <p:cBhvr additive="base">
                                            <p:cTn id="7" dur="1000" fill="hold"/>
                                            <p:tgtEl>
                                              <p:spTgt spid="86"/>
                                            </p:tgtEl>
                                            <p:attrNameLst>
                                              <p:attrName>ppt_x</p:attrName>
                                            </p:attrNameLst>
                                          </p:cBhvr>
                                          <p:tavLst>
                                            <p:tav tm="0">
                                              <p:val>
                                                <p:strVal val="#ppt_x"/>
                                              </p:val>
                                            </p:tav>
                                            <p:tav tm="100000">
                                              <p:val>
                                                <p:strVal val="#ppt_x"/>
                                              </p:val>
                                            </p:tav>
                                          </p:tavLst>
                                        </p:anim>
                                        <p:anim calcmode="lin" valueType="num">
                                          <p:cBhvr additive="base">
                                            <p:cTn id="8" dur="1000" fill="hold"/>
                                            <p:tgtEl>
                                              <p:spTgt spid="86"/>
                                            </p:tgtEl>
                                            <p:attrNameLst>
                                              <p:attrName>ppt_y</p:attrName>
                                            </p:attrNameLst>
                                          </p:cBhvr>
                                          <p:tavLst>
                                            <p:tav tm="0">
                                              <p:val>
                                                <p:strVal val="0-#ppt_h/2"/>
                                              </p:val>
                                            </p:tav>
                                            <p:tav tm="100000">
                                              <p:val>
                                                <p:strVal val="#ppt_y"/>
                                              </p:val>
                                            </p:tav>
                                          </p:tavLst>
                                        </p:anim>
                                      </p:childTnLst>
                                    </p:cTn>
                                  </p:par>
                                  <p:par>
                                    <p:cTn id="9" presetID="2" presetClass="entr" presetSubtype="2" fill="hold" nodeType="withEffect">
                                      <p:stCondLst>
                                        <p:cond delay="150"/>
                                      </p:stCondLst>
                                      <p:childTnLst>
                                        <p:set>
                                          <p:cBhvr>
                                            <p:cTn id="10" dur="1" fill="hold">
                                              <p:stCondLst>
                                                <p:cond delay="0"/>
                                              </p:stCondLst>
                                            </p:cTn>
                                            <p:tgtEl>
                                              <p:spTgt spid="84"/>
                                            </p:tgtEl>
                                            <p:attrNameLst>
                                              <p:attrName>style.visibility</p:attrName>
                                            </p:attrNameLst>
                                          </p:cBhvr>
                                          <p:to>
                                            <p:strVal val="visible"/>
                                          </p:to>
                                        </p:set>
                                        <p:anim calcmode="lin" valueType="num">
                                          <p:cBhvr additive="base">
                                            <p:cTn id="11" dur="1000" fill="hold"/>
                                            <p:tgtEl>
                                              <p:spTgt spid="84"/>
                                            </p:tgtEl>
                                            <p:attrNameLst>
                                              <p:attrName>ppt_x</p:attrName>
                                            </p:attrNameLst>
                                          </p:cBhvr>
                                          <p:tavLst>
                                            <p:tav tm="0">
                                              <p:val>
                                                <p:strVal val="1+#ppt_w/2"/>
                                              </p:val>
                                            </p:tav>
                                            <p:tav tm="100000">
                                              <p:val>
                                                <p:strVal val="#ppt_x"/>
                                              </p:val>
                                            </p:tav>
                                          </p:tavLst>
                                        </p:anim>
                                        <p:anim calcmode="lin" valueType="num">
                                          <p:cBhvr additive="base">
                                            <p:cTn id="12" dur="1000" fill="hold"/>
                                            <p:tgtEl>
                                              <p:spTgt spid="84"/>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stCondLst>
                                        <p:cond delay="300"/>
                                      </p:stCondLst>
                                      <p:childTnLst>
                                        <p:set>
                                          <p:cBhvr>
                                            <p:cTn id="14" dur="1" fill="hold">
                                              <p:stCondLst>
                                                <p:cond delay="0"/>
                                              </p:stCondLst>
                                            </p:cTn>
                                            <p:tgtEl>
                                              <p:spTgt spid="77"/>
                                            </p:tgtEl>
                                            <p:attrNameLst>
                                              <p:attrName>style.visibility</p:attrName>
                                            </p:attrNameLst>
                                          </p:cBhvr>
                                          <p:to>
                                            <p:strVal val="visible"/>
                                          </p:to>
                                        </p:set>
                                        <p:anim calcmode="lin" valueType="num">
                                          <p:cBhvr additive="base">
                                            <p:cTn id="15" dur="1000" fill="hold"/>
                                            <p:tgtEl>
                                              <p:spTgt spid="77"/>
                                            </p:tgtEl>
                                            <p:attrNameLst>
                                              <p:attrName>ppt_x</p:attrName>
                                            </p:attrNameLst>
                                          </p:cBhvr>
                                          <p:tavLst>
                                            <p:tav tm="0">
                                              <p:val>
                                                <p:strVal val="#ppt_x"/>
                                              </p:val>
                                            </p:tav>
                                            <p:tav tm="100000">
                                              <p:val>
                                                <p:strVal val="#ppt_x"/>
                                              </p:val>
                                            </p:tav>
                                          </p:tavLst>
                                        </p:anim>
                                        <p:anim calcmode="lin" valueType="num">
                                          <p:cBhvr additive="base">
                                            <p:cTn id="16" dur="1000" fill="hold"/>
                                            <p:tgtEl>
                                              <p:spTgt spid="77"/>
                                            </p:tgtEl>
                                            <p:attrNameLst>
                                              <p:attrName>ppt_y</p:attrName>
                                            </p:attrNameLst>
                                          </p:cBhvr>
                                          <p:tavLst>
                                            <p:tav tm="0">
                                              <p:val>
                                                <p:strVal val="1+#ppt_h/2"/>
                                              </p:val>
                                            </p:tav>
                                            <p:tav tm="100000">
                                              <p:val>
                                                <p:strVal val="#ppt_y"/>
                                              </p:val>
                                            </p:tav>
                                          </p:tavLst>
                                        </p:anim>
                                      </p:childTnLst>
                                    </p:cTn>
                                  </p:par>
                                  <p:par>
                                    <p:cTn id="17" presetID="53" presetClass="entr" presetSubtype="16" fill="hold" nodeType="withEffect">
                                      <p:stCondLst>
                                        <p:cond delay="100"/>
                                      </p:stCondLst>
                                      <p:childTnLst>
                                        <p:set>
                                          <p:cBhvr>
                                            <p:cTn id="18" dur="1" fill="hold">
                                              <p:stCondLst>
                                                <p:cond delay="0"/>
                                              </p:stCondLst>
                                            </p:cTn>
                                            <p:tgtEl>
                                              <p:spTgt spid="81"/>
                                            </p:tgtEl>
                                            <p:attrNameLst>
                                              <p:attrName>style.visibility</p:attrName>
                                            </p:attrNameLst>
                                          </p:cBhvr>
                                          <p:to>
                                            <p:strVal val="visible"/>
                                          </p:to>
                                        </p:set>
                                        <p:anim calcmode="lin" valueType="num">
                                          <p:cBhvr>
                                            <p:cTn id="19" dur="750" fill="hold"/>
                                            <p:tgtEl>
                                              <p:spTgt spid="81"/>
                                            </p:tgtEl>
                                            <p:attrNameLst>
                                              <p:attrName>ppt_w</p:attrName>
                                            </p:attrNameLst>
                                          </p:cBhvr>
                                          <p:tavLst>
                                            <p:tav tm="0">
                                              <p:val>
                                                <p:fltVal val="0"/>
                                              </p:val>
                                            </p:tav>
                                            <p:tav tm="100000">
                                              <p:val>
                                                <p:strVal val="#ppt_w"/>
                                              </p:val>
                                            </p:tav>
                                          </p:tavLst>
                                        </p:anim>
                                        <p:anim calcmode="lin" valueType="num">
                                          <p:cBhvr>
                                            <p:cTn id="20" dur="750" fill="hold"/>
                                            <p:tgtEl>
                                              <p:spTgt spid="81"/>
                                            </p:tgtEl>
                                            <p:attrNameLst>
                                              <p:attrName>ppt_h</p:attrName>
                                            </p:attrNameLst>
                                          </p:cBhvr>
                                          <p:tavLst>
                                            <p:tav tm="0">
                                              <p:val>
                                                <p:fltVal val="0"/>
                                              </p:val>
                                            </p:tav>
                                            <p:tav tm="100000">
                                              <p:val>
                                                <p:strVal val="#ppt_h"/>
                                              </p:val>
                                            </p:tav>
                                          </p:tavLst>
                                        </p:anim>
                                        <p:animEffect transition="in" filter="fade">
                                          <p:cBhvr>
                                            <p:cTn id="21" dur="750"/>
                                            <p:tgtEl>
                                              <p:spTgt spid="81"/>
                                            </p:tgtEl>
                                          </p:cBhvr>
                                        </p:animEffect>
                                      </p:childTnLst>
                                    </p:cTn>
                                  </p:par>
                                  <p:par>
                                    <p:cTn id="22" presetID="53" presetClass="entr" presetSubtype="16" fill="hold" nodeType="withEffect">
                                      <p:stCondLst>
                                        <p:cond delay="250"/>
                                      </p:stCondLst>
                                      <p:childTnLst>
                                        <p:set>
                                          <p:cBhvr>
                                            <p:cTn id="23" dur="1" fill="hold">
                                              <p:stCondLst>
                                                <p:cond delay="0"/>
                                              </p:stCondLst>
                                            </p:cTn>
                                            <p:tgtEl>
                                              <p:spTgt spid="78"/>
                                            </p:tgtEl>
                                            <p:attrNameLst>
                                              <p:attrName>style.visibility</p:attrName>
                                            </p:attrNameLst>
                                          </p:cBhvr>
                                          <p:to>
                                            <p:strVal val="visible"/>
                                          </p:to>
                                        </p:set>
                                        <p:anim calcmode="lin" valueType="num">
                                          <p:cBhvr>
                                            <p:cTn id="24" dur="750" fill="hold"/>
                                            <p:tgtEl>
                                              <p:spTgt spid="78"/>
                                            </p:tgtEl>
                                            <p:attrNameLst>
                                              <p:attrName>ppt_w</p:attrName>
                                            </p:attrNameLst>
                                          </p:cBhvr>
                                          <p:tavLst>
                                            <p:tav tm="0">
                                              <p:val>
                                                <p:fltVal val="0"/>
                                              </p:val>
                                            </p:tav>
                                            <p:tav tm="100000">
                                              <p:val>
                                                <p:strVal val="#ppt_w"/>
                                              </p:val>
                                            </p:tav>
                                          </p:tavLst>
                                        </p:anim>
                                        <p:anim calcmode="lin" valueType="num">
                                          <p:cBhvr>
                                            <p:cTn id="25" dur="750" fill="hold"/>
                                            <p:tgtEl>
                                              <p:spTgt spid="78"/>
                                            </p:tgtEl>
                                            <p:attrNameLst>
                                              <p:attrName>ppt_h</p:attrName>
                                            </p:attrNameLst>
                                          </p:cBhvr>
                                          <p:tavLst>
                                            <p:tav tm="0">
                                              <p:val>
                                                <p:fltVal val="0"/>
                                              </p:val>
                                            </p:tav>
                                            <p:tav tm="100000">
                                              <p:val>
                                                <p:strVal val="#ppt_h"/>
                                              </p:val>
                                            </p:tav>
                                          </p:tavLst>
                                        </p:anim>
                                        <p:animEffect transition="in" filter="fade">
                                          <p:cBhvr>
                                            <p:cTn id="26" dur="750"/>
                                            <p:tgtEl>
                                              <p:spTgt spid="78"/>
                                            </p:tgtEl>
                                          </p:cBhvr>
                                        </p:animEffect>
                                      </p:childTnLst>
                                    </p:cTn>
                                  </p:par>
                                  <p:par>
                                    <p:cTn id="27" presetID="53" presetClass="entr" presetSubtype="16" fill="hold" nodeType="withEffect">
                                      <p:stCondLst>
                                        <p:cond delay="400"/>
                                      </p:stCondLst>
                                      <p:childTnLst>
                                        <p:set>
                                          <p:cBhvr>
                                            <p:cTn id="28" dur="1" fill="hold">
                                              <p:stCondLst>
                                                <p:cond delay="0"/>
                                              </p:stCondLst>
                                            </p:cTn>
                                            <p:tgtEl>
                                              <p:spTgt spid="76"/>
                                            </p:tgtEl>
                                            <p:attrNameLst>
                                              <p:attrName>style.visibility</p:attrName>
                                            </p:attrNameLst>
                                          </p:cBhvr>
                                          <p:to>
                                            <p:strVal val="visible"/>
                                          </p:to>
                                        </p:set>
                                        <p:anim calcmode="lin" valueType="num">
                                          <p:cBhvr>
                                            <p:cTn id="29" dur="750" fill="hold"/>
                                            <p:tgtEl>
                                              <p:spTgt spid="76"/>
                                            </p:tgtEl>
                                            <p:attrNameLst>
                                              <p:attrName>ppt_w</p:attrName>
                                            </p:attrNameLst>
                                          </p:cBhvr>
                                          <p:tavLst>
                                            <p:tav tm="0">
                                              <p:val>
                                                <p:fltVal val="0"/>
                                              </p:val>
                                            </p:tav>
                                            <p:tav tm="100000">
                                              <p:val>
                                                <p:strVal val="#ppt_w"/>
                                              </p:val>
                                            </p:tav>
                                          </p:tavLst>
                                        </p:anim>
                                        <p:anim calcmode="lin" valueType="num">
                                          <p:cBhvr>
                                            <p:cTn id="30" dur="750" fill="hold"/>
                                            <p:tgtEl>
                                              <p:spTgt spid="76"/>
                                            </p:tgtEl>
                                            <p:attrNameLst>
                                              <p:attrName>ppt_h</p:attrName>
                                            </p:attrNameLst>
                                          </p:cBhvr>
                                          <p:tavLst>
                                            <p:tav tm="0">
                                              <p:val>
                                                <p:fltVal val="0"/>
                                              </p:val>
                                            </p:tav>
                                            <p:tav tm="100000">
                                              <p:val>
                                                <p:strVal val="#ppt_h"/>
                                              </p:val>
                                            </p:tav>
                                          </p:tavLst>
                                        </p:anim>
                                        <p:animEffect transition="in" filter="fade">
                                          <p:cBhvr>
                                            <p:cTn id="31" dur="750"/>
                                            <p:tgtEl>
                                              <p:spTgt spid="76"/>
                                            </p:tgtEl>
                                          </p:cBhvr>
                                        </p:animEffect>
                                      </p:childTnLst>
                                    </p:cTn>
                                  </p:par>
                                  <p:par>
                                    <p:cTn id="32" presetID="53" presetClass="entr" presetSubtype="16" fill="hold" grpId="0" nodeType="withEffect">
                                      <p:stCondLst>
                                        <p:cond delay="750"/>
                                      </p:stCondLst>
                                      <p:childTnLst>
                                        <p:set>
                                          <p:cBhvr>
                                            <p:cTn id="33" dur="1" fill="hold">
                                              <p:stCondLst>
                                                <p:cond delay="0"/>
                                              </p:stCondLst>
                                            </p:cTn>
                                            <p:tgtEl>
                                              <p:spTgt spid="89"/>
                                            </p:tgtEl>
                                            <p:attrNameLst>
                                              <p:attrName>style.visibility</p:attrName>
                                            </p:attrNameLst>
                                          </p:cBhvr>
                                          <p:to>
                                            <p:strVal val="visible"/>
                                          </p:to>
                                        </p:set>
                                        <p:anim calcmode="lin" valueType="num">
                                          <p:cBhvr>
                                            <p:cTn id="34" dur="750" fill="hold"/>
                                            <p:tgtEl>
                                              <p:spTgt spid="89"/>
                                            </p:tgtEl>
                                            <p:attrNameLst>
                                              <p:attrName>ppt_w</p:attrName>
                                            </p:attrNameLst>
                                          </p:cBhvr>
                                          <p:tavLst>
                                            <p:tav tm="0">
                                              <p:val>
                                                <p:fltVal val="0"/>
                                              </p:val>
                                            </p:tav>
                                            <p:tav tm="100000">
                                              <p:val>
                                                <p:strVal val="#ppt_w"/>
                                              </p:val>
                                            </p:tav>
                                          </p:tavLst>
                                        </p:anim>
                                        <p:anim calcmode="lin" valueType="num">
                                          <p:cBhvr>
                                            <p:cTn id="35" dur="750" fill="hold"/>
                                            <p:tgtEl>
                                              <p:spTgt spid="89"/>
                                            </p:tgtEl>
                                            <p:attrNameLst>
                                              <p:attrName>ppt_h</p:attrName>
                                            </p:attrNameLst>
                                          </p:cBhvr>
                                          <p:tavLst>
                                            <p:tav tm="0">
                                              <p:val>
                                                <p:fltVal val="0"/>
                                              </p:val>
                                            </p:tav>
                                            <p:tav tm="100000">
                                              <p:val>
                                                <p:strVal val="#ppt_h"/>
                                              </p:val>
                                            </p:tav>
                                          </p:tavLst>
                                        </p:anim>
                                        <p:animEffect transition="in" filter="fade">
                                          <p:cBhvr>
                                            <p:cTn id="36" dur="750"/>
                                            <p:tgtEl>
                                              <p:spTgt spid="89"/>
                                            </p:tgtEl>
                                          </p:cBhvr>
                                        </p:animEffect>
                                      </p:childTnLst>
                                    </p:cTn>
                                  </p:par>
                                  <p:par>
                                    <p:cTn id="37" presetID="53" presetClass="entr" presetSubtype="16" fill="hold" grpId="0" nodeType="withEffect">
                                      <p:stCondLst>
                                        <p:cond delay="750"/>
                                      </p:stCondLst>
                                      <p:childTnLst>
                                        <p:set>
                                          <p:cBhvr>
                                            <p:cTn id="38" dur="1" fill="hold">
                                              <p:stCondLst>
                                                <p:cond delay="0"/>
                                              </p:stCondLst>
                                            </p:cTn>
                                            <p:tgtEl>
                                              <p:spTgt spid="88"/>
                                            </p:tgtEl>
                                            <p:attrNameLst>
                                              <p:attrName>style.visibility</p:attrName>
                                            </p:attrNameLst>
                                          </p:cBhvr>
                                          <p:to>
                                            <p:strVal val="visible"/>
                                          </p:to>
                                        </p:set>
                                        <p:anim calcmode="lin" valueType="num">
                                          <p:cBhvr>
                                            <p:cTn id="39" dur="750" fill="hold"/>
                                            <p:tgtEl>
                                              <p:spTgt spid="88"/>
                                            </p:tgtEl>
                                            <p:attrNameLst>
                                              <p:attrName>ppt_w</p:attrName>
                                            </p:attrNameLst>
                                          </p:cBhvr>
                                          <p:tavLst>
                                            <p:tav tm="0">
                                              <p:val>
                                                <p:fltVal val="0"/>
                                              </p:val>
                                            </p:tav>
                                            <p:tav tm="100000">
                                              <p:val>
                                                <p:strVal val="#ppt_w"/>
                                              </p:val>
                                            </p:tav>
                                          </p:tavLst>
                                        </p:anim>
                                        <p:anim calcmode="lin" valueType="num">
                                          <p:cBhvr>
                                            <p:cTn id="40" dur="750" fill="hold"/>
                                            <p:tgtEl>
                                              <p:spTgt spid="88"/>
                                            </p:tgtEl>
                                            <p:attrNameLst>
                                              <p:attrName>ppt_h</p:attrName>
                                            </p:attrNameLst>
                                          </p:cBhvr>
                                          <p:tavLst>
                                            <p:tav tm="0">
                                              <p:val>
                                                <p:fltVal val="0"/>
                                              </p:val>
                                            </p:tav>
                                            <p:tav tm="100000">
                                              <p:val>
                                                <p:strVal val="#ppt_h"/>
                                              </p:val>
                                            </p:tav>
                                          </p:tavLst>
                                        </p:anim>
                                        <p:animEffect transition="in" filter="fade">
                                          <p:cBhvr>
                                            <p:cTn id="41" dur="750"/>
                                            <p:tgtEl>
                                              <p:spTgt spid="88"/>
                                            </p:tgtEl>
                                          </p:cBhvr>
                                        </p:animEffect>
                                      </p:childTnLst>
                                    </p:cTn>
                                  </p:par>
                                  <p:par>
                                    <p:cTn id="42" presetID="53" presetClass="entr" presetSubtype="16" fill="hold" grpId="0" nodeType="withEffect">
                                      <p:stCondLst>
                                        <p:cond delay="750"/>
                                      </p:stCondLst>
                                      <p:childTnLst>
                                        <p:set>
                                          <p:cBhvr>
                                            <p:cTn id="43" dur="1" fill="hold">
                                              <p:stCondLst>
                                                <p:cond delay="0"/>
                                              </p:stCondLst>
                                            </p:cTn>
                                            <p:tgtEl>
                                              <p:spTgt spid="87"/>
                                            </p:tgtEl>
                                            <p:attrNameLst>
                                              <p:attrName>style.visibility</p:attrName>
                                            </p:attrNameLst>
                                          </p:cBhvr>
                                          <p:to>
                                            <p:strVal val="visible"/>
                                          </p:to>
                                        </p:set>
                                        <p:anim calcmode="lin" valueType="num">
                                          <p:cBhvr>
                                            <p:cTn id="44" dur="750" fill="hold"/>
                                            <p:tgtEl>
                                              <p:spTgt spid="87"/>
                                            </p:tgtEl>
                                            <p:attrNameLst>
                                              <p:attrName>ppt_w</p:attrName>
                                            </p:attrNameLst>
                                          </p:cBhvr>
                                          <p:tavLst>
                                            <p:tav tm="0">
                                              <p:val>
                                                <p:fltVal val="0"/>
                                              </p:val>
                                            </p:tav>
                                            <p:tav tm="100000">
                                              <p:val>
                                                <p:strVal val="#ppt_w"/>
                                              </p:val>
                                            </p:tav>
                                          </p:tavLst>
                                        </p:anim>
                                        <p:anim calcmode="lin" valueType="num">
                                          <p:cBhvr>
                                            <p:cTn id="45" dur="750" fill="hold"/>
                                            <p:tgtEl>
                                              <p:spTgt spid="87"/>
                                            </p:tgtEl>
                                            <p:attrNameLst>
                                              <p:attrName>ppt_h</p:attrName>
                                            </p:attrNameLst>
                                          </p:cBhvr>
                                          <p:tavLst>
                                            <p:tav tm="0">
                                              <p:val>
                                                <p:fltVal val="0"/>
                                              </p:val>
                                            </p:tav>
                                            <p:tav tm="100000">
                                              <p:val>
                                                <p:strVal val="#ppt_h"/>
                                              </p:val>
                                            </p:tav>
                                          </p:tavLst>
                                        </p:anim>
                                        <p:animEffect transition="in" filter="fade">
                                          <p:cBhvr>
                                            <p:cTn id="46" dur="750"/>
                                            <p:tgtEl>
                                              <p:spTgt spid="87"/>
                                            </p:tgtEl>
                                          </p:cBhvr>
                                        </p:animEffect>
                                      </p:childTnLst>
                                    </p:cTn>
                                  </p:par>
                                  <p:par>
                                    <p:cTn id="47" presetID="2" presetClass="entr" presetSubtype="2" fill="hold" grpId="0" nodeType="withEffect">
                                      <p:stCondLst>
                                        <p:cond delay="1000"/>
                                      </p:stCondLst>
                                      <p:childTnLst>
                                        <p:set>
                                          <p:cBhvr>
                                            <p:cTn id="48" dur="1" fill="hold">
                                              <p:stCondLst>
                                                <p:cond delay="0"/>
                                              </p:stCondLst>
                                            </p:cTn>
                                            <p:tgtEl>
                                              <p:spTgt spid="57">
                                                <p:txEl>
                                                  <p:pRg st="0" end="0"/>
                                                </p:txEl>
                                              </p:spTgt>
                                            </p:tgtEl>
                                            <p:attrNameLst>
                                              <p:attrName>style.visibility</p:attrName>
                                            </p:attrNameLst>
                                          </p:cBhvr>
                                          <p:to>
                                            <p:strVal val="visible"/>
                                          </p:to>
                                        </p:set>
                                        <p:anim calcmode="lin" valueType="num">
                                          <p:cBhvr additive="base">
                                            <p:cTn id="49" dur="1000" fill="hold"/>
                                            <p:tgtEl>
                                              <p:spTgt spid="57">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57">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1000"/>
                                      </p:stCondLst>
                                      <p:childTnLst>
                                        <p:set>
                                          <p:cBhvr>
                                            <p:cTn id="52" dur="1" fill="hold">
                                              <p:stCondLst>
                                                <p:cond delay="0"/>
                                              </p:stCondLst>
                                            </p:cTn>
                                            <p:tgtEl>
                                              <p:spTgt spid="46">
                                                <p:txEl>
                                                  <p:pRg st="0" end="0"/>
                                                </p:txEl>
                                              </p:spTgt>
                                            </p:tgtEl>
                                            <p:attrNameLst>
                                              <p:attrName>style.visibility</p:attrName>
                                            </p:attrNameLst>
                                          </p:cBhvr>
                                          <p:to>
                                            <p:strVal val="visible"/>
                                          </p:to>
                                        </p:set>
                                        <p:anim calcmode="lin" valueType="num">
                                          <p:cBhvr additive="base">
                                            <p:cTn id="53" dur="10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54" dur="1000" fill="hold"/>
                                            <p:tgtEl>
                                              <p:spTgt spid="46">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1000"/>
                                      </p:stCondLst>
                                      <p:childTnLst>
                                        <p:set>
                                          <p:cBhvr>
                                            <p:cTn id="56" dur="1" fill="hold">
                                              <p:stCondLst>
                                                <p:cond delay="0"/>
                                              </p:stCondLst>
                                            </p:cTn>
                                            <p:tgtEl>
                                              <p:spTgt spid="45">
                                                <p:txEl>
                                                  <p:pRg st="0" end="0"/>
                                                </p:txEl>
                                              </p:spTgt>
                                            </p:tgtEl>
                                            <p:attrNameLst>
                                              <p:attrName>style.visibility</p:attrName>
                                            </p:attrNameLst>
                                          </p:cBhvr>
                                          <p:to>
                                            <p:strVal val="visible"/>
                                          </p:to>
                                        </p:set>
                                        <p:anim calcmode="lin" valueType="num">
                                          <p:cBhvr additive="base">
                                            <p:cTn id="57" dur="10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58" dur="1000" fill="hold"/>
                                            <p:tgtEl>
                                              <p:spTgt spid="45">
                                                <p:txEl>
                                                  <p:pRg st="0" end="0"/>
                                                </p:txEl>
                                              </p:spTgt>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1000"/>
                                      </p:stCondLst>
                                      <p:childTnLst>
                                        <p:set>
                                          <p:cBhvr>
                                            <p:cTn id="60" dur="1" fill="hold">
                                              <p:stCondLst>
                                                <p:cond delay="0"/>
                                              </p:stCondLst>
                                            </p:cTn>
                                            <p:tgtEl>
                                              <p:spTgt spid="44">
                                                <p:txEl>
                                                  <p:pRg st="0" end="0"/>
                                                </p:txEl>
                                              </p:spTgt>
                                            </p:tgtEl>
                                            <p:attrNameLst>
                                              <p:attrName>style.visibility</p:attrName>
                                            </p:attrNameLst>
                                          </p:cBhvr>
                                          <p:to>
                                            <p:strVal val="visible"/>
                                          </p:to>
                                        </p:set>
                                        <p:anim calcmode="lin" valueType="num">
                                          <p:cBhvr additive="base">
                                            <p:cTn id="61" dur="1000" fill="hold"/>
                                            <p:tgtEl>
                                              <p:spTgt spid="44">
                                                <p:txEl>
                                                  <p:pRg st="0" end="0"/>
                                                </p:txEl>
                                              </p:spTgt>
                                            </p:tgtEl>
                                            <p:attrNameLst>
                                              <p:attrName>ppt_x</p:attrName>
                                            </p:attrNameLst>
                                          </p:cBhvr>
                                          <p:tavLst>
                                            <p:tav tm="0">
                                              <p:val>
                                                <p:strVal val="1+#ppt_w/2"/>
                                              </p:val>
                                            </p:tav>
                                            <p:tav tm="100000">
                                              <p:val>
                                                <p:strVal val="#ppt_x"/>
                                              </p:val>
                                            </p:tav>
                                          </p:tavLst>
                                        </p:anim>
                                        <p:anim calcmode="lin" valueType="num">
                                          <p:cBhvr additive="base">
                                            <p:cTn id="62" dur="1000" fill="hold"/>
                                            <p:tgtEl>
                                              <p:spTgt spid="44">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1000"/>
                                      </p:stCondLst>
                                      <p:childTnLst>
                                        <p:set>
                                          <p:cBhvr>
                                            <p:cTn id="64" dur="1" fill="hold">
                                              <p:stCondLst>
                                                <p:cond delay="0"/>
                                              </p:stCondLst>
                                            </p:cTn>
                                            <p:tgtEl>
                                              <p:spTgt spid="43">
                                                <p:txEl>
                                                  <p:pRg st="0" end="0"/>
                                                </p:txEl>
                                              </p:spTgt>
                                            </p:tgtEl>
                                            <p:attrNameLst>
                                              <p:attrName>style.visibility</p:attrName>
                                            </p:attrNameLst>
                                          </p:cBhvr>
                                          <p:to>
                                            <p:strVal val="visible"/>
                                          </p:to>
                                        </p:set>
                                        <p:anim calcmode="lin" valueType="num">
                                          <p:cBhvr additive="base">
                                            <p:cTn id="65" dur="10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66" dur="1000" fill="hold"/>
                                            <p:tgtEl>
                                              <p:spTgt spid="43">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2" fill="hold" grpId="0" nodeType="withEffect">
                                      <p:stCondLst>
                                        <p:cond delay="1000"/>
                                      </p:stCondLst>
                                      <p:childTnLst>
                                        <p:set>
                                          <p:cBhvr>
                                            <p:cTn id="68" dur="1" fill="hold">
                                              <p:stCondLst>
                                                <p:cond delay="0"/>
                                              </p:stCondLst>
                                            </p:cTn>
                                            <p:tgtEl>
                                              <p:spTgt spid="42">
                                                <p:txEl>
                                                  <p:pRg st="0" end="0"/>
                                                </p:txEl>
                                              </p:spTgt>
                                            </p:tgtEl>
                                            <p:attrNameLst>
                                              <p:attrName>style.visibility</p:attrName>
                                            </p:attrNameLst>
                                          </p:cBhvr>
                                          <p:to>
                                            <p:strVal val="visible"/>
                                          </p:to>
                                        </p:set>
                                        <p:anim calcmode="lin" valueType="num">
                                          <p:cBhvr additive="base">
                                            <p:cTn id="69" dur="10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70" dur="10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8" grpId="0" animBg="1"/>
          <p:bldP spid="89" grpId="0" animBg="1"/>
          <p:bldP spid="57" grpId="0" build="p"/>
          <p:bldP spid="46" grpId="0" build="p"/>
          <p:bldP spid="45" grpId="0" build="p"/>
          <p:bldP spid="44" grpId="0" build="p"/>
          <p:bldP spid="43" grpId="0" build="p"/>
          <p:bldP spid="42" grpId="0" build="p"/>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Freeform 60">
            <a:extLst>
              <a:ext uri="{FF2B5EF4-FFF2-40B4-BE49-F238E27FC236}">
                <a16:creationId xmlns:a16="http://schemas.microsoft.com/office/drawing/2014/main" id="{7C4ACFE0-1D6E-4EDE-ADD0-689FA97359DF}"/>
              </a:ext>
            </a:extLst>
          </p:cNvPr>
          <p:cNvSpPr>
            <a:spLocks noEditPoints="1"/>
          </p:cNvSpPr>
          <p:nvPr/>
        </p:nvSpPr>
        <p:spPr bwMode="auto">
          <a:xfrm>
            <a:off x="1634987" y="578867"/>
            <a:ext cx="8610890" cy="5016521"/>
          </a:xfrm>
          <a:custGeom>
            <a:avLst/>
            <a:gdLst>
              <a:gd name="T0" fmla="*/ 1722 w 1953"/>
              <a:gd name="T1" fmla="*/ 460 h 1137"/>
              <a:gd name="T2" fmla="*/ 1724 w 1953"/>
              <a:gd name="T3" fmla="*/ 449 h 1137"/>
              <a:gd name="T4" fmla="*/ 1545 w 1953"/>
              <a:gd name="T5" fmla="*/ 799 h 1137"/>
              <a:gd name="T6" fmla="*/ 1600 w 1953"/>
              <a:gd name="T7" fmla="*/ 783 h 1137"/>
              <a:gd name="T8" fmla="*/ 1721 w 1953"/>
              <a:gd name="T9" fmla="*/ 988 h 1137"/>
              <a:gd name="T10" fmla="*/ 1708 w 1953"/>
              <a:gd name="T11" fmla="*/ 833 h 1137"/>
              <a:gd name="T12" fmla="*/ 1901 w 1953"/>
              <a:gd name="T13" fmla="*/ 1105 h 1137"/>
              <a:gd name="T14" fmla="*/ 1797 w 1953"/>
              <a:gd name="T15" fmla="*/ 814 h 1137"/>
              <a:gd name="T16" fmla="*/ 551 w 1953"/>
              <a:gd name="T17" fmla="*/ 698 h 1137"/>
              <a:gd name="T18" fmla="*/ 548 w 1953"/>
              <a:gd name="T19" fmla="*/ 472 h 1137"/>
              <a:gd name="T20" fmla="*/ 440 w 1953"/>
              <a:gd name="T21" fmla="*/ 294 h 1137"/>
              <a:gd name="T22" fmla="*/ 420 w 1953"/>
              <a:gd name="T23" fmla="*/ 214 h 1137"/>
              <a:gd name="T24" fmla="*/ 121 w 1953"/>
              <a:gd name="T25" fmla="*/ 142 h 1137"/>
              <a:gd name="T26" fmla="*/ 122 w 1953"/>
              <a:gd name="T27" fmla="*/ 265 h 1137"/>
              <a:gd name="T28" fmla="*/ 214 w 1953"/>
              <a:gd name="T29" fmla="*/ 444 h 1137"/>
              <a:gd name="T30" fmla="*/ 440 w 1953"/>
              <a:gd name="T31" fmla="*/ 707 h 1137"/>
              <a:gd name="T32" fmla="*/ 511 w 1953"/>
              <a:gd name="T33" fmla="*/ 1100 h 1137"/>
              <a:gd name="T34" fmla="*/ 883 w 1953"/>
              <a:gd name="T35" fmla="*/ 378 h 1137"/>
              <a:gd name="T36" fmla="*/ 590 w 1953"/>
              <a:gd name="T37" fmla="*/ 438 h 1137"/>
              <a:gd name="T38" fmla="*/ 431 w 1953"/>
              <a:gd name="T39" fmla="*/ 617 h 1137"/>
              <a:gd name="T40" fmla="*/ 376 w 1953"/>
              <a:gd name="T41" fmla="*/ 197 h 1137"/>
              <a:gd name="T42" fmla="*/ 461 w 1953"/>
              <a:gd name="T43" fmla="*/ 172 h 1137"/>
              <a:gd name="T44" fmla="*/ 603 w 1953"/>
              <a:gd name="T45" fmla="*/ 273 h 1137"/>
              <a:gd name="T46" fmla="*/ 533 w 1953"/>
              <a:gd name="T47" fmla="*/ 174 h 1137"/>
              <a:gd name="T48" fmla="*/ 830 w 1953"/>
              <a:gd name="T49" fmla="*/ 163 h 1137"/>
              <a:gd name="T50" fmla="*/ 723 w 1953"/>
              <a:gd name="T51" fmla="*/ 48 h 1137"/>
              <a:gd name="T52" fmla="*/ 799 w 1953"/>
              <a:gd name="T53" fmla="*/ 296 h 1137"/>
              <a:gd name="T54" fmla="*/ 613 w 1953"/>
              <a:gd name="T55" fmla="*/ 43 h 1137"/>
              <a:gd name="T56" fmla="*/ 572 w 1953"/>
              <a:gd name="T57" fmla="*/ 143 h 1137"/>
              <a:gd name="T58" fmla="*/ 562 w 1953"/>
              <a:gd name="T59" fmla="*/ 62 h 1137"/>
              <a:gd name="T60" fmla="*/ 427 w 1953"/>
              <a:gd name="T61" fmla="*/ 80 h 1137"/>
              <a:gd name="T62" fmla="*/ 416 w 1953"/>
              <a:gd name="T63" fmla="*/ 64 h 1137"/>
              <a:gd name="T64" fmla="*/ 987 w 1953"/>
              <a:gd name="T65" fmla="*/ 133 h 1137"/>
              <a:gd name="T66" fmla="*/ 1286 w 1953"/>
              <a:gd name="T67" fmla="*/ 38 h 1137"/>
              <a:gd name="T68" fmla="*/ 1525 w 1953"/>
              <a:gd name="T69" fmla="*/ 45 h 1137"/>
              <a:gd name="T70" fmla="*/ 1671 w 1953"/>
              <a:gd name="T71" fmla="*/ 724 h 1137"/>
              <a:gd name="T72" fmla="*/ 1798 w 1953"/>
              <a:gd name="T73" fmla="*/ 134 h 1137"/>
              <a:gd name="T74" fmla="*/ 1791 w 1953"/>
              <a:gd name="T75" fmla="*/ 311 h 1137"/>
              <a:gd name="T76" fmla="*/ 1718 w 1953"/>
              <a:gd name="T77" fmla="*/ 266 h 1137"/>
              <a:gd name="T78" fmla="*/ 1641 w 1953"/>
              <a:gd name="T79" fmla="*/ 499 h 1137"/>
              <a:gd name="T80" fmla="*/ 1571 w 1953"/>
              <a:gd name="T81" fmla="*/ 631 h 1137"/>
              <a:gd name="T82" fmla="*/ 1432 w 1953"/>
              <a:gd name="T83" fmla="*/ 633 h 1137"/>
              <a:gd name="T84" fmla="*/ 1271 w 1953"/>
              <a:gd name="T85" fmla="*/ 620 h 1137"/>
              <a:gd name="T86" fmla="*/ 1090 w 1953"/>
              <a:gd name="T87" fmla="*/ 952 h 1137"/>
              <a:gd name="T88" fmla="*/ 955 w 1953"/>
              <a:gd name="T89" fmla="*/ 735 h 1137"/>
              <a:gd name="T90" fmla="*/ 882 w 1953"/>
              <a:gd name="T91" fmla="*/ 539 h 1137"/>
              <a:gd name="T92" fmla="*/ 1080 w 1953"/>
              <a:gd name="T93" fmla="*/ 528 h 1137"/>
              <a:gd name="T94" fmla="*/ 1118 w 1953"/>
              <a:gd name="T95" fmla="*/ 466 h 1137"/>
              <a:gd name="T96" fmla="*/ 1024 w 1953"/>
              <a:gd name="T97" fmla="*/ 498 h 1137"/>
              <a:gd name="T98" fmla="*/ 902 w 1953"/>
              <a:gd name="T99" fmla="*/ 450 h 1137"/>
              <a:gd name="T100" fmla="*/ 970 w 1953"/>
              <a:gd name="T101" fmla="*/ 378 h 1137"/>
              <a:gd name="T102" fmla="*/ 1034 w 1953"/>
              <a:gd name="T103" fmla="*/ 298 h 1137"/>
              <a:gd name="T104" fmla="*/ 940 w 1953"/>
              <a:gd name="T105" fmla="*/ 334 h 1137"/>
              <a:gd name="T106" fmla="*/ 1000 w 1953"/>
              <a:gd name="T107" fmla="*/ 248 h 1137"/>
              <a:gd name="T108" fmla="*/ 1098 w 1953"/>
              <a:gd name="T109" fmla="*/ 256 h 1137"/>
              <a:gd name="T110" fmla="*/ 1165 w 1953"/>
              <a:gd name="T111" fmla="*/ 244 h 1137"/>
              <a:gd name="T112" fmla="*/ 1273 w 1953"/>
              <a:gd name="T113" fmla="*/ 241 h 1137"/>
              <a:gd name="T114" fmla="*/ 1284 w 1953"/>
              <a:gd name="T115" fmla="*/ 142 h 1137"/>
              <a:gd name="T116" fmla="*/ 1373 w 1953"/>
              <a:gd name="T117" fmla="*/ 79 h 1137"/>
              <a:gd name="T118" fmla="*/ 1518 w 1953"/>
              <a:gd name="T119" fmla="*/ 136 h 1137"/>
              <a:gd name="T120" fmla="*/ 1672 w 1953"/>
              <a:gd name="T121" fmla="*/ 117 h 1137"/>
              <a:gd name="T122" fmla="*/ 1220 w 1953"/>
              <a:gd name="T123" fmla="*/ 508 h 1137"/>
              <a:gd name="T124" fmla="*/ 1495 w 1953"/>
              <a:gd name="T125" fmla="*/ 374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53" h="1137">
                <a:moveTo>
                  <a:pt x="1109" y="921"/>
                </a:moveTo>
                <a:cubicBezTo>
                  <a:pt x="1109" y="921"/>
                  <a:pt x="1109" y="921"/>
                  <a:pt x="1109" y="921"/>
                </a:cubicBezTo>
                <a:cubicBezTo>
                  <a:pt x="1109" y="921"/>
                  <a:pt x="1109" y="921"/>
                  <a:pt x="1109" y="921"/>
                </a:cubicBezTo>
                <a:close/>
                <a:moveTo>
                  <a:pt x="1173" y="889"/>
                </a:moveTo>
                <a:cubicBezTo>
                  <a:pt x="1170" y="896"/>
                  <a:pt x="1170" y="911"/>
                  <a:pt x="1177" y="915"/>
                </a:cubicBezTo>
                <a:cubicBezTo>
                  <a:pt x="1186" y="921"/>
                  <a:pt x="1194" y="913"/>
                  <a:pt x="1197" y="906"/>
                </a:cubicBezTo>
                <a:cubicBezTo>
                  <a:pt x="1200" y="897"/>
                  <a:pt x="1204" y="888"/>
                  <a:pt x="1207" y="878"/>
                </a:cubicBezTo>
                <a:cubicBezTo>
                  <a:pt x="1208" y="876"/>
                  <a:pt x="1210" y="855"/>
                  <a:pt x="1213" y="855"/>
                </a:cubicBezTo>
                <a:cubicBezTo>
                  <a:pt x="1214" y="856"/>
                  <a:pt x="1214" y="856"/>
                  <a:pt x="1215" y="857"/>
                </a:cubicBezTo>
                <a:cubicBezTo>
                  <a:pt x="1217" y="856"/>
                  <a:pt x="1215" y="846"/>
                  <a:pt x="1214" y="843"/>
                </a:cubicBezTo>
                <a:cubicBezTo>
                  <a:pt x="1214" y="842"/>
                  <a:pt x="1213" y="834"/>
                  <a:pt x="1213" y="834"/>
                </a:cubicBezTo>
                <a:cubicBezTo>
                  <a:pt x="1210" y="832"/>
                  <a:pt x="1202" y="846"/>
                  <a:pt x="1202" y="850"/>
                </a:cubicBezTo>
                <a:cubicBezTo>
                  <a:pt x="1198" y="849"/>
                  <a:pt x="1200" y="852"/>
                  <a:pt x="1199" y="853"/>
                </a:cubicBezTo>
                <a:cubicBezTo>
                  <a:pt x="1198" y="853"/>
                  <a:pt x="1196" y="854"/>
                  <a:pt x="1196" y="854"/>
                </a:cubicBezTo>
                <a:cubicBezTo>
                  <a:pt x="1193" y="857"/>
                  <a:pt x="1193" y="856"/>
                  <a:pt x="1189" y="857"/>
                </a:cubicBezTo>
                <a:cubicBezTo>
                  <a:pt x="1169" y="861"/>
                  <a:pt x="1186" y="878"/>
                  <a:pt x="1174" y="888"/>
                </a:cubicBezTo>
                <a:lnTo>
                  <a:pt x="1173" y="889"/>
                </a:lnTo>
                <a:close/>
                <a:moveTo>
                  <a:pt x="1676" y="532"/>
                </a:moveTo>
                <a:cubicBezTo>
                  <a:pt x="1675" y="533"/>
                  <a:pt x="1675" y="534"/>
                  <a:pt x="1675" y="536"/>
                </a:cubicBezTo>
                <a:cubicBezTo>
                  <a:pt x="1680" y="538"/>
                  <a:pt x="1677" y="538"/>
                  <a:pt x="1679" y="543"/>
                </a:cubicBezTo>
                <a:cubicBezTo>
                  <a:pt x="1680" y="548"/>
                  <a:pt x="1680" y="547"/>
                  <a:pt x="1684" y="548"/>
                </a:cubicBezTo>
                <a:cubicBezTo>
                  <a:pt x="1684" y="549"/>
                  <a:pt x="1684" y="550"/>
                  <a:pt x="1684" y="551"/>
                </a:cubicBezTo>
                <a:cubicBezTo>
                  <a:pt x="1685" y="551"/>
                  <a:pt x="1685" y="551"/>
                  <a:pt x="1686" y="551"/>
                </a:cubicBezTo>
                <a:cubicBezTo>
                  <a:pt x="1686" y="544"/>
                  <a:pt x="1687" y="538"/>
                  <a:pt x="1687" y="531"/>
                </a:cubicBezTo>
                <a:cubicBezTo>
                  <a:pt x="1686" y="531"/>
                  <a:pt x="1685" y="531"/>
                  <a:pt x="1683" y="531"/>
                </a:cubicBezTo>
                <a:cubicBezTo>
                  <a:pt x="1682" y="527"/>
                  <a:pt x="1701" y="520"/>
                  <a:pt x="1704" y="522"/>
                </a:cubicBezTo>
                <a:cubicBezTo>
                  <a:pt x="1706" y="523"/>
                  <a:pt x="1704" y="529"/>
                  <a:pt x="1708" y="530"/>
                </a:cubicBezTo>
                <a:cubicBezTo>
                  <a:pt x="1713" y="533"/>
                  <a:pt x="1712" y="521"/>
                  <a:pt x="1713" y="519"/>
                </a:cubicBezTo>
                <a:cubicBezTo>
                  <a:pt x="1715" y="519"/>
                  <a:pt x="1717" y="520"/>
                  <a:pt x="1719" y="520"/>
                </a:cubicBezTo>
                <a:cubicBezTo>
                  <a:pt x="1720" y="519"/>
                  <a:pt x="1722" y="518"/>
                  <a:pt x="1723" y="517"/>
                </a:cubicBezTo>
                <a:cubicBezTo>
                  <a:pt x="1723" y="519"/>
                  <a:pt x="1727" y="522"/>
                  <a:pt x="1726" y="519"/>
                </a:cubicBezTo>
                <a:cubicBezTo>
                  <a:pt x="1726" y="519"/>
                  <a:pt x="1726" y="519"/>
                  <a:pt x="1726" y="519"/>
                </a:cubicBezTo>
                <a:cubicBezTo>
                  <a:pt x="1725" y="517"/>
                  <a:pt x="1731" y="511"/>
                  <a:pt x="1731" y="512"/>
                </a:cubicBezTo>
                <a:cubicBezTo>
                  <a:pt x="1732" y="513"/>
                  <a:pt x="1730" y="516"/>
                  <a:pt x="1730" y="518"/>
                </a:cubicBezTo>
                <a:cubicBezTo>
                  <a:pt x="1740" y="518"/>
                  <a:pt x="1735" y="509"/>
                  <a:pt x="1734" y="505"/>
                </a:cubicBezTo>
                <a:cubicBezTo>
                  <a:pt x="1732" y="500"/>
                  <a:pt x="1731" y="495"/>
                  <a:pt x="1732" y="489"/>
                </a:cubicBezTo>
                <a:cubicBezTo>
                  <a:pt x="1734" y="482"/>
                  <a:pt x="1735" y="481"/>
                  <a:pt x="1731" y="474"/>
                </a:cubicBezTo>
                <a:cubicBezTo>
                  <a:pt x="1730" y="471"/>
                  <a:pt x="1727" y="460"/>
                  <a:pt x="1722" y="460"/>
                </a:cubicBezTo>
                <a:cubicBezTo>
                  <a:pt x="1724" y="461"/>
                  <a:pt x="1724" y="462"/>
                  <a:pt x="1724" y="463"/>
                </a:cubicBezTo>
                <a:cubicBezTo>
                  <a:pt x="1721" y="466"/>
                  <a:pt x="1721" y="461"/>
                  <a:pt x="1719" y="467"/>
                </a:cubicBezTo>
                <a:cubicBezTo>
                  <a:pt x="1718" y="470"/>
                  <a:pt x="1719" y="470"/>
                  <a:pt x="1719" y="472"/>
                </a:cubicBezTo>
                <a:cubicBezTo>
                  <a:pt x="1720" y="477"/>
                  <a:pt x="1723" y="481"/>
                  <a:pt x="1721" y="487"/>
                </a:cubicBezTo>
                <a:cubicBezTo>
                  <a:pt x="1720" y="490"/>
                  <a:pt x="1718" y="491"/>
                  <a:pt x="1718" y="493"/>
                </a:cubicBezTo>
                <a:cubicBezTo>
                  <a:pt x="1717" y="494"/>
                  <a:pt x="1719" y="495"/>
                  <a:pt x="1718" y="497"/>
                </a:cubicBezTo>
                <a:cubicBezTo>
                  <a:pt x="1716" y="501"/>
                  <a:pt x="1709" y="504"/>
                  <a:pt x="1711" y="497"/>
                </a:cubicBezTo>
                <a:cubicBezTo>
                  <a:pt x="1707" y="497"/>
                  <a:pt x="1708" y="503"/>
                  <a:pt x="1708" y="506"/>
                </a:cubicBezTo>
                <a:cubicBezTo>
                  <a:pt x="1706" y="512"/>
                  <a:pt x="1706" y="511"/>
                  <a:pt x="1701" y="512"/>
                </a:cubicBezTo>
                <a:cubicBezTo>
                  <a:pt x="1698" y="513"/>
                  <a:pt x="1692" y="514"/>
                  <a:pt x="1689" y="516"/>
                </a:cubicBezTo>
                <a:cubicBezTo>
                  <a:pt x="1686" y="519"/>
                  <a:pt x="1685" y="524"/>
                  <a:pt x="1680" y="525"/>
                </a:cubicBezTo>
                <a:cubicBezTo>
                  <a:pt x="1680" y="527"/>
                  <a:pt x="1681" y="528"/>
                  <a:pt x="1678" y="530"/>
                </a:cubicBezTo>
                <a:lnTo>
                  <a:pt x="1676" y="532"/>
                </a:lnTo>
                <a:close/>
                <a:moveTo>
                  <a:pt x="1696" y="532"/>
                </a:moveTo>
                <a:cubicBezTo>
                  <a:pt x="1696" y="532"/>
                  <a:pt x="1702" y="531"/>
                  <a:pt x="1701" y="531"/>
                </a:cubicBezTo>
                <a:cubicBezTo>
                  <a:pt x="1703" y="525"/>
                  <a:pt x="1700" y="524"/>
                  <a:pt x="1695" y="527"/>
                </a:cubicBezTo>
                <a:cubicBezTo>
                  <a:pt x="1692" y="529"/>
                  <a:pt x="1691" y="527"/>
                  <a:pt x="1691" y="531"/>
                </a:cubicBezTo>
                <a:cubicBezTo>
                  <a:pt x="1691" y="532"/>
                  <a:pt x="1693" y="537"/>
                  <a:pt x="1694" y="537"/>
                </a:cubicBezTo>
                <a:cubicBezTo>
                  <a:pt x="1695" y="536"/>
                  <a:pt x="1696" y="531"/>
                  <a:pt x="1696" y="532"/>
                </a:cubicBezTo>
                <a:close/>
                <a:moveTo>
                  <a:pt x="1716" y="385"/>
                </a:moveTo>
                <a:cubicBezTo>
                  <a:pt x="1718" y="385"/>
                  <a:pt x="1723" y="390"/>
                  <a:pt x="1723" y="390"/>
                </a:cubicBezTo>
                <a:cubicBezTo>
                  <a:pt x="1722" y="386"/>
                  <a:pt x="1715" y="381"/>
                  <a:pt x="1713" y="377"/>
                </a:cubicBezTo>
                <a:cubicBezTo>
                  <a:pt x="1711" y="373"/>
                  <a:pt x="1706" y="366"/>
                  <a:pt x="1705" y="362"/>
                </a:cubicBezTo>
                <a:cubicBezTo>
                  <a:pt x="1702" y="361"/>
                  <a:pt x="1700" y="360"/>
                  <a:pt x="1700" y="356"/>
                </a:cubicBezTo>
                <a:cubicBezTo>
                  <a:pt x="1699" y="354"/>
                  <a:pt x="1700" y="352"/>
                  <a:pt x="1700" y="350"/>
                </a:cubicBezTo>
                <a:cubicBezTo>
                  <a:pt x="1699" y="348"/>
                  <a:pt x="1695" y="347"/>
                  <a:pt x="1696" y="345"/>
                </a:cubicBezTo>
                <a:cubicBezTo>
                  <a:pt x="1697" y="345"/>
                  <a:pt x="1697" y="347"/>
                  <a:pt x="1698" y="346"/>
                </a:cubicBezTo>
                <a:cubicBezTo>
                  <a:pt x="1697" y="345"/>
                  <a:pt x="1690" y="331"/>
                  <a:pt x="1686" y="332"/>
                </a:cubicBezTo>
                <a:cubicBezTo>
                  <a:pt x="1683" y="333"/>
                  <a:pt x="1689" y="336"/>
                  <a:pt x="1689" y="336"/>
                </a:cubicBezTo>
                <a:cubicBezTo>
                  <a:pt x="1690" y="339"/>
                  <a:pt x="1688" y="342"/>
                  <a:pt x="1688" y="345"/>
                </a:cubicBezTo>
                <a:cubicBezTo>
                  <a:pt x="1689" y="354"/>
                  <a:pt x="1695" y="361"/>
                  <a:pt x="1700" y="368"/>
                </a:cubicBezTo>
                <a:cubicBezTo>
                  <a:pt x="1703" y="374"/>
                  <a:pt x="1711" y="418"/>
                  <a:pt x="1715" y="417"/>
                </a:cubicBezTo>
                <a:cubicBezTo>
                  <a:pt x="1717" y="417"/>
                  <a:pt x="1717" y="412"/>
                  <a:pt x="1719" y="411"/>
                </a:cubicBezTo>
                <a:cubicBezTo>
                  <a:pt x="1721" y="411"/>
                  <a:pt x="1723" y="416"/>
                  <a:pt x="1724" y="415"/>
                </a:cubicBezTo>
                <a:cubicBezTo>
                  <a:pt x="1727" y="413"/>
                  <a:pt x="1717" y="404"/>
                  <a:pt x="1716" y="404"/>
                </a:cubicBezTo>
                <a:cubicBezTo>
                  <a:pt x="1714" y="401"/>
                  <a:pt x="1707" y="383"/>
                  <a:pt x="1716" y="385"/>
                </a:cubicBezTo>
                <a:cubicBezTo>
                  <a:pt x="1718" y="385"/>
                  <a:pt x="1715" y="384"/>
                  <a:pt x="1716" y="385"/>
                </a:cubicBezTo>
                <a:close/>
                <a:moveTo>
                  <a:pt x="1724" y="449"/>
                </a:moveTo>
                <a:cubicBezTo>
                  <a:pt x="1726" y="448"/>
                  <a:pt x="1734" y="455"/>
                  <a:pt x="1735" y="454"/>
                </a:cubicBezTo>
                <a:cubicBezTo>
                  <a:pt x="1737" y="452"/>
                  <a:pt x="1733" y="449"/>
                  <a:pt x="1735" y="446"/>
                </a:cubicBezTo>
                <a:cubicBezTo>
                  <a:pt x="1736" y="445"/>
                  <a:pt x="1741" y="443"/>
                  <a:pt x="1743" y="443"/>
                </a:cubicBezTo>
                <a:cubicBezTo>
                  <a:pt x="1743" y="441"/>
                  <a:pt x="1746" y="442"/>
                  <a:pt x="1747" y="440"/>
                </a:cubicBezTo>
                <a:cubicBezTo>
                  <a:pt x="1747" y="438"/>
                  <a:pt x="1744" y="440"/>
                  <a:pt x="1744" y="440"/>
                </a:cubicBezTo>
                <a:cubicBezTo>
                  <a:pt x="1744" y="440"/>
                  <a:pt x="1738" y="431"/>
                  <a:pt x="1741" y="431"/>
                </a:cubicBezTo>
                <a:cubicBezTo>
                  <a:pt x="1736" y="445"/>
                  <a:pt x="1720" y="419"/>
                  <a:pt x="1716" y="423"/>
                </a:cubicBezTo>
                <a:cubicBezTo>
                  <a:pt x="1715" y="424"/>
                  <a:pt x="1719" y="436"/>
                  <a:pt x="1719" y="438"/>
                </a:cubicBezTo>
                <a:cubicBezTo>
                  <a:pt x="1719" y="441"/>
                  <a:pt x="1720" y="441"/>
                  <a:pt x="1719" y="444"/>
                </a:cubicBezTo>
                <a:cubicBezTo>
                  <a:pt x="1719" y="444"/>
                  <a:pt x="1716" y="442"/>
                  <a:pt x="1716" y="443"/>
                </a:cubicBezTo>
                <a:cubicBezTo>
                  <a:pt x="1716" y="443"/>
                  <a:pt x="1714" y="449"/>
                  <a:pt x="1714" y="449"/>
                </a:cubicBezTo>
                <a:cubicBezTo>
                  <a:pt x="1714" y="451"/>
                  <a:pt x="1714" y="451"/>
                  <a:pt x="1715" y="454"/>
                </a:cubicBezTo>
                <a:cubicBezTo>
                  <a:pt x="1716" y="459"/>
                  <a:pt x="1718" y="462"/>
                  <a:pt x="1722" y="457"/>
                </a:cubicBezTo>
                <a:cubicBezTo>
                  <a:pt x="1723" y="459"/>
                  <a:pt x="1724" y="456"/>
                  <a:pt x="1724" y="455"/>
                </a:cubicBezTo>
                <a:cubicBezTo>
                  <a:pt x="1723" y="455"/>
                  <a:pt x="1721" y="455"/>
                  <a:pt x="1721" y="454"/>
                </a:cubicBezTo>
                <a:cubicBezTo>
                  <a:pt x="1720" y="453"/>
                  <a:pt x="1717" y="453"/>
                  <a:pt x="1717" y="452"/>
                </a:cubicBezTo>
                <a:cubicBezTo>
                  <a:pt x="1717" y="452"/>
                  <a:pt x="1717" y="449"/>
                  <a:pt x="1718" y="450"/>
                </a:cubicBezTo>
                <a:cubicBezTo>
                  <a:pt x="1720" y="450"/>
                  <a:pt x="1722" y="448"/>
                  <a:pt x="1724" y="449"/>
                </a:cubicBezTo>
                <a:close/>
                <a:moveTo>
                  <a:pt x="1399" y="723"/>
                </a:moveTo>
                <a:cubicBezTo>
                  <a:pt x="1402" y="727"/>
                  <a:pt x="1407" y="723"/>
                  <a:pt x="1408" y="719"/>
                </a:cubicBezTo>
                <a:cubicBezTo>
                  <a:pt x="1411" y="712"/>
                  <a:pt x="1397" y="696"/>
                  <a:pt x="1397" y="709"/>
                </a:cubicBezTo>
                <a:cubicBezTo>
                  <a:pt x="1397" y="712"/>
                  <a:pt x="1396" y="720"/>
                  <a:pt x="1399" y="723"/>
                </a:cubicBezTo>
                <a:close/>
                <a:moveTo>
                  <a:pt x="1552" y="779"/>
                </a:moveTo>
                <a:cubicBezTo>
                  <a:pt x="1550" y="776"/>
                  <a:pt x="1549" y="772"/>
                  <a:pt x="1547" y="769"/>
                </a:cubicBezTo>
                <a:cubicBezTo>
                  <a:pt x="1546" y="768"/>
                  <a:pt x="1543" y="769"/>
                  <a:pt x="1542" y="768"/>
                </a:cubicBezTo>
                <a:cubicBezTo>
                  <a:pt x="1540" y="765"/>
                  <a:pt x="1543" y="768"/>
                  <a:pt x="1542" y="764"/>
                </a:cubicBezTo>
                <a:cubicBezTo>
                  <a:pt x="1541" y="764"/>
                  <a:pt x="1541" y="764"/>
                  <a:pt x="1541" y="764"/>
                </a:cubicBezTo>
                <a:cubicBezTo>
                  <a:pt x="1542" y="763"/>
                  <a:pt x="1541" y="762"/>
                  <a:pt x="1541" y="761"/>
                </a:cubicBezTo>
                <a:cubicBezTo>
                  <a:pt x="1539" y="761"/>
                  <a:pt x="1538" y="762"/>
                  <a:pt x="1537" y="761"/>
                </a:cubicBezTo>
                <a:cubicBezTo>
                  <a:pt x="1537" y="755"/>
                  <a:pt x="1524" y="748"/>
                  <a:pt x="1520" y="744"/>
                </a:cubicBezTo>
                <a:cubicBezTo>
                  <a:pt x="1517" y="742"/>
                  <a:pt x="1515" y="739"/>
                  <a:pt x="1512" y="737"/>
                </a:cubicBezTo>
                <a:cubicBezTo>
                  <a:pt x="1509" y="735"/>
                  <a:pt x="1504" y="733"/>
                  <a:pt x="1502" y="729"/>
                </a:cubicBezTo>
                <a:cubicBezTo>
                  <a:pt x="1499" y="729"/>
                  <a:pt x="1494" y="726"/>
                  <a:pt x="1491" y="727"/>
                </a:cubicBezTo>
                <a:cubicBezTo>
                  <a:pt x="1490" y="734"/>
                  <a:pt x="1502" y="741"/>
                  <a:pt x="1506" y="745"/>
                </a:cubicBezTo>
                <a:cubicBezTo>
                  <a:pt x="1510" y="751"/>
                  <a:pt x="1513" y="757"/>
                  <a:pt x="1517" y="763"/>
                </a:cubicBezTo>
                <a:cubicBezTo>
                  <a:pt x="1520" y="767"/>
                  <a:pt x="1520" y="769"/>
                  <a:pt x="1522" y="773"/>
                </a:cubicBezTo>
                <a:cubicBezTo>
                  <a:pt x="1524" y="777"/>
                  <a:pt x="1526" y="779"/>
                  <a:pt x="1529" y="782"/>
                </a:cubicBezTo>
                <a:cubicBezTo>
                  <a:pt x="1534" y="788"/>
                  <a:pt x="1539" y="794"/>
                  <a:pt x="1545" y="799"/>
                </a:cubicBezTo>
                <a:cubicBezTo>
                  <a:pt x="1545" y="798"/>
                  <a:pt x="1545" y="798"/>
                  <a:pt x="1545" y="797"/>
                </a:cubicBezTo>
                <a:cubicBezTo>
                  <a:pt x="1547" y="797"/>
                  <a:pt x="1548" y="799"/>
                  <a:pt x="1549" y="799"/>
                </a:cubicBezTo>
                <a:cubicBezTo>
                  <a:pt x="1550" y="798"/>
                  <a:pt x="1550" y="798"/>
                  <a:pt x="1550" y="797"/>
                </a:cubicBezTo>
                <a:cubicBezTo>
                  <a:pt x="1551" y="797"/>
                  <a:pt x="1552" y="798"/>
                  <a:pt x="1554" y="797"/>
                </a:cubicBezTo>
                <a:cubicBezTo>
                  <a:pt x="1555" y="794"/>
                  <a:pt x="1554" y="791"/>
                  <a:pt x="1554" y="787"/>
                </a:cubicBezTo>
                <a:cubicBezTo>
                  <a:pt x="1554" y="789"/>
                  <a:pt x="1556" y="778"/>
                  <a:pt x="1552" y="779"/>
                </a:cubicBezTo>
                <a:close/>
                <a:moveTo>
                  <a:pt x="1551" y="802"/>
                </a:moveTo>
                <a:cubicBezTo>
                  <a:pt x="1550" y="806"/>
                  <a:pt x="1551" y="803"/>
                  <a:pt x="1553" y="805"/>
                </a:cubicBezTo>
                <a:cubicBezTo>
                  <a:pt x="1556" y="807"/>
                  <a:pt x="1565" y="809"/>
                  <a:pt x="1569" y="809"/>
                </a:cubicBezTo>
                <a:cubicBezTo>
                  <a:pt x="1573" y="810"/>
                  <a:pt x="1599" y="814"/>
                  <a:pt x="1598" y="815"/>
                </a:cubicBezTo>
                <a:cubicBezTo>
                  <a:pt x="1600" y="816"/>
                  <a:pt x="1602" y="817"/>
                  <a:pt x="1604" y="817"/>
                </a:cubicBezTo>
                <a:cubicBezTo>
                  <a:pt x="1604" y="815"/>
                  <a:pt x="1604" y="813"/>
                  <a:pt x="1604" y="811"/>
                </a:cubicBezTo>
                <a:cubicBezTo>
                  <a:pt x="1603" y="810"/>
                  <a:pt x="1603" y="810"/>
                  <a:pt x="1603" y="810"/>
                </a:cubicBezTo>
                <a:cubicBezTo>
                  <a:pt x="1596" y="809"/>
                  <a:pt x="1598" y="808"/>
                  <a:pt x="1593" y="804"/>
                </a:cubicBezTo>
                <a:cubicBezTo>
                  <a:pt x="1590" y="802"/>
                  <a:pt x="1583" y="801"/>
                  <a:pt x="1582" y="805"/>
                </a:cubicBezTo>
                <a:cubicBezTo>
                  <a:pt x="1579" y="805"/>
                  <a:pt x="1575" y="805"/>
                  <a:pt x="1571" y="804"/>
                </a:cubicBezTo>
                <a:cubicBezTo>
                  <a:pt x="1569" y="803"/>
                  <a:pt x="1570" y="802"/>
                  <a:pt x="1569" y="801"/>
                </a:cubicBezTo>
                <a:cubicBezTo>
                  <a:pt x="1567" y="800"/>
                  <a:pt x="1564" y="800"/>
                  <a:pt x="1563" y="800"/>
                </a:cubicBezTo>
                <a:cubicBezTo>
                  <a:pt x="1559" y="799"/>
                  <a:pt x="1558" y="801"/>
                  <a:pt x="1555" y="801"/>
                </a:cubicBezTo>
                <a:cubicBezTo>
                  <a:pt x="1557" y="801"/>
                  <a:pt x="1551" y="801"/>
                  <a:pt x="1551" y="802"/>
                </a:cubicBezTo>
                <a:close/>
                <a:moveTo>
                  <a:pt x="1622" y="767"/>
                </a:moveTo>
                <a:cubicBezTo>
                  <a:pt x="1623" y="762"/>
                  <a:pt x="1625" y="762"/>
                  <a:pt x="1629" y="759"/>
                </a:cubicBezTo>
                <a:cubicBezTo>
                  <a:pt x="1632" y="756"/>
                  <a:pt x="1632" y="759"/>
                  <a:pt x="1630" y="755"/>
                </a:cubicBezTo>
                <a:cubicBezTo>
                  <a:pt x="1628" y="750"/>
                  <a:pt x="1627" y="750"/>
                  <a:pt x="1626" y="745"/>
                </a:cubicBezTo>
                <a:cubicBezTo>
                  <a:pt x="1625" y="744"/>
                  <a:pt x="1624" y="744"/>
                  <a:pt x="1624" y="743"/>
                </a:cubicBezTo>
                <a:cubicBezTo>
                  <a:pt x="1624" y="742"/>
                  <a:pt x="1625" y="740"/>
                  <a:pt x="1624" y="739"/>
                </a:cubicBezTo>
                <a:cubicBezTo>
                  <a:pt x="1620" y="739"/>
                  <a:pt x="1629" y="735"/>
                  <a:pt x="1629" y="735"/>
                </a:cubicBezTo>
                <a:cubicBezTo>
                  <a:pt x="1631" y="733"/>
                  <a:pt x="1629" y="732"/>
                  <a:pt x="1633" y="731"/>
                </a:cubicBezTo>
                <a:cubicBezTo>
                  <a:pt x="1634" y="726"/>
                  <a:pt x="1630" y="729"/>
                  <a:pt x="1628" y="727"/>
                </a:cubicBezTo>
                <a:cubicBezTo>
                  <a:pt x="1627" y="725"/>
                  <a:pt x="1625" y="723"/>
                  <a:pt x="1624" y="721"/>
                </a:cubicBezTo>
                <a:cubicBezTo>
                  <a:pt x="1617" y="715"/>
                  <a:pt x="1615" y="725"/>
                  <a:pt x="1611" y="728"/>
                </a:cubicBezTo>
                <a:cubicBezTo>
                  <a:pt x="1609" y="731"/>
                  <a:pt x="1606" y="732"/>
                  <a:pt x="1603" y="734"/>
                </a:cubicBezTo>
                <a:cubicBezTo>
                  <a:pt x="1600" y="737"/>
                  <a:pt x="1598" y="740"/>
                  <a:pt x="1595" y="742"/>
                </a:cubicBezTo>
                <a:cubicBezTo>
                  <a:pt x="1590" y="746"/>
                  <a:pt x="1588" y="752"/>
                  <a:pt x="1580" y="752"/>
                </a:cubicBezTo>
                <a:cubicBezTo>
                  <a:pt x="1580" y="751"/>
                  <a:pt x="1580" y="751"/>
                  <a:pt x="1580" y="751"/>
                </a:cubicBezTo>
                <a:cubicBezTo>
                  <a:pt x="1571" y="746"/>
                  <a:pt x="1575" y="764"/>
                  <a:pt x="1576" y="767"/>
                </a:cubicBezTo>
                <a:cubicBezTo>
                  <a:pt x="1580" y="776"/>
                  <a:pt x="1578" y="780"/>
                  <a:pt x="1589" y="781"/>
                </a:cubicBezTo>
                <a:cubicBezTo>
                  <a:pt x="1589" y="786"/>
                  <a:pt x="1597" y="783"/>
                  <a:pt x="1600" y="783"/>
                </a:cubicBezTo>
                <a:cubicBezTo>
                  <a:pt x="1606" y="787"/>
                  <a:pt x="1610" y="789"/>
                  <a:pt x="1615" y="783"/>
                </a:cubicBezTo>
                <a:cubicBezTo>
                  <a:pt x="1618" y="778"/>
                  <a:pt x="1615" y="771"/>
                  <a:pt x="1621" y="768"/>
                </a:cubicBezTo>
                <a:cubicBezTo>
                  <a:pt x="1620" y="768"/>
                  <a:pt x="1620" y="768"/>
                  <a:pt x="1622" y="767"/>
                </a:cubicBezTo>
                <a:close/>
                <a:moveTo>
                  <a:pt x="1664" y="755"/>
                </a:moveTo>
                <a:cubicBezTo>
                  <a:pt x="1659" y="756"/>
                  <a:pt x="1656" y="755"/>
                  <a:pt x="1651" y="755"/>
                </a:cubicBezTo>
                <a:cubicBezTo>
                  <a:pt x="1647" y="754"/>
                  <a:pt x="1643" y="755"/>
                  <a:pt x="1640" y="758"/>
                </a:cubicBezTo>
                <a:cubicBezTo>
                  <a:pt x="1637" y="761"/>
                  <a:pt x="1638" y="762"/>
                  <a:pt x="1637" y="766"/>
                </a:cubicBezTo>
                <a:cubicBezTo>
                  <a:pt x="1635" y="769"/>
                  <a:pt x="1634" y="772"/>
                  <a:pt x="1633" y="776"/>
                </a:cubicBezTo>
                <a:cubicBezTo>
                  <a:pt x="1631" y="780"/>
                  <a:pt x="1631" y="780"/>
                  <a:pt x="1633" y="784"/>
                </a:cubicBezTo>
                <a:cubicBezTo>
                  <a:pt x="1633" y="785"/>
                  <a:pt x="1636" y="786"/>
                  <a:pt x="1636" y="788"/>
                </a:cubicBezTo>
                <a:cubicBezTo>
                  <a:pt x="1637" y="789"/>
                  <a:pt x="1635" y="791"/>
                  <a:pt x="1635" y="792"/>
                </a:cubicBezTo>
                <a:cubicBezTo>
                  <a:pt x="1635" y="797"/>
                  <a:pt x="1636" y="798"/>
                  <a:pt x="1641" y="796"/>
                </a:cubicBezTo>
                <a:cubicBezTo>
                  <a:pt x="1642" y="794"/>
                  <a:pt x="1639" y="776"/>
                  <a:pt x="1644" y="781"/>
                </a:cubicBezTo>
                <a:cubicBezTo>
                  <a:pt x="1646" y="782"/>
                  <a:pt x="1645" y="790"/>
                  <a:pt x="1648" y="792"/>
                </a:cubicBezTo>
                <a:cubicBezTo>
                  <a:pt x="1649" y="792"/>
                  <a:pt x="1657" y="790"/>
                  <a:pt x="1658" y="789"/>
                </a:cubicBezTo>
                <a:cubicBezTo>
                  <a:pt x="1657" y="790"/>
                  <a:pt x="1647" y="775"/>
                  <a:pt x="1647" y="774"/>
                </a:cubicBezTo>
                <a:cubicBezTo>
                  <a:pt x="1649" y="771"/>
                  <a:pt x="1659" y="770"/>
                  <a:pt x="1660" y="767"/>
                </a:cubicBezTo>
                <a:cubicBezTo>
                  <a:pt x="1661" y="767"/>
                  <a:pt x="1650" y="766"/>
                  <a:pt x="1649" y="767"/>
                </a:cubicBezTo>
                <a:cubicBezTo>
                  <a:pt x="1646" y="768"/>
                  <a:pt x="1642" y="774"/>
                  <a:pt x="1640" y="766"/>
                </a:cubicBezTo>
                <a:cubicBezTo>
                  <a:pt x="1637" y="756"/>
                  <a:pt x="1662" y="761"/>
                  <a:pt x="1667" y="759"/>
                </a:cubicBezTo>
                <a:cubicBezTo>
                  <a:pt x="1666" y="759"/>
                  <a:pt x="1671" y="755"/>
                  <a:pt x="1670" y="756"/>
                </a:cubicBezTo>
                <a:cubicBezTo>
                  <a:pt x="1674" y="753"/>
                  <a:pt x="1665" y="755"/>
                  <a:pt x="1664" y="755"/>
                </a:cubicBezTo>
                <a:close/>
                <a:moveTo>
                  <a:pt x="1568" y="636"/>
                </a:moveTo>
                <a:cubicBezTo>
                  <a:pt x="1563" y="642"/>
                  <a:pt x="1570" y="648"/>
                  <a:pt x="1576" y="642"/>
                </a:cubicBezTo>
                <a:cubicBezTo>
                  <a:pt x="1583" y="634"/>
                  <a:pt x="1574" y="633"/>
                  <a:pt x="1568" y="636"/>
                </a:cubicBezTo>
                <a:cubicBezTo>
                  <a:pt x="1567" y="638"/>
                  <a:pt x="1570" y="635"/>
                  <a:pt x="1568" y="636"/>
                </a:cubicBezTo>
                <a:close/>
                <a:moveTo>
                  <a:pt x="1591" y="931"/>
                </a:moveTo>
                <a:cubicBezTo>
                  <a:pt x="1590" y="932"/>
                  <a:pt x="1589" y="934"/>
                  <a:pt x="1588" y="935"/>
                </a:cubicBezTo>
                <a:cubicBezTo>
                  <a:pt x="1588" y="934"/>
                  <a:pt x="1589" y="931"/>
                  <a:pt x="1587" y="931"/>
                </a:cubicBezTo>
                <a:cubicBezTo>
                  <a:pt x="1587" y="940"/>
                  <a:pt x="1591" y="948"/>
                  <a:pt x="1591" y="957"/>
                </a:cubicBezTo>
                <a:cubicBezTo>
                  <a:pt x="1591" y="967"/>
                  <a:pt x="1594" y="973"/>
                  <a:pt x="1590" y="982"/>
                </a:cubicBezTo>
                <a:cubicBezTo>
                  <a:pt x="1587" y="988"/>
                  <a:pt x="1585" y="994"/>
                  <a:pt x="1593" y="996"/>
                </a:cubicBezTo>
                <a:cubicBezTo>
                  <a:pt x="1600" y="998"/>
                  <a:pt x="1608" y="991"/>
                  <a:pt x="1615" y="990"/>
                </a:cubicBezTo>
                <a:cubicBezTo>
                  <a:pt x="1625" y="990"/>
                  <a:pt x="1631" y="990"/>
                  <a:pt x="1641" y="985"/>
                </a:cubicBezTo>
                <a:cubicBezTo>
                  <a:pt x="1649" y="981"/>
                  <a:pt x="1657" y="979"/>
                  <a:pt x="1666" y="977"/>
                </a:cubicBezTo>
                <a:cubicBezTo>
                  <a:pt x="1683" y="973"/>
                  <a:pt x="1709" y="976"/>
                  <a:pt x="1702" y="1000"/>
                </a:cubicBezTo>
                <a:cubicBezTo>
                  <a:pt x="1704" y="1000"/>
                  <a:pt x="1706" y="1000"/>
                  <a:pt x="1707" y="1000"/>
                </a:cubicBezTo>
                <a:cubicBezTo>
                  <a:pt x="1708" y="997"/>
                  <a:pt x="1717" y="987"/>
                  <a:pt x="1721" y="988"/>
                </a:cubicBezTo>
                <a:cubicBezTo>
                  <a:pt x="1720" y="990"/>
                  <a:pt x="1720" y="993"/>
                  <a:pt x="1718" y="996"/>
                </a:cubicBezTo>
                <a:cubicBezTo>
                  <a:pt x="1717" y="998"/>
                  <a:pt x="1714" y="998"/>
                  <a:pt x="1714" y="1000"/>
                </a:cubicBezTo>
                <a:cubicBezTo>
                  <a:pt x="1712" y="1010"/>
                  <a:pt x="1720" y="999"/>
                  <a:pt x="1721" y="998"/>
                </a:cubicBezTo>
                <a:cubicBezTo>
                  <a:pt x="1721" y="1000"/>
                  <a:pt x="1720" y="1003"/>
                  <a:pt x="1721" y="1006"/>
                </a:cubicBezTo>
                <a:cubicBezTo>
                  <a:pt x="1722" y="1007"/>
                  <a:pt x="1724" y="1007"/>
                  <a:pt x="1725" y="1008"/>
                </a:cubicBezTo>
                <a:cubicBezTo>
                  <a:pt x="1727" y="1013"/>
                  <a:pt x="1725" y="1016"/>
                  <a:pt x="1725" y="1020"/>
                </a:cubicBezTo>
                <a:cubicBezTo>
                  <a:pt x="1725" y="1032"/>
                  <a:pt x="1739" y="1026"/>
                  <a:pt x="1740" y="1039"/>
                </a:cubicBezTo>
                <a:cubicBezTo>
                  <a:pt x="1745" y="1039"/>
                  <a:pt x="1748" y="1038"/>
                  <a:pt x="1751" y="1033"/>
                </a:cubicBezTo>
                <a:cubicBezTo>
                  <a:pt x="1752" y="1033"/>
                  <a:pt x="1754" y="1033"/>
                  <a:pt x="1755" y="1033"/>
                </a:cubicBezTo>
                <a:cubicBezTo>
                  <a:pt x="1755" y="1034"/>
                  <a:pt x="1755" y="1035"/>
                  <a:pt x="1755" y="1036"/>
                </a:cubicBezTo>
                <a:cubicBezTo>
                  <a:pt x="1758" y="1038"/>
                  <a:pt x="1757" y="1042"/>
                  <a:pt x="1761" y="1042"/>
                </a:cubicBezTo>
                <a:cubicBezTo>
                  <a:pt x="1764" y="1043"/>
                  <a:pt x="1766" y="1040"/>
                  <a:pt x="1768" y="1039"/>
                </a:cubicBezTo>
                <a:cubicBezTo>
                  <a:pt x="1773" y="1036"/>
                  <a:pt x="1782" y="1035"/>
                  <a:pt x="1785" y="1031"/>
                </a:cubicBezTo>
                <a:cubicBezTo>
                  <a:pt x="1788" y="1027"/>
                  <a:pt x="1789" y="1020"/>
                  <a:pt x="1791" y="1015"/>
                </a:cubicBezTo>
                <a:cubicBezTo>
                  <a:pt x="1795" y="1009"/>
                  <a:pt x="1800" y="1004"/>
                  <a:pt x="1802" y="997"/>
                </a:cubicBezTo>
                <a:cubicBezTo>
                  <a:pt x="1809" y="994"/>
                  <a:pt x="1814" y="986"/>
                  <a:pt x="1816" y="980"/>
                </a:cubicBezTo>
                <a:cubicBezTo>
                  <a:pt x="1819" y="973"/>
                  <a:pt x="1824" y="964"/>
                  <a:pt x="1825" y="956"/>
                </a:cubicBezTo>
                <a:cubicBezTo>
                  <a:pt x="1825" y="953"/>
                  <a:pt x="1824" y="949"/>
                  <a:pt x="1824" y="945"/>
                </a:cubicBezTo>
                <a:cubicBezTo>
                  <a:pt x="1824" y="942"/>
                  <a:pt x="1826" y="939"/>
                  <a:pt x="1825" y="936"/>
                </a:cubicBezTo>
                <a:cubicBezTo>
                  <a:pt x="1825" y="932"/>
                  <a:pt x="1821" y="922"/>
                  <a:pt x="1817" y="920"/>
                </a:cubicBezTo>
                <a:cubicBezTo>
                  <a:pt x="1816" y="918"/>
                  <a:pt x="1816" y="914"/>
                  <a:pt x="1815" y="911"/>
                </a:cubicBezTo>
                <a:cubicBezTo>
                  <a:pt x="1808" y="911"/>
                  <a:pt x="1807" y="902"/>
                  <a:pt x="1807" y="895"/>
                </a:cubicBezTo>
                <a:cubicBezTo>
                  <a:pt x="1802" y="894"/>
                  <a:pt x="1793" y="887"/>
                  <a:pt x="1792" y="883"/>
                </a:cubicBezTo>
                <a:cubicBezTo>
                  <a:pt x="1790" y="880"/>
                  <a:pt x="1792" y="876"/>
                  <a:pt x="1791" y="873"/>
                </a:cubicBezTo>
                <a:cubicBezTo>
                  <a:pt x="1790" y="871"/>
                  <a:pt x="1789" y="869"/>
                  <a:pt x="1788" y="867"/>
                </a:cubicBezTo>
                <a:cubicBezTo>
                  <a:pt x="1786" y="863"/>
                  <a:pt x="1787" y="859"/>
                  <a:pt x="1785" y="856"/>
                </a:cubicBezTo>
                <a:cubicBezTo>
                  <a:pt x="1784" y="853"/>
                  <a:pt x="1782" y="852"/>
                  <a:pt x="1780" y="850"/>
                </a:cubicBezTo>
                <a:cubicBezTo>
                  <a:pt x="1777" y="845"/>
                  <a:pt x="1777" y="837"/>
                  <a:pt x="1776" y="831"/>
                </a:cubicBezTo>
                <a:cubicBezTo>
                  <a:pt x="1765" y="833"/>
                  <a:pt x="1764" y="855"/>
                  <a:pt x="1761" y="864"/>
                </a:cubicBezTo>
                <a:cubicBezTo>
                  <a:pt x="1760" y="869"/>
                  <a:pt x="1759" y="875"/>
                  <a:pt x="1752" y="874"/>
                </a:cubicBezTo>
                <a:cubicBezTo>
                  <a:pt x="1747" y="872"/>
                  <a:pt x="1746" y="866"/>
                  <a:pt x="1740" y="865"/>
                </a:cubicBezTo>
                <a:cubicBezTo>
                  <a:pt x="1740" y="864"/>
                  <a:pt x="1740" y="864"/>
                  <a:pt x="1740" y="864"/>
                </a:cubicBezTo>
                <a:cubicBezTo>
                  <a:pt x="1738" y="864"/>
                  <a:pt x="1731" y="857"/>
                  <a:pt x="1731" y="856"/>
                </a:cubicBezTo>
                <a:cubicBezTo>
                  <a:pt x="1730" y="853"/>
                  <a:pt x="1730" y="852"/>
                  <a:pt x="1731" y="849"/>
                </a:cubicBezTo>
                <a:cubicBezTo>
                  <a:pt x="1733" y="846"/>
                  <a:pt x="1738" y="843"/>
                  <a:pt x="1739" y="840"/>
                </a:cubicBezTo>
                <a:cubicBezTo>
                  <a:pt x="1740" y="834"/>
                  <a:pt x="1733" y="839"/>
                  <a:pt x="1731" y="838"/>
                </a:cubicBezTo>
                <a:cubicBezTo>
                  <a:pt x="1731" y="838"/>
                  <a:pt x="1731" y="838"/>
                  <a:pt x="1731" y="838"/>
                </a:cubicBezTo>
                <a:cubicBezTo>
                  <a:pt x="1722" y="838"/>
                  <a:pt x="1717" y="831"/>
                  <a:pt x="1708" y="833"/>
                </a:cubicBezTo>
                <a:cubicBezTo>
                  <a:pt x="1708" y="838"/>
                  <a:pt x="1703" y="840"/>
                  <a:pt x="1701" y="842"/>
                </a:cubicBezTo>
                <a:cubicBezTo>
                  <a:pt x="1699" y="843"/>
                  <a:pt x="1696" y="846"/>
                  <a:pt x="1695" y="848"/>
                </a:cubicBezTo>
                <a:cubicBezTo>
                  <a:pt x="1694" y="850"/>
                  <a:pt x="1696" y="853"/>
                  <a:pt x="1695" y="856"/>
                </a:cubicBezTo>
                <a:cubicBezTo>
                  <a:pt x="1694" y="856"/>
                  <a:pt x="1685" y="858"/>
                  <a:pt x="1684" y="858"/>
                </a:cubicBezTo>
                <a:cubicBezTo>
                  <a:pt x="1681" y="856"/>
                  <a:pt x="1682" y="854"/>
                  <a:pt x="1681" y="852"/>
                </a:cubicBezTo>
                <a:cubicBezTo>
                  <a:pt x="1675" y="846"/>
                  <a:pt x="1669" y="855"/>
                  <a:pt x="1663" y="858"/>
                </a:cubicBezTo>
                <a:cubicBezTo>
                  <a:pt x="1662" y="860"/>
                  <a:pt x="1664" y="863"/>
                  <a:pt x="1662" y="865"/>
                </a:cubicBezTo>
                <a:cubicBezTo>
                  <a:pt x="1660" y="867"/>
                  <a:pt x="1658" y="863"/>
                  <a:pt x="1656" y="864"/>
                </a:cubicBezTo>
                <a:cubicBezTo>
                  <a:pt x="1655" y="867"/>
                  <a:pt x="1660" y="874"/>
                  <a:pt x="1653" y="873"/>
                </a:cubicBezTo>
                <a:cubicBezTo>
                  <a:pt x="1653" y="871"/>
                  <a:pt x="1653" y="869"/>
                  <a:pt x="1652" y="867"/>
                </a:cubicBezTo>
                <a:cubicBezTo>
                  <a:pt x="1644" y="869"/>
                  <a:pt x="1647" y="877"/>
                  <a:pt x="1644" y="882"/>
                </a:cubicBezTo>
                <a:cubicBezTo>
                  <a:pt x="1640" y="887"/>
                  <a:pt x="1635" y="886"/>
                  <a:pt x="1630" y="888"/>
                </a:cubicBezTo>
                <a:cubicBezTo>
                  <a:pt x="1621" y="891"/>
                  <a:pt x="1599" y="894"/>
                  <a:pt x="1597" y="905"/>
                </a:cubicBezTo>
                <a:cubicBezTo>
                  <a:pt x="1596" y="905"/>
                  <a:pt x="1596" y="905"/>
                  <a:pt x="1595" y="905"/>
                </a:cubicBezTo>
                <a:cubicBezTo>
                  <a:pt x="1596" y="904"/>
                  <a:pt x="1595" y="902"/>
                  <a:pt x="1594" y="902"/>
                </a:cubicBezTo>
                <a:cubicBezTo>
                  <a:pt x="1590" y="908"/>
                  <a:pt x="1589" y="917"/>
                  <a:pt x="1590" y="924"/>
                </a:cubicBezTo>
                <a:cubicBezTo>
                  <a:pt x="1592" y="924"/>
                  <a:pt x="1591" y="929"/>
                  <a:pt x="1591" y="931"/>
                </a:cubicBezTo>
                <a:close/>
                <a:moveTo>
                  <a:pt x="1746" y="1072"/>
                </a:moveTo>
                <a:cubicBezTo>
                  <a:pt x="1746" y="1072"/>
                  <a:pt x="1746" y="1084"/>
                  <a:pt x="1749" y="1085"/>
                </a:cubicBezTo>
                <a:cubicBezTo>
                  <a:pt x="1754" y="1089"/>
                  <a:pt x="1752" y="1080"/>
                  <a:pt x="1759" y="1080"/>
                </a:cubicBezTo>
                <a:cubicBezTo>
                  <a:pt x="1758" y="1081"/>
                  <a:pt x="1758" y="1082"/>
                  <a:pt x="1759" y="1082"/>
                </a:cubicBezTo>
                <a:cubicBezTo>
                  <a:pt x="1761" y="1083"/>
                  <a:pt x="1761" y="1073"/>
                  <a:pt x="1764" y="1072"/>
                </a:cubicBezTo>
                <a:cubicBezTo>
                  <a:pt x="1764" y="1073"/>
                  <a:pt x="1764" y="1074"/>
                  <a:pt x="1765" y="1074"/>
                </a:cubicBezTo>
                <a:cubicBezTo>
                  <a:pt x="1765" y="1073"/>
                  <a:pt x="1768" y="1064"/>
                  <a:pt x="1768" y="1063"/>
                </a:cubicBezTo>
                <a:cubicBezTo>
                  <a:pt x="1766" y="1060"/>
                  <a:pt x="1766" y="1061"/>
                  <a:pt x="1762" y="1062"/>
                </a:cubicBezTo>
                <a:cubicBezTo>
                  <a:pt x="1758" y="1062"/>
                  <a:pt x="1757" y="1063"/>
                  <a:pt x="1754" y="1062"/>
                </a:cubicBezTo>
                <a:cubicBezTo>
                  <a:pt x="1752" y="1061"/>
                  <a:pt x="1749" y="1058"/>
                  <a:pt x="1748" y="1058"/>
                </a:cubicBezTo>
                <a:cubicBezTo>
                  <a:pt x="1745" y="1058"/>
                  <a:pt x="1747" y="1071"/>
                  <a:pt x="1747" y="1072"/>
                </a:cubicBezTo>
                <a:lnTo>
                  <a:pt x="1746" y="1072"/>
                </a:lnTo>
                <a:close/>
                <a:moveTo>
                  <a:pt x="1901" y="1105"/>
                </a:moveTo>
                <a:cubicBezTo>
                  <a:pt x="1903" y="1096"/>
                  <a:pt x="1908" y="1094"/>
                  <a:pt x="1913" y="1089"/>
                </a:cubicBezTo>
                <a:cubicBezTo>
                  <a:pt x="1916" y="1085"/>
                  <a:pt x="1919" y="1078"/>
                  <a:pt x="1911" y="1079"/>
                </a:cubicBezTo>
                <a:cubicBezTo>
                  <a:pt x="1911" y="1077"/>
                  <a:pt x="1912" y="1075"/>
                  <a:pt x="1911" y="1074"/>
                </a:cubicBezTo>
                <a:cubicBezTo>
                  <a:pt x="1900" y="1081"/>
                  <a:pt x="1893" y="1093"/>
                  <a:pt x="1883" y="1100"/>
                </a:cubicBezTo>
                <a:cubicBezTo>
                  <a:pt x="1875" y="1106"/>
                  <a:pt x="1867" y="1109"/>
                  <a:pt x="1861" y="1117"/>
                </a:cubicBezTo>
                <a:cubicBezTo>
                  <a:pt x="1855" y="1126"/>
                  <a:pt x="1864" y="1135"/>
                  <a:pt x="1873" y="1129"/>
                </a:cubicBezTo>
                <a:cubicBezTo>
                  <a:pt x="1883" y="1124"/>
                  <a:pt x="1885" y="1114"/>
                  <a:pt x="1892" y="1107"/>
                </a:cubicBezTo>
                <a:cubicBezTo>
                  <a:pt x="1894" y="1106"/>
                  <a:pt x="1898" y="1106"/>
                  <a:pt x="1901" y="1105"/>
                </a:cubicBezTo>
                <a:close/>
                <a:moveTo>
                  <a:pt x="1920" y="1080"/>
                </a:moveTo>
                <a:cubicBezTo>
                  <a:pt x="1916" y="1085"/>
                  <a:pt x="1925" y="1082"/>
                  <a:pt x="1926" y="1081"/>
                </a:cubicBezTo>
                <a:cubicBezTo>
                  <a:pt x="1929" y="1080"/>
                  <a:pt x="1933" y="1076"/>
                  <a:pt x="1935" y="1073"/>
                </a:cubicBezTo>
                <a:cubicBezTo>
                  <a:pt x="1937" y="1070"/>
                  <a:pt x="1937" y="1067"/>
                  <a:pt x="1938" y="1065"/>
                </a:cubicBezTo>
                <a:cubicBezTo>
                  <a:pt x="1940" y="1062"/>
                  <a:pt x="1943" y="1063"/>
                  <a:pt x="1946" y="1061"/>
                </a:cubicBezTo>
                <a:cubicBezTo>
                  <a:pt x="1947" y="1060"/>
                  <a:pt x="1952" y="1053"/>
                  <a:pt x="1952" y="1051"/>
                </a:cubicBezTo>
                <a:cubicBezTo>
                  <a:pt x="1953" y="1046"/>
                  <a:pt x="1953" y="1048"/>
                  <a:pt x="1949" y="1047"/>
                </a:cubicBezTo>
                <a:cubicBezTo>
                  <a:pt x="1945" y="1047"/>
                  <a:pt x="1945" y="1052"/>
                  <a:pt x="1941" y="1046"/>
                </a:cubicBezTo>
                <a:cubicBezTo>
                  <a:pt x="1939" y="1043"/>
                  <a:pt x="1940" y="1038"/>
                  <a:pt x="1937" y="1035"/>
                </a:cubicBezTo>
                <a:cubicBezTo>
                  <a:pt x="1936" y="1038"/>
                  <a:pt x="1936" y="1045"/>
                  <a:pt x="1933" y="1038"/>
                </a:cubicBezTo>
                <a:cubicBezTo>
                  <a:pt x="1933" y="1037"/>
                  <a:pt x="1934" y="1028"/>
                  <a:pt x="1935" y="1028"/>
                </a:cubicBezTo>
                <a:cubicBezTo>
                  <a:pt x="1936" y="1020"/>
                  <a:pt x="1929" y="1019"/>
                  <a:pt x="1928" y="1013"/>
                </a:cubicBezTo>
                <a:cubicBezTo>
                  <a:pt x="1925" y="1012"/>
                  <a:pt x="1929" y="1030"/>
                  <a:pt x="1930" y="1032"/>
                </a:cubicBezTo>
                <a:cubicBezTo>
                  <a:pt x="1935" y="1033"/>
                  <a:pt x="1930" y="1054"/>
                  <a:pt x="1927" y="1057"/>
                </a:cubicBezTo>
                <a:cubicBezTo>
                  <a:pt x="1923" y="1061"/>
                  <a:pt x="1918" y="1056"/>
                  <a:pt x="1922" y="1064"/>
                </a:cubicBezTo>
                <a:cubicBezTo>
                  <a:pt x="1925" y="1069"/>
                  <a:pt x="1928" y="1074"/>
                  <a:pt x="1921" y="1079"/>
                </a:cubicBezTo>
                <a:lnTo>
                  <a:pt x="1920" y="1080"/>
                </a:lnTo>
                <a:close/>
                <a:moveTo>
                  <a:pt x="1781" y="783"/>
                </a:moveTo>
                <a:cubicBezTo>
                  <a:pt x="1765" y="784"/>
                  <a:pt x="1749" y="764"/>
                  <a:pt x="1735" y="777"/>
                </a:cubicBezTo>
                <a:cubicBezTo>
                  <a:pt x="1732" y="779"/>
                  <a:pt x="1735" y="782"/>
                  <a:pt x="1730" y="781"/>
                </a:cubicBezTo>
                <a:cubicBezTo>
                  <a:pt x="1725" y="780"/>
                  <a:pt x="1726" y="773"/>
                  <a:pt x="1724" y="770"/>
                </a:cubicBezTo>
                <a:cubicBezTo>
                  <a:pt x="1719" y="761"/>
                  <a:pt x="1714" y="766"/>
                  <a:pt x="1706" y="767"/>
                </a:cubicBezTo>
                <a:cubicBezTo>
                  <a:pt x="1705" y="771"/>
                  <a:pt x="1711" y="768"/>
                  <a:pt x="1711" y="772"/>
                </a:cubicBezTo>
                <a:cubicBezTo>
                  <a:pt x="1713" y="773"/>
                  <a:pt x="1722" y="776"/>
                  <a:pt x="1722" y="777"/>
                </a:cubicBezTo>
                <a:cubicBezTo>
                  <a:pt x="1722" y="778"/>
                  <a:pt x="1715" y="780"/>
                  <a:pt x="1714" y="780"/>
                </a:cubicBezTo>
                <a:cubicBezTo>
                  <a:pt x="1714" y="778"/>
                  <a:pt x="1712" y="778"/>
                  <a:pt x="1710" y="779"/>
                </a:cubicBezTo>
                <a:cubicBezTo>
                  <a:pt x="1714" y="782"/>
                  <a:pt x="1714" y="786"/>
                  <a:pt x="1720" y="786"/>
                </a:cubicBezTo>
                <a:cubicBezTo>
                  <a:pt x="1720" y="786"/>
                  <a:pt x="1720" y="783"/>
                  <a:pt x="1721" y="783"/>
                </a:cubicBezTo>
                <a:cubicBezTo>
                  <a:pt x="1724" y="782"/>
                  <a:pt x="1723" y="784"/>
                  <a:pt x="1725" y="786"/>
                </a:cubicBezTo>
                <a:cubicBezTo>
                  <a:pt x="1734" y="791"/>
                  <a:pt x="1744" y="792"/>
                  <a:pt x="1749" y="801"/>
                </a:cubicBezTo>
                <a:cubicBezTo>
                  <a:pt x="1751" y="805"/>
                  <a:pt x="1751" y="810"/>
                  <a:pt x="1755" y="812"/>
                </a:cubicBezTo>
                <a:cubicBezTo>
                  <a:pt x="1755" y="813"/>
                  <a:pt x="1758" y="812"/>
                  <a:pt x="1759" y="813"/>
                </a:cubicBezTo>
                <a:cubicBezTo>
                  <a:pt x="1761" y="814"/>
                  <a:pt x="1760" y="816"/>
                  <a:pt x="1762" y="817"/>
                </a:cubicBezTo>
                <a:cubicBezTo>
                  <a:pt x="1764" y="819"/>
                  <a:pt x="1776" y="821"/>
                  <a:pt x="1777" y="818"/>
                </a:cubicBezTo>
                <a:cubicBezTo>
                  <a:pt x="1780" y="815"/>
                  <a:pt x="1774" y="815"/>
                  <a:pt x="1773" y="813"/>
                </a:cubicBezTo>
                <a:cubicBezTo>
                  <a:pt x="1776" y="813"/>
                  <a:pt x="1780" y="812"/>
                  <a:pt x="1783" y="811"/>
                </a:cubicBezTo>
                <a:cubicBezTo>
                  <a:pt x="1786" y="810"/>
                  <a:pt x="1785" y="808"/>
                  <a:pt x="1788" y="808"/>
                </a:cubicBezTo>
                <a:cubicBezTo>
                  <a:pt x="1790" y="811"/>
                  <a:pt x="1795" y="812"/>
                  <a:pt x="1797" y="814"/>
                </a:cubicBezTo>
                <a:cubicBezTo>
                  <a:pt x="1799" y="816"/>
                  <a:pt x="1799" y="819"/>
                  <a:pt x="1801" y="821"/>
                </a:cubicBezTo>
                <a:cubicBezTo>
                  <a:pt x="1805" y="825"/>
                  <a:pt x="1816" y="829"/>
                  <a:pt x="1822" y="829"/>
                </a:cubicBezTo>
                <a:cubicBezTo>
                  <a:pt x="1822" y="828"/>
                  <a:pt x="1821" y="828"/>
                  <a:pt x="1821" y="828"/>
                </a:cubicBezTo>
                <a:cubicBezTo>
                  <a:pt x="1825" y="827"/>
                  <a:pt x="1818" y="825"/>
                  <a:pt x="1818" y="825"/>
                </a:cubicBezTo>
                <a:cubicBezTo>
                  <a:pt x="1820" y="823"/>
                  <a:pt x="1810" y="815"/>
                  <a:pt x="1808" y="813"/>
                </a:cubicBezTo>
                <a:cubicBezTo>
                  <a:pt x="1806" y="810"/>
                  <a:pt x="1804" y="808"/>
                  <a:pt x="1803" y="805"/>
                </a:cubicBezTo>
                <a:cubicBezTo>
                  <a:pt x="1803" y="802"/>
                  <a:pt x="1807" y="804"/>
                  <a:pt x="1804" y="800"/>
                </a:cubicBezTo>
                <a:cubicBezTo>
                  <a:pt x="1800" y="799"/>
                  <a:pt x="1795" y="794"/>
                  <a:pt x="1793" y="792"/>
                </a:cubicBezTo>
                <a:cubicBezTo>
                  <a:pt x="1792" y="791"/>
                  <a:pt x="1790" y="788"/>
                  <a:pt x="1789" y="787"/>
                </a:cubicBezTo>
                <a:cubicBezTo>
                  <a:pt x="1787" y="785"/>
                  <a:pt x="1783" y="786"/>
                  <a:pt x="1781" y="783"/>
                </a:cubicBezTo>
                <a:cubicBezTo>
                  <a:pt x="1781" y="783"/>
                  <a:pt x="1782" y="785"/>
                  <a:pt x="1781" y="783"/>
                </a:cubicBezTo>
                <a:close/>
                <a:moveTo>
                  <a:pt x="566" y="1010"/>
                </a:moveTo>
                <a:cubicBezTo>
                  <a:pt x="569" y="1010"/>
                  <a:pt x="569" y="1010"/>
                  <a:pt x="571" y="1011"/>
                </a:cubicBezTo>
                <a:cubicBezTo>
                  <a:pt x="574" y="1012"/>
                  <a:pt x="574" y="1014"/>
                  <a:pt x="576" y="1014"/>
                </a:cubicBezTo>
                <a:cubicBezTo>
                  <a:pt x="581" y="1014"/>
                  <a:pt x="588" y="1009"/>
                  <a:pt x="591" y="1006"/>
                </a:cubicBezTo>
                <a:cubicBezTo>
                  <a:pt x="595" y="1003"/>
                  <a:pt x="596" y="1001"/>
                  <a:pt x="593" y="997"/>
                </a:cubicBezTo>
                <a:cubicBezTo>
                  <a:pt x="591" y="994"/>
                  <a:pt x="589" y="994"/>
                  <a:pt x="588" y="990"/>
                </a:cubicBezTo>
                <a:cubicBezTo>
                  <a:pt x="587" y="987"/>
                  <a:pt x="588" y="985"/>
                  <a:pt x="585" y="982"/>
                </a:cubicBezTo>
                <a:cubicBezTo>
                  <a:pt x="582" y="980"/>
                  <a:pt x="577" y="979"/>
                  <a:pt x="584" y="978"/>
                </a:cubicBezTo>
                <a:cubicBezTo>
                  <a:pt x="589" y="977"/>
                  <a:pt x="593" y="981"/>
                  <a:pt x="598" y="982"/>
                </a:cubicBezTo>
                <a:cubicBezTo>
                  <a:pt x="611" y="984"/>
                  <a:pt x="615" y="966"/>
                  <a:pt x="621" y="959"/>
                </a:cubicBezTo>
                <a:cubicBezTo>
                  <a:pt x="626" y="953"/>
                  <a:pt x="631" y="947"/>
                  <a:pt x="633" y="939"/>
                </a:cubicBezTo>
                <a:cubicBezTo>
                  <a:pt x="634" y="932"/>
                  <a:pt x="631" y="923"/>
                  <a:pt x="636" y="918"/>
                </a:cubicBezTo>
                <a:cubicBezTo>
                  <a:pt x="646" y="907"/>
                  <a:pt x="663" y="907"/>
                  <a:pt x="675" y="899"/>
                </a:cubicBezTo>
                <a:cubicBezTo>
                  <a:pt x="683" y="894"/>
                  <a:pt x="688" y="875"/>
                  <a:pt x="688" y="865"/>
                </a:cubicBezTo>
                <a:cubicBezTo>
                  <a:pt x="689" y="857"/>
                  <a:pt x="686" y="852"/>
                  <a:pt x="689" y="845"/>
                </a:cubicBezTo>
                <a:cubicBezTo>
                  <a:pt x="692" y="840"/>
                  <a:pt x="696" y="835"/>
                  <a:pt x="699" y="830"/>
                </a:cubicBezTo>
                <a:cubicBezTo>
                  <a:pt x="706" y="820"/>
                  <a:pt x="713" y="807"/>
                  <a:pt x="706" y="795"/>
                </a:cubicBezTo>
                <a:cubicBezTo>
                  <a:pt x="698" y="783"/>
                  <a:pt x="678" y="783"/>
                  <a:pt x="665" y="780"/>
                </a:cubicBezTo>
                <a:cubicBezTo>
                  <a:pt x="665" y="779"/>
                  <a:pt x="664" y="778"/>
                  <a:pt x="664" y="777"/>
                </a:cubicBezTo>
                <a:cubicBezTo>
                  <a:pt x="659" y="777"/>
                  <a:pt x="653" y="778"/>
                  <a:pt x="648" y="775"/>
                </a:cubicBezTo>
                <a:cubicBezTo>
                  <a:pt x="649" y="757"/>
                  <a:pt x="631" y="776"/>
                  <a:pt x="624" y="776"/>
                </a:cubicBezTo>
                <a:cubicBezTo>
                  <a:pt x="624" y="771"/>
                  <a:pt x="629" y="768"/>
                  <a:pt x="628" y="763"/>
                </a:cubicBezTo>
                <a:cubicBezTo>
                  <a:pt x="623" y="764"/>
                  <a:pt x="617" y="765"/>
                  <a:pt x="612" y="765"/>
                </a:cubicBezTo>
                <a:cubicBezTo>
                  <a:pt x="613" y="757"/>
                  <a:pt x="617" y="751"/>
                  <a:pt x="613" y="743"/>
                </a:cubicBezTo>
                <a:cubicBezTo>
                  <a:pt x="610" y="739"/>
                  <a:pt x="602" y="736"/>
                  <a:pt x="603" y="729"/>
                </a:cubicBezTo>
                <a:cubicBezTo>
                  <a:pt x="590" y="730"/>
                  <a:pt x="570" y="725"/>
                  <a:pt x="569" y="710"/>
                </a:cubicBezTo>
                <a:cubicBezTo>
                  <a:pt x="558" y="708"/>
                  <a:pt x="555" y="709"/>
                  <a:pt x="551" y="698"/>
                </a:cubicBezTo>
                <a:cubicBezTo>
                  <a:pt x="548" y="692"/>
                  <a:pt x="546" y="694"/>
                  <a:pt x="539" y="696"/>
                </a:cubicBezTo>
                <a:cubicBezTo>
                  <a:pt x="535" y="697"/>
                  <a:pt x="529" y="699"/>
                  <a:pt x="525" y="698"/>
                </a:cubicBezTo>
                <a:cubicBezTo>
                  <a:pt x="521" y="697"/>
                  <a:pt x="521" y="693"/>
                  <a:pt x="517" y="691"/>
                </a:cubicBezTo>
                <a:cubicBezTo>
                  <a:pt x="509" y="687"/>
                  <a:pt x="500" y="696"/>
                  <a:pt x="494" y="700"/>
                </a:cubicBezTo>
                <a:cubicBezTo>
                  <a:pt x="494" y="697"/>
                  <a:pt x="500" y="680"/>
                  <a:pt x="491" y="685"/>
                </a:cubicBezTo>
                <a:cubicBezTo>
                  <a:pt x="492" y="694"/>
                  <a:pt x="479" y="691"/>
                  <a:pt x="473" y="694"/>
                </a:cubicBezTo>
                <a:cubicBezTo>
                  <a:pt x="472" y="698"/>
                  <a:pt x="467" y="707"/>
                  <a:pt x="463" y="707"/>
                </a:cubicBezTo>
                <a:cubicBezTo>
                  <a:pt x="460" y="707"/>
                  <a:pt x="457" y="705"/>
                  <a:pt x="455" y="704"/>
                </a:cubicBezTo>
                <a:cubicBezTo>
                  <a:pt x="451" y="703"/>
                  <a:pt x="447" y="702"/>
                  <a:pt x="443" y="702"/>
                </a:cubicBezTo>
                <a:cubicBezTo>
                  <a:pt x="431" y="702"/>
                  <a:pt x="421" y="709"/>
                  <a:pt x="421" y="692"/>
                </a:cubicBezTo>
                <a:cubicBezTo>
                  <a:pt x="421" y="685"/>
                  <a:pt x="425" y="670"/>
                  <a:pt x="419" y="663"/>
                </a:cubicBezTo>
                <a:cubicBezTo>
                  <a:pt x="412" y="656"/>
                  <a:pt x="400" y="666"/>
                  <a:pt x="392" y="665"/>
                </a:cubicBezTo>
                <a:cubicBezTo>
                  <a:pt x="391" y="650"/>
                  <a:pt x="405" y="641"/>
                  <a:pt x="404" y="627"/>
                </a:cubicBezTo>
                <a:cubicBezTo>
                  <a:pt x="403" y="626"/>
                  <a:pt x="402" y="625"/>
                  <a:pt x="401" y="623"/>
                </a:cubicBezTo>
                <a:cubicBezTo>
                  <a:pt x="384" y="622"/>
                  <a:pt x="368" y="659"/>
                  <a:pt x="352" y="643"/>
                </a:cubicBezTo>
                <a:cubicBezTo>
                  <a:pt x="346" y="637"/>
                  <a:pt x="340" y="625"/>
                  <a:pt x="341" y="617"/>
                </a:cubicBezTo>
                <a:cubicBezTo>
                  <a:pt x="342" y="611"/>
                  <a:pt x="345" y="606"/>
                  <a:pt x="346" y="601"/>
                </a:cubicBezTo>
                <a:cubicBezTo>
                  <a:pt x="347" y="594"/>
                  <a:pt x="346" y="586"/>
                  <a:pt x="348" y="580"/>
                </a:cubicBezTo>
                <a:cubicBezTo>
                  <a:pt x="353" y="578"/>
                  <a:pt x="356" y="577"/>
                  <a:pt x="361" y="576"/>
                </a:cubicBezTo>
                <a:cubicBezTo>
                  <a:pt x="367" y="567"/>
                  <a:pt x="378" y="578"/>
                  <a:pt x="386" y="576"/>
                </a:cubicBezTo>
                <a:cubicBezTo>
                  <a:pt x="391" y="575"/>
                  <a:pt x="391" y="570"/>
                  <a:pt x="394" y="567"/>
                </a:cubicBezTo>
                <a:cubicBezTo>
                  <a:pt x="398" y="565"/>
                  <a:pt x="403" y="565"/>
                  <a:pt x="407" y="566"/>
                </a:cubicBezTo>
                <a:cubicBezTo>
                  <a:pt x="411" y="567"/>
                  <a:pt x="413" y="569"/>
                  <a:pt x="418" y="569"/>
                </a:cubicBezTo>
                <a:cubicBezTo>
                  <a:pt x="424" y="570"/>
                  <a:pt x="429" y="570"/>
                  <a:pt x="432" y="576"/>
                </a:cubicBezTo>
                <a:cubicBezTo>
                  <a:pt x="436" y="583"/>
                  <a:pt x="431" y="596"/>
                  <a:pt x="439" y="601"/>
                </a:cubicBezTo>
                <a:cubicBezTo>
                  <a:pt x="450" y="609"/>
                  <a:pt x="446" y="590"/>
                  <a:pt x="445" y="585"/>
                </a:cubicBezTo>
                <a:cubicBezTo>
                  <a:pt x="443" y="575"/>
                  <a:pt x="440" y="565"/>
                  <a:pt x="449" y="557"/>
                </a:cubicBezTo>
                <a:cubicBezTo>
                  <a:pt x="453" y="553"/>
                  <a:pt x="459" y="549"/>
                  <a:pt x="464" y="546"/>
                </a:cubicBezTo>
                <a:cubicBezTo>
                  <a:pt x="469" y="543"/>
                  <a:pt x="474" y="542"/>
                  <a:pt x="477" y="537"/>
                </a:cubicBezTo>
                <a:cubicBezTo>
                  <a:pt x="482" y="528"/>
                  <a:pt x="475" y="517"/>
                  <a:pt x="479" y="507"/>
                </a:cubicBezTo>
                <a:cubicBezTo>
                  <a:pt x="479" y="511"/>
                  <a:pt x="479" y="516"/>
                  <a:pt x="482" y="518"/>
                </a:cubicBezTo>
                <a:cubicBezTo>
                  <a:pt x="482" y="512"/>
                  <a:pt x="488" y="509"/>
                  <a:pt x="490" y="504"/>
                </a:cubicBezTo>
                <a:cubicBezTo>
                  <a:pt x="493" y="500"/>
                  <a:pt x="493" y="496"/>
                  <a:pt x="497" y="493"/>
                </a:cubicBezTo>
                <a:cubicBezTo>
                  <a:pt x="504" y="489"/>
                  <a:pt x="516" y="491"/>
                  <a:pt x="519" y="482"/>
                </a:cubicBezTo>
                <a:cubicBezTo>
                  <a:pt x="518" y="482"/>
                  <a:pt x="518" y="482"/>
                  <a:pt x="517" y="482"/>
                </a:cubicBezTo>
                <a:cubicBezTo>
                  <a:pt x="516" y="475"/>
                  <a:pt x="524" y="468"/>
                  <a:pt x="529" y="466"/>
                </a:cubicBezTo>
                <a:cubicBezTo>
                  <a:pt x="536" y="463"/>
                  <a:pt x="546" y="459"/>
                  <a:pt x="554" y="460"/>
                </a:cubicBezTo>
                <a:cubicBezTo>
                  <a:pt x="555" y="464"/>
                  <a:pt x="542" y="466"/>
                  <a:pt x="548" y="472"/>
                </a:cubicBezTo>
                <a:cubicBezTo>
                  <a:pt x="554" y="470"/>
                  <a:pt x="558" y="465"/>
                  <a:pt x="564" y="463"/>
                </a:cubicBezTo>
                <a:cubicBezTo>
                  <a:pt x="567" y="462"/>
                  <a:pt x="575" y="462"/>
                  <a:pt x="574" y="457"/>
                </a:cubicBezTo>
                <a:cubicBezTo>
                  <a:pt x="572" y="452"/>
                  <a:pt x="563" y="454"/>
                  <a:pt x="560" y="452"/>
                </a:cubicBezTo>
                <a:cubicBezTo>
                  <a:pt x="554" y="449"/>
                  <a:pt x="557" y="445"/>
                  <a:pt x="557" y="440"/>
                </a:cubicBezTo>
                <a:cubicBezTo>
                  <a:pt x="554" y="439"/>
                  <a:pt x="551" y="438"/>
                  <a:pt x="548" y="438"/>
                </a:cubicBezTo>
                <a:cubicBezTo>
                  <a:pt x="552" y="435"/>
                  <a:pt x="561" y="434"/>
                  <a:pt x="559" y="427"/>
                </a:cubicBezTo>
                <a:cubicBezTo>
                  <a:pt x="552" y="427"/>
                  <a:pt x="541" y="429"/>
                  <a:pt x="536" y="433"/>
                </a:cubicBezTo>
                <a:cubicBezTo>
                  <a:pt x="530" y="437"/>
                  <a:pt x="527" y="446"/>
                  <a:pt x="520" y="447"/>
                </a:cubicBezTo>
                <a:cubicBezTo>
                  <a:pt x="526" y="439"/>
                  <a:pt x="533" y="429"/>
                  <a:pt x="542" y="424"/>
                </a:cubicBezTo>
                <a:cubicBezTo>
                  <a:pt x="553" y="419"/>
                  <a:pt x="565" y="420"/>
                  <a:pt x="577" y="419"/>
                </a:cubicBezTo>
                <a:cubicBezTo>
                  <a:pt x="589" y="418"/>
                  <a:pt x="595" y="415"/>
                  <a:pt x="605" y="409"/>
                </a:cubicBezTo>
                <a:cubicBezTo>
                  <a:pt x="609" y="407"/>
                  <a:pt x="614" y="406"/>
                  <a:pt x="615" y="401"/>
                </a:cubicBezTo>
                <a:cubicBezTo>
                  <a:pt x="616" y="398"/>
                  <a:pt x="614" y="394"/>
                  <a:pt x="610" y="395"/>
                </a:cubicBezTo>
                <a:cubicBezTo>
                  <a:pt x="609" y="393"/>
                  <a:pt x="609" y="390"/>
                  <a:pt x="608" y="388"/>
                </a:cubicBezTo>
                <a:cubicBezTo>
                  <a:pt x="604" y="388"/>
                  <a:pt x="603" y="397"/>
                  <a:pt x="597" y="396"/>
                </a:cubicBezTo>
                <a:cubicBezTo>
                  <a:pt x="601" y="390"/>
                  <a:pt x="603" y="386"/>
                  <a:pt x="599" y="379"/>
                </a:cubicBezTo>
                <a:cubicBezTo>
                  <a:pt x="595" y="372"/>
                  <a:pt x="592" y="370"/>
                  <a:pt x="591" y="360"/>
                </a:cubicBezTo>
                <a:cubicBezTo>
                  <a:pt x="590" y="354"/>
                  <a:pt x="592" y="322"/>
                  <a:pt x="579" y="328"/>
                </a:cubicBezTo>
                <a:cubicBezTo>
                  <a:pt x="573" y="330"/>
                  <a:pt x="566" y="356"/>
                  <a:pt x="558" y="342"/>
                </a:cubicBezTo>
                <a:cubicBezTo>
                  <a:pt x="554" y="336"/>
                  <a:pt x="559" y="329"/>
                  <a:pt x="558" y="323"/>
                </a:cubicBezTo>
                <a:cubicBezTo>
                  <a:pt x="557" y="316"/>
                  <a:pt x="550" y="312"/>
                  <a:pt x="545" y="307"/>
                </a:cubicBezTo>
                <a:cubicBezTo>
                  <a:pt x="538" y="301"/>
                  <a:pt x="523" y="291"/>
                  <a:pt x="517" y="305"/>
                </a:cubicBezTo>
                <a:cubicBezTo>
                  <a:pt x="516" y="310"/>
                  <a:pt x="517" y="316"/>
                  <a:pt x="516" y="322"/>
                </a:cubicBezTo>
                <a:cubicBezTo>
                  <a:pt x="514" y="327"/>
                  <a:pt x="508" y="331"/>
                  <a:pt x="507" y="337"/>
                </a:cubicBezTo>
                <a:cubicBezTo>
                  <a:pt x="506" y="345"/>
                  <a:pt x="514" y="352"/>
                  <a:pt x="510" y="360"/>
                </a:cubicBezTo>
                <a:cubicBezTo>
                  <a:pt x="508" y="364"/>
                  <a:pt x="503" y="365"/>
                  <a:pt x="499" y="368"/>
                </a:cubicBezTo>
                <a:cubicBezTo>
                  <a:pt x="484" y="376"/>
                  <a:pt x="492" y="392"/>
                  <a:pt x="482" y="404"/>
                </a:cubicBezTo>
                <a:cubicBezTo>
                  <a:pt x="457" y="403"/>
                  <a:pt x="488" y="373"/>
                  <a:pt x="470" y="368"/>
                </a:cubicBezTo>
                <a:cubicBezTo>
                  <a:pt x="467" y="367"/>
                  <a:pt x="464" y="368"/>
                  <a:pt x="461" y="367"/>
                </a:cubicBezTo>
                <a:cubicBezTo>
                  <a:pt x="458" y="365"/>
                  <a:pt x="456" y="361"/>
                  <a:pt x="454" y="359"/>
                </a:cubicBezTo>
                <a:cubicBezTo>
                  <a:pt x="448" y="353"/>
                  <a:pt x="439" y="352"/>
                  <a:pt x="434" y="344"/>
                </a:cubicBezTo>
                <a:cubicBezTo>
                  <a:pt x="430" y="344"/>
                  <a:pt x="429" y="349"/>
                  <a:pt x="425" y="349"/>
                </a:cubicBezTo>
                <a:cubicBezTo>
                  <a:pt x="424" y="346"/>
                  <a:pt x="427" y="343"/>
                  <a:pt x="427" y="341"/>
                </a:cubicBezTo>
                <a:cubicBezTo>
                  <a:pt x="428" y="337"/>
                  <a:pt x="426" y="332"/>
                  <a:pt x="426" y="328"/>
                </a:cubicBezTo>
                <a:cubicBezTo>
                  <a:pt x="424" y="329"/>
                  <a:pt x="424" y="333"/>
                  <a:pt x="420" y="333"/>
                </a:cubicBezTo>
                <a:cubicBezTo>
                  <a:pt x="421" y="329"/>
                  <a:pt x="421" y="321"/>
                  <a:pt x="422" y="318"/>
                </a:cubicBezTo>
                <a:cubicBezTo>
                  <a:pt x="423" y="313"/>
                  <a:pt x="428" y="310"/>
                  <a:pt x="431" y="306"/>
                </a:cubicBezTo>
                <a:cubicBezTo>
                  <a:pt x="434" y="302"/>
                  <a:pt x="436" y="297"/>
                  <a:pt x="440" y="294"/>
                </a:cubicBezTo>
                <a:cubicBezTo>
                  <a:pt x="445" y="290"/>
                  <a:pt x="445" y="290"/>
                  <a:pt x="448" y="284"/>
                </a:cubicBezTo>
                <a:cubicBezTo>
                  <a:pt x="448" y="284"/>
                  <a:pt x="448" y="284"/>
                  <a:pt x="449" y="284"/>
                </a:cubicBezTo>
                <a:cubicBezTo>
                  <a:pt x="449" y="284"/>
                  <a:pt x="449" y="284"/>
                  <a:pt x="449" y="284"/>
                </a:cubicBezTo>
                <a:cubicBezTo>
                  <a:pt x="450" y="284"/>
                  <a:pt x="454" y="287"/>
                  <a:pt x="455" y="285"/>
                </a:cubicBezTo>
                <a:cubicBezTo>
                  <a:pt x="458" y="283"/>
                  <a:pt x="453" y="282"/>
                  <a:pt x="454" y="281"/>
                </a:cubicBezTo>
                <a:cubicBezTo>
                  <a:pt x="454" y="279"/>
                  <a:pt x="451" y="278"/>
                  <a:pt x="454" y="276"/>
                </a:cubicBezTo>
                <a:cubicBezTo>
                  <a:pt x="456" y="275"/>
                  <a:pt x="458" y="279"/>
                  <a:pt x="460" y="279"/>
                </a:cubicBezTo>
                <a:cubicBezTo>
                  <a:pt x="461" y="275"/>
                  <a:pt x="468" y="277"/>
                  <a:pt x="471" y="275"/>
                </a:cubicBezTo>
                <a:cubicBezTo>
                  <a:pt x="473" y="275"/>
                  <a:pt x="478" y="270"/>
                  <a:pt x="479" y="268"/>
                </a:cubicBezTo>
                <a:cubicBezTo>
                  <a:pt x="482" y="263"/>
                  <a:pt x="478" y="261"/>
                  <a:pt x="476" y="258"/>
                </a:cubicBezTo>
                <a:cubicBezTo>
                  <a:pt x="474" y="256"/>
                  <a:pt x="469" y="251"/>
                  <a:pt x="477" y="253"/>
                </a:cubicBezTo>
                <a:cubicBezTo>
                  <a:pt x="479" y="264"/>
                  <a:pt x="489" y="256"/>
                  <a:pt x="493" y="252"/>
                </a:cubicBezTo>
                <a:cubicBezTo>
                  <a:pt x="497" y="247"/>
                  <a:pt x="492" y="251"/>
                  <a:pt x="497" y="250"/>
                </a:cubicBezTo>
                <a:cubicBezTo>
                  <a:pt x="499" y="250"/>
                  <a:pt x="505" y="248"/>
                  <a:pt x="505" y="252"/>
                </a:cubicBezTo>
                <a:cubicBezTo>
                  <a:pt x="509" y="253"/>
                  <a:pt x="518" y="249"/>
                  <a:pt x="520" y="246"/>
                </a:cubicBezTo>
                <a:cubicBezTo>
                  <a:pt x="524" y="242"/>
                  <a:pt x="521" y="237"/>
                  <a:pt x="523" y="233"/>
                </a:cubicBezTo>
                <a:cubicBezTo>
                  <a:pt x="526" y="227"/>
                  <a:pt x="530" y="226"/>
                  <a:pt x="528" y="218"/>
                </a:cubicBezTo>
                <a:cubicBezTo>
                  <a:pt x="527" y="212"/>
                  <a:pt x="524" y="213"/>
                  <a:pt x="520" y="209"/>
                </a:cubicBezTo>
                <a:cubicBezTo>
                  <a:pt x="514" y="210"/>
                  <a:pt x="510" y="216"/>
                  <a:pt x="507" y="221"/>
                </a:cubicBezTo>
                <a:cubicBezTo>
                  <a:pt x="504" y="225"/>
                  <a:pt x="504" y="233"/>
                  <a:pt x="499" y="236"/>
                </a:cubicBezTo>
                <a:cubicBezTo>
                  <a:pt x="487" y="246"/>
                  <a:pt x="496" y="212"/>
                  <a:pt x="494" y="207"/>
                </a:cubicBezTo>
                <a:cubicBezTo>
                  <a:pt x="489" y="207"/>
                  <a:pt x="491" y="222"/>
                  <a:pt x="484" y="221"/>
                </a:cubicBezTo>
                <a:cubicBezTo>
                  <a:pt x="483" y="217"/>
                  <a:pt x="487" y="213"/>
                  <a:pt x="486" y="209"/>
                </a:cubicBezTo>
                <a:cubicBezTo>
                  <a:pt x="485" y="209"/>
                  <a:pt x="483" y="209"/>
                  <a:pt x="482" y="208"/>
                </a:cubicBezTo>
                <a:cubicBezTo>
                  <a:pt x="487" y="193"/>
                  <a:pt x="478" y="172"/>
                  <a:pt x="494" y="162"/>
                </a:cubicBezTo>
                <a:cubicBezTo>
                  <a:pt x="499" y="159"/>
                  <a:pt x="508" y="159"/>
                  <a:pt x="513" y="154"/>
                </a:cubicBezTo>
                <a:cubicBezTo>
                  <a:pt x="519" y="148"/>
                  <a:pt x="513" y="141"/>
                  <a:pt x="505" y="140"/>
                </a:cubicBezTo>
                <a:cubicBezTo>
                  <a:pt x="498" y="139"/>
                  <a:pt x="494" y="143"/>
                  <a:pt x="491" y="149"/>
                </a:cubicBezTo>
                <a:cubicBezTo>
                  <a:pt x="487" y="157"/>
                  <a:pt x="483" y="165"/>
                  <a:pt x="478" y="173"/>
                </a:cubicBezTo>
                <a:cubicBezTo>
                  <a:pt x="474" y="179"/>
                  <a:pt x="470" y="180"/>
                  <a:pt x="469" y="188"/>
                </a:cubicBezTo>
                <a:cubicBezTo>
                  <a:pt x="469" y="191"/>
                  <a:pt x="469" y="196"/>
                  <a:pt x="470" y="199"/>
                </a:cubicBezTo>
                <a:cubicBezTo>
                  <a:pt x="471" y="199"/>
                  <a:pt x="474" y="204"/>
                  <a:pt x="474" y="204"/>
                </a:cubicBezTo>
                <a:cubicBezTo>
                  <a:pt x="473" y="207"/>
                  <a:pt x="469" y="208"/>
                  <a:pt x="469" y="212"/>
                </a:cubicBezTo>
                <a:cubicBezTo>
                  <a:pt x="466" y="215"/>
                  <a:pt x="461" y="220"/>
                  <a:pt x="458" y="224"/>
                </a:cubicBezTo>
                <a:cubicBezTo>
                  <a:pt x="457" y="225"/>
                  <a:pt x="455" y="233"/>
                  <a:pt x="454" y="234"/>
                </a:cubicBezTo>
                <a:cubicBezTo>
                  <a:pt x="446" y="236"/>
                  <a:pt x="457" y="220"/>
                  <a:pt x="455" y="217"/>
                </a:cubicBezTo>
                <a:cubicBezTo>
                  <a:pt x="450" y="212"/>
                  <a:pt x="436" y="222"/>
                  <a:pt x="430" y="220"/>
                </a:cubicBezTo>
                <a:cubicBezTo>
                  <a:pt x="427" y="218"/>
                  <a:pt x="423" y="216"/>
                  <a:pt x="420" y="214"/>
                </a:cubicBezTo>
                <a:cubicBezTo>
                  <a:pt x="414" y="211"/>
                  <a:pt x="415" y="208"/>
                  <a:pt x="413" y="202"/>
                </a:cubicBezTo>
                <a:cubicBezTo>
                  <a:pt x="410" y="200"/>
                  <a:pt x="401" y="197"/>
                  <a:pt x="401" y="203"/>
                </a:cubicBezTo>
                <a:cubicBezTo>
                  <a:pt x="401" y="206"/>
                  <a:pt x="406" y="205"/>
                  <a:pt x="405" y="208"/>
                </a:cubicBezTo>
                <a:cubicBezTo>
                  <a:pt x="404" y="211"/>
                  <a:pt x="399" y="210"/>
                  <a:pt x="397" y="211"/>
                </a:cubicBezTo>
                <a:cubicBezTo>
                  <a:pt x="395" y="213"/>
                  <a:pt x="393" y="223"/>
                  <a:pt x="389" y="221"/>
                </a:cubicBezTo>
                <a:cubicBezTo>
                  <a:pt x="384" y="219"/>
                  <a:pt x="388" y="211"/>
                  <a:pt x="384" y="208"/>
                </a:cubicBezTo>
                <a:cubicBezTo>
                  <a:pt x="380" y="205"/>
                  <a:pt x="374" y="207"/>
                  <a:pt x="371" y="207"/>
                </a:cubicBezTo>
                <a:cubicBezTo>
                  <a:pt x="355" y="206"/>
                  <a:pt x="369" y="200"/>
                  <a:pt x="368" y="193"/>
                </a:cubicBezTo>
                <a:cubicBezTo>
                  <a:pt x="361" y="189"/>
                  <a:pt x="354" y="183"/>
                  <a:pt x="349" y="177"/>
                </a:cubicBezTo>
                <a:cubicBezTo>
                  <a:pt x="347" y="174"/>
                  <a:pt x="345" y="171"/>
                  <a:pt x="341" y="170"/>
                </a:cubicBezTo>
                <a:cubicBezTo>
                  <a:pt x="337" y="169"/>
                  <a:pt x="335" y="171"/>
                  <a:pt x="331" y="171"/>
                </a:cubicBezTo>
                <a:cubicBezTo>
                  <a:pt x="331" y="168"/>
                  <a:pt x="330" y="165"/>
                  <a:pt x="330" y="163"/>
                </a:cubicBezTo>
                <a:cubicBezTo>
                  <a:pt x="327" y="164"/>
                  <a:pt x="326" y="172"/>
                  <a:pt x="323" y="165"/>
                </a:cubicBezTo>
                <a:cubicBezTo>
                  <a:pt x="322" y="162"/>
                  <a:pt x="324" y="158"/>
                  <a:pt x="324" y="156"/>
                </a:cubicBezTo>
                <a:cubicBezTo>
                  <a:pt x="324" y="153"/>
                  <a:pt x="323" y="151"/>
                  <a:pt x="322" y="149"/>
                </a:cubicBezTo>
                <a:cubicBezTo>
                  <a:pt x="321" y="149"/>
                  <a:pt x="320" y="149"/>
                  <a:pt x="320" y="149"/>
                </a:cubicBezTo>
                <a:cubicBezTo>
                  <a:pt x="318" y="157"/>
                  <a:pt x="311" y="160"/>
                  <a:pt x="305" y="163"/>
                </a:cubicBezTo>
                <a:cubicBezTo>
                  <a:pt x="299" y="165"/>
                  <a:pt x="288" y="168"/>
                  <a:pt x="281" y="167"/>
                </a:cubicBezTo>
                <a:cubicBezTo>
                  <a:pt x="285" y="165"/>
                  <a:pt x="313" y="161"/>
                  <a:pt x="311" y="156"/>
                </a:cubicBezTo>
                <a:cubicBezTo>
                  <a:pt x="309" y="151"/>
                  <a:pt x="300" y="156"/>
                  <a:pt x="297" y="157"/>
                </a:cubicBezTo>
                <a:cubicBezTo>
                  <a:pt x="292" y="158"/>
                  <a:pt x="281" y="160"/>
                  <a:pt x="276" y="159"/>
                </a:cubicBezTo>
                <a:cubicBezTo>
                  <a:pt x="274" y="165"/>
                  <a:pt x="273" y="171"/>
                  <a:pt x="268" y="163"/>
                </a:cubicBezTo>
                <a:cubicBezTo>
                  <a:pt x="264" y="157"/>
                  <a:pt x="258" y="151"/>
                  <a:pt x="254" y="144"/>
                </a:cubicBezTo>
                <a:cubicBezTo>
                  <a:pt x="250" y="137"/>
                  <a:pt x="240" y="132"/>
                  <a:pt x="232" y="129"/>
                </a:cubicBezTo>
                <a:cubicBezTo>
                  <a:pt x="227" y="127"/>
                  <a:pt x="228" y="125"/>
                  <a:pt x="224" y="122"/>
                </a:cubicBezTo>
                <a:cubicBezTo>
                  <a:pt x="220" y="119"/>
                  <a:pt x="218" y="120"/>
                  <a:pt x="214" y="120"/>
                </a:cubicBezTo>
                <a:cubicBezTo>
                  <a:pt x="214" y="118"/>
                  <a:pt x="210" y="109"/>
                  <a:pt x="209" y="108"/>
                </a:cubicBezTo>
                <a:cubicBezTo>
                  <a:pt x="207" y="107"/>
                  <a:pt x="205" y="108"/>
                  <a:pt x="203" y="107"/>
                </a:cubicBezTo>
                <a:cubicBezTo>
                  <a:pt x="201" y="105"/>
                  <a:pt x="202" y="103"/>
                  <a:pt x="201" y="101"/>
                </a:cubicBezTo>
                <a:cubicBezTo>
                  <a:pt x="199" y="101"/>
                  <a:pt x="197" y="101"/>
                  <a:pt x="195" y="101"/>
                </a:cubicBezTo>
                <a:cubicBezTo>
                  <a:pt x="196" y="98"/>
                  <a:pt x="199" y="97"/>
                  <a:pt x="201" y="95"/>
                </a:cubicBezTo>
                <a:cubicBezTo>
                  <a:pt x="197" y="93"/>
                  <a:pt x="194" y="95"/>
                  <a:pt x="190" y="97"/>
                </a:cubicBezTo>
                <a:cubicBezTo>
                  <a:pt x="186" y="98"/>
                  <a:pt x="183" y="98"/>
                  <a:pt x="179" y="99"/>
                </a:cubicBezTo>
                <a:cubicBezTo>
                  <a:pt x="176" y="100"/>
                  <a:pt x="174" y="102"/>
                  <a:pt x="171" y="103"/>
                </a:cubicBezTo>
                <a:cubicBezTo>
                  <a:pt x="167" y="104"/>
                  <a:pt x="163" y="103"/>
                  <a:pt x="158" y="104"/>
                </a:cubicBezTo>
                <a:cubicBezTo>
                  <a:pt x="151" y="107"/>
                  <a:pt x="148" y="114"/>
                  <a:pt x="140" y="115"/>
                </a:cubicBezTo>
                <a:cubicBezTo>
                  <a:pt x="132" y="116"/>
                  <a:pt x="128" y="114"/>
                  <a:pt x="122" y="122"/>
                </a:cubicBezTo>
                <a:cubicBezTo>
                  <a:pt x="119" y="128"/>
                  <a:pt x="121" y="136"/>
                  <a:pt x="121" y="142"/>
                </a:cubicBezTo>
                <a:cubicBezTo>
                  <a:pt x="121" y="146"/>
                  <a:pt x="121" y="148"/>
                  <a:pt x="122" y="150"/>
                </a:cubicBezTo>
                <a:cubicBezTo>
                  <a:pt x="124" y="152"/>
                  <a:pt x="129" y="153"/>
                  <a:pt x="130" y="156"/>
                </a:cubicBezTo>
                <a:cubicBezTo>
                  <a:pt x="131" y="160"/>
                  <a:pt x="123" y="163"/>
                  <a:pt x="119" y="164"/>
                </a:cubicBezTo>
                <a:cubicBezTo>
                  <a:pt x="110" y="166"/>
                  <a:pt x="110" y="160"/>
                  <a:pt x="109" y="152"/>
                </a:cubicBezTo>
                <a:cubicBezTo>
                  <a:pt x="102" y="153"/>
                  <a:pt x="98" y="157"/>
                  <a:pt x="92" y="159"/>
                </a:cubicBezTo>
                <a:cubicBezTo>
                  <a:pt x="87" y="161"/>
                  <a:pt x="85" y="160"/>
                  <a:pt x="88" y="166"/>
                </a:cubicBezTo>
                <a:cubicBezTo>
                  <a:pt x="87" y="166"/>
                  <a:pt x="87" y="166"/>
                  <a:pt x="87" y="166"/>
                </a:cubicBezTo>
                <a:cubicBezTo>
                  <a:pt x="84" y="175"/>
                  <a:pt x="88" y="183"/>
                  <a:pt x="98" y="183"/>
                </a:cubicBezTo>
                <a:cubicBezTo>
                  <a:pt x="104" y="183"/>
                  <a:pt x="115" y="181"/>
                  <a:pt x="109" y="190"/>
                </a:cubicBezTo>
                <a:cubicBezTo>
                  <a:pt x="105" y="196"/>
                  <a:pt x="92" y="199"/>
                  <a:pt x="86" y="199"/>
                </a:cubicBezTo>
                <a:cubicBezTo>
                  <a:pt x="80" y="200"/>
                  <a:pt x="80" y="199"/>
                  <a:pt x="76" y="204"/>
                </a:cubicBezTo>
                <a:cubicBezTo>
                  <a:pt x="73" y="207"/>
                  <a:pt x="71" y="209"/>
                  <a:pt x="67" y="212"/>
                </a:cubicBezTo>
                <a:cubicBezTo>
                  <a:pt x="56" y="220"/>
                  <a:pt x="68" y="221"/>
                  <a:pt x="64" y="229"/>
                </a:cubicBezTo>
                <a:cubicBezTo>
                  <a:pt x="63" y="232"/>
                  <a:pt x="59" y="231"/>
                  <a:pt x="59" y="235"/>
                </a:cubicBezTo>
                <a:cubicBezTo>
                  <a:pt x="59" y="241"/>
                  <a:pt x="65" y="236"/>
                  <a:pt x="67" y="236"/>
                </a:cubicBezTo>
                <a:cubicBezTo>
                  <a:pt x="76" y="237"/>
                  <a:pt x="70" y="246"/>
                  <a:pt x="69" y="252"/>
                </a:cubicBezTo>
                <a:cubicBezTo>
                  <a:pt x="68" y="257"/>
                  <a:pt x="67" y="257"/>
                  <a:pt x="71" y="259"/>
                </a:cubicBezTo>
                <a:cubicBezTo>
                  <a:pt x="74" y="261"/>
                  <a:pt x="77" y="259"/>
                  <a:pt x="77" y="264"/>
                </a:cubicBezTo>
                <a:cubicBezTo>
                  <a:pt x="78" y="264"/>
                  <a:pt x="79" y="264"/>
                  <a:pt x="79" y="264"/>
                </a:cubicBezTo>
                <a:cubicBezTo>
                  <a:pt x="81" y="261"/>
                  <a:pt x="86" y="260"/>
                  <a:pt x="88" y="262"/>
                </a:cubicBezTo>
                <a:cubicBezTo>
                  <a:pt x="90" y="265"/>
                  <a:pt x="87" y="268"/>
                  <a:pt x="86" y="270"/>
                </a:cubicBezTo>
                <a:cubicBezTo>
                  <a:pt x="81" y="278"/>
                  <a:pt x="73" y="282"/>
                  <a:pt x="66" y="287"/>
                </a:cubicBezTo>
                <a:cubicBezTo>
                  <a:pt x="51" y="296"/>
                  <a:pt x="34" y="301"/>
                  <a:pt x="17" y="308"/>
                </a:cubicBezTo>
                <a:cubicBezTo>
                  <a:pt x="16" y="309"/>
                  <a:pt x="0" y="316"/>
                  <a:pt x="7" y="318"/>
                </a:cubicBezTo>
                <a:cubicBezTo>
                  <a:pt x="10" y="319"/>
                  <a:pt x="18" y="311"/>
                  <a:pt x="21" y="310"/>
                </a:cubicBezTo>
                <a:cubicBezTo>
                  <a:pt x="26" y="308"/>
                  <a:pt x="30" y="309"/>
                  <a:pt x="35" y="307"/>
                </a:cubicBezTo>
                <a:cubicBezTo>
                  <a:pt x="40" y="305"/>
                  <a:pt x="45" y="302"/>
                  <a:pt x="50" y="300"/>
                </a:cubicBezTo>
                <a:cubicBezTo>
                  <a:pt x="59" y="296"/>
                  <a:pt x="67" y="291"/>
                  <a:pt x="77" y="290"/>
                </a:cubicBezTo>
                <a:cubicBezTo>
                  <a:pt x="78" y="283"/>
                  <a:pt x="94" y="278"/>
                  <a:pt x="99" y="275"/>
                </a:cubicBezTo>
                <a:cubicBezTo>
                  <a:pt x="102" y="274"/>
                  <a:pt x="108" y="273"/>
                  <a:pt x="109" y="270"/>
                </a:cubicBezTo>
                <a:cubicBezTo>
                  <a:pt x="110" y="266"/>
                  <a:pt x="107" y="266"/>
                  <a:pt x="107" y="263"/>
                </a:cubicBezTo>
                <a:cubicBezTo>
                  <a:pt x="110" y="262"/>
                  <a:pt x="116" y="260"/>
                  <a:pt x="118" y="259"/>
                </a:cubicBezTo>
                <a:cubicBezTo>
                  <a:pt x="121" y="257"/>
                  <a:pt x="120" y="257"/>
                  <a:pt x="122" y="254"/>
                </a:cubicBezTo>
                <a:cubicBezTo>
                  <a:pt x="124" y="251"/>
                  <a:pt x="136" y="241"/>
                  <a:pt x="140" y="243"/>
                </a:cubicBezTo>
                <a:cubicBezTo>
                  <a:pt x="149" y="247"/>
                  <a:pt x="133" y="249"/>
                  <a:pt x="132" y="250"/>
                </a:cubicBezTo>
                <a:cubicBezTo>
                  <a:pt x="130" y="251"/>
                  <a:pt x="130" y="254"/>
                  <a:pt x="128" y="256"/>
                </a:cubicBezTo>
                <a:cubicBezTo>
                  <a:pt x="127" y="257"/>
                  <a:pt x="125" y="258"/>
                  <a:pt x="124" y="260"/>
                </a:cubicBezTo>
                <a:cubicBezTo>
                  <a:pt x="124" y="259"/>
                  <a:pt x="121" y="265"/>
                  <a:pt x="122" y="265"/>
                </a:cubicBezTo>
                <a:cubicBezTo>
                  <a:pt x="121" y="269"/>
                  <a:pt x="120" y="267"/>
                  <a:pt x="123" y="268"/>
                </a:cubicBezTo>
                <a:cubicBezTo>
                  <a:pt x="128" y="268"/>
                  <a:pt x="134" y="262"/>
                  <a:pt x="138" y="261"/>
                </a:cubicBezTo>
                <a:cubicBezTo>
                  <a:pt x="142" y="259"/>
                  <a:pt x="144" y="261"/>
                  <a:pt x="146" y="256"/>
                </a:cubicBezTo>
                <a:cubicBezTo>
                  <a:pt x="147" y="254"/>
                  <a:pt x="145" y="252"/>
                  <a:pt x="147" y="250"/>
                </a:cubicBezTo>
                <a:cubicBezTo>
                  <a:pt x="151" y="247"/>
                  <a:pt x="160" y="253"/>
                  <a:pt x="156" y="258"/>
                </a:cubicBezTo>
                <a:cubicBezTo>
                  <a:pt x="157" y="259"/>
                  <a:pt x="159" y="259"/>
                  <a:pt x="160" y="261"/>
                </a:cubicBezTo>
                <a:cubicBezTo>
                  <a:pt x="164" y="262"/>
                  <a:pt x="165" y="263"/>
                  <a:pt x="166" y="267"/>
                </a:cubicBezTo>
                <a:cubicBezTo>
                  <a:pt x="167" y="267"/>
                  <a:pt x="180" y="270"/>
                  <a:pt x="179" y="272"/>
                </a:cubicBezTo>
                <a:cubicBezTo>
                  <a:pt x="181" y="272"/>
                  <a:pt x="187" y="275"/>
                  <a:pt x="188" y="274"/>
                </a:cubicBezTo>
                <a:cubicBezTo>
                  <a:pt x="189" y="275"/>
                  <a:pt x="185" y="278"/>
                  <a:pt x="186" y="280"/>
                </a:cubicBezTo>
                <a:cubicBezTo>
                  <a:pt x="187" y="284"/>
                  <a:pt x="189" y="281"/>
                  <a:pt x="192" y="281"/>
                </a:cubicBezTo>
                <a:cubicBezTo>
                  <a:pt x="192" y="283"/>
                  <a:pt x="192" y="285"/>
                  <a:pt x="192" y="287"/>
                </a:cubicBezTo>
                <a:cubicBezTo>
                  <a:pt x="192" y="292"/>
                  <a:pt x="193" y="292"/>
                  <a:pt x="199" y="293"/>
                </a:cubicBezTo>
                <a:cubicBezTo>
                  <a:pt x="198" y="295"/>
                  <a:pt x="203" y="295"/>
                  <a:pt x="204" y="296"/>
                </a:cubicBezTo>
                <a:cubicBezTo>
                  <a:pt x="204" y="297"/>
                  <a:pt x="203" y="299"/>
                  <a:pt x="204" y="300"/>
                </a:cubicBezTo>
                <a:cubicBezTo>
                  <a:pt x="205" y="303"/>
                  <a:pt x="207" y="301"/>
                  <a:pt x="207" y="305"/>
                </a:cubicBezTo>
                <a:cubicBezTo>
                  <a:pt x="207" y="305"/>
                  <a:pt x="206" y="306"/>
                  <a:pt x="206" y="306"/>
                </a:cubicBezTo>
                <a:cubicBezTo>
                  <a:pt x="205" y="308"/>
                  <a:pt x="205" y="309"/>
                  <a:pt x="207" y="310"/>
                </a:cubicBezTo>
                <a:cubicBezTo>
                  <a:pt x="208" y="313"/>
                  <a:pt x="210" y="312"/>
                  <a:pt x="210" y="315"/>
                </a:cubicBezTo>
                <a:cubicBezTo>
                  <a:pt x="209" y="318"/>
                  <a:pt x="206" y="317"/>
                  <a:pt x="206" y="320"/>
                </a:cubicBezTo>
                <a:cubicBezTo>
                  <a:pt x="206" y="324"/>
                  <a:pt x="211" y="322"/>
                  <a:pt x="212" y="325"/>
                </a:cubicBezTo>
                <a:cubicBezTo>
                  <a:pt x="213" y="329"/>
                  <a:pt x="209" y="328"/>
                  <a:pt x="209" y="331"/>
                </a:cubicBezTo>
                <a:cubicBezTo>
                  <a:pt x="210" y="332"/>
                  <a:pt x="211" y="332"/>
                  <a:pt x="211" y="332"/>
                </a:cubicBezTo>
                <a:cubicBezTo>
                  <a:pt x="210" y="325"/>
                  <a:pt x="217" y="328"/>
                  <a:pt x="217" y="333"/>
                </a:cubicBezTo>
                <a:cubicBezTo>
                  <a:pt x="216" y="339"/>
                  <a:pt x="209" y="347"/>
                  <a:pt x="211" y="352"/>
                </a:cubicBezTo>
                <a:cubicBezTo>
                  <a:pt x="213" y="352"/>
                  <a:pt x="215" y="353"/>
                  <a:pt x="217" y="353"/>
                </a:cubicBezTo>
                <a:cubicBezTo>
                  <a:pt x="217" y="355"/>
                  <a:pt x="216" y="358"/>
                  <a:pt x="216" y="359"/>
                </a:cubicBezTo>
                <a:cubicBezTo>
                  <a:pt x="216" y="361"/>
                  <a:pt x="219" y="365"/>
                  <a:pt x="219" y="367"/>
                </a:cubicBezTo>
                <a:cubicBezTo>
                  <a:pt x="220" y="367"/>
                  <a:pt x="216" y="377"/>
                  <a:pt x="216" y="378"/>
                </a:cubicBezTo>
                <a:cubicBezTo>
                  <a:pt x="218" y="378"/>
                  <a:pt x="218" y="380"/>
                  <a:pt x="220" y="381"/>
                </a:cubicBezTo>
                <a:cubicBezTo>
                  <a:pt x="223" y="383"/>
                  <a:pt x="227" y="384"/>
                  <a:pt x="229" y="385"/>
                </a:cubicBezTo>
                <a:cubicBezTo>
                  <a:pt x="230" y="391"/>
                  <a:pt x="227" y="390"/>
                  <a:pt x="230" y="395"/>
                </a:cubicBezTo>
                <a:cubicBezTo>
                  <a:pt x="233" y="398"/>
                  <a:pt x="234" y="397"/>
                  <a:pt x="234" y="403"/>
                </a:cubicBezTo>
                <a:cubicBezTo>
                  <a:pt x="235" y="406"/>
                  <a:pt x="238" y="420"/>
                  <a:pt x="231" y="420"/>
                </a:cubicBezTo>
                <a:cubicBezTo>
                  <a:pt x="230" y="417"/>
                  <a:pt x="232" y="414"/>
                  <a:pt x="231" y="412"/>
                </a:cubicBezTo>
                <a:cubicBezTo>
                  <a:pt x="230" y="412"/>
                  <a:pt x="225" y="408"/>
                  <a:pt x="224" y="408"/>
                </a:cubicBezTo>
                <a:cubicBezTo>
                  <a:pt x="225" y="415"/>
                  <a:pt x="221" y="421"/>
                  <a:pt x="219" y="428"/>
                </a:cubicBezTo>
                <a:cubicBezTo>
                  <a:pt x="218" y="434"/>
                  <a:pt x="216" y="438"/>
                  <a:pt x="214" y="444"/>
                </a:cubicBezTo>
                <a:cubicBezTo>
                  <a:pt x="209" y="454"/>
                  <a:pt x="208" y="468"/>
                  <a:pt x="207" y="479"/>
                </a:cubicBezTo>
                <a:cubicBezTo>
                  <a:pt x="207" y="484"/>
                  <a:pt x="205" y="490"/>
                  <a:pt x="207" y="494"/>
                </a:cubicBezTo>
                <a:cubicBezTo>
                  <a:pt x="208" y="496"/>
                  <a:pt x="211" y="498"/>
                  <a:pt x="212" y="500"/>
                </a:cubicBezTo>
                <a:cubicBezTo>
                  <a:pt x="212" y="502"/>
                  <a:pt x="211" y="505"/>
                  <a:pt x="210" y="507"/>
                </a:cubicBezTo>
                <a:cubicBezTo>
                  <a:pt x="210" y="516"/>
                  <a:pt x="214" y="515"/>
                  <a:pt x="217" y="522"/>
                </a:cubicBezTo>
                <a:cubicBezTo>
                  <a:pt x="218" y="524"/>
                  <a:pt x="216" y="527"/>
                  <a:pt x="218" y="529"/>
                </a:cubicBezTo>
                <a:cubicBezTo>
                  <a:pt x="220" y="531"/>
                  <a:pt x="223" y="531"/>
                  <a:pt x="226" y="532"/>
                </a:cubicBezTo>
                <a:cubicBezTo>
                  <a:pt x="234" y="536"/>
                  <a:pt x="238" y="550"/>
                  <a:pt x="239" y="558"/>
                </a:cubicBezTo>
                <a:cubicBezTo>
                  <a:pt x="240" y="563"/>
                  <a:pt x="241" y="567"/>
                  <a:pt x="244" y="570"/>
                </a:cubicBezTo>
                <a:cubicBezTo>
                  <a:pt x="245" y="572"/>
                  <a:pt x="249" y="574"/>
                  <a:pt x="249" y="576"/>
                </a:cubicBezTo>
                <a:cubicBezTo>
                  <a:pt x="249" y="578"/>
                  <a:pt x="248" y="578"/>
                  <a:pt x="248" y="580"/>
                </a:cubicBezTo>
                <a:cubicBezTo>
                  <a:pt x="248" y="581"/>
                  <a:pt x="245" y="580"/>
                  <a:pt x="244" y="581"/>
                </a:cubicBezTo>
                <a:cubicBezTo>
                  <a:pt x="244" y="584"/>
                  <a:pt x="247" y="585"/>
                  <a:pt x="248" y="586"/>
                </a:cubicBezTo>
                <a:cubicBezTo>
                  <a:pt x="252" y="590"/>
                  <a:pt x="253" y="590"/>
                  <a:pt x="255" y="596"/>
                </a:cubicBezTo>
                <a:cubicBezTo>
                  <a:pt x="258" y="604"/>
                  <a:pt x="265" y="610"/>
                  <a:pt x="271" y="616"/>
                </a:cubicBezTo>
                <a:cubicBezTo>
                  <a:pt x="272" y="609"/>
                  <a:pt x="265" y="604"/>
                  <a:pt x="264" y="598"/>
                </a:cubicBezTo>
                <a:cubicBezTo>
                  <a:pt x="263" y="591"/>
                  <a:pt x="260" y="586"/>
                  <a:pt x="256" y="580"/>
                </a:cubicBezTo>
                <a:cubicBezTo>
                  <a:pt x="252" y="572"/>
                  <a:pt x="250" y="567"/>
                  <a:pt x="248" y="559"/>
                </a:cubicBezTo>
                <a:cubicBezTo>
                  <a:pt x="246" y="553"/>
                  <a:pt x="247" y="548"/>
                  <a:pt x="254" y="555"/>
                </a:cubicBezTo>
                <a:cubicBezTo>
                  <a:pt x="254" y="556"/>
                  <a:pt x="257" y="560"/>
                  <a:pt x="258" y="562"/>
                </a:cubicBezTo>
                <a:cubicBezTo>
                  <a:pt x="259" y="565"/>
                  <a:pt x="261" y="570"/>
                  <a:pt x="261" y="573"/>
                </a:cubicBezTo>
                <a:cubicBezTo>
                  <a:pt x="264" y="575"/>
                  <a:pt x="266" y="581"/>
                  <a:pt x="268" y="584"/>
                </a:cubicBezTo>
                <a:cubicBezTo>
                  <a:pt x="270" y="588"/>
                  <a:pt x="272" y="592"/>
                  <a:pt x="275" y="596"/>
                </a:cubicBezTo>
                <a:cubicBezTo>
                  <a:pt x="280" y="602"/>
                  <a:pt x="285" y="610"/>
                  <a:pt x="290" y="617"/>
                </a:cubicBezTo>
                <a:cubicBezTo>
                  <a:pt x="292" y="620"/>
                  <a:pt x="294" y="626"/>
                  <a:pt x="294" y="630"/>
                </a:cubicBezTo>
                <a:cubicBezTo>
                  <a:pt x="294" y="633"/>
                  <a:pt x="292" y="636"/>
                  <a:pt x="293" y="638"/>
                </a:cubicBezTo>
                <a:cubicBezTo>
                  <a:pt x="295" y="644"/>
                  <a:pt x="311" y="648"/>
                  <a:pt x="316" y="651"/>
                </a:cubicBezTo>
                <a:cubicBezTo>
                  <a:pt x="325" y="654"/>
                  <a:pt x="333" y="661"/>
                  <a:pt x="343" y="661"/>
                </a:cubicBezTo>
                <a:cubicBezTo>
                  <a:pt x="348" y="661"/>
                  <a:pt x="353" y="660"/>
                  <a:pt x="358" y="663"/>
                </a:cubicBezTo>
                <a:cubicBezTo>
                  <a:pt x="362" y="665"/>
                  <a:pt x="365" y="670"/>
                  <a:pt x="370" y="672"/>
                </a:cubicBezTo>
                <a:cubicBezTo>
                  <a:pt x="377" y="675"/>
                  <a:pt x="388" y="674"/>
                  <a:pt x="395" y="678"/>
                </a:cubicBezTo>
                <a:cubicBezTo>
                  <a:pt x="398" y="679"/>
                  <a:pt x="408" y="692"/>
                  <a:pt x="408" y="695"/>
                </a:cubicBezTo>
                <a:cubicBezTo>
                  <a:pt x="408" y="695"/>
                  <a:pt x="408" y="695"/>
                  <a:pt x="408" y="695"/>
                </a:cubicBezTo>
                <a:cubicBezTo>
                  <a:pt x="408" y="696"/>
                  <a:pt x="408" y="697"/>
                  <a:pt x="408" y="698"/>
                </a:cubicBezTo>
                <a:cubicBezTo>
                  <a:pt x="414" y="701"/>
                  <a:pt x="416" y="706"/>
                  <a:pt x="422" y="708"/>
                </a:cubicBezTo>
                <a:cubicBezTo>
                  <a:pt x="424" y="709"/>
                  <a:pt x="427" y="709"/>
                  <a:pt x="429" y="710"/>
                </a:cubicBezTo>
                <a:cubicBezTo>
                  <a:pt x="430" y="711"/>
                  <a:pt x="433" y="715"/>
                  <a:pt x="435" y="715"/>
                </a:cubicBezTo>
                <a:cubicBezTo>
                  <a:pt x="441" y="715"/>
                  <a:pt x="437" y="711"/>
                  <a:pt x="440" y="707"/>
                </a:cubicBezTo>
                <a:cubicBezTo>
                  <a:pt x="444" y="703"/>
                  <a:pt x="450" y="707"/>
                  <a:pt x="453" y="711"/>
                </a:cubicBezTo>
                <a:cubicBezTo>
                  <a:pt x="457" y="716"/>
                  <a:pt x="455" y="717"/>
                  <a:pt x="455" y="723"/>
                </a:cubicBezTo>
                <a:cubicBezTo>
                  <a:pt x="455" y="728"/>
                  <a:pt x="459" y="733"/>
                  <a:pt x="457" y="738"/>
                </a:cubicBezTo>
                <a:cubicBezTo>
                  <a:pt x="454" y="747"/>
                  <a:pt x="444" y="751"/>
                  <a:pt x="440" y="758"/>
                </a:cubicBezTo>
                <a:cubicBezTo>
                  <a:pt x="439" y="760"/>
                  <a:pt x="440" y="763"/>
                  <a:pt x="439" y="765"/>
                </a:cubicBezTo>
                <a:cubicBezTo>
                  <a:pt x="438" y="767"/>
                  <a:pt x="435" y="770"/>
                  <a:pt x="435" y="773"/>
                </a:cubicBezTo>
                <a:cubicBezTo>
                  <a:pt x="436" y="776"/>
                  <a:pt x="441" y="775"/>
                  <a:pt x="442" y="778"/>
                </a:cubicBezTo>
                <a:cubicBezTo>
                  <a:pt x="444" y="785"/>
                  <a:pt x="429" y="792"/>
                  <a:pt x="434" y="800"/>
                </a:cubicBezTo>
                <a:cubicBezTo>
                  <a:pt x="438" y="804"/>
                  <a:pt x="443" y="804"/>
                  <a:pt x="446" y="809"/>
                </a:cubicBezTo>
                <a:cubicBezTo>
                  <a:pt x="449" y="813"/>
                  <a:pt x="451" y="818"/>
                  <a:pt x="453" y="822"/>
                </a:cubicBezTo>
                <a:cubicBezTo>
                  <a:pt x="458" y="831"/>
                  <a:pt x="465" y="841"/>
                  <a:pt x="466" y="851"/>
                </a:cubicBezTo>
                <a:cubicBezTo>
                  <a:pt x="468" y="851"/>
                  <a:pt x="474" y="855"/>
                  <a:pt x="475" y="858"/>
                </a:cubicBezTo>
                <a:cubicBezTo>
                  <a:pt x="485" y="860"/>
                  <a:pt x="499" y="870"/>
                  <a:pt x="503" y="880"/>
                </a:cubicBezTo>
                <a:cubicBezTo>
                  <a:pt x="505" y="885"/>
                  <a:pt x="503" y="891"/>
                  <a:pt x="504" y="897"/>
                </a:cubicBezTo>
                <a:cubicBezTo>
                  <a:pt x="505" y="904"/>
                  <a:pt x="505" y="909"/>
                  <a:pt x="504" y="916"/>
                </a:cubicBezTo>
                <a:cubicBezTo>
                  <a:pt x="503" y="923"/>
                  <a:pt x="504" y="931"/>
                  <a:pt x="503" y="938"/>
                </a:cubicBezTo>
                <a:cubicBezTo>
                  <a:pt x="502" y="944"/>
                  <a:pt x="501" y="950"/>
                  <a:pt x="501" y="957"/>
                </a:cubicBezTo>
                <a:cubicBezTo>
                  <a:pt x="502" y="964"/>
                  <a:pt x="504" y="970"/>
                  <a:pt x="503" y="977"/>
                </a:cubicBezTo>
                <a:cubicBezTo>
                  <a:pt x="503" y="983"/>
                  <a:pt x="499" y="988"/>
                  <a:pt x="499" y="993"/>
                </a:cubicBezTo>
                <a:cubicBezTo>
                  <a:pt x="499" y="995"/>
                  <a:pt x="500" y="998"/>
                  <a:pt x="500" y="1000"/>
                </a:cubicBezTo>
                <a:cubicBezTo>
                  <a:pt x="499" y="1003"/>
                  <a:pt x="496" y="1004"/>
                  <a:pt x="495" y="1006"/>
                </a:cubicBezTo>
                <a:cubicBezTo>
                  <a:pt x="495" y="1010"/>
                  <a:pt x="499" y="1015"/>
                  <a:pt x="499" y="1018"/>
                </a:cubicBezTo>
                <a:cubicBezTo>
                  <a:pt x="500" y="1022"/>
                  <a:pt x="499" y="1025"/>
                  <a:pt x="500" y="1029"/>
                </a:cubicBezTo>
                <a:cubicBezTo>
                  <a:pt x="501" y="1030"/>
                  <a:pt x="502" y="1034"/>
                  <a:pt x="502" y="1035"/>
                </a:cubicBezTo>
                <a:cubicBezTo>
                  <a:pt x="503" y="1036"/>
                  <a:pt x="507" y="1036"/>
                  <a:pt x="507" y="1037"/>
                </a:cubicBezTo>
                <a:cubicBezTo>
                  <a:pt x="510" y="1041"/>
                  <a:pt x="510" y="1056"/>
                  <a:pt x="509" y="1062"/>
                </a:cubicBezTo>
                <a:cubicBezTo>
                  <a:pt x="508" y="1064"/>
                  <a:pt x="507" y="1071"/>
                  <a:pt x="505" y="1072"/>
                </a:cubicBezTo>
                <a:cubicBezTo>
                  <a:pt x="503" y="1074"/>
                  <a:pt x="497" y="1067"/>
                  <a:pt x="496" y="1074"/>
                </a:cubicBezTo>
                <a:cubicBezTo>
                  <a:pt x="498" y="1074"/>
                  <a:pt x="500" y="1074"/>
                  <a:pt x="502" y="1074"/>
                </a:cubicBezTo>
                <a:cubicBezTo>
                  <a:pt x="501" y="1075"/>
                  <a:pt x="502" y="1077"/>
                  <a:pt x="502" y="1078"/>
                </a:cubicBezTo>
                <a:cubicBezTo>
                  <a:pt x="508" y="1078"/>
                  <a:pt x="507" y="1080"/>
                  <a:pt x="507" y="1085"/>
                </a:cubicBezTo>
                <a:cubicBezTo>
                  <a:pt x="507" y="1085"/>
                  <a:pt x="507" y="1085"/>
                  <a:pt x="507" y="1085"/>
                </a:cubicBezTo>
                <a:cubicBezTo>
                  <a:pt x="507" y="1085"/>
                  <a:pt x="507" y="1086"/>
                  <a:pt x="507" y="1086"/>
                </a:cubicBezTo>
                <a:cubicBezTo>
                  <a:pt x="507" y="1086"/>
                  <a:pt x="507" y="1086"/>
                  <a:pt x="506" y="1086"/>
                </a:cubicBezTo>
                <a:cubicBezTo>
                  <a:pt x="507" y="1088"/>
                  <a:pt x="509" y="1090"/>
                  <a:pt x="506" y="1092"/>
                </a:cubicBezTo>
                <a:cubicBezTo>
                  <a:pt x="505" y="1092"/>
                  <a:pt x="504" y="1091"/>
                  <a:pt x="503" y="1091"/>
                </a:cubicBezTo>
                <a:cubicBezTo>
                  <a:pt x="504" y="1091"/>
                  <a:pt x="504" y="1092"/>
                  <a:pt x="505" y="1092"/>
                </a:cubicBezTo>
                <a:cubicBezTo>
                  <a:pt x="503" y="1097"/>
                  <a:pt x="508" y="1097"/>
                  <a:pt x="511" y="1100"/>
                </a:cubicBezTo>
                <a:cubicBezTo>
                  <a:pt x="506" y="1100"/>
                  <a:pt x="510" y="1107"/>
                  <a:pt x="510" y="1107"/>
                </a:cubicBezTo>
                <a:cubicBezTo>
                  <a:pt x="511" y="1108"/>
                  <a:pt x="513" y="1111"/>
                  <a:pt x="513" y="1113"/>
                </a:cubicBezTo>
                <a:cubicBezTo>
                  <a:pt x="514" y="1115"/>
                  <a:pt x="513" y="1118"/>
                  <a:pt x="513" y="1120"/>
                </a:cubicBezTo>
                <a:cubicBezTo>
                  <a:pt x="515" y="1121"/>
                  <a:pt x="524" y="1114"/>
                  <a:pt x="523" y="1121"/>
                </a:cubicBezTo>
                <a:cubicBezTo>
                  <a:pt x="522" y="1124"/>
                  <a:pt x="514" y="1124"/>
                  <a:pt x="522" y="1127"/>
                </a:cubicBezTo>
                <a:cubicBezTo>
                  <a:pt x="523" y="1127"/>
                  <a:pt x="524" y="1123"/>
                  <a:pt x="526" y="1125"/>
                </a:cubicBezTo>
                <a:cubicBezTo>
                  <a:pt x="530" y="1127"/>
                  <a:pt x="526" y="1127"/>
                  <a:pt x="526" y="1129"/>
                </a:cubicBezTo>
                <a:cubicBezTo>
                  <a:pt x="526" y="1129"/>
                  <a:pt x="522" y="1130"/>
                  <a:pt x="525" y="1132"/>
                </a:cubicBezTo>
                <a:cubicBezTo>
                  <a:pt x="529" y="1134"/>
                  <a:pt x="529" y="1130"/>
                  <a:pt x="530" y="1128"/>
                </a:cubicBezTo>
                <a:cubicBezTo>
                  <a:pt x="536" y="1128"/>
                  <a:pt x="530" y="1133"/>
                  <a:pt x="531" y="1135"/>
                </a:cubicBezTo>
                <a:cubicBezTo>
                  <a:pt x="537" y="1137"/>
                  <a:pt x="535" y="1132"/>
                  <a:pt x="536" y="1129"/>
                </a:cubicBezTo>
                <a:cubicBezTo>
                  <a:pt x="538" y="1125"/>
                  <a:pt x="541" y="1126"/>
                  <a:pt x="544" y="1124"/>
                </a:cubicBezTo>
                <a:cubicBezTo>
                  <a:pt x="548" y="1120"/>
                  <a:pt x="545" y="1121"/>
                  <a:pt x="543" y="1115"/>
                </a:cubicBezTo>
                <a:cubicBezTo>
                  <a:pt x="542" y="1112"/>
                  <a:pt x="541" y="1109"/>
                  <a:pt x="542" y="1106"/>
                </a:cubicBezTo>
                <a:cubicBezTo>
                  <a:pt x="543" y="1104"/>
                  <a:pt x="546" y="1103"/>
                  <a:pt x="547" y="1101"/>
                </a:cubicBezTo>
                <a:cubicBezTo>
                  <a:pt x="548" y="1099"/>
                  <a:pt x="547" y="1097"/>
                  <a:pt x="548" y="1095"/>
                </a:cubicBezTo>
                <a:cubicBezTo>
                  <a:pt x="549" y="1092"/>
                  <a:pt x="552" y="1089"/>
                  <a:pt x="553" y="1085"/>
                </a:cubicBezTo>
                <a:cubicBezTo>
                  <a:pt x="556" y="1076"/>
                  <a:pt x="543" y="1076"/>
                  <a:pt x="542" y="1067"/>
                </a:cubicBezTo>
                <a:cubicBezTo>
                  <a:pt x="546" y="1065"/>
                  <a:pt x="548" y="1063"/>
                  <a:pt x="552" y="1062"/>
                </a:cubicBezTo>
                <a:cubicBezTo>
                  <a:pt x="552" y="1055"/>
                  <a:pt x="553" y="1049"/>
                  <a:pt x="555" y="1043"/>
                </a:cubicBezTo>
                <a:cubicBezTo>
                  <a:pt x="555" y="1043"/>
                  <a:pt x="556" y="1043"/>
                  <a:pt x="556" y="1043"/>
                </a:cubicBezTo>
                <a:cubicBezTo>
                  <a:pt x="556" y="1044"/>
                  <a:pt x="558" y="1045"/>
                  <a:pt x="559" y="1045"/>
                </a:cubicBezTo>
                <a:cubicBezTo>
                  <a:pt x="559" y="1041"/>
                  <a:pt x="560" y="1039"/>
                  <a:pt x="557" y="1037"/>
                </a:cubicBezTo>
                <a:cubicBezTo>
                  <a:pt x="555" y="1036"/>
                  <a:pt x="554" y="1040"/>
                  <a:pt x="551" y="1036"/>
                </a:cubicBezTo>
                <a:cubicBezTo>
                  <a:pt x="549" y="1033"/>
                  <a:pt x="548" y="1029"/>
                  <a:pt x="551" y="1027"/>
                </a:cubicBezTo>
                <a:cubicBezTo>
                  <a:pt x="554" y="1026"/>
                  <a:pt x="558" y="1030"/>
                  <a:pt x="560" y="1030"/>
                </a:cubicBezTo>
                <a:cubicBezTo>
                  <a:pt x="568" y="1031"/>
                  <a:pt x="565" y="1014"/>
                  <a:pt x="566" y="1010"/>
                </a:cubicBezTo>
                <a:close/>
                <a:moveTo>
                  <a:pt x="923" y="415"/>
                </a:moveTo>
                <a:cubicBezTo>
                  <a:pt x="923" y="413"/>
                  <a:pt x="927" y="407"/>
                  <a:pt x="921" y="407"/>
                </a:cubicBezTo>
                <a:cubicBezTo>
                  <a:pt x="921" y="406"/>
                  <a:pt x="915" y="400"/>
                  <a:pt x="914" y="399"/>
                </a:cubicBezTo>
                <a:cubicBezTo>
                  <a:pt x="910" y="395"/>
                  <a:pt x="904" y="390"/>
                  <a:pt x="904" y="384"/>
                </a:cubicBezTo>
                <a:cubicBezTo>
                  <a:pt x="901" y="384"/>
                  <a:pt x="898" y="384"/>
                  <a:pt x="895" y="383"/>
                </a:cubicBezTo>
                <a:cubicBezTo>
                  <a:pt x="898" y="381"/>
                  <a:pt x="905" y="375"/>
                  <a:pt x="905" y="371"/>
                </a:cubicBezTo>
                <a:cubicBezTo>
                  <a:pt x="904" y="366"/>
                  <a:pt x="898" y="369"/>
                  <a:pt x="894" y="369"/>
                </a:cubicBezTo>
                <a:cubicBezTo>
                  <a:pt x="894" y="368"/>
                  <a:pt x="896" y="366"/>
                  <a:pt x="894" y="366"/>
                </a:cubicBezTo>
                <a:cubicBezTo>
                  <a:pt x="894" y="363"/>
                  <a:pt x="899" y="362"/>
                  <a:pt x="899" y="360"/>
                </a:cubicBezTo>
                <a:cubicBezTo>
                  <a:pt x="893" y="359"/>
                  <a:pt x="888" y="362"/>
                  <a:pt x="886" y="368"/>
                </a:cubicBezTo>
                <a:cubicBezTo>
                  <a:pt x="886" y="369"/>
                  <a:pt x="883" y="377"/>
                  <a:pt x="883" y="378"/>
                </a:cubicBezTo>
                <a:cubicBezTo>
                  <a:pt x="887" y="380"/>
                  <a:pt x="884" y="382"/>
                  <a:pt x="885" y="387"/>
                </a:cubicBezTo>
                <a:cubicBezTo>
                  <a:pt x="886" y="385"/>
                  <a:pt x="887" y="381"/>
                  <a:pt x="889" y="383"/>
                </a:cubicBezTo>
                <a:cubicBezTo>
                  <a:pt x="891" y="384"/>
                  <a:pt x="890" y="390"/>
                  <a:pt x="890" y="392"/>
                </a:cubicBezTo>
                <a:cubicBezTo>
                  <a:pt x="892" y="392"/>
                  <a:pt x="894" y="392"/>
                  <a:pt x="897" y="392"/>
                </a:cubicBezTo>
                <a:cubicBezTo>
                  <a:pt x="897" y="394"/>
                  <a:pt x="899" y="400"/>
                  <a:pt x="898" y="402"/>
                </a:cubicBezTo>
                <a:cubicBezTo>
                  <a:pt x="896" y="405"/>
                  <a:pt x="896" y="404"/>
                  <a:pt x="892" y="404"/>
                </a:cubicBezTo>
                <a:cubicBezTo>
                  <a:pt x="891" y="406"/>
                  <a:pt x="894" y="410"/>
                  <a:pt x="893" y="411"/>
                </a:cubicBezTo>
                <a:cubicBezTo>
                  <a:pt x="893" y="414"/>
                  <a:pt x="888" y="415"/>
                  <a:pt x="889" y="418"/>
                </a:cubicBezTo>
                <a:cubicBezTo>
                  <a:pt x="891" y="418"/>
                  <a:pt x="892" y="420"/>
                  <a:pt x="895" y="420"/>
                </a:cubicBezTo>
                <a:cubicBezTo>
                  <a:pt x="897" y="421"/>
                  <a:pt x="900" y="418"/>
                  <a:pt x="902" y="419"/>
                </a:cubicBezTo>
                <a:cubicBezTo>
                  <a:pt x="903" y="422"/>
                  <a:pt x="884" y="426"/>
                  <a:pt x="885" y="432"/>
                </a:cubicBezTo>
                <a:cubicBezTo>
                  <a:pt x="889" y="433"/>
                  <a:pt x="898" y="428"/>
                  <a:pt x="901" y="427"/>
                </a:cubicBezTo>
                <a:cubicBezTo>
                  <a:pt x="904" y="427"/>
                  <a:pt x="926" y="426"/>
                  <a:pt x="923" y="421"/>
                </a:cubicBezTo>
                <a:cubicBezTo>
                  <a:pt x="922" y="421"/>
                  <a:pt x="921" y="421"/>
                  <a:pt x="920" y="420"/>
                </a:cubicBezTo>
                <a:cubicBezTo>
                  <a:pt x="919" y="418"/>
                  <a:pt x="922" y="418"/>
                  <a:pt x="923" y="416"/>
                </a:cubicBezTo>
                <a:lnTo>
                  <a:pt x="923" y="415"/>
                </a:lnTo>
                <a:close/>
                <a:moveTo>
                  <a:pt x="870" y="396"/>
                </a:moveTo>
                <a:cubicBezTo>
                  <a:pt x="868" y="397"/>
                  <a:pt x="865" y="395"/>
                  <a:pt x="863" y="395"/>
                </a:cubicBezTo>
                <a:cubicBezTo>
                  <a:pt x="863" y="396"/>
                  <a:pt x="864" y="397"/>
                  <a:pt x="862" y="398"/>
                </a:cubicBezTo>
                <a:cubicBezTo>
                  <a:pt x="862" y="399"/>
                  <a:pt x="865" y="398"/>
                  <a:pt x="865" y="399"/>
                </a:cubicBezTo>
                <a:cubicBezTo>
                  <a:pt x="864" y="401"/>
                  <a:pt x="862" y="400"/>
                  <a:pt x="862" y="402"/>
                </a:cubicBezTo>
                <a:cubicBezTo>
                  <a:pt x="863" y="404"/>
                  <a:pt x="864" y="402"/>
                  <a:pt x="864" y="404"/>
                </a:cubicBezTo>
                <a:cubicBezTo>
                  <a:pt x="865" y="404"/>
                  <a:pt x="868" y="404"/>
                  <a:pt x="868" y="405"/>
                </a:cubicBezTo>
                <a:cubicBezTo>
                  <a:pt x="867" y="405"/>
                  <a:pt x="863" y="408"/>
                  <a:pt x="864" y="409"/>
                </a:cubicBezTo>
                <a:cubicBezTo>
                  <a:pt x="864" y="409"/>
                  <a:pt x="865" y="409"/>
                  <a:pt x="866" y="410"/>
                </a:cubicBezTo>
                <a:cubicBezTo>
                  <a:pt x="866" y="410"/>
                  <a:pt x="861" y="412"/>
                  <a:pt x="860" y="413"/>
                </a:cubicBezTo>
                <a:cubicBezTo>
                  <a:pt x="860" y="413"/>
                  <a:pt x="861" y="414"/>
                  <a:pt x="860" y="414"/>
                </a:cubicBezTo>
                <a:cubicBezTo>
                  <a:pt x="859" y="416"/>
                  <a:pt x="861" y="415"/>
                  <a:pt x="862" y="416"/>
                </a:cubicBezTo>
                <a:cubicBezTo>
                  <a:pt x="862" y="417"/>
                  <a:pt x="862" y="418"/>
                  <a:pt x="864" y="418"/>
                </a:cubicBezTo>
                <a:cubicBezTo>
                  <a:pt x="864" y="421"/>
                  <a:pt x="872" y="417"/>
                  <a:pt x="873" y="416"/>
                </a:cubicBezTo>
                <a:cubicBezTo>
                  <a:pt x="878" y="414"/>
                  <a:pt x="881" y="414"/>
                  <a:pt x="883" y="410"/>
                </a:cubicBezTo>
                <a:cubicBezTo>
                  <a:pt x="884" y="407"/>
                  <a:pt x="882" y="405"/>
                  <a:pt x="883" y="402"/>
                </a:cubicBezTo>
                <a:cubicBezTo>
                  <a:pt x="883" y="400"/>
                  <a:pt x="885" y="399"/>
                  <a:pt x="885" y="397"/>
                </a:cubicBezTo>
                <a:cubicBezTo>
                  <a:pt x="886" y="391"/>
                  <a:pt x="885" y="389"/>
                  <a:pt x="879" y="390"/>
                </a:cubicBezTo>
                <a:cubicBezTo>
                  <a:pt x="879" y="387"/>
                  <a:pt x="870" y="389"/>
                  <a:pt x="870" y="393"/>
                </a:cubicBezTo>
                <a:cubicBezTo>
                  <a:pt x="871" y="393"/>
                  <a:pt x="872" y="393"/>
                  <a:pt x="872" y="394"/>
                </a:cubicBezTo>
                <a:cubicBezTo>
                  <a:pt x="873" y="394"/>
                  <a:pt x="870" y="395"/>
                  <a:pt x="870" y="396"/>
                </a:cubicBezTo>
                <a:close/>
                <a:moveTo>
                  <a:pt x="590" y="438"/>
                </a:moveTo>
                <a:cubicBezTo>
                  <a:pt x="589" y="438"/>
                  <a:pt x="588" y="440"/>
                  <a:pt x="588" y="441"/>
                </a:cubicBezTo>
                <a:cubicBezTo>
                  <a:pt x="591" y="441"/>
                  <a:pt x="595" y="441"/>
                  <a:pt x="599" y="441"/>
                </a:cubicBezTo>
                <a:cubicBezTo>
                  <a:pt x="598" y="444"/>
                  <a:pt x="606" y="441"/>
                  <a:pt x="608" y="441"/>
                </a:cubicBezTo>
                <a:cubicBezTo>
                  <a:pt x="607" y="442"/>
                  <a:pt x="608" y="443"/>
                  <a:pt x="609" y="443"/>
                </a:cubicBezTo>
                <a:cubicBezTo>
                  <a:pt x="610" y="447"/>
                  <a:pt x="605" y="445"/>
                  <a:pt x="605" y="449"/>
                </a:cubicBezTo>
                <a:cubicBezTo>
                  <a:pt x="610" y="451"/>
                  <a:pt x="614" y="441"/>
                  <a:pt x="618" y="442"/>
                </a:cubicBezTo>
                <a:cubicBezTo>
                  <a:pt x="618" y="442"/>
                  <a:pt x="617" y="447"/>
                  <a:pt x="617" y="447"/>
                </a:cubicBezTo>
                <a:cubicBezTo>
                  <a:pt x="618" y="447"/>
                  <a:pt x="618" y="447"/>
                  <a:pt x="620" y="447"/>
                </a:cubicBezTo>
                <a:cubicBezTo>
                  <a:pt x="619" y="448"/>
                  <a:pt x="619" y="449"/>
                  <a:pt x="619" y="450"/>
                </a:cubicBezTo>
                <a:cubicBezTo>
                  <a:pt x="623" y="451"/>
                  <a:pt x="625" y="449"/>
                  <a:pt x="625" y="445"/>
                </a:cubicBezTo>
                <a:cubicBezTo>
                  <a:pt x="625" y="443"/>
                  <a:pt x="622" y="444"/>
                  <a:pt x="622" y="441"/>
                </a:cubicBezTo>
                <a:cubicBezTo>
                  <a:pt x="622" y="439"/>
                  <a:pt x="626" y="438"/>
                  <a:pt x="624" y="435"/>
                </a:cubicBezTo>
                <a:cubicBezTo>
                  <a:pt x="623" y="435"/>
                  <a:pt x="623" y="438"/>
                  <a:pt x="621" y="437"/>
                </a:cubicBezTo>
                <a:cubicBezTo>
                  <a:pt x="620" y="434"/>
                  <a:pt x="623" y="432"/>
                  <a:pt x="623" y="430"/>
                </a:cubicBezTo>
                <a:cubicBezTo>
                  <a:pt x="622" y="430"/>
                  <a:pt x="617" y="426"/>
                  <a:pt x="618" y="429"/>
                </a:cubicBezTo>
                <a:cubicBezTo>
                  <a:pt x="617" y="429"/>
                  <a:pt x="612" y="429"/>
                  <a:pt x="611" y="428"/>
                </a:cubicBezTo>
                <a:cubicBezTo>
                  <a:pt x="611" y="428"/>
                  <a:pt x="610" y="426"/>
                  <a:pt x="611" y="426"/>
                </a:cubicBezTo>
                <a:cubicBezTo>
                  <a:pt x="610" y="426"/>
                  <a:pt x="612" y="423"/>
                  <a:pt x="610" y="423"/>
                </a:cubicBezTo>
                <a:cubicBezTo>
                  <a:pt x="608" y="422"/>
                  <a:pt x="608" y="425"/>
                  <a:pt x="606" y="426"/>
                </a:cubicBezTo>
                <a:cubicBezTo>
                  <a:pt x="608" y="423"/>
                  <a:pt x="612" y="417"/>
                  <a:pt x="613" y="413"/>
                </a:cubicBezTo>
                <a:cubicBezTo>
                  <a:pt x="613" y="413"/>
                  <a:pt x="613" y="413"/>
                  <a:pt x="613" y="413"/>
                </a:cubicBezTo>
                <a:cubicBezTo>
                  <a:pt x="614" y="413"/>
                  <a:pt x="614" y="412"/>
                  <a:pt x="614" y="412"/>
                </a:cubicBezTo>
                <a:cubicBezTo>
                  <a:pt x="610" y="411"/>
                  <a:pt x="603" y="421"/>
                  <a:pt x="600" y="424"/>
                </a:cubicBezTo>
                <a:cubicBezTo>
                  <a:pt x="599" y="426"/>
                  <a:pt x="599" y="427"/>
                  <a:pt x="598" y="429"/>
                </a:cubicBezTo>
                <a:cubicBezTo>
                  <a:pt x="597" y="430"/>
                  <a:pt x="594" y="431"/>
                  <a:pt x="594" y="432"/>
                </a:cubicBezTo>
                <a:cubicBezTo>
                  <a:pt x="591" y="432"/>
                  <a:pt x="590" y="434"/>
                  <a:pt x="593" y="435"/>
                </a:cubicBezTo>
                <a:cubicBezTo>
                  <a:pt x="593" y="437"/>
                  <a:pt x="593" y="440"/>
                  <a:pt x="591" y="440"/>
                </a:cubicBezTo>
                <a:lnTo>
                  <a:pt x="590" y="438"/>
                </a:lnTo>
                <a:close/>
                <a:moveTo>
                  <a:pt x="415" y="624"/>
                </a:moveTo>
                <a:cubicBezTo>
                  <a:pt x="415" y="627"/>
                  <a:pt x="435" y="617"/>
                  <a:pt x="435" y="620"/>
                </a:cubicBezTo>
                <a:cubicBezTo>
                  <a:pt x="435" y="623"/>
                  <a:pt x="441" y="622"/>
                  <a:pt x="444" y="623"/>
                </a:cubicBezTo>
                <a:cubicBezTo>
                  <a:pt x="444" y="625"/>
                  <a:pt x="453" y="627"/>
                  <a:pt x="454" y="628"/>
                </a:cubicBezTo>
                <a:cubicBezTo>
                  <a:pt x="455" y="629"/>
                  <a:pt x="462" y="636"/>
                  <a:pt x="463" y="635"/>
                </a:cubicBezTo>
                <a:cubicBezTo>
                  <a:pt x="461" y="635"/>
                  <a:pt x="459" y="636"/>
                  <a:pt x="460" y="638"/>
                </a:cubicBezTo>
                <a:cubicBezTo>
                  <a:pt x="463" y="638"/>
                  <a:pt x="480" y="639"/>
                  <a:pt x="479" y="633"/>
                </a:cubicBezTo>
                <a:cubicBezTo>
                  <a:pt x="476" y="631"/>
                  <a:pt x="470" y="629"/>
                  <a:pt x="466" y="628"/>
                </a:cubicBezTo>
                <a:cubicBezTo>
                  <a:pt x="460" y="625"/>
                  <a:pt x="455" y="622"/>
                  <a:pt x="449" y="620"/>
                </a:cubicBezTo>
                <a:cubicBezTo>
                  <a:pt x="443" y="618"/>
                  <a:pt x="438" y="616"/>
                  <a:pt x="431" y="617"/>
                </a:cubicBezTo>
                <a:cubicBezTo>
                  <a:pt x="428" y="617"/>
                  <a:pt x="424" y="618"/>
                  <a:pt x="421" y="620"/>
                </a:cubicBezTo>
                <a:cubicBezTo>
                  <a:pt x="419" y="621"/>
                  <a:pt x="420" y="624"/>
                  <a:pt x="417" y="624"/>
                </a:cubicBezTo>
                <a:cubicBezTo>
                  <a:pt x="416" y="624"/>
                  <a:pt x="416" y="624"/>
                  <a:pt x="415" y="624"/>
                </a:cubicBezTo>
                <a:close/>
                <a:moveTo>
                  <a:pt x="480" y="648"/>
                </a:moveTo>
                <a:cubicBezTo>
                  <a:pt x="480" y="648"/>
                  <a:pt x="480" y="648"/>
                  <a:pt x="480" y="649"/>
                </a:cubicBezTo>
                <a:cubicBezTo>
                  <a:pt x="484" y="649"/>
                  <a:pt x="488" y="648"/>
                  <a:pt x="492" y="650"/>
                </a:cubicBezTo>
                <a:cubicBezTo>
                  <a:pt x="495" y="650"/>
                  <a:pt x="495" y="655"/>
                  <a:pt x="497" y="648"/>
                </a:cubicBezTo>
                <a:cubicBezTo>
                  <a:pt x="499" y="647"/>
                  <a:pt x="513" y="649"/>
                  <a:pt x="514" y="647"/>
                </a:cubicBezTo>
                <a:cubicBezTo>
                  <a:pt x="516" y="644"/>
                  <a:pt x="508" y="642"/>
                  <a:pt x="506" y="642"/>
                </a:cubicBezTo>
                <a:cubicBezTo>
                  <a:pt x="506" y="641"/>
                  <a:pt x="507" y="641"/>
                  <a:pt x="507" y="641"/>
                </a:cubicBezTo>
                <a:cubicBezTo>
                  <a:pt x="507" y="641"/>
                  <a:pt x="507" y="640"/>
                  <a:pt x="507" y="640"/>
                </a:cubicBezTo>
                <a:cubicBezTo>
                  <a:pt x="507" y="640"/>
                  <a:pt x="507" y="640"/>
                  <a:pt x="507" y="639"/>
                </a:cubicBezTo>
                <a:cubicBezTo>
                  <a:pt x="505" y="639"/>
                  <a:pt x="485" y="637"/>
                  <a:pt x="485" y="639"/>
                </a:cubicBezTo>
                <a:cubicBezTo>
                  <a:pt x="487" y="640"/>
                  <a:pt x="491" y="644"/>
                  <a:pt x="491" y="646"/>
                </a:cubicBezTo>
                <a:cubicBezTo>
                  <a:pt x="490" y="646"/>
                  <a:pt x="478" y="645"/>
                  <a:pt x="478" y="647"/>
                </a:cubicBezTo>
                <a:cubicBezTo>
                  <a:pt x="479" y="647"/>
                  <a:pt x="479" y="647"/>
                  <a:pt x="479" y="648"/>
                </a:cubicBezTo>
                <a:lnTo>
                  <a:pt x="480" y="648"/>
                </a:lnTo>
                <a:close/>
                <a:moveTo>
                  <a:pt x="436" y="167"/>
                </a:moveTo>
                <a:cubicBezTo>
                  <a:pt x="436" y="167"/>
                  <a:pt x="436" y="167"/>
                  <a:pt x="436" y="167"/>
                </a:cubicBezTo>
                <a:cubicBezTo>
                  <a:pt x="436" y="162"/>
                  <a:pt x="449" y="133"/>
                  <a:pt x="435" y="137"/>
                </a:cubicBezTo>
                <a:cubicBezTo>
                  <a:pt x="430" y="138"/>
                  <a:pt x="427" y="146"/>
                  <a:pt x="426" y="150"/>
                </a:cubicBezTo>
                <a:cubicBezTo>
                  <a:pt x="426" y="151"/>
                  <a:pt x="425" y="163"/>
                  <a:pt x="421" y="161"/>
                </a:cubicBezTo>
                <a:cubicBezTo>
                  <a:pt x="420" y="160"/>
                  <a:pt x="422" y="155"/>
                  <a:pt x="422" y="154"/>
                </a:cubicBezTo>
                <a:cubicBezTo>
                  <a:pt x="424" y="148"/>
                  <a:pt x="424" y="144"/>
                  <a:pt x="422" y="139"/>
                </a:cubicBezTo>
                <a:cubicBezTo>
                  <a:pt x="417" y="140"/>
                  <a:pt x="424" y="147"/>
                  <a:pt x="414" y="146"/>
                </a:cubicBezTo>
                <a:cubicBezTo>
                  <a:pt x="403" y="143"/>
                  <a:pt x="414" y="144"/>
                  <a:pt x="415" y="140"/>
                </a:cubicBezTo>
                <a:cubicBezTo>
                  <a:pt x="415" y="138"/>
                  <a:pt x="412" y="136"/>
                  <a:pt x="411" y="135"/>
                </a:cubicBezTo>
                <a:cubicBezTo>
                  <a:pt x="406" y="134"/>
                  <a:pt x="406" y="138"/>
                  <a:pt x="403" y="138"/>
                </a:cubicBezTo>
                <a:cubicBezTo>
                  <a:pt x="395" y="138"/>
                  <a:pt x="404" y="132"/>
                  <a:pt x="404" y="128"/>
                </a:cubicBezTo>
                <a:cubicBezTo>
                  <a:pt x="395" y="129"/>
                  <a:pt x="383" y="133"/>
                  <a:pt x="377" y="139"/>
                </a:cubicBezTo>
                <a:cubicBezTo>
                  <a:pt x="366" y="150"/>
                  <a:pt x="378" y="146"/>
                  <a:pt x="383" y="153"/>
                </a:cubicBezTo>
                <a:cubicBezTo>
                  <a:pt x="383" y="153"/>
                  <a:pt x="370" y="155"/>
                  <a:pt x="369" y="157"/>
                </a:cubicBezTo>
                <a:cubicBezTo>
                  <a:pt x="365" y="164"/>
                  <a:pt x="384" y="165"/>
                  <a:pt x="388" y="167"/>
                </a:cubicBezTo>
                <a:cubicBezTo>
                  <a:pt x="389" y="168"/>
                  <a:pt x="395" y="172"/>
                  <a:pt x="394" y="174"/>
                </a:cubicBezTo>
                <a:cubicBezTo>
                  <a:pt x="392" y="178"/>
                  <a:pt x="384" y="174"/>
                  <a:pt x="382" y="174"/>
                </a:cubicBezTo>
                <a:cubicBezTo>
                  <a:pt x="377" y="172"/>
                  <a:pt x="361" y="167"/>
                  <a:pt x="364" y="178"/>
                </a:cubicBezTo>
                <a:cubicBezTo>
                  <a:pt x="365" y="182"/>
                  <a:pt x="370" y="184"/>
                  <a:pt x="372" y="187"/>
                </a:cubicBezTo>
                <a:cubicBezTo>
                  <a:pt x="374" y="190"/>
                  <a:pt x="373" y="194"/>
                  <a:pt x="376" y="197"/>
                </a:cubicBezTo>
                <a:cubicBezTo>
                  <a:pt x="381" y="203"/>
                  <a:pt x="395" y="197"/>
                  <a:pt x="402" y="195"/>
                </a:cubicBezTo>
                <a:cubicBezTo>
                  <a:pt x="406" y="194"/>
                  <a:pt x="408" y="193"/>
                  <a:pt x="412" y="195"/>
                </a:cubicBezTo>
                <a:cubicBezTo>
                  <a:pt x="416" y="197"/>
                  <a:pt x="417" y="202"/>
                  <a:pt x="422" y="203"/>
                </a:cubicBezTo>
                <a:cubicBezTo>
                  <a:pt x="431" y="205"/>
                  <a:pt x="430" y="199"/>
                  <a:pt x="429" y="193"/>
                </a:cubicBezTo>
                <a:cubicBezTo>
                  <a:pt x="429" y="194"/>
                  <a:pt x="438" y="194"/>
                  <a:pt x="440" y="193"/>
                </a:cubicBezTo>
                <a:cubicBezTo>
                  <a:pt x="443" y="191"/>
                  <a:pt x="442" y="189"/>
                  <a:pt x="440" y="186"/>
                </a:cubicBezTo>
                <a:cubicBezTo>
                  <a:pt x="438" y="181"/>
                  <a:pt x="429" y="172"/>
                  <a:pt x="436" y="167"/>
                </a:cubicBezTo>
                <a:close/>
                <a:moveTo>
                  <a:pt x="371" y="136"/>
                </a:moveTo>
                <a:cubicBezTo>
                  <a:pt x="379" y="132"/>
                  <a:pt x="386" y="128"/>
                  <a:pt x="395" y="126"/>
                </a:cubicBezTo>
                <a:cubicBezTo>
                  <a:pt x="400" y="125"/>
                  <a:pt x="410" y="119"/>
                  <a:pt x="401" y="112"/>
                </a:cubicBezTo>
                <a:cubicBezTo>
                  <a:pt x="399" y="110"/>
                  <a:pt x="396" y="111"/>
                  <a:pt x="393" y="109"/>
                </a:cubicBezTo>
                <a:cubicBezTo>
                  <a:pt x="391" y="108"/>
                  <a:pt x="391" y="106"/>
                  <a:pt x="390" y="104"/>
                </a:cubicBezTo>
                <a:cubicBezTo>
                  <a:pt x="386" y="101"/>
                  <a:pt x="376" y="101"/>
                  <a:pt x="372" y="105"/>
                </a:cubicBezTo>
                <a:cubicBezTo>
                  <a:pt x="370" y="106"/>
                  <a:pt x="368" y="111"/>
                  <a:pt x="366" y="113"/>
                </a:cubicBezTo>
                <a:cubicBezTo>
                  <a:pt x="364" y="116"/>
                  <a:pt x="362" y="118"/>
                  <a:pt x="359" y="122"/>
                </a:cubicBezTo>
                <a:cubicBezTo>
                  <a:pt x="356" y="126"/>
                  <a:pt x="348" y="129"/>
                  <a:pt x="346" y="134"/>
                </a:cubicBezTo>
                <a:cubicBezTo>
                  <a:pt x="346" y="135"/>
                  <a:pt x="347" y="143"/>
                  <a:pt x="347" y="143"/>
                </a:cubicBezTo>
                <a:cubicBezTo>
                  <a:pt x="350" y="147"/>
                  <a:pt x="349" y="145"/>
                  <a:pt x="353" y="145"/>
                </a:cubicBezTo>
                <a:cubicBezTo>
                  <a:pt x="363" y="145"/>
                  <a:pt x="363" y="141"/>
                  <a:pt x="370" y="137"/>
                </a:cubicBezTo>
                <a:lnTo>
                  <a:pt x="371" y="136"/>
                </a:lnTo>
                <a:close/>
                <a:moveTo>
                  <a:pt x="468" y="169"/>
                </a:moveTo>
                <a:cubicBezTo>
                  <a:pt x="468" y="169"/>
                  <a:pt x="468" y="169"/>
                  <a:pt x="468" y="170"/>
                </a:cubicBezTo>
                <a:cubicBezTo>
                  <a:pt x="468" y="176"/>
                  <a:pt x="481" y="163"/>
                  <a:pt x="482" y="160"/>
                </a:cubicBezTo>
                <a:cubicBezTo>
                  <a:pt x="482" y="161"/>
                  <a:pt x="480" y="153"/>
                  <a:pt x="481" y="154"/>
                </a:cubicBezTo>
                <a:cubicBezTo>
                  <a:pt x="480" y="152"/>
                  <a:pt x="476" y="152"/>
                  <a:pt x="476" y="150"/>
                </a:cubicBezTo>
                <a:cubicBezTo>
                  <a:pt x="478" y="149"/>
                  <a:pt x="481" y="148"/>
                  <a:pt x="483" y="147"/>
                </a:cubicBezTo>
                <a:cubicBezTo>
                  <a:pt x="483" y="147"/>
                  <a:pt x="487" y="141"/>
                  <a:pt x="487" y="142"/>
                </a:cubicBezTo>
                <a:cubicBezTo>
                  <a:pt x="487" y="138"/>
                  <a:pt x="485" y="140"/>
                  <a:pt x="482" y="139"/>
                </a:cubicBezTo>
                <a:cubicBezTo>
                  <a:pt x="480" y="138"/>
                  <a:pt x="477" y="136"/>
                  <a:pt x="476" y="135"/>
                </a:cubicBezTo>
                <a:cubicBezTo>
                  <a:pt x="477" y="136"/>
                  <a:pt x="469" y="138"/>
                  <a:pt x="470" y="136"/>
                </a:cubicBezTo>
                <a:cubicBezTo>
                  <a:pt x="469" y="138"/>
                  <a:pt x="470" y="141"/>
                  <a:pt x="470" y="143"/>
                </a:cubicBezTo>
                <a:cubicBezTo>
                  <a:pt x="469" y="143"/>
                  <a:pt x="467" y="139"/>
                  <a:pt x="466" y="140"/>
                </a:cubicBezTo>
                <a:cubicBezTo>
                  <a:pt x="463" y="144"/>
                  <a:pt x="471" y="145"/>
                  <a:pt x="471" y="148"/>
                </a:cubicBezTo>
                <a:cubicBezTo>
                  <a:pt x="464" y="147"/>
                  <a:pt x="470" y="150"/>
                  <a:pt x="467" y="153"/>
                </a:cubicBezTo>
                <a:cubicBezTo>
                  <a:pt x="463" y="155"/>
                  <a:pt x="465" y="152"/>
                  <a:pt x="462" y="149"/>
                </a:cubicBezTo>
                <a:cubicBezTo>
                  <a:pt x="460" y="148"/>
                  <a:pt x="458" y="145"/>
                  <a:pt x="456" y="149"/>
                </a:cubicBezTo>
                <a:cubicBezTo>
                  <a:pt x="456" y="149"/>
                  <a:pt x="454" y="157"/>
                  <a:pt x="454" y="157"/>
                </a:cubicBezTo>
                <a:cubicBezTo>
                  <a:pt x="462" y="159"/>
                  <a:pt x="458" y="168"/>
                  <a:pt x="461" y="172"/>
                </a:cubicBezTo>
                <a:cubicBezTo>
                  <a:pt x="467" y="179"/>
                  <a:pt x="465" y="171"/>
                  <a:pt x="466" y="168"/>
                </a:cubicBezTo>
                <a:cubicBezTo>
                  <a:pt x="467" y="168"/>
                  <a:pt x="467" y="167"/>
                  <a:pt x="468" y="168"/>
                </a:cubicBezTo>
                <a:lnTo>
                  <a:pt x="468" y="169"/>
                </a:lnTo>
                <a:close/>
                <a:moveTo>
                  <a:pt x="506" y="191"/>
                </a:moveTo>
                <a:cubicBezTo>
                  <a:pt x="503" y="192"/>
                  <a:pt x="500" y="190"/>
                  <a:pt x="500" y="194"/>
                </a:cubicBezTo>
                <a:cubicBezTo>
                  <a:pt x="500" y="196"/>
                  <a:pt x="504" y="198"/>
                  <a:pt x="506" y="199"/>
                </a:cubicBezTo>
                <a:cubicBezTo>
                  <a:pt x="510" y="200"/>
                  <a:pt x="512" y="200"/>
                  <a:pt x="515" y="202"/>
                </a:cubicBezTo>
                <a:cubicBezTo>
                  <a:pt x="518" y="203"/>
                  <a:pt x="519" y="205"/>
                  <a:pt x="524" y="205"/>
                </a:cubicBezTo>
                <a:cubicBezTo>
                  <a:pt x="524" y="203"/>
                  <a:pt x="527" y="205"/>
                  <a:pt x="529" y="205"/>
                </a:cubicBezTo>
                <a:cubicBezTo>
                  <a:pt x="529" y="206"/>
                  <a:pt x="530" y="207"/>
                  <a:pt x="531" y="207"/>
                </a:cubicBezTo>
                <a:cubicBezTo>
                  <a:pt x="534" y="207"/>
                  <a:pt x="536" y="210"/>
                  <a:pt x="538" y="211"/>
                </a:cubicBezTo>
                <a:cubicBezTo>
                  <a:pt x="543" y="212"/>
                  <a:pt x="543" y="210"/>
                  <a:pt x="546" y="208"/>
                </a:cubicBezTo>
                <a:cubicBezTo>
                  <a:pt x="548" y="207"/>
                  <a:pt x="547" y="202"/>
                  <a:pt x="551" y="205"/>
                </a:cubicBezTo>
                <a:cubicBezTo>
                  <a:pt x="554" y="207"/>
                  <a:pt x="551" y="212"/>
                  <a:pt x="550" y="214"/>
                </a:cubicBezTo>
                <a:cubicBezTo>
                  <a:pt x="553" y="215"/>
                  <a:pt x="551" y="222"/>
                  <a:pt x="555" y="223"/>
                </a:cubicBezTo>
                <a:cubicBezTo>
                  <a:pt x="555" y="225"/>
                  <a:pt x="554" y="225"/>
                  <a:pt x="558" y="226"/>
                </a:cubicBezTo>
                <a:cubicBezTo>
                  <a:pt x="557" y="230"/>
                  <a:pt x="566" y="235"/>
                  <a:pt x="567" y="239"/>
                </a:cubicBezTo>
                <a:cubicBezTo>
                  <a:pt x="568" y="244"/>
                  <a:pt x="565" y="250"/>
                  <a:pt x="562" y="254"/>
                </a:cubicBezTo>
                <a:cubicBezTo>
                  <a:pt x="560" y="256"/>
                  <a:pt x="557" y="256"/>
                  <a:pt x="555" y="259"/>
                </a:cubicBezTo>
                <a:cubicBezTo>
                  <a:pt x="552" y="261"/>
                  <a:pt x="554" y="262"/>
                  <a:pt x="553" y="265"/>
                </a:cubicBezTo>
                <a:cubicBezTo>
                  <a:pt x="551" y="269"/>
                  <a:pt x="550" y="268"/>
                  <a:pt x="545" y="269"/>
                </a:cubicBezTo>
                <a:cubicBezTo>
                  <a:pt x="541" y="270"/>
                  <a:pt x="541" y="269"/>
                  <a:pt x="537" y="268"/>
                </a:cubicBezTo>
                <a:cubicBezTo>
                  <a:pt x="533" y="267"/>
                  <a:pt x="532" y="267"/>
                  <a:pt x="530" y="270"/>
                </a:cubicBezTo>
                <a:cubicBezTo>
                  <a:pt x="526" y="276"/>
                  <a:pt x="530" y="279"/>
                  <a:pt x="535" y="279"/>
                </a:cubicBezTo>
                <a:cubicBezTo>
                  <a:pt x="539" y="280"/>
                  <a:pt x="545" y="278"/>
                  <a:pt x="549" y="280"/>
                </a:cubicBezTo>
                <a:cubicBezTo>
                  <a:pt x="550" y="281"/>
                  <a:pt x="557" y="290"/>
                  <a:pt x="556" y="291"/>
                </a:cubicBezTo>
                <a:cubicBezTo>
                  <a:pt x="556" y="297"/>
                  <a:pt x="577" y="313"/>
                  <a:pt x="581" y="310"/>
                </a:cubicBezTo>
                <a:cubicBezTo>
                  <a:pt x="584" y="306"/>
                  <a:pt x="580" y="300"/>
                  <a:pt x="578" y="298"/>
                </a:cubicBezTo>
                <a:cubicBezTo>
                  <a:pt x="577" y="297"/>
                  <a:pt x="569" y="289"/>
                  <a:pt x="576" y="292"/>
                </a:cubicBezTo>
                <a:cubicBezTo>
                  <a:pt x="576" y="299"/>
                  <a:pt x="588" y="305"/>
                  <a:pt x="592" y="296"/>
                </a:cubicBezTo>
                <a:cubicBezTo>
                  <a:pt x="593" y="294"/>
                  <a:pt x="592" y="283"/>
                  <a:pt x="589" y="283"/>
                </a:cubicBezTo>
                <a:cubicBezTo>
                  <a:pt x="588" y="281"/>
                  <a:pt x="587" y="281"/>
                  <a:pt x="586" y="280"/>
                </a:cubicBezTo>
                <a:cubicBezTo>
                  <a:pt x="586" y="279"/>
                  <a:pt x="586" y="277"/>
                  <a:pt x="586" y="276"/>
                </a:cubicBezTo>
                <a:cubicBezTo>
                  <a:pt x="584" y="272"/>
                  <a:pt x="581" y="269"/>
                  <a:pt x="582" y="265"/>
                </a:cubicBezTo>
                <a:cubicBezTo>
                  <a:pt x="584" y="264"/>
                  <a:pt x="583" y="268"/>
                  <a:pt x="585" y="268"/>
                </a:cubicBezTo>
                <a:cubicBezTo>
                  <a:pt x="588" y="267"/>
                  <a:pt x="582" y="260"/>
                  <a:pt x="590" y="262"/>
                </a:cubicBezTo>
                <a:cubicBezTo>
                  <a:pt x="593" y="263"/>
                  <a:pt x="596" y="266"/>
                  <a:pt x="598" y="268"/>
                </a:cubicBezTo>
                <a:cubicBezTo>
                  <a:pt x="593" y="272"/>
                  <a:pt x="600" y="286"/>
                  <a:pt x="603" y="273"/>
                </a:cubicBezTo>
                <a:cubicBezTo>
                  <a:pt x="608" y="272"/>
                  <a:pt x="607" y="273"/>
                  <a:pt x="609" y="268"/>
                </a:cubicBezTo>
                <a:cubicBezTo>
                  <a:pt x="611" y="268"/>
                  <a:pt x="622" y="262"/>
                  <a:pt x="614" y="262"/>
                </a:cubicBezTo>
                <a:cubicBezTo>
                  <a:pt x="618" y="259"/>
                  <a:pt x="610" y="260"/>
                  <a:pt x="609" y="260"/>
                </a:cubicBezTo>
                <a:cubicBezTo>
                  <a:pt x="609" y="259"/>
                  <a:pt x="610" y="258"/>
                  <a:pt x="609" y="257"/>
                </a:cubicBezTo>
                <a:cubicBezTo>
                  <a:pt x="609" y="257"/>
                  <a:pt x="608" y="257"/>
                  <a:pt x="607" y="256"/>
                </a:cubicBezTo>
                <a:cubicBezTo>
                  <a:pt x="608" y="256"/>
                  <a:pt x="608" y="255"/>
                  <a:pt x="608" y="254"/>
                </a:cubicBezTo>
                <a:cubicBezTo>
                  <a:pt x="607" y="254"/>
                  <a:pt x="606" y="254"/>
                  <a:pt x="605" y="253"/>
                </a:cubicBezTo>
                <a:cubicBezTo>
                  <a:pt x="606" y="249"/>
                  <a:pt x="604" y="250"/>
                  <a:pt x="601" y="250"/>
                </a:cubicBezTo>
                <a:cubicBezTo>
                  <a:pt x="601" y="249"/>
                  <a:pt x="602" y="248"/>
                  <a:pt x="602" y="247"/>
                </a:cubicBezTo>
                <a:cubicBezTo>
                  <a:pt x="601" y="248"/>
                  <a:pt x="600" y="247"/>
                  <a:pt x="599" y="247"/>
                </a:cubicBezTo>
                <a:cubicBezTo>
                  <a:pt x="600" y="244"/>
                  <a:pt x="599" y="244"/>
                  <a:pt x="596" y="244"/>
                </a:cubicBezTo>
                <a:cubicBezTo>
                  <a:pt x="597" y="244"/>
                  <a:pt x="598" y="243"/>
                  <a:pt x="598" y="242"/>
                </a:cubicBezTo>
                <a:cubicBezTo>
                  <a:pt x="597" y="241"/>
                  <a:pt x="594" y="241"/>
                  <a:pt x="594" y="241"/>
                </a:cubicBezTo>
                <a:cubicBezTo>
                  <a:pt x="599" y="235"/>
                  <a:pt x="584" y="238"/>
                  <a:pt x="593" y="233"/>
                </a:cubicBezTo>
                <a:cubicBezTo>
                  <a:pt x="594" y="230"/>
                  <a:pt x="592" y="231"/>
                  <a:pt x="593" y="229"/>
                </a:cubicBezTo>
                <a:cubicBezTo>
                  <a:pt x="594" y="228"/>
                  <a:pt x="600" y="229"/>
                  <a:pt x="602" y="229"/>
                </a:cubicBezTo>
                <a:cubicBezTo>
                  <a:pt x="602" y="228"/>
                  <a:pt x="602" y="228"/>
                  <a:pt x="602" y="227"/>
                </a:cubicBezTo>
                <a:cubicBezTo>
                  <a:pt x="598" y="227"/>
                  <a:pt x="595" y="225"/>
                  <a:pt x="595" y="221"/>
                </a:cubicBezTo>
                <a:cubicBezTo>
                  <a:pt x="593" y="220"/>
                  <a:pt x="588" y="222"/>
                  <a:pt x="588" y="219"/>
                </a:cubicBezTo>
                <a:cubicBezTo>
                  <a:pt x="592" y="215"/>
                  <a:pt x="599" y="217"/>
                  <a:pt x="596" y="209"/>
                </a:cubicBezTo>
                <a:cubicBezTo>
                  <a:pt x="592" y="209"/>
                  <a:pt x="590" y="215"/>
                  <a:pt x="586" y="215"/>
                </a:cubicBezTo>
                <a:cubicBezTo>
                  <a:pt x="587" y="210"/>
                  <a:pt x="588" y="209"/>
                  <a:pt x="582" y="209"/>
                </a:cubicBezTo>
                <a:cubicBezTo>
                  <a:pt x="583" y="205"/>
                  <a:pt x="589" y="202"/>
                  <a:pt x="583" y="200"/>
                </a:cubicBezTo>
                <a:cubicBezTo>
                  <a:pt x="581" y="199"/>
                  <a:pt x="579" y="204"/>
                  <a:pt x="577" y="201"/>
                </a:cubicBezTo>
                <a:cubicBezTo>
                  <a:pt x="576" y="199"/>
                  <a:pt x="579" y="197"/>
                  <a:pt x="579" y="195"/>
                </a:cubicBezTo>
                <a:cubicBezTo>
                  <a:pt x="579" y="197"/>
                  <a:pt x="574" y="199"/>
                  <a:pt x="573" y="199"/>
                </a:cubicBezTo>
                <a:cubicBezTo>
                  <a:pt x="572" y="195"/>
                  <a:pt x="578" y="194"/>
                  <a:pt x="577" y="191"/>
                </a:cubicBezTo>
                <a:cubicBezTo>
                  <a:pt x="575" y="190"/>
                  <a:pt x="573" y="193"/>
                  <a:pt x="570" y="192"/>
                </a:cubicBezTo>
                <a:cubicBezTo>
                  <a:pt x="570" y="191"/>
                  <a:pt x="570" y="190"/>
                  <a:pt x="571" y="189"/>
                </a:cubicBezTo>
                <a:cubicBezTo>
                  <a:pt x="575" y="185"/>
                  <a:pt x="577" y="180"/>
                  <a:pt x="570" y="178"/>
                </a:cubicBezTo>
                <a:cubicBezTo>
                  <a:pt x="563" y="175"/>
                  <a:pt x="565" y="179"/>
                  <a:pt x="564" y="183"/>
                </a:cubicBezTo>
                <a:cubicBezTo>
                  <a:pt x="562" y="183"/>
                  <a:pt x="560" y="183"/>
                  <a:pt x="559" y="183"/>
                </a:cubicBezTo>
                <a:cubicBezTo>
                  <a:pt x="558" y="183"/>
                  <a:pt x="557" y="183"/>
                  <a:pt x="556" y="182"/>
                </a:cubicBezTo>
                <a:cubicBezTo>
                  <a:pt x="554" y="181"/>
                  <a:pt x="552" y="182"/>
                  <a:pt x="550" y="181"/>
                </a:cubicBezTo>
                <a:cubicBezTo>
                  <a:pt x="550" y="176"/>
                  <a:pt x="560" y="162"/>
                  <a:pt x="552" y="158"/>
                </a:cubicBezTo>
                <a:cubicBezTo>
                  <a:pt x="547" y="155"/>
                  <a:pt x="535" y="164"/>
                  <a:pt x="536" y="170"/>
                </a:cubicBezTo>
                <a:cubicBezTo>
                  <a:pt x="534" y="169"/>
                  <a:pt x="534" y="164"/>
                  <a:pt x="531" y="167"/>
                </a:cubicBezTo>
                <a:cubicBezTo>
                  <a:pt x="529" y="170"/>
                  <a:pt x="534" y="171"/>
                  <a:pt x="533" y="174"/>
                </a:cubicBezTo>
                <a:cubicBezTo>
                  <a:pt x="530" y="174"/>
                  <a:pt x="532" y="178"/>
                  <a:pt x="529" y="178"/>
                </a:cubicBezTo>
                <a:cubicBezTo>
                  <a:pt x="529" y="177"/>
                  <a:pt x="529" y="177"/>
                  <a:pt x="528" y="176"/>
                </a:cubicBezTo>
                <a:cubicBezTo>
                  <a:pt x="524" y="181"/>
                  <a:pt x="527" y="188"/>
                  <a:pt x="524" y="194"/>
                </a:cubicBezTo>
                <a:cubicBezTo>
                  <a:pt x="524" y="194"/>
                  <a:pt x="523" y="194"/>
                  <a:pt x="523" y="194"/>
                </a:cubicBezTo>
                <a:cubicBezTo>
                  <a:pt x="523" y="186"/>
                  <a:pt x="522" y="180"/>
                  <a:pt x="525" y="173"/>
                </a:cubicBezTo>
                <a:cubicBezTo>
                  <a:pt x="527" y="168"/>
                  <a:pt x="528" y="163"/>
                  <a:pt x="532" y="159"/>
                </a:cubicBezTo>
                <a:cubicBezTo>
                  <a:pt x="534" y="157"/>
                  <a:pt x="540" y="156"/>
                  <a:pt x="539" y="153"/>
                </a:cubicBezTo>
                <a:cubicBezTo>
                  <a:pt x="537" y="150"/>
                  <a:pt x="530" y="152"/>
                  <a:pt x="528" y="153"/>
                </a:cubicBezTo>
                <a:cubicBezTo>
                  <a:pt x="522" y="155"/>
                  <a:pt x="516" y="160"/>
                  <a:pt x="512" y="165"/>
                </a:cubicBezTo>
                <a:cubicBezTo>
                  <a:pt x="510" y="168"/>
                  <a:pt x="501" y="178"/>
                  <a:pt x="501" y="181"/>
                </a:cubicBezTo>
                <a:cubicBezTo>
                  <a:pt x="501" y="186"/>
                  <a:pt x="511" y="186"/>
                  <a:pt x="509" y="191"/>
                </a:cubicBezTo>
                <a:lnTo>
                  <a:pt x="506" y="191"/>
                </a:lnTo>
                <a:close/>
                <a:moveTo>
                  <a:pt x="661" y="284"/>
                </a:moveTo>
                <a:cubicBezTo>
                  <a:pt x="665" y="296"/>
                  <a:pt x="657" y="313"/>
                  <a:pt x="667" y="324"/>
                </a:cubicBezTo>
                <a:cubicBezTo>
                  <a:pt x="670" y="328"/>
                  <a:pt x="676" y="327"/>
                  <a:pt x="680" y="330"/>
                </a:cubicBezTo>
                <a:cubicBezTo>
                  <a:pt x="682" y="332"/>
                  <a:pt x="683" y="337"/>
                  <a:pt x="686" y="338"/>
                </a:cubicBezTo>
                <a:cubicBezTo>
                  <a:pt x="693" y="341"/>
                  <a:pt x="697" y="319"/>
                  <a:pt x="699" y="314"/>
                </a:cubicBezTo>
                <a:cubicBezTo>
                  <a:pt x="703" y="308"/>
                  <a:pt x="708" y="303"/>
                  <a:pt x="713" y="298"/>
                </a:cubicBezTo>
                <a:cubicBezTo>
                  <a:pt x="717" y="293"/>
                  <a:pt x="721" y="287"/>
                  <a:pt x="727" y="284"/>
                </a:cubicBezTo>
                <a:cubicBezTo>
                  <a:pt x="732" y="281"/>
                  <a:pt x="737" y="281"/>
                  <a:pt x="743" y="278"/>
                </a:cubicBezTo>
                <a:cubicBezTo>
                  <a:pt x="748" y="275"/>
                  <a:pt x="750" y="271"/>
                  <a:pt x="754" y="267"/>
                </a:cubicBezTo>
                <a:cubicBezTo>
                  <a:pt x="758" y="264"/>
                  <a:pt x="763" y="263"/>
                  <a:pt x="768" y="262"/>
                </a:cubicBezTo>
                <a:cubicBezTo>
                  <a:pt x="775" y="261"/>
                  <a:pt x="780" y="258"/>
                  <a:pt x="786" y="255"/>
                </a:cubicBezTo>
                <a:cubicBezTo>
                  <a:pt x="791" y="252"/>
                  <a:pt x="806" y="250"/>
                  <a:pt x="807" y="243"/>
                </a:cubicBezTo>
                <a:cubicBezTo>
                  <a:pt x="810" y="233"/>
                  <a:pt x="791" y="237"/>
                  <a:pt x="786" y="236"/>
                </a:cubicBezTo>
                <a:cubicBezTo>
                  <a:pt x="787" y="230"/>
                  <a:pt x="798" y="233"/>
                  <a:pt x="798" y="224"/>
                </a:cubicBezTo>
                <a:cubicBezTo>
                  <a:pt x="803" y="224"/>
                  <a:pt x="805" y="224"/>
                  <a:pt x="809" y="227"/>
                </a:cubicBezTo>
                <a:cubicBezTo>
                  <a:pt x="811" y="230"/>
                  <a:pt x="810" y="234"/>
                  <a:pt x="815" y="231"/>
                </a:cubicBezTo>
                <a:cubicBezTo>
                  <a:pt x="816" y="223"/>
                  <a:pt x="807" y="220"/>
                  <a:pt x="806" y="213"/>
                </a:cubicBezTo>
                <a:cubicBezTo>
                  <a:pt x="805" y="209"/>
                  <a:pt x="807" y="207"/>
                  <a:pt x="805" y="204"/>
                </a:cubicBezTo>
                <a:cubicBezTo>
                  <a:pt x="803" y="202"/>
                  <a:pt x="798" y="204"/>
                  <a:pt x="799" y="200"/>
                </a:cubicBezTo>
                <a:cubicBezTo>
                  <a:pt x="801" y="199"/>
                  <a:pt x="823" y="200"/>
                  <a:pt x="823" y="197"/>
                </a:cubicBezTo>
                <a:cubicBezTo>
                  <a:pt x="820" y="196"/>
                  <a:pt x="818" y="194"/>
                  <a:pt x="816" y="194"/>
                </a:cubicBezTo>
                <a:cubicBezTo>
                  <a:pt x="813" y="184"/>
                  <a:pt x="824" y="190"/>
                  <a:pt x="827" y="186"/>
                </a:cubicBezTo>
                <a:cubicBezTo>
                  <a:pt x="828" y="185"/>
                  <a:pt x="826" y="182"/>
                  <a:pt x="827" y="180"/>
                </a:cubicBezTo>
                <a:cubicBezTo>
                  <a:pt x="827" y="178"/>
                  <a:pt x="829" y="176"/>
                  <a:pt x="829" y="174"/>
                </a:cubicBezTo>
                <a:cubicBezTo>
                  <a:pt x="829" y="172"/>
                  <a:pt x="827" y="172"/>
                  <a:pt x="827" y="169"/>
                </a:cubicBezTo>
                <a:cubicBezTo>
                  <a:pt x="828" y="167"/>
                  <a:pt x="831" y="166"/>
                  <a:pt x="830" y="163"/>
                </a:cubicBezTo>
                <a:cubicBezTo>
                  <a:pt x="829" y="157"/>
                  <a:pt x="823" y="161"/>
                  <a:pt x="824" y="154"/>
                </a:cubicBezTo>
                <a:cubicBezTo>
                  <a:pt x="827" y="152"/>
                  <a:pt x="833" y="153"/>
                  <a:pt x="836" y="151"/>
                </a:cubicBezTo>
                <a:cubicBezTo>
                  <a:pt x="840" y="147"/>
                  <a:pt x="835" y="145"/>
                  <a:pt x="831" y="144"/>
                </a:cubicBezTo>
                <a:cubicBezTo>
                  <a:pt x="830" y="135"/>
                  <a:pt x="834" y="124"/>
                  <a:pt x="839" y="117"/>
                </a:cubicBezTo>
                <a:cubicBezTo>
                  <a:pt x="841" y="113"/>
                  <a:pt x="844" y="111"/>
                  <a:pt x="842" y="106"/>
                </a:cubicBezTo>
                <a:cubicBezTo>
                  <a:pt x="841" y="104"/>
                  <a:pt x="837" y="103"/>
                  <a:pt x="839" y="99"/>
                </a:cubicBezTo>
                <a:cubicBezTo>
                  <a:pt x="841" y="98"/>
                  <a:pt x="849" y="99"/>
                  <a:pt x="850" y="95"/>
                </a:cubicBezTo>
                <a:cubicBezTo>
                  <a:pt x="851" y="91"/>
                  <a:pt x="845" y="91"/>
                  <a:pt x="846" y="88"/>
                </a:cubicBezTo>
                <a:cubicBezTo>
                  <a:pt x="846" y="85"/>
                  <a:pt x="852" y="86"/>
                  <a:pt x="854" y="85"/>
                </a:cubicBezTo>
                <a:cubicBezTo>
                  <a:pt x="856" y="84"/>
                  <a:pt x="858" y="82"/>
                  <a:pt x="860" y="80"/>
                </a:cubicBezTo>
                <a:cubicBezTo>
                  <a:pt x="862" y="79"/>
                  <a:pt x="871" y="78"/>
                  <a:pt x="870" y="73"/>
                </a:cubicBezTo>
                <a:cubicBezTo>
                  <a:pt x="860" y="66"/>
                  <a:pt x="859" y="63"/>
                  <a:pt x="848" y="70"/>
                </a:cubicBezTo>
                <a:cubicBezTo>
                  <a:pt x="842" y="74"/>
                  <a:pt x="826" y="87"/>
                  <a:pt x="818" y="85"/>
                </a:cubicBezTo>
                <a:cubicBezTo>
                  <a:pt x="822" y="76"/>
                  <a:pt x="833" y="74"/>
                  <a:pt x="837" y="67"/>
                </a:cubicBezTo>
                <a:cubicBezTo>
                  <a:pt x="842" y="55"/>
                  <a:pt x="827" y="64"/>
                  <a:pt x="823" y="63"/>
                </a:cubicBezTo>
                <a:cubicBezTo>
                  <a:pt x="824" y="62"/>
                  <a:pt x="829" y="60"/>
                  <a:pt x="829" y="58"/>
                </a:cubicBezTo>
                <a:cubicBezTo>
                  <a:pt x="828" y="55"/>
                  <a:pt x="822" y="57"/>
                  <a:pt x="820" y="57"/>
                </a:cubicBezTo>
                <a:cubicBezTo>
                  <a:pt x="810" y="58"/>
                  <a:pt x="800" y="59"/>
                  <a:pt x="790" y="59"/>
                </a:cubicBezTo>
                <a:cubicBezTo>
                  <a:pt x="790" y="49"/>
                  <a:pt x="813" y="48"/>
                  <a:pt x="820" y="49"/>
                </a:cubicBezTo>
                <a:cubicBezTo>
                  <a:pt x="824" y="49"/>
                  <a:pt x="838" y="53"/>
                  <a:pt x="839" y="46"/>
                </a:cubicBezTo>
                <a:cubicBezTo>
                  <a:pt x="840" y="41"/>
                  <a:pt x="833" y="40"/>
                  <a:pt x="829" y="39"/>
                </a:cubicBezTo>
                <a:cubicBezTo>
                  <a:pt x="830" y="39"/>
                  <a:pt x="831" y="38"/>
                  <a:pt x="832" y="37"/>
                </a:cubicBezTo>
                <a:cubicBezTo>
                  <a:pt x="831" y="36"/>
                  <a:pt x="830" y="34"/>
                  <a:pt x="830" y="32"/>
                </a:cubicBezTo>
                <a:cubicBezTo>
                  <a:pt x="822" y="32"/>
                  <a:pt x="815" y="32"/>
                  <a:pt x="808" y="34"/>
                </a:cubicBezTo>
                <a:cubicBezTo>
                  <a:pt x="805" y="35"/>
                  <a:pt x="796" y="38"/>
                  <a:pt x="795" y="33"/>
                </a:cubicBezTo>
                <a:cubicBezTo>
                  <a:pt x="792" y="26"/>
                  <a:pt x="819" y="28"/>
                  <a:pt x="823" y="28"/>
                </a:cubicBezTo>
                <a:cubicBezTo>
                  <a:pt x="823" y="28"/>
                  <a:pt x="823" y="27"/>
                  <a:pt x="823" y="26"/>
                </a:cubicBezTo>
                <a:cubicBezTo>
                  <a:pt x="815" y="25"/>
                  <a:pt x="808" y="18"/>
                  <a:pt x="799" y="19"/>
                </a:cubicBezTo>
                <a:cubicBezTo>
                  <a:pt x="793" y="19"/>
                  <a:pt x="789" y="25"/>
                  <a:pt x="783" y="25"/>
                </a:cubicBezTo>
                <a:cubicBezTo>
                  <a:pt x="776" y="25"/>
                  <a:pt x="775" y="22"/>
                  <a:pt x="774" y="29"/>
                </a:cubicBezTo>
                <a:cubicBezTo>
                  <a:pt x="774" y="31"/>
                  <a:pt x="777" y="39"/>
                  <a:pt x="771" y="37"/>
                </a:cubicBezTo>
                <a:cubicBezTo>
                  <a:pt x="768" y="32"/>
                  <a:pt x="768" y="30"/>
                  <a:pt x="763" y="28"/>
                </a:cubicBezTo>
                <a:cubicBezTo>
                  <a:pt x="762" y="39"/>
                  <a:pt x="759" y="31"/>
                  <a:pt x="753" y="33"/>
                </a:cubicBezTo>
                <a:cubicBezTo>
                  <a:pt x="746" y="39"/>
                  <a:pt x="765" y="56"/>
                  <a:pt x="754" y="59"/>
                </a:cubicBezTo>
                <a:cubicBezTo>
                  <a:pt x="746" y="61"/>
                  <a:pt x="744" y="41"/>
                  <a:pt x="740" y="37"/>
                </a:cubicBezTo>
                <a:cubicBezTo>
                  <a:pt x="741" y="40"/>
                  <a:pt x="741" y="48"/>
                  <a:pt x="738" y="50"/>
                </a:cubicBezTo>
                <a:cubicBezTo>
                  <a:pt x="732" y="52"/>
                  <a:pt x="730" y="41"/>
                  <a:pt x="728" y="37"/>
                </a:cubicBezTo>
                <a:cubicBezTo>
                  <a:pt x="727" y="40"/>
                  <a:pt x="728" y="49"/>
                  <a:pt x="723" y="48"/>
                </a:cubicBezTo>
                <a:cubicBezTo>
                  <a:pt x="722" y="44"/>
                  <a:pt x="727" y="38"/>
                  <a:pt x="722" y="36"/>
                </a:cubicBezTo>
                <a:cubicBezTo>
                  <a:pt x="720" y="35"/>
                  <a:pt x="718" y="38"/>
                  <a:pt x="716" y="38"/>
                </a:cubicBezTo>
                <a:cubicBezTo>
                  <a:pt x="712" y="39"/>
                  <a:pt x="708" y="37"/>
                  <a:pt x="704" y="38"/>
                </a:cubicBezTo>
                <a:cubicBezTo>
                  <a:pt x="704" y="40"/>
                  <a:pt x="706" y="46"/>
                  <a:pt x="703" y="47"/>
                </a:cubicBezTo>
                <a:cubicBezTo>
                  <a:pt x="699" y="50"/>
                  <a:pt x="698" y="43"/>
                  <a:pt x="696" y="42"/>
                </a:cubicBezTo>
                <a:cubicBezTo>
                  <a:pt x="691" y="40"/>
                  <a:pt x="693" y="43"/>
                  <a:pt x="691" y="46"/>
                </a:cubicBezTo>
                <a:cubicBezTo>
                  <a:pt x="689" y="50"/>
                  <a:pt x="691" y="50"/>
                  <a:pt x="685" y="51"/>
                </a:cubicBezTo>
                <a:cubicBezTo>
                  <a:pt x="678" y="53"/>
                  <a:pt x="681" y="52"/>
                  <a:pt x="676" y="57"/>
                </a:cubicBezTo>
                <a:cubicBezTo>
                  <a:pt x="672" y="59"/>
                  <a:pt x="667" y="60"/>
                  <a:pt x="664" y="63"/>
                </a:cubicBezTo>
                <a:cubicBezTo>
                  <a:pt x="657" y="71"/>
                  <a:pt x="670" y="68"/>
                  <a:pt x="670" y="75"/>
                </a:cubicBezTo>
                <a:cubicBezTo>
                  <a:pt x="660" y="83"/>
                  <a:pt x="645" y="87"/>
                  <a:pt x="633" y="90"/>
                </a:cubicBezTo>
                <a:cubicBezTo>
                  <a:pt x="628" y="92"/>
                  <a:pt x="620" y="95"/>
                  <a:pt x="625" y="101"/>
                </a:cubicBezTo>
                <a:cubicBezTo>
                  <a:pt x="627" y="106"/>
                  <a:pt x="634" y="105"/>
                  <a:pt x="637" y="110"/>
                </a:cubicBezTo>
                <a:cubicBezTo>
                  <a:pt x="634" y="112"/>
                  <a:pt x="629" y="110"/>
                  <a:pt x="626" y="113"/>
                </a:cubicBezTo>
                <a:cubicBezTo>
                  <a:pt x="624" y="116"/>
                  <a:pt x="625" y="119"/>
                  <a:pt x="625" y="122"/>
                </a:cubicBezTo>
                <a:cubicBezTo>
                  <a:pt x="623" y="123"/>
                  <a:pt x="621" y="124"/>
                  <a:pt x="620" y="124"/>
                </a:cubicBezTo>
                <a:cubicBezTo>
                  <a:pt x="624" y="136"/>
                  <a:pt x="641" y="133"/>
                  <a:pt x="650" y="137"/>
                </a:cubicBezTo>
                <a:cubicBezTo>
                  <a:pt x="656" y="140"/>
                  <a:pt x="659" y="145"/>
                  <a:pt x="663" y="150"/>
                </a:cubicBezTo>
                <a:cubicBezTo>
                  <a:pt x="669" y="158"/>
                  <a:pt x="668" y="162"/>
                  <a:pt x="668" y="172"/>
                </a:cubicBezTo>
                <a:cubicBezTo>
                  <a:pt x="667" y="179"/>
                  <a:pt x="671" y="187"/>
                  <a:pt x="668" y="194"/>
                </a:cubicBezTo>
                <a:cubicBezTo>
                  <a:pt x="666" y="198"/>
                  <a:pt x="661" y="201"/>
                  <a:pt x="665" y="205"/>
                </a:cubicBezTo>
                <a:cubicBezTo>
                  <a:pt x="668" y="209"/>
                  <a:pt x="677" y="206"/>
                  <a:pt x="671" y="214"/>
                </a:cubicBezTo>
                <a:cubicBezTo>
                  <a:pt x="668" y="217"/>
                  <a:pt x="659" y="222"/>
                  <a:pt x="668" y="226"/>
                </a:cubicBezTo>
                <a:cubicBezTo>
                  <a:pt x="671" y="225"/>
                  <a:pt x="678" y="228"/>
                  <a:pt x="679" y="232"/>
                </a:cubicBezTo>
                <a:cubicBezTo>
                  <a:pt x="679" y="236"/>
                  <a:pt x="674" y="238"/>
                  <a:pt x="674" y="242"/>
                </a:cubicBezTo>
                <a:cubicBezTo>
                  <a:pt x="667" y="245"/>
                  <a:pt x="663" y="254"/>
                  <a:pt x="659" y="259"/>
                </a:cubicBezTo>
                <a:cubicBezTo>
                  <a:pt x="653" y="269"/>
                  <a:pt x="658" y="275"/>
                  <a:pt x="661" y="284"/>
                </a:cubicBezTo>
                <a:cubicBezTo>
                  <a:pt x="664" y="292"/>
                  <a:pt x="660" y="279"/>
                  <a:pt x="661" y="284"/>
                </a:cubicBezTo>
                <a:close/>
                <a:moveTo>
                  <a:pt x="816" y="289"/>
                </a:moveTo>
                <a:cubicBezTo>
                  <a:pt x="815" y="290"/>
                  <a:pt x="815" y="291"/>
                  <a:pt x="813" y="291"/>
                </a:cubicBezTo>
                <a:cubicBezTo>
                  <a:pt x="809" y="293"/>
                  <a:pt x="812" y="290"/>
                  <a:pt x="811" y="288"/>
                </a:cubicBezTo>
                <a:cubicBezTo>
                  <a:pt x="810" y="286"/>
                  <a:pt x="807" y="276"/>
                  <a:pt x="804" y="284"/>
                </a:cubicBezTo>
                <a:cubicBezTo>
                  <a:pt x="804" y="284"/>
                  <a:pt x="803" y="284"/>
                  <a:pt x="803" y="284"/>
                </a:cubicBezTo>
                <a:cubicBezTo>
                  <a:pt x="802" y="279"/>
                  <a:pt x="801" y="284"/>
                  <a:pt x="800" y="284"/>
                </a:cubicBezTo>
                <a:cubicBezTo>
                  <a:pt x="801" y="283"/>
                  <a:pt x="797" y="289"/>
                  <a:pt x="797" y="287"/>
                </a:cubicBezTo>
                <a:cubicBezTo>
                  <a:pt x="797" y="294"/>
                  <a:pt x="802" y="288"/>
                  <a:pt x="807" y="289"/>
                </a:cubicBezTo>
                <a:cubicBezTo>
                  <a:pt x="810" y="293"/>
                  <a:pt x="801" y="294"/>
                  <a:pt x="802" y="294"/>
                </a:cubicBezTo>
                <a:cubicBezTo>
                  <a:pt x="800" y="295"/>
                  <a:pt x="796" y="292"/>
                  <a:pt x="799" y="296"/>
                </a:cubicBezTo>
                <a:cubicBezTo>
                  <a:pt x="800" y="297"/>
                  <a:pt x="803" y="298"/>
                  <a:pt x="804" y="298"/>
                </a:cubicBezTo>
                <a:cubicBezTo>
                  <a:pt x="810" y="305"/>
                  <a:pt x="802" y="301"/>
                  <a:pt x="802" y="303"/>
                </a:cubicBezTo>
                <a:cubicBezTo>
                  <a:pt x="801" y="309"/>
                  <a:pt x="810" y="307"/>
                  <a:pt x="812" y="308"/>
                </a:cubicBezTo>
                <a:cubicBezTo>
                  <a:pt x="815" y="308"/>
                  <a:pt x="817" y="311"/>
                  <a:pt x="819" y="311"/>
                </a:cubicBezTo>
                <a:cubicBezTo>
                  <a:pt x="824" y="312"/>
                  <a:pt x="822" y="311"/>
                  <a:pt x="826" y="310"/>
                </a:cubicBezTo>
                <a:cubicBezTo>
                  <a:pt x="830" y="308"/>
                  <a:pt x="839" y="306"/>
                  <a:pt x="841" y="302"/>
                </a:cubicBezTo>
                <a:cubicBezTo>
                  <a:pt x="843" y="305"/>
                  <a:pt x="845" y="296"/>
                  <a:pt x="846" y="299"/>
                </a:cubicBezTo>
                <a:cubicBezTo>
                  <a:pt x="846" y="299"/>
                  <a:pt x="847" y="299"/>
                  <a:pt x="847" y="299"/>
                </a:cubicBezTo>
                <a:cubicBezTo>
                  <a:pt x="848" y="294"/>
                  <a:pt x="849" y="292"/>
                  <a:pt x="844" y="290"/>
                </a:cubicBezTo>
                <a:cubicBezTo>
                  <a:pt x="844" y="288"/>
                  <a:pt x="844" y="284"/>
                  <a:pt x="843" y="282"/>
                </a:cubicBezTo>
                <a:cubicBezTo>
                  <a:pt x="842" y="282"/>
                  <a:pt x="841" y="283"/>
                  <a:pt x="840" y="283"/>
                </a:cubicBezTo>
                <a:cubicBezTo>
                  <a:pt x="839" y="283"/>
                  <a:pt x="839" y="281"/>
                  <a:pt x="838" y="281"/>
                </a:cubicBezTo>
                <a:cubicBezTo>
                  <a:pt x="835" y="282"/>
                  <a:pt x="836" y="284"/>
                  <a:pt x="834" y="284"/>
                </a:cubicBezTo>
                <a:cubicBezTo>
                  <a:pt x="829" y="286"/>
                  <a:pt x="827" y="281"/>
                  <a:pt x="826" y="289"/>
                </a:cubicBezTo>
                <a:cubicBezTo>
                  <a:pt x="824" y="289"/>
                  <a:pt x="825" y="285"/>
                  <a:pt x="824" y="284"/>
                </a:cubicBezTo>
                <a:cubicBezTo>
                  <a:pt x="820" y="283"/>
                  <a:pt x="822" y="287"/>
                  <a:pt x="819" y="287"/>
                </a:cubicBezTo>
                <a:cubicBezTo>
                  <a:pt x="818" y="288"/>
                  <a:pt x="818" y="284"/>
                  <a:pt x="818" y="284"/>
                </a:cubicBezTo>
                <a:cubicBezTo>
                  <a:pt x="818" y="281"/>
                  <a:pt x="815" y="290"/>
                  <a:pt x="816" y="289"/>
                </a:cubicBezTo>
                <a:close/>
                <a:moveTo>
                  <a:pt x="576" y="120"/>
                </a:moveTo>
                <a:cubicBezTo>
                  <a:pt x="577" y="121"/>
                  <a:pt x="577" y="123"/>
                  <a:pt x="579" y="124"/>
                </a:cubicBezTo>
                <a:cubicBezTo>
                  <a:pt x="591" y="127"/>
                  <a:pt x="584" y="111"/>
                  <a:pt x="587" y="107"/>
                </a:cubicBezTo>
                <a:cubicBezTo>
                  <a:pt x="588" y="104"/>
                  <a:pt x="592" y="103"/>
                  <a:pt x="595" y="102"/>
                </a:cubicBezTo>
                <a:cubicBezTo>
                  <a:pt x="598" y="99"/>
                  <a:pt x="600" y="96"/>
                  <a:pt x="603" y="94"/>
                </a:cubicBezTo>
                <a:cubicBezTo>
                  <a:pt x="607" y="90"/>
                  <a:pt x="610" y="90"/>
                  <a:pt x="615" y="88"/>
                </a:cubicBezTo>
                <a:cubicBezTo>
                  <a:pt x="621" y="86"/>
                  <a:pt x="618" y="85"/>
                  <a:pt x="618" y="81"/>
                </a:cubicBezTo>
                <a:cubicBezTo>
                  <a:pt x="617" y="68"/>
                  <a:pt x="627" y="70"/>
                  <a:pt x="636" y="68"/>
                </a:cubicBezTo>
                <a:cubicBezTo>
                  <a:pt x="640" y="67"/>
                  <a:pt x="642" y="64"/>
                  <a:pt x="645" y="63"/>
                </a:cubicBezTo>
                <a:cubicBezTo>
                  <a:pt x="649" y="61"/>
                  <a:pt x="654" y="61"/>
                  <a:pt x="656" y="59"/>
                </a:cubicBezTo>
                <a:cubicBezTo>
                  <a:pt x="658" y="56"/>
                  <a:pt x="657" y="53"/>
                  <a:pt x="659" y="51"/>
                </a:cubicBezTo>
                <a:cubicBezTo>
                  <a:pt x="662" y="48"/>
                  <a:pt x="668" y="48"/>
                  <a:pt x="671" y="45"/>
                </a:cubicBezTo>
                <a:cubicBezTo>
                  <a:pt x="675" y="43"/>
                  <a:pt x="678" y="40"/>
                  <a:pt x="682" y="37"/>
                </a:cubicBezTo>
                <a:cubicBezTo>
                  <a:pt x="687" y="34"/>
                  <a:pt x="693" y="34"/>
                  <a:pt x="699" y="31"/>
                </a:cubicBezTo>
                <a:cubicBezTo>
                  <a:pt x="693" y="20"/>
                  <a:pt x="688" y="13"/>
                  <a:pt x="677" y="6"/>
                </a:cubicBezTo>
                <a:cubicBezTo>
                  <a:pt x="672" y="4"/>
                  <a:pt x="668" y="2"/>
                  <a:pt x="662" y="3"/>
                </a:cubicBezTo>
                <a:cubicBezTo>
                  <a:pt x="654" y="5"/>
                  <a:pt x="651" y="4"/>
                  <a:pt x="643" y="2"/>
                </a:cubicBezTo>
                <a:cubicBezTo>
                  <a:pt x="632" y="0"/>
                  <a:pt x="624" y="10"/>
                  <a:pt x="613" y="11"/>
                </a:cubicBezTo>
                <a:cubicBezTo>
                  <a:pt x="603" y="11"/>
                  <a:pt x="595" y="12"/>
                  <a:pt x="594" y="25"/>
                </a:cubicBezTo>
                <a:cubicBezTo>
                  <a:pt x="593" y="34"/>
                  <a:pt x="604" y="45"/>
                  <a:pt x="613" y="43"/>
                </a:cubicBezTo>
                <a:cubicBezTo>
                  <a:pt x="615" y="42"/>
                  <a:pt x="637" y="33"/>
                  <a:pt x="631" y="44"/>
                </a:cubicBezTo>
                <a:cubicBezTo>
                  <a:pt x="629" y="47"/>
                  <a:pt x="622" y="48"/>
                  <a:pt x="619" y="48"/>
                </a:cubicBezTo>
                <a:cubicBezTo>
                  <a:pt x="613" y="47"/>
                  <a:pt x="612" y="46"/>
                  <a:pt x="606" y="50"/>
                </a:cubicBezTo>
                <a:cubicBezTo>
                  <a:pt x="601" y="53"/>
                  <a:pt x="603" y="55"/>
                  <a:pt x="598" y="51"/>
                </a:cubicBezTo>
                <a:cubicBezTo>
                  <a:pt x="593" y="47"/>
                  <a:pt x="593" y="44"/>
                  <a:pt x="586" y="46"/>
                </a:cubicBezTo>
                <a:cubicBezTo>
                  <a:pt x="587" y="53"/>
                  <a:pt x="594" y="65"/>
                  <a:pt x="585" y="71"/>
                </a:cubicBezTo>
                <a:cubicBezTo>
                  <a:pt x="582" y="73"/>
                  <a:pt x="579" y="71"/>
                  <a:pt x="576" y="72"/>
                </a:cubicBezTo>
                <a:cubicBezTo>
                  <a:pt x="574" y="73"/>
                  <a:pt x="573" y="75"/>
                  <a:pt x="572" y="76"/>
                </a:cubicBezTo>
                <a:cubicBezTo>
                  <a:pt x="570" y="77"/>
                  <a:pt x="561" y="78"/>
                  <a:pt x="561" y="81"/>
                </a:cubicBezTo>
                <a:cubicBezTo>
                  <a:pt x="564" y="82"/>
                  <a:pt x="566" y="83"/>
                  <a:pt x="569" y="83"/>
                </a:cubicBezTo>
                <a:cubicBezTo>
                  <a:pt x="568" y="86"/>
                  <a:pt x="570" y="88"/>
                  <a:pt x="569" y="92"/>
                </a:cubicBezTo>
                <a:cubicBezTo>
                  <a:pt x="562" y="90"/>
                  <a:pt x="563" y="92"/>
                  <a:pt x="560" y="96"/>
                </a:cubicBezTo>
                <a:cubicBezTo>
                  <a:pt x="556" y="103"/>
                  <a:pt x="557" y="101"/>
                  <a:pt x="550" y="104"/>
                </a:cubicBezTo>
                <a:cubicBezTo>
                  <a:pt x="544" y="106"/>
                  <a:pt x="545" y="107"/>
                  <a:pt x="549" y="111"/>
                </a:cubicBezTo>
                <a:cubicBezTo>
                  <a:pt x="554" y="115"/>
                  <a:pt x="555" y="117"/>
                  <a:pt x="562" y="116"/>
                </a:cubicBezTo>
                <a:cubicBezTo>
                  <a:pt x="568" y="116"/>
                  <a:pt x="571" y="116"/>
                  <a:pt x="576" y="120"/>
                </a:cubicBezTo>
                <a:close/>
                <a:moveTo>
                  <a:pt x="541" y="112"/>
                </a:moveTo>
                <a:cubicBezTo>
                  <a:pt x="541" y="112"/>
                  <a:pt x="530" y="104"/>
                  <a:pt x="537" y="105"/>
                </a:cubicBezTo>
                <a:cubicBezTo>
                  <a:pt x="537" y="99"/>
                  <a:pt x="525" y="105"/>
                  <a:pt x="524" y="105"/>
                </a:cubicBezTo>
                <a:cubicBezTo>
                  <a:pt x="524" y="104"/>
                  <a:pt x="528" y="101"/>
                  <a:pt x="528" y="99"/>
                </a:cubicBezTo>
                <a:cubicBezTo>
                  <a:pt x="528" y="96"/>
                  <a:pt x="526" y="96"/>
                  <a:pt x="524" y="95"/>
                </a:cubicBezTo>
                <a:cubicBezTo>
                  <a:pt x="522" y="93"/>
                  <a:pt x="522" y="91"/>
                  <a:pt x="519" y="91"/>
                </a:cubicBezTo>
                <a:cubicBezTo>
                  <a:pt x="517" y="92"/>
                  <a:pt x="517" y="96"/>
                  <a:pt x="514" y="94"/>
                </a:cubicBezTo>
                <a:cubicBezTo>
                  <a:pt x="513" y="95"/>
                  <a:pt x="519" y="97"/>
                  <a:pt x="516" y="99"/>
                </a:cubicBezTo>
                <a:cubicBezTo>
                  <a:pt x="516" y="98"/>
                  <a:pt x="517" y="106"/>
                  <a:pt x="516" y="103"/>
                </a:cubicBezTo>
                <a:cubicBezTo>
                  <a:pt x="518" y="106"/>
                  <a:pt x="519" y="103"/>
                  <a:pt x="521" y="105"/>
                </a:cubicBezTo>
                <a:cubicBezTo>
                  <a:pt x="524" y="107"/>
                  <a:pt x="528" y="110"/>
                  <a:pt x="526" y="115"/>
                </a:cubicBezTo>
                <a:cubicBezTo>
                  <a:pt x="525" y="120"/>
                  <a:pt x="519" y="122"/>
                  <a:pt x="518" y="127"/>
                </a:cubicBezTo>
                <a:cubicBezTo>
                  <a:pt x="518" y="129"/>
                  <a:pt x="516" y="130"/>
                  <a:pt x="518" y="132"/>
                </a:cubicBezTo>
                <a:cubicBezTo>
                  <a:pt x="520" y="135"/>
                  <a:pt x="521" y="131"/>
                  <a:pt x="523" y="132"/>
                </a:cubicBezTo>
                <a:cubicBezTo>
                  <a:pt x="524" y="133"/>
                  <a:pt x="522" y="135"/>
                  <a:pt x="522" y="135"/>
                </a:cubicBezTo>
                <a:cubicBezTo>
                  <a:pt x="526" y="139"/>
                  <a:pt x="528" y="134"/>
                  <a:pt x="532" y="134"/>
                </a:cubicBezTo>
                <a:cubicBezTo>
                  <a:pt x="531" y="141"/>
                  <a:pt x="531" y="139"/>
                  <a:pt x="538" y="140"/>
                </a:cubicBezTo>
                <a:cubicBezTo>
                  <a:pt x="538" y="140"/>
                  <a:pt x="546" y="143"/>
                  <a:pt x="547" y="143"/>
                </a:cubicBezTo>
                <a:cubicBezTo>
                  <a:pt x="550" y="144"/>
                  <a:pt x="550" y="144"/>
                  <a:pt x="553" y="143"/>
                </a:cubicBezTo>
                <a:cubicBezTo>
                  <a:pt x="554" y="142"/>
                  <a:pt x="553" y="139"/>
                  <a:pt x="556" y="139"/>
                </a:cubicBezTo>
                <a:cubicBezTo>
                  <a:pt x="556" y="144"/>
                  <a:pt x="552" y="145"/>
                  <a:pt x="560" y="147"/>
                </a:cubicBezTo>
                <a:cubicBezTo>
                  <a:pt x="565" y="148"/>
                  <a:pt x="567" y="143"/>
                  <a:pt x="572" y="143"/>
                </a:cubicBezTo>
                <a:cubicBezTo>
                  <a:pt x="569" y="137"/>
                  <a:pt x="574" y="139"/>
                  <a:pt x="574" y="134"/>
                </a:cubicBezTo>
                <a:cubicBezTo>
                  <a:pt x="574" y="131"/>
                  <a:pt x="569" y="128"/>
                  <a:pt x="567" y="127"/>
                </a:cubicBezTo>
                <a:cubicBezTo>
                  <a:pt x="561" y="124"/>
                  <a:pt x="548" y="130"/>
                  <a:pt x="545" y="125"/>
                </a:cubicBezTo>
                <a:cubicBezTo>
                  <a:pt x="544" y="125"/>
                  <a:pt x="543" y="126"/>
                  <a:pt x="542" y="126"/>
                </a:cubicBezTo>
                <a:cubicBezTo>
                  <a:pt x="542" y="124"/>
                  <a:pt x="539" y="123"/>
                  <a:pt x="539" y="122"/>
                </a:cubicBezTo>
                <a:cubicBezTo>
                  <a:pt x="536" y="122"/>
                  <a:pt x="537" y="124"/>
                  <a:pt x="535" y="124"/>
                </a:cubicBezTo>
                <a:cubicBezTo>
                  <a:pt x="535" y="123"/>
                  <a:pt x="536" y="119"/>
                  <a:pt x="535" y="119"/>
                </a:cubicBezTo>
                <a:cubicBezTo>
                  <a:pt x="534" y="115"/>
                  <a:pt x="535" y="118"/>
                  <a:pt x="530" y="116"/>
                </a:cubicBezTo>
                <a:cubicBezTo>
                  <a:pt x="531" y="113"/>
                  <a:pt x="532" y="114"/>
                  <a:pt x="534" y="114"/>
                </a:cubicBezTo>
                <a:cubicBezTo>
                  <a:pt x="534" y="113"/>
                  <a:pt x="532" y="110"/>
                  <a:pt x="532" y="109"/>
                </a:cubicBezTo>
                <a:cubicBezTo>
                  <a:pt x="532" y="109"/>
                  <a:pt x="542" y="115"/>
                  <a:pt x="541" y="112"/>
                </a:cubicBezTo>
                <a:close/>
                <a:moveTo>
                  <a:pt x="506" y="117"/>
                </a:moveTo>
                <a:cubicBezTo>
                  <a:pt x="505" y="120"/>
                  <a:pt x="500" y="122"/>
                  <a:pt x="500" y="125"/>
                </a:cubicBezTo>
                <a:cubicBezTo>
                  <a:pt x="501" y="126"/>
                  <a:pt x="506" y="130"/>
                  <a:pt x="507" y="130"/>
                </a:cubicBezTo>
                <a:cubicBezTo>
                  <a:pt x="517" y="132"/>
                  <a:pt x="512" y="112"/>
                  <a:pt x="506" y="117"/>
                </a:cubicBezTo>
                <a:cubicBezTo>
                  <a:pt x="506" y="118"/>
                  <a:pt x="509" y="115"/>
                  <a:pt x="506" y="117"/>
                </a:cubicBezTo>
                <a:close/>
                <a:moveTo>
                  <a:pt x="580" y="55"/>
                </a:moveTo>
                <a:cubicBezTo>
                  <a:pt x="584" y="52"/>
                  <a:pt x="583" y="52"/>
                  <a:pt x="584" y="49"/>
                </a:cubicBezTo>
                <a:cubicBezTo>
                  <a:pt x="584" y="48"/>
                  <a:pt x="586" y="40"/>
                  <a:pt x="585" y="41"/>
                </a:cubicBezTo>
                <a:cubicBezTo>
                  <a:pt x="585" y="41"/>
                  <a:pt x="583" y="48"/>
                  <a:pt x="581" y="46"/>
                </a:cubicBezTo>
                <a:cubicBezTo>
                  <a:pt x="580" y="44"/>
                  <a:pt x="583" y="42"/>
                  <a:pt x="583" y="40"/>
                </a:cubicBezTo>
                <a:cubicBezTo>
                  <a:pt x="582" y="36"/>
                  <a:pt x="580" y="40"/>
                  <a:pt x="579" y="38"/>
                </a:cubicBezTo>
                <a:cubicBezTo>
                  <a:pt x="576" y="32"/>
                  <a:pt x="581" y="25"/>
                  <a:pt x="578" y="19"/>
                </a:cubicBezTo>
                <a:cubicBezTo>
                  <a:pt x="576" y="17"/>
                  <a:pt x="573" y="16"/>
                  <a:pt x="570" y="18"/>
                </a:cubicBezTo>
                <a:cubicBezTo>
                  <a:pt x="570" y="21"/>
                  <a:pt x="575" y="20"/>
                  <a:pt x="575" y="23"/>
                </a:cubicBezTo>
                <a:cubicBezTo>
                  <a:pt x="576" y="24"/>
                  <a:pt x="571" y="23"/>
                  <a:pt x="570" y="25"/>
                </a:cubicBezTo>
                <a:cubicBezTo>
                  <a:pt x="566" y="26"/>
                  <a:pt x="567" y="25"/>
                  <a:pt x="566" y="29"/>
                </a:cubicBezTo>
                <a:cubicBezTo>
                  <a:pt x="566" y="29"/>
                  <a:pt x="567" y="30"/>
                  <a:pt x="567" y="31"/>
                </a:cubicBezTo>
                <a:cubicBezTo>
                  <a:pt x="564" y="34"/>
                  <a:pt x="565" y="30"/>
                  <a:pt x="562" y="32"/>
                </a:cubicBezTo>
                <a:cubicBezTo>
                  <a:pt x="564" y="36"/>
                  <a:pt x="556" y="32"/>
                  <a:pt x="556" y="32"/>
                </a:cubicBezTo>
                <a:cubicBezTo>
                  <a:pt x="555" y="34"/>
                  <a:pt x="562" y="41"/>
                  <a:pt x="564" y="42"/>
                </a:cubicBezTo>
                <a:cubicBezTo>
                  <a:pt x="563" y="46"/>
                  <a:pt x="556" y="39"/>
                  <a:pt x="554" y="39"/>
                </a:cubicBezTo>
                <a:cubicBezTo>
                  <a:pt x="552" y="39"/>
                  <a:pt x="550" y="48"/>
                  <a:pt x="556" y="49"/>
                </a:cubicBezTo>
                <a:cubicBezTo>
                  <a:pt x="556" y="49"/>
                  <a:pt x="556" y="49"/>
                  <a:pt x="556" y="49"/>
                </a:cubicBezTo>
                <a:cubicBezTo>
                  <a:pt x="554" y="50"/>
                  <a:pt x="543" y="55"/>
                  <a:pt x="552" y="55"/>
                </a:cubicBezTo>
                <a:cubicBezTo>
                  <a:pt x="552" y="55"/>
                  <a:pt x="552" y="56"/>
                  <a:pt x="552" y="57"/>
                </a:cubicBezTo>
                <a:cubicBezTo>
                  <a:pt x="553" y="57"/>
                  <a:pt x="555" y="55"/>
                  <a:pt x="555" y="58"/>
                </a:cubicBezTo>
                <a:cubicBezTo>
                  <a:pt x="556" y="58"/>
                  <a:pt x="563" y="61"/>
                  <a:pt x="562" y="62"/>
                </a:cubicBezTo>
                <a:cubicBezTo>
                  <a:pt x="561" y="62"/>
                  <a:pt x="559" y="61"/>
                  <a:pt x="557" y="61"/>
                </a:cubicBezTo>
                <a:cubicBezTo>
                  <a:pt x="558" y="63"/>
                  <a:pt x="562" y="63"/>
                  <a:pt x="562" y="64"/>
                </a:cubicBezTo>
                <a:cubicBezTo>
                  <a:pt x="557" y="64"/>
                  <a:pt x="553" y="59"/>
                  <a:pt x="549" y="63"/>
                </a:cubicBezTo>
                <a:cubicBezTo>
                  <a:pt x="547" y="65"/>
                  <a:pt x="547" y="69"/>
                  <a:pt x="547" y="72"/>
                </a:cubicBezTo>
                <a:cubicBezTo>
                  <a:pt x="548" y="74"/>
                  <a:pt x="547" y="79"/>
                  <a:pt x="552" y="80"/>
                </a:cubicBezTo>
                <a:cubicBezTo>
                  <a:pt x="557" y="81"/>
                  <a:pt x="555" y="74"/>
                  <a:pt x="559" y="73"/>
                </a:cubicBezTo>
                <a:cubicBezTo>
                  <a:pt x="560" y="76"/>
                  <a:pt x="556" y="79"/>
                  <a:pt x="558" y="81"/>
                </a:cubicBezTo>
                <a:cubicBezTo>
                  <a:pt x="559" y="81"/>
                  <a:pt x="559" y="79"/>
                  <a:pt x="560" y="78"/>
                </a:cubicBezTo>
                <a:cubicBezTo>
                  <a:pt x="562" y="77"/>
                  <a:pt x="563" y="76"/>
                  <a:pt x="565" y="74"/>
                </a:cubicBezTo>
                <a:cubicBezTo>
                  <a:pt x="566" y="72"/>
                  <a:pt x="566" y="67"/>
                  <a:pt x="569" y="68"/>
                </a:cubicBezTo>
                <a:cubicBezTo>
                  <a:pt x="569" y="70"/>
                  <a:pt x="566" y="72"/>
                  <a:pt x="567" y="73"/>
                </a:cubicBezTo>
                <a:cubicBezTo>
                  <a:pt x="568" y="74"/>
                  <a:pt x="569" y="75"/>
                  <a:pt x="569" y="74"/>
                </a:cubicBezTo>
                <a:cubicBezTo>
                  <a:pt x="571" y="72"/>
                  <a:pt x="571" y="69"/>
                  <a:pt x="573" y="68"/>
                </a:cubicBezTo>
                <a:cubicBezTo>
                  <a:pt x="573" y="69"/>
                  <a:pt x="573" y="69"/>
                  <a:pt x="573" y="70"/>
                </a:cubicBezTo>
                <a:cubicBezTo>
                  <a:pt x="578" y="66"/>
                  <a:pt x="588" y="67"/>
                  <a:pt x="585" y="58"/>
                </a:cubicBezTo>
                <a:cubicBezTo>
                  <a:pt x="584" y="58"/>
                  <a:pt x="583" y="61"/>
                  <a:pt x="582" y="61"/>
                </a:cubicBezTo>
                <a:cubicBezTo>
                  <a:pt x="581" y="56"/>
                  <a:pt x="582" y="58"/>
                  <a:pt x="581" y="56"/>
                </a:cubicBezTo>
                <a:cubicBezTo>
                  <a:pt x="581" y="56"/>
                  <a:pt x="577" y="58"/>
                  <a:pt x="577" y="56"/>
                </a:cubicBezTo>
                <a:cubicBezTo>
                  <a:pt x="577" y="55"/>
                  <a:pt x="578" y="55"/>
                  <a:pt x="579" y="55"/>
                </a:cubicBezTo>
                <a:lnTo>
                  <a:pt x="580" y="55"/>
                </a:lnTo>
                <a:close/>
                <a:moveTo>
                  <a:pt x="526" y="77"/>
                </a:moveTo>
                <a:cubicBezTo>
                  <a:pt x="529" y="79"/>
                  <a:pt x="534" y="79"/>
                  <a:pt x="536" y="77"/>
                </a:cubicBezTo>
                <a:cubicBezTo>
                  <a:pt x="539" y="75"/>
                  <a:pt x="537" y="70"/>
                  <a:pt x="536" y="67"/>
                </a:cubicBezTo>
                <a:cubicBezTo>
                  <a:pt x="533" y="53"/>
                  <a:pt x="524" y="63"/>
                  <a:pt x="527" y="72"/>
                </a:cubicBezTo>
                <a:cubicBezTo>
                  <a:pt x="524" y="73"/>
                  <a:pt x="522" y="78"/>
                  <a:pt x="526" y="78"/>
                </a:cubicBezTo>
                <a:lnTo>
                  <a:pt x="526" y="77"/>
                </a:lnTo>
                <a:close/>
                <a:moveTo>
                  <a:pt x="464" y="98"/>
                </a:moveTo>
                <a:cubicBezTo>
                  <a:pt x="463" y="98"/>
                  <a:pt x="459" y="99"/>
                  <a:pt x="457" y="99"/>
                </a:cubicBezTo>
                <a:cubicBezTo>
                  <a:pt x="459" y="99"/>
                  <a:pt x="463" y="81"/>
                  <a:pt x="463" y="79"/>
                </a:cubicBezTo>
                <a:cubicBezTo>
                  <a:pt x="462" y="79"/>
                  <a:pt x="453" y="85"/>
                  <a:pt x="454" y="87"/>
                </a:cubicBezTo>
                <a:cubicBezTo>
                  <a:pt x="456" y="91"/>
                  <a:pt x="452" y="90"/>
                  <a:pt x="452" y="92"/>
                </a:cubicBezTo>
                <a:cubicBezTo>
                  <a:pt x="451" y="94"/>
                  <a:pt x="452" y="97"/>
                  <a:pt x="450" y="98"/>
                </a:cubicBezTo>
                <a:cubicBezTo>
                  <a:pt x="442" y="105"/>
                  <a:pt x="444" y="94"/>
                  <a:pt x="441" y="92"/>
                </a:cubicBezTo>
                <a:cubicBezTo>
                  <a:pt x="442" y="90"/>
                  <a:pt x="443" y="89"/>
                  <a:pt x="442" y="86"/>
                </a:cubicBezTo>
                <a:cubicBezTo>
                  <a:pt x="441" y="84"/>
                  <a:pt x="439" y="84"/>
                  <a:pt x="439" y="83"/>
                </a:cubicBezTo>
                <a:cubicBezTo>
                  <a:pt x="437" y="80"/>
                  <a:pt x="438" y="75"/>
                  <a:pt x="431" y="77"/>
                </a:cubicBezTo>
                <a:cubicBezTo>
                  <a:pt x="430" y="80"/>
                  <a:pt x="433" y="79"/>
                  <a:pt x="431" y="81"/>
                </a:cubicBezTo>
                <a:cubicBezTo>
                  <a:pt x="430" y="82"/>
                  <a:pt x="428" y="79"/>
                  <a:pt x="427" y="80"/>
                </a:cubicBezTo>
                <a:cubicBezTo>
                  <a:pt x="420" y="84"/>
                  <a:pt x="429" y="85"/>
                  <a:pt x="429" y="86"/>
                </a:cubicBezTo>
                <a:cubicBezTo>
                  <a:pt x="426" y="89"/>
                  <a:pt x="422" y="84"/>
                  <a:pt x="419" y="87"/>
                </a:cubicBezTo>
                <a:cubicBezTo>
                  <a:pt x="414" y="91"/>
                  <a:pt x="423" y="89"/>
                  <a:pt x="424" y="90"/>
                </a:cubicBezTo>
                <a:cubicBezTo>
                  <a:pt x="427" y="95"/>
                  <a:pt x="416" y="91"/>
                  <a:pt x="415" y="92"/>
                </a:cubicBezTo>
                <a:cubicBezTo>
                  <a:pt x="410" y="93"/>
                  <a:pt x="411" y="99"/>
                  <a:pt x="416" y="98"/>
                </a:cubicBezTo>
                <a:cubicBezTo>
                  <a:pt x="416" y="102"/>
                  <a:pt x="417" y="100"/>
                  <a:pt x="420" y="100"/>
                </a:cubicBezTo>
                <a:cubicBezTo>
                  <a:pt x="419" y="103"/>
                  <a:pt x="426" y="99"/>
                  <a:pt x="428" y="100"/>
                </a:cubicBezTo>
                <a:cubicBezTo>
                  <a:pt x="427" y="100"/>
                  <a:pt x="425" y="104"/>
                  <a:pt x="431" y="102"/>
                </a:cubicBezTo>
                <a:cubicBezTo>
                  <a:pt x="431" y="102"/>
                  <a:pt x="431" y="102"/>
                  <a:pt x="431" y="102"/>
                </a:cubicBezTo>
                <a:cubicBezTo>
                  <a:pt x="432" y="102"/>
                  <a:pt x="438" y="103"/>
                  <a:pt x="439" y="103"/>
                </a:cubicBezTo>
                <a:cubicBezTo>
                  <a:pt x="437" y="108"/>
                  <a:pt x="416" y="102"/>
                  <a:pt x="421" y="110"/>
                </a:cubicBezTo>
                <a:cubicBezTo>
                  <a:pt x="426" y="118"/>
                  <a:pt x="435" y="109"/>
                  <a:pt x="440" y="110"/>
                </a:cubicBezTo>
                <a:cubicBezTo>
                  <a:pt x="441" y="110"/>
                  <a:pt x="441" y="110"/>
                  <a:pt x="441" y="110"/>
                </a:cubicBezTo>
                <a:cubicBezTo>
                  <a:pt x="443" y="109"/>
                  <a:pt x="445" y="109"/>
                  <a:pt x="448" y="109"/>
                </a:cubicBezTo>
                <a:cubicBezTo>
                  <a:pt x="448" y="110"/>
                  <a:pt x="455" y="112"/>
                  <a:pt x="457" y="111"/>
                </a:cubicBezTo>
                <a:cubicBezTo>
                  <a:pt x="461" y="111"/>
                  <a:pt x="472" y="101"/>
                  <a:pt x="470" y="97"/>
                </a:cubicBezTo>
                <a:cubicBezTo>
                  <a:pt x="467" y="92"/>
                  <a:pt x="466" y="98"/>
                  <a:pt x="464" y="98"/>
                </a:cubicBezTo>
                <a:close/>
                <a:moveTo>
                  <a:pt x="491" y="102"/>
                </a:moveTo>
                <a:cubicBezTo>
                  <a:pt x="492" y="101"/>
                  <a:pt x="491" y="95"/>
                  <a:pt x="489" y="94"/>
                </a:cubicBezTo>
                <a:cubicBezTo>
                  <a:pt x="486" y="94"/>
                  <a:pt x="488" y="99"/>
                  <a:pt x="487" y="101"/>
                </a:cubicBezTo>
                <a:cubicBezTo>
                  <a:pt x="486" y="102"/>
                  <a:pt x="480" y="104"/>
                  <a:pt x="480" y="106"/>
                </a:cubicBezTo>
                <a:cubicBezTo>
                  <a:pt x="481" y="110"/>
                  <a:pt x="489" y="107"/>
                  <a:pt x="491" y="110"/>
                </a:cubicBezTo>
                <a:cubicBezTo>
                  <a:pt x="492" y="113"/>
                  <a:pt x="486" y="114"/>
                  <a:pt x="487" y="118"/>
                </a:cubicBezTo>
                <a:cubicBezTo>
                  <a:pt x="488" y="124"/>
                  <a:pt x="495" y="118"/>
                  <a:pt x="497" y="116"/>
                </a:cubicBezTo>
                <a:cubicBezTo>
                  <a:pt x="502" y="111"/>
                  <a:pt x="508" y="102"/>
                  <a:pt x="507" y="94"/>
                </a:cubicBezTo>
                <a:cubicBezTo>
                  <a:pt x="504" y="94"/>
                  <a:pt x="504" y="99"/>
                  <a:pt x="501" y="98"/>
                </a:cubicBezTo>
                <a:cubicBezTo>
                  <a:pt x="501" y="94"/>
                  <a:pt x="498" y="90"/>
                  <a:pt x="495" y="95"/>
                </a:cubicBezTo>
                <a:cubicBezTo>
                  <a:pt x="494" y="97"/>
                  <a:pt x="496" y="101"/>
                  <a:pt x="496" y="103"/>
                </a:cubicBezTo>
                <a:cubicBezTo>
                  <a:pt x="495" y="103"/>
                  <a:pt x="493" y="107"/>
                  <a:pt x="493" y="103"/>
                </a:cubicBezTo>
                <a:lnTo>
                  <a:pt x="491" y="102"/>
                </a:lnTo>
                <a:close/>
                <a:moveTo>
                  <a:pt x="430" y="73"/>
                </a:moveTo>
                <a:cubicBezTo>
                  <a:pt x="432" y="74"/>
                  <a:pt x="437" y="69"/>
                  <a:pt x="438" y="68"/>
                </a:cubicBezTo>
                <a:cubicBezTo>
                  <a:pt x="439" y="67"/>
                  <a:pt x="438" y="65"/>
                  <a:pt x="439" y="65"/>
                </a:cubicBezTo>
                <a:cubicBezTo>
                  <a:pt x="440" y="64"/>
                  <a:pt x="442" y="64"/>
                  <a:pt x="442" y="63"/>
                </a:cubicBezTo>
                <a:cubicBezTo>
                  <a:pt x="444" y="61"/>
                  <a:pt x="444" y="57"/>
                  <a:pt x="442" y="56"/>
                </a:cubicBezTo>
                <a:cubicBezTo>
                  <a:pt x="441" y="55"/>
                  <a:pt x="436" y="61"/>
                  <a:pt x="438" y="56"/>
                </a:cubicBezTo>
                <a:cubicBezTo>
                  <a:pt x="432" y="56"/>
                  <a:pt x="430" y="55"/>
                  <a:pt x="425" y="58"/>
                </a:cubicBezTo>
                <a:cubicBezTo>
                  <a:pt x="422" y="60"/>
                  <a:pt x="420" y="62"/>
                  <a:pt x="416" y="64"/>
                </a:cubicBezTo>
                <a:cubicBezTo>
                  <a:pt x="413" y="65"/>
                  <a:pt x="395" y="69"/>
                  <a:pt x="398" y="74"/>
                </a:cubicBezTo>
                <a:cubicBezTo>
                  <a:pt x="402" y="74"/>
                  <a:pt x="402" y="77"/>
                  <a:pt x="405" y="77"/>
                </a:cubicBezTo>
                <a:cubicBezTo>
                  <a:pt x="406" y="77"/>
                  <a:pt x="408" y="71"/>
                  <a:pt x="409" y="75"/>
                </a:cubicBezTo>
                <a:cubicBezTo>
                  <a:pt x="410" y="76"/>
                  <a:pt x="403" y="80"/>
                  <a:pt x="409" y="79"/>
                </a:cubicBezTo>
                <a:cubicBezTo>
                  <a:pt x="413" y="79"/>
                  <a:pt x="413" y="74"/>
                  <a:pt x="416" y="73"/>
                </a:cubicBezTo>
                <a:cubicBezTo>
                  <a:pt x="416" y="74"/>
                  <a:pt x="415" y="77"/>
                  <a:pt x="416" y="77"/>
                </a:cubicBezTo>
                <a:cubicBezTo>
                  <a:pt x="418" y="77"/>
                  <a:pt x="426" y="62"/>
                  <a:pt x="427" y="67"/>
                </a:cubicBezTo>
                <a:cubicBezTo>
                  <a:pt x="428" y="71"/>
                  <a:pt x="422" y="74"/>
                  <a:pt x="423" y="76"/>
                </a:cubicBezTo>
                <a:cubicBezTo>
                  <a:pt x="425" y="79"/>
                  <a:pt x="428" y="74"/>
                  <a:pt x="429" y="73"/>
                </a:cubicBezTo>
                <a:lnTo>
                  <a:pt x="430" y="73"/>
                </a:lnTo>
                <a:close/>
                <a:moveTo>
                  <a:pt x="1173" y="214"/>
                </a:moveTo>
                <a:cubicBezTo>
                  <a:pt x="1164" y="205"/>
                  <a:pt x="1164" y="195"/>
                  <a:pt x="1165" y="183"/>
                </a:cubicBezTo>
                <a:cubicBezTo>
                  <a:pt x="1167" y="172"/>
                  <a:pt x="1171" y="167"/>
                  <a:pt x="1177" y="158"/>
                </a:cubicBezTo>
                <a:cubicBezTo>
                  <a:pt x="1180" y="153"/>
                  <a:pt x="1182" y="148"/>
                  <a:pt x="1186" y="144"/>
                </a:cubicBezTo>
                <a:cubicBezTo>
                  <a:pt x="1189" y="140"/>
                  <a:pt x="1194" y="138"/>
                  <a:pt x="1196" y="133"/>
                </a:cubicBezTo>
                <a:cubicBezTo>
                  <a:pt x="1197" y="129"/>
                  <a:pt x="1197" y="123"/>
                  <a:pt x="1192" y="123"/>
                </a:cubicBezTo>
                <a:cubicBezTo>
                  <a:pt x="1187" y="122"/>
                  <a:pt x="1183" y="129"/>
                  <a:pt x="1179" y="132"/>
                </a:cubicBezTo>
                <a:cubicBezTo>
                  <a:pt x="1170" y="140"/>
                  <a:pt x="1162" y="144"/>
                  <a:pt x="1157" y="156"/>
                </a:cubicBezTo>
                <a:cubicBezTo>
                  <a:pt x="1155" y="161"/>
                  <a:pt x="1155" y="166"/>
                  <a:pt x="1155" y="172"/>
                </a:cubicBezTo>
                <a:cubicBezTo>
                  <a:pt x="1155" y="178"/>
                  <a:pt x="1152" y="185"/>
                  <a:pt x="1151" y="191"/>
                </a:cubicBezTo>
                <a:cubicBezTo>
                  <a:pt x="1150" y="195"/>
                  <a:pt x="1147" y="203"/>
                  <a:pt x="1149" y="207"/>
                </a:cubicBezTo>
                <a:cubicBezTo>
                  <a:pt x="1151" y="211"/>
                  <a:pt x="1156" y="213"/>
                  <a:pt x="1160" y="216"/>
                </a:cubicBezTo>
                <a:cubicBezTo>
                  <a:pt x="1164" y="218"/>
                  <a:pt x="1184" y="226"/>
                  <a:pt x="1174" y="214"/>
                </a:cubicBezTo>
                <a:lnTo>
                  <a:pt x="1173" y="214"/>
                </a:lnTo>
                <a:close/>
                <a:moveTo>
                  <a:pt x="990" y="111"/>
                </a:moveTo>
                <a:cubicBezTo>
                  <a:pt x="981" y="109"/>
                  <a:pt x="985" y="107"/>
                  <a:pt x="980" y="102"/>
                </a:cubicBezTo>
                <a:cubicBezTo>
                  <a:pt x="975" y="96"/>
                  <a:pt x="976" y="103"/>
                  <a:pt x="976" y="108"/>
                </a:cubicBezTo>
                <a:cubicBezTo>
                  <a:pt x="976" y="110"/>
                  <a:pt x="977" y="120"/>
                  <a:pt x="972" y="116"/>
                </a:cubicBezTo>
                <a:cubicBezTo>
                  <a:pt x="970" y="114"/>
                  <a:pt x="972" y="105"/>
                  <a:pt x="967" y="107"/>
                </a:cubicBezTo>
                <a:cubicBezTo>
                  <a:pt x="965" y="102"/>
                  <a:pt x="961" y="102"/>
                  <a:pt x="957" y="106"/>
                </a:cubicBezTo>
                <a:cubicBezTo>
                  <a:pt x="955" y="109"/>
                  <a:pt x="956" y="110"/>
                  <a:pt x="957" y="114"/>
                </a:cubicBezTo>
                <a:cubicBezTo>
                  <a:pt x="958" y="119"/>
                  <a:pt x="960" y="130"/>
                  <a:pt x="968" y="129"/>
                </a:cubicBezTo>
                <a:cubicBezTo>
                  <a:pt x="969" y="126"/>
                  <a:pt x="978" y="119"/>
                  <a:pt x="978" y="126"/>
                </a:cubicBezTo>
                <a:cubicBezTo>
                  <a:pt x="978" y="130"/>
                  <a:pt x="968" y="129"/>
                  <a:pt x="970" y="135"/>
                </a:cubicBezTo>
                <a:cubicBezTo>
                  <a:pt x="981" y="133"/>
                  <a:pt x="970" y="139"/>
                  <a:pt x="971" y="144"/>
                </a:cubicBezTo>
                <a:cubicBezTo>
                  <a:pt x="972" y="146"/>
                  <a:pt x="975" y="149"/>
                  <a:pt x="977" y="151"/>
                </a:cubicBezTo>
                <a:cubicBezTo>
                  <a:pt x="978" y="153"/>
                  <a:pt x="977" y="157"/>
                  <a:pt x="982" y="156"/>
                </a:cubicBezTo>
                <a:cubicBezTo>
                  <a:pt x="986" y="155"/>
                  <a:pt x="986" y="137"/>
                  <a:pt x="987" y="133"/>
                </a:cubicBezTo>
                <a:cubicBezTo>
                  <a:pt x="990" y="125"/>
                  <a:pt x="995" y="122"/>
                  <a:pt x="992" y="114"/>
                </a:cubicBezTo>
                <a:cubicBezTo>
                  <a:pt x="992" y="113"/>
                  <a:pt x="991" y="112"/>
                  <a:pt x="990" y="111"/>
                </a:cubicBezTo>
                <a:close/>
                <a:moveTo>
                  <a:pt x="997" y="102"/>
                </a:moveTo>
                <a:cubicBezTo>
                  <a:pt x="996" y="104"/>
                  <a:pt x="995" y="102"/>
                  <a:pt x="993" y="103"/>
                </a:cubicBezTo>
                <a:cubicBezTo>
                  <a:pt x="987" y="107"/>
                  <a:pt x="995" y="106"/>
                  <a:pt x="999" y="108"/>
                </a:cubicBezTo>
                <a:cubicBezTo>
                  <a:pt x="1003" y="110"/>
                  <a:pt x="1008" y="112"/>
                  <a:pt x="1012" y="107"/>
                </a:cubicBezTo>
                <a:cubicBezTo>
                  <a:pt x="1016" y="103"/>
                  <a:pt x="1018" y="95"/>
                  <a:pt x="1013" y="93"/>
                </a:cubicBezTo>
                <a:cubicBezTo>
                  <a:pt x="1013" y="92"/>
                  <a:pt x="1006" y="90"/>
                  <a:pt x="1006" y="90"/>
                </a:cubicBezTo>
                <a:cubicBezTo>
                  <a:pt x="1004" y="90"/>
                  <a:pt x="1002" y="94"/>
                  <a:pt x="1001" y="94"/>
                </a:cubicBezTo>
                <a:cubicBezTo>
                  <a:pt x="999" y="94"/>
                  <a:pt x="1001" y="88"/>
                  <a:pt x="999" y="88"/>
                </a:cubicBezTo>
                <a:cubicBezTo>
                  <a:pt x="996" y="89"/>
                  <a:pt x="1001" y="96"/>
                  <a:pt x="998" y="97"/>
                </a:cubicBezTo>
                <a:cubicBezTo>
                  <a:pt x="997" y="97"/>
                  <a:pt x="993" y="93"/>
                  <a:pt x="992" y="92"/>
                </a:cubicBezTo>
                <a:cubicBezTo>
                  <a:pt x="991" y="93"/>
                  <a:pt x="990" y="93"/>
                  <a:pt x="990" y="91"/>
                </a:cubicBezTo>
                <a:cubicBezTo>
                  <a:pt x="989" y="89"/>
                  <a:pt x="989" y="88"/>
                  <a:pt x="988" y="86"/>
                </a:cubicBezTo>
                <a:cubicBezTo>
                  <a:pt x="988" y="90"/>
                  <a:pt x="987" y="92"/>
                  <a:pt x="986" y="95"/>
                </a:cubicBezTo>
                <a:cubicBezTo>
                  <a:pt x="985" y="96"/>
                  <a:pt x="982" y="94"/>
                  <a:pt x="982" y="96"/>
                </a:cubicBezTo>
                <a:cubicBezTo>
                  <a:pt x="982" y="96"/>
                  <a:pt x="985" y="101"/>
                  <a:pt x="985" y="101"/>
                </a:cubicBezTo>
                <a:cubicBezTo>
                  <a:pt x="989" y="104"/>
                  <a:pt x="992" y="99"/>
                  <a:pt x="997" y="101"/>
                </a:cubicBezTo>
                <a:cubicBezTo>
                  <a:pt x="996" y="101"/>
                  <a:pt x="996" y="101"/>
                  <a:pt x="996" y="101"/>
                </a:cubicBezTo>
                <a:lnTo>
                  <a:pt x="997" y="102"/>
                </a:lnTo>
                <a:close/>
                <a:moveTo>
                  <a:pt x="1321" y="67"/>
                </a:moveTo>
                <a:cubicBezTo>
                  <a:pt x="1327" y="65"/>
                  <a:pt x="1329" y="60"/>
                  <a:pt x="1326" y="55"/>
                </a:cubicBezTo>
                <a:cubicBezTo>
                  <a:pt x="1323" y="50"/>
                  <a:pt x="1317" y="51"/>
                  <a:pt x="1312" y="48"/>
                </a:cubicBezTo>
                <a:cubicBezTo>
                  <a:pt x="1312" y="49"/>
                  <a:pt x="1312" y="51"/>
                  <a:pt x="1311" y="51"/>
                </a:cubicBezTo>
                <a:cubicBezTo>
                  <a:pt x="1310" y="45"/>
                  <a:pt x="1307" y="41"/>
                  <a:pt x="1307" y="49"/>
                </a:cubicBezTo>
                <a:cubicBezTo>
                  <a:pt x="1306" y="49"/>
                  <a:pt x="1305" y="49"/>
                  <a:pt x="1305" y="49"/>
                </a:cubicBezTo>
                <a:cubicBezTo>
                  <a:pt x="1304" y="52"/>
                  <a:pt x="1307" y="55"/>
                  <a:pt x="1308" y="58"/>
                </a:cubicBezTo>
                <a:cubicBezTo>
                  <a:pt x="1309" y="61"/>
                  <a:pt x="1309" y="64"/>
                  <a:pt x="1309" y="66"/>
                </a:cubicBezTo>
                <a:cubicBezTo>
                  <a:pt x="1310" y="68"/>
                  <a:pt x="1310" y="74"/>
                  <a:pt x="1313" y="74"/>
                </a:cubicBezTo>
                <a:cubicBezTo>
                  <a:pt x="1316" y="74"/>
                  <a:pt x="1316" y="68"/>
                  <a:pt x="1320" y="67"/>
                </a:cubicBezTo>
                <a:lnTo>
                  <a:pt x="1321" y="67"/>
                </a:lnTo>
                <a:close/>
                <a:moveTo>
                  <a:pt x="1271" y="43"/>
                </a:moveTo>
                <a:cubicBezTo>
                  <a:pt x="1270" y="45"/>
                  <a:pt x="1270" y="48"/>
                  <a:pt x="1270" y="51"/>
                </a:cubicBezTo>
                <a:cubicBezTo>
                  <a:pt x="1272" y="56"/>
                  <a:pt x="1271" y="52"/>
                  <a:pt x="1274" y="55"/>
                </a:cubicBezTo>
                <a:cubicBezTo>
                  <a:pt x="1279" y="60"/>
                  <a:pt x="1300" y="66"/>
                  <a:pt x="1301" y="56"/>
                </a:cubicBezTo>
                <a:cubicBezTo>
                  <a:pt x="1299" y="53"/>
                  <a:pt x="1297" y="52"/>
                  <a:pt x="1296" y="50"/>
                </a:cubicBezTo>
                <a:cubicBezTo>
                  <a:pt x="1295" y="48"/>
                  <a:pt x="1295" y="44"/>
                  <a:pt x="1294" y="43"/>
                </a:cubicBezTo>
                <a:cubicBezTo>
                  <a:pt x="1293" y="41"/>
                  <a:pt x="1287" y="37"/>
                  <a:pt x="1286" y="38"/>
                </a:cubicBezTo>
                <a:cubicBezTo>
                  <a:pt x="1286" y="38"/>
                  <a:pt x="1284" y="49"/>
                  <a:pt x="1283" y="47"/>
                </a:cubicBezTo>
                <a:cubicBezTo>
                  <a:pt x="1282" y="45"/>
                  <a:pt x="1284" y="42"/>
                  <a:pt x="1283" y="40"/>
                </a:cubicBezTo>
                <a:cubicBezTo>
                  <a:pt x="1280" y="36"/>
                  <a:pt x="1273" y="40"/>
                  <a:pt x="1271" y="43"/>
                </a:cubicBezTo>
                <a:close/>
                <a:moveTo>
                  <a:pt x="1254" y="36"/>
                </a:moveTo>
                <a:cubicBezTo>
                  <a:pt x="1256" y="39"/>
                  <a:pt x="1253" y="41"/>
                  <a:pt x="1255" y="42"/>
                </a:cubicBezTo>
                <a:cubicBezTo>
                  <a:pt x="1255" y="42"/>
                  <a:pt x="1263" y="44"/>
                  <a:pt x="1263" y="44"/>
                </a:cubicBezTo>
                <a:cubicBezTo>
                  <a:pt x="1267" y="45"/>
                  <a:pt x="1271" y="42"/>
                  <a:pt x="1273" y="39"/>
                </a:cubicBezTo>
                <a:cubicBezTo>
                  <a:pt x="1276" y="34"/>
                  <a:pt x="1275" y="37"/>
                  <a:pt x="1273" y="33"/>
                </a:cubicBezTo>
                <a:cubicBezTo>
                  <a:pt x="1270" y="28"/>
                  <a:pt x="1267" y="25"/>
                  <a:pt x="1262" y="22"/>
                </a:cubicBezTo>
                <a:cubicBezTo>
                  <a:pt x="1260" y="21"/>
                  <a:pt x="1259" y="19"/>
                  <a:pt x="1257" y="21"/>
                </a:cubicBezTo>
                <a:cubicBezTo>
                  <a:pt x="1254" y="23"/>
                  <a:pt x="1253" y="33"/>
                  <a:pt x="1254" y="36"/>
                </a:cubicBezTo>
                <a:close/>
                <a:moveTo>
                  <a:pt x="1531" y="85"/>
                </a:moveTo>
                <a:cubicBezTo>
                  <a:pt x="1530" y="87"/>
                  <a:pt x="1528" y="89"/>
                  <a:pt x="1528" y="92"/>
                </a:cubicBezTo>
                <a:cubicBezTo>
                  <a:pt x="1531" y="92"/>
                  <a:pt x="1533" y="89"/>
                  <a:pt x="1535" y="88"/>
                </a:cubicBezTo>
                <a:cubicBezTo>
                  <a:pt x="1538" y="87"/>
                  <a:pt x="1543" y="87"/>
                  <a:pt x="1546" y="87"/>
                </a:cubicBezTo>
                <a:cubicBezTo>
                  <a:pt x="1546" y="81"/>
                  <a:pt x="1530" y="76"/>
                  <a:pt x="1531" y="83"/>
                </a:cubicBezTo>
                <a:lnTo>
                  <a:pt x="1531" y="85"/>
                </a:lnTo>
                <a:close/>
                <a:moveTo>
                  <a:pt x="1492" y="64"/>
                </a:moveTo>
                <a:cubicBezTo>
                  <a:pt x="1494" y="68"/>
                  <a:pt x="1504" y="71"/>
                  <a:pt x="1507" y="71"/>
                </a:cubicBezTo>
                <a:cubicBezTo>
                  <a:pt x="1515" y="71"/>
                  <a:pt x="1507" y="66"/>
                  <a:pt x="1509" y="65"/>
                </a:cubicBezTo>
                <a:cubicBezTo>
                  <a:pt x="1511" y="65"/>
                  <a:pt x="1512" y="67"/>
                  <a:pt x="1512" y="67"/>
                </a:cubicBezTo>
                <a:cubicBezTo>
                  <a:pt x="1513" y="67"/>
                  <a:pt x="1515" y="66"/>
                  <a:pt x="1515" y="66"/>
                </a:cubicBezTo>
                <a:cubicBezTo>
                  <a:pt x="1515" y="66"/>
                  <a:pt x="1520" y="62"/>
                  <a:pt x="1520" y="62"/>
                </a:cubicBezTo>
                <a:cubicBezTo>
                  <a:pt x="1522" y="60"/>
                  <a:pt x="1525" y="64"/>
                  <a:pt x="1525" y="59"/>
                </a:cubicBezTo>
                <a:cubicBezTo>
                  <a:pt x="1516" y="59"/>
                  <a:pt x="1516" y="54"/>
                  <a:pt x="1510" y="47"/>
                </a:cubicBezTo>
                <a:cubicBezTo>
                  <a:pt x="1508" y="44"/>
                  <a:pt x="1511" y="46"/>
                  <a:pt x="1507" y="44"/>
                </a:cubicBezTo>
                <a:cubicBezTo>
                  <a:pt x="1506" y="44"/>
                  <a:pt x="1502" y="41"/>
                  <a:pt x="1502" y="43"/>
                </a:cubicBezTo>
                <a:cubicBezTo>
                  <a:pt x="1502" y="44"/>
                  <a:pt x="1504" y="44"/>
                  <a:pt x="1504" y="45"/>
                </a:cubicBezTo>
                <a:cubicBezTo>
                  <a:pt x="1497" y="45"/>
                  <a:pt x="1508" y="53"/>
                  <a:pt x="1504" y="53"/>
                </a:cubicBezTo>
                <a:cubicBezTo>
                  <a:pt x="1502" y="54"/>
                  <a:pt x="1497" y="48"/>
                  <a:pt x="1495" y="47"/>
                </a:cubicBezTo>
                <a:cubicBezTo>
                  <a:pt x="1484" y="42"/>
                  <a:pt x="1487" y="60"/>
                  <a:pt x="1493" y="61"/>
                </a:cubicBezTo>
                <a:cubicBezTo>
                  <a:pt x="1492" y="62"/>
                  <a:pt x="1494" y="62"/>
                  <a:pt x="1495" y="63"/>
                </a:cubicBezTo>
                <a:cubicBezTo>
                  <a:pt x="1495" y="63"/>
                  <a:pt x="1495" y="63"/>
                  <a:pt x="1495" y="63"/>
                </a:cubicBezTo>
                <a:cubicBezTo>
                  <a:pt x="1494" y="63"/>
                  <a:pt x="1493" y="63"/>
                  <a:pt x="1493" y="64"/>
                </a:cubicBezTo>
                <a:lnTo>
                  <a:pt x="1492" y="64"/>
                </a:lnTo>
                <a:close/>
                <a:moveTo>
                  <a:pt x="1527" y="58"/>
                </a:moveTo>
                <a:cubicBezTo>
                  <a:pt x="1529" y="54"/>
                  <a:pt x="1528" y="50"/>
                  <a:pt x="1526" y="47"/>
                </a:cubicBezTo>
                <a:cubicBezTo>
                  <a:pt x="1525" y="47"/>
                  <a:pt x="1527" y="46"/>
                  <a:pt x="1525" y="45"/>
                </a:cubicBezTo>
                <a:cubicBezTo>
                  <a:pt x="1525" y="45"/>
                  <a:pt x="1519" y="45"/>
                  <a:pt x="1519" y="45"/>
                </a:cubicBezTo>
                <a:cubicBezTo>
                  <a:pt x="1513" y="45"/>
                  <a:pt x="1512" y="44"/>
                  <a:pt x="1515" y="51"/>
                </a:cubicBezTo>
                <a:cubicBezTo>
                  <a:pt x="1517" y="55"/>
                  <a:pt x="1519" y="59"/>
                  <a:pt x="1526" y="57"/>
                </a:cubicBezTo>
                <a:lnTo>
                  <a:pt x="1527" y="58"/>
                </a:lnTo>
                <a:close/>
                <a:moveTo>
                  <a:pt x="1537" y="50"/>
                </a:moveTo>
                <a:cubicBezTo>
                  <a:pt x="1541" y="51"/>
                  <a:pt x="1547" y="54"/>
                  <a:pt x="1551" y="52"/>
                </a:cubicBezTo>
                <a:cubicBezTo>
                  <a:pt x="1555" y="51"/>
                  <a:pt x="1557" y="46"/>
                  <a:pt x="1553" y="44"/>
                </a:cubicBezTo>
                <a:cubicBezTo>
                  <a:pt x="1550" y="43"/>
                  <a:pt x="1548" y="45"/>
                  <a:pt x="1546" y="45"/>
                </a:cubicBezTo>
                <a:cubicBezTo>
                  <a:pt x="1545" y="45"/>
                  <a:pt x="1543" y="44"/>
                  <a:pt x="1541" y="44"/>
                </a:cubicBezTo>
                <a:cubicBezTo>
                  <a:pt x="1537" y="44"/>
                  <a:pt x="1538" y="45"/>
                  <a:pt x="1535" y="44"/>
                </a:cubicBezTo>
                <a:cubicBezTo>
                  <a:pt x="1533" y="43"/>
                  <a:pt x="1537" y="50"/>
                  <a:pt x="1536" y="49"/>
                </a:cubicBezTo>
                <a:lnTo>
                  <a:pt x="1537" y="50"/>
                </a:lnTo>
                <a:close/>
                <a:moveTo>
                  <a:pt x="1639" y="673"/>
                </a:moveTo>
                <a:cubicBezTo>
                  <a:pt x="1640" y="674"/>
                  <a:pt x="1651" y="676"/>
                  <a:pt x="1652" y="676"/>
                </a:cubicBezTo>
                <a:cubicBezTo>
                  <a:pt x="1652" y="676"/>
                  <a:pt x="1652" y="675"/>
                  <a:pt x="1652" y="674"/>
                </a:cubicBezTo>
                <a:cubicBezTo>
                  <a:pt x="1652" y="675"/>
                  <a:pt x="1652" y="675"/>
                  <a:pt x="1653" y="675"/>
                </a:cubicBezTo>
                <a:cubicBezTo>
                  <a:pt x="1654" y="675"/>
                  <a:pt x="1660" y="683"/>
                  <a:pt x="1661" y="682"/>
                </a:cubicBezTo>
                <a:cubicBezTo>
                  <a:pt x="1662" y="681"/>
                  <a:pt x="1662" y="681"/>
                  <a:pt x="1662" y="680"/>
                </a:cubicBezTo>
                <a:cubicBezTo>
                  <a:pt x="1660" y="678"/>
                  <a:pt x="1659" y="675"/>
                  <a:pt x="1657" y="674"/>
                </a:cubicBezTo>
                <a:cubicBezTo>
                  <a:pt x="1657" y="674"/>
                  <a:pt x="1654" y="674"/>
                  <a:pt x="1653" y="673"/>
                </a:cubicBezTo>
                <a:cubicBezTo>
                  <a:pt x="1653" y="672"/>
                  <a:pt x="1653" y="672"/>
                  <a:pt x="1652" y="671"/>
                </a:cubicBezTo>
                <a:cubicBezTo>
                  <a:pt x="1651" y="670"/>
                  <a:pt x="1651" y="670"/>
                  <a:pt x="1649" y="671"/>
                </a:cubicBezTo>
                <a:cubicBezTo>
                  <a:pt x="1648" y="670"/>
                  <a:pt x="1648" y="672"/>
                  <a:pt x="1646" y="670"/>
                </a:cubicBezTo>
                <a:cubicBezTo>
                  <a:pt x="1643" y="665"/>
                  <a:pt x="1647" y="661"/>
                  <a:pt x="1648" y="658"/>
                </a:cubicBezTo>
                <a:cubicBezTo>
                  <a:pt x="1649" y="655"/>
                  <a:pt x="1647" y="654"/>
                  <a:pt x="1647" y="651"/>
                </a:cubicBezTo>
                <a:cubicBezTo>
                  <a:pt x="1647" y="649"/>
                  <a:pt x="1648" y="645"/>
                  <a:pt x="1648" y="643"/>
                </a:cubicBezTo>
                <a:cubicBezTo>
                  <a:pt x="1640" y="644"/>
                  <a:pt x="1637" y="644"/>
                  <a:pt x="1636" y="653"/>
                </a:cubicBezTo>
                <a:cubicBezTo>
                  <a:pt x="1635" y="654"/>
                  <a:pt x="1636" y="656"/>
                  <a:pt x="1636" y="658"/>
                </a:cubicBezTo>
                <a:cubicBezTo>
                  <a:pt x="1636" y="659"/>
                  <a:pt x="1633" y="658"/>
                  <a:pt x="1633" y="660"/>
                </a:cubicBezTo>
                <a:cubicBezTo>
                  <a:pt x="1632" y="663"/>
                  <a:pt x="1637" y="666"/>
                  <a:pt x="1637" y="669"/>
                </a:cubicBezTo>
                <a:cubicBezTo>
                  <a:pt x="1641" y="670"/>
                  <a:pt x="1640" y="666"/>
                  <a:pt x="1639" y="672"/>
                </a:cubicBezTo>
                <a:lnTo>
                  <a:pt x="1639" y="673"/>
                </a:lnTo>
                <a:close/>
                <a:moveTo>
                  <a:pt x="1655" y="714"/>
                </a:moveTo>
                <a:cubicBezTo>
                  <a:pt x="1655" y="714"/>
                  <a:pt x="1655" y="715"/>
                  <a:pt x="1656" y="715"/>
                </a:cubicBezTo>
                <a:cubicBezTo>
                  <a:pt x="1658" y="716"/>
                  <a:pt x="1655" y="713"/>
                  <a:pt x="1659" y="716"/>
                </a:cubicBezTo>
                <a:cubicBezTo>
                  <a:pt x="1659" y="712"/>
                  <a:pt x="1661" y="714"/>
                  <a:pt x="1663" y="715"/>
                </a:cubicBezTo>
                <a:cubicBezTo>
                  <a:pt x="1664" y="717"/>
                  <a:pt x="1662" y="719"/>
                  <a:pt x="1663" y="721"/>
                </a:cubicBezTo>
                <a:cubicBezTo>
                  <a:pt x="1665" y="725"/>
                  <a:pt x="1667" y="725"/>
                  <a:pt x="1671" y="724"/>
                </a:cubicBezTo>
                <a:cubicBezTo>
                  <a:pt x="1670" y="725"/>
                  <a:pt x="1671" y="726"/>
                  <a:pt x="1671" y="727"/>
                </a:cubicBezTo>
                <a:cubicBezTo>
                  <a:pt x="1674" y="730"/>
                  <a:pt x="1673" y="720"/>
                  <a:pt x="1673" y="722"/>
                </a:cubicBezTo>
                <a:cubicBezTo>
                  <a:pt x="1673" y="721"/>
                  <a:pt x="1672" y="716"/>
                  <a:pt x="1675" y="716"/>
                </a:cubicBezTo>
                <a:cubicBezTo>
                  <a:pt x="1675" y="716"/>
                  <a:pt x="1677" y="722"/>
                  <a:pt x="1677" y="722"/>
                </a:cubicBezTo>
                <a:cubicBezTo>
                  <a:pt x="1676" y="716"/>
                  <a:pt x="1679" y="715"/>
                  <a:pt x="1677" y="709"/>
                </a:cubicBezTo>
                <a:cubicBezTo>
                  <a:pt x="1676" y="708"/>
                  <a:pt x="1673" y="699"/>
                  <a:pt x="1671" y="700"/>
                </a:cubicBezTo>
                <a:cubicBezTo>
                  <a:pt x="1671" y="700"/>
                  <a:pt x="1669" y="706"/>
                  <a:pt x="1669" y="705"/>
                </a:cubicBezTo>
                <a:cubicBezTo>
                  <a:pt x="1667" y="706"/>
                  <a:pt x="1667" y="704"/>
                  <a:pt x="1667" y="708"/>
                </a:cubicBezTo>
                <a:cubicBezTo>
                  <a:pt x="1665" y="708"/>
                  <a:pt x="1664" y="708"/>
                  <a:pt x="1664" y="709"/>
                </a:cubicBezTo>
                <a:cubicBezTo>
                  <a:pt x="1660" y="712"/>
                  <a:pt x="1662" y="709"/>
                  <a:pt x="1660" y="707"/>
                </a:cubicBezTo>
                <a:cubicBezTo>
                  <a:pt x="1658" y="707"/>
                  <a:pt x="1656" y="709"/>
                  <a:pt x="1656" y="711"/>
                </a:cubicBezTo>
                <a:cubicBezTo>
                  <a:pt x="1651" y="713"/>
                  <a:pt x="1651" y="718"/>
                  <a:pt x="1652" y="718"/>
                </a:cubicBezTo>
                <a:cubicBezTo>
                  <a:pt x="1652" y="717"/>
                  <a:pt x="1653" y="713"/>
                  <a:pt x="1655" y="713"/>
                </a:cubicBezTo>
                <a:lnTo>
                  <a:pt x="1655" y="714"/>
                </a:lnTo>
                <a:close/>
                <a:moveTo>
                  <a:pt x="1656" y="689"/>
                </a:moveTo>
                <a:cubicBezTo>
                  <a:pt x="1656" y="689"/>
                  <a:pt x="1650" y="686"/>
                  <a:pt x="1649" y="687"/>
                </a:cubicBezTo>
                <a:cubicBezTo>
                  <a:pt x="1649" y="687"/>
                  <a:pt x="1649" y="695"/>
                  <a:pt x="1650" y="695"/>
                </a:cubicBezTo>
                <a:cubicBezTo>
                  <a:pt x="1651" y="695"/>
                  <a:pt x="1652" y="694"/>
                  <a:pt x="1652" y="693"/>
                </a:cubicBezTo>
                <a:cubicBezTo>
                  <a:pt x="1653" y="693"/>
                  <a:pt x="1656" y="691"/>
                  <a:pt x="1656" y="689"/>
                </a:cubicBezTo>
                <a:close/>
                <a:moveTo>
                  <a:pt x="1621" y="708"/>
                </a:moveTo>
                <a:cubicBezTo>
                  <a:pt x="1621" y="708"/>
                  <a:pt x="1621" y="708"/>
                  <a:pt x="1621" y="708"/>
                </a:cubicBezTo>
                <a:cubicBezTo>
                  <a:pt x="1621" y="708"/>
                  <a:pt x="1621" y="708"/>
                  <a:pt x="1621" y="709"/>
                </a:cubicBezTo>
                <a:cubicBezTo>
                  <a:pt x="1626" y="708"/>
                  <a:pt x="1628" y="702"/>
                  <a:pt x="1631" y="699"/>
                </a:cubicBezTo>
                <a:cubicBezTo>
                  <a:pt x="1634" y="695"/>
                  <a:pt x="1635" y="697"/>
                  <a:pt x="1634" y="690"/>
                </a:cubicBezTo>
                <a:cubicBezTo>
                  <a:pt x="1636" y="690"/>
                  <a:pt x="1621" y="707"/>
                  <a:pt x="1621" y="708"/>
                </a:cubicBezTo>
                <a:close/>
                <a:moveTo>
                  <a:pt x="1837" y="123"/>
                </a:moveTo>
                <a:cubicBezTo>
                  <a:pt x="1837" y="122"/>
                  <a:pt x="1834" y="129"/>
                  <a:pt x="1836" y="128"/>
                </a:cubicBezTo>
                <a:cubicBezTo>
                  <a:pt x="1836" y="128"/>
                  <a:pt x="1835" y="128"/>
                  <a:pt x="1835" y="127"/>
                </a:cubicBezTo>
                <a:cubicBezTo>
                  <a:pt x="1833" y="128"/>
                  <a:pt x="1833" y="128"/>
                  <a:pt x="1830" y="128"/>
                </a:cubicBezTo>
                <a:cubicBezTo>
                  <a:pt x="1829" y="128"/>
                  <a:pt x="1826" y="127"/>
                  <a:pt x="1826" y="127"/>
                </a:cubicBezTo>
                <a:cubicBezTo>
                  <a:pt x="1822" y="128"/>
                  <a:pt x="1824" y="132"/>
                  <a:pt x="1819" y="129"/>
                </a:cubicBezTo>
                <a:cubicBezTo>
                  <a:pt x="1816" y="128"/>
                  <a:pt x="1817" y="124"/>
                  <a:pt x="1812" y="125"/>
                </a:cubicBezTo>
                <a:cubicBezTo>
                  <a:pt x="1809" y="126"/>
                  <a:pt x="1809" y="134"/>
                  <a:pt x="1807" y="133"/>
                </a:cubicBezTo>
                <a:cubicBezTo>
                  <a:pt x="1808" y="134"/>
                  <a:pt x="1802" y="130"/>
                  <a:pt x="1802" y="130"/>
                </a:cubicBezTo>
                <a:cubicBezTo>
                  <a:pt x="1802" y="130"/>
                  <a:pt x="1800" y="124"/>
                  <a:pt x="1799" y="124"/>
                </a:cubicBezTo>
                <a:cubicBezTo>
                  <a:pt x="1797" y="124"/>
                  <a:pt x="1798" y="126"/>
                  <a:pt x="1798" y="127"/>
                </a:cubicBezTo>
                <a:cubicBezTo>
                  <a:pt x="1793" y="126"/>
                  <a:pt x="1796" y="127"/>
                  <a:pt x="1796" y="129"/>
                </a:cubicBezTo>
                <a:cubicBezTo>
                  <a:pt x="1796" y="130"/>
                  <a:pt x="1797" y="133"/>
                  <a:pt x="1798" y="134"/>
                </a:cubicBezTo>
                <a:cubicBezTo>
                  <a:pt x="1800" y="136"/>
                  <a:pt x="1802" y="136"/>
                  <a:pt x="1804" y="138"/>
                </a:cubicBezTo>
                <a:cubicBezTo>
                  <a:pt x="1806" y="140"/>
                  <a:pt x="1806" y="142"/>
                  <a:pt x="1807" y="145"/>
                </a:cubicBezTo>
                <a:cubicBezTo>
                  <a:pt x="1807" y="148"/>
                  <a:pt x="1807" y="155"/>
                  <a:pt x="1804" y="157"/>
                </a:cubicBezTo>
                <a:cubicBezTo>
                  <a:pt x="1800" y="160"/>
                  <a:pt x="1796" y="153"/>
                  <a:pt x="1791" y="153"/>
                </a:cubicBezTo>
                <a:cubicBezTo>
                  <a:pt x="1782" y="154"/>
                  <a:pt x="1795" y="157"/>
                  <a:pt x="1794" y="157"/>
                </a:cubicBezTo>
                <a:cubicBezTo>
                  <a:pt x="1793" y="158"/>
                  <a:pt x="1791" y="157"/>
                  <a:pt x="1791" y="159"/>
                </a:cubicBezTo>
                <a:cubicBezTo>
                  <a:pt x="1791" y="160"/>
                  <a:pt x="1791" y="164"/>
                  <a:pt x="1792" y="163"/>
                </a:cubicBezTo>
                <a:cubicBezTo>
                  <a:pt x="1799" y="159"/>
                  <a:pt x="1797" y="160"/>
                  <a:pt x="1804" y="163"/>
                </a:cubicBezTo>
                <a:cubicBezTo>
                  <a:pt x="1805" y="163"/>
                  <a:pt x="1806" y="163"/>
                  <a:pt x="1807" y="163"/>
                </a:cubicBezTo>
                <a:cubicBezTo>
                  <a:pt x="1808" y="163"/>
                  <a:pt x="1808" y="164"/>
                  <a:pt x="1808" y="165"/>
                </a:cubicBezTo>
                <a:cubicBezTo>
                  <a:pt x="1810" y="166"/>
                  <a:pt x="1809" y="170"/>
                  <a:pt x="1812" y="167"/>
                </a:cubicBezTo>
                <a:cubicBezTo>
                  <a:pt x="1815" y="166"/>
                  <a:pt x="1813" y="175"/>
                  <a:pt x="1814" y="174"/>
                </a:cubicBezTo>
                <a:cubicBezTo>
                  <a:pt x="1821" y="171"/>
                  <a:pt x="1833" y="188"/>
                  <a:pt x="1829" y="191"/>
                </a:cubicBezTo>
                <a:cubicBezTo>
                  <a:pt x="1827" y="193"/>
                  <a:pt x="1822" y="189"/>
                  <a:pt x="1820" y="189"/>
                </a:cubicBezTo>
                <a:cubicBezTo>
                  <a:pt x="1816" y="190"/>
                  <a:pt x="1814" y="194"/>
                  <a:pt x="1813" y="197"/>
                </a:cubicBezTo>
                <a:cubicBezTo>
                  <a:pt x="1809" y="201"/>
                  <a:pt x="1805" y="208"/>
                  <a:pt x="1803" y="213"/>
                </a:cubicBezTo>
                <a:cubicBezTo>
                  <a:pt x="1803" y="213"/>
                  <a:pt x="1805" y="217"/>
                  <a:pt x="1804" y="219"/>
                </a:cubicBezTo>
                <a:cubicBezTo>
                  <a:pt x="1804" y="222"/>
                  <a:pt x="1802" y="225"/>
                  <a:pt x="1802" y="227"/>
                </a:cubicBezTo>
                <a:cubicBezTo>
                  <a:pt x="1802" y="228"/>
                  <a:pt x="1804" y="233"/>
                  <a:pt x="1804" y="234"/>
                </a:cubicBezTo>
                <a:cubicBezTo>
                  <a:pt x="1803" y="236"/>
                  <a:pt x="1797" y="230"/>
                  <a:pt x="1796" y="230"/>
                </a:cubicBezTo>
                <a:cubicBezTo>
                  <a:pt x="1793" y="229"/>
                  <a:pt x="1792" y="228"/>
                  <a:pt x="1788" y="229"/>
                </a:cubicBezTo>
                <a:cubicBezTo>
                  <a:pt x="1786" y="230"/>
                  <a:pt x="1778" y="240"/>
                  <a:pt x="1781" y="241"/>
                </a:cubicBezTo>
                <a:cubicBezTo>
                  <a:pt x="1777" y="239"/>
                  <a:pt x="1781" y="232"/>
                  <a:pt x="1775" y="238"/>
                </a:cubicBezTo>
                <a:cubicBezTo>
                  <a:pt x="1774" y="239"/>
                  <a:pt x="1776" y="241"/>
                  <a:pt x="1775" y="241"/>
                </a:cubicBezTo>
                <a:cubicBezTo>
                  <a:pt x="1774" y="243"/>
                  <a:pt x="1773" y="241"/>
                  <a:pt x="1772" y="241"/>
                </a:cubicBezTo>
                <a:cubicBezTo>
                  <a:pt x="1770" y="243"/>
                  <a:pt x="1769" y="241"/>
                  <a:pt x="1768" y="245"/>
                </a:cubicBezTo>
                <a:cubicBezTo>
                  <a:pt x="1768" y="248"/>
                  <a:pt x="1771" y="250"/>
                  <a:pt x="1770" y="254"/>
                </a:cubicBezTo>
                <a:cubicBezTo>
                  <a:pt x="1770" y="254"/>
                  <a:pt x="1773" y="278"/>
                  <a:pt x="1777" y="273"/>
                </a:cubicBezTo>
                <a:cubicBezTo>
                  <a:pt x="1779" y="271"/>
                  <a:pt x="1774" y="268"/>
                  <a:pt x="1779" y="270"/>
                </a:cubicBezTo>
                <a:cubicBezTo>
                  <a:pt x="1781" y="270"/>
                  <a:pt x="1781" y="271"/>
                  <a:pt x="1782" y="273"/>
                </a:cubicBezTo>
                <a:cubicBezTo>
                  <a:pt x="1784" y="276"/>
                  <a:pt x="1780" y="279"/>
                  <a:pt x="1784" y="283"/>
                </a:cubicBezTo>
                <a:cubicBezTo>
                  <a:pt x="1785" y="283"/>
                  <a:pt x="1786" y="283"/>
                  <a:pt x="1786" y="282"/>
                </a:cubicBezTo>
                <a:cubicBezTo>
                  <a:pt x="1788" y="282"/>
                  <a:pt x="1788" y="283"/>
                  <a:pt x="1788" y="284"/>
                </a:cubicBezTo>
                <a:cubicBezTo>
                  <a:pt x="1788" y="285"/>
                  <a:pt x="1790" y="289"/>
                  <a:pt x="1790" y="290"/>
                </a:cubicBezTo>
                <a:cubicBezTo>
                  <a:pt x="1789" y="295"/>
                  <a:pt x="1786" y="285"/>
                  <a:pt x="1786" y="285"/>
                </a:cubicBezTo>
                <a:cubicBezTo>
                  <a:pt x="1785" y="286"/>
                  <a:pt x="1785" y="286"/>
                  <a:pt x="1785" y="287"/>
                </a:cubicBezTo>
                <a:cubicBezTo>
                  <a:pt x="1785" y="287"/>
                  <a:pt x="1784" y="297"/>
                  <a:pt x="1785" y="299"/>
                </a:cubicBezTo>
                <a:cubicBezTo>
                  <a:pt x="1787" y="304"/>
                  <a:pt x="1795" y="306"/>
                  <a:pt x="1791" y="311"/>
                </a:cubicBezTo>
                <a:cubicBezTo>
                  <a:pt x="1790" y="312"/>
                  <a:pt x="1787" y="312"/>
                  <a:pt x="1786" y="314"/>
                </a:cubicBezTo>
                <a:cubicBezTo>
                  <a:pt x="1785" y="315"/>
                  <a:pt x="1784" y="318"/>
                  <a:pt x="1785" y="320"/>
                </a:cubicBezTo>
                <a:cubicBezTo>
                  <a:pt x="1785" y="323"/>
                  <a:pt x="1789" y="327"/>
                  <a:pt x="1789" y="329"/>
                </a:cubicBezTo>
                <a:cubicBezTo>
                  <a:pt x="1789" y="329"/>
                  <a:pt x="1781" y="332"/>
                  <a:pt x="1782" y="333"/>
                </a:cubicBezTo>
                <a:cubicBezTo>
                  <a:pt x="1783" y="334"/>
                  <a:pt x="1783" y="339"/>
                  <a:pt x="1785" y="339"/>
                </a:cubicBezTo>
                <a:cubicBezTo>
                  <a:pt x="1785" y="342"/>
                  <a:pt x="1785" y="355"/>
                  <a:pt x="1781" y="356"/>
                </a:cubicBezTo>
                <a:cubicBezTo>
                  <a:pt x="1780" y="356"/>
                  <a:pt x="1776" y="348"/>
                  <a:pt x="1775" y="347"/>
                </a:cubicBezTo>
                <a:cubicBezTo>
                  <a:pt x="1775" y="345"/>
                  <a:pt x="1774" y="344"/>
                  <a:pt x="1773" y="342"/>
                </a:cubicBezTo>
                <a:cubicBezTo>
                  <a:pt x="1773" y="342"/>
                  <a:pt x="1775" y="341"/>
                  <a:pt x="1775" y="340"/>
                </a:cubicBezTo>
                <a:cubicBezTo>
                  <a:pt x="1774" y="339"/>
                  <a:pt x="1771" y="339"/>
                  <a:pt x="1769" y="338"/>
                </a:cubicBezTo>
                <a:cubicBezTo>
                  <a:pt x="1768" y="337"/>
                  <a:pt x="1766" y="332"/>
                  <a:pt x="1765" y="330"/>
                </a:cubicBezTo>
                <a:cubicBezTo>
                  <a:pt x="1761" y="325"/>
                  <a:pt x="1757" y="318"/>
                  <a:pt x="1754" y="311"/>
                </a:cubicBezTo>
                <a:cubicBezTo>
                  <a:pt x="1751" y="306"/>
                  <a:pt x="1747" y="298"/>
                  <a:pt x="1748" y="292"/>
                </a:cubicBezTo>
                <a:cubicBezTo>
                  <a:pt x="1748" y="290"/>
                  <a:pt x="1750" y="287"/>
                  <a:pt x="1750" y="286"/>
                </a:cubicBezTo>
                <a:cubicBezTo>
                  <a:pt x="1750" y="283"/>
                  <a:pt x="1745" y="278"/>
                  <a:pt x="1745" y="278"/>
                </a:cubicBezTo>
                <a:cubicBezTo>
                  <a:pt x="1745" y="277"/>
                  <a:pt x="1750" y="279"/>
                  <a:pt x="1751" y="278"/>
                </a:cubicBezTo>
                <a:cubicBezTo>
                  <a:pt x="1750" y="279"/>
                  <a:pt x="1753" y="272"/>
                  <a:pt x="1753" y="274"/>
                </a:cubicBezTo>
                <a:cubicBezTo>
                  <a:pt x="1754" y="270"/>
                  <a:pt x="1753" y="267"/>
                  <a:pt x="1753" y="263"/>
                </a:cubicBezTo>
                <a:cubicBezTo>
                  <a:pt x="1753" y="260"/>
                  <a:pt x="1757" y="245"/>
                  <a:pt x="1756" y="244"/>
                </a:cubicBezTo>
                <a:cubicBezTo>
                  <a:pt x="1755" y="240"/>
                  <a:pt x="1757" y="239"/>
                  <a:pt x="1759" y="235"/>
                </a:cubicBezTo>
                <a:cubicBezTo>
                  <a:pt x="1761" y="231"/>
                  <a:pt x="1761" y="233"/>
                  <a:pt x="1760" y="229"/>
                </a:cubicBezTo>
                <a:cubicBezTo>
                  <a:pt x="1759" y="225"/>
                  <a:pt x="1757" y="221"/>
                  <a:pt x="1756" y="217"/>
                </a:cubicBezTo>
                <a:cubicBezTo>
                  <a:pt x="1755" y="212"/>
                  <a:pt x="1754" y="213"/>
                  <a:pt x="1757" y="209"/>
                </a:cubicBezTo>
                <a:cubicBezTo>
                  <a:pt x="1757" y="209"/>
                  <a:pt x="1749" y="204"/>
                  <a:pt x="1748" y="211"/>
                </a:cubicBezTo>
                <a:cubicBezTo>
                  <a:pt x="1747" y="214"/>
                  <a:pt x="1754" y="220"/>
                  <a:pt x="1753" y="222"/>
                </a:cubicBezTo>
                <a:cubicBezTo>
                  <a:pt x="1753" y="223"/>
                  <a:pt x="1750" y="223"/>
                  <a:pt x="1749" y="224"/>
                </a:cubicBezTo>
                <a:cubicBezTo>
                  <a:pt x="1748" y="225"/>
                  <a:pt x="1749" y="227"/>
                  <a:pt x="1749" y="229"/>
                </a:cubicBezTo>
                <a:cubicBezTo>
                  <a:pt x="1748" y="231"/>
                  <a:pt x="1748" y="237"/>
                  <a:pt x="1745" y="238"/>
                </a:cubicBezTo>
                <a:cubicBezTo>
                  <a:pt x="1746" y="232"/>
                  <a:pt x="1743" y="237"/>
                  <a:pt x="1742" y="235"/>
                </a:cubicBezTo>
                <a:cubicBezTo>
                  <a:pt x="1740" y="233"/>
                  <a:pt x="1739" y="224"/>
                  <a:pt x="1738" y="224"/>
                </a:cubicBezTo>
                <a:cubicBezTo>
                  <a:pt x="1736" y="223"/>
                  <a:pt x="1737" y="227"/>
                  <a:pt x="1736" y="227"/>
                </a:cubicBezTo>
                <a:cubicBezTo>
                  <a:pt x="1735" y="227"/>
                  <a:pt x="1733" y="225"/>
                  <a:pt x="1733" y="225"/>
                </a:cubicBezTo>
                <a:cubicBezTo>
                  <a:pt x="1730" y="226"/>
                  <a:pt x="1724" y="228"/>
                  <a:pt x="1722" y="231"/>
                </a:cubicBezTo>
                <a:cubicBezTo>
                  <a:pt x="1720" y="235"/>
                  <a:pt x="1722" y="241"/>
                  <a:pt x="1722" y="246"/>
                </a:cubicBezTo>
                <a:cubicBezTo>
                  <a:pt x="1721" y="250"/>
                  <a:pt x="1718" y="252"/>
                  <a:pt x="1720" y="257"/>
                </a:cubicBezTo>
                <a:cubicBezTo>
                  <a:pt x="1721" y="260"/>
                  <a:pt x="1722" y="259"/>
                  <a:pt x="1723" y="260"/>
                </a:cubicBezTo>
                <a:cubicBezTo>
                  <a:pt x="1723" y="261"/>
                  <a:pt x="1726" y="259"/>
                  <a:pt x="1726" y="262"/>
                </a:cubicBezTo>
                <a:cubicBezTo>
                  <a:pt x="1727" y="265"/>
                  <a:pt x="1719" y="265"/>
                  <a:pt x="1718" y="266"/>
                </a:cubicBezTo>
                <a:cubicBezTo>
                  <a:pt x="1717" y="266"/>
                  <a:pt x="1713" y="271"/>
                  <a:pt x="1712" y="271"/>
                </a:cubicBezTo>
                <a:cubicBezTo>
                  <a:pt x="1704" y="270"/>
                  <a:pt x="1712" y="267"/>
                  <a:pt x="1713" y="266"/>
                </a:cubicBezTo>
                <a:cubicBezTo>
                  <a:pt x="1712" y="267"/>
                  <a:pt x="1693" y="257"/>
                  <a:pt x="1694" y="267"/>
                </a:cubicBezTo>
                <a:cubicBezTo>
                  <a:pt x="1694" y="267"/>
                  <a:pt x="1693" y="267"/>
                  <a:pt x="1693" y="268"/>
                </a:cubicBezTo>
                <a:cubicBezTo>
                  <a:pt x="1693" y="268"/>
                  <a:pt x="1694" y="269"/>
                  <a:pt x="1694" y="269"/>
                </a:cubicBezTo>
                <a:cubicBezTo>
                  <a:pt x="1693" y="270"/>
                  <a:pt x="1687" y="270"/>
                  <a:pt x="1686" y="271"/>
                </a:cubicBezTo>
                <a:cubicBezTo>
                  <a:pt x="1680" y="271"/>
                  <a:pt x="1681" y="270"/>
                  <a:pt x="1681" y="274"/>
                </a:cubicBezTo>
                <a:cubicBezTo>
                  <a:pt x="1680" y="277"/>
                  <a:pt x="1677" y="272"/>
                  <a:pt x="1677" y="272"/>
                </a:cubicBezTo>
                <a:cubicBezTo>
                  <a:pt x="1676" y="272"/>
                  <a:pt x="1672" y="273"/>
                  <a:pt x="1671" y="274"/>
                </a:cubicBezTo>
                <a:cubicBezTo>
                  <a:pt x="1666" y="276"/>
                  <a:pt x="1661" y="277"/>
                  <a:pt x="1660" y="283"/>
                </a:cubicBezTo>
                <a:cubicBezTo>
                  <a:pt x="1658" y="287"/>
                  <a:pt x="1659" y="293"/>
                  <a:pt x="1658" y="298"/>
                </a:cubicBezTo>
                <a:cubicBezTo>
                  <a:pt x="1656" y="306"/>
                  <a:pt x="1650" y="315"/>
                  <a:pt x="1650" y="323"/>
                </a:cubicBezTo>
                <a:cubicBezTo>
                  <a:pt x="1646" y="326"/>
                  <a:pt x="1641" y="334"/>
                  <a:pt x="1647" y="336"/>
                </a:cubicBezTo>
                <a:cubicBezTo>
                  <a:pt x="1649" y="336"/>
                  <a:pt x="1651" y="333"/>
                  <a:pt x="1653" y="334"/>
                </a:cubicBezTo>
                <a:cubicBezTo>
                  <a:pt x="1656" y="335"/>
                  <a:pt x="1654" y="336"/>
                  <a:pt x="1655" y="339"/>
                </a:cubicBezTo>
                <a:cubicBezTo>
                  <a:pt x="1655" y="338"/>
                  <a:pt x="1658" y="343"/>
                  <a:pt x="1657" y="343"/>
                </a:cubicBezTo>
                <a:cubicBezTo>
                  <a:pt x="1660" y="343"/>
                  <a:pt x="1658" y="340"/>
                  <a:pt x="1659" y="340"/>
                </a:cubicBezTo>
                <a:cubicBezTo>
                  <a:pt x="1661" y="339"/>
                  <a:pt x="1659" y="337"/>
                  <a:pt x="1662" y="340"/>
                </a:cubicBezTo>
                <a:cubicBezTo>
                  <a:pt x="1663" y="341"/>
                  <a:pt x="1661" y="345"/>
                  <a:pt x="1662" y="345"/>
                </a:cubicBezTo>
                <a:cubicBezTo>
                  <a:pt x="1665" y="347"/>
                  <a:pt x="1667" y="337"/>
                  <a:pt x="1668" y="337"/>
                </a:cubicBezTo>
                <a:cubicBezTo>
                  <a:pt x="1668" y="337"/>
                  <a:pt x="1674" y="337"/>
                  <a:pt x="1674" y="337"/>
                </a:cubicBezTo>
                <a:cubicBezTo>
                  <a:pt x="1677" y="338"/>
                  <a:pt x="1678" y="340"/>
                  <a:pt x="1680" y="342"/>
                </a:cubicBezTo>
                <a:cubicBezTo>
                  <a:pt x="1691" y="349"/>
                  <a:pt x="1690" y="366"/>
                  <a:pt x="1693" y="379"/>
                </a:cubicBezTo>
                <a:cubicBezTo>
                  <a:pt x="1701" y="384"/>
                  <a:pt x="1696" y="402"/>
                  <a:pt x="1694" y="409"/>
                </a:cubicBezTo>
                <a:cubicBezTo>
                  <a:pt x="1692" y="419"/>
                  <a:pt x="1690" y="431"/>
                  <a:pt x="1685" y="441"/>
                </a:cubicBezTo>
                <a:cubicBezTo>
                  <a:pt x="1682" y="448"/>
                  <a:pt x="1677" y="453"/>
                  <a:pt x="1670" y="452"/>
                </a:cubicBezTo>
                <a:cubicBezTo>
                  <a:pt x="1666" y="451"/>
                  <a:pt x="1667" y="449"/>
                  <a:pt x="1662" y="453"/>
                </a:cubicBezTo>
                <a:cubicBezTo>
                  <a:pt x="1660" y="454"/>
                  <a:pt x="1656" y="459"/>
                  <a:pt x="1656" y="462"/>
                </a:cubicBezTo>
                <a:cubicBezTo>
                  <a:pt x="1655" y="466"/>
                  <a:pt x="1659" y="469"/>
                  <a:pt x="1657" y="474"/>
                </a:cubicBezTo>
                <a:cubicBezTo>
                  <a:pt x="1656" y="477"/>
                  <a:pt x="1650" y="479"/>
                  <a:pt x="1650" y="482"/>
                </a:cubicBezTo>
                <a:cubicBezTo>
                  <a:pt x="1649" y="488"/>
                  <a:pt x="1661" y="497"/>
                  <a:pt x="1664" y="502"/>
                </a:cubicBezTo>
                <a:cubicBezTo>
                  <a:pt x="1666" y="505"/>
                  <a:pt x="1668" y="509"/>
                  <a:pt x="1668" y="513"/>
                </a:cubicBezTo>
                <a:cubicBezTo>
                  <a:pt x="1669" y="520"/>
                  <a:pt x="1666" y="519"/>
                  <a:pt x="1661" y="521"/>
                </a:cubicBezTo>
                <a:cubicBezTo>
                  <a:pt x="1659" y="522"/>
                  <a:pt x="1655" y="526"/>
                  <a:pt x="1653" y="525"/>
                </a:cubicBezTo>
                <a:cubicBezTo>
                  <a:pt x="1649" y="524"/>
                  <a:pt x="1650" y="517"/>
                  <a:pt x="1652" y="515"/>
                </a:cubicBezTo>
                <a:cubicBezTo>
                  <a:pt x="1653" y="510"/>
                  <a:pt x="1646" y="509"/>
                  <a:pt x="1647" y="506"/>
                </a:cubicBezTo>
                <a:cubicBezTo>
                  <a:pt x="1648" y="506"/>
                  <a:pt x="1649" y="507"/>
                  <a:pt x="1650" y="506"/>
                </a:cubicBezTo>
                <a:cubicBezTo>
                  <a:pt x="1651" y="503"/>
                  <a:pt x="1643" y="494"/>
                  <a:pt x="1641" y="499"/>
                </a:cubicBezTo>
                <a:cubicBezTo>
                  <a:pt x="1635" y="501"/>
                  <a:pt x="1638" y="491"/>
                  <a:pt x="1638" y="490"/>
                </a:cubicBezTo>
                <a:cubicBezTo>
                  <a:pt x="1638" y="486"/>
                  <a:pt x="1637" y="483"/>
                  <a:pt x="1632" y="482"/>
                </a:cubicBezTo>
                <a:cubicBezTo>
                  <a:pt x="1628" y="481"/>
                  <a:pt x="1624" y="484"/>
                  <a:pt x="1621" y="487"/>
                </a:cubicBezTo>
                <a:cubicBezTo>
                  <a:pt x="1620" y="488"/>
                  <a:pt x="1614" y="495"/>
                  <a:pt x="1612" y="491"/>
                </a:cubicBezTo>
                <a:cubicBezTo>
                  <a:pt x="1611" y="490"/>
                  <a:pt x="1615" y="488"/>
                  <a:pt x="1615" y="487"/>
                </a:cubicBezTo>
                <a:cubicBezTo>
                  <a:pt x="1615" y="486"/>
                  <a:pt x="1614" y="484"/>
                  <a:pt x="1615" y="483"/>
                </a:cubicBezTo>
                <a:cubicBezTo>
                  <a:pt x="1616" y="479"/>
                  <a:pt x="1620" y="474"/>
                  <a:pt x="1613" y="474"/>
                </a:cubicBezTo>
                <a:cubicBezTo>
                  <a:pt x="1609" y="474"/>
                  <a:pt x="1610" y="475"/>
                  <a:pt x="1608" y="477"/>
                </a:cubicBezTo>
                <a:cubicBezTo>
                  <a:pt x="1607" y="478"/>
                  <a:pt x="1604" y="482"/>
                  <a:pt x="1603" y="483"/>
                </a:cubicBezTo>
                <a:cubicBezTo>
                  <a:pt x="1603" y="483"/>
                  <a:pt x="1601" y="490"/>
                  <a:pt x="1601" y="490"/>
                </a:cubicBezTo>
                <a:cubicBezTo>
                  <a:pt x="1598" y="492"/>
                  <a:pt x="1597" y="490"/>
                  <a:pt x="1594" y="491"/>
                </a:cubicBezTo>
                <a:cubicBezTo>
                  <a:pt x="1594" y="493"/>
                  <a:pt x="1598" y="504"/>
                  <a:pt x="1601" y="501"/>
                </a:cubicBezTo>
                <a:cubicBezTo>
                  <a:pt x="1604" y="503"/>
                  <a:pt x="1603" y="509"/>
                  <a:pt x="1608" y="507"/>
                </a:cubicBezTo>
                <a:cubicBezTo>
                  <a:pt x="1610" y="506"/>
                  <a:pt x="1609" y="502"/>
                  <a:pt x="1614" y="501"/>
                </a:cubicBezTo>
                <a:cubicBezTo>
                  <a:pt x="1618" y="500"/>
                  <a:pt x="1633" y="503"/>
                  <a:pt x="1624" y="509"/>
                </a:cubicBezTo>
                <a:cubicBezTo>
                  <a:pt x="1622" y="510"/>
                  <a:pt x="1620" y="509"/>
                  <a:pt x="1618" y="510"/>
                </a:cubicBezTo>
                <a:cubicBezTo>
                  <a:pt x="1615" y="512"/>
                  <a:pt x="1615" y="514"/>
                  <a:pt x="1613" y="517"/>
                </a:cubicBezTo>
                <a:cubicBezTo>
                  <a:pt x="1611" y="522"/>
                  <a:pt x="1610" y="523"/>
                  <a:pt x="1613" y="527"/>
                </a:cubicBezTo>
                <a:cubicBezTo>
                  <a:pt x="1613" y="527"/>
                  <a:pt x="1616" y="528"/>
                  <a:pt x="1617" y="529"/>
                </a:cubicBezTo>
                <a:cubicBezTo>
                  <a:pt x="1620" y="531"/>
                  <a:pt x="1621" y="536"/>
                  <a:pt x="1623" y="539"/>
                </a:cubicBezTo>
                <a:cubicBezTo>
                  <a:pt x="1624" y="541"/>
                  <a:pt x="1627" y="545"/>
                  <a:pt x="1630" y="546"/>
                </a:cubicBezTo>
                <a:cubicBezTo>
                  <a:pt x="1630" y="546"/>
                  <a:pt x="1630" y="546"/>
                  <a:pt x="1630" y="547"/>
                </a:cubicBezTo>
                <a:cubicBezTo>
                  <a:pt x="1633" y="549"/>
                  <a:pt x="1621" y="548"/>
                  <a:pt x="1622" y="549"/>
                </a:cubicBezTo>
                <a:cubicBezTo>
                  <a:pt x="1623" y="550"/>
                  <a:pt x="1629" y="551"/>
                  <a:pt x="1631" y="552"/>
                </a:cubicBezTo>
                <a:cubicBezTo>
                  <a:pt x="1631" y="555"/>
                  <a:pt x="1626" y="560"/>
                  <a:pt x="1622" y="560"/>
                </a:cubicBezTo>
                <a:cubicBezTo>
                  <a:pt x="1622" y="561"/>
                  <a:pt x="1634" y="561"/>
                  <a:pt x="1633" y="561"/>
                </a:cubicBezTo>
                <a:cubicBezTo>
                  <a:pt x="1634" y="562"/>
                  <a:pt x="1633" y="564"/>
                  <a:pt x="1632" y="564"/>
                </a:cubicBezTo>
                <a:cubicBezTo>
                  <a:pt x="1632" y="565"/>
                  <a:pt x="1631" y="567"/>
                  <a:pt x="1631" y="568"/>
                </a:cubicBezTo>
                <a:cubicBezTo>
                  <a:pt x="1631" y="568"/>
                  <a:pt x="1631" y="571"/>
                  <a:pt x="1631" y="572"/>
                </a:cubicBezTo>
                <a:cubicBezTo>
                  <a:pt x="1631" y="577"/>
                  <a:pt x="1629" y="579"/>
                  <a:pt x="1626" y="583"/>
                </a:cubicBezTo>
                <a:cubicBezTo>
                  <a:pt x="1622" y="590"/>
                  <a:pt x="1624" y="595"/>
                  <a:pt x="1618" y="600"/>
                </a:cubicBezTo>
                <a:cubicBezTo>
                  <a:pt x="1619" y="600"/>
                  <a:pt x="1619" y="600"/>
                  <a:pt x="1619" y="600"/>
                </a:cubicBezTo>
                <a:cubicBezTo>
                  <a:pt x="1618" y="605"/>
                  <a:pt x="1608" y="614"/>
                  <a:pt x="1604" y="614"/>
                </a:cubicBezTo>
                <a:cubicBezTo>
                  <a:pt x="1602" y="617"/>
                  <a:pt x="1597" y="615"/>
                  <a:pt x="1595" y="617"/>
                </a:cubicBezTo>
                <a:cubicBezTo>
                  <a:pt x="1595" y="616"/>
                  <a:pt x="1594" y="617"/>
                  <a:pt x="1594" y="618"/>
                </a:cubicBezTo>
                <a:cubicBezTo>
                  <a:pt x="1592" y="614"/>
                  <a:pt x="1583" y="625"/>
                  <a:pt x="1580" y="622"/>
                </a:cubicBezTo>
                <a:cubicBezTo>
                  <a:pt x="1579" y="624"/>
                  <a:pt x="1577" y="626"/>
                  <a:pt x="1575" y="625"/>
                </a:cubicBezTo>
                <a:cubicBezTo>
                  <a:pt x="1573" y="630"/>
                  <a:pt x="1576" y="630"/>
                  <a:pt x="1571" y="631"/>
                </a:cubicBezTo>
                <a:cubicBezTo>
                  <a:pt x="1569" y="624"/>
                  <a:pt x="1570" y="628"/>
                  <a:pt x="1565" y="627"/>
                </a:cubicBezTo>
                <a:cubicBezTo>
                  <a:pt x="1560" y="626"/>
                  <a:pt x="1562" y="624"/>
                  <a:pt x="1557" y="627"/>
                </a:cubicBezTo>
                <a:cubicBezTo>
                  <a:pt x="1556" y="628"/>
                  <a:pt x="1551" y="630"/>
                  <a:pt x="1550" y="631"/>
                </a:cubicBezTo>
                <a:cubicBezTo>
                  <a:pt x="1549" y="633"/>
                  <a:pt x="1551" y="634"/>
                  <a:pt x="1550" y="636"/>
                </a:cubicBezTo>
                <a:cubicBezTo>
                  <a:pt x="1549" y="637"/>
                  <a:pt x="1544" y="642"/>
                  <a:pt x="1547" y="643"/>
                </a:cubicBezTo>
                <a:cubicBezTo>
                  <a:pt x="1552" y="650"/>
                  <a:pt x="1558" y="655"/>
                  <a:pt x="1563" y="661"/>
                </a:cubicBezTo>
                <a:cubicBezTo>
                  <a:pt x="1566" y="663"/>
                  <a:pt x="1567" y="665"/>
                  <a:pt x="1568" y="668"/>
                </a:cubicBezTo>
                <a:cubicBezTo>
                  <a:pt x="1570" y="671"/>
                  <a:pt x="1571" y="674"/>
                  <a:pt x="1571" y="677"/>
                </a:cubicBezTo>
                <a:cubicBezTo>
                  <a:pt x="1573" y="683"/>
                  <a:pt x="1572" y="689"/>
                  <a:pt x="1566" y="694"/>
                </a:cubicBezTo>
                <a:cubicBezTo>
                  <a:pt x="1563" y="697"/>
                  <a:pt x="1560" y="696"/>
                  <a:pt x="1557" y="697"/>
                </a:cubicBezTo>
                <a:cubicBezTo>
                  <a:pt x="1555" y="699"/>
                  <a:pt x="1559" y="701"/>
                  <a:pt x="1554" y="701"/>
                </a:cubicBezTo>
                <a:cubicBezTo>
                  <a:pt x="1552" y="705"/>
                  <a:pt x="1549" y="707"/>
                  <a:pt x="1546" y="709"/>
                </a:cubicBezTo>
                <a:cubicBezTo>
                  <a:pt x="1545" y="706"/>
                  <a:pt x="1547" y="703"/>
                  <a:pt x="1547" y="701"/>
                </a:cubicBezTo>
                <a:cubicBezTo>
                  <a:pt x="1547" y="698"/>
                  <a:pt x="1548" y="701"/>
                  <a:pt x="1546" y="698"/>
                </a:cubicBezTo>
                <a:cubicBezTo>
                  <a:pt x="1543" y="695"/>
                  <a:pt x="1538" y="697"/>
                  <a:pt x="1539" y="692"/>
                </a:cubicBezTo>
                <a:cubicBezTo>
                  <a:pt x="1533" y="695"/>
                  <a:pt x="1534" y="688"/>
                  <a:pt x="1530" y="685"/>
                </a:cubicBezTo>
                <a:cubicBezTo>
                  <a:pt x="1530" y="685"/>
                  <a:pt x="1519" y="679"/>
                  <a:pt x="1519" y="679"/>
                </a:cubicBezTo>
                <a:cubicBezTo>
                  <a:pt x="1516" y="679"/>
                  <a:pt x="1508" y="704"/>
                  <a:pt x="1517" y="703"/>
                </a:cubicBezTo>
                <a:cubicBezTo>
                  <a:pt x="1518" y="706"/>
                  <a:pt x="1519" y="715"/>
                  <a:pt x="1521" y="717"/>
                </a:cubicBezTo>
                <a:cubicBezTo>
                  <a:pt x="1521" y="717"/>
                  <a:pt x="1525" y="719"/>
                  <a:pt x="1526" y="720"/>
                </a:cubicBezTo>
                <a:cubicBezTo>
                  <a:pt x="1528" y="720"/>
                  <a:pt x="1529" y="722"/>
                  <a:pt x="1531" y="723"/>
                </a:cubicBezTo>
                <a:cubicBezTo>
                  <a:pt x="1537" y="728"/>
                  <a:pt x="1538" y="730"/>
                  <a:pt x="1539" y="738"/>
                </a:cubicBezTo>
                <a:cubicBezTo>
                  <a:pt x="1540" y="743"/>
                  <a:pt x="1546" y="748"/>
                  <a:pt x="1545" y="753"/>
                </a:cubicBezTo>
                <a:cubicBezTo>
                  <a:pt x="1538" y="755"/>
                  <a:pt x="1532" y="746"/>
                  <a:pt x="1527" y="743"/>
                </a:cubicBezTo>
                <a:cubicBezTo>
                  <a:pt x="1526" y="741"/>
                  <a:pt x="1527" y="738"/>
                  <a:pt x="1524" y="738"/>
                </a:cubicBezTo>
                <a:cubicBezTo>
                  <a:pt x="1520" y="734"/>
                  <a:pt x="1521" y="725"/>
                  <a:pt x="1518" y="720"/>
                </a:cubicBezTo>
                <a:cubicBezTo>
                  <a:pt x="1518" y="719"/>
                  <a:pt x="1510" y="707"/>
                  <a:pt x="1508" y="711"/>
                </a:cubicBezTo>
                <a:cubicBezTo>
                  <a:pt x="1505" y="702"/>
                  <a:pt x="1510" y="691"/>
                  <a:pt x="1507" y="681"/>
                </a:cubicBezTo>
                <a:cubicBezTo>
                  <a:pt x="1505" y="676"/>
                  <a:pt x="1502" y="672"/>
                  <a:pt x="1501" y="667"/>
                </a:cubicBezTo>
                <a:cubicBezTo>
                  <a:pt x="1500" y="664"/>
                  <a:pt x="1500" y="656"/>
                  <a:pt x="1497" y="655"/>
                </a:cubicBezTo>
                <a:cubicBezTo>
                  <a:pt x="1493" y="653"/>
                  <a:pt x="1485" y="664"/>
                  <a:pt x="1480" y="661"/>
                </a:cubicBezTo>
                <a:cubicBezTo>
                  <a:pt x="1478" y="659"/>
                  <a:pt x="1480" y="656"/>
                  <a:pt x="1480" y="654"/>
                </a:cubicBezTo>
                <a:cubicBezTo>
                  <a:pt x="1480" y="650"/>
                  <a:pt x="1479" y="646"/>
                  <a:pt x="1476" y="643"/>
                </a:cubicBezTo>
                <a:cubicBezTo>
                  <a:pt x="1475" y="640"/>
                  <a:pt x="1471" y="633"/>
                  <a:pt x="1467" y="632"/>
                </a:cubicBezTo>
                <a:cubicBezTo>
                  <a:pt x="1467" y="629"/>
                  <a:pt x="1462" y="627"/>
                  <a:pt x="1461" y="625"/>
                </a:cubicBezTo>
                <a:cubicBezTo>
                  <a:pt x="1459" y="622"/>
                  <a:pt x="1461" y="617"/>
                  <a:pt x="1454" y="617"/>
                </a:cubicBezTo>
                <a:cubicBezTo>
                  <a:pt x="1450" y="623"/>
                  <a:pt x="1445" y="619"/>
                  <a:pt x="1440" y="622"/>
                </a:cubicBezTo>
                <a:cubicBezTo>
                  <a:pt x="1437" y="624"/>
                  <a:pt x="1435" y="630"/>
                  <a:pt x="1432" y="633"/>
                </a:cubicBezTo>
                <a:cubicBezTo>
                  <a:pt x="1429" y="637"/>
                  <a:pt x="1423" y="639"/>
                  <a:pt x="1419" y="643"/>
                </a:cubicBezTo>
                <a:cubicBezTo>
                  <a:pt x="1415" y="648"/>
                  <a:pt x="1412" y="652"/>
                  <a:pt x="1408" y="656"/>
                </a:cubicBezTo>
                <a:cubicBezTo>
                  <a:pt x="1407" y="657"/>
                  <a:pt x="1407" y="659"/>
                  <a:pt x="1406" y="660"/>
                </a:cubicBezTo>
                <a:cubicBezTo>
                  <a:pt x="1404" y="660"/>
                  <a:pt x="1402" y="661"/>
                  <a:pt x="1401" y="661"/>
                </a:cubicBezTo>
                <a:cubicBezTo>
                  <a:pt x="1399" y="663"/>
                  <a:pt x="1398" y="663"/>
                  <a:pt x="1397" y="666"/>
                </a:cubicBezTo>
                <a:cubicBezTo>
                  <a:pt x="1395" y="669"/>
                  <a:pt x="1398" y="671"/>
                  <a:pt x="1398" y="674"/>
                </a:cubicBezTo>
                <a:cubicBezTo>
                  <a:pt x="1398" y="677"/>
                  <a:pt x="1398" y="681"/>
                  <a:pt x="1397" y="684"/>
                </a:cubicBezTo>
                <a:cubicBezTo>
                  <a:pt x="1397" y="688"/>
                  <a:pt x="1398" y="695"/>
                  <a:pt x="1396" y="698"/>
                </a:cubicBezTo>
                <a:cubicBezTo>
                  <a:pt x="1395" y="701"/>
                  <a:pt x="1391" y="701"/>
                  <a:pt x="1389" y="703"/>
                </a:cubicBezTo>
                <a:cubicBezTo>
                  <a:pt x="1388" y="705"/>
                  <a:pt x="1387" y="708"/>
                  <a:pt x="1386" y="711"/>
                </a:cubicBezTo>
                <a:cubicBezTo>
                  <a:pt x="1381" y="714"/>
                  <a:pt x="1376" y="700"/>
                  <a:pt x="1375" y="697"/>
                </a:cubicBezTo>
                <a:cubicBezTo>
                  <a:pt x="1372" y="690"/>
                  <a:pt x="1368" y="687"/>
                  <a:pt x="1364" y="681"/>
                </a:cubicBezTo>
                <a:cubicBezTo>
                  <a:pt x="1359" y="675"/>
                  <a:pt x="1359" y="667"/>
                  <a:pt x="1356" y="660"/>
                </a:cubicBezTo>
                <a:cubicBezTo>
                  <a:pt x="1354" y="653"/>
                  <a:pt x="1352" y="647"/>
                  <a:pt x="1351" y="641"/>
                </a:cubicBezTo>
                <a:cubicBezTo>
                  <a:pt x="1350" y="639"/>
                  <a:pt x="1348" y="621"/>
                  <a:pt x="1348" y="621"/>
                </a:cubicBezTo>
                <a:cubicBezTo>
                  <a:pt x="1344" y="619"/>
                  <a:pt x="1344" y="629"/>
                  <a:pt x="1343" y="630"/>
                </a:cubicBezTo>
                <a:cubicBezTo>
                  <a:pt x="1338" y="634"/>
                  <a:pt x="1335" y="628"/>
                  <a:pt x="1332" y="626"/>
                </a:cubicBezTo>
                <a:cubicBezTo>
                  <a:pt x="1329" y="624"/>
                  <a:pt x="1322" y="624"/>
                  <a:pt x="1328" y="621"/>
                </a:cubicBezTo>
                <a:cubicBezTo>
                  <a:pt x="1332" y="620"/>
                  <a:pt x="1338" y="621"/>
                  <a:pt x="1331" y="617"/>
                </a:cubicBezTo>
                <a:cubicBezTo>
                  <a:pt x="1329" y="616"/>
                  <a:pt x="1327" y="617"/>
                  <a:pt x="1325" y="617"/>
                </a:cubicBezTo>
                <a:cubicBezTo>
                  <a:pt x="1323" y="616"/>
                  <a:pt x="1322" y="613"/>
                  <a:pt x="1320" y="612"/>
                </a:cubicBezTo>
                <a:cubicBezTo>
                  <a:pt x="1317" y="611"/>
                  <a:pt x="1316" y="612"/>
                  <a:pt x="1313" y="609"/>
                </a:cubicBezTo>
                <a:cubicBezTo>
                  <a:pt x="1310" y="607"/>
                  <a:pt x="1311" y="604"/>
                  <a:pt x="1306" y="602"/>
                </a:cubicBezTo>
                <a:cubicBezTo>
                  <a:pt x="1300" y="600"/>
                  <a:pt x="1292" y="602"/>
                  <a:pt x="1285" y="603"/>
                </a:cubicBezTo>
                <a:cubicBezTo>
                  <a:pt x="1277" y="603"/>
                  <a:pt x="1267" y="603"/>
                  <a:pt x="1259" y="601"/>
                </a:cubicBezTo>
                <a:cubicBezTo>
                  <a:pt x="1253" y="599"/>
                  <a:pt x="1253" y="593"/>
                  <a:pt x="1248" y="591"/>
                </a:cubicBezTo>
                <a:cubicBezTo>
                  <a:pt x="1243" y="590"/>
                  <a:pt x="1238" y="594"/>
                  <a:pt x="1232" y="592"/>
                </a:cubicBezTo>
                <a:cubicBezTo>
                  <a:pt x="1227" y="591"/>
                  <a:pt x="1222" y="585"/>
                  <a:pt x="1216" y="586"/>
                </a:cubicBezTo>
                <a:cubicBezTo>
                  <a:pt x="1216" y="577"/>
                  <a:pt x="1194" y="565"/>
                  <a:pt x="1199" y="579"/>
                </a:cubicBezTo>
                <a:cubicBezTo>
                  <a:pt x="1200" y="584"/>
                  <a:pt x="1204" y="586"/>
                  <a:pt x="1207" y="589"/>
                </a:cubicBezTo>
                <a:cubicBezTo>
                  <a:pt x="1211" y="594"/>
                  <a:pt x="1213" y="601"/>
                  <a:pt x="1215" y="607"/>
                </a:cubicBezTo>
                <a:cubicBezTo>
                  <a:pt x="1215" y="605"/>
                  <a:pt x="1217" y="596"/>
                  <a:pt x="1219" y="597"/>
                </a:cubicBezTo>
                <a:cubicBezTo>
                  <a:pt x="1221" y="603"/>
                  <a:pt x="1219" y="613"/>
                  <a:pt x="1229" y="611"/>
                </a:cubicBezTo>
                <a:cubicBezTo>
                  <a:pt x="1233" y="611"/>
                  <a:pt x="1240" y="606"/>
                  <a:pt x="1243" y="603"/>
                </a:cubicBezTo>
                <a:cubicBezTo>
                  <a:pt x="1244" y="602"/>
                  <a:pt x="1247" y="596"/>
                  <a:pt x="1249" y="598"/>
                </a:cubicBezTo>
                <a:cubicBezTo>
                  <a:pt x="1252" y="600"/>
                  <a:pt x="1249" y="603"/>
                  <a:pt x="1250" y="606"/>
                </a:cubicBezTo>
                <a:cubicBezTo>
                  <a:pt x="1251" y="612"/>
                  <a:pt x="1257" y="613"/>
                  <a:pt x="1263" y="613"/>
                </a:cubicBezTo>
                <a:cubicBezTo>
                  <a:pt x="1264" y="617"/>
                  <a:pt x="1269" y="616"/>
                  <a:pt x="1271" y="620"/>
                </a:cubicBezTo>
                <a:cubicBezTo>
                  <a:pt x="1273" y="624"/>
                  <a:pt x="1270" y="625"/>
                  <a:pt x="1268" y="628"/>
                </a:cubicBezTo>
                <a:cubicBezTo>
                  <a:pt x="1263" y="635"/>
                  <a:pt x="1261" y="636"/>
                  <a:pt x="1260" y="645"/>
                </a:cubicBezTo>
                <a:cubicBezTo>
                  <a:pt x="1247" y="651"/>
                  <a:pt x="1180" y="700"/>
                  <a:pt x="1173" y="675"/>
                </a:cubicBezTo>
                <a:cubicBezTo>
                  <a:pt x="1170" y="666"/>
                  <a:pt x="1171" y="659"/>
                  <a:pt x="1165" y="651"/>
                </a:cubicBezTo>
                <a:cubicBezTo>
                  <a:pt x="1160" y="644"/>
                  <a:pt x="1153" y="637"/>
                  <a:pt x="1149" y="629"/>
                </a:cubicBezTo>
                <a:cubicBezTo>
                  <a:pt x="1144" y="620"/>
                  <a:pt x="1141" y="611"/>
                  <a:pt x="1135" y="603"/>
                </a:cubicBezTo>
                <a:cubicBezTo>
                  <a:pt x="1131" y="597"/>
                  <a:pt x="1125" y="584"/>
                  <a:pt x="1119" y="581"/>
                </a:cubicBezTo>
                <a:cubicBezTo>
                  <a:pt x="1117" y="579"/>
                  <a:pt x="1118" y="586"/>
                  <a:pt x="1118" y="586"/>
                </a:cubicBezTo>
                <a:cubicBezTo>
                  <a:pt x="1114" y="587"/>
                  <a:pt x="1111" y="576"/>
                  <a:pt x="1105" y="575"/>
                </a:cubicBezTo>
                <a:cubicBezTo>
                  <a:pt x="1104" y="583"/>
                  <a:pt x="1111" y="586"/>
                  <a:pt x="1115" y="591"/>
                </a:cubicBezTo>
                <a:cubicBezTo>
                  <a:pt x="1117" y="595"/>
                  <a:pt x="1118" y="599"/>
                  <a:pt x="1120" y="603"/>
                </a:cubicBezTo>
                <a:cubicBezTo>
                  <a:pt x="1122" y="605"/>
                  <a:pt x="1124" y="607"/>
                  <a:pt x="1125" y="609"/>
                </a:cubicBezTo>
                <a:cubicBezTo>
                  <a:pt x="1126" y="612"/>
                  <a:pt x="1126" y="614"/>
                  <a:pt x="1126" y="616"/>
                </a:cubicBezTo>
                <a:cubicBezTo>
                  <a:pt x="1129" y="622"/>
                  <a:pt x="1134" y="624"/>
                  <a:pt x="1137" y="630"/>
                </a:cubicBezTo>
                <a:cubicBezTo>
                  <a:pt x="1139" y="637"/>
                  <a:pt x="1137" y="643"/>
                  <a:pt x="1141" y="649"/>
                </a:cubicBezTo>
                <a:cubicBezTo>
                  <a:pt x="1143" y="651"/>
                  <a:pt x="1146" y="651"/>
                  <a:pt x="1148" y="654"/>
                </a:cubicBezTo>
                <a:cubicBezTo>
                  <a:pt x="1149" y="656"/>
                  <a:pt x="1150" y="659"/>
                  <a:pt x="1152" y="662"/>
                </a:cubicBezTo>
                <a:cubicBezTo>
                  <a:pt x="1159" y="674"/>
                  <a:pt x="1172" y="678"/>
                  <a:pt x="1174" y="692"/>
                </a:cubicBezTo>
                <a:cubicBezTo>
                  <a:pt x="1183" y="697"/>
                  <a:pt x="1185" y="697"/>
                  <a:pt x="1195" y="695"/>
                </a:cubicBezTo>
                <a:cubicBezTo>
                  <a:pt x="1199" y="695"/>
                  <a:pt x="1204" y="695"/>
                  <a:pt x="1208" y="695"/>
                </a:cubicBezTo>
                <a:cubicBezTo>
                  <a:pt x="1212" y="694"/>
                  <a:pt x="1215" y="691"/>
                  <a:pt x="1219" y="690"/>
                </a:cubicBezTo>
                <a:cubicBezTo>
                  <a:pt x="1226" y="689"/>
                  <a:pt x="1225" y="690"/>
                  <a:pt x="1223" y="696"/>
                </a:cubicBezTo>
                <a:cubicBezTo>
                  <a:pt x="1221" y="704"/>
                  <a:pt x="1217" y="710"/>
                  <a:pt x="1213" y="718"/>
                </a:cubicBezTo>
                <a:cubicBezTo>
                  <a:pt x="1209" y="726"/>
                  <a:pt x="1205" y="732"/>
                  <a:pt x="1199" y="739"/>
                </a:cubicBezTo>
                <a:cubicBezTo>
                  <a:pt x="1193" y="745"/>
                  <a:pt x="1188" y="748"/>
                  <a:pt x="1181" y="753"/>
                </a:cubicBezTo>
                <a:cubicBezTo>
                  <a:pt x="1174" y="758"/>
                  <a:pt x="1170" y="765"/>
                  <a:pt x="1165" y="771"/>
                </a:cubicBezTo>
                <a:cubicBezTo>
                  <a:pt x="1159" y="777"/>
                  <a:pt x="1154" y="781"/>
                  <a:pt x="1151" y="789"/>
                </a:cubicBezTo>
                <a:cubicBezTo>
                  <a:pt x="1148" y="797"/>
                  <a:pt x="1152" y="802"/>
                  <a:pt x="1153" y="810"/>
                </a:cubicBezTo>
                <a:cubicBezTo>
                  <a:pt x="1153" y="814"/>
                  <a:pt x="1152" y="815"/>
                  <a:pt x="1154" y="819"/>
                </a:cubicBezTo>
                <a:cubicBezTo>
                  <a:pt x="1157" y="824"/>
                  <a:pt x="1158" y="823"/>
                  <a:pt x="1158" y="830"/>
                </a:cubicBezTo>
                <a:cubicBezTo>
                  <a:pt x="1158" y="837"/>
                  <a:pt x="1158" y="844"/>
                  <a:pt x="1157" y="851"/>
                </a:cubicBezTo>
                <a:cubicBezTo>
                  <a:pt x="1155" y="859"/>
                  <a:pt x="1150" y="863"/>
                  <a:pt x="1143" y="867"/>
                </a:cubicBezTo>
                <a:cubicBezTo>
                  <a:pt x="1137" y="871"/>
                  <a:pt x="1129" y="874"/>
                  <a:pt x="1125" y="879"/>
                </a:cubicBezTo>
                <a:cubicBezTo>
                  <a:pt x="1121" y="884"/>
                  <a:pt x="1123" y="891"/>
                  <a:pt x="1123" y="897"/>
                </a:cubicBezTo>
                <a:cubicBezTo>
                  <a:pt x="1124" y="904"/>
                  <a:pt x="1125" y="908"/>
                  <a:pt x="1118" y="912"/>
                </a:cubicBezTo>
                <a:cubicBezTo>
                  <a:pt x="1116" y="914"/>
                  <a:pt x="1105" y="916"/>
                  <a:pt x="1106" y="920"/>
                </a:cubicBezTo>
                <a:cubicBezTo>
                  <a:pt x="1107" y="920"/>
                  <a:pt x="1108" y="921"/>
                  <a:pt x="1109" y="921"/>
                </a:cubicBezTo>
                <a:cubicBezTo>
                  <a:pt x="1105" y="934"/>
                  <a:pt x="1099" y="941"/>
                  <a:pt x="1090" y="952"/>
                </a:cubicBezTo>
                <a:cubicBezTo>
                  <a:pt x="1087" y="956"/>
                  <a:pt x="1083" y="959"/>
                  <a:pt x="1079" y="963"/>
                </a:cubicBezTo>
                <a:cubicBezTo>
                  <a:pt x="1073" y="968"/>
                  <a:pt x="1070" y="969"/>
                  <a:pt x="1062" y="971"/>
                </a:cubicBezTo>
                <a:cubicBezTo>
                  <a:pt x="1062" y="971"/>
                  <a:pt x="1062" y="972"/>
                  <a:pt x="1063" y="973"/>
                </a:cubicBezTo>
                <a:cubicBezTo>
                  <a:pt x="1063" y="974"/>
                  <a:pt x="1053" y="973"/>
                  <a:pt x="1053" y="973"/>
                </a:cubicBezTo>
                <a:cubicBezTo>
                  <a:pt x="1049" y="973"/>
                  <a:pt x="1045" y="974"/>
                  <a:pt x="1041" y="974"/>
                </a:cubicBezTo>
                <a:cubicBezTo>
                  <a:pt x="1038" y="975"/>
                  <a:pt x="1031" y="978"/>
                  <a:pt x="1028" y="978"/>
                </a:cubicBezTo>
                <a:cubicBezTo>
                  <a:pt x="1025" y="977"/>
                  <a:pt x="1025" y="974"/>
                  <a:pt x="1023" y="974"/>
                </a:cubicBezTo>
                <a:cubicBezTo>
                  <a:pt x="1022" y="973"/>
                  <a:pt x="1019" y="975"/>
                  <a:pt x="1020" y="975"/>
                </a:cubicBezTo>
                <a:cubicBezTo>
                  <a:pt x="1018" y="974"/>
                  <a:pt x="1021" y="972"/>
                  <a:pt x="1020" y="970"/>
                </a:cubicBezTo>
                <a:cubicBezTo>
                  <a:pt x="1019" y="967"/>
                  <a:pt x="1018" y="966"/>
                  <a:pt x="1018" y="963"/>
                </a:cubicBezTo>
                <a:cubicBezTo>
                  <a:pt x="1018" y="963"/>
                  <a:pt x="1020" y="962"/>
                  <a:pt x="1020" y="961"/>
                </a:cubicBezTo>
                <a:cubicBezTo>
                  <a:pt x="1020" y="959"/>
                  <a:pt x="1019" y="957"/>
                  <a:pt x="1018" y="956"/>
                </a:cubicBezTo>
                <a:cubicBezTo>
                  <a:pt x="1018" y="954"/>
                  <a:pt x="1017" y="953"/>
                  <a:pt x="1016" y="951"/>
                </a:cubicBezTo>
                <a:cubicBezTo>
                  <a:pt x="1014" y="946"/>
                  <a:pt x="1013" y="942"/>
                  <a:pt x="1011" y="938"/>
                </a:cubicBezTo>
                <a:cubicBezTo>
                  <a:pt x="1009" y="936"/>
                  <a:pt x="1005" y="931"/>
                  <a:pt x="1004" y="928"/>
                </a:cubicBezTo>
                <a:cubicBezTo>
                  <a:pt x="1003" y="926"/>
                  <a:pt x="1003" y="923"/>
                  <a:pt x="1003" y="921"/>
                </a:cubicBezTo>
                <a:cubicBezTo>
                  <a:pt x="1002" y="916"/>
                  <a:pt x="1001" y="911"/>
                  <a:pt x="1000" y="905"/>
                </a:cubicBezTo>
                <a:cubicBezTo>
                  <a:pt x="999" y="898"/>
                  <a:pt x="997" y="894"/>
                  <a:pt x="994" y="887"/>
                </a:cubicBezTo>
                <a:cubicBezTo>
                  <a:pt x="991" y="882"/>
                  <a:pt x="990" y="878"/>
                  <a:pt x="987" y="873"/>
                </a:cubicBezTo>
                <a:cubicBezTo>
                  <a:pt x="984" y="869"/>
                  <a:pt x="984" y="866"/>
                  <a:pt x="984" y="861"/>
                </a:cubicBezTo>
                <a:cubicBezTo>
                  <a:pt x="985" y="856"/>
                  <a:pt x="987" y="848"/>
                  <a:pt x="989" y="843"/>
                </a:cubicBezTo>
                <a:cubicBezTo>
                  <a:pt x="991" y="840"/>
                  <a:pt x="994" y="839"/>
                  <a:pt x="996" y="836"/>
                </a:cubicBezTo>
                <a:cubicBezTo>
                  <a:pt x="1000" y="830"/>
                  <a:pt x="997" y="826"/>
                  <a:pt x="995" y="821"/>
                </a:cubicBezTo>
                <a:cubicBezTo>
                  <a:pt x="993" y="817"/>
                  <a:pt x="994" y="813"/>
                  <a:pt x="994" y="809"/>
                </a:cubicBezTo>
                <a:cubicBezTo>
                  <a:pt x="994" y="806"/>
                  <a:pt x="993" y="804"/>
                  <a:pt x="992" y="802"/>
                </a:cubicBezTo>
                <a:cubicBezTo>
                  <a:pt x="992" y="801"/>
                  <a:pt x="990" y="797"/>
                  <a:pt x="991" y="797"/>
                </a:cubicBezTo>
                <a:cubicBezTo>
                  <a:pt x="990" y="796"/>
                  <a:pt x="989" y="796"/>
                  <a:pt x="988" y="794"/>
                </a:cubicBezTo>
                <a:cubicBezTo>
                  <a:pt x="987" y="792"/>
                  <a:pt x="987" y="790"/>
                  <a:pt x="986" y="788"/>
                </a:cubicBezTo>
                <a:cubicBezTo>
                  <a:pt x="983" y="784"/>
                  <a:pt x="979" y="782"/>
                  <a:pt x="976" y="778"/>
                </a:cubicBezTo>
                <a:cubicBezTo>
                  <a:pt x="973" y="775"/>
                  <a:pt x="969" y="770"/>
                  <a:pt x="969" y="765"/>
                </a:cubicBezTo>
                <a:cubicBezTo>
                  <a:pt x="969" y="764"/>
                  <a:pt x="974" y="759"/>
                  <a:pt x="974" y="759"/>
                </a:cubicBezTo>
                <a:cubicBezTo>
                  <a:pt x="974" y="758"/>
                  <a:pt x="973" y="757"/>
                  <a:pt x="973" y="756"/>
                </a:cubicBezTo>
                <a:cubicBezTo>
                  <a:pt x="973" y="754"/>
                  <a:pt x="972" y="754"/>
                  <a:pt x="973" y="752"/>
                </a:cubicBezTo>
                <a:cubicBezTo>
                  <a:pt x="974" y="748"/>
                  <a:pt x="976" y="746"/>
                  <a:pt x="975" y="740"/>
                </a:cubicBezTo>
                <a:cubicBezTo>
                  <a:pt x="974" y="739"/>
                  <a:pt x="975" y="738"/>
                  <a:pt x="975" y="737"/>
                </a:cubicBezTo>
                <a:cubicBezTo>
                  <a:pt x="974" y="736"/>
                  <a:pt x="972" y="736"/>
                  <a:pt x="972" y="736"/>
                </a:cubicBezTo>
                <a:cubicBezTo>
                  <a:pt x="972" y="735"/>
                  <a:pt x="969" y="732"/>
                  <a:pt x="968" y="732"/>
                </a:cubicBezTo>
                <a:cubicBezTo>
                  <a:pt x="965" y="731"/>
                  <a:pt x="959" y="735"/>
                  <a:pt x="955" y="735"/>
                </a:cubicBezTo>
                <a:cubicBezTo>
                  <a:pt x="945" y="733"/>
                  <a:pt x="947" y="721"/>
                  <a:pt x="936" y="721"/>
                </a:cubicBezTo>
                <a:cubicBezTo>
                  <a:pt x="929" y="722"/>
                  <a:pt x="923" y="725"/>
                  <a:pt x="916" y="728"/>
                </a:cubicBezTo>
                <a:cubicBezTo>
                  <a:pt x="914" y="728"/>
                  <a:pt x="909" y="731"/>
                  <a:pt x="907" y="731"/>
                </a:cubicBezTo>
                <a:cubicBezTo>
                  <a:pt x="904" y="732"/>
                  <a:pt x="899" y="729"/>
                  <a:pt x="897" y="728"/>
                </a:cubicBezTo>
                <a:cubicBezTo>
                  <a:pt x="894" y="728"/>
                  <a:pt x="889" y="728"/>
                  <a:pt x="886" y="729"/>
                </a:cubicBezTo>
                <a:cubicBezTo>
                  <a:pt x="880" y="730"/>
                  <a:pt x="876" y="734"/>
                  <a:pt x="870" y="733"/>
                </a:cubicBezTo>
                <a:cubicBezTo>
                  <a:pt x="863" y="731"/>
                  <a:pt x="856" y="723"/>
                  <a:pt x="850" y="719"/>
                </a:cubicBezTo>
                <a:cubicBezTo>
                  <a:pt x="848" y="717"/>
                  <a:pt x="844" y="717"/>
                  <a:pt x="842" y="714"/>
                </a:cubicBezTo>
                <a:cubicBezTo>
                  <a:pt x="841" y="713"/>
                  <a:pt x="842" y="711"/>
                  <a:pt x="842" y="709"/>
                </a:cubicBezTo>
                <a:cubicBezTo>
                  <a:pt x="841" y="709"/>
                  <a:pt x="839" y="705"/>
                  <a:pt x="839" y="705"/>
                </a:cubicBezTo>
                <a:cubicBezTo>
                  <a:pt x="839" y="704"/>
                  <a:pt x="839" y="703"/>
                  <a:pt x="838" y="702"/>
                </a:cubicBezTo>
                <a:cubicBezTo>
                  <a:pt x="835" y="698"/>
                  <a:pt x="829" y="695"/>
                  <a:pt x="826" y="692"/>
                </a:cubicBezTo>
                <a:cubicBezTo>
                  <a:pt x="826" y="692"/>
                  <a:pt x="827" y="690"/>
                  <a:pt x="827" y="690"/>
                </a:cubicBezTo>
                <a:cubicBezTo>
                  <a:pt x="826" y="689"/>
                  <a:pt x="825" y="689"/>
                  <a:pt x="824" y="689"/>
                </a:cubicBezTo>
                <a:cubicBezTo>
                  <a:pt x="823" y="688"/>
                  <a:pt x="820" y="687"/>
                  <a:pt x="819" y="686"/>
                </a:cubicBezTo>
                <a:cubicBezTo>
                  <a:pt x="818" y="684"/>
                  <a:pt x="821" y="684"/>
                  <a:pt x="820" y="683"/>
                </a:cubicBezTo>
                <a:cubicBezTo>
                  <a:pt x="820" y="681"/>
                  <a:pt x="818" y="683"/>
                  <a:pt x="817" y="682"/>
                </a:cubicBezTo>
                <a:cubicBezTo>
                  <a:pt x="816" y="680"/>
                  <a:pt x="820" y="680"/>
                  <a:pt x="820" y="679"/>
                </a:cubicBezTo>
                <a:cubicBezTo>
                  <a:pt x="820" y="679"/>
                  <a:pt x="818" y="674"/>
                  <a:pt x="818" y="674"/>
                </a:cubicBezTo>
                <a:cubicBezTo>
                  <a:pt x="817" y="672"/>
                  <a:pt x="814" y="672"/>
                  <a:pt x="814" y="670"/>
                </a:cubicBezTo>
                <a:cubicBezTo>
                  <a:pt x="814" y="667"/>
                  <a:pt x="816" y="668"/>
                  <a:pt x="817" y="666"/>
                </a:cubicBezTo>
                <a:cubicBezTo>
                  <a:pt x="819" y="663"/>
                  <a:pt x="819" y="662"/>
                  <a:pt x="819" y="660"/>
                </a:cubicBezTo>
                <a:cubicBezTo>
                  <a:pt x="820" y="657"/>
                  <a:pt x="822" y="653"/>
                  <a:pt x="822" y="651"/>
                </a:cubicBezTo>
                <a:cubicBezTo>
                  <a:pt x="823" y="647"/>
                  <a:pt x="820" y="644"/>
                  <a:pt x="820" y="640"/>
                </a:cubicBezTo>
                <a:cubicBezTo>
                  <a:pt x="820" y="639"/>
                  <a:pt x="822" y="638"/>
                  <a:pt x="821" y="636"/>
                </a:cubicBezTo>
                <a:cubicBezTo>
                  <a:pt x="820" y="631"/>
                  <a:pt x="816" y="635"/>
                  <a:pt x="817" y="629"/>
                </a:cubicBezTo>
                <a:cubicBezTo>
                  <a:pt x="818" y="625"/>
                  <a:pt x="822" y="620"/>
                  <a:pt x="823" y="616"/>
                </a:cubicBezTo>
                <a:cubicBezTo>
                  <a:pt x="825" y="613"/>
                  <a:pt x="827" y="610"/>
                  <a:pt x="829" y="607"/>
                </a:cubicBezTo>
                <a:cubicBezTo>
                  <a:pt x="830" y="605"/>
                  <a:pt x="831" y="603"/>
                  <a:pt x="832" y="601"/>
                </a:cubicBezTo>
                <a:cubicBezTo>
                  <a:pt x="834" y="599"/>
                  <a:pt x="837" y="598"/>
                  <a:pt x="838" y="596"/>
                </a:cubicBezTo>
                <a:cubicBezTo>
                  <a:pt x="841" y="593"/>
                  <a:pt x="842" y="590"/>
                  <a:pt x="845" y="587"/>
                </a:cubicBezTo>
                <a:cubicBezTo>
                  <a:pt x="848" y="586"/>
                  <a:pt x="853" y="584"/>
                  <a:pt x="855" y="583"/>
                </a:cubicBezTo>
                <a:cubicBezTo>
                  <a:pt x="858" y="580"/>
                  <a:pt x="860" y="576"/>
                  <a:pt x="861" y="572"/>
                </a:cubicBezTo>
                <a:cubicBezTo>
                  <a:pt x="861" y="571"/>
                  <a:pt x="861" y="570"/>
                  <a:pt x="861" y="569"/>
                </a:cubicBezTo>
                <a:cubicBezTo>
                  <a:pt x="861" y="567"/>
                  <a:pt x="862" y="565"/>
                  <a:pt x="863" y="563"/>
                </a:cubicBezTo>
                <a:cubicBezTo>
                  <a:pt x="865" y="558"/>
                  <a:pt x="864" y="558"/>
                  <a:pt x="868" y="554"/>
                </a:cubicBezTo>
                <a:cubicBezTo>
                  <a:pt x="871" y="552"/>
                  <a:pt x="877" y="550"/>
                  <a:pt x="880" y="547"/>
                </a:cubicBezTo>
                <a:cubicBezTo>
                  <a:pt x="881" y="545"/>
                  <a:pt x="881" y="541"/>
                  <a:pt x="882" y="539"/>
                </a:cubicBezTo>
                <a:cubicBezTo>
                  <a:pt x="883" y="538"/>
                  <a:pt x="882" y="537"/>
                  <a:pt x="884" y="536"/>
                </a:cubicBezTo>
                <a:cubicBezTo>
                  <a:pt x="889" y="533"/>
                  <a:pt x="885" y="537"/>
                  <a:pt x="889" y="539"/>
                </a:cubicBezTo>
                <a:cubicBezTo>
                  <a:pt x="893" y="541"/>
                  <a:pt x="897" y="538"/>
                  <a:pt x="900" y="538"/>
                </a:cubicBezTo>
                <a:cubicBezTo>
                  <a:pt x="901" y="538"/>
                  <a:pt x="901" y="540"/>
                  <a:pt x="902" y="540"/>
                </a:cubicBezTo>
                <a:cubicBezTo>
                  <a:pt x="906" y="540"/>
                  <a:pt x="907" y="540"/>
                  <a:pt x="910" y="538"/>
                </a:cubicBezTo>
                <a:cubicBezTo>
                  <a:pt x="918" y="536"/>
                  <a:pt x="922" y="531"/>
                  <a:pt x="930" y="530"/>
                </a:cubicBezTo>
                <a:cubicBezTo>
                  <a:pt x="937" y="530"/>
                  <a:pt x="945" y="529"/>
                  <a:pt x="952" y="527"/>
                </a:cubicBezTo>
                <a:cubicBezTo>
                  <a:pt x="954" y="527"/>
                  <a:pt x="959" y="529"/>
                  <a:pt x="961" y="529"/>
                </a:cubicBezTo>
                <a:cubicBezTo>
                  <a:pt x="964" y="528"/>
                  <a:pt x="969" y="526"/>
                  <a:pt x="971" y="526"/>
                </a:cubicBezTo>
                <a:cubicBezTo>
                  <a:pt x="972" y="526"/>
                  <a:pt x="976" y="529"/>
                  <a:pt x="975" y="530"/>
                </a:cubicBezTo>
                <a:cubicBezTo>
                  <a:pt x="975" y="529"/>
                  <a:pt x="978" y="526"/>
                  <a:pt x="979" y="527"/>
                </a:cubicBezTo>
                <a:cubicBezTo>
                  <a:pt x="980" y="528"/>
                  <a:pt x="975" y="533"/>
                  <a:pt x="975" y="535"/>
                </a:cubicBezTo>
                <a:cubicBezTo>
                  <a:pt x="976" y="539"/>
                  <a:pt x="980" y="534"/>
                  <a:pt x="978" y="541"/>
                </a:cubicBezTo>
                <a:cubicBezTo>
                  <a:pt x="977" y="544"/>
                  <a:pt x="972" y="545"/>
                  <a:pt x="974" y="549"/>
                </a:cubicBezTo>
                <a:cubicBezTo>
                  <a:pt x="976" y="554"/>
                  <a:pt x="977" y="548"/>
                  <a:pt x="978" y="549"/>
                </a:cubicBezTo>
                <a:cubicBezTo>
                  <a:pt x="982" y="550"/>
                  <a:pt x="982" y="554"/>
                  <a:pt x="986" y="555"/>
                </a:cubicBezTo>
                <a:cubicBezTo>
                  <a:pt x="990" y="556"/>
                  <a:pt x="994" y="555"/>
                  <a:pt x="998" y="556"/>
                </a:cubicBezTo>
                <a:cubicBezTo>
                  <a:pt x="1000" y="556"/>
                  <a:pt x="1003" y="557"/>
                  <a:pt x="1004" y="558"/>
                </a:cubicBezTo>
                <a:cubicBezTo>
                  <a:pt x="1008" y="562"/>
                  <a:pt x="1004" y="563"/>
                  <a:pt x="1010" y="566"/>
                </a:cubicBezTo>
                <a:cubicBezTo>
                  <a:pt x="1013" y="567"/>
                  <a:pt x="1015" y="566"/>
                  <a:pt x="1018" y="567"/>
                </a:cubicBezTo>
                <a:cubicBezTo>
                  <a:pt x="1021" y="570"/>
                  <a:pt x="1022" y="574"/>
                  <a:pt x="1027" y="573"/>
                </a:cubicBezTo>
                <a:cubicBezTo>
                  <a:pt x="1035" y="571"/>
                  <a:pt x="1030" y="565"/>
                  <a:pt x="1031" y="561"/>
                </a:cubicBezTo>
                <a:cubicBezTo>
                  <a:pt x="1033" y="554"/>
                  <a:pt x="1044" y="555"/>
                  <a:pt x="1048" y="557"/>
                </a:cubicBezTo>
                <a:cubicBezTo>
                  <a:pt x="1050" y="557"/>
                  <a:pt x="1052" y="559"/>
                  <a:pt x="1054" y="560"/>
                </a:cubicBezTo>
                <a:cubicBezTo>
                  <a:pt x="1056" y="560"/>
                  <a:pt x="1058" y="560"/>
                  <a:pt x="1060" y="560"/>
                </a:cubicBezTo>
                <a:cubicBezTo>
                  <a:pt x="1061" y="560"/>
                  <a:pt x="1062" y="562"/>
                  <a:pt x="1062" y="562"/>
                </a:cubicBezTo>
                <a:cubicBezTo>
                  <a:pt x="1068" y="564"/>
                  <a:pt x="1076" y="565"/>
                  <a:pt x="1082" y="566"/>
                </a:cubicBezTo>
                <a:cubicBezTo>
                  <a:pt x="1089" y="567"/>
                  <a:pt x="1097" y="561"/>
                  <a:pt x="1103" y="566"/>
                </a:cubicBezTo>
                <a:cubicBezTo>
                  <a:pt x="1104" y="564"/>
                  <a:pt x="1112" y="565"/>
                  <a:pt x="1114" y="564"/>
                </a:cubicBezTo>
                <a:cubicBezTo>
                  <a:pt x="1118" y="562"/>
                  <a:pt x="1118" y="556"/>
                  <a:pt x="1120" y="552"/>
                </a:cubicBezTo>
                <a:cubicBezTo>
                  <a:pt x="1122" y="545"/>
                  <a:pt x="1122" y="541"/>
                  <a:pt x="1122" y="534"/>
                </a:cubicBezTo>
                <a:cubicBezTo>
                  <a:pt x="1123" y="532"/>
                  <a:pt x="1124" y="529"/>
                  <a:pt x="1123" y="527"/>
                </a:cubicBezTo>
                <a:cubicBezTo>
                  <a:pt x="1123" y="528"/>
                  <a:pt x="1114" y="528"/>
                  <a:pt x="1114" y="529"/>
                </a:cubicBezTo>
                <a:cubicBezTo>
                  <a:pt x="1110" y="530"/>
                  <a:pt x="1110" y="534"/>
                  <a:pt x="1105" y="533"/>
                </a:cubicBezTo>
                <a:cubicBezTo>
                  <a:pt x="1100" y="532"/>
                  <a:pt x="1098" y="527"/>
                  <a:pt x="1093" y="528"/>
                </a:cubicBezTo>
                <a:cubicBezTo>
                  <a:pt x="1090" y="529"/>
                  <a:pt x="1091" y="533"/>
                  <a:pt x="1086" y="533"/>
                </a:cubicBezTo>
                <a:cubicBezTo>
                  <a:pt x="1086" y="533"/>
                  <a:pt x="1086" y="533"/>
                  <a:pt x="1086" y="533"/>
                </a:cubicBezTo>
                <a:cubicBezTo>
                  <a:pt x="1083" y="532"/>
                  <a:pt x="1083" y="529"/>
                  <a:pt x="1080" y="528"/>
                </a:cubicBezTo>
                <a:cubicBezTo>
                  <a:pt x="1077" y="528"/>
                  <a:pt x="1075" y="531"/>
                  <a:pt x="1072" y="529"/>
                </a:cubicBezTo>
                <a:cubicBezTo>
                  <a:pt x="1072" y="529"/>
                  <a:pt x="1072" y="529"/>
                  <a:pt x="1072" y="529"/>
                </a:cubicBezTo>
                <a:cubicBezTo>
                  <a:pt x="1074" y="529"/>
                  <a:pt x="1075" y="528"/>
                  <a:pt x="1075" y="527"/>
                </a:cubicBezTo>
                <a:cubicBezTo>
                  <a:pt x="1074" y="527"/>
                  <a:pt x="1072" y="527"/>
                  <a:pt x="1071" y="527"/>
                </a:cubicBezTo>
                <a:cubicBezTo>
                  <a:pt x="1075" y="524"/>
                  <a:pt x="1065" y="519"/>
                  <a:pt x="1066" y="515"/>
                </a:cubicBezTo>
                <a:cubicBezTo>
                  <a:pt x="1069" y="517"/>
                  <a:pt x="1068" y="515"/>
                  <a:pt x="1070" y="513"/>
                </a:cubicBezTo>
                <a:cubicBezTo>
                  <a:pt x="1068" y="513"/>
                  <a:pt x="1068" y="511"/>
                  <a:pt x="1069" y="509"/>
                </a:cubicBezTo>
                <a:cubicBezTo>
                  <a:pt x="1054" y="502"/>
                  <a:pt x="1080" y="502"/>
                  <a:pt x="1080" y="502"/>
                </a:cubicBezTo>
                <a:cubicBezTo>
                  <a:pt x="1076" y="503"/>
                  <a:pt x="1084" y="499"/>
                  <a:pt x="1084" y="499"/>
                </a:cubicBezTo>
                <a:cubicBezTo>
                  <a:pt x="1084" y="499"/>
                  <a:pt x="1084" y="499"/>
                  <a:pt x="1084" y="499"/>
                </a:cubicBezTo>
                <a:cubicBezTo>
                  <a:pt x="1084" y="499"/>
                  <a:pt x="1084" y="499"/>
                  <a:pt x="1084" y="499"/>
                </a:cubicBezTo>
                <a:cubicBezTo>
                  <a:pt x="1082" y="499"/>
                  <a:pt x="1081" y="498"/>
                  <a:pt x="1080" y="498"/>
                </a:cubicBezTo>
                <a:cubicBezTo>
                  <a:pt x="1079" y="495"/>
                  <a:pt x="1089" y="496"/>
                  <a:pt x="1089" y="496"/>
                </a:cubicBezTo>
                <a:cubicBezTo>
                  <a:pt x="1092" y="496"/>
                  <a:pt x="1093" y="495"/>
                  <a:pt x="1095" y="493"/>
                </a:cubicBezTo>
                <a:cubicBezTo>
                  <a:pt x="1100" y="490"/>
                  <a:pt x="1105" y="489"/>
                  <a:pt x="1111" y="490"/>
                </a:cubicBezTo>
                <a:cubicBezTo>
                  <a:pt x="1119" y="491"/>
                  <a:pt x="1121" y="494"/>
                  <a:pt x="1128" y="496"/>
                </a:cubicBezTo>
                <a:cubicBezTo>
                  <a:pt x="1137" y="499"/>
                  <a:pt x="1158" y="495"/>
                  <a:pt x="1148" y="482"/>
                </a:cubicBezTo>
                <a:cubicBezTo>
                  <a:pt x="1142" y="475"/>
                  <a:pt x="1129" y="469"/>
                  <a:pt x="1121" y="465"/>
                </a:cubicBezTo>
                <a:cubicBezTo>
                  <a:pt x="1121" y="464"/>
                  <a:pt x="1121" y="464"/>
                  <a:pt x="1121" y="463"/>
                </a:cubicBezTo>
                <a:cubicBezTo>
                  <a:pt x="1122" y="463"/>
                  <a:pt x="1124" y="464"/>
                  <a:pt x="1125" y="463"/>
                </a:cubicBezTo>
                <a:cubicBezTo>
                  <a:pt x="1125" y="462"/>
                  <a:pt x="1125" y="461"/>
                  <a:pt x="1125" y="460"/>
                </a:cubicBezTo>
                <a:cubicBezTo>
                  <a:pt x="1126" y="459"/>
                  <a:pt x="1127" y="458"/>
                  <a:pt x="1128" y="457"/>
                </a:cubicBezTo>
                <a:cubicBezTo>
                  <a:pt x="1127" y="457"/>
                  <a:pt x="1126" y="456"/>
                  <a:pt x="1125" y="455"/>
                </a:cubicBezTo>
                <a:cubicBezTo>
                  <a:pt x="1124" y="453"/>
                  <a:pt x="1128" y="454"/>
                  <a:pt x="1128" y="454"/>
                </a:cubicBezTo>
                <a:cubicBezTo>
                  <a:pt x="1128" y="453"/>
                  <a:pt x="1128" y="453"/>
                  <a:pt x="1128" y="453"/>
                </a:cubicBezTo>
                <a:cubicBezTo>
                  <a:pt x="1134" y="449"/>
                  <a:pt x="1130" y="448"/>
                  <a:pt x="1125" y="450"/>
                </a:cubicBezTo>
                <a:cubicBezTo>
                  <a:pt x="1123" y="451"/>
                  <a:pt x="1121" y="452"/>
                  <a:pt x="1119" y="453"/>
                </a:cubicBezTo>
                <a:cubicBezTo>
                  <a:pt x="1117" y="454"/>
                  <a:pt x="1115" y="454"/>
                  <a:pt x="1112" y="455"/>
                </a:cubicBezTo>
                <a:cubicBezTo>
                  <a:pt x="1112" y="456"/>
                  <a:pt x="1111" y="457"/>
                  <a:pt x="1109" y="458"/>
                </a:cubicBezTo>
                <a:cubicBezTo>
                  <a:pt x="1109" y="458"/>
                  <a:pt x="1109" y="457"/>
                  <a:pt x="1109" y="457"/>
                </a:cubicBezTo>
                <a:cubicBezTo>
                  <a:pt x="1110" y="457"/>
                  <a:pt x="1110" y="456"/>
                  <a:pt x="1110" y="456"/>
                </a:cubicBezTo>
                <a:cubicBezTo>
                  <a:pt x="1109" y="455"/>
                  <a:pt x="1103" y="459"/>
                  <a:pt x="1103" y="459"/>
                </a:cubicBezTo>
                <a:cubicBezTo>
                  <a:pt x="1104" y="460"/>
                  <a:pt x="1112" y="465"/>
                  <a:pt x="1112" y="464"/>
                </a:cubicBezTo>
                <a:cubicBezTo>
                  <a:pt x="1112" y="462"/>
                  <a:pt x="1107" y="461"/>
                  <a:pt x="1108" y="459"/>
                </a:cubicBezTo>
                <a:cubicBezTo>
                  <a:pt x="1108" y="459"/>
                  <a:pt x="1108" y="459"/>
                  <a:pt x="1108" y="459"/>
                </a:cubicBezTo>
                <a:cubicBezTo>
                  <a:pt x="1109" y="460"/>
                  <a:pt x="1110" y="462"/>
                  <a:pt x="1112" y="463"/>
                </a:cubicBezTo>
                <a:cubicBezTo>
                  <a:pt x="1113" y="464"/>
                  <a:pt x="1115" y="464"/>
                  <a:pt x="1116" y="463"/>
                </a:cubicBezTo>
                <a:cubicBezTo>
                  <a:pt x="1118" y="464"/>
                  <a:pt x="1121" y="463"/>
                  <a:pt x="1118" y="466"/>
                </a:cubicBezTo>
                <a:cubicBezTo>
                  <a:pt x="1116" y="468"/>
                  <a:pt x="1104" y="472"/>
                  <a:pt x="1101" y="470"/>
                </a:cubicBezTo>
                <a:cubicBezTo>
                  <a:pt x="1104" y="466"/>
                  <a:pt x="1100" y="464"/>
                  <a:pt x="1097" y="465"/>
                </a:cubicBezTo>
                <a:cubicBezTo>
                  <a:pt x="1097" y="460"/>
                  <a:pt x="1105" y="463"/>
                  <a:pt x="1100" y="459"/>
                </a:cubicBezTo>
                <a:cubicBezTo>
                  <a:pt x="1097" y="457"/>
                  <a:pt x="1092" y="458"/>
                  <a:pt x="1089" y="456"/>
                </a:cubicBezTo>
                <a:cubicBezTo>
                  <a:pt x="1091" y="455"/>
                  <a:pt x="1093" y="456"/>
                  <a:pt x="1095" y="456"/>
                </a:cubicBezTo>
                <a:cubicBezTo>
                  <a:pt x="1095" y="456"/>
                  <a:pt x="1095" y="455"/>
                  <a:pt x="1095" y="455"/>
                </a:cubicBezTo>
                <a:cubicBezTo>
                  <a:pt x="1083" y="451"/>
                  <a:pt x="1076" y="473"/>
                  <a:pt x="1074" y="480"/>
                </a:cubicBezTo>
                <a:cubicBezTo>
                  <a:pt x="1072" y="485"/>
                  <a:pt x="1071" y="485"/>
                  <a:pt x="1073" y="489"/>
                </a:cubicBezTo>
                <a:cubicBezTo>
                  <a:pt x="1073" y="491"/>
                  <a:pt x="1077" y="493"/>
                  <a:pt x="1077" y="494"/>
                </a:cubicBezTo>
                <a:cubicBezTo>
                  <a:pt x="1079" y="499"/>
                  <a:pt x="1079" y="496"/>
                  <a:pt x="1075" y="498"/>
                </a:cubicBezTo>
                <a:cubicBezTo>
                  <a:pt x="1071" y="500"/>
                  <a:pt x="1068" y="500"/>
                  <a:pt x="1065" y="503"/>
                </a:cubicBezTo>
                <a:cubicBezTo>
                  <a:pt x="1068" y="500"/>
                  <a:pt x="1051" y="495"/>
                  <a:pt x="1051" y="500"/>
                </a:cubicBezTo>
                <a:cubicBezTo>
                  <a:pt x="1051" y="502"/>
                  <a:pt x="1052" y="503"/>
                  <a:pt x="1053" y="503"/>
                </a:cubicBezTo>
                <a:cubicBezTo>
                  <a:pt x="1053" y="503"/>
                  <a:pt x="1053" y="503"/>
                  <a:pt x="1053" y="503"/>
                </a:cubicBezTo>
                <a:cubicBezTo>
                  <a:pt x="1052" y="503"/>
                  <a:pt x="1051" y="503"/>
                  <a:pt x="1050" y="503"/>
                </a:cubicBezTo>
                <a:cubicBezTo>
                  <a:pt x="1050" y="503"/>
                  <a:pt x="1050" y="503"/>
                  <a:pt x="1050" y="503"/>
                </a:cubicBezTo>
                <a:cubicBezTo>
                  <a:pt x="1051" y="504"/>
                  <a:pt x="1051" y="504"/>
                  <a:pt x="1051" y="505"/>
                </a:cubicBezTo>
                <a:cubicBezTo>
                  <a:pt x="1050" y="504"/>
                  <a:pt x="1049" y="504"/>
                  <a:pt x="1048" y="504"/>
                </a:cubicBezTo>
                <a:cubicBezTo>
                  <a:pt x="1049" y="504"/>
                  <a:pt x="1049" y="505"/>
                  <a:pt x="1049" y="506"/>
                </a:cubicBezTo>
                <a:cubicBezTo>
                  <a:pt x="1047" y="506"/>
                  <a:pt x="1047" y="503"/>
                  <a:pt x="1045" y="502"/>
                </a:cubicBezTo>
                <a:cubicBezTo>
                  <a:pt x="1045" y="502"/>
                  <a:pt x="1045" y="501"/>
                  <a:pt x="1045" y="501"/>
                </a:cubicBezTo>
                <a:cubicBezTo>
                  <a:pt x="1044" y="504"/>
                  <a:pt x="1043" y="503"/>
                  <a:pt x="1044" y="506"/>
                </a:cubicBezTo>
                <a:cubicBezTo>
                  <a:pt x="1045" y="509"/>
                  <a:pt x="1049" y="509"/>
                  <a:pt x="1048" y="512"/>
                </a:cubicBezTo>
                <a:cubicBezTo>
                  <a:pt x="1048" y="512"/>
                  <a:pt x="1047" y="512"/>
                  <a:pt x="1047" y="512"/>
                </a:cubicBezTo>
                <a:cubicBezTo>
                  <a:pt x="1047" y="512"/>
                  <a:pt x="1047" y="512"/>
                  <a:pt x="1047" y="512"/>
                </a:cubicBezTo>
                <a:cubicBezTo>
                  <a:pt x="1047" y="511"/>
                  <a:pt x="1056" y="520"/>
                  <a:pt x="1056" y="520"/>
                </a:cubicBezTo>
                <a:cubicBezTo>
                  <a:pt x="1054" y="522"/>
                  <a:pt x="1053" y="519"/>
                  <a:pt x="1051" y="519"/>
                </a:cubicBezTo>
                <a:cubicBezTo>
                  <a:pt x="1052" y="520"/>
                  <a:pt x="1052" y="520"/>
                  <a:pt x="1053" y="521"/>
                </a:cubicBezTo>
                <a:cubicBezTo>
                  <a:pt x="1051" y="523"/>
                  <a:pt x="1049" y="520"/>
                  <a:pt x="1047" y="522"/>
                </a:cubicBezTo>
                <a:cubicBezTo>
                  <a:pt x="1047" y="524"/>
                  <a:pt x="1049" y="524"/>
                  <a:pt x="1050" y="525"/>
                </a:cubicBezTo>
                <a:cubicBezTo>
                  <a:pt x="1049" y="526"/>
                  <a:pt x="1047" y="526"/>
                  <a:pt x="1046" y="525"/>
                </a:cubicBezTo>
                <a:cubicBezTo>
                  <a:pt x="1046" y="526"/>
                  <a:pt x="1049" y="530"/>
                  <a:pt x="1048" y="530"/>
                </a:cubicBezTo>
                <a:cubicBezTo>
                  <a:pt x="1046" y="530"/>
                  <a:pt x="1044" y="528"/>
                  <a:pt x="1044" y="532"/>
                </a:cubicBezTo>
                <a:cubicBezTo>
                  <a:pt x="1042" y="532"/>
                  <a:pt x="1043" y="529"/>
                  <a:pt x="1041" y="527"/>
                </a:cubicBezTo>
                <a:cubicBezTo>
                  <a:pt x="1041" y="528"/>
                  <a:pt x="1040" y="528"/>
                  <a:pt x="1040" y="528"/>
                </a:cubicBezTo>
                <a:cubicBezTo>
                  <a:pt x="1037" y="521"/>
                  <a:pt x="1035" y="517"/>
                  <a:pt x="1045" y="521"/>
                </a:cubicBezTo>
                <a:cubicBezTo>
                  <a:pt x="1045" y="518"/>
                  <a:pt x="1036" y="515"/>
                  <a:pt x="1034" y="513"/>
                </a:cubicBezTo>
                <a:cubicBezTo>
                  <a:pt x="1029" y="509"/>
                  <a:pt x="1026" y="504"/>
                  <a:pt x="1024" y="498"/>
                </a:cubicBezTo>
                <a:cubicBezTo>
                  <a:pt x="1022" y="485"/>
                  <a:pt x="1009" y="482"/>
                  <a:pt x="999" y="475"/>
                </a:cubicBezTo>
                <a:cubicBezTo>
                  <a:pt x="999" y="475"/>
                  <a:pt x="1000" y="474"/>
                  <a:pt x="1000" y="473"/>
                </a:cubicBezTo>
                <a:cubicBezTo>
                  <a:pt x="999" y="472"/>
                  <a:pt x="997" y="467"/>
                  <a:pt x="995" y="467"/>
                </a:cubicBezTo>
                <a:cubicBezTo>
                  <a:pt x="994" y="467"/>
                  <a:pt x="993" y="470"/>
                  <a:pt x="992" y="471"/>
                </a:cubicBezTo>
                <a:cubicBezTo>
                  <a:pt x="988" y="466"/>
                  <a:pt x="991" y="459"/>
                  <a:pt x="982" y="467"/>
                </a:cubicBezTo>
                <a:cubicBezTo>
                  <a:pt x="988" y="477"/>
                  <a:pt x="993" y="491"/>
                  <a:pt x="1007" y="491"/>
                </a:cubicBezTo>
                <a:cubicBezTo>
                  <a:pt x="1002" y="498"/>
                  <a:pt x="1023" y="500"/>
                  <a:pt x="1020" y="505"/>
                </a:cubicBezTo>
                <a:cubicBezTo>
                  <a:pt x="1018" y="509"/>
                  <a:pt x="1016" y="503"/>
                  <a:pt x="1014" y="503"/>
                </a:cubicBezTo>
                <a:cubicBezTo>
                  <a:pt x="1008" y="503"/>
                  <a:pt x="1011" y="505"/>
                  <a:pt x="1011" y="509"/>
                </a:cubicBezTo>
                <a:cubicBezTo>
                  <a:pt x="1012" y="513"/>
                  <a:pt x="1013" y="515"/>
                  <a:pt x="1010" y="519"/>
                </a:cubicBezTo>
                <a:cubicBezTo>
                  <a:pt x="1007" y="521"/>
                  <a:pt x="1006" y="522"/>
                  <a:pt x="1005" y="519"/>
                </a:cubicBezTo>
                <a:cubicBezTo>
                  <a:pt x="1004" y="518"/>
                  <a:pt x="1007" y="513"/>
                  <a:pt x="1006" y="510"/>
                </a:cubicBezTo>
                <a:cubicBezTo>
                  <a:pt x="1005" y="507"/>
                  <a:pt x="1000" y="502"/>
                  <a:pt x="997" y="500"/>
                </a:cubicBezTo>
                <a:cubicBezTo>
                  <a:pt x="992" y="496"/>
                  <a:pt x="987" y="495"/>
                  <a:pt x="983" y="491"/>
                </a:cubicBezTo>
                <a:cubicBezTo>
                  <a:pt x="979" y="487"/>
                  <a:pt x="976" y="482"/>
                  <a:pt x="972" y="478"/>
                </a:cubicBezTo>
                <a:cubicBezTo>
                  <a:pt x="962" y="468"/>
                  <a:pt x="961" y="479"/>
                  <a:pt x="951" y="482"/>
                </a:cubicBezTo>
                <a:cubicBezTo>
                  <a:pt x="942" y="485"/>
                  <a:pt x="937" y="474"/>
                  <a:pt x="933" y="488"/>
                </a:cubicBezTo>
                <a:cubicBezTo>
                  <a:pt x="931" y="493"/>
                  <a:pt x="931" y="493"/>
                  <a:pt x="927" y="496"/>
                </a:cubicBezTo>
                <a:cubicBezTo>
                  <a:pt x="926" y="497"/>
                  <a:pt x="920" y="502"/>
                  <a:pt x="919" y="502"/>
                </a:cubicBezTo>
                <a:cubicBezTo>
                  <a:pt x="919" y="504"/>
                  <a:pt x="915" y="506"/>
                  <a:pt x="915" y="508"/>
                </a:cubicBezTo>
                <a:cubicBezTo>
                  <a:pt x="915" y="511"/>
                  <a:pt x="917" y="512"/>
                  <a:pt x="917" y="514"/>
                </a:cubicBezTo>
                <a:cubicBezTo>
                  <a:pt x="917" y="517"/>
                  <a:pt x="912" y="520"/>
                  <a:pt x="913" y="525"/>
                </a:cubicBezTo>
                <a:cubicBezTo>
                  <a:pt x="910" y="525"/>
                  <a:pt x="909" y="527"/>
                  <a:pt x="906" y="527"/>
                </a:cubicBezTo>
                <a:cubicBezTo>
                  <a:pt x="902" y="529"/>
                  <a:pt x="901" y="528"/>
                  <a:pt x="897" y="529"/>
                </a:cubicBezTo>
                <a:cubicBezTo>
                  <a:pt x="893" y="529"/>
                  <a:pt x="888" y="534"/>
                  <a:pt x="884" y="533"/>
                </a:cubicBezTo>
                <a:cubicBezTo>
                  <a:pt x="880" y="533"/>
                  <a:pt x="879" y="527"/>
                  <a:pt x="875" y="526"/>
                </a:cubicBezTo>
                <a:cubicBezTo>
                  <a:pt x="873" y="526"/>
                  <a:pt x="867" y="525"/>
                  <a:pt x="865" y="526"/>
                </a:cubicBezTo>
                <a:cubicBezTo>
                  <a:pt x="864" y="523"/>
                  <a:pt x="866" y="520"/>
                  <a:pt x="866" y="517"/>
                </a:cubicBezTo>
                <a:cubicBezTo>
                  <a:pt x="865" y="516"/>
                  <a:pt x="865" y="517"/>
                  <a:pt x="866" y="515"/>
                </a:cubicBezTo>
                <a:cubicBezTo>
                  <a:pt x="860" y="514"/>
                  <a:pt x="867" y="504"/>
                  <a:pt x="868" y="501"/>
                </a:cubicBezTo>
                <a:cubicBezTo>
                  <a:pt x="869" y="496"/>
                  <a:pt x="864" y="488"/>
                  <a:pt x="866" y="483"/>
                </a:cubicBezTo>
                <a:cubicBezTo>
                  <a:pt x="870" y="473"/>
                  <a:pt x="885" y="482"/>
                  <a:pt x="892" y="482"/>
                </a:cubicBezTo>
                <a:cubicBezTo>
                  <a:pt x="894" y="476"/>
                  <a:pt x="905" y="484"/>
                  <a:pt x="909" y="479"/>
                </a:cubicBezTo>
                <a:cubicBezTo>
                  <a:pt x="911" y="475"/>
                  <a:pt x="907" y="461"/>
                  <a:pt x="914" y="469"/>
                </a:cubicBezTo>
                <a:cubicBezTo>
                  <a:pt x="914" y="469"/>
                  <a:pt x="914" y="469"/>
                  <a:pt x="914" y="469"/>
                </a:cubicBezTo>
                <a:cubicBezTo>
                  <a:pt x="915" y="466"/>
                  <a:pt x="901" y="453"/>
                  <a:pt x="907" y="452"/>
                </a:cubicBezTo>
                <a:cubicBezTo>
                  <a:pt x="907" y="452"/>
                  <a:pt x="907" y="452"/>
                  <a:pt x="907" y="452"/>
                </a:cubicBezTo>
                <a:cubicBezTo>
                  <a:pt x="905" y="451"/>
                  <a:pt x="901" y="454"/>
                  <a:pt x="902" y="450"/>
                </a:cubicBezTo>
                <a:cubicBezTo>
                  <a:pt x="898" y="448"/>
                  <a:pt x="895" y="448"/>
                  <a:pt x="891" y="446"/>
                </a:cubicBezTo>
                <a:cubicBezTo>
                  <a:pt x="891" y="446"/>
                  <a:pt x="891" y="445"/>
                  <a:pt x="891" y="445"/>
                </a:cubicBezTo>
                <a:cubicBezTo>
                  <a:pt x="893" y="442"/>
                  <a:pt x="893" y="440"/>
                  <a:pt x="899" y="440"/>
                </a:cubicBezTo>
                <a:cubicBezTo>
                  <a:pt x="901" y="440"/>
                  <a:pt x="905" y="443"/>
                  <a:pt x="907" y="442"/>
                </a:cubicBezTo>
                <a:cubicBezTo>
                  <a:pt x="910" y="439"/>
                  <a:pt x="905" y="434"/>
                  <a:pt x="908" y="433"/>
                </a:cubicBezTo>
                <a:cubicBezTo>
                  <a:pt x="911" y="432"/>
                  <a:pt x="914" y="438"/>
                  <a:pt x="917" y="437"/>
                </a:cubicBezTo>
                <a:cubicBezTo>
                  <a:pt x="919" y="436"/>
                  <a:pt x="917" y="434"/>
                  <a:pt x="918" y="434"/>
                </a:cubicBezTo>
                <a:cubicBezTo>
                  <a:pt x="918" y="433"/>
                  <a:pt x="921" y="432"/>
                  <a:pt x="921" y="432"/>
                </a:cubicBezTo>
                <a:cubicBezTo>
                  <a:pt x="922" y="432"/>
                  <a:pt x="923" y="432"/>
                  <a:pt x="924" y="431"/>
                </a:cubicBezTo>
                <a:cubicBezTo>
                  <a:pt x="925" y="430"/>
                  <a:pt x="926" y="429"/>
                  <a:pt x="926" y="428"/>
                </a:cubicBezTo>
                <a:cubicBezTo>
                  <a:pt x="927" y="426"/>
                  <a:pt x="927" y="425"/>
                  <a:pt x="928" y="423"/>
                </a:cubicBezTo>
                <a:cubicBezTo>
                  <a:pt x="931" y="421"/>
                  <a:pt x="934" y="421"/>
                  <a:pt x="937" y="420"/>
                </a:cubicBezTo>
                <a:cubicBezTo>
                  <a:pt x="937" y="420"/>
                  <a:pt x="937" y="420"/>
                  <a:pt x="937" y="420"/>
                </a:cubicBezTo>
                <a:cubicBezTo>
                  <a:pt x="938" y="415"/>
                  <a:pt x="936" y="412"/>
                  <a:pt x="941" y="408"/>
                </a:cubicBezTo>
                <a:cubicBezTo>
                  <a:pt x="945" y="404"/>
                  <a:pt x="948" y="406"/>
                  <a:pt x="953" y="405"/>
                </a:cubicBezTo>
                <a:cubicBezTo>
                  <a:pt x="953" y="405"/>
                  <a:pt x="954" y="405"/>
                  <a:pt x="954" y="405"/>
                </a:cubicBezTo>
                <a:cubicBezTo>
                  <a:pt x="950" y="403"/>
                  <a:pt x="955" y="402"/>
                  <a:pt x="957" y="402"/>
                </a:cubicBezTo>
                <a:cubicBezTo>
                  <a:pt x="957" y="403"/>
                  <a:pt x="957" y="404"/>
                  <a:pt x="958" y="404"/>
                </a:cubicBezTo>
                <a:cubicBezTo>
                  <a:pt x="958" y="404"/>
                  <a:pt x="958" y="404"/>
                  <a:pt x="958" y="404"/>
                </a:cubicBezTo>
                <a:cubicBezTo>
                  <a:pt x="958" y="404"/>
                  <a:pt x="959" y="403"/>
                  <a:pt x="959" y="403"/>
                </a:cubicBezTo>
                <a:cubicBezTo>
                  <a:pt x="959" y="403"/>
                  <a:pt x="959" y="404"/>
                  <a:pt x="959" y="404"/>
                </a:cubicBezTo>
                <a:cubicBezTo>
                  <a:pt x="957" y="402"/>
                  <a:pt x="967" y="403"/>
                  <a:pt x="966" y="403"/>
                </a:cubicBezTo>
                <a:cubicBezTo>
                  <a:pt x="964" y="399"/>
                  <a:pt x="963" y="398"/>
                  <a:pt x="961" y="395"/>
                </a:cubicBezTo>
                <a:cubicBezTo>
                  <a:pt x="960" y="392"/>
                  <a:pt x="960" y="387"/>
                  <a:pt x="956" y="386"/>
                </a:cubicBezTo>
                <a:cubicBezTo>
                  <a:pt x="956" y="386"/>
                  <a:pt x="956" y="386"/>
                  <a:pt x="956" y="386"/>
                </a:cubicBezTo>
                <a:cubicBezTo>
                  <a:pt x="957" y="385"/>
                  <a:pt x="959" y="384"/>
                  <a:pt x="959" y="383"/>
                </a:cubicBezTo>
                <a:cubicBezTo>
                  <a:pt x="955" y="382"/>
                  <a:pt x="959" y="380"/>
                  <a:pt x="958" y="378"/>
                </a:cubicBezTo>
                <a:cubicBezTo>
                  <a:pt x="959" y="377"/>
                  <a:pt x="960" y="377"/>
                  <a:pt x="961" y="378"/>
                </a:cubicBezTo>
                <a:cubicBezTo>
                  <a:pt x="962" y="377"/>
                  <a:pt x="962" y="376"/>
                  <a:pt x="964" y="377"/>
                </a:cubicBezTo>
                <a:cubicBezTo>
                  <a:pt x="964" y="373"/>
                  <a:pt x="960" y="376"/>
                  <a:pt x="958" y="375"/>
                </a:cubicBezTo>
                <a:cubicBezTo>
                  <a:pt x="958" y="375"/>
                  <a:pt x="958" y="375"/>
                  <a:pt x="958" y="375"/>
                </a:cubicBezTo>
                <a:cubicBezTo>
                  <a:pt x="958" y="375"/>
                  <a:pt x="958" y="375"/>
                  <a:pt x="958" y="375"/>
                </a:cubicBezTo>
                <a:cubicBezTo>
                  <a:pt x="958" y="375"/>
                  <a:pt x="958" y="375"/>
                  <a:pt x="958" y="375"/>
                </a:cubicBezTo>
                <a:cubicBezTo>
                  <a:pt x="961" y="372"/>
                  <a:pt x="966" y="370"/>
                  <a:pt x="970" y="367"/>
                </a:cubicBezTo>
                <a:cubicBezTo>
                  <a:pt x="970" y="367"/>
                  <a:pt x="970" y="367"/>
                  <a:pt x="970" y="367"/>
                </a:cubicBezTo>
                <a:cubicBezTo>
                  <a:pt x="970" y="370"/>
                  <a:pt x="968" y="374"/>
                  <a:pt x="965" y="374"/>
                </a:cubicBezTo>
                <a:cubicBezTo>
                  <a:pt x="965" y="374"/>
                  <a:pt x="965" y="375"/>
                  <a:pt x="965" y="375"/>
                </a:cubicBezTo>
                <a:cubicBezTo>
                  <a:pt x="965" y="375"/>
                  <a:pt x="970" y="378"/>
                  <a:pt x="970" y="378"/>
                </a:cubicBezTo>
                <a:cubicBezTo>
                  <a:pt x="971" y="381"/>
                  <a:pt x="969" y="380"/>
                  <a:pt x="967" y="384"/>
                </a:cubicBezTo>
                <a:cubicBezTo>
                  <a:pt x="963" y="389"/>
                  <a:pt x="966" y="399"/>
                  <a:pt x="973" y="396"/>
                </a:cubicBezTo>
                <a:cubicBezTo>
                  <a:pt x="973" y="397"/>
                  <a:pt x="973" y="398"/>
                  <a:pt x="972" y="398"/>
                </a:cubicBezTo>
                <a:cubicBezTo>
                  <a:pt x="974" y="400"/>
                  <a:pt x="983" y="394"/>
                  <a:pt x="983" y="397"/>
                </a:cubicBezTo>
                <a:cubicBezTo>
                  <a:pt x="986" y="397"/>
                  <a:pt x="988" y="401"/>
                  <a:pt x="989" y="401"/>
                </a:cubicBezTo>
                <a:cubicBezTo>
                  <a:pt x="992" y="401"/>
                  <a:pt x="991" y="400"/>
                  <a:pt x="994" y="399"/>
                </a:cubicBezTo>
                <a:cubicBezTo>
                  <a:pt x="998" y="396"/>
                  <a:pt x="1006" y="390"/>
                  <a:pt x="1011" y="391"/>
                </a:cubicBezTo>
                <a:cubicBezTo>
                  <a:pt x="1014" y="391"/>
                  <a:pt x="1014" y="394"/>
                  <a:pt x="1017" y="395"/>
                </a:cubicBezTo>
                <a:cubicBezTo>
                  <a:pt x="1018" y="395"/>
                  <a:pt x="1021" y="393"/>
                  <a:pt x="1022" y="393"/>
                </a:cubicBezTo>
                <a:cubicBezTo>
                  <a:pt x="1023" y="393"/>
                  <a:pt x="1040" y="395"/>
                  <a:pt x="1035" y="391"/>
                </a:cubicBezTo>
                <a:cubicBezTo>
                  <a:pt x="1037" y="386"/>
                  <a:pt x="1030" y="389"/>
                  <a:pt x="1029" y="385"/>
                </a:cubicBezTo>
                <a:cubicBezTo>
                  <a:pt x="1025" y="386"/>
                  <a:pt x="1025" y="378"/>
                  <a:pt x="1025" y="376"/>
                </a:cubicBezTo>
                <a:cubicBezTo>
                  <a:pt x="1026" y="370"/>
                  <a:pt x="1028" y="368"/>
                  <a:pt x="1033" y="366"/>
                </a:cubicBezTo>
                <a:cubicBezTo>
                  <a:pt x="1033" y="369"/>
                  <a:pt x="1037" y="374"/>
                  <a:pt x="1040" y="371"/>
                </a:cubicBezTo>
                <a:cubicBezTo>
                  <a:pt x="1042" y="370"/>
                  <a:pt x="1042" y="360"/>
                  <a:pt x="1041" y="361"/>
                </a:cubicBezTo>
                <a:cubicBezTo>
                  <a:pt x="1040" y="361"/>
                  <a:pt x="1040" y="361"/>
                  <a:pt x="1039" y="362"/>
                </a:cubicBezTo>
                <a:cubicBezTo>
                  <a:pt x="1039" y="361"/>
                  <a:pt x="1039" y="361"/>
                  <a:pt x="1039" y="361"/>
                </a:cubicBezTo>
                <a:cubicBezTo>
                  <a:pt x="1034" y="359"/>
                  <a:pt x="1031" y="358"/>
                  <a:pt x="1029" y="365"/>
                </a:cubicBezTo>
                <a:cubicBezTo>
                  <a:pt x="1029" y="365"/>
                  <a:pt x="1029" y="365"/>
                  <a:pt x="1029" y="365"/>
                </a:cubicBezTo>
                <a:cubicBezTo>
                  <a:pt x="1029" y="365"/>
                  <a:pt x="1028" y="365"/>
                  <a:pt x="1028" y="365"/>
                </a:cubicBezTo>
                <a:cubicBezTo>
                  <a:pt x="1030" y="358"/>
                  <a:pt x="1030" y="362"/>
                  <a:pt x="1035" y="357"/>
                </a:cubicBezTo>
                <a:cubicBezTo>
                  <a:pt x="1038" y="355"/>
                  <a:pt x="1037" y="352"/>
                  <a:pt x="1042" y="349"/>
                </a:cubicBezTo>
                <a:cubicBezTo>
                  <a:pt x="1047" y="347"/>
                  <a:pt x="1051" y="351"/>
                  <a:pt x="1056" y="350"/>
                </a:cubicBezTo>
                <a:cubicBezTo>
                  <a:pt x="1058" y="349"/>
                  <a:pt x="1060" y="346"/>
                  <a:pt x="1061" y="347"/>
                </a:cubicBezTo>
                <a:cubicBezTo>
                  <a:pt x="1061" y="346"/>
                  <a:pt x="1062" y="346"/>
                  <a:pt x="1062" y="345"/>
                </a:cubicBezTo>
                <a:cubicBezTo>
                  <a:pt x="1062" y="346"/>
                  <a:pt x="1063" y="345"/>
                  <a:pt x="1063" y="345"/>
                </a:cubicBezTo>
                <a:cubicBezTo>
                  <a:pt x="1063" y="345"/>
                  <a:pt x="1063" y="345"/>
                  <a:pt x="1063" y="345"/>
                </a:cubicBezTo>
                <a:cubicBezTo>
                  <a:pt x="1064" y="344"/>
                  <a:pt x="1065" y="343"/>
                  <a:pt x="1067" y="344"/>
                </a:cubicBezTo>
                <a:cubicBezTo>
                  <a:pt x="1067" y="344"/>
                  <a:pt x="1060" y="338"/>
                  <a:pt x="1061" y="338"/>
                </a:cubicBezTo>
                <a:cubicBezTo>
                  <a:pt x="1059" y="337"/>
                  <a:pt x="1059" y="339"/>
                  <a:pt x="1057" y="339"/>
                </a:cubicBezTo>
                <a:cubicBezTo>
                  <a:pt x="1048" y="339"/>
                  <a:pt x="1041" y="344"/>
                  <a:pt x="1033" y="346"/>
                </a:cubicBezTo>
                <a:cubicBezTo>
                  <a:pt x="1032" y="344"/>
                  <a:pt x="1031" y="343"/>
                  <a:pt x="1031" y="341"/>
                </a:cubicBezTo>
                <a:cubicBezTo>
                  <a:pt x="1027" y="339"/>
                  <a:pt x="1024" y="341"/>
                  <a:pt x="1022" y="335"/>
                </a:cubicBezTo>
                <a:cubicBezTo>
                  <a:pt x="1022" y="333"/>
                  <a:pt x="1023" y="330"/>
                  <a:pt x="1023" y="329"/>
                </a:cubicBezTo>
                <a:cubicBezTo>
                  <a:pt x="1022" y="324"/>
                  <a:pt x="1018" y="320"/>
                  <a:pt x="1021" y="315"/>
                </a:cubicBezTo>
                <a:cubicBezTo>
                  <a:pt x="1023" y="313"/>
                  <a:pt x="1023" y="315"/>
                  <a:pt x="1025" y="314"/>
                </a:cubicBezTo>
                <a:cubicBezTo>
                  <a:pt x="1026" y="312"/>
                  <a:pt x="1028" y="307"/>
                  <a:pt x="1030" y="304"/>
                </a:cubicBezTo>
                <a:cubicBezTo>
                  <a:pt x="1031" y="303"/>
                  <a:pt x="1032" y="300"/>
                  <a:pt x="1034" y="298"/>
                </a:cubicBezTo>
                <a:cubicBezTo>
                  <a:pt x="1035" y="297"/>
                  <a:pt x="1038" y="297"/>
                  <a:pt x="1039" y="295"/>
                </a:cubicBezTo>
                <a:cubicBezTo>
                  <a:pt x="1040" y="291"/>
                  <a:pt x="1034" y="288"/>
                  <a:pt x="1031" y="288"/>
                </a:cubicBezTo>
                <a:cubicBezTo>
                  <a:pt x="1014" y="284"/>
                  <a:pt x="1022" y="304"/>
                  <a:pt x="1014" y="311"/>
                </a:cubicBezTo>
                <a:cubicBezTo>
                  <a:pt x="1012" y="313"/>
                  <a:pt x="1010" y="313"/>
                  <a:pt x="1008" y="315"/>
                </a:cubicBezTo>
                <a:cubicBezTo>
                  <a:pt x="1006" y="316"/>
                  <a:pt x="1006" y="317"/>
                  <a:pt x="1005" y="318"/>
                </a:cubicBezTo>
                <a:cubicBezTo>
                  <a:pt x="1004" y="319"/>
                  <a:pt x="1001" y="321"/>
                  <a:pt x="1001" y="322"/>
                </a:cubicBezTo>
                <a:cubicBezTo>
                  <a:pt x="1000" y="323"/>
                  <a:pt x="1002" y="330"/>
                  <a:pt x="1001" y="330"/>
                </a:cubicBezTo>
                <a:cubicBezTo>
                  <a:pt x="1001" y="334"/>
                  <a:pt x="1000" y="335"/>
                  <a:pt x="1002" y="338"/>
                </a:cubicBezTo>
                <a:cubicBezTo>
                  <a:pt x="1004" y="340"/>
                  <a:pt x="1006" y="340"/>
                  <a:pt x="1008" y="343"/>
                </a:cubicBezTo>
                <a:cubicBezTo>
                  <a:pt x="1011" y="347"/>
                  <a:pt x="1009" y="347"/>
                  <a:pt x="1008" y="351"/>
                </a:cubicBezTo>
                <a:cubicBezTo>
                  <a:pt x="1006" y="351"/>
                  <a:pt x="998" y="349"/>
                  <a:pt x="997" y="350"/>
                </a:cubicBezTo>
                <a:cubicBezTo>
                  <a:pt x="997" y="351"/>
                  <a:pt x="1008" y="353"/>
                  <a:pt x="1008" y="353"/>
                </a:cubicBezTo>
                <a:cubicBezTo>
                  <a:pt x="1009" y="354"/>
                  <a:pt x="1006" y="356"/>
                  <a:pt x="1006" y="356"/>
                </a:cubicBezTo>
                <a:cubicBezTo>
                  <a:pt x="1001" y="357"/>
                  <a:pt x="1000" y="363"/>
                  <a:pt x="1000" y="368"/>
                </a:cubicBezTo>
                <a:cubicBezTo>
                  <a:pt x="999" y="377"/>
                  <a:pt x="1000" y="382"/>
                  <a:pt x="989" y="382"/>
                </a:cubicBezTo>
                <a:cubicBezTo>
                  <a:pt x="989" y="388"/>
                  <a:pt x="983" y="389"/>
                  <a:pt x="981" y="383"/>
                </a:cubicBezTo>
                <a:cubicBezTo>
                  <a:pt x="980" y="381"/>
                  <a:pt x="982" y="380"/>
                  <a:pt x="982" y="378"/>
                </a:cubicBezTo>
                <a:cubicBezTo>
                  <a:pt x="981" y="376"/>
                  <a:pt x="979" y="373"/>
                  <a:pt x="978" y="371"/>
                </a:cubicBezTo>
                <a:cubicBezTo>
                  <a:pt x="976" y="368"/>
                  <a:pt x="973" y="364"/>
                  <a:pt x="973" y="360"/>
                </a:cubicBezTo>
                <a:cubicBezTo>
                  <a:pt x="972" y="357"/>
                  <a:pt x="972" y="349"/>
                  <a:pt x="969" y="348"/>
                </a:cubicBezTo>
                <a:cubicBezTo>
                  <a:pt x="968" y="347"/>
                  <a:pt x="968" y="355"/>
                  <a:pt x="967" y="355"/>
                </a:cubicBezTo>
                <a:cubicBezTo>
                  <a:pt x="963" y="358"/>
                  <a:pt x="963" y="352"/>
                  <a:pt x="961" y="351"/>
                </a:cubicBezTo>
                <a:cubicBezTo>
                  <a:pt x="960" y="357"/>
                  <a:pt x="965" y="355"/>
                  <a:pt x="960" y="360"/>
                </a:cubicBezTo>
                <a:cubicBezTo>
                  <a:pt x="959" y="362"/>
                  <a:pt x="958" y="363"/>
                  <a:pt x="956" y="364"/>
                </a:cubicBezTo>
                <a:cubicBezTo>
                  <a:pt x="952" y="365"/>
                  <a:pt x="951" y="365"/>
                  <a:pt x="947" y="363"/>
                </a:cubicBezTo>
                <a:cubicBezTo>
                  <a:pt x="946" y="363"/>
                  <a:pt x="940" y="359"/>
                  <a:pt x="941" y="357"/>
                </a:cubicBezTo>
                <a:cubicBezTo>
                  <a:pt x="941" y="357"/>
                  <a:pt x="950" y="358"/>
                  <a:pt x="948" y="356"/>
                </a:cubicBezTo>
                <a:cubicBezTo>
                  <a:pt x="947" y="355"/>
                  <a:pt x="946" y="353"/>
                  <a:pt x="945" y="352"/>
                </a:cubicBezTo>
                <a:cubicBezTo>
                  <a:pt x="945" y="352"/>
                  <a:pt x="939" y="355"/>
                  <a:pt x="941" y="351"/>
                </a:cubicBezTo>
                <a:cubicBezTo>
                  <a:pt x="941" y="351"/>
                  <a:pt x="945" y="347"/>
                  <a:pt x="945" y="348"/>
                </a:cubicBezTo>
                <a:cubicBezTo>
                  <a:pt x="944" y="349"/>
                  <a:pt x="948" y="341"/>
                  <a:pt x="949" y="343"/>
                </a:cubicBezTo>
                <a:cubicBezTo>
                  <a:pt x="947" y="339"/>
                  <a:pt x="944" y="345"/>
                  <a:pt x="943" y="344"/>
                </a:cubicBezTo>
                <a:cubicBezTo>
                  <a:pt x="942" y="343"/>
                  <a:pt x="943" y="341"/>
                  <a:pt x="943" y="340"/>
                </a:cubicBezTo>
                <a:cubicBezTo>
                  <a:pt x="942" y="339"/>
                  <a:pt x="942" y="341"/>
                  <a:pt x="940" y="341"/>
                </a:cubicBezTo>
                <a:cubicBezTo>
                  <a:pt x="942" y="341"/>
                  <a:pt x="939" y="337"/>
                  <a:pt x="939" y="338"/>
                </a:cubicBezTo>
                <a:cubicBezTo>
                  <a:pt x="938" y="337"/>
                  <a:pt x="946" y="336"/>
                  <a:pt x="947" y="336"/>
                </a:cubicBezTo>
                <a:cubicBezTo>
                  <a:pt x="950" y="336"/>
                  <a:pt x="949" y="337"/>
                  <a:pt x="953" y="335"/>
                </a:cubicBezTo>
                <a:cubicBezTo>
                  <a:pt x="949" y="334"/>
                  <a:pt x="943" y="337"/>
                  <a:pt x="940" y="334"/>
                </a:cubicBezTo>
                <a:cubicBezTo>
                  <a:pt x="940" y="334"/>
                  <a:pt x="942" y="332"/>
                  <a:pt x="939" y="330"/>
                </a:cubicBezTo>
                <a:cubicBezTo>
                  <a:pt x="939" y="329"/>
                  <a:pt x="943" y="329"/>
                  <a:pt x="944" y="329"/>
                </a:cubicBezTo>
                <a:cubicBezTo>
                  <a:pt x="945" y="330"/>
                  <a:pt x="946" y="330"/>
                  <a:pt x="947" y="329"/>
                </a:cubicBezTo>
                <a:cubicBezTo>
                  <a:pt x="947" y="328"/>
                  <a:pt x="940" y="328"/>
                  <a:pt x="940" y="327"/>
                </a:cubicBezTo>
                <a:cubicBezTo>
                  <a:pt x="939" y="326"/>
                  <a:pt x="950" y="326"/>
                  <a:pt x="950" y="324"/>
                </a:cubicBezTo>
                <a:cubicBezTo>
                  <a:pt x="950" y="322"/>
                  <a:pt x="945" y="323"/>
                  <a:pt x="945" y="321"/>
                </a:cubicBezTo>
                <a:cubicBezTo>
                  <a:pt x="945" y="320"/>
                  <a:pt x="951" y="324"/>
                  <a:pt x="952" y="322"/>
                </a:cubicBezTo>
                <a:cubicBezTo>
                  <a:pt x="952" y="321"/>
                  <a:pt x="950" y="321"/>
                  <a:pt x="950" y="321"/>
                </a:cubicBezTo>
                <a:cubicBezTo>
                  <a:pt x="950" y="321"/>
                  <a:pt x="949" y="318"/>
                  <a:pt x="950" y="317"/>
                </a:cubicBezTo>
                <a:cubicBezTo>
                  <a:pt x="950" y="317"/>
                  <a:pt x="953" y="320"/>
                  <a:pt x="954" y="320"/>
                </a:cubicBezTo>
                <a:cubicBezTo>
                  <a:pt x="954" y="320"/>
                  <a:pt x="955" y="321"/>
                  <a:pt x="956" y="321"/>
                </a:cubicBezTo>
                <a:cubicBezTo>
                  <a:pt x="955" y="321"/>
                  <a:pt x="954" y="317"/>
                  <a:pt x="954" y="316"/>
                </a:cubicBezTo>
                <a:cubicBezTo>
                  <a:pt x="955" y="317"/>
                  <a:pt x="956" y="318"/>
                  <a:pt x="957" y="319"/>
                </a:cubicBezTo>
                <a:cubicBezTo>
                  <a:pt x="956" y="318"/>
                  <a:pt x="960" y="313"/>
                  <a:pt x="960" y="313"/>
                </a:cubicBezTo>
                <a:cubicBezTo>
                  <a:pt x="960" y="312"/>
                  <a:pt x="961" y="312"/>
                  <a:pt x="962" y="312"/>
                </a:cubicBezTo>
                <a:cubicBezTo>
                  <a:pt x="962" y="317"/>
                  <a:pt x="967" y="314"/>
                  <a:pt x="969" y="312"/>
                </a:cubicBezTo>
                <a:cubicBezTo>
                  <a:pt x="973" y="305"/>
                  <a:pt x="966" y="311"/>
                  <a:pt x="966" y="311"/>
                </a:cubicBezTo>
                <a:cubicBezTo>
                  <a:pt x="960" y="310"/>
                  <a:pt x="967" y="302"/>
                  <a:pt x="971" y="300"/>
                </a:cubicBezTo>
                <a:cubicBezTo>
                  <a:pt x="970" y="298"/>
                  <a:pt x="975" y="297"/>
                  <a:pt x="976" y="296"/>
                </a:cubicBezTo>
                <a:cubicBezTo>
                  <a:pt x="977" y="293"/>
                  <a:pt x="973" y="295"/>
                  <a:pt x="974" y="291"/>
                </a:cubicBezTo>
                <a:cubicBezTo>
                  <a:pt x="975" y="291"/>
                  <a:pt x="975" y="291"/>
                  <a:pt x="976" y="291"/>
                </a:cubicBezTo>
                <a:cubicBezTo>
                  <a:pt x="976" y="290"/>
                  <a:pt x="978" y="285"/>
                  <a:pt x="977" y="284"/>
                </a:cubicBezTo>
                <a:cubicBezTo>
                  <a:pt x="977" y="284"/>
                  <a:pt x="978" y="285"/>
                  <a:pt x="979" y="285"/>
                </a:cubicBezTo>
                <a:cubicBezTo>
                  <a:pt x="976" y="279"/>
                  <a:pt x="977" y="284"/>
                  <a:pt x="979" y="279"/>
                </a:cubicBezTo>
                <a:cubicBezTo>
                  <a:pt x="981" y="277"/>
                  <a:pt x="981" y="273"/>
                  <a:pt x="986" y="274"/>
                </a:cubicBezTo>
                <a:cubicBezTo>
                  <a:pt x="981" y="273"/>
                  <a:pt x="987" y="270"/>
                  <a:pt x="985" y="269"/>
                </a:cubicBezTo>
                <a:cubicBezTo>
                  <a:pt x="986" y="269"/>
                  <a:pt x="988" y="270"/>
                  <a:pt x="987" y="269"/>
                </a:cubicBezTo>
                <a:cubicBezTo>
                  <a:pt x="986" y="268"/>
                  <a:pt x="987" y="267"/>
                  <a:pt x="984" y="267"/>
                </a:cubicBezTo>
                <a:cubicBezTo>
                  <a:pt x="982" y="267"/>
                  <a:pt x="989" y="265"/>
                  <a:pt x="989" y="265"/>
                </a:cubicBezTo>
                <a:cubicBezTo>
                  <a:pt x="989" y="263"/>
                  <a:pt x="986" y="264"/>
                  <a:pt x="987" y="263"/>
                </a:cubicBezTo>
                <a:cubicBezTo>
                  <a:pt x="989" y="262"/>
                  <a:pt x="990" y="265"/>
                  <a:pt x="991" y="264"/>
                </a:cubicBezTo>
                <a:cubicBezTo>
                  <a:pt x="993" y="264"/>
                  <a:pt x="991" y="262"/>
                  <a:pt x="991" y="261"/>
                </a:cubicBezTo>
                <a:cubicBezTo>
                  <a:pt x="992" y="259"/>
                  <a:pt x="995" y="262"/>
                  <a:pt x="996" y="261"/>
                </a:cubicBezTo>
                <a:cubicBezTo>
                  <a:pt x="999" y="260"/>
                  <a:pt x="992" y="260"/>
                  <a:pt x="992" y="260"/>
                </a:cubicBezTo>
                <a:cubicBezTo>
                  <a:pt x="992" y="258"/>
                  <a:pt x="996" y="254"/>
                  <a:pt x="996" y="251"/>
                </a:cubicBezTo>
                <a:cubicBezTo>
                  <a:pt x="999" y="250"/>
                  <a:pt x="997" y="251"/>
                  <a:pt x="998" y="248"/>
                </a:cubicBezTo>
                <a:cubicBezTo>
                  <a:pt x="999" y="248"/>
                  <a:pt x="1002" y="253"/>
                  <a:pt x="1001" y="249"/>
                </a:cubicBezTo>
                <a:cubicBezTo>
                  <a:pt x="1001" y="249"/>
                  <a:pt x="1000" y="248"/>
                  <a:pt x="1000" y="248"/>
                </a:cubicBezTo>
                <a:cubicBezTo>
                  <a:pt x="1003" y="247"/>
                  <a:pt x="1002" y="250"/>
                  <a:pt x="1004" y="250"/>
                </a:cubicBezTo>
                <a:cubicBezTo>
                  <a:pt x="1005" y="250"/>
                  <a:pt x="1001" y="244"/>
                  <a:pt x="1005" y="245"/>
                </a:cubicBezTo>
                <a:cubicBezTo>
                  <a:pt x="1005" y="246"/>
                  <a:pt x="1005" y="246"/>
                  <a:pt x="1006" y="245"/>
                </a:cubicBezTo>
                <a:cubicBezTo>
                  <a:pt x="1006" y="244"/>
                  <a:pt x="1006" y="243"/>
                  <a:pt x="1007" y="242"/>
                </a:cubicBezTo>
                <a:cubicBezTo>
                  <a:pt x="1009" y="241"/>
                  <a:pt x="1008" y="247"/>
                  <a:pt x="1008" y="248"/>
                </a:cubicBezTo>
                <a:cubicBezTo>
                  <a:pt x="1012" y="248"/>
                  <a:pt x="1009" y="245"/>
                  <a:pt x="1009" y="244"/>
                </a:cubicBezTo>
                <a:cubicBezTo>
                  <a:pt x="1010" y="243"/>
                  <a:pt x="1010" y="243"/>
                  <a:pt x="1011" y="243"/>
                </a:cubicBezTo>
                <a:cubicBezTo>
                  <a:pt x="1011" y="239"/>
                  <a:pt x="1015" y="244"/>
                  <a:pt x="1015" y="244"/>
                </a:cubicBezTo>
                <a:cubicBezTo>
                  <a:pt x="1017" y="241"/>
                  <a:pt x="1013" y="242"/>
                  <a:pt x="1014" y="240"/>
                </a:cubicBezTo>
                <a:cubicBezTo>
                  <a:pt x="1014" y="240"/>
                  <a:pt x="1012" y="237"/>
                  <a:pt x="1015" y="237"/>
                </a:cubicBezTo>
                <a:cubicBezTo>
                  <a:pt x="1018" y="237"/>
                  <a:pt x="1019" y="238"/>
                  <a:pt x="1019" y="240"/>
                </a:cubicBezTo>
                <a:cubicBezTo>
                  <a:pt x="1022" y="241"/>
                  <a:pt x="1021" y="237"/>
                  <a:pt x="1024" y="236"/>
                </a:cubicBezTo>
                <a:cubicBezTo>
                  <a:pt x="1024" y="234"/>
                  <a:pt x="1027" y="234"/>
                  <a:pt x="1026" y="232"/>
                </a:cubicBezTo>
                <a:cubicBezTo>
                  <a:pt x="1023" y="230"/>
                  <a:pt x="1028" y="229"/>
                  <a:pt x="1030" y="229"/>
                </a:cubicBezTo>
                <a:cubicBezTo>
                  <a:pt x="1030" y="229"/>
                  <a:pt x="1030" y="229"/>
                  <a:pt x="1030" y="230"/>
                </a:cubicBezTo>
                <a:cubicBezTo>
                  <a:pt x="1030" y="230"/>
                  <a:pt x="1031" y="230"/>
                  <a:pt x="1032" y="230"/>
                </a:cubicBezTo>
                <a:cubicBezTo>
                  <a:pt x="1032" y="230"/>
                  <a:pt x="1025" y="241"/>
                  <a:pt x="1031" y="237"/>
                </a:cubicBezTo>
                <a:cubicBezTo>
                  <a:pt x="1031" y="237"/>
                  <a:pt x="1034" y="228"/>
                  <a:pt x="1035" y="230"/>
                </a:cubicBezTo>
                <a:cubicBezTo>
                  <a:pt x="1036" y="231"/>
                  <a:pt x="1032" y="236"/>
                  <a:pt x="1036" y="235"/>
                </a:cubicBezTo>
                <a:cubicBezTo>
                  <a:pt x="1040" y="234"/>
                  <a:pt x="1039" y="230"/>
                  <a:pt x="1038" y="228"/>
                </a:cubicBezTo>
                <a:cubicBezTo>
                  <a:pt x="1039" y="228"/>
                  <a:pt x="1043" y="225"/>
                  <a:pt x="1044" y="226"/>
                </a:cubicBezTo>
                <a:cubicBezTo>
                  <a:pt x="1045" y="229"/>
                  <a:pt x="1041" y="230"/>
                  <a:pt x="1043" y="232"/>
                </a:cubicBezTo>
                <a:cubicBezTo>
                  <a:pt x="1043" y="233"/>
                  <a:pt x="1042" y="233"/>
                  <a:pt x="1042" y="234"/>
                </a:cubicBezTo>
                <a:cubicBezTo>
                  <a:pt x="1044" y="237"/>
                  <a:pt x="1047" y="230"/>
                  <a:pt x="1047" y="229"/>
                </a:cubicBezTo>
                <a:cubicBezTo>
                  <a:pt x="1047" y="229"/>
                  <a:pt x="1048" y="229"/>
                  <a:pt x="1048" y="229"/>
                </a:cubicBezTo>
                <a:cubicBezTo>
                  <a:pt x="1050" y="233"/>
                  <a:pt x="1053" y="228"/>
                  <a:pt x="1053" y="233"/>
                </a:cubicBezTo>
                <a:cubicBezTo>
                  <a:pt x="1055" y="233"/>
                  <a:pt x="1058" y="231"/>
                  <a:pt x="1057" y="234"/>
                </a:cubicBezTo>
                <a:cubicBezTo>
                  <a:pt x="1058" y="234"/>
                  <a:pt x="1059" y="234"/>
                  <a:pt x="1059" y="235"/>
                </a:cubicBezTo>
                <a:cubicBezTo>
                  <a:pt x="1060" y="238"/>
                  <a:pt x="1047" y="238"/>
                  <a:pt x="1048" y="239"/>
                </a:cubicBezTo>
                <a:cubicBezTo>
                  <a:pt x="1049" y="240"/>
                  <a:pt x="1054" y="243"/>
                  <a:pt x="1054" y="242"/>
                </a:cubicBezTo>
                <a:cubicBezTo>
                  <a:pt x="1054" y="244"/>
                  <a:pt x="1068" y="237"/>
                  <a:pt x="1069" y="242"/>
                </a:cubicBezTo>
                <a:cubicBezTo>
                  <a:pt x="1069" y="245"/>
                  <a:pt x="1063" y="242"/>
                  <a:pt x="1064" y="244"/>
                </a:cubicBezTo>
                <a:cubicBezTo>
                  <a:pt x="1064" y="245"/>
                  <a:pt x="1068" y="245"/>
                  <a:pt x="1069" y="245"/>
                </a:cubicBezTo>
                <a:cubicBezTo>
                  <a:pt x="1068" y="246"/>
                  <a:pt x="1070" y="247"/>
                  <a:pt x="1071" y="246"/>
                </a:cubicBezTo>
                <a:cubicBezTo>
                  <a:pt x="1071" y="247"/>
                  <a:pt x="1071" y="247"/>
                  <a:pt x="1071" y="248"/>
                </a:cubicBezTo>
                <a:cubicBezTo>
                  <a:pt x="1069" y="246"/>
                  <a:pt x="1083" y="247"/>
                  <a:pt x="1085" y="248"/>
                </a:cubicBezTo>
                <a:cubicBezTo>
                  <a:pt x="1088" y="249"/>
                  <a:pt x="1091" y="251"/>
                  <a:pt x="1093" y="252"/>
                </a:cubicBezTo>
                <a:cubicBezTo>
                  <a:pt x="1094" y="253"/>
                  <a:pt x="1096" y="256"/>
                  <a:pt x="1098" y="256"/>
                </a:cubicBezTo>
                <a:cubicBezTo>
                  <a:pt x="1098" y="256"/>
                  <a:pt x="1098" y="255"/>
                  <a:pt x="1097" y="255"/>
                </a:cubicBezTo>
                <a:cubicBezTo>
                  <a:pt x="1100" y="255"/>
                  <a:pt x="1100" y="258"/>
                  <a:pt x="1102" y="258"/>
                </a:cubicBezTo>
                <a:cubicBezTo>
                  <a:pt x="1104" y="258"/>
                  <a:pt x="1101" y="255"/>
                  <a:pt x="1103" y="256"/>
                </a:cubicBezTo>
                <a:cubicBezTo>
                  <a:pt x="1104" y="257"/>
                  <a:pt x="1105" y="259"/>
                  <a:pt x="1107" y="259"/>
                </a:cubicBezTo>
                <a:cubicBezTo>
                  <a:pt x="1108" y="261"/>
                  <a:pt x="1106" y="261"/>
                  <a:pt x="1109" y="261"/>
                </a:cubicBezTo>
                <a:cubicBezTo>
                  <a:pt x="1109" y="262"/>
                  <a:pt x="1112" y="265"/>
                  <a:pt x="1113" y="265"/>
                </a:cubicBezTo>
                <a:cubicBezTo>
                  <a:pt x="1117" y="277"/>
                  <a:pt x="1101" y="281"/>
                  <a:pt x="1093" y="279"/>
                </a:cubicBezTo>
                <a:cubicBezTo>
                  <a:pt x="1088" y="278"/>
                  <a:pt x="1084" y="277"/>
                  <a:pt x="1079" y="275"/>
                </a:cubicBezTo>
                <a:cubicBezTo>
                  <a:pt x="1076" y="274"/>
                  <a:pt x="1072" y="271"/>
                  <a:pt x="1069" y="270"/>
                </a:cubicBezTo>
                <a:cubicBezTo>
                  <a:pt x="1069" y="274"/>
                  <a:pt x="1074" y="275"/>
                  <a:pt x="1074" y="277"/>
                </a:cubicBezTo>
                <a:cubicBezTo>
                  <a:pt x="1078" y="279"/>
                  <a:pt x="1074" y="279"/>
                  <a:pt x="1076" y="280"/>
                </a:cubicBezTo>
                <a:cubicBezTo>
                  <a:pt x="1080" y="283"/>
                  <a:pt x="1083" y="278"/>
                  <a:pt x="1084" y="286"/>
                </a:cubicBezTo>
                <a:cubicBezTo>
                  <a:pt x="1085" y="287"/>
                  <a:pt x="1083" y="289"/>
                  <a:pt x="1083" y="290"/>
                </a:cubicBezTo>
                <a:cubicBezTo>
                  <a:pt x="1083" y="291"/>
                  <a:pt x="1085" y="296"/>
                  <a:pt x="1086" y="296"/>
                </a:cubicBezTo>
                <a:cubicBezTo>
                  <a:pt x="1088" y="300"/>
                  <a:pt x="1092" y="301"/>
                  <a:pt x="1095" y="303"/>
                </a:cubicBezTo>
                <a:cubicBezTo>
                  <a:pt x="1098" y="304"/>
                  <a:pt x="1105" y="305"/>
                  <a:pt x="1102" y="300"/>
                </a:cubicBezTo>
                <a:cubicBezTo>
                  <a:pt x="1101" y="300"/>
                  <a:pt x="1102" y="299"/>
                  <a:pt x="1102" y="299"/>
                </a:cubicBezTo>
                <a:cubicBezTo>
                  <a:pt x="1099" y="297"/>
                  <a:pt x="1098" y="299"/>
                  <a:pt x="1096" y="297"/>
                </a:cubicBezTo>
                <a:cubicBezTo>
                  <a:pt x="1092" y="294"/>
                  <a:pt x="1095" y="293"/>
                  <a:pt x="1095" y="289"/>
                </a:cubicBezTo>
                <a:cubicBezTo>
                  <a:pt x="1096" y="289"/>
                  <a:pt x="1099" y="291"/>
                  <a:pt x="1100" y="291"/>
                </a:cubicBezTo>
                <a:cubicBezTo>
                  <a:pt x="1101" y="292"/>
                  <a:pt x="1109" y="297"/>
                  <a:pt x="1111" y="296"/>
                </a:cubicBezTo>
                <a:cubicBezTo>
                  <a:pt x="1116" y="294"/>
                  <a:pt x="1110" y="289"/>
                  <a:pt x="1110" y="286"/>
                </a:cubicBezTo>
                <a:cubicBezTo>
                  <a:pt x="1109" y="284"/>
                  <a:pt x="1117" y="276"/>
                  <a:pt x="1119" y="275"/>
                </a:cubicBezTo>
                <a:cubicBezTo>
                  <a:pt x="1122" y="274"/>
                  <a:pt x="1124" y="276"/>
                  <a:pt x="1126" y="277"/>
                </a:cubicBezTo>
                <a:cubicBezTo>
                  <a:pt x="1126" y="276"/>
                  <a:pt x="1129" y="279"/>
                  <a:pt x="1129" y="279"/>
                </a:cubicBezTo>
                <a:cubicBezTo>
                  <a:pt x="1130" y="277"/>
                  <a:pt x="1129" y="270"/>
                  <a:pt x="1129" y="269"/>
                </a:cubicBezTo>
                <a:cubicBezTo>
                  <a:pt x="1128" y="267"/>
                  <a:pt x="1126" y="266"/>
                  <a:pt x="1125" y="264"/>
                </a:cubicBezTo>
                <a:cubicBezTo>
                  <a:pt x="1124" y="261"/>
                  <a:pt x="1126" y="258"/>
                  <a:pt x="1124" y="254"/>
                </a:cubicBezTo>
                <a:cubicBezTo>
                  <a:pt x="1124" y="253"/>
                  <a:pt x="1118" y="251"/>
                  <a:pt x="1120" y="249"/>
                </a:cubicBezTo>
                <a:cubicBezTo>
                  <a:pt x="1119" y="249"/>
                  <a:pt x="1130" y="249"/>
                  <a:pt x="1131" y="250"/>
                </a:cubicBezTo>
                <a:cubicBezTo>
                  <a:pt x="1134" y="251"/>
                  <a:pt x="1136" y="256"/>
                  <a:pt x="1137" y="258"/>
                </a:cubicBezTo>
                <a:cubicBezTo>
                  <a:pt x="1127" y="260"/>
                  <a:pt x="1133" y="268"/>
                  <a:pt x="1139" y="268"/>
                </a:cubicBezTo>
                <a:cubicBezTo>
                  <a:pt x="1148" y="269"/>
                  <a:pt x="1140" y="259"/>
                  <a:pt x="1150" y="259"/>
                </a:cubicBezTo>
                <a:cubicBezTo>
                  <a:pt x="1150" y="257"/>
                  <a:pt x="1147" y="257"/>
                  <a:pt x="1147" y="256"/>
                </a:cubicBezTo>
                <a:cubicBezTo>
                  <a:pt x="1151" y="255"/>
                  <a:pt x="1151" y="254"/>
                  <a:pt x="1155" y="251"/>
                </a:cubicBezTo>
                <a:cubicBezTo>
                  <a:pt x="1156" y="251"/>
                  <a:pt x="1159" y="247"/>
                  <a:pt x="1160" y="247"/>
                </a:cubicBezTo>
                <a:cubicBezTo>
                  <a:pt x="1162" y="248"/>
                  <a:pt x="1161" y="250"/>
                  <a:pt x="1163" y="250"/>
                </a:cubicBezTo>
                <a:cubicBezTo>
                  <a:pt x="1164" y="249"/>
                  <a:pt x="1162" y="244"/>
                  <a:pt x="1165" y="244"/>
                </a:cubicBezTo>
                <a:cubicBezTo>
                  <a:pt x="1165" y="245"/>
                  <a:pt x="1165" y="246"/>
                  <a:pt x="1165" y="247"/>
                </a:cubicBezTo>
                <a:cubicBezTo>
                  <a:pt x="1162" y="245"/>
                  <a:pt x="1173" y="239"/>
                  <a:pt x="1172" y="242"/>
                </a:cubicBezTo>
                <a:cubicBezTo>
                  <a:pt x="1171" y="242"/>
                  <a:pt x="1170" y="243"/>
                  <a:pt x="1169" y="243"/>
                </a:cubicBezTo>
                <a:cubicBezTo>
                  <a:pt x="1170" y="243"/>
                  <a:pt x="1171" y="247"/>
                  <a:pt x="1171" y="248"/>
                </a:cubicBezTo>
                <a:cubicBezTo>
                  <a:pt x="1171" y="248"/>
                  <a:pt x="1167" y="249"/>
                  <a:pt x="1168" y="250"/>
                </a:cubicBezTo>
                <a:cubicBezTo>
                  <a:pt x="1169" y="250"/>
                  <a:pt x="1172" y="250"/>
                  <a:pt x="1173" y="250"/>
                </a:cubicBezTo>
                <a:cubicBezTo>
                  <a:pt x="1174" y="250"/>
                  <a:pt x="1174" y="249"/>
                  <a:pt x="1174" y="249"/>
                </a:cubicBezTo>
                <a:cubicBezTo>
                  <a:pt x="1175" y="249"/>
                  <a:pt x="1176" y="250"/>
                  <a:pt x="1177" y="250"/>
                </a:cubicBezTo>
                <a:cubicBezTo>
                  <a:pt x="1177" y="246"/>
                  <a:pt x="1177" y="245"/>
                  <a:pt x="1182" y="244"/>
                </a:cubicBezTo>
                <a:cubicBezTo>
                  <a:pt x="1183" y="244"/>
                  <a:pt x="1185" y="245"/>
                  <a:pt x="1187" y="244"/>
                </a:cubicBezTo>
                <a:cubicBezTo>
                  <a:pt x="1189" y="243"/>
                  <a:pt x="1190" y="240"/>
                  <a:pt x="1192" y="239"/>
                </a:cubicBezTo>
                <a:cubicBezTo>
                  <a:pt x="1199" y="238"/>
                  <a:pt x="1193" y="247"/>
                  <a:pt x="1199" y="247"/>
                </a:cubicBezTo>
                <a:cubicBezTo>
                  <a:pt x="1200" y="245"/>
                  <a:pt x="1198" y="244"/>
                  <a:pt x="1199" y="242"/>
                </a:cubicBezTo>
                <a:cubicBezTo>
                  <a:pt x="1199" y="241"/>
                  <a:pt x="1204" y="240"/>
                  <a:pt x="1204" y="239"/>
                </a:cubicBezTo>
                <a:cubicBezTo>
                  <a:pt x="1205" y="239"/>
                  <a:pt x="1201" y="234"/>
                  <a:pt x="1200" y="234"/>
                </a:cubicBezTo>
                <a:cubicBezTo>
                  <a:pt x="1198" y="230"/>
                  <a:pt x="1198" y="232"/>
                  <a:pt x="1199" y="227"/>
                </a:cubicBezTo>
                <a:cubicBezTo>
                  <a:pt x="1202" y="227"/>
                  <a:pt x="1220" y="226"/>
                  <a:pt x="1220" y="232"/>
                </a:cubicBezTo>
                <a:cubicBezTo>
                  <a:pt x="1226" y="232"/>
                  <a:pt x="1230" y="235"/>
                  <a:pt x="1236" y="238"/>
                </a:cubicBezTo>
                <a:cubicBezTo>
                  <a:pt x="1236" y="238"/>
                  <a:pt x="1241" y="243"/>
                  <a:pt x="1242" y="243"/>
                </a:cubicBezTo>
                <a:cubicBezTo>
                  <a:pt x="1243" y="242"/>
                  <a:pt x="1242" y="235"/>
                  <a:pt x="1242" y="234"/>
                </a:cubicBezTo>
                <a:cubicBezTo>
                  <a:pt x="1238" y="232"/>
                  <a:pt x="1233" y="230"/>
                  <a:pt x="1230" y="227"/>
                </a:cubicBezTo>
                <a:cubicBezTo>
                  <a:pt x="1225" y="224"/>
                  <a:pt x="1227" y="221"/>
                  <a:pt x="1225" y="215"/>
                </a:cubicBezTo>
                <a:cubicBezTo>
                  <a:pt x="1223" y="211"/>
                  <a:pt x="1220" y="211"/>
                  <a:pt x="1222" y="205"/>
                </a:cubicBezTo>
                <a:cubicBezTo>
                  <a:pt x="1223" y="201"/>
                  <a:pt x="1225" y="199"/>
                  <a:pt x="1225" y="195"/>
                </a:cubicBezTo>
                <a:cubicBezTo>
                  <a:pt x="1225" y="188"/>
                  <a:pt x="1220" y="181"/>
                  <a:pt x="1228" y="180"/>
                </a:cubicBezTo>
                <a:cubicBezTo>
                  <a:pt x="1232" y="179"/>
                  <a:pt x="1239" y="180"/>
                  <a:pt x="1241" y="184"/>
                </a:cubicBezTo>
                <a:cubicBezTo>
                  <a:pt x="1242" y="185"/>
                  <a:pt x="1240" y="193"/>
                  <a:pt x="1243" y="194"/>
                </a:cubicBezTo>
                <a:cubicBezTo>
                  <a:pt x="1243" y="197"/>
                  <a:pt x="1242" y="199"/>
                  <a:pt x="1244" y="203"/>
                </a:cubicBezTo>
                <a:cubicBezTo>
                  <a:pt x="1245" y="204"/>
                  <a:pt x="1247" y="204"/>
                  <a:pt x="1248" y="205"/>
                </a:cubicBezTo>
                <a:cubicBezTo>
                  <a:pt x="1251" y="209"/>
                  <a:pt x="1251" y="211"/>
                  <a:pt x="1252" y="215"/>
                </a:cubicBezTo>
                <a:cubicBezTo>
                  <a:pt x="1254" y="223"/>
                  <a:pt x="1256" y="230"/>
                  <a:pt x="1263" y="235"/>
                </a:cubicBezTo>
                <a:cubicBezTo>
                  <a:pt x="1264" y="241"/>
                  <a:pt x="1265" y="244"/>
                  <a:pt x="1264" y="249"/>
                </a:cubicBezTo>
                <a:cubicBezTo>
                  <a:pt x="1263" y="253"/>
                  <a:pt x="1261" y="256"/>
                  <a:pt x="1261" y="259"/>
                </a:cubicBezTo>
                <a:cubicBezTo>
                  <a:pt x="1260" y="260"/>
                  <a:pt x="1258" y="261"/>
                  <a:pt x="1258" y="258"/>
                </a:cubicBezTo>
                <a:cubicBezTo>
                  <a:pt x="1254" y="257"/>
                  <a:pt x="1251" y="258"/>
                  <a:pt x="1248" y="258"/>
                </a:cubicBezTo>
                <a:cubicBezTo>
                  <a:pt x="1247" y="260"/>
                  <a:pt x="1264" y="263"/>
                  <a:pt x="1266" y="263"/>
                </a:cubicBezTo>
                <a:cubicBezTo>
                  <a:pt x="1267" y="258"/>
                  <a:pt x="1270" y="253"/>
                  <a:pt x="1271" y="248"/>
                </a:cubicBezTo>
                <a:cubicBezTo>
                  <a:pt x="1272" y="246"/>
                  <a:pt x="1273" y="243"/>
                  <a:pt x="1273" y="241"/>
                </a:cubicBezTo>
                <a:cubicBezTo>
                  <a:pt x="1272" y="238"/>
                  <a:pt x="1270" y="237"/>
                  <a:pt x="1269" y="235"/>
                </a:cubicBezTo>
                <a:cubicBezTo>
                  <a:pt x="1269" y="227"/>
                  <a:pt x="1275" y="228"/>
                  <a:pt x="1279" y="231"/>
                </a:cubicBezTo>
                <a:cubicBezTo>
                  <a:pt x="1284" y="234"/>
                  <a:pt x="1281" y="237"/>
                  <a:pt x="1285" y="241"/>
                </a:cubicBezTo>
                <a:cubicBezTo>
                  <a:pt x="1286" y="242"/>
                  <a:pt x="1294" y="245"/>
                  <a:pt x="1294" y="241"/>
                </a:cubicBezTo>
                <a:cubicBezTo>
                  <a:pt x="1293" y="239"/>
                  <a:pt x="1290" y="242"/>
                  <a:pt x="1289" y="240"/>
                </a:cubicBezTo>
                <a:cubicBezTo>
                  <a:pt x="1289" y="240"/>
                  <a:pt x="1289" y="240"/>
                  <a:pt x="1289" y="240"/>
                </a:cubicBezTo>
                <a:cubicBezTo>
                  <a:pt x="1284" y="239"/>
                  <a:pt x="1288" y="230"/>
                  <a:pt x="1283" y="228"/>
                </a:cubicBezTo>
                <a:cubicBezTo>
                  <a:pt x="1282" y="225"/>
                  <a:pt x="1268" y="221"/>
                  <a:pt x="1268" y="227"/>
                </a:cubicBezTo>
                <a:cubicBezTo>
                  <a:pt x="1256" y="227"/>
                  <a:pt x="1260" y="212"/>
                  <a:pt x="1256" y="205"/>
                </a:cubicBezTo>
                <a:cubicBezTo>
                  <a:pt x="1252" y="200"/>
                  <a:pt x="1248" y="200"/>
                  <a:pt x="1248" y="192"/>
                </a:cubicBezTo>
                <a:cubicBezTo>
                  <a:pt x="1248" y="191"/>
                  <a:pt x="1250" y="190"/>
                  <a:pt x="1250" y="188"/>
                </a:cubicBezTo>
                <a:cubicBezTo>
                  <a:pt x="1251" y="185"/>
                  <a:pt x="1249" y="182"/>
                  <a:pt x="1249" y="178"/>
                </a:cubicBezTo>
                <a:cubicBezTo>
                  <a:pt x="1256" y="182"/>
                  <a:pt x="1253" y="191"/>
                  <a:pt x="1258" y="196"/>
                </a:cubicBezTo>
                <a:cubicBezTo>
                  <a:pt x="1259" y="199"/>
                  <a:pt x="1277" y="203"/>
                  <a:pt x="1276" y="201"/>
                </a:cubicBezTo>
                <a:cubicBezTo>
                  <a:pt x="1276" y="197"/>
                  <a:pt x="1263" y="197"/>
                  <a:pt x="1261" y="194"/>
                </a:cubicBezTo>
                <a:cubicBezTo>
                  <a:pt x="1255" y="186"/>
                  <a:pt x="1264" y="191"/>
                  <a:pt x="1266" y="190"/>
                </a:cubicBezTo>
                <a:cubicBezTo>
                  <a:pt x="1273" y="187"/>
                  <a:pt x="1264" y="187"/>
                  <a:pt x="1264" y="184"/>
                </a:cubicBezTo>
                <a:cubicBezTo>
                  <a:pt x="1263" y="181"/>
                  <a:pt x="1272" y="181"/>
                  <a:pt x="1274" y="180"/>
                </a:cubicBezTo>
                <a:cubicBezTo>
                  <a:pt x="1276" y="183"/>
                  <a:pt x="1280" y="182"/>
                  <a:pt x="1281" y="185"/>
                </a:cubicBezTo>
                <a:cubicBezTo>
                  <a:pt x="1284" y="187"/>
                  <a:pt x="1289" y="186"/>
                  <a:pt x="1291" y="187"/>
                </a:cubicBezTo>
                <a:cubicBezTo>
                  <a:pt x="1292" y="188"/>
                  <a:pt x="1295" y="204"/>
                  <a:pt x="1294" y="204"/>
                </a:cubicBezTo>
                <a:cubicBezTo>
                  <a:pt x="1298" y="204"/>
                  <a:pt x="1297" y="197"/>
                  <a:pt x="1301" y="201"/>
                </a:cubicBezTo>
                <a:cubicBezTo>
                  <a:pt x="1302" y="203"/>
                  <a:pt x="1299" y="205"/>
                  <a:pt x="1299" y="206"/>
                </a:cubicBezTo>
                <a:cubicBezTo>
                  <a:pt x="1301" y="210"/>
                  <a:pt x="1302" y="208"/>
                  <a:pt x="1304" y="211"/>
                </a:cubicBezTo>
                <a:cubicBezTo>
                  <a:pt x="1311" y="216"/>
                  <a:pt x="1314" y="213"/>
                  <a:pt x="1321" y="215"/>
                </a:cubicBezTo>
                <a:cubicBezTo>
                  <a:pt x="1322" y="210"/>
                  <a:pt x="1314" y="211"/>
                  <a:pt x="1311" y="210"/>
                </a:cubicBezTo>
                <a:cubicBezTo>
                  <a:pt x="1306" y="209"/>
                  <a:pt x="1305" y="207"/>
                  <a:pt x="1303" y="203"/>
                </a:cubicBezTo>
                <a:cubicBezTo>
                  <a:pt x="1297" y="196"/>
                  <a:pt x="1298" y="187"/>
                  <a:pt x="1289" y="182"/>
                </a:cubicBezTo>
                <a:cubicBezTo>
                  <a:pt x="1285" y="179"/>
                  <a:pt x="1265" y="169"/>
                  <a:pt x="1273" y="161"/>
                </a:cubicBezTo>
                <a:cubicBezTo>
                  <a:pt x="1274" y="160"/>
                  <a:pt x="1281" y="158"/>
                  <a:pt x="1284" y="158"/>
                </a:cubicBezTo>
                <a:cubicBezTo>
                  <a:pt x="1287" y="156"/>
                  <a:pt x="1292" y="153"/>
                  <a:pt x="1295" y="153"/>
                </a:cubicBezTo>
                <a:cubicBezTo>
                  <a:pt x="1295" y="153"/>
                  <a:pt x="1294" y="159"/>
                  <a:pt x="1294" y="160"/>
                </a:cubicBezTo>
                <a:cubicBezTo>
                  <a:pt x="1295" y="165"/>
                  <a:pt x="1297" y="159"/>
                  <a:pt x="1296" y="160"/>
                </a:cubicBezTo>
                <a:cubicBezTo>
                  <a:pt x="1295" y="161"/>
                  <a:pt x="1299" y="153"/>
                  <a:pt x="1299" y="154"/>
                </a:cubicBezTo>
                <a:cubicBezTo>
                  <a:pt x="1298" y="152"/>
                  <a:pt x="1296" y="152"/>
                  <a:pt x="1296" y="149"/>
                </a:cubicBezTo>
                <a:cubicBezTo>
                  <a:pt x="1294" y="149"/>
                  <a:pt x="1289" y="149"/>
                  <a:pt x="1288" y="147"/>
                </a:cubicBezTo>
                <a:cubicBezTo>
                  <a:pt x="1287" y="143"/>
                  <a:pt x="1293" y="146"/>
                  <a:pt x="1292" y="145"/>
                </a:cubicBezTo>
                <a:cubicBezTo>
                  <a:pt x="1292" y="143"/>
                  <a:pt x="1286" y="142"/>
                  <a:pt x="1284" y="142"/>
                </a:cubicBezTo>
                <a:cubicBezTo>
                  <a:pt x="1283" y="141"/>
                  <a:pt x="1284" y="140"/>
                  <a:pt x="1284" y="139"/>
                </a:cubicBezTo>
                <a:cubicBezTo>
                  <a:pt x="1287" y="138"/>
                  <a:pt x="1287" y="142"/>
                  <a:pt x="1290" y="140"/>
                </a:cubicBezTo>
                <a:cubicBezTo>
                  <a:pt x="1289" y="140"/>
                  <a:pt x="1290" y="135"/>
                  <a:pt x="1290" y="134"/>
                </a:cubicBezTo>
                <a:cubicBezTo>
                  <a:pt x="1290" y="133"/>
                  <a:pt x="1285" y="135"/>
                  <a:pt x="1285" y="134"/>
                </a:cubicBezTo>
                <a:cubicBezTo>
                  <a:pt x="1285" y="132"/>
                  <a:pt x="1289" y="133"/>
                  <a:pt x="1289" y="132"/>
                </a:cubicBezTo>
                <a:cubicBezTo>
                  <a:pt x="1291" y="131"/>
                  <a:pt x="1292" y="129"/>
                  <a:pt x="1293" y="127"/>
                </a:cubicBezTo>
                <a:cubicBezTo>
                  <a:pt x="1294" y="126"/>
                  <a:pt x="1296" y="124"/>
                  <a:pt x="1297" y="123"/>
                </a:cubicBezTo>
                <a:cubicBezTo>
                  <a:pt x="1299" y="122"/>
                  <a:pt x="1310" y="118"/>
                  <a:pt x="1310" y="115"/>
                </a:cubicBezTo>
                <a:cubicBezTo>
                  <a:pt x="1310" y="114"/>
                  <a:pt x="1306" y="116"/>
                  <a:pt x="1305" y="116"/>
                </a:cubicBezTo>
                <a:cubicBezTo>
                  <a:pt x="1305" y="115"/>
                  <a:pt x="1308" y="110"/>
                  <a:pt x="1308" y="109"/>
                </a:cubicBezTo>
                <a:cubicBezTo>
                  <a:pt x="1309" y="109"/>
                  <a:pt x="1317" y="109"/>
                  <a:pt x="1318" y="109"/>
                </a:cubicBezTo>
                <a:cubicBezTo>
                  <a:pt x="1318" y="110"/>
                  <a:pt x="1315" y="114"/>
                  <a:pt x="1317" y="114"/>
                </a:cubicBezTo>
                <a:cubicBezTo>
                  <a:pt x="1320" y="114"/>
                  <a:pt x="1319" y="110"/>
                  <a:pt x="1320" y="110"/>
                </a:cubicBezTo>
                <a:cubicBezTo>
                  <a:pt x="1321" y="110"/>
                  <a:pt x="1321" y="111"/>
                  <a:pt x="1321" y="112"/>
                </a:cubicBezTo>
                <a:cubicBezTo>
                  <a:pt x="1322" y="113"/>
                  <a:pt x="1322" y="110"/>
                  <a:pt x="1323" y="109"/>
                </a:cubicBezTo>
                <a:cubicBezTo>
                  <a:pt x="1325" y="109"/>
                  <a:pt x="1325" y="111"/>
                  <a:pt x="1326" y="108"/>
                </a:cubicBezTo>
                <a:cubicBezTo>
                  <a:pt x="1327" y="107"/>
                  <a:pt x="1327" y="107"/>
                  <a:pt x="1327" y="105"/>
                </a:cubicBezTo>
                <a:cubicBezTo>
                  <a:pt x="1328" y="105"/>
                  <a:pt x="1329" y="104"/>
                  <a:pt x="1330" y="104"/>
                </a:cubicBezTo>
                <a:cubicBezTo>
                  <a:pt x="1331" y="106"/>
                  <a:pt x="1332" y="108"/>
                  <a:pt x="1333" y="110"/>
                </a:cubicBezTo>
                <a:cubicBezTo>
                  <a:pt x="1337" y="110"/>
                  <a:pt x="1333" y="105"/>
                  <a:pt x="1332" y="104"/>
                </a:cubicBezTo>
                <a:cubicBezTo>
                  <a:pt x="1330" y="102"/>
                  <a:pt x="1326" y="104"/>
                  <a:pt x="1327" y="101"/>
                </a:cubicBezTo>
                <a:cubicBezTo>
                  <a:pt x="1328" y="99"/>
                  <a:pt x="1341" y="99"/>
                  <a:pt x="1340" y="99"/>
                </a:cubicBezTo>
                <a:cubicBezTo>
                  <a:pt x="1340" y="96"/>
                  <a:pt x="1336" y="99"/>
                  <a:pt x="1335" y="98"/>
                </a:cubicBezTo>
                <a:cubicBezTo>
                  <a:pt x="1334" y="97"/>
                  <a:pt x="1334" y="96"/>
                  <a:pt x="1333" y="96"/>
                </a:cubicBezTo>
                <a:cubicBezTo>
                  <a:pt x="1333" y="95"/>
                  <a:pt x="1330" y="91"/>
                  <a:pt x="1329" y="89"/>
                </a:cubicBezTo>
                <a:cubicBezTo>
                  <a:pt x="1327" y="86"/>
                  <a:pt x="1329" y="72"/>
                  <a:pt x="1334" y="71"/>
                </a:cubicBezTo>
                <a:cubicBezTo>
                  <a:pt x="1334" y="74"/>
                  <a:pt x="1337" y="71"/>
                  <a:pt x="1338" y="71"/>
                </a:cubicBezTo>
                <a:cubicBezTo>
                  <a:pt x="1339" y="74"/>
                  <a:pt x="1340" y="72"/>
                  <a:pt x="1343" y="73"/>
                </a:cubicBezTo>
                <a:cubicBezTo>
                  <a:pt x="1343" y="76"/>
                  <a:pt x="1344" y="75"/>
                  <a:pt x="1343" y="78"/>
                </a:cubicBezTo>
                <a:cubicBezTo>
                  <a:pt x="1343" y="80"/>
                  <a:pt x="1341" y="80"/>
                  <a:pt x="1340" y="82"/>
                </a:cubicBezTo>
                <a:cubicBezTo>
                  <a:pt x="1339" y="83"/>
                  <a:pt x="1345" y="80"/>
                  <a:pt x="1345" y="80"/>
                </a:cubicBezTo>
                <a:cubicBezTo>
                  <a:pt x="1345" y="81"/>
                  <a:pt x="1345" y="82"/>
                  <a:pt x="1345" y="82"/>
                </a:cubicBezTo>
                <a:cubicBezTo>
                  <a:pt x="1347" y="83"/>
                  <a:pt x="1352" y="78"/>
                  <a:pt x="1353" y="79"/>
                </a:cubicBezTo>
                <a:cubicBezTo>
                  <a:pt x="1354" y="81"/>
                  <a:pt x="1355" y="83"/>
                  <a:pt x="1355" y="86"/>
                </a:cubicBezTo>
                <a:cubicBezTo>
                  <a:pt x="1355" y="91"/>
                  <a:pt x="1355" y="89"/>
                  <a:pt x="1353" y="93"/>
                </a:cubicBezTo>
                <a:cubicBezTo>
                  <a:pt x="1357" y="94"/>
                  <a:pt x="1362" y="90"/>
                  <a:pt x="1362" y="86"/>
                </a:cubicBezTo>
                <a:cubicBezTo>
                  <a:pt x="1360" y="86"/>
                  <a:pt x="1359" y="85"/>
                  <a:pt x="1359" y="83"/>
                </a:cubicBezTo>
                <a:cubicBezTo>
                  <a:pt x="1359" y="83"/>
                  <a:pt x="1373" y="79"/>
                  <a:pt x="1373" y="79"/>
                </a:cubicBezTo>
                <a:cubicBezTo>
                  <a:pt x="1374" y="79"/>
                  <a:pt x="1380" y="82"/>
                  <a:pt x="1381" y="82"/>
                </a:cubicBezTo>
                <a:cubicBezTo>
                  <a:pt x="1382" y="82"/>
                  <a:pt x="1386" y="90"/>
                  <a:pt x="1387" y="87"/>
                </a:cubicBezTo>
                <a:cubicBezTo>
                  <a:pt x="1387" y="86"/>
                  <a:pt x="1385" y="86"/>
                  <a:pt x="1385" y="85"/>
                </a:cubicBezTo>
                <a:cubicBezTo>
                  <a:pt x="1386" y="83"/>
                  <a:pt x="1400" y="96"/>
                  <a:pt x="1391" y="94"/>
                </a:cubicBezTo>
                <a:cubicBezTo>
                  <a:pt x="1391" y="94"/>
                  <a:pt x="1391" y="93"/>
                  <a:pt x="1391" y="93"/>
                </a:cubicBezTo>
                <a:cubicBezTo>
                  <a:pt x="1387" y="93"/>
                  <a:pt x="1391" y="98"/>
                  <a:pt x="1396" y="97"/>
                </a:cubicBezTo>
                <a:cubicBezTo>
                  <a:pt x="1397" y="98"/>
                  <a:pt x="1398" y="107"/>
                  <a:pt x="1398" y="108"/>
                </a:cubicBezTo>
                <a:cubicBezTo>
                  <a:pt x="1397" y="109"/>
                  <a:pt x="1390" y="120"/>
                  <a:pt x="1390" y="121"/>
                </a:cubicBezTo>
                <a:cubicBezTo>
                  <a:pt x="1390" y="121"/>
                  <a:pt x="1391" y="121"/>
                  <a:pt x="1392" y="121"/>
                </a:cubicBezTo>
                <a:cubicBezTo>
                  <a:pt x="1393" y="128"/>
                  <a:pt x="1387" y="133"/>
                  <a:pt x="1386" y="139"/>
                </a:cubicBezTo>
                <a:cubicBezTo>
                  <a:pt x="1385" y="142"/>
                  <a:pt x="1384" y="153"/>
                  <a:pt x="1389" y="149"/>
                </a:cubicBezTo>
                <a:cubicBezTo>
                  <a:pt x="1390" y="147"/>
                  <a:pt x="1387" y="145"/>
                  <a:pt x="1387" y="143"/>
                </a:cubicBezTo>
                <a:cubicBezTo>
                  <a:pt x="1388" y="141"/>
                  <a:pt x="1393" y="139"/>
                  <a:pt x="1395" y="139"/>
                </a:cubicBezTo>
                <a:cubicBezTo>
                  <a:pt x="1396" y="136"/>
                  <a:pt x="1399" y="135"/>
                  <a:pt x="1400" y="132"/>
                </a:cubicBezTo>
                <a:cubicBezTo>
                  <a:pt x="1401" y="131"/>
                  <a:pt x="1400" y="128"/>
                  <a:pt x="1401" y="127"/>
                </a:cubicBezTo>
                <a:cubicBezTo>
                  <a:pt x="1400" y="128"/>
                  <a:pt x="1392" y="132"/>
                  <a:pt x="1395" y="125"/>
                </a:cubicBezTo>
                <a:cubicBezTo>
                  <a:pt x="1396" y="122"/>
                  <a:pt x="1397" y="125"/>
                  <a:pt x="1398" y="124"/>
                </a:cubicBezTo>
                <a:cubicBezTo>
                  <a:pt x="1399" y="125"/>
                  <a:pt x="1399" y="125"/>
                  <a:pt x="1400" y="124"/>
                </a:cubicBezTo>
                <a:cubicBezTo>
                  <a:pt x="1401" y="124"/>
                  <a:pt x="1401" y="123"/>
                  <a:pt x="1401" y="122"/>
                </a:cubicBezTo>
                <a:cubicBezTo>
                  <a:pt x="1402" y="122"/>
                  <a:pt x="1403" y="126"/>
                  <a:pt x="1405" y="127"/>
                </a:cubicBezTo>
                <a:cubicBezTo>
                  <a:pt x="1407" y="128"/>
                  <a:pt x="1411" y="126"/>
                  <a:pt x="1409" y="123"/>
                </a:cubicBezTo>
                <a:cubicBezTo>
                  <a:pt x="1412" y="120"/>
                  <a:pt x="1413" y="126"/>
                  <a:pt x="1414" y="127"/>
                </a:cubicBezTo>
                <a:cubicBezTo>
                  <a:pt x="1417" y="131"/>
                  <a:pt x="1415" y="129"/>
                  <a:pt x="1418" y="128"/>
                </a:cubicBezTo>
                <a:cubicBezTo>
                  <a:pt x="1416" y="129"/>
                  <a:pt x="1418" y="124"/>
                  <a:pt x="1418" y="124"/>
                </a:cubicBezTo>
                <a:cubicBezTo>
                  <a:pt x="1419" y="123"/>
                  <a:pt x="1431" y="120"/>
                  <a:pt x="1433" y="120"/>
                </a:cubicBezTo>
                <a:cubicBezTo>
                  <a:pt x="1439" y="121"/>
                  <a:pt x="1437" y="126"/>
                  <a:pt x="1446" y="127"/>
                </a:cubicBezTo>
                <a:cubicBezTo>
                  <a:pt x="1452" y="127"/>
                  <a:pt x="1458" y="122"/>
                  <a:pt x="1463" y="123"/>
                </a:cubicBezTo>
                <a:cubicBezTo>
                  <a:pt x="1463" y="123"/>
                  <a:pt x="1463" y="123"/>
                  <a:pt x="1464" y="123"/>
                </a:cubicBezTo>
                <a:cubicBezTo>
                  <a:pt x="1466" y="124"/>
                  <a:pt x="1461" y="117"/>
                  <a:pt x="1461" y="117"/>
                </a:cubicBezTo>
                <a:cubicBezTo>
                  <a:pt x="1458" y="110"/>
                  <a:pt x="1460" y="114"/>
                  <a:pt x="1462" y="110"/>
                </a:cubicBezTo>
                <a:cubicBezTo>
                  <a:pt x="1464" y="110"/>
                  <a:pt x="1469" y="109"/>
                  <a:pt x="1471" y="110"/>
                </a:cubicBezTo>
                <a:cubicBezTo>
                  <a:pt x="1471" y="111"/>
                  <a:pt x="1471" y="112"/>
                  <a:pt x="1471" y="113"/>
                </a:cubicBezTo>
                <a:cubicBezTo>
                  <a:pt x="1472" y="113"/>
                  <a:pt x="1482" y="106"/>
                  <a:pt x="1483" y="112"/>
                </a:cubicBezTo>
                <a:cubicBezTo>
                  <a:pt x="1489" y="112"/>
                  <a:pt x="1492" y="117"/>
                  <a:pt x="1492" y="122"/>
                </a:cubicBezTo>
                <a:cubicBezTo>
                  <a:pt x="1496" y="122"/>
                  <a:pt x="1501" y="126"/>
                  <a:pt x="1499" y="129"/>
                </a:cubicBezTo>
                <a:cubicBezTo>
                  <a:pt x="1499" y="129"/>
                  <a:pt x="1495" y="129"/>
                  <a:pt x="1495" y="130"/>
                </a:cubicBezTo>
                <a:cubicBezTo>
                  <a:pt x="1495" y="130"/>
                  <a:pt x="1512" y="140"/>
                  <a:pt x="1513" y="140"/>
                </a:cubicBezTo>
                <a:cubicBezTo>
                  <a:pt x="1519" y="144"/>
                  <a:pt x="1520" y="143"/>
                  <a:pt x="1518" y="136"/>
                </a:cubicBezTo>
                <a:cubicBezTo>
                  <a:pt x="1518" y="133"/>
                  <a:pt x="1516" y="127"/>
                  <a:pt x="1514" y="124"/>
                </a:cubicBezTo>
                <a:cubicBezTo>
                  <a:pt x="1514" y="124"/>
                  <a:pt x="1515" y="124"/>
                  <a:pt x="1515" y="125"/>
                </a:cubicBezTo>
                <a:cubicBezTo>
                  <a:pt x="1517" y="128"/>
                  <a:pt x="1527" y="132"/>
                  <a:pt x="1531" y="129"/>
                </a:cubicBezTo>
                <a:cubicBezTo>
                  <a:pt x="1532" y="128"/>
                  <a:pt x="1530" y="125"/>
                  <a:pt x="1532" y="124"/>
                </a:cubicBezTo>
                <a:cubicBezTo>
                  <a:pt x="1535" y="121"/>
                  <a:pt x="1537" y="124"/>
                  <a:pt x="1539" y="125"/>
                </a:cubicBezTo>
                <a:cubicBezTo>
                  <a:pt x="1540" y="125"/>
                  <a:pt x="1548" y="130"/>
                  <a:pt x="1548" y="126"/>
                </a:cubicBezTo>
                <a:cubicBezTo>
                  <a:pt x="1548" y="122"/>
                  <a:pt x="1540" y="124"/>
                  <a:pt x="1546" y="119"/>
                </a:cubicBezTo>
                <a:cubicBezTo>
                  <a:pt x="1547" y="119"/>
                  <a:pt x="1551" y="124"/>
                  <a:pt x="1551" y="118"/>
                </a:cubicBezTo>
                <a:cubicBezTo>
                  <a:pt x="1552" y="118"/>
                  <a:pt x="1547" y="114"/>
                  <a:pt x="1547" y="113"/>
                </a:cubicBezTo>
                <a:cubicBezTo>
                  <a:pt x="1546" y="112"/>
                  <a:pt x="1548" y="108"/>
                  <a:pt x="1547" y="108"/>
                </a:cubicBezTo>
                <a:cubicBezTo>
                  <a:pt x="1545" y="105"/>
                  <a:pt x="1542" y="114"/>
                  <a:pt x="1543" y="105"/>
                </a:cubicBezTo>
                <a:cubicBezTo>
                  <a:pt x="1543" y="102"/>
                  <a:pt x="1547" y="105"/>
                  <a:pt x="1545" y="101"/>
                </a:cubicBezTo>
                <a:cubicBezTo>
                  <a:pt x="1544" y="100"/>
                  <a:pt x="1541" y="101"/>
                  <a:pt x="1540" y="99"/>
                </a:cubicBezTo>
                <a:cubicBezTo>
                  <a:pt x="1540" y="96"/>
                  <a:pt x="1556" y="98"/>
                  <a:pt x="1558" y="98"/>
                </a:cubicBezTo>
                <a:cubicBezTo>
                  <a:pt x="1560" y="97"/>
                  <a:pt x="1571" y="93"/>
                  <a:pt x="1573" y="96"/>
                </a:cubicBezTo>
                <a:cubicBezTo>
                  <a:pt x="1573" y="97"/>
                  <a:pt x="1558" y="100"/>
                  <a:pt x="1566" y="103"/>
                </a:cubicBezTo>
                <a:cubicBezTo>
                  <a:pt x="1567" y="103"/>
                  <a:pt x="1570" y="98"/>
                  <a:pt x="1572" y="99"/>
                </a:cubicBezTo>
                <a:cubicBezTo>
                  <a:pt x="1573" y="100"/>
                  <a:pt x="1575" y="102"/>
                  <a:pt x="1573" y="103"/>
                </a:cubicBezTo>
                <a:cubicBezTo>
                  <a:pt x="1576" y="104"/>
                  <a:pt x="1575" y="97"/>
                  <a:pt x="1576" y="96"/>
                </a:cubicBezTo>
                <a:cubicBezTo>
                  <a:pt x="1578" y="93"/>
                  <a:pt x="1590" y="92"/>
                  <a:pt x="1592" y="96"/>
                </a:cubicBezTo>
                <a:cubicBezTo>
                  <a:pt x="1593" y="98"/>
                  <a:pt x="1589" y="99"/>
                  <a:pt x="1590" y="103"/>
                </a:cubicBezTo>
                <a:cubicBezTo>
                  <a:pt x="1590" y="103"/>
                  <a:pt x="1594" y="101"/>
                  <a:pt x="1594" y="101"/>
                </a:cubicBezTo>
                <a:cubicBezTo>
                  <a:pt x="1595" y="101"/>
                  <a:pt x="1596" y="106"/>
                  <a:pt x="1597" y="106"/>
                </a:cubicBezTo>
                <a:cubicBezTo>
                  <a:pt x="1597" y="105"/>
                  <a:pt x="1598" y="104"/>
                  <a:pt x="1598" y="103"/>
                </a:cubicBezTo>
                <a:cubicBezTo>
                  <a:pt x="1600" y="100"/>
                  <a:pt x="1600" y="107"/>
                  <a:pt x="1600" y="107"/>
                </a:cubicBezTo>
                <a:cubicBezTo>
                  <a:pt x="1603" y="107"/>
                  <a:pt x="1602" y="104"/>
                  <a:pt x="1603" y="104"/>
                </a:cubicBezTo>
                <a:cubicBezTo>
                  <a:pt x="1606" y="102"/>
                  <a:pt x="1603" y="103"/>
                  <a:pt x="1607" y="104"/>
                </a:cubicBezTo>
                <a:cubicBezTo>
                  <a:pt x="1608" y="105"/>
                  <a:pt x="1612" y="105"/>
                  <a:pt x="1612" y="107"/>
                </a:cubicBezTo>
                <a:cubicBezTo>
                  <a:pt x="1613" y="109"/>
                  <a:pt x="1609" y="109"/>
                  <a:pt x="1609" y="111"/>
                </a:cubicBezTo>
                <a:cubicBezTo>
                  <a:pt x="1609" y="111"/>
                  <a:pt x="1616" y="110"/>
                  <a:pt x="1616" y="110"/>
                </a:cubicBezTo>
                <a:cubicBezTo>
                  <a:pt x="1619" y="109"/>
                  <a:pt x="1620" y="108"/>
                  <a:pt x="1622" y="107"/>
                </a:cubicBezTo>
                <a:cubicBezTo>
                  <a:pt x="1624" y="105"/>
                  <a:pt x="1627" y="103"/>
                  <a:pt x="1630" y="102"/>
                </a:cubicBezTo>
                <a:cubicBezTo>
                  <a:pt x="1635" y="99"/>
                  <a:pt x="1642" y="96"/>
                  <a:pt x="1648" y="99"/>
                </a:cubicBezTo>
                <a:cubicBezTo>
                  <a:pt x="1653" y="102"/>
                  <a:pt x="1662" y="111"/>
                  <a:pt x="1657" y="117"/>
                </a:cubicBezTo>
                <a:cubicBezTo>
                  <a:pt x="1662" y="117"/>
                  <a:pt x="1663" y="112"/>
                  <a:pt x="1667" y="116"/>
                </a:cubicBezTo>
                <a:cubicBezTo>
                  <a:pt x="1667" y="115"/>
                  <a:pt x="1667" y="115"/>
                  <a:pt x="1667" y="114"/>
                </a:cubicBezTo>
                <a:cubicBezTo>
                  <a:pt x="1669" y="114"/>
                  <a:pt x="1672" y="121"/>
                  <a:pt x="1673" y="121"/>
                </a:cubicBezTo>
                <a:cubicBezTo>
                  <a:pt x="1675" y="120"/>
                  <a:pt x="1672" y="118"/>
                  <a:pt x="1672" y="117"/>
                </a:cubicBezTo>
                <a:cubicBezTo>
                  <a:pt x="1675" y="118"/>
                  <a:pt x="1674" y="120"/>
                  <a:pt x="1676" y="121"/>
                </a:cubicBezTo>
                <a:cubicBezTo>
                  <a:pt x="1677" y="121"/>
                  <a:pt x="1674" y="114"/>
                  <a:pt x="1675" y="113"/>
                </a:cubicBezTo>
                <a:cubicBezTo>
                  <a:pt x="1675" y="111"/>
                  <a:pt x="1678" y="107"/>
                  <a:pt x="1681" y="106"/>
                </a:cubicBezTo>
                <a:cubicBezTo>
                  <a:pt x="1684" y="105"/>
                  <a:pt x="1692" y="108"/>
                  <a:pt x="1695" y="106"/>
                </a:cubicBezTo>
                <a:cubicBezTo>
                  <a:pt x="1701" y="102"/>
                  <a:pt x="1695" y="97"/>
                  <a:pt x="1702" y="101"/>
                </a:cubicBezTo>
                <a:cubicBezTo>
                  <a:pt x="1703" y="102"/>
                  <a:pt x="1704" y="104"/>
                  <a:pt x="1705" y="104"/>
                </a:cubicBezTo>
                <a:cubicBezTo>
                  <a:pt x="1707" y="106"/>
                  <a:pt x="1709" y="106"/>
                  <a:pt x="1712" y="106"/>
                </a:cubicBezTo>
                <a:cubicBezTo>
                  <a:pt x="1719" y="116"/>
                  <a:pt x="1724" y="105"/>
                  <a:pt x="1719" y="103"/>
                </a:cubicBezTo>
                <a:cubicBezTo>
                  <a:pt x="1718" y="99"/>
                  <a:pt x="1715" y="100"/>
                  <a:pt x="1712" y="98"/>
                </a:cubicBezTo>
                <a:cubicBezTo>
                  <a:pt x="1711" y="96"/>
                  <a:pt x="1710" y="95"/>
                  <a:pt x="1710" y="92"/>
                </a:cubicBezTo>
                <a:cubicBezTo>
                  <a:pt x="1709" y="88"/>
                  <a:pt x="1706" y="91"/>
                  <a:pt x="1709" y="88"/>
                </a:cubicBezTo>
                <a:cubicBezTo>
                  <a:pt x="1709" y="89"/>
                  <a:pt x="1716" y="88"/>
                  <a:pt x="1717" y="88"/>
                </a:cubicBezTo>
                <a:cubicBezTo>
                  <a:pt x="1720" y="87"/>
                  <a:pt x="1737" y="80"/>
                  <a:pt x="1740" y="84"/>
                </a:cubicBezTo>
                <a:cubicBezTo>
                  <a:pt x="1744" y="85"/>
                  <a:pt x="1758" y="83"/>
                  <a:pt x="1760" y="88"/>
                </a:cubicBezTo>
                <a:cubicBezTo>
                  <a:pt x="1759" y="88"/>
                  <a:pt x="1757" y="87"/>
                  <a:pt x="1757" y="89"/>
                </a:cubicBezTo>
                <a:cubicBezTo>
                  <a:pt x="1761" y="91"/>
                  <a:pt x="1765" y="88"/>
                  <a:pt x="1769" y="88"/>
                </a:cubicBezTo>
                <a:cubicBezTo>
                  <a:pt x="1774" y="88"/>
                  <a:pt x="1779" y="89"/>
                  <a:pt x="1784" y="90"/>
                </a:cubicBezTo>
                <a:cubicBezTo>
                  <a:pt x="1787" y="91"/>
                  <a:pt x="1792" y="91"/>
                  <a:pt x="1795" y="92"/>
                </a:cubicBezTo>
                <a:cubicBezTo>
                  <a:pt x="1800" y="94"/>
                  <a:pt x="1801" y="98"/>
                  <a:pt x="1804" y="101"/>
                </a:cubicBezTo>
                <a:cubicBezTo>
                  <a:pt x="1806" y="102"/>
                  <a:pt x="1810" y="107"/>
                  <a:pt x="1812" y="105"/>
                </a:cubicBezTo>
                <a:cubicBezTo>
                  <a:pt x="1815" y="102"/>
                  <a:pt x="1810" y="102"/>
                  <a:pt x="1810" y="101"/>
                </a:cubicBezTo>
                <a:cubicBezTo>
                  <a:pt x="1810" y="101"/>
                  <a:pt x="1805" y="96"/>
                  <a:pt x="1805" y="96"/>
                </a:cubicBezTo>
                <a:cubicBezTo>
                  <a:pt x="1803" y="90"/>
                  <a:pt x="1806" y="94"/>
                  <a:pt x="1808" y="93"/>
                </a:cubicBezTo>
                <a:cubicBezTo>
                  <a:pt x="1810" y="92"/>
                  <a:pt x="1810" y="86"/>
                  <a:pt x="1815" y="88"/>
                </a:cubicBezTo>
                <a:cubicBezTo>
                  <a:pt x="1816" y="90"/>
                  <a:pt x="1820" y="90"/>
                  <a:pt x="1821" y="90"/>
                </a:cubicBezTo>
                <a:cubicBezTo>
                  <a:pt x="1821" y="90"/>
                  <a:pt x="1825" y="90"/>
                  <a:pt x="1825" y="90"/>
                </a:cubicBezTo>
                <a:cubicBezTo>
                  <a:pt x="1828" y="92"/>
                  <a:pt x="1828" y="94"/>
                  <a:pt x="1828" y="98"/>
                </a:cubicBezTo>
                <a:cubicBezTo>
                  <a:pt x="1828" y="99"/>
                  <a:pt x="1830" y="99"/>
                  <a:pt x="1830" y="101"/>
                </a:cubicBezTo>
                <a:cubicBezTo>
                  <a:pt x="1830" y="102"/>
                  <a:pt x="1828" y="101"/>
                  <a:pt x="1827" y="102"/>
                </a:cubicBezTo>
                <a:cubicBezTo>
                  <a:pt x="1827" y="105"/>
                  <a:pt x="1828" y="104"/>
                  <a:pt x="1827" y="107"/>
                </a:cubicBezTo>
                <a:cubicBezTo>
                  <a:pt x="1826" y="107"/>
                  <a:pt x="1822" y="107"/>
                  <a:pt x="1822" y="108"/>
                </a:cubicBezTo>
                <a:cubicBezTo>
                  <a:pt x="1822" y="105"/>
                  <a:pt x="1830" y="114"/>
                  <a:pt x="1826" y="113"/>
                </a:cubicBezTo>
                <a:cubicBezTo>
                  <a:pt x="1828" y="114"/>
                  <a:pt x="1830" y="111"/>
                  <a:pt x="1831" y="114"/>
                </a:cubicBezTo>
                <a:cubicBezTo>
                  <a:pt x="1832" y="116"/>
                  <a:pt x="1830" y="118"/>
                  <a:pt x="1831" y="120"/>
                </a:cubicBezTo>
                <a:cubicBezTo>
                  <a:pt x="1832" y="122"/>
                  <a:pt x="1837" y="122"/>
                  <a:pt x="1837" y="123"/>
                </a:cubicBezTo>
                <a:cubicBezTo>
                  <a:pt x="1838" y="124"/>
                  <a:pt x="1837" y="121"/>
                  <a:pt x="1837" y="123"/>
                </a:cubicBezTo>
                <a:close/>
                <a:moveTo>
                  <a:pt x="1225" y="526"/>
                </a:moveTo>
                <a:cubicBezTo>
                  <a:pt x="1230" y="525"/>
                  <a:pt x="1222" y="511"/>
                  <a:pt x="1220" y="508"/>
                </a:cubicBezTo>
                <a:cubicBezTo>
                  <a:pt x="1219" y="507"/>
                  <a:pt x="1221" y="505"/>
                  <a:pt x="1222" y="506"/>
                </a:cubicBezTo>
                <a:cubicBezTo>
                  <a:pt x="1222" y="505"/>
                  <a:pt x="1222" y="504"/>
                  <a:pt x="1221" y="504"/>
                </a:cubicBezTo>
                <a:cubicBezTo>
                  <a:pt x="1220" y="503"/>
                  <a:pt x="1218" y="503"/>
                  <a:pt x="1217" y="502"/>
                </a:cubicBezTo>
                <a:cubicBezTo>
                  <a:pt x="1216" y="500"/>
                  <a:pt x="1213" y="483"/>
                  <a:pt x="1211" y="483"/>
                </a:cubicBezTo>
                <a:cubicBezTo>
                  <a:pt x="1212" y="479"/>
                  <a:pt x="1206" y="480"/>
                  <a:pt x="1204" y="479"/>
                </a:cubicBezTo>
                <a:cubicBezTo>
                  <a:pt x="1203" y="478"/>
                  <a:pt x="1203" y="475"/>
                  <a:pt x="1203" y="474"/>
                </a:cubicBezTo>
                <a:cubicBezTo>
                  <a:pt x="1201" y="472"/>
                  <a:pt x="1198" y="471"/>
                  <a:pt x="1196" y="470"/>
                </a:cubicBezTo>
                <a:cubicBezTo>
                  <a:pt x="1196" y="467"/>
                  <a:pt x="1200" y="469"/>
                  <a:pt x="1201" y="468"/>
                </a:cubicBezTo>
                <a:cubicBezTo>
                  <a:pt x="1203" y="466"/>
                  <a:pt x="1201" y="465"/>
                  <a:pt x="1202" y="464"/>
                </a:cubicBezTo>
                <a:cubicBezTo>
                  <a:pt x="1205" y="460"/>
                  <a:pt x="1207" y="461"/>
                  <a:pt x="1212" y="461"/>
                </a:cubicBezTo>
                <a:cubicBezTo>
                  <a:pt x="1213" y="458"/>
                  <a:pt x="1210" y="452"/>
                  <a:pt x="1209" y="450"/>
                </a:cubicBezTo>
                <a:cubicBezTo>
                  <a:pt x="1203" y="450"/>
                  <a:pt x="1201" y="448"/>
                  <a:pt x="1195" y="451"/>
                </a:cubicBezTo>
                <a:cubicBezTo>
                  <a:pt x="1191" y="452"/>
                  <a:pt x="1189" y="454"/>
                  <a:pt x="1186" y="457"/>
                </a:cubicBezTo>
                <a:cubicBezTo>
                  <a:pt x="1184" y="458"/>
                  <a:pt x="1172" y="468"/>
                  <a:pt x="1179" y="470"/>
                </a:cubicBezTo>
                <a:cubicBezTo>
                  <a:pt x="1180" y="474"/>
                  <a:pt x="1185" y="482"/>
                  <a:pt x="1187" y="485"/>
                </a:cubicBezTo>
                <a:cubicBezTo>
                  <a:pt x="1189" y="488"/>
                  <a:pt x="1202" y="496"/>
                  <a:pt x="1201" y="500"/>
                </a:cubicBezTo>
                <a:cubicBezTo>
                  <a:pt x="1199" y="502"/>
                  <a:pt x="1199" y="502"/>
                  <a:pt x="1197" y="504"/>
                </a:cubicBezTo>
                <a:cubicBezTo>
                  <a:pt x="1196" y="505"/>
                  <a:pt x="1197" y="511"/>
                  <a:pt x="1195" y="509"/>
                </a:cubicBezTo>
                <a:cubicBezTo>
                  <a:pt x="1195" y="519"/>
                  <a:pt x="1196" y="520"/>
                  <a:pt x="1205" y="523"/>
                </a:cubicBezTo>
                <a:cubicBezTo>
                  <a:pt x="1210" y="526"/>
                  <a:pt x="1219" y="528"/>
                  <a:pt x="1225" y="526"/>
                </a:cubicBezTo>
                <a:cubicBezTo>
                  <a:pt x="1227" y="526"/>
                  <a:pt x="1223" y="527"/>
                  <a:pt x="1225" y="526"/>
                </a:cubicBezTo>
                <a:close/>
                <a:moveTo>
                  <a:pt x="1257" y="452"/>
                </a:moveTo>
                <a:cubicBezTo>
                  <a:pt x="1257" y="451"/>
                  <a:pt x="1257" y="451"/>
                  <a:pt x="1258" y="450"/>
                </a:cubicBezTo>
                <a:cubicBezTo>
                  <a:pt x="1257" y="450"/>
                  <a:pt x="1252" y="450"/>
                  <a:pt x="1252" y="451"/>
                </a:cubicBezTo>
                <a:cubicBezTo>
                  <a:pt x="1252" y="451"/>
                  <a:pt x="1253" y="452"/>
                  <a:pt x="1254" y="452"/>
                </a:cubicBezTo>
                <a:cubicBezTo>
                  <a:pt x="1255" y="454"/>
                  <a:pt x="1249" y="455"/>
                  <a:pt x="1248" y="454"/>
                </a:cubicBezTo>
                <a:cubicBezTo>
                  <a:pt x="1247" y="454"/>
                  <a:pt x="1244" y="458"/>
                  <a:pt x="1244" y="459"/>
                </a:cubicBezTo>
                <a:cubicBezTo>
                  <a:pt x="1244" y="459"/>
                  <a:pt x="1244" y="459"/>
                  <a:pt x="1244" y="459"/>
                </a:cubicBezTo>
                <a:cubicBezTo>
                  <a:pt x="1242" y="464"/>
                  <a:pt x="1244" y="465"/>
                  <a:pt x="1247" y="467"/>
                </a:cubicBezTo>
                <a:cubicBezTo>
                  <a:pt x="1247" y="466"/>
                  <a:pt x="1253" y="468"/>
                  <a:pt x="1253" y="468"/>
                </a:cubicBezTo>
                <a:cubicBezTo>
                  <a:pt x="1258" y="466"/>
                  <a:pt x="1256" y="456"/>
                  <a:pt x="1257" y="452"/>
                </a:cubicBezTo>
                <a:cubicBezTo>
                  <a:pt x="1258" y="450"/>
                  <a:pt x="1257" y="453"/>
                  <a:pt x="1257" y="452"/>
                </a:cubicBezTo>
                <a:close/>
                <a:moveTo>
                  <a:pt x="1508" y="367"/>
                </a:moveTo>
                <a:cubicBezTo>
                  <a:pt x="1507" y="363"/>
                  <a:pt x="1506" y="356"/>
                  <a:pt x="1504" y="352"/>
                </a:cubicBezTo>
                <a:cubicBezTo>
                  <a:pt x="1503" y="349"/>
                  <a:pt x="1502" y="346"/>
                  <a:pt x="1500" y="349"/>
                </a:cubicBezTo>
                <a:cubicBezTo>
                  <a:pt x="1499" y="350"/>
                  <a:pt x="1501" y="359"/>
                  <a:pt x="1500" y="359"/>
                </a:cubicBezTo>
                <a:cubicBezTo>
                  <a:pt x="1500" y="364"/>
                  <a:pt x="1497" y="369"/>
                  <a:pt x="1496" y="373"/>
                </a:cubicBezTo>
                <a:cubicBezTo>
                  <a:pt x="1495" y="374"/>
                  <a:pt x="1495" y="374"/>
                  <a:pt x="1495" y="374"/>
                </a:cubicBezTo>
                <a:cubicBezTo>
                  <a:pt x="1495" y="375"/>
                  <a:pt x="1494" y="378"/>
                  <a:pt x="1492" y="380"/>
                </a:cubicBezTo>
                <a:cubicBezTo>
                  <a:pt x="1489" y="384"/>
                  <a:pt x="1490" y="384"/>
                  <a:pt x="1485" y="381"/>
                </a:cubicBezTo>
                <a:cubicBezTo>
                  <a:pt x="1479" y="377"/>
                  <a:pt x="1475" y="369"/>
                  <a:pt x="1472" y="362"/>
                </a:cubicBezTo>
                <a:cubicBezTo>
                  <a:pt x="1470" y="357"/>
                  <a:pt x="1466" y="340"/>
                  <a:pt x="1458" y="343"/>
                </a:cubicBezTo>
                <a:cubicBezTo>
                  <a:pt x="1456" y="344"/>
                  <a:pt x="1454" y="349"/>
                  <a:pt x="1455" y="352"/>
                </a:cubicBezTo>
                <a:cubicBezTo>
                  <a:pt x="1456" y="356"/>
                  <a:pt x="1455" y="353"/>
                  <a:pt x="1457" y="355"/>
                </a:cubicBezTo>
                <a:cubicBezTo>
                  <a:pt x="1457" y="355"/>
                  <a:pt x="1460" y="354"/>
                  <a:pt x="1460" y="355"/>
                </a:cubicBezTo>
                <a:cubicBezTo>
                  <a:pt x="1461" y="355"/>
                  <a:pt x="1460" y="360"/>
                  <a:pt x="1459" y="361"/>
                </a:cubicBezTo>
                <a:cubicBezTo>
                  <a:pt x="1468" y="363"/>
                  <a:pt x="1458" y="348"/>
                  <a:pt x="1460" y="346"/>
                </a:cubicBezTo>
                <a:cubicBezTo>
                  <a:pt x="1465" y="343"/>
                  <a:pt x="1471" y="367"/>
                  <a:pt x="1472" y="369"/>
                </a:cubicBezTo>
                <a:cubicBezTo>
                  <a:pt x="1475" y="376"/>
                  <a:pt x="1482" y="377"/>
                  <a:pt x="1485" y="383"/>
                </a:cubicBezTo>
                <a:cubicBezTo>
                  <a:pt x="1487" y="387"/>
                  <a:pt x="1483" y="390"/>
                  <a:pt x="1489" y="389"/>
                </a:cubicBezTo>
                <a:cubicBezTo>
                  <a:pt x="1494" y="389"/>
                  <a:pt x="1493" y="384"/>
                  <a:pt x="1496" y="382"/>
                </a:cubicBezTo>
                <a:cubicBezTo>
                  <a:pt x="1499" y="378"/>
                  <a:pt x="1503" y="374"/>
                  <a:pt x="1506" y="370"/>
                </a:cubicBezTo>
                <a:cubicBezTo>
                  <a:pt x="1506" y="369"/>
                  <a:pt x="1505" y="368"/>
                  <a:pt x="1504" y="368"/>
                </a:cubicBezTo>
                <a:cubicBezTo>
                  <a:pt x="1504" y="367"/>
                  <a:pt x="1504" y="365"/>
                  <a:pt x="1505" y="365"/>
                </a:cubicBezTo>
                <a:cubicBezTo>
                  <a:pt x="1507" y="364"/>
                  <a:pt x="1506" y="367"/>
                  <a:pt x="1508" y="367"/>
                </a:cubicBez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8" name="Line 61">
            <a:extLst>
              <a:ext uri="{FF2B5EF4-FFF2-40B4-BE49-F238E27FC236}">
                <a16:creationId xmlns:a16="http://schemas.microsoft.com/office/drawing/2014/main" id="{609536C2-CE09-41E3-B066-E15807F54141}"/>
              </a:ext>
            </a:extLst>
          </p:cNvPr>
          <p:cNvSpPr>
            <a:spLocks noChangeShapeType="1"/>
          </p:cNvSpPr>
          <p:nvPr/>
        </p:nvSpPr>
        <p:spPr bwMode="auto">
          <a:xfrm>
            <a:off x="8703047" y="3225680"/>
            <a:ext cx="0" cy="1499230"/>
          </a:xfrm>
          <a:prstGeom prst="line">
            <a:avLst/>
          </a:prstGeom>
          <a:noFill/>
          <a:ln w="47625"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9" name="Line 62">
            <a:extLst>
              <a:ext uri="{FF2B5EF4-FFF2-40B4-BE49-F238E27FC236}">
                <a16:creationId xmlns:a16="http://schemas.microsoft.com/office/drawing/2014/main" id="{B9C829AC-6D39-48BF-BEE5-1B0AD9FB99DA}"/>
              </a:ext>
            </a:extLst>
          </p:cNvPr>
          <p:cNvSpPr>
            <a:spLocks noChangeShapeType="1"/>
          </p:cNvSpPr>
          <p:nvPr/>
        </p:nvSpPr>
        <p:spPr bwMode="auto">
          <a:xfrm>
            <a:off x="6881726" y="3225680"/>
            <a:ext cx="0" cy="1499230"/>
          </a:xfrm>
          <a:prstGeom prst="line">
            <a:avLst/>
          </a:prstGeom>
          <a:noFill/>
          <a:ln w="47625"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0" name="Line 63">
            <a:extLst>
              <a:ext uri="{FF2B5EF4-FFF2-40B4-BE49-F238E27FC236}">
                <a16:creationId xmlns:a16="http://schemas.microsoft.com/office/drawing/2014/main" id="{A84FAE9E-09DD-4D93-9113-9D45B27B7A4E}"/>
              </a:ext>
            </a:extLst>
          </p:cNvPr>
          <p:cNvSpPr>
            <a:spLocks noChangeShapeType="1"/>
          </p:cNvSpPr>
          <p:nvPr/>
        </p:nvSpPr>
        <p:spPr bwMode="auto">
          <a:xfrm>
            <a:off x="5065976" y="3225680"/>
            <a:ext cx="0" cy="1499230"/>
          </a:xfrm>
          <a:prstGeom prst="line">
            <a:avLst/>
          </a:prstGeom>
          <a:noFill/>
          <a:ln w="4762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1" name="Line 64">
            <a:extLst>
              <a:ext uri="{FF2B5EF4-FFF2-40B4-BE49-F238E27FC236}">
                <a16:creationId xmlns:a16="http://schemas.microsoft.com/office/drawing/2014/main" id="{5D401077-C2D4-46F6-A9BB-A88FAB0AE7BF}"/>
              </a:ext>
            </a:extLst>
          </p:cNvPr>
          <p:cNvSpPr>
            <a:spLocks noChangeShapeType="1"/>
          </p:cNvSpPr>
          <p:nvPr/>
        </p:nvSpPr>
        <p:spPr bwMode="auto">
          <a:xfrm>
            <a:off x="3250225" y="3225680"/>
            <a:ext cx="0" cy="1499230"/>
          </a:xfrm>
          <a:prstGeom prst="line">
            <a:avLst/>
          </a:prstGeom>
          <a:noFill/>
          <a:ln w="4762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 name="Oval 65">
            <a:extLst>
              <a:ext uri="{FF2B5EF4-FFF2-40B4-BE49-F238E27FC236}">
                <a16:creationId xmlns:a16="http://schemas.microsoft.com/office/drawing/2014/main" id="{E63C878B-07F9-48D1-9CDD-954BEEE49C00}"/>
              </a:ext>
            </a:extLst>
          </p:cNvPr>
          <p:cNvSpPr>
            <a:spLocks noChangeArrowheads="1"/>
          </p:cNvSpPr>
          <p:nvPr/>
        </p:nvSpPr>
        <p:spPr bwMode="auto">
          <a:xfrm>
            <a:off x="8626926" y="4724910"/>
            <a:ext cx="150385" cy="150385"/>
          </a:xfrm>
          <a:prstGeom prst="ellipse">
            <a:avLst/>
          </a:prstGeom>
          <a:noFill/>
          <a:ln w="4762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3" name="Oval 66">
            <a:extLst>
              <a:ext uri="{FF2B5EF4-FFF2-40B4-BE49-F238E27FC236}">
                <a16:creationId xmlns:a16="http://schemas.microsoft.com/office/drawing/2014/main" id="{C607C27B-DE27-450E-A9D4-2F94F042D106}"/>
              </a:ext>
            </a:extLst>
          </p:cNvPr>
          <p:cNvSpPr>
            <a:spLocks noChangeArrowheads="1"/>
          </p:cNvSpPr>
          <p:nvPr/>
        </p:nvSpPr>
        <p:spPr bwMode="auto">
          <a:xfrm>
            <a:off x="6807462" y="4724910"/>
            <a:ext cx="148528" cy="150385"/>
          </a:xfrm>
          <a:prstGeom prst="ellipse">
            <a:avLst/>
          </a:prstGeom>
          <a:noFill/>
          <a:ln w="4762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4" name="Oval 67">
            <a:extLst>
              <a:ext uri="{FF2B5EF4-FFF2-40B4-BE49-F238E27FC236}">
                <a16:creationId xmlns:a16="http://schemas.microsoft.com/office/drawing/2014/main" id="{A61054ED-AEA9-40CF-A082-AF504AD7E6D4}"/>
              </a:ext>
            </a:extLst>
          </p:cNvPr>
          <p:cNvSpPr>
            <a:spLocks noChangeArrowheads="1"/>
          </p:cNvSpPr>
          <p:nvPr/>
        </p:nvSpPr>
        <p:spPr bwMode="auto">
          <a:xfrm>
            <a:off x="4989856" y="4724910"/>
            <a:ext cx="150385" cy="150385"/>
          </a:xfrm>
          <a:prstGeom prst="ellipse">
            <a:avLst/>
          </a:pr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5" name="Oval 68">
            <a:extLst>
              <a:ext uri="{FF2B5EF4-FFF2-40B4-BE49-F238E27FC236}">
                <a16:creationId xmlns:a16="http://schemas.microsoft.com/office/drawing/2014/main" id="{45B55710-71DD-418C-B831-77148A8E1D16}"/>
              </a:ext>
            </a:extLst>
          </p:cNvPr>
          <p:cNvSpPr>
            <a:spLocks noChangeArrowheads="1"/>
          </p:cNvSpPr>
          <p:nvPr/>
        </p:nvSpPr>
        <p:spPr bwMode="auto">
          <a:xfrm>
            <a:off x="3170392" y="4724910"/>
            <a:ext cx="154098" cy="150385"/>
          </a:xfrm>
          <a:prstGeom prst="ellipse">
            <a:avLst/>
          </a:prstGeom>
          <a:noFill/>
          <a:ln w="4762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6" name="Freeform 69">
            <a:extLst>
              <a:ext uri="{FF2B5EF4-FFF2-40B4-BE49-F238E27FC236}">
                <a16:creationId xmlns:a16="http://schemas.microsoft.com/office/drawing/2014/main" id="{A94ED421-AF82-4D83-B256-B56274FEF1B5}"/>
              </a:ext>
            </a:extLst>
          </p:cNvPr>
          <p:cNvSpPr>
            <a:spLocks/>
          </p:cNvSpPr>
          <p:nvPr/>
        </p:nvSpPr>
        <p:spPr bwMode="auto">
          <a:xfrm>
            <a:off x="7795171" y="2343796"/>
            <a:ext cx="1815750" cy="913445"/>
          </a:xfrm>
          <a:custGeom>
            <a:avLst/>
            <a:gdLst>
              <a:gd name="T0" fmla="*/ 206 w 412"/>
              <a:gd name="T1" fmla="*/ 207 h 207"/>
              <a:gd name="T2" fmla="*/ 412 w 412"/>
              <a:gd name="T3" fmla="*/ 0 h 207"/>
              <a:gd name="T4" fmla="*/ 0 w 412"/>
              <a:gd name="T5" fmla="*/ 0 h 207"/>
              <a:gd name="T6" fmla="*/ 206 w 412"/>
              <a:gd name="T7" fmla="*/ 207 h 207"/>
            </a:gdLst>
            <a:ahLst/>
            <a:cxnLst>
              <a:cxn ang="0">
                <a:pos x="T0" y="T1"/>
              </a:cxn>
              <a:cxn ang="0">
                <a:pos x="T2" y="T3"/>
              </a:cxn>
              <a:cxn ang="0">
                <a:pos x="T4" y="T5"/>
              </a:cxn>
              <a:cxn ang="0">
                <a:pos x="T6" y="T7"/>
              </a:cxn>
            </a:cxnLst>
            <a:rect l="0" t="0" r="r" b="b"/>
            <a:pathLst>
              <a:path w="412" h="207">
                <a:moveTo>
                  <a:pt x="206" y="207"/>
                </a:moveTo>
                <a:cubicBezTo>
                  <a:pt x="320" y="207"/>
                  <a:pt x="412" y="114"/>
                  <a:pt x="412" y="0"/>
                </a:cubicBezTo>
                <a:cubicBezTo>
                  <a:pt x="0" y="0"/>
                  <a:pt x="0" y="0"/>
                  <a:pt x="0" y="0"/>
                </a:cubicBezTo>
                <a:cubicBezTo>
                  <a:pt x="0" y="114"/>
                  <a:pt x="92" y="207"/>
                  <a:pt x="206" y="207"/>
                </a:cubicBezTo>
                <a:close/>
              </a:path>
            </a:pathLst>
          </a:custGeom>
          <a:solidFill>
            <a:schemeClr val="bg2">
              <a:lumMod val="90000"/>
              <a:lumOff val="10000"/>
            </a:schemeClr>
          </a:solidFill>
          <a:ln>
            <a:noFill/>
          </a:ln>
          <a:effectLst>
            <a:outerShdw blurRad="165100" dist="50800" dir="2700000" algn="ctr" rotWithShape="0">
              <a:srgbClr val="000000">
                <a:alpha val="2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77" name="Freeform 70">
            <a:extLst>
              <a:ext uri="{FF2B5EF4-FFF2-40B4-BE49-F238E27FC236}">
                <a16:creationId xmlns:a16="http://schemas.microsoft.com/office/drawing/2014/main" id="{BB88D297-B92F-4E5A-B975-31C6F33FCB4A}"/>
              </a:ext>
            </a:extLst>
          </p:cNvPr>
          <p:cNvSpPr>
            <a:spLocks/>
          </p:cNvSpPr>
          <p:nvPr/>
        </p:nvSpPr>
        <p:spPr bwMode="auto">
          <a:xfrm>
            <a:off x="5973851" y="1435922"/>
            <a:ext cx="1821321" cy="907876"/>
          </a:xfrm>
          <a:custGeom>
            <a:avLst/>
            <a:gdLst>
              <a:gd name="T0" fmla="*/ 206 w 413"/>
              <a:gd name="T1" fmla="*/ 0 h 206"/>
              <a:gd name="T2" fmla="*/ 0 w 413"/>
              <a:gd name="T3" fmla="*/ 206 h 206"/>
              <a:gd name="T4" fmla="*/ 413 w 413"/>
              <a:gd name="T5" fmla="*/ 206 h 206"/>
              <a:gd name="T6" fmla="*/ 206 w 413"/>
              <a:gd name="T7" fmla="*/ 0 h 206"/>
            </a:gdLst>
            <a:ahLst/>
            <a:cxnLst>
              <a:cxn ang="0">
                <a:pos x="T0" y="T1"/>
              </a:cxn>
              <a:cxn ang="0">
                <a:pos x="T2" y="T3"/>
              </a:cxn>
              <a:cxn ang="0">
                <a:pos x="T4" y="T5"/>
              </a:cxn>
              <a:cxn ang="0">
                <a:pos x="T6" y="T7"/>
              </a:cxn>
            </a:cxnLst>
            <a:rect l="0" t="0" r="r" b="b"/>
            <a:pathLst>
              <a:path w="413" h="206">
                <a:moveTo>
                  <a:pt x="206" y="0"/>
                </a:moveTo>
                <a:cubicBezTo>
                  <a:pt x="93" y="0"/>
                  <a:pt x="0" y="93"/>
                  <a:pt x="0" y="206"/>
                </a:cubicBezTo>
                <a:cubicBezTo>
                  <a:pt x="413" y="206"/>
                  <a:pt x="413" y="206"/>
                  <a:pt x="413" y="206"/>
                </a:cubicBezTo>
                <a:cubicBezTo>
                  <a:pt x="413" y="93"/>
                  <a:pt x="320" y="0"/>
                  <a:pt x="206" y="0"/>
                </a:cubicBezTo>
                <a:close/>
              </a:path>
            </a:pathLst>
          </a:custGeom>
          <a:solidFill>
            <a:schemeClr val="bg2">
              <a:lumMod val="90000"/>
              <a:lumOff val="10000"/>
            </a:schemeClr>
          </a:solidFill>
          <a:ln>
            <a:noFill/>
          </a:ln>
          <a:effectLst>
            <a:outerShdw blurRad="152400" dir="16200000" algn="ctr" rotWithShape="0">
              <a:srgbClr val="000000">
                <a:alpha val="2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78" name="Freeform 71">
            <a:extLst>
              <a:ext uri="{FF2B5EF4-FFF2-40B4-BE49-F238E27FC236}">
                <a16:creationId xmlns:a16="http://schemas.microsoft.com/office/drawing/2014/main" id="{298B0CCA-1ADD-4D1A-B8C0-294F25D166EE}"/>
              </a:ext>
            </a:extLst>
          </p:cNvPr>
          <p:cNvSpPr>
            <a:spLocks/>
          </p:cNvSpPr>
          <p:nvPr/>
        </p:nvSpPr>
        <p:spPr bwMode="auto">
          <a:xfrm>
            <a:off x="4158101" y="2343796"/>
            <a:ext cx="1815750" cy="913445"/>
          </a:xfrm>
          <a:custGeom>
            <a:avLst/>
            <a:gdLst>
              <a:gd name="T0" fmla="*/ 206 w 412"/>
              <a:gd name="T1" fmla="*/ 207 h 207"/>
              <a:gd name="T2" fmla="*/ 412 w 412"/>
              <a:gd name="T3" fmla="*/ 0 h 207"/>
              <a:gd name="T4" fmla="*/ 0 w 412"/>
              <a:gd name="T5" fmla="*/ 0 h 207"/>
              <a:gd name="T6" fmla="*/ 206 w 412"/>
              <a:gd name="T7" fmla="*/ 207 h 207"/>
            </a:gdLst>
            <a:ahLst/>
            <a:cxnLst>
              <a:cxn ang="0">
                <a:pos x="T0" y="T1"/>
              </a:cxn>
              <a:cxn ang="0">
                <a:pos x="T2" y="T3"/>
              </a:cxn>
              <a:cxn ang="0">
                <a:pos x="T4" y="T5"/>
              </a:cxn>
              <a:cxn ang="0">
                <a:pos x="T6" y="T7"/>
              </a:cxn>
            </a:cxnLst>
            <a:rect l="0" t="0" r="r" b="b"/>
            <a:pathLst>
              <a:path w="412" h="207">
                <a:moveTo>
                  <a:pt x="206" y="207"/>
                </a:moveTo>
                <a:cubicBezTo>
                  <a:pt x="320" y="207"/>
                  <a:pt x="412" y="114"/>
                  <a:pt x="412" y="0"/>
                </a:cubicBezTo>
                <a:cubicBezTo>
                  <a:pt x="0" y="0"/>
                  <a:pt x="0" y="0"/>
                  <a:pt x="0" y="0"/>
                </a:cubicBezTo>
                <a:cubicBezTo>
                  <a:pt x="0" y="114"/>
                  <a:pt x="92" y="207"/>
                  <a:pt x="206" y="207"/>
                </a:cubicBezTo>
                <a:close/>
              </a:path>
            </a:pathLst>
          </a:custGeom>
          <a:solidFill>
            <a:schemeClr val="bg2">
              <a:lumMod val="90000"/>
              <a:lumOff val="10000"/>
            </a:schemeClr>
          </a:solidFill>
          <a:ln>
            <a:noFill/>
          </a:ln>
          <a:effectLst>
            <a:outerShdw blurRad="165100" dist="50800" dir="2700000" algn="ctr" rotWithShape="0">
              <a:srgbClr val="000000">
                <a:alpha val="2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79" name="Freeform 72">
            <a:extLst>
              <a:ext uri="{FF2B5EF4-FFF2-40B4-BE49-F238E27FC236}">
                <a16:creationId xmlns:a16="http://schemas.microsoft.com/office/drawing/2014/main" id="{6709B72A-8958-4399-9BB9-8EBAA20E4A37}"/>
              </a:ext>
            </a:extLst>
          </p:cNvPr>
          <p:cNvSpPr>
            <a:spLocks/>
          </p:cNvSpPr>
          <p:nvPr/>
        </p:nvSpPr>
        <p:spPr bwMode="auto">
          <a:xfrm>
            <a:off x="2336780" y="1435922"/>
            <a:ext cx="1821321" cy="907876"/>
          </a:xfrm>
          <a:custGeom>
            <a:avLst/>
            <a:gdLst>
              <a:gd name="T0" fmla="*/ 207 w 413"/>
              <a:gd name="T1" fmla="*/ 0 h 206"/>
              <a:gd name="T2" fmla="*/ 0 w 413"/>
              <a:gd name="T3" fmla="*/ 206 h 206"/>
              <a:gd name="T4" fmla="*/ 413 w 413"/>
              <a:gd name="T5" fmla="*/ 206 h 206"/>
              <a:gd name="T6" fmla="*/ 207 w 413"/>
              <a:gd name="T7" fmla="*/ 0 h 206"/>
            </a:gdLst>
            <a:ahLst/>
            <a:cxnLst>
              <a:cxn ang="0">
                <a:pos x="T0" y="T1"/>
              </a:cxn>
              <a:cxn ang="0">
                <a:pos x="T2" y="T3"/>
              </a:cxn>
              <a:cxn ang="0">
                <a:pos x="T4" y="T5"/>
              </a:cxn>
              <a:cxn ang="0">
                <a:pos x="T6" y="T7"/>
              </a:cxn>
            </a:cxnLst>
            <a:rect l="0" t="0" r="r" b="b"/>
            <a:pathLst>
              <a:path w="413" h="206">
                <a:moveTo>
                  <a:pt x="207" y="0"/>
                </a:moveTo>
                <a:cubicBezTo>
                  <a:pt x="93" y="0"/>
                  <a:pt x="0" y="93"/>
                  <a:pt x="0" y="206"/>
                </a:cubicBezTo>
                <a:cubicBezTo>
                  <a:pt x="413" y="206"/>
                  <a:pt x="413" y="206"/>
                  <a:pt x="413" y="206"/>
                </a:cubicBezTo>
                <a:cubicBezTo>
                  <a:pt x="413" y="93"/>
                  <a:pt x="320" y="0"/>
                  <a:pt x="207" y="0"/>
                </a:cubicBezTo>
                <a:close/>
              </a:path>
            </a:pathLst>
          </a:custGeom>
          <a:solidFill>
            <a:schemeClr val="bg2">
              <a:lumMod val="90000"/>
              <a:lumOff val="10000"/>
            </a:schemeClr>
          </a:solidFill>
          <a:ln>
            <a:noFill/>
          </a:ln>
          <a:effectLst>
            <a:outerShdw blurRad="152400" dir="16200000" algn="ctr" rotWithShape="0">
              <a:srgbClr val="000000">
                <a:alpha val="2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80" name="Freeform 73">
            <a:extLst>
              <a:ext uri="{FF2B5EF4-FFF2-40B4-BE49-F238E27FC236}">
                <a16:creationId xmlns:a16="http://schemas.microsoft.com/office/drawing/2014/main" id="{E0841CCF-ED45-4685-925D-57CAD37557A1}"/>
              </a:ext>
            </a:extLst>
          </p:cNvPr>
          <p:cNvSpPr>
            <a:spLocks/>
          </p:cNvSpPr>
          <p:nvPr/>
        </p:nvSpPr>
        <p:spPr bwMode="auto">
          <a:xfrm>
            <a:off x="7795171" y="1435922"/>
            <a:ext cx="1815750" cy="907876"/>
          </a:xfrm>
          <a:custGeom>
            <a:avLst/>
            <a:gdLst>
              <a:gd name="T0" fmla="*/ 206 w 412"/>
              <a:gd name="T1" fmla="*/ 0 h 206"/>
              <a:gd name="T2" fmla="*/ 0 w 412"/>
              <a:gd name="T3" fmla="*/ 206 h 206"/>
              <a:gd name="T4" fmla="*/ 412 w 412"/>
              <a:gd name="T5" fmla="*/ 206 h 206"/>
              <a:gd name="T6" fmla="*/ 206 w 412"/>
              <a:gd name="T7" fmla="*/ 0 h 206"/>
            </a:gdLst>
            <a:ahLst/>
            <a:cxnLst>
              <a:cxn ang="0">
                <a:pos x="T0" y="T1"/>
              </a:cxn>
              <a:cxn ang="0">
                <a:pos x="T2" y="T3"/>
              </a:cxn>
              <a:cxn ang="0">
                <a:pos x="T4" y="T5"/>
              </a:cxn>
              <a:cxn ang="0">
                <a:pos x="T6" y="T7"/>
              </a:cxn>
            </a:cxnLst>
            <a:rect l="0" t="0" r="r" b="b"/>
            <a:pathLst>
              <a:path w="412" h="206">
                <a:moveTo>
                  <a:pt x="206" y="0"/>
                </a:moveTo>
                <a:cubicBezTo>
                  <a:pt x="92" y="0"/>
                  <a:pt x="0" y="93"/>
                  <a:pt x="0" y="206"/>
                </a:cubicBezTo>
                <a:cubicBezTo>
                  <a:pt x="412" y="206"/>
                  <a:pt x="412" y="206"/>
                  <a:pt x="412" y="206"/>
                </a:cubicBezTo>
                <a:cubicBezTo>
                  <a:pt x="412" y="93"/>
                  <a:pt x="320" y="0"/>
                  <a:pt x="206"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81" name="Freeform 74">
            <a:extLst>
              <a:ext uri="{FF2B5EF4-FFF2-40B4-BE49-F238E27FC236}">
                <a16:creationId xmlns:a16="http://schemas.microsoft.com/office/drawing/2014/main" id="{FF4CC592-9807-4D48-9068-5EEFEC656DEE}"/>
              </a:ext>
            </a:extLst>
          </p:cNvPr>
          <p:cNvSpPr>
            <a:spLocks/>
          </p:cNvSpPr>
          <p:nvPr/>
        </p:nvSpPr>
        <p:spPr bwMode="auto">
          <a:xfrm>
            <a:off x="5973851" y="2343796"/>
            <a:ext cx="1821321" cy="913445"/>
          </a:xfrm>
          <a:custGeom>
            <a:avLst/>
            <a:gdLst>
              <a:gd name="T0" fmla="*/ 206 w 413"/>
              <a:gd name="T1" fmla="*/ 207 h 207"/>
              <a:gd name="T2" fmla="*/ 413 w 413"/>
              <a:gd name="T3" fmla="*/ 0 h 207"/>
              <a:gd name="T4" fmla="*/ 0 w 413"/>
              <a:gd name="T5" fmla="*/ 0 h 207"/>
              <a:gd name="T6" fmla="*/ 206 w 413"/>
              <a:gd name="T7" fmla="*/ 207 h 207"/>
            </a:gdLst>
            <a:ahLst/>
            <a:cxnLst>
              <a:cxn ang="0">
                <a:pos x="T0" y="T1"/>
              </a:cxn>
              <a:cxn ang="0">
                <a:pos x="T2" y="T3"/>
              </a:cxn>
              <a:cxn ang="0">
                <a:pos x="T4" y="T5"/>
              </a:cxn>
              <a:cxn ang="0">
                <a:pos x="T6" y="T7"/>
              </a:cxn>
            </a:cxnLst>
            <a:rect l="0" t="0" r="r" b="b"/>
            <a:pathLst>
              <a:path w="413" h="207">
                <a:moveTo>
                  <a:pt x="206" y="207"/>
                </a:moveTo>
                <a:cubicBezTo>
                  <a:pt x="320" y="207"/>
                  <a:pt x="413" y="114"/>
                  <a:pt x="413" y="0"/>
                </a:cubicBezTo>
                <a:cubicBezTo>
                  <a:pt x="0" y="0"/>
                  <a:pt x="0" y="0"/>
                  <a:pt x="0" y="0"/>
                </a:cubicBezTo>
                <a:cubicBezTo>
                  <a:pt x="0" y="114"/>
                  <a:pt x="93" y="207"/>
                  <a:pt x="206" y="207"/>
                </a:cubicBezTo>
                <a:close/>
              </a:path>
            </a:pathLst>
          </a:custGeom>
          <a:solidFill>
            <a:schemeClr val="accent3"/>
          </a:solidFill>
          <a:ln>
            <a:noFill/>
          </a:ln>
          <a:effectLst>
            <a:outerShdw blurRad="165100" dist="50800" dir="2700000" algn="ctr" rotWithShape="0">
              <a:srgbClr val="000000">
                <a:alpha val="4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82" name="Freeform 75">
            <a:extLst>
              <a:ext uri="{FF2B5EF4-FFF2-40B4-BE49-F238E27FC236}">
                <a16:creationId xmlns:a16="http://schemas.microsoft.com/office/drawing/2014/main" id="{6E35F78F-F508-45E9-A50A-E71ECCD27C6D}"/>
              </a:ext>
            </a:extLst>
          </p:cNvPr>
          <p:cNvSpPr>
            <a:spLocks/>
          </p:cNvSpPr>
          <p:nvPr/>
        </p:nvSpPr>
        <p:spPr bwMode="auto">
          <a:xfrm>
            <a:off x="4158101" y="1435922"/>
            <a:ext cx="1815750" cy="907876"/>
          </a:xfrm>
          <a:custGeom>
            <a:avLst/>
            <a:gdLst>
              <a:gd name="T0" fmla="*/ 206 w 412"/>
              <a:gd name="T1" fmla="*/ 0 h 206"/>
              <a:gd name="T2" fmla="*/ 0 w 412"/>
              <a:gd name="T3" fmla="*/ 206 h 206"/>
              <a:gd name="T4" fmla="*/ 412 w 412"/>
              <a:gd name="T5" fmla="*/ 206 h 206"/>
              <a:gd name="T6" fmla="*/ 206 w 412"/>
              <a:gd name="T7" fmla="*/ 0 h 206"/>
            </a:gdLst>
            <a:ahLst/>
            <a:cxnLst>
              <a:cxn ang="0">
                <a:pos x="T0" y="T1"/>
              </a:cxn>
              <a:cxn ang="0">
                <a:pos x="T2" y="T3"/>
              </a:cxn>
              <a:cxn ang="0">
                <a:pos x="T4" y="T5"/>
              </a:cxn>
              <a:cxn ang="0">
                <a:pos x="T6" y="T7"/>
              </a:cxn>
            </a:cxnLst>
            <a:rect l="0" t="0" r="r" b="b"/>
            <a:pathLst>
              <a:path w="412" h="206">
                <a:moveTo>
                  <a:pt x="206" y="0"/>
                </a:moveTo>
                <a:cubicBezTo>
                  <a:pt x="92" y="0"/>
                  <a:pt x="0" y="93"/>
                  <a:pt x="0" y="206"/>
                </a:cubicBezTo>
                <a:cubicBezTo>
                  <a:pt x="412" y="206"/>
                  <a:pt x="412" y="206"/>
                  <a:pt x="412" y="206"/>
                </a:cubicBezTo>
                <a:cubicBezTo>
                  <a:pt x="412" y="93"/>
                  <a:pt x="320" y="0"/>
                  <a:pt x="20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83" name="Freeform 76">
            <a:extLst>
              <a:ext uri="{FF2B5EF4-FFF2-40B4-BE49-F238E27FC236}">
                <a16:creationId xmlns:a16="http://schemas.microsoft.com/office/drawing/2014/main" id="{D389862F-6633-42BE-8E02-525DAB5EBC73}"/>
              </a:ext>
            </a:extLst>
          </p:cNvPr>
          <p:cNvSpPr>
            <a:spLocks/>
          </p:cNvSpPr>
          <p:nvPr/>
        </p:nvSpPr>
        <p:spPr bwMode="auto">
          <a:xfrm>
            <a:off x="2336780" y="2343796"/>
            <a:ext cx="1821321" cy="913445"/>
          </a:xfrm>
          <a:custGeom>
            <a:avLst/>
            <a:gdLst>
              <a:gd name="T0" fmla="*/ 207 w 413"/>
              <a:gd name="T1" fmla="*/ 207 h 207"/>
              <a:gd name="T2" fmla="*/ 413 w 413"/>
              <a:gd name="T3" fmla="*/ 0 h 207"/>
              <a:gd name="T4" fmla="*/ 0 w 413"/>
              <a:gd name="T5" fmla="*/ 0 h 207"/>
              <a:gd name="T6" fmla="*/ 207 w 413"/>
              <a:gd name="T7" fmla="*/ 207 h 207"/>
            </a:gdLst>
            <a:ahLst/>
            <a:cxnLst>
              <a:cxn ang="0">
                <a:pos x="T0" y="T1"/>
              </a:cxn>
              <a:cxn ang="0">
                <a:pos x="T2" y="T3"/>
              </a:cxn>
              <a:cxn ang="0">
                <a:pos x="T4" y="T5"/>
              </a:cxn>
              <a:cxn ang="0">
                <a:pos x="T6" y="T7"/>
              </a:cxn>
            </a:cxnLst>
            <a:rect l="0" t="0" r="r" b="b"/>
            <a:pathLst>
              <a:path w="413" h="207">
                <a:moveTo>
                  <a:pt x="207" y="207"/>
                </a:moveTo>
                <a:cubicBezTo>
                  <a:pt x="320" y="207"/>
                  <a:pt x="413" y="114"/>
                  <a:pt x="413" y="0"/>
                </a:cubicBezTo>
                <a:cubicBezTo>
                  <a:pt x="0" y="0"/>
                  <a:pt x="0" y="0"/>
                  <a:pt x="0" y="0"/>
                </a:cubicBezTo>
                <a:cubicBezTo>
                  <a:pt x="0" y="114"/>
                  <a:pt x="93" y="207"/>
                  <a:pt x="207" y="207"/>
                </a:cubicBezTo>
                <a:close/>
              </a:path>
            </a:pathLst>
          </a:custGeom>
          <a:solidFill>
            <a:schemeClr val="accent6"/>
          </a:solidFill>
          <a:ln>
            <a:noFill/>
          </a:ln>
          <a:effectLst>
            <a:outerShdw blurRad="165100" dist="50800" dir="2700000" algn="ctr" rotWithShape="0">
              <a:srgbClr val="000000">
                <a:alpha val="40000"/>
              </a:srgbClr>
            </a:outerShdw>
          </a:effectLst>
        </p:spPr>
        <p:txBody>
          <a:bodyPr vert="horz" wrap="square" lIns="91440" tIns="45720" rIns="91440" bIns="45720" numCol="1" anchor="t" anchorCtr="0" compatLnSpc="1">
            <a:prstTxWarp prst="textNoShape">
              <a:avLst/>
            </a:prstTxWarp>
          </a:bodyPr>
          <a:lstStyle/>
          <a:p>
            <a:endParaRPr lang="ru-UA"/>
          </a:p>
        </p:txBody>
      </p:sp>
      <p:grpSp>
        <p:nvGrpSpPr>
          <p:cNvPr id="5" name="Group 4">
            <a:extLst>
              <a:ext uri="{FF2B5EF4-FFF2-40B4-BE49-F238E27FC236}">
                <a16:creationId xmlns:a16="http://schemas.microsoft.com/office/drawing/2014/main" id="{9070E708-5E8D-4294-863B-BACC1B886C63}"/>
              </a:ext>
            </a:extLst>
          </p:cNvPr>
          <p:cNvGrpSpPr/>
          <p:nvPr/>
        </p:nvGrpSpPr>
        <p:grpSpPr>
          <a:xfrm>
            <a:off x="8078998" y="1728333"/>
            <a:ext cx="1235103" cy="1237011"/>
            <a:chOff x="8078998" y="1728333"/>
            <a:chExt cx="1235103" cy="1237011"/>
          </a:xfrm>
        </p:grpSpPr>
        <p:grpSp>
          <p:nvGrpSpPr>
            <p:cNvPr id="104" name="Group 103">
              <a:extLst>
                <a:ext uri="{FF2B5EF4-FFF2-40B4-BE49-F238E27FC236}">
                  <a16:creationId xmlns:a16="http://schemas.microsoft.com/office/drawing/2014/main" id="{9D955067-F8FC-4AD3-844B-002584915C30}"/>
                </a:ext>
              </a:extLst>
            </p:cNvPr>
            <p:cNvGrpSpPr/>
            <p:nvPr/>
          </p:nvGrpSpPr>
          <p:grpSpPr>
            <a:xfrm>
              <a:off x="8078998" y="1728333"/>
              <a:ext cx="1235103" cy="1237011"/>
              <a:chOff x="6345238" y="4948238"/>
              <a:chExt cx="1027113" cy="1028700"/>
            </a:xfrm>
            <a:effectLst>
              <a:outerShdw blurRad="114300" dist="76200" dir="2700000" sx="102000" sy="102000" algn="tl" rotWithShape="0">
                <a:prstClr val="black">
                  <a:alpha val="20000"/>
                </a:prstClr>
              </a:outerShdw>
            </a:effectLst>
          </p:grpSpPr>
          <p:sp>
            <p:nvSpPr>
              <p:cNvPr id="105" name="Oval 56">
                <a:extLst>
                  <a:ext uri="{FF2B5EF4-FFF2-40B4-BE49-F238E27FC236}">
                    <a16:creationId xmlns:a16="http://schemas.microsoft.com/office/drawing/2014/main" id="{1F1DBF2A-5985-4891-90C7-8CF2581CA4D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6" name="Oval 57">
                <a:extLst>
                  <a:ext uri="{FF2B5EF4-FFF2-40B4-BE49-F238E27FC236}">
                    <a16:creationId xmlns:a16="http://schemas.microsoft.com/office/drawing/2014/main" id="{D5132F8A-317D-4599-B5FD-4ED00E451A0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88" name="Oval 81">
              <a:extLst>
                <a:ext uri="{FF2B5EF4-FFF2-40B4-BE49-F238E27FC236}">
                  <a16:creationId xmlns:a16="http://schemas.microsoft.com/office/drawing/2014/main" id="{CB638531-9284-415F-AC28-CFE31109F548}"/>
                </a:ext>
              </a:extLst>
            </p:cNvPr>
            <p:cNvSpPr>
              <a:spLocks noChangeArrowheads="1"/>
            </p:cNvSpPr>
            <p:nvPr/>
          </p:nvSpPr>
          <p:spPr bwMode="auto">
            <a:xfrm>
              <a:off x="8248180" y="1888931"/>
              <a:ext cx="907876" cy="913445"/>
            </a:xfrm>
            <a:prstGeom prst="ellipse">
              <a:avLst/>
            </a:prstGeom>
            <a:solidFill>
              <a:schemeClr val="accent5"/>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92CED1CD-B728-4B7A-B3B6-A517B850AE58}"/>
              </a:ext>
            </a:extLst>
          </p:cNvPr>
          <p:cNvGrpSpPr/>
          <p:nvPr/>
        </p:nvGrpSpPr>
        <p:grpSpPr>
          <a:xfrm>
            <a:off x="6264174" y="1728333"/>
            <a:ext cx="1235103" cy="1237011"/>
            <a:chOff x="6264174" y="1728333"/>
            <a:chExt cx="1235103" cy="1237011"/>
          </a:xfrm>
        </p:grpSpPr>
        <p:grpSp>
          <p:nvGrpSpPr>
            <p:cNvPr id="101" name="Group 100">
              <a:extLst>
                <a:ext uri="{FF2B5EF4-FFF2-40B4-BE49-F238E27FC236}">
                  <a16:creationId xmlns:a16="http://schemas.microsoft.com/office/drawing/2014/main" id="{8A780595-1AD1-46E6-8128-58BF3B7E60DD}"/>
                </a:ext>
              </a:extLst>
            </p:cNvPr>
            <p:cNvGrpSpPr/>
            <p:nvPr/>
          </p:nvGrpSpPr>
          <p:grpSpPr>
            <a:xfrm>
              <a:off x="6264174" y="1728333"/>
              <a:ext cx="1235103" cy="1237011"/>
              <a:chOff x="6345238" y="4948238"/>
              <a:chExt cx="1027113" cy="1028700"/>
            </a:xfrm>
            <a:effectLst>
              <a:outerShdw blurRad="114300" dist="76200" dir="2700000" sx="102000" sy="102000" algn="tl" rotWithShape="0">
                <a:prstClr val="black">
                  <a:alpha val="40000"/>
                </a:prstClr>
              </a:outerShdw>
            </a:effectLst>
          </p:grpSpPr>
          <p:sp>
            <p:nvSpPr>
              <p:cNvPr id="102" name="Oval 56">
                <a:extLst>
                  <a:ext uri="{FF2B5EF4-FFF2-40B4-BE49-F238E27FC236}">
                    <a16:creationId xmlns:a16="http://schemas.microsoft.com/office/drawing/2014/main" id="{69BC563A-7565-4B03-B08B-85683E12B31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3" name="Oval 57">
                <a:extLst>
                  <a:ext uri="{FF2B5EF4-FFF2-40B4-BE49-F238E27FC236}">
                    <a16:creationId xmlns:a16="http://schemas.microsoft.com/office/drawing/2014/main" id="{0F4003E0-7A84-4A22-A67B-D8AF4B380E0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89" name="Oval 82">
              <a:extLst>
                <a:ext uri="{FF2B5EF4-FFF2-40B4-BE49-F238E27FC236}">
                  <a16:creationId xmlns:a16="http://schemas.microsoft.com/office/drawing/2014/main" id="{9E3C72C1-EB68-4E0B-A54F-45687547B388}"/>
                </a:ext>
              </a:extLst>
            </p:cNvPr>
            <p:cNvSpPr>
              <a:spLocks noChangeArrowheads="1"/>
            </p:cNvSpPr>
            <p:nvPr/>
          </p:nvSpPr>
          <p:spPr bwMode="auto">
            <a:xfrm>
              <a:off x="6426861" y="1888931"/>
              <a:ext cx="913445" cy="913445"/>
            </a:xfrm>
            <a:prstGeom prst="ellipse">
              <a:avLst/>
            </a:prstGeom>
            <a:solidFill>
              <a:schemeClr val="accent3"/>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782A2B84-0B67-4199-AE28-634AE45F8A9F}"/>
              </a:ext>
            </a:extLst>
          </p:cNvPr>
          <p:cNvGrpSpPr/>
          <p:nvPr/>
        </p:nvGrpSpPr>
        <p:grpSpPr>
          <a:xfrm>
            <a:off x="4454691" y="1728333"/>
            <a:ext cx="1235103" cy="1237011"/>
            <a:chOff x="4454691" y="1728333"/>
            <a:chExt cx="1235103" cy="1237011"/>
          </a:xfrm>
        </p:grpSpPr>
        <p:grpSp>
          <p:nvGrpSpPr>
            <p:cNvPr id="98" name="Group 97">
              <a:extLst>
                <a:ext uri="{FF2B5EF4-FFF2-40B4-BE49-F238E27FC236}">
                  <a16:creationId xmlns:a16="http://schemas.microsoft.com/office/drawing/2014/main" id="{E50EA1E7-9639-4460-A260-64A20FF7A7EB}"/>
                </a:ext>
              </a:extLst>
            </p:cNvPr>
            <p:cNvGrpSpPr/>
            <p:nvPr/>
          </p:nvGrpSpPr>
          <p:grpSpPr>
            <a:xfrm>
              <a:off x="4454691" y="1728333"/>
              <a:ext cx="1235103" cy="1237011"/>
              <a:chOff x="6345238" y="4948238"/>
              <a:chExt cx="1027113" cy="1028700"/>
            </a:xfrm>
            <a:effectLst>
              <a:outerShdw blurRad="114300" dist="76200" dir="2700000" sx="102000" sy="102000" algn="tl" rotWithShape="0">
                <a:prstClr val="black">
                  <a:alpha val="20000"/>
                </a:prstClr>
              </a:outerShdw>
            </a:effectLst>
          </p:grpSpPr>
          <p:sp>
            <p:nvSpPr>
              <p:cNvPr id="99" name="Oval 56">
                <a:extLst>
                  <a:ext uri="{FF2B5EF4-FFF2-40B4-BE49-F238E27FC236}">
                    <a16:creationId xmlns:a16="http://schemas.microsoft.com/office/drawing/2014/main" id="{76DF57D2-CFAB-4DC5-B9CD-810A962C7A4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0" name="Oval 57">
                <a:extLst>
                  <a:ext uri="{FF2B5EF4-FFF2-40B4-BE49-F238E27FC236}">
                    <a16:creationId xmlns:a16="http://schemas.microsoft.com/office/drawing/2014/main" id="{C62EF099-3898-4F7C-894F-25641B812811}"/>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90" name="Oval 83">
              <a:extLst>
                <a:ext uri="{FF2B5EF4-FFF2-40B4-BE49-F238E27FC236}">
                  <a16:creationId xmlns:a16="http://schemas.microsoft.com/office/drawing/2014/main" id="{3EA3B7EF-6F4C-4750-90B0-24BCFC1872EB}"/>
                </a:ext>
              </a:extLst>
            </p:cNvPr>
            <p:cNvSpPr>
              <a:spLocks noChangeArrowheads="1"/>
            </p:cNvSpPr>
            <p:nvPr/>
          </p:nvSpPr>
          <p:spPr bwMode="auto">
            <a:xfrm>
              <a:off x="4611110" y="1888931"/>
              <a:ext cx="907876" cy="913445"/>
            </a:xfrm>
            <a:prstGeom prst="ellipse">
              <a:avLst/>
            </a:prstGeom>
            <a:solidFill>
              <a:schemeClr val="accent1"/>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FE2EE925-289B-4EAE-865A-52FF503378F1}"/>
              </a:ext>
            </a:extLst>
          </p:cNvPr>
          <p:cNvGrpSpPr/>
          <p:nvPr/>
        </p:nvGrpSpPr>
        <p:grpSpPr>
          <a:xfrm>
            <a:off x="2627801" y="1728333"/>
            <a:ext cx="1235103" cy="1237011"/>
            <a:chOff x="2627801" y="1728333"/>
            <a:chExt cx="1235103" cy="1237011"/>
          </a:xfrm>
        </p:grpSpPr>
        <p:grpSp>
          <p:nvGrpSpPr>
            <p:cNvPr id="94" name="Group 93">
              <a:extLst>
                <a:ext uri="{FF2B5EF4-FFF2-40B4-BE49-F238E27FC236}">
                  <a16:creationId xmlns:a16="http://schemas.microsoft.com/office/drawing/2014/main" id="{19BE543B-ABA4-420E-B151-FAFB65E55D64}"/>
                </a:ext>
              </a:extLst>
            </p:cNvPr>
            <p:cNvGrpSpPr/>
            <p:nvPr/>
          </p:nvGrpSpPr>
          <p:grpSpPr>
            <a:xfrm>
              <a:off x="2627801" y="1728333"/>
              <a:ext cx="1235103" cy="1237011"/>
              <a:chOff x="6345238" y="4948238"/>
              <a:chExt cx="1027113" cy="1028700"/>
            </a:xfrm>
            <a:effectLst>
              <a:outerShdw blurRad="114300" dist="76200" dir="2700000" sx="102000" sy="102000" algn="tl" rotWithShape="0">
                <a:prstClr val="black">
                  <a:alpha val="40000"/>
                </a:prstClr>
              </a:outerShdw>
            </a:effectLst>
          </p:grpSpPr>
          <p:sp>
            <p:nvSpPr>
              <p:cNvPr id="95" name="Oval 56">
                <a:extLst>
                  <a:ext uri="{FF2B5EF4-FFF2-40B4-BE49-F238E27FC236}">
                    <a16:creationId xmlns:a16="http://schemas.microsoft.com/office/drawing/2014/main" id="{CE8334CC-8BC8-4EC0-907E-05321C355EA2}"/>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6" name="Oval 57">
                <a:extLst>
                  <a:ext uri="{FF2B5EF4-FFF2-40B4-BE49-F238E27FC236}">
                    <a16:creationId xmlns:a16="http://schemas.microsoft.com/office/drawing/2014/main" id="{8E0D7A67-3225-4867-9869-EECAE379A5F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91" name="Oval 84">
              <a:extLst>
                <a:ext uri="{FF2B5EF4-FFF2-40B4-BE49-F238E27FC236}">
                  <a16:creationId xmlns:a16="http://schemas.microsoft.com/office/drawing/2014/main" id="{6513436B-6604-430E-A3AE-DA170448DBD6}"/>
                </a:ext>
              </a:extLst>
            </p:cNvPr>
            <p:cNvSpPr>
              <a:spLocks noChangeArrowheads="1"/>
            </p:cNvSpPr>
            <p:nvPr/>
          </p:nvSpPr>
          <p:spPr bwMode="auto">
            <a:xfrm>
              <a:off x="2791647" y="1888931"/>
              <a:ext cx="911589" cy="913445"/>
            </a:xfrm>
            <a:prstGeom prst="ellipse">
              <a:avLst/>
            </a:prstGeom>
            <a:solidFill>
              <a:schemeClr val="accent6"/>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sp>
        <p:nvSpPr>
          <p:cNvPr id="38" name="Text Placeholder 17">
            <a:extLst>
              <a:ext uri="{FF2B5EF4-FFF2-40B4-BE49-F238E27FC236}">
                <a16:creationId xmlns:a16="http://schemas.microsoft.com/office/drawing/2014/main" id="{26E11874-10BE-4E57-A427-03103D3FF401}"/>
              </a:ext>
            </a:extLst>
          </p:cNvPr>
          <p:cNvSpPr txBox="1">
            <a:spLocks/>
          </p:cNvSpPr>
          <p:nvPr/>
        </p:nvSpPr>
        <p:spPr>
          <a:xfrm>
            <a:off x="2386876"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39" name="Text Placeholder 21">
            <a:extLst>
              <a:ext uri="{FF2B5EF4-FFF2-40B4-BE49-F238E27FC236}">
                <a16:creationId xmlns:a16="http://schemas.microsoft.com/office/drawing/2014/main" id="{C4007063-0FE7-44EE-8A71-46C5D08F8E72}"/>
              </a:ext>
            </a:extLst>
          </p:cNvPr>
          <p:cNvSpPr txBox="1">
            <a:spLocks/>
          </p:cNvSpPr>
          <p:nvPr/>
        </p:nvSpPr>
        <p:spPr>
          <a:xfrm>
            <a:off x="2359689"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01</a:t>
            </a:r>
          </a:p>
        </p:txBody>
      </p:sp>
      <p:sp>
        <p:nvSpPr>
          <p:cNvPr id="43" name="Text Placeholder 17">
            <a:extLst>
              <a:ext uri="{FF2B5EF4-FFF2-40B4-BE49-F238E27FC236}">
                <a16:creationId xmlns:a16="http://schemas.microsoft.com/office/drawing/2014/main" id="{5CBCC40A-A8CF-4D3B-BA4C-DA9E0D7C235A}"/>
              </a:ext>
            </a:extLst>
          </p:cNvPr>
          <p:cNvSpPr txBox="1">
            <a:spLocks/>
          </p:cNvSpPr>
          <p:nvPr/>
        </p:nvSpPr>
        <p:spPr>
          <a:xfrm>
            <a:off x="4222991"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44" name="Text Placeholder 21">
            <a:extLst>
              <a:ext uri="{FF2B5EF4-FFF2-40B4-BE49-F238E27FC236}">
                <a16:creationId xmlns:a16="http://schemas.microsoft.com/office/drawing/2014/main" id="{F9A6571B-95AF-4A50-9AD0-04DCDA2F216C}"/>
              </a:ext>
            </a:extLst>
          </p:cNvPr>
          <p:cNvSpPr txBox="1">
            <a:spLocks/>
          </p:cNvSpPr>
          <p:nvPr/>
        </p:nvSpPr>
        <p:spPr>
          <a:xfrm>
            <a:off x="4195804"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02</a:t>
            </a:r>
          </a:p>
        </p:txBody>
      </p:sp>
      <p:sp>
        <p:nvSpPr>
          <p:cNvPr id="45" name="Text Placeholder 17">
            <a:extLst>
              <a:ext uri="{FF2B5EF4-FFF2-40B4-BE49-F238E27FC236}">
                <a16:creationId xmlns:a16="http://schemas.microsoft.com/office/drawing/2014/main" id="{99985EF3-6375-401B-AF02-4EF7ECFC4B89}"/>
              </a:ext>
            </a:extLst>
          </p:cNvPr>
          <p:cNvSpPr txBox="1">
            <a:spLocks/>
          </p:cNvSpPr>
          <p:nvPr/>
        </p:nvSpPr>
        <p:spPr>
          <a:xfrm>
            <a:off x="6066422"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46" name="Text Placeholder 21">
            <a:extLst>
              <a:ext uri="{FF2B5EF4-FFF2-40B4-BE49-F238E27FC236}">
                <a16:creationId xmlns:a16="http://schemas.microsoft.com/office/drawing/2014/main" id="{C148D333-9891-4AEC-83AD-01F6590E42A5}"/>
              </a:ext>
            </a:extLst>
          </p:cNvPr>
          <p:cNvSpPr txBox="1">
            <a:spLocks/>
          </p:cNvSpPr>
          <p:nvPr/>
        </p:nvSpPr>
        <p:spPr>
          <a:xfrm>
            <a:off x="6039235"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03</a:t>
            </a:r>
          </a:p>
        </p:txBody>
      </p:sp>
      <p:sp>
        <p:nvSpPr>
          <p:cNvPr id="47" name="Text Placeholder 17">
            <a:extLst>
              <a:ext uri="{FF2B5EF4-FFF2-40B4-BE49-F238E27FC236}">
                <a16:creationId xmlns:a16="http://schemas.microsoft.com/office/drawing/2014/main" id="{222291A2-D8DD-4161-AB50-D60BACBC2645}"/>
              </a:ext>
            </a:extLst>
          </p:cNvPr>
          <p:cNvSpPr txBox="1">
            <a:spLocks/>
          </p:cNvSpPr>
          <p:nvPr/>
        </p:nvSpPr>
        <p:spPr>
          <a:xfrm>
            <a:off x="7865961"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48" name="Text Placeholder 21">
            <a:extLst>
              <a:ext uri="{FF2B5EF4-FFF2-40B4-BE49-F238E27FC236}">
                <a16:creationId xmlns:a16="http://schemas.microsoft.com/office/drawing/2014/main" id="{02C4DA2C-D620-4BFC-BF6A-7C1DA96D0420}"/>
              </a:ext>
            </a:extLst>
          </p:cNvPr>
          <p:cNvSpPr txBox="1">
            <a:spLocks/>
          </p:cNvSpPr>
          <p:nvPr/>
        </p:nvSpPr>
        <p:spPr>
          <a:xfrm>
            <a:off x="7838774"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04</a:t>
            </a:r>
          </a:p>
        </p:txBody>
      </p:sp>
      <p:sp>
        <p:nvSpPr>
          <p:cNvPr id="49" name="Freeform 19">
            <a:extLst>
              <a:ext uri="{FF2B5EF4-FFF2-40B4-BE49-F238E27FC236}">
                <a16:creationId xmlns:a16="http://schemas.microsoft.com/office/drawing/2014/main" id="{7797B1A3-B1CF-4343-9B44-B256DEDF563A}"/>
              </a:ext>
            </a:extLst>
          </p:cNvPr>
          <p:cNvSpPr>
            <a:spLocks noEditPoints="1"/>
          </p:cNvSpPr>
          <p:nvPr/>
        </p:nvSpPr>
        <p:spPr bwMode="auto">
          <a:xfrm>
            <a:off x="8505638" y="2103994"/>
            <a:ext cx="406643" cy="458281"/>
          </a:xfrm>
          <a:custGeom>
            <a:avLst/>
            <a:gdLst>
              <a:gd name="T0" fmla="*/ 34 w 105"/>
              <a:gd name="T1" fmla="*/ 92 h 118"/>
              <a:gd name="T2" fmla="*/ 25 w 105"/>
              <a:gd name="T3" fmla="*/ 71 h 118"/>
              <a:gd name="T4" fmla="*/ 20 w 105"/>
              <a:gd name="T5" fmla="*/ 53 h 118"/>
              <a:gd name="T6" fmla="*/ 53 w 105"/>
              <a:gd name="T7" fmla="*/ 20 h 118"/>
              <a:gd name="T8" fmla="*/ 85 w 105"/>
              <a:gd name="T9" fmla="*/ 53 h 118"/>
              <a:gd name="T10" fmla="*/ 80 w 105"/>
              <a:gd name="T11" fmla="*/ 71 h 118"/>
              <a:gd name="T12" fmla="*/ 71 w 105"/>
              <a:gd name="T13" fmla="*/ 88 h 118"/>
              <a:gd name="T14" fmla="*/ 53 w 105"/>
              <a:gd name="T15" fmla="*/ 33 h 118"/>
              <a:gd name="T16" fmla="*/ 33 w 105"/>
              <a:gd name="T17" fmla="*/ 52 h 118"/>
              <a:gd name="T18" fmla="*/ 53 w 105"/>
              <a:gd name="T19" fmla="*/ 72 h 118"/>
              <a:gd name="T20" fmla="*/ 72 w 105"/>
              <a:gd name="T21" fmla="*/ 52 h 118"/>
              <a:gd name="T22" fmla="*/ 53 w 105"/>
              <a:gd name="T23" fmla="*/ 33 h 118"/>
              <a:gd name="T24" fmla="*/ 45 w 105"/>
              <a:gd name="T25" fmla="*/ 56 h 118"/>
              <a:gd name="T26" fmla="*/ 51 w 105"/>
              <a:gd name="T27" fmla="*/ 62 h 118"/>
              <a:gd name="T28" fmla="*/ 60 w 105"/>
              <a:gd name="T29" fmla="*/ 46 h 118"/>
              <a:gd name="T30" fmla="*/ 53 w 105"/>
              <a:gd name="T31" fmla="*/ 10 h 118"/>
              <a:gd name="T32" fmla="*/ 53 w 105"/>
              <a:gd name="T33" fmla="*/ 0 h 118"/>
              <a:gd name="T34" fmla="*/ 32 w 105"/>
              <a:gd name="T35" fmla="*/ 16 h 118"/>
              <a:gd name="T36" fmla="*/ 26 w 105"/>
              <a:gd name="T37" fmla="*/ 7 h 118"/>
              <a:gd name="T38" fmla="*/ 7 w 105"/>
              <a:gd name="T39" fmla="*/ 26 h 118"/>
              <a:gd name="T40" fmla="*/ 16 w 105"/>
              <a:gd name="T41" fmla="*/ 31 h 118"/>
              <a:gd name="T42" fmla="*/ 0 w 105"/>
              <a:gd name="T43" fmla="*/ 52 h 118"/>
              <a:gd name="T44" fmla="*/ 10 w 105"/>
              <a:gd name="T45" fmla="*/ 52 h 118"/>
              <a:gd name="T46" fmla="*/ 79 w 105"/>
              <a:gd name="T47" fmla="*/ 7 h 118"/>
              <a:gd name="T48" fmla="*/ 74 w 105"/>
              <a:gd name="T49" fmla="*/ 16 h 118"/>
              <a:gd name="T50" fmla="*/ 98 w 105"/>
              <a:gd name="T51" fmla="*/ 26 h 118"/>
              <a:gd name="T52" fmla="*/ 89 w 105"/>
              <a:gd name="T53" fmla="*/ 31 h 118"/>
              <a:gd name="T54" fmla="*/ 95 w 105"/>
              <a:gd name="T55" fmla="*/ 52 h 118"/>
              <a:gd name="T56" fmla="*/ 105 w 105"/>
              <a:gd name="T57" fmla="*/ 52 h 118"/>
              <a:gd name="T58" fmla="*/ 64 w 105"/>
              <a:gd name="T59" fmla="*/ 95 h 118"/>
              <a:gd name="T60" fmla="*/ 39 w 105"/>
              <a:gd name="T61" fmla="*/ 102 h 118"/>
              <a:gd name="T62" fmla="*/ 36 w 105"/>
              <a:gd name="T63" fmla="*/ 106 h 118"/>
              <a:gd name="T64" fmla="*/ 40 w 105"/>
              <a:gd name="T65" fmla="*/ 111 h 118"/>
              <a:gd name="T66" fmla="*/ 42 w 105"/>
              <a:gd name="T67" fmla="*/ 110 h 118"/>
              <a:gd name="T68" fmla="*/ 64 w 105"/>
              <a:gd name="T69" fmla="*/ 104 h 118"/>
              <a:gd name="T70" fmla="*/ 64 w 105"/>
              <a:gd name="T71" fmla="*/ 104 h 118"/>
              <a:gd name="T72" fmla="*/ 65 w 105"/>
              <a:gd name="T73" fmla="*/ 104 h 118"/>
              <a:gd name="T74" fmla="*/ 70 w 105"/>
              <a:gd name="T75" fmla="*/ 108 h 118"/>
              <a:gd name="T76" fmla="*/ 67 w 105"/>
              <a:gd name="T77" fmla="*/ 112 h 118"/>
              <a:gd name="T78" fmla="*/ 45 w 105"/>
              <a:gd name="T7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8">
                <a:moveTo>
                  <a:pt x="34" y="92"/>
                </a:moveTo>
                <a:cubicBezTo>
                  <a:pt x="34" y="87"/>
                  <a:pt x="32" y="82"/>
                  <a:pt x="25" y="71"/>
                </a:cubicBezTo>
                <a:cubicBezTo>
                  <a:pt x="22" y="65"/>
                  <a:pt x="20" y="59"/>
                  <a:pt x="20" y="53"/>
                </a:cubicBezTo>
                <a:cubicBezTo>
                  <a:pt x="20" y="35"/>
                  <a:pt x="35" y="20"/>
                  <a:pt x="53" y="20"/>
                </a:cubicBezTo>
                <a:cubicBezTo>
                  <a:pt x="71" y="20"/>
                  <a:pt x="85" y="35"/>
                  <a:pt x="85" y="53"/>
                </a:cubicBezTo>
                <a:cubicBezTo>
                  <a:pt x="85" y="59"/>
                  <a:pt x="83" y="65"/>
                  <a:pt x="80" y="71"/>
                </a:cubicBezTo>
                <a:cubicBezTo>
                  <a:pt x="75" y="79"/>
                  <a:pt x="72" y="84"/>
                  <a:pt x="71" y="88"/>
                </a:cubicBezTo>
                <a:moveTo>
                  <a:pt x="53" y="33"/>
                </a:moveTo>
                <a:cubicBezTo>
                  <a:pt x="42" y="33"/>
                  <a:pt x="33" y="41"/>
                  <a:pt x="33" y="52"/>
                </a:cubicBezTo>
                <a:cubicBezTo>
                  <a:pt x="33" y="63"/>
                  <a:pt x="42" y="72"/>
                  <a:pt x="53" y="72"/>
                </a:cubicBezTo>
                <a:cubicBezTo>
                  <a:pt x="63" y="72"/>
                  <a:pt x="72" y="63"/>
                  <a:pt x="72" y="52"/>
                </a:cubicBezTo>
                <a:cubicBezTo>
                  <a:pt x="72" y="41"/>
                  <a:pt x="63" y="33"/>
                  <a:pt x="53" y="33"/>
                </a:cubicBezTo>
                <a:close/>
                <a:moveTo>
                  <a:pt x="45" y="56"/>
                </a:moveTo>
                <a:cubicBezTo>
                  <a:pt x="51" y="62"/>
                  <a:pt x="51" y="62"/>
                  <a:pt x="51" y="62"/>
                </a:cubicBezTo>
                <a:cubicBezTo>
                  <a:pt x="60" y="46"/>
                  <a:pt x="60" y="46"/>
                  <a:pt x="60" y="46"/>
                </a:cubicBezTo>
                <a:moveTo>
                  <a:pt x="53" y="10"/>
                </a:moveTo>
                <a:cubicBezTo>
                  <a:pt x="53" y="0"/>
                  <a:pt x="53" y="0"/>
                  <a:pt x="53" y="0"/>
                </a:cubicBezTo>
                <a:moveTo>
                  <a:pt x="32" y="16"/>
                </a:moveTo>
                <a:cubicBezTo>
                  <a:pt x="26" y="7"/>
                  <a:pt x="26" y="7"/>
                  <a:pt x="26" y="7"/>
                </a:cubicBezTo>
                <a:moveTo>
                  <a:pt x="7" y="26"/>
                </a:moveTo>
                <a:cubicBezTo>
                  <a:pt x="16" y="31"/>
                  <a:pt x="16" y="31"/>
                  <a:pt x="16" y="31"/>
                </a:cubicBezTo>
                <a:moveTo>
                  <a:pt x="0" y="52"/>
                </a:moveTo>
                <a:cubicBezTo>
                  <a:pt x="10" y="52"/>
                  <a:pt x="10" y="52"/>
                  <a:pt x="10" y="52"/>
                </a:cubicBezTo>
                <a:moveTo>
                  <a:pt x="79" y="7"/>
                </a:moveTo>
                <a:cubicBezTo>
                  <a:pt x="74" y="16"/>
                  <a:pt x="74" y="16"/>
                  <a:pt x="74" y="16"/>
                </a:cubicBezTo>
                <a:moveTo>
                  <a:pt x="98" y="26"/>
                </a:moveTo>
                <a:cubicBezTo>
                  <a:pt x="89" y="31"/>
                  <a:pt x="89" y="31"/>
                  <a:pt x="89" y="31"/>
                </a:cubicBezTo>
                <a:moveTo>
                  <a:pt x="95" y="52"/>
                </a:moveTo>
                <a:cubicBezTo>
                  <a:pt x="105" y="52"/>
                  <a:pt x="105" y="52"/>
                  <a:pt x="105" y="52"/>
                </a:cubicBezTo>
                <a:moveTo>
                  <a:pt x="64" y="95"/>
                </a:moveTo>
                <a:cubicBezTo>
                  <a:pt x="64" y="95"/>
                  <a:pt x="39" y="102"/>
                  <a:pt x="39" y="102"/>
                </a:cubicBezTo>
                <a:cubicBezTo>
                  <a:pt x="37" y="103"/>
                  <a:pt x="36" y="104"/>
                  <a:pt x="36" y="106"/>
                </a:cubicBezTo>
                <a:cubicBezTo>
                  <a:pt x="36" y="109"/>
                  <a:pt x="38" y="111"/>
                  <a:pt x="40" y="111"/>
                </a:cubicBezTo>
                <a:cubicBezTo>
                  <a:pt x="41" y="111"/>
                  <a:pt x="42" y="110"/>
                  <a:pt x="42" y="110"/>
                </a:cubicBezTo>
                <a:cubicBezTo>
                  <a:pt x="64" y="104"/>
                  <a:pt x="64" y="104"/>
                  <a:pt x="64" y="104"/>
                </a:cubicBezTo>
                <a:cubicBezTo>
                  <a:pt x="64" y="104"/>
                  <a:pt x="64" y="104"/>
                  <a:pt x="64" y="104"/>
                </a:cubicBezTo>
                <a:cubicBezTo>
                  <a:pt x="65" y="104"/>
                  <a:pt x="65" y="104"/>
                  <a:pt x="65" y="104"/>
                </a:cubicBezTo>
                <a:cubicBezTo>
                  <a:pt x="68" y="104"/>
                  <a:pt x="70" y="106"/>
                  <a:pt x="70" y="108"/>
                </a:cubicBezTo>
                <a:cubicBezTo>
                  <a:pt x="70" y="110"/>
                  <a:pt x="68" y="112"/>
                  <a:pt x="67" y="112"/>
                </a:cubicBezTo>
                <a:cubicBezTo>
                  <a:pt x="45" y="118"/>
                  <a:pt x="45" y="118"/>
                  <a:pt x="45" y="118"/>
                </a:cubicBezTo>
              </a:path>
            </a:pathLst>
          </a:custGeom>
          <a:noFill/>
          <a:ln w="15875"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0" name="Freeform 20">
            <a:extLst>
              <a:ext uri="{FF2B5EF4-FFF2-40B4-BE49-F238E27FC236}">
                <a16:creationId xmlns:a16="http://schemas.microsoft.com/office/drawing/2014/main" id="{0309B714-443B-48F9-8426-662C013EE0D6}"/>
              </a:ext>
            </a:extLst>
          </p:cNvPr>
          <p:cNvSpPr>
            <a:spLocks noEditPoints="1"/>
          </p:cNvSpPr>
          <p:nvPr/>
        </p:nvSpPr>
        <p:spPr bwMode="auto">
          <a:xfrm>
            <a:off x="6662550" y="2092492"/>
            <a:ext cx="450212" cy="464734"/>
          </a:xfrm>
          <a:custGeom>
            <a:avLst/>
            <a:gdLst>
              <a:gd name="T0" fmla="*/ 43 w 116"/>
              <a:gd name="T1" fmla="*/ 12 h 120"/>
              <a:gd name="T2" fmla="*/ 102 w 116"/>
              <a:gd name="T3" fmla="*/ 48 h 120"/>
              <a:gd name="T4" fmla="*/ 116 w 116"/>
              <a:gd name="T5" fmla="*/ 77 h 120"/>
              <a:gd name="T6" fmla="*/ 104 w 116"/>
              <a:gd name="T7" fmla="*/ 77 h 120"/>
              <a:gd name="T8" fmla="*/ 104 w 116"/>
              <a:gd name="T9" fmla="*/ 97 h 120"/>
              <a:gd name="T10" fmla="*/ 98 w 116"/>
              <a:gd name="T11" fmla="*/ 103 h 120"/>
              <a:gd name="T12" fmla="*/ 85 w 116"/>
              <a:gd name="T13" fmla="*/ 103 h 120"/>
              <a:gd name="T14" fmla="*/ 85 w 116"/>
              <a:gd name="T15" fmla="*/ 120 h 120"/>
              <a:gd name="T16" fmla="*/ 32 w 116"/>
              <a:gd name="T17" fmla="*/ 120 h 120"/>
              <a:gd name="T18" fmla="*/ 32 w 116"/>
              <a:gd name="T19" fmla="*/ 102 h 120"/>
              <a:gd name="T20" fmla="*/ 26 w 116"/>
              <a:gd name="T21" fmla="*/ 90 h 120"/>
              <a:gd name="T22" fmla="*/ 65 w 116"/>
              <a:gd name="T23" fmla="*/ 54 h 120"/>
              <a:gd name="T24" fmla="*/ 65 w 116"/>
              <a:gd name="T25" fmla="*/ 46 h 120"/>
              <a:gd name="T26" fmla="*/ 56 w 116"/>
              <a:gd name="T27" fmla="*/ 42 h 120"/>
              <a:gd name="T28" fmla="*/ 55 w 116"/>
              <a:gd name="T29" fmla="*/ 39 h 120"/>
              <a:gd name="T30" fmla="*/ 59 w 116"/>
              <a:gd name="T31" fmla="*/ 30 h 120"/>
              <a:gd name="T32" fmla="*/ 53 w 116"/>
              <a:gd name="T33" fmla="*/ 24 h 120"/>
              <a:gd name="T34" fmla="*/ 44 w 116"/>
              <a:gd name="T35" fmla="*/ 28 h 120"/>
              <a:gd name="T36" fmla="*/ 41 w 116"/>
              <a:gd name="T37" fmla="*/ 27 h 120"/>
              <a:gd name="T38" fmla="*/ 37 w 116"/>
              <a:gd name="T39" fmla="*/ 18 h 120"/>
              <a:gd name="T40" fmla="*/ 29 w 116"/>
              <a:gd name="T41" fmla="*/ 18 h 120"/>
              <a:gd name="T42" fmla="*/ 25 w 116"/>
              <a:gd name="T43" fmla="*/ 27 h 120"/>
              <a:gd name="T44" fmla="*/ 22 w 116"/>
              <a:gd name="T45" fmla="*/ 28 h 120"/>
              <a:gd name="T46" fmla="*/ 13 w 116"/>
              <a:gd name="T47" fmla="*/ 24 h 120"/>
              <a:gd name="T48" fmla="*/ 7 w 116"/>
              <a:gd name="T49" fmla="*/ 30 h 120"/>
              <a:gd name="T50" fmla="*/ 11 w 116"/>
              <a:gd name="T51" fmla="*/ 39 h 120"/>
              <a:gd name="T52" fmla="*/ 10 w 116"/>
              <a:gd name="T53" fmla="*/ 42 h 120"/>
              <a:gd name="T54" fmla="*/ 0 w 116"/>
              <a:gd name="T55" fmla="*/ 46 h 120"/>
              <a:gd name="T56" fmla="*/ 0 w 116"/>
              <a:gd name="T57" fmla="*/ 54 h 120"/>
              <a:gd name="T58" fmla="*/ 10 w 116"/>
              <a:gd name="T59" fmla="*/ 58 h 120"/>
              <a:gd name="T60" fmla="*/ 11 w 116"/>
              <a:gd name="T61" fmla="*/ 61 h 120"/>
              <a:gd name="T62" fmla="*/ 7 w 116"/>
              <a:gd name="T63" fmla="*/ 70 h 120"/>
              <a:gd name="T64" fmla="*/ 13 w 116"/>
              <a:gd name="T65" fmla="*/ 76 h 120"/>
              <a:gd name="T66" fmla="*/ 22 w 116"/>
              <a:gd name="T67" fmla="*/ 72 h 120"/>
              <a:gd name="T68" fmla="*/ 25 w 116"/>
              <a:gd name="T69" fmla="*/ 73 h 120"/>
              <a:gd name="T70" fmla="*/ 29 w 116"/>
              <a:gd name="T71" fmla="*/ 82 h 120"/>
              <a:gd name="T72" fmla="*/ 37 w 116"/>
              <a:gd name="T73" fmla="*/ 82 h 120"/>
              <a:gd name="T74" fmla="*/ 41 w 116"/>
              <a:gd name="T75" fmla="*/ 73 h 120"/>
              <a:gd name="T76" fmla="*/ 44 w 116"/>
              <a:gd name="T77" fmla="*/ 72 h 120"/>
              <a:gd name="T78" fmla="*/ 53 w 116"/>
              <a:gd name="T79" fmla="*/ 76 h 120"/>
              <a:gd name="T80" fmla="*/ 59 w 116"/>
              <a:gd name="T81" fmla="*/ 70 h 120"/>
              <a:gd name="T82" fmla="*/ 55 w 116"/>
              <a:gd name="T83" fmla="*/ 61 h 120"/>
              <a:gd name="T84" fmla="*/ 56 w 116"/>
              <a:gd name="T85" fmla="*/ 58 h 120"/>
              <a:gd name="T86" fmla="*/ 65 w 116"/>
              <a:gd name="T87" fmla="*/ 54 h 120"/>
              <a:gd name="T88" fmla="*/ 33 w 116"/>
              <a:gd name="T89" fmla="*/ 36 h 120"/>
              <a:gd name="T90" fmla="*/ 19 w 116"/>
              <a:gd name="T91" fmla="*/ 50 h 120"/>
              <a:gd name="T92" fmla="*/ 33 w 116"/>
              <a:gd name="T93" fmla="*/ 64 h 120"/>
              <a:gd name="T94" fmla="*/ 46 w 116"/>
              <a:gd name="T95" fmla="*/ 50 h 120"/>
              <a:gd name="T96" fmla="*/ 33 w 116"/>
              <a:gd name="T97" fmla="*/ 36 h 120"/>
              <a:gd name="T98" fmla="*/ 85 w 116"/>
              <a:gd name="T99" fmla="*/ 103 h 120"/>
              <a:gd name="T100" fmla="*/ 77 w 116"/>
              <a:gd name="T101" fmla="*/ 10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6" h="120">
                <a:moveTo>
                  <a:pt x="43" y="12"/>
                </a:moveTo>
                <a:cubicBezTo>
                  <a:pt x="108" y="0"/>
                  <a:pt x="102" y="48"/>
                  <a:pt x="102" y="48"/>
                </a:cubicBezTo>
                <a:cubicBezTo>
                  <a:pt x="116" y="77"/>
                  <a:pt x="116" y="77"/>
                  <a:pt x="116" y="77"/>
                </a:cubicBezTo>
                <a:cubicBezTo>
                  <a:pt x="104" y="77"/>
                  <a:pt x="104" y="77"/>
                  <a:pt x="104" y="77"/>
                </a:cubicBezTo>
                <a:cubicBezTo>
                  <a:pt x="104" y="97"/>
                  <a:pt x="104" y="97"/>
                  <a:pt x="104" y="97"/>
                </a:cubicBezTo>
                <a:cubicBezTo>
                  <a:pt x="104" y="100"/>
                  <a:pt x="102" y="103"/>
                  <a:pt x="98" y="103"/>
                </a:cubicBezTo>
                <a:cubicBezTo>
                  <a:pt x="85" y="103"/>
                  <a:pt x="85" y="103"/>
                  <a:pt x="85" y="103"/>
                </a:cubicBezTo>
                <a:cubicBezTo>
                  <a:pt x="85" y="120"/>
                  <a:pt x="85" y="120"/>
                  <a:pt x="85" y="120"/>
                </a:cubicBezTo>
                <a:moveTo>
                  <a:pt x="32" y="120"/>
                </a:moveTo>
                <a:cubicBezTo>
                  <a:pt x="32" y="102"/>
                  <a:pt x="32" y="102"/>
                  <a:pt x="32" y="102"/>
                </a:cubicBezTo>
                <a:cubicBezTo>
                  <a:pt x="26" y="90"/>
                  <a:pt x="26" y="90"/>
                  <a:pt x="26" y="90"/>
                </a:cubicBezTo>
                <a:moveTo>
                  <a:pt x="65" y="54"/>
                </a:moveTo>
                <a:cubicBezTo>
                  <a:pt x="65" y="46"/>
                  <a:pt x="65" y="46"/>
                  <a:pt x="65" y="46"/>
                </a:cubicBezTo>
                <a:cubicBezTo>
                  <a:pt x="56" y="42"/>
                  <a:pt x="56" y="42"/>
                  <a:pt x="56" y="42"/>
                </a:cubicBezTo>
                <a:cubicBezTo>
                  <a:pt x="56" y="41"/>
                  <a:pt x="55" y="40"/>
                  <a:pt x="55" y="39"/>
                </a:cubicBezTo>
                <a:cubicBezTo>
                  <a:pt x="59" y="30"/>
                  <a:pt x="59" y="30"/>
                  <a:pt x="59" y="30"/>
                </a:cubicBezTo>
                <a:cubicBezTo>
                  <a:pt x="53" y="24"/>
                  <a:pt x="53" y="24"/>
                  <a:pt x="53" y="24"/>
                </a:cubicBezTo>
                <a:cubicBezTo>
                  <a:pt x="44" y="28"/>
                  <a:pt x="44" y="28"/>
                  <a:pt x="44" y="28"/>
                </a:cubicBezTo>
                <a:cubicBezTo>
                  <a:pt x="43" y="28"/>
                  <a:pt x="42" y="27"/>
                  <a:pt x="41" y="27"/>
                </a:cubicBezTo>
                <a:cubicBezTo>
                  <a:pt x="37" y="18"/>
                  <a:pt x="37" y="18"/>
                  <a:pt x="37" y="18"/>
                </a:cubicBezTo>
                <a:cubicBezTo>
                  <a:pt x="29" y="18"/>
                  <a:pt x="29" y="18"/>
                  <a:pt x="29" y="18"/>
                </a:cubicBezTo>
                <a:cubicBezTo>
                  <a:pt x="25" y="27"/>
                  <a:pt x="25" y="27"/>
                  <a:pt x="25" y="27"/>
                </a:cubicBezTo>
                <a:cubicBezTo>
                  <a:pt x="24" y="27"/>
                  <a:pt x="23" y="28"/>
                  <a:pt x="22" y="28"/>
                </a:cubicBezTo>
                <a:cubicBezTo>
                  <a:pt x="13" y="24"/>
                  <a:pt x="13" y="24"/>
                  <a:pt x="13" y="24"/>
                </a:cubicBezTo>
                <a:cubicBezTo>
                  <a:pt x="7" y="30"/>
                  <a:pt x="7" y="30"/>
                  <a:pt x="7" y="30"/>
                </a:cubicBezTo>
                <a:cubicBezTo>
                  <a:pt x="11" y="39"/>
                  <a:pt x="11" y="39"/>
                  <a:pt x="11" y="39"/>
                </a:cubicBezTo>
                <a:cubicBezTo>
                  <a:pt x="10" y="40"/>
                  <a:pt x="10" y="41"/>
                  <a:pt x="10" y="42"/>
                </a:cubicBezTo>
                <a:cubicBezTo>
                  <a:pt x="0" y="46"/>
                  <a:pt x="0" y="46"/>
                  <a:pt x="0" y="46"/>
                </a:cubicBezTo>
                <a:cubicBezTo>
                  <a:pt x="0" y="54"/>
                  <a:pt x="0" y="54"/>
                  <a:pt x="0" y="54"/>
                </a:cubicBezTo>
                <a:cubicBezTo>
                  <a:pt x="10" y="58"/>
                  <a:pt x="10" y="58"/>
                  <a:pt x="10" y="58"/>
                </a:cubicBezTo>
                <a:cubicBezTo>
                  <a:pt x="10" y="59"/>
                  <a:pt x="10" y="60"/>
                  <a:pt x="11" y="61"/>
                </a:cubicBezTo>
                <a:cubicBezTo>
                  <a:pt x="7" y="70"/>
                  <a:pt x="7" y="70"/>
                  <a:pt x="7" y="70"/>
                </a:cubicBezTo>
                <a:cubicBezTo>
                  <a:pt x="13" y="76"/>
                  <a:pt x="13" y="76"/>
                  <a:pt x="13" y="76"/>
                </a:cubicBezTo>
                <a:cubicBezTo>
                  <a:pt x="22" y="72"/>
                  <a:pt x="22" y="72"/>
                  <a:pt x="22" y="72"/>
                </a:cubicBezTo>
                <a:cubicBezTo>
                  <a:pt x="23" y="72"/>
                  <a:pt x="24" y="73"/>
                  <a:pt x="25" y="73"/>
                </a:cubicBezTo>
                <a:cubicBezTo>
                  <a:pt x="29" y="82"/>
                  <a:pt x="29" y="82"/>
                  <a:pt x="29" y="82"/>
                </a:cubicBezTo>
                <a:cubicBezTo>
                  <a:pt x="37" y="82"/>
                  <a:pt x="37" y="82"/>
                  <a:pt x="37" y="82"/>
                </a:cubicBezTo>
                <a:cubicBezTo>
                  <a:pt x="41" y="73"/>
                  <a:pt x="41" y="73"/>
                  <a:pt x="41" y="73"/>
                </a:cubicBezTo>
                <a:cubicBezTo>
                  <a:pt x="42" y="73"/>
                  <a:pt x="43" y="72"/>
                  <a:pt x="44" y="72"/>
                </a:cubicBezTo>
                <a:cubicBezTo>
                  <a:pt x="53" y="76"/>
                  <a:pt x="53" y="76"/>
                  <a:pt x="53" y="76"/>
                </a:cubicBezTo>
                <a:cubicBezTo>
                  <a:pt x="59" y="70"/>
                  <a:pt x="59" y="70"/>
                  <a:pt x="59" y="70"/>
                </a:cubicBezTo>
                <a:cubicBezTo>
                  <a:pt x="55" y="61"/>
                  <a:pt x="55" y="61"/>
                  <a:pt x="55" y="61"/>
                </a:cubicBezTo>
                <a:cubicBezTo>
                  <a:pt x="55" y="60"/>
                  <a:pt x="56" y="59"/>
                  <a:pt x="56" y="58"/>
                </a:cubicBezTo>
                <a:lnTo>
                  <a:pt x="65" y="54"/>
                </a:lnTo>
                <a:close/>
                <a:moveTo>
                  <a:pt x="33" y="36"/>
                </a:moveTo>
                <a:cubicBezTo>
                  <a:pt x="25" y="36"/>
                  <a:pt x="19" y="42"/>
                  <a:pt x="19" y="50"/>
                </a:cubicBezTo>
                <a:cubicBezTo>
                  <a:pt x="19" y="58"/>
                  <a:pt x="25" y="64"/>
                  <a:pt x="33" y="64"/>
                </a:cubicBezTo>
                <a:cubicBezTo>
                  <a:pt x="40" y="64"/>
                  <a:pt x="46" y="58"/>
                  <a:pt x="46" y="50"/>
                </a:cubicBezTo>
                <a:cubicBezTo>
                  <a:pt x="46" y="42"/>
                  <a:pt x="40" y="36"/>
                  <a:pt x="33" y="36"/>
                </a:cubicBezTo>
                <a:close/>
                <a:moveTo>
                  <a:pt x="85" y="103"/>
                </a:moveTo>
                <a:cubicBezTo>
                  <a:pt x="77" y="103"/>
                  <a:pt x="77" y="103"/>
                  <a:pt x="77" y="103"/>
                </a:cubicBezTo>
              </a:path>
            </a:pathLst>
          </a:custGeom>
          <a:noFill/>
          <a:ln w="15875"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1" name="Freeform 21">
            <a:extLst>
              <a:ext uri="{FF2B5EF4-FFF2-40B4-BE49-F238E27FC236}">
                <a16:creationId xmlns:a16="http://schemas.microsoft.com/office/drawing/2014/main" id="{C552E11E-6EB2-4F3A-8355-9D48BC370F57}"/>
              </a:ext>
            </a:extLst>
          </p:cNvPr>
          <p:cNvSpPr>
            <a:spLocks noEditPoints="1"/>
          </p:cNvSpPr>
          <p:nvPr/>
        </p:nvSpPr>
        <p:spPr bwMode="auto">
          <a:xfrm>
            <a:off x="2957324" y="2198145"/>
            <a:ext cx="587373" cy="332414"/>
          </a:xfrm>
          <a:custGeom>
            <a:avLst/>
            <a:gdLst>
              <a:gd name="T0" fmla="*/ 36 w 152"/>
              <a:gd name="T1" fmla="*/ 70 h 86"/>
              <a:gd name="T2" fmla="*/ 35 w 152"/>
              <a:gd name="T3" fmla="*/ 64 h 86"/>
              <a:gd name="T4" fmla="*/ 44 w 152"/>
              <a:gd name="T5" fmla="*/ 56 h 86"/>
              <a:gd name="T6" fmla="*/ 49 w 152"/>
              <a:gd name="T7" fmla="*/ 60 h 86"/>
              <a:gd name="T8" fmla="*/ 42 w 152"/>
              <a:gd name="T9" fmla="*/ 70 h 86"/>
              <a:gd name="T10" fmla="*/ 92 w 152"/>
              <a:gd name="T11" fmla="*/ 62 h 86"/>
              <a:gd name="T12" fmla="*/ 111 w 152"/>
              <a:gd name="T13" fmla="*/ 70 h 86"/>
              <a:gd name="T14" fmla="*/ 112 w 152"/>
              <a:gd name="T15" fmla="*/ 62 h 86"/>
              <a:gd name="T16" fmla="*/ 93 w 152"/>
              <a:gd name="T17" fmla="*/ 77 h 86"/>
              <a:gd name="T18" fmla="*/ 101 w 152"/>
              <a:gd name="T19" fmla="*/ 77 h 86"/>
              <a:gd name="T20" fmla="*/ 103 w 152"/>
              <a:gd name="T21" fmla="*/ 70 h 86"/>
              <a:gd name="T22" fmla="*/ 83 w 152"/>
              <a:gd name="T23" fmla="*/ 83 h 86"/>
              <a:gd name="T24" fmla="*/ 91 w 152"/>
              <a:gd name="T25" fmla="*/ 83 h 86"/>
              <a:gd name="T26" fmla="*/ 93 w 152"/>
              <a:gd name="T27" fmla="*/ 77 h 86"/>
              <a:gd name="T28" fmla="*/ 71 w 152"/>
              <a:gd name="T29" fmla="*/ 84 h 86"/>
              <a:gd name="T30" fmla="*/ 81 w 152"/>
              <a:gd name="T31" fmla="*/ 83 h 86"/>
              <a:gd name="T32" fmla="*/ 48 w 152"/>
              <a:gd name="T33" fmla="*/ 77 h 86"/>
              <a:gd name="T34" fmla="*/ 58 w 152"/>
              <a:gd name="T35" fmla="*/ 59 h 86"/>
              <a:gd name="T36" fmla="*/ 52 w 152"/>
              <a:gd name="T37" fmla="*/ 59 h 86"/>
              <a:gd name="T38" fmla="*/ 42 w 152"/>
              <a:gd name="T39" fmla="*/ 77 h 86"/>
              <a:gd name="T40" fmla="*/ 48 w 152"/>
              <a:gd name="T41" fmla="*/ 77 h 86"/>
              <a:gd name="T42" fmla="*/ 66 w 152"/>
              <a:gd name="T43" fmla="*/ 70 h 86"/>
              <a:gd name="T44" fmla="*/ 62 w 152"/>
              <a:gd name="T45" fmla="*/ 63 h 86"/>
              <a:gd name="T46" fmla="*/ 50 w 152"/>
              <a:gd name="T47" fmla="*/ 75 h 86"/>
              <a:gd name="T48" fmla="*/ 54 w 152"/>
              <a:gd name="T49" fmla="*/ 82 h 86"/>
              <a:gd name="T50" fmla="*/ 70 w 152"/>
              <a:gd name="T51" fmla="*/ 80 h 86"/>
              <a:gd name="T52" fmla="*/ 71 w 152"/>
              <a:gd name="T53" fmla="*/ 72 h 86"/>
              <a:gd name="T54" fmla="*/ 65 w 152"/>
              <a:gd name="T55" fmla="*/ 72 h 86"/>
              <a:gd name="T56" fmla="*/ 59 w 152"/>
              <a:gd name="T57" fmla="*/ 85 h 86"/>
              <a:gd name="T58" fmla="*/ 66 w 152"/>
              <a:gd name="T59" fmla="*/ 84 h 86"/>
              <a:gd name="T60" fmla="*/ 131 w 152"/>
              <a:gd name="T61" fmla="*/ 0 h 86"/>
              <a:gd name="T62" fmla="*/ 126 w 152"/>
              <a:gd name="T63" fmla="*/ 51 h 86"/>
              <a:gd name="T64" fmla="*/ 152 w 152"/>
              <a:gd name="T65" fmla="*/ 41 h 86"/>
              <a:gd name="T66" fmla="*/ 82 w 152"/>
              <a:gd name="T67" fmla="*/ 22 h 86"/>
              <a:gd name="T68" fmla="*/ 75 w 152"/>
              <a:gd name="T69" fmla="*/ 22 h 86"/>
              <a:gd name="T70" fmla="*/ 52 w 152"/>
              <a:gd name="T71" fmla="*/ 33 h 86"/>
              <a:gd name="T72" fmla="*/ 72 w 152"/>
              <a:gd name="T73" fmla="*/ 39 h 86"/>
              <a:gd name="T74" fmla="*/ 112 w 152"/>
              <a:gd name="T75" fmla="*/ 62 h 86"/>
              <a:gd name="T76" fmla="*/ 118 w 152"/>
              <a:gd name="T77" fmla="*/ 54 h 86"/>
              <a:gd name="T78" fmla="*/ 112 w 152"/>
              <a:gd name="T79" fmla="*/ 62 h 86"/>
              <a:gd name="T80" fmla="*/ 38 w 152"/>
              <a:gd name="T81" fmla="*/ 61 h 86"/>
              <a:gd name="T82" fmla="*/ 22 w 152"/>
              <a:gd name="T83" fmla="*/ 57 h 86"/>
              <a:gd name="T84" fmla="*/ 31 w 152"/>
              <a:gd name="T85" fmla="*/ 0 h 86"/>
              <a:gd name="T86" fmla="*/ 36 w 152"/>
              <a:gd name="T87" fmla="*/ 62 h 86"/>
              <a:gd name="T88" fmla="*/ 50 w 152"/>
              <a:gd name="T89" fmla="*/ 2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2" h="86">
                <a:moveTo>
                  <a:pt x="39" y="71"/>
                </a:moveTo>
                <a:cubicBezTo>
                  <a:pt x="38" y="72"/>
                  <a:pt x="37" y="71"/>
                  <a:pt x="36" y="70"/>
                </a:cubicBezTo>
                <a:cubicBezTo>
                  <a:pt x="35" y="69"/>
                  <a:pt x="34" y="68"/>
                  <a:pt x="34" y="67"/>
                </a:cubicBezTo>
                <a:cubicBezTo>
                  <a:pt x="34" y="66"/>
                  <a:pt x="34" y="65"/>
                  <a:pt x="35" y="64"/>
                </a:cubicBezTo>
                <a:cubicBezTo>
                  <a:pt x="41" y="57"/>
                  <a:pt x="41" y="57"/>
                  <a:pt x="41" y="57"/>
                </a:cubicBezTo>
                <a:cubicBezTo>
                  <a:pt x="42" y="56"/>
                  <a:pt x="43" y="56"/>
                  <a:pt x="44" y="56"/>
                </a:cubicBezTo>
                <a:cubicBezTo>
                  <a:pt x="45" y="55"/>
                  <a:pt x="47" y="56"/>
                  <a:pt x="48" y="57"/>
                </a:cubicBezTo>
                <a:cubicBezTo>
                  <a:pt x="49" y="58"/>
                  <a:pt x="49" y="59"/>
                  <a:pt x="49" y="60"/>
                </a:cubicBezTo>
                <a:cubicBezTo>
                  <a:pt x="49" y="61"/>
                  <a:pt x="49" y="62"/>
                  <a:pt x="48" y="63"/>
                </a:cubicBezTo>
                <a:cubicBezTo>
                  <a:pt x="42" y="70"/>
                  <a:pt x="42" y="70"/>
                  <a:pt x="42" y="70"/>
                </a:cubicBezTo>
                <a:cubicBezTo>
                  <a:pt x="41" y="71"/>
                  <a:pt x="40" y="71"/>
                  <a:pt x="39" y="71"/>
                </a:cubicBezTo>
                <a:close/>
                <a:moveTo>
                  <a:pt x="92" y="62"/>
                </a:moveTo>
                <a:cubicBezTo>
                  <a:pt x="92" y="62"/>
                  <a:pt x="104" y="72"/>
                  <a:pt x="107" y="72"/>
                </a:cubicBezTo>
                <a:cubicBezTo>
                  <a:pt x="109" y="72"/>
                  <a:pt x="110" y="72"/>
                  <a:pt x="111" y="70"/>
                </a:cubicBezTo>
                <a:cubicBezTo>
                  <a:pt x="112" y="69"/>
                  <a:pt x="113" y="67"/>
                  <a:pt x="113" y="66"/>
                </a:cubicBezTo>
                <a:cubicBezTo>
                  <a:pt x="113" y="64"/>
                  <a:pt x="112" y="63"/>
                  <a:pt x="112" y="62"/>
                </a:cubicBezTo>
                <a:moveTo>
                  <a:pt x="83" y="68"/>
                </a:moveTo>
                <a:cubicBezTo>
                  <a:pt x="93" y="77"/>
                  <a:pt x="93" y="77"/>
                  <a:pt x="93" y="77"/>
                </a:cubicBezTo>
                <a:cubicBezTo>
                  <a:pt x="94" y="78"/>
                  <a:pt x="96" y="78"/>
                  <a:pt x="97" y="79"/>
                </a:cubicBezTo>
                <a:cubicBezTo>
                  <a:pt x="99" y="79"/>
                  <a:pt x="100" y="78"/>
                  <a:pt x="101" y="77"/>
                </a:cubicBezTo>
                <a:cubicBezTo>
                  <a:pt x="103" y="76"/>
                  <a:pt x="104" y="74"/>
                  <a:pt x="104" y="72"/>
                </a:cubicBezTo>
                <a:cubicBezTo>
                  <a:pt x="103" y="72"/>
                  <a:pt x="103" y="71"/>
                  <a:pt x="103" y="70"/>
                </a:cubicBezTo>
                <a:moveTo>
                  <a:pt x="78" y="78"/>
                </a:moveTo>
                <a:cubicBezTo>
                  <a:pt x="83" y="83"/>
                  <a:pt x="83" y="83"/>
                  <a:pt x="83" y="83"/>
                </a:cubicBezTo>
                <a:cubicBezTo>
                  <a:pt x="84" y="84"/>
                  <a:pt x="85" y="84"/>
                  <a:pt x="87" y="85"/>
                </a:cubicBezTo>
                <a:cubicBezTo>
                  <a:pt x="88" y="85"/>
                  <a:pt x="90" y="84"/>
                  <a:pt x="91" y="83"/>
                </a:cubicBezTo>
                <a:cubicBezTo>
                  <a:pt x="93" y="82"/>
                  <a:pt x="93" y="80"/>
                  <a:pt x="93" y="78"/>
                </a:cubicBezTo>
                <a:cubicBezTo>
                  <a:pt x="93" y="78"/>
                  <a:pt x="93" y="77"/>
                  <a:pt x="93" y="77"/>
                </a:cubicBezTo>
                <a:moveTo>
                  <a:pt x="68" y="82"/>
                </a:moveTo>
                <a:cubicBezTo>
                  <a:pt x="71" y="84"/>
                  <a:pt x="71" y="84"/>
                  <a:pt x="71" y="84"/>
                </a:cubicBezTo>
                <a:cubicBezTo>
                  <a:pt x="72" y="85"/>
                  <a:pt x="74" y="85"/>
                  <a:pt x="76" y="85"/>
                </a:cubicBezTo>
                <a:cubicBezTo>
                  <a:pt x="78" y="85"/>
                  <a:pt x="80" y="84"/>
                  <a:pt x="81" y="83"/>
                </a:cubicBezTo>
                <a:cubicBezTo>
                  <a:pt x="81" y="83"/>
                  <a:pt x="82" y="82"/>
                  <a:pt x="82" y="82"/>
                </a:cubicBezTo>
                <a:moveTo>
                  <a:pt x="48" y="77"/>
                </a:moveTo>
                <a:cubicBezTo>
                  <a:pt x="59" y="65"/>
                  <a:pt x="59" y="65"/>
                  <a:pt x="59" y="65"/>
                </a:cubicBezTo>
                <a:cubicBezTo>
                  <a:pt x="60" y="63"/>
                  <a:pt x="60" y="60"/>
                  <a:pt x="58" y="59"/>
                </a:cubicBezTo>
                <a:cubicBezTo>
                  <a:pt x="57" y="58"/>
                  <a:pt x="56" y="57"/>
                  <a:pt x="55" y="57"/>
                </a:cubicBezTo>
                <a:cubicBezTo>
                  <a:pt x="53" y="58"/>
                  <a:pt x="52" y="58"/>
                  <a:pt x="52" y="59"/>
                </a:cubicBezTo>
                <a:cubicBezTo>
                  <a:pt x="41" y="71"/>
                  <a:pt x="41" y="71"/>
                  <a:pt x="41" y="71"/>
                </a:cubicBezTo>
                <a:cubicBezTo>
                  <a:pt x="40" y="72"/>
                  <a:pt x="40" y="75"/>
                  <a:pt x="42" y="77"/>
                </a:cubicBezTo>
                <a:cubicBezTo>
                  <a:pt x="43" y="78"/>
                  <a:pt x="44" y="78"/>
                  <a:pt x="45" y="78"/>
                </a:cubicBezTo>
                <a:cubicBezTo>
                  <a:pt x="46" y="78"/>
                  <a:pt x="47" y="78"/>
                  <a:pt x="48" y="77"/>
                </a:cubicBezTo>
                <a:close/>
                <a:moveTo>
                  <a:pt x="57" y="81"/>
                </a:moveTo>
                <a:cubicBezTo>
                  <a:pt x="66" y="70"/>
                  <a:pt x="66" y="70"/>
                  <a:pt x="66" y="70"/>
                </a:cubicBezTo>
                <a:cubicBezTo>
                  <a:pt x="68" y="68"/>
                  <a:pt x="68" y="65"/>
                  <a:pt x="66" y="64"/>
                </a:cubicBezTo>
                <a:cubicBezTo>
                  <a:pt x="65" y="63"/>
                  <a:pt x="64" y="62"/>
                  <a:pt x="62" y="63"/>
                </a:cubicBezTo>
                <a:cubicBezTo>
                  <a:pt x="61" y="63"/>
                  <a:pt x="60" y="63"/>
                  <a:pt x="60" y="64"/>
                </a:cubicBezTo>
                <a:cubicBezTo>
                  <a:pt x="50" y="75"/>
                  <a:pt x="50" y="75"/>
                  <a:pt x="50" y="75"/>
                </a:cubicBezTo>
                <a:cubicBezTo>
                  <a:pt x="48" y="77"/>
                  <a:pt x="48" y="79"/>
                  <a:pt x="50" y="81"/>
                </a:cubicBezTo>
                <a:cubicBezTo>
                  <a:pt x="51" y="82"/>
                  <a:pt x="53" y="83"/>
                  <a:pt x="54" y="82"/>
                </a:cubicBezTo>
                <a:cubicBezTo>
                  <a:pt x="55" y="82"/>
                  <a:pt x="56" y="82"/>
                  <a:pt x="57" y="81"/>
                </a:cubicBezTo>
                <a:close/>
                <a:moveTo>
                  <a:pt x="70" y="80"/>
                </a:moveTo>
                <a:cubicBezTo>
                  <a:pt x="71" y="78"/>
                  <a:pt x="71" y="78"/>
                  <a:pt x="71" y="78"/>
                </a:cubicBezTo>
                <a:cubicBezTo>
                  <a:pt x="73" y="76"/>
                  <a:pt x="73" y="73"/>
                  <a:pt x="71" y="72"/>
                </a:cubicBezTo>
                <a:cubicBezTo>
                  <a:pt x="70" y="71"/>
                  <a:pt x="69" y="70"/>
                  <a:pt x="67" y="71"/>
                </a:cubicBezTo>
                <a:cubicBezTo>
                  <a:pt x="66" y="71"/>
                  <a:pt x="65" y="71"/>
                  <a:pt x="65" y="72"/>
                </a:cubicBezTo>
                <a:cubicBezTo>
                  <a:pt x="59" y="78"/>
                  <a:pt x="59" y="78"/>
                  <a:pt x="59" y="78"/>
                </a:cubicBezTo>
                <a:cubicBezTo>
                  <a:pt x="57" y="80"/>
                  <a:pt x="57" y="83"/>
                  <a:pt x="59" y="85"/>
                </a:cubicBezTo>
                <a:cubicBezTo>
                  <a:pt x="60" y="86"/>
                  <a:pt x="62" y="86"/>
                  <a:pt x="63" y="86"/>
                </a:cubicBezTo>
                <a:cubicBezTo>
                  <a:pt x="64" y="86"/>
                  <a:pt x="65" y="85"/>
                  <a:pt x="66" y="84"/>
                </a:cubicBezTo>
                <a:lnTo>
                  <a:pt x="70" y="80"/>
                </a:lnTo>
                <a:close/>
                <a:moveTo>
                  <a:pt x="131" y="0"/>
                </a:moveTo>
                <a:cubicBezTo>
                  <a:pt x="121" y="5"/>
                  <a:pt x="107" y="13"/>
                  <a:pt x="105" y="14"/>
                </a:cubicBezTo>
                <a:cubicBezTo>
                  <a:pt x="107" y="18"/>
                  <a:pt x="116" y="32"/>
                  <a:pt x="126" y="51"/>
                </a:cubicBezTo>
                <a:cubicBezTo>
                  <a:pt x="128" y="54"/>
                  <a:pt x="128" y="54"/>
                  <a:pt x="128" y="54"/>
                </a:cubicBezTo>
                <a:cubicBezTo>
                  <a:pt x="152" y="41"/>
                  <a:pt x="152" y="41"/>
                  <a:pt x="152" y="41"/>
                </a:cubicBezTo>
                <a:moveTo>
                  <a:pt x="108" y="20"/>
                </a:moveTo>
                <a:cubicBezTo>
                  <a:pt x="96" y="15"/>
                  <a:pt x="89" y="22"/>
                  <a:pt x="82" y="22"/>
                </a:cubicBezTo>
                <a:cubicBezTo>
                  <a:pt x="79" y="22"/>
                  <a:pt x="77" y="22"/>
                  <a:pt x="75" y="22"/>
                </a:cubicBezTo>
                <a:cubicBezTo>
                  <a:pt x="75" y="22"/>
                  <a:pt x="75" y="22"/>
                  <a:pt x="75" y="22"/>
                </a:cubicBezTo>
                <a:cubicBezTo>
                  <a:pt x="74" y="22"/>
                  <a:pt x="73" y="23"/>
                  <a:pt x="73" y="23"/>
                </a:cubicBezTo>
                <a:cubicBezTo>
                  <a:pt x="52" y="33"/>
                  <a:pt x="52" y="33"/>
                  <a:pt x="52" y="33"/>
                </a:cubicBezTo>
                <a:cubicBezTo>
                  <a:pt x="43" y="38"/>
                  <a:pt x="52" y="46"/>
                  <a:pt x="55" y="45"/>
                </a:cubicBezTo>
                <a:cubicBezTo>
                  <a:pt x="59" y="44"/>
                  <a:pt x="67" y="41"/>
                  <a:pt x="72" y="39"/>
                </a:cubicBezTo>
                <a:cubicBezTo>
                  <a:pt x="75" y="37"/>
                  <a:pt x="79" y="38"/>
                  <a:pt x="82" y="40"/>
                </a:cubicBezTo>
                <a:cubicBezTo>
                  <a:pt x="91" y="47"/>
                  <a:pt x="110" y="61"/>
                  <a:pt x="112" y="62"/>
                </a:cubicBezTo>
                <a:moveTo>
                  <a:pt x="125" y="49"/>
                </a:moveTo>
                <a:cubicBezTo>
                  <a:pt x="124" y="50"/>
                  <a:pt x="119" y="53"/>
                  <a:pt x="118" y="54"/>
                </a:cubicBezTo>
                <a:cubicBezTo>
                  <a:pt x="118" y="54"/>
                  <a:pt x="117" y="55"/>
                  <a:pt x="116" y="57"/>
                </a:cubicBezTo>
                <a:cubicBezTo>
                  <a:pt x="115" y="59"/>
                  <a:pt x="113" y="62"/>
                  <a:pt x="112" y="62"/>
                </a:cubicBezTo>
                <a:moveTo>
                  <a:pt x="38" y="61"/>
                </a:moveTo>
                <a:cubicBezTo>
                  <a:pt x="38" y="61"/>
                  <a:pt x="38" y="61"/>
                  <a:pt x="38" y="61"/>
                </a:cubicBezTo>
                <a:moveTo>
                  <a:pt x="0" y="39"/>
                </a:moveTo>
                <a:cubicBezTo>
                  <a:pt x="22" y="57"/>
                  <a:pt x="22" y="57"/>
                  <a:pt x="22" y="57"/>
                </a:cubicBezTo>
                <a:cubicBezTo>
                  <a:pt x="53" y="18"/>
                  <a:pt x="53" y="18"/>
                  <a:pt x="53" y="18"/>
                </a:cubicBezTo>
                <a:cubicBezTo>
                  <a:pt x="31" y="0"/>
                  <a:pt x="31" y="0"/>
                  <a:pt x="31" y="0"/>
                </a:cubicBezTo>
                <a:moveTo>
                  <a:pt x="24" y="54"/>
                </a:moveTo>
                <a:cubicBezTo>
                  <a:pt x="30" y="59"/>
                  <a:pt x="36" y="62"/>
                  <a:pt x="36" y="62"/>
                </a:cubicBezTo>
                <a:moveTo>
                  <a:pt x="65" y="27"/>
                </a:moveTo>
                <a:cubicBezTo>
                  <a:pt x="62" y="25"/>
                  <a:pt x="56" y="23"/>
                  <a:pt x="50" y="21"/>
                </a:cubicBezTo>
              </a:path>
            </a:pathLst>
          </a:custGeom>
          <a:noFill/>
          <a:ln w="15875"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2" name="Freeform 22">
            <a:extLst>
              <a:ext uri="{FF2B5EF4-FFF2-40B4-BE49-F238E27FC236}">
                <a16:creationId xmlns:a16="http://schemas.microsoft.com/office/drawing/2014/main" id="{9F847881-E792-4C72-94BE-82DD853BA0F5}"/>
              </a:ext>
            </a:extLst>
          </p:cNvPr>
          <p:cNvSpPr>
            <a:spLocks noEditPoints="1"/>
          </p:cNvSpPr>
          <p:nvPr/>
        </p:nvSpPr>
        <p:spPr bwMode="auto">
          <a:xfrm>
            <a:off x="4835338" y="2166025"/>
            <a:ext cx="451826" cy="364688"/>
          </a:xfrm>
          <a:custGeom>
            <a:avLst/>
            <a:gdLst>
              <a:gd name="T0" fmla="*/ 117 w 117"/>
              <a:gd name="T1" fmla="*/ 94 h 94"/>
              <a:gd name="T2" fmla="*/ 0 w 117"/>
              <a:gd name="T3" fmla="*/ 94 h 94"/>
              <a:gd name="T4" fmla="*/ 29 w 117"/>
              <a:gd name="T5" fmla="*/ 69 h 94"/>
              <a:gd name="T6" fmla="*/ 13 w 117"/>
              <a:gd name="T7" fmla="*/ 69 h 94"/>
              <a:gd name="T8" fmla="*/ 13 w 117"/>
              <a:gd name="T9" fmla="*/ 94 h 94"/>
              <a:gd name="T10" fmla="*/ 29 w 117"/>
              <a:gd name="T11" fmla="*/ 94 h 94"/>
              <a:gd name="T12" fmla="*/ 29 w 117"/>
              <a:gd name="T13" fmla="*/ 69 h 94"/>
              <a:gd name="T14" fmla="*/ 54 w 117"/>
              <a:gd name="T15" fmla="*/ 44 h 94"/>
              <a:gd name="T16" fmla="*/ 38 w 117"/>
              <a:gd name="T17" fmla="*/ 44 h 94"/>
              <a:gd name="T18" fmla="*/ 38 w 117"/>
              <a:gd name="T19" fmla="*/ 94 h 94"/>
              <a:gd name="T20" fmla="*/ 54 w 117"/>
              <a:gd name="T21" fmla="*/ 94 h 94"/>
              <a:gd name="T22" fmla="*/ 54 w 117"/>
              <a:gd name="T23" fmla="*/ 44 h 94"/>
              <a:gd name="T24" fmla="*/ 79 w 117"/>
              <a:gd name="T25" fmla="*/ 55 h 94"/>
              <a:gd name="T26" fmla="*/ 63 w 117"/>
              <a:gd name="T27" fmla="*/ 55 h 94"/>
              <a:gd name="T28" fmla="*/ 63 w 117"/>
              <a:gd name="T29" fmla="*/ 94 h 94"/>
              <a:gd name="T30" fmla="*/ 79 w 117"/>
              <a:gd name="T31" fmla="*/ 94 h 94"/>
              <a:gd name="T32" fmla="*/ 79 w 117"/>
              <a:gd name="T33" fmla="*/ 55 h 94"/>
              <a:gd name="T34" fmla="*/ 105 w 117"/>
              <a:gd name="T35" fmla="*/ 29 h 94"/>
              <a:gd name="T36" fmla="*/ 88 w 117"/>
              <a:gd name="T37" fmla="*/ 29 h 94"/>
              <a:gd name="T38" fmla="*/ 88 w 117"/>
              <a:gd name="T39" fmla="*/ 94 h 94"/>
              <a:gd name="T40" fmla="*/ 105 w 117"/>
              <a:gd name="T41" fmla="*/ 94 h 94"/>
              <a:gd name="T42" fmla="*/ 105 w 117"/>
              <a:gd name="T43" fmla="*/ 29 h 94"/>
              <a:gd name="T44" fmla="*/ 21 w 117"/>
              <a:gd name="T45" fmla="*/ 41 h 94"/>
              <a:gd name="T46" fmla="*/ 16 w 117"/>
              <a:gd name="T47" fmla="*/ 46 h 94"/>
              <a:gd name="T48" fmla="*/ 21 w 117"/>
              <a:gd name="T49" fmla="*/ 50 h 94"/>
              <a:gd name="T50" fmla="*/ 25 w 117"/>
              <a:gd name="T51" fmla="*/ 46 h 94"/>
              <a:gd name="T52" fmla="*/ 21 w 117"/>
              <a:gd name="T53" fmla="*/ 41 h 94"/>
              <a:gd name="T54" fmla="*/ 46 w 117"/>
              <a:gd name="T55" fmla="*/ 17 h 94"/>
              <a:gd name="T56" fmla="*/ 41 w 117"/>
              <a:gd name="T57" fmla="*/ 21 h 94"/>
              <a:gd name="T58" fmla="*/ 46 w 117"/>
              <a:gd name="T59" fmla="*/ 26 h 94"/>
              <a:gd name="T60" fmla="*/ 51 w 117"/>
              <a:gd name="T61" fmla="*/ 21 h 94"/>
              <a:gd name="T62" fmla="*/ 46 w 117"/>
              <a:gd name="T63" fmla="*/ 17 h 94"/>
              <a:gd name="T64" fmla="*/ 71 w 117"/>
              <a:gd name="T65" fmla="*/ 29 h 94"/>
              <a:gd name="T66" fmla="*/ 67 w 117"/>
              <a:gd name="T67" fmla="*/ 34 h 94"/>
              <a:gd name="T68" fmla="*/ 71 w 117"/>
              <a:gd name="T69" fmla="*/ 38 h 94"/>
              <a:gd name="T70" fmla="*/ 76 w 117"/>
              <a:gd name="T71" fmla="*/ 34 h 94"/>
              <a:gd name="T72" fmla="*/ 71 w 117"/>
              <a:gd name="T73" fmla="*/ 29 h 94"/>
              <a:gd name="T74" fmla="*/ 96 w 117"/>
              <a:gd name="T75" fmla="*/ 0 h 94"/>
              <a:gd name="T76" fmla="*/ 92 w 117"/>
              <a:gd name="T77" fmla="*/ 5 h 94"/>
              <a:gd name="T78" fmla="*/ 96 w 117"/>
              <a:gd name="T79" fmla="*/ 9 h 94"/>
              <a:gd name="T80" fmla="*/ 101 w 117"/>
              <a:gd name="T81" fmla="*/ 5 h 94"/>
              <a:gd name="T82" fmla="*/ 96 w 117"/>
              <a:gd name="T83" fmla="*/ 0 h 94"/>
              <a:gd name="T84" fmla="*/ 74 w 117"/>
              <a:gd name="T85" fmla="*/ 30 h 94"/>
              <a:gd name="T86" fmla="*/ 93 w 117"/>
              <a:gd name="T87" fmla="*/ 8 h 94"/>
              <a:gd name="T88" fmla="*/ 50 w 117"/>
              <a:gd name="T89" fmla="*/ 23 h 94"/>
              <a:gd name="T90" fmla="*/ 67 w 117"/>
              <a:gd name="T91" fmla="*/ 32 h 94"/>
              <a:gd name="T92" fmla="*/ 43 w 117"/>
              <a:gd name="T93" fmla="*/ 25 h 94"/>
              <a:gd name="T94" fmla="*/ 24 w 117"/>
              <a:gd name="T95" fmla="*/ 4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7" h="94">
                <a:moveTo>
                  <a:pt x="117" y="94"/>
                </a:moveTo>
                <a:cubicBezTo>
                  <a:pt x="0" y="94"/>
                  <a:pt x="0" y="94"/>
                  <a:pt x="0" y="94"/>
                </a:cubicBezTo>
                <a:moveTo>
                  <a:pt x="29" y="69"/>
                </a:moveTo>
                <a:cubicBezTo>
                  <a:pt x="13" y="69"/>
                  <a:pt x="13" y="69"/>
                  <a:pt x="13" y="69"/>
                </a:cubicBezTo>
                <a:cubicBezTo>
                  <a:pt x="13" y="94"/>
                  <a:pt x="13" y="94"/>
                  <a:pt x="13" y="94"/>
                </a:cubicBezTo>
                <a:cubicBezTo>
                  <a:pt x="29" y="94"/>
                  <a:pt x="29" y="94"/>
                  <a:pt x="29" y="94"/>
                </a:cubicBezTo>
                <a:lnTo>
                  <a:pt x="29" y="69"/>
                </a:lnTo>
                <a:close/>
                <a:moveTo>
                  <a:pt x="54" y="44"/>
                </a:moveTo>
                <a:cubicBezTo>
                  <a:pt x="38" y="44"/>
                  <a:pt x="38" y="44"/>
                  <a:pt x="38" y="44"/>
                </a:cubicBezTo>
                <a:cubicBezTo>
                  <a:pt x="38" y="94"/>
                  <a:pt x="38" y="94"/>
                  <a:pt x="38" y="94"/>
                </a:cubicBezTo>
                <a:cubicBezTo>
                  <a:pt x="54" y="94"/>
                  <a:pt x="54" y="94"/>
                  <a:pt x="54" y="94"/>
                </a:cubicBezTo>
                <a:lnTo>
                  <a:pt x="54" y="44"/>
                </a:lnTo>
                <a:close/>
                <a:moveTo>
                  <a:pt x="79" y="55"/>
                </a:moveTo>
                <a:cubicBezTo>
                  <a:pt x="63" y="55"/>
                  <a:pt x="63" y="55"/>
                  <a:pt x="63" y="55"/>
                </a:cubicBezTo>
                <a:cubicBezTo>
                  <a:pt x="63" y="94"/>
                  <a:pt x="63" y="94"/>
                  <a:pt x="63" y="94"/>
                </a:cubicBezTo>
                <a:cubicBezTo>
                  <a:pt x="79" y="94"/>
                  <a:pt x="79" y="94"/>
                  <a:pt x="79" y="94"/>
                </a:cubicBezTo>
                <a:lnTo>
                  <a:pt x="79" y="55"/>
                </a:lnTo>
                <a:close/>
                <a:moveTo>
                  <a:pt x="105" y="29"/>
                </a:moveTo>
                <a:cubicBezTo>
                  <a:pt x="88" y="29"/>
                  <a:pt x="88" y="29"/>
                  <a:pt x="88" y="29"/>
                </a:cubicBezTo>
                <a:cubicBezTo>
                  <a:pt x="88" y="94"/>
                  <a:pt x="88" y="94"/>
                  <a:pt x="88" y="94"/>
                </a:cubicBezTo>
                <a:cubicBezTo>
                  <a:pt x="105" y="94"/>
                  <a:pt x="105" y="94"/>
                  <a:pt x="105" y="94"/>
                </a:cubicBezTo>
                <a:lnTo>
                  <a:pt x="105" y="29"/>
                </a:lnTo>
                <a:close/>
                <a:moveTo>
                  <a:pt x="21" y="41"/>
                </a:moveTo>
                <a:cubicBezTo>
                  <a:pt x="18" y="41"/>
                  <a:pt x="16" y="43"/>
                  <a:pt x="16" y="46"/>
                </a:cubicBezTo>
                <a:cubicBezTo>
                  <a:pt x="16" y="48"/>
                  <a:pt x="18" y="50"/>
                  <a:pt x="21" y="50"/>
                </a:cubicBezTo>
                <a:cubicBezTo>
                  <a:pt x="23" y="50"/>
                  <a:pt x="25" y="48"/>
                  <a:pt x="25" y="46"/>
                </a:cubicBezTo>
                <a:cubicBezTo>
                  <a:pt x="25" y="43"/>
                  <a:pt x="23" y="41"/>
                  <a:pt x="21" y="41"/>
                </a:cubicBezTo>
                <a:close/>
                <a:moveTo>
                  <a:pt x="46" y="17"/>
                </a:moveTo>
                <a:cubicBezTo>
                  <a:pt x="43" y="17"/>
                  <a:pt x="41" y="19"/>
                  <a:pt x="41" y="21"/>
                </a:cubicBezTo>
                <a:cubicBezTo>
                  <a:pt x="41" y="24"/>
                  <a:pt x="43" y="26"/>
                  <a:pt x="46" y="26"/>
                </a:cubicBezTo>
                <a:cubicBezTo>
                  <a:pt x="48" y="26"/>
                  <a:pt x="51" y="24"/>
                  <a:pt x="51" y="21"/>
                </a:cubicBezTo>
                <a:cubicBezTo>
                  <a:pt x="51" y="19"/>
                  <a:pt x="48" y="17"/>
                  <a:pt x="46" y="17"/>
                </a:cubicBezTo>
                <a:close/>
                <a:moveTo>
                  <a:pt x="71" y="29"/>
                </a:moveTo>
                <a:cubicBezTo>
                  <a:pt x="69" y="29"/>
                  <a:pt x="67" y="31"/>
                  <a:pt x="67" y="34"/>
                </a:cubicBezTo>
                <a:cubicBezTo>
                  <a:pt x="67" y="36"/>
                  <a:pt x="69" y="38"/>
                  <a:pt x="71" y="38"/>
                </a:cubicBezTo>
                <a:cubicBezTo>
                  <a:pt x="74" y="38"/>
                  <a:pt x="76" y="36"/>
                  <a:pt x="76" y="34"/>
                </a:cubicBezTo>
                <a:cubicBezTo>
                  <a:pt x="76" y="31"/>
                  <a:pt x="74" y="29"/>
                  <a:pt x="71" y="29"/>
                </a:cubicBezTo>
                <a:close/>
                <a:moveTo>
                  <a:pt x="96" y="0"/>
                </a:moveTo>
                <a:cubicBezTo>
                  <a:pt x="94" y="0"/>
                  <a:pt x="92" y="2"/>
                  <a:pt x="92" y="5"/>
                </a:cubicBezTo>
                <a:cubicBezTo>
                  <a:pt x="92" y="7"/>
                  <a:pt x="94" y="9"/>
                  <a:pt x="96" y="9"/>
                </a:cubicBezTo>
                <a:cubicBezTo>
                  <a:pt x="99" y="9"/>
                  <a:pt x="101" y="7"/>
                  <a:pt x="101" y="5"/>
                </a:cubicBezTo>
                <a:cubicBezTo>
                  <a:pt x="101" y="2"/>
                  <a:pt x="99" y="0"/>
                  <a:pt x="96" y="0"/>
                </a:cubicBezTo>
                <a:close/>
                <a:moveTo>
                  <a:pt x="74" y="30"/>
                </a:moveTo>
                <a:cubicBezTo>
                  <a:pt x="93" y="8"/>
                  <a:pt x="93" y="8"/>
                  <a:pt x="93" y="8"/>
                </a:cubicBezTo>
                <a:moveTo>
                  <a:pt x="50" y="23"/>
                </a:moveTo>
                <a:cubicBezTo>
                  <a:pt x="67" y="32"/>
                  <a:pt x="67" y="32"/>
                  <a:pt x="67" y="32"/>
                </a:cubicBezTo>
                <a:moveTo>
                  <a:pt x="43" y="25"/>
                </a:moveTo>
                <a:cubicBezTo>
                  <a:pt x="24" y="42"/>
                  <a:pt x="24" y="42"/>
                  <a:pt x="24" y="42"/>
                </a:cubicBezTo>
              </a:path>
            </a:pathLst>
          </a:custGeom>
          <a:noFill/>
          <a:ln w="15875"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134434527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p:cTn id="7" dur="1000" fill="hold"/>
                                            <p:tgtEl>
                                              <p:spTgt spid="67"/>
                                            </p:tgtEl>
                                            <p:attrNameLst>
                                              <p:attrName>ppt_w</p:attrName>
                                            </p:attrNameLst>
                                          </p:cBhvr>
                                          <p:tavLst>
                                            <p:tav tm="0">
                                              <p:val>
                                                <p:fltVal val="0"/>
                                              </p:val>
                                            </p:tav>
                                            <p:tav tm="100000">
                                              <p:val>
                                                <p:strVal val="#ppt_w"/>
                                              </p:val>
                                            </p:tav>
                                          </p:tavLst>
                                        </p:anim>
                                        <p:anim calcmode="lin" valueType="num">
                                          <p:cBhvr>
                                            <p:cTn id="8" dur="1000" fill="hold"/>
                                            <p:tgtEl>
                                              <p:spTgt spid="67"/>
                                            </p:tgtEl>
                                            <p:attrNameLst>
                                              <p:attrName>ppt_h</p:attrName>
                                            </p:attrNameLst>
                                          </p:cBhvr>
                                          <p:tavLst>
                                            <p:tav tm="0">
                                              <p:val>
                                                <p:fltVal val="0"/>
                                              </p:val>
                                            </p:tav>
                                            <p:tav tm="100000">
                                              <p:val>
                                                <p:strVal val="#ppt_h"/>
                                              </p:val>
                                            </p:tav>
                                          </p:tavLst>
                                        </p:anim>
                                        <p:animEffect transition="in" filter="fade">
                                          <p:cBhvr>
                                            <p:cTn id="9" dur="1000"/>
                                            <p:tgtEl>
                                              <p:spTgt spid="67"/>
                                            </p:tgtEl>
                                          </p:cBhvr>
                                        </p:animEffect>
                                      </p:childTnLst>
                                    </p:cTn>
                                  </p:par>
                                  <p:par>
                                    <p:cTn id="10" presetID="2" presetClass="entr" presetSubtype="4" fill="hold" grpId="0" nodeType="withEffect" p14:presetBounceEnd="67000">
                                      <p:stCondLst>
                                        <p:cond delay="150"/>
                                      </p:stCondLst>
                                      <p:childTnLst>
                                        <p:set>
                                          <p:cBhvr>
                                            <p:cTn id="11" dur="1" fill="hold">
                                              <p:stCondLst>
                                                <p:cond delay="0"/>
                                              </p:stCondLst>
                                            </p:cTn>
                                            <p:tgtEl>
                                              <p:spTgt spid="83"/>
                                            </p:tgtEl>
                                            <p:attrNameLst>
                                              <p:attrName>style.visibility</p:attrName>
                                            </p:attrNameLst>
                                          </p:cBhvr>
                                          <p:to>
                                            <p:strVal val="visible"/>
                                          </p:to>
                                        </p:set>
                                        <p:anim calcmode="lin" valueType="num" p14:bounceEnd="67000">
                                          <p:cBhvr additive="base">
                                            <p:cTn id="12" dur="1000" fill="hold"/>
                                            <p:tgtEl>
                                              <p:spTgt spid="83"/>
                                            </p:tgtEl>
                                            <p:attrNameLst>
                                              <p:attrName>ppt_x</p:attrName>
                                            </p:attrNameLst>
                                          </p:cBhvr>
                                          <p:tavLst>
                                            <p:tav tm="0">
                                              <p:val>
                                                <p:strVal val="#ppt_x"/>
                                              </p:val>
                                            </p:tav>
                                            <p:tav tm="100000">
                                              <p:val>
                                                <p:strVal val="#ppt_x"/>
                                              </p:val>
                                            </p:tav>
                                          </p:tavLst>
                                        </p:anim>
                                        <p:anim calcmode="lin" valueType="num" p14:bounceEnd="67000">
                                          <p:cBhvr additive="base">
                                            <p:cTn id="13" dur="1000" fill="hold"/>
                                            <p:tgtEl>
                                              <p:spTgt spid="83"/>
                                            </p:tgtEl>
                                            <p:attrNameLst>
                                              <p:attrName>ppt_y</p:attrName>
                                            </p:attrNameLst>
                                          </p:cBhvr>
                                          <p:tavLst>
                                            <p:tav tm="0">
                                              <p:val>
                                                <p:strVal val="1+#ppt_h/2"/>
                                              </p:val>
                                            </p:tav>
                                            <p:tav tm="100000">
                                              <p:val>
                                                <p:strVal val="#ppt_y"/>
                                              </p:val>
                                            </p:tav>
                                          </p:tavLst>
                                        </p:anim>
                                      </p:childTnLst>
                                    </p:cTn>
                                  </p:par>
                                  <p:par>
                                    <p:cTn id="14" presetID="2" presetClass="entr" presetSubtype="1" fill="hold" grpId="0" nodeType="withEffect" p14:presetBounceEnd="67000">
                                      <p:stCondLst>
                                        <p:cond delay="300"/>
                                      </p:stCondLst>
                                      <p:childTnLst>
                                        <p:set>
                                          <p:cBhvr>
                                            <p:cTn id="15" dur="1" fill="hold">
                                              <p:stCondLst>
                                                <p:cond delay="0"/>
                                              </p:stCondLst>
                                            </p:cTn>
                                            <p:tgtEl>
                                              <p:spTgt spid="82"/>
                                            </p:tgtEl>
                                            <p:attrNameLst>
                                              <p:attrName>style.visibility</p:attrName>
                                            </p:attrNameLst>
                                          </p:cBhvr>
                                          <p:to>
                                            <p:strVal val="visible"/>
                                          </p:to>
                                        </p:set>
                                        <p:anim calcmode="lin" valueType="num" p14:bounceEnd="67000">
                                          <p:cBhvr additive="base">
                                            <p:cTn id="16" dur="1000" fill="hold"/>
                                            <p:tgtEl>
                                              <p:spTgt spid="82"/>
                                            </p:tgtEl>
                                            <p:attrNameLst>
                                              <p:attrName>ppt_x</p:attrName>
                                            </p:attrNameLst>
                                          </p:cBhvr>
                                          <p:tavLst>
                                            <p:tav tm="0">
                                              <p:val>
                                                <p:strVal val="#ppt_x"/>
                                              </p:val>
                                            </p:tav>
                                            <p:tav tm="100000">
                                              <p:val>
                                                <p:strVal val="#ppt_x"/>
                                              </p:val>
                                            </p:tav>
                                          </p:tavLst>
                                        </p:anim>
                                        <p:anim calcmode="lin" valueType="num" p14:bounceEnd="67000">
                                          <p:cBhvr additive="base">
                                            <p:cTn id="17" dur="1000" fill="hold"/>
                                            <p:tgtEl>
                                              <p:spTgt spid="82"/>
                                            </p:tgtEl>
                                            <p:attrNameLst>
                                              <p:attrName>ppt_y</p:attrName>
                                            </p:attrNameLst>
                                          </p:cBhvr>
                                          <p:tavLst>
                                            <p:tav tm="0">
                                              <p:val>
                                                <p:strVal val="0-#ppt_h/2"/>
                                              </p:val>
                                            </p:tav>
                                            <p:tav tm="100000">
                                              <p:val>
                                                <p:strVal val="#ppt_y"/>
                                              </p:val>
                                            </p:tav>
                                          </p:tavLst>
                                        </p:anim>
                                      </p:childTnLst>
                                    </p:cTn>
                                  </p:par>
                                  <p:par>
                                    <p:cTn id="18" presetID="2" presetClass="entr" presetSubtype="4" fill="hold" grpId="0" nodeType="withEffect" p14:presetBounceEnd="67000">
                                      <p:stCondLst>
                                        <p:cond delay="450"/>
                                      </p:stCondLst>
                                      <p:childTnLst>
                                        <p:set>
                                          <p:cBhvr>
                                            <p:cTn id="19" dur="1" fill="hold">
                                              <p:stCondLst>
                                                <p:cond delay="0"/>
                                              </p:stCondLst>
                                            </p:cTn>
                                            <p:tgtEl>
                                              <p:spTgt spid="81"/>
                                            </p:tgtEl>
                                            <p:attrNameLst>
                                              <p:attrName>style.visibility</p:attrName>
                                            </p:attrNameLst>
                                          </p:cBhvr>
                                          <p:to>
                                            <p:strVal val="visible"/>
                                          </p:to>
                                        </p:set>
                                        <p:anim calcmode="lin" valueType="num" p14:bounceEnd="67000">
                                          <p:cBhvr additive="base">
                                            <p:cTn id="20" dur="1000" fill="hold"/>
                                            <p:tgtEl>
                                              <p:spTgt spid="81"/>
                                            </p:tgtEl>
                                            <p:attrNameLst>
                                              <p:attrName>ppt_x</p:attrName>
                                            </p:attrNameLst>
                                          </p:cBhvr>
                                          <p:tavLst>
                                            <p:tav tm="0">
                                              <p:val>
                                                <p:strVal val="#ppt_x"/>
                                              </p:val>
                                            </p:tav>
                                            <p:tav tm="100000">
                                              <p:val>
                                                <p:strVal val="#ppt_x"/>
                                              </p:val>
                                            </p:tav>
                                          </p:tavLst>
                                        </p:anim>
                                        <p:anim calcmode="lin" valueType="num" p14:bounceEnd="67000">
                                          <p:cBhvr additive="base">
                                            <p:cTn id="21" dur="1000" fill="hold"/>
                                            <p:tgtEl>
                                              <p:spTgt spid="81"/>
                                            </p:tgtEl>
                                            <p:attrNameLst>
                                              <p:attrName>ppt_y</p:attrName>
                                            </p:attrNameLst>
                                          </p:cBhvr>
                                          <p:tavLst>
                                            <p:tav tm="0">
                                              <p:val>
                                                <p:strVal val="1+#ppt_h/2"/>
                                              </p:val>
                                            </p:tav>
                                            <p:tav tm="100000">
                                              <p:val>
                                                <p:strVal val="#ppt_y"/>
                                              </p:val>
                                            </p:tav>
                                          </p:tavLst>
                                        </p:anim>
                                      </p:childTnLst>
                                    </p:cTn>
                                  </p:par>
                                  <p:par>
                                    <p:cTn id="22" presetID="2" presetClass="entr" presetSubtype="1" fill="hold" grpId="0" nodeType="withEffect" p14:presetBounceEnd="67000">
                                      <p:stCondLst>
                                        <p:cond delay="600"/>
                                      </p:stCondLst>
                                      <p:childTnLst>
                                        <p:set>
                                          <p:cBhvr>
                                            <p:cTn id="23" dur="1" fill="hold">
                                              <p:stCondLst>
                                                <p:cond delay="0"/>
                                              </p:stCondLst>
                                            </p:cTn>
                                            <p:tgtEl>
                                              <p:spTgt spid="80"/>
                                            </p:tgtEl>
                                            <p:attrNameLst>
                                              <p:attrName>style.visibility</p:attrName>
                                            </p:attrNameLst>
                                          </p:cBhvr>
                                          <p:to>
                                            <p:strVal val="visible"/>
                                          </p:to>
                                        </p:set>
                                        <p:anim calcmode="lin" valueType="num" p14:bounceEnd="67000">
                                          <p:cBhvr additive="base">
                                            <p:cTn id="24" dur="1000" fill="hold"/>
                                            <p:tgtEl>
                                              <p:spTgt spid="80"/>
                                            </p:tgtEl>
                                            <p:attrNameLst>
                                              <p:attrName>ppt_x</p:attrName>
                                            </p:attrNameLst>
                                          </p:cBhvr>
                                          <p:tavLst>
                                            <p:tav tm="0">
                                              <p:val>
                                                <p:strVal val="#ppt_x"/>
                                              </p:val>
                                            </p:tav>
                                            <p:tav tm="100000">
                                              <p:val>
                                                <p:strVal val="#ppt_x"/>
                                              </p:val>
                                            </p:tav>
                                          </p:tavLst>
                                        </p:anim>
                                        <p:anim calcmode="lin" valueType="num" p14:bounceEnd="67000">
                                          <p:cBhvr additive="base">
                                            <p:cTn id="25" dur="1000" fill="hold"/>
                                            <p:tgtEl>
                                              <p:spTgt spid="80"/>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14:presetBounceEnd="67000">
                                      <p:stCondLst>
                                        <p:cond delay="200"/>
                                      </p:stCondLst>
                                      <p:childTnLst>
                                        <p:set>
                                          <p:cBhvr>
                                            <p:cTn id="27" dur="1" fill="hold">
                                              <p:stCondLst>
                                                <p:cond delay="0"/>
                                              </p:stCondLst>
                                            </p:cTn>
                                            <p:tgtEl>
                                              <p:spTgt spid="79"/>
                                            </p:tgtEl>
                                            <p:attrNameLst>
                                              <p:attrName>style.visibility</p:attrName>
                                            </p:attrNameLst>
                                          </p:cBhvr>
                                          <p:to>
                                            <p:strVal val="visible"/>
                                          </p:to>
                                        </p:set>
                                        <p:anim calcmode="lin" valueType="num" p14:bounceEnd="67000">
                                          <p:cBhvr additive="base">
                                            <p:cTn id="28" dur="1000" fill="hold"/>
                                            <p:tgtEl>
                                              <p:spTgt spid="79"/>
                                            </p:tgtEl>
                                            <p:attrNameLst>
                                              <p:attrName>ppt_x</p:attrName>
                                            </p:attrNameLst>
                                          </p:cBhvr>
                                          <p:tavLst>
                                            <p:tav tm="0">
                                              <p:val>
                                                <p:strVal val="#ppt_x"/>
                                              </p:val>
                                            </p:tav>
                                            <p:tav tm="100000">
                                              <p:val>
                                                <p:strVal val="#ppt_x"/>
                                              </p:val>
                                            </p:tav>
                                          </p:tavLst>
                                        </p:anim>
                                        <p:anim calcmode="lin" valueType="num" p14:bounceEnd="67000">
                                          <p:cBhvr additive="base">
                                            <p:cTn id="29" dur="1000" fill="hold"/>
                                            <p:tgtEl>
                                              <p:spTgt spid="79"/>
                                            </p:tgtEl>
                                            <p:attrNameLst>
                                              <p:attrName>ppt_y</p:attrName>
                                            </p:attrNameLst>
                                          </p:cBhvr>
                                          <p:tavLst>
                                            <p:tav tm="0">
                                              <p:val>
                                                <p:strVal val="0-#ppt_h/2"/>
                                              </p:val>
                                            </p:tav>
                                            <p:tav tm="100000">
                                              <p:val>
                                                <p:strVal val="#ppt_y"/>
                                              </p:val>
                                            </p:tav>
                                          </p:tavLst>
                                        </p:anim>
                                      </p:childTnLst>
                                    </p:cTn>
                                  </p:par>
                                  <p:par>
                                    <p:cTn id="30" presetID="2" presetClass="entr" presetSubtype="4" fill="hold" grpId="0" nodeType="withEffect" p14:presetBounceEnd="67000">
                                      <p:stCondLst>
                                        <p:cond delay="400"/>
                                      </p:stCondLst>
                                      <p:childTnLst>
                                        <p:set>
                                          <p:cBhvr>
                                            <p:cTn id="31" dur="1" fill="hold">
                                              <p:stCondLst>
                                                <p:cond delay="0"/>
                                              </p:stCondLst>
                                            </p:cTn>
                                            <p:tgtEl>
                                              <p:spTgt spid="78"/>
                                            </p:tgtEl>
                                            <p:attrNameLst>
                                              <p:attrName>style.visibility</p:attrName>
                                            </p:attrNameLst>
                                          </p:cBhvr>
                                          <p:to>
                                            <p:strVal val="visible"/>
                                          </p:to>
                                        </p:set>
                                        <p:anim calcmode="lin" valueType="num" p14:bounceEnd="67000">
                                          <p:cBhvr additive="base">
                                            <p:cTn id="32" dur="1000" fill="hold"/>
                                            <p:tgtEl>
                                              <p:spTgt spid="78"/>
                                            </p:tgtEl>
                                            <p:attrNameLst>
                                              <p:attrName>ppt_x</p:attrName>
                                            </p:attrNameLst>
                                          </p:cBhvr>
                                          <p:tavLst>
                                            <p:tav tm="0">
                                              <p:val>
                                                <p:strVal val="#ppt_x"/>
                                              </p:val>
                                            </p:tav>
                                            <p:tav tm="100000">
                                              <p:val>
                                                <p:strVal val="#ppt_x"/>
                                              </p:val>
                                            </p:tav>
                                          </p:tavLst>
                                        </p:anim>
                                        <p:anim calcmode="lin" valueType="num" p14:bounceEnd="67000">
                                          <p:cBhvr additive="base">
                                            <p:cTn id="33" dur="1000" fill="hold"/>
                                            <p:tgtEl>
                                              <p:spTgt spid="78"/>
                                            </p:tgtEl>
                                            <p:attrNameLst>
                                              <p:attrName>ppt_y</p:attrName>
                                            </p:attrNameLst>
                                          </p:cBhvr>
                                          <p:tavLst>
                                            <p:tav tm="0">
                                              <p:val>
                                                <p:strVal val="1+#ppt_h/2"/>
                                              </p:val>
                                            </p:tav>
                                            <p:tav tm="100000">
                                              <p:val>
                                                <p:strVal val="#ppt_y"/>
                                              </p:val>
                                            </p:tav>
                                          </p:tavLst>
                                        </p:anim>
                                      </p:childTnLst>
                                    </p:cTn>
                                  </p:par>
                                  <p:par>
                                    <p:cTn id="34" presetID="2" presetClass="entr" presetSubtype="1" fill="hold" grpId="0" nodeType="withEffect" p14:presetBounceEnd="67000">
                                      <p:stCondLst>
                                        <p:cond delay="600"/>
                                      </p:stCondLst>
                                      <p:childTnLst>
                                        <p:set>
                                          <p:cBhvr>
                                            <p:cTn id="35" dur="1" fill="hold">
                                              <p:stCondLst>
                                                <p:cond delay="0"/>
                                              </p:stCondLst>
                                            </p:cTn>
                                            <p:tgtEl>
                                              <p:spTgt spid="77"/>
                                            </p:tgtEl>
                                            <p:attrNameLst>
                                              <p:attrName>style.visibility</p:attrName>
                                            </p:attrNameLst>
                                          </p:cBhvr>
                                          <p:to>
                                            <p:strVal val="visible"/>
                                          </p:to>
                                        </p:set>
                                        <p:anim calcmode="lin" valueType="num" p14:bounceEnd="67000">
                                          <p:cBhvr additive="base">
                                            <p:cTn id="36" dur="1000" fill="hold"/>
                                            <p:tgtEl>
                                              <p:spTgt spid="77"/>
                                            </p:tgtEl>
                                            <p:attrNameLst>
                                              <p:attrName>ppt_x</p:attrName>
                                            </p:attrNameLst>
                                          </p:cBhvr>
                                          <p:tavLst>
                                            <p:tav tm="0">
                                              <p:val>
                                                <p:strVal val="#ppt_x"/>
                                              </p:val>
                                            </p:tav>
                                            <p:tav tm="100000">
                                              <p:val>
                                                <p:strVal val="#ppt_x"/>
                                              </p:val>
                                            </p:tav>
                                          </p:tavLst>
                                        </p:anim>
                                        <p:anim calcmode="lin" valueType="num" p14:bounceEnd="67000">
                                          <p:cBhvr additive="base">
                                            <p:cTn id="37" dur="1000" fill="hold"/>
                                            <p:tgtEl>
                                              <p:spTgt spid="77"/>
                                            </p:tgtEl>
                                            <p:attrNameLst>
                                              <p:attrName>ppt_y</p:attrName>
                                            </p:attrNameLst>
                                          </p:cBhvr>
                                          <p:tavLst>
                                            <p:tav tm="0">
                                              <p:val>
                                                <p:strVal val="0-#ppt_h/2"/>
                                              </p:val>
                                            </p:tav>
                                            <p:tav tm="100000">
                                              <p:val>
                                                <p:strVal val="#ppt_y"/>
                                              </p:val>
                                            </p:tav>
                                          </p:tavLst>
                                        </p:anim>
                                      </p:childTnLst>
                                    </p:cTn>
                                  </p:par>
                                  <p:par>
                                    <p:cTn id="38" presetID="2" presetClass="entr" presetSubtype="4" fill="hold" grpId="0" nodeType="withEffect" p14:presetBounceEnd="67000">
                                      <p:stCondLst>
                                        <p:cond delay="800"/>
                                      </p:stCondLst>
                                      <p:childTnLst>
                                        <p:set>
                                          <p:cBhvr>
                                            <p:cTn id="39" dur="1" fill="hold">
                                              <p:stCondLst>
                                                <p:cond delay="0"/>
                                              </p:stCondLst>
                                            </p:cTn>
                                            <p:tgtEl>
                                              <p:spTgt spid="76"/>
                                            </p:tgtEl>
                                            <p:attrNameLst>
                                              <p:attrName>style.visibility</p:attrName>
                                            </p:attrNameLst>
                                          </p:cBhvr>
                                          <p:to>
                                            <p:strVal val="visible"/>
                                          </p:to>
                                        </p:set>
                                        <p:anim calcmode="lin" valueType="num" p14:bounceEnd="67000">
                                          <p:cBhvr additive="base">
                                            <p:cTn id="40" dur="1000" fill="hold"/>
                                            <p:tgtEl>
                                              <p:spTgt spid="76"/>
                                            </p:tgtEl>
                                            <p:attrNameLst>
                                              <p:attrName>ppt_x</p:attrName>
                                            </p:attrNameLst>
                                          </p:cBhvr>
                                          <p:tavLst>
                                            <p:tav tm="0">
                                              <p:val>
                                                <p:strVal val="#ppt_x"/>
                                              </p:val>
                                            </p:tav>
                                            <p:tav tm="100000">
                                              <p:val>
                                                <p:strVal val="#ppt_x"/>
                                              </p:val>
                                            </p:tav>
                                          </p:tavLst>
                                        </p:anim>
                                        <p:anim calcmode="lin" valueType="num" p14:bounceEnd="67000">
                                          <p:cBhvr additive="base">
                                            <p:cTn id="41" dur="1000" fill="hold"/>
                                            <p:tgtEl>
                                              <p:spTgt spid="76"/>
                                            </p:tgtEl>
                                            <p:attrNameLst>
                                              <p:attrName>ppt_y</p:attrName>
                                            </p:attrNameLst>
                                          </p:cBhvr>
                                          <p:tavLst>
                                            <p:tav tm="0">
                                              <p:val>
                                                <p:strVal val="1+#ppt_h/2"/>
                                              </p:val>
                                            </p:tav>
                                            <p:tav tm="100000">
                                              <p:val>
                                                <p:strVal val="#ppt_y"/>
                                              </p:val>
                                            </p:tav>
                                          </p:tavLst>
                                        </p:anim>
                                      </p:childTnLst>
                                    </p:cTn>
                                  </p:par>
                                  <p:par>
                                    <p:cTn id="42" presetID="53" presetClass="entr" presetSubtype="16" fill="hold" nodeType="withEffect">
                                      <p:stCondLst>
                                        <p:cond delay="250"/>
                                      </p:stCondLst>
                                      <p:childTnLst>
                                        <p:set>
                                          <p:cBhvr>
                                            <p:cTn id="43" dur="1" fill="hold">
                                              <p:stCondLst>
                                                <p:cond delay="0"/>
                                              </p:stCondLst>
                                            </p:cTn>
                                            <p:tgtEl>
                                              <p:spTgt spid="2"/>
                                            </p:tgtEl>
                                            <p:attrNameLst>
                                              <p:attrName>style.visibility</p:attrName>
                                            </p:attrNameLst>
                                          </p:cBhvr>
                                          <p:to>
                                            <p:strVal val="visible"/>
                                          </p:to>
                                        </p:set>
                                        <p:anim calcmode="lin" valueType="num">
                                          <p:cBhvr>
                                            <p:cTn id="44" dur="750" fill="hold"/>
                                            <p:tgtEl>
                                              <p:spTgt spid="2"/>
                                            </p:tgtEl>
                                            <p:attrNameLst>
                                              <p:attrName>ppt_w</p:attrName>
                                            </p:attrNameLst>
                                          </p:cBhvr>
                                          <p:tavLst>
                                            <p:tav tm="0">
                                              <p:val>
                                                <p:fltVal val="0"/>
                                              </p:val>
                                            </p:tav>
                                            <p:tav tm="100000">
                                              <p:val>
                                                <p:strVal val="#ppt_w"/>
                                              </p:val>
                                            </p:tav>
                                          </p:tavLst>
                                        </p:anim>
                                        <p:anim calcmode="lin" valueType="num">
                                          <p:cBhvr>
                                            <p:cTn id="45" dur="750" fill="hold"/>
                                            <p:tgtEl>
                                              <p:spTgt spid="2"/>
                                            </p:tgtEl>
                                            <p:attrNameLst>
                                              <p:attrName>ppt_h</p:attrName>
                                            </p:attrNameLst>
                                          </p:cBhvr>
                                          <p:tavLst>
                                            <p:tav tm="0">
                                              <p:val>
                                                <p:fltVal val="0"/>
                                              </p:val>
                                            </p:tav>
                                            <p:tav tm="100000">
                                              <p:val>
                                                <p:strVal val="#ppt_h"/>
                                              </p:val>
                                            </p:tav>
                                          </p:tavLst>
                                        </p:anim>
                                        <p:animEffect transition="in" filter="fade">
                                          <p:cBhvr>
                                            <p:cTn id="46" dur="750"/>
                                            <p:tgtEl>
                                              <p:spTgt spid="2"/>
                                            </p:tgtEl>
                                          </p:cBhvr>
                                        </p:animEffect>
                                      </p:childTnLst>
                                    </p:cTn>
                                  </p:par>
                                  <p:par>
                                    <p:cTn id="47" presetID="53" presetClass="entr" presetSubtype="16" fill="hold" nodeType="withEffect">
                                      <p:stCondLst>
                                        <p:cond delay="400"/>
                                      </p:stCondLst>
                                      <p:childTnLst>
                                        <p:set>
                                          <p:cBhvr>
                                            <p:cTn id="48" dur="1" fill="hold">
                                              <p:stCondLst>
                                                <p:cond delay="0"/>
                                              </p:stCondLst>
                                            </p:cTn>
                                            <p:tgtEl>
                                              <p:spTgt spid="3"/>
                                            </p:tgtEl>
                                            <p:attrNameLst>
                                              <p:attrName>style.visibility</p:attrName>
                                            </p:attrNameLst>
                                          </p:cBhvr>
                                          <p:to>
                                            <p:strVal val="visible"/>
                                          </p:to>
                                        </p:set>
                                        <p:anim calcmode="lin" valueType="num">
                                          <p:cBhvr>
                                            <p:cTn id="49" dur="750" fill="hold"/>
                                            <p:tgtEl>
                                              <p:spTgt spid="3"/>
                                            </p:tgtEl>
                                            <p:attrNameLst>
                                              <p:attrName>ppt_w</p:attrName>
                                            </p:attrNameLst>
                                          </p:cBhvr>
                                          <p:tavLst>
                                            <p:tav tm="0">
                                              <p:val>
                                                <p:fltVal val="0"/>
                                              </p:val>
                                            </p:tav>
                                            <p:tav tm="100000">
                                              <p:val>
                                                <p:strVal val="#ppt_w"/>
                                              </p:val>
                                            </p:tav>
                                          </p:tavLst>
                                        </p:anim>
                                        <p:anim calcmode="lin" valueType="num">
                                          <p:cBhvr>
                                            <p:cTn id="50" dur="750" fill="hold"/>
                                            <p:tgtEl>
                                              <p:spTgt spid="3"/>
                                            </p:tgtEl>
                                            <p:attrNameLst>
                                              <p:attrName>ppt_h</p:attrName>
                                            </p:attrNameLst>
                                          </p:cBhvr>
                                          <p:tavLst>
                                            <p:tav tm="0">
                                              <p:val>
                                                <p:fltVal val="0"/>
                                              </p:val>
                                            </p:tav>
                                            <p:tav tm="100000">
                                              <p:val>
                                                <p:strVal val="#ppt_h"/>
                                              </p:val>
                                            </p:tav>
                                          </p:tavLst>
                                        </p:anim>
                                        <p:animEffect transition="in" filter="fade">
                                          <p:cBhvr>
                                            <p:cTn id="51" dur="750"/>
                                            <p:tgtEl>
                                              <p:spTgt spid="3"/>
                                            </p:tgtEl>
                                          </p:cBhvr>
                                        </p:animEffect>
                                      </p:childTnLst>
                                    </p:cTn>
                                  </p:par>
                                  <p:par>
                                    <p:cTn id="52" presetID="53" presetClass="entr" presetSubtype="16" fill="hold" nodeType="withEffect">
                                      <p:stCondLst>
                                        <p:cond delay="600"/>
                                      </p:stCondLst>
                                      <p:childTnLst>
                                        <p:set>
                                          <p:cBhvr>
                                            <p:cTn id="53" dur="1" fill="hold">
                                              <p:stCondLst>
                                                <p:cond delay="0"/>
                                              </p:stCondLst>
                                            </p:cTn>
                                            <p:tgtEl>
                                              <p:spTgt spid="4"/>
                                            </p:tgtEl>
                                            <p:attrNameLst>
                                              <p:attrName>style.visibility</p:attrName>
                                            </p:attrNameLst>
                                          </p:cBhvr>
                                          <p:to>
                                            <p:strVal val="visible"/>
                                          </p:to>
                                        </p:set>
                                        <p:anim calcmode="lin" valueType="num">
                                          <p:cBhvr>
                                            <p:cTn id="54" dur="750" fill="hold"/>
                                            <p:tgtEl>
                                              <p:spTgt spid="4"/>
                                            </p:tgtEl>
                                            <p:attrNameLst>
                                              <p:attrName>ppt_w</p:attrName>
                                            </p:attrNameLst>
                                          </p:cBhvr>
                                          <p:tavLst>
                                            <p:tav tm="0">
                                              <p:val>
                                                <p:fltVal val="0"/>
                                              </p:val>
                                            </p:tav>
                                            <p:tav tm="100000">
                                              <p:val>
                                                <p:strVal val="#ppt_w"/>
                                              </p:val>
                                            </p:tav>
                                          </p:tavLst>
                                        </p:anim>
                                        <p:anim calcmode="lin" valueType="num">
                                          <p:cBhvr>
                                            <p:cTn id="55" dur="750" fill="hold"/>
                                            <p:tgtEl>
                                              <p:spTgt spid="4"/>
                                            </p:tgtEl>
                                            <p:attrNameLst>
                                              <p:attrName>ppt_h</p:attrName>
                                            </p:attrNameLst>
                                          </p:cBhvr>
                                          <p:tavLst>
                                            <p:tav tm="0">
                                              <p:val>
                                                <p:fltVal val="0"/>
                                              </p:val>
                                            </p:tav>
                                            <p:tav tm="100000">
                                              <p:val>
                                                <p:strVal val="#ppt_h"/>
                                              </p:val>
                                            </p:tav>
                                          </p:tavLst>
                                        </p:anim>
                                        <p:animEffect transition="in" filter="fade">
                                          <p:cBhvr>
                                            <p:cTn id="56" dur="750"/>
                                            <p:tgtEl>
                                              <p:spTgt spid="4"/>
                                            </p:tgtEl>
                                          </p:cBhvr>
                                        </p:animEffect>
                                      </p:childTnLst>
                                    </p:cTn>
                                  </p:par>
                                  <p:par>
                                    <p:cTn id="57" presetID="53" presetClass="entr" presetSubtype="16" fill="hold" nodeType="withEffect">
                                      <p:stCondLst>
                                        <p:cond delay="800"/>
                                      </p:stCondLst>
                                      <p:childTnLst>
                                        <p:set>
                                          <p:cBhvr>
                                            <p:cTn id="58" dur="1" fill="hold">
                                              <p:stCondLst>
                                                <p:cond delay="0"/>
                                              </p:stCondLst>
                                            </p:cTn>
                                            <p:tgtEl>
                                              <p:spTgt spid="5"/>
                                            </p:tgtEl>
                                            <p:attrNameLst>
                                              <p:attrName>style.visibility</p:attrName>
                                            </p:attrNameLst>
                                          </p:cBhvr>
                                          <p:to>
                                            <p:strVal val="visible"/>
                                          </p:to>
                                        </p:set>
                                        <p:anim calcmode="lin" valueType="num">
                                          <p:cBhvr>
                                            <p:cTn id="59" dur="750" fill="hold"/>
                                            <p:tgtEl>
                                              <p:spTgt spid="5"/>
                                            </p:tgtEl>
                                            <p:attrNameLst>
                                              <p:attrName>ppt_w</p:attrName>
                                            </p:attrNameLst>
                                          </p:cBhvr>
                                          <p:tavLst>
                                            <p:tav tm="0">
                                              <p:val>
                                                <p:fltVal val="0"/>
                                              </p:val>
                                            </p:tav>
                                            <p:tav tm="100000">
                                              <p:val>
                                                <p:strVal val="#ppt_w"/>
                                              </p:val>
                                            </p:tav>
                                          </p:tavLst>
                                        </p:anim>
                                        <p:anim calcmode="lin" valueType="num">
                                          <p:cBhvr>
                                            <p:cTn id="60" dur="750" fill="hold"/>
                                            <p:tgtEl>
                                              <p:spTgt spid="5"/>
                                            </p:tgtEl>
                                            <p:attrNameLst>
                                              <p:attrName>ppt_h</p:attrName>
                                            </p:attrNameLst>
                                          </p:cBhvr>
                                          <p:tavLst>
                                            <p:tav tm="0">
                                              <p:val>
                                                <p:fltVal val="0"/>
                                              </p:val>
                                            </p:tav>
                                            <p:tav tm="100000">
                                              <p:val>
                                                <p:strVal val="#ppt_h"/>
                                              </p:val>
                                            </p:tav>
                                          </p:tavLst>
                                        </p:anim>
                                        <p:animEffect transition="in" filter="fade">
                                          <p:cBhvr>
                                            <p:cTn id="61" dur="750"/>
                                            <p:tgtEl>
                                              <p:spTgt spid="5"/>
                                            </p:tgtEl>
                                          </p:cBhvr>
                                        </p:animEffect>
                                      </p:childTnLst>
                                    </p:cTn>
                                  </p:par>
                                  <p:par>
                                    <p:cTn id="62" presetID="22" presetClass="entr" presetSubtype="1" fill="hold" grpId="0" nodeType="withEffect">
                                      <p:stCondLst>
                                        <p:cond delay="250"/>
                                      </p:stCondLst>
                                      <p:childTnLst>
                                        <p:set>
                                          <p:cBhvr>
                                            <p:cTn id="63" dur="1" fill="hold">
                                              <p:stCondLst>
                                                <p:cond delay="0"/>
                                              </p:stCondLst>
                                            </p:cTn>
                                            <p:tgtEl>
                                              <p:spTgt spid="71"/>
                                            </p:tgtEl>
                                            <p:attrNameLst>
                                              <p:attrName>style.visibility</p:attrName>
                                            </p:attrNameLst>
                                          </p:cBhvr>
                                          <p:to>
                                            <p:strVal val="visible"/>
                                          </p:to>
                                        </p:set>
                                        <p:animEffect transition="in" filter="wipe(up)">
                                          <p:cBhvr>
                                            <p:cTn id="64" dur="750"/>
                                            <p:tgtEl>
                                              <p:spTgt spid="71"/>
                                            </p:tgtEl>
                                          </p:cBhvr>
                                        </p:animEffect>
                                      </p:childTnLst>
                                    </p:cTn>
                                  </p:par>
                                  <p:par>
                                    <p:cTn id="65" presetID="22" presetClass="entr" presetSubtype="1" fill="hold" grpId="0" nodeType="withEffect">
                                      <p:stCondLst>
                                        <p:cond delay="400"/>
                                      </p:stCondLst>
                                      <p:childTnLst>
                                        <p:set>
                                          <p:cBhvr>
                                            <p:cTn id="66" dur="1" fill="hold">
                                              <p:stCondLst>
                                                <p:cond delay="0"/>
                                              </p:stCondLst>
                                            </p:cTn>
                                            <p:tgtEl>
                                              <p:spTgt spid="70"/>
                                            </p:tgtEl>
                                            <p:attrNameLst>
                                              <p:attrName>style.visibility</p:attrName>
                                            </p:attrNameLst>
                                          </p:cBhvr>
                                          <p:to>
                                            <p:strVal val="visible"/>
                                          </p:to>
                                        </p:set>
                                        <p:animEffect transition="in" filter="wipe(up)">
                                          <p:cBhvr>
                                            <p:cTn id="67" dur="750"/>
                                            <p:tgtEl>
                                              <p:spTgt spid="70"/>
                                            </p:tgtEl>
                                          </p:cBhvr>
                                        </p:animEffect>
                                      </p:childTnLst>
                                    </p:cTn>
                                  </p:par>
                                  <p:par>
                                    <p:cTn id="68" presetID="22" presetClass="entr" presetSubtype="1" fill="hold" grpId="0" nodeType="withEffect">
                                      <p:stCondLst>
                                        <p:cond delay="600"/>
                                      </p:stCondLst>
                                      <p:childTnLst>
                                        <p:set>
                                          <p:cBhvr>
                                            <p:cTn id="69" dur="1" fill="hold">
                                              <p:stCondLst>
                                                <p:cond delay="0"/>
                                              </p:stCondLst>
                                            </p:cTn>
                                            <p:tgtEl>
                                              <p:spTgt spid="69"/>
                                            </p:tgtEl>
                                            <p:attrNameLst>
                                              <p:attrName>style.visibility</p:attrName>
                                            </p:attrNameLst>
                                          </p:cBhvr>
                                          <p:to>
                                            <p:strVal val="visible"/>
                                          </p:to>
                                        </p:set>
                                        <p:animEffect transition="in" filter="wipe(up)">
                                          <p:cBhvr>
                                            <p:cTn id="70" dur="750"/>
                                            <p:tgtEl>
                                              <p:spTgt spid="69"/>
                                            </p:tgtEl>
                                          </p:cBhvr>
                                        </p:animEffect>
                                      </p:childTnLst>
                                    </p:cTn>
                                  </p:par>
                                  <p:par>
                                    <p:cTn id="71" presetID="22" presetClass="entr" presetSubtype="1" fill="hold" grpId="0" nodeType="withEffect">
                                      <p:stCondLst>
                                        <p:cond delay="800"/>
                                      </p:stCondLst>
                                      <p:childTnLst>
                                        <p:set>
                                          <p:cBhvr>
                                            <p:cTn id="72" dur="1" fill="hold">
                                              <p:stCondLst>
                                                <p:cond delay="0"/>
                                              </p:stCondLst>
                                            </p:cTn>
                                            <p:tgtEl>
                                              <p:spTgt spid="68"/>
                                            </p:tgtEl>
                                            <p:attrNameLst>
                                              <p:attrName>style.visibility</p:attrName>
                                            </p:attrNameLst>
                                          </p:cBhvr>
                                          <p:to>
                                            <p:strVal val="visible"/>
                                          </p:to>
                                        </p:set>
                                        <p:animEffect transition="in" filter="wipe(up)">
                                          <p:cBhvr>
                                            <p:cTn id="73" dur="750"/>
                                            <p:tgtEl>
                                              <p:spTgt spid="68"/>
                                            </p:tgtEl>
                                          </p:cBhvr>
                                        </p:animEffect>
                                      </p:childTnLst>
                                    </p:cTn>
                                  </p:par>
                                  <p:par>
                                    <p:cTn id="74" presetID="53" presetClass="entr" presetSubtype="16" fill="hold" grpId="0" nodeType="withEffect">
                                      <p:stCondLst>
                                        <p:cond delay="250"/>
                                      </p:stCondLst>
                                      <p:childTnLst>
                                        <p:set>
                                          <p:cBhvr>
                                            <p:cTn id="75" dur="1" fill="hold">
                                              <p:stCondLst>
                                                <p:cond delay="0"/>
                                              </p:stCondLst>
                                            </p:cTn>
                                            <p:tgtEl>
                                              <p:spTgt spid="75"/>
                                            </p:tgtEl>
                                            <p:attrNameLst>
                                              <p:attrName>style.visibility</p:attrName>
                                            </p:attrNameLst>
                                          </p:cBhvr>
                                          <p:to>
                                            <p:strVal val="visible"/>
                                          </p:to>
                                        </p:set>
                                        <p:anim calcmode="lin" valueType="num">
                                          <p:cBhvr>
                                            <p:cTn id="76" dur="500" fill="hold"/>
                                            <p:tgtEl>
                                              <p:spTgt spid="75"/>
                                            </p:tgtEl>
                                            <p:attrNameLst>
                                              <p:attrName>ppt_w</p:attrName>
                                            </p:attrNameLst>
                                          </p:cBhvr>
                                          <p:tavLst>
                                            <p:tav tm="0">
                                              <p:val>
                                                <p:fltVal val="0"/>
                                              </p:val>
                                            </p:tav>
                                            <p:tav tm="100000">
                                              <p:val>
                                                <p:strVal val="#ppt_w"/>
                                              </p:val>
                                            </p:tav>
                                          </p:tavLst>
                                        </p:anim>
                                        <p:anim calcmode="lin" valueType="num">
                                          <p:cBhvr>
                                            <p:cTn id="77" dur="500" fill="hold"/>
                                            <p:tgtEl>
                                              <p:spTgt spid="75"/>
                                            </p:tgtEl>
                                            <p:attrNameLst>
                                              <p:attrName>ppt_h</p:attrName>
                                            </p:attrNameLst>
                                          </p:cBhvr>
                                          <p:tavLst>
                                            <p:tav tm="0">
                                              <p:val>
                                                <p:fltVal val="0"/>
                                              </p:val>
                                            </p:tav>
                                            <p:tav tm="100000">
                                              <p:val>
                                                <p:strVal val="#ppt_h"/>
                                              </p:val>
                                            </p:tav>
                                          </p:tavLst>
                                        </p:anim>
                                        <p:animEffect transition="in" filter="fade">
                                          <p:cBhvr>
                                            <p:cTn id="78" dur="500"/>
                                            <p:tgtEl>
                                              <p:spTgt spid="75"/>
                                            </p:tgtEl>
                                          </p:cBhvr>
                                        </p:animEffect>
                                      </p:childTnLst>
                                    </p:cTn>
                                  </p:par>
                                  <p:par>
                                    <p:cTn id="79" presetID="53" presetClass="entr" presetSubtype="16" fill="hold" grpId="0" nodeType="withEffect">
                                      <p:stCondLst>
                                        <p:cond delay="400"/>
                                      </p:stCondLst>
                                      <p:childTnLst>
                                        <p:set>
                                          <p:cBhvr>
                                            <p:cTn id="80" dur="1" fill="hold">
                                              <p:stCondLst>
                                                <p:cond delay="0"/>
                                              </p:stCondLst>
                                            </p:cTn>
                                            <p:tgtEl>
                                              <p:spTgt spid="74"/>
                                            </p:tgtEl>
                                            <p:attrNameLst>
                                              <p:attrName>style.visibility</p:attrName>
                                            </p:attrNameLst>
                                          </p:cBhvr>
                                          <p:to>
                                            <p:strVal val="visible"/>
                                          </p:to>
                                        </p:set>
                                        <p:anim calcmode="lin" valueType="num">
                                          <p:cBhvr>
                                            <p:cTn id="81" dur="500" fill="hold"/>
                                            <p:tgtEl>
                                              <p:spTgt spid="74"/>
                                            </p:tgtEl>
                                            <p:attrNameLst>
                                              <p:attrName>ppt_w</p:attrName>
                                            </p:attrNameLst>
                                          </p:cBhvr>
                                          <p:tavLst>
                                            <p:tav tm="0">
                                              <p:val>
                                                <p:fltVal val="0"/>
                                              </p:val>
                                            </p:tav>
                                            <p:tav tm="100000">
                                              <p:val>
                                                <p:strVal val="#ppt_w"/>
                                              </p:val>
                                            </p:tav>
                                          </p:tavLst>
                                        </p:anim>
                                        <p:anim calcmode="lin" valueType="num">
                                          <p:cBhvr>
                                            <p:cTn id="82" dur="500" fill="hold"/>
                                            <p:tgtEl>
                                              <p:spTgt spid="74"/>
                                            </p:tgtEl>
                                            <p:attrNameLst>
                                              <p:attrName>ppt_h</p:attrName>
                                            </p:attrNameLst>
                                          </p:cBhvr>
                                          <p:tavLst>
                                            <p:tav tm="0">
                                              <p:val>
                                                <p:fltVal val="0"/>
                                              </p:val>
                                            </p:tav>
                                            <p:tav tm="100000">
                                              <p:val>
                                                <p:strVal val="#ppt_h"/>
                                              </p:val>
                                            </p:tav>
                                          </p:tavLst>
                                        </p:anim>
                                        <p:animEffect transition="in" filter="fade">
                                          <p:cBhvr>
                                            <p:cTn id="83" dur="500"/>
                                            <p:tgtEl>
                                              <p:spTgt spid="74"/>
                                            </p:tgtEl>
                                          </p:cBhvr>
                                        </p:animEffect>
                                      </p:childTnLst>
                                    </p:cTn>
                                  </p:par>
                                  <p:par>
                                    <p:cTn id="84" presetID="53" presetClass="entr" presetSubtype="16" fill="hold" grpId="0" nodeType="withEffect">
                                      <p:stCondLst>
                                        <p:cond delay="600"/>
                                      </p:stCondLst>
                                      <p:childTnLst>
                                        <p:set>
                                          <p:cBhvr>
                                            <p:cTn id="85" dur="1" fill="hold">
                                              <p:stCondLst>
                                                <p:cond delay="0"/>
                                              </p:stCondLst>
                                            </p:cTn>
                                            <p:tgtEl>
                                              <p:spTgt spid="73"/>
                                            </p:tgtEl>
                                            <p:attrNameLst>
                                              <p:attrName>style.visibility</p:attrName>
                                            </p:attrNameLst>
                                          </p:cBhvr>
                                          <p:to>
                                            <p:strVal val="visible"/>
                                          </p:to>
                                        </p:set>
                                        <p:anim calcmode="lin" valueType="num">
                                          <p:cBhvr>
                                            <p:cTn id="86" dur="500" fill="hold"/>
                                            <p:tgtEl>
                                              <p:spTgt spid="73"/>
                                            </p:tgtEl>
                                            <p:attrNameLst>
                                              <p:attrName>ppt_w</p:attrName>
                                            </p:attrNameLst>
                                          </p:cBhvr>
                                          <p:tavLst>
                                            <p:tav tm="0">
                                              <p:val>
                                                <p:fltVal val="0"/>
                                              </p:val>
                                            </p:tav>
                                            <p:tav tm="100000">
                                              <p:val>
                                                <p:strVal val="#ppt_w"/>
                                              </p:val>
                                            </p:tav>
                                          </p:tavLst>
                                        </p:anim>
                                        <p:anim calcmode="lin" valueType="num">
                                          <p:cBhvr>
                                            <p:cTn id="87" dur="500" fill="hold"/>
                                            <p:tgtEl>
                                              <p:spTgt spid="73"/>
                                            </p:tgtEl>
                                            <p:attrNameLst>
                                              <p:attrName>ppt_h</p:attrName>
                                            </p:attrNameLst>
                                          </p:cBhvr>
                                          <p:tavLst>
                                            <p:tav tm="0">
                                              <p:val>
                                                <p:fltVal val="0"/>
                                              </p:val>
                                            </p:tav>
                                            <p:tav tm="100000">
                                              <p:val>
                                                <p:strVal val="#ppt_h"/>
                                              </p:val>
                                            </p:tav>
                                          </p:tavLst>
                                        </p:anim>
                                        <p:animEffect transition="in" filter="fade">
                                          <p:cBhvr>
                                            <p:cTn id="88" dur="500"/>
                                            <p:tgtEl>
                                              <p:spTgt spid="73"/>
                                            </p:tgtEl>
                                          </p:cBhvr>
                                        </p:animEffect>
                                      </p:childTnLst>
                                    </p:cTn>
                                  </p:par>
                                  <p:par>
                                    <p:cTn id="89" presetID="53" presetClass="entr" presetSubtype="16" fill="hold" grpId="0" nodeType="withEffect">
                                      <p:stCondLst>
                                        <p:cond delay="800"/>
                                      </p:stCondLst>
                                      <p:childTnLst>
                                        <p:set>
                                          <p:cBhvr>
                                            <p:cTn id="90" dur="1" fill="hold">
                                              <p:stCondLst>
                                                <p:cond delay="0"/>
                                              </p:stCondLst>
                                            </p:cTn>
                                            <p:tgtEl>
                                              <p:spTgt spid="72"/>
                                            </p:tgtEl>
                                            <p:attrNameLst>
                                              <p:attrName>style.visibility</p:attrName>
                                            </p:attrNameLst>
                                          </p:cBhvr>
                                          <p:to>
                                            <p:strVal val="visible"/>
                                          </p:to>
                                        </p:set>
                                        <p:anim calcmode="lin" valueType="num">
                                          <p:cBhvr>
                                            <p:cTn id="91" dur="500" fill="hold"/>
                                            <p:tgtEl>
                                              <p:spTgt spid="72"/>
                                            </p:tgtEl>
                                            <p:attrNameLst>
                                              <p:attrName>ppt_w</p:attrName>
                                            </p:attrNameLst>
                                          </p:cBhvr>
                                          <p:tavLst>
                                            <p:tav tm="0">
                                              <p:val>
                                                <p:fltVal val="0"/>
                                              </p:val>
                                            </p:tav>
                                            <p:tav tm="100000">
                                              <p:val>
                                                <p:strVal val="#ppt_w"/>
                                              </p:val>
                                            </p:tav>
                                          </p:tavLst>
                                        </p:anim>
                                        <p:anim calcmode="lin" valueType="num">
                                          <p:cBhvr>
                                            <p:cTn id="92" dur="500" fill="hold"/>
                                            <p:tgtEl>
                                              <p:spTgt spid="72"/>
                                            </p:tgtEl>
                                            <p:attrNameLst>
                                              <p:attrName>ppt_h</p:attrName>
                                            </p:attrNameLst>
                                          </p:cBhvr>
                                          <p:tavLst>
                                            <p:tav tm="0">
                                              <p:val>
                                                <p:fltVal val="0"/>
                                              </p:val>
                                            </p:tav>
                                            <p:tav tm="100000">
                                              <p:val>
                                                <p:strVal val="#ppt_h"/>
                                              </p:val>
                                            </p:tav>
                                          </p:tavLst>
                                        </p:anim>
                                        <p:animEffect transition="in" filter="fade">
                                          <p:cBhvr>
                                            <p:cTn id="93" dur="500"/>
                                            <p:tgtEl>
                                              <p:spTgt spid="72"/>
                                            </p:tgtEl>
                                          </p:cBhvr>
                                        </p:animEffect>
                                      </p:childTnLst>
                                    </p:cTn>
                                  </p:par>
                                  <p:par>
                                    <p:cTn id="94" presetID="2" presetClass="entr" presetSubtype="4" fill="hold" grpId="0" nodeType="withEffect" p14:presetBounceEnd="67000">
                                      <p:stCondLst>
                                        <p:cond delay="750"/>
                                      </p:stCondLst>
                                      <p:childTnLst>
                                        <p:set>
                                          <p:cBhvr>
                                            <p:cTn id="95" dur="1" fill="hold">
                                              <p:stCondLst>
                                                <p:cond delay="0"/>
                                              </p:stCondLst>
                                            </p:cTn>
                                            <p:tgtEl>
                                              <p:spTgt spid="39"/>
                                            </p:tgtEl>
                                            <p:attrNameLst>
                                              <p:attrName>style.visibility</p:attrName>
                                            </p:attrNameLst>
                                          </p:cBhvr>
                                          <p:to>
                                            <p:strVal val="visible"/>
                                          </p:to>
                                        </p:set>
                                        <p:anim calcmode="lin" valueType="num" p14:bounceEnd="67000">
                                          <p:cBhvr additive="base">
                                            <p:cTn id="96" dur="1000" fill="hold"/>
                                            <p:tgtEl>
                                              <p:spTgt spid="39"/>
                                            </p:tgtEl>
                                            <p:attrNameLst>
                                              <p:attrName>ppt_x</p:attrName>
                                            </p:attrNameLst>
                                          </p:cBhvr>
                                          <p:tavLst>
                                            <p:tav tm="0">
                                              <p:val>
                                                <p:strVal val="#ppt_x"/>
                                              </p:val>
                                            </p:tav>
                                            <p:tav tm="100000">
                                              <p:val>
                                                <p:strVal val="#ppt_x"/>
                                              </p:val>
                                            </p:tav>
                                          </p:tavLst>
                                        </p:anim>
                                        <p:anim calcmode="lin" valueType="num" p14:bounceEnd="67000">
                                          <p:cBhvr additive="base">
                                            <p:cTn id="97" dur="1000" fill="hold"/>
                                            <p:tgtEl>
                                              <p:spTgt spid="39"/>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14:presetBounceEnd="67000">
                                      <p:stCondLst>
                                        <p:cond delay="750"/>
                                      </p:stCondLst>
                                      <p:childTnLst>
                                        <p:set>
                                          <p:cBhvr>
                                            <p:cTn id="99" dur="1" fill="hold">
                                              <p:stCondLst>
                                                <p:cond delay="0"/>
                                              </p:stCondLst>
                                            </p:cTn>
                                            <p:tgtEl>
                                              <p:spTgt spid="38"/>
                                            </p:tgtEl>
                                            <p:attrNameLst>
                                              <p:attrName>style.visibility</p:attrName>
                                            </p:attrNameLst>
                                          </p:cBhvr>
                                          <p:to>
                                            <p:strVal val="visible"/>
                                          </p:to>
                                        </p:set>
                                        <p:anim calcmode="lin" valueType="num" p14:bounceEnd="67000">
                                          <p:cBhvr additive="base">
                                            <p:cTn id="100" dur="1000" fill="hold"/>
                                            <p:tgtEl>
                                              <p:spTgt spid="38"/>
                                            </p:tgtEl>
                                            <p:attrNameLst>
                                              <p:attrName>ppt_x</p:attrName>
                                            </p:attrNameLst>
                                          </p:cBhvr>
                                          <p:tavLst>
                                            <p:tav tm="0">
                                              <p:val>
                                                <p:strVal val="#ppt_x"/>
                                              </p:val>
                                            </p:tav>
                                            <p:tav tm="100000">
                                              <p:val>
                                                <p:strVal val="#ppt_x"/>
                                              </p:val>
                                            </p:tav>
                                          </p:tavLst>
                                        </p:anim>
                                        <p:anim calcmode="lin" valueType="num" p14:bounceEnd="67000">
                                          <p:cBhvr additive="base">
                                            <p:cTn id="101" dur="1000" fill="hold"/>
                                            <p:tgtEl>
                                              <p:spTgt spid="38"/>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14:presetBounceEnd="67000">
                                      <p:stCondLst>
                                        <p:cond delay="900"/>
                                      </p:stCondLst>
                                      <p:childTnLst>
                                        <p:set>
                                          <p:cBhvr>
                                            <p:cTn id="103" dur="1" fill="hold">
                                              <p:stCondLst>
                                                <p:cond delay="0"/>
                                              </p:stCondLst>
                                            </p:cTn>
                                            <p:tgtEl>
                                              <p:spTgt spid="44"/>
                                            </p:tgtEl>
                                            <p:attrNameLst>
                                              <p:attrName>style.visibility</p:attrName>
                                            </p:attrNameLst>
                                          </p:cBhvr>
                                          <p:to>
                                            <p:strVal val="visible"/>
                                          </p:to>
                                        </p:set>
                                        <p:anim calcmode="lin" valueType="num" p14:bounceEnd="67000">
                                          <p:cBhvr additive="base">
                                            <p:cTn id="104" dur="1000" fill="hold"/>
                                            <p:tgtEl>
                                              <p:spTgt spid="44"/>
                                            </p:tgtEl>
                                            <p:attrNameLst>
                                              <p:attrName>ppt_x</p:attrName>
                                            </p:attrNameLst>
                                          </p:cBhvr>
                                          <p:tavLst>
                                            <p:tav tm="0">
                                              <p:val>
                                                <p:strVal val="#ppt_x"/>
                                              </p:val>
                                            </p:tav>
                                            <p:tav tm="100000">
                                              <p:val>
                                                <p:strVal val="#ppt_x"/>
                                              </p:val>
                                            </p:tav>
                                          </p:tavLst>
                                        </p:anim>
                                        <p:anim calcmode="lin" valueType="num" p14:bounceEnd="67000">
                                          <p:cBhvr additive="base">
                                            <p:cTn id="105" dur="1000" fill="hold"/>
                                            <p:tgtEl>
                                              <p:spTgt spid="44"/>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14:presetBounceEnd="67000">
                                      <p:stCondLst>
                                        <p:cond delay="900"/>
                                      </p:stCondLst>
                                      <p:childTnLst>
                                        <p:set>
                                          <p:cBhvr>
                                            <p:cTn id="107" dur="1" fill="hold">
                                              <p:stCondLst>
                                                <p:cond delay="0"/>
                                              </p:stCondLst>
                                            </p:cTn>
                                            <p:tgtEl>
                                              <p:spTgt spid="43"/>
                                            </p:tgtEl>
                                            <p:attrNameLst>
                                              <p:attrName>style.visibility</p:attrName>
                                            </p:attrNameLst>
                                          </p:cBhvr>
                                          <p:to>
                                            <p:strVal val="visible"/>
                                          </p:to>
                                        </p:set>
                                        <p:anim calcmode="lin" valueType="num" p14:bounceEnd="67000">
                                          <p:cBhvr additive="base">
                                            <p:cTn id="108" dur="1000" fill="hold"/>
                                            <p:tgtEl>
                                              <p:spTgt spid="43"/>
                                            </p:tgtEl>
                                            <p:attrNameLst>
                                              <p:attrName>ppt_x</p:attrName>
                                            </p:attrNameLst>
                                          </p:cBhvr>
                                          <p:tavLst>
                                            <p:tav tm="0">
                                              <p:val>
                                                <p:strVal val="#ppt_x"/>
                                              </p:val>
                                            </p:tav>
                                            <p:tav tm="100000">
                                              <p:val>
                                                <p:strVal val="#ppt_x"/>
                                              </p:val>
                                            </p:tav>
                                          </p:tavLst>
                                        </p:anim>
                                        <p:anim calcmode="lin" valueType="num" p14:bounceEnd="67000">
                                          <p:cBhvr additive="base">
                                            <p:cTn id="109" dur="1000" fill="hold"/>
                                            <p:tgtEl>
                                              <p:spTgt spid="43"/>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14:presetBounceEnd="67000">
                                      <p:stCondLst>
                                        <p:cond delay="1100"/>
                                      </p:stCondLst>
                                      <p:childTnLst>
                                        <p:set>
                                          <p:cBhvr>
                                            <p:cTn id="111" dur="1" fill="hold">
                                              <p:stCondLst>
                                                <p:cond delay="0"/>
                                              </p:stCondLst>
                                            </p:cTn>
                                            <p:tgtEl>
                                              <p:spTgt spid="46"/>
                                            </p:tgtEl>
                                            <p:attrNameLst>
                                              <p:attrName>style.visibility</p:attrName>
                                            </p:attrNameLst>
                                          </p:cBhvr>
                                          <p:to>
                                            <p:strVal val="visible"/>
                                          </p:to>
                                        </p:set>
                                        <p:anim calcmode="lin" valueType="num" p14:bounceEnd="67000">
                                          <p:cBhvr additive="base">
                                            <p:cTn id="112" dur="1000" fill="hold"/>
                                            <p:tgtEl>
                                              <p:spTgt spid="46"/>
                                            </p:tgtEl>
                                            <p:attrNameLst>
                                              <p:attrName>ppt_x</p:attrName>
                                            </p:attrNameLst>
                                          </p:cBhvr>
                                          <p:tavLst>
                                            <p:tav tm="0">
                                              <p:val>
                                                <p:strVal val="#ppt_x"/>
                                              </p:val>
                                            </p:tav>
                                            <p:tav tm="100000">
                                              <p:val>
                                                <p:strVal val="#ppt_x"/>
                                              </p:val>
                                            </p:tav>
                                          </p:tavLst>
                                        </p:anim>
                                        <p:anim calcmode="lin" valueType="num" p14:bounceEnd="67000">
                                          <p:cBhvr additive="base">
                                            <p:cTn id="113" dur="1000" fill="hold"/>
                                            <p:tgtEl>
                                              <p:spTgt spid="46"/>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14:presetBounceEnd="67000">
                                      <p:stCondLst>
                                        <p:cond delay="1100"/>
                                      </p:stCondLst>
                                      <p:childTnLst>
                                        <p:set>
                                          <p:cBhvr>
                                            <p:cTn id="115" dur="1" fill="hold">
                                              <p:stCondLst>
                                                <p:cond delay="0"/>
                                              </p:stCondLst>
                                            </p:cTn>
                                            <p:tgtEl>
                                              <p:spTgt spid="45"/>
                                            </p:tgtEl>
                                            <p:attrNameLst>
                                              <p:attrName>style.visibility</p:attrName>
                                            </p:attrNameLst>
                                          </p:cBhvr>
                                          <p:to>
                                            <p:strVal val="visible"/>
                                          </p:to>
                                        </p:set>
                                        <p:anim calcmode="lin" valueType="num" p14:bounceEnd="67000">
                                          <p:cBhvr additive="base">
                                            <p:cTn id="116" dur="1000" fill="hold"/>
                                            <p:tgtEl>
                                              <p:spTgt spid="45"/>
                                            </p:tgtEl>
                                            <p:attrNameLst>
                                              <p:attrName>ppt_x</p:attrName>
                                            </p:attrNameLst>
                                          </p:cBhvr>
                                          <p:tavLst>
                                            <p:tav tm="0">
                                              <p:val>
                                                <p:strVal val="#ppt_x"/>
                                              </p:val>
                                            </p:tav>
                                            <p:tav tm="100000">
                                              <p:val>
                                                <p:strVal val="#ppt_x"/>
                                              </p:val>
                                            </p:tav>
                                          </p:tavLst>
                                        </p:anim>
                                        <p:anim calcmode="lin" valueType="num" p14:bounceEnd="67000">
                                          <p:cBhvr additive="base">
                                            <p:cTn id="117" dur="1000" fill="hold"/>
                                            <p:tgtEl>
                                              <p:spTgt spid="45"/>
                                            </p:tgtEl>
                                            <p:attrNameLst>
                                              <p:attrName>ppt_y</p:attrName>
                                            </p:attrNameLst>
                                          </p:cBhvr>
                                          <p:tavLst>
                                            <p:tav tm="0">
                                              <p:val>
                                                <p:strVal val="1+#ppt_h/2"/>
                                              </p:val>
                                            </p:tav>
                                            <p:tav tm="100000">
                                              <p:val>
                                                <p:strVal val="#ppt_y"/>
                                              </p:val>
                                            </p:tav>
                                          </p:tavLst>
                                        </p:anim>
                                      </p:childTnLst>
                                    </p:cTn>
                                  </p:par>
                                  <p:par>
                                    <p:cTn id="118" presetID="2" presetClass="entr" presetSubtype="4" fill="hold" grpId="0" nodeType="withEffect" p14:presetBounceEnd="67000">
                                      <p:stCondLst>
                                        <p:cond delay="1300"/>
                                      </p:stCondLst>
                                      <p:childTnLst>
                                        <p:set>
                                          <p:cBhvr>
                                            <p:cTn id="119" dur="1" fill="hold">
                                              <p:stCondLst>
                                                <p:cond delay="0"/>
                                              </p:stCondLst>
                                            </p:cTn>
                                            <p:tgtEl>
                                              <p:spTgt spid="48"/>
                                            </p:tgtEl>
                                            <p:attrNameLst>
                                              <p:attrName>style.visibility</p:attrName>
                                            </p:attrNameLst>
                                          </p:cBhvr>
                                          <p:to>
                                            <p:strVal val="visible"/>
                                          </p:to>
                                        </p:set>
                                        <p:anim calcmode="lin" valueType="num" p14:bounceEnd="67000">
                                          <p:cBhvr additive="base">
                                            <p:cTn id="120" dur="1000" fill="hold"/>
                                            <p:tgtEl>
                                              <p:spTgt spid="48"/>
                                            </p:tgtEl>
                                            <p:attrNameLst>
                                              <p:attrName>ppt_x</p:attrName>
                                            </p:attrNameLst>
                                          </p:cBhvr>
                                          <p:tavLst>
                                            <p:tav tm="0">
                                              <p:val>
                                                <p:strVal val="#ppt_x"/>
                                              </p:val>
                                            </p:tav>
                                            <p:tav tm="100000">
                                              <p:val>
                                                <p:strVal val="#ppt_x"/>
                                              </p:val>
                                            </p:tav>
                                          </p:tavLst>
                                        </p:anim>
                                        <p:anim calcmode="lin" valueType="num" p14:bounceEnd="67000">
                                          <p:cBhvr additive="base">
                                            <p:cTn id="121" dur="1000" fill="hold"/>
                                            <p:tgtEl>
                                              <p:spTgt spid="48"/>
                                            </p:tgtEl>
                                            <p:attrNameLst>
                                              <p:attrName>ppt_y</p:attrName>
                                            </p:attrNameLst>
                                          </p:cBhvr>
                                          <p:tavLst>
                                            <p:tav tm="0">
                                              <p:val>
                                                <p:strVal val="1+#ppt_h/2"/>
                                              </p:val>
                                            </p:tav>
                                            <p:tav tm="100000">
                                              <p:val>
                                                <p:strVal val="#ppt_y"/>
                                              </p:val>
                                            </p:tav>
                                          </p:tavLst>
                                        </p:anim>
                                      </p:childTnLst>
                                    </p:cTn>
                                  </p:par>
                                  <p:par>
                                    <p:cTn id="122" presetID="2" presetClass="entr" presetSubtype="4" fill="hold" grpId="0" nodeType="withEffect" p14:presetBounceEnd="67000">
                                      <p:stCondLst>
                                        <p:cond delay="1300"/>
                                      </p:stCondLst>
                                      <p:childTnLst>
                                        <p:set>
                                          <p:cBhvr>
                                            <p:cTn id="123" dur="1" fill="hold">
                                              <p:stCondLst>
                                                <p:cond delay="0"/>
                                              </p:stCondLst>
                                            </p:cTn>
                                            <p:tgtEl>
                                              <p:spTgt spid="47"/>
                                            </p:tgtEl>
                                            <p:attrNameLst>
                                              <p:attrName>style.visibility</p:attrName>
                                            </p:attrNameLst>
                                          </p:cBhvr>
                                          <p:to>
                                            <p:strVal val="visible"/>
                                          </p:to>
                                        </p:set>
                                        <p:anim calcmode="lin" valueType="num" p14:bounceEnd="67000">
                                          <p:cBhvr additive="base">
                                            <p:cTn id="124" dur="1000" fill="hold"/>
                                            <p:tgtEl>
                                              <p:spTgt spid="47"/>
                                            </p:tgtEl>
                                            <p:attrNameLst>
                                              <p:attrName>ppt_x</p:attrName>
                                            </p:attrNameLst>
                                          </p:cBhvr>
                                          <p:tavLst>
                                            <p:tav tm="0">
                                              <p:val>
                                                <p:strVal val="#ppt_x"/>
                                              </p:val>
                                            </p:tav>
                                            <p:tav tm="100000">
                                              <p:val>
                                                <p:strVal val="#ppt_x"/>
                                              </p:val>
                                            </p:tav>
                                          </p:tavLst>
                                        </p:anim>
                                        <p:anim calcmode="lin" valueType="num" p14:bounceEnd="67000">
                                          <p:cBhvr additive="base">
                                            <p:cTn id="125" dur="1000" fill="hold"/>
                                            <p:tgtEl>
                                              <p:spTgt spid="47"/>
                                            </p:tgtEl>
                                            <p:attrNameLst>
                                              <p:attrName>ppt_y</p:attrName>
                                            </p:attrNameLst>
                                          </p:cBhvr>
                                          <p:tavLst>
                                            <p:tav tm="0">
                                              <p:val>
                                                <p:strVal val="1+#ppt_h/2"/>
                                              </p:val>
                                            </p:tav>
                                            <p:tav tm="100000">
                                              <p:val>
                                                <p:strVal val="#ppt_y"/>
                                              </p:val>
                                            </p:tav>
                                          </p:tavLst>
                                        </p:anim>
                                      </p:childTnLst>
                                    </p:cTn>
                                  </p:par>
                                  <p:par>
                                    <p:cTn id="126" presetID="53" presetClass="entr" presetSubtype="16" fill="hold" grpId="0" nodeType="withEffect">
                                      <p:stCondLst>
                                        <p:cond delay="1500"/>
                                      </p:stCondLst>
                                      <p:childTnLst>
                                        <p:set>
                                          <p:cBhvr>
                                            <p:cTn id="127" dur="1" fill="hold">
                                              <p:stCondLst>
                                                <p:cond delay="0"/>
                                              </p:stCondLst>
                                            </p:cTn>
                                            <p:tgtEl>
                                              <p:spTgt spid="51"/>
                                            </p:tgtEl>
                                            <p:attrNameLst>
                                              <p:attrName>style.visibility</p:attrName>
                                            </p:attrNameLst>
                                          </p:cBhvr>
                                          <p:to>
                                            <p:strVal val="visible"/>
                                          </p:to>
                                        </p:set>
                                        <p:anim calcmode="lin" valueType="num">
                                          <p:cBhvr>
                                            <p:cTn id="128" dur="750" fill="hold"/>
                                            <p:tgtEl>
                                              <p:spTgt spid="51"/>
                                            </p:tgtEl>
                                            <p:attrNameLst>
                                              <p:attrName>ppt_w</p:attrName>
                                            </p:attrNameLst>
                                          </p:cBhvr>
                                          <p:tavLst>
                                            <p:tav tm="0">
                                              <p:val>
                                                <p:fltVal val="0"/>
                                              </p:val>
                                            </p:tav>
                                            <p:tav tm="100000">
                                              <p:val>
                                                <p:strVal val="#ppt_w"/>
                                              </p:val>
                                            </p:tav>
                                          </p:tavLst>
                                        </p:anim>
                                        <p:anim calcmode="lin" valueType="num">
                                          <p:cBhvr>
                                            <p:cTn id="129" dur="750" fill="hold"/>
                                            <p:tgtEl>
                                              <p:spTgt spid="51"/>
                                            </p:tgtEl>
                                            <p:attrNameLst>
                                              <p:attrName>ppt_h</p:attrName>
                                            </p:attrNameLst>
                                          </p:cBhvr>
                                          <p:tavLst>
                                            <p:tav tm="0">
                                              <p:val>
                                                <p:fltVal val="0"/>
                                              </p:val>
                                            </p:tav>
                                            <p:tav tm="100000">
                                              <p:val>
                                                <p:strVal val="#ppt_h"/>
                                              </p:val>
                                            </p:tav>
                                          </p:tavLst>
                                        </p:anim>
                                        <p:animEffect transition="in" filter="fade">
                                          <p:cBhvr>
                                            <p:cTn id="130" dur="750"/>
                                            <p:tgtEl>
                                              <p:spTgt spid="51"/>
                                            </p:tgtEl>
                                          </p:cBhvr>
                                        </p:animEffect>
                                      </p:childTnLst>
                                    </p:cTn>
                                  </p:par>
                                  <p:par>
                                    <p:cTn id="131" presetID="53" presetClass="entr" presetSubtype="16" fill="hold" grpId="0" nodeType="withEffect">
                                      <p:stCondLst>
                                        <p:cond delay="1500"/>
                                      </p:stCondLst>
                                      <p:childTnLst>
                                        <p:set>
                                          <p:cBhvr>
                                            <p:cTn id="132" dur="1" fill="hold">
                                              <p:stCondLst>
                                                <p:cond delay="0"/>
                                              </p:stCondLst>
                                            </p:cTn>
                                            <p:tgtEl>
                                              <p:spTgt spid="52"/>
                                            </p:tgtEl>
                                            <p:attrNameLst>
                                              <p:attrName>style.visibility</p:attrName>
                                            </p:attrNameLst>
                                          </p:cBhvr>
                                          <p:to>
                                            <p:strVal val="visible"/>
                                          </p:to>
                                        </p:set>
                                        <p:anim calcmode="lin" valueType="num">
                                          <p:cBhvr>
                                            <p:cTn id="133" dur="750" fill="hold"/>
                                            <p:tgtEl>
                                              <p:spTgt spid="52"/>
                                            </p:tgtEl>
                                            <p:attrNameLst>
                                              <p:attrName>ppt_w</p:attrName>
                                            </p:attrNameLst>
                                          </p:cBhvr>
                                          <p:tavLst>
                                            <p:tav tm="0">
                                              <p:val>
                                                <p:fltVal val="0"/>
                                              </p:val>
                                            </p:tav>
                                            <p:tav tm="100000">
                                              <p:val>
                                                <p:strVal val="#ppt_w"/>
                                              </p:val>
                                            </p:tav>
                                          </p:tavLst>
                                        </p:anim>
                                        <p:anim calcmode="lin" valueType="num">
                                          <p:cBhvr>
                                            <p:cTn id="134" dur="750" fill="hold"/>
                                            <p:tgtEl>
                                              <p:spTgt spid="52"/>
                                            </p:tgtEl>
                                            <p:attrNameLst>
                                              <p:attrName>ppt_h</p:attrName>
                                            </p:attrNameLst>
                                          </p:cBhvr>
                                          <p:tavLst>
                                            <p:tav tm="0">
                                              <p:val>
                                                <p:fltVal val="0"/>
                                              </p:val>
                                            </p:tav>
                                            <p:tav tm="100000">
                                              <p:val>
                                                <p:strVal val="#ppt_h"/>
                                              </p:val>
                                            </p:tav>
                                          </p:tavLst>
                                        </p:anim>
                                        <p:animEffect transition="in" filter="fade">
                                          <p:cBhvr>
                                            <p:cTn id="135" dur="750"/>
                                            <p:tgtEl>
                                              <p:spTgt spid="52"/>
                                            </p:tgtEl>
                                          </p:cBhvr>
                                        </p:animEffect>
                                      </p:childTnLst>
                                    </p:cTn>
                                  </p:par>
                                  <p:par>
                                    <p:cTn id="136" presetID="53" presetClass="entr" presetSubtype="16" fill="hold" grpId="0" nodeType="withEffect">
                                      <p:stCondLst>
                                        <p:cond delay="1500"/>
                                      </p:stCondLst>
                                      <p:childTnLst>
                                        <p:set>
                                          <p:cBhvr>
                                            <p:cTn id="137" dur="1" fill="hold">
                                              <p:stCondLst>
                                                <p:cond delay="0"/>
                                              </p:stCondLst>
                                            </p:cTn>
                                            <p:tgtEl>
                                              <p:spTgt spid="50"/>
                                            </p:tgtEl>
                                            <p:attrNameLst>
                                              <p:attrName>style.visibility</p:attrName>
                                            </p:attrNameLst>
                                          </p:cBhvr>
                                          <p:to>
                                            <p:strVal val="visible"/>
                                          </p:to>
                                        </p:set>
                                        <p:anim calcmode="lin" valueType="num">
                                          <p:cBhvr>
                                            <p:cTn id="138" dur="750" fill="hold"/>
                                            <p:tgtEl>
                                              <p:spTgt spid="50"/>
                                            </p:tgtEl>
                                            <p:attrNameLst>
                                              <p:attrName>ppt_w</p:attrName>
                                            </p:attrNameLst>
                                          </p:cBhvr>
                                          <p:tavLst>
                                            <p:tav tm="0">
                                              <p:val>
                                                <p:fltVal val="0"/>
                                              </p:val>
                                            </p:tav>
                                            <p:tav tm="100000">
                                              <p:val>
                                                <p:strVal val="#ppt_w"/>
                                              </p:val>
                                            </p:tav>
                                          </p:tavLst>
                                        </p:anim>
                                        <p:anim calcmode="lin" valueType="num">
                                          <p:cBhvr>
                                            <p:cTn id="139" dur="750" fill="hold"/>
                                            <p:tgtEl>
                                              <p:spTgt spid="50"/>
                                            </p:tgtEl>
                                            <p:attrNameLst>
                                              <p:attrName>ppt_h</p:attrName>
                                            </p:attrNameLst>
                                          </p:cBhvr>
                                          <p:tavLst>
                                            <p:tav tm="0">
                                              <p:val>
                                                <p:fltVal val="0"/>
                                              </p:val>
                                            </p:tav>
                                            <p:tav tm="100000">
                                              <p:val>
                                                <p:strVal val="#ppt_h"/>
                                              </p:val>
                                            </p:tav>
                                          </p:tavLst>
                                        </p:anim>
                                        <p:animEffect transition="in" filter="fade">
                                          <p:cBhvr>
                                            <p:cTn id="140" dur="750"/>
                                            <p:tgtEl>
                                              <p:spTgt spid="50"/>
                                            </p:tgtEl>
                                          </p:cBhvr>
                                        </p:animEffect>
                                      </p:childTnLst>
                                    </p:cTn>
                                  </p:par>
                                  <p:par>
                                    <p:cTn id="141" presetID="53" presetClass="entr" presetSubtype="16" fill="hold" grpId="0" nodeType="withEffect">
                                      <p:stCondLst>
                                        <p:cond delay="1500"/>
                                      </p:stCondLst>
                                      <p:childTnLst>
                                        <p:set>
                                          <p:cBhvr>
                                            <p:cTn id="142" dur="1" fill="hold">
                                              <p:stCondLst>
                                                <p:cond delay="0"/>
                                              </p:stCondLst>
                                            </p:cTn>
                                            <p:tgtEl>
                                              <p:spTgt spid="49"/>
                                            </p:tgtEl>
                                            <p:attrNameLst>
                                              <p:attrName>style.visibility</p:attrName>
                                            </p:attrNameLst>
                                          </p:cBhvr>
                                          <p:to>
                                            <p:strVal val="visible"/>
                                          </p:to>
                                        </p:set>
                                        <p:anim calcmode="lin" valueType="num">
                                          <p:cBhvr>
                                            <p:cTn id="143" dur="750" fill="hold"/>
                                            <p:tgtEl>
                                              <p:spTgt spid="49"/>
                                            </p:tgtEl>
                                            <p:attrNameLst>
                                              <p:attrName>ppt_w</p:attrName>
                                            </p:attrNameLst>
                                          </p:cBhvr>
                                          <p:tavLst>
                                            <p:tav tm="0">
                                              <p:val>
                                                <p:fltVal val="0"/>
                                              </p:val>
                                            </p:tav>
                                            <p:tav tm="100000">
                                              <p:val>
                                                <p:strVal val="#ppt_w"/>
                                              </p:val>
                                            </p:tav>
                                          </p:tavLst>
                                        </p:anim>
                                        <p:anim calcmode="lin" valueType="num">
                                          <p:cBhvr>
                                            <p:cTn id="144" dur="750" fill="hold"/>
                                            <p:tgtEl>
                                              <p:spTgt spid="49"/>
                                            </p:tgtEl>
                                            <p:attrNameLst>
                                              <p:attrName>ppt_h</p:attrName>
                                            </p:attrNameLst>
                                          </p:cBhvr>
                                          <p:tavLst>
                                            <p:tav tm="0">
                                              <p:val>
                                                <p:fltVal val="0"/>
                                              </p:val>
                                            </p:tav>
                                            <p:tav tm="100000">
                                              <p:val>
                                                <p:strVal val="#ppt_h"/>
                                              </p:val>
                                            </p:tav>
                                          </p:tavLst>
                                        </p:anim>
                                        <p:animEffect transition="in" filter="fade">
                                          <p:cBhvr>
                                            <p:cTn id="145" dur="75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68" grpId="0" animBg="1"/>
          <p:bldP spid="69"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animBg="1"/>
          <p:bldP spid="38" grpId="0"/>
          <p:bldP spid="39" grpId="0"/>
          <p:bldP spid="43" grpId="0"/>
          <p:bldP spid="44" grpId="0"/>
          <p:bldP spid="45" grpId="0"/>
          <p:bldP spid="46" grpId="0"/>
          <p:bldP spid="47" grpId="0"/>
          <p:bldP spid="48" grpId="0"/>
          <p:bldP spid="49" grpId="0" animBg="1"/>
          <p:bldP spid="50" grpId="0" animBg="1"/>
          <p:bldP spid="51" grpId="0" animBg="1"/>
          <p:bldP spid="5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p:cTn id="7" dur="1000" fill="hold"/>
                                            <p:tgtEl>
                                              <p:spTgt spid="67"/>
                                            </p:tgtEl>
                                            <p:attrNameLst>
                                              <p:attrName>ppt_w</p:attrName>
                                            </p:attrNameLst>
                                          </p:cBhvr>
                                          <p:tavLst>
                                            <p:tav tm="0">
                                              <p:val>
                                                <p:fltVal val="0"/>
                                              </p:val>
                                            </p:tav>
                                            <p:tav tm="100000">
                                              <p:val>
                                                <p:strVal val="#ppt_w"/>
                                              </p:val>
                                            </p:tav>
                                          </p:tavLst>
                                        </p:anim>
                                        <p:anim calcmode="lin" valueType="num">
                                          <p:cBhvr>
                                            <p:cTn id="8" dur="1000" fill="hold"/>
                                            <p:tgtEl>
                                              <p:spTgt spid="67"/>
                                            </p:tgtEl>
                                            <p:attrNameLst>
                                              <p:attrName>ppt_h</p:attrName>
                                            </p:attrNameLst>
                                          </p:cBhvr>
                                          <p:tavLst>
                                            <p:tav tm="0">
                                              <p:val>
                                                <p:fltVal val="0"/>
                                              </p:val>
                                            </p:tav>
                                            <p:tav tm="100000">
                                              <p:val>
                                                <p:strVal val="#ppt_h"/>
                                              </p:val>
                                            </p:tav>
                                          </p:tavLst>
                                        </p:anim>
                                        <p:animEffect transition="in" filter="fade">
                                          <p:cBhvr>
                                            <p:cTn id="9" dur="1000"/>
                                            <p:tgtEl>
                                              <p:spTgt spid="67"/>
                                            </p:tgtEl>
                                          </p:cBhvr>
                                        </p:animEffect>
                                      </p:childTnLst>
                                    </p:cTn>
                                  </p:par>
                                  <p:par>
                                    <p:cTn id="10" presetID="2" presetClass="entr" presetSubtype="4" fill="hold" grpId="0" nodeType="withEffect">
                                      <p:stCondLst>
                                        <p:cond delay="150"/>
                                      </p:stCondLst>
                                      <p:childTnLst>
                                        <p:set>
                                          <p:cBhvr>
                                            <p:cTn id="11" dur="1" fill="hold">
                                              <p:stCondLst>
                                                <p:cond delay="0"/>
                                              </p:stCondLst>
                                            </p:cTn>
                                            <p:tgtEl>
                                              <p:spTgt spid="83"/>
                                            </p:tgtEl>
                                            <p:attrNameLst>
                                              <p:attrName>style.visibility</p:attrName>
                                            </p:attrNameLst>
                                          </p:cBhvr>
                                          <p:to>
                                            <p:strVal val="visible"/>
                                          </p:to>
                                        </p:set>
                                        <p:anim calcmode="lin" valueType="num">
                                          <p:cBhvr additive="base">
                                            <p:cTn id="12" dur="1000" fill="hold"/>
                                            <p:tgtEl>
                                              <p:spTgt spid="83"/>
                                            </p:tgtEl>
                                            <p:attrNameLst>
                                              <p:attrName>ppt_x</p:attrName>
                                            </p:attrNameLst>
                                          </p:cBhvr>
                                          <p:tavLst>
                                            <p:tav tm="0">
                                              <p:val>
                                                <p:strVal val="#ppt_x"/>
                                              </p:val>
                                            </p:tav>
                                            <p:tav tm="100000">
                                              <p:val>
                                                <p:strVal val="#ppt_x"/>
                                              </p:val>
                                            </p:tav>
                                          </p:tavLst>
                                        </p:anim>
                                        <p:anim calcmode="lin" valueType="num">
                                          <p:cBhvr additive="base">
                                            <p:cTn id="13" dur="1000" fill="hold"/>
                                            <p:tgtEl>
                                              <p:spTgt spid="83"/>
                                            </p:tgtEl>
                                            <p:attrNameLst>
                                              <p:attrName>ppt_y</p:attrName>
                                            </p:attrNameLst>
                                          </p:cBhvr>
                                          <p:tavLst>
                                            <p:tav tm="0">
                                              <p:val>
                                                <p:strVal val="1+#ppt_h/2"/>
                                              </p:val>
                                            </p:tav>
                                            <p:tav tm="100000">
                                              <p:val>
                                                <p:strVal val="#ppt_y"/>
                                              </p:val>
                                            </p:tav>
                                          </p:tavLst>
                                        </p:anim>
                                      </p:childTnLst>
                                    </p:cTn>
                                  </p:par>
                                  <p:par>
                                    <p:cTn id="14" presetID="2" presetClass="entr" presetSubtype="1" fill="hold" grpId="0" nodeType="withEffect">
                                      <p:stCondLst>
                                        <p:cond delay="300"/>
                                      </p:stCondLst>
                                      <p:childTnLst>
                                        <p:set>
                                          <p:cBhvr>
                                            <p:cTn id="15" dur="1" fill="hold">
                                              <p:stCondLst>
                                                <p:cond delay="0"/>
                                              </p:stCondLst>
                                            </p:cTn>
                                            <p:tgtEl>
                                              <p:spTgt spid="82"/>
                                            </p:tgtEl>
                                            <p:attrNameLst>
                                              <p:attrName>style.visibility</p:attrName>
                                            </p:attrNameLst>
                                          </p:cBhvr>
                                          <p:to>
                                            <p:strVal val="visible"/>
                                          </p:to>
                                        </p:set>
                                        <p:anim calcmode="lin" valueType="num">
                                          <p:cBhvr additive="base">
                                            <p:cTn id="16" dur="1000" fill="hold"/>
                                            <p:tgtEl>
                                              <p:spTgt spid="82"/>
                                            </p:tgtEl>
                                            <p:attrNameLst>
                                              <p:attrName>ppt_x</p:attrName>
                                            </p:attrNameLst>
                                          </p:cBhvr>
                                          <p:tavLst>
                                            <p:tav tm="0">
                                              <p:val>
                                                <p:strVal val="#ppt_x"/>
                                              </p:val>
                                            </p:tav>
                                            <p:tav tm="100000">
                                              <p:val>
                                                <p:strVal val="#ppt_x"/>
                                              </p:val>
                                            </p:tav>
                                          </p:tavLst>
                                        </p:anim>
                                        <p:anim calcmode="lin" valueType="num">
                                          <p:cBhvr additive="base">
                                            <p:cTn id="17" dur="1000" fill="hold"/>
                                            <p:tgtEl>
                                              <p:spTgt spid="82"/>
                                            </p:tgtEl>
                                            <p:attrNameLst>
                                              <p:attrName>ppt_y</p:attrName>
                                            </p:attrNameLst>
                                          </p:cBhvr>
                                          <p:tavLst>
                                            <p:tav tm="0">
                                              <p:val>
                                                <p:strVal val="0-#ppt_h/2"/>
                                              </p:val>
                                            </p:tav>
                                            <p:tav tm="100000">
                                              <p:val>
                                                <p:strVal val="#ppt_y"/>
                                              </p:val>
                                            </p:tav>
                                          </p:tavLst>
                                        </p:anim>
                                      </p:childTnLst>
                                    </p:cTn>
                                  </p:par>
                                  <p:par>
                                    <p:cTn id="18" presetID="2" presetClass="entr" presetSubtype="4" fill="hold" grpId="0" nodeType="withEffect">
                                      <p:stCondLst>
                                        <p:cond delay="450"/>
                                      </p:stCondLst>
                                      <p:childTnLst>
                                        <p:set>
                                          <p:cBhvr>
                                            <p:cTn id="19" dur="1" fill="hold">
                                              <p:stCondLst>
                                                <p:cond delay="0"/>
                                              </p:stCondLst>
                                            </p:cTn>
                                            <p:tgtEl>
                                              <p:spTgt spid="81"/>
                                            </p:tgtEl>
                                            <p:attrNameLst>
                                              <p:attrName>style.visibility</p:attrName>
                                            </p:attrNameLst>
                                          </p:cBhvr>
                                          <p:to>
                                            <p:strVal val="visible"/>
                                          </p:to>
                                        </p:set>
                                        <p:anim calcmode="lin" valueType="num">
                                          <p:cBhvr additive="base">
                                            <p:cTn id="20" dur="1000" fill="hold"/>
                                            <p:tgtEl>
                                              <p:spTgt spid="81"/>
                                            </p:tgtEl>
                                            <p:attrNameLst>
                                              <p:attrName>ppt_x</p:attrName>
                                            </p:attrNameLst>
                                          </p:cBhvr>
                                          <p:tavLst>
                                            <p:tav tm="0">
                                              <p:val>
                                                <p:strVal val="#ppt_x"/>
                                              </p:val>
                                            </p:tav>
                                            <p:tav tm="100000">
                                              <p:val>
                                                <p:strVal val="#ppt_x"/>
                                              </p:val>
                                            </p:tav>
                                          </p:tavLst>
                                        </p:anim>
                                        <p:anim calcmode="lin" valueType="num">
                                          <p:cBhvr additive="base">
                                            <p:cTn id="21" dur="1000" fill="hold"/>
                                            <p:tgtEl>
                                              <p:spTgt spid="81"/>
                                            </p:tgtEl>
                                            <p:attrNameLst>
                                              <p:attrName>ppt_y</p:attrName>
                                            </p:attrNameLst>
                                          </p:cBhvr>
                                          <p:tavLst>
                                            <p:tav tm="0">
                                              <p:val>
                                                <p:strVal val="1+#ppt_h/2"/>
                                              </p:val>
                                            </p:tav>
                                            <p:tav tm="100000">
                                              <p:val>
                                                <p:strVal val="#ppt_y"/>
                                              </p:val>
                                            </p:tav>
                                          </p:tavLst>
                                        </p:anim>
                                      </p:childTnLst>
                                    </p:cTn>
                                  </p:par>
                                  <p:par>
                                    <p:cTn id="22" presetID="2" presetClass="entr" presetSubtype="1" fill="hold" grpId="0" nodeType="withEffect">
                                      <p:stCondLst>
                                        <p:cond delay="600"/>
                                      </p:stCondLst>
                                      <p:childTnLst>
                                        <p:set>
                                          <p:cBhvr>
                                            <p:cTn id="23" dur="1" fill="hold">
                                              <p:stCondLst>
                                                <p:cond delay="0"/>
                                              </p:stCondLst>
                                            </p:cTn>
                                            <p:tgtEl>
                                              <p:spTgt spid="80"/>
                                            </p:tgtEl>
                                            <p:attrNameLst>
                                              <p:attrName>style.visibility</p:attrName>
                                            </p:attrNameLst>
                                          </p:cBhvr>
                                          <p:to>
                                            <p:strVal val="visible"/>
                                          </p:to>
                                        </p:set>
                                        <p:anim calcmode="lin" valueType="num">
                                          <p:cBhvr additive="base">
                                            <p:cTn id="24" dur="1000" fill="hold"/>
                                            <p:tgtEl>
                                              <p:spTgt spid="80"/>
                                            </p:tgtEl>
                                            <p:attrNameLst>
                                              <p:attrName>ppt_x</p:attrName>
                                            </p:attrNameLst>
                                          </p:cBhvr>
                                          <p:tavLst>
                                            <p:tav tm="0">
                                              <p:val>
                                                <p:strVal val="#ppt_x"/>
                                              </p:val>
                                            </p:tav>
                                            <p:tav tm="100000">
                                              <p:val>
                                                <p:strVal val="#ppt_x"/>
                                              </p:val>
                                            </p:tav>
                                          </p:tavLst>
                                        </p:anim>
                                        <p:anim calcmode="lin" valueType="num">
                                          <p:cBhvr additive="base">
                                            <p:cTn id="25" dur="1000" fill="hold"/>
                                            <p:tgtEl>
                                              <p:spTgt spid="80"/>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stCondLst>
                                        <p:cond delay="200"/>
                                      </p:stCondLst>
                                      <p:childTnLst>
                                        <p:set>
                                          <p:cBhvr>
                                            <p:cTn id="27" dur="1" fill="hold">
                                              <p:stCondLst>
                                                <p:cond delay="0"/>
                                              </p:stCondLst>
                                            </p:cTn>
                                            <p:tgtEl>
                                              <p:spTgt spid="79"/>
                                            </p:tgtEl>
                                            <p:attrNameLst>
                                              <p:attrName>style.visibility</p:attrName>
                                            </p:attrNameLst>
                                          </p:cBhvr>
                                          <p:to>
                                            <p:strVal val="visible"/>
                                          </p:to>
                                        </p:set>
                                        <p:anim calcmode="lin" valueType="num">
                                          <p:cBhvr additive="base">
                                            <p:cTn id="28" dur="1000" fill="hold"/>
                                            <p:tgtEl>
                                              <p:spTgt spid="79"/>
                                            </p:tgtEl>
                                            <p:attrNameLst>
                                              <p:attrName>ppt_x</p:attrName>
                                            </p:attrNameLst>
                                          </p:cBhvr>
                                          <p:tavLst>
                                            <p:tav tm="0">
                                              <p:val>
                                                <p:strVal val="#ppt_x"/>
                                              </p:val>
                                            </p:tav>
                                            <p:tav tm="100000">
                                              <p:val>
                                                <p:strVal val="#ppt_x"/>
                                              </p:val>
                                            </p:tav>
                                          </p:tavLst>
                                        </p:anim>
                                        <p:anim calcmode="lin" valueType="num">
                                          <p:cBhvr additive="base">
                                            <p:cTn id="29" dur="1000" fill="hold"/>
                                            <p:tgtEl>
                                              <p:spTgt spid="79"/>
                                            </p:tgtEl>
                                            <p:attrNameLst>
                                              <p:attrName>ppt_y</p:attrName>
                                            </p:attrNameLst>
                                          </p:cBhvr>
                                          <p:tavLst>
                                            <p:tav tm="0">
                                              <p:val>
                                                <p:strVal val="0-#ppt_h/2"/>
                                              </p:val>
                                            </p:tav>
                                            <p:tav tm="100000">
                                              <p:val>
                                                <p:strVal val="#ppt_y"/>
                                              </p:val>
                                            </p:tav>
                                          </p:tavLst>
                                        </p:anim>
                                      </p:childTnLst>
                                    </p:cTn>
                                  </p:par>
                                  <p:par>
                                    <p:cTn id="30" presetID="2" presetClass="entr" presetSubtype="4" fill="hold" grpId="0" nodeType="withEffect">
                                      <p:stCondLst>
                                        <p:cond delay="400"/>
                                      </p:stCondLst>
                                      <p:childTnLst>
                                        <p:set>
                                          <p:cBhvr>
                                            <p:cTn id="31" dur="1" fill="hold">
                                              <p:stCondLst>
                                                <p:cond delay="0"/>
                                              </p:stCondLst>
                                            </p:cTn>
                                            <p:tgtEl>
                                              <p:spTgt spid="78"/>
                                            </p:tgtEl>
                                            <p:attrNameLst>
                                              <p:attrName>style.visibility</p:attrName>
                                            </p:attrNameLst>
                                          </p:cBhvr>
                                          <p:to>
                                            <p:strVal val="visible"/>
                                          </p:to>
                                        </p:set>
                                        <p:anim calcmode="lin" valueType="num">
                                          <p:cBhvr additive="base">
                                            <p:cTn id="32" dur="1000" fill="hold"/>
                                            <p:tgtEl>
                                              <p:spTgt spid="78"/>
                                            </p:tgtEl>
                                            <p:attrNameLst>
                                              <p:attrName>ppt_x</p:attrName>
                                            </p:attrNameLst>
                                          </p:cBhvr>
                                          <p:tavLst>
                                            <p:tav tm="0">
                                              <p:val>
                                                <p:strVal val="#ppt_x"/>
                                              </p:val>
                                            </p:tav>
                                            <p:tav tm="100000">
                                              <p:val>
                                                <p:strVal val="#ppt_x"/>
                                              </p:val>
                                            </p:tav>
                                          </p:tavLst>
                                        </p:anim>
                                        <p:anim calcmode="lin" valueType="num">
                                          <p:cBhvr additive="base">
                                            <p:cTn id="33" dur="1000" fill="hold"/>
                                            <p:tgtEl>
                                              <p:spTgt spid="78"/>
                                            </p:tgtEl>
                                            <p:attrNameLst>
                                              <p:attrName>ppt_y</p:attrName>
                                            </p:attrNameLst>
                                          </p:cBhvr>
                                          <p:tavLst>
                                            <p:tav tm="0">
                                              <p:val>
                                                <p:strVal val="1+#ppt_h/2"/>
                                              </p:val>
                                            </p:tav>
                                            <p:tav tm="100000">
                                              <p:val>
                                                <p:strVal val="#ppt_y"/>
                                              </p:val>
                                            </p:tav>
                                          </p:tavLst>
                                        </p:anim>
                                      </p:childTnLst>
                                    </p:cTn>
                                  </p:par>
                                  <p:par>
                                    <p:cTn id="34" presetID="2" presetClass="entr" presetSubtype="1" fill="hold" grpId="0" nodeType="withEffect">
                                      <p:stCondLst>
                                        <p:cond delay="600"/>
                                      </p:stCondLst>
                                      <p:childTnLst>
                                        <p:set>
                                          <p:cBhvr>
                                            <p:cTn id="35" dur="1" fill="hold">
                                              <p:stCondLst>
                                                <p:cond delay="0"/>
                                              </p:stCondLst>
                                            </p:cTn>
                                            <p:tgtEl>
                                              <p:spTgt spid="77"/>
                                            </p:tgtEl>
                                            <p:attrNameLst>
                                              <p:attrName>style.visibility</p:attrName>
                                            </p:attrNameLst>
                                          </p:cBhvr>
                                          <p:to>
                                            <p:strVal val="visible"/>
                                          </p:to>
                                        </p:set>
                                        <p:anim calcmode="lin" valueType="num">
                                          <p:cBhvr additive="base">
                                            <p:cTn id="36" dur="1000" fill="hold"/>
                                            <p:tgtEl>
                                              <p:spTgt spid="77"/>
                                            </p:tgtEl>
                                            <p:attrNameLst>
                                              <p:attrName>ppt_x</p:attrName>
                                            </p:attrNameLst>
                                          </p:cBhvr>
                                          <p:tavLst>
                                            <p:tav tm="0">
                                              <p:val>
                                                <p:strVal val="#ppt_x"/>
                                              </p:val>
                                            </p:tav>
                                            <p:tav tm="100000">
                                              <p:val>
                                                <p:strVal val="#ppt_x"/>
                                              </p:val>
                                            </p:tav>
                                          </p:tavLst>
                                        </p:anim>
                                        <p:anim calcmode="lin" valueType="num">
                                          <p:cBhvr additive="base">
                                            <p:cTn id="37" dur="1000" fill="hold"/>
                                            <p:tgtEl>
                                              <p:spTgt spid="77"/>
                                            </p:tgtEl>
                                            <p:attrNameLst>
                                              <p:attrName>ppt_y</p:attrName>
                                            </p:attrNameLst>
                                          </p:cBhvr>
                                          <p:tavLst>
                                            <p:tav tm="0">
                                              <p:val>
                                                <p:strVal val="0-#ppt_h/2"/>
                                              </p:val>
                                            </p:tav>
                                            <p:tav tm="100000">
                                              <p:val>
                                                <p:strVal val="#ppt_y"/>
                                              </p:val>
                                            </p:tav>
                                          </p:tavLst>
                                        </p:anim>
                                      </p:childTnLst>
                                    </p:cTn>
                                  </p:par>
                                  <p:par>
                                    <p:cTn id="38" presetID="2" presetClass="entr" presetSubtype="4" fill="hold" grpId="0" nodeType="withEffect">
                                      <p:stCondLst>
                                        <p:cond delay="800"/>
                                      </p:stCondLst>
                                      <p:childTnLst>
                                        <p:set>
                                          <p:cBhvr>
                                            <p:cTn id="39" dur="1" fill="hold">
                                              <p:stCondLst>
                                                <p:cond delay="0"/>
                                              </p:stCondLst>
                                            </p:cTn>
                                            <p:tgtEl>
                                              <p:spTgt spid="76"/>
                                            </p:tgtEl>
                                            <p:attrNameLst>
                                              <p:attrName>style.visibility</p:attrName>
                                            </p:attrNameLst>
                                          </p:cBhvr>
                                          <p:to>
                                            <p:strVal val="visible"/>
                                          </p:to>
                                        </p:set>
                                        <p:anim calcmode="lin" valueType="num">
                                          <p:cBhvr additive="base">
                                            <p:cTn id="40" dur="1000" fill="hold"/>
                                            <p:tgtEl>
                                              <p:spTgt spid="76"/>
                                            </p:tgtEl>
                                            <p:attrNameLst>
                                              <p:attrName>ppt_x</p:attrName>
                                            </p:attrNameLst>
                                          </p:cBhvr>
                                          <p:tavLst>
                                            <p:tav tm="0">
                                              <p:val>
                                                <p:strVal val="#ppt_x"/>
                                              </p:val>
                                            </p:tav>
                                            <p:tav tm="100000">
                                              <p:val>
                                                <p:strVal val="#ppt_x"/>
                                              </p:val>
                                            </p:tav>
                                          </p:tavLst>
                                        </p:anim>
                                        <p:anim calcmode="lin" valueType="num">
                                          <p:cBhvr additive="base">
                                            <p:cTn id="41" dur="1000" fill="hold"/>
                                            <p:tgtEl>
                                              <p:spTgt spid="76"/>
                                            </p:tgtEl>
                                            <p:attrNameLst>
                                              <p:attrName>ppt_y</p:attrName>
                                            </p:attrNameLst>
                                          </p:cBhvr>
                                          <p:tavLst>
                                            <p:tav tm="0">
                                              <p:val>
                                                <p:strVal val="1+#ppt_h/2"/>
                                              </p:val>
                                            </p:tav>
                                            <p:tav tm="100000">
                                              <p:val>
                                                <p:strVal val="#ppt_y"/>
                                              </p:val>
                                            </p:tav>
                                          </p:tavLst>
                                        </p:anim>
                                      </p:childTnLst>
                                    </p:cTn>
                                  </p:par>
                                  <p:par>
                                    <p:cTn id="42" presetID="53" presetClass="entr" presetSubtype="16" fill="hold" nodeType="withEffect">
                                      <p:stCondLst>
                                        <p:cond delay="250"/>
                                      </p:stCondLst>
                                      <p:childTnLst>
                                        <p:set>
                                          <p:cBhvr>
                                            <p:cTn id="43" dur="1" fill="hold">
                                              <p:stCondLst>
                                                <p:cond delay="0"/>
                                              </p:stCondLst>
                                            </p:cTn>
                                            <p:tgtEl>
                                              <p:spTgt spid="2"/>
                                            </p:tgtEl>
                                            <p:attrNameLst>
                                              <p:attrName>style.visibility</p:attrName>
                                            </p:attrNameLst>
                                          </p:cBhvr>
                                          <p:to>
                                            <p:strVal val="visible"/>
                                          </p:to>
                                        </p:set>
                                        <p:anim calcmode="lin" valueType="num">
                                          <p:cBhvr>
                                            <p:cTn id="44" dur="750" fill="hold"/>
                                            <p:tgtEl>
                                              <p:spTgt spid="2"/>
                                            </p:tgtEl>
                                            <p:attrNameLst>
                                              <p:attrName>ppt_w</p:attrName>
                                            </p:attrNameLst>
                                          </p:cBhvr>
                                          <p:tavLst>
                                            <p:tav tm="0">
                                              <p:val>
                                                <p:fltVal val="0"/>
                                              </p:val>
                                            </p:tav>
                                            <p:tav tm="100000">
                                              <p:val>
                                                <p:strVal val="#ppt_w"/>
                                              </p:val>
                                            </p:tav>
                                          </p:tavLst>
                                        </p:anim>
                                        <p:anim calcmode="lin" valueType="num">
                                          <p:cBhvr>
                                            <p:cTn id="45" dur="750" fill="hold"/>
                                            <p:tgtEl>
                                              <p:spTgt spid="2"/>
                                            </p:tgtEl>
                                            <p:attrNameLst>
                                              <p:attrName>ppt_h</p:attrName>
                                            </p:attrNameLst>
                                          </p:cBhvr>
                                          <p:tavLst>
                                            <p:tav tm="0">
                                              <p:val>
                                                <p:fltVal val="0"/>
                                              </p:val>
                                            </p:tav>
                                            <p:tav tm="100000">
                                              <p:val>
                                                <p:strVal val="#ppt_h"/>
                                              </p:val>
                                            </p:tav>
                                          </p:tavLst>
                                        </p:anim>
                                        <p:animEffect transition="in" filter="fade">
                                          <p:cBhvr>
                                            <p:cTn id="46" dur="750"/>
                                            <p:tgtEl>
                                              <p:spTgt spid="2"/>
                                            </p:tgtEl>
                                          </p:cBhvr>
                                        </p:animEffect>
                                      </p:childTnLst>
                                    </p:cTn>
                                  </p:par>
                                  <p:par>
                                    <p:cTn id="47" presetID="53" presetClass="entr" presetSubtype="16" fill="hold" nodeType="withEffect">
                                      <p:stCondLst>
                                        <p:cond delay="400"/>
                                      </p:stCondLst>
                                      <p:childTnLst>
                                        <p:set>
                                          <p:cBhvr>
                                            <p:cTn id="48" dur="1" fill="hold">
                                              <p:stCondLst>
                                                <p:cond delay="0"/>
                                              </p:stCondLst>
                                            </p:cTn>
                                            <p:tgtEl>
                                              <p:spTgt spid="3"/>
                                            </p:tgtEl>
                                            <p:attrNameLst>
                                              <p:attrName>style.visibility</p:attrName>
                                            </p:attrNameLst>
                                          </p:cBhvr>
                                          <p:to>
                                            <p:strVal val="visible"/>
                                          </p:to>
                                        </p:set>
                                        <p:anim calcmode="lin" valueType="num">
                                          <p:cBhvr>
                                            <p:cTn id="49" dur="750" fill="hold"/>
                                            <p:tgtEl>
                                              <p:spTgt spid="3"/>
                                            </p:tgtEl>
                                            <p:attrNameLst>
                                              <p:attrName>ppt_w</p:attrName>
                                            </p:attrNameLst>
                                          </p:cBhvr>
                                          <p:tavLst>
                                            <p:tav tm="0">
                                              <p:val>
                                                <p:fltVal val="0"/>
                                              </p:val>
                                            </p:tav>
                                            <p:tav tm="100000">
                                              <p:val>
                                                <p:strVal val="#ppt_w"/>
                                              </p:val>
                                            </p:tav>
                                          </p:tavLst>
                                        </p:anim>
                                        <p:anim calcmode="lin" valueType="num">
                                          <p:cBhvr>
                                            <p:cTn id="50" dur="750" fill="hold"/>
                                            <p:tgtEl>
                                              <p:spTgt spid="3"/>
                                            </p:tgtEl>
                                            <p:attrNameLst>
                                              <p:attrName>ppt_h</p:attrName>
                                            </p:attrNameLst>
                                          </p:cBhvr>
                                          <p:tavLst>
                                            <p:tav tm="0">
                                              <p:val>
                                                <p:fltVal val="0"/>
                                              </p:val>
                                            </p:tav>
                                            <p:tav tm="100000">
                                              <p:val>
                                                <p:strVal val="#ppt_h"/>
                                              </p:val>
                                            </p:tav>
                                          </p:tavLst>
                                        </p:anim>
                                        <p:animEffect transition="in" filter="fade">
                                          <p:cBhvr>
                                            <p:cTn id="51" dur="750"/>
                                            <p:tgtEl>
                                              <p:spTgt spid="3"/>
                                            </p:tgtEl>
                                          </p:cBhvr>
                                        </p:animEffect>
                                      </p:childTnLst>
                                    </p:cTn>
                                  </p:par>
                                  <p:par>
                                    <p:cTn id="52" presetID="53" presetClass="entr" presetSubtype="16" fill="hold" nodeType="withEffect">
                                      <p:stCondLst>
                                        <p:cond delay="600"/>
                                      </p:stCondLst>
                                      <p:childTnLst>
                                        <p:set>
                                          <p:cBhvr>
                                            <p:cTn id="53" dur="1" fill="hold">
                                              <p:stCondLst>
                                                <p:cond delay="0"/>
                                              </p:stCondLst>
                                            </p:cTn>
                                            <p:tgtEl>
                                              <p:spTgt spid="4"/>
                                            </p:tgtEl>
                                            <p:attrNameLst>
                                              <p:attrName>style.visibility</p:attrName>
                                            </p:attrNameLst>
                                          </p:cBhvr>
                                          <p:to>
                                            <p:strVal val="visible"/>
                                          </p:to>
                                        </p:set>
                                        <p:anim calcmode="lin" valueType="num">
                                          <p:cBhvr>
                                            <p:cTn id="54" dur="750" fill="hold"/>
                                            <p:tgtEl>
                                              <p:spTgt spid="4"/>
                                            </p:tgtEl>
                                            <p:attrNameLst>
                                              <p:attrName>ppt_w</p:attrName>
                                            </p:attrNameLst>
                                          </p:cBhvr>
                                          <p:tavLst>
                                            <p:tav tm="0">
                                              <p:val>
                                                <p:fltVal val="0"/>
                                              </p:val>
                                            </p:tav>
                                            <p:tav tm="100000">
                                              <p:val>
                                                <p:strVal val="#ppt_w"/>
                                              </p:val>
                                            </p:tav>
                                          </p:tavLst>
                                        </p:anim>
                                        <p:anim calcmode="lin" valueType="num">
                                          <p:cBhvr>
                                            <p:cTn id="55" dur="750" fill="hold"/>
                                            <p:tgtEl>
                                              <p:spTgt spid="4"/>
                                            </p:tgtEl>
                                            <p:attrNameLst>
                                              <p:attrName>ppt_h</p:attrName>
                                            </p:attrNameLst>
                                          </p:cBhvr>
                                          <p:tavLst>
                                            <p:tav tm="0">
                                              <p:val>
                                                <p:fltVal val="0"/>
                                              </p:val>
                                            </p:tav>
                                            <p:tav tm="100000">
                                              <p:val>
                                                <p:strVal val="#ppt_h"/>
                                              </p:val>
                                            </p:tav>
                                          </p:tavLst>
                                        </p:anim>
                                        <p:animEffect transition="in" filter="fade">
                                          <p:cBhvr>
                                            <p:cTn id="56" dur="750"/>
                                            <p:tgtEl>
                                              <p:spTgt spid="4"/>
                                            </p:tgtEl>
                                          </p:cBhvr>
                                        </p:animEffect>
                                      </p:childTnLst>
                                    </p:cTn>
                                  </p:par>
                                  <p:par>
                                    <p:cTn id="57" presetID="53" presetClass="entr" presetSubtype="16" fill="hold" nodeType="withEffect">
                                      <p:stCondLst>
                                        <p:cond delay="800"/>
                                      </p:stCondLst>
                                      <p:childTnLst>
                                        <p:set>
                                          <p:cBhvr>
                                            <p:cTn id="58" dur="1" fill="hold">
                                              <p:stCondLst>
                                                <p:cond delay="0"/>
                                              </p:stCondLst>
                                            </p:cTn>
                                            <p:tgtEl>
                                              <p:spTgt spid="5"/>
                                            </p:tgtEl>
                                            <p:attrNameLst>
                                              <p:attrName>style.visibility</p:attrName>
                                            </p:attrNameLst>
                                          </p:cBhvr>
                                          <p:to>
                                            <p:strVal val="visible"/>
                                          </p:to>
                                        </p:set>
                                        <p:anim calcmode="lin" valueType="num">
                                          <p:cBhvr>
                                            <p:cTn id="59" dur="750" fill="hold"/>
                                            <p:tgtEl>
                                              <p:spTgt spid="5"/>
                                            </p:tgtEl>
                                            <p:attrNameLst>
                                              <p:attrName>ppt_w</p:attrName>
                                            </p:attrNameLst>
                                          </p:cBhvr>
                                          <p:tavLst>
                                            <p:tav tm="0">
                                              <p:val>
                                                <p:fltVal val="0"/>
                                              </p:val>
                                            </p:tav>
                                            <p:tav tm="100000">
                                              <p:val>
                                                <p:strVal val="#ppt_w"/>
                                              </p:val>
                                            </p:tav>
                                          </p:tavLst>
                                        </p:anim>
                                        <p:anim calcmode="lin" valueType="num">
                                          <p:cBhvr>
                                            <p:cTn id="60" dur="750" fill="hold"/>
                                            <p:tgtEl>
                                              <p:spTgt spid="5"/>
                                            </p:tgtEl>
                                            <p:attrNameLst>
                                              <p:attrName>ppt_h</p:attrName>
                                            </p:attrNameLst>
                                          </p:cBhvr>
                                          <p:tavLst>
                                            <p:tav tm="0">
                                              <p:val>
                                                <p:fltVal val="0"/>
                                              </p:val>
                                            </p:tav>
                                            <p:tav tm="100000">
                                              <p:val>
                                                <p:strVal val="#ppt_h"/>
                                              </p:val>
                                            </p:tav>
                                          </p:tavLst>
                                        </p:anim>
                                        <p:animEffect transition="in" filter="fade">
                                          <p:cBhvr>
                                            <p:cTn id="61" dur="750"/>
                                            <p:tgtEl>
                                              <p:spTgt spid="5"/>
                                            </p:tgtEl>
                                          </p:cBhvr>
                                        </p:animEffect>
                                      </p:childTnLst>
                                    </p:cTn>
                                  </p:par>
                                  <p:par>
                                    <p:cTn id="62" presetID="22" presetClass="entr" presetSubtype="1" fill="hold" grpId="0" nodeType="withEffect">
                                      <p:stCondLst>
                                        <p:cond delay="250"/>
                                      </p:stCondLst>
                                      <p:childTnLst>
                                        <p:set>
                                          <p:cBhvr>
                                            <p:cTn id="63" dur="1" fill="hold">
                                              <p:stCondLst>
                                                <p:cond delay="0"/>
                                              </p:stCondLst>
                                            </p:cTn>
                                            <p:tgtEl>
                                              <p:spTgt spid="71"/>
                                            </p:tgtEl>
                                            <p:attrNameLst>
                                              <p:attrName>style.visibility</p:attrName>
                                            </p:attrNameLst>
                                          </p:cBhvr>
                                          <p:to>
                                            <p:strVal val="visible"/>
                                          </p:to>
                                        </p:set>
                                        <p:animEffect transition="in" filter="wipe(up)">
                                          <p:cBhvr>
                                            <p:cTn id="64" dur="750"/>
                                            <p:tgtEl>
                                              <p:spTgt spid="71"/>
                                            </p:tgtEl>
                                          </p:cBhvr>
                                        </p:animEffect>
                                      </p:childTnLst>
                                    </p:cTn>
                                  </p:par>
                                  <p:par>
                                    <p:cTn id="65" presetID="22" presetClass="entr" presetSubtype="1" fill="hold" grpId="0" nodeType="withEffect">
                                      <p:stCondLst>
                                        <p:cond delay="400"/>
                                      </p:stCondLst>
                                      <p:childTnLst>
                                        <p:set>
                                          <p:cBhvr>
                                            <p:cTn id="66" dur="1" fill="hold">
                                              <p:stCondLst>
                                                <p:cond delay="0"/>
                                              </p:stCondLst>
                                            </p:cTn>
                                            <p:tgtEl>
                                              <p:spTgt spid="70"/>
                                            </p:tgtEl>
                                            <p:attrNameLst>
                                              <p:attrName>style.visibility</p:attrName>
                                            </p:attrNameLst>
                                          </p:cBhvr>
                                          <p:to>
                                            <p:strVal val="visible"/>
                                          </p:to>
                                        </p:set>
                                        <p:animEffect transition="in" filter="wipe(up)">
                                          <p:cBhvr>
                                            <p:cTn id="67" dur="750"/>
                                            <p:tgtEl>
                                              <p:spTgt spid="70"/>
                                            </p:tgtEl>
                                          </p:cBhvr>
                                        </p:animEffect>
                                      </p:childTnLst>
                                    </p:cTn>
                                  </p:par>
                                  <p:par>
                                    <p:cTn id="68" presetID="22" presetClass="entr" presetSubtype="1" fill="hold" grpId="0" nodeType="withEffect">
                                      <p:stCondLst>
                                        <p:cond delay="600"/>
                                      </p:stCondLst>
                                      <p:childTnLst>
                                        <p:set>
                                          <p:cBhvr>
                                            <p:cTn id="69" dur="1" fill="hold">
                                              <p:stCondLst>
                                                <p:cond delay="0"/>
                                              </p:stCondLst>
                                            </p:cTn>
                                            <p:tgtEl>
                                              <p:spTgt spid="69"/>
                                            </p:tgtEl>
                                            <p:attrNameLst>
                                              <p:attrName>style.visibility</p:attrName>
                                            </p:attrNameLst>
                                          </p:cBhvr>
                                          <p:to>
                                            <p:strVal val="visible"/>
                                          </p:to>
                                        </p:set>
                                        <p:animEffect transition="in" filter="wipe(up)">
                                          <p:cBhvr>
                                            <p:cTn id="70" dur="750"/>
                                            <p:tgtEl>
                                              <p:spTgt spid="69"/>
                                            </p:tgtEl>
                                          </p:cBhvr>
                                        </p:animEffect>
                                      </p:childTnLst>
                                    </p:cTn>
                                  </p:par>
                                  <p:par>
                                    <p:cTn id="71" presetID="22" presetClass="entr" presetSubtype="1" fill="hold" grpId="0" nodeType="withEffect">
                                      <p:stCondLst>
                                        <p:cond delay="800"/>
                                      </p:stCondLst>
                                      <p:childTnLst>
                                        <p:set>
                                          <p:cBhvr>
                                            <p:cTn id="72" dur="1" fill="hold">
                                              <p:stCondLst>
                                                <p:cond delay="0"/>
                                              </p:stCondLst>
                                            </p:cTn>
                                            <p:tgtEl>
                                              <p:spTgt spid="68"/>
                                            </p:tgtEl>
                                            <p:attrNameLst>
                                              <p:attrName>style.visibility</p:attrName>
                                            </p:attrNameLst>
                                          </p:cBhvr>
                                          <p:to>
                                            <p:strVal val="visible"/>
                                          </p:to>
                                        </p:set>
                                        <p:animEffect transition="in" filter="wipe(up)">
                                          <p:cBhvr>
                                            <p:cTn id="73" dur="750"/>
                                            <p:tgtEl>
                                              <p:spTgt spid="68"/>
                                            </p:tgtEl>
                                          </p:cBhvr>
                                        </p:animEffect>
                                      </p:childTnLst>
                                    </p:cTn>
                                  </p:par>
                                  <p:par>
                                    <p:cTn id="74" presetID="53" presetClass="entr" presetSubtype="16" fill="hold" grpId="0" nodeType="withEffect">
                                      <p:stCondLst>
                                        <p:cond delay="250"/>
                                      </p:stCondLst>
                                      <p:childTnLst>
                                        <p:set>
                                          <p:cBhvr>
                                            <p:cTn id="75" dur="1" fill="hold">
                                              <p:stCondLst>
                                                <p:cond delay="0"/>
                                              </p:stCondLst>
                                            </p:cTn>
                                            <p:tgtEl>
                                              <p:spTgt spid="75"/>
                                            </p:tgtEl>
                                            <p:attrNameLst>
                                              <p:attrName>style.visibility</p:attrName>
                                            </p:attrNameLst>
                                          </p:cBhvr>
                                          <p:to>
                                            <p:strVal val="visible"/>
                                          </p:to>
                                        </p:set>
                                        <p:anim calcmode="lin" valueType="num">
                                          <p:cBhvr>
                                            <p:cTn id="76" dur="500" fill="hold"/>
                                            <p:tgtEl>
                                              <p:spTgt spid="75"/>
                                            </p:tgtEl>
                                            <p:attrNameLst>
                                              <p:attrName>ppt_w</p:attrName>
                                            </p:attrNameLst>
                                          </p:cBhvr>
                                          <p:tavLst>
                                            <p:tav tm="0">
                                              <p:val>
                                                <p:fltVal val="0"/>
                                              </p:val>
                                            </p:tav>
                                            <p:tav tm="100000">
                                              <p:val>
                                                <p:strVal val="#ppt_w"/>
                                              </p:val>
                                            </p:tav>
                                          </p:tavLst>
                                        </p:anim>
                                        <p:anim calcmode="lin" valueType="num">
                                          <p:cBhvr>
                                            <p:cTn id="77" dur="500" fill="hold"/>
                                            <p:tgtEl>
                                              <p:spTgt spid="75"/>
                                            </p:tgtEl>
                                            <p:attrNameLst>
                                              <p:attrName>ppt_h</p:attrName>
                                            </p:attrNameLst>
                                          </p:cBhvr>
                                          <p:tavLst>
                                            <p:tav tm="0">
                                              <p:val>
                                                <p:fltVal val="0"/>
                                              </p:val>
                                            </p:tav>
                                            <p:tav tm="100000">
                                              <p:val>
                                                <p:strVal val="#ppt_h"/>
                                              </p:val>
                                            </p:tav>
                                          </p:tavLst>
                                        </p:anim>
                                        <p:animEffect transition="in" filter="fade">
                                          <p:cBhvr>
                                            <p:cTn id="78" dur="500"/>
                                            <p:tgtEl>
                                              <p:spTgt spid="75"/>
                                            </p:tgtEl>
                                          </p:cBhvr>
                                        </p:animEffect>
                                      </p:childTnLst>
                                    </p:cTn>
                                  </p:par>
                                  <p:par>
                                    <p:cTn id="79" presetID="53" presetClass="entr" presetSubtype="16" fill="hold" grpId="0" nodeType="withEffect">
                                      <p:stCondLst>
                                        <p:cond delay="400"/>
                                      </p:stCondLst>
                                      <p:childTnLst>
                                        <p:set>
                                          <p:cBhvr>
                                            <p:cTn id="80" dur="1" fill="hold">
                                              <p:stCondLst>
                                                <p:cond delay="0"/>
                                              </p:stCondLst>
                                            </p:cTn>
                                            <p:tgtEl>
                                              <p:spTgt spid="74"/>
                                            </p:tgtEl>
                                            <p:attrNameLst>
                                              <p:attrName>style.visibility</p:attrName>
                                            </p:attrNameLst>
                                          </p:cBhvr>
                                          <p:to>
                                            <p:strVal val="visible"/>
                                          </p:to>
                                        </p:set>
                                        <p:anim calcmode="lin" valueType="num">
                                          <p:cBhvr>
                                            <p:cTn id="81" dur="500" fill="hold"/>
                                            <p:tgtEl>
                                              <p:spTgt spid="74"/>
                                            </p:tgtEl>
                                            <p:attrNameLst>
                                              <p:attrName>ppt_w</p:attrName>
                                            </p:attrNameLst>
                                          </p:cBhvr>
                                          <p:tavLst>
                                            <p:tav tm="0">
                                              <p:val>
                                                <p:fltVal val="0"/>
                                              </p:val>
                                            </p:tav>
                                            <p:tav tm="100000">
                                              <p:val>
                                                <p:strVal val="#ppt_w"/>
                                              </p:val>
                                            </p:tav>
                                          </p:tavLst>
                                        </p:anim>
                                        <p:anim calcmode="lin" valueType="num">
                                          <p:cBhvr>
                                            <p:cTn id="82" dur="500" fill="hold"/>
                                            <p:tgtEl>
                                              <p:spTgt spid="74"/>
                                            </p:tgtEl>
                                            <p:attrNameLst>
                                              <p:attrName>ppt_h</p:attrName>
                                            </p:attrNameLst>
                                          </p:cBhvr>
                                          <p:tavLst>
                                            <p:tav tm="0">
                                              <p:val>
                                                <p:fltVal val="0"/>
                                              </p:val>
                                            </p:tav>
                                            <p:tav tm="100000">
                                              <p:val>
                                                <p:strVal val="#ppt_h"/>
                                              </p:val>
                                            </p:tav>
                                          </p:tavLst>
                                        </p:anim>
                                        <p:animEffect transition="in" filter="fade">
                                          <p:cBhvr>
                                            <p:cTn id="83" dur="500"/>
                                            <p:tgtEl>
                                              <p:spTgt spid="74"/>
                                            </p:tgtEl>
                                          </p:cBhvr>
                                        </p:animEffect>
                                      </p:childTnLst>
                                    </p:cTn>
                                  </p:par>
                                  <p:par>
                                    <p:cTn id="84" presetID="53" presetClass="entr" presetSubtype="16" fill="hold" grpId="0" nodeType="withEffect">
                                      <p:stCondLst>
                                        <p:cond delay="600"/>
                                      </p:stCondLst>
                                      <p:childTnLst>
                                        <p:set>
                                          <p:cBhvr>
                                            <p:cTn id="85" dur="1" fill="hold">
                                              <p:stCondLst>
                                                <p:cond delay="0"/>
                                              </p:stCondLst>
                                            </p:cTn>
                                            <p:tgtEl>
                                              <p:spTgt spid="73"/>
                                            </p:tgtEl>
                                            <p:attrNameLst>
                                              <p:attrName>style.visibility</p:attrName>
                                            </p:attrNameLst>
                                          </p:cBhvr>
                                          <p:to>
                                            <p:strVal val="visible"/>
                                          </p:to>
                                        </p:set>
                                        <p:anim calcmode="lin" valueType="num">
                                          <p:cBhvr>
                                            <p:cTn id="86" dur="500" fill="hold"/>
                                            <p:tgtEl>
                                              <p:spTgt spid="73"/>
                                            </p:tgtEl>
                                            <p:attrNameLst>
                                              <p:attrName>ppt_w</p:attrName>
                                            </p:attrNameLst>
                                          </p:cBhvr>
                                          <p:tavLst>
                                            <p:tav tm="0">
                                              <p:val>
                                                <p:fltVal val="0"/>
                                              </p:val>
                                            </p:tav>
                                            <p:tav tm="100000">
                                              <p:val>
                                                <p:strVal val="#ppt_w"/>
                                              </p:val>
                                            </p:tav>
                                          </p:tavLst>
                                        </p:anim>
                                        <p:anim calcmode="lin" valueType="num">
                                          <p:cBhvr>
                                            <p:cTn id="87" dur="500" fill="hold"/>
                                            <p:tgtEl>
                                              <p:spTgt spid="73"/>
                                            </p:tgtEl>
                                            <p:attrNameLst>
                                              <p:attrName>ppt_h</p:attrName>
                                            </p:attrNameLst>
                                          </p:cBhvr>
                                          <p:tavLst>
                                            <p:tav tm="0">
                                              <p:val>
                                                <p:fltVal val="0"/>
                                              </p:val>
                                            </p:tav>
                                            <p:tav tm="100000">
                                              <p:val>
                                                <p:strVal val="#ppt_h"/>
                                              </p:val>
                                            </p:tav>
                                          </p:tavLst>
                                        </p:anim>
                                        <p:animEffect transition="in" filter="fade">
                                          <p:cBhvr>
                                            <p:cTn id="88" dur="500"/>
                                            <p:tgtEl>
                                              <p:spTgt spid="73"/>
                                            </p:tgtEl>
                                          </p:cBhvr>
                                        </p:animEffect>
                                      </p:childTnLst>
                                    </p:cTn>
                                  </p:par>
                                  <p:par>
                                    <p:cTn id="89" presetID="53" presetClass="entr" presetSubtype="16" fill="hold" grpId="0" nodeType="withEffect">
                                      <p:stCondLst>
                                        <p:cond delay="800"/>
                                      </p:stCondLst>
                                      <p:childTnLst>
                                        <p:set>
                                          <p:cBhvr>
                                            <p:cTn id="90" dur="1" fill="hold">
                                              <p:stCondLst>
                                                <p:cond delay="0"/>
                                              </p:stCondLst>
                                            </p:cTn>
                                            <p:tgtEl>
                                              <p:spTgt spid="72"/>
                                            </p:tgtEl>
                                            <p:attrNameLst>
                                              <p:attrName>style.visibility</p:attrName>
                                            </p:attrNameLst>
                                          </p:cBhvr>
                                          <p:to>
                                            <p:strVal val="visible"/>
                                          </p:to>
                                        </p:set>
                                        <p:anim calcmode="lin" valueType="num">
                                          <p:cBhvr>
                                            <p:cTn id="91" dur="500" fill="hold"/>
                                            <p:tgtEl>
                                              <p:spTgt spid="72"/>
                                            </p:tgtEl>
                                            <p:attrNameLst>
                                              <p:attrName>ppt_w</p:attrName>
                                            </p:attrNameLst>
                                          </p:cBhvr>
                                          <p:tavLst>
                                            <p:tav tm="0">
                                              <p:val>
                                                <p:fltVal val="0"/>
                                              </p:val>
                                            </p:tav>
                                            <p:tav tm="100000">
                                              <p:val>
                                                <p:strVal val="#ppt_w"/>
                                              </p:val>
                                            </p:tav>
                                          </p:tavLst>
                                        </p:anim>
                                        <p:anim calcmode="lin" valueType="num">
                                          <p:cBhvr>
                                            <p:cTn id="92" dur="500" fill="hold"/>
                                            <p:tgtEl>
                                              <p:spTgt spid="72"/>
                                            </p:tgtEl>
                                            <p:attrNameLst>
                                              <p:attrName>ppt_h</p:attrName>
                                            </p:attrNameLst>
                                          </p:cBhvr>
                                          <p:tavLst>
                                            <p:tav tm="0">
                                              <p:val>
                                                <p:fltVal val="0"/>
                                              </p:val>
                                            </p:tav>
                                            <p:tav tm="100000">
                                              <p:val>
                                                <p:strVal val="#ppt_h"/>
                                              </p:val>
                                            </p:tav>
                                          </p:tavLst>
                                        </p:anim>
                                        <p:animEffect transition="in" filter="fade">
                                          <p:cBhvr>
                                            <p:cTn id="93" dur="500"/>
                                            <p:tgtEl>
                                              <p:spTgt spid="72"/>
                                            </p:tgtEl>
                                          </p:cBhvr>
                                        </p:animEffect>
                                      </p:childTnLst>
                                    </p:cTn>
                                  </p:par>
                                  <p:par>
                                    <p:cTn id="94" presetID="2" presetClass="entr" presetSubtype="4" fill="hold" grpId="0" nodeType="withEffect">
                                      <p:stCondLst>
                                        <p:cond delay="750"/>
                                      </p:stCondLst>
                                      <p:childTnLst>
                                        <p:set>
                                          <p:cBhvr>
                                            <p:cTn id="95" dur="1" fill="hold">
                                              <p:stCondLst>
                                                <p:cond delay="0"/>
                                              </p:stCondLst>
                                            </p:cTn>
                                            <p:tgtEl>
                                              <p:spTgt spid="39"/>
                                            </p:tgtEl>
                                            <p:attrNameLst>
                                              <p:attrName>style.visibility</p:attrName>
                                            </p:attrNameLst>
                                          </p:cBhvr>
                                          <p:to>
                                            <p:strVal val="visible"/>
                                          </p:to>
                                        </p:set>
                                        <p:anim calcmode="lin" valueType="num">
                                          <p:cBhvr additive="base">
                                            <p:cTn id="96" dur="1000" fill="hold"/>
                                            <p:tgtEl>
                                              <p:spTgt spid="39"/>
                                            </p:tgtEl>
                                            <p:attrNameLst>
                                              <p:attrName>ppt_x</p:attrName>
                                            </p:attrNameLst>
                                          </p:cBhvr>
                                          <p:tavLst>
                                            <p:tav tm="0">
                                              <p:val>
                                                <p:strVal val="#ppt_x"/>
                                              </p:val>
                                            </p:tav>
                                            <p:tav tm="100000">
                                              <p:val>
                                                <p:strVal val="#ppt_x"/>
                                              </p:val>
                                            </p:tav>
                                          </p:tavLst>
                                        </p:anim>
                                        <p:anim calcmode="lin" valueType="num">
                                          <p:cBhvr additive="base">
                                            <p:cTn id="97" dur="1000" fill="hold"/>
                                            <p:tgtEl>
                                              <p:spTgt spid="39"/>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750"/>
                                      </p:stCondLst>
                                      <p:childTnLst>
                                        <p:set>
                                          <p:cBhvr>
                                            <p:cTn id="99" dur="1" fill="hold">
                                              <p:stCondLst>
                                                <p:cond delay="0"/>
                                              </p:stCondLst>
                                            </p:cTn>
                                            <p:tgtEl>
                                              <p:spTgt spid="38"/>
                                            </p:tgtEl>
                                            <p:attrNameLst>
                                              <p:attrName>style.visibility</p:attrName>
                                            </p:attrNameLst>
                                          </p:cBhvr>
                                          <p:to>
                                            <p:strVal val="visible"/>
                                          </p:to>
                                        </p:set>
                                        <p:anim calcmode="lin" valueType="num">
                                          <p:cBhvr additive="base">
                                            <p:cTn id="100" dur="1000" fill="hold"/>
                                            <p:tgtEl>
                                              <p:spTgt spid="38"/>
                                            </p:tgtEl>
                                            <p:attrNameLst>
                                              <p:attrName>ppt_x</p:attrName>
                                            </p:attrNameLst>
                                          </p:cBhvr>
                                          <p:tavLst>
                                            <p:tav tm="0">
                                              <p:val>
                                                <p:strVal val="#ppt_x"/>
                                              </p:val>
                                            </p:tav>
                                            <p:tav tm="100000">
                                              <p:val>
                                                <p:strVal val="#ppt_x"/>
                                              </p:val>
                                            </p:tav>
                                          </p:tavLst>
                                        </p:anim>
                                        <p:anim calcmode="lin" valueType="num">
                                          <p:cBhvr additive="base">
                                            <p:cTn id="101" dur="1000" fill="hold"/>
                                            <p:tgtEl>
                                              <p:spTgt spid="38"/>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900"/>
                                      </p:stCondLst>
                                      <p:childTnLst>
                                        <p:set>
                                          <p:cBhvr>
                                            <p:cTn id="103" dur="1" fill="hold">
                                              <p:stCondLst>
                                                <p:cond delay="0"/>
                                              </p:stCondLst>
                                            </p:cTn>
                                            <p:tgtEl>
                                              <p:spTgt spid="44"/>
                                            </p:tgtEl>
                                            <p:attrNameLst>
                                              <p:attrName>style.visibility</p:attrName>
                                            </p:attrNameLst>
                                          </p:cBhvr>
                                          <p:to>
                                            <p:strVal val="visible"/>
                                          </p:to>
                                        </p:set>
                                        <p:anim calcmode="lin" valueType="num">
                                          <p:cBhvr additive="base">
                                            <p:cTn id="104" dur="1000" fill="hold"/>
                                            <p:tgtEl>
                                              <p:spTgt spid="44"/>
                                            </p:tgtEl>
                                            <p:attrNameLst>
                                              <p:attrName>ppt_x</p:attrName>
                                            </p:attrNameLst>
                                          </p:cBhvr>
                                          <p:tavLst>
                                            <p:tav tm="0">
                                              <p:val>
                                                <p:strVal val="#ppt_x"/>
                                              </p:val>
                                            </p:tav>
                                            <p:tav tm="100000">
                                              <p:val>
                                                <p:strVal val="#ppt_x"/>
                                              </p:val>
                                            </p:tav>
                                          </p:tavLst>
                                        </p:anim>
                                        <p:anim calcmode="lin" valueType="num">
                                          <p:cBhvr additive="base">
                                            <p:cTn id="105" dur="1000" fill="hold"/>
                                            <p:tgtEl>
                                              <p:spTgt spid="44"/>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stCondLst>
                                        <p:cond delay="900"/>
                                      </p:stCondLst>
                                      <p:childTnLst>
                                        <p:set>
                                          <p:cBhvr>
                                            <p:cTn id="107" dur="1" fill="hold">
                                              <p:stCondLst>
                                                <p:cond delay="0"/>
                                              </p:stCondLst>
                                            </p:cTn>
                                            <p:tgtEl>
                                              <p:spTgt spid="43"/>
                                            </p:tgtEl>
                                            <p:attrNameLst>
                                              <p:attrName>style.visibility</p:attrName>
                                            </p:attrNameLst>
                                          </p:cBhvr>
                                          <p:to>
                                            <p:strVal val="visible"/>
                                          </p:to>
                                        </p:set>
                                        <p:anim calcmode="lin" valueType="num">
                                          <p:cBhvr additive="base">
                                            <p:cTn id="108" dur="1000" fill="hold"/>
                                            <p:tgtEl>
                                              <p:spTgt spid="43"/>
                                            </p:tgtEl>
                                            <p:attrNameLst>
                                              <p:attrName>ppt_x</p:attrName>
                                            </p:attrNameLst>
                                          </p:cBhvr>
                                          <p:tavLst>
                                            <p:tav tm="0">
                                              <p:val>
                                                <p:strVal val="#ppt_x"/>
                                              </p:val>
                                            </p:tav>
                                            <p:tav tm="100000">
                                              <p:val>
                                                <p:strVal val="#ppt_x"/>
                                              </p:val>
                                            </p:tav>
                                          </p:tavLst>
                                        </p:anim>
                                        <p:anim calcmode="lin" valueType="num">
                                          <p:cBhvr additive="base">
                                            <p:cTn id="109" dur="1000" fill="hold"/>
                                            <p:tgtEl>
                                              <p:spTgt spid="43"/>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1100"/>
                                      </p:stCondLst>
                                      <p:childTnLst>
                                        <p:set>
                                          <p:cBhvr>
                                            <p:cTn id="111" dur="1" fill="hold">
                                              <p:stCondLst>
                                                <p:cond delay="0"/>
                                              </p:stCondLst>
                                            </p:cTn>
                                            <p:tgtEl>
                                              <p:spTgt spid="46"/>
                                            </p:tgtEl>
                                            <p:attrNameLst>
                                              <p:attrName>style.visibility</p:attrName>
                                            </p:attrNameLst>
                                          </p:cBhvr>
                                          <p:to>
                                            <p:strVal val="visible"/>
                                          </p:to>
                                        </p:set>
                                        <p:anim calcmode="lin" valueType="num">
                                          <p:cBhvr additive="base">
                                            <p:cTn id="112" dur="1000" fill="hold"/>
                                            <p:tgtEl>
                                              <p:spTgt spid="46"/>
                                            </p:tgtEl>
                                            <p:attrNameLst>
                                              <p:attrName>ppt_x</p:attrName>
                                            </p:attrNameLst>
                                          </p:cBhvr>
                                          <p:tavLst>
                                            <p:tav tm="0">
                                              <p:val>
                                                <p:strVal val="#ppt_x"/>
                                              </p:val>
                                            </p:tav>
                                            <p:tav tm="100000">
                                              <p:val>
                                                <p:strVal val="#ppt_x"/>
                                              </p:val>
                                            </p:tav>
                                          </p:tavLst>
                                        </p:anim>
                                        <p:anim calcmode="lin" valueType="num">
                                          <p:cBhvr additive="base">
                                            <p:cTn id="113" dur="1000" fill="hold"/>
                                            <p:tgtEl>
                                              <p:spTgt spid="46"/>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stCondLst>
                                        <p:cond delay="1100"/>
                                      </p:stCondLst>
                                      <p:childTnLst>
                                        <p:set>
                                          <p:cBhvr>
                                            <p:cTn id="115" dur="1" fill="hold">
                                              <p:stCondLst>
                                                <p:cond delay="0"/>
                                              </p:stCondLst>
                                            </p:cTn>
                                            <p:tgtEl>
                                              <p:spTgt spid="45"/>
                                            </p:tgtEl>
                                            <p:attrNameLst>
                                              <p:attrName>style.visibility</p:attrName>
                                            </p:attrNameLst>
                                          </p:cBhvr>
                                          <p:to>
                                            <p:strVal val="visible"/>
                                          </p:to>
                                        </p:set>
                                        <p:anim calcmode="lin" valueType="num">
                                          <p:cBhvr additive="base">
                                            <p:cTn id="116" dur="1000" fill="hold"/>
                                            <p:tgtEl>
                                              <p:spTgt spid="45"/>
                                            </p:tgtEl>
                                            <p:attrNameLst>
                                              <p:attrName>ppt_x</p:attrName>
                                            </p:attrNameLst>
                                          </p:cBhvr>
                                          <p:tavLst>
                                            <p:tav tm="0">
                                              <p:val>
                                                <p:strVal val="#ppt_x"/>
                                              </p:val>
                                            </p:tav>
                                            <p:tav tm="100000">
                                              <p:val>
                                                <p:strVal val="#ppt_x"/>
                                              </p:val>
                                            </p:tav>
                                          </p:tavLst>
                                        </p:anim>
                                        <p:anim calcmode="lin" valueType="num">
                                          <p:cBhvr additive="base">
                                            <p:cTn id="117" dur="1000" fill="hold"/>
                                            <p:tgtEl>
                                              <p:spTgt spid="45"/>
                                            </p:tgtEl>
                                            <p:attrNameLst>
                                              <p:attrName>ppt_y</p:attrName>
                                            </p:attrNameLst>
                                          </p:cBhvr>
                                          <p:tavLst>
                                            <p:tav tm="0">
                                              <p:val>
                                                <p:strVal val="1+#ppt_h/2"/>
                                              </p:val>
                                            </p:tav>
                                            <p:tav tm="100000">
                                              <p:val>
                                                <p:strVal val="#ppt_y"/>
                                              </p:val>
                                            </p:tav>
                                          </p:tavLst>
                                        </p:anim>
                                      </p:childTnLst>
                                    </p:cTn>
                                  </p:par>
                                  <p:par>
                                    <p:cTn id="118" presetID="2" presetClass="entr" presetSubtype="4" fill="hold" grpId="0" nodeType="withEffect">
                                      <p:stCondLst>
                                        <p:cond delay="1300"/>
                                      </p:stCondLst>
                                      <p:childTnLst>
                                        <p:set>
                                          <p:cBhvr>
                                            <p:cTn id="119" dur="1" fill="hold">
                                              <p:stCondLst>
                                                <p:cond delay="0"/>
                                              </p:stCondLst>
                                            </p:cTn>
                                            <p:tgtEl>
                                              <p:spTgt spid="48"/>
                                            </p:tgtEl>
                                            <p:attrNameLst>
                                              <p:attrName>style.visibility</p:attrName>
                                            </p:attrNameLst>
                                          </p:cBhvr>
                                          <p:to>
                                            <p:strVal val="visible"/>
                                          </p:to>
                                        </p:set>
                                        <p:anim calcmode="lin" valueType="num">
                                          <p:cBhvr additive="base">
                                            <p:cTn id="120" dur="1000" fill="hold"/>
                                            <p:tgtEl>
                                              <p:spTgt spid="48"/>
                                            </p:tgtEl>
                                            <p:attrNameLst>
                                              <p:attrName>ppt_x</p:attrName>
                                            </p:attrNameLst>
                                          </p:cBhvr>
                                          <p:tavLst>
                                            <p:tav tm="0">
                                              <p:val>
                                                <p:strVal val="#ppt_x"/>
                                              </p:val>
                                            </p:tav>
                                            <p:tav tm="100000">
                                              <p:val>
                                                <p:strVal val="#ppt_x"/>
                                              </p:val>
                                            </p:tav>
                                          </p:tavLst>
                                        </p:anim>
                                        <p:anim calcmode="lin" valueType="num">
                                          <p:cBhvr additive="base">
                                            <p:cTn id="121" dur="1000" fill="hold"/>
                                            <p:tgtEl>
                                              <p:spTgt spid="48"/>
                                            </p:tgtEl>
                                            <p:attrNameLst>
                                              <p:attrName>ppt_y</p:attrName>
                                            </p:attrNameLst>
                                          </p:cBhvr>
                                          <p:tavLst>
                                            <p:tav tm="0">
                                              <p:val>
                                                <p:strVal val="1+#ppt_h/2"/>
                                              </p:val>
                                            </p:tav>
                                            <p:tav tm="100000">
                                              <p:val>
                                                <p:strVal val="#ppt_y"/>
                                              </p:val>
                                            </p:tav>
                                          </p:tavLst>
                                        </p:anim>
                                      </p:childTnLst>
                                    </p:cTn>
                                  </p:par>
                                  <p:par>
                                    <p:cTn id="122" presetID="2" presetClass="entr" presetSubtype="4" fill="hold" grpId="0" nodeType="withEffect">
                                      <p:stCondLst>
                                        <p:cond delay="1300"/>
                                      </p:stCondLst>
                                      <p:childTnLst>
                                        <p:set>
                                          <p:cBhvr>
                                            <p:cTn id="123" dur="1" fill="hold">
                                              <p:stCondLst>
                                                <p:cond delay="0"/>
                                              </p:stCondLst>
                                            </p:cTn>
                                            <p:tgtEl>
                                              <p:spTgt spid="47"/>
                                            </p:tgtEl>
                                            <p:attrNameLst>
                                              <p:attrName>style.visibility</p:attrName>
                                            </p:attrNameLst>
                                          </p:cBhvr>
                                          <p:to>
                                            <p:strVal val="visible"/>
                                          </p:to>
                                        </p:set>
                                        <p:anim calcmode="lin" valueType="num">
                                          <p:cBhvr additive="base">
                                            <p:cTn id="124" dur="1000" fill="hold"/>
                                            <p:tgtEl>
                                              <p:spTgt spid="47"/>
                                            </p:tgtEl>
                                            <p:attrNameLst>
                                              <p:attrName>ppt_x</p:attrName>
                                            </p:attrNameLst>
                                          </p:cBhvr>
                                          <p:tavLst>
                                            <p:tav tm="0">
                                              <p:val>
                                                <p:strVal val="#ppt_x"/>
                                              </p:val>
                                            </p:tav>
                                            <p:tav tm="100000">
                                              <p:val>
                                                <p:strVal val="#ppt_x"/>
                                              </p:val>
                                            </p:tav>
                                          </p:tavLst>
                                        </p:anim>
                                        <p:anim calcmode="lin" valueType="num">
                                          <p:cBhvr additive="base">
                                            <p:cTn id="125" dur="1000" fill="hold"/>
                                            <p:tgtEl>
                                              <p:spTgt spid="47"/>
                                            </p:tgtEl>
                                            <p:attrNameLst>
                                              <p:attrName>ppt_y</p:attrName>
                                            </p:attrNameLst>
                                          </p:cBhvr>
                                          <p:tavLst>
                                            <p:tav tm="0">
                                              <p:val>
                                                <p:strVal val="1+#ppt_h/2"/>
                                              </p:val>
                                            </p:tav>
                                            <p:tav tm="100000">
                                              <p:val>
                                                <p:strVal val="#ppt_y"/>
                                              </p:val>
                                            </p:tav>
                                          </p:tavLst>
                                        </p:anim>
                                      </p:childTnLst>
                                    </p:cTn>
                                  </p:par>
                                  <p:par>
                                    <p:cTn id="126" presetID="53" presetClass="entr" presetSubtype="16" fill="hold" grpId="0" nodeType="withEffect">
                                      <p:stCondLst>
                                        <p:cond delay="1500"/>
                                      </p:stCondLst>
                                      <p:childTnLst>
                                        <p:set>
                                          <p:cBhvr>
                                            <p:cTn id="127" dur="1" fill="hold">
                                              <p:stCondLst>
                                                <p:cond delay="0"/>
                                              </p:stCondLst>
                                            </p:cTn>
                                            <p:tgtEl>
                                              <p:spTgt spid="51"/>
                                            </p:tgtEl>
                                            <p:attrNameLst>
                                              <p:attrName>style.visibility</p:attrName>
                                            </p:attrNameLst>
                                          </p:cBhvr>
                                          <p:to>
                                            <p:strVal val="visible"/>
                                          </p:to>
                                        </p:set>
                                        <p:anim calcmode="lin" valueType="num">
                                          <p:cBhvr>
                                            <p:cTn id="128" dur="750" fill="hold"/>
                                            <p:tgtEl>
                                              <p:spTgt spid="51"/>
                                            </p:tgtEl>
                                            <p:attrNameLst>
                                              <p:attrName>ppt_w</p:attrName>
                                            </p:attrNameLst>
                                          </p:cBhvr>
                                          <p:tavLst>
                                            <p:tav tm="0">
                                              <p:val>
                                                <p:fltVal val="0"/>
                                              </p:val>
                                            </p:tav>
                                            <p:tav tm="100000">
                                              <p:val>
                                                <p:strVal val="#ppt_w"/>
                                              </p:val>
                                            </p:tav>
                                          </p:tavLst>
                                        </p:anim>
                                        <p:anim calcmode="lin" valueType="num">
                                          <p:cBhvr>
                                            <p:cTn id="129" dur="750" fill="hold"/>
                                            <p:tgtEl>
                                              <p:spTgt spid="51"/>
                                            </p:tgtEl>
                                            <p:attrNameLst>
                                              <p:attrName>ppt_h</p:attrName>
                                            </p:attrNameLst>
                                          </p:cBhvr>
                                          <p:tavLst>
                                            <p:tav tm="0">
                                              <p:val>
                                                <p:fltVal val="0"/>
                                              </p:val>
                                            </p:tav>
                                            <p:tav tm="100000">
                                              <p:val>
                                                <p:strVal val="#ppt_h"/>
                                              </p:val>
                                            </p:tav>
                                          </p:tavLst>
                                        </p:anim>
                                        <p:animEffect transition="in" filter="fade">
                                          <p:cBhvr>
                                            <p:cTn id="130" dur="750"/>
                                            <p:tgtEl>
                                              <p:spTgt spid="51"/>
                                            </p:tgtEl>
                                          </p:cBhvr>
                                        </p:animEffect>
                                      </p:childTnLst>
                                    </p:cTn>
                                  </p:par>
                                  <p:par>
                                    <p:cTn id="131" presetID="53" presetClass="entr" presetSubtype="16" fill="hold" grpId="0" nodeType="withEffect">
                                      <p:stCondLst>
                                        <p:cond delay="1500"/>
                                      </p:stCondLst>
                                      <p:childTnLst>
                                        <p:set>
                                          <p:cBhvr>
                                            <p:cTn id="132" dur="1" fill="hold">
                                              <p:stCondLst>
                                                <p:cond delay="0"/>
                                              </p:stCondLst>
                                            </p:cTn>
                                            <p:tgtEl>
                                              <p:spTgt spid="52"/>
                                            </p:tgtEl>
                                            <p:attrNameLst>
                                              <p:attrName>style.visibility</p:attrName>
                                            </p:attrNameLst>
                                          </p:cBhvr>
                                          <p:to>
                                            <p:strVal val="visible"/>
                                          </p:to>
                                        </p:set>
                                        <p:anim calcmode="lin" valueType="num">
                                          <p:cBhvr>
                                            <p:cTn id="133" dur="750" fill="hold"/>
                                            <p:tgtEl>
                                              <p:spTgt spid="52"/>
                                            </p:tgtEl>
                                            <p:attrNameLst>
                                              <p:attrName>ppt_w</p:attrName>
                                            </p:attrNameLst>
                                          </p:cBhvr>
                                          <p:tavLst>
                                            <p:tav tm="0">
                                              <p:val>
                                                <p:fltVal val="0"/>
                                              </p:val>
                                            </p:tav>
                                            <p:tav tm="100000">
                                              <p:val>
                                                <p:strVal val="#ppt_w"/>
                                              </p:val>
                                            </p:tav>
                                          </p:tavLst>
                                        </p:anim>
                                        <p:anim calcmode="lin" valueType="num">
                                          <p:cBhvr>
                                            <p:cTn id="134" dur="750" fill="hold"/>
                                            <p:tgtEl>
                                              <p:spTgt spid="52"/>
                                            </p:tgtEl>
                                            <p:attrNameLst>
                                              <p:attrName>ppt_h</p:attrName>
                                            </p:attrNameLst>
                                          </p:cBhvr>
                                          <p:tavLst>
                                            <p:tav tm="0">
                                              <p:val>
                                                <p:fltVal val="0"/>
                                              </p:val>
                                            </p:tav>
                                            <p:tav tm="100000">
                                              <p:val>
                                                <p:strVal val="#ppt_h"/>
                                              </p:val>
                                            </p:tav>
                                          </p:tavLst>
                                        </p:anim>
                                        <p:animEffect transition="in" filter="fade">
                                          <p:cBhvr>
                                            <p:cTn id="135" dur="750"/>
                                            <p:tgtEl>
                                              <p:spTgt spid="52"/>
                                            </p:tgtEl>
                                          </p:cBhvr>
                                        </p:animEffect>
                                      </p:childTnLst>
                                    </p:cTn>
                                  </p:par>
                                  <p:par>
                                    <p:cTn id="136" presetID="53" presetClass="entr" presetSubtype="16" fill="hold" grpId="0" nodeType="withEffect">
                                      <p:stCondLst>
                                        <p:cond delay="1500"/>
                                      </p:stCondLst>
                                      <p:childTnLst>
                                        <p:set>
                                          <p:cBhvr>
                                            <p:cTn id="137" dur="1" fill="hold">
                                              <p:stCondLst>
                                                <p:cond delay="0"/>
                                              </p:stCondLst>
                                            </p:cTn>
                                            <p:tgtEl>
                                              <p:spTgt spid="50"/>
                                            </p:tgtEl>
                                            <p:attrNameLst>
                                              <p:attrName>style.visibility</p:attrName>
                                            </p:attrNameLst>
                                          </p:cBhvr>
                                          <p:to>
                                            <p:strVal val="visible"/>
                                          </p:to>
                                        </p:set>
                                        <p:anim calcmode="lin" valueType="num">
                                          <p:cBhvr>
                                            <p:cTn id="138" dur="750" fill="hold"/>
                                            <p:tgtEl>
                                              <p:spTgt spid="50"/>
                                            </p:tgtEl>
                                            <p:attrNameLst>
                                              <p:attrName>ppt_w</p:attrName>
                                            </p:attrNameLst>
                                          </p:cBhvr>
                                          <p:tavLst>
                                            <p:tav tm="0">
                                              <p:val>
                                                <p:fltVal val="0"/>
                                              </p:val>
                                            </p:tav>
                                            <p:tav tm="100000">
                                              <p:val>
                                                <p:strVal val="#ppt_w"/>
                                              </p:val>
                                            </p:tav>
                                          </p:tavLst>
                                        </p:anim>
                                        <p:anim calcmode="lin" valueType="num">
                                          <p:cBhvr>
                                            <p:cTn id="139" dur="750" fill="hold"/>
                                            <p:tgtEl>
                                              <p:spTgt spid="50"/>
                                            </p:tgtEl>
                                            <p:attrNameLst>
                                              <p:attrName>ppt_h</p:attrName>
                                            </p:attrNameLst>
                                          </p:cBhvr>
                                          <p:tavLst>
                                            <p:tav tm="0">
                                              <p:val>
                                                <p:fltVal val="0"/>
                                              </p:val>
                                            </p:tav>
                                            <p:tav tm="100000">
                                              <p:val>
                                                <p:strVal val="#ppt_h"/>
                                              </p:val>
                                            </p:tav>
                                          </p:tavLst>
                                        </p:anim>
                                        <p:animEffect transition="in" filter="fade">
                                          <p:cBhvr>
                                            <p:cTn id="140" dur="750"/>
                                            <p:tgtEl>
                                              <p:spTgt spid="50"/>
                                            </p:tgtEl>
                                          </p:cBhvr>
                                        </p:animEffect>
                                      </p:childTnLst>
                                    </p:cTn>
                                  </p:par>
                                  <p:par>
                                    <p:cTn id="141" presetID="53" presetClass="entr" presetSubtype="16" fill="hold" grpId="0" nodeType="withEffect">
                                      <p:stCondLst>
                                        <p:cond delay="1500"/>
                                      </p:stCondLst>
                                      <p:childTnLst>
                                        <p:set>
                                          <p:cBhvr>
                                            <p:cTn id="142" dur="1" fill="hold">
                                              <p:stCondLst>
                                                <p:cond delay="0"/>
                                              </p:stCondLst>
                                            </p:cTn>
                                            <p:tgtEl>
                                              <p:spTgt spid="49"/>
                                            </p:tgtEl>
                                            <p:attrNameLst>
                                              <p:attrName>style.visibility</p:attrName>
                                            </p:attrNameLst>
                                          </p:cBhvr>
                                          <p:to>
                                            <p:strVal val="visible"/>
                                          </p:to>
                                        </p:set>
                                        <p:anim calcmode="lin" valueType="num">
                                          <p:cBhvr>
                                            <p:cTn id="143" dur="750" fill="hold"/>
                                            <p:tgtEl>
                                              <p:spTgt spid="49"/>
                                            </p:tgtEl>
                                            <p:attrNameLst>
                                              <p:attrName>ppt_w</p:attrName>
                                            </p:attrNameLst>
                                          </p:cBhvr>
                                          <p:tavLst>
                                            <p:tav tm="0">
                                              <p:val>
                                                <p:fltVal val="0"/>
                                              </p:val>
                                            </p:tav>
                                            <p:tav tm="100000">
                                              <p:val>
                                                <p:strVal val="#ppt_w"/>
                                              </p:val>
                                            </p:tav>
                                          </p:tavLst>
                                        </p:anim>
                                        <p:anim calcmode="lin" valueType="num">
                                          <p:cBhvr>
                                            <p:cTn id="144" dur="750" fill="hold"/>
                                            <p:tgtEl>
                                              <p:spTgt spid="49"/>
                                            </p:tgtEl>
                                            <p:attrNameLst>
                                              <p:attrName>ppt_h</p:attrName>
                                            </p:attrNameLst>
                                          </p:cBhvr>
                                          <p:tavLst>
                                            <p:tav tm="0">
                                              <p:val>
                                                <p:fltVal val="0"/>
                                              </p:val>
                                            </p:tav>
                                            <p:tav tm="100000">
                                              <p:val>
                                                <p:strVal val="#ppt_h"/>
                                              </p:val>
                                            </p:tav>
                                          </p:tavLst>
                                        </p:anim>
                                        <p:animEffect transition="in" filter="fade">
                                          <p:cBhvr>
                                            <p:cTn id="145" dur="75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68" grpId="0" animBg="1"/>
          <p:bldP spid="69"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animBg="1"/>
          <p:bldP spid="38" grpId="0"/>
          <p:bldP spid="39" grpId="0"/>
          <p:bldP spid="43" grpId="0"/>
          <p:bldP spid="44" grpId="0"/>
          <p:bldP spid="45" grpId="0"/>
          <p:bldP spid="46" grpId="0"/>
          <p:bldP spid="47" grpId="0"/>
          <p:bldP spid="48" grpId="0"/>
          <p:bldP spid="49" grpId="0" animBg="1"/>
          <p:bldP spid="50" grpId="0" animBg="1"/>
          <p:bldP spid="51" grpId="0" animBg="1"/>
          <p:bldP spid="52" grpId="0" animBg="1"/>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 name="Group 93">
            <a:extLst>
              <a:ext uri="{FF2B5EF4-FFF2-40B4-BE49-F238E27FC236}">
                <a16:creationId xmlns:a16="http://schemas.microsoft.com/office/drawing/2014/main" id="{123E8457-24E2-4A00-AF22-938831B45535}"/>
              </a:ext>
            </a:extLst>
          </p:cNvPr>
          <p:cNvGrpSpPr/>
          <p:nvPr/>
        </p:nvGrpSpPr>
        <p:grpSpPr>
          <a:xfrm>
            <a:off x="6692012" y="1818660"/>
            <a:ext cx="2069381" cy="1984237"/>
            <a:chOff x="6607176" y="2047876"/>
            <a:chExt cx="1774825" cy="1701800"/>
          </a:xfrm>
        </p:grpSpPr>
        <p:sp>
          <p:nvSpPr>
            <p:cNvPr id="29" name="Freeform 19">
              <a:extLst>
                <a:ext uri="{FF2B5EF4-FFF2-40B4-BE49-F238E27FC236}">
                  <a16:creationId xmlns:a16="http://schemas.microsoft.com/office/drawing/2014/main" id="{225680E5-1C4B-47DE-8F40-1556BA190000}"/>
                </a:ext>
              </a:extLst>
            </p:cNvPr>
            <p:cNvSpPr>
              <a:spLocks/>
            </p:cNvSpPr>
            <p:nvPr/>
          </p:nvSpPr>
          <p:spPr bwMode="auto">
            <a:xfrm>
              <a:off x="6607176" y="2047876"/>
              <a:ext cx="1774825" cy="1701800"/>
            </a:xfrm>
            <a:custGeom>
              <a:avLst/>
              <a:gdLst>
                <a:gd name="T0" fmla="*/ 180 w 558"/>
                <a:gd name="T1" fmla="*/ 0 h 535"/>
                <a:gd name="T2" fmla="*/ 196 w 558"/>
                <a:gd name="T3" fmla="*/ 105 h 535"/>
                <a:gd name="T4" fmla="*/ 169 w 558"/>
                <a:gd name="T5" fmla="*/ 242 h 535"/>
                <a:gd name="T6" fmla="*/ 0 w 558"/>
                <a:gd name="T7" fmla="*/ 423 h 535"/>
                <a:gd name="T8" fmla="*/ 0 w 558"/>
                <a:gd name="T9" fmla="*/ 423 h 535"/>
                <a:gd name="T10" fmla="*/ 426 w 558"/>
                <a:gd name="T11" fmla="*/ 535 h 535"/>
                <a:gd name="T12" fmla="*/ 426 w 558"/>
                <a:gd name="T13" fmla="*/ 535 h 535"/>
                <a:gd name="T14" fmla="*/ 419 w 558"/>
                <a:gd name="T15" fmla="*/ 346 h 535"/>
                <a:gd name="T16" fmla="*/ 419 w 558"/>
                <a:gd name="T17" fmla="*/ 346 h 535"/>
                <a:gd name="T18" fmla="*/ 558 w 558"/>
                <a:gd name="T19" fmla="*/ 218 h 535"/>
                <a:gd name="T20" fmla="*/ 558 w 558"/>
                <a:gd name="T21" fmla="*/ 218 h 535"/>
                <a:gd name="T22" fmla="*/ 180 w 558"/>
                <a:gd name="T2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8" h="535">
                  <a:moveTo>
                    <a:pt x="180" y="0"/>
                  </a:moveTo>
                  <a:cubicBezTo>
                    <a:pt x="191" y="33"/>
                    <a:pt x="196" y="68"/>
                    <a:pt x="196" y="105"/>
                  </a:cubicBezTo>
                  <a:cubicBezTo>
                    <a:pt x="196" y="153"/>
                    <a:pt x="186" y="200"/>
                    <a:pt x="169" y="242"/>
                  </a:cubicBezTo>
                  <a:cubicBezTo>
                    <a:pt x="136" y="321"/>
                    <a:pt x="76" y="385"/>
                    <a:pt x="0" y="423"/>
                  </a:cubicBezTo>
                  <a:cubicBezTo>
                    <a:pt x="0" y="423"/>
                    <a:pt x="0" y="423"/>
                    <a:pt x="0" y="423"/>
                  </a:cubicBezTo>
                  <a:cubicBezTo>
                    <a:pt x="241" y="302"/>
                    <a:pt x="349" y="382"/>
                    <a:pt x="426" y="535"/>
                  </a:cubicBezTo>
                  <a:cubicBezTo>
                    <a:pt x="426" y="535"/>
                    <a:pt x="426" y="535"/>
                    <a:pt x="426" y="535"/>
                  </a:cubicBezTo>
                  <a:cubicBezTo>
                    <a:pt x="397" y="478"/>
                    <a:pt x="393" y="409"/>
                    <a:pt x="419" y="346"/>
                  </a:cubicBezTo>
                  <a:cubicBezTo>
                    <a:pt x="419" y="346"/>
                    <a:pt x="419" y="346"/>
                    <a:pt x="419" y="346"/>
                  </a:cubicBezTo>
                  <a:cubicBezTo>
                    <a:pt x="445" y="283"/>
                    <a:pt x="497" y="238"/>
                    <a:pt x="558" y="218"/>
                  </a:cubicBezTo>
                  <a:cubicBezTo>
                    <a:pt x="558" y="218"/>
                    <a:pt x="558" y="218"/>
                    <a:pt x="558" y="218"/>
                  </a:cubicBezTo>
                  <a:cubicBezTo>
                    <a:pt x="397" y="270"/>
                    <a:pt x="264" y="251"/>
                    <a:pt x="180"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23">
              <a:extLst>
                <a:ext uri="{FF2B5EF4-FFF2-40B4-BE49-F238E27FC236}">
                  <a16:creationId xmlns:a16="http://schemas.microsoft.com/office/drawing/2014/main" id="{E120D625-F620-4A50-B05F-037641F6592A}"/>
                </a:ext>
              </a:extLst>
            </p:cNvPr>
            <p:cNvSpPr>
              <a:spLocks/>
            </p:cNvSpPr>
            <p:nvPr/>
          </p:nvSpPr>
          <p:spPr bwMode="auto">
            <a:xfrm>
              <a:off x="7145338" y="2047876"/>
              <a:ext cx="1236663" cy="1101725"/>
            </a:xfrm>
            <a:custGeom>
              <a:avLst/>
              <a:gdLst>
                <a:gd name="T0" fmla="*/ 250 w 389"/>
                <a:gd name="T1" fmla="*/ 346 h 346"/>
                <a:gd name="T2" fmla="*/ 389 w 389"/>
                <a:gd name="T3" fmla="*/ 218 h 346"/>
                <a:gd name="T4" fmla="*/ 389 w 389"/>
                <a:gd name="T5" fmla="*/ 218 h 346"/>
                <a:gd name="T6" fmla="*/ 11 w 389"/>
                <a:gd name="T7" fmla="*/ 0 h 346"/>
                <a:gd name="T8" fmla="*/ 27 w 389"/>
                <a:gd name="T9" fmla="*/ 105 h 346"/>
                <a:gd name="T10" fmla="*/ 0 w 389"/>
                <a:gd name="T11" fmla="*/ 242 h 346"/>
                <a:gd name="T12" fmla="*/ 250 w 389"/>
                <a:gd name="T13" fmla="*/ 346 h 346"/>
              </a:gdLst>
              <a:ahLst/>
              <a:cxnLst>
                <a:cxn ang="0">
                  <a:pos x="T0" y="T1"/>
                </a:cxn>
                <a:cxn ang="0">
                  <a:pos x="T2" y="T3"/>
                </a:cxn>
                <a:cxn ang="0">
                  <a:pos x="T4" y="T5"/>
                </a:cxn>
                <a:cxn ang="0">
                  <a:pos x="T6" y="T7"/>
                </a:cxn>
                <a:cxn ang="0">
                  <a:pos x="T8" y="T9"/>
                </a:cxn>
                <a:cxn ang="0">
                  <a:pos x="T10" y="T11"/>
                </a:cxn>
                <a:cxn ang="0">
                  <a:pos x="T12" y="T13"/>
                </a:cxn>
              </a:cxnLst>
              <a:rect l="0" t="0" r="r" b="b"/>
              <a:pathLst>
                <a:path w="389" h="346">
                  <a:moveTo>
                    <a:pt x="250" y="346"/>
                  </a:moveTo>
                  <a:cubicBezTo>
                    <a:pt x="276" y="283"/>
                    <a:pt x="328" y="238"/>
                    <a:pt x="389" y="218"/>
                  </a:cubicBezTo>
                  <a:cubicBezTo>
                    <a:pt x="389" y="218"/>
                    <a:pt x="389" y="218"/>
                    <a:pt x="389" y="218"/>
                  </a:cubicBezTo>
                  <a:cubicBezTo>
                    <a:pt x="228" y="270"/>
                    <a:pt x="95" y="251"/>
                    <a:pt x="11" y="0"/>
                  </a:cubicBezTo>
                  <a:cubicBezTo>
                    <a:pt x="22" y="33"/>
                    <a:pt x="27" y="68"/>
                    <a:pt x="27" y="105"/>
                  </a:cubicBezTo>
                  <a:cubicBezTo>
                    <a:pt x="27" y="153"/>
                    <a:pt x="17" y="200"/>
                    <a:pt x="0" y="242"/>
                  </a:cubicBezTo>
                  <a:cubicBezTo>
                    <a:pt x="250" y="346"/>
                    <a:pt x="250" y="346"/>
                    <a:pt x="250" y="346"/>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2" name="Group 91">
            <a:extLst>
              <a:ext uri="{FF2B5EF4-FFF2-40B4-BE49-F238E27FC236}">
                <a16:creationId xmlns:a16="http://schemas.microsoft.com/office/drawing/2014/main" id="{BAD6BA56-8595-4E31-B960-BB17181111F9}"/>
              </a:ext>
            </a:extLst>
          </p:cNvPr>
          <p:cNvGrpSpPr/>
          <p:nvPr/>
        </p:nvGrpSpPr>
        <p:grpSpPr>
          <a:xfrm>
            <a:off x="5685086" y="2823735"/>
            <a:ext cx="2000896" cy="2052723"/>
            <a:chOff x="5743576" y="2909888"/>
            <a:chExt cx="1716088" cy="1760538"/>
          </a:xfrm>
        </p:grpSpPr>
        <p:sp>
          <p:nvSpPr>
            <p:cNvPr id="30" name="Freeform 20">
              <a:extLst>
                <a:ext uri="{FF2B5EF4-FFF2-40B4-BE49-F238E27FC236}">
                  <a16:creationId xmlns:a16="http://schemas.microsoft.com/office/drawing/2014/main" id="{B64AA546-A387-4765-A40D-76042643D544}"/>
                </a:ext>
              </a:extLst>
            </p:cNvPr>
            <p:cNvSpPr>
              <a:spLocks/>
            </p:cNvSpPr>
            <p:nvPr/>
          </p:nvSpPr>
          <p:spPr bwMode="auto">
            <a:xfrm>
              <a:off x="5743576" y="2909888"/>
              <a:ext cx="1716088" cy="1760538"/>
            </a:xfrm>
            <a:custGeom>
              <a:avLst/>
              <a:gdLst>
                <a:gd name="T0" fmla="*/ 427 w 540"/>
                <a:gd name="T1" fmla="*/ 0 h 553"/>
                <a:gd name="T2" fmla="*/ 364 w 540"/>
                <a:gd name="T3" fmla="*/ 86 h 553"/>
                <a:gd name="T4" fmla="*/ 247 w 540"/>
                <a:gd name="T5" fmla="*/ 164 h 553"/>
                <a:gd name="T6" fmla="*/ 0 w 540"/>
                <a:gd name="T7" fmla="*/ 173 h 553"/>
                <a:gd name="T8" fmla="*/ 0 w 540"/>
                <a:gd name="T9" fmla="*/ 173 h 553"/>
                <a:gd name="T10" fmla="*/ 222 w 540"/>
                <a:gd name="T11" fmla="*/ 553 h 553"/>
                <a:gd name="T12" fmla="*/ 222 w 540"/>
                <a:gd name="T13" fmla="*/ 553 h 553"/>
                <a:gd name="T14" fmla="*/ 351 w 540"/>
                <a:gd name="T15" fmla="*/ 414 h 553"/>
                <a:gd name="T16" fmla="*/ 351 w 540"/>
                <a:gd name="T17" fmla="*/ 414 h 553"/>
                <a:gd name="T18" fmla="*/ 539 w 540"/>
                <a:gd name="T19" fmla="*/ 422 h 553"/>
                <a:gd name="T20" fmla="*/ 540 w 540"/>
                <a:gd name="T21" fmla="*/ 422 h 553"/>
                <a:gd name="T22" fmla="*/ 427 w 540"/>
                <a:gd name="T23" fmla="*/ 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0" h="553">
                  <a:moveTo>
                    <a:pt x="427" y="0"/>
                  </a:moveTo>
                  <a:cubicBezTo>
                    <a:pt x="411" y="31"/>
                    <a:pt x="390" y="60"/>
                    <a:pt x="364" y="86"/>
                  </a:cubicBezTo>
                  <a:cubicBezTo>
                    <a:pt x="329" y="120"/>
                    <a:pt x="290" y="146"/>
                    <a:pt x="247" y="164"/>
                  </a:cubicBezTo>
                  <a:cubicBezTo>
                    <a:pt x="169" y="196"/>
                    <a:pt x="81" y="199"/>
                    <a:pt x="0" y="173"/>
                  </a:cubicBezTo>
                  <a:cubicBezTo>
                    <a:pt x="0" y="173"/>
                    <a:pt x="0" y="173"/>
                    <a:pt x="0" y="173"/>
                  </a:cubicBezTo>
                  <a:cubicBezTo>
                    <a:pt x="256" y="257"/>
                    <a:pt x="276" y="390"/>
                    <a:pt x="222" y="553"/>
                  </a:cubicBezTo>
                  <a:cubicBezTo>
                    <a:pt x="222" y="553"/>
                    <a:pt x="222" y="553"/>
                    <a:pt x="222" y="553"/>
                  </a:cubicBezTo>
                  <a:cubicBezTo>
                    <a:pt x="242" y="492"/>
                    <a:pt x="287" y="440"/>
                    <a:pt x="351" y="414"/>
                  </a:cubicBezTo>
                  <a:cubicBezTo>
                    <a:pt x="351" y="414"/>
                    <a:pt x="351" y="414"/>
                    <a:pt x="351" y="414"/>
                  </a:cubicBezTo>
                  <a:cubicBezTo>
                    <a:pt x="414" y="388"/>
                    <a:pt x="483" y="393"/>
                    <a:pt x="539" y="422"/>
                  </a:cubicBezTo>
                  <a:cubicBezTo>
                    <a:pt x="540" y="422"/>
                    <a:pt x="540" y="422"/>
                    <a:pt x="540" y="422"/>
                  </a:cubicBezTo>
                  <a:cubicBezTo>
                    <a:pt x="388" y="345"/>
                    <a:pt x="308" y="237"/>
                    <a:pt x="427"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24">
              <a:extLst>
                <a:ext uri="{FF2B5EF4-FFF2-40B4-BE49-F238E27FC236}">
                  <a16:creationId xmlns:a16="http://schemas.microsoft.com/office/drawing/2014/main" id="{7BB1CECA-764E-484B-9A57-380E91AF8879}"/>
                </a:ext>
              </a:extLst>
            </p:cNvPr>
            <p:cNvSpPr>
              <a:spLocks/>
            </p:cNvSpPr>
            <p:nvPr/>
          </p:nvSpPr>
          <p:spPr bwMode="auto">
            <a:xfrm>
              <a:off x="6527801" y="2909888"/>
              <a:ext cx="931863" cy="1343025"/>
            </a:xfrm>
            <a:custGeom>
              <a:avLst/>
              <a:gdLst>
                <a:gd name="T0" fmla="*/ 104 w 293"/>
                <a:gd name="T1" fmla="*/ 414 h 422"/>
                <a:gd name="T2" fmla="*/ 292 w 293"/>
                <a:gd name="T3" fmla="*/ 422 h 422"/>
                <a:gd name="T4" fmla="*/ 293 w 293"/>
                <a:gd name="T5" fmla="*/ 422 h 422"/>
                <a:gd name="T6" fmla="*/ 180 w 293"/>
                <a:gd name="T7" fmla="*/ 0 h 422"/>
                <a:gd name="T8" fmla="*/ 117 w 293"/>
                <a:gd name="T9" fmla="*/ 86 h 422"/>
                <a:gd name="T10" fmla="*/ 0 w 293"/>
                <a:gd name="T11" fmla="*/ 164 h 422"/>
                <a:gd name="T12" fmla="*/ 104 w 293"/>
                <a:gd name="T13" fmla="*/ 414 h 422"/>
              </a:gdLst>
              <a:ahLst/>
              <a:cxnLst>
                <a:cxn ang="0">
                  <a:pos x="T0" y="T1"/>
                </a:cxn>
                <a:cxn ang="0">
                  <a:pos x="T2" y="T3"/>
                </a:cxn>
                <a:cxn ang="0">
                  <a:pos x="T4" y="T5"/>
                </a:cxn>
                <a:cxn ang="0">
                  <a:pos x="T6" y="T7"/>
                </a:cxn>
                <a:cxn ang="0">
                  <a:pos x="T8" y="T9"/>
                </a:cxn>
                <a:cxn ang="0">
                  <a:pos x="T10" y="T11"/>
                </a:cxn>
                <a:cxn ang="0">
                  <a:pos x="T12" y="T13"/>
                </a:cxn>
              </a:cxnLst>
              <a:rect l="0" t="0" r="r" b="b"/>
              <a:pathLst>
                <a:path w="293" h="422">
                  <a:moveTo>
                    <a:pt x="104" y="414"/>
                  </a:moveTo>
                  <a:cubicBezTo>
                    <a:pt x="167" y="388"/>
                    <a:pt x="236" y="393"/>
                    <a:pt x="292" y="422"/>
                  </a:cubicBezTo>
                  <a:cubicBezTo>
                    <a:pt x="293" y="422"/>
                    <a:pt x="293" y="422"/>
                    <a:pt x="293" y="422"/>
                  </a:cubicBezTo>
                  <a:cubicBezTo>
                    <a:pt x="141" y="345"/>
                    <a:pt x="61" y="237"/>
                    <a:pt x="180" y="0"/>
                  </a:cubicBezTo>
                  <a:cubicBezTo>
                    <a:pt x="164" y="31"/>
                    <a:pt x="143" y="60"/>
                    <a:pt x="117" y="86"/>
                  </a:cubicBezTo>
                  <a:cubicBezTo>
                    <a:pt x="82" y="120"/>
                    <a:pt x="43" y="146"/>
                    <a:pt x="0" y="164"/>
                  </a:cubicBezTo>
                  <a:cubicBezTo>
                    <a:pt x="104" y="414"/>
                    <a:pt x="104" y="414"/>
                    <a:pt x="104" y="4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1" name="Group 90">
            <a:extLst>
              <a:ext uri="{FF2B5EF4-FFF2-40B4-BE49-F238E27FC236}">
                <a16:creationId xmlns:a16="http://schemas.microsoft.com/office/drawing/2014/main" id="{9EAD8F24-EBC1-415B-81AD-9BA5BEF4C220}"/>
              </a:ext>
            </a:extLst>
          </p:cNvPr>
          <p:cNvGrpSpPr/>
          <p:nvPr/>
        </p:nvGrpSpPr>
        <p:grpSpPr>
          <a:xfrm>
            <a:off x="4506020" y="2805225"/>
            <a:ext cx="1982386" cy="2067531"/>
            <a:chOff x="4732338" y="2894013"/>
            <a:chExt cx="1700213" cy="1773238"/>
          </a:xfrm>
        </p:grpSpPr>
        <p:sp>
          <p:nvSpPr>
            <p:cNvPr id="31" name="Freeform 21">
              <a:extLst>
                <a:ext uri="{FF2B5EF4-FFF2-40B4-BE49-F238E27FC236}">
                  <a16:creationId xmlns:a16="http://schemas.microsoft.com/office/drawing/2014/main" id="{FFAC5C9E-FA2C-41CC-AF4E-FC1AFF965F97}"/>
                </a:ext>
              </a:extLst>
            </p:cNvPr>
            <p:cNvSpPr>
              <a:spLocks/>
            </p:cNvSpPr>
            <p:nvPr/>
          </p:nvSpPr>
          <p:spPr bwMode="auto">
            <a:xfrm>
              <a:off x="4732338" y="2894013"/>
              <a:ext cx="1700213" cy="1773238"/>
            </a:xfrm>
            <a:custGeom>
              <a:avLst/>
              <a:gdLst>
                <a:gd name="T0" fmla="*/ 535 w 535"/>
                <a:gd name="T1" fmla="*/ 180 h 557"/>
                <a:gd name="T2" fmla="*/ 429 w 535"/>
                <a:gd name="T3" fmla="*/ 196 h 557"/>
                <a:gd name="T4" fmla="*/ 292 w 535"/>
                <a:gd name="T5" fmla="*/ 168 h 557"/>
                <a:gd name="T6" fmla="*/ 111 w 535"/>
                <a:gd name="T7" fmla="*/ 0 h 557"/>
                <a:gd name="T8" fmla="*/ 111 w 535"/>
                <a:gd name="T9" fmla="*/ 0 h 557"/>
                <a:gd name="T10" fmla="*/ 0 w 535"/>
                <a:gd name="T11" fmla="*/ 425 h 557"/>
                <a:gd name="T12" fmla="*/ 0 w 535"/>
                <a:gd name="T13" fmla="*/ 426 h 557"/>
                <a:gd name="T14" fmla="*/ 188 w 535"/>
                <a:gd name="T15" fmla="*/ 419 h 557"/>
                <a:gd name="T16" fmla="*/ 316 w 535"/>
                <a:gd name="T17" fmla="*/ 557 h 557"/>
                <a:gd name="T18" fmla="*/ 316 w 535"/>
                <a:gd name="T19" fmla="*/ 557 h 557"/>
                <a:gd name="T20" fmla="*/ 535 w 535"/>
                <a:gd name="T21" fmla="*/ 180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557">
                  <a:moveTo>
                    <a:pt x="535" y="180"/>
                  </a:moveTo>
                  <a:cubicBezTo>
                    <a:pt x="501" y="190"/>
                    <a:pt x="466" y="196"/>
                    <a:pt x="429" y="196"/>
                  </a:cubicBezTo>
                  <a:cubicBezTo>
                    <a:pt x="381" y="196"/>
                    <a:pt x="335" y="186"/>
                    <a:pt x="292" y="168"/>
                  </a:cubicBezTo>
                  <a:cubicBezTo>
                    <a:pt x="214" y="135"/>
                    <a:pt x="149" y="75"/>
                    <a:pt x="111" y="0"/>
                  </a:cubicBezTo>
                  <a:cubicBezTo>
                    <a:pt x="111" y="0"/>
                    <a:pt x="111" y="0"/>
                    <a:pt x="111" y="0"/>
                  </a:cubicBezTo>
                  <a:cubicBezTo>
                    <a:pt x="233" y="240"/>
                    <a:pt x="152" y="348"/>
                    <a:pt x="0" y="425"/>
                  </a:cubicBezTo>
                  <a:cubicBezTo>
                    <a:pt x="0" y="426"/>
                    <a:pt x="0" y="426"/>
                    <a:pt x="0" y="426"/>
                  </a:cubicBezTo>
                  <a:cubicBezTo>
                    <a:pt x="56" y="397"/>
                    <a:pt x="125" y="392"/>
                    <a:pt x="188" y="419"/>
                  </a:cubicBezTo>
                  <a:cubicBezTo>
                    <a:pt x="252" y="445"/>
                    <a:pt x="297" y="497"/>
                    <a:pt x="316" y="557"/>
                  </a:cubicBezTo>
                  <a:cubicBezTo>
                    <a:pt x="316" y="557"/>
                    <a:pt x="316" y="557"/>
                    <a:pt x="316" y="557"/>
                  </a:cubicBezTo>
                  <a:cubicBezTo>
                    <a:pt x="264" y="396"/>
                    <a:pt x="283" y="263"/>
                    <a:pt x="535" y="18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25">
              <a:extLst>
                <a:ext uri="{FF2B5EF4-FFF2-40B4-BE49-F238E27FC236}">
                  <a16:creationId xmlns:a16="http://schemas.microsoft.com/office/drawing/2014/main" id="{191D8F63-D140-4326-BBF2-8E3E07F343C2}"/>
                </a:ext>
              </a:extLst>
            </p:cNvPr>
            <p:cNvSpPr>
              <a:spLocks/>
            </p:cNvSpPr>
            <p:nvPr/>
          </p:nvSpPr>
          <p:spPr bwMode="auto">
            <a:xfrm>
              <a:off x="5329238" y="3429001"/>
              <a:ext cx="1103313" cy="1238250"/>
            </a:xfrm>
            <a:custGeom>
              <a:avLst/>
              <a:gdLst>
                <a:gd name="T0" fmla="*/ 0 w 347"/>
                <a:gd name="T1" fmla="*/ 251 h 389"/>
                <a:gd name="T2" fmla="*/ 128 w 347"/>
                <a:gd name="T3" fmla="*/ 389 h 389"/>
                <a:gd name="T4" fmla="*/ 128 w 347"/>
                <a:gd name="T5" fmla="*/ 389 h 389"/>
                <a:gd name="T6" fmla="*/ 347 w 347"/>
                <a:gd name="T7" fmla="*/ 12 h 389"/>
                <a:gd name="T8" fmla="*/ 241 w 347"/>
                <a:gd name="T9" fmla="*/ 28 h 389"/>
                <a:gd name="T10" fmla="*/ 104 w 347"/>
                <a:gd name="T11" fmla="*/ 0 h 389"/>
                <a:gd name="T12" fmla="*/ 0 w 347"/>
                <a:gd name="T13" fmla="*/ 251 h 389"/>
              </a:gdLst>
              <a:ahLst/>
              <a:cxnLst>
                <a:cxn ang="0">
                  <a:pos x="T0" y="T1"/>
                </a:cxn>
                <a:cxn ang="0">
                  <a:pos x="T2" y="T3"/>
                </a:cxn>
                <a:cxn ang="0">
                  <a:pos x="T4" y="T5"/>
                </a:cxn>
                <a:cxn ang="0">
                  <a:pos x="T6" y="T7"/>
                </a:cxn>
                <a:cxn ang="0">
                  <a:pos x="T8" y="T9"/>
                </a:cxn>
                <a:cxn ang="0">
                  <a:pos x="T10" y="T11"/>
                </a:cxn>
                <a:cxn ang="0">
                  <a:pos x="T12" y="T13"/>
                </a:cxn>
              </a:cxnLst>
              <a:rect l="0" t="0" r="r" b="b"/>
              <a:pathLst>
                <a:path w="347" h="389">
                  <a:moveTo>
                    <a:pt x="0" y="251"/>
                  </a:moveTo>
                  <a:cubicBezTo>
                    <a:pt x="64" y="277"/>
                    <a:pt x="109" y="329"/>
                    <a:pt x="128" y="389"/>
                  </a:cubicBezTo>
                  <a:cubicBezTo>
                    <a:pt x="128" y="389"/>
                    <a:pt x="128" y="389"/>
                    <a:pt x="128" y="389"/>
                  </a:cubicBezTo>
                  <a:cubicBezTo>
                    <a:pt x="76" y="228"/>
                    <a:pt x="95" y="95"/>
                    <a:pt x="347" y="12"/>
                  </a:cubicBezTo>
                  <a:cubicBezTo>
                    <a:pt x="313" y="22"/>
                    <a:pt x="278" y="28"/>
                    <a:pt x="241" y="28"/>
                  </a:cubicBezTo>
                  <a:cubicBezTo>
                    <a:pt x="193" y="28"/>
                    <a:pt x="147" y="18"/>
                    <a:pt x="104" y="0"/>
                  </a:cubicBezTo>
                  <a:cubicBezTo>
                    <a:pt x="0" y="251"/>
                    <a:pt x="0" y="251"/>
                    <a:pt x="0" y="251"/>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0" name="Group 89">
            <a:extLst>
              <a:ext uri="{FF2B5EF4-FFF2-40B4-BE49-F238E27FC236}">
                <a16:creationId xmlns:a16="http://schemas.microsoft.com/office/drawing/2014/main" id="{677F09ED-7738-4578-8BAC-6D33E5F093C1}"/>
              </a:ext>
            </a:extLst>
          </p:cNvPr>
          <p:cNvGrpSpPr/>
          <p:nvPr/>
        </p:nvGrpSpPr>
        <p:grpSpPr>
          <a:xfrm>
            <a:off x="3434311" y="1796448"/>
            <a:ext cx="2045319" cy="1999045"/>
            <a:chOff x="3813176" y="2028826"/>
            <a:chExt cx="1754188" cy="1714500"/>
          </a:xfrm>
        </p:grpSpPr>
        <p:sp>
          <p:nvSpPr>
            <p:cNvPr id="32" name="Freeform 22">
              <a:extLst>
                <a:ext uri="{FF2B5EF4-FFF2-40B4-BE49-F238E27FC236}">
                  <a16:creationId xmlns:a16="http://schemas.microsoft.com/office/drawing/2014/main" id="{E2BB56AE-50CC-4BF5-A921-D05AE7783232}"/>
                </a:ext>
              </a:extLst>
            </p:cNvPr>
            <p:cNvSpPr>
              <a:spLocks/>
            </p:cNvSpPr>
            <p:nvPr/>
          </p:nvSpPr>
          <p:spPr bwMode="auto">
            <a:xfrm>
              <a:off x="3813176" y="2028826"/>
              <a:ext cx="1754188" cy="1714500"/>
            </a:xfrm>
            <a:custGeom>
              <a:avLst/>
              <a:gdLst>
                <a:gd name="T0" fmla="*/ 466 w 552"/>
                <a:gd name="T1" fmla="*/ 363 h 539"/>
                <a:gd name="T2" fmla="*/ 389 w 552"/>
                <a:gd name="T3" fmla="*/ 247 h 539"/>
                <a:gd name="T4" fmla="*/ 380 w 552"/>
                <a:gd name="T5" fmla="*/ 0 h 539"/>
                <a:gd name="T6" fmla="*/ 380 w 552"/>
                <a:gd name="T7" fmla="*/ 0 h 539"/>
                <a:gd name="T8" fmla="*/ 0 w 552"/>
                <a:gd name="T9" fmla="*/ 222 h 539"/>
                <a:gd name="T10" fmla="*/ 0 w 552"/>
                <a:gd name="T11" fmla="*/ 222 h 539"/>
                <a:gd name="T12" fmla="*/ 138 w 552"/>
                <a:gd name="T13" fmla="*/ 350 h 539"/>
                <a:gd name="T14" fmla="*/ 138 w 552"/>
                <a:gd name="T15" fmla="*/ 350 h 539"/>
                <a:gd name="T16" fmla="*/ 130 w 552"/>
                <a:gd name="T17" fmla="*/ 539 h 539"/>
                <a:gd name="T18" fmla="*/ 131 w 552"/>
                <a:gd name="T19" fmla="*/ 539 h 539"/>
                <a:gd name="T20" fmla="*/ 552 w 552"/>
                <a:gd name="T21" fmla="*/ 426 h 539"/>
                <a:gd name="T22" fmla="*/ 466 w 552"/>
                <a:gd name="T23" fmla="*/ 363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2" h="539">
                  <a:moveTo>
                    <a:pt x="466" y="363"/>
                  </a:moveTo>
                  <a:cubicBezTo>
                    <a:pt x="432" y="329"/>
                    <a:pt x="406" y="289"/>
                    <a:pt x="389" y="247"/>
                  </a:cubicBezTo>
                  <a:cubicBezTo>
                    <a:pt x="356" y="168"/>
                    <a:pt x="353" y="80"/>
                    <a:pt x="380" y="0"/>
                  </a:cubicBezTo>
                  <a:cubicBezTo>
                    <a:pt x="380" y="0"/>
                    <a:pt x="380" y="0"/>
                    <a:pt x="380" y="0"/>
                  </a:cubicBezTo>
                  <a:cubicBezTo>
                    <a:pt x="296" y="255"/>
                    <a:pt x="162" y="275"/>
                    <a:pt x="0" y="222"/>
                  </a:cubicBezTo>
                  <a:cubicBezTo>
                    <a:pt x="0" y="222"/>
                    <a:pt x="0" y="222"/>
                    <a:pt x="0" y="222"/>
                  </a:cubicBezTo>
                  <a:cubicBezTo>
                    <a:pt x="60" y="242"/>
                    <a:pt x="112" y="287"/>
                    <a:pt x="138" y="350"/>
                  </a:cubicBezTo>
                  <a:cubicBezTo>
                    <a:pt x="138" y="350"/>
                    <a:pt x="138" y="350"/>
                    <a:pt x="138" y="350"/>
                  </a:cubicBezTo>
                  <a:cubicBezTo>
                    <a:pt x="164" y="414"/>
                    <a:pt x="159" y="482"/>
                    <a:pt x="130" y="539"/>
                  </a:cubicBezTo>
                  <a:cubicBezTo>
                    <a:pt x="131" y="539"/>
                    <a:pt x="131" y="539"/>
                    <a:pt x="131" y="539"/>
                  </a:cubicBezTo>
                  <a:cubicBezTo>
                    <a:pt x="208" y="388"/>
                    <a:pt x="315" y="308"/>
                    <a:pt x="552" y="426"/>
                  </a:cubicBezTo>
                  <a:cubicBezTo>
                    <a:pt x="521" y="410"/>
                    <a:pt x="492" y="389"/>
                    <a:pt x="466" y="3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26">
              <a:extLst>
                <a:ext uri="{FF2B5EF4-FFF2-40B4-BE49-F238E27FC236}">
                  <a16:creationId xmlns:a16="http://schemas.microsoft.com/office/drawing/2014/main" id="{46E9DD1F-E905-4AE4-97A4-459F8B98E033}"/>
                </a:ext>
              </a:extLst>
            </p:cNvPr>
            <p:cNvSpPr>
              <a:spLocks/>
            </p:cNvSpPr>
            <p:nvPr/>
          </p:nvSpPr>
          <p:spPr bwMode="auto">
            <a:xfrm>
              <a:off x="4225926" y="2814638"/>
              <a:ext cx="1341438" cy="928688"/>
            </a:xfrm>
            <a:custGeom>
              <a:avLst/>
              <a:gdLst>
                <a:gd name="T0" fmla="*/ 8 w 422"/>
                <a:gd name="T1" fmla="*/ 103 h 292"/>
                <a:gd name="T2" fmla="*/ 0 w 422"/>
                <a:gd name="T3" fmla="*/ 292 h 292"/>
                <a:gd name="T4" fmla="*/ 1 w 422"/>
                <a:gd name="T5" fmla="*/ 292 h 292"/>
                <a:gd name="T6" fmla="*/ 422 w 422"/>
                <a:gd name="T7" fmla="*/ 179 h 292"/>
                <a:gd name="T8" fmla="*/ 336 w 422"/>
                <a:gd name="T9" fmla="*/ 116 h 292"/>
                <a:gd name="T10" fmla="*/ 259 w 422"/>
                <a:gd name="T11" fmla="*/ 0 h 292"/>
                <a:gd name="T12" fmla="*/ 8 w 422"/>
                <a:gd name="T13" fmla="*/ 103 h 292"/>
              </a:gdLst>
              <a:ahLst/>
              <a:cxnLst>
                <a:cxn ang="0">
                  <a:pos x="T0" y="T1"/>
                </a:cxn>
                <a:cxn ang="0">
                  <a:pos x="T2" y="T3"/>
                </a:cxn>
                <a:cxn ang="0">
                  <a:pos x="T4" y="T5"/>
                </a:cxn>
                <a:cxn ang="0">
                  <a:pos x="T6" y="T7"/>
                </a:cxn>
                <a:cxn ang="0">
                  <a:pos x="T8" y="T9"/>
                </a:cxn>
                <a:cxn ang="0">
                  <a:pos x="T10" y="T11"/>
                </a:cxn>
                <a:cxn ang="0">
                  <a:pos x="T12" y="T13"/>
                </a:cxn>
              </a:cxnLst>
              <a:rect l="0" t="0" r="r" b="b"/>
              <a:pathLst>
                <a:path w="422" h="292">
                  <a:moveTo>
                    <a:pt x="8" y="103"/>
                  </a:moveTo>
                  <a:cubicBezTo>
                    <a:pt x="34" y="167"/>
                    <a:pt x="29" y="235"/>
                    <a:pt x="0" y="292"/>
                  </a:cubicBezTo>
                  <a:cubicBezTo>
                    <a:pt x="1" y="292"/>
                    <a:pt x="1" y="292"/>
                    <a:pt x="1" y="292"/>
                  </a:cubicBezTo>
                  <a:cubicBezTo>
                    <a:pt x="78" y="141"/>
                    <a:pt x="185" y="61"/>
                    <a:pt x="422" y="179"/>
                  </a:cubicBezTo>
                  <a:cubicBezTo>
                    <a:pt x="391" y="163"/>
                    <a:pt x="362" y="142"/>
                    <a:pt x="336" y="116"/>
                  </a:cubicBezTo>
                  <a:cubicBezTo>
                    <a:pt x="302" y="82"/>
                    <a:pt x="276" y="42"/>
                    <a:pt x="259" y="0"/>
                  </a:cubicBezTo>
                  <a:cubicBezTo>
                    <a:pt x="8" y="103"/>
                    <a:pt x="8" y="103"/>
                    <a:pt x="8" y="103"/>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5" name="Group 84">
            <a:extLst>
              <a:ext uri="{FF2B5EF4-FFF2-40B4-BE49-F238E27FC236}">
                <a16:creationId xmlns:a16="http://schemas.microsoft.com/office/drawing/2014/main" id="{EB28273E-3E27-44AD-82AF-2086C6D815FD}"/>
              </a:ext>
            </a:extLst>
          </p:cNvPr>
          <p:cNvGrpSpPr/>
          <p:nvPr/>
        </p:nvGrpSpPr>
        <p:grpSpPr>
          <a:xfrm>
            <a:off x="2332985" y="2575705"/>
            <a:ext cx="1675125" cy="1676976"/>
            <a:chOff x="2868613" y="2697163"/>
            <a:chExt cx="1436688" cy="1438275"/>
          </a:xfrm>
          <a:effectLst>
            <a:outerShdw blurRad="355600" dist="317500" dir="2700000" sx="90000" sy="90000" algn="tl" rotWithShape="0">
              <a:prstClr val="black">
                <a:alpha val="41000"/>
              </a:prstClr>
            </a:outerShdw>
          </a:effectLst>
        </p:grpSpPr>
        <p:sp>
          <p:nvSpPr>
            <p:cNvPr id="37" name="Oval 27">
              <a:extLst>
                <a:ext uri="{FF2B5EF4-FFF2-40B4-BE49-F238E27FC236}">
                  <a16:creationId xmlns:a16="http://schemas.microsoft.com/office/drawing/2014/main" id="{FEA81EB1-4BBF-4A10-AB6F-3C259D19D6DD}"/>
                </a:ext>
              </a:extLst>
            </p:cNvPr>
            <p:cNvSpPr>
              <a:spLocks noChangeArrowheads="1"/>
            </p:cNvSpPr>
            <p:nvPr/>
          </p:nvSpPr>
          <p:spPr bwMode="auto">
            <a:xfrm>
              <a:off x="2868613" y="2697163"/>
              <a:ext cx="1436688" cy="14382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28">
              <a:extLst>
                <a:ext uri="{FF2B5EF4-FFF2-40B4-BE49-F238E27FC236}">
                  <a16:creationId xmlns:a16="http://schemas.microsoft.com/office/drawing/2014/main" id="{36E1A7B1-6AED-4BDC-80D5-0C2510C94886}"/>
                </a:ext>
              </a:extLst>
            </p:cNvPr>
            <p:cNvSpPr>
              <a:spLocks/>
            </p:cNvSpPr>
            <p:nvPr/>
          </p:nvSpPr>
          <p:spPr bwMode="auto">
            <a:xfrm>
              <a:off x="3071813" y="2903538"/>
              <a:ext cx="1233488" cy="1231900"/>
            </a:xfrm>
            <a:custGeom>
              <a:avLst/>
              <a:gdLst>
                <a:gd name="T0" fmla="*/ 320 w 388"/>
                <a:gd name="T1" fmla="*/ 0 h 387"/>
                <a:gd name="T2" fmla="*/ 384 w 388"/>
                <a:gd name="T3" fmla="*/ 158 h 387"/>
                <a:gd name="T4" fmla="*/ 158 w 388"/>
                <a:gd name="T5" fmla="*/ 384 h 387"/>
                <a:gd name="T6" fmla="*/ 0 w 388"/>
                <a:gd name="T7" fmla="*/ 319 h 387"/>
                <a:gd name="T8" fmla="*/ 162 w 388"/>
                <a:gd name="T9" fmla="*/ 387 h 387"/>
                <a:gd name="T10" fmla="*/ 388 w 388"/>
                <a:gd name="T11" fmla="*/ 161 h 387"/>
                <a:gd name="T12" fmla="*/ 320 w 388"/>
                <a:gd name="T13" fmla="*/ 0 h 387"/>
              </a:gdLst>
              <a:ahLst/>
              <a:cxnLst>
                <a:cxn ang="0">
                  <a:pos x="T0" y="T1"/>
                </a:cxn>
                <a:cxn ang="0">
                  <a:pos x="T2" y="T3"/>
                </a:cxn>
                <a:cxn ang="0">
                  <a:pos x="T4" y="T5"/>
                </a:cxn>
                <a:cxn ang="0">
                  <a:pos x="T6" y="T7"/>
                </a:cxn>
                <a:cxn ang="0">
                  <a:pos x="T8" y="T9"/>
                </a:cxn>
                <a:cxn ang="0">
                  <a:pos x="T10" y="T11"/>
                </a:cxn>
                <a:cxn ang="0">
                  <a:pos x="T12" y="T13"/>
                </a:cxn>
              </a:cxnLst>
              <a:rect l="0" t="0" r="r" b="b"/>
              <a:pathLst>
                <a:path w="388" h="387">
                  <a:moveTo>
                    <a:pt x="320" y="0"/>
                  </a:moveTo>
                  <a:cubicBezTo>
                    <a:pt x="360" y="40"/>
                    <a:pt x="384" y="96"/>
                    <a:pt x="384" y="158"/>
                  </a:cubicBezTo>
                  <a:cubicBezTo>
                    <a:pt x="384" y="282"/>
                    <a:pt x="283" y="384"/>
                    <a:pt x="158" y="384"/>
                  </a:cubicBezTo>
                  <a:cubicBezTo>
                    <a:pt x="97" y="384"/>
                    <a:pt x="41" y="359"/>
                    <a:pt x="0" y="319"/>
                  </a:cubicBezTo>
                  <a:cubicBezTo>
                    <a:pt x="41" y="361"/>
                    <a:pt x="99" y="387"/>
                    <a:pt x="162" y="387"/>
                  </a:cubicBezTo>
                  <a:cubicBezTo>
                    <a:pt x="287" y="387"/>
                    <a:pt x="388" y="286"/>
                    <a:pt x="388" y="161"/>
                  </a:cubicBezTo>
                  <a:cubicBezTo>
                    <a:pt x="388" y="98"/>
                    <a:pt x="362" y="41"/>
                    <a:pt x="320"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Freeform 29">
              <a:extLst>
                <a:ext uri="{FF2B5EF4-FFF2-40B4-BE49-F238E27FC236}">
                  <a16:creationId xmlns:a16="http://schemas.microsoft.com/office/drawing/2014/main" id="{E0810440-4AF0-4C11-AECF-C4BC32BA7308}"/>
                </a:ext>
              </a:extLst>
            </p:cNvPr>
            <p:cNvSpPr>
              <a:spLocks/>
            </p:cNvSpPr>
            <p:nvPr/>
          </p:nvSpPr>
          <p:spPr bwMode="auto">
            <a:xfrm>
              <a:off x="2868613" y="2697163"/>
              <a:ext cx="1233488" cy="1238250"/>
            </a:xfrm>
            <a:custGeom>
              <a:avLst/>
              <a:gdLst>
                <a:gd name="T0" fmla="*/ 5 w 388"/>
                <a:gd name="T1" fmla="*/ 232 h 389"/>
                <a:gd name="T2" fmla="*/ 231 w 388"/>
                <a:gd name="T3" fmla="*/ 6 h 389"/>
                <a:gd name="T4" fmla="*/ 388 w 388"/>
                <a:gd name="T5" fmla="*/ 69 h 389"/>
                <a:gd name="T6" fmla="*/ 226 w 388"/>
                <a:gd name="T7" fmla="*/ 0 h 389"/>
                <a:gd name="T8" fmla="*/ 0 w 388"/>
                <a:gd name="T9" fmla="*/ 226 h 389"/>
                <a:gd name="T10" fmla="*/ 69 w 388"/>
                <a:gd name="T11" fmla="*/ 389 h 389"/>
                <a:gd name="T12" fmla="*/ 5 w 388"/>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8" h="389">
                  <a:moveTo>
                    <a:pt x="5" y="232"/>
                  </a:moveTo>
                  <a:cubicBezTo>
                    <a:pt x="5" y="107"/>
                    <a:pt x="107" y="6"/>
                    <a:pt x="231" y="6"/>
                  </a:cubicBezTo>
                  <a:cubicBezTo>
                    <a:pt x="292" y="6"/>
                    <a:pt x="348" y="30"/>
                    <a:pt x="388" y="69"/>
                  </a:cubicBezTo>
                  <a:cubicBezTo>
                    <a:pt x="347" y="27"/>
                    <a:pt x="290" y="0"/>
                    <a:pt x="226" y="0"/>
                  </a:cubicBezTo>
                  <a:cubicBezTo>
                    <a:pt x="101" y="0"/>
                    <a:pt x="0" y="102"/>
                    <a:pt x="0" y="226"/>
                  </a:cubicBezTo>
                  <a:cubicBezTo>
                    <a:pt x="0" y="290"/>
                    <a:pt x="27" y="348"/>
                    <a:pt x="69" y="389"/>
                  </a:cubicBezTo>
                  <a:cubicBezTo>
                    <a:pt x="30" y="348"/>
                    <a:pt x="5" y="293"/>
                    <a:pt x="5" y="23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6" name="Group 85">
            <a:extLst>
              <a:ext uri="{FF2B5EF4-FFF2-40B4-BE49-F238E27FC236}">
                <a16:creationId xmlns:a16="http://schemas.microsoft.com/office/drawing/2014/main" id="{57585071-5095-43BA-9B0C-CDA0A5396068}"/>
              </a:ext>
            </a:extLst>
          </p:cNvPr>
          <p:cNvGrpSpPr/>
          <p:nvPr/>
        </p:nvGrpSpPr>
        <p:grpSpPr>
          <a:xfrm>
            <a:off x="4041428" y="4293403"/>
            <a:ext cx="1680678" cy="1676976"/>
            <a:chOff x="4333876" y="4170363"/>
            <a:chExt cx="1441450" cy="1438275"/>
          </a:xfrm>
          <a:effectLst>
            <a:outerShdw blurRad="355600" dist="317500" dir="2700000" sx="90000" sy="90000" algn="tl" rotWithShape="0">
              <a:prstClr val="black">
                <a:alpha val="41000"/>
              </a:prstClr>
            </a:outerShdw>
          </a:effectLst>
        </p:grpSpPr>
        <p:sp>
          <p:nvSpPr>
            <p:cNvPr id="40" name="Oval 30">
              <a:extLst>
                <a:ext uri="{FF2B5EF4-FFF2-40B4-BE49-F238E27FC236}">
                  <a16:creationId xmlns:a16="http://schemas.microsoft.com/office/drawing/2014/main" id="{04C5B1BC-C4CF-467D-B1C5-34FD454408E6}"/>
                </a:ext>
              </a:extLst>
            </p:cNvPr>
            <p:cNvSpPr>
              <a:spLocks noChangeArrowheads="1"/>
            </p:cNvSpPr>
            <p:nvPr/>
          </p:nvSpPr>
          <p:spPr bwMode="auto">
            <a:xfrm>
              <a:off x="4333876" y="4170363"/>
              <a:ext cx="1441450" cy="1438275"/>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41" name="Freeform 31">
              <a:extLst>
                <a:ext uri="{FF2B5EF4-FFF2-40B4-BE49-F238E27FC236}">
                  <a16:creationId xmlns:a16="http://schemas.microsoft.com/office/drawing/2014/main" id="{AEFE9F4A-08BE-46BB-AAD6-226534EB53F1}"/>
                </a:ext>
              </a:extLst>
            </p:cNvPr>
            <p:cNvSpPr>
              <a:spLocks/>
            </p:cNvSpPr>
            <p:nvPr/>
          </p:nvSpPr>
          <p:spPr bwMode="auto">
            <a:xfrm>
              <a:off x="4540251" y="4376738"/>
              <a:ext cx="1235075" cy="1231900"/>
            </a:xfrm>
            <a:custGeom>
              <a:avLst/>
              <a:gdLst>
                <a:gd name="T0" fmla="*/ 319 w 388"/>
                <a:gd name="T1" fmla="*/ 0 h 387"/>
                <a:gd name="T2" fmla="*/ 384 w 388"/>
                <a:gd name="T3" fmla="*/ 157 h 387"/>
                <a:gd name="T4" fmla="*/ 158 w 388"/>
                <a:gd name="T5" fmla="*/ 383 h 387"/>
                <a:gd name="T6" fmla="*/ 0 w 388"/>
                <a:gd name="T7" fmla="*/ 319 h 387"/>
                <a:gd name="T8" fmla="*/ 161 w 388"/>
                <a:gd name="T9" fmla="*/ 387 h 387"/>
                <a:gd name="T10" fmla="*/ 388 w 388"/>
                <a:gd name="T11" fmla="*/ 161 h 387"/>
                <a:gd name="T12" fmla="*/ 319 w 388"/>
                <a:gd name="T13" fmla="*/ 0 h 387"/>
              </a:gdLst>
              <a:ahLst/>
              <a:cxnLst>
                <a:cxn ang="0">
                  <a:pos x="T0" y="T1"/>
                </a:cxn>
                <a:cxn ang="0">
                  <a:pos x="T2" y="T3"/>
                </a:cxn>
                <a:cxn ang="0">
                  <a:pos x="T4" y="T5"/>
                </a:cxn>
                <a:cxn ang="0">
                  <a:pos x="T6" y="T7"/>
                </a:cxn>
                <a:cxn ang="0">
                  <a:pos x="T8" y="T9"/>
                </a:cxn>
                <a:cxn ang="0">
                  <a:pos x="T10" y="T11"/>
                </a:cxn>
                <a:cxn ang="0">
                  <a:pos x="T12" y="T13"/>
                </a:cxn>
              </a:cxnLst>
              <a:rect l="0" t="0" r="r" b="b"/>
              <a:pathLst>
                <a:path w="388" h="387">
                  <a:moveTo>
                    <a:pt x="319" y="0"/>
                  </a:moveTo>
                  <a:cubicBezTo>
                    <a:pt x="359" y="40"/>
                    <a:pt x="384" y="96"/>
                    <a:pt x="384" y="157"/>
                  </a:cubicBezTo>
                  <a:cubicBezTo>
                    <a:pt x="384" y="282"/>
                    <a:pt x="282" y="383"/>
                    <a:pt x="158" y="383"/>
                  </a:cubicBezTo>
                  <a:cubicBezTo>
                    <a:pt x="96" y="383"/>
                    <a:pt x="40" y="359"/>
                    <a:pt x="0" y="319"/>
                  </a:cubicBezTo>
                  <a:cubicBezTo>
                    <a:pt x="41" y="361"/>
                    <a:pt x="98" y="387"/>
                    <a:pt x="161" y="387"/>
                  </a:cubicBezTo>
                  <a:cubicBezTo>
                    <a:pt x="286" y="387"/>
                    <a:pt x="388" y="286"/>
                    <a:pt x="388" y="161"/>
                  </a:cubicBezTo>
                  <a:cubicBezTo>
                    <a:pt x="388" y="98"/>
                    <a:pt x="361" y="41"/>
                    <a:pt x="319" y="0"/>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2" name="Freeform 32">
              <a:extLst>
                <a:ext uri="{FF2B5EF4-FFF2-40B4-BE49-F238E27FC236}">
                  <a16:creationId xmlns:a16="http://schemas.microsoft.com/office/drawing/2014/main" id="{A99422DA-41EE-4ECF-9C53-653F37B5A979}"/>
                </a:ext>
              </a:extLst>
            </p:cNvPr>
            <p:cNvSpPr>
              <a:spLocks/>
            </p:cNvSpPr>
            <p:nvPr/>
          </p:nvSpPr>
          <p:spPr bwMode="auto">
            <a:xfrm>
              <a:off x="4333876" y="4170363"/>
              <a:ext cx="1236663" cy="1238250"/>
            </a:xfrm>
            <a:custGeom>
              <a:avLst/>
              <a:gdLst>
                <a:gd name="T0" fmla="*/ 6 w 389"/>
                <a:gd name="T1" fmla="*/ 232 h 389"/>
                <a:gd name="T2" fmla="*/ 232 w 389"/>
                <a:gd name="T3" fmla="*/ 6 h 389"/>
                <a:gd name="T4" fmla="*/ 389 w 389"/>
                <a:gd name="T5" fmla="*/ 69 h 389"/>
                <a:gd name="T6" fmla="*/ 226 w 389"/>
                <a:gd name="T7" fmla="*/ 0 h 389"/>
                <a:gd name="T8" fmla="*/ 0 w 389"/>
                <a:gd name="T9" fmla="*/ 226 h 389"/>
                <a:gd name="T10" fmla="*/ 70 w 389"/>
                <a:gd name="T11" fmla="*/ 389 h 389"/>
                <a:gd name="T12" fmla="*/ 6 w 389"/>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9" h="389">
                  <a:moveTo>
                    <a:pt x="6" y="232"/>
                  </a:moveTo>
                  <a:cubicBezTo>
                    <a:pt x="6" y="107"/>
                    <a:pt x="107" y="6"/>
                    <a:pt x="232" y="6"/>
                  </a:cubicBezTo>
                  <a:cubicBezTo>
                    <a:pt x="293" y="6"/>
                    <a:pt x="348" y="30"/>
                    <a:pt x="389" y="69"/>
                  </a:cubicBezTo>
                  <a:cubicBezTo>
                    <a:pt x="348" y="27"/>
                    <a:pt x="290" y="0"/>
                    <a:pt x="226" y="0"/>
                  </a:cubicBezTo>
                  <a:cubicBezTo>
                    <a:pt x="102" y="0"/>
                    <a:pt x="0" y="101"/>
                    <a:pt x="0" y="226"/>
                  </a:cubicBezTo>
                  <a:cubicBezTo>
                    <a:pt x="0" y="290"/>
                    <a:pt x="27" y="348"/>
                    <a:pt x="70" y="389"/>
                  </a:cubicBezTo>
                  <a:cubicBezTo>
                    <a:pt x="30" y="348"/>
                    <a:pt x="6" y="293"/>
                    <a:pt x="6" y="232"/>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7" name="Group 86">
            <a:extLst>
              <a:ext uri="{FF2B5EF4-FFF2-40B4-BE49-F238E27FC236}">
                <a16:creationId xmlns:a16="http://schemas.microsoft.com/office/drawing/2014/main" id="{519D3269-6F45-43B0-BC92-17A5C8E04CBF}"/>
              </a:ext>
            </a:extLst>
          </p:cNvPr>
          <p:cNvGrpSpPr/>
          <p:nvPr/>
        </p:nvGrpSpPr>
        <p:grpSpPr>
          <a:xfrm>
            <a:off x="6466194" y="4297105"/>
            <a:ext cx="1676976" cy="1676976"/>
            <a:chOff x="6413501" y="4173538"/>
            <a:chExt cx="1438275" cy="1438275"/>
          </a:xfrm>
          <a:effectLst>
            <a:outerShdw blurRad="355600" dist="317500" dir="2700000" sx="90000" sy="90000" algn="tl" rotWithShape="0">
              <a:prstClr val="black">
                <a:alpha val="41000"/>
              </a:prstClr>
            </a:outerShdw>
          </a:effectLst>
        </p:grpSpPr>
        <p:sp>
          <p:nvSpPr>
            <p:cNvPr id="43" name="Oval 33">
              <a:extLst>
                <a:ext uri="{FF2B5EF4-FFF2-40B4-BE49-F238E27FC236}">
                  <a16:creationId xmlns:a16="http://schemas.microsoft.com/office/drawing/2014/main" id="{A046CAA7-41AD-4B11-837D-AF2CC0F179A4}"/>
                </a:ext>
              </a:extLst>
            </p:cNvPr>
            <p:cNvSpPr>
              <a:spLocks noChangeArrowheads="1"/>
            </p:cNvSpPr>
            <p:nvPr/>
          </p:nvSpPr>
          <p:spPr bwMode="auto">
            <a:xfrm>
              <a:off x="6413501" y="4173538"/>
              <a:ext cx="1438275" cy="14382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Freeform 34">
              <a:extLst>
                <a:ext uri="{FF2B5EF4-FFF2-40B4-BE49-F238E27FC236}">
                  <a16:creationId xmlns:a16="http://schemas.microsoft.com/office/drawing/2014/main" id="{8A747C62-26DE-43EB-A588-40C17F0CDAF2}"/>
                </a:ext>
              </a:extLst>
            </p:cNvPr>
            <p:cNvSpPr>
              <a:spLocks/>
            </p:cNvSpPr>
            <p:nvPr/>
          </p:nvSpPr>
          <p:spPr bwMode="auto">
            <a:xfrm>
              <a:off x="6616701" y="4376738"/>
              <a:ext cx="1235075" cy="1235075"/>
            </a:xfrm>
            <a:custGeom>
              <a:avLst/>
              <a:gdLst>
                <a:gd name="T0" fmla="*/ 320 w 388"/>
                <a:gd name="T1" fmla="*/ 0 h 388"/>
                <a:gd name="T2" fmla="*/ 384 w 388"/>
                <a:gd name="T3" fmla="*/ 158 h 388"/>
                <a:gd name="T4" fmla="*/ 158 w 388"/>
                <a:gd name="T5" fmla="*/ 384 h 388"/>
                <a:gd name="T6" fmla="*/ 0 w 388"/>
                <a:gd name="T7" fmla="*/ 320 h 388"/>
                <a:gd name="T8" fmla="*/ 162 w 388"/>
                <a:gd name="T9" fmla="*/ 388 h 388"/>
                <a:gd name="T10" fmla="*/ 388 w 388"/>
                <a:gd name="T11" fmla="*/ 162 h 388"/>
                <a:gd name="T12" fmla="*/ 320 w 388"/>
                <a:gd name="T13" fmla="*/ 0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320" y="0"/>
                  </a:moveTo>
                  <a:cubicBezTo>
                    <a:pt x="359" y="41"/>
                    <a:pt x="384" y="97"/>
                    <a:pt x="384" y="158"/>
                  </a:cubicBezTo>
                  <a:cubicBezTo>
                    <a:pt x="384" y="283"/>
                    <a:pt x="283" y="384"/>
                    <a:pt x="158" y="384"/>
                  </a:cubicBezTo>
                  <a:cubicBezTo>
                    <a:pt x="97" y="384"/>
                    <a:pt x="41" y="360"/>
                    <a:pt x="0" y="320"/>
                  </a:cubicBezTo>
                  <a:cubicBezTo>
                    <a:pt x="41" y="362"/>
                    <a:pt x="99" y="388"/>
                    <a:pt x="162" y="388"/>
                  </a:cubicBezTo>
                  <a:cubicBezTo>
                    <a:pt x="287" y="388"/>
                    <a:pt x="388" y="287"/>
                    <a:pt x="388" y="162"/>
                  </a:cubicBezTo>
                  <a:cubicBezTo>
                    <a:pt x="388" y="99"/>
                    <a:pt x="362" y="42"/>
                    <a:pt x="320"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5" name="Freeform 35">
              <a:extLst>
                <a:ext uri="{FF2B5EF4-FFF2-40B4-BE49-F238E27FC236}">
                  <a16:creationId xmlns:a16="http://schemas.microsoft.com/office/drawing/2014/main" id="{DFC25278-EB08-41A9-980C-DE496C995F07}"/>
                </a:ext>
              </a:extLst>
            </p:cNvPr>
            <p:cNvSpPr>
              <a:spLocks/>
            </p:cNvSpPr>
            <p:nvPr/>
          </p:nvSpPr>
          <p:spPr bwMode="auto">
            <a:xfrm>
              <a:off x="6413501" y="4173538"/>
              <a:ext cx="1233488" cy="1238250"/>
            </a:xfrm>
            <a:custGeom>
              <a:avLst/>
              <a:gdLst>
                <a:gd name="T0" fmla="*/ 5 w 388"/>
                <a:gd name="T1" fmla="*/ 232 h 389"/>
                <a:gd name="T2" fmla="*/ 231 w 388"/>
                <a:gd name="T3" fmla="*/ 6 h 389"/>
                <a:gd name="T4" fmla="*/ 388 w 388"/>
                <a:gd name="T5" fmla="*/ 69 h 389"/>
                <a:gd name="T6" fmla="*/ 226 w 388"/>
                <a:gd name="T7" fmla="*/ 0 h 389"/>
                <a:gd name="T8" fmla="*/ 0 w 388"/>
                <a:gd name="T9" fmla="*/ 226 h 389"/>
                <a:gd name="T10" fmla="*/ 69 w 388"/>
                <a:gd name="T11" fmla="*/ 389 h 389"/>
                <a:gd name="T12" fmla="*/ 5 w 388"/>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8" h="389">
                  <a:moveTo>
                    <a:pt x="5" y="232"/>
                  </a:moveTo>
                  <a:cubicBezTo>
                    <a:pt x="5" y="107"/>
                    <a:pt x="107" y="6"/>
                    <a:pt x="231" y="6"/>
                  </a:cubicBezTo>
                  <a:cubicBezTo>
                    <a:pt x="292" y="6"/>
                    <a:pt x="348" y="30"/>
                    <a:pt x="388" y="69"/>
                  </a:cubicBezTo>
                  <a:cubicBezTo>
                    <a:pt x="347" y="27"/>
                    <a:pt x="290" y="0"/>
                    <a:pt x="226" y="0"/>
                  </a:cubicBezTo>
                  <a:cubicBezTo>
                    <a:pt x="101" y="0"/>
                    <a:pt x="0" y="101"/>
                    <a:pt x="0" y="226"/>
                  </a:cubicBezTo>
                  <a:cubicBezTo>
                    <a:pt x="0" y="290"/>
                    <a:pt x="27" y="348"/>
                    <a:pt x="69" y="389"/>
                  </a:cubicBezTo>
                  <a:cubicBezTo>
                    <a:pt x="30" y="348"/>
                    <a:pt x="5" y="293"/>
                    <a:pt x="5" y="232"/>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8" name="Group 87">
            <a:extLst>
              <a:ext uri="{FF2B5EF4-FFF2-40B4-BE49-F238E27FC236}">
                <a16:creationId xmlns:a16="http://schemas.microsoft.com/office/drawing/2014/main" id="{0EC3E363-1BE0-4A4E-8029-53C11B090EF7}"/>
              </a:ext>
            </a:extLst>
          </p:cNvPr>
          <p:cNvGrpSpPr/>
          <p:nvPr/>
        </p:nvGrpSpPr>
        <p:grpSpPr>
          <a:xfrm>
            <a:off x="8183892" y="2586811"/>
            <a:ext cx="1675125" cy="1676976"/>
            <a:chOff x="7886701" y="2706688"/>
            <a:chExt cx="1436688" cy="1438275"/>
          </a:xfrm>
          <a:effectLst>
            <a:outerShdw blurRad="355600" dist="317500" dir="2700000" sx="90000" sy="90000" algn="tl" rotWithShape="0">
              <a:prstClr val="black">
                <a:alpha val="41000"/>
              </a:prstClr>
            </a:outerShdw>
          </a:effectLst>
        </p:grpSpPr>
        <p:sp>
          <p:nvSpPr>
            <p:cNvPr id="46" name="Oval 36">
              <a:extLst>
                <a:ext uri="{FF2B5EF4-FFF2-40B4-BE49-F238E27FC236}">
                  <a16:creationId xmlns:a16="http://schemas.microsoft.com/office/drawing/2014/main" id="{214711F7-14FE-4754-B88F-9F88CA4E0B12}"/>
                </a:ext>
              </a:extLst>
            </p:cNvPr>
            <p:cNvSpPr>
              <a:spLocks noChangeArrowheads="1"/>
            </p:cNvSpPr>
            <p:nvPr/>
          </p:nvSpPr>
          <p:spPr bwMode="auto">
            <a:xfrm>
              <a:off x="7886701" y="2706688"/>
              <a:ext cx="1436688" cy="14382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7" name="Freeform 37">
              <a:extLst>
                <a:ext uri="{FF2B5EF4-FFF2-40B4-BE49-F238E27FC236}">
                  <a16:creationId xmlns:a16="http://schemas.microsoft.com/office/drawing/2014/main" id="{25C5E88F-2015-4B9F-BE8B-DAABF4B2CADE}"/>
                </a:ext>
              </a:extLst>
            </p:cNvPr>
            <p:cNvSpPr>
              <a:spLocks/>
            </p:cNvSpPr>
            <p:nvPr/>
          </p:nvSpPr>
          <p:spPr bwMode="auto">
            <a:xfrm>
              <a:off x="8089901" y="2909888"/>
              <a:ext cx="1233488" cy="1235075"/>
            </a:xfrm>
            <a:custGeom>
              <a:avLst/>
              <a:gdLst>
                <a:gd name="T0" fmla="*/ 320 w 388"/>
                <a:gd name="T1" fmla="*/ 0 h 388"/>
                <a:gd name="T2" fmla="*/ 384 w 388"/>
                <a:gd name="T3" fmla="*/ 158 h 388"/>
                <a:gd name="T4" fmla="*/ 158 w 388"/>
                <a:gd name="T5" fmla="*/ 384 h 388"/>
                <a:gd name="T6" fmla="*/ 0 w 388"/>
                <a:gd name="T7" fmla="*/ 320 h 388"/>
                <a:gd name="T8" fmla="*/ 162 w 388"/>
                <a:gd name="T9" fmla="*/ 388 h 388"/>
                <a:gd name="T10" fmla="*/ 388 w 388"/>
                <a:gd name="T11" fmla="*/ 162 h 388"/>
                <a:gd name="T12" fmla="*/ 320 w 388"/>
                <a:gd name="T13" fmla="*/ 0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320" y="0"/>
                  </a:moveTo>
                  <a:cubicBezTo>
                    <a:pt x="359" y="41"/>
                    <a:pt x="384" y="96"/>
                    <a:pt x="384" y="158"/>
                  </a:cubicBezTo>
                  <a:cubicBezTo>
                    <a:pt x="384" y="283"/>
                    <a:pt x="283" y="384"/>
                    <a:pt x="158" y="384"/>
                  </a:cubicBezTo>
                  <a:cubicBezTo>
                    <a:pt x="96" y="384"/>
                    <a:pt x="41" y="359"/>
                    <a:pt x="0" y="320"/>
                  </a:cubicBezTo>
                  <a:cubicBezTo>
                    <a:pt x="41" y="362"/>
                    <a:pt x="98" y="388"/>
                    <a:pt x="162" y="388"/>
                  </a:cubicBezTo>
                  <a:cubicBezTo>
                    <a:pt x="287" y="388"/>
                    <a:pt x="388" y="287"/>
                    <a:pt x="388" y="162"/>
                  </a:cubicBezTo>
                  <a:cubicBezTo>
                    <a:pt x="388" y="98"/>
                    <a:pt x="362" y="41"/>
                    <a:pt x="320"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8" name="Freeform 38">
              <a:extLst>
                <a:ext uri="{FF2B5EF4-FFF2-40B4-BE49-F238E27FC236}">
                  <a16:creationId xmlns:a16="http://schemas.microsoft.com/office/drawing/2014/main" id="{65FFC2D5-560D-4C51-803B-1C6BA0F3E629}"/>
                </a:ext>
              </a:extLst>
            </p:cNvPr>
            <p:cNvSpPr>
              <a:spLocks/>
            </p:cNvSpPr>
            <p:nvPr/>
          </p:nvSpPr>
          <p:spPr bwMode="auto">
            <a:xfrm>
              <a:off x="7886701" y="2706688"/>
              <a:ext cx="1233488" cy="1235075"/>
            </a:xfrm>
            <a:custGeom>
              <a:avLst/>
              <a:gdLst>
                <a:gd name="T0" fmla="*/ 5 w 388"/>
                <a:gd name="T1" fmla="*/ 231 h 388"/>
                <a:gd name="T2" fmla="*/ 231 w 388"/>
                <a:gd name="T3" fmla="*/ 5 h 388"/>
                <a:gd name="T4" fmla="*/ 388 w 388"/>
                <a:gd name="T5" fmla="*/ 69 h 388"/>
                <a:gd name="T6" fmla="*/ 226 w 388"/>
                <a:gd name="T7" fmla="*/ 0 h 388"/>
                <a:gd name="T8" fmla="*/ 0 w 388"/>
                <a:gd name="T9" fmla="*/ 226 h 388"/>
                <a:gd name="T10" fmla="*/ 69 w 388"/>
                <a:gd name="T11" fmla="*/ 388 h 388"/>
                <a:gd name="T12" fmla="*/ 5 w 388"/>
                <a:gd name="T13" fmla="*/ 231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5" y="231"/>
                  </a:moveTo>
                  <a:cubicBezTo>
                    <a:pt x="5" y="106"/>
                    <a:pt x="106" y="5"/>
                    <a:pt x="231" y="5"/>
                  </a:cubicBezTo>
                  <a:cubicBezTo>
                    <a:pt x="292" y="5"/>
                    <a:pt x="347" y="29"/>
                    <a:pt x="388" y="69"/>
                  </a:cubicBezTo>
                  <a:cubicBezTo>
                    <a:pt x="347" y="26"/>
                    <a:pt x="290" y="0"/>
                    <a:pt x="226" y="0"/>
                  </a:cubicBezTo>
                  <a:cubicBezTo>
                    <a:pt x="101" y="0"/>
                    <a:pt x="0" y="101"/>
                    <a:pt x="0" y="226"/>
                  </a:cubicBezTo>
                  <a:cubicBezTo>
                    <a:pt x="0" y="290"/>
                    <a:pt x="26" y="347"/>
                    <a:pt x="69" y="388"/>
                  </a:cubicBezTo>
                  <a:cubicBezTo>
                    <a:pt x="29" y="348"/>
                    <a:pt x="5" y="292"/>
                    <a:pt x="5" y="231"/>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9" name="Group 88">
            <a:extLst>
              <a:ext uri="{FF2B5EF4-FFF2-40B4-BE49-F238E27FC236}">
                <a16:creationId xmlns:a16="http://schemas.microsoft.com/office/drawing/2014/main" id="{DEC4A312-3A4D-4A6E-8BFB-ABC3D162B674}"/>
              </a:ext>
            </a:extLst>
          </p:cNvPr>
          <p:cNvGrpSpPr/>
          <p:nvPr/>
        </p:nvGrpSpPr>
        <p:grpSpPr>
          <a:xfrm>
            <a:off x="4776261" y="883921"/>
            <a:ext cx="2643181" cy="2645033"/>
            <a:chOff x="4964113" y="1246188"/>
            <a:chExt cx="2266950" cy="2268538"/>
          </a:xfrm>
          <a:effectLst>
            <a:outerShdw blurRad="355600" dist="419100" dir="2700000" sx="90000" sy="90000" algn="tl" rotWithShape="0">
              <a:prstClr val="black">
                <a:alpha val="78000"/>
              </a:prstClr>
            </a:outerShdw>
          </a:effectLst>
        </p:grpSpPr>
        <p:sp>
          <p:nvSpPr>
            <p:cNvPr id="57" name="Oval 47">
              <a:extLst>
                <a:ext uri="{FF2B5EF4-FFF2-40B4-BE49-F238E27FC236}">
                  <a16:creationId xmlns:a16="http://schemas.microsoft.com/office/drawing/2014/main" id="{EE83598C-8FA5-4EC0-9B24-A59DBD5DF9BF}"/>
                </a:ext>
              </a:extLst>
            </p:cNvPr>
            <p:cNvSpPr>
              <a:spLocks noChangeArrowheads="1"/>
            </p:cNvSpPr>
            <p:nvPr/>
          </p:nvSpPr>
          <p:spPr bwMode="auto">
            <a:xfrm>
              <a:off x="4964113" y="1246188"/>
              <a:ext cx="2266950" cy="2268538"/>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58" name="Freeform 48">
              <a:extLst>
                <a:ext uri="{FF2B5EF4-FFF2-40B4-BE49-F238E27FC236}">
                  <a16:creationId xmlns:a16="http://schemas.microsoft.com/office/drawing/2014/main" id="{C614D05A-9614-4BC0-9AAD-5B22F083CE1B}"/>
                </a:ext>
              </a:extLst>
            </p:cNvPr>
            <p:cNvSpPr>
              <a:spLocks/>
            </p:cNvSpPr>
            <p:nvPr/>
          </p:nvSpPr>
          <p:spPr bwMode="auto">
            <a:xfrm>
              <a:off x="5284788" y="1570038"/>
              <a:ext cx="1946275" cy="1944688"/>
            </a:xfrm>
            <a:custGeom>
              <a:avLst/>
              <a:gdLst>
                <a:gd name="T0" fmla="*/ 504 w 612"/>
                <a:gd name="T1" fmla="*/ 0 h 611"/>
                <a:gd name="T2" fmla="*/ 606 w 612"/>
                <a:gd name="T3" fmla="*/ 249 h 611"/>
                <a:gd name="T4" fmla="*/ 249 w 612"/>
                <a:gd name="T5" fmla="*/ 605 h 611"/>
                <a:gd name="T6" fmla="*/ 0 w 612"/>
                <a:gd name="T7" fmla="*/ 504 h 611"/>
                <a:gd name="T8" fmla="*/ 255 w 612"/>
                <a:gd name="T9" fmla="*/ 611 h 611"/>
                <a:gd name="T10" fmla="*/ 612 w 612"/>
                <a:gd name="T11" fmla="*/ 255 h 611"/>
                <a:gd name="T12" fmla="*/ 504 w 612"/>
                <a:gd name="T13" fmla="*/ 0 h 611"/>
              </a:gdLst>
              <a:ahLst/>
              <a:cxnLst>
                <a:cxn ang="0">
                  <a:pos x="T0" y="T1"/>
                </a:cxn>
                <a:cxn ang="0">
                  <a:pos x="T2" y="T3"/>
                </a:cxn>
                <a:cxn ang="0">
                  <a:pos x="T4" y="T5"/>
                </a:cxn>
                <a:cxn ang="0">
                  <a:pos x="T6" y="T7"/>
                </a:cxn>
                <a:cxn ang="0">
                  <a:pos x="T8" y="T9"/>
                </a:cxn>
                <a:cxn ang="0">
                  <a:pos x="T10" y="T11"/>
                </a:cxn>
                <a:cxn ang="0">
                  <a:pos x="T12" y="T13"/>
                </a:cxn>
              </a:cxnLst>
              <a:rect l="0" t="0" r="r" b="b"/>
              <a:pathLst>
                <a:path w="612" h="611">
                  <a:moveTo>
                    <a:pt x="504" y="0"/>
                  </a:moveTo>
                  <a:cubicBezTo>
                    <a:pt x="567" y="64"/>
                    <a:pt x="606" y="152"/>
                    <a:pt x="606" y="249"/>
                  </a:cubicBezTo>
                  <a:cubicBezTo>
                    <a:pt x="606" y="446"/>
                    <a:pt x="446" y="605"/>
                    <a:pt x="249" y="605"/>
                  </a:cubicBezTo>
                  <a:cubicBezTo>
                    <a:pt x="152" y="605"/>
                    <a:pt x="65" y="566"/>
                    <a:pt x="0" y="504"/>
                  </a:cubicBezTo>
                  <a:cubicBezTo>
                    <a:pt x="65" y="570"/>
                    <a:pt x="155" y="611"/>
                    <a:pt x="255" y="611"/>
                  </a:cubicBezTo>
                  <a:cubicBezTo>
                    <a:pt x="452" y="611"/>
                    <a:pt x="612" y="452"/>
                    <a:pt x="612" y="255"/>
                  </a:cubicBezTo>
                  <a:cubicBezTo>
                    <a:pt x="612" y="155"/>
                    <a:pt x="571" y="65"/>
                    <a:pt x="504" y="0"/>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9" name="Freeform 49">
              <a:extLst>
                <a:ext uri="{FF2B5EF4-FFF2-40B4-BE49-F238E27FC236}">
                  <a16:creationId xmlns:a16="http://schemas.microsoft.com/office/drawing/2014/main" id="{35DC2370-3C3C-4319-955C-943D4D662194}"/>
                </a:ext>
              </a:extLst>
            </p:cNvPr>
            <p:cNvSpPr>
              <a:spLocks/>
            </p:cNvSpPr>
            <p:nvPr/>
          </p:nvSpPr>
          <p:spPr bwMode="auto">
            <a:xfrm>
              <a:off x="4964113" y="1246188"/>
              <a:ext cx="1946275" cy="1951038"/>
            </a:xfrm>
            <a:custGeom>
              <a:avLst/>
              <a:gdLst>
                <a:gd name="T0" fmla="*/ 8 w 612"/>
                <a:gd name="T1" fmla="*/ 365 h 613"/>
                <a:gd name="T2" fmla="*/ 365 w 612"/>
                <a:gd name="T3" fmla="*/ 9 h 613"/>
                <a:gd name="T4" fmla="*/ 612 w 612"/>
                <a:gd name="T5" fmla="*/ 109 h 613"/>
                <a:gd name="T6" fmla="*/ 356 w 612"/>
                <a:gd name="T7" fmla="*/ 0 h 613"/>
                <a:gd name="T8" fmla="*/ 0 w 612"/>
                <a:gd name="T9" fmla="*/ 357 h 613"/>
                <a:gd name="T10" fmla="*/ 109 w 612"/>
                <a:gd name="T11" fmla="*/ 613 h 613"/>
                <a:gd name="T12" fmla="*/ 8 w 612"/>
                <a:gd name="T13" fmla="*/ 365 h 613"/>
              </a:gdLst>
              <a:ahLst/>
              <a:cxnLst>
                <a:cxn ang="0">
                  <a:pos x="T0" y="T1"/>
                </a:cxn>
                <a:cxn ang="0">
                  <a:pos x="T2" y="T3"/>
                </a:cxn>
                <a:cxn ang="0">
                  <a:pos x="T4" y="T5"/>
                </a:cxn>
                <a:cxn ang="0">
                  <a:pos x="T6" y="T7"/>
                </a:cxn>
                <a:cxn ang="0">
                  <a:pos x="T8" y="T9"/>
                </a:cxn>
                <a:cxn ang="0">
                  <a:pos x="T10" y="T11"/>
                </a:cxn>
                <a:cxn ang="0">
                  <a:pos x="T12" y="T13"/>
                </a:cxn>
              </a:cxnLst>
              <a:rect l="0" t="0" r="r" b="b"/>
              <a:pathLst>
                <a:path w="612" h="613">
                  <a:moveTo>
                    <a:pt x="8" y="365"/>
                  </a:moveTo>
                  <a:cubicBezTo>
                    <a:pt x="8" y="169"/>
                    <a:pt x="168" y="9"/>
                    <a:pt x="365" y="9"/>
                  </a:cubicBezTo>
                  <a:cubicBezTo>
                    <a:pt x="461" y="9"/>
                    <a:pt x="548" y="47"/>
                    <a:pt x="612" y="109"/>
                  </a:cubicBezTo>
                  <a:cubicBezTo>
                    <a:pt x="548" y="42"/>
                    <a:pt x="457" y="0"/>
                    <a:pt x="356" y="0"/>
                  </a:cubicBezTo>
                  <a:cubicBezTo>
                    <a:pt x="159" y="0"/>
                    <a:pt x="0" y="160"/>
                    <a:pt x="0" y="357"/>
                  </a:cubicBezTo>
                  <a:cubicBezTo>
                    <a:pt x="0" y="458"/>
                    <a:pt x="42" y="548"/>
                    <a:pt x="109" y="613"/>
                  </a:cubicBezTo>
                  <a:cubicBezTo>
                    <a:pt x="47" y="549"/>
                    <a:pt x="8" y="462"/>
                    <a:pt x="8" y="365"/>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7" name="Group 66">
            <a:extLst>
              <a:ext uri="{FF2B5EF4-FFF2-40B4-BE49-F238E27FC236}">
                <a16:creationId xmlns:a16="http://schemas.microsoft.com/office/drawing/2014/main" id="{09938251-4566-4AED-85FC-27E36F545437}"/>
              </a:ext>
            </a:extLst>
          </p:cNvPr>
          <p:cNvGrpSpPr/>
          <p:nvPr/>
        </p:nvGrpSpPr>
        <p:grpSpPr>
          <a:xfrm>
            <a:off x="2581015" y="2827471"/>
            <a:ext cx="1179059" cy="1180882"/>
            <a:chOff x="6345240" y="4948238"/>
            <a:chExt cx="1027113" cy="1028700"/>
          </a:xfrm>
          <a:effectLst>
            <a:outerShdw blurRad="279400" dist="292100" dir="2700000" sx="96000" sy="96000" algn="tl" rotWithShape="0">
              <a:prstClr val="black">
                <a:alpha val="27000"/>
              </a:prstClr>
            </a:outerShdw>
          </a:effectLst>
        </p:grpSpPr>
        <p:sp>
          <p:nvSpPr>
            <p:cNvPr id="68" name="Oval 56">
              <a:extLst>
                <a:ext uri="{FF2B5EF4-FFF2-40B4-BE49-F238E27FC236}">
                  <a16:creationId xmlns:a16="http://schemas.microsoft.com/office/drawing/2014/main" id="{38B0D6E5-9AF1-412D-BA6C-11F3270AF932}"/>
                </a:ext>
              </a:extLst>
            </p:cNvPr>
            <p:cNvSpPr>
              <a:spLocks noChangeArrowheads="1"/>
            </p:cNvSpPr>
            <p:nvPr/>
          </p:nvSpPr>
          <p:spPr bwMode="auto">
            <a:xfrm>
              <a:off x="6345240"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9" name="Oval 57">
              <a:extLst>
                <a:ext uri="{FF2B5EF4-FFF2-40B4-BE49-F238E27FC236}">
                  <a16:creationId xmlns:a16="http://schemas.microsoft.com/office/drawing/2014/main" id="{964C5E7F-136B-4AF5-80D2-8C0520E71574}"/>
                </a:ext>
              </a:extLst>
            </p:cNvPr>
            <p:cNvSpPr>
              <a:spLocks noChangeArrowheads="1"/>
            </p:cNvSpPr>
            <p:nvPr/>
          </p:nvSpPr>
          <p:spPr bwMode="auto">
            <a:xfrm>
              <a:off x="6359527" y="4962528"/>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0" name="Group 69">
            <a:extLst>
              <a:ext uri="{FF2B5EF4-FFF2-40B4-BE49-F238E27FC236}">
                <a16:creationId xmlns:a16="http://schemas.microsoft.com/office/drawing/2014/main" id="{1BA9AF63-27AF-4E55-8F5D-ECF6C875E76D}"/>
              </a:ext>
            </a:extLst>
          </p:cNvPr>
          <p:cNvGrpSpPr/>
          <p:nvPr/>
        </p:nvGrpSpPr>
        <p:grpSpPr>
          <a:xfrm>
            <a:off x="4297798" y="4541467"/>
            <a:ext cx="1179059" cy="1180882"/>
            <a:chOff x="6345240" y="4948238"/>
            <a:chExt cx="1027113" cy="1028700"/>
          </a:xfrm>
          <a:effectLst>
            <a:outerShdw blurRad="279400" dist="292100" dir="2700000" sx="96000" sy="96000" algn="tl" rotWithShape="0">
              <a:prstClr val="black">
                <a:alpha val="27000"/>
              </a:prstClr>
            </a:outerShdw>
          </a:effectLst>
        </p:grpSpPr>
        <p:sp>
          <p:nvSpPr>
            <p:cNvPr id="71" name="Oval 56">
              <a:extLst>
                <a:ext uri="{FF2B5EF4-FFF2-40B4-BE49-F238E27FC236}">
                  <a16:creationId xmlns:a16="http://schemas.microsoft.com/office/drawing/2014/main" id="{6C714FED-F714-4EC4-B56E-B395F51BFB1D}"/>
                </a:ext>
              </a:extLst>
            </p:cNvPr>
            <p:cNvSpPr>
              <a:spLocks noChangeArrowheads="1"/>
            </p:cNvSpPr>
            <p:nvPr/>
          </p:nvSpPr>
          <p:spPr bwMode="auto">
            <a:xfrm>
              <a:off x="6345240"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2" name="Oval 57">
              <a:extLst>
                <a:ext uri="{FF2B5EF4-FFF2-40B4-BE49-F238E27FC236}">
                  <a16:creationId xmlns:a16="http://schemas.microsoft.com/office/drawing/2014/main" id="{139F2F8C-8D6F-416F-843F-C34BB9103889}"/>
                </a:ext>
              </a:extLst>
            </p:cNvPr>
            <p:cNvSpPr>
              <a:spLocks noChangeArrowheads="1"/>
            </p:cNvSpPr>
            <p:nvPr/>
          </p:nvSpPr>
          <p:spPr bwMode="auto">
            <a:xfrm>
              <a:off x="6359527" y="4962528"/>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3" name="Group 72">
            <a:extLst>
              <a:ext uri="{FF2B5EF4-FFF2-40B4-BE49-F238E27FC236}">
                <a16:creationId xmlns:a16="http://schemas.microsoft.com/office/drawing/2014/main" id="{99C0C14D-41CA-46D7-9EBC-B615CBCF1560}"/>
              </a:ext>
            </a:extLst>
          </p:cNvPr>
          <p:cNvGrpSpPr/>
          <p:nvPr/>
        </p:nvGrpSpPr>
        <p:grpSpPr>
          <a:xfrm>
            <a:off x="6708672" y="4541467"/>
            <a:ext cx="1179059" cy="1180882"/>
            <a:chOff x="6345240" y="4948238"/>
            <a:chExt cx="1027113" cy="1028700"/>
          </a:xfrm>
          <a:effectLst>
            <a:outerShdw blurRad="279400" dist="292100" dir="2700000" sx="96000" sy="96000" algn="tl" rotWithShape="0">
              <a:prstClr val="black">
                <a:alpha val="27000"/>
              </a:prstClr>
            </a:outerShdw>
          </a:effectLst>
        </p:grpSpPr>
        <p:sp>
          <p:nvSpPr>
            <p:cNvPr id="74" name="Oval 56">
              <a:extLst>
                <a:ext uri="{FF2B5EF4-FFF2-40B4-BE49-F238E27FC236}">
                  <a16:creationId xmlns:a16="http://schemas.microsoft.com/office/drawing/2014/main" id="{0B545FA9-222F-4D18-9C8D-D6A073D12EDC}"/>
                </a:ext>
              </a:extLst>
            </p:cNvPr>
            <p:cNvSpPr>
              <a:spLocks noChangeArrowheads="1"/>
            </p:cNvSpPr>
            <p:nvPr/>
          </p:nvSpPr>
          <p:spPr bwMode="auto">
            <a:xfrm>
              <a:off x="6345240"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5" name="Oval 57">
              <a:extLst>
                <a:ext uri="{FF2B5EF4-FFF2-40B4-BE49-F238E27FC236}">
                  <a16:creationId xmlns:a16="http://schemas.microsoft.com/office/drawing/2014/main" id="{55E547BD-2654-4620-93EF-11D6876AA646}"/>
                </a:ext>
              </a:extLst>
            </p:cNvPr>
            <p:cNvSpPr>
              <a:spLocks noChangeArrowheads="1"/>
            </p:cNvSpPr>
            <p:nvPr/>
          </p:nvSpPr>
          <p:spPr bwMode="auto">
            <a:xfrm>
              <a:off x="6359527" y="4962528"/>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6" name="Group 75">
            <a:extLst>
              <a:ext uri="{FF2B5EF4-FFF2-40B4-BE49-F238E27FC236}">
                <a16:creationId xmlns:a16="http://schemas.microsoft.com/office/drawing/2014/main" id="{ADBF27A2-4E96-45CF-A496-C3A1D8C812FC}"/>
              </a:ext>
            </a:extLst>
          </p:cNvPr>
          <p:cNvGrpSpPr/>
          <p:nvPr/>
        </p:nvGrpSpPr>
        <p:grpSpPr>
          <a:xfrm>
            <a:off x="8431922" y="2827471"/>
            <a:ext cx="1179059" cy="1180882"/>
            <a:chOff x="6345240" y="4948238"/>
            <a:chExt cx="1027113" cy="1028700"/>
          </a:xfrm>
          <a:effectLst>
            <a:outerShdw blurRad="279400" dist="292100" dir="2700000" sx="96000" sy="96000" algn="tl" rotWithShape="0">
              <a:prstClr val="black">
                <a:alpha val="27000"/>
              </a:prstClr>
            </a:outerShdw>
          </a:effectLst>
        </p:grpSpPr>
        <p:sp>
          <p:nvSpPr>
            <p:cNvPr id="77" name="Oval 56">
              <a:extLst>
                <a:ext uri="{FF2B5EF4-FFF2-40B4-BE49-F238E27FC236}">
                  <a16:creationId xmlns:a16="http://schemas.microsoft.com/office/drawing/2014/main" id="{272ED5C2-9F19-4B56-BF0B-14C0EBDF1D6C}"/>
                </a:ext>
              </a:extLst>
            </p:cNvPr>
            <p:cNvSpPr>
              <a:spLocks noChangeArrowheads="1"/>
            </p:cNvSpPr>
            <p:nvPr/>
          </p:nvSpPr>
          <p:spPr bwMode="auto">
            <a:xfrm>
              <a:off x="6345240"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8" name="Oval 57">
              <a:extLst>
                <a:ext uri="{FF2B5EF4-FFF2-40B4-BE49-F238E27FC236}">
                  <a16:creationId xmlns:a16="http://schemas.microsoft.com/office/drawing/2014/main" id="{0164306D-7B6F-4739-A13E-C31F7E00A9CC}"/>
                </a:ext>
              </a:extLst>
            </p:cNvPr>
            <p:cNvSpPr>
              <a:spLocks noChangeArrowheads="1"/>
            </p:cNvSpPr>
            <p:nvPr/>
          </p:nvSpPr>
          <p:spPr bwMode="auto">
            <a:xfrm>
              <a:off x="6359527" y="4962528"/>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9" name="Group 78">
            <a:extLst>
              <a:ext uri="{FF2B5EF4-FFF2-40B4-BE49-F238E27FC236}">
                <a16:creationId xmlns:a16="http://schemas.microsoft.com/office/drawing/2014/main" id="{51AB9255-589E-4DFD-A518-9081D2B7B229}"/>
              </a:ext>
            </a:extLst>
          </p:cNvPr>
          <p:cNvGrpSpPr/>
          <p:nvPr/>
        </p:nvGrpSpPr>
        <p:grpSpPr>
          <a:xfrm>
            <a:off x="5045916" y="1161566"/>
            <a:ext cx="2086517" cy="2089742"/>
            <a:chOff x="6345240" y="4948238"/>
            <a:chExt cx="1027113" cy="1028700"/>
          </a:xfrm>
          <a:effectLst>
            <a:outerShdw blurRad="279400" dist="292100" dir="2700000" sx="96000" sy="96000" algn="tl" rotWithShape="0">
              <a:prstClr val="black">
                <a:alpha val="27000"/>
              </a:prstClr>
            </a:outerShdw>
          </a:effectLst>
        </p:grpSpPr>
        <p:sp>
          <p:nvSpPr>
            <p:cNvPr id="80" name="Oval 56">
              <a:extLst>
                <a:ext uri="{FF2B5EF4-FFF2-40B4-BE49-F238E27FC236}">
                  <a16:creationId xmlns:a16="http://schemas.microsoft.com/office/drawing/2014/main" id="{FFBD9DC3-6C4B-4D5E-852C-D11C6D0B6396}"/>
                </a:ext>
              </a:extLst>
            </p:cNvPr>
            <p:cNvSpPr>
              <a:spLocks noChangeArrowheads="1"/>
            </p:cNvSpPr>
            <p:nvPr/>
          </p:nvSpPr>
          <p:spPr bwMode="auto">
            <a:xfrm>
              <a:off x="6345240"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1" name="Oval 57">
              <a:extLst>
                <a:ext uri="{FF2B5EF4-FFF2-40B4-BE49-F238E27FC236}">
                  <a16:creationId xmlns:a16="http://schemas.microsoft.com/office/drawing/2014/main" id="{5D105FE1-30F1-4329-94CD-E5BB06FEE178}"/>
                </a:ext>
              </a:extLst>
            </p:cNvPr>
            <p:cNvSpPr>
              <a:spLocks noChangeArrowheads="1"/>
            </p:cNvSpPr>
            <p:nvPr/>
          </p:nvSpPr>
          <p:spPr bwMode="auto">
            <a:xfrm>
              <a:off x="6359527" y="4962528"/>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4" name="Group 83">
            <a:extLst>
              <a:ext uri="{FF2B5EF4-FFF2-40B4-BE49-F238E27FC236}">
                <a16:creationId xmlns:a16="http://schemas.microsoft.com/office/drawing/2014/main" id="{7E5A1A83-FFFC-415B-B272-916F793DA43B}"/>
              </a:ext>
            </a:extLst>
          </p:cNvPr>
          <p:cNvGrpSpPr/>
          <p:nvPr/>
        </p:nvGrpSpPr>
        <p:grpSpPr>
          <a:xfrm>
            <a:off x="5279725" y="1877891"/>
            <a:ext cx="1598194" cy="645987"/>
            <a:chOff x="5395913" y="2098676"/>
            <a:chExt cx="1370707" cy="554037"/>
          </a:xfrm>
        </p:grpSpPr>
        <p:sp>
          <p:nvSpPr>
            <p:cNvPr id="61" name="Rectangle 51">
              <a:extLst>
                <a:ext uri="{FF2B5EF4-FFF2-40B4-BE49-F238E27FC236}">
                  <a16:creationId xmlns:a16="http://schemas.microsoft.com/office/drawing/2014/main" id="{57BA7902-A1C7-449D-8ECB-E7EC48F53A5D}"/>
                </a:ext>
              </a:extLst>
            </p:cNvPr>
            <p:cNvSpPr>
              <a:spLocks noChangeArrowheads="1"/>
            </p:cNvSpPr>
            <p:nvPr/>
          </p:nvSpPr>
          <p:spPr bwMode="auto">
            <a:xfrm>
              <a:off x="5624513" y="2098676"/>
              <a:ext cx="911458" cy="237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b="1" i="0" u="none" strike="noStrike" cap="none" normalizeH="0" baseline="0">
                  <a:ln>
                    <a:noFill/>
                  </a:ln>
                  <a:effectLst/>
                  <a:latin typeface="Open Sans" panose="020B0606030504020204" pitchFamily="34" charset="0"/>
                </a:rPr>
                <a:t>CREATIVE</a:t>
              </a:r>
              <a:endParaRPr kumimoji="0" lang="ru-UA" altLang="ru-UA" sz="2000" b="0" i="0" u="none" strike="noStrike" cap="none" normalizeH="0" baseline="0">
                <a:ln>
                  <a:noFill/>
                </a:ln>
                <a:effectLst/>
              </a:endParaRPr>
            </a:p>
          </p:txBody>
        </p:sp>
        <p:sp>
          <p:nvSpPr>
            <p:cNvPr id="62" name="Rectangle 52">
              <a:extLst>
                <a:ext uri="{FF2B5EF4-FFF2-40B4-BE49-F238E27FC236}">
                  <a16:creationId xmlns:a16="http://schemas.microsoft.com/office/drawing/2014/main" id="{F540FBB3-AA9F-4307-B498-75896D7188CC}"/>
                </a:ext>
              </a:extLst>
            </p:cNvPr>
            <p:cNvSpPr>
              <a:spLocks noChangeArrowheads="1"/>
            </p:cNvSpPr>
            <p:nvPr/>
          </p:nvSpPr>
          <p:spPr bwMode="auto">
            <a:xfrm>
              <a:off x="5395913" y="2284413"/>
              <a:ext cx="1370707" cy="237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b="1" i="0" u="none" strike="noStrike" cap="none" normalizeH="0" baseline="0">
                  <a:ln>
                    <a:noFill/>
                  </a:ln>
                  <a:effectLst/>
                  <a:latin typeface="Open Sans" panose="020B0606030504020204" pitchFamily="34" charset="0"/>
                </a:rPr>
                <a:t>INFOGRAPHIC</a:t>
              </a:r>
              <a:endParaRPr kumimoji="0" lang="ru-UA" altLang="ru-UA" sz="2000" b="0" i="0" u="none" strike="noStrike" cap="none" normalizeH="0" baseline="0">
                <a:ln>
                  <a:noFill/>
                </a:ln>
                <a:effectLst/>
              </a:endParaRPr>
            </a:p>
          </p:txBody>
        </p:sp>
        <p:sp>
          <p:nvSpPr>
            <p:cNvPr id="63" name="Oval 53">
              <a:extLst>
                <a:ext uri="{FF2B5EF4-FFF2-40B4-BE49-F238E27FC236}">
                  <a16:creationId xmlns:a16="http://schemas.microsoft.com/office/drawing/2014/main" id="{36E1D171-A877-433C-B577-619C7B4218FB}"/>
                </a:ext>
              </a:extLst>
            </p:cNvPr>
            <p:cNvSpPr>
              <a:spLocks noChangeArrowheads="1"/>
            </p:cNvSpPr>
            <p:nvPr/>
          </p:nvSpPr>
          <p:spPr bwMode="auto">
            <a:xfrm>
              <a:off x="5532438" y="2573338"/>
              <a:ext cx="79375" cy="7937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4" name="Oval 54">
              <a:extLst>
                <a:ext uri="{FF2B5EF4-FFF2-40B4-BE49-F238E27FC236}">
                  <a16:creationId xmlns:a16="http://schemas.microsoft.com/office/drawing/2014/main" id="{D4B6F497-CE17-4D0E-9E50-29A59F1AD105}"/>
                </a:ext>
              </a:extLst>
            </p:cNvPr>
            <p:cNvSpPr>
              <a:spLocks noChangeArrowheads="1"/>
            </p:cNvSpPr>
            <p:nvPr/>
          </p:nvSpPr>
          <p:spPr bwMode="auto">
            <a:xfrm>
              <a:off x="5880101" y="2573338"/>
              <a:ext cx="79375" cy="79375"/>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5" name="Oval 55">
              <a:extLst>
                <a:ext uri="{FF2B5EF4-FFF2-40B4-BE49-F238E27FC236}">
                  <a16:creationId xmlns:a16="http://schemas.microsoft.com/office/drawing/2014/main" id="{8AB28859-CA18-4642-8663-9D7C7FF06B08}"/>
                </a:ext>
              </a:extLst>
            </p:cNvPr>
            <p:cNvSpPr>
              <a:spLocks noChangeArrowheads="1"/>
            </p:cNvSpPr>
            <p:nvPr/>
          </p:nvSpPr>
          <p:spPr bwMode="auto">
            <a:xfrm>
              <a:off x="6226176" y="2573338"/>
              <a:ext cx="79375" cy="7937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6" name="Oval 56">
              <a:extLst>
                <a:ext uri="{FF2B5EF4-FFF2-40B4-BE49-F238E27FC236}">
                  <a16:creationId xmlns:a16="http://schemas.microsoft.com/office/drawing/2014/main" id="{76ABA508-5B40-47B6-AC0A-AC832E94635E}"/>
                </a:ext>
              </a:extLst>
            </p:cNvPr>
            <p:cNvSpPr>
              <a:spLocks noChangeArrowheads="1"/>
            </p:cNvSpPr>
            <p:nvPr/>
          </p:nvSpPr>
          <p:spPr bwMode="auto">
            <a:xfrm>
              <a:off x="6572251" y="2573338"/>
              <a:ext cx="79375" cy="79375"/>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53" name="Freeform 43">
            <a:extLst>
              <a:ext uri="{FF2B5EF4-FFF2-40B4-BE49-F238E27FC236}">
                <a16:creationId xmlns:a16="http://schemas.microsoft.com/office/drawing/2014/main" id="{641DB725-D573-43DB-AE1E-D36723F1572D}"/>
              </a:ext>
            </a:extLst>
          </p:cNvPr>
          <p:cNvSpPr>
            <a:spLocks noEditPoints="1"/>
          </p:cNvSpPr>
          <p:nvPr/>
        </p:nvSpPr>
        <p:spPr bwMode="auto">
          <a:xfrm>
            <a:off x="7004825" y="4795016"/>
            <a:ext cx="599713" cy="681156"/>
          </a:xfrm>
          <a:custGeom>
            <a:avLst/>
            <a:gdLst>
              <a:gd name="T0" fmla="*/ 52 w 162"/>
              <a:gd name="T1" fmla="*/ 144 h 184"/>
              <a:gd name="T2" fmla="*/ 39 w 162"/>
              <a:gd name="T3" fmla="*/ 111 h 184"/>
              <a:gd name="T4" fmla="*/ 30 w 162"/>
              <a:gd name="T5" fmla="*/ 83 h 184"/>
              <a:gd name="T6" fmla="*/ 81 w 162"/>
              <a:gd name="T7" fmla="*/ 32 h 184"/>
              <a:gd name="T8" fmla="*/ 132 w 162"/>
              <a:gd name="T9" fmla="*/ 83 h 184"/>
              <a:gd name="T10" fmla="*/ 123 w 162"/>
              <a:gd name="T11" fmla="*/ 111 h 184"/>
              <a:gd name="T12" fmla="*/ 110 w 162"/>
              <a:gd name="T13" fmla="*/ 138 h 184"/>
              <a:gd name="T14" fmla="*/ 81 w 162"/>
              <a:gd name="T15" fmla="*/ 51 h 184"/>
              <a:gd name="T16" fmla="*/ 51 w 162"/>
              <a:gd name="T17" fmla="*/ 82 h 184"/>
              <a:gd name="T18" fmla="*/ 81 w 162"/>
              <a:gd name="T19" fmla="*/ 112 h 184"/>
              <a:gd name="T20" fmla="*/ 111 w 162"/>
              <a:gd name="T21" fmla="*/ 82 h 184"/>
              <a:gd name="T22" fmla="*/ 81 w 162"/>
              <a:gd name="T23" fmla="*/ 51 h 184"/>
              <a:gd name="T24" fmla="*/ 69 w 162"/>
              <a:gd name="T25" fmla="*/ 87 h 184"/>
              <a:gd name="T26" fmla="*/ 78 w 162"/>
              <a:gd name="T27" fmla="*/ 97 h 184"/>
              <a:gd name="T28" fmla="*/ 93 w 162"/>
              <a:gd name="T29" fmla="*/ 72 h 184"/>
              <a:gd name="T30" fmla="*/ 81 w 162"/>
              <a:gd name="T31" fmla="*/ 16 h 184"/>
              <a:gd name="T32" fmla="*/ 81 w 162"/>
              <a:gd name="T33" fmla="*/ 0 h 184"/>
              <a:gd name="T34" fmla="*/ 48 w 162"/>
              <a:gd name="T35" fmla="*/ 25 h 184"/>
              <a:gd name="T36" fmla="*/ 40 w 162"/>
              <a:gd name="T37" fmla="*/ 11 h 184"/>
              <a:gd name="T38" fmla="*/ 11 w 162"/>
              <a:gd name="T39" fmla="*/ 41 h 184"/>
              <a:gd name="T40" fmla="*/ 24 w 162"/>
              <a:gd name="T41" fmla="*/ 49 h 184"/>
              <a:gd name="T42" fmla="*/ 0 w 162"/>
              <a:gd name="T43" fmla="*/ 82 h 184"/>
              <a:gd name="T44" fmla="*/ 16 w 162"/>
              <a:gd name="T45" fmla="*/ 82 h 184"/>
              <a:gd name="T46" fmla="*/ 122 w 162"/>
              <a:gd name="T47" fmla="*/ 11 h 184"/>
              <a:gd name="T48" fmla="*/ 114 w 162"/>
              <a:gd name="T49" fmla="*/ 25 h 184"/>
              <a:gd name="T50" fmla="*/ 151 w 162"/>
              <a:gd name="T51" fmla="*/ 41 h 184"/>
              <a:gd name="T52" fmla="*/ 138 w 162"/>
              <a:gd name="T53" fmla="*/ 49 h 184"/>
              <a:gd name="T54" fmla="*/ 146 w 162"/>
              <a:gd name="T55" fmla="*/ 82 h 184"/>
              <a:gd name="T56" fmla="*/ 162 w 162"/>
              <a:gd name="T57" fmla="*/ 82 h 184"/>
              <a:gd name="T58" fmla="*/ 99 w 162"/>
              <a:gd name="T59" fmla="*/ 148 h 184"/>
              <a:gd name="T60" fmla="*/ 59 w 162"/>
              <a:gd name="T61" fmla="*/ 159 h 184"/>
              <a:gd name="T62" fmla="*/ 55 w 162"/>
              <a:gd name="T63" fmla="*/ 166 h 184"/>
              <a:gd name="T64" fmla="*/ 61 w 162"/>
              <a:gd name="T65" fmla="*/ 172 h 184"/>
              <a:gd name="T66" fmla="*/ 64 w 162"/>
              <a:gd name="T67" fmla="*/ 172 h 184"/>
              <a:gd name="T68" fmla="*/ 99 w 162"/>
              <a:gd name="T69" fmla="*/ 162 h 184"/>
              <a:gd name="T70" fmla="*/ 99 w 162"/>
              <a:gd name="T71" fmla="*/ 162 h 184"/>
              <a:gd name="T72" fmla="*/ 101 w 162"/>
              <a:gd name="T73" fmla="*/ 162 h 184"/>
              <a:gd name="T74" fmla="*/ 107 w 162"/>
              <a:gd name="T75" fmla="*/ 168 h 184"/>
              <a:gd name="T76" fmla="*/ 103 w 162"/>
              <a:gd name="T77" fmla="*/ 175 h 184"/>
              <a:gd name="T78" fmla="*/ 69 w 162"/>
              <a:gd name="T79"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184">
                <a:moveTo>
                  <a:pt x="52" y="144"/>
                </a:moveTo>
                <a:cubicBezTo>
                  <a:pt x="53" y="135"/>
                  <a:pt x="49" y="127"/>
                  <a:pt x="39" y="111"/>
                </a:cubicBezTo>
                <a:cubicBezTo>
                  <a:pt x="33" y="102"/>
                  <a:pt x="30" y="93"/>
                  <a:pt x="30" y="83"/>
                </a:cubicBezTo>
                <a:cubicBezTo>
                  <a:pt x="30" y="55"/>
                  <a:pt x="53" y="32"/>
                  <a:pt x="81" y="32"/>
                </a:cubicBezTo>
                <a:cubicBezTo>
                  <a:pt x="109" y="32"/>
                  <a:pt x="132" y="55"/>
                  <a:pt x="132" y="83"/>
                </a:cubicBezTo>
                <a:cubicBezTo>
                  <a:pt x="132" y="93"/>
                  <a:pt x="129" y="102"/>
                  <a:pt x="123" y="111"/>
                </a:cubicBezTo>
                <a:cubicBezTo>
                  <a:pt x="115" y="124"/>
                  <a:pt x="111" y="131"/>
                  <a:pt x="110" y="138"/>
                </a:cubicBezTo>
                <a:moveTo>
                  <a:pt x="81" y="51"/>
                </a:moveTo>
                <a:cubicBezTo>
                  <a:pt x="64" y="51"/>
                  <a:pt x="51" y="65"/>
                  <a:pt x="51" y="82"/>
                </a:cubicBezTo>
                <a:cubicBezTo>
                  <a:pt x="51" y="99"/>
                  <a:pt x="64" y="112"/>
                  <a:pt x="81" y="112"/>
                </a:cubicBezTo>
                <a:cubicBezTo>
                  <a:pt x="98" y="112"/>
                  <a:pt x="111" y="99"/>
                  <a:pt x="111" y="82"/>
                </a:cubicBezTo>
                <a:cubicBezTo>
                  <a:pt x="111" y="65"/>
                  <a:pt x="98" y="51"/>
                  <a:pt x="81" y="51"/>
                </a:cubicBezTo>
                <a:close/>
                <a:moveTo>
                  <a:pt x="69" y="87"/>
                </a:moveTo>
                <a:cubicBezTo>
                  <a:pt x="78" y="97"/>
                  <a:pt x="78" y="97"/>
                  <a:pt x="78" y="97"/>
                </a:cubicBezTo>
                <a:cubicBezTo>
                  <a:pt x="93" y="72"/>
                  <a:pt x="93" y="72"/>
                  <a:pt x="93" y="72"/>
                </a:cubicBezTo>
                <a:moveTo>
                  <a:pt x="81" y="16"/>
                </a:moveTo>
                <a:cubicBezTo>
                  <a:pt x="81" y="0"/>
                  <a:pt x="81" y="0"/>
                  <a:pt x="81" y="0"/>
                </a:cubicBezTo>
                <a:moveTo>
                  <a:pt x="48" y="25"/>
                </a:moveTo>
                <a:cubicBezTo>
                  <a:pt x="40" y="11"/>
                  <a:pt x="40" y="11"/>
                  <a:pt x="40" y="11"/>
                </a:cubicBezTo>
                <a:moveTo>
                  <a:pt x="11" y="41"/>
                </a:moveTo>
                <a:cubicBezTo>
                  <a:pt x="24" y="49"/>
                  <a:pt x="24" y="49"/>
                  <a:pt x="24" y="49"/>
                </a:cubicBezTo>
                <a:moveTo>
                  <a:pt x="0" y="82"/>
                </a:moveTo>
                <a:cubicBezTo>
                  <a:pt x="16" y="82"/>
                  <a:pt x="16" y="82"/>
                  <a:pt x="16" y="82"/>
                </a:cubicBezTo>
                <a:moveTo>
                  <a:pt x="122" y="11"/>
                </a:moveTo>
                <a:cubicBezTo>
                  <a:pt x="114" y="25"/>
                  <a:pt x="114" y="25"/>
                  <a:pt x="114" y="25"/>
                </a:cubicBezTo>
                <a:moveTo>
                  <a:pt x="151" y="41"/>
                </a:moveTo>
                <a:cubicBezTo>
                  <a:pt x="138" y="49"/>
                  <a:pt x="138" y="49"/>
                  <a:pt x="138" y="49"/>
                </a:cubicBezTo>
                <a:moveTo>
                  <a:pt x="146" y="82"/>
                </a:moveTo>
                <a:cubicBezTo>
                  <a:pt x="162" y="82"/>
                  <a:pt x="162" y="82"/>
                  <a:pt x="162" y="82"/>
                </a:cubicBezTo>
                <a:moveTo>
                  <a:pt x="99" y="148"/>
                </a:moveTo>
                <a:cubicBezTo>
                  <a:pt x="99" y="148"/>
                  <a:pt x="59" y="159"/>
                  <a:pt x="59" y="159"/>
                </a:cubicBezTo>
                <a:cubicBezTo>
                  <a:pt x="57" y="160"/>
                  <a:pt x="55" y="163"/>
                  <a:pt x="55" y="166"/>
                </a:cubicBezTo>
                <a:cubicBezTo>
                  <a:pt x="55" y="169"/>
                  <a:pt x="58" y="172"/>
                  <a:pt x="61" y="172"/>
                </a:cubicBezTo>
                <a:cubicBezTo>
                  <a:pt x="62" y="172"/>
                  <a:pt x="64" y="172"/>
                  <a:pt x="64" y="172"/>
                </a:cubicBezTo>
                <a:cubicBezTo>
                  <a:pt x="99" y="162"/>
                  <a:pt x="99" y="162"/>
                  <a:pt x="99" y="162"/>
                </a:cubicBezTo>
                <a:cubicBezTo>
                  <a:pt x="99" y="162"/>
                  <a:pt x="99" y="162"/>
                  <a:pt x="99" y="162"/>
                </a:cubicBezTo>
                <a:cubicBezTo>
                  <a:pt x="100" y="162"/>
                  <a:pt x="100" y="162"/>
                  <a:pt x="101" y="162"/>
                </a:cubicBezTo>
                <a:cubicBezTo>
                  <a:pt x="104" y="162"/>
                  <a:pt x="107" y="165"/>
                  <a:pt x="107" y="168"/>
                </a:cubicBezTo>
                <a:cubicBezTo>
                  <a:pt x="107" y="171"/>
                  <a:pt x="106" y="174"/>
                  <a:pt x="103" y="175"/>
                </a:cubicBezTo>
                <a:cubicBezTo>
                  <a:pt x="69" y="184"/>
                  <a:pt x="69" y="184"/>
                  <a:pt x="69" y="184"/>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4" name="Freeform 44">
            <a:extLst>
              <a:ext uri="{FF2B5EF4-FFF2-40B4-BE49-F238E27FC236}">
                <a16:creationId xmlns:a16="http://schemas.microsoft.com/office/drawing/2014/main" id="{3667A6A6-A01E-4F80-A93D-EC9CB06D9C7C}"/>
              </a:ext>
            </a:extLst>
          </p:cNvPr>
          <p:cNvSpPr>
            <a:spLocks noEditPoints="1"/>
          </p:cNvSpPr>
          <p:nvPr/>
        </p:nvSpPr>
        <p:spPr bwMode="auto">
          <a:xfrm>
            <a:off x="8705864" y="3073616"/>
            <a:ext cx="627478" cy="647839"/>
          </a:xfrm>
          <a:custGeom>
            <a:avLst/>
            <a:gdLst>
              <a:gd name="T0" fmla="*/ 63 w 169"/>
              <a:gd name="T1" fmla="*/ 18 h 175"/>
              <a:gd name="T2" fmla="*/ 148 w 169"/>
              <a:gd name="T3" fmla="*/ 70 h 175"/>
              <a:gd name="T4" fmla="*/ 169 w 169"/>
              <a:gd name="T5" fmla="*/ 112 h 175"/>
              <a:gd name="T6" fmla="*/ 152 w 169"/>
              <a:gd name="T7" fmla="*/ 112 h 175"/>
              <a:gd name="T8" fmla="*/ 152 w 169"/>
              <a:gd name="T9" fmla="*/ 141 h 175"/>
              <a:gd name="T10" fmla="*/ 143 w 169"/>
              <a:gd name="T11" fmla="*/ 150 h 175"/>
              <a:gd name="T12" fmla="*/ 123 w 169"/>
              <a:gd name="T13" fmla="*/ 150 h 175"/>
              <a:gd name="T14" fmla="*/ 123 w 169"/>
              <a:gd name="T15" fmla="*/ 175 h 175"/>
              <a:gd name="T16" fmla="*/ 46 w 169"/>
              <a:gd name="T17" fmla="*/ 175 h 175"/>
              <a:gd name="T18" fmla="*/ 46 w 169"/>
              <a:gd name="T19" fmla="*/ 149 h 175"/>
              <a:gd name="T20" fmla="*/ 37 w 169"/>
              <a:gd name="T21" fmla="*/ 132 h 175"/>
              <a:gd name="T22" fmla="*/ 95 w 169"/>
              <a:gd name="T23" fmla="*/ 79 h 175"/>
              <a:gd name="T24" fmla="*/ 95 w 169"/>
              <a:gd name="T25" fmla="*/ 67 h 175"/>
              <a:gd name="T26" fmla="*/ 81 w 169"/>
              <a:gd name="T27" fmla="*/ 62 h 175"/>
              <a:gd name="T28" fmla="*/ 79 w 169"/>
              <a:gd name="T29" fmla="*/ 57 h 175"/>
              <a:gd name="T30" fmla="*/ 85 w 169"/>
              <a:gd name="T31" fmla="*/ 44 h 175"/>
              <a:gd name="T32" fmla="*/ 77 w 169"/>
              <a:gd name="T33" fmla="*/ 35 h 175"/>
              <a:gd name="T34" fmla="*/ 63 w 169"/>
              <a:gd name="T35" fmla="*/ 41 h 175"/>
              <a:gd name="T36" fmla="*/ 59 w 169"/>
              <a:gd name="T37" fmla="*/ 39 h 175"/>
              <a:gd name="T38" fmla="*/ 53 w 169"/>
              <a:gd name="T39" fmla="*/ 26 h 175"/>
              <a:gd name="T40" fmla="*/ 42 w 169"/>
              <a:gd name="T41" fmla="*/ 26 h 175"/>
              <a:gd name="T42" fmla="*/ 36 w 169"/>
              <a:gd name="T43" fmla="*/ 39 h 175"/>
              <a:gd name="T44" fmla="*/ 32 w 169"/>
              <a:gd name="T45" fmla="*/ 41 h 175"/>
              <a:gd name="T46" fmla="*/ 18 w 169"/>
              <a:gd name="T47" fmla="*/ 35 h 175"/>
              <a:gd name="T48" fmla="*/ 10 w 169"/>
              <a:gd name="T49" fmla="*/ 44 h 175"/>
              <a:gd name="T50" fmla="*/ 16 w 169"/>
              <a:gd name="T51" fmla="*/ 57 h 175"/>
              <a:gd name="T52" fmla="*/ 14 w 169"/>
              <a:gd name="T53" fmla="*/ 62 h 175"/>
              <a:gd name="T54" fmla="*/ 0 w 169"/>
              <a:gd name="T55" fmla="*/ 67 h 175"/>
              <a:gd name="T56" fmla="*/ 0 w 169"/>
              <a:gd name="T57" fmla="*/ 79 h 175"/>
              <a:gd name="T58" fmla="*/ 14 w 169"/>
              <a:gd name="T59" fmla="*/ 84 h 175"/>
              <a:gd name="T60" fmla="*/ 16 w 169"/>
              <a:gd name="T61" fmla="*/ 89 h 175"/>
              <a:gd name="T62" fmla="*/ 10 w 169"/>
              <a:gd name="T63" fmla="*/ 102 h 175"/>
              <a:gd name="T64" fmla="*/ 18 w 169"/>
              <a:gd name="T65" fmla="*/ 111 h 175"/>
              <a:gd name="T66" fmla="*/ 32 w 169"/>
              <a:gd name="T67" fmla="*/ 105 h 175"/>
              <a:gd name="T68" fmla="*/ 36 w 169"/>
              <a:gd name="T69" fmla="*/ 107 h 175"/>
              <a:gd name="T70" fmla="*/ 42 w 169"/>
              <a:gd name="T71" fmla="*/ 120 h 175"/>
              <a:gd name="T72" fmla="*/ 53 w 169"/>
              <a:gd name="T73" fmla="*/ 120 h 175"/>
              <a:gd name="T74" fmla="*/ 59 w 169"/>
              <a:gd name="T75" fmla="*/ 107 h 175"/>
              <a:gd name="T76" fmla="*/ 63 w 169"/>
              <a:gd name="T77" fmla="*/ 105 h 175"/>
              <a:gd name="T78" fmla="*/ 77 w 169"/>
              <a:gd name="T79" fmla="*/ 111 h 175"/>
              <a:gd name="T80" fmla="*/ 85 w 169"/>
              <a:gd name="T81" fmla="*/ 102 h 175"/>
              <a:gd name="T82" fmla="*/ 79 w 169"/>
              <a:gd name="T83" fmla="*/ 89 h 175"/>
              <a:gd name="T84" fmla="*/ 81 w 169"/>
              <a:gd name="T85" fmla="*/ 84 h 175"/>
              <a:gd name="T86" fmla="*/ 95 w 169"/>
              <a:gd name="T87" fmla="*/ 79 h 175"/>
              <a:gd name="T88" fmla="*/ 48 w 169"/>
              <a:gd name="T89" fmla="*/ 53 h 175"/>
              <a:gd name="T90" fmla="*/ 28 w 169"/>
              <a:gd name="T91" fmla="*/ 73 h 175"/>
              <a:gd name="T92" fmla="*/ 48 w 169"/>
              <a:gd name="T93" fmla="*/ 93 h 175"/>
              <a:gd name="T94" fmla="*/ 67 w 169"/>
              <a:gd name="T95" fmla="*/ 73 h 175"/>
              <a:gd name="T96" fmla="*/ 48 w 169"/>
              <a:gd name="T97" fmla="*/ 53 h 175"/>
              <a:gd name="T98" fmla="*/ 123 w 169"/>
              <a:gd name="T99" fmla="*/ 150 h 175"/>
              <a:gd name="T100" fmla="*/ 112 w 169"/>
              <a:gd name="T101" fmla="*/ 15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75">
                <a:moveTo>
                  <a:pt x="63" y="18"/>
                </a:moveTo>
                <a:cubicBezTo>
                  <a:pt x="157" y="0"/>
                  <a:pt x="148" y="70"/>
                  <a:pt x="148" y="70"/>
                </a:cubicBezTo>
                <a:cubicBezTo>
                  <a:pt x="169" y="112"/>
                  <a:pt x="169" y="112"/>
                  <a:pt x="169" y="112"/>
                </a:cubicBezTo>
                <a:cubicBezTo>
                  <a:pt x="152" y="112"/>
                  <a:pt x="152" y="112"/>
                  <a:pt x="152" y="112"/>
                </a:cubicBezTo>
                <a:cubicBezTo>
                  <a:pt x="152" y="141"/>
                  <a:pt x="152" y="141"/>
                  <a:pt x="152" y="141"/>
                </a:cubicBezTo>
                <a:cubicBezTo>
                  <a:pt x="152" y="146"/>
                  <a:pt x="148" y="150"/>
                  <a:pt x="143" y="150"/>
                </a:cubicBezTo>
                <a:cubicBezTo>
                  <a:pt x="123" y="150"/>
                  <a:pt x="123" y="150"/>
                  <a:pt x="123" y="150"/>
                </a:cubicBezTo>
                <a:cubicBezTo>
                  <a:pt x="123" y="175"/>
                  <a:pt x="123" y="175"/>
                  <a:pt x="123" y="175"/>
                </a:cubicBezTo>
                <a:moveTo>
                  <a:pt x="46" y="175"/>
                </a:moveTo>
                <a:cubicBezTo>
                  <a:pt x="46" y="149"/>
                  <a:pt x="46" y="149"/>
                  <a:pt x="46" y="149"/>
                </a:cubicBezTo>
                <a:cubicBezTo>
                  <a:pt x="37" y="132"/>
                  <a:pt x="37" y="132"/>
                  <a:pt x="37" y="132"/>
                </a:cubicBezTo>
                <a:moveTo>
                  <a:pt x="95" y="79"/>
                </a:moveTo>
                <a:cubicBezTo>
                  <a:pt x="95" y="67"/>
                  <a:pt x="95" y="67"/>
                  <a:pt x="95" y="67"/>
                </a:cubicBezTo>
                <a:cubicBezTo>
                  <a:pt x="81" y="62"/>
                  <a:pt x="81" y="62"/>
                  <a:pt x="81" y="62"/>
                </a:cubicBezTo>
                <a:cubicBezTo>
                  <a:pt x="81" y="60"/>
                  <a:pt x="80" y="59"/>
                  <a:pt x="79" y="57"/>
                </a:cubicBezTo>
                <a:cubicBezTo>
                  <a:pt x="85" y="44"/>
                  <a:pt x="85" y="44"/>
                  <a:pt x="85" y="44"/>
                </a:cubicBezTo>
                <a:cubicBezTo>
                  <a:pt x="77" y="35"/>
                  <a:pt x="77" y="35"/>
                  <a:pt x="77" y="35"/>
                </a:cubicBezTo>
                <a:cubicBezTo>
                  <a:pt x="63" y="41"/>
                  <a:pt x="63" y="41"/>
                  <a:pt x="63" y="41"/>
                </a:cubicBezTo>
                <a:cubicBezTo>
                  <a:pt x="62" y="40"/>
                  <a:pt x="60" y="40"/>
                  <a:pt x="59" y="39"/>
                </a:cubicBezTo>
                <a:cubicBezTo>
                  <a:pt x="53" y="26"/>
                  <a:pt x="53" y="26"/>
                  <a:pt x="53" y="26"/>
                </a:cubicBezTo>
                <a:cubicBezTo>
                  <a:pt x="42" y="26"/>
                  <a:pt x="42" y="26"/>
                  <a:pt x="42" y="26"/>
                </a:cubicBezTo>
                <a:cubicBezTo>
                  <a:pt x="36" y="39"/>
                  <a:pt x="36" y="39"/>
                  <a:pt x="36" y="39"/>
                </a:cubicBezTo>
                <a:cubicBezTo>
                  <a:pt x="35" y="40"/>
                  <a:pt x="33" y="40"/>
                  <a:pt x="32" y="41"/>
                </a:cubicBezTo>
                <a:cubicBezTo>
                  <a:pt x="18" y="35"/>
                  <a:pt x="18" y="35"/>
                  <a:pt x="18" y="35"/>
                </a:cubicBezTo>
                <a:cubicBezTo>
                  <a:pt x="10" y="44"/>
                  <a:pt x="10" y="44"/>
                  <a:pt x="10" y="44"/>
                </a:cubicBezTo>
                <a:cubicBezTo>
                  <a:pt x="16" y="57"/>
                  <a:pt x="16" y="57"/>
                  <a:pt x="16" y="57"/>
                </a:cubicBezTo>
                <a:cubicBezTo>
                  <a:pt x="15" y="59"/>
                  <a:pt x="14" y="60"/>
                  <a:pt x="14" y="62"/>
                </a:cubicBezTo>
                <a:cubicBezTo>
                  <a:pt x="0" y="67"/>
                  <a:pt x="0" y="67"/>
                  <a:pt x="0" y="67"/>
                </a:cubicBezTo>
                <a:cubicBezTo>
                  <a:pt x="0" y="79"/>
                  <a:pt x="0" y="79"/>
                  <a:pt x="0" y="79"/>
                </a:cubicBezTo>
                <a:cubicBezTo>
                  <a:pt x="14" y="84"/>
                  <a:pt x="14" y="84"/>
                  <a:pt x="14" y="84"/>
                </a:cubicBezTo>
                <a:cubicBezTo>
                  <a:pt x="14" y="86"/>
                  <a:pt x="15" y="87"/>
                  <a:pt x="16" y="89"/>
                </a:cubicBezTo>
                <a:cubicBezTo>
                  <a:pt x="10" y="102"/>
                  <a:pt x="10" y="102"/>
                  <a:pt x="10" y="102"/>
                </a:cubicBezTo>
                <a:cubicBezTo>
                  <a:pt x="18" y="111"/>
                  <a:pt x="18" y="111"/>
                  <a:pt x="18" y="111"/>
                </a:cubicBezTo>
                <a:cubicBezTo>
                  <a:pt x="32" y="105"/>
                  <a:pt x="32" y="105"/>
                  <a:pt x="32" y="105"/>
                </a:cubicBezTo>
                <a:cubicBezTo>
                  <a:pt x="33" y="106"/>
                  <a:pt x="35" y="106"/>
                  <a:pt x="36" y="107"/>
                </a:cubicBezTo>
                <a:cubicBezTo>
                  <a:pt x="42" y="120"/>
                  <a:pt x="42" y="120"/>
                  <a:pt x="42" y="120"/>
                </a:cubicBezTo>
                <a:cubicBezTo>
                  <a:pt x="53" y="120"/>
                  <a:pt x="53" y="120"/>
                  <a:pt x="53" y="120"/>
                </a:cubicBezTo>
                <a:cubicBezTo>
                  <a:pt x="59" y="107"/>
                  <a:pt x="59" y="107"/>
                  <a:pt x="59" y="107"/>
                </a:cubicBezTo>
                <a:cubicBezTo>
                  <a:pt x="60" y="106"/>
                  <a:pt x="62" y="106"/>
                  <a:pt x="63" y="105"/>
                </a:cubicBezTo>
                <a:cubicBezTo>
                  <a:pt x="77" y="111"/>
                  <a:pt x="77" y="111"/>
                  <a:pt x="77" y="111"/>
                </a:cubicBezTo>
                <a:cubicBezTo>
                  <a:pt x="85" y="102"/>
                  <a:pt x="85" y="102"/>
                  <a:pt x="85" y="102"/>
                </a:cubicBezTo>
                <a:cubicBezTo>
                  <a:pt x="79" y="89"/>
                  <a:pt x="79" y="89"/>
                  <a:pt x="79" y="89"/>
                </a:cubicBezTo>
                <a:cubicBezTo>
                  <a:pt x="80" y="87"/>
                  <a:pt x="81" y="86"/>
                  <a:pt x="81" y="84"/>
                </a:cubicBezTo>
                <a:lnTo>
                  <a:pt x="95" y="79"/>
                </a:lnTo>
                <a:close/>
                <a:moveTo>
                  <a:pt x="48" y="53"/>
                </a:moveTo>
                <a:cubicBezTo>
                  <a:pt x="37" y="53"/>
                  <a:pt x="28" y="62"/>
                  <a:pt x="28" y="73"/>
                </a:cubicBezTo>
                <a:cubicBezTo>
                  <a:pt x="28" y="84"/>
                  <a:pt x="37" y="93"/>
                  <a:pt x="48" y="93"/>
                </a:cubicBezTo>
                <a:cubicBezTo>
                  <a:pt x="59" y="93"/>
                  <a:pt x="67" y="84"/>
                  <a:pt x="67" y="73"/>
                </a:cubicBezTo>
                <a:cubicBezTo>
                  <a:pt x="67" y="62"/>
                  <a:pt x="59" y="53"/>
                  <a:pt x="48" y="53"/>
                </a:cubicBezTo>
                <a:close/>
                <a:moveTo>
                  <a:pt x="123" y="150"/>
                </a:moveTo>
                <a:cubicBezTo>
                  <a:pt x="112" y="150"/>
                  <a:pt x="112" y="150"/>
                  <a:pt x="112" y="150"/>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5" name="Freeform 45">
            <a:extLst>
              <a:ext uri="{FF2B5EF4-FFF2-40B4-BE49-F238E27FC236}">
                <a16:creationId xmlns:a16="http://schemas.microsoft.com/office/drawing/2014/main" id="{D723239B-6902-4309-A6FF-ED336834573B}"/>
              </a:ext>
            </a:extLst>
          </p:cNvPr>
          <p:cNvSpPr>
            <a:spLocks noEditPoints="1"/>
          </p:cNvSpPr>
          <p:nvPr/>
        </p:nvSpPr>
        <p:spPr bwMode="auto">
          <a:xfrm>
            <a:off x="4502318" y="4920882"/>
            <a:ext cx="758896" cy="425723"/>
          </a:xfrm>
          <a:custGeom>
            <a:avLst/>
            <a:gdLst>
              <a:gd name="T0" fmla="*/ 48 w 205"/>
              <a:gd name="T1" fmla="*/ 94 h 115"/>
              <a:gd name="T2" fmla="*/ 48 w 205"/>
              <a:gd name="T3" fmla="*/ 85 h 115"/>
              <a:gd name="T4" fmla="*/ 59 w 205"/>
              <a:gd name="T5" fmla="*/ 74 h 115"/>
              <a:gd name="T6" fmla="*/ 66 w 205"/>
              <a:gd name="T7" fmla="*/ 80 h 115"/>
              <a:gd name="T8" fmla="*/ 57 w 205"/>
              <a:gd name="T9" fmla="*/ 93 h 115"/>
              <a:gd name="T10" fmla="*/ 124 w 205"/>
              <a:gd name="T11" fmla="*/ 83 h 115"/>
              <a:gd name="T12" fmla="*/ 149 w 205"/>
              <a:gd name="T13" fmla="*/ 94 h 115"/>
              <a:gd name="T14" fmla="*/ 151 w 205"/>
              <a:gd name="T15" fmla="*/ 83 h 115"/>
              <a:gd name="T16" fmla="*/ 125 w 205"/>
              <a:gd name="T17" fmla="*/ 102 h 115"/>
              <a:gd name="T18" fmla="*/ 137 w 205"/>
              <a:gd name="T19" fmla="*/ 103 h 115"/>
              <a:gd name="T20" fmla="*/ 139 w 205"/>
              <a:gd name="T21" fmla="*/ 94 h 115"/>
              <a:gd name="T22" fmla="*/ 112 w 205"/>
              <a:gd name="T23" fmla="*/ 110 h 115"/>
              <a:gd name="T24" fmla="*/ 123 w 205"/>
              <a:gd name="T25" fmla="*/ 111 h 115"/>
              <a:gd name="T26" fmla="*/ 125 w 205"/>
              <a:gd name="T27" fmla="*/ 102 h 115"/>
              <a:gd name="T28" fmla="*/ 96 w 205"/>
              <a:gd name="T29" fmla="*/ 113 h 115"/>
              <a:gd name="T30" fmla="*/ 109 w 205"/>
              <a:gd name="T31" fmla="*/ 112 h 115"/>
              <a:gd name="T32" fmla="*/ 65 w 205"/>
              <a:gd name="T33" fmla="*/ 103 h 115"/>
              <a:gd name="T34" fmla="*/ 79 w 205"/>
              <a:gd name="T35" fmla="*/ 78 h 115"/>
              <a:gd name="T36" fmla="*/ 70 w 205"/>
              <a:gd name="T37" fmla="*/ 79 h 115"/>
              <a:gd name="T38" fmla="*/ 56 w 205"/>
              <a:gd name="T39" fmla="*/ 103 h 115"/>
              <a:gd name="T40" fmla="*/ 65 w 205"/>
              <a:gd name="T41" fmla="*/ 103 h 115"/>
              <a:gd name="T42" fmla="*/ 90 w 205"/>
              <a:gd name="T43" fmla="*/ 94 h 115"/>
              <a:gd name="T44" fmla="*/ 84 w 205"/>
              <a:gd name="T45" fmla="*/ 83 h 115"/>
              <a:gd name="T46" fmla="*/ 68 w 205"/>
              <a:gd name="T47" fmla="*/ 100 h 115"/>
              <a:gd name="T48" fmla="*/ 73 w 205"/>
              <a:gd name="T49" fmla="*/ 110 h 115"/>
              <a:gd name="T50" fmla="*/ 94 w 205"/>
              <a:gd name="T51" fmla="*/ 107 h 115"/>
              <a:gd name="T52" fmla="*/ 96 w 205"/>
              <a:gd name="T53" fmla="*/ 96 h 115"/>
              <a:gd name="T54" fmla="*/ 87 w 205"/>
              <a:gd name="T55" fmla="*/ 96 h 115"/>
              <a:gd name="T56" fmla="*/ 80 w 205"/>
              <a:gd name="T57" fmla="*/ 113 h 115"/>
              <a:gd name="T58" fmla="*/ 89 w 205"/>
              <a:gd name="T59" fmla="*/ 113 h 115"/>
              <a:gd name="T60" fmla="*/ 176 w 205"/>
              <a:gd name="T61" fmla="*/ 0 h 115"/>
              <a:gd name="T62" fmla="*/ 170 w 205"/>
              <a:gd name="T63" fmla="*/ 69 h 115"/>
              <a:gd name="T64" fmla="*/ 205 w 205"/>
              <a:gd name="T65" fmla="*/ 54 h 115"/>
              <a:gd name="T66" fmla="*/ 111 w 205"/>
              <a:gd name="T67" fmla="*/ 29 h 115"/>
              <a:gd name="T68" fmla="*/ 101 w 205"/>
              <a:gd name="T69" fmla="*/ 30 h 115"/>
              <a:gd name="T70" fmla="*/ 70 w 205"/>
              <a:gd name="T71" fmla="*/ 44 h 115"/>
              <a:gd name="T72" fmla="*/ 97 w 205"/>
              <a:gd name="T73" fmla="*/ 51 h 115"/>
              <a:gd name="T74" fmla="*/ 151 w 205"/>
              <a:gd name="T75" fmla="*/ 83 h 115"/>
              <a:gd name="T76" fmla="*/ 159 w 205"/>
              <a:gd name="T77" fmla="*/ 72 h 115"/>
              <a:gd name="T78" fmla="*/ 151 w 205"/>
              <a:gd name="T79" fmla="*/ 83 h 115"/>
              <a:gd name="T80" fmla="*/ 52 w 205"/>
              <a:gd name="T81" fmla="*/ 82 h 115"/>
              <a:gd name="T82" fmla="*/ 29 w 205"/>
              <a:gd name="T83" fmla="*/ 76 h 115"/>
              <a:gd name="T84" fmla="*/ 42 w 205"/>
              <a:gd name="T85" fmla="*/ 0 h 115"/>
              <a:gd name="T86" fmla="*/ 49 w 205"/>
              <a:gd name="T87" fmla="*/ 83 h 115"/>
              <a:gd name="T88" fmla="*/ 68 w 205"/>
              <a:gd name="T89" fmla="*/ 2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5" h="115">
                <a:moveTo>
                  <a:pt x="53" y="95"/>
                </a:moveTo>
                <a:cubicBezTo>
                  <a:pt x="51" y="96"/>
                  <a:pt x="49" y="95"/>
                  <a:pt x="48" y="94"/>
                </a:cubicBezTo>
                <a:cubicBezTo>
                  <a:pt x="47" y="93"/>
                  <a:pt x="46" y="91"/>
                  <a:pt x="46" y="90"/>
                </a:cubicBezTo>
                <a:cubicBezTo>
                  <a:pt x="46" y="88"/>
                  <a:pt x="47" y="86"/>
                  <a:pt x="48" y="85"/>
                </a:cubicBezTo>
                <a:cubicBezTo>
                  <a:pt x="56" y="76"/>
                  <a:pt x="56" y="76"/>
                  <a:pt x="56" y="76"/>
                </a:cubicBezTo>
                <a:cubicBezTo>
                  <a:pt x="57" y="75"/>
                  <a:pt x="58" y="74"/>
                  <a:pt x="59" y="74"/>
                </a:cubicBezTo>
                <a:cubicBezTo>
                  <a:pt x="61" y="74"/>
                  <a:pt x="63" y="75"/>
                  <a:pt x="64" y="76"/>
                </a:cubicBezTo>
                <a:cubicBezTo>
                  <a:pt x="66" y="77"/>
                  <a:pt x="66" y="78"/>
                  <a:pt x="66" y="80"/>
                </a:cubicBezTo>
                <a:cubicBezTo>
                  <a:pt x="66" y="82"/>
                  <a:pt x="66" y="83"/>
                  <a:pt x="65" y="84"/>
                </a:cubicBezTo>
                <a:cubicBezTo>
                  <a:pt x="57" y="93"/>
                  <a:pt x="57" y="93"/>
                  <a:pt x="57" y="93"/>
                </a:cubicBezTo>
                <a:cubicBezTo>
                  <a:pt x="56" y="94"/>
                  <a:pt x="55" y="95"/>
                  <a:pt x="53" y="95"/>
                </a:cubicBezTo>
                <a:close/>
                <a:moveTo>
                  <a:pt x="124" y="83"/>
                </a:moveTo>
                <a:cubicBezTo>
                  <a:pt x="124" y="83"/>
                  <a:pt x="139" y="96"/>
                  <a:pt x="143" y="96"/>
                </a:cubicBezTo>
                <a:cubicBezTo>
                  <a:pt x="147" y="97"/>
                  <a:pt x="148" y="96"/>
                  <a:pt x="149" y="94"/>
                </a:cubicBezTo>
                <a:cubicBezTo>
                  <a:pt x="151" y="93"/>
                  <a:pt x="152" y="90"/>
                  <a:pt x="152" y="88"/>
                </a:cubicBezTo>
                <a:cubicBezTo>
                  <a:pt x="152" y="86"/>
                  <a:pt x="151" y="85"/>
                  <a:pt x="151" y="83"/>
                </a:cubicBezTo>
                <a:moveTo>
                  <a:pt x="112" y="91"/>
                </a:moveTo>
                <a:cubicBezTo>
                  <a:pt x="125" y="102"/>
                  <a:pt x="125" y="102"/>
                  <a:pt x="125" y="102"/>
                </a:cubicBezTo>
                <a:cubicBezTo>
                  <a:pt x="127" y="104"/>
                  <a:pt x="129" y="105"/>
                  <a:pt x="131" y="105"/>
                </a:cubicBezTo>
                <a:cubicBezTo>
                  <a:pt x="133" y="105"/>
                  <a:pt x="135" y="104"/>
                  <a:pt x="137" y="103"/>
                </a:cubicBezTo>
                <a:cubicBezTo>
                  <a:pt x="139" y="101"/>
                  <a:pt x="140" y="99"/>
                  <a:pt x="139" y="97"/>
                </a:cubicBezTo>
                <a:cubicBezTo>
                  <a:pt x="139" y="96"/>
                  <a:pt x="139" y="95"/>
                  <a:pt x="139" y="94"/>
                </a:cubicBezTo>
                <a:moveTo>
                  <a:pt x="105" y="105"/>
                </a:moveTo>
                <a:cubicBezTo>
                  <a:pt x="112" y="110"/>
                  <a:pt x="112" y="110"/>
                  <a:pt x="112" y="110"/>
                </a:cubicBezTo>
                <a:cubicBezTo>
                  <a:pt x="113" y="112"/>
                  <a:pt x="115" y="113"/>
                  <a:pt x="117" y="113"/>
                </a:cubicBezTo>
                <a:cubicBezTo>
                  <a:pt x="119" y="113"/>
                  <a:pt x="121" y="112"/>
                  <a:pt x="123" y="111"/>
                </a:cubicBezTo>
                <a:cubicBezTo>
                  <a:pt x="125" y="109"/>
                  <a:pt x="126" y="107"/>
                  <a:pt x="126" y="105"/>
                </a:cubicBezTo>
                <a:cubicBezTo>
                  <a:pt x="126" y="104"/>
                  <a:pt x="126" y="103"/>
                  <a:pt x="125" y="102"/>
                </a:cubicBezTo>
                <a:moveTo>
                  <a:pt x="91" y="110"/>
                </a:moveTo>
                <a:cubicBezTo>
                  <a:pt x="96" y="113"/>
                  <a:pt x="96" y="113"/>
                  <a:pt x="96" y="113"/>
                </a:cubicBezTo>
                <a:cubicBezTo>
                  <a:pt x="97" y="113"/>
                  <a:pt x="100" y="114"/>
                  <a:pt x="103" y="114"/>
                </a:cubicBezTo>
                <a:cubicBezTo>
                  <a:pt x="105" y="113"/>
                  <a:pt x="107" y="113"/>
                  <a:pt x="109" y="112"/>
                </a:cubicBezTo>
                <a:cubicBezTo>
                  <a:pt x="110" y="111"/>
                  <a:pt x="110" y="110"/>
                  <a:pt x="111" y="109"/>
                </a:cubicBezTo>
                <a:moveTo>
                  <a:pt x="65" y="103"/>
                </a:moveTo>
                <a:cubicBezTo>
                  <a:pt x="79" y="87"/>
                  <a:pt x="79" y="87"/>
                  <a:pt x="79" y="87"/>
                </a:cubicBezTo>
                <a:cubicBezTo>
                  <a:pt x="81" y="84"/>
                  <a:pt x="81" y="81"/>
                  <a:pt x="79" y="78"/>
                </a:cubicBezTo>
                <a:cubicBezTo>
                  <a:pt x="77" y="77"/>
                  <a:pt x="75" y="76"/>
                  <a:pt x="74" y="77"/>
                </a:cubicBezTo>
                <a:cubicBezTo>
                  <a:pt x="72" y="77"/>
                  <a:pt x="71" y="78"/>
                  <a:pt x="70" y="79"/>
                </a:cubicBezTo>
                <a:cubicBezTo>
                  <a:pt x="56" y="94"/>
                  <a:pt x="56" y="94"/>
                  <a:pt x="56" y="94"/>
                </a:cubicBezTo>
                <a:cubicBezTo>
                  <a:pt x="54" y="97"/>
                  <a:pt x="54" y="101"/>
                  <a:pt x="56" y="103"/>
                </a:cubicBezTo>
                <a:cubicBezTo>
                  <a:pt x="58" y="104"/>
                  <a:pt x="60" y="105"/>
                  <a:pt x="61" y="105"/>
                </a:cubicBezTo>
                <a:cubicBezTo>
                  <a:pt x="63" y="104"/>
                  <a:pt x="64" y="104"/>
                  <a:pt x="65" y="103"/>
                </a:cubicBezTo>
                <a:close/>
                <a:moveTo>
                  <a:pt x="77" y="108"/>
                </a:moveTo>
                <a:cubicBezTo>
                  <a:pt x="90" y="94"/>
                  <a:pt x="90" y="94"/>
                  <a:pt x="90" y="94"/>
                </a:cubicBezTo>
                <a:cubicBezTo>
                  <a:pt x="92" y="91"/>
                  <a:pt x="92" y="87"/>
                  <a:pt x="89" y="85"/>
                </a:cubicBezTo>
                <a:cubicBezTo>
                  <a:pt x="88" y="84"/>
                  <a:pt x="86" y="83"/>
                  <a:pt x="84" y="83"/>
                </a:cubicBezTo>
                <a:cubicBezTo>
                  <a:pt x="83" y="84"/>
                  <a:pt x="81" y="84"/>
                  <a:pt x="80" y="85"/>
                </a:cubicBezTo>
                <a:cubicBezTo>
                  <a:pt x="68" y="100"/>
                  <a:pt x="68" y="100"/>
                  <a:pt x="68" y="100"/>
                </a:cubicBezTo>
                <a:cubicBezTo>
                  <a:pt x="65" y="102"/>
                  <a:pt x="65" y="106"/>
                  <a:pt x="68" y="109"/>
                </a:cubicBezTo>
                <a:cubicBezTo>
                  <a:pt x="69" y="110"/>
                  <a:pt x="71" y="110"/>
                  <a:pt x="73" y="110"/>
                </a:cubicBezTo>
                <a:cubicBezTo>
                  <a:pt x="74" y="110"/>
                  <a:pt x="76" y="109"/>
                  <a:pt x="77" y="108"/>
                </a:cubicBezTo>
                <a:close/>
                <a:moveTo>
                  <a:pt x="94" y="107"/>
                </a:moveTo>
                <a:cubicBezTo>
                  <a:pt x="96" y="105"/>
                  <a:pt x="96" y="105"/>
                  <a:pt x="96" y="105"/>
                </a:cubicBezTo>
                <a:cubicBezTo>
                  <a:pt x="99" y="102"/>
                  <a:pt x="98" y="98"/>
                  <a:pt x="96" y="96"/>
                </a:cubicBezTo>
                <a:cubicBezTo>
                  <a:pt x="94" y="95"/>
                  <a:pt x="93" y="94"/>
                  <a:pt x="91" y="94"/>
                </a:cubicBezTo>
                <a:cubicBezTo>
                  <a:pt x="89" y="95"/>
                  <a:pt x="88" y="95"/>
                  <a:pt x="87" y="96"/>
                </a:cubicBezTo>
                <a:cubicBezTo>
                  <a:pt x="80" y="105"/>
                  <a:pt x="80" y="105"/>
                  <a:pt x="80" y="105"/>
                </a:cubicBezTo>
                <a:cubicBezTo>
                  <a:pt x="77" y="107"/>
                  <a:pt x="78" y="111"/>
                  <a:pt x="80" y="113"/>
                </a:cubicBezTo>
                <a:cubicBezTo>
                  <a:pt x="81" y="115"/>
                  <a:pt x="83" y="115"/>
                  <a:pt x="85" y="115"/>
                </a:cubicBezTo>
                <a:cubicBezTo>
                  <a:pt x="86" y="115"/>
                  <a:pt x="88" y="114"/>
                  <a:pt x="89" y="113"/>
                </a:cubicBezTo>
                <a:lnTo>
                  <a:pt x="94" y="107"/>
                </a:lnTo>
                <a:close/>
                <a:moveTo>
                  <a:pt x="176" y="0"/>
                </a:moveTo>
                <a:cubicBezTo>
                  <a:pt x="163" y="7"/>
                  <a:pt x="144" y="17"/>
                  <a:pt x="141" y="19"/>
                </a:cubicBezTo>
                <a:cubicBezTo>
                  <a:pt x="144" y="23"/>
                  <a:pt x="156" y="43"/>
                  <a:pt x="170" y="69"/>
                </a:cubicBezTo>
                <a:cubicBezTo>
                  <a:pt x="172" y="72"/>
                  <a:pt x="172" y="72"/>
                  <a:pt x="172" y="72"/>
                </a:cubicBezTo>
                <a:cubicBezTo>
                  <a:pt x="205" y="54"/>
                  <a:pt x="205" y="54"/>
                  <a:pt x="205" y="54"/>
                </a:cubicBezTo>
                <a:moveTo>
                  <a:pt x="145" y="26"/>
                </a:moveTo>
                <a:cubicBezTo>
                  <a:pt x="129" y="20"/>
                  <a:pt x="120" y="29"/>
                  <a:pt x="111" y="29"/>
                </a:cubicBezTo>
                <a:cubicBezTo>
                  <a:pt x="106" y="29"/>
                  <a:pt x="103" y="29"/>
                  <a:pt x="101" y="30"/>
                </a:cubicBezTo>
                <a:cubicBezTo>
                  <a:pt x="101" y="30"/>
                  <a:pt x="101" y="30"/>
                  <a:pt x="101" y="30"/>
                </a:cubicBezTo>
                <a:cubicBezTo>
                  <a:pt x="100" y="30"/>
                  <a:pt x="99" y="30"/>
                  <a:pt x="98" y="30"/>
                </a:cubicBezTo>
                <a:cubicBezTo>
                  <a:pt x="70" y="44"/>
                  <a:pt x="70" y="44"/>
                  <a:pt x="70" y="44"/>
                </a:cubicBezTo>
                <a:cubicBezTo>
                  <a:pt x="58" y="51"/>
                  <a:pt x="70" y="61"/>
                  <a:pt x="74" y="60"/>
                </a:cubicBezTo>
                <a:cubicBezTo>
                  <a:pt x="79" y="59"/>
                  <a:pt x="90" y="54"/>
                  <a:pt x="97" y="51"/>
                </a:cubicBezTo>
                <a:cubicBezTo>
                  <a:pt x="102" y="50"/>
                  <a:pt x="107" y="50"/>
                  <a:pt x="111" y="53"/>
                </a:cubicBezTo>
                <a:cubicBezTo>
                  <a:pt x="123" y="62"/>
                  <a:pt x="149" y="81"/>
                  <a:pt x="151" y="83"/>
                </a:cubicBezTo>
                <a:moveTo>
                  <a:pt x="169" y="66"/>
                </a:moveTo>
                <a:cubicBezTo>
                  <a:pt x="167" y="67"/>
                  <a:pt x="161" y="70"/>
                  <a:pt x="159" y="72"/>
                </a:cubicBezTo>
                <a:cubicBezTo>
                  <a:pt x="159" y="73"/>
                  <a:pt x="158" y="74"/>
                  <a:pt x="157" y="76"/>
                </a:cubicBezTo>
                <a:cubicBezTo>
                  <a:pt x="155" y="78"/>
                  <a:pt x="153" y="82"/>
                  <a:pt x="151" y="83"/>
                </a:cubicBezTo>
                <a:moveTo>
                  <a:pt x="52" y="82"/>
                </a:moveTo>
                <a:cubicBezTo>
                  <a:pt x="52" y="82"/>
                  <a:pt x="52" y="82"/>
                  <a:pt x="52" y="82"/>
                </a:cubicBezTo>
                <a:moveTo>
                  <a:pt x="0" y="52"/>
                </a:moveTo>
                <a:cubicBezTo>
                  <a:pt x="29" y="76"/>
                  <a:pt x="29" y="76"/>
                  <a:pt x="29" y="76"/>
                </a:cubicBezTo>
                <a:cubicBezTo>
                  <a:pt x="71" y="23"/>
                  <a:pt x="71" y="23"/>
                  <a:pt x="71" y="23"/>
                </a:cubicBezTo>
                <a:cubicBezTo>
                  <a:pt x="42" y="0"/>
                  <a:pt x="42" y="0"/>
                  <a:pt x="42" y="0"/>
                </a:cubicBezTo>
                <a:moveTo>
                  <a:pt x="32" y="72"/>
                </a:moveTo>
                <a:cubicBezTo>
                  <a:pt x="41" y="79"/>
                  <a:pt x="49" y="83"/>
                  <a:pt x="49" y="83"/>
                </a:cubicBezTo>
                <a:moveTo>
                  <a:pt x="88" y="35"/>
                </a:moveTo>
                <a:cubicBezTo>
                  <a:pt x="84" y="33"/>
                  <a:pt x="75" y="30"/>
                  <a:pt x="68" y="28"/>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6" name="Freeform 46">
            <a:extLst>
              <a:ext uri="{FF2B5EF4-FFF2-40B4-BE49-F238E27FC236}">
                <a16:creationId xmlns:a16="http://schemas.microsoft.com/office/drawing/2014/main" id="{3A740BC5-5D1D-4DE3-806A-DCE1732472EE}"/>
              </a:ext>
            </a:extLst>
          </p:cNvPr>
          <p:cNvSpPr>
            <a:spLocks noEditPoints="1"/>
          </p:cNvSpPr>
          <p:nvPr/>
        </p:nvSpPr>
        <p:spPr bwMode="auto">
          <a:xfrm>
            <a:off x="2877169" y="3180972"/>
            <a:ext cx="586757" cy="466444"/>
          </a:xfrm>
          <a:custGeom>
            <a:avLst/>
            <a:gdLst>
              <a:gd name="T0" fmla="*/ 158 w 158"/>
              <a:gd name="T1" fmla="*/ 126 h 126"/>
              <a:gd name="T2" fmla="*/ 0 w 158"/>
              <a:gd name="T3" fmla="*/ 126 h 126"/>
              <a:gd name="T4" fmla="*/ 39 w 158"/>
              <a:gd name="T5" fmla="*/ 93 h 126"/>
              <a:gd name="T6" fmla="*/ 17 w 158"/>
              <a:gd name="T7" fmla="*/ 93 h 126"/>
              <a:gd name="T8" fmla="*/ 17 w 158"/>
              <a:gd name="T9" fmla="*/ 126 h 126"/>
              <a:gd name="T10" fmla="*/ 39 w 158"/>
              <a:gd name="T11" fmla="*/ 126 h 126"/>
              <a:gd name="T12" fmla="*/ 39 w 158"/>
              <a:gd name="T13" fmla="*/ 93 h 126"/>
              <a:gd name="T14" fmla="*/ 73 w 158"/>
              <a:gd name="T15" fmla="*/ 59 h 126"/>
              <a:gd name="T16" fmla="*/ 51 w 158"/>
              <a:gd name="T17" fmla="*/ 59 h 126"/>
              <a:gd name="T18" fmla="*/ 51 w 158"/>
              <a:gd name="T19" fmla="*/ 126 h 126"/>
              <a:gd name="T20" fmla="*/ 73 w 158"/>
              <a:gd name="T21" fmla="*/ 126 h 126"/>
              <a:gd name="T22" fmla="*/ 73 w 158"/>
              <a:gd name="T23" fmla="*/ 59 h 126"/>
              <a:gd name="T24" fmla="*/ 107 w 158"/>
              <a:gd name="T25" fmla="*/ 74 h 126"/>
              <a:gd name="T26" fmla="*/ 85 w 158"/>
              <a:gd name="T27" fmla="*/ 74 h 126"/>
              <a:gd name="T28" fmla="*/ 85 w 158"/>
              <a:gd name="T29" fmla="*/ 126 h 126"/>
              <a:gd name="T30" fmla="*/ 107 w 158"/>
              <a:gd name="T31" fmla="*/ 126 h 126"/>
              <a:gd name="T32" fmla="*/ 107 w 158"/>
              <a:gd name="T33" fmla="*/ 74 h 126"/>
              <a:gd name="T34" fmla="*/ 141 w 158"/>
              <a:gd name="T35" fmla="*/ 39 h 126"/>
              <a:gd name="T36" fmla="*/ 119 w 158"/>
              <a:gd name="T37" fmla="*/ 39 h 126"/>
              <a:gd name="T38" fmla="*/ 119 w 158"/>
              <a:gd name="T39" fmla="*/ 126 h 126"/>
              <a:gd name="T40" fmla="*/ 141 w 158"/>
              <a:gd name="T41" fmla="*/ 126 h 126"/>
              <a:gd name="T42" fmla="*/ 141 w 158"/>
              <a:gd name="T43" fmla="*/ 39 h 126"/>
              <a:gd name="T44" fmla="*/ 28 w 158"/>
              <a:gd name="T45" fmla="*/ 55 h 126"/>
              <a:gd name="T46" fmla="*/ 22 w 158"/>
              <a:gd name="T47" fmla="*/ 61 h 126"/>
              <a:gd name="T48" fmla="*/ 28 w 158"/>
              <a:gd name="T49" fmla="*/ 68 h 126"/>
              <a:gd name="T50" fmla="*/ 34 w 158"/>
              <a:gd name="T51" fmla="*/ 61 h 126"/>
              <a:gd name="T52" fmla="*/ 28 w 158"/>
              <a:gd name="T53" fmla="*/ 55 h 126"/>
              <a:gd name="T54" fmla="*/ 62 w 158"/>
              <a:gd name="T55" fmla="*/ 23 h 126"/>
              <a:gd name="T56" fmla="*/ 56 w 158"/>
              <a:gd name="T57" fmla="*/ 29 h 126"/>
              <a:gd name="T58" fmla="*/ 62 w 158"/>
              <a:gd name="T59" fmla="*/ 35 h 126"/>
              <a:gd name="T60" fmla="*/ 68 w 158"/>
              <a:gd name="T61" fmla="*/ 29 h 126"/>
              <a:gd name="T62" fmla="*/ 62 w 158"/>
              <a:gd name="T63" fmla="*/ 23 h 126"/>
              <a:gd name="T64" fmla="*/ 96 w 158"/>
              <a:gd name="T65" fmla="*/ 39 h 126"/>
              <a:gd name="T66" fmla="*/ 90 w 158"/>
              <a:gd name="T67" fmla="*/ 45 h 126"/>
              <a:gd name="T68" fmla="*/ 96 w 158"/>
              <a:gd name="T69" fmla="*/ 52 h 126"/>
              <a:gd name="T70" fmla="*/ 102 w 158"/>
              <a:gd name="T71" fmla="*/ 45 h 126"/>
              <a:gd name="T72" fmla="*/ 96 w 158"/>
              <a:gd name="T73" fmla="*/ 39 h 126"/>
              <a:gd name="T74" fmla="*/ 130 w 158"/>
              <a:gd name="T75" fmla="*/ 0 h 126"/>
              <a:gd name="T76" fmla="*/ 123 w 158"/>
              <a:gd name="T77" fmla="*/ 7 h 126"/>
              <a:gd name="T78" fmla="*/ 130 w 158"/>
              <a:gd name="T79" fmla="*/ 13 h 126"/>
              <a:gd name="T80" fmla="*/ 136 w 158"/>
              <a:gd name="T81" fmla="*/ 7 h 126"/>
              <a:gd name="T82" fmla="*/ 130 w 158"/>
              <a:gd name="T83" fmla="*/ 0 h 126"/>
              <a:gd name="T84" fmla="*/ 100 w 158"/>
              <a:gd name="T85" fmla="*/ 41 h 126"/>
              <a:gd name="T86" fmla="*/ 126 w 158"/>
              <a:gd name="T87" fmla="*/ 11 h 126"/>
              <a:gd name="T88" fmla="*/ 67 w 158"/>
              <a:gd name="T89" fmla="*/ 32 h 126"/>
              <a:gd name="T90" fmla="*/ 90 w 158"/>
              <a:gd name="T91" fmla="*/ 43 h 126"/>
              <a:gd name="T92" fmla="*/ 57 w 158"/>
              <a:gd name="T93" fmla="*/ 33 h 126"/>
              <a:gd name="T94" fmla="*/ 32 w 158"/>
              <a:gd name="T95" fmla="*/ 5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126">
                <a:moveTo>
                  <a:pt x="158" y="126"/>
                </a:moveTo>
                <a:cubicBezTo>
                  <a:pt x="0" y="126"/>
                  <a:pt x="0" y="126"/>
                  <a:pt x="0" y="126"/>
                </a:cubicBezTo>
                <a:moveTo>
                  <a:pt x="39" y="93"/>
                </a:moveTo>
                <a:cubicBezTo>
                  <a:pt x="17" y="93"/>
                  <a:pt x="17" y="93"/>
                  <a:pt x="17" y="93"/>
                </a:cubicBezTo>
                <a:cubicBezTo>
                  <a:pt x="17" y="126"/>
                  <a:pt x="17" y="126"/>
                  <a:pt x="17" y="126"/>
                </a:cubicBezTo>
                <a:cubicBezTo>
                  <a:pt x="39" y="126"/>
                  <a:pt x="39" y="126"/>
                  <a:pt x="39" y="126"/>
                </a:cubicBezTo>
                <a:lnTo>
                  <a:pt x="39" y="93"/>
                </a:lnTo>
                <a:close/>
                <a:moveTo>
                  <a:pt x="73" y="59"/>
                </a:moveTo>
                <a:cubicBezTo>
                  <a:pt x="51" y="59"/>
                  <a:pt x="51" y="59"/>
                  <a:pt x="51" y="59"/>
                </a:cubicBezTo>
                <a:cubicBezTo>
                  <a:pt x="51" y="126"/>
                  <a:pt x="51" y="126"/>
                  <a:pt x="51" y="126"/>
                </a:cubicBezTo>
                <a:cubicBezTo>
                  <a:pt x="73" y="126"/>
                  <a:pt x="73" y="126"/>
                  <a:pt x="73" y="126"/>
                </a:cubicBezTo>
                <a:lnTo>
                  <a:pt x="73" y="59"/>
                </a:lnTo>
                <a:close/>
                <a:moveTo>
                  <a:pt x="107" y="74"/>
                </a:moveTo>
                <a:cubicBezTo>
                  <a:pt x="85" y="74"/>
                  <a:pt x="85" y="74"/>
                  <a:pt x="85" y="74"/>
                </a:cubicBezTo>
                <a:cubicBezTo>
                  <a:pt x="85" y="126"/>
                  <a:pt x="85" y="126"/>
                  <a:pt x="85" y="126"/>
                </a:cubicBezTo>
                <a:cubicBezTo>
                  <a:pt x="107" y="126"/>
                  <a:pt x="107" y="126"/>
                  <a:pt x="107" y="126"/>
                </a:cubicBezTo>
                <a:lnTo>
                  <a:pt x="107" y="74"/>
                </a:lnTo>
                <a:close/>
                <a:moveTo>
                  <a:pt x="141" y="39"/>
                </a:moveTo>
                <a:cubicBezTo>
                  <a:pt x="119" y="39"/>
                  <a:pt x="119" y="39"/>
                  <a:pt x="119" y="39"/>
                </a:cubicBezTo>
                <a:cubicBezTo>
                  <a:pt x="119" y="126"/>
                  <a:pt x="119" y="126"/>
                  <a:pt x="119" y="126"/>
                </a:cubicBezTo>
                <a:cubicBezTo>
                  <a:pt x="141" y="126"/>
                  <a:pt x="141" y="126"/>
                  <a:pt x="141" y="126"/>
                </a:cubicBezTo>
                <a:lnTo>
                  <a:pt x="141" y="39"/>
                </a:lnTo>
                <a:close/>
                <a:moveTo>
                  <a:pt x="28" y="55"/>
                </a:moveTo>
                <a:cubicBezTo>
                  <a:pt x="24" y="55"/>
                  <a:pt x="22" y="58"/>
                  <a:pt x="22" y="61"/>
                </a:cubicBezTo>
                <a:cubicBezTo>
                  <a:pt x="22" y="65"/>
                  <a:pt x="24" y="68"/>
                  <a:pt x="28" y="68"/>
                </a:cubicBezTo>
                <a:cubicBezTo>
                  <a:pt x="31" y="68"/>
                  <a:pt x="34" y="65"/>
                  <a:pt x="34" y="61"/>
                </a:cubicBezTo>
                <a:cubicBezTo>
                  <a:pt x="34" y="58"/>
                  <a:pt x="31" y="55"/>
                  <a:pt x="28" y="55"/>
                </a:cubicBezTo>
                <a:close/>
                <a:moveTo>
                  <a:pt x="62" y="23"/>
                </a:moveTo>
                <a:cubicBezTo>
                  <a:pt x="58" y="23"/>
                  <a:pt x="56" y="26"/>
                  <a:pt x="56" y="29"/>
                </a:cubicBezTo>
                <a:cubicBezTo>
                  <a:pt x="56" y="33"/>
                  <a:pt x="58" y="35"/>
                  <a:pt x="62" y="35"/>
                </a:cubicBezTo>
                <a:cubicBezTo>
                  <a:pt x="65" y="35"/>
                  <a:pt x="68" y="33"/>
                  <a:pt x="68" y="29"/>
                </a:cubicBezTo>
                <a:cubicBezTo>
                  <a:pt x="68" y="26"/>
                  <a:pt x="65" y="23"/>
                  <a:pt x="62" y="23"/>
                </a:cubicBezTo>
                <a:close/>
                <a:moveTo>
                  <a:pt x="96" y="39"/>
                </a:moveTo>
                <a:cubicBezTo>
                  <a:pt x="92" y="39"/>
                  <a:pt x="90" y="42"/>
                  <a:pt x="90" y="45"/>
                </a:cubicBezTo>
                <a:cubicBezTo>
                  <a:pt x="90" y="49"/>
                  <a:pt x="92" y="52"/>
                  <a:pt x="96" y="52"/>
                </a:cubicBezTo>
                <a:cubicBezTo>
                  <a:pt x="99" y="52"/>
                  <a:pt x="102" y="49"/>
                  <a:pt x="102" y="45"/>
                </a:cubicBezTo>
                <a:cubicBezTo>
                  <a:pt x="102" y="42"/>
                  <a:pt x="99" y="39"/>
                  <a:pt x="96" y="39"/>
                </a:cubicBezTo>
                <a:close/>
                <a:moveTo>
                  <a:pt x="130" y="0"/>
                </a:moveTo>
                <a:cubicBezTo>
                  <a:pt x="126" y="0"/>
                  <a:pt x="123" y="3"/>
                  <a:pt x="123" y="7"/>
                </a:cubicBezTo>
                <a:cubicBezTo>
                  <a:pt x="123" y="10"/>
                  <a:pt x="126" y="13"/>
                  <a:pt x="130" y="13"/>
                </a:cubicBezTo>
                <a:cubicBezTo>
                  <a:pt x="133" y="13"/>
                  <a:pt x="136" y="10"/>
                  <a:pt x="136" y="7"/>
                </a:cubicBezTo>
                <a:cubicBezTo>
                  <a:pt x="136" y="3"/>
                  <a:pt x="133" y="0"/>
                  <a:pt x="130" y="0"/>
                </a:cubicBezTo>
                <a:close/>
                <a:moveTo>
                  <a:pt x="100" y="41"/>
                </a:moveTo>
                <a:cubicBezTo>
                  <a:pt x="126" y="11"/>
                  <a:pt x="126" y="11"/>
                  <a:pt x="126" y="11"/>
                </a:cubicBezTo>
                <a:moveTo>
                  <a:pt x="67" y="32"/>
                </a:moveTo>
                <a:cubicBezTo>
                  <a:pt x="90" y="43"/>
                  <a:pt x="90" y="43"/>
                  <a:pt x="90" y="43"/>
                </a:cubicBezTo>
                <a:moveTo>
                  <a:pt x="57" y="33"/>
                </a:moveTo>
                <a:cubicBezTo>
                  <a:pt x="32" y="57"/>
                  <a:pt x="32" y="57"/>
                  <a:pt x="32" y="57"/>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100516268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89"/>
                                            </p:tgtEl>
                                            <p:attrNameLst>
                                              <p:attrName>style.visibility</p:attrName>
                                            </p:attrNameLst>
                                          </p:cBhvr>
                                          <p:to>
                                            <p:strVal val="visible"/>
                                          </p:to>
                                        </p:set>
                                        <p:anim calcmode="lin" valueType="num">
                                          <p:cBhvr>
                                            <p:cTn id="7" dur="750" fill="hold"/>
                                            <p:tgtEl>
                                              <p:spTgt spid="89"/>
                                            </p:tgtEl>
                                            <p:attrNameLst>
                                              <p:attrName>ppt_w</p:attrName>
                                            </p:attrNameLst>
                                          </p:cBhvr>
                                          <p:tavLst>
                                            <p:tav tm="0">
                                              <p:val>
                                                <p:fltVal val="0"/>
                                              </p:val>
                                            </p:tav>
                                            <p:tav tm="100000">
                                              <p:val>
                                                <p:strVal val="#ppt_w"/>
                                              </p:val>
                                            </p:tav>
                                          </p:tavLst>
                                        </p:anim>
                                        <p:anim calcmode="lin" valueType="num">
                                          <p:cBhvr>
                                            <p:cTn id="8" dur="750" fill="hold"/>
                                            <p:tgtEl>
                                              <p:spTgt spid="89"/>
                                            </p:tgtEl>
                                            <p:attrNameLst>
                                              <p:attrName>ppt_h</p:attrName>
                                            </p:attrNameLst>
                                          </p:cBhvr>
                                          <p:tavLst>
                                            <p:tav tm="0">
                                              <p:val>
                                                <p:fltVal val="0"/>
                                              </p:val>
                                            </p:tav>
                                            <p:tav tm="100000">
                                              <p:val>
                                                <p:strVal val="#ppt_h"/>
                                              </p:val>
                                            </p:tav>
                                          </p:tavLst>
                                        </p:anim>
                                        <p:animEffect transition="in" filter="fade">
                                          <p:cBhvr>
                                            <p:cTn id="9" dur="750"/>
                                            <p:tgtEl>
                                              <p:spTgt spid="89"/>
                                            </p:tgtEl>
                                          </p:cBhvr>
                                        </p:animEffect>
                                      </p:childTnLst>
                                    </p:cTn>
                                  </p:par>
                                  <p:par>
                                    <p:cTn id="10" presetID="53" presetClass="entr" presetSubtype="16" fill="hold" nodeType="withEffect">
                                      <p:stCondLst>
                                        <p:cond delay="200"/>
                                      </p:stCondLst>
                                      <p:childTnLst>
                                        <p:set>
                                          <p:cBhvr>
                                            <p:cTn id="11" dur="1" fill="hold">
                                              <p:stCondLst>
                                                <p:cond delay="0"/>
                                              </p:stCondLst>
                                            </p:cTn>
                                            <p:tgtEl>
                                              <p:spTgt spid="79"/>
                                            </p:tgtEl>
                                            <p:attrNameLst>
                                              <p:attrName>style.visibility</p:attrName>
                                            </p:attrNameLst>
                                          </p:cBhvr>
                                          <p:to>
                                            <p:strVal val="visible"/>
                                          </p:to>
                                        </p:set>
                                        <p:anim calcmode="lin" valueType="num">
                                          <p:cBhvr>
                                            <p:cTn id="12" dur="750" fill="hold"/>
                                            <p:tgtEl>
                                              <p:spTgt spid="79"/>
                                            </p:tgtEl>
                                            <p:attrNameLst>
                                              <p:attrName>ppt_w</p:attrName>
                                            </p:attrNameLst>
                                          </p:cBhvr>
                                          <p:tavLst>
                                            <p:tav tm="0">
                                              <p:val>
                                                <p:fltVal val="0"/>
                                              </p:val>
                                            </p:tav>
                                            <p:tav tm="100000">
                                              <p:val>
                                                <p:strVal val="#ppt_w"/>
                                              </p:val>
                                            </p:tav>
                                          </p:tavLst>
                                        </p:anim>
                                        <p:anim calcmode="lin" valueType="num">
                                          <p:cBhvr>
                                            <p:cTn id="13" dur="750" fill="hold"/>
                                            <p:tgtEl>
                                              <p:spTgt spid="79"/>
                                            </p:tgtEl>
                                            <p:attrNameLst>
                                              <p:attrName>ppt_h</p:attrName>
                                            </p:attrNameLst>
                                          </p:cBhvr>
                                          <p:tavLst>
                                            <p:tav tm="0">
                                              <p:val>
                                                <p:fltVal val="0"/>
                                              </p:val>
                                            </p:tav>
                                            <p:tav tm="100000">
                                              <p:val>
                                                <p:strVal val="#ppt_h"/>
                                              </p:val>
                                            </p:tav>
                                          </p:tavLst>
                                        </p:anim>
                                        <p:animEffect transition="in" filter="fade">
                                          <p:cBhvr>
                                            <p:cTn id="14" dur="750"/>
                                            <p:tgtEl>
                                              <p:spTgt spid="79"/>
                                            </p:tgtEl>
                                          </p:cBhvr>
                                        </p:animEffect>
                                      </p:childTnLst>
                                    </p:cTn>
                                  </p:par>
                                  <p:par>
                                    <p:cTn id="15" presetID="53" presetClass="entr" presetSubtype="16" fill="hold" nodeType="withEffect">
                                      <p:stCondLst>
                                        <p:cond delay="400"/>
                                      </p:stCondLst>
                                      <p:childTnLst>
                                        <p:set>
                                          <p:cBhvr>
                                            <p:cTn id="16" dur="1" fill="hold">
                                              <p:stCondLst>
                                                <p:cond delay="0"/>
                                              </p:stCondLst>
                                            </p:cTn>
                                            <p:tgtEl>
                                              <p:spTgt spid="84"/>
                                            </p:tgtEl>
                                            <p:attrNameLst>
                                              <p:attrName>style.visibility</p:attrName>
                                            </p:attrNameLst>
                                          </p:cBhvr>
                                          <p:to>
                                            <p:strVal val="visible"/>
                                          </p:to>
                                        </p:set>
                                        <p:anim calcmode="lin" valueType="num">
                                          <p:cBhvr>
                                            <p:cTn id="17" dur="750" fill="hold"/>
                                            <p:tgtEl>
                                              <p:spTgt spid="84"/>
                                            </p:tgtEl>
                                            <p:attrNameLst>
                                              <p:attrName>ppt_w</p:attrName>
                                            </p:attrNameLst>
                                          </p:cBhvr>
                                          <p:tavLst>
                                            <p:tav tm="0">
                                              <p:val>
                                                <p:fltVal val="0"/>
                                              </p:val>
                                            </p:tav>
                                            <p:tav tm="100000">
                                              <p:val>
                                                <p:strVal val="#ppt_w"/>
                                              </p:val>
                                            </p:tav>
                                          </p:tavLst>
                                        </p:anim>
                                        <p:anim calcmode="lin" valueType="num">
                                          <p:cBhvr>
                                            <p:cTn id="18" dur="750" fill="hold"/>
                                            <p:tgtEl>
                                              <p:spTgt spid="84"/>
                                            </p:tgtEl>
                                            <p:attrNameLst>
                                              <p:attrName>ppt_h</p:attrName>
                                            </p:attrNameLst>
                                          </p:cBhvr>
                                          <p:tavLst>
                                            <p:tav tm="0">
                                              <p:val>
                                                <p:fltVal val="0"/>
                                              </p:val>
                                            </p:tav>
                                            <p:tav tm="100000">
                                              <p:val>
                                                <p:strVal val="#ppt_h"/>
                                              </p:val>
                                            </p:tav>
                                          </p:tavLst>
                                        </p:anim>
                                        <p:animEffect transition="in" filter="fade">
                                          <p:cBhvr>
                                            <p:cTn id="19" dur="750"/>
                                            <p:tgtEl>
                                              <p:spTgt spid="84"/>
                                            </p:tgtEl>
                                          </p:cBhvr>
                                        </p:animEffect>
                                      </p:childTnLst>
                                    </p:cTn>
                                  </p:par>
                                  <p:par>
                                    <p:cTn id="20" presetID="53" presetClass="entr" presetSubtype="16" fill="hold" nodeType="withEffect">
                                      <p:stCondLst>
                                        <p:cond delay="600"/>
                                      </p:stCondLst>
                                      <p:childTnLst>
                                        <p:set>
                                          <p:cBhvr>
                                            <p:cTn id="21" dur="1" fill="hold">
                                              <p:stCondLst>
                                                <p:cond delay="0"/>
                                              </p:stCondLst>
                                            </p:cTn>
                                            <p:tgtEl>
                                              <p:spTgt spid="85"/>
                                            </p:tgtEl>
                                            <p:attrNameLst>
                                              <p:attrName>style.visibility</p:attrName>
                                            </p:attrNameLst>
                                          </p:cBhvr>
                                          <p:to>
                                            <p:strVal val="visible"/>
                                          </p:to>
                                        </p:set>
                                        <p:anim calcmode="lin" valueType="num">
                                          <p:cBhvr>
                                            <p:cTn id="22" dur="750" fill="hold"/>
                                            <p:tgtEl>
                                              <p:spTgt spid="85"/>
                                            </p:tgtEl>
                                            <p:attrNameLst>
                                              <p:attrName>ppt_w</p:attrName>
                                            </p:attrNameLst>
                                          </p:cBhvr>
                                          <p:tavLst>
                                            <p:tav tm="0">
                                              <p:val>
                                                <p:fltVal val="0"/>
                                              </p:val>
                                            </p:tav>
                                            <p:tav tm="100000">
                                              <p:val>
                                                <p:strVal val="#ppt_w"/>
                                              </p:val>
                                            </p:tav>
                                          </p:tavLst>
                                        </p:anim>
                                        <p:anim calcmode="lin" valueType="num">
                                          <p:cBhvr>
                                            <p:cTn id="23" dur="750" fill="hold"/>
                                            <p:tgtEl>
                                              <p:spTgt spid="85"/>
                                            </p:tgtEl>
                                            <p:attrNameLst>
                                              <p:attrName>ppt_h</p:attrName>
                                            </p:attrNameLst>
                                          </p:cBhvr>
                                          <p:tavLst>
                                            <p:tav tm="0">
                                              <p:val>
                                                <p:fltVal val="0"/>
                                              </p:val>
                                            </p:tav>
                                            <p:tav tm="100000">
                                              <p:val>
                                                <p:strVal val="#ppt_h"/>
                                              </p:val>
                                            </p:tav>
                                          </p:tavLst>
                                        </p:anim>
                                        <p:animEffect transition="in" filter="fade">
                                          <p:cBhvr>
                                            <p:cTn id="24" dur="750"/>
                                            <p:tgtEl>
                                              <p:spTgt spid="85"/>
                                            </p:tgtEl>
                                          </p:cBhvr>
                                        </p:animEffect>
                                      </p:childTnLst>
                                    </p:cTn>
                                  </p:par>
                                  <p:par>
                                    <p:cTn id="25" presetID="53" presetClass="entr" presetSubtype="16" fill="hold" nodeType="withEffect">
                                      <p:stCondLst>
                                        <p:cond delay="800"/>
                                      </p:stCondLst>
                                      <p:childTnLst>
                                        <p:set>
                                          <p:cBhvr>
                                            <p:cTn id="26" dur="1" fill="hold">
                                              <p:stCondLst>
                                                <p:cond delay="0"/>
                                              </p:stCondLst>
                                            </p:cTn>
                                            <p:tgtEl>
                                              <p:spTgt spid="67"/>
                                            </p:tgtEl>
                                            <p:attrNameLst>
                                              <p:attrName>style.visibility</p:attrName>
                                            </p:attrNameLst>
                                          </p:cBhvr>
                                          <p:to>
                                            <p:strVal val="visible"/>
                                          </p:to>
                                        </p:set>
                                        <p:anim calcmode="lin" valueType="num">
                                          <p:cBhvr>
                                            <p:cTn id="27" dur="750" fill="hold"/>
                                            <p:tgtEl>
                                              <p:spTgt spid="67"/>
                                            </p:tgtEl>
                                            <p:attrNameLst>
                                              <p:attrName>ppt_w</p:attrName>
                                            </p:attrNameLst>
                                          </p:cBhvr>
                                          <p:tavLst>
                                            <p:tav tm="0">
                                              <p:val>
                                                <p:fltVal val="0"/>
                                              </p:val>
                                            </p:tav>
                                            <p:tav tm="100000">
                                              <p:val>
                                                <p:strVal val="#ppt_w"/>
                                              </p:val>
                                            </p:tav>
                                          </p:tavLst>
                                        </p:anim>
                                        <p:anim calcmode="lin" valueType="num">
                                          <p:cBhvr>
                                            <p:cTn id="28" dur="750" fill="hold"/>
                                            <p:tgtEl>
                                              <p:spTgt spid="67"/>
                                            </p:tgtEl>
                                            <p:attrNameLst>
                                              <p:attrName>ppt_h</p:attrName>
                                            </p:attrNameLst>
                                          </p:cBhvr>
                                          <p:tavLst>
                                            <p:tav tm="0">
                                              <p:val>
                                                <p:fltVal val="0"/>
                                              </p:val>
                                            </p:tav>
                                            <p:tav tm="100000">
                                              <p:val>
                                                <p:strVal val="#ppt_h"/>
                                              </p:val>
                                            </p:tav>
                                          </p:tavLst>
                                        </p:anim>
                                        <p:animEffect transition="in" filter="fade">
                                          <p:cBhvr>
                                            <p:cTn id="29" dur="750"/>
                                            <p:tgtEl>
                                              <p:spTgt spid="67"/>
                                            </p:tgtEl>
                                          </p:cBhvr>
                                        </p:animEffect>
                                      </p:childTnLst>
                                    </p:cTn>
                                  </p:par>
                                  <p:par>
                                    <p:cTn id="30" presetID="53" presetClass="entr" presetSubtype="16" fill="hold" nodeType="withEffect">
                                      <p:stCondLst>
                                        <p:cond delay="800"/>
                                      </p:stCondLst>
                                      <p:childTnLst>
                                        <p:set>
                                          <p:cBhvr>
                                            <p:cTn id="31" dur="1" fill="hold">
                                              <p:stCondLst>
                                                <p:cond delay="0"/>
                                              </p:stCondLst>
                                            </p:cTn>
                                            <p:tgtEl>
                                              <p:spTgt spid="86"/>
                                            </p:tgtEl>
                                            <p:attrNameLst>
                                              <p:attrName>style.visibility</p:attrName>
                                            </p:attrNameLst>
                                          </p:cBhvr>
                                          <p:to>
                                            <p:strVal val="visible"/>
                                          </p:to>
                                        </p:set>
                                        <p:anim calcmode="lin" valueType="num">
                                          <p:cBhvr>
                                            <p:cTn id="32" dur="750" fill="hold"/>
                                            <p:tgtEl>
                                              <p:spTgt spid="86"/>
                                            </p:tgtEl>
                                            <p:attrNameLst>
                                              <p:attrName>ppt_w</p:attrName>
                                            </p:attrNameLst>
                                          </p:cBhvr>
                                          <p:tavLst>
                                            <p:tav tm="0">
                                              <p:val>
                                                <p:fltVal val="0"/>
                                              </p:val>
                                            </p:tav>
                                            <p:tav tm="100000">
                                              <p:val>
                                                <p:strVal val="#ppt_w"/>
                                              </p:val>
                                            </p:tav>
                                          </p:tavLst>
                                        </p:anim>
                                        <p:anim calcmode="lin" valueType="num">
                                          <p:cBhvr>
                                            <p:cTn id="33" dur="750" fill="hold"/>
                                            <p:tgtEl>
                                              <p:spTgt spid="86"/>
                                            </p:tgtEl>
                                            <p:attrNameLst>
                                              <p:attrName>ppt_h</p:attrName>
                                            </p:attrNameLst>
                                          </p:cBhvr>
                                          <p:tavLst>
                                            <p:tav tm="0">
                                              <p:val>
                                                <p:fltVal val="0"/>
                                              </p:val>
                                            </p:tav>
                                            <p:tav tm="100000">
                                              <p:val>
                                                <p:strVal val="#ppt_h"/>
                                              </p:val>
                                            </p:tav>
                                          </p:tavLst>
                                        </p:anim>
                                        <p:animEffect transition="in" filter="fade">
                                          <p:cBhvr>
                                            <p:cTn id="34" dur="750"/>
                                            <p:tgtEl>
                                              <p:spTgt spid="86"/>
                                            </p:tgtEl>
                                          </p:cBhvr>
                                        </p:animEffect>
                                      </p:childTnLst>
                                    </p:cTn>
                                  </p:par>
                                  <p:par>
                                    <p:cTn id="35" presetID="53" presetClass="entr" presetSubtype="16" fill="hold" nodeType="withEffect">
                                      <p:stCondLst>
                                        <p:cond delay="1000"/>
                                      </p:stCondLst>
                                      <p:childTnLst>
                                        <p:set>
                                          <p:cBhvr>
                                            <p:cTn id="36" dur="1" fill="hold">
                                              <p:stCondLst>
                                                <p:cond delay="0"/>
                                              </p:stCondLst>
                                            </p:cTn>
                                            <p:tgtEl>
                                              <p:spTgt spid="70"/>
                                            </p:tgtEl>
                                            <p:attrNameLst>
                                              <p:attrName>style.visibility</p:attrName>
                                            </p:attrNameLst>
                                          </p:cBhvr>
                                          <p:to>
                                            <p:strVal val="visible"/>
                                          </p:to>
                                        </p:set>
                                        <p:anim calcmode="lin" valueType="num">
                                          <p:cBhvr>
                                            <p:cTn id="37" dur="750" fill="hold"/>
                                            <p:tgtEl>
                                              <p:spTgt spid="70"/>
                                            </p:tgtEl>
                                            <p:attrNameLst>
                                              <p:attrName>ppt_w</p:attrName>
                                            </p:attrNameLst>
                                          </p:cBhvr>
                                          <p:tavLst>
                                            <p:tav tm="0">
                                              <p:val>
                                                <p:fltVal val="0"/>
                                              </p:val>
                                            </p:tav>
                                            <p:tav tm="100000">
                                              <p:val>
                                                <p:strVal val="#ppt_w"/>
                                              </p:val>
                                            </p:tav>
                                          </p:tavLst>
                                        </p:anim>
                                        <p:anim calcmode="lin" valueType="num">
                                          <p:cBhvr>
                                            <p:cTn id="38" dur="750" fill="hold"/>
                                            <p:tgtEl>
                                              <p:spTgt spid="70"/>
                                            </p:tgtEl>
                                            <p:attrNameLst>
                                              <p:attrName>ppt_h</p:attrName>
                                            </p:attrNameLst>
                                          </p:cBhvr>
                                          <p:tavLst>
                                            <p:tav tm="0">
                                              <p:val>
                                                <p:fltVal val="0"/>
                                              </p:val>
                                            </p:tav>
                                            <p:tav tm="100000">
                                              <p:val>
                                                <p:strVal val="#ppt_h"/>
                                              </p:val>
                                            </p:tav>
                                          </p:tavLst>
                                        </p:anim>
                                        <p:animEffect transition="in" filter="fade">
                                          <p:cBhvr>
                                            <p:cTn id="39" dur="750"/>
                                            <p:tgtEl>
                                              <p:spTgt spid="70"/>
                                            </p:tgtEl>
                                          </p:cBhvr>
                                        </p:animEffect>
                                      </p:childTnLst>
                                    </p:cTn>
                                  </p:par>
                                  <p:par>
                                    <p:cTn id="40" presetID="53" presetClass="entr" presetSubtype="16" fill="hold" nodeType="withEffect">
                                      <p:stCondLst>
                                        <p:cond delay="1200"/>
                                      </p:stCondLst>
                                      <p:childTnLst>
                                        <p:set>
                                          <p:cBhvr>
                                            <p:cTn id="41" dur="1" fill="hold">
                                              <p:stCondLst>
                                                <p:cond delay="0"/>
                                              </p:stCondLst>
                                            </p:cTn>
                                            <p:tgtEl>
                                              <p:spTgt spid="87"/>
                                            </p:tgtEl>
                                            <p:attrNameLst>
                                              <p:attrName>style.visibility</p:attrName>
                                            </p:attrNameLst>
                                          </p:cBhvr>
                                          <p:to>
                                            <p:strVal val="visible"/>
                                          </p:to>
                                        </p:set>
                                        <p:anim calcmode="lin" valueType="num">
                                          <p:cBhvr>
                                            <p:cTn id="42" dur="750" fill="hold"/>
                                            <p:tgtEl>
                                              <p:spTgt spid="87"/>
                                            </p:tgtEl>
                                            <p:attrNameLst>
                                              <p:attrName>ppt_w</p:attrName>
                                            </p:attrNameLst>
                                          </p:cBhvr>
                                          <p:tavLst>
                                            <p:tav tm="0">
                                              <p:val>
                                                <p:fltVal val="0"/>
                                              </p:val>
                                            </p:tav>
                                            <p:tav tm="100000">
                                              <p:val>
                                                <p:strVal val="#ppt_w"/>
                                              </p:val>
                                            </p:tav>
                                          </p:tavLst>
                                        </p:anim>
                                        <p:anim calcmode="lin" valueType="num">
                                          <p:cBhvr>
                                            <p:cTn id="43" dur="750" fill="hold"/>
                                            <p:tgtEl>
                                              <p:spTgt spid="87"/>
                                            </p:tgtEl>
                                            <p:attrNameLst>
                                              <p:attrName>ppt_h</p:attrName>
                                            </p:attrNameLst>
                                          </p:cBhvr>
                                          <p:tavLst>
                                            <p:tav tm="0">
                                              <p:val>
                                                <p:fltVal val="0"/>
                                              </p:val>
                                            </p:tav>
                                            <p:tav tm="100000">
                                              <p:val>
                                                <p:strVal val="#ppt_h"/>
                                              </p:val>
                                            </p:tav>
                                          </p:tavLst>
                                        </p:anim>
                                        <p:animEffect transition="in" filter="fade">
                                          <p:cBhvr>
                                            <p:cTn id="44" dur="750"/>
                                            <p:tgtEl>
                                              <p:spTgt spid="87"/>
                                            </p:tgtEl>
                                          </p:cBhvr>
                                        </p:animEffect>
                                      </p:childTnLst>
                                    </p:cTn>
                                  </p:par>
                                  <p:par>
                                    <p:cTn id="45" presetID="53" presetClass="entr" presetSubtype="16" fill="hold" nodeType="withEffect">
                                      <p:stCondLst>
                                        <p:cond delay="1400"/>
                                      </p:stCondLst>
                                      <p:childTnLst>
                                        <p:set>
                                          <p:cBhvr>
                                            <p:cTn id="46" dur="1" fill="hold">
                                              <p:stCondLst>
                                                <p:cond delay="0"/>
                                              </p:stCondLst>
                                            </p:cTn>
                                            <p:tgtEl>
                                              <p:spTgt spid="73"/>
                                            </p:tgtEl>
                                            <p:attrNameLst>
                                              <p:attrName>style.visibility</p:attrName>
                                            </p:attrNameLst>
                                          </p:cBhvr>
                                          <p:to>
                                            <p:strVal val="visible"/>
                                          </p:to>
                                        </p:set>
                                        <p:anim calcmode="lin" valueType="num">
                                          <p:cBhvr>
                                            <p:cTn id="47" dur="750" fill="hold"/>
                                            <p:tgtEl>
                                              <p:spTgt spid="73"/>
                                            </p:tgtEl>
                                            <p:attrNameLst>
                                              <p:attrName>ppt_w</p:attrName>
                                            </p:attrNameLst>
                                          </p:cBhvr>
                                          <p:tavLst>
                                            <p:tav tm="0">
                                              <p:val>
                                                <p:fltVal val="0"/>
                                              </p:val>
                                            </p:tav>
                                            <p:tav tm="100000">
                                              <p:val>
                                                <p:strVal val="#ppt_w"/>
                                              </p:val>
                                            </p:tav>
                                          </p:tavLst>
                                        </p:anim>
                                        <p:anim calcmode="lin" valueType="num">
                                          <p:cBhvr>
                                            <p:cTn id="48" dur="750" fill="hold"/>
                                            <p:tgtEl>
                                              <p:spTgt spid="73"/>
                                            </p:tgtEl>
                                            <p:attrNameLst>
                                              <p:attrName>ppt_h</p:attrName>
                                            </p:attrNameLst>
                                          </p:cBhvr>
                                          <p:tavLst>
                                            <p:tav tm="0">
                                              <p:val>
                                                <p:fltVal val="0"/>
                                              </p:val>
                                            </p:tav>
                                            <p:tav tm="100000">
                                              <p:val>
                                                <p:strVal val="#ppt_h"/>
                                              </p:val>
                                            </p:tav>
                                          </p:tavLst>
                                        </p:anim>
                                        <p:animEffect transition="in" filter="fade">
                                          <p:cBhvr>
                                            <p:cTn id="49" dur="750"/>
                                            <p:tgtEl>
                                              <p:spTgt spid="73"/>
                                            </p:tgtEl>
                                          </p:cBhvr>
                                        </p:animEffect>
                                      </p:childTnLst>
                                    </p:cTn>
                                  </p:par>
                                  <p:par>
                                    <p:cTn id="50" presetID="53" presetClass="entr" presetSubtype="16" fill="hold" nodeType="withEffect">
                                      <p:stCondLst>
                                        <p:cond delay="1600"/>
                                      </p:stCondLst>
                                      <p:childTnLst>
                                        <p:set>
                                          <p:cBhvr>
                                            <p:cTn id="51" dur="1" fill="hold">
                                              <p:stCondLst>
                                                <p:cond delay="0"/>
                                              </p:stCondLst>
                                            </p:cTn>
                                            <p:tgtEl>
                                              <p:spTgt spid="88"/>
                                            </p:tgtEl>
                                            <p:attrNameLst>
                                              <p:attrName>style.visibility</p:attrName>
                                            </p:attrNameLst>
                                          </p:cBhvr>
                                          <p:to>
                                            <p:strVal val="visible"/>
                                          </p:to>
                                        </p:set>
                                        <p:anim calcmode="lin" valueType="num">
                                          <p:cBhvr>
                                            <p:cTn id="52" dur="750" fill="hold"/>
                                            <p:tgtEl>
                                              <p:spTgt spid="88"/>
                                            </p:tgtEl>
                                            <p:attrNameLst>
                                              <p:attrName>ppt_w</p:attrName>
                                            </p:attrNameLst>
                                          </p:cBhvr>
                                          <p:tavLst>
                                            <p:tav tm="0">
                                              <p:val>
                                                <p:fltVal val="0"/>
                                              </p:val>
                                            </p:tav>
                                            <p:tav tm="100000">
                                              <p:val>
                                                <p:strVal val="#ppt_w"/>
                                              </p:val>
                                            </p:tav>
                                          </p:tavLst>
                                        </p:anim>
                                        <p:anim calcmode="lin" valueType="num">
                                          <p:cBhvr>
                                            <p:cTn id="53" dur="750" fill="hold"/>
                                            <p:tgtEl>
                                              <p:spTgt spid="88"/>
                                            </p:tgtEl>
                                            <p:attrNameLst>
                                              <p:attrName>ppt_h</p:attrName>
                                            </p:attrNameLst>
                                          </p:cBhvr>
                                          <p:tavLst>
                                            <p:tav tm="0">
                                              <p:val>
                                                <p:fltVal val="0"/>
                                              </p:val>
                                            </p:tav>
                                            <p:tav tm="100000">
                                              <p:val>
                                                <p:strVal val="#ppt_h"/>
                                              </p:val>
                                            </p:tav>
                                          </p:tavLst>
                                        </p:anim>
                                        <p:animEffect transition="in" filter="fade">
                                          <p:cBhvr>
                                            <p:cTn id="54" dur="750"/>
                                            <p:tgtEl>
                                              <p:spTgt spid="88"/>
                                            </p:tgtEl>
                                          </p:cBhvr>
                                        </p:animEffect>
                                      </p:childTnLst>
                                    </p:cTn>
                                  </p:par>
                                  <p:par>
                                    <p:cTn id="55" presetID="53" presetClass="entr" presetSubtype="16" fill="hold" nodeType="withEffect">
                                      <p:stCondLst>
                                        <p:cond delay="1800"/>
                                      </p:stCondLst>
                                      <p:childTnLst>
                                        <p:set>
                                          <p:cBhvr>
                                            <p:cTn id="56" dur="1" fill="hold">
                                              <p:stCondLst>
                                                <p:cond delay="0"/>
                                              </p:stCondLst>
                                            </p:cTn>
                                            <p:tgtEl>
                                              <p:spTgt spid="76"/>
                                            </p:tgtEl>
                                            <p:attrNameLst>
                                              <p:attrName>style.visibility</p:attrName>
                                            </p:attrNameLst>
                                          </p:cBhvr>
                                          <p:to>
                                            <p:strVal val="visible"/>
                                          </p:to>
                                        </p:set>
                                        <p:anim calcmode="lin" valueType="num">
                                          <p:cBhvr>
                                            <p:cTn id="57" dur="750" fill="hold"/>
                                            <p:tgtEl>
                                              <p:spTgt spid="76"/>
                                            </p:tgtEl>
                                            <p:attrNameLst>
                                              <p:attrName>ppt_w</p:attrName>
                                            </p:attrNameLst>
                                          </p:cBhvr>
                                          <p:tavLst>
                                            <p:tav tm="0">
                                              <p:val>
                                                <p:fltVal val="0"/>
                                              </p:val>
                                            </p:tav>
                                            <p:tav tm="100000">
                                              <p:val>
                                                <p:strVal val="#ppt_w"/>
                                              </p:val>
                                            </p:tav>
                                          </p:tavLst>
                                        </p:anim>
                                        <p:anim calcmode="lin" valueType="num">
                                          <p:cBhvr>
                                            <p:cTn id="58" dur="750" fill="hold"/>
                                            <p:tgtEl>
                                              <p:spTgt spid="76"/>
                                            </p:tgtEl>
                                            <p:attrNameLst>
                                              <p:attrName>ppt_h</p:attrName>
                                            </p:attrNameLst>
                                          </p:cBhvr>
                                          <p:tavLst>
                                            <p:tav tm="0">
                                              <p:val>
                                                <p:fltVal val="0"/>
                                              </p:val>
                                            </p:tav>
                                            <p:tav tm="100000">
                                              <p:val>
                                                <p:strVal val="#ppt_h"/>
                                              </p:val>
                                            </p:tav>
                                          </p:tavLst>
                                        </p:anim>
                                        <p:animEffect transition="in" filter="fade">
                                          <p:cBhvr>
                                            <p:cTn id="59" dur="750"/>
                                            <p:tgtEl>
                                              <p:spTgt spid="76"/>
                                            </p:tgtEl>
                                          </p:cBhvr>
                                        </p:animEffect>
                                      </p:childTnLst>
                                    </p:cTn>
                                  </p:par>
                                  <p:par>
                                    <p:cTn id="60" presetID="2" presetClass="entr" presetSubtype="3" fill="hold" nodeType="withEffect" p14:presetBounceEnd="67000">
                                      <p:stCondLst>
                                        <p:cond delay="800"/>
                                      </p:stCondLst>
                                      <p:childTnLst>
                                        <p:set>
                                          <p:cBhvr>
                                            <p:cTn id="61" dur="1" fill="hold">
                                              <p:stCondLst>
                                                <p:cond delay="0"/>
                                              </p:stCondLst>
                                            </p:cTn>
                                            <p:tgtEl>
                                              <p:spTgt spid="90"/>
                                            </p:tgtEl>
                                            <p:attrNameLst>
                                              <p:attrName>style.visibility</p:attrName>
                                            </p:attrNameLst>
                                          </p:cBhvr>
                                          <p:to>
                                            <p:strVal val="visible"/>
                                          </p:to>
                                        </p:set>
                                        <p:anim calcmode="lin" valueType="num" p14:bounceEnd="67000">
                                          <p:cBhvr additive="base">
                                            <p:cTn id="62" dur="1000" fill="hold"/>
                                            <p:tgtEl>
                                              <p:spTgt spid="90"/>
                                            </p:tgtEl>
                                            <p:attrNameLst>
                                              <p:attrName>ppt_x</p:attrName>
                                            </p:attrNameLst>
                                          </p:cBhvr>
                                          <p:tavLst>
                                            <p:tav tm="0">
                                              <p:val>
                                                <p:strVal val="1+#ppt_w/2"/>
                                              </p:val>
                                            </p:tav>
                                            <p:tav tm="100000">
                                              <p:val>
                                                <p:strVal val="#ppt_x"/>
                                              </p:val>
                                            </p:tav>
                                          </p:tavLst>
                                        </p:anim>
                                        <p:anim calcmode="lin" valueType="num" p14:bounceEnd="67000">
                                          <p:cBhvr additive="base">
                                            <p:cTn id="63" dur="1000" fill="hold"/>
                                            <p:tgtEl>
                                              <p:spTgt spid="90"/>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14:presetBounceEnd="67000">
                                      <p:stCondLst>
                                        <p:cond delay="1100"/>
                                      </p:stCondLst>
                                      <p:childTnLst>
                                        <p:set>
                                          <p:cBhvr>
                                            <p:cTn id="65" dur="1" fill="hold">
                                              <p:stCondLst>
                                                <p:cond delay="0"/>
                                              </p:stCondLst>
                                            </p:cTn>
                                            <p:tgtEl>
                                              <p:spTgt spid="91"/>
                                            </p:tgtEl>
                                            <p:attrNameLst>
                                              <p:attrName>style.visibility</p:attrName>
                                            </p:attrNameLst>
                                          </p:cBhvr>
                                          <p:to>
                                            <p:strVal val="visible"/>
                                          </p:to>
                                        </p:set>
                                        <p:anim calcmode="lin" valueType="num" p14:bounceEnd="67000">
                                          <p:cBhvr additive="base">
                                            <p:cTn id="66" dur="1000" fill="hold"/>
                                            <p:tgtEl>
                                              <p:spTgt spid="91"/>
                                            </p:tgtEl>
                                            <p:attrNameLst>
                                              <p:attrName>ppt_x</p:attrName>
                                            </p:attrNameLst>
                                          </p:cBhvr>
                                          <p:tavLst>
                                            <p:tav tm="0">
                                              <p:val>
                                                <p:strVal val="#ppt_x"/>
                                              </p:val>
                                            </p:tav>
                                            <p:tav tm="100000">
                                              <p:val>
                                                <p:strVal val="#ppt_x"/>
                                              </p:val>
                                            </p:tav>
                                          </p:tavLst>
                                        </p:anim>
                                        <p:anim calcmode="lin" valueType="num" p14:bounceEnd="67000">
                                          <p:cBhvr additive="base">
                                            <p:cTn id="67" dur="1000" fill="hold"/>
                                            <p:tgtEl>
                                              <p:spTgt spid="91"/>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14:presetBounceEnd="67000">
                                      <p:stCondLst>
                                        <p:cond delay="1500"/>
                                      </p:stCondLst>
                                      <p:childTnLst>
                                        <p:set>
                                          <p:cBhvr>
                                            <p:cTn id="69" dur="1" fill="hold">
                                              <p:stCondLst>
                                                <p:cond delay="0"/>
                                              </p:stCondLst>
                                            </p:cTn>
                                            <p:tgtEl>
                                              <p:spTgt spid="92"/>
                                            </p:tgtEl>
                                            <p:attrNameLst>
                                              <p:attrName>style.visibility</p:attrName>
                                            </p:attrNameLst>
                                          </p:cBhvr>
                                          <p:to>
                                            <p:strVal val="visible"/>
                                          </p:to>
                                        </p:set>
                                        <p:anim calcmode="lin" valueType="num" p14:bounceEnd="67000">
                                          <p:cBhvr additive="base">
                                            <p:cTn id="70" dur="1000" fill="hold"/>
                                            <p:tgtEl>
                                              <p:spTgt spid="92"/>
                                            </p:tgtEl>
                                            <p:attrNameLst>
                                              <p:attrName>ppt_x</p:attrName>
                                            </p:attrNameLst>
                                          </p:cBhvr>
                                          <p:tavLst>
                                            <p:tav tm="0">
                                              <p:val>
                                                <p:strVal val="#ppt_x"/>
                                              </p:val>
                                            </p:tav>
                                            <p:tav tm="100000">
                                              <p:val>
                                                <p:strVal val="#ppt_x"/>
                                              </p:val>
                                            </p:tav>
                                          </p:tavLst>
                                        </p:anim>
                                        <p:anim calcmode="lin" valueType="num" p14:bounceEnd="67000">
                                          <p:cBhvr additive="base">
                                            <p:cTn id="71" dur="1000" fill="hold"/>
                                            <p:tgtEl>
                                              <p:spTgt spid="92"/>
                                            </p:tgtEl>
                                            <p:attrNameLst>
                                              <p:attrName>ppt_y</p:attrName>
                                            </p:attrNameLst>
                                          </p:cBhvr>
                                          <p:tavLst>
                                            <p:tav tm="0">
                                              <p:val>
                                                <p:strVal val="0-#ppt_h/2"/>
                                              </p:val>
                                            </p:tav>
                                            <p:tav tm="100000">
                                              <p:val>
                                                <p:strVal val="#ppt_y"/>
                                              </p:val>
                                            </p:tav>
                                          </p:tavLst>
                                        </p:anim>
                                      </p:childTnLst>
                                    </p:cTn>
                                  </p:par>
                                  <p:par>
                                    <p:cTn id="72" presetID="2" presetClass="entr" presetSubtype="9" fill="hold" nodeType="withEffect" p14:presetBounceEnd="67000">
                                      <p:stCondLst>
                                        <p:cond delay="1900"/>
                                      </p:stCondLst>
                                      <p:childTnLst>
                                        <p:set>
                                          <p:cBhvr>
                                            <p:cTn id="73" dur="1" fill="hold">
                                              <p:stCondLst>
                                                <p:cond delay="0"/>
                                              </p:stCondLst>
                                            </p:cTn>
                                            <p:tgtEl>
                                              <p:spTgt spid="94"/>
                                            </p:tgtEl>
                                            <p:attrNameLst>
                                              <p:attrName>style.visibility</p:attrName>
                                            </p:attrNameLst>
                                          </p:cBhvr>
                                          <p:to>
                                            <p:strVal val="visible"/>
                                          </p:to>
                                        </p:set>
                                        <p:anim calcmode="lin" valueType="num" p14:bounceEnd="67000">
                                          <p:cBhvr additive="base">
                                            <p:cTn id="74" dur="1000" fill="hold"/>
                                            <p:tgtEl>
                                              <p:spTgt spid="94"/>
                                            </p:tgtEl>
                                            <p:attrNameLst>
                                              <p:attrName>ppt_x</p:attrName>
                                            </p:attrNameLst>
                                          </p:cBhvr>
                                          <p:tavLst>
                                            <p:tav tm="0">
                                              <p:val>
                                                <p:strVal val="0-#ppt_w/2"/>
                                              </p:val>
                                            </p:tav>
                                            <p:tav tm="100000">
                                              <p:val>
                                                <p:strVal val="#ppt_x"/>
                                              </p:val>
                                            </p:tav>
                                          </p:tavLst>
                                        </p:anim>
                                        <p:anim calcmode="lin" valueType="num" p14:bounceEnd="67000">
                                          <p:cBhvr additive="base">
                                            <p:cTn id="75" dur="1000" fill="hold"/>
                                            <p:tgtEl>
                                              <p:spTgt spid="94"/>
                                            </p:tgtEl>
                                            <p:attrNameLst>
                                              <p:attrName>ppt_y</p:attrName>
                                            </p:attrNameLst>
                                          </p:cBhvr>
                                          <p:tavLst>
                                            <p:tav tm="0">
                                              <p:val>
                                                <p:strVal val="0-#ppt_h/2"/>
                                              </p:val>
                                            </p:tav>
                                            <p:tav tm="100000">
                                              <p:val>
                                                <p:strVal val="#ppt_y"/>
                                              </p:val>
                                            </p:tav>
                                          </p:tavLst>
                                        </p:anim>
                                      </p:childTnLst>
                                    </p:cTn>
                                  </p:par>
                                  <p:par>
                                    <p:cTn id="76" presetID="53" presetClass="entr" presetSubtype="16" fill="hold" grpId="0" nodeType="withEffect">
                                      <p:stCondLst>
                                        <p:cond delay="2100"/>
                                      </p:stCondLst>
                                      <p:childTnLst>
                                        <p:set>
                                          <p:cBhvr>
                                            <p:cTn id="77" dur="1" fill="hold">
                                              <p:stCondLst>
                                                <p:cond delay="0"/>
                                              </p:stCondLst>
                                            </p:cTn>
                                            <p:tgtEl>
                                              <p:spTgt spid="56"/>
                                            </p:tgtEl>
                                            <p:attrNameLst>
                                              <p:attrName>style.visibility</p:attrName>
                                            </p:attrNameLst>
                                          </p:cBhvr>
                                          <p:to>
                                            <p:strVal val="visible"/>
                                          </p:to>
                                        </p:set>
                                        <p:anim calcmode="lin" valueType="num">
                                          <p:cBhvr>
                                            <p:cTn id="78" dur="750" fill="hold"/>
                                            <p:tgtEl>
                                              <p:spTgt spid="56"/>
                                            </p:tgtEl>
                                            <p:attrNameLst>
                                              <p:attrName>ppt_w</p:attrName>
                                            </p:attrNameLst>
                                          </p:cBhvr>
                                          <p:tavLst>
                                            <p:tav tm="0">
                                              <p:val>
                                                <p:fltVal val="0"/>
                                              </p:val>
                                            </p:tav>
                                            <p:tav tm="100000">
                                              <p:val>
                                                <p:strVal val="#ppt_w"/>
                                              </p:val>
                                            </p:tav>
                                          </p:tavLst>
                                        </p:anim>
                                        <p:anim calcmode="lin" valueType="num">
                                          <p:cBhvr>
                                            <p:cTn id="79" dur="750" fill="hold"/>
                                            <p:tgtEl>
                                              <p:spTgt spid="56"/>
                                            </p:tgtEl>
                                            <p:attrNameLst>
                                              <p:attrName>ppt_h</p:attrName>
                                            </p:attrNameLst>
                                          </p:cBhvr>
                                          <p:tavLst>
                                            <p:tav tm="0">
                                              <p:val>
                                                <p:fltVal val="0"/>
                                              </p:val>
                                            </p:tav>
                                            <p:tav tm="100000">
                                              <p:val>
                                                <p:strVal val="#ppt_h"/>
                                              </p:val>
                                            </p:tav>
                                          </p:tavLst>
                                        </p:anim>
                                        <p:animEffect transition="in" filter="fade">
                                          <p:cBhvr>
                                            <p:cTn id="80" dur="750"/>
                                            <p:tgtEl>
                                              <p:spTgt spid="56"/>
                                            </p:tgtEl>
                                          </p:cBhvr>
                                        </p:animEffect>
                                      </p:childTnLst>
                                    </p:cTn>
                                  </p:par>
                                  <p:par>
                                    <p:cTn id="81" presetID="53" presetClass="entr" presetSubtype="16" fill="hold" grpId="0" nodeType="withEffect">
                                      <p:stCondLst>
                                        <p:cond delay="2300"/>
                                      </p:stCondLst>
                                      <p:childTnLst>
                                        <p:set>
                                          <p:cBhvr>
                                            <p:cTn id="82" dur="1" fill="hold">
                                              <p:stCondLst>
                                                <p:cond delay="0"/>
                                              </p:stCondLst>
                                            </p:cTn>
                                            <p:tgtEl>
                                              <p:spTgt spid="55"/>
                                            </p:tgtEl>
                                            <p:attrNameLst>
                                              <p:attrName>style.visibility</p:attrName>
                                            </p:attrNameLst>
                                          </p:cBhvr>
                                          <p:to>
                                            <p:strVal val="visible"/>
                                          </p:to>
                                        </p:set>
                                        <p:anim calcmode="lin" valueType="num">
                                          <p:cBhvr>
                                            <p:cTn id="83" dur="750" fill="hold"/>
                                            <p:tgtEl>
                                              <p:spTgt spid="55"/>
                                            </p:tgtEl>
                                            <p:attrNameLst>
                                              <p:attrName>ppt_w</p:attrName>
                                            </p:attrNameLst>
                                          </p:cBhvr>
                                          <p:tavLst>
                                            <p:tav tm="0">
                                              <p:val>
                                                <p:fltVal val="0"/>
                                              </p:val>
                                            </p:tav>
                                            <p:tav tm="100000">
                                              <p:val>
                                                <p:strVal val="#ppt_w"/>
                                              </p:val>
                                            </p:tav>
                                          </p:tavLst>
                                        </p:anim>
                                        <p:anim calcmode="lin" valueType="num">
                                          <p:cBhvr>
                                            <p:cTn id="84" dur="750" fill="hold"/>
                                            <p:tgtEl>
                                              <p:spTgt spid="55"/>
                                            </p:tgtEl>
                                            <p:attrNameLst>
                                              <p:attrName>ppt_h</p:attrName>
                                            </p:attrNameLst>
                                          </p:cBhvr>
                                          <p:tavLst>
                                            <p:tav tm="0">
                                              <p:val>
                                                <p:fltVal val="0"/>
                                              </p:val>
                                            </p:tav>
                                            <p:tav tm="100000">
                                              <p:val>
                                                <p:strVal val="#ppt_h"/>
                                              </p:val>
                                            </p:tav>
                                          </p:tavLst>
                                        </p:anim>
                                        <p:animEffect transition="in" filter="fade">
                                          <p:cBhvr>
                                            <p:cTn id="85" dur="750"/>
                                            <p:tgtEl>
                                              <p:spTgt spid="55"/>
                                            </p:tgtEl>
                                          </p:cBhvr>
                                        </p:animEffect>
                                      </p:childTnLst>
                                    </p:cTn>
                                  </p:par>
                                  <p:par>
                                    <p:cTn id="86" presetID="53" presetClass="entr" presetSubtype="16" fill="hold" grpId="0" nodeType="withEffect">
                                      <p:stCondLst>
                                        <p:cond delay="2500"/>
                                      </p:stCondLst>
                                      <p:childTnLst>
                                        <p:set>
                                          <p:cBhvr>
                                            <p:cTn id="87" dur="1" fill="hold">
                                              <p:stCondLst>
                                                <p:cond delay="0"/>
                                              </p:stCondLst>
                                            </p:cTn>
                                            <p:tgtEl>
                                              <p:spTgt spid="53"/>
                                            </p:tgtEl>
                                            <p:attrNameLst>
                                              <p:attrName>style.visibility</p:attrName>
                                            </p:attrNameLst>
                                          </p:cBhvr>
                                          <p:to>
                                            <p:strVal val="visible"/>
                                          </p:to>
                                        </p:set>
                                        <p:anim calcmode="lin" valueType="num">
                                          <p:cBhvr>
                                            <p:cTn id="88" dur="750" fill="hold"/>
                                            <p:tgtEl>
                                              <p:spTgt spid="53"/>
                                            </p:tgtEl>
                                            <p:attrNameLst>
                                              <p:attrName>ppt_w</p:attrName>
                                            </p:attrNameLst>
                                          </p:cBhvr>
                                          <p:tavLst>
                                            <p:tav tm="0">
                                              <p:val>
                                                <p:fltVal val="0"/>
                                              </p:val>
                                            </p:tav>
                                            <p:tav tm="100000">
                                              <p:val>
                                                <p:strVal val="#ppt_w"/>
                                              </p:val>
                                            </p:tav>
                                          </p:tavLst>
                                        </p:anim>
                                        <p:anim calcmode="lin" valueType="num">
                                          <p:cBhvr>
                                            <p:cTn id="89" dur="750" fill="hold"/>
                                            <p:tgtEl>
                                              <p:spTgt spid="53"/>
                                            </p:tgtEl>
                                            <p:attrNameLst>
                                              <p:attrName>ppt_h</p:attrName>
                                            </p:attrNameLst>
                                          </p:cBhvr>
                                          <p:tavLst>
                                            <p:tav tm="0">
                                              <p:val>
                                                <p:fltVal val="0"/>
                                              </p:val>
                                            </p:tav>
                                            <p:tav tm="100000">
                                              <p:val>
                                                <p:strVal val="#ppt_h"/>
                                              </p:val>
                                            </p:tav>
                                          </p:tavLst>
                                        </p:anim>
                                        <p:animEffect transition="in" filter="fade">
                                          <p:cBhvr>
                                            <p:cTn id="90" dur="750"/>
                                            <p:tgtEl>
                                              <p:spTgt spid="53"/>
                                            </p:tgtEl>
                                          </p:cBhvr>
                                        </p:animEffect>
                                      </p:childTnLst>
                                    </p:cTn>
                                  </p:par>
                                  <p:par>
                                    <p:cTn id="91" presetID="53" presetClass="entr" presetSubtype="16" fill="hold" grpId="0" nodeType="withEffect">
                                      <p:stCondLst>
                                        <p:cond delay="2700"/>
                                      </p:stCondLst>
                                      <p:childTnLst>
                                        <p:set>
                                          <p:cBhvr>
                                            <p:cTn id="92" dur="1" fill="hold">
                                              <p:stCondLst>
                                                <p:cond delay="0"/>
                                              </p:stCondLst>
                                            </p:cTn>
                                            <p:tgtEl>
                                              <p:spTgt spid="54"/>
                                            </p:tgtEl>
                                            <p:attrNameLst>
                                              <p:attrName>style.visibility</p:attrName>
                                            </p:attrNameLst>
                                          </p:cBhvr>
                                          <p:to>
                                            <p:strVal val="visible"/>
                                          </p:to>
                                        </p:set>
                                        <p:anim calcmode="lin" valueType="num">
                                          <p:cBhvr>
                                            <p:cTn id="93" dur="750" fill="hold"/>
                                            <p:tgtEl>
                                              <p:spTgt spid="54"/>
                                            </p:tgtEl>
                                            <p:attrNameLst>
                                              <p:attrName>ppt_w</p:attrName>
                                            </p:attrNameLst>
                                          </p:cBhvr>
                                          <p:tavLst>
                                            <p:tav tm="0">
                                              <p:val>
                                                <p:fltVal val="0"/>
                                              </p:val>
                                            </p:tav>
                                            <p:tav tm="100000">
                                              <p:val>
                                                <p:strVal val="#ppt_w"/>
                                              </p:val>
                                            </p:tav>
                                          </p:tavLst>
                                        </p:anim>
                                        <p:anim calcmode="lin" valueType="num">
                                          <p:cBhvr>
                                            <p:cTn id="94" dur="750" fill="hold"/>
                                            <p:tgtEl>
                                              <p:spTgt spid="54"/>
                                            </p:tgtEl>
                                            <p:attrNameLst>
                                              <p:attrName>ppt_h</p:attrName>
                                            </p:attrNameLst>
                                          </p:cBhvr>
                                          <p:tavLst>
                                            <p:tav tm="0">
                                              <p:val>
                                                <p:fltVal val="0"/>
                                              </p:val>
                                            </p:tav>
                                            <p:tav tm="100000">
                                              <p:val>
                                                <p:strVal val="#ppt_h"/>
                                              </p:val>
                                            </p:tav>
                                          </p:tavLst>
                                        </p:anim>
                                        <p:animEffect transition="in" filter="fade">
                                          <p:cBhvr>
                                            <p:cTn id="95" dur="75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P spid="55" grpId="0" animBg="1"/>
          <p:bldP spid="56" grpId="0" animBg="1"/>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89"/>
                                            </p:tgtEl>
                                            <p:attrNameLst>
                                              <p:attrName>style.visibility</p:attrName>
                                            </p:attrNameLst>
                                          </p:cBhvr>
                                          <p:to>
                                            <p:strVal val="visible"/>
                                          </p:to>
                                        </p:set>
                                        <p:anim calcmode="lin" valueType="num">
                                          <p:cBhvr>
                                            <p:cTn id="7" dur="750" fill="hold"/>
                                            <p:tgtEl>
                                              <p:spTgt spid="89"/>
                                            </p:tgtEl>
                                            <p:attrNameLst>
                                              <p:attrName>ppt_w</p:attrName>
                                            </p:attrNameLst>
                                          </p:cBhvr>
                                          <p:tavLst>
                                            <p:tav tm="0">
                                              <p:val>
                                                <p:fltVal val="0"/>
                                              </p:val>
                                            </p:tav>
                                            <p:tav tm="100000">
                                              <p:val>
                                                <p:strVal val="#ppt_w"/>
                                              </p:val>
                                            </p:tav>
                                          </p:tavLst>
                                        </p:anim>
                                        <p:anim calcmode="lin" valueType="num">
                                          <p:cBhvr>
                                            <p:cTn id="8" dur="750" fill="hold"/>
                                            <p:tgtEl>
                                              <p:spTgt spid="89"/>
                                            </p:tgtEl>
                                            <p:attrNameLst>
                                              <p:attrName>ppt_h</p:attrName>
                                            </p:attrNameLst>
                                          </p:cBhvr>
                                          <p:tavLst>
                                            <p:tav tm="0">
                                              <p:val>
                                                <p:fltVal val="0"/>
                                              </p:val>
                                            </p:tav>
                                            <p:tav tm="100000">
                                              <p:val>
                                                <p:strVal val="#ppt_h"/>
                                              </p:val>
                                            </p:tav>
                                          </p:tavLst>
                                        </p:anim>
                                        <p:animEffect transition="in" filter="fade">
                                          <p:cBhvr>
                                            <p:cTn id="9" dur="750"/>
                                            <p:tgtEl>
                                              <p:spTgt spid="89"/>
                                            </p:tgtEl>
                                          </p:cBhvr>
                                        </p:animEffect>
                                      </p:childTnLst>
                                    </p:cTn>
                                  </p:par>
                                  <p:par>
                                    <p:cTn id="10" presetID="53" presetClass="entr" presetSubtype="16" fill="hold" nodeType="withEffect">
                                      <p:stCondLst>
                                        <p:cond delay="200"/>
                                      </p:stCondLst>
                                      <p:childTnLst>
                                        <p:set>
                                          <p:cBhvr>
                                            <p:cTn id="11" dur="1" fill="hold">
                                              <p:stCondLst>
                                                <p:cond delay="0"/>
                                              </p:stCondLst>
                                            </p:cTn>
                                            <p:tgtEl>
                                              <p:spTgt spid="79"/>
                                            </p:tgtEl>
                                            <p:attrNameLst>
                                              <p:attrName>style.visibility</p:attrName>
                                            </p:attrNameLst>
                                          </p:cBhvr>
                                          <p:to>
                                            <p:strVal val="visible"/>
                                          </p:to>
                                        </p:set>
                                        <p:anim calcmode="lin" valueType="num">
                                          <p:cBhvr>
                                            <p:cTn id="12" dur="750" fill="hold"/>
                                            <p:tgtEl>
                                              <p:spTgt spid="79"/>
                                            </p:tgtEl>
                                            <p:attrNameLst>
                                              <p:attrName>ppt_w</p:attrName>
                                            </p:attrNameLst>
                                          </p:cBhvr>
                                          <p:tavLst>
                                            <p:tav tm="0">
                                              <p:val>
                                                <p:fltVal val="0"/>
                                              </p:val>
                                            </p:tav>
                                            <p:tav tm="100000">
                                              <p:val>
                                                <p:strVal val="#ppt_w"/>
                                              </p:val>
                                            </p:tav>
                                          </p:tavLst>
                                        </p:anim>
                                        <p:anim calcmode="lin" valueType="num">
                                          <p:cBhvr>
                                            <p:cTn id="13" dur="750" fill="hold"/>
                                            <p:tgtEl>
                                              <p:spTgt spid="79"/>
                                            </p:tgtEl>
                                            <p:attrNameLst>
                                              <p:attrName>ppt_h</p:attrName>
                                            </p:attrNameLst>
                                          </p:cBhvr>
                                          <p:tavLst>
                                            <p:tav tm="0">
                                              <p:val>
                                                <p:fltVal val="0"/>
                                              </p:val>
                                            </p:tav>
                                            <p:tav tm="100000">
                                              <p:val>
                                                <p:strVal val="#ppt_h"/>
                                              </p:val>
                                            </p:tav>
                                          </p:tavLst>
                                        </p:anim>
                                        <p:animEffect transition="in" filter="fade">
                                          <p:cBhvr>
                                            <p:cTn id="14" dur="750"/>
                                            <p:tgtEl>
                                              <p:spTgt spid="79"/>
                                            </p:tgtEl>
                                          </p:cBhvr>
                                        </p:animEffect>
                                      </p:childTnLst>
                                    </p:cTn>
                                  </p:par>
                                  <p:par>
                                    <p:cTn id="15" presetID="53" presetClass="entr" presetSubtype="16" fill="hold" nodeType="withEffect">
                                      <p:stCondLst>
                                        <p:cond delay="400"/>
                                      </p:stCondLst>
                                      <p:childTnLst>
                                        <p:set>
                                          <p:cBhvr>
                                            <p:cTn id="16" dur="1" fill="hold">
                                              <p:stCondLst>
                                                <p:cond delay="0"/>
                                              </p:stCondLst>
                                            </p:cTn>
                                            <p:tgtEl>
                                              <p:spTgt spid="84"/>
                                            </p:tgtEl>
                                            <p:attrNameLst>
                                              <p:attrName>style.visibility</p:attrName>
                                            </p:attrNameLst>
                                          </p:cBhvr>
                                          <p:to>
                                            <p:strVal val="visible"/>
                                          </p:to>
                                        </p:set>
                                        <p:anim calcmode="lin" valueType="num">
                                          <p:cBhvr>
                                            <p:cTn id="17" dur="750" fill="hold"/>
                                            <p:tgtEl>
                                              <p:spTgt spid="84"/>
                                            </p:tgtEl>
                                            <p:attrNameLst>
                                              <p:attrName>ppt_w</p:attrName>
                                            </p:attrNameLst>
                                          </p:cBhvr>
                                          <p:tavLst>
                                            <p:tav tm="0">
                                              <p:val>
                                                <p:fltVal val="0"/>
                                              </p:val>
                                            </p:tav>
                                            <p:tav tm="100000">
                                              <p:val>
                                                <p:strVal val="#ppt_w"/>
                                              </p:val>
                                            </p:tav>
                                          </p:tavLst>
                                        </p:anim>
                                        <p:anim calcmode="lin" valueType="num">
                                          <p:cBhvr>
                                            <p:cTn id="18" dur="750" fill="hold"/>
                                            <p:tgtEl>
                                              <p:spTgt spid="84"/>
                                            </p:tgtEl>
                                            <p:attrNameLst>
                                              <p:attrName>ppt_h</p:attrName>
                                            </p:attrNameLst>
                                          </p:cBhvr>
                                          <p:tavLst>
                                            <p:tav tm="0">
                                              <p:val>
                                                <p:fltVal val="0"/>
                                              </p:val>
                                            </p:tav>
                                            <p:tav tm="100000">
                                              <p:val>
                                                <p:strVal val="#ppt_h"/>
                                              </p:val>
                                            </p:tav>
                                          </p:tavLst>
                                        </p:anim>
                                        <p:animEffect transition="in" filter="fade">
                                          <p:cBhvr>
                                            <p:cTn id="19" dur="750"/>
                                            <p:tgtEl>
                                              <p:spTgt spid="84"/>
                                            </p:tgtEl>
                                          </p:cBhvr>
                                        </p:animEffect>
                                      </p:childTnLst>
                                    </p:cTn>
                                  </p:par>
                                  <p:par>
                                    <p:cTn id="20" presetID="53" presetClass="entr" presetSubtype="16" fill="hold" nodeType="withEffect">
                                      <p:stCondLst>
                                        <p:cond delay="600"/>
                                      </p:stCondLst>
                                      <p:childTnLst>
                                        <p:set>
                                          <p:cBhvr>
                                            <p:cTn id="21" dur="1" fill="hold">
                                              <p:stCondLst>
                                                <p:cond delay="0"/>
                                              </p:stCondLst>
                                            </p:cTn>
                                            <p:tgtEl>
                                              <p:spTgt spid="85"/>
                                            </p:tgtEl>
                                            <p:attrNameLst>
                                              <p:attrName>style.visibility</p:attrName>
                                            </p:attrNameLst>
                                          </p:cBhvr>
                                          <p:to>
                                            <p:strVal val="visible"/>
                                          </p:to>
                                        </p:set>
                                        <p:anim calcmode="lin" valueType="num">
                                          <p:cBhvr>
                                            <p:cTn id="22" dur="750" fill="hold"/>
                                            <p:tgtEl>
                                              <p:spTgt spid="85"/>
                                            </p:tgtEl>
                                            <p:attrNameLst>
                                              <p:attrName>ppt_w</p:attrName>
                                            </p:attrNameLst>
                                          </p:cBhvr>
                                          <p:tavLst>
                                            <p:tav tm="0">
                                              <p:val>
                                                <p:fltVal val="0"/>
                                              </p:val>
                                            </p:tav>
                                            <p:tav tm="100000">
                                              <p:val>
                                                <p:strVal val="#ppt_w"/>
                                              </p:val>
                                            </p:tav>
                                          </p:tavLst>
                                        </p:anim>
                                        <p:anim calcmode="lin" valueType="num">
                                          <p:cBhvr>
                                            <p:cTn id="23" dur="750" fill="hold"/>
                                            <p:tgtEl>
                                              <p:spTgt spid="85"/>
                                            </p:tgtEl>
                                            <p:attrNameLst>
                                              <p:attrName>ppt_h</p:attrName>
                                            </p:attrNameLst>
                                          </p:cBhvr>
                                          <p:tavLst>
                                            <p:tav tm="0">
                                              <p:val>
                                                <p:fltVal val="0"/>
                                              </p:val>
                                            </p:tav>
                                            <p:tav tm="100000">
                                              <p:val>
                                                <p:strVal val="#ppt_h"/>
                                              </p:val>
                                            </p:tav>
                                          </p:tavLst>
                                        </p:anim>
                                        <p:animEffect transition="in" filter="fade">
                                          <p:cBhvr>
                                            <p:cTn id="24" dur="750"/>
                                            <p:tgtEl>
                                              <p:spTgt spid="85"/>
                                            </p:tgtEl>
                                          </p:cBhvr>
                                        </p:animEffect>
                                      </p:childTnLst>
                                    </p:cTn>
                                  </p:par>
                                  <p:par>
                                    <p:cTn id="25" presetID="53" presetClass="entr" presetSubtype="16" fill="hold" nodeType="withEffect">
                                      <p:stCondLst>
                                        <p:cond delay="800"/>
                                      </p:stCondLst>
                                      <p:childTnLst>
                                        <p:set>
                                          <p:cBhvr>
                                            <p:cTn id="26" dur="1" fill="hold">
                                              <p:stCondLst>
                                                <p:cond delay="0"/>
                                              </p:stCondLst>
                                            </p:cTn>
                                            <p:tgtEl>
                                              <p:spTgt spid="67"/>
                                            </p:tgtEl>
                                            <p:attrNameLst>
                                              <p:attrName>style.visibility</p:attrName>
                                            </p:attrNameLst>
                                          </p:cBhvr>
                                          <p:to>
                                            <p:strVal val="visible"/>
                                          </p:to>
                                        </p:set>
                                        <p:anim calcmode="lin" valueType="num">
                                          <p:cBhvr>
                                            <p:cTn id="27" dur="750" fill="hold"/>
                                            <p:tgtEl>
                                              <p:spTgt spid="67"/>
                                            </p:tgtEl>
                                            <p:attrNameLst>
                                              <p:attrName>ppt_w</p:attrName>
                                            </p:attrNameLst>
                                          </p:cBhvr>
                                          <p:tavLst>
                                            <p:tav tm="0">
                                              <p:val>
                                                <p:fltVal val="0"/>
                                              </p:val>
                                            </p:tav>
                                            <p:tav tm="100000">
                                              <p:val>
                                                <p:strVal val="#ppt_w"/>
                                              </p:val>
                                            </p:tav>
                                          </p:tavLst>
                                        </p:anim>
                                        <p:anim calcmode="lin" valueType="num">
                                          <p:cBhvr>
                                            <p:cTn id="28" dur="750" fill="hold"/>
                                            <p:tgtEl>
                                              <p:spTgt spid="67"/>
                                            </p:tgtEl>
                                            <p:attrNameLst>
                                              <p:attrName>ppt_h</p:attrName>
                                            </p:attrNameLst>
                                          </p:cBhvr>
                                          <p:tavLst>
                                            <p:tav tm="0">
                                              <p:val>
                                                <p:fltVal val="0"/>
                                              </p:val>
                                            </p:tav>
                                            <p:tav tm="100000">
                                              <p:val>
                                                <p:strVal val="#ppt_h"/>
                                              </p:val>
                                            </p:tav>
                                          </p:tavLst>
                                        </p:anim>
                                        <p:animEffect transition="in" filter="fade">
                                          <p:cBhvr>
                                            <p:cTn id="29" dur="750"/>
                                            <p:tgtEl>
                                              <p:spTgt spid="67"/>
                                            </p:tgtEl>
                                          </p:cBhvr>
                                        </p:animEffect>
                                      </p:childTnLst>
                                    </p:cTn>
                                  </p:par>
                                  <p:par>
                                    <p:cTn id="30" presetID="53" presetClass="entr" presetSubtype="16" fill="hold" nodeType="withEffect">
                                      <p:stCondLst>
                                        <p:cond delay="800"/>
                                      </p:stCondLst>
                                      <p:childTnLst>
                                        <p:set>
                                          <p:cBhvr>
                                            <p:cTn id="31" dur="1" fill="hold">
                                              <p:stCondLst>
                                                <p:cond delay="0"/>
                                              </p:stCondLst>
                                            </p:cTn>
                                            <p:tgtEl>
                                              <p:spTgt spid="86"/>
                                            </p:tgtEl>
                                            <p:attrNameLst>
                                              <p:attrName>style.visibility</p:attrName>
                                            </p:attrNameLst>
                                          </p:cBhvr>
                                          <p:to>
                                            <p:strVal val="visible"/>
                                          </p:to>
                                        </p:set>
                                        <p:anim calcmode="lin" valueType="num">
                                          <p:cBhvr>
                                            <p:cTn id="32" dur="750" fill="hold"/>
                                            <p:tgtEl>
                                              <p:spTgt spid="86"/>
                                            </p:tgtEl>
                                            <p:attrNameLst>
                                              <p:attrName>ppt_w</p:attrName>
                                            </p:attrNameLst>
                                          </p:cBhvr>
                                          <p:tavLst>
                                            <p:tav tm="0">
                                              <p:val>
                                                <p:fltVal val="0"/>
                                              </p:val>
                                            </p:tav>
                                            <p:tav tm="100000">
                                              <p:val>
                                                <p:strVal val="#ppt_w"/>
                                              </p:val>
                                            </p:tav>
                                          </p:tavLst>
                                        </p:anim>
                                        <p:anim calcmode="lin" valueType="num">
                                          <p:cBhvr>
                                            <p:cTn id="33" dur="750" fill="hold"/>
                                            <p:tgtEl>
                                              <p:spTgt spid="86"/>
                                            </p:tgtEl>
                                            <p:attrNameLst>
                                              <p:attrName>ppt_h</p:attrName>
                                            </p:attrNameLst>
                                          </p:cBhvr>
                                          <p:tavLst>
                                            <p:tav tm="0">
                                              <p:val>
                                                <p:fltVal val="0"/>
                                              </p:val>
                                            </p:tav>
                                            <p:tav tm="100000">
                                              <p:val>
                                                <p:strVal val="#ppt_h"/>
                                              </p:val>
                                            </p:tav>
                                          </p:tavLst>
                                        </p:anim>
                                        <p:animEffect transition="in" filter="fade">
                                          <p:cBhvr>
                                            <p:cTn id="34" dur="750"/>
                                            <p:tgtEl>
                                              <p:spTgt spid="86"/>
                                            </p:tgtEl>
                                          </p:cBhvr>
                                        </p:animEffect>
                                      </p:childTnLst>
                                    </p:cTn>
                                  </p:par>
                                  <p:par>
                                    <p:cTn id="35" presetID="53" presetClass="entr" presetSubtype="16" fill="hold" nodeType="withEffect">
                                      <p:stCondLst>
                                        <p:cond delay="1000"/>
                                      </p:stCondLst>
                                      <p:childTnLst>
                                        <p:set>
                                          <p:cBhvr>
                                            <p:cTn id="36" dur="1" fill="hold">
                                              <p:stCondLst>
                                                <p:cond delay="0"/>
                                              </p:stCondLst>
                                            </p:cTn>
                                            <p:tgtEl>
                                              <p:spTgt spid="70"/>
                                            </p:tgtEl>
                                            <p:attrNameLst>
                                              <p:attrName>style.visibility</p:attrName>
                                            </p:attrNameLst>
                                          </p:cBhvr>
                                          <p:to>
                                            <p:strVal val="visible"/>
                                          </p:to>
                                        </p:set>
                                        <p:anim calcmode="lin" valueType="num">
                                          <p:cBhvr>
                                            <p:cTn id="37" dur="750" fill="hold"/>
                                            <p:tgtEl>
                                              <p:spTgt spid="70"/>
                                            </p:tgtEl>
                                            <p:attrNameLst>
                                              <p:attrName>ppt_w</p:attrName>
                                            </p:attrNameLst>
                                          </p:cBhvr>
                                          <p:tavLst>
                                            <p:tav tm="0">
                                              <p:val>
                                                <p:fltVal val="0"/>
                                              </p:val>
                                            </p:tav>
                                            <p:tav tm="100000">
                                              <p:val>
                                                <p:strVal val="#ppt_w"/>
                                              </p:val>
                                            </p:tav>
                                          </p:tavLst>
                                        </p:anim>
                                        <p:anim calcmode="lin" valueType="num">
                                          <p:cBhvr>
                                            <p:cTn id="38" dur="750" fill="hold"/>
                                            <p:tgtEl>
                                              <p:spTgt spid="70"/>
                                            </p:tgtEl>
                                            <p:attrNameLst>
                                              <p:attrName>ppt_h</p:attrName>
                                            </p:attrNameLst>
                                          </p:cBhvr>
                                          <p:tavLst>
                                            <p:tav tm="0">
                                              <p:val>
                                                <p:fltVal val="0"/>
                                              </p:val>
                                            </p:tav>
                                            <p:tav tm="100000">
                                              <p:val>
                                                <p:strVal val="#ppt_h"/>
                                              </p:val>
                                            </p:tav>
                                          </p:tavLst>
                                        </p:anim>
                                        <p:animEffect transition="in" filter="fade">
                                          <p:cBhvr>
                                            <p:cTn id="39" dur="750"/>
                                            <p:tgtEl>
                                              <p:spTgt spid="70"/>
                                            </p:tgtEl>
                                          </p:cBhvr>
                                        </p:animEffect>
                                      </p:childTnLst>
                                    </p:cTn>
                                  </p:par>
                                  <p:par>
                                    <p:cTn id="40" presetID="53" presetClass="entr" presetSubtype="16" fill="hold" nodeType="withEffect">
                                      <p:stCondLst>
                                        <p:cond delay="1200"/>
                                      </p:stCondLst>
                                      <p:childTnLst>
                                        <p:set>
                                          <p:cBhvr>
                                            <p:cTn id="41" dur="1" fill="hold">
                                              <p:stCondLst>
                                                <p:cond delay="0"/>
                                              </p:stCondLst>
                                            </p:cTn>
                                            <p:tgtEl>
                                              <p:spTgt spid="87"/>
                                            </p:tgtEl>
                                            <p:attrNameLst>
                                              <p:attrName>style.visibility</p:attrName>
                                            </p:attrNameLst>
                                          </p:cBhvr>
                                          <p:to>
                                            <p:strVal val="visible"/>
                                          </p:to>
                                        </p:set>
                                        <p:anim calcmode="lin" valueType="num">
                                          <p:cBhvr>
                                            <p:cTn id="42" dur="750" fill="hold"/>
                                            <p:tgtEl>
                                              <p:spTgt spid="87"/>
                                            </p:tgtEl>
                                            <p:attrNameLst>
                                              <p:attrName>ppt_w</p:attrName>
                                            </p:attrNameLst>
                                          </p:cBhvr>
                                          <p:tavLst>
                                            <p:tav tm="0">
                                              <p:val>
                                                <p:fltVal val="0"/>
                                              </p:val>
                                            </p:tav>
                                            <p:tav tm="100000">
                                              <p:val>
                                                <p:strVal val="#ppt_w"/>
                                              </p:val>
                                            </p:tav>
                                          </p:tavLst>
                                        </p:anim>
                                        <p:anim calcmode="lin" valueType="num">
                                          <p:cBhvr>
                                            <p:cTn id="43" dur="750" fill="hold"/>
                                            <p:tgtEl>
                                              <p:spTgt spid="87"/>
                                            </p:tgtEl>
                                            <p:attrNameLst>
                                              <p:attrName>ppt_h</p:attrName>
                                            </p:attrNameLst>
                                          </p:cBhvr>
                                          <p:tavLst>
                                            <p:tav tm="0">
                                              <p:val>
                                                <p:fltVal val="0"/>
                                              </p:val>
                                            </p:tav>
                                            <p:tav tm="100000">
                                              <p:val>
                                                <p:strVal val="#ppt_h"/>
                                              </p:val>
                                            </p:tav>
                                          </p:tavLst>
                                        </p:anim>
                                        <p:animEffect transition="in" filter="fade">
                                          <p:cBhvr>
                                            <p:cTn id="44" dur="750"/>
                                            <p:tgtEl>
                                              <p:spTgt spid="87"/>
                                            </p:tgtEl>
                                          </p:cBhvr>
                                        </p:animEffect>
                                      </p:childTnLst>
                                    </p:cTn>
                                  </p:par>
                                  <p:par>
                                    <p:cTn id="45" presetID="53" presetClass="entr" presetSubtype="16" fill="hold" nodeType="withEffect">
                                      <p:stCondLst>
                                        <p:cond delay="1400"/>
                                      </p:stCondLst>
                                      <p:childTnLst>
                                        <p:set>
                                          <p:cBhvr>
                                            <p:cTn id="46" dur="1" fill="hold">
                                              <p:stCondLst>
                                                <p:cond delay="0"/>
                                              </p:stCondLst>
                                            </p:cTn>
                                            <p:tgtEl>
                                              <p:spTgt spid="73"/>
                                            </p:tgtEl>
                                            <p:attrNameLst>
                                              <p:attrName>style.visibility</p:attrName>
                                            </p:attrNameLst>
                                          </p:cBhvr>
                                          <p:to>
                                            <p:strVal val="visible"/>
                                          </p:to>
                                        </p:set>
                                        <p:anim calcmode="lin" valueType="num">
                                          <p:cBhvr>
                                            <p:cTn id="47" dur="750" fill="hold"/>
                                            <p:tgtEl>
                                              <p:spTgt spid="73"/>
                                            </p:tgtEl>
                                            <p:attrNameLst>
                                              <p:attrName>ppt_w</p:attrName>
                                            </p:attrNameLst>
                                          </p:cBhvr>
                                          <p:tavLst>
                                            <p:tav tm="0">
                                              <p:val>
                                                <p:fltVal val="0"/>
                                              </p:val>
                                            </p:tav>
                                            <p:tav tm="100000">
                                              <p:val>
                                                <p:strVal val="#ppt_w"/>
                                              </p:val>
                                            </p:tav>
                                          </p:tavLst>
                                        </p:anim>
                                        <p:anim calcmode="lin" valueType="num">
                                          <p:cBhvr>
                                            <p:cTn id="48" dur="750" fill="hold"/>
                                            <p:tgtEl>
                                              <p:spTgt spid="73"/>
                                            </p:tgtEl>
                                            <p:attrNameLst>
                                              <p:attrName>ppt_h</p:attrName>
                                            </p:attrNameLst>
                                          </p:cBhvr>
                                          <p:tavLst>
                                            <p:tav tm="0">
                                              <p:val>
                                                <p:fltVal val="0"/>
                                              </p:val>
                                            </p:tav>
                                            <p:tav tm="100000">
                                              <p:val>
                                                <p:strVal val="#ppt_h"/>
                                              </p:val>
                                            </p:tav>
                                          </p:tavLst>
                                        </p:anim>
                                        <p:animEffect transition="in" filter="fade">
                                          <p:cBhvr>
                                            <p:cTn id="49" dur="750"/>
                                            <p:tgtEl>
                                              <p:spTgt spid="73"/>
                                            </p:tgtEl>
                                          </p:cBhvr>
                                        </p:animEffect>
                                      </p:childTnLst>
                                    </p:cTn>
                                  </p:par>
                                  <p:par>
                                    <p:cTn id="50" presetID="53" presetClass="entr" presetSubtype="16" fill="hold" nodeType="withEffect">
                                      <p:stCondLst>
                                        <p:cond delay="1600"/>
                                      </p:stCondLst>
                                      <p:childTnLst>
                                        <p:set>
                                          <p:cBhvr>
                                            <p:cTn id="51" dur="1" fill="hold">
                                              <p:stCondLst>
                                                <p:cond delay="0"/>
                                              </p:stCondLst>
                                            </p:cTn>
                                            <p:tgtEl>
                                              <p:spTgt spid="88"/>
                                            </p:tgtEl>
                                            <p:attrNameLst>
                                              <p:attrName>style.visibility</p:attrName>
                                            </p:attrNameLst>
                                          </p:cBhvr>
                                          <p:to>
                                            <p:strVal val="visible"/>
                                          </p:to>
                                        </p:set>
                                        <p:anim calcmode="lin" valueType="num">
                                          <p:cBhvr>
                                            <p:cTn id="52" dur="750" fill="hold"/>
                                            <p:tgtEl>
                                              <p:spTgt spid="88"/>
                                            </p:tgtEl>
                                            <p:attrNameLst>
                                              <p:attrName>ppt_w</p:attrName>
                                            </p:attrNameLst>
                                          </p:cBhvr>
                                          <p:tavLst>
                                            <p:tav tm="0">
                                              <p:val>
                                                <p:fltVal val="0"/>
                                              </p:val>
                                            </p:tav>
                                            <p:tav tm="100000">
                                              <p:val>
                                                <p:strVal val="#ppt_w"/>
                                              </p:val>
                                            </p:tav>
                                          </p:tavLst>
                                        </p:anim>
                                        <p:anim calcmode="lin" valueType="num">
                                          <p:cBhvr>
                                            <p:cTn id="53" dur="750" fill="hold"/>
                                            <p:tgtEl>
                                              <p:spTgt spid="88"/>
                                            </p:tgtEl>
                                            <p:attrNameLst>
                                              <p:attrName>ppt_h</p:attrName>
                                            </p:attrNameLst>
                                          </p:cBhvr>
                                          <p:tavLst>
                                            <p:tav tm="0">
                                              <p:val>
                                                <p:fltVal val="0"/>
                                              </p:val>
                                            </p:tav>
                                            <p:tav tm="100000">
                                              <p:val>
                                                <p:strVal val="#ppt_h"/>
                                              </p:val>
                                            </p:tav>
                                          </p:tavLst>
                                        </p:anim>
                                        <p:animEffect transition="in" filter="fade">
                                          <p:cBhvr>
                                            <p:cTn id="54" dur="750"/>
                                            <p:tgtEl>
                                              <p:spTgt spid="88"/>
                                            </p:tgtEl>
                                          </p:cBhvr>
                                        </p:animEffect>
                                      </p:childTnLst>
                                    </p:cTn>
                                  </p:par>
                                  <p:par>
                                    <p:cTn id="55" presetID="53" presetClass="entr" presetSubtype="16" fill="hold" nodeType="withEffect">
                                      <p:stCondLst>
                                        <p:cond delay="1800"/>
                                      </p:stCondLst>
                                      <p:childTnLst>
                                        <p:set>
                                          <p:cBhvr>
                                            <p:cTn id="56" dur="1" fill="hold">
                                              <p:stCondLst>
                                                <p:cond delay="0"/>
                                              </p:stCondLst>
                                            </p:cTn>
                                            <p:tgtEl>
                                              <p:spTgt spid="76"/>
                                            </p:tgtEl>
                                            <p:attrNameLst>
                                              <p:attrName>style.visibility</p:attrName>
                                            </p:attrNameLst>
                                          </p:cBhvr>
                                          <p:to>
                                            <p:strVal val="visible"/>
                                          </p:to>
                                        </p:set>
                                        <p:anim calcmode="lin" valueType="num">
                                          <p:cBhvr>
                                            <p:cTn id="57" dur="750" fill="hold"/>
                                            <p:tgtEl>
                                              <p:spTgt spid="76"/>
                                            </p:tgtEl>
                                            <p:attrNameLst>
                                              <p:attrName>ppt_w</p:attrName>
                                            </p:attrNameLst>
                                          </p:cBhvr>
                                          <p:tavLst>
                                            <p:tav tm="0">
                                              <p:val>
                                                <p:fltVal val="0"/>
                                              </p:val>
                                            </p:tav>
                                            <p:tav tm="100000">
                                              <p:val>
                                                <p:strVal val="#ppt_w"/>
                                              </p:val>
                                            </p:tav>
                                          </p:tavLst>
                                        </p:anim>
                                        <p:anim calcmode="lin" valueType="num">
                                          <p:cBhvr>
                                            <p:cTn id="58" dur="750" fill="hold"/>
                                            <p:tgtEl>
                                              <p:spTgt spid="76"/>
                                            </p:tgtEl>
                                            <p:attrNameLst>
                                              <p:attrName>ppt_h</p:attrName>
                                            </p:attrNameLst>
                                          </p:cBhvr>
                                          <p:tavLst>
                                            <p:tav tm="0">
                                              <p:val>
                                                <p:fltVal val="0"/>
                                              </p:val>
                                            </p:tav>
                                            <p:tav tm="100000">
                                              <p:val>
                                                <p:strVal val="#ppt_h"/>
                                              </p:val>
                                            </p:tav>
                                          </p:tavLst>
                                        </p:anim>
                                        <p:animEffect transition="in" filter="fade">
                                          <p:cBhvr>
                                            <p:cTn id="59" dur="750"/>
                                            <p:tgtEl>
                                              <p:spTgt spid="76"/>
                                            </p:tgtEl>
                                          </p:cBhvr>
                                        </p:animEffect>
                                      </p:childTnLst>
                                    </p:cTn>
                                  </p:par>
                                  <p:par>
                                    <p:cTn id="60" presetID="2" presetClass="entr" presetSubtype="3" fill="hold" nodeType="withEffect">
                                      <p:stCondLst>
                                        <p:cond delay="800"/>
                                      </p:stCondLst>
                                      <p:childTnLst>
                                        <p:set>
                                          <p:cBhvr>
                                            <p:cTn id="61" dur="1" fill="hold">
                                              <p:stCondLst>
                                                <p:cond delay="0"/>
                                              </p:stCondLst>
                                            </p:cTn>
                                            <p:tgtEl>
                                              <p:spTgt spid="90"/>
                                            </p:tgtEl>
                                            <p:attrNameLst>
                                              <p:attrName>style.visibility</p:attrName>
                                            </p:attrNameLst>
                                          </p:cBhvr>
                                          <p:to>
                                            <p:strVal val="visible"/>
                                          </p:to>
                                        </p:set>
                                        <p:anim calcmode="lin" valueType="num">
                                          <p:cBhvr additive="base">
                                            <p:cTn id="62" dur="1000" fill="hold"/>
                                            <p:tgtEl>
                                              <p:spTgt spid="90"/>
                                            </p:tgtEl>
                                            <p:attrNameLst>
                                              <p:attrName>ppt_x</p:attrName>
                                            </p:attrNameLst>
                                          </p:cBhvr>
                                          <p:tavLst>
                                            <p:tav tm="0">
                                              <p:val>
                                                <p:strVal val="1+#ppt_w/2"/>
                                              </p:val>
                                            </p:tav>
                                            <p:tav tm="100000">
                                              <p:val>
                                                <p:strVal val="#ppt_x"/>
                                              </p:val>
                                            </p:tav>
                                          </p:tavLst>
                                        </p:anim>
                                        <p:anim calcmode="lin" valueType="num">
                                          <p:cBhvr additive="base">
                                            <p:cTn id="63" dur="1000" fill="hold"/>
                                            <p:tgtEl>
                                              <p:spTgt spid="90"/>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stCondLst>
                                        <p:cond delay="1100"/>
                                      </p:stCondLst>
                                      <p:childTnLst>
                                        <p:set>
                                          <p:cBhvr>
                                            <p:cTn id="65" dur="1" fill="hold">
                                              <p:stCondLst>
                                                <p:cond delay="0"/>
                                              </p:stCondLst>
                                            </p:cTn>
                                            <p:tgtEl>
                                              <p:spTgt spid="91"/>
                                            </p:tgtEl>
                                            <p:attrNameLst>
                                              <p:attrName>style.visibility</p:attrName>
                                            </p:attrNameLst>
                                          </p:cBhvr>
                                          <p:to>
                                            <p:strVal val="visible"/>
                                          </p:to>
                                        </p:set>
                                        <p:anim calcmode="lin" valueType="num">
                                          <p:cBhvr additive="base">
                                            <p:cTn id="66" dur="1000" fill="hold"/>
                                            <p:tgtEl>
                                              <p:spTgt spid="91"/>
                                            </p:tgtEl>
                                            <p:attrNameLst>
                                              <p:attrName>ppt_x</p:attrName>
                                            </p:attrNameLst>
                                          </p:cBhvr>
                                          <p:tavLst>
                                            <p:tav tm="0">
                                              <p:val>
                                                <p:strVal val="#ppt_x"/>
                                              </p:val>
                                            </p:tav>
                                            <p:tav tm="100000">
                                              <p:val>
                                                <p:strVal val="#ppt_x"/>
                                              </p:val>
                                            </p:tav>
                                          </p:tavLst>
                                        </p:anim>
                                        <p:anim calcmode="lin" valueType="num">
                                          <p:cBhvr additive="base">
                                            <p:cTn id="67" dur="1000" fill="hold"/>
                                            <p:tgtEl>
                                              <p:spTgt spid="91"/>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stCondLst>
                                        <p:cond delay="1500"/>
                                      </p:stCondLst>
                                      <p:childTnLst>
                                        <p:set>
                                          <p:cBhvr>
                                            <p:cTn id="69" dur="1" fill="hold">
                                              <p:stCondLst>
                                                <p:cond delay="0"/>
                                              </p:stCondLst>
                                            </p:cTn>
                                            <p:tgtEl>
                                              <p:spTgt spid="92"/>
                                            </p:tgtEl>
                                            <p:attrNameLst>
                                              <p:attrName>style.visibility</p:attrName>
                                            </p:attrNameLst>
                                          </p:cBhvr>
                                          <p:to>
                                            <p:strVal val="visible"/>
                                          </p:to>
                                        </p:set>
                                        <p:anim calcmode="lin" valueType="num">
                                          <p:cBhvr additive="base">
                                            <p:cTn id="70" dur="1000" fill="hold"/>
                                            <p:tgtEl>
                                              <p:spTgt spid="92"/>
                                            </p:tgtEl>
                                            <p:attrNameLst>
                                              <p:attrName>ppt_x</p:attrName>
                                            </p:attrNameLst>
                                          </p:cBhvr>
                                          <p:tavLst>
                                            <p:tav tm="0">
                                              <p:val>
                                                <p:strVal val="#ppt_x"/>
                                              </p:val>
                                            </p:tav>
                                            <p:tav tm="100000">
                                              <p:val>
                                                <p:strVal val="#ppt_x"/>
                                              </p:val>
                                            </p:tav>
                                          </p:tavLst>
                                        </p:anim>
                                        <p:anim calcmode="lin" valueType="num">
                                          <p:cBhvr additive="base">
                                            <p:cTn id="71" dur="1000" fill="hold"/>
                                            <p:tgtEl>
                                              <p:spTgt spid="92"/>
                                            </p:tgtEl>
                                            <p:attrNameLst>
                                              <p:attrName>ppt_y</p:attrName>
                                            </p:attrNameLst>
                                          </p:cBhvr>
                                          <p:tavLst>
                                            <p:tav tm="0">
                                              <p:val>
                                                <p:strVal val="0-#ppt_h/2"/>
                                              </p:val>
                                            </p:tav>
                                            <p:tav tm="100000">
                                              <p:val>
                                                <p:strVal val="#ppt_y"/>
                                              </p:val>
                                            </p:tav>
                                          </p:tavLst>
                                        </p:anim>
                                      </p:childTnLst>
                                    </p:cTn>
                                  </p:par>
                                  <p:par>
                                    <p:cTn id="72" presetID="2" presetClass="entr" presetSubtype="9" fill="hold" nodeType="withEffect">
                                      <p:stCondLst>
                                        <p:cond delay="1900"/>
                                      </p:stCondLst>
                                      <p:childTnLst>
                                        <p:set>
                                          <p:cBhvr>
                                            <p:cTn id="73" dur="1" fill="hold">
                                              <p:stCondLst>
                                                <p:cond delay="0"/>
                                              </p:stCondLst>
                                            </p:cTn>
                                            <p:tgtEl>
                                              <p:spTgt spid="94"/>
                                            </p:tgtEl>
                                            <p:attrNameLst>
                                              <p:attrName>style.visibility</p:attrName>
                                            </p:attrNameLst>
                                          </p:cBhvr>
                                          <p:to>
                                            <p:strVal val="visible"/>
                                          </p:to>
                                        </p:set>
                                        <p:anim calcmode="lin" valueType="num">
                                          <p:cBhvr additive="base">
                                            <p:cTn id="74" dur="1000" fill="hold"/>
                                            <p:tgtEl>
                                              <p:spTgt spid="94"/>
                                            </p:tgtEl>
                                            <p:attrNameLst>
                                              <p:attrName>ppt_x</p:attrName>
                                            </p:attrNameLst>
                                          </p:cBhvr>
                                          <p:tavLst>
                                            <p:tav tm="0">
                                              <p:val>
                                                <p:strVal val="0-#ppt_w/2"/>
                                              </p:val>
                                            </p:tav>
                                            <p:tav tm="100000">
                                              <p:val>
                                                <p:strVal val="#ppt_x"/>
                                              </p:val>
                                            </p:tav>
                                          </p:tavLst>
                                        </p:anim>
                                        <p:anim calcmode="lin" valueType="num">
                                          <p:cBhvr additive="base">
                                            <p:cTn id="75" dur="1000" fill="hold"/>
                                            <p:tgtEl>
                                              <p:spTgt spid="94"/>
                                            </p:tgtEl>
                                            <p:attrNameLst>
                                              <p:attrName>ppt_y</p:attrName>
                                            </p:attrNameLst>
                                          </p:cBhvr>
                                          <p:tavLst>
                                            <p:tav tm="0">
                                              <p:val>
                                                <p:strVal val="0-#ppt_h/2"/>
                                              </p:val>
                                            </p:tav>
                                            <p:tav tm="100000">
                                              <p:val>
                                                <p:strVal val="#ppt_y"/>
                                              </p:val>
                                            </p:tav>
                                          </p:tavLst>
                                        </p:anim>
                                      </p:childTnLst>
                                    </p:cTn>
                                  </p:par>
                                  <p:par>
                                    <p:cTn id="76" presetID="53" presetClass="entr" presetSubtype="16" fill="hold" grpId="0" nodeType="withEffect">
                                      <p:stCondLst>
                                        <p:cond delay="2100"/>
                                      </p:stCondLst>
                                      <p:childTnLst>
                                        <p:set>
                                          <p:cBhvr>
                                            <p:cTn id="77" dur="1" fill="hold">
                                              <p:stCondLst>
                                                <p:cond delay="0"/>
                                              </p:stCondLst>
                                            </p:cTn>
                                            <p:tgtEl>
                                              <p:spTgt spid="56"/>
                                            </p:tgtEl>
                                            <p:attrNameLst>
                                              <p:attrName>style.visibility</p:attrName>
                                            </p:attrNameLst>
                                          </p:cBhvr>
                                          <p:to>
                                            <p:strVal val="visible"/>
                                          </p:to>
                                        </p:set>
                                        <p:anim calcmode="lin" valueType="num">
                                          <p:cBhvr>
                                            <p:cTn id="78" dur="750" fill="hold"/>
                                            <p:tgtEl>
                                              <p:spTgt spid="56"/>
                                            </p:tgtEl>
                                            <p:attrNameLst>
                                              <p:attrName>ppt_w</p:attrName>
                                            </p:attrNameLst>
                                          </p:cBhvr>
                                          <p:tavLst>
                                            <p:tav tm="0">
                                              <p:val>
                                                <p:fltVal val="0"/>
                                              </p:val>
                                            </p:tav>
                                            <p:tav tm="100000">
                                              <p:val>
                                                <p:strVal val="#ppt_w"/>
                                              </p:val>
                                            </p:tav>
                                          </p:tavLst>
                                        </p:anim>
                                        <p:anim calcmode="lin" valueType="num">
                                          <p:cBhvr>
                                            <p:cTn id="79" dur="750" fill="hold"/>
                                            <p:tgtEl>
                                              <p:spTgt spid="56"/>
                                            </p:tgtEl>
                                            <p:attrNameLst>
                                              <p:attrName>ppt_h</p:attrName>
                                            </p:attrNameLst>
                                          </p:cBhvr>
                                          <p:tavLst>
                                            <p:tav tm="0">
                                              <p:val>
                                                <p:fltVal val="0"/>
                                              </p:val>
                                            </p:tav>
                                            <p:tav tm="100000">
                                              <p:val>
                                                <p:strVal val="#ppt_h"/>
                                              </p:val>
                                            </p:tav>
                                          </p:tavLst>
                                        </p:anim>
                                        <p:animEffect transition="in" filter="fade">
                                          <p:cBhvr>
                                            <p:cTn id="80" dur="750"/>
                                            <p:tgtEl>
                                              <p:spTgt spid="56"/>
                                            </p:tgtEl>
                                          </p:cBhvr>
                                        </p:animEffect>
                                      </p:childTnLst>
                                    </p:cTn>
                                  </p:par>
                                  <p:par>
                                    <p:cTn id="81" presetID="53" presetClass="entr" presetSubtype="16" fill="hold" grpId="0" nodeType="withEffect">
                                      <p:stCondLst>
                                        <p:cond delay="2300"/>
                                      </p:stCondLst>
                                      <p:childTnLst>
                                        <p:set>
                                          <p:cBhvr>
                                            <p:cTn id="82" dur="1" fill="hold">
                                              <p:stCondLst>
                                                <p:cond delay="0"/>
                                              </p:stCondLst>
                                            </p:cTn>
                                            <p:tgtEl>
                                              <p:spTgt spid="55"/>
                                            </p:tgtEl>
                                            <p:attrNameLst>
                                              <p:attrName>style.visibility</p:attrName>
                                            </p:attrNameLst>
                                          </p:cBhvr>
                                          <p:to>
                                            <p:strVal val="visible"/>
                                          </p:to>
                                        </p:set>
                                        <p:anim calcmode="lin" valueType="num">
                                          <p:cBhvr>
                                            <p:cTn id="83" dur="750" fill="hold"/>
                                            <p:tgtEl>
                                              <p:spTgt spid="55"/>
                                            </p:tgtEl>
                                            <p:attrNameLst>
                                              <p:attrName>ppt_w</p:attrName>
                                            </p:attrNameLst>
                                          </p:cBhvr>
                                          <p:tavLst>
                                            <p:tav tm="0">
                                              <p:val>
                                                <p:fltVal val="0"/>
                                              </p:val>
                                            </p:tav>
                                            <p:tav tm="100000">
                                              <p:val>
                                                <p:strVal val="#ppt_w"/>
                                              </p:val>
                                            </p:tav>
                                          </p:tavLst>
                                        </p:anim>
                                        <p:anim calcmode="lin" valueType="num">
                                          <p:cBhvr>
                                            <p:cTn id="84" dur="750" fill="hold"/>
                                            <p:tgtEl>
                                              <p:spTgt spid="55"/>
                                            </p:tgtEl>
                                            <p:attrNameLst>
                                              <p:attrName>ppt_h</p:attrName>
                                            </p:attrNameLst>
                                          </p:cBhvr>
                                          <p:tavLst>
                                            <p:tav tm="0">
                                              <p:val>
                                                <p:fltVal val="0"/>
                                              </p:val>
                                            </p:tav>
                                            <p:tav tm="100000">
                                              <p:val>
                                                <p:strVal val="#ppt_h"/>
                                              </p:val>
                                            </p:tav>
                                          </p:tavLst>
                                        </p:anim>
                                        <p:animEffect transition="in" filter="fade">
                                          <p:cBhvr>
                                            <p:cTn id="85" dur="750"/>
                                            <p:tgtEl>
                                              <p:spTgt spid="55"/>
                                            </p:tgtEl>
                                          </p:cBhvr>
                                        </p:animEffect>
                                      </p:childTnLst>
                                    </p:cTn>
                                  </p:par>
                                  <p:par>
                                    <p:cTn id="86" presetID="53" presetClass="entr" presetSubtype="16" fill="hold" grpId="0" nodeType="withEffect">
                                      <p:stCondLst>
                                        <p:cond delay="2500"/>
                                      </p:stCondLst>
                                      <p:childTnLst>
                                        <p:set>
                                          <p:cBhvr>
                                            <p:cTn id="87" dur="1" fill="hold">
                                              <p:stCondLst>
                                                <p:cond delay="0"/>
                                              </p:stCondLst>
                                            </p:cTn>
                                            <p:tgtEl>
                                              <p:spTgt spid="53"/>
                                            </p:tgtEl>
                                            <p:attrNameLst>
                                              <p:attrName>style.visibility</p:attrName>
                                            </p:attrNameLst>
                                          </p:cBhvr>
                                          <p:to>
                                            <p:strVal val="visible"/>
                                          </p:to>
                                        </p:set>
                                        <p:anim calcmode="lin" valueType="num">
                                          <p:cBhvr>
                                            <p:cTn id="88" dur="750" fill="hold"/>
                                            <p:tgtEl>
                                              <p:spTgt spid="53"/>
                                            </p:tgtEl>
                                            <p:attrNameLst>
                                              <p:attrName>ppt_w</p:attrName>
                                            </p:attrNameLst>
                                          </p:cBhvr>
                                          <p:tavLst>
                                            <p:tav tm="0">
                                              <p:val>
                                                <p:fltVal val="0"/>
                                              </p:val>
                                            </p:tav>
                                            <p:tav tm="100000">
                                              <p:val>
                                                <p:strVal val="#ppt_w"/>
                                              </p:val>
                                            </p:tav>
                                          </p:tavLst>
                                        </p:anim>
                                        <p:anim calcmode="lin" valueType="num">
                                          <p:cBhvr>
                                            <p:cTn id="89" dur="750" fill="hold"/>
                                            <p:tgtEl>
                                              <p:spTgt spid="53"/>
                                            </p:tgtEl>
                                            <p:attrNameLst>
                                              <p:attrName>ppt_h</p:attrName>
                                            </p:attrNameLst>
                                          </p:cBhvr>
                                          <p:tavLst>
                                            <p:tav tm="0">
                                              <p:val>
                                                <p:fltVal val="0"/>
                                              </p:val>
                                            </p:tav>
                                            <p:tav tm="100000">
                                              <p:val>
                                                <p:strVal val="#ppt_h"/>
                                              </p:val>
                                            </p:tav>
                                          </p:tavLst>
                                        </p:anim>
                                        <p:animEffect transition="in" filter="fade">
                                          <p:cBhvr>
                                            <p:cTn id="90" dur="750"/>
                                            <p:tgtEl>
                                              <p:spTgt spid="53"/>
                                            </p:tgtEl>
                                          </p:cBhvr>
                                        </p:animEffect>
                                      </p:childTnLst>
                                    </p:cTn>
                                  </p:par>
                                  <p:par>
                                    <p:cTn id="91" presetID="53" presetClass="entr" presetSubtype="16" fill="hold" grpId="0" nodeType="withEffect">
                                      <p:stCondLst>
                                        <p:cond delay="2700"/>
                                      </p:stCondLst>
                                      <p:childTnLst>
                                        <p:set>
                                          <p:cBhvr>
                                            <p:cTn id="92" dur="1" fill="hold">
                                              <p:stCondLst>
                                                <p:cond delay="0"/>
                                              </p:stCondLst>
                                            </p:cTn>
                                            <p:tgtEl>
                                              <p:spTgt spid="54"/>
                                            </p:tgtEl>
                                            <p:attrNameLst>
                                              <p:attrName>style.visibility</p:attrName>
                                            </p:attrNameLst>
                                          </p:cBhvr>
                                          <p:to>
                                            <p:strVal val="visible"/>
                                          </p:to>
                                        </p:set>
                                        <p:anim calcmode="lin" valueType="num">
                                          <p:cBhvr>
                                            <p:cTn id="93" dur="750" fill="hold"/>
                                            <p:tgtEl>
                                              <p:spTgt spid="54"/>
                                            </p:tgtEl>
                                            <p:attrNameLst>
                                              <p:attrName>ppt_w</p:attrName>
                                            </p:attrNameLst>
                                          </p:cBhvr>
                                          <p:tavLst>
                                            <p:tav tm="0">
                                              <p:val>
                                                <p:fltVal val="0"/>
                                              </p:val>
                                            </p:tav>
                                            <p:tav tm="100000">
                                              <p:val>
                                                <p:strVal val="#ppt_w"/>
                                              </p:val>
                                            </p:tav>
                                          </p:tavLst>
                                        </p:anim>
                                        <p:anim calcmode="lin" valueType="num">
                                          <p:cBhvr>
                                            <p:cTn id="94" dur="750" fill="hold"/>
                                            <p:tgtEl>
                                              <p:spTgt spid="54"/>
                                            </p:tgtEl>
                                            <p:attrNameLst>
                                              <p:attrName>ppt_h</p:attrName>
                                            </p:attrNameLst>
                                          </p:cBhvr>
                                          <p:tavLst>
                                            <p:tav tm="0">
                                              <p:val>
                                                <p:fltVal val="0"/>
                                              </p:val>
                                            </p:tav>
                                            <p:tav tm="100000">
                                              <p:val>
                                                <p:strVal val="#ppt_h"/>
                                              </p:val>
                                            </p:tav>
                                          </p:tavLst>
                                        </p:anim>
                                        <p:animEffect transition="in" filter="fade">
                                          <p:cBhvr>
                                            <p:cTn id="95" dur="75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P spid="55" grpId="0" animBg="1"/>
          <p:bldP spid="56" grpId="0" animBg="1"/>
        </p:bldLst>
      </p:timing>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CD069DAF-FB9E-4209-8A71-D6E47D969B65}"/>
              </a:ext>
            </a:extLst>
          </p:cNvPr>
          <p:cNvGrpSpPr/>
          <p:nvPr/>
        </p:nvGrpSpPr>
        <p:grpSpPr>
          <a:xfrm>
            <a:off x="3948417" y="4836796"/>
            <a:ext cx="5437731" cy="1143158"/>
            <a:chOff x="3948417" y="4836796"/>
            <a:chExt cx="5437731" cy="1143158"/>
          </a:xfrm>
        </p:grpSpPr>
        <p:sp>
          <p:nvSpPr>
            <p:cNvPr id="3" name="Freeform 116">
              <a:extLst>
                <a:ext uri="{FF2B5EF4-FFF2-40B4-BE49-F238E27FC236}">
                  <a16:creationId xmlns:a16="http://schemas.microsoft.com/office/drawing/2014/main" id="{16536B81-03A9-4B3D-9EA4-26D11CF2D405}"/>
                </a:ext>
              </a:extLst>
            </p:cNvPr>
            <p:cNvSpPr>
              <a:spLocks/>
            </p:cNvSpPr>
            <p:nvPr/>
          </p:nvSpPr>
          <p:spPr bwMode="auto">
            <a:xfrm>
              <a:off x="4116328" y="4960620"/>
              <a:ext cx="4417696" cy="1019334"/>
            </a:xfrm>
            <a:custGeom>
              <a:avLst/>
              <a:gdLst>
                <a:gd name="T0" fmla="*/ 536575 w 2531"/>
                <a:gd name="T1" fmla="*/ 927100 h 584"/>
                <a:gd name="T2" fmla="*/ 3484563 w 2531"/>
                <a:gd name="T3" fmla="*/ 927100 h 584"/>
                <a:gd name="T4" fmla="*/ 4017963 w 2531"/>
                <a:gd name="T5" fmla="*/ 0 h 584"/>
                <a:gd name="T6" fmla="*/ 0 w 2531"/>
                <a:gd name="T7" fmla="*/ 0 h 584"/>
                <a:gd name="T8" fmla="*/ 536575 w 2531"/>
                <a:gd name="T9" fmla="*/ 927100 h 5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1" h="584">
                  <a:moveTo>
                    <a:pt x="338" y="584"/>
                  </a:moveTo>
                  <a:lnTo>
                    <a:pt x="2195" y="584"/>
                  </a:lnTo>
                  <a:lnTo>
                    <a:pt x="2531" y="0"/>
                  </a:lnTo>
                  <a:lnTo>
                    <a:pt x="0" y="0"/>
                  </a:lnTo>
                  <a:lnTo>
                    <a:pt x="338" y="584"/>
                  </a:lnTo>
                  <a:close/>
                </a:path>
              </a:pathLst>
            </a:custGeom>
            <a:solidFill>
              <a:schemeClr val="accent5"/>
            </a:solidFill>
            <a:ln>
              <a:noFill/>
            </a:ln>
          </p:spPr>
          <p:txBody>
            <a:bodyPr/>
            <a:lstStyle/>
            <a:p>
              <a:endParaRPr lang="ru-UA"/>
            </a:p>
          </p:txBody>
        </p:sp>
        <p:sp>
          <p:nvSpPr>
            <p:cNvPr id="14" name="Right Triangle 34">
              <a:extLst>
                <a:ext uri="{FF2B5EF4-FFF2-40B4-BE49-F238E27FC236}">
                  <a16:creationId xmlns:a16="http://schemas.microsoft.com/office/drawing/2014/main" id="{17FB592B-2E4A-4FFA-873D-7E7832E20702}"/>
                </a:ext>
              </a:extLst>
            </p:cNvPr>
            <p:cNvSpPr/>
            <p:nvPr/>
          </p:nvSpPr>
          <p:spPr>
            <a:xfrm flipV="1">
              <a:off x="3948417" y="4836796"/>
              <a:ext cx="5437731" cy="49207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Lst>
              <a:ahLst/>
              <a:cxnLst>
                <a:cxn ang="0">
                  <a:pos x="connsiteX0" y="connsiteY0"/>
                </a:cxn>
                <a:cxn ang="0">
                  <a:pos x="connsiteX1" y="connsiteY1"/>
                </a:cxn>
                <a:cxn ang="0">
                  <a:pos x="connsiteX2" y="connsiteY2"/>
                </a:cxn>
                <a:cxn ang="0">
                  <a:pos x="connsiteX3" y="connsiteY3"/>
                </a:cxn>
              </a:cxnLst>
              <a:rect l="l" t="t" r="r" b="b"/>
              <a:pathLst>
                <a:path w="3371315" h="447549">
                  <a:moveTo>
                    <a:pt x="153301" y="447549"/>
                  </a:moveTo>
                  <a:lnTo>
                    <a:pt x="0" y="0"/>
                  </a:lnTo>
                  <a:lnTo>
                    <a:pt x="3371315" y="380874"/>
                  </a:lnTo>
                  <a:lnTo>
                    <a:pt x="153301" y="447549"/>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11" name="Group 10">
            <a:extLst>
              <a:ext uri="{FF2B5EF4-FFF2-40B4-BE49-F238E27FC236}">
                <a16:creationId xmlns:a16="http://schemas.microsoft.com/office/drawing/2014/main" id="{4A6B051F-1EAD-4346-B48D-EC93227AC699}"/>
              </a:ext>
            </a:extLst>
          </p:cNvPr>
          <p:cNvGrpSpPr/>
          <p:nvPr/>
        </p:nvGrpSpPr>
        <p:grpSpPr>
          <a:xfrm>
            <a:off x="1771510" y="3811398"/>
            <a:ext cx="7105915" cy="1149221"/>
            <a:chOff x="1771510" y="3811398"/>
            <a:chExt cx="7105915" cy="1149221"/>
          </a:xfrm>
        </p:grpSpPr>
        <p:sp>
          <p:nvSpPr>
            <p:cNvPr id="4" name="Freeform 117">
              <a:extLst>
                <a:ext uri="{FF2B5EF4-FFF2-40B4-BE49-F238E27FC236}">
                  <a16:creationId xmlns:a16="http://schemas.microsoft.com/office/drawing/2014/main" id="{7F90E1FF-3762-477F-AFB8-A095E4B2D78E}"/>
                </a:ext>
              </a:extLst>
            </p:cNvPr>
            <p:cNvSpPr>
              <a:spLocks/>
            </p:cNvSpPr>
            <p:nvPr/>
          </p:nvSpPr>
          <p:spPr bwMode="auto">
            <a:xfrm>
              <a:off x="2939905" y="3939540"/>
              <a:ext cx="5890844" cy="1021079"/>
            </a:xfrm>
            <a:custGeom>
              <a:avLst/>
              <a:gdLst>
                <a:gd name="T0" fmla="*/ 536575 w 3375"/>
                <a:gd name="T1" fmla="*/ 928687 h 585"/>
                <a:gd name="T2" fmla="*/ 4821238 w 3375"/>
                <a:gd name="T3" fmla="*/ 928687 h 585"/>
                <a:gd name="T4" fmla="*/ 5357813 w 3375"/>
                <a:gd name="T5" fmla="*/ 0 h 585"/>
                <a:gd name="T6" fmla="*/ 0 w 3375"/>
                <a:gd name="T7" fmla="*/ 0 h 585"/>
                <a:gd name="T8" fmla="*/ 536575 w 3375"/>
                <a:gd name="T9" fmla="*/ 928687 h 5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5" h="585">
                  <a:moveTo>
                    <a:pt x="338" y="585"/>
                  </a:moveTo>
                  <a:lnTo>
                    <a:pt x="3037" y="585"/>
                  </a:lnTo>
                  <a:lnTo>
                    <a:pt x="3375" y="0"/>
                  </a:lnTo>
                  <a:lnTo>
                    <a:pt x="0" y="0"/>
                  </a:lnTo>
                  <a:lnTo>
                    <a:pt x="338" y="585"/>
                  </a:lnTo>
                  <a:close/>
                </a:path>
              </a:pathLst>
            </a:custGeom>
            <a:solidFill>
              <a:schemeClr val="accent4"/>
            </a:solidFill>
            <a:ln>
              <a:noFill/>
            </a:ln>
          </p:spPr>
          <p:txBody>
            <a:bodyPr/>
            <a:lstStyle/>
            <a:p>
              <a:endParaRPr lang="ru-UA"/>
            </a:p>
          </p:txBody>
        </p:sp>
        <p:sp>
          <p:nvSpPr>
            <p:cNvPr id="17" name="Right Triangle 34">
              <a:extLst>
                <a:ext uri="{FF2B5EF4-FFF2-40B4-BE49-F238E27FC236}">
                  <a16:creationId xmlns:a16="http://schemas.microsoft.com/office/drawing/2014/main" id="{88CC7E06-2430-4E31-B11F-7F7BEF281367}"/>
                </a:ext>
              </a:extLst>
            </p:cNvPr>
            <p:cNvSpPr/>
            <p:nvPr/>
          </p:nvSpPr>
          <p:spPr>
            <a:xfrm flipH="1" flipV="1">
              <a:off x="1771510" y="3811398"/>
              <a:ext cx="7105915" cy="46519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 name="connsiteX0" fmla="*/ 131594 w 3358981"/>
                <a:gd name="connsiteY0" fmla="*/ 505651 h 505651"/>
                <a:gd name="connsiteX1" fmla="*/ 0 w 3358981"/>
                <a:gd name="connsiteY1" fmla="*/ 0 h 505651"/>
                <a:gd name="connsiteX2" fmla="*/ 3358981 w 3358981"/>
                <a:gd name="connsiteY2" fmla="*/ 505651 h 505651"/>
                <a:gd name="connsiteX3" fmla="*/ 131594 w 3358981"/>
                <a:gd name="connsiteY3" fmla="*/ 505651 h 505651"/>
                <a:gd name="connsiteX0" fmla="*/ 165226 w 3392613"/>
                <a:gd name="connsiteY0" fmla="*/ 719011 h 719011"/>
                <a:gd name="connsiteX1" fmla="*/ 0 w 3392613"/>
                <a:gd name="connsiteY1" fmla="*/ 0 h 719011"/>
                <a:gd name="connsiteX2" fmla="*/ 3392613 w 3392613"/>
                <a:gd name="connsiteY2" fmla="*/ 719011 h 719011"/>
                <a:gd name="connsiteX3" fmla="*/ 165226 w 3392613"/>
                <a:gd name="connsiteY3" fmla="*/ 719011 h 719011"/>
                <a:gd name="connsiteX0" fmla="*/ 150812 w 3378199"/>
                <a:gd name="connsiteY0" fmla="*/ 574231 h 574231"/>
                <a:gd name="connsiteX1" fmla="*/ 0 w 3378199"/>
                <a:gd name="connsiteY1" fmla="*/ 0 h 574231"/>
                <a:gd name="connsiteX2" fmla="*/ 3378199 w 3378199"/>
                <a:gd name="connsiteY2" fmla="*/ 574231 h 574231"/>
                <a:gd name="connsiteX3" fmla="*/ 150812 w 3378199"/>
                <a:gd name="connsiteY3" fmla="*/ 574231 h 574231"/>
                <a:gd name="connsiteX0" fmla="*/ 6675 w 3234062"/>
                <a:gd name="connsiteY0" fmla="*/ 377381 h 377381"/>
                <a:gd name="connsiteX1" fmla="*/ 0 w 3234062"/>
                <a:gd name="connsiteY1" fmla="*/ 0 h 377381"/>
                <a:gd name="connsiteX2" fmla="*/ 3234062 w 3234062"/>
                <a:gd name="connsiteY2" fmla="*/ 377381 h 377381"/>
                <a:gd name="connsiteX3" fmla="*/ 6675 w 3234062"/>
                <a:gd name="connsiteY3" fmla="*/ 377381 h 377381"/>
                <a:gd name="connsiteX0" fmla="*/ 34702 w 3262089"/>
                <a:gd name="connsiteY0" fmla="*/ 377381 h 377381"/>
                <a:gd name="connsiteX1" fmla="*/ 0 w 3262089"/>
                <a:gd name="connsiteY1" fmla="*/ 0 h 377381"/>
                <a:gd name="connsiteX2" fmla="*/ 3262089 w 3262089"/>
                <a:gd name="connsiteY2" fmla="*/ 377381 h 377381"/>
                <a:gd name="connsiteX3" fmla="*/ 34702 w 3262089"/>
                <a:gd name="connsiteY3" fmla="*/ 377381 h 377381"/>
                <a:gd name="connsiteX0" fmla="*/ 0 w 4156194"/>
                <a:gd name="connsiteY0" fmla="*/ 392621 h 392621"/>
                <a:gd name="connsiteX1" fmla="*/ 894105 w 4156194"/>
                <a:gd name="connsiteY1" fmla="*/ 0 h 392621"/>
                <a:gd name="connsiteX2" fmla="*/ 4156194 w 4156194"/>
                <a:gd name="connsiteY2" fmla="*/ 377381 h 392621"/>
                <a:gd name="connsiteX3" fmla="*/ 0 w 4156194"/>
                <a:gd name="connsiteY3" fmla="*/ 392621 h 392621"/>
                <a:gd name="connsiteX0" fmla="*/ 0 w 4156194"/>
                <a:gd name="connsiteY0" fmla="*/ 423101 h 423101"/>
                <a:gd name="connsiteX1" fmla="*/ 216849 w 4156194"/>
                <a:gd name="connsiteY1" fmla="*/ 0 h 423101"/>
                <a:gd name="connsiteX2" fmla="*/ 4156194 w 4156194"/>
                <a:gd name="connsiteY2" fmla="*/ 407861 h 423101"/>
                <a:gd name="connsiteX3" fmla="*/ 0 w 4156194"/>
                <a:gd name="connsiteY3" fmla="*/ 423101 h 423101"/>
                <a:gd name="connsiteX0" fmla="*/ 0 w 4156194"/>
                <a:gd name="connsiteY0" fmla="*/ 415481 h 415481"/>
                <a:gd name="connsiteX1" fmla="*/ 182986 w 4156194"/>
                <a:gd name="connsiteY1" fmla="*/ 0 h 415481"/>
                <a:gd name="connsiteX2" fmla="*/ 4156194 w 4156194"/>
                <a:gd name="connsiteY2" fmla="*/ 400241 h 415481"/>
                <a:gd name="connsiteX3" fmla="*/ 0 w 4156194"/>
                <a:gd name="connsiteY3" fmla="*/ 415481 h 415481"/>
                <a:gd name="connsiteX0" fmla="*/ 0 w 4102981"/>
                <a:gd name="connsiteY0" fmla="*/ 445961 h 445961"/>
                <a:gd name="connsiteX1" fmla="*/ 129773 w 4102981"/>
                <a:gd name="connsiteY1" fmla="*/ 0 h 445961"/>
                <a:gd name="connsiteX2" fmla="*/ 4102981 w 4102981"/>
                <a:gd name="connsiteY2" fmla="*/ 400241 h 445961"/>
                <a:gd name="connsiteX3" fmla="*/ 0 w 4102981"/>
                <a:gd name="connsiteY3" fmla="*/ 445961 h 445961"/>
                <a:gd name="connsiteX0" fmla="*/ 0 w 4102981"/>
                <a:gd name="connsiteY0" fmla="*/ 423101 h 423101"/>
                <a:gd name="connsiteX1" fmla="*/ 144286 w 4102981"/>
                <a:gd name="connsiteY1" fmla="*/ 0 h 423101"/>
                <a:gd name="connsiteX2" fmla="*/ 4102981 w 4102981"/>
                <a:gd name="connsiteY2" fmla="*/ 377381 h 423101"/>
                <a:gd name="connsiteX3" fmla="*/ 0 w 4102981"/>
                <a:gd name="connsiteY3" fmla="*/ 423101 h 423101"/>
              </a:gdLst>
              <a:ahLst/>
              <a:cxnLst>
                <a:cxn ang="0">
                  <a:pos x="connsiteX0" y="connsiteY0"/>
                </a:cxn>
                <a:cxn ang="0">
                  <a:pos x="connsiteX1" y="connsiteY1"/>
                </a:cxn>
                <a:cxn ang="0">
                  <a:pos x="connsiteX2" y="connsiteY2"/>
                </a:cxn>
                <a:cxn ang="0">
                  <a:pos x="connsiteX3" y="connsiteY3"/>
                </a:cxn>
              </a:cxnLst>
              <a:rect l="l" t="t" r="r" b="b"/>
              <a:pathLst>
                <a:path w="4102981" h="423101">
                  <a:moveTo>
                    <a:pt x="0" y="423101"/>
                  </a:moveTo>
                  <a:lnTo>
                    <a:pt x="144286" y="0"/>
                  </a:lnTo>
                  <a:lnTo>
                    <a:pt x="4102981" y="377381"/>
                  </a:lnTo>
                  <a:lnTo>
                    <a:pt x="0" y="423101"/>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12" name="Group 11">
            <a:extLst>
              <a:ext uri="{FF2B5EF4-FFF2-40B4-BE49-F238E27FC236}">
                <a16:creationId xmlns:a16="http://schemas.microsoft.com/office/drawing/2014/main" id="{D0750B2F-5AAD-454D-A000-2C4670340FEF}"/>
              </a:ext>
            </a:extLst>
          </p:cNvPr>
          <p:cNvGrpSpPr/>
          <p:nvPr/>
        </p:nvGrpSpPr>
        <p:grpSpPr>
          <a:xfrm>
            <a:off x="3166985" y="2752801"/>
            <a:ext cx="7253505" cy="1186738"/>
            <a:chOff x="3166985" y="2752801"/>
            <a:chExt cx="7253505" cy="1186738"/>
          </a:xfrm>
        </p:grpSpPr>
        <p:sp>
          <p:nvSpPr>
            <p:cNvPr id="5" name="Freeform 118">
              <a:extLst>
                <a:ext uri="{FF2B5EF4-FFF2-40B4-BE49-F238E27FC236}">
                  <a16:creationId xmlns:a16="http://schemas.microsoft.com/office/drawing/2014/main" id="{5B9DDA0F-CA36-4BFE-A5E9-ED0D44D7FADC}"/>
                </a:ext>
              </a:extLst>
            </p:cNvPr>
            <p:cNvSpPr>
              <a:spLocks/>
            </p:cNvSpPr>
            <p:nvPr/>
          </p:nvSpPr>
          <p:spPr bwMode="auto">
            <a:xfrm>
              <a:off x="3233138" y="2918460"/>
              <a:ext cx="6253894" cy="1021079"/>
            </a:xfrm>
            <a:custGeom>
              <a:avLst/>
              <a:gdLst>
                <a:gd name="T0" fmla="*/ 0 w 3583"/>
                <a:gd name="T1" fmla="*/ 461962 h 585"/>
                <a:gd name="T2" fmla="*/ 269875 w 3583"/>
                <a:gd name="T3" fmla="*/ 928687 h 585"/>
                <a:gd name="T4" fmla="*/ 5418138 w 3583"/>
                <a:gd name="T5" fmla="*/ 928687 h 585"/>
                <a:gd name="T6" fmla="*/ 5688013 w 3583"/>
                <a:gd name="T7" fmla="*/ 461962 h 585"/>
                <a:gd name="T8" fmla="*/ 5418138 w 3583"/>
                <a:gd name="T9" fmla="*/ 0 h 585"/>
                <a:gd name="T10" fmla="*/ 269875 w 3583"/>
                <a:gd name="T11" fmla="*/ 0 h 585"/>
                <a:gd name="T12" fmla="*/ 0 w 3583"/>
                <a:gd name="T13" fmla="*/ 461962 h 5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83" h="585">
                  <a:moveTo>
                    <a:pt x="0" y="291"/>
                  </a:moveTo>
                  <a:lnTo>
                    <a:pt x="170" y="585"/>
                  </a:lnTo>
                  <a:lnTo>
                    <a:pt x="3413" y="585"/>
                  </a:lnTo>
                  <a:lnTo>
                    <a:pt x="3583" y="291"/>
                  </a:lnTo>
                  <a:lnTo>
                    <a:pt x="3413" y="0"/>
                  </a:lnTo>
                  <a:lnTo>
                    <a:pt x="170" y="0"/>
                  </a:lnTo>
                  <a:lnTo>
                    <a:pt x="0" y="291"/>
                  </a:lnTo>
                  <a:close/>
                </a:path>
              </a:pathLst>
            </a:custGeom>
            <a:solidFill>
              <a:schemeClr val="accent3"/>
            </a:solidFill>
            <a:ln>
              <a:noFill/>
            </a:ln>
          </p:spPr>
          <p:txBody>
            <a:bodyPr/>
            <a:lstStyle/>
            <a:p>
              <a:endParaRPr lang="ru-UA"/>
            </a:p>
          </p:txBody>
        </p:sp>
        <p:sp>
          <p:nvSpPr>
            <p:cNvPr id="16" name="Right Triangle 34">
              <a:extLst>
                <a:ext uri="{FF2B5EF4-FFF2-40B4-BE49-F238E27FC236}">
                  <a16:creationId xmlns:a16="http://schemas.microsoft.com/office/drawing/2014/main" id="{E15059E3-FA53-4FD2-8F01-99F34500BC4E}"/>
                </a:ext>
              </a:extLst>
            </p:cNvPr>
            <p:cNvSpPr/>
            <p:nvPr/>
          </p:nvSpPr>
          <p:spPr>
            <a:xfrm flipV="1">
              <a:off x="3166985" y="2752801"/>
              <a:ext cx="7253505" cy="49207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Lst>
              <a:ahLst/>
              <a:cxnLst>
                <a:cxn ang="0">
                  <a:pos x="connsiteX0" y="connsiteY0"/>
                </a:cxn>
                <a:cxn ang="0">
                  <a:pos x="connsiteX1" y="connsiteY1"/>
                </a:cxn>
                <a:cxn ang="0">
                  <a:pos x="connsiteX2" y="connsiteY2"/>
                </a:cxn>
                <a:cxn ang="0">
                  <a:pos x="connsiteX3" y="connsiteY3"/>
                </a:cxn>
              </a:cxnLst>
              <a:rect l="l" t="t" r="r" b="b"/>
              <a:pathLst>
                <a:path w="3371315" h="447549">
                  <a:moveTo>
                    <a:pt x="153301" y="447549"/>
                  </a:moveTo>
                  <a:lnTo>
                    <a:pt x="0" y="0"/>
                  </a:lnTo>
                  <a:lnTo>
                    <a:pt x="3371315" y="380874"/>
                  </a:lnTo>
                  <a:lnTo>
                    <a:pt x="153301" y="447549"/>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31" name="Group 30">
            <a:extLst>
              <a:ext uri="{FF2B5EF4-FFF2-40B4-BE49-F238E27FC236}">
                <a16:creationId xmlns:a16="http://schemas.microsoft.com/office/drawing/2014/main" id="{530940AE-7550-4F52-A286-0C5852A10624}"/>
              </a:ext>
            </a:extLst>
          </p:cNvPr>
          <p:cNvGrpSpPr/>
          <p:nvPr/>
        </p:nvGrpSpPr>
        <p:grpSpPr>
          <a:xfrm>
            <a:off x="2547347" y="1768494"/>
            <a:ext cx="6283402" cy="1149965"/>
            <a:chOff x="2547347" y="1768494"/>
            <a:chExt cx="6283402" cy="1149965"/>
          </a:xfrm>
        </p:grpSpPr>
        <p:sp>
          <p:nvSpPr>
            <p:cNvPr id="6" name="Freeform 119">
              <a:extLst>
                <a:ext uri="{FF2B5EF4-FFF2-40B4-BE49-F238E27FC236}">
                  <a16:creationId xmlns:a16="http://schemas.microsoft.com/office/drawing/2014/main" id="{B9C339BC-2608-43A2-AB85-CAB6DADE531A}"/>
                </a:ext>
              </a:extLst>
            </p:cNvPr>
            <p:cNvSpPr>
              <a:spLocks/>
            </p:cNvSpPr>
            <p:nvPr/>
          </p:nvSpPr>
          <p:spPr bwMode="auto">
            <a:xfrm>
              <a:off x="2939905" y="1897380"/>
              <a:ext cx="5890844" cy="1021079"/>
            </a:xfrm>
            <a:custGeom>
              <a:avLst/>
              <a:gdLst>
                <a:gd name="T0" fmla="*/ 536575 w 3375"/>
                <a:gd name="T1" fmla="*/ 0 h 585"/>
                <a:gd name="T2" fmla="*/ 0 w 3375"/>
                <a:gd name="T3" fmla="*/ 928687 h 585"/>
                <a:gd name="T4" fmla="*/ 5357813 w 3375"/>
                <a:gd name="T5" fmla="*/ 928687 h 585"/>
                <a:gd name="T6" fmla="*/ 4821238 w 3375"/>
                <a:gd name="T7" fmla="*/ 0 h 585"/>
                <a:gd name="T8" fmla="*/ 536575 w 3375"/>
                <a:gd name="T9" fmla="*/ 0 h 5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5" h="585">
                  <a:moveTo>
                    <a:pt x="338" y="0"/>
                  </a:moveTo>
                  <a:lnTo>
                    <a:pt x="0" y="585"/>
                  </a:lnTo>
                  <a:lnTo>
                    <a:pt x="3375" y="585"/>
                  </a:lnTo>
                  <a:lnTo>
                    <a:pt x="3037" y="0"/>
                  </a:lnTo>
                  <a:lnTo>
                    <a:pt x="338" y="0"/>
                  </a:lnTo>
                  <a:close/>
                </a:path>
              </a:pathLst>
            </a:custGeom>
            <a:solidFill>
              <a:schemeClr val="accent2"/>
            </a:solidFill>
            <a:ln>
              <a:noFill/>
            </a:ln>
          </p:spPr>
          <p:txBody>
            <a:bodyPr/>
            <a:lstStyle/>
            <a:p>
              <a:endParaRPr lang="ru-UA"/>
            </a:p>
          </p:txBody>
        </p:sp>
        <p:sp>
          <p:nvSpPr>
            <p:cNvPr id="19" name="Right Triangle 34">
              <a:extLst>
                <a:ext uri="{FF2B5EF4-FFF2-40B4-BE49-F238E27FC236}">
                  <a16:creationId xmlns:a16="http://schemas.microsoft.com/office/drawing/2014/main" id="{900FDB72-5110-45F3-800F-2DFAB0A910ED}"/>
                </a:ext>
              </a:extLst>
            </p:cNvPr>
            <p:cNvSpPr/>
            <p:nvPr/>
          </p:nvSpPr>
          <p:spPr>
            <a:xfrm flipH="1" flipV="1">
              <a:off x="2547347" y="1768494"/>
              <a:ext cx="6169024" cy="48195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 name="connsiteX0" fmla="*/ 131594 w 3358981"/>
                <a:gd name="connsiteY0" fmla="*/ 505651 h 505651"/>
                <a:gd name="connsiteX1" fmla="*/ 0 w 3358981"/>
                <a:gd name="connsiteY1" fmla="*/ 0 h 505651"/>
                <a:gd name="connsiteX2" fmla="*/ 3358981 w 3358981"/>
                <a:gd name="connsiteY2" fmla="*/ 505651 h 505651"/>
                <a:gd name="connsiteX3" fmla="*/ 131594 w 3358981"/>
                <a:gd name="connsiteY3" fmla="*/ 505651 h 505651"/>
                <a:gd name="connsiteX0" fmla="*/ 165226 w 3392613"/>
                <a:gd name="connsiteY0" fmla="*/ 719011 h 719011"/>
                <a:gd name="connsiteX1" fmla="*/ 0 w 3392613"/>
                <a:gd name="connsiteY1" fmla="*/ 0 h 719011"/>
                <a:gd name="connsiteX2" fmla="*/ 3392613 w 3392613"/>
                <a:gd name="connsiteY2" fmla="*/ 719011 h 719011"/>
                <a:gd name="connsiteX3" fmla="*/ 165226 w 3392613"/>
                <a:gd name="connsiteY3" fmla="*/ 719011 h 719011"/>
                <a:gd name="connsiteX0" fmla="*/ 150812 w 3378199"/>
                <a:gd name="connsiteY0" fmla="*/ 574231 h 574231"/>
                <a:gd name="connsiteX1" fmla="*/ 0 w 3378199"/>
                <a:gd name="connsiteY1" fmla="*/ 0 h 574231"/>
                <a:gd name="connsiteX2" fmla="*/ 3378199 w 3378199"/>
                <a:gd name="connsiteY2" fmla="*/ 574231 h 574231"/>
                <a:gd name="connsiteX3" fmla="*/ 150812 w 3378199"/>
                <a:gd name="connsiteY3" fmla="*/ 574231 h 574231"/>
                <a:gd name="connsiteX0" fmla="*/ 6675 w 3234062"/>
                <a:gd name="connsiteY0" fmla="*/ 377381 h 377381"/>
                <a:gd name="connsiteX1" fmla="*/ 0 w 3234062"/>
                <a:gd name="connsiteY1" fmla="*/ 0 h 377381"/>
                <a:gd name="connsiteX2" fmla="*/ 3234062 w 3234062"/>
                <a:gd name="connsiteY2" fmla="*/ 377381 h 377381"/>
                <a:gd name="connsiteX3" fmla="*/ 6675 w 3234062"/>
                <a:gd name="connsiteY3" fmla="*/ 377381 h 377381"/>
                <a:gd name="connsiteX0" fmla="*/ 34702 w 3262089"/>
                <a:gd name="connsiteY0" fmla="*/ 377381 h 377381"/>
                <a:gd name="connsiteX1" fmla="*/ 0 w 3262089"/>
                <a:gd name="connsiteY1" fmla="*/ 0 h 377381"/>
                <a:gd name="connsiteX2" fmla="*/ 3262089 w 3262089"/>
                <a:gd name="connsiteY2" fmla="*/ 377381 h 377381"/>
                <a:gd name="connsiteX3" fmla="*/ 34702 w 3262089"/>
                <a:gd name="connsiteY3" fmla="*/ 377381 h 377381"/>
                <a:gd name="connsiteX0" fmla="*/ 0 w 4156194"/>
                <a:gd name="connsiteY0" fmla="*/ 392621 h 392621"/>
                <a:gd name="connsiteX1" fmla="*/ 894105 w 4156194"/>
                <a:gd name="connsiteY1" fmla="*/ 0 h 392621"/>
                <a:gd name="connsiteX2" fmla="*/ 4156194 w 4156194"/>
                <a:gd name="connsiteY2" fmla="*/ 377381 h 392621"/>
                <a:gd name="connsiteX3" fmla="*/ 0 w 4156194"/>
                <a:gd name="connsiteY3" fmla="*/ 392621 h 392621"/>
                <a:gd name="connsiteX0" fmla="*/ 0 w 4156194"/>
                <a:gd name="connsiteY0" fmla="*/ 423101 h 423101"/>
                <a:gd name="connsiteX1" fmla="*/ 216849 w 4156194"/>
                <a:gd name="connsiteY1" fmla="*/ 0 h 423101"/>
                <a:gd name="connsiteX2" fmla="*/ 4156194 w 4156194"/>
                <a:gd name="connsiteY2" fmla="*/ 407861 h 423101"/>
                <a:gd name="connsiteX3" fmla="*/ 0 w 4156194"/>
                <a:gd name="connsiteY3" fmla="*/ 423101 h 423101"/>
                <a:gd name="connsiteX0" fmla="*/ 0 w 4156194"/>
                <a:gd name="connsiteY0" fmla="*/ 415481 h 415481"/>
                <a:gd name="connsiteX1" fmla="*/ 182986 w 4156194"/>
                <a:gd name="connsiteY1" fmla="*/ 0 h 415481"/>
                <a:gd name="connsiteX2" fmla="*/ 4156194 w 4156194"/>
                <a:gd name="connsiteY2" fmla="*/ 400241 h 415481"/>
                <a:gd name="connsiteX3" fmla="*/ 0 w 4156194"/>
                <a:gd name="connsiteY3" fmla="*/ 415481 h 415481"/>
                <a:gd name="connsiteX0" fmla="*/ 0 w 4102981"/>
                <a:gd name="connsiteY0" fmla="*/ 445961 h 445961"/>
                <a:gd name="connsiteX1" fmla="*/ 129773 w 4102981"/>
                <a:gd name="connsiteY1" fmla="*/ 0 h 445961"/>
                <a:gd name="connsiteX2" fmla="*/ 4102981 w 4102981"/>
                <a:gd name="connsiteY2" fmla="*/ 400241 h 445961"/>
                <a:gd name="connsiteX3" fmla="*/ 0 w 4102981"/>
                <a:gd name="connsiteY3" fmla="*/ 445961 h 445961"/>
                <a:gd name="connsiteX0" fmla="*/ 0 w 4102981"/>
                <a:gd name="connsiteY0" fmla="*/ 423101 h 423101"/>
                <a:gd name="connsiteX1" fmla="*/ 144286 w 4102981"/>
                <a:gd name="connsiteY1" fmla="*/ 0 h 423101"/>
                <a:gd name="connsiteX2" fmla="*/ 4102981 w 4102981"/>
                <a:gd name="connsiteY2" fmla="*/ 377381 h 423101"/>
                <a:gd name="connsiteX3" fmla="*/ 0 w 4102981"/>
                <a:gd name="connsiteY3" fmla="*/ 423101 h 423101"/>
                <a:gd name="connsiteX0" fmla="*/ 387843 w 3958695"/>
                <a:gd name="connsiteY0" fmla="*/ 362141 h 377381"/>
                <a:gd name="connsiteX1" fmla="*/ 0 w 3958695"/>
                <a:gd name="connsiteY1" fmla="*/ 0 h 377381"/>
                <a:gd name="connsiteX2" fmla="*/ 3958695 w 3958695"/>
                <a:gd name="connsiteY2" fmla="*/ 377381 h 377381"/>
                <a:gd name="connsiteX3" fmla="*/ 387843 w 3958695"/>
                <a:gd name="connsiteY3" fmla="*/ 362141 h 377381"/>
                <a:gd name="connsiteX0" fmla="*/ 49215 w 3620067"/>
                <a:gd name="connsiteY0" fmla="*/ 369761 h 385001"/>
                <a:gd name="connsiteX1" fmla="*/ 0 w 3620067"/>
                <a:gd name="connsiteY1" fmla="*/ 0 h 385001"/>
                <a:gd name="connsiteX2" fmla="*/ 3620067 w 3620067"/>
                <a:gd name="connsiteY2" fmla="*/ 385001 h 385001"/>
                <a:gd name="connsiteX3" fmla="*/ 49215 w 3620067"/>
                <a:gd name="connsiteY3" fmla="*/ 369761 h 385001"/>
                <a:gd name="connsiteX0" fmla="*/ 131453 w 3702305"/>
                <a:gd name="connsiteY0" fmla="*/ 369761 h 385001"/>
                <a:gd name="connsiteX1" fmla="*/ 0 w 3702305"/>
                <a:gd name="connsiteY1" fmla="*/ 0 h 385001"/>
                <a:gd name="connsiteX2" fmla="*/ 3702305 w 3702305"/>
                <a:gd name="connsiteY2" fmla="*/ 385001 h 385001"/>
                <a:gd name="connsiteX3" fmla="*/ 131453 w 3702305"/>
                <a:gd name="connsiteY3" fmla="*/ 369761 h 385001"/>
                <a:gd name="connsiteX0" fmla="*/ 121778 w 3702305"/>
                <a:gd name="connsiteY0" fmla="*/ 438341 h 438341"/>
                <a:gd name="connsiteX1" fmla="*/ 0 w 3702305"/>
                <a:gd name="connsiteY1" fmla="*/ 0 h 438341"/>
                <a:gd name="connsiteX2" fmla="*/ 3702305 w 3702305"/>
                <a:gd name="connsiteY2" fmla="*/ 385001 h 438341"/>
                <a:gd name="connsiteX3" fmla="*/ 121778 w 3702305"/>
                <a:gd name="connsiteY3" fmla="*/ 438341 h 438341"/>
                <a:gd name="connsiteX0" fmla="*/ 0 w 3580527"/>
                <a:gd name="connsiteY0" fmla="*/ 423101 h 423101"/>
                <a:gd name="connsiteX1" fmla="*/ 18511 w 3580527"/>
                <a:gd name="connsiteY1" fmla="*/ 0 h 423101"/>
                <a:gd name="connsiteX2" fmla="*/ 3580527 w 3580527"/>
                <a:gd name="connsiteY2" fmla="*/ 369761 h 423101"/>
                <a:gd name="connsiteX3" fmla="*/ 0 w 3580527"/>
                <a:gd name="connsiteY3" fmla="*/ 423101 h 423101"/>
                <a:gd name="connsiteX0" fmla="*/ 126615 w 3562016"/>
                <a:gd name="connsiteY0" fmla="*/ 438341 h 438341"/>
                <a:gd name="connsiteX1" fmla="*/ 0 w 3562016"/>
                <a:gd name="connsiteY1" fmla="*/ 0 h 438341"/>
                <a:gd name="connsiteX2" fmla="*/ 3562016 w 3562016"/>
                <a:gd name="connsiteY2" fmla="*/ 369761 h 438341"/>
                <a:gd name="connsiteX3" fmla="*/ 126615 w 3562016"/>
                <a:gd name="connsiteY3" fmla="*/ 438341 h 438341"/>
              </a:gdLst>
              <a:ahLst/>
              <a:cxnLst>
                <a:cxn ang="0">
                  <a:pos x="connsiteX0" y="connsiteY0"/>
                </a:cxn>
                <a:cxn ang="0">
                  <a:pos x="connsiteX1" y="connsiteY1"/>
                </a:cxn>
                <a:cxn ang="0">
                  <a:pos x="connsiteX2" y="connsiteY2"/>
                </a:cxn>
                <a:cxn ang="0">
                  <a:pos x="connsiteX3" y="connsiteY3"/>
                </a:cxn>
              </a:cxnLst>
              <a:rect l="l" t="t" r="r" b="b"/>
              <a:pathLst>
                <a:path w="3562016" h="438341">
                  <a:moveTo>
                    <a:pt x="126615" y="438341"/>
                  </a:moveTo>
                  <a:lnTo>
                    <a:pt x="0" y="0"/>
                  </a:lnTo>
                  <a:lnTo>
                    <a:pt x="3562016" y="369761"/>
                  </a:lnTo>
                  <a:lnTo>
                    <a:pt x="126615" y="438341"/>
                  </a:lnTo>
                  <a:close/>
                </a:path>
              </a:pathLst>
            </a:custGeom>
            <a:gradFill>
              <a:gsLst>
                <a:gs pos="98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7" name="Freeform 120">
            <a:extLst>
              <a:ext uri="{FF2B5EF4-FFF2-40B4-BE49-F238E27FC236}">
                <a16:creationId xmlns:a16="http://schemas.microsoft.com/office/drawing/2014/main" id="{D708E9CA-E04D-435F-8132-077AE9BBAA30}"/>
              </a:ext>
            </a:extLst>
          </p:cNvPr>
          <p:cNvSpPr>
            <a:spLocks/>
          </p:cNvSpPr>
          <p:nvPr/>
        </p:nvSpPr>
        <p:spPr bwMode="auto">
          <a:xfrm>
            <a:off x="4116328" y="878046"/>
            <a:ext cx="4417696" cy="1019334"/>
          </a:xfrm>
          <a:custGeom>
            <a:avLst/>
            <a:gdLst>
              <a:gd name="T0" fmla="*/ 3484563 w 2531"/>
              <a:gd name="T1" fmla="*/ 0 h 584"/>
              <a:gd name="T2" fmla="*/ 536575 w 2531"/>
              <a:gd name="T3" fmla="*/ 0 h 584"/>
              <a:gd name="T4" fmla="*/ 0 w 2531"/>
              <a:gd name="T5" fmla="*/ 927100 h 584"/>
              <a:gd name="T6" fmla="*/ 4017963 w 2531"/>
              <a:gd name="T7" fmla="*/ 927100 h 584"/>
              <a:gd name="T8" fmla="*/ 3484563 w 2531"/>
              <a:gd name="T9" fmla="*/ 0 h 5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1" h="584">
                <a:moveTo>
                  <a:pt x="2195" y="0"/>
                </a:moveTo>
                <a:lnTo>
                  <a:pt x="338" y="0"/>
                </a:lnTo>
                <a:lnTo>
                  <a:pt x="0" y="584"/>
                </a:lnTo>
                <a:lnTo>
                  <a:pt x="2531" y="584"/>
                </a:lnTo>
                <a:lnTo>
                  <a:pt x="2195" y="0"/>
                </a:lnTo>
                <a:close/>
              </a:path>
            </a:pathLst>
          </a:custGeom>
          <a:solidFill>
            <a:schemeClr val="accent1"/>
          </a:solidFill>
          <a:ln>
            <a:noFill/>
          </a:ln>
        </p:spPr>
        <p:txBody>
          <a:bodyPr/>
          <a:lstStyle/>
          <a:p>
            <a:endParaRPr lang="ru-UA"/>
          </a:p>
        </p:txBody>
      </p:sp>
      <p:grpSp>
        <p:nvGrpSpPr>
          <p:cNvPr id="9" name="Group 8">
            <a:extLst>
              <a:ext uri="{FF2B5EF4-FFF2-40B4-BE49-F238E27FC236}">
                <a16:creationId xmlns:a16="http://schemas.microsoft.com/office/drawing/2014/main" id="{6D5CF3F6-9A50-414F-9564-C1475C52F4E9}"/>
              </a:ext>
            </a:extLst>
          </p:cNvPr>
          <p:cNvGrpSpPr/>
          <p:nvPr/>
        </p:nvGrpSpPr>
        <p:grpSpPr>
          <a:xfrm>
            <a:off x="4877957" y="1044828"/>
            <a:ext cx="668773" cy="754315"/>
            <a:chOff x="1387005" y="2650406"/>
            <a:chExt cx="661195" cy="745767"/>
          </a:xfrm>
        </p:grpSpPr>
        <p:sp>
          <p:nvSpPr>
            <p:cNvPr id="8" name="TextBox 7">
              <a:extLst>
                <a:ext uri="{FF2B5EF4-FFF2-40B4-BE49-F238E27FC236}">
                  <a16:creationId xmlns:a16="http://schemas.microsoft.com/office/drawing/2014/main" id="{35D0F7A0-F214-40BC-A63F-B56C285ABB17}"/>
                </a:ext>
              </a:extLst>
            </p:cNvPr>
            <p:cNvSpPr txBox="1"/>
            <p:nvPr/>
          </p:nvSpPr>
          <p:spPr>
            <a:xfrm>
              <a:off x="1411575" y="2650406"/>
              <a:ext cx="618404" cy="319503"/>
            </a:xfrm>
            <a:prstGeom prst="rect">
              <a:avLst/>
            </a:prstGeom>
            <a:noFill/>
          </p:spPr>
          <p:txBody>
            <a:bodyPr wrap="none" rtlCol="0">
              <a:spAutoFit/>
            </a:bodyPr>
            <a:lstStyle/>
            <a:p>
              <a:pPr algn="ctr"/>
              <a:r>
                <a:rPr lang="en-US"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STEP</a:t>
              </a:r>
              <a:endParaRPr lang="ru-UA"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13" name="TextBox 12">
              <a:extLst>
                <a:ext uri="{FF2B5EF4-FFF2-40B4-BE49-F238E27FC236}">
                  <a16:creationId xmlns:a16="http://schemas.microsoft.com/office/drawing/2014/main" id="{895A28E7-D4DF-47EB-BE7B-22175EACD7AE}"/>
                </a:ext>
              </a:extLst>
            </p:cNvPr>
            <p:cNvSpPr txBox="1"/>
            <p:nvPr/>
          </p:nvSpPr>
          <p:spPr>
            <a:xfrm>
              <a:off x="1387005" y="2802810"/>
              <a:ext cx="661195" cy="593363"/>
            </a:xfrm>
            <a:prstGeom prst="rect">
              <a:avLst/>
            </a:prstGeom>
            <a:noFill/>
          </p:spPr>
          <p:txBody>
            <a:bodyPr wrap="none" rtlCol="0">
              <a:spAutoFit/>
            </a:bodyPr>
            <a:lstStyle/>
            <a:p>
              <a:pPr algn="ctr"/>
              <a:r>
                <a:rPr lang="en-US"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01</a:t>
              </a:r>
              <a:endParaRPr lang="ru-UA"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grpSp>
      <p:sp>
        <p:nvSpPr>
          <p:cNvPr id="15" name="Text Placeholder 113">
            <a:extLst>
              <a:ext uri="{FF2B5EF4-FFF2-40B4-BE49-F238E27FC236}">
                <a16:creationId xmlns:a16="http://schemas.microsoft.com/office/drawing/2014/main" id="{02DE27C4-B1B4-4785-8FE7-DE6A6D19B499}"/>
              </a:ext>
            </a:extLst>
          </p:cNvPr>
          <p:cNvSpPr txBox="1">
            <a:spLocks/>
          </p:cNvSpPr>
          <p:nvPr/>
        </p:nvSpPr>
        <p:spPr>
          <a:xfrm>
            <a:off x="5450909" y="1192140"/>
            <a:ext cx="1950826" cy="66741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900">
                <a:solidFill>
                  <a:schemeClr val="bg2"/>
                </a:solidFill>
              </a:rPr>
              <a:t>Lorem ipsum dolor sit amet, </a:t>
            </a:r>
            <a:r>
              <a:rPr lang="en-US" sz="900" err="1">
                <a:solidFill>
                  <a:schemeClr val="bg2"/>
                </a:solidFill>
              </a:rPr>
              <a:t>consectetur</a:t>
            </a:r>
            <a:r>
              <a:rPr lang="en-US" sz="900">
                <a:solidFill>
                  <a:schemeClr val="bg2"/>
                </a:solidFill>
              </a:rPr>
              <a:t> </a:t>
            </a:r>
            <a:r>
              <a:rPr lang="en-US" sz="900" err="1">
                <a:solidFill>
                  <a:schemeClr val="bg2"/>
                </a:solidFill>
              </a:rPr>
              <a:t>adipiscing</a:t>
            </a:r>
            <a:r>
              <a:rPr lang="en-US" sz="900">
                <a:solidFill>
                  <a:schemeClr val="bg2"/>
                </a:solidFill>
              </a:rPr>
              <a:t> </a:t>
            </a:r>
            <a:r>
              <a:rPr lang="en-US" sz="900" err="1">
                <a:solidFill>
                  <a:schemeClr val="bg2"/>
                </a:solidFill>
              </a:rPr>
              <a:t>elit</a:t>
            </a:r>
            <a:r>
              <a:rPr lang="en-US" sz="900">
                <a:solidFill>
                  <a:schemeClr val="bg2"/>
                </a:solidFill>
              </a:rPr>
              <a:t>, sed do </a:t>
            </a:r>
            <a:r>
              <a:rPr lang="en-US" sz="900" err="1">
                <a:solidFill>
                  <a:schemeClr val="bg2"/>
                </a:solidFill>
              </a:rPr>
              <a:t>eiusmod</a:t>
            </a:r>
            <a:r>
              <a:rPr lang="en-US" sz="900">
                <a:solidFill>
                  <a:schemeClr val="bg2"/>
                </a:solidFill>
              </a:rPr>
              <a:t> </a:t>
            </a:r>
            <a:r>
              <a:rPr lang="en-US" sz="900" err="1">
                <a:solidFill>
                  <a:schemeClr val="bg2"/>
                </a:solidFill>
              </a:rPr>
              <a:t>tempor</a:t>
            </a:r>
            <a:r>
              <a:rPr lang="en-US" sz="900">
                <a:solidFill>
                  <a:schemeClr val="bg2"/>
                </a:solidFill>
              </a:rPr>
              <a:t> </a:t>
            </a:r>
            <a:r>
              <a:rPr lang="en-US" sz="900" err="1">
                <a:solidFill>
                  <a:schemeClr val="bg2"/>
                </a:solidFill>
              </a:rPr>
              <a:t>incidid</a:t>
            </a:r>
            <a:endParaRPr lang="ru-RU" sz="900">
              <a:solidFill>
                <a:schemeClr val="bg2"/>
              </a:solidFill>
            </a:endParaRPr>
          </a:p>
        </p:txBody>
      </p:sp>
      <p:grpSp>
        <p:nvGrpSpPr>
          <p:cNvPr id="18" name="Group 17">
            <a:extLst>
              <a:ext uri="{FF2B5EF4-FFF2-40B4-BE49-F238E27FC236}">
                <a16:creationId xmlns:a16="http://schemas.microsoft.com/office/drawing/2014/main" id="{07477063-BCA6-4C1E-9035-C81D6DC2B979}"/>
              </a:ext>
            </a:extLst>
          </p:cNvPr>
          <p:cNvGrpSpPr/>
          <p:nvPr/>
        </p:nvGrpSpPr>
        <p:grpSpPr>
          <a:xfrm>
            <a:off x="7276186" y="2051164"/>
            <a:ext cx="668773" cy="754314"/>
            <a:chOff x="1387005" y="2650406"/>
            <a:chExt cx="661195" cy="745766"/>
          </a:xfrm>
        </p:grpSpPr>
        <p:sp>
          <p:nvSpPr>
            <p:cNvPr id="20" name="TextBox 19">
              <a:extLst>
                <a:ext uri="{FF2B5EF4-FFF2-40B4-BE49-F238E27FC236}">
                  <a16:creationId xmlns:a16="http://schemas.microsoft.com/office/drawing/2014/main" id="{2B165515-C354-42DE-B041-9177DD5EDBB2}"/>
                </a:ext>
              </a:extLst>
            </p:cNvPr>
            <p:cNvSpPr txBox="1"/>
            <p:nvPr/>
          </p:nvSpPr>
          <p:spPr>
            <a:xfrm>
              <a:off x="1411575" y="2650406"/>
              <a:ext cx="618405" cy="319503"/>
            </a:xfrm>
            <a:prstGeom prst="rect">
              <a:avLst/>
            </a:prstGeom>
            <a:noFill/>
          </p:spPr>
          <p:txBody>
            <a:bodyPr wrap="none" rtlCol="0">
              <a:spAutoFit/>
            </a:bodyPr>
            <a:lstStyle/>
            <a:p>
              <a:pPr algn="ctr"/>
              <a:r>
                <a:rPr lang="en-US"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STEP</a:t>
              </a:r>
              <a:endParaRPr lang="ru-UA"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21" name="TextBox 20">
              <a:extLst>
                <a:ext uri="{FF2B5EF4-FFF2-40B4-BE49-F238E27FC236}">
                  <a16:creationId xmlns:a16="http://schemas.microsoft.com/office/drawing/2014/main" id="{AE726F17-ECB0-4DA9-9E52-8609E44982DB}"/>
                </a:ext>
              </a:extLst>
            </p:cNvPr>
            <p:cNvSpPr txBox="1"/>
            <p:nvPr/>
          </p:nvSpPr>
          <p:spPr>
            <a:xfrm>
              <a:off x="1387005" y="2802809"/>
              <a:ext cx="661195" cy="593363"/>
            </a:xfrm>
            <a:prstGeom prst="rect">
              <a:avLst/>
            </a:prstGeom>
            <a:noFill/>
          </p:spPr>
          <p:txBody>
            <a:bodyPr wrap="none" rtlCol="0">
              <a:spAutoFit/>
            </a:bodyPr>
            <a:lstStyle/>
            <a:p>
              <a:pPr algn="ctr"/>
              <a:r>
                <a:rPr lang="en-US"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02</a:t>
              </a:r>
              <a:endParaRPr lang="ru-UA"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grpSp>
      <p:grpSp>
        <p:nvGrpSpPr>
          <p:cNvPr id="22" name="Group 21">
            <a:extLst>
              <a:ext uri="{FF2B5EF4-FFF2-40B4-BE49-F238E27FC236}">
                <a16:creationId xmlns:a16="http://schemas.microsoft.com/office/drawing/2014/main" id="{827B3D90-7F80-445E-BB90-859E550263D9}"/>
              </a:ext>
            </a:extLst>
          </p:cNvPr>
          <p:cNvGrpSpPr/>
          <p:nvPr/>
        </p:nvGrpSpPr>
        <p:grpSpPr>
          <a:xfrm>
            <a:off x="3973326" y="3067581"/>
            <a:ext cx="668773" cy="754314"/>
            <a:chOff x="1387005" y="2650406"/>
            <a:chExt cx="661195" cy="745766"/>
          </a:xfrm>
        </p:grpSpPr>
        <p:sp>
          <p:nvSpPr>
            <p:cNvPr id="23" name="TextBox 22">
              <a:extLst>
                <a:ext uri="{FF2B5EF4-FFF2-40B4-BE49-F238E27FC236}">
                  <a16:creationId xmlns:a16="http://schemas.microsoft.com/office/drawing/2014/main" id="{27759D5C-C845-490C-9F92-FB2093075419}"/>
                </a:ext>
              </a:extLst>
            </p:cNvPr>
            <p:cNvSpPr txBox="1"/>
            <p:nvPr/>
          </p:nvSpPr>
          <p:spPr>
            <a:xfrm>
              <a:off x="1411575" y="2650406"/>
              <a:ext cx="618404" cy="319503"/>
            </a:xfrm>
            <a:prstGeom prst="rect">
              <a:avLst/>
            </a:prstGeom>
            <a:noFill/>
          </p:spPr>
          <p:txBody>
            <a:bodyPr wrap="none" rtlCol="0">
              <a:spAutoFit/>
            </a:bodyPr>
            <a:lstStyle/>
            <a:p>
              <a:pPr algn="ctr"/>
              <a:r>
                <a:rPr lang="en-US"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STEP</a:t>
              </a:r>
              <a:endParaRPr lang="ru-UA"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24" name="TextBox 23">
              <a:extLst>
                <a:ext uri="{FF2B5EF4-FFF2-40B4-BE49-F238E27FC236}">
                  <a16:creationId xmlns:a16="http://schemas.microsoft.com/office/drawing/2014/main" id="{113EF0F6-8822-4340-892A-0C09236688AB}"/>
                </a:ext>
              </a:extLst>
            </p:cNvPr>
            <p:cNvSpPr txBox="1"/>
            <p:nvPr/>
          </p:nvSpPr>
          <p:spPr>
            <a:xfrm>
              <a:off x="1387005" y="2802809"/>
              <a:ext cx="661195" cy="593363"/>
            </a:xfrm>
            <a:prstGeom prst="rect">
              <a:avLst/>
            </a:prstGeom>
            <a:noFill/>
          </p:spPr>
          <p:txBody>
            <a:bodyPr wrap="none" rtlCol="0">
              <a:spAutoFit/>
            </a:bodyPr>
            <a:lstStyle/>
            <a:p>
              <a:pPr algn="ctr"/>
              <a:r>
                <a:rPr lang="en-US"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03</a:t>
              </a:r>
              <a:endParaRPr lang="ru-UA"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grpSp>
      <p:grpSp>
        <p:nvGrpSpPr>
          <p:cNvPr id="25" name="Group 24">
            <a:extLst>
              <a:ext uri="{FF2B5EF4-FFF2-40B4-BE49-F238E27FC236}">
                <a16:creationId xmlns:a16="http://schemas.microsoft.com/office/drawing/2014/main" id="{4E559421-A4AC-4275-8C41-3E8171A3AB54}"/>
              </a:ext>
            </a:extLst>
          </p:cNvPr>
          <p:cNvGrpSpPr/>
          <p:nvPr/>
        </p:nvGrpSpPr>
        <p:grpSpPr>
          <a:xfrm>
            <a:off x="7308582" y="4103276"/>
            <a:ext cx="668773" cy="754314"/>
            <a:chOff x="1387005" y="2650406"/>
            <a:chExt cx="661195" cy="745766"/>
          </a:xfrm>
        </p:grpSpPr>
        <p:sp>
          <p:nvSpPr>
            <p:cNvPr id="26" name="TextBox 25">
              <a:extLst>
                <a:ext uri="{FF2B5EF4-FFF2-40B4-BE49-F238E27FC236}">
                  <a16:creationId xmlns:a16="http://schemas.microsoft.com/office/drawing/2014/main" id="{9DA4C3C5-4FF7-46D8-A06A-595C14AA5588}"/>
                </a:ext>
              </a:extLst>
            </p:cNvPr>
            <p:cNvSpPr txBox="1"/>
            <p:nvPr/>
          </p:nvSpPr>
          <p:spPr>
            <a:xfrm>
              <a:off x="1411575" y="2650406"/>
              <a:ext cx="618404" cy="319503"/>
            </a:xfrm>
            <a:prstGeom prst="rect">
              <a:avLst/>
            </a:prstGeom>
            <a:noFill/>
          </p:spPr>
          <p:txBody>
            <a:bodyPr wrap="none" rtlCol="0">
              <a:spAutoFit/>
            </a:bodyPr>
            <a:lstStyle/>
            <a:p>
              <a:pPr algn="ctr"/>
              <a:r>
                <a:rPr lang="en-US"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STEP</a:t>
              </a:r>
              <a:endParaRPr lang="ru-UA"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27" name="TextBox 26">
              <a:extLst>
                <a:ext uri="{FF2B5EF4-FFF2-40B4-BE49-F238E27FC236}">
                  <a16:creationId xmlns:a16="http://schemas.microsoft.com/office/drawing/2014/main" id="{CB8DD117-B5A3-43F2-8DA9-9ADDFC7A1359}"/>
                </a:ext>
              </a:extLst>
            </p:cNvPr>
            <p:cNvSpPr txBox="1"/>
            <p:nvPr/>
          </p:nvSpPr>
          <p:spPr>
            <a:xfrm>
              <a:off x="1387005" y="2802809"/>
              <a:ext cx="661195" cy="593363"/>
            </a:xfrm>
            <a:prstGeom prst="rect">
              <a:avLst/>
            </a:prstGeom>
            <a:noFill/>
          </p:spPr>
          <p:txBody>
            <a:bodyPr wrap="none" rtlCol="0">
              <a:spAutoFit/>
            </a:bodyPr>
            <a:lstStyle/>
            <a:p>
              <a:pPr algn="ctr"/>
              <a:r>
                <a:rPr lang="en-US"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04</a:t>
              </a:r>
              <a:endParaRPr lang="ru-UA"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grpSp>
      <p:grpSp>
        <p:nvGrpSpPr>
          <p:cNvPr id="28" name="Group 27">
            <a:extLst>
              <a:ext uri="{FF2B5EF4-FFF2-40B4-BE49-F238E27FC236}">
                <a16:creationId xmlns:a16="http://schemas.microsoft.com/office/drawing/2014/main" id="{3D3FFABE-A1F1-4FFE-AC3B-9372FF268C45}"/>
              </a:ext>
            </a:extLst>
          </p:cNvPr>
          <p:cNvGrpSpPr/>
          <p:nvPr/>
        </p:nvGrpSpPr>
        <p:grpSpPr>
          <a:xfrm>
            <a:off x="4851984" y="5124356"/>
            <a:ext cx="668773" cy="754314"/>
            <a:chOff x="1387005" y="2650406"/>
            <a:chExt cx="661195" cy="745766"/>
          </a:xfrm>
        </p:grpSpPr>
        <p:sp>
          <p:nvSpPr>
            <p:cNvPr id="29" name="TextBox 28">
              <a:extLst>
                <a:ext uri="{FF2B5EF4-FFF2-40B4-BE49-F238E27FC236}">
                  <a16:creationId xmlns:a16="http://schemas.microsoft.com/office/drawing/2014/main" id="{AA1FFA14-4828-4572-A34B-B930EB89894D}"/>
                </a:ext>
              </a:extLst>
            </p:cNvPr>
            <p:cNvSpPr txBox="1"/>
            <p:nvPr/>
          </p:nvSpPr>
          <p:spPr>
            <a:xfrm>
              <a:off x="1411575" y="2650406"/>
              <a:ext cx="618404" cy="319503"/>
            </a:xfrm>
            <a:prstGeom prst="rect">
              <a:avLst/>
            </a:prstGeom>
            <a:noFill/>
          </p:spPr>
          <p:txBody>
            <a:bodyPr wrap="none" rtlCol="0">
              <a:spAutoFit/>
            </a:bodyPr>
            <a:lstStyle/>
            <a:p>
              <a:pPr algn="ctr"/>
              <a:r>
                <a:rPr lang="en-US"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STEP</a:t>
              </a:r>
              <a:endParaRPr lang="ru-UA" sz="15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30" name="TextBox 29">
              <a:extLst>
                <a:ext uri="{FF2B5EF4-FFF2-40B4-BE49-F238E27FC236}">
                  <a16:creationId xmlns:a16="http://schemas.microsoft.com/office/drawing/2014/main" id="{219DB2C5-CEDF-4976-A698-21DC1DDEDC94}"/>
                </a:ext>
              </a:extLst>
            </p:cNvPr>
            <p:cNvSpPr txBox="1"/>
            <p:nvPr/>
          </p:nvSpPr>
          <p:spPr>
            <a:xfrm>
              <a:off x="1387005" y="2802809"/>
              <a:ext cx="661195" cy="593363"/>
            </a:xfrm>
            <a:prstGeom prst="rect">
              <a:avLst/>
            </a:prstGeom>
            <a:noFill/>
          </p:spPr>
          <p:txBody>
            <a:bodyPr wrap="none" rtlCol="0">
              <a:spAutoFit/>
            </a:bodyPr>
            <a:lstStyle/>
            <a:p>
              <a:pPr algn="ctr"/>
              <a:r>
                <a:rPr lang="en-US"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rPr>
                <a:t>05</a:t>
              </a:r>
              <a:endParaRPr lang="ru-UA" sz="3300">
                <a:solidFill>
                  <a:schemeClr val="bg2"/>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grpSp>
      <p:sp>
        <p:nvSpPr>
          <p:cNvPr id="32" name="Text Placeholder 113">
            <a:extLst>
              <a:ext uri="{FF2B5EF4-FFF2-40B4-BE49-F238E27FC236}">
                <a16:creationId xmlns:a16="http://schemas.microsoft.com/office/drawing/2014/main" id="{6EFE9CA1-750F-4B2F-B4F9-86A1AE1E7827}"/>
              </a:ext>
            </a:extLst>
          </p:cNvPr>
          <p:cNvSpPr txBox="1">
            <a:spLocks/>
          </p:cNvSpPr>
          <p:nvPr/>
        </p:nvSpPr>
        <p:spPr>
          <a:xfrm>
            <a:off x="5503272" y="5282961"/>
            <a:ext cx="1846100" cy="66741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900">
                <a:solidFill>
                  <a:schemeClr val="bg2"/>
                </a:solidFill>
              </a:rPr>
              <a:t>Lorem ipsum dolor sit amet, </a:t>
            </a:r>
            <a:r>
              <a:rPr lang="en-US" sz="900" err="1">
                <a:solidFill>
                  <a:schemeClr val="bg2"/>
                </a:solidFill>
              </a:rPr>
              <a:t>consectetur</a:t>
            </a:r>
            <a:r>
              <a:rPr lang="en-US" sz="900">
                <a:solidFill>
                  <a:schemeClr val="bg2"/>
                </a:solidFill>
              </a:rPr>
              <a:t> </a:t>
            </a:r>
            <a:r>
              <a:rPr lang="en-US" sz="900" err="1">
                <a:solidFill>
                  <a:schemeClr val="bg2"/>
                </a:solidFill>
              </a:rPr>
              <a:t>adipiscing</a:t>
            </a:r>
            <a:r>
              <a:rPr lang="en-US" sz="900">
                <a:solidFill>
                  <a:schemeClr val="bg2"/>
                </a:solidFill>
              </a:rPr>
              <a:t> </a:t>
            </a:r>
            <a:r>
              <a:rPr lang="en-US" sz="900" err="1">
                <a:solidFill>
                  <a:schemeClr val="bg2"/>
                </a:solidFill>
              </a:rPr>
              <a:t>elit</a:t>
            </a:r>
            <a:r>
              <a:rPr lang="en-US" sz="900">
                <a:solidFill>
                  <a:schemeClr val="bg2"/>
                </a:solidFill>
              </a:rPr>
              <a:t>, sed do </a:t>
            </a:r>
            <a:r>
              <a:rPr lang="en-US" sz="900" err="1">
                <a:solidFill>
                  <a:schemeClr val="bg2"/>
                </a:solidFill>
              </a:rPr>
              <a:t>eiusmod</a:t>
            </a:r>
            <a:r>
              <a:rPr lang="en-US" sz="900">
                <a:solidFill>
                  <a:schemeClr val="bg2"/>
                </a:solidFill>
              </a:rPr>
              <a:t> </a:t>
            </a:r>
            <a:r>
              <a:rPr lang="en-US" sz="900" err="1">
                <a:solidFill>
                  <a:schemeClr val="bg2"/>
                </a:solidFill>
              </a:rPr>
              <a:t>tempor</a:t>
            </a:r>
            <a:r>
              <a:rPr lang="en-US" sz="900">
                <a:solidFill>
                  <a:schemeClr val="bg2"/>
                </a:solidFill>
              </a:rPr>
              <a:t> </a:t>
            </a:r>
            <a:r>
              <a:rPr lang="en-US" sz="900" err="1">
                <a:solidFill>
                  <a:schemeClr val="bg2"/>
                </a:solidFill>
              </a:rPr>
              <a:t>incidid</a:t>
            </a:r>
            <a:endParaRPr lang="ru-RU" sz="900">
              <a:solidFill>
                <a:schemeClr val="bg2"/>
              </a:solidFill>
            </a:endParaRPr>
          </a:p>
        </p:txBody>
      </p:sp>
      <p:sp>
        <p:nvSpPr>
          <p:cNvPr id="33" name="Text Placeholder 113">
            <a:extLst>
              <a:ext uri="{FF2B5EF4-FFF2-40B4-BE49-F238E27FC236}">
                <a16:creationId xmlns:a16="http://schemas.microsoft.com/office/drawing/2014/main" id="{48E1F2EB-8DC9-43F5-9CA3-1259E641A11B}"/>
              </a:ext>
            </a:extLst>
          </p:cNvPr>
          <p:cNvSpPr txBox="1">
            <a:spLocks/>
          </p:cNvSpPr>
          <p:nvPr/>
        </p:nvSpPr>
        <p:spPr>
          <a:xfrm>
            <a:off x="4848285" y="3165750"/>
            <a:ext cx="3295701" cy="66741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900">
                <a:solidFill>
                  <a:schemeClr val="bg2"/>
                </a:solidFill>
              </a:rPr>
              <a:t>Lorem ipsum dolor sit amet, consectetur adipiscing elit, sed do eiusmod tempor incididunt ut labore et dolore magna aliqua. Ut enim ad minim veniam, quis nostrud exercitation ullamco laboris nisi ut aliquip ex ea commodo</a:t>
            </a:r>
            <a:endParaRPr lang="ru-RU" sz="900">
              <a:solidFill>
                <a:schemeClr val="bg2"/>
              </a:solidFill>
            </a:endParaRPr>
          </a:p>
        </p:txBody>
      </p:sp>
      <p:sp>
        <p:nvSpPr>
          <p:cNvPr id="36" name="Text Placeholder 113">
            <a:extLst>
              <a:ext uri="{FF2B5EF4-FFF2-40B4-BE49-F238E27FC236}">
                <a16:creationId xmlns:a16="http://schemas.microsoft.com/office/drawing/2014/main" id="{5831478C-C731-4A91-AB8D-2D09CB1369C3}"/>
              </a:ext>
            </a:extLst>
          </p:cNvPr>
          <p:cNvSpPr txBox="1">
            <a:spLocks/>
          </p:cNvSpPr>
          <p:nvPr/>
        </p:nvSpPr>
        <p:spPr>
          <a:xfrm>
            <a:off x="4271322" y="4161762"/>
            <a:ext cx="3058138" cy="66741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900">
                <a:solidFill>
                  <a:schemeClr val="bg2"/>
                </a:solidFill>
              </a:rPr>
              <a:t>Lorem ipsum dolor sit amet, consectetur adipiscing elit, sed do eiusmod tempor incididunt ut labore et dolore magna aliqua. Ut enim ad minim veniam, quis nostrud exercitation ullamco laboris nisi ut aliquip ex</a:t>
            </a:r>
            <a:endParaRPr lang="ru-RU" sz="900">
              <a:solidFill>
                <a:schemeClr val="bg2"/>
              </a:solidFill>
            </a:endParaRPr>
          </a:p>
        </p:txBody>
      </p:sp>
      <p:sp>
        <p:nvSpPr>
          <p:cNvPr id="37" name="Text Placeholder 113">
            <a:extLst>
              <a:ext uri="{FF2B5EF4-FFF2-40B4-BE49-F238E27FC236}">
                <a16:creationId xmlns:a16="http://schemas.microsoft.com/office/drawing/2014/main" id="{FF47F29A-CDC4-4312-8953-A873408ACFC7}"/>
              </a:ext>
            </a:extLst>
          </p:cNvPr>
          <p:cNvSpPr txBox="1">
            <a:spLocks/>
          </p:cNvSpPr>
          <p:nvPr/>
        </p:nvSpPr>
        <p:spPr>
          <a:xfrm>
            <a:off x="4211828" y="2140167"/>
            <a:ext cx="3067048" cy="66741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900">
                <a:solidFill>
                  <a:schemeClr val="bg2"/>
                </a:solidFill>
              </a:rPr>
              <a:t>Lorem ipsum dolor sit amet, consectetur adipiscing elit, sed do eiusmod tempor incididunt ut labore et dolore magna aliqua. Ut enim ad minim veniam, quis nostrud exercitation ullamco laboris nisi ut aliquip ex</a:t>
            </a:r>
            <a:endParaRPr lang="ru-RU" sz="900">
              <a:solidFill>
                <a:schemeClr val="bg2"/>
              </a:solidFill>
            </a:endParaRPr>
          </a:p>
        </p:txBody>
      </p:sp>
      <p:sp>
        <p:nvSpPr>
          <p:cNvPr id="38" name="05">
            <a:extLst>
              <a:ext uri="{FF2B5EF4-FFF2-40B4-BE49-F238E27FC236}">
                <a16:creationId xmlns:a16="http://schemas.microsoft.com/office/drawing/2014/main" id="{0288103C-ED55-4A93-A746-C23B25D39873}"/>
              </a:ext>
            </a:extLst>
          </p:cNvPr>
          <p:cNvSpPr>
            <a:spLocks noEditPoints="1"/>
          </p:cNvSpPr>
          <p:nvPr/>
        </p:nvSpPr>
        <p:spPr bwMode="auto">
          <a:xfrm>
            <a:off x="7416323" y="5229005"/>
            <a:ext cx="389506" cy="524534"/>
          </a:xfrm>
          <a:custGeom>
            <a:avLst/>
            <a:gdLst>
              <a:gd name="T0" fmla="*/ 240030 w 125"/>
              <a:gd name="T1" fmla="*/ 145067 h 168"/>
              <a:gd name="T2" fmla="*/ 144780 w 125"/>
              <a:gd name="T3" fmla="*/ 106892 h 168"/>
              <a:gd name="T4" fmla="*/ 240030 w 125"/>
              <a:gd name="T5" fmla="*/ 0 h 168"/>
              <a:gd name="T6" fmla="*/ 335280 w 125"/>
              <a:gd name="T7" fmla="*/ 106892 h 168"/>
              <a:gd name="T8" fmla="*/ 240030 w 125"/>
              <a:gd name="T9" fmla="*/ 145067 h 168"/>
              <a:gd name="T10" fmla="*/ 342900 w 125"/>
              <a:gd name="T11" fmla="*/ 481013 h 168"/>
              <a:gd name="T12" fmla="*/ 133350 w 125"/>
              <a:gd name="T13" fmla="*/ 481013 h 168"/>
              <a:gd name="T14" fmla="*/ 152400 w 125"/>
              <a:gd name="T15" fmla="*/ 530641 h 168"/>
              <a:gd name="T16" fmla="*/ 323850 w 125"/>
              <a:gd name="T17" fmla="*/ 530641 h 168"/>
              <a:gd name="T18" fmla="*/ 342900 w 125"/>
              <a:gd name="T19" fmla="*/ 481013 h 168"/>
              <a:gd name="T20" fmla="*/ 179070 w 125"/>
              <a:gd name="T21" fmla="*/ 549729 h 168"/>
              <a:gd name="T22" fmla="*/ 179070 w 125"/>
              <a:gd name="T23" fmla="*/ 553546 h 168"/>
              <a:gd name="T24" fmla="*/ 240030 w 125"/>
              <a:gd name="T25" fmla="*/ 641350 h 168"/>
              <a:gd name="T26" fmla="*/ 297180 w 125"/>
              <a:gd name="T27" fmla="*/ 553546 h 168"/>
              <a:gd name="T28" fmla="*/ 297180 w 125"/>
              <a:gd name="T29" fmla="*/ 549729 h 168"/>
              <a:gd name="T30" fmla="*/ 179070 w 125"/>
              <a:gd name="T31" fmla="*/ 549729 h 168"/>
              <a:gd name="T32" fmla="*/ 240030 w 125"/>
              <a:gd name="T33" fmla="*/ 251959 h 168"/>
              <a:gd name="T34" fmla="*/ 201930 w 125"/>
              <a:gd name="T35" fmla="*/ 290135 h 168"/>
              <a:gd name="T36" fmla="*/ 240030 w 125"/>
              <a:gd name="T37" fmla="*/ 328310 h 168"/>
              <a:gd name="T38" fmla="*/ 278130 w 125"/>
              <a:gd name="T39" fmla="*/ 290135 h 168"/>
              <a:gd name="T40" fmla="*/ 240030 w 125"/>
              <a:gd name="T41" fmla="*/ 251959 h 168"/>
              <a:gd name="T42" fmla="*/ 381000 w 125"/>
              <a:gd name="T43" fmla="*/ 248141 h 168"/>
              <a:gd name="T44" fmla="*/ 354330 w 125"/>
              <a:gd name="T45" fmla="*/ 458107 h 168"/>
              <a:gd name="T46" fmla="*/ 121920 w 125"/>
              <a:gd name="T47" fmla="*/ 458107 h 168"/>
              <a:gd name="T48" fmla="*/ 95250 w 125"/>
              <a:gd name="T49" fmla="*/ 248141 h 168"/>
              <a:gd name="T50" fmla="*/ 129540 w 125"/>
              <a:gd name="T51" fmla="*/ 129797 h 168"/>
              <a:gd name="T52" fmla="*/ 240030 w 125"/>
              <a:gd name="T53" fmla="*/ 167973 h 168"/>
              <a:gd name="T54" fmla="*/ 350520 w 125"/>
              <a:gd name="T55" fmla="*/ 129797 h 168"/>
              <a:gd name="T56" fmla="*/ 381000 w 125"/>
              <a:gd name="T57" fmla="*/ 248141 h 168"/>
              <a:gd name="T58" fmla="*/ 308610 w 125"/>
              <a:gd name="T59" fmla="*/ 290135 h 168"/>
              <a:gd name="T60" fmla="*/ 240030 w 125"/>
              <a:gd name="T61" fmla="*/ 221418 h 168"/>
              <a:gd name="T62" fmla="*/ 171450 w 125"/>
              <a:gd name="T63" fmla="*/ 290135 h 168"/>
              <a:gd name="T64" fmla="*/ 240030 w 125"/>
              <a:gd name="T65" fmla="*/ 358851 h 168"/>
              <a:gd name="T66" fmla="*/ 308610 w 125"/>
              <a:gd name="T67" fmla="*/ 290135 h 168"/>
              <a:gd name="T68" fmla="*/ 76200 w 125"/>
              <a:gd name="T69" fmla="*/ 351215 h 168"/>
              <a:gd name="T70" fmla="*/ 0 w 125"/>
              <a:gd name="T71" fmla="*/ 515371 h 168"/>
              <a:gd name="T72" fmla="*/ 99060 w 125"/>
              <a:gd name="T73" fmla="*/ 461925 h 168"/>
              <a:gd name="T74" fmla="*/ 76200 w 125"/>
              <a:gd name="T75" fmla="*/ 351215 h 168"/>
              <a:gd name="T76" fmla="*/ 377190 w 125"/>
              <a:gd name="T77" fmla="*/ 461925 h 168"/>
              <a:gd name="T78" fmla="*/ 476250 w 125"/>
              <a:gd name="T79" fmla="*/ 515371 h 168"/>
              <a:gd name="T80" fmla="*/ 400050 w 125"/>
              <a:gd name="T81" fmla="*/ 351215 h 168"/>
              <a:gd name="T82" fmla="*/ 377190 w 125"/>
              <a:gd name="T83" fmla="*/ 461925 h 1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25" h="168">
                <a:moveTo>
                  <a:pt x="63" y="38"/>
                </a:moveTo>
                <a:cubicBezTo>
                  <a:pt x="53" y="38"/>
                  <a:pt x="44" y="34"/>
                  <a:pt x="38" y="28"/>
                </a:cubicBezTo>
                <a:cubicBezTo>
                  <a:pt x="49" y="11"/>
                  <a:pt x="63" y="0"/>
                  <a:pt x="63" y="0"/>
                </a:cubicBezTo>
                <a:cubicBezTo>
                  <a:pt x="63" y="0"/>
                  <a:pt x="77" y="11"/>
                  <a:pt x="88" y="28"/>
                </a:cubicBezTo>
                <a:cubicBezTo>
                  <a:pt x="81" y="34"/>
                  <a:pt x="72" y="38"/>
                  <a:pt x="63" y="38"/>
                </a:cubicBezTo>
                <a:close/>
                <a:moveTo>
                  <a:pt x="90" y="126"/>
                </a:moveTo>
                <a:cubicBezTo>
                  <a:pt x="35" y="126"/>
                  <a:pt x="35" y="126"/>
                  <a:pt x="35" y="126"/>
                </a:cubicBezTo>
                <a:cubicBezTo>
                  <a:pt x="40" y="139"/>
                  <a:pt x="40" y="139"/>
                  <a:pt x="40" y="139"/>
                </a:cubicBezTo>
                <a:cubicBezTo>
                  <a:pt x="85" y="139"/>
                  <a:pt x="85" y="139"/>
                  <a:pt x="85" y="139"/>
                </a:cubicBezTo>
                <a:lnTo>
                  <a:pt x="90" y="126"/>
                </a:lnTo>
                <a:close/>
                <a:moveTo>
                  <a:pt x="47" y="144"/>
                </a:moveTo>
                <a:cubicBezTo>
                  <a:pt x="47" y="144"/>
                  <a:pt x="47" y="145"/>
                  <a:pt x="47" y="145"/>
                </a:cubicBezTo>
                <a:cubicBezTo>
                  <a:pt x="47" y="158"/>
                  <a:pt x="63" y="168"/>
                  <a:pt x="63" y="168"/>
                </a:cubicBezTo>
                <a:cubicBezTo>
                  <a:pt x="63" y="168"/>
                  <a:pt x="78" y="158"/>
                  <a:pt x="78" y="145"/>
                </a:cubicBezTo>
                <a:cubicBezTo>
                  <a:pt x="78" y="145"/>
                  <a:pt x="78" y="144"/>
                  <a:pt x="78" y="144"/>
                </a:cubicBezTo>
                <a:lnTo>
                  <a:pt x="47" y="144"/>
                </a:lnTo>
                <a:close/>
                <a:moveTo>
                  <a:pt x="63" y="66"/>
                </a:moveTo>
                <a:cubicBezTo>
                  <a:pt x="57" y="66"/>
                  <a:pt x="53" y="71"/>
                  <a:pt x="53" y="76"/>
                </a:cubicBezTo>
                <a:cubicBezTo>
                  <a:pt x="53" y="82"/>
                  <a:pt x="57" y="86"/>
                  <a:pt x="63" y="86"/>
                </a:cubicBezTo>
                <a:cubicBezTo>
                  <a:pt x="68" y="86"/>
                  <a:pt x="73" y="82"/>
                  <a:pt x="73" y="76"/>
                </a:cubicBezTo>
                <a:cubicBezTo>
                  <a:pt x="73" y="71"/>
                  <a:pt x="68" y="66"/>
                  <a:pt x="63" y="66"/>
                </a:cubicBezTo>
                <a:close/>
                <a:moveTo>
                  <a:pt x="100" y="65"/>
                </a:moveTo>
                <a:cubicBezTo>
                  <a:pt x="100" y="80"/>
                  <a:pt x="97" y="109"/>
                  <a:pt x="93" y="120"/>
                </a:cubicBezTo>
                <a:cubicBezTo>
                  <a:pt x="32" y="120"/>
                  <a:pt x="32" y="120"/>
                  <a:pt x="32" y="120"/>
                </a:cubicBezTo>
                <a:cubicBezTo>
                  <a:pt x="28" y="109"/>
                  <a:pt x="25" y="80"/>
                  <a:pt x="25" y="65"/>
                </a:cubicBezTo>
                <a:cubicBezTo>
                  <a:pt x="25" y="54"/>
                  <a:pt x="29" y="43"/>
                  <a:pt x="34" y="34"/>
                </a:cubicBezTo>
                <a:cubicBezTo>
                  <a:pt x="41" y="40"/>
                  <a:pt x="52" y="44"/>
                  <a:pt x="63" y="44"/>
                </a:cubicBezTo>
                <a:cubicBezTo>
                  <a:pt x="74" y="44"/>
                  <a:pt x="84" y="40"/>
                  <a:pt x="92" y="34"/>
                </a:cubicBezTo>
                <a:cubicBezTo>
                  <a:pt x="97" y="43"/>
                  <a:pt x="100" y="54"/>
                  <a:pt x="100" y="65"/>
                </a:cubicBezTo>
                <a:close/>
                <a:moveTo>
                  <a:pt x="81" y="76"/>
                </a:moveTo>
                <a:cubicBezTo>
                  <a:pt x="81" y="66"/>
                  <a:pt x="73" y="58"/>
                  <a:pt x="63" y="58"/>
                </a:cubicBezTo>
                <a:cubicBezTo>
                  <a:pt x="53" y="58"/>
                  <a:pt x="45" y="66"/>
                  <a:pt x="45" y="76"/>
                </a:cubicBezTo>
                <a:cubicBezTo>
                  <a:pt x="45" y="86"/>
                  <a:pt x="53" y="94"/>
                  <a:pt x="63" y="94"/>
                </a:cubicBezTo>
                <a:cubicBezTo>
                  <a:pt x="73" y="94"/>
                  <a:pt x="81" y="86"/>
                  <a:pt x="81" y="76"/>
                </a:cubicBezTo>
                <a:close/>
                <a:moveTo>
                  <a:pt x="20" y="92"/>
                </a:moveTo>
                <a:cubicBezTo>
                  <a:pt x="11" y="99"/>
                  <a:pt x="2" y="118"/>
                  <a:pt x="0" y="135"/>
                </a:cubicBezTo>
                <a:cubicBezTo>
                  <a:pt x="26" y="121"/>
                  <a:pt x="26" y="121"/>
                  <a:pt x="26" y="121"/>
                </a:cubicBezTo>
                <a:cubicBezTo>
                  <a:pt x="23" y="112"/>
                  <a:pt x="21" y="102"/>
                  <a:pt x="20" y="92"/>
                </a:cubicBezTo>
                <a:close/>
                <a:moveTo>
                  <a:pt x="99" y="121"/>
                </a:moveTo>
                <a:cubicBezTo>
                  <a:pt x="125" y="135"/>
                  <a:pt x="125" y="135"/>
                  <a:pt x="125" y="135"/>
                </a:cubicBezTo>
                <a:cubicBezTo>
                  <a:pt x="123" y="118"/>
                  <a:pt x="114" y="99"/>
                  <a:pt x="105" y="92"/>
                </a:cubicBezTo>
                <a:cubicBezTo>
                  <a:pt x="104" y="102"/>
                  <a:pt x="102" y="112"/>
                  <a:pt x="99" y="12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UA"/>
          </a:p>
        </p:txBody>
      </p:sp>
      <p:sp>
        <p:nvSpPr>
          <p:cNvPr id="39" name="03">
            <a:extLst>
              <a:ext uri="{FF2B5EF4-FFF2-40B4-BE49-F238E27FC236}">
                <a16:creationId xmlns:a16="http://schemas.microsoft.com/office/drawing/2014/main" id="{A65AE95E-7B92-44B9-8F90-C5E16E2EC495}"/>
              </a:ext>
            </a:extLst>
          </p:cNvPr>
          <p:cNvSpPr>
            <a:spLocks noEditPoints="1"/>
          </p:cNvSpPr>
          <p:nvPr/>
        </p:nvSpPr>
        <p:spPr bwMode="auto">
          <a:xfrm>
            <a:off x="8363011" y="3236102"/>
            <a:ext cx="514415" cy="399492"/>
          </a:xfrm>
          <a:custGeom>
            <a:avLst/>
            <a:gdLst>
              <a:gd name="T0" fmla="*/ 425814 w 157"/>
              <a:gd name="T1" fmla="*/ 216577 h 122"/>
              <a:gd name="T2" fmla="*/ 524664 w 157"/>
              <a:gd name="T3" fmla="*/ 125386 h 122"/>
              <a:gd name="T4" fmla="*/ 524664 w 157"/>
              <a:gd name="T5" fmla="*/ 463550 h 122"/>
              <a:gd name="T6" fmla="*/ 425814 w 157"/>
              <a:gd name="T7" fmla="*/ 463550 h 122"/>
              <a:gd name="T8" fmla="*/ 425814 w 157"/>
              <a:gd name="T9" fmla="*/ 216577 h 122"/>
              <a:gd name="T10" fmla="*/ 296549 w 157"/>
              <a:gd name="T11" fmla="*/ 463550 h 122"/>
              <a:gd name="T12" fmla="*/ 399201 w 157"/>
              <a:gd name="T13" fmla="*/ 463550 h 122"/>
              <a:gd name="T14" fmla="*/ 399201 w 157"/>
              <a:gd name="T15" fmla="*/ 239374 h 122"/>
              <a:gd name="T16" fmla="*/ 296549 w 157"/>
              <a:gd name="T17" fmla="*/ 326765 h 122"/>
              <a:gd name="T18" fmla="*/ 296549 w 157"/>
              <a:gd name="T19" fmla="*/ 463550 h 122"/>
              <a:gd name="T20" fmla="*/ 171086 w 157"/>
              <a:gd name="T21" fmla="*/ 463550 h 122"/>
              <a:gd name="T22" fmla="*/ 269936 w 157"/>
              <a:gd name="T23" fmla="*/ 463550 h 122"/>
              <a:gd name="T24" fmla="*/ 269936 w 157"/>
              <a:gd name="T25" fmla="*/ 326765 h 122"/>
              <a:gd name="T26" fmla="*/ 171086 w 157"/>
              <a:gd name="T27" fmla="*/ 220376 h 122"/>
              <a:gd name="T28" fmla="*/ 171086 w 157"/>
              <a:gd name="T29" fmla="*/ 463550 h 122"/>
              <a:gd name="T30" fmla="*/ 41821 w 157"/>
              <a:gd name="T31" fmla="*/ 463550 h 122"/>
              <a:gd name="T32" fmla="*/ 144473 w 157"/>
              <a:gd name="T33" fmla="*/ 463550 h 122"/>
              <a:gd name="T34" fmla="*/ 144473 w 157"/>
              <a:gd name="T35" fmla="*/ 205178 h 122"/>
              <a:gd name="T36" fmla="*/ 41821 w 157"/>
              <a:gd name="T37" fmla="*/ 288769 h 122"/>
              <a:gd name="T38" fmla="*/ 41821 w 157"/>
              <a:gd name="T39" fmla="*/ 463550 h 122"/>
              <a:gd name="T40" fmla="*/ 585494 w 157"/>
              <a:gd name="T41" fmla="*/ 0 h 122"/>
              <a:gd name="T42" fmla="*/ 490446 w 157"/>
              <a:gd name="T43" fmla="*/ 0 h 122"/>
              <a:gd name="T44" fmla="*/ 482843 w 157"/>
              <a:gd name="T45" fmla="*/ 15198 h 122"/>
              <a:gd name="T46" fmla="*/ 513258 w 157"/>
              <a:gd name="T47" fmla="*/ 49395 h 122"/>
              <a:gd name="T48" fmla="*/ 285143 w 157"/>
              <a:gd name="T49" fmla="*/ 246973 h 122"/>
              <a:gd name="T50" fmla="*/ 167284 w 157"/>
              <a:gd name="T51" fmla="*/ 121587 h 122"/>
              <a:gd name="T52" fmla="*/ 140671 w 157"/>
              <a:gd name="T53" fmla="*/ 117787 h 122"/>
              <a:gd name="T54" fmla="*/ 7604 w 157"/>
              <a:gd name="T55" fmla="*/ 224176 h 122"/>
              <a:gd name="T56" fmla="*/ 3802 w 157"/>
              <a:gd name="T57" fmla="*/ 250773 h 122"/>
              <a:gd name="T58" fmla="*/ 30415 w 157"/>
              <a:gd name="T59" fmla="*/ 254573 h 122"/>
              <a:gd name="T60" fmla="*/ 152076 w 157"/>
              <a:gd name="T61" fmla="*/ 159583 h 122"/>
              <a:gd name="T62" fmla="*/ 269936 w 157"/>
              <a:gd name="T63" fmla="*/ 284969 h 122"/>
              <a:gd name="T64" fmla="*/ 285143 w 157"/>
              <a:gd name="T65" fmla="*/ 292568 h 122"/>
              <a:gd name="T66" fmla="*/ 296549 w 157"/>
              <a:gd name="T67" fmla="*/ 284969 h 122"/>
              <a:gd name="T68" fmla="*/ 536069 w 157"/>
              <a:gd name="T69" fmla="*/ 79791 h 122"/>
              <a:gd name="T70" fmla="*/ 566485 w 157"/>
              <a:gd name="T71" fmla="*/ 113988 h 122"/>
              <a:gd name="T72" fmla="*/ 585494 w 157"/>
              <a:gd name="T73" fmla="*/ 110188 h 122"/>
              <a:gd name="T74" fmla="*/ 596900 w 157"/>
              <a:gd name="T75" fmla="*/ 11399 h 122"/>
              <a:gd name="T76" fmla="*/ 585494 w 157"/>
              <a:gd name="T77" fmla="*/ 0 h 1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7" h="122">
                <a:moveTo>
                  <a:pt x="112" y="57"/>
                </a:moveTo>
                <a:cubicBezTo>
                  <a:pt x="138" y="33"/>
                  <a:pt x="138" y="33"/>
                  <a:pt x="138" y="33"/>
                </a:cubicBezTo>
                <a:cubicBezTo>
                  <a:pt x="138" y="122"/>
                  <a:pt x="138" y="122"/>
                  <a:pt x="138" y="122"/>
                </a:cubicBezTo>
                <a:cubicBezTo>
                  <a:pt x="112" y="122"/>
                  <a:pt x="112" y="122"/>
                  <a:pt x="112" y="122"/>
                </a:cubicBezTo>
                <a:lnTo>
                  <a:pt x="112" y="57"/>
                </a:lnTo>
                <a:close/>
                <a:moveTo>
                  <a:pt x="78" y="122"/>
                </a:moveTo>
                <a:cubicBezTo>
                  <a:pt x="105" y="122"/>
                  <a:pt x="105" y="122"/>
                  <a:pt x="105" y="122"/>
                </a:cubicBezTo>
                <a:cubicBezTo>
                  <a:pt x="105" y="63"/>
                  <a:pt x="105" y="63"/>
                  <a:pt x="105" y="63"/>
                </a:cubicBezTo>
                <a:cubicBezTo>
                  <a:pt x="78" y="86"/>
                  <a:pt x="78" y="86"/>
                  <a:pt x="78" y="86"/>
                </a:cubicBezTo>
                <a:lnTo>
                  <a:pt x="78" y="122"/>
                </a:lnTo>
                <a:close/>
                <a:moveTo>
                  <a:pt x="45" y="122"/>
                </a:moveTo>
                <a:cubicBezTo>
                  <a:pt x="71" y="122"/>
                  <a:pt x="71" y="122"/>
                  <a:pt x="71" y="122"/>
                </a:cubicBezTo>
                <a:cubicBezTo>
                  <a:pt x="71" y="86"/>
                  <a:pt x="71" y="86"/>
                  <a:pt x="71" y="86"/>
                </a:cubicBezTo>
                <a:cubicBezTo>
                  <a:pt x="45" y="58"/>
                  <a:pt x="45" y="58"/>
                  <a:pt x="45" y="58"/>
                </a:cubicBezTo>
                <a:lnTo>
                  <a:pt x="45" y="122"/>
                </a:lnTo>
                <a:close/>
                <a:moveTo>
                  <a:pt x="11" y="122"/>
                </a:moveTo>
                <a:cubicBezTo>
                  <a:pt x="38" y="122"/>
                  <a:pt x="38" y="122"/>
                  <a:pt x="38" y="122"/>
                </a:cubicBezTo>
                <a:cubicBezTo>
                  <a:pt x="38" y="54"/>
                  <a:pt x="38" y="54"/>
                  <a:pt x="38" y="54"/>
                </a:cubicBezTo>
                <a:cubicBezTo>
                  <a:pt x="11" y="76"/>
                  <a:pt x="11" y="76"/>
                  <a:pt x="11" y="76"/>
                </a:cubicBezTo>
                <a:lnTo>
                  <a:pt x="11" y="122"/>
                </a:lnTo>
                <a:close/>
                <a:moveTo>
                  <a:pt x="154" y="0"/>
                </a:moveTo>
                <a:cubicBezTo>
                  <a:pt x="129" y="0"/>
                  <a:pt x="129" y="0"/>
                  <a:pt x="129" y="0"/>
                </a:cubicBezTo>
                <a:cubicBezTo>
                  <a:pt x="127" y="0"/>
                  <a:pt x="125" y="3"/>
                  <a:pt x="127" y="4"/>
                </a:cubicBezTo>
                <a:cubicBezTo>
                  <a:pt x="135" y="13"/>
                  <a:pt x="135" y="13"/>
                  <a:pt x="135" y="13"/>
                </a:cubicBezTo>
                <a:cubicBezTo>
                  <a:pt x="75" y="65"/>
                  <a:pt x="75" y="65"/>
                  <a:pt x="75" y="65"/>
                </a:cubicBezTo>
                <a:cubicBezTo>
                  <a:pt x="44" y="32"/>
                  <a:pt x="44" y="32"/>
                  <a:pt x="44" y="32"/>
                </a:cubicBezTo>
                <a:cubicBezTo>
                  <a:pt x="42" y="30"/>
                  <a:pt x="39" y="30"/>
                  <a:pt x="37" y="31"/>
                </a:cubicBezTo>
                <a:cubicBezTo>
                  <a:pt x="2" y="59"/>
                  <a:pt x="2" y="59"/>
                  <a:pt x="2" y="59"/>
                </a:cubicBezTo>
                <a:cubicBezTo>
                  <a:pt x="0" y="61"/>
                  <a:pt x="0" y="64"/>
                  <a:pt x="1" y="66"/>
                </a:cubicBezTo>
                <a:cubicBezTo>
                  <a:pt x="3" y="69"/>
                  <a:pt x="6" y="69"/>
                  <a:pt x="8" y="67"/>
                </a:cubicBezTo>
                <a:cubicBezTo>
                  <a:pt x="40" y="42"/>
                  <a:pt x="40" y="42"/>
                  <a:pt x="40" y="42"/>
                </a:cubicBezTo>
                <a:cubicBezTo>
                  <a:pt x="71" y="75"/>
                  <a:pt x="71" y="75"/>
                  <a:pt x="71" y="75"/>
                </a:cubicBezTo>
                <a:cubicBezTo>
                  <a:pt x="72" y="76"/>
                  <a:pt x="73" y="77"/>
                  <a:pt x="75" y="77"/>
                </a:cubicBezTo>
                <a:cubicBezTo>
                  <a:pt x="76" y="77"/>
                  <a:pt x="77" y="76"/>
                  <a:pt x="78" y="75"/>
                </a:cubicBezTo>
                <a:cubicBezTo>
                  <a:pt x="141" y="21"/>
                  <a:pt x="141" y="21"/>
                  <a:pt x="141" y="21"/>
                </a:cubicBezTo>
                <a:cubicBezTo>
                  <a:pt x="149" y="30"/>
                  <a:pt x="149" y="30"/>
                  <a:pt x="149" y="30"/>
                </a:cubicBezTo>
                <a:cubicBezTo>
                  <a:pt x="151" y="32"/>
                  <a:pt x="153" y="31"/>
                  <a:pt x="154" y="29"/>
                </a:cubicBezTo>
                <a:cubicBezTo>
                  <a:pt x="157" y="3"/>
                  <a:pt x="157" y="3"/>
                  <a:pt x="157" y="3"/>
                </a:cubicBezTo>
                <a:cubicBezTo>
                  <a:pt x="157" y="2"/>
                  <a:pt x="156" y="0"/>
                  <a:pt x="154"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UA"/>
          </a:p>
        </p:txBody>
      </p:sp>
      <p:sp>
        <p:nvSpPr>
          <p:cNvPr id="40" name="04">
            <a:extLst>
              <a:ext uri="{FF2B5EF4-FFF2-40B4-BE49-F238E27FC236}">
                <a16:creationId xmlns:a16="http://schemas.microsoft.com/office/drawing/2014/main" id="{E9B9CA67-E08E-4A13-8845-A6C80375A9C3}"/>
              </a:ext>
            </a:extLst>
          </p:cNvPr>
          <p:cNvSpPr>
            <a:spLocks noEditPoints="1"/>
          </p:cNvSpPr>
          <p:nvPr/>
        </p:nvSpPr>
        <p:spPr bwMode="auto">
          <a:xfrm>
            <a:off x="3688355" y="4254563"/>
            <a:ext cx="462532" cy="457089"/>
          </a:xfrm>
          <a:custGeom>
            <a:avLst/>
            <a:gdLst>
              <a:gd name="T0" fmla="*/ 209058 w 142"/>
              <a:gd name="T1" fmla="*/ 110490 h 140"/>
              <a:gd name="T2" fmla="*/ 269875 w 142"/>
              <a:gd name="T3" fmla="*/ 49530 h 140"/>
              <a:gd name="T4" fmla="*/ 330692 w 142"/>
              <a:gd name="T5" fmla="*/ 110490 h 140"/>
              <a:gd name="T6" fmla="*/ 269875 w 142"/>
              <a:gd name="T7" fmla="*/ 171450 h 140"/>
              <a:gd name="T8" fmla="*/ 209058 w 142"/>
              <a:gd name="T9" fmla="*/ 110490 h 140"/>
              <a:gd name="T10" fmla="*/ 349697 w 142"/>
              <a:gd name="T11" fmla="*/ 194310 h 140"/>
              <a:gd name="T12" fmla="*/ 193854 w 142"/>
              <a:gd name="T13" fmla="*/ 194310 h 140"/>
              <a:gd name="T14" fmla="*/ 171048 w 142"/>
              <a:gd name="T15" fmla="*/ 217170 h 140"/>
              <a:gd name="T16" fmla="*/ 171048 w 142"/>
              <a:gd name="T17" fmla="*/ 350520 h 140"/>
              <a:gd name="T18" fmla="*/ 193854 w 142"/>
              <a:gd name="T19" fmla="*/ 373380 h 140"/>
              <a:gd name="T20" fmla="*/ 212859 w 142"/>
              <a:gd name="T21" fmla="*/ 373380 h 140"/>
              <a:gd name="T22" fmla="*/ 212859 w 142"/>
              <a:gd name="T23" fmla="*/ 514350 h 140"/>
              <a:gd name="T24" fmla="*/ 231864 w 142"/>
              <a:gd name="T25" fmla="*/ 533400 h 140"/>
              <a:gd name="T26" fmla="*/ 311687 w 142"/>
              <a:gd name="T27" fmla="*/ 533400 h 140"/>
              <a:gd name="T28" fmla="*/ 330692 w 142"/>
              <a:gd name="T29" fmla="*/ 514350 h 140"/>
              <a:gd name="T30" fmla="*/ 330692 w 142"/>
              <a:gd name="T31" fmla="*/ 373380 h 140"/>
              <a:gd name="T32" fmla="*/ 349697 w 142"/>
              <a:gd name="T33" fmla="*/ 373380 h 140"/>
              <a:gd name="T34" fmla="*/ 368702 w 142"/>
              <a:gd name="T35" fmla="*/ 350520 h 140"/>
              <a:gd name="T36" fmla="*/ 368702 w 142"/>
              <a:gd name="T37" fmla="*/ 217170 h 140"/>
              <a:gd name="T38" fmla="*/ 349697 w 142"/>
              <a:gd name="T39" fmla="*/ 194310 h 140"/>
              <a:gd name="T40" fmla="*/ 444724 w 142"/>
              <a:gd name="T41" fmla="*/ 110490 h 140"/>
              <a:gd name="T42" fmla="*/ 501739 w 142"/>
              <a:gd name="T43" fmla="*/ 57150 h 140"/>
              <a:gd name="T44" fmla="*/ 444724 w 142"/>
              <a:gd name="T45" fmla="*/ 0 h 140"/>
              <a:gd name="T46" fmla="*/ 391509 w 142"/>
              <a:gd name="T47" fmla="*/ 57150 h 140"/>
              <a:gd name="T48" fmla="*/ 444724 w 142"/>
              <a:gd name="T49" fmla="*/ 110490 h 140"/>
              <a:gd name="T50" fmla="*/ 520745 w 142"/>
              <a:gd name="T51" fmla="*/ 133350 h 140"/>
              <a:gd name="T52" fmla="*/ 372504 w 142"/>
              <a:gd name="T53" fmla="*/ 133350 h 140"/>
              <a:gd name="T54" fmla="*/ 353498 w 142"/>
              <a:gd name="T55" fmla="*/ 152400 h 140"/>
              <a:gd name="T56" fmla="*/ 353498 w 142"/>
              <a:gd name="T57" fmla="*/ 156210 h 140"/>
              <a:gd name="T58" fmla="*/ 410514 w 142"/>
              <a:gd name="T59" fmla="*/ 217170 h 140"/>
              <a:gd name="T60" fmla="*/ 410514 w 142"/>
              <a:gd name="T61" fmla="*/ 350520 h 140"/>
              <a:gd name="T62" fmla="*/ 391509 w 142"/>
              <a:gd name="T63" fmla="*/ 396240 h 140"/>
              <a:gd name="T64" fmla="*/ 391509 w 142"/>
              <a:gd name="T65" fmla="*/ 430530 h 140"/>
              <a:gd name="T66" fmla="*/ 410514 w 142"/>
              <a:gd name="T67" fmla="*/ 449580 h 140"/>
              <a:gd name="T68" fmla="*/ 482734 w 142"/>
              <a:gd name="T69" fmla="*/ 449580 h 140"/>
              <a:gd name="T70" fmla="*/ 501739 w 142"/>
              <a:gd name="T71" fmla="*/ 430530 h 140"/>
              <a:gd name="T72" fmla="*/ 501739 w 142"/>
              <a:gd name="T73" fmla="*/ 297180 h 140"/>
              <a:gd name="T74" fmla="*/ 520745 w 142"/>
              <a:gd name="T75" fmla="*/ 297180 h 140"/>
              <a:gd name="T76" fmla="*/ 539750 w 142"/>
              <a:gd name="T77" fmla="*/ 278130 h 140"/>
              <a:gd name="T78" fmla="*/ 539750 w 142"/>
              <a:gd name="T79" fmla="*/ 152400 h 140"/>
              <a:gd name="T80" fmla="*/ 520745 w 142"/>
              <a:gd name="T81" fmla="*/ 133350 h 140"/>
              <a:gd name="T82" fmla="*/ 148241 w 142"/>
              <a:gd name="T83" fmla="*/ 57150 h 140"/>
              <a:gd name="T84" fmla="*/ 95026 w 142"/>
              <a:gd name="T85" fmla="*/ 0 h 140"/>
              <a:gd name="T86" fmla="*/ 38011 w 142"/>
              <a:gd name="T87" fmla="*/ 57150 h 140"/>
              <a:gd name="T88" fmla="*/ 95026 w 142"/>
              <a:gd name="T89" fmla="*/ 110490 h 140"/>
              <a:gd name="T90" fmla="*/ 148241 w 142"/>
              <a:gd name="T91" fmla="*/ 57150 h 140"/>
              <a:gd name="T92" fmla="*/ 0 w 142"/>
              <a:gd name="T93" fmla="*/ 152400 h 140"/>
              <a:gd name="T94" fmla="*/ 0 w 142"/>
              <a:gd name="T95" fmla="*/ 278130 h 140"/>
              <a:gd name="T96" fmla="*/ 19005 w 142"/>
              <a:gd name="T97" fmla="*/ 297180 h 140"/>
              <a:gd name="T98" fmla="*/ 38011 w 142"/>
              <a:gd name="T99" fmla="*/ 297180 h 140"/>
              <a:gd name="T100" fmla="*/ 38011 w 142"/>
              <a:gd name="T101" fmla="*/ 430530 h 140"/>
              <a:gd name="T102" fmla="*/ 57016 w 142"/>
              <a:gd name="T103" fmla="*/ 449580 h 140"/>
              <a:gd name="T104" fmla="*/ 129236 w 142"/>
              <a:gd name="T105" fmla="*/ 449580 h 140"/>
              <a:gd name="T106" fmla="*/ 148241 w 142"/>
              <a:gd name="T107" fmla="*/ 430530 h 140"/>
              <a:gd name="T108" fmla="*/ 148241 w 142"/>
              <a:gd name="T109" fmla="*/ 396240 h 140"/>
              <a:gd name="T110" fmla="*/ 129236 w 142"/>
              <a:gd name="T111" fmla="*/ 350520 h 140"/>
              <a:gd name="T112" fmla="*/ 129236 w 142"/>
              <a:gd name="T113" fmla="*/ 217170 h 140"/>
              <a:gd name="T114" fmla="*/ 186252 w 142"/>
              <a:gd name="T115" fmla="*/ 156210 h 140"/>
              <a:gd name="T116" fmla="*/ 186252 w 142"/>
              <a:gd name="T117" fmla="*/ 152400 h 140"/>
              <a:gd name="T118" fmla="*/ 167246 w 142"/>
              <a:gd name="T119" fmla="*/ 133350 h 140"/>
              <a:gd name="T120" fmla="*/ 19005 w 142"/>
              <a:gd name="T121" fmla="*/ 133350 h 140"/>
              <a:gd name="T122" fmla="*/ 0 w 142"/>
              <a:gd name="T123" fmla="*/ 152400 h 1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2" h="140">
                <a:moveTo>
                  <a:pt x="55" y="29"/>
                </a:moveTo>
                <a:cubicBezTo>
                  <a:pt x="55" y="20"/>
                  <a:pt x="62" y="13"/>
                  <a:pt x="71" y="13"/>
                </a:cubicBezTo>
                <a:cubicBezTo>
                  <a:pt x="80" y="13"/>
                  <a:pt x="87" y="20"/>
                  <a:pt x="87" y="29"/>
                </a:cubicBezTo>
                <a:cubicBezTo>
                  <a:pt x="87" y="38"/>
                  <a:pt x="80" y="45"/>
                  <a:pt x="71" y="45"/>
                </a:cubicBezTo>
                <a:cubicBezTo>
                  <a:pt x="62" y="45"/>
                  <a:pt x="55" y="38"/>
                  <a:pt x="55" y="29"/>
                </a:cubicBezTo>
                <a:close/>
                <a:moveTo>
                  <a:pt x="92" y="51"/>
                </a:moveTo>
                <a:cubicBezTo>
                  <a:pt x="51" y="51"/>
                  <a:pt x="51" y="51"/>
                  <a:pt x="51" y="51"/>
                </a:cubicBezTo>
                <a:cubicBezTo>
                  <a:pt x="48" y="51"/>
                  <a:pt x="45" y="54"/>
                  <a:pt x="45" y="57"/>
                </a:cubicBezTo>
                <a:cubicBezTo>
                  <a:pt x="45" y="92"/>
                  <a:pt x="45" y="92"/>
                  <a:pt x="45" y="92"/>
                </a:cubicBezTo>
                <a:cubicBezTo>
                  <a:pt x="45" y="95"/>
                  <a:pt x="48" y="98"/>
                  <a:pt x="51" y="98"/>
                </a:cubicBezTo>
                <a:cubicBezTo>
                  <a:pt x="56" y="98"/>
                  <a:pt x="56" y="98"/>
                  <a:pt x="56" y="98"/>
                </a:cubicBezTo>
                <a:cubicBezTo>
                  <a:pt x="56" y="135"/>
                  <a:pt x="56" y="135"/>
                  <a:pt x="56" y="135"/>
                </a:cubicBezTo>
                <a:cubicBezTo>
                  <a:pt x="56" y="138"/>
                  <a:pt x="58" y="140"/>
                  <a:pt x="61" y="140"/>
                </a:cubicBezTo>
                <a:cubicBezTo>
                  <a:pt x="82" y="140"/>
                  <a:pt x="82" y="140"/>
                  <a:pt x="82" y="140"/>
                </a:cubicBezTo>
                <a:cubicBezTo>
                  <a:pt x="85" y="140"/>
                  <a:pt x="87" y="138"/>
                  <a:pt x="87" y="135"/>
                </a:cubicBezTo>
                <a:cubicBezTo>
                  <a:pt x="87" y="98"/>
                  <a:pt x="87" y="98"/>
                  <a:pt x="87" y="98"/>
                </a:cubicBezTo>
                <a:cubicBezTo>
                  <a:pt x="92" y="98"/>
                  <a:pt x="92" y="98"/>
                  <a:pt x="92" y="98"/>
                </a:cubicBezTo>
                <a:cubicBezTo>
                  <a:pt x="95" y="98"/>
                  <a:pt x="97" y="95"/>
                  <a:pt x="97" y="92"/>
                </a:cubicBezTo>
                <a:cubicBezTo>
                  <a:pt x="97" y="57"/>
                  <a:pt x="97" y="57"/>
                  <a:pt x="97" y="57"/>
                </a:cubicBezTo>
                <a:cubicBezTo>
                  <a:pt x="97" y="54"/>
                  <a:pt x="95" y="51"/>
                  <a:pt x="92" y="51"/>
                </a:cubicBezTo>
                <a:close/>
                <a:moveTo>
                  <a:pt x="117" y="29"/>
                </a:moveTo>
                <a:cubicBezTo>
                  <a:pt x="125" y="29"/>
                  <a:pt x="132" y="23"/>
                  <a:pt x="132" y="15"/>
                </a:cubicBezTo>
                <a:cubicBezTo>
                  <a:pt x="132" y="6"/>
                  <a:pt x="125" y="0"/>
                  <a:pt x="117" y="0"/>
                </a:cubicBezTo>
                <a:cubicBezTo>
                  <a:pt x="109" y="0"/>
                  <a:pt x="103" y="6"/>
                  <a:pt x="103" y="15"/>
                </a:cubicBezTo>
                <a:cubicBezTo>
                  <a:pt x="103" y="23"/>
                  <a:pt x="109" y="29"/>
                  <a:pt x="117" y="29"/>
                </a:cubicBezTo>
                <a:close/>
                <a:moveTo>
                  <a:pt x="137" y="35"/>
                </a:moveTo>
                <a:cubicBezTo>
                  <a:pt x="98" y="35"/>
                  <a:pt x="98" y="35"/>
                  <a:pt x="98" y="35"/>
                </a:cubicBezTo>
                <a:cubicBezTo>
                  <a:pt x="96" y="35"/>
                  <a:pt x="93" y="38"/>
                  <a:pt x="93" y="40"/>
                </a:cubicBezTo>
                <a:cubicBezTo>
                  <a:pt x="93" y="41"/>
                  <a:pt x="93" y="41"/>
                  <a:pt x="93" y="41"/>
                </a:cubicBezTo>
                <a:cubicBezTo>
                  <a:pt x="102" y="42"/>
                  <a:pt x="108" y="48"/>
                  <a:pt x="108" y="57"/>
                </a:cubicBezTo>
                <a:cubicBezTo>
                  <a:pt x="108" y="92"/>
                  <a:pt x="108" y="92"/>
                  <a:pt x="108" y="92"/>
                </a:cubicBezTo>
                <a:cubicBezTo>
                  <a:pt x="108" y="97"/>
                  <a:pt x="106" y="101"/>
                  <a:pt x="103" y="104"/>
                </a:cubicBezTo>
                <a:cubicBezTo>
                  <a:pt x="103" y="113"/>
                  <a:pt x="103" y="113"/>
                  <a:pt x="103" y="113"/>
                </a:cubicBezTo>
                <a:cubicBezTo>
                  <a:pt x="103" y="116"/>
                  <a:pt x="105" y="118"/>
                  <a:pt x="108" y="118"/>
                </a:cubicBezTo>
                <a:cubicBezTo>
                  <a:pt x="127" y="118"/>
                  <a:pt x="127" y="118"/>
                  <a:pt x="127" y="118"/>
                </a:cubicBezTo>
                <a:cubicBezTo>
                  <a:pt x="130" y="118"/>
                  <a:pt x="132" y="116"/>
                  <a:pt x="132" y="113"/>
                </a:cubicBezTo>
                <a:cubicBezTo>
                  <a:pt x="132" y="78"/>
                  <a:pt x="132" y="78"/>
                  <a:pt x="132" y="78"/>
                </a:cubicBezTo>
                <a:cubicBezTo>
                  <a:pt x="137" y="78"/>
                  <a:pt x="137" y="78"/>
                  <a:pt x="137" y="78"/>
                </a:cubicBezTo>
                <a:cubicBezTo>
                  <a:pt x="140" y="78"/>
                  <a:pt x="142" y="76"/>
                  <a:pt x="142" y="73"/>
                </a:cubicBezTo>
                <a:cubicBezTo>
                  <a:pt x="142" y="40"/>
                  <a:pt x="142" y="40"/>
                  <a:pt x="142" y="40"/>
                </a:cubicBezTo>
                <a:cubicBezTo>
                  <a:pt x="142" y="38"/>
                  <a:pt x="140" y="35"/>
                  <a:pt x="137" y="35"/>
                </a:cubicBezTo>
                <a:close/>
                <a:moveTo>
                  <a:pt x="39" y="15"/>
                </a:moveTo>
                <a:cubicBezTo>
                  <a:pt x="39" y="6"/>
                  <a:pt x="33" y="0"/>
                  <a:pt x="25" y="0"/>
                </a:cubicBezTo>
                <a:cubicBezTo>
                  <a:pt x="17" y="0"/>
                  <a:pt x="10" y="6"/>
                  <a:pt x="10" y="15"/>
                </a:cubicBezTo>
                <a:cubicBezTo>
                  <a:pt x="10" y="23"/>
                  <a:pt x="17" y="29"/>
                  <a:pt x="25" y="29"/>
                </a:cubicBezTo>
                <a:cubicBezTo>
                  <a:pt x="33" y="29"/>
                  <a:pt x="39" y="23"/>
                  <a:pt x="39" y="15"/>
                </a:cubicBezTo>
                <a:close/>
                <a:moveTo>
                  <a:pt x="0" y="40"/>
                </a:moveTo>
                <a:cubicBezTo>
                  <a:pt x="0" y="73"/>
                  <a:pt x="0" y="73"/>
                  <a:pt x="0" y="73"/>
                </a:cubicBezTo>
                <a:cubicBezTo>
                  <a:pt x="0" y="76"/>
                  <a:pt x="3" y="78"/>
                  <a:pt x="5" y="78"/>
                </a:cubicBezTo>
                <a:cubicBezTo>
                  <a:pt x="10" y="78"/>
                  <a:pt x="10" y="78"/>
                  <a:pt x="10" y="78"/>
                </a:cubicBezTo>
                <a:cubicBezTo>
                  <a:pt x="10" y="113"/>
                  <a:pt x="10" y="113"/>
                  <a:pt x="10" y="113"/>
                </a:cubicBezTo>
                <a:cubicBezTo>
                  <a:pt x="10" y="116"/>
                  <a:pt x="12" y="118"/>
                  <a:pt x="15" y="118"/>
                </a:cubicBezTo>
                <a:cubicBezTo>
                  <a:pt x="34" y="118"/>
                  <a:pt x="34" y="118"/>
                  <a:pt x="34" y="118"/>
                </a:cubicBezTo>
                <a:cubicBezTo>
                  <a:pt x="37" y="118"/>
                  <a:pt x="39" y="116"/>
                  <a:pt x="39" y="113"/>
                </a:cubicBezTo>
                <a:cubicBezTo>
                  <a:pt x="39" y="104"/>
                  <a:pt x="39" y="104"/>
                  <a:pt x="39" y="104"/>
                </a:cubicBezTo>
                <a:cubicBezTo>
                  <a:pt x="36" y="101"/>
                  <a:pt x="34" y="97"/>
                  <a:pt x="34" y="92"/>
                </a:cubicBezTo>
                <a:cubicBezTo>
                  <a:pt x="34" y="57"/>
                  <a:pt x="34" y="57"/>
                  <a:pt x="34" y="57"/>
                </a:cubicBezTo>
                <a:cubicBezTo>
                  <a:pt x="34" y="48"/>
                  <a:pt x="41" y="42"/>
                  <a:pt x="49" y="41"/>
                </a:cubicBezTo>
                <a:cubicBezTo>
                  <a:pt x="49" y="40"/>
                  <a:pt x="49" y="40"/>
                  <a:pt x="49" y="40"/>
                </a:cubicBezTo>
                <a:cubicBezTo>
                  <a:pt x="49" y="38"/>
                  <a:pt x="47" y="35"/>
                  <a:pt x="44" y="35"/>
                </a:cubicBezTo>
                <a:cubicBezTo>
                  <a:pt x="5" y="35"/>
                  <a:pt x="5" y="35"/>
                  <a:pt x="5" y="35"/>
                </a:cubicBezTo>
                <a:cubicBezTo>
                  <a:pt x="3" y="35"/>
                  <a:pt x="0" y="38"/>
                  <a:pt x="0" y="4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UA"/>
          </a:p>
        </p:txBody>
      </p:sp>
      <p:sp>
        <p:nvSpPr>
          <p:cNvPr id="41" name="02">
            <a:extLst>
              <a:ext uri="{FF2B5EF4-FFF2-40B4-BE49-F238E27FC236}">
                <a16:creationId xmlns:a16="http://schemas.microsoft.com/office/drawing/2014/main" id="{B986EDA8-ABC9-44E1-AD9C-7C4A0FDB0EB0}"/>
              </a:ext>
            </a:extLst>
          </p:cNvPr>
          <p:cNvSpPr>
            <a:spLocks noEditPoints="1"/>
          </p:cNvSpPr>
          <p:nvPr/>
        </p:nvSpPr>
        <p:spPr bwMode="auto">
          <a:xfrm>
            <a:off x="3644059" y="2193767"/>
            <a:ext cx="516154" cy="551547"/>
          </a:xfrm>
          <a:custGeom>
            <a:avLst/>
            <a:gdLst>
              <a:gd name="T0" fmla="*/ 3806 w 146"/>
              <a:gd name="T1" fmla="*/ 186491 h 156"/>
              <a:gd name="T2" fmla="*/ 83724 w 146"/>
              <a:gd name="T3" fmla="*/ 117984 h 156"/>
              <a:gd name="T4" fmla="*/ 159837 w 146"/>
              <a:gd name="T5" fmla="*/ 228356 h 156"/>
              <a:gd name="T6" fmla="*/ 121781 w 146"/>
              <a:gd name="T7" fmla="*/ 296863 h 156"/>
              <a:gd name="T8" fmla="*/ 243562 w 146"/>
              <a:gd name="T9" fmla="*/ 441488 h 156"/>
              <a:gd name="T10" fmla="*/ 308258 w 146"/>
              <a:gd name="T11" fmla="*/ 411040 h 156"/>
              <a:gd name="T12" fmla="*/ 411010 w 146"/>
              <a:gd name="T13" fmla="*/ 464323 h 156"/>
              <a:gd name="T14" fmla="*/ 357731 w 146"/>
              <a:gd name="T15" fmla="*/ 567083 h 156"/>
              <a:gd name="T16" fmla="*/ 121781 w 146"/>
              <a:gd name="T17" fmla="*/ 449100 h 156"/>
              <a:gd name="T18" fmla="*/ 3806 w 146"/>
              <a:gd name="T19" fmla="*/ 186491 h 156"/>
              <a:gd name="T20" fmla="*/ 395788 w 146"/>
              <a:gd name="T21" fmla="*/ 243579 h 156"/>
              <a:gd name="T22" fmla="*/ 312063 w 146"/>
              <a:gd name="T23" fmla="*/ 243579 h 156"/>
              <a:gd name="T24" fmla="*/ 312063 w 146"/>
              <a:gd name="T25" fmla="*/ 148431 h 156"/>
              <a:gd name="T26" fmla="*/ 293035 w 146"/>
              <a:gd name="T27" fmla="*/ 129402 h 156"/>
              <a:gd name="T28" fmla="*/ 274007 w 146"/>
              <a:gd name="T29" fmla="*/ 148431 h 156"/>
              <a:gd name="T30" fmla="*/ 274007 w 146"/>
              <a:gd name="T31" fmla="*/ 262609 h 156"/>
              <a:gd name="T32" fmla="*/ 293035 w 146"/>
              <a:gd name="T33" fmla="*/ 281639 h 156"/>
              <a:gd name="T34" fmla="*/ 395788 w 146"/>
              <a:gd name="T35" fmla="*/ 281639 h 156"/>
              <a:gd name="T36" fmla="*/ 414816 w 146"/>
              <a:gd name="T37" fmla="*/ 262609 h 156"/>
              <a:gd name="T38" fmla="*/ 395788 w 146"/>
              <a:gd name="T39" fmla="*/ 243579 h 156"/>
              <a:gd name="T40" fmla="*/ 293035 w 146"/>
              <a:gd name="T41" fmla="*/ 0 h 156"/>
              <a:gd name="T42" fmla="*/ 98947 w 146"/>
              <a:gd name="T43" fmla="*/ 91342 h 156"/>
              <a:gd name="T44" fmla="*/ 133198 w 146"/>
              <a:gd name="T45" fmla="*/ 106566 h 156"/>
              <a:gd name="T46" fmla="*/ 274007 w 146"/>
              <a:gd name="T47" fmla="*/ 38059 h 156"/>
              <a:gd name="T48" fmla="*/ 274007 w 146"/>
              <a:gd name="T49" fmla="*/ 72313 h 156"/>
              <a:gd name="T50" fmla="*/ 293035 w 146"/>
              <a:gd name="T51" fmla="*/ 91342 h 156"/>
              <a:gd name="T52" fmla="*/ 312063 w 146"/>
              <a:gd name="T53" fmla="*/ 72313 h 156"/>
              <a:gd name="T54" fmla="*/ 312063 w 146"/>
              <a:gd name="T55" fmla="*/ 38059 h 156"/>
              <a:gd name="T56" fmla="*/ 517568 w 146"/>
              <a:gd name="T57" fmla="*/ 243579 h 156"/>
              <a:gd name="T58" fmla="*/ 483318 w 146"/>
              <a:gd name="T59" fmla="*/ 243579 h 156"/>
              <a:gd name="T60" fmla="*/ 464289 w 146"/>
              <a:gd name="T61" fmla="*/ 262609 h 156"/>
              <a:gd name="T62" fmla="*/ 483318 w 146"/>
              <a:gd name="T63" fmla="*/ 281639 h 156"/>
              <a:gd name="T64" fmla="*/ 517568 w 146"/>
              <a:gd name="T65" fmla="*/ 281639 h 156"/>
              <a:gd name="T66" fmla="*/ 430039 w 146"/>
              <a:gd name="T67" fmla="*/ 437682 h 156"/>
              <a:gd name="T68" fmla="*/ 433844 w 146"/>
              <a:gd name="T69" fmla="*/ 441488 h 156"/>
              <a:gd name="T70" fmla="*/ 433844 w 146"/>
              <a:gd name="T71" fmla="*/ 445294 h 156"/>
              <a:gd name="T72" fmla="*/ 433844 w 146"/>
              <a:gd name="T73" fmla="*/ 445294 h 156"/>
              <a:gd name="T74" fmla="*/ 445261 w 146"/>
              <a:gd name="T75" fmla="*/ 471935 h 156"/>
              <a:gd name="T76" fmla="*/ 555625 w 146"/>
              <a:gd name="T77" fmla="*/ 262609 h 156"/>
              <a:gd name="T78" fmla="*/ 293035 w 146"/>
              <a:gd name="T79" fmla="*/ 0 h 15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6" h="156">
                <a:moveTo>
                  <a:pt x="1" y="49"/>
                </a:moveTo>
                <a:cubicBezTo>
                  <a:pt x="2" y="42"/>
                  <a:pt x="14" y="33"/>
                  <a:pt x="22" y="31"/>
                </a:cubicBezTo>
                <a:cubicBezTo>
                  <a:pt x="31" y="31"/>
                  <a:pt x="45" y="51"/>
                  <a:pt x="42" y="60"/>
                </a:cubicBezTo>
                <a:cubicBezTo>
                  <a:pt x="40" y="69"/>
                  <a:pt x="31" y="72"/>
                  <a:pt x="32" y="78"/>
                </a:cubicBezTo>
                <a:cubicBezTo>
                  <a:pt x="46" y="103"/>
                  <a:pt x="55" y="110"/>
                  <a:pt x="64" y="116"/>
                </a:cubicBezTo>
                <a:cubicBezTo>
                  <a:pt x="72" y="119"/>
                  <a:pt x="74" y="113"/>
                  <a:pt x="81" y="108"/>
                </a:cubicBezTo>
                <a:cubicBezTo>
                  <a:pt x="89" y="103"/>
                  <a:pt x="101" y="114"/>
                  <a:pt x="108" y="122"/>
                </a:cubicBezTo>
                <a:cubicBezTo>
                  <a:pt x="113" y="129"/>
                  <a:pt x="111" y="136"/>
                  <a:pt x="94" y="149"/>
                </a:cubicBezTo>
                <a:cubicBezTo>
                  <a:pt x="63" y="156"/>
                  <a:pt x="32" y="118"/>
                  <a:pt x="32" y="118"/>
                </a:cubicBezTo>
                <a:cubicBezTo>
                  <a:pt x="2" y="83"/>
                  <a:pt x="0" y="57"/>
                  <a:pt x="1" y="49"/>
                </a:cubicBezTo>
                <a:close/>
                <a:moveTo>
                  <a:pt x="104" y="64"/>
                </a:moveTo>
                <a:cubicBezTo>
                  <a:pt x="82" y="64"/>
                  <a:pt x="82" y="64"/>
                  <a:pt x="82" y="64"/>
                </a:cubicBezTo>
                <a:cubicBezTo>
                  <a:pt x="82" y="39"/>
                  <a:pt x="82" y="39"/>
                  <a:pt x="82" y="39"/>
                </a:cubicBezTo>
                <a:cubicBezTo>
                  <a:pt x="82" y="36"/>
                  <a:pt x="80" y="34"/>
                  <a:pt x="77" y="34"/>
                </a:cubicBezTo>
                <a:cubicBezTo>
                  <a:pt x="74" y="34"/>
                  <a:pt x="72" y="36"/>
                  <a:pt x="72" y="39"/>
                </a:cubicBezTo>
                <a:cubicBezTo>
                  <a:pt x="72" y="69"/>
                  <a:pt x="72" y="69"/>
                  <a:pt x="72" y="69"/>
                </a:cubicBezTo>
                <a:cubicBezTo>
                  <a:pt x="72" y="71"/>
                  <a:pt x="74" y="74"/>
                  <a:pt x="77" y="74"/>
                </a:cubicBezTo>
                <a:cubicBezTo>
                  <a:pt x="104" y="74"/>
                  <a:pt x="104" y="74"/>
                  <a:pt x="104" y="74"/>
                </a:cubicBezTo>
                <a:cubicBezTo>
                  <a:pt x="106" y="74"/>
                  <a:pt x="109" y="71"/>
                  <a:pt x="109" y="69"/>
                </a:cubicBezTo>
                <a:cubicBezTo>
                  <a:pt x="109" y="66"/>
                  <a:pt x="106" y="64"/>
                  <a:pt x="104" y="64"/>
                </a:cubicBezTo>
                <a:close/>
                <a:moveTo>
                  <a:pt x="77" y="0"/>
                </a:moveTo>
                <a:cubicBezTo>
                  <a:pt x="57" y="0"/>
                  <a:pt x="38" y="9"/>
                  <a:pt x="26" y="24"/>
                </a:cubicBezTo>
                <a:cubicBezTo>
                  <a:pt x="29" y="24"/>
                  <a:pt x="32" y="26"/>
                  <a:pt x="35" y="28"/>
                </a:cubicBezTo>
                <a:cubicBezTo>
                  <a:pt x="44" y="18"/>
                  <a:pt x="57" y="11"/>
                  <a:pt x="72" y="10"/>
                </a:cubicBezTo>
                <a:cubicBezTo>
                  <a:pt x="72" y="19"/>
                  <a:pt x="72" y="19"/>
                  <a:pt x="72" y="19"/>
                </a:cubicBezTo>
                <a:cubicBezTo>
                  <a:pt x="72" y="21"/>
                  <a:pt x="74" y="24"/>
                  <a:pt x="77" y="24"/>
                </a:cubicBezTo>
                <a:cubicBezTo>
                  <a:pt x="80" y="24"/>
                  <a:pt x="82" y="21"/>
                  <a:pt x="82" y="19"/>
                </a:cubicBezTo>
                <a:cubicBezTo>
                  <a:pt x="82" y="10"/>
                  <a:pt x="82" y="10"/>
                  <a:pt x="82" y="10"/>
                </a:cubicBezTo>
                <a:cubicBezTo>
                  <a:pt x="111" y="12"/>
                  <a:pt x="133" y="35"/>
                  <a:pt x="136" y="64"/>
                </a:cubicBezTo>
                <a:cubicBezTo>
                  <a:pt x="127" y="64"/>
                  <a:pt x="127" y="64"/>
                  <a:pt x="127" y="64"/>
                </a:cubicBezTo>
                <a:cubicBezTo>
                  <a:pt x="124" y="64"/>
                  <a:pt x="122" y="66"/>
                  <a:pt x="122" y="69"/>
                </a:cubicBezTo>
                <a:cubicBezTo>
                  <a:pt x="122" y="71"/>
                  <a:pt x="124" y="74"/>
                  <a:pt x="127" y="74"/>
                </a:cubicBezTo>
                <a:cubicBezTo>
                  <a:pt x="136" y="74"/>
                  <a:pt x="136" y="74"/>
                  <a:pt x="136" y="74"/>
                </a:cubicBezTo>
                <a:cubicBezTo>
                  <a:pt x="134" y="91"/>
                  <a:pt x="126" y="106"/>
                  <a:pt x="113" y="115"/>
                </a:cubicBezTo>
                <a:cubicBezTo>
                  <a:pt x="113" y="116"/>
                  <a:pt x="113" y="116"/>
                  <a:pt x="114" y="116"/>
                </a:cubicBezTo>
                <a:cubicBezTo>
                  <a:pt x="114" y="117"/>
                  <a:pt x="114" y="117"/>
                  <a:pt x="114" y="117"/>
                </a:cubicBezTo>
                <a:cubicBezTo>
                  <a:pt x="114" y="117"/>
                  <a:pt x="114" y="117"/>
                  <a:pt x="114" y="117"/>
                </a:cubicBezTo>
                <a:cubicBezTo>
                  <a:pt x="116" y="120"/>
                  <a:pt x="117" y="122"/>
                  <a:pt x="117" y="124"/>
                </a:cubicBezTo>
                <a:cubicBezTo>
                  <a:pt x="134" y="112"/>
                  <a:pt x="146" y="91"/>
                  <a:pt x="146" y="69"/>
                </a:cubicBezTo>
                <a:cubicBezTo>
                  <a:pt x="146" y="31"/>
                  <a:pt x="115" y="0"/>
                  <a:pt x="77"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UA"/>
          </a:p>
        </p:txBody>
      </p:sp>
      <p:sp>
        <p:nvSpPr>
          <p:cNvPr id="42" name="01">
            <a:extLst>
              <a:ext uri="{FF2B5EF4-FFF2-40B4-BE49-F238E27FC236}">
                <a16:creationId xmlns:a16="http://schemas.microsoft.com/office/drawing/2014/main" id="{0E3B2449-968E-4C36-91CA-DBA7972DD1F8}"/>
              </a:ext>
            </a:extLst>
          </p:cNvPr>
          <p:cNvSpPr>
            <a:spLocks noEditPoints="1"/>
          </p:cNvSpPr>
          <p:nvPr/>
        </p:nvSpPr>
        <p:spPr bwMode="auto">
          <a:xfrm>
            <a:off x="7506461" y="1166889"/>
            <a:ext cx="336023" cy="488507"/>
          </a:xfrm>
          <a:custGeom>
            <a:avLst/>
            <a:gdLst>
              <a:gd name="T0" fmla="*/ 171739 w 99"/>
              <a:gd name="T1" fmla="*/ 270823 h 144"/>
              <a:gd name="T2" fmla="*/ 206086 w 99"/>
              <a:gd name="T3" fmla="*/ 270823 h 144"/>
              <a:gd name="T4" fmla="*/ 206086 w 99"/>
              <a:gd name="T5" fmla="*/ 434843 h 144"/>
              <a:gd name="T6" fmla="*/ 171739 w 99"/>
              <a:gd name="T7" fmla="*/ 434843 h 144"/>
              <a:gd name="T8" fmla="*/ 171739 w 99"/>
              <a:gd name="T9" fmla="*/ 270823 h 144"/>
              <a:gd name="T10" fmla="*/ 190821 w 99"/>
              <a:gd name="T11" fmla="*/ 0 h 144"/>
              <a:gd name="T12" fmla="*/ 0 w 99"/>
              <a:gd name="T13" fmla="*/ 190720 h 144"/>
              <a:gd name="T14" fmla="*/ 38164 w 99"/>
              <a:gd name="T15" fmla="*/ 308967 h 144"/>
              <a:gd name="T16" fmla="*/ 83961 w 99"/>
              <a:gd name="T17" fmla="*/ 396699 h 144"/>
              <a:gd name="T18" fmla="*/ 122125 w 99"/>
              <a:gd name="T19" fmla="*/ 434843 h 144"/>
              <a:gd name="T20" fmla="*/ 141207 w 99"/>
              <a:gd name="T21" fmla="*/ 434843 h 144"/>
              <a:gd name="T22" fmla="*/ 141207 w 99"/>
              <a:gd name="T23" fmla="*/ 270823 h 144"/>
              <a:gd name="T24" fmla="*/ 114492 w 99"/>
              <a:gd name="T25" fmla="*/ 270823 h 144"/>
              <a:gd name="T26" fmla="*/ 57246 w 99"/>
              <a:gd name="T27" fmla="*/ 213607 h 144"/>
              <a:gd name="T28" fmla="*/ 114492 w 99"/>
              <a:gd name="T29" fmla="*/ 160205 h 144"/>
              <a:gd name="T30" fmla="*/ 171739 w 99"/>
              <a:gd name="T31" fmla="*/ 213607 h 144"/>
              <a:gd name="T32" fmla="*/ 164106 w 99"/>
              <a:gd name="T33" fmla="*/ 240308 h 144"/>
              <a:gd name="T34" fmla="*/ 213719 w 99"/>
              <a:gd name="T35" fmla="*/ 240308 h 144"/>
              <a:gd name="T36" fmla="*/ 209903 w 99"/>
              <a:gd name="T37" fmla="*/ 213607 h 144"/>
              <a:gd name="T38" fmla="*/ 263333 w 99"/>
              <a:gd name="T39" fmla="*/ 160205 h 144"/>
              <a:gd name="T40" fmla="*/ 320579 w 99"/>
              <a:gd name="T41" fmla="*/ 213607 h 144"/>
              <a:gd name="T42" fmla="*/ 263333 w 99"/>
              <a:gd name="T43" fmla="*/ 270823 h 144"/>
              <a:gd name="T44" fmla="*/ 236618 w 99"/>
              <a:gd name="T45" fmla="*/ 270823 h 144"/>
              <a:gd name="T46" fmla="*/ 236618 w 99"/>
              <a:gd name="T47" fmla="*/ 434843 h 144"/>
              <a:gd name="T48" fmla="*/ 259516 w 99"/>
              <a:gd name="T49" fmla="*/ 434843 h 144"/>
              <a:gd name="T50" fmla="*/ 297680 w 99"/>
              <a:gd name="T51" fmla="*/ 396699 h 144"/>
              <a:gd name="T52" fmla="*/ 339661 w 99"/>
              <a:gd name="T53" fmla="*/ 308967 h 144"/>
              <a:gd name="T54" fmla="*/ 377825 w 99"/>
              <a:gd name="T55" fmla="*/ 190720 h 144"/>
              <a:gd name="T56" fmla="*/ 190821 w 99"/>
              <a:gd name="T57" fmla="*/ 0 h 144"/>
              <a:gd name="T58" fmla="*/ 87778 w 99"/>
              <a:gd name="T59" fmla="*/ 213607 h 144"/>
              <a:gd name="T60" fmla="*/ 114492 w 99"/>
              <a:gd name="T61" fmla="*/ 240308 h 144"/>
              <a:gd name="T62" fmla="*/ 141207 w 99"/>
              <a:gd name="T63" fmla="*/ 213607 h 144"/>
              <a:gd name="T64" fmla="*/ 114492 w 99"/>
              <a:gd name="T65" fmla="*/ 186906 h 144"/>
              <a:gd name="T66" fmla="*/ 87778 w 99"/>
              <a:gd name="T67" fmla="*/ 213607 h 144"/>
              <a:gd name="T68" fmla="*/ 290047 w 99"/>
              <a:gd name="T69" fmla="*/ 213607 h 144"/>
              <a:gd name="T70" fmla="*/ 263333 w 99"/>
              <a:gd name="T71" fmla="*/ 186906 h 144"/>
              <a:gd name="T72" fmla="*/ 236618 w 99"/>
              <a:gd name="T73" fmla="*/ 213607 h 144"/>
              <a:gd name="T74" fmla="*/ 263333 w 99"/>
              <a:gd name="T75" fmla="*/ 240308 h 144"/>
              <a:gd name="T76" fmla="*/ 290047 w 99"/>
              <a:gd name="T77" fmla="*/ 213607 h 144"/>
              <a:gd name="T78" fmla="*/ 278598 w 99"/>
              <a:gd name="T79" fmla="*/ 480616 h 144"/>
              <a:gd name="T80" fmla="*/ 263333 w 99"/>
              <a:gd name="T81" fmla="*/ 465358 h 144"/>
              <a:gd name="T82" fmla="*/ 114492 w 99"/>
              <a:gd name="T83" fmla="*/ 465358 h 144"/>
              <a:gd name="T84" fmla="*/ 99227 w 99"/>
              <a:gd name="T85" fmla="*/ 480616 h 144"/>
              <a:gd name="T86" fmla="*/ 114492 w 99"/>
              <a:gd name="T87" fmla="*/ 495873 h 144"/>
              <a:gd name="T88" fmla="*/ 263333 w 99"/>
              <a:gd name="T89" fmla="*/ 495873 h 144"/>
              <a:gd name="T90" fmla="*/ 278598 w 99"/>
              <a:gd name="T91" fmla="*/ 480616 h 144"/>
              <a:gd name="T92" fmla="*/ 259516 w 99"/>
              <a:gd name="T93" fmla="*/ 534017 h 144"/>
              <a:gd name="T94" fmla="*/ 244251 w 99"/>
              <a:gd name="T95" fmla="*/ 518760 h 144"/>
              <a:gd name="T96" fmla="*/ 133574 w 99"/>
              <a:gd name="T97" fmla="*/ 518760 h 144"/>
              <a:gd name="T98" fmla="*/ 118309 w 99"/>
              <a:gd name="T99" fmla="*/ 534017 h 144"/>
              <a:gd name="T100" fmla="*/ 133574 w 99"/>
              <a:gd name="T101" fmla="*/ 549275 h 144"/>
              <a:gd name="T102" fmla="*/ 244251 w 99"/>
              <a:gd name="T103" fmla="*/ 549275 h 144"/>
              <a:gd name="T104" fmla="*/ 259516 w 99"/>
              <a:gd name="T105" fmla="*/ 534017 h 1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44">
                <a:moveTo>
                  <a:pt x="45" y="71"/>
                </a:moveTo>
                <a:cubicBezTo>
                  <a:pt x="54" y="71"/>
                  <a:pt x="54" y="71"/>
                  <a:pt x="54" y="71"/>
                </a:cubicBezTo>
                <a:cubicBezTo>
                  <a:pt x="54" y="114"/>
                  <a:pt x="54" y="114"/>
                  <a:pt x="54" y="114"/>
                </a:cubicBezTo>
                <a:cubicBezTo>
                  <a:pt x="45" y="114"/>
                  <a:pt x="45" y="114"/>
                  <a:pt x="45" y="114"/>
                </a:cubicBezTo>
                <a:lnTo>
                  <a:pt x="45" y="71"/>
                </a:lnTo>
                <a:close/>
                <a:moveTo>
                  <a:pt x="50" y="0"/>
                </a:moveTo>
                <a:cubicBezTo>
                  <a:pt x="22" y="0"/>
                  <a:pt x="0" y="23"/>
                  <a:pt x="0" y="50"/>
                </a:cubicBezTo>
                <a:cubicBezTo>
                  <a:pt x="0" y="62"/>
                  <a:pt x="4" y="72"/>
                  <a:pt x="10" y="81"/>
                </a:cubicBezTo>
                <a:cubicBezTo>
                  <a:pt x="19" y="93"/>
                  <a:pt x="21" y="98"/>
                  <a:pt x="22" y="104"/>
                </a:cubicBezTo>
                <a:cubicBezTo>
                  <a:pt x="22" y="109"/>
                  <a:pt x="26" y="114"/>
                  <a:pt x="32" y="114"/>
                </a:cubicBezTo>
                <a:cubicBezTo>
                  <a:pt x="37" y="114"/>
                  <a:pt x="37" y="114"/>
                  <a:pt x="37" y="114"/>
                </a:cubicBezTo>
                <a:cubicBezTo>
                  <a:pt x="37" y="71"/>
                  <a:pt x="37" y="71"/>
                  <a:pt x="37" y="71"/>
                </a:cubicBezTo>
                <a:cubicBezTo>
                  <a:pt x="30" y="71"/>
                  <a:pt x="30" y="71"/>
                  <a:pt x="30" y="71"/>
                </a:cubicBezTo>
                <a:cubicBezTo>
                  <a:pt x="22" y="71"/>
                  <a:pt x="15" y="64"/>
                  <a:pt x="15" y="56"/>
                </a:cubicBezTo>
                <a:cubicBezTo>
                  <a:pt x="15" y="48"/>
                  <a:pt x="22" y="42"/>
                  <a:pt x="30" y="42"/>
                </a:cubicBezTo>
                <a:cubicBezTo>
                  <a:pt x="38" y="42"/>
                  <a:pt x="45" y="48"/>
                  <a:pt x="45" y="56"/>
                </a:cubicBezTo>
                <a:cubicBezTo>
                  <a:pt x="45" y="59"/>
                  <a:pt x="44" y="61"/>
                  <a:pt x="43" y="63"/>
                </a:cubicBezTo>
                <a:cubicBezTo>
                  <a:pt x="56" y="63"/>
                  <a:pt x="56" y="63"/>
                  <a:pt x="56" y="63"/>
                </a:cubicBezTo>
                <a:cubicBezTo>
                  <a:pt x="55" y="61"/>
                  <a:pt x="55" y="59"/>
                  <a:pt x="55" y="56"/>
                </a:cubicBezTo>
                <a:cubicBezTo>
                  <a:pt x="55" y="48"/>
                  <a:pt x="61" y="42"/>
                  <a:pt x="69" y="42"/>
                </a:cubicBezTo>
                <a:cubicBezTo>
                  <a:pt x="77" y="42"/>
                  <a:pt x="84" y="48"/>
                  <a:pt x="84" y="56"/>
                </a:cubicBezTo>
                <a:cubicBezTo>
                  <a:pt x="84" y="64"/>
                  <a:pt x="77" y="71"/>
                  <a:pt x="69" y="71"/>
                </a:cubicBezTo>
                <a:cubicBezTo>
                  <a:pt x="62" y="71"/>
                  <a:pt x="62" y="71"/>
                  <a:pt x="62" y="71"/>
                </a:cubicBezTo>
                <a:cubicBezTo>
                  <a:pt x="62" y="114"/>
                  <a:pt x="62" y="114"/>
                  <a:pt x="62" y="114"/>
                </a:cubicBezTo>
                <a:cubicBezTo>
                  <a:pt x="68" y="114"/>
                  <a:pt x="68" y="114"/>
                  <a:pt x="68" y="114"/>
                </a:cubicBezTo>
                <a:cubicBezTo>
                  <a:pt x="73" y="114"/>
                  <a:pt x="78" y="109"/>
                  <a:pt x="78" y="104"/>
                </a:cubicBezTo>
                <a:cubicBezTo>
                  <a:pt x="78" y="98"/>
                  <a:pt x="80" y="93"/>
                  <a:pt x="89" y="81"/>
                </a:cubicBezTo>
                <a:cubicBezTo>
                  <a:pt x="96" y="72"/>
                  <a:pt x="99" y="62"/>
                  <a:pt x="99" y="50"/>
                </a:cubicBezTo>
                <a:cubicBezTo>
                  <a:pt x="99" y="23"/>
                  <a:pt x="77" y="0"/>
                  <a:pt x="50" y="0"/>
                </a:cubicBezTo>
                <a:close/>
                <a:moveTo>
                  <a:pt x="23" y="56"/>
                </a:moveTo>
                <a:cubicBezTo>
                  <a:pt x="23" y="60"/>
                  <a:pt x="26" y="63"/>
                  <a:pt x="30" y="63"/>
                </a:cubicBezTo>
                <a:cubicBezTo>
                  <a:pt x="34" y="63"/>
                  <a:pt x="37" y="60"/>
                  <a:pt x="37" y="56"/>
                </a:cubicBezTo>
                <a:cubicBezTo>
                  <a:pt x="37" y="52"/>
                  <a:pt x="34" y="49"/>
                  <a:pt x="30" y="49"/>
                </a:cubicBezTo>
                <a:cubicBezTo>
                  <a:pt x="26" y="49"/>
                  <a:pt x="23" y="52"/>
                  <a:pt x="23" y="56"/>
                </a:cubicBezTo>
                <a:close/>
                <a:moveTo>
                  <a:pt x="76" y="56"/>
                </a:moveTo>
                <a:cubicBezTo>
                  <a:pt x="76" y="52"/>
                  <a:pt x="73" y="49"/>
                  <a:pt x="69" y="49"/>
                </a:cubicBezTo>
                <a:cubicBezTo>
                  <a:pt x="65" y="49"/>
                  <a:pt x="62" y="52"/>
                  <a:pt x="62" y="56"/>
                </a:cubicBezTo>
                <a:cubicBezTo>
                  <a:pt x="62" y="60"/>
                  <a:pt x="65" y="63"/>
                  <a:pt x="69" y="63"/>
                </a:cubicBezTo>
                <a:cubicBezTo>
                  <a:pt x="73" y="63"/>
                  <a:pt x="76" y="60"/>
                  <a:pt x="76" y="56"/>
                </a:cubicBezTo>
                <a:close/>
                <a:moveTo>
                  <a:pt x="73" y="126"/>
                </a:moveTo>
                <a:cubicBezTo>
                  <a:pt x="73" y="124"/>
                  <a:pt x="71" y="122"/>
                  <a:pt x="69" y="122"/>
                </a:cubicBezTo>
                <a:cubicBezTo>
                  <a:pt x="30" y="122"/>
                  <a:pt x="30" y="122"/>
                  <a:pt x="30" y="122"/>
                </a:cubicBezTo>
                <a:cubicBezTo>
                  <a:pt x="28" y="122"/>
                  <a:pt x="26" y="124"/>
                  <a:pt x="26" y="126"/>
                </a:cubicBezTo>
                <a:cubicBezTo>
                  <a:pt x="26" y="128"/>
                  <a:pt x="28" y="130"/>
                  <a:pt x="30" y="130"/>
                </a:cubicBezTo>
                <a:cubicBezTo>
                  <a:pt x="69" y="130"/>
                  <a:pt x="69" y="130"/>
                  <a:pt x="69" y="130"/>
                </a:cubicBezTo>
                <a:cubicBezTo>
                  <a:pt x="71" y="130"/>
                  <a:pt x="73" y="128"/>
                  <a:pt x="73" y="126"/>
                </a:cubicBezTo>
                <a:close/>
                <a:moveTo>
                  <a:pt x="68" y="140"/>
                </a:moveTo>
                <a:cubicBezTo>
                  <a:pt x="68" y="138"/>
                  <a:pt x="66" y="136"/>
                  <a:pt x="64" y="136"/>
                </a:cubicBezTo>
                <a:cubicBezTo>
                  <a:pt x="35" y="136"/>
                  <a:pt x="35" y="136"/>
                  <a:pt x="35" y="136"/>
                </a:cubicBezTo>
                <a:cubicBezTo>
                  <a:pt x="33" y="136"/>
                  <a:pt x="31" y="138"/>
                  <a:pt x="31" y="140"/>
                </a:cubicBezTo>
                <a:cubicBezTo>
                  <a:pt x="31" y="142"/>
                  <a:pt x="33" y="144"/>
                  <a:pt x="35" y="144"/>
                </a:cubicBezTo>
                <a:cubicBezTo>
                  <a:pt x="64" y="144"/>
                  <a:pt x="64" y="144"/>
                  <a:pt x="64" y="144"/>
                </a:cubicBezTo>
                <a:cubicBezTo>
                  <a:pt x="66" y="144"/>
                  <a:pt x="68" y="142"/>
                  <a:pt x="68" y="14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UA"/>
          </a:p>
        </p:txBody>
      </p:sp>
    </p:spTree>
    <p:extLst>
      <p:ext uri="{BB962C8B-B14F-4D97-AF65-F5344CB8AC3E}">
        <p14:creationId xmlns:p14="http://schemas.microsoft.com/office/powerpoint/2010/main" val="112316711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67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7000">
                                          <p:cBhvr additive="base">
                                            <p:cTn id="7" dur="1000" fill="hold"/>
                                            <p:tgtEl>
                                              <p:spTgt spid="2"/>
                                            </p:tgtEl>
                                            <p:attrNameLst>
                                              <p:attrName>ppt_x</p:attrName>
                                            </p:attrNameLst>
                                          </p:cBhvr>
                                          <p:tavLst>
                                            <p:tav tm="0">
                                              <p:val>
                                                <p:strVal val="1+#ppt_w/2"/>
                                              </p:val>
                                            </p:tav>
                                            <p:tav tm="100000">
                                              <p:val>
                                                <p:strVal val="#ppt_x"/>
                                              </p:val>
                                            </p:tav>
                                          </p:tavLst>
                                        </p:anim>
                                        <p:anim calcmode="lin" valueType="num" p14:bounceEnd="67000">
                                          <p:cBhvr additive="base">
                                            <p:cTn id="8" dur="10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7000">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14:bounceEnd="67000">
                                          <p:cBhvr additive="base">
                                            <p:cTn id="11" dur="1000" fill="hold"/>
                                            <p:tgtEl>
                                              <p:spTgt spid="11"/>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67000">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14:bounceEnd="67000">
                                          <p:cBhvr additive="base">
                                            <p:cTn id="15" dur="1000" fill="hold"/>
                                            <p:tgtEl>
                                              <p:spTgt spid="12"/>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12"/>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67000">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14:bounceEnd="67000">
                                          <p:cBhvr additive="base">
                                            <p:cTn id="19" dur="1000" fill="hold"/>
                                            <p:tgtEl>
                                              <p:spTgt spid="31"/>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31"/>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14:presetBounceEnd="67000">
                                      <p:stCondLst>
                                        <p:cond delay="800"/>
                                      </p:stCondLst>
                                      <p:childTnLst>
                                        <p:set>
                                          <p:cBhvr>
                                            <p:cTn id="22" dur="1" fill="hold">
                                              <p:stCondLst>
                                                <p:cond delay="0"/>
                                              </p:stCondLst>
                                            </p:cTn>
                                            <p:tgtEl>
                                              <p:spTgt spid="7"/>
                                            </p:tgtEl>
                                            <p:attrNameLst>
                                              <p:attrName>style.visibility</p:attrName>
                                            </p:attrNameLst>
                                          </p:cBhvr>
                                          <p:to>
                                            <p:strVal val="visible"/>
                                          </p:to>
                                        </p:set>
                                        <p:anim calcmode="lin" valueType="num" p14:bounceEnd="67000">
                                          <p:cBhvr additive="base">
                                            <p:cTn id="23" dur="1000" fill="hold"/>
                                            <p:tgtEl>
                                              <p:spTgt spid="7"/>
                                            </p:tgtEl>
                                            <p:attrNameLst>
                                              <p:attrName>ppt_x</p:attrName>
                                            </p:attrNameLst>
                                          </p:cBhvr>
                                          <p:tavLst>
                                            <p:tav tm="0">
                                              <p:val>
                                                <p:strVal val="1+#ppt_w/2"/>
                                              </p:val>
                                            </p:tav>
                                            <p:tav tm="100000">
                                              <p:val>
                                                <p:strVal val="#ppt_x"/>
                                              </p:val>
                                            </p:tav>
                                          </p:tavLst>
                                        </p:anim>
                                        <p:anim calcmode="lin" valueType="num" p14:bounceEnd="67000">
                                          <p:cBhvr additive="base">
                                            <p:cTn id="24" dur="1000" fill="hold"/>
                                            <p:tgtEl>
                                              <p:spTgt spid="7"/>
                                            </p:tgtEl>
                                            <p:attrNameLst>
                                              <p:attrName>ppt_y</p:attrName>
                                            </p:attrNameLst>
                                          </p:cBhvr>
                                          <p:tavLst>
                                            <p:tav tm="0">
                                              <p:val>
                                                <p:strVal val="#ppt_y"/>
                                              </p:val>
                                            </p:tav>
                                            <p:tav tm="100000">
                                              <p:val>
                                                <p:strVal val="#ppt_y"/>
                                              </p:val>
                                            </p:tav>
                                          </p:tavLst>
                                        </p:anim>
                                      </p:childTnLst>
                                    </p:cTn>
                                  </p:par>
                                  <p:par>
                                    <p:cTn id="25" presetID="53" presetClass="entr" presetSubtype="16" fill="hold" nodeType="withEffect">
                                      <p:stCondLst>
                                        <p:cond delay="1000"/>
                                      </p:stCondLst>
                                      <p:childTnLst>
                                        <p:set>
                                          <p:cBhvr>
                                            <p:cTn id="26" dur="1" fill="hold">
                                              <p:stCondLst>
                                                <p:cond delay="0"/>
                                              </p:stCondLst>
                                            </p:cTn>
                                            <p:tgtEl>
                                              <p:spTgt spid="9"/>
                                            </p:tgtEl>
                                            <p:attrNameLst>
                                              <p:attrName>style.visibility</p:attrName>
                                            </p:attrNameLst>
                                          </p:cBhvr>
                                          <p:to>
                                            <p:strVal val="visible"/>
                                          </p:to>
                                        </p:set>
                                        <p:anim calcmode="lin" valueType="num">
                                          <p:cBhvr>
                                            <p:cTn id="27" dur="750" fill="hold"/>
                                            <p:tgtEl>
                                              <p:spTgt spid="9"/>
                                            </p:tgtEl>
                                            <p:attrNameLst>
                                              <p:attrName>ppt_w</p:attrName>
                                            </p:attrNameLst>
                                          </p:cBhvr>
                                          <p:tavLst>
                                            <p:tav tm="0">
                                              <p:val>
                                                <p:fltVal val="0"/>
                                              </p:val>
                                            </p:tav>
                                            <p:tav tm="100000">
                                              <p:val>
                                                <p:strVal val="#ppt_w"/>
                                              </p:val>
                                            </p:tav>
                                          </p:tavLst>
                                        </p:anim>
                                        <p:anim calcmode="lin" valueType="num">
                                          <p:cBhvr>
                                            <p:cTn id="28" dur="750" fill="hold"/>
                                            <p:tgtEl>
                                              <p:spTgt spid="9"/>
                                            </p:tgtEl>
                                            <p:attrNameLst>
                                              <p:attrName>ppt_h</p:attrName>
                                            </p:attrNameLst>
                                          </p:cBhvr>
                                          <p:tavLst>
                                            <p:tav tm="0">
                                              <p:val>
                                                <p:fltVal val="0"/>
                                              </p:val>
                                            </p:tav>
                                            <p:tav tm="100000">
                                              <p:val>
                                                <p:strVal val="#ppt_h"/>
                                              </p:val>
                                            </p:tav>
                                          </p:tavLst>
                                        </p:anim>
                                        <p:animEffect transition="in" filter="fade">
                                          <p:cBhvr>
                                            <p:cTn id="29" dur="750"/>
                                            <p:tgtEl>
                                              <p:spTgt spid="9"/>
                                            </p:tgtEl>
                                          </p:cBhvr>
                                        </p:animEffect>
                                      </p:childTnLst>
                                    </p:cTn>
                                  </p:par>
                                  <p:par>
                                    <p:cTn id="30" presetID="53" presetClass="entr" presetSubtype="16" fill="hold" grpId="0" nodeType="withEffect">
                                      <p:stCondLst>
                                        <p:cond delay="1000"/>
                                      </p:stCondLst>
                                      <p:childTnLst>
                                        <p:set>
                                          <p:cBhvr>
                                            <p:cTn id="31" dur="1" fill="hold">
                                              <p:stCondLst>
                                                <p:cond delay="0"/>
                                              </p:stCondLst>
                                            </p:cTn>
                                            <p:tgtEl>
                                              <p:spTgt spid="15"/>
                                            </p:tgtEl>
                                            <p:attrNameLst>
                                              <p:attrName>style.visibility</p:attrName>
                                            </p:attrNameLst>
                                          </p:cBhvr>
                                          <p:to>
                                            <p:strVal val="visible"/>
                                          </p:to>
                                        </p:set>
                                        <p:anim calcmode="lin" valueType="num">
                                          <p:cBhvr>
                                            <p:cTn id="32" dur="750" fill="hold"/>
                                            <p:tgtEl>
                                              <p:spTgt spid="15"/>
                                            </p:tgtEl>
                                            <p:attrNameLst>
                                              <p:attrName>ppt_w</p:attrName>
                                            </p:attrNameLst>
                                          </p:cBhvr>
                                          <p:tavLst>
                                            <p:tav tm="0">
                                              <p:val>
                                                <p:fltVal val="0"/>
                                              </p:val>
                                            </p:tav>
                                            <p:tav tm="100000">
                                              <p:val>
                                                <p:strVal val="#ppt_w"/>
                                              </p:val>
                                            </p:tav>
                                          </p:tavLst>
                                        </p:anim>
                                        <p:anim calcmode="lin" valueType="num">
                                          <p:cBhvr>
                                            <p:cTn id="33" dur="750" fill="hold"/>
                                            <p:tgtEl>
                                              <p:spTgt spid="15"/>
                                            </p:tgtEl>
                                            <p:attrNameLst>
                                              <p:attrName>ppt_h</p:attrName>
                                            </p:attrNameLst>
                                          </p:cBhvr>
                                          <p:tavLst>
                                            <p:tav tm="0">
                                              <p:val>
                                                <p:fltVal val="0"/>
                                              </p:val>
                                            </p:tav>
                                            <p:tav tm="100000">
                                              <p:val>
                                                <p:strVal val="#ppt_h"/>
                                              </p:val>
                                            </p:tav>
                                          </p:tavLst>
                                        </p:anim>
                                        <p:animEffect transition="in" filter="fade">
                                          <p:cBhvr>
                                            <p:cTn id="34" dur="750"/>
                                            <p:tgtEl>
                                              <p:spTgt spid="15"/>
                                            </p:tgtEl>
                                          </p:cBhvr>
                                        </p:animEffect>
                                      </p:childTnLst>
                                    </p:cTn>
                                  </p:par>
                                  <p:par>
                                    <p:cTn id="35" presetID="53" presetClass="entr" presetSubtype="16" fill="hold" grpId="0" nodeType="withEffect">
                                      <p:stCondLst>
                                        <p:cond delay="1000"/>
                                      </p:stCondLst>
                                      <p:childTnLst>
                                        <p:set>
                                          <p:cBhvr>
                                            <p:cTn id="36" dur="1" fill="hold">
                                              <p:stCondLst>
                                                <p:cond delay="0"/>
                                              </p:stCondLst>
                                            </p:cTn>
                                            <p:tgtEl>
                                              <p:spTgt spid="42"/>
                                            </p:tgtEl>
                                            <p:attrNameLst>
                                              <p:attrName>style.visibility</p:attrName>
                                            </p:attrNameLst>
                                          </p:cBhvr>
                                          <p:to>
                                            <p:strVal val="visible"/>
                                          </p:to>
                                        </p:set>
                                        <p:anim calcmode="lin" valueType="num">
                                          <p:cBhvr>
                                            <p:cTn id="37" dur="750" fill="hold"/>
                                            <p:tgtEl>
                                              <p:spTgt spid="42"/>
                                            </p:tgtEl>
                                            <p:attrNameLst>
                                              <p:attrName>ppt_w</p:attrName>
                                            </p:attrNameLst>
                                          </p:cBhvr>
                                          <p:tavLst>
                                            <p:tav tm="0">
                                              <p:val>
                                                <p:fltVal val="0"/>
                                              </p:val>
                                            </p:tav>
                                            <p:tav tm="100000">
                                              <p:val>
                                                <p:strVal val="#ppt_w"/>
                                              </p:val>
                                            </p:tav>
                                          </p:tavLst>
                                        </p:anim>
                                        <p:anim calcmode="lin" valueType="num">
                                          <p:cBhvr>
                                            <p:cTn id="38" dur="750" fill="hold"/>
                                            <p:tgtEl>
                                              <p:spTgt spid="42"/>
                                            </p:tgtEl>
                                            <p:attrNameLst>
                                              <p:attrName>ppt_h</p:attrName>
                                            </p:attrNameLst>
                                          </p:cBhvr>
                                          <p:tavLst>
                                            <p:tav tm="0">
                                              <p:val>
                                                <p:fltVal val="0"/>
                                              </p:val>
                                            </p:tav>
                                            <p:tav tm="100000">
                                              <p:val>
                                                <p:strVal val="#ppt_h"/>
                                              </p:val>
                                            </p:tav>
                                          </p:tavLst>
                                        </p:anim>
                                        <p:animEffect transition="in" filter="fade">
                                          <p:cBhvr>
                                            <p:cTn id="39" dur="750"/>
                                            <p:tgtEl>
                                              <p:spTgt spid="42"/>
                                            </p:tgtEl>
                                          </p:cBhvr>
                                        </p:animEffect>
                                      </p:childTnLst>
                                    </p:cTn>
                                  </p:par>
                                  <p:par>
                                    <p:cTn id="40" presetID="53" presetClass="entr" presetSubtype="16" fill="hold" grpId="0" nodeType="withEffect">
                                      <p:stCondLst>
                                        <p:cond delay="1200"/>
                                      </p:stCondLst>
                                      <p:childTnLst>
                                        <p:set>
                                          <p:cBhvr>
                                            <p:cTn id="41" dur="1" fill="hold">
                                              <p:stCondLst>
                                                <p:cond delay="0"/>
                                              </p:stCondLst>
                                            </p:cTn>
                                            <p:tgtEl>
                                              <p:spTgt spid="41"/>
                                            </p:tgtEl>
                                            <p:attrNameLst>
                                              <p:attrName>style.visibility</p:attrName>
                                            </p:attrNameLst>
                                          </p:cBhvr>
                                          <p:to>
                                            <p:strVal val="visible"/>
                                          </p:to>
                                        </p:set>
                                        <p:anim calcmode="lin" valueType="num">
                                          <p:cBhvr>
                                            <p:cTn id="42" dur="750" fill="hold"/>
                                            <p:tgtEl>
                                              <p:spTgt spid="41"/>
                                            </p:tgtEl>
                                            <p:attrNameLst>
                                              <p:attrName>ppt_w</p:attrName>
                                            </p:attrNameLst>
                                          </p:cBhvr>
                                          <p:tavLst>
                                            <p:tav tm="0">
                                              <p:val>
                                                <p:fltVal val="0"/>
                                              </p:val>
                                            </p:tav>
                                            <p:tav tm="100000">
                                              <p:val>
                                                <p:strVal val="#ppt_w"/>
                                              </p:val>
                                            </p:tav>
                                          </p:tavLst>
                                        </p:anim>
                                        <p:anim calcmode="lin" valueType="num">
                                          <p:cBhvr>
                                            <p:cTn id="43" dur="750" fill="hold"/>
                                            <p:tgtEl>
                                              <p:spTgt spid="41"/>
                                            </p:tgtEl>
                                            <p:attrNameLst>
                                              <p:attrName>ppt_h</p:attrName>
                                            </p:attrNameLst>
                                          </p:cBhvr>
                                          <p:tavLst>
                                            <p:tav tm="0">
                                              <p:val>
                                                <p:fltVal val="0"/>
                                              </p:val>
                                            </p:tav>
                                            <p:tav tm="100000">
                                              <p:val>
                                                <p:strVal val="#ppt_h"/>
                                              </p:val>
                                            </p:tav>
                                          </p:tavLst>
                                        </p:anim>
                                        <p:animEffect transition="in" filter="fade">
                                          <p:cBhvr>
                                            <p:cTn id="44" dur="750"/>
                                            <p:tgtEl>
                                              <p:spTgt spid="41"/>
                                            </p:tgtEl>
                                          </p:cBhvr>
                                        </p:animEffect>
                                      </p:childTnLst>
                                    </p:cTn>
                                  </p:par>
                                  <p:par>
                                    <p:cTn id="45" presetID="53" presetClass="entr" presetSubtype="16" fill="hold" grpId="0" nodeType="withEffect">
                                      <p:stCondLst>
                                        <p:cond delay="1200"/>
                                      </p:stCondLst>
                                      <p:childTnLst>
                                        <p:set>
                                          <p:cBhvr>
                                            <p:cTn id="46" dur="1" fill="hold">
                                              <p:stCondLst>
                                                <p:cond delay="0"/>
                                              </p:stCondLst>
                                            </p:cTn>
                                            <p:tgtEl>
                                              <p:spTgt spid="37"/>
                                            </p:tgtEl>
                                            <p:attrNameLst>
                                              <p:attrName>style.visibility</p:attrName>
                                            </p:attrNameLst>
                                          </p:cBhvr>
                                          <p:to>
                                            <p:strVal val="visible"/>
                                          </p:to>
                                        </p:set>
                                        <p:anim calcmode="lin" valueType="num">
                                          <p:cBhvr>
                                            <p:cTn id="47" dur="750" fill="hold"/>
                                            <p:tgtEl>
                                              <p:spTgt spid="37"/>
                                            </p:tgtEl>
                                            <p:attrNameLst>
                                              <p:attrName>ppt_w</p:attrName>
                                            </p:attrNameLst>
                                          </p:cBhvr>
                                          <p:tavLst>
                                            <p:tav tm="0">
                                              <p:val>
                                                <p:fltVal val="0"/>
                                              </p:val>
                                            </p:tav>
                                            <p:tav tm="100000">
                                              <p:val>
                                                <p:strVal val="#ppt_w"/>
                                              </p:val>
                                            </p:tav>
                                          </p:tavLst>
                                        </p:anim>
                                        <p:anim calcmode="lin" valueType="num">
                                          <p:cBhvr>
                                            <p:cTn id="48" dur="750" fill="hold"/>
                                            <p:tgtEl>
                                              <p:spTgt spid="37"/>
                                            </p:tgtEl>
                                            <p:attrNameLst>
                                              <p:attrName>ppt_h</p:attrName>
                                            </p:attrNameLst>
                                          </p:cBhvr>
                                          <p:tavLst>
                                            <p:tav tm="0">
                                              <p:val>
                                                <p:fltVal val="0"/>
                                              </p:val>
                                            </p:tav>
                                            <p:tav tm="100000">
                                              <p:val>
                                                <p:strVal val="#ppt_h"/>
                                              </p:val>
                                            </p:tav>
                                          </p:tavLst>
                                        </p:anim>
                                        <p:animEffect transition="in" filter="fade">
                                          <p:cBhvr>
                                            <p:cTn id="49" dur="750"/>
                                            <p:tgtEl>
                                              <p:spTgt spid="37"/>
                                            </p:tgtEl>
                                          </p:cBhvr>
                                        </p:animEffect>
                                      </p:childTnLst>
                                    </p:cTn>
                                  </p:par>
                                  <p:par>
                                    <p:cTn id="50" presetID="53" presetClass="entr" presetSubtype="16" fill="hold" nodeType="withEffect">
                                      <p:stCondLst>
                                        <p:cond delay="1200"/>
                                      </p:stCondLst>
                                      <p:childTnLst>
                                        <p:set>
                                          <p:cBhvr>
                                            <p:cTn id="51" dur="1" fill="hold">
                                              <p:stCondLst>
                                                <p:cond delay="0"/>
                                              </p:stCondLst>
                                            </p:cTn>
                                            <p:tgtEl>
                                              <p:spTgt spid="18"/>
                                            </p:tgtEl>
                                            <p:attrNameLst>
                                              <p:attrName>style.visibility</p:attrName>
                                            </p:attrNameLst>
                                          </p:cBhvr>
                                          <p:to>
                                            <p:strVal val="visible"/>
                                          </p:to>
                                        </p:set>
                                        <p:anim calcmode="lin" valueType="num">
                                          <p:cBhvr>
                                            <p:cTn id="52" dur="750" fill="hold"/>
                                            <p:tgtEl>
                                              <p:spTgt spid="18"/>
                                            </p:tgtEl>
                                            <p:attrNameLst>
                                              <p:attrName>ppt_w</p:attrName>
                                            </p:attrNameLst>
                                          </p:cBhvr>
                                          <p:tavLst>
                                            <p:tav tm="0">
                                              <p:val>
                                                <p:fltVal val="0"/>
                                              </p:val>
                                            </p:tav>
                                            <p:tav tm="100000">
                                              <p:val>
                                                <p:strVal val="#ppt_w"/>
                                              </p:val>
                                            </p:tav>
                                          </p:tavLst>
                                        </p:anim>
                                        <p:anim calcmode="lin" valueType="num">
                                          <p:cBhvr>
                                            <p:cTn id="53" dur="750" fill="hold"/>
                                            <p:tgtEl>
                                              <p:spTgt spid="18"/>
                                            </p:tgtEl>
                                            <p:attrNameLst>
                                              <p:attrName>ppt_h</p:attrName>
                                            </p:attrNameLst>
                                          </p:cBhvr>
                                          <p:tavLst>
                                            <p:tav tm="0">
                                              <p:val>
                                                <p:fltVal val="0"/>
                                              </p:val>
                                            </p:tav>
                                            <p:tav tm="100000">
                                              <p:val>
                                                <p:strVal val="#ppt_h"/>
                                              </p:val>
                                            </p:tav>
                                          </p:tavLst>
                                        </p:anim>
                                        <p:animEffect transition="in" filter="fade">
                                          <p:cBhvr>
                                            <p:cTn id="54" dur="750"/>
                                            <p:tgtEl>
                                              <p:spTgt spid="18"/>
                                            </p:tgtEl>
                                          </p:cBhvr>
                                        </p:animEffect>
                                      </p:childTnLst>
                                    </p:cTn>
                                  </p:par>
                                  <p:par>
                                    <p:cTn id="55" presetID="53" presetClass="entr" presetSubtype="16" fill="hold" nodeType="withEffect">
                                      <p:stCondLst>
                                        <p:cond delay="1400"/>
                                      </p:stCondLst>
                                      <p:childTnLst>
                                        <p:set>
                                          <p:cBhvr>
                                            <p:cTn id="56" dur="1" fill="hold">
                                              <p:stCondLst>
                                                <p:cond delay="0"/>
                                              </p:stCondLst>
                                            </p:cTn>
                                            <p:tgtEl>
                                              <p:spTgt spid="22"/>
                                            </p:tgtEl>
                                            <p:attrNameLst>
                                              <p:attrName>style.visibility</p:attrName>
                                            </p:attrNameLst>
                                          </p:cBhvr>
                                          <p:to>
                                            <p:strVal val="visible"/>
                                          </p:to>
                                        </p:set>
                                        <p:anim calcmode="lin" valueType="num">
                                          <p:cBhvr>
                                            <p:cTn id="57" dur="750" fill="hold"/>
                                            <p:tgtEl>
                                              <p:spTgt spid="22"/>
                                            </p:tgtEl>
                                            <p:attrNameLst>
                                              <p:attrName>ppt_w</p:attrName>
                                            </p:attrNameLst>
                                          </p:cBhvr>
                                          <p:tavLst>
                                            <p:tav tm="0">
                                              <p:val>
                                                <p:fltVal val="0"/>
                                              </p:val>
                                            </p:tav>
                                            <p:tav tm="100000">
                                              <p:val>
                                                <p:strVal val="#ppt_w"/>
                                              </p:val>
                                            </p:tav>
                                          </p:tavLst>
                                        </p:anim>
                                        <p:anim calcmode="lin" valueType="num">
                                          <p:cBhvr>
                                            <p:cTn id="58" dur="750" fill="hold"/>
                                            <p:tgtEl>
                                              <p:spTgt spid="22"/>
                                            </p:tgtEl>
                                            <p:attrNameLst>
                                              <p:attrName>ppt_h</p:attrName>
                                            </p:attrNameLst>
                                          </p:cBhvr>
                                          <p:tavLst>
                                            <p:tav tm="0">
                                              <p:val>
                                                <p:fltVal val="0"/>
                                              </p:val>
                                            </p:tav>
                                            <p:tav tm="100000">
                                              <p:val>
                                                <p:strVal val="#ppt_h"/>
                                              </p:val>
                                            </p:tav>
                                          </p:tavLst>
                                        </p:anim>
                                        <p:animEffect transition="in" filter="fade">
                                          <p:cBhvr>
                                            <p:cTn id="59" dur="750"/>
                                            <p:tgtEl>
                                              <p:spTgt spid="22"/>
                                            </p:tgtEl>
                                          </p:cBhvr>
                                        </p:animEffect>
                                      </p:childTnLst>
                                    </p:cTn>
                                  </p:par>
                                  <p:par>
                                    <p:cTn id="60" presetID="53" presetClass="entr" presetSubtype="16" fill="hold" grpId="0" nodeType="withEffect">
                                      <p:stCondLst>
                                        <p:cond delay="1400"/>
                                      </p:stCondLst>
                                      <p:childTnLst>
                                        <p:set>
                                          <p:cBhvr>
                                            <p:cTn id="61" dur="1" fill="hold">
                                              <p:stCondLst>
                                                <p:cond delay="0"/>
                                              </p:stCondLst>
                                            </p:cTn>
                                            <p:tgtEl>
                                              <p:spTgt spid="33"/>
                                            </p:tgtEl>
                                            <p:attrNameLst>
                                              <p:attrName>style.visibility</p:attrName>
                                            </p:attrNameLst>
                                          </p:cBhvr>
                                          <p:to>
                                            <p:strVal val="visible"/>
                                          </p:to>
                                        </p:set>
                                        <p:anim calcmode="lin" valueType="num">
                                          <p:cBhvr>
                                            <p:cTn id="62" dur="750" fill="hold"/>
                                            <p:tgtEl>
                                              <p:spTgt spid="33"/>
                                            </p:tgtEl>
                                            <p:attrNameLst>
                                              <p:attrName>ppt_w</p:attrName>
                                            </p:attrNameLst>
                                          </p:cBhvr>
                                          <p:tavLst>
                                            <p:tav tm="0">
                                              <p:val>
                                                <p:fltVal val="0"/>
                                              </p:val>
                                            </p:tav>
                                            <p:tav tm="100000">
                                              <p:val>
                                                <p:strVal val="#ppt_w"/>
                                              </p:val>
                                            </p:tav>
                                          </p:tavLst>
                                        </p:anim>
                                        <p:anim calcmode="lin" valueType="num">
                                          <p:cBhvr>
                                            <p:cTn id="63" dur="750" fill="hold"/>
                                            <p:tgtEl>
                                              <p:spTgt spid="33"/>
                                            </p:tgtEl>
                                            <p:attrNameLst>
                                              <p:attrName>ppt_h</p:attrName>
                                            </p:attrNameLst>
                                          </p:cBhvr>
                                          <p:tavLst>
                                            <p:tav tm="0">
                                              <p:val>
                                                <p:fltVal val="0"/>
                                              </p:val>
                                            </p:tav>
                                            <p:tav tm="100000">
                                              <p:val>
                                                <p:strVal val="#ppt_h"/>
                                              </p:val>
                                            </p:tav>
                                          </p:tavLst>
                                        </p:anim>
                                        <p:animEffect transition="in" filter="fade">
                                          <p:cBhvr>
                                            <p:cTn id="64" dur="750"/>
                                            <p:tgtEl>
                                              <p:spTgt spid="33"/>
                                            </p:tgtEl>
                                          </p:cBhvr>
                                        </p:animEffect>
                                      </p:childTnLst>
                                    </p:cTn>
                                  </p:par>
                                  <p:par>
                                    <p:cTn id="65" presetID="53" presetClass="entr" presetSubtype="16" fill="hold" grpId="0" nodeType="withEffect">
                                      <p:stCondLst>
                                        <p:cond delay="1400"/>
                                      </p:stCondLst>
                                      <p:childTnLst>
                                        <p:set>
                                          <p:cBhvr>
                                            <p:cTn id="66" dur="1" fill="hold">
                                              <p:stCondLst>
                                                <p:cond delay="0"/>
                                              </p:stCondLst>
                                            </p:cTn>
                                            <p:tgtEl>
                                              <p:spTgt spid="39"/>
                                            </p:tgtEl>
                                            <p:attrNameLst>
                                              <p:attrName>style.visibility</p:attrName>
                                            </p:attrNameLst>
                                          </p:cBhvr>
                                          <p:to>
                                            <p:strVal val="visible"/>
                                          </p:to>
                                        </p:set>
                                        <p:anim calcmode="lin" valueType="num">
                                          <p:cBhvr>
                                            <p:cTn id="67" dur="750" fill="hold"/>
                                            <p:tgtEl>
                                              <p:spTgt spid="39"/>
                                            </p:tgtEl>
                                            <p:attrNameLst>
                                              <p:attrName>ppt_w</p:attrName>
                                            </p:attrNameLst>
                                          </p:cBhvr>
                                          <p:tavLst>
                                            <p:tav tm="0">
                                              <p:val>
                                                <p:fltVal val="0"/>
                                              </p:val>
                                            </p:tav>
                                            <p:tav tm="100000">
                                              <p:val>
                                                <p:strVal val="#ppt_w"/>
                                              </p:val>
                                            </p:tav>
                                          </p:tavLst>
                                        </p:anim>
                                        <p:anim calcmode="lin" valueType="num">
                                          <p:cBhvr>
                                            <p:cTn id="68" dur="750" fill="hold"/>
                                            <p:tgtEl>
                                              <p:spTgt spid="39"/>
                                            </p:tgtEl>
                                            <p:attrNameLst>
                                              <p:attrName>ppt_h</p:attrName>
                                            </p:attrNameLst>
                                          </p:cBhvr>
                                          <p:tavLst>
                                            <p:tav tm="0">
                                              <p:val>
                                                <p:fltVal val="0"/>
                                              </p:val>
                                            </p:tav>
                                            <p:tav tm="100000">
                                              <p:val>
                                                <p:strVal val="#ppt_h"/>
                                              </p:val>
                                            </p:tav>
                                          </p:tavLst>
                                        </p:anim>
                                        <p:animEffect transition="in" filter="fade">
                                          <p:cBhvr>
                                            <p:cTn id="69" dur="750"/>
                                            <p:tgtEl>
                                              <p:spTgt spid="39"/>
                                            </p:tgtEl>
                                          </p:cBhvr>
                                        </p:animEffect>
                                      </p:childTnLst>
                                    </p:cTn>
                                  </p:par>
                                  <p:par>
                                    <p:cTn id="70" presetID="53" presetClass="entr" presetSubtype="16" fill="hold" grpId="0" nodeType="withEffect">
                                      <p:stCondLst>
                                        <p:cond delay="1600"/>
                                      </p:stCondLst>
                                      <p:childTnLst>
                                        <p:set>
                                          <p:cBhvr>
                                            <p:cTn id="71" dur="1" fill="hold">
                                              <p:stCondLst>
                                                <p:cond delay="0"/>
                                              </p:stCondLst>
                                            </p:cTn>
                                            <p:tgtEl>
                                              <p:spTgt spid="40"/>
                                            </p:tgtEl>
                                            <p:attrNameLst>
                                              <p:attrName>style.visibility</p:attrName>
                                            </p:attrNameLst>
                                          </p:cBhvr>
                                          <p:to>
                                            <p:strVal val="visible"/>
                                          </p:to>
                                        </p:set>
                                        <p:anim calcmode="lin" valueType="num">
                                          <p:cBhvr>
                                            <p:cTn id="72" dur="750" fill="hold"/>
                                            <p:tgtEl>
                                              <p:spTgt spid="40"/>
                                            </p:tgtEl>
                                            <p:attrNameLst>
                                              <p:attrName>ppt_w</p:attrName>
                                            </p:attrNameLst>
                                          </p:cBhvr>
                                          <p:tavLst>
                                            <p:tav tm="0">
                                              <p:val>
                                                <p:fltVal val="0"/>
                                              </p:val>
                                            </p:tav>
                                            <p:tav tm="100000">
                                              <p:val>
                                                <p:strVal val="#ppt_w"/>
                                              </p:val>
                                            </p:tav>
                                          </p:tavLst>
                                        </p:anim>
                                        <p:anim calcmode="lin" valueType="num">
                                          <p:cBhvr>
                                            <p:cTn id="73" dur="750" fill="hold"/>
                                            <p:tgtEl>
                                              <p:spTgt spid="40"/>
                                            </p:tgtEl>
                                            <p:attrNameLst>
                                              <p:attrName>ppt_h</p:attrName>
                                            </p:attrNameLst>
                                          </p:cBhvr>
                                          <p:tavLst>
                                            <p:tav tm="0">
                                              <p:val>
                                                <p:fltVal val="0"/>
                                              </p:val>
                                            </p:tav>
                                            <p:tav tm="100000">
                                              <p:val>
                                                <p:strVal val="#ppt_h"/>
                                              </p:val>
                                            </p:tav>
                                          </p:tavLst>
                                        </p:anim>
                                        <p:animEffect transition="in" filter="fade">
                                          <p:cBhvr>
                                            <p:cTn id="74" dur="750"/>
                                            <p:tgtEl>
                                              <p:spTgt spid="40"/>
                                            </p:tgtEl>
                                          </p:cBhvr>
                                        </p:animEffect>
                                      </p:childTnLst>
                                    </p:cTn>
                                  </p:par>
                                  <p:par>
                                    <p:cTn id="75" presetID="53" presetClass="entr" presetSubtype="16" fill="hold" grpId="0" nodeType="withEffect">
                                      <p:stCondLst>
                                        <p:cond delay="1600"/>
                                      </p:stCondLst>
                                      <p:childTnLst>
                                        <p:set>
                                          <p:cBhvr>
                                            <p:cTn id="76" dur="1" fill="hold">
                                              <p:stCondLst>
                                                <p:cond delay="0"/>
                                              </p:stCondLst>
                                            </p:cTn>
                                            <p:tgtEl>
                                              <p:spTgt spid="36"/>
                                            </p:tgtEl>
                                            <p:attrNameLst>
                                              <p:attrName>style.visibility</p:attrName>
                                            </p:attrNameLst>
                                          </p:cBhvr>
                                          <p:to>
                                            <p:strVal val="visible"/>
                                          </p:to>
                                        </p:set>
                                        <p:anim calcmode="lin" valueType="num">
                                          <p:cBhvr>
                                            <p:cTn id="77" dur="750" fill="hold"/>
                                            <p:tgtEl>
                                              <p:spTgt spid="36"/>
                                            </p:tgtEl>
                                            <p:attrNameLst>
                                              <p:attrName>ppt_w</p:attrName>
                                            </p:attrNameLst>
                                          </p:cBhvr>
                                          <p:tavLst>
                                            <p:tav tm="0">
                                              <p:val>
                                                <p:fltVal val="0"/>
                                              </p:val>
                                            </p:tav>
                                            <p:tav tm="100000">
                                              <p:val>
                                                <p:strVal val="#ppt_w"/>
                                              </p:val>
                                            </p:tav>
                                          </p:tavLst>
                                        </p:anim>
                                        <p:anim calcmode="lin" valueType="num">
                                          <p:cBhvr>
                                            <p:cTn id="78" dur="750" fill="hold"/>
                                            <p:tgtEl>
                                              <p:spTgt spid="36"/>
                                            </p:tgtEl>
                                            <p:attrNameLst>
                                              <p:attrName>ppt_h</p:attrName>
                                            </p:attrNameLst>
                                          </p:cBhvr>
                                          <p:tavLst>
                                            <p:tav tm="0">
                                              <p:val>
                                                <p:fltVal val="0"/>
                                              </p:val>
                                            </p:tav>
                                            <p:tav tm="100000">
                                              <p:val>
                                                <p:strVal val="#ppt_h"/>
                                              </p:val>
                                            </p:tav>
                                          </p:tavLst>
                                        </p:anim>
                                        <p:animEffect transition="in" filter="fade">
                                          <p:cBhvr>
                                            <p:cTn id="79" dur="750"/>
                                            <p:tgtEl>
                                              <p:spTgt spid="36"/>
                                            </p:tgtEl>
                                          </p:cBhvr>
                                        </p:animEffect>
                                      </p:childTnLst>
                                    </p:cTn>
                                  </p:par>
                                  <p:par>
                                    <p:cTn id="80" presetID="53" presetClass="entr" presetSubtype="16" fill="hold" nodeType="withEffect">
                                      <p:stCondLst>
                                        <p:cond delay="1600"/>
                                      </p:stCondLst>
                                      <p:childTnLst>
                                        <p:set>
                                          <p:cBhvr>
                                            <p:cTn id="81" dur="1" fill="hold">
                                              <p:stCondLst>
                                                <p:cond delay="0"/>
                                              </p:stCondLst>
                                            </p:cTn>
                                            <p:tgtEl>
                                              <p:spTgt spid="25"/>
                                            </p:tgtEl>
                                            <p:attrNameLst>
                                              <p:attrName>style.visibility</p:attrName>
                                            </p:attrNameLst>
                                          </p:cBhvr>
                                          <p:to>
                                            <p:strVal val="visible"/>
                                          </p:to>
                                        </p:set>
                                        <p:anim calcmode="lin" valueType="num">
                                          <p:cBhvr>
                                            <p:cTn id="82" dur="750" fill="hold"/>
                                            <p:tgtEl>
                                              <p:spTgt spid="25"/>
                                            </p:tgtEl>
                                            <p:attrNameLst>
                                              <p:attrName>ppt_w</p:attrName>
                                            </p:attrNameLst>
                                          </p:cBhvr>
                                          <p:tavLst>
                                            <p:tav tm="0">
                                              <p:val>
                                                <p:fltVal val="0"/>
                                              </p:val>
                                            </p:tav>
                                            <p:tav tm="100000">
                                              <p:val>
                                                <p:strVal val="#ppt_w"/>
                                              </p:val>
                                            </p:tav>
                                          </p:tavLst>
                                        </p:anim>
                                        <p:anim calcmode="lin" valueType="num">
                                          <p:cBhvr>
                                            <p:cTn id="83" dur="750" fill="hold"/>
                                            <p:tgtEl>
                                              <p:spTgt spid="25"/>
                                            </p:tgtEl>
                                            <p:attrNameLst>
                                              <p:attrName>ppt_h</p:attrName>
                                            </p:attrNameLst>
                                          </p:cBhvr>
                                          <p:tavLst>
                                            <p:tav tm="0">
                                              <p:val>
                                                <p:fltVal val="0"/>
                                              </p:val>
                                            </p:tav>
                                            <p:tav tm="100000">
                                              <p:val>
                                                <p:strVal val="#ppt_h"/>
                                              </p:val>
                                            </p:tav>
                                          </p:tavLst>
                                        </p:anim>
                                        <p:animEffect transition="in" filter="fade">
                                          <p:cBhvr>
                                            <p:cTn id="84" dur="750"/>
                                            <p:tgtEl>
                                              <p:spTgt spid="25"/>
                                            </p:tgtEl>
                                          </p:cBhvr>
                                        </p:animEffect>
                                      </p:childTnLst>
                                    </p:cTn>
                                  </p:par>
                                  <p:par>
                                    <p:cTn id="85" presetID="53" presetClass="entr" presetSubtype="16" fill="hold" nodeType="withEffect">
                                      <p:stCondLst>
                                        <p:cond delay="1800"/>
                                      </p:stCondLst>
                                      <p:childTnLst>
                                        <p:set>
                                          <p:cBhvr>
                                            <p:cTn id="86" dur="1" fill="hold">
                                              <p:stCondLst>
                                                <p:cond delay="0"/>
                                              </p:stCondLst>
                                            </p:cTn>
                                            <p:tgtEl>
                                              <p:spTgt spid="28"/>
                                            </p:tgtEl>
                                            <p:attrNameLst>
                                              <p:attrName>style.visibility</p:attrName>
                                            </p:attrNameLst>
                                          </p:cBhvr>
                                          <p:to>
                                            <p:strVal val="visible"/>
                                          </p:to>
                                        </p:set>
                                        <p:anim calcmode="lin" valueType="num">
                                          <p:cBhvr>
                                            <p:cTn id="87" dur="750" fill="hold"/>
                                            <p:tgtEl>
                                              <p:spTgt spid="28"/>
                                            </p:tgtEl>
                                            <p:attrNameLst>
                                              <p:attrName>ppt_w</p:attrName>
                                            </p:attrNameLst>
                                          </p:cBhvr>
                                          <p:tavLst>
                                            <p:tav tm="0">
                                              <p:val>
                                                <p:fltVal val="0"/>
                                              </p:val>
                                            </p:tav>
                                            <p:tav tm="100000">
                                              <p:val>
                                                <p:strVal val="#ppt_w"/>
                                              </p:val>
                                            </p:tav>
                                          </p:tavLst>
                                        </p:anim>
                                        <p:anim calcmode="lin" valueType="num">
                                          <p:cBhvr>
                                            <p:cTn id="88" dur="750" fill="hold"/>
                                            <p:tgtEl>
                                              <p:spTgt spid="28"/>
                                            </p:tgtEl>
                                            <p:attrNameLst>
                                              <p:attrName>ppt_h</p:attrName>
                                            </p:attrNameLst>
                                          </p:cBhvr>
                                          <p:tavLst>
                                            <p:tav tm="0">
                                              <p:val>
                                                <p:fltVal val="0"/>
                                              </p:val>
                                            </p:tav>
                                            <p:tav tm="100000">
                                              <p:val>
                                                <p:strVal val="#ppt_h"/>
                                              </p:val>
                                            </p:tav>
                                          </p:tavLst>
                                        </p:anim>
                                        <p:animEffect transition="in" filter="fade">
                                          <p:cBhvr>
                                            <p:cTn id="89" dur="750"/>
                                            <p:tgtEl>
                                              <p:spTgt spid="28"/>
                                            </p:tgtEl>
                                          </p:cBhvr>
                                        </p:animEffect>
                                      </p:childTnLst>
                                    </p:cTn>
                                  </p:par>
                                  <p:par>
                                    <p:cTn id="90" presetID="53" presetClass="entr" presetSubtype="16" fill="hold" grpId="0" nodeType="withEffect">
                                      <p:stCondLst>
                                        <p:cond delay="1800"/>
                                      </p:stCondLst>
                                      <p:childTnLst>
                                        <p:set>
                                          <p:cBhvr>
                                            <p:cTn id="91" dur="1" fill="hold">
                                              <p:stCondLst>
                                                <p:cond delay="0"/>
                                              </p:stCondLst>
                                            </p:cTn>
                                            <p:tgtEl>
                                              <p:spTgt spid="32"/>
                                            </p:tgtEl>
                                            <p:attrNameLst>
                                              <p:attrName>style.visibility</p:attrName>
                                            </p:attrNameLst>
                                          </p:cBhvr>
                                          <p:to>
                                            <p:strVal val="visible"/>
                                          </p:to>
                                        </p:set>
                                        <p:anim calcmode="lin" valueType="num">
                                          <p:cBhvr>
                                            <p:cTn id="92" dur="750" fill="hold"/>
                                            <p:tgtEl>
                                              <p:spTgt spid="32"/>
                                            </p:tgtEl>
                                            <p:attrNameLst>
                                              <p:attrName>ppt_w</p:attrName>
                                            </p:attrNameLst>
                                          </p:cBhvr>
                                          <p:tavLst>
                                            <p:tav tm="0">
                                              <p:val>
                                                <p:fltVal val="0"/>
                                              </p:val>
                                            </p:tav>
                                            <p:tav tm="100000">
                                              <p:val>
                                                <p:strVal val="#ppt_w"/>
                                              </p:val>
                                            </p:tav>
                                          </p:tavLst>
                                        </p:anim>
                                        <p:anim calcmode="lin" valueType="num">
                                          <p:cBhvr>
                                            <p:cTn id="93" dur="750" fill="hold"/>
                                            <p:tgtEl>
                                              <p:spTgt spid="32"/>
                                            </p:tgtEl>
                                            <p:attrNameLst>
                                              <p:attrName>ppt_h</p:attrName>
                                            </p:attrNameLst>
                                          </p:cBhvr>
                                          <p:tavLst>
                                            <p:tav tm="0">
                                              <p:val>
                                                <p:fltVal val="0"/>
                                              </p:val>
                                            </p:tav>
                                            <p:tav tm="100000">
                                              <p:val>
                                                <p:strVal val="#ppt_h"/>
                                              </p:val>
                                            </p:tav>
                                          </p:tavLst>
                                        </p:anim>
                                        <p:animEffect transition="in" filter="fade">
                                          <p:cBhvr>
                                            <p:cTn id="94" dur="750"/>
                                            <p:tgtEl>
                                              <p:spTgt spid="32"/>
                                            </p:tgtEl>
                                          </p:cBhvr>
                                        </p:animEffect>
                                      </p:childTnLst>
                                    </p:cTn>
                                  </p:par>
                                  <p:par>
                                    <p:cTn id="95" presetID="53" presetClass="entr" presetSubtype="16" fill="hold" grpId="0" nodeType="withEffect">
                                      <p:stCondLst>
                                        <p:cond delay="1800"/>
                                      </p:stCondLst>
                                      <p:childTnLst>
                                        <p:set>
                                          <p:cBhvr>
                                            <p:cTn id="96" dur="1" fill="hold">
                                              <p:stCondLst>
                                                <p:cond delay="0"/>
                                              </p:stCondLst>
                                            </p:cTn>
                                            <p:tgtEl>
                                              <p:spTgt spid="38"/>
                                            </p:tgtEl>
                                            <p:attrNameLst>
                                              <p:attrName>style.visibility</p:attrName>
                                            </p:attrNameLst>
                                          </p:cBhvr>
                                          <p:to>
                                            <p:strVal val="visible"/>
                                          </p:to>
                                        </p:set>
                                        <p:anim calcmode="lin" valueType="num">
                                          <p:cBhvr>
                                            <p:cTn id="97" dur="750" fill="hold"/>
                                            <p:tgtEl>
                                              <p:spTgt spid="38"/>
                                            </p:tgtEl>
                                            <p:attrNameLst>
                                              <p:attrName>ppt_w</p:attrName>
                                            </p:attrNameLst>
                                          </p:cBhvr>
                                          <p:tavLst>
                                            <p:tav tm="0">
                                              <p:val>
                                                <p:fltVal val="0"/>
                                              </p:val>
                                            </p:tav>
                                            <p:tav tm="100000">
                                              <p:val>
                                                <p:strVal val="#ppt_w"/>
                                              </p:val>
                                            </p:tav>
                                          </p:tavLst>
                                        </p:anim>
                                        <p:anim calcmode="lin" valueType="num">
                                          <p:cBhvr>
                                            <p:cTn id="98" dur="750" fill="hold"/>
                                            <p:tgtEl>
                                              <p:spTgt spid="38"/>
                                            </p:tgtEl>
                                            <p:attrNameLst>
                                              <p:attrName>ppt_h</p:attrName>
                                            </p:attrNameLst>
                                          </p:cBhvr>
                                          <p:tavLst>
                                            <p:tav tm="0">
                                              <p:val>
                                                <p:fltVal val="0"/>
                                              </p:val>
                                            </p:tav>
                                            <p:tav tm="100000">
                                              <p:val>
                                                <p:strVal val="#ppt_h"/>
                                              </p:val>
                                            </p:tav>
                                          </p:tavLst>
                                        </p:anim>
                                        <p:animEffect transition="in" filter="fade">
                                          <p:cBhvr>
                                            <p:cTn id="99" dur="75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5" grpId="0"/>
          <p:bldP spid="32" grpId="0"/>
          <p:bldP spid="33" grpId="0"/>
          <p:bldP spid="36" grpId="0"/>
          <p:bldP spid="37" grpId="0"/>
          <p:bldP spid="38" grpId="0" animBg="1"/>
          <p:bldP spid="39" grpId="0" animBg="1"/>
          <p:bldP spid="40" grpId="0" animBg="1"/>
          <p:bldP spid="41" grpId="0" animBg="1"/>
          <p:bldP spid="4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000" fill="hold"/>
                                            <p:tgtEl>
                                              <p:spTgt spid="11"/>
                                            </p:tgtEl>
                                            <p:attrNameLst>
                                              <p:attrName>ppt_x</p:attrName>
                                            </p:attrNameLst>
                                          </p:cBhvr>
                                          <p:tavLst>
                                            <p:tav tm="0">
                                              <p:val>
                                                <p:strVal val="0-#ppt_w/2"/>
                                              </p:val>
                                            </p:tav>
                                            <p:tav tm="100000">
                                              <p:val>
                                                <p:strVal val="#ppt_x"/>
                                              </p:val>
                                            </p:tav>
                                          </p:tavLst>
                                        </p:anim>
                                        <p:anim calcmode="lin" valueType="num">
                                          <p:cBhvr additive="base">
                                            <p:cTn id="12" dur="10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1+#ppt_w/2"/>
                                              </p:val>
                                            </p:tav>
                                            <p:tav tm="100000">
                                              <p:val>
                                                <p:strVal val="#ppt_x"/>
                                              </p:val>
                                            </p:tav>
                                          </p:tavLst>
                                        </p:anim>
                                        <p:anim calcmode="lin" valueType="num">
                                          <p:cBhvr additive="base">
                                            <p:cTn id="16" dur="1000" fill="hold"/>
                                            <p:tgtEl>
                                              <p:spTgt spid="12"/>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000" fill="hold"/>
                                            <p:tgtEl>
                                              <p:spTgt spid="31"/>
                                            </p:tgtEl>
                                            <p:attrNameLst>
                                              <p:attrName>ppt_x</p:attrName>
                                            </p:attrNameLst>
                                          </p:cBhvr>
                                          <p:tavLst>
                                            <p:tav tm="0">
                                              <p:val>
                                                <p:strVal val="0-#ppt_w/2"/>
                                              </p:val>
                                            </p:tav>
                                            <p:tav tm="100000">
                                              <p:val>
                                                <p:strVal val="#ppt_x"/>
                                              </p:val>
                                            </p:tav>
                                          </p:tavLst>
                                        </p:anim>
                                        <p:anim calcmode="lin" valueType="num">
                                          <p:cBhvr additive="base">
                                            <p:cTn id="20" dur="1000" fill="hold"/>
                                            <p:tgtEl>
                                              <p:spTgt spid="31"/>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8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1+#ppt_w/2"/>
                                              </p:val>
                                            </p:tav>
                                            <p:tav tm="100000">
                                              <p:val>
                                                <p:strVal val="#ppt_x"/>
                                              </p:val>
                                            </p:tav>
                                          </p:tavLst>
                                        </p:anim>
                                        <p:anim calcmode="lin" valueType="num">
                                          <p:cBhvr additive="base">
                                            <p:cTn id="24" dur="1000" fill="hold"/>
                                            <p:tgtEl>
                                              <p:spTgt spid="7"/>
                                            </p:tgtEl>
                                            <p:attrNameLst>
                                              <p:attrName>ppt_y</p:attrName>
                                            </p:attrNameLst>
                                          </p:cBhvr>
                                          <p:tavLst>
                                            <p:tav tm="0">
                                              <p:val>
                                                <p:strVal val="#ppt_y"/>
                                              </p:val>
                                            </p:tav>
                                            <p:tav tm="100000">
                                              <p:val>
                                                <p:strVal val="#ppt_y"/>
                                              </p:val>
                                            </p:tav>
                                          </p:tavLst>
                                        </p:anim>
                                      </p:childTnLst>
                                    </p:cTn>
                                  </p:par>
                                  <p:par>
                                    <p:cTn id="25" presetID="53" presetClass="entr" presetSubtype="16" fill="hold" nodeType="withEffect">
                                      <p:stCondLst>
                                        <p:cond delay="1000"/>
                                      </p:stCondLst>
                                      <p:childTnLst>
                                        <p:set>
                                          <p:cBhvr>
                                            <p:cTn id="26" dur="1" fill="hold">
                                              <p:stCondLst>
                                                <p:cond delay="0"/>
                                              </p:stCondLst>
                                            </p:cTn>
                                            <p:tgtEl>
                                              <p:spTgt spid="9"/>
                                            </p:tgtEl>
                                            <p:attrNameLst>
                                              <p:attrName>style.visibility</p:attrName>
                                            </p:attrNameLst>
                                          </p:cBhvr>
                                          <p:to>
                                            <p:strVal val="visible"/>
                                          </p:to>
                                        </p:set>
                                        <p:anim calcmode="lin" valueType="num">
                                          <p:cBhvr>
                                            <p:cTn id="27" dur="750" fill="hold"/>
                                            <p:tgtEl>
                                              <p:spTgt spid="9"/>
                                            </p:tgtEl>
                                            <p:attrNameLst>
                                              <p:attrName>ppt_w</p:attrName>
                                            </p:attrNameLst>
                                          </p:cBhvr>
                                          <p:tavLst>
                                            <p:tav tm="0">
                                              <p:val>
                                                <p:fltVal val="0"/>
                                              </p:val>
                                            </p:tav>
                                            <p:tav tm="100000">
                                              <p:val>
                                                <p:strVal val="#ppt_w"/>
                                              </p:val>
                                            </p:tav>
                                          </p:tavLst>
                                        </p:anim>
                                        <p:anim calcmode="lin" valueType="num">
                                          <p:cBhvr>
                                            <p:cTn id="28" dur="750" fill="hold"/>
                                            <p:tgtEl>
                                              <p:spTgt spid="9"/>
                                            </p:tgtEl>
                                            <p:attrNameLst>
                                              <p:attrName>ppt_h</p:attrName>
                                            </p:attrNameLst>
                                          </p:cBhvr>
                                          <p:tavLst>
                                            <p:tav tm="0">
                                              <p:val>
                                                <p:fltVal val="0"/>
                                              </p:val>
                                            </p:tav>
                                            <p:tav tm="100000">
                                              <p:val>
                                                <p:strVal val="#ppt_h"/>
                                              </p:val>
                                            </p:tav>
                                          </p:tavLst>
                                        </p:anim>
                                        <p:animEffect transition="in" filter="fade">
                                          <p:cBhvr>
                                            <p:cTn id="29" dur="750"/>
                                            <p:tgtEl>
                                              <p:spTgt spid="9"/>
                                            </p:tgtEl>
                                          </p:cBhvr>
                                        </p:animEffect>
                                      </p:childTnLst>
                                    </p:cTn>
                                  </p:par>
                                  <p:par>
                                    <p:cTn id="30" presetID="53" presetClass="entr" presetSubtype="16" fill="hold" grpId="0" nodeType="withEffect">
                                      <p:stCondLst>
                                        <p:cond delay="1000"/>
                                      </p:stCondLst>
                                      <p:childTnLst>
                                        <p:set>
                                          <p:cBhvr>
                                            <p:cTn id="31" dur="1" fill="hold">
                                              <p:stCondLst>
                                                <p:cond delay="0"/>
                                              </p:stCondLst>
                                            </p:cTn>
                                            <p:tgtEl>
                                              <p:spTgt spid="15"/>
                                            </p:tgtEl>
                                            <p:attrNameLst>
                                              <p:attrName>style.visibility</p:attrName>
                                            </p:attrNameLst>
                                          </p:cBhvr>
                                          <p:to>
                                            <p:strVal val="visible"/>
                                          </p:to>
                                        </p:set>
                                        <p:anim calcmode="lin" valueType="num">
                                          <p:cBhvr>
                                            <p:cTn id="32" dur="750" fill="hold"/>
                                            <p:tgtEl>
                                              <p:spTgt spid="15"/>
                                            </p:tgtEl>
                                            <p:attrNameLst>
                                              <p:attrName>ppt_w</p:attrName>
                                            </p:attrNameLst>
                                          </p:cBhvr>
                                          <p:tavLst>
                                            <p:tav tm="0">
                                              <p:val>
                                                <p:fltVal val="0"/>
                                              </p:val>
                                            </p:tav>
                                            <p:tav tm="100000">
                                              <p:val>
                                                <p:strVal val="#ppt_w"/>
                                              </p:val>
                                            </p:tav>
                                          </p:tavLst>
                                        </p:anim>
                                        <p:anim calcmode="lin" valueType="num">
                                          <p:cBhvr>
                                            <p:cTn id="33" dur="750" fill="hold"/>
                                            <p:tgtEl>
                                              <p:spTgt spid="15"/>
                                            </p:tgtEl>
                                            <p:attrNameLst>
                                              <p:attrName>ppt_h</p:attrName>
                                            </p:attrNameLst>
                                          </p:cBhvr>
                                          <p:tavLst>
                                            <p:tav tm="0">
                                              <p:val>
                                                <p:fltVal val="0"/>
                                              </p:val>
                                            </p:tav>
                                            <p:tav tm="100000">
                                              <p:val>
                                                <p:strVal val="#ppt_h"/>
                                              </p:val>
                                            </p:tav>
                                          </p:tavLst>
                                        </p:anim>
                                        <p:animEffect transition="in" filter="fade">
                                          <p:cBhvr>
                                            <p:cTn id="34" dur="750"/>
                                            <p:tgtEl>
                                              <p:spTgt spid="15"/>
                                            </p:tgtEl>
                                          </p:cBhvr>
                                        </p:animEffect>
                                      </p:childTnLst>
                                    </p:cTn>
                                  </p:par>
                                  <p:par>
                                    <p:cTn id="35" presetID="53" presetClass="entr" presetSubtype="16" fill="hold" grpId="0" nodeType="withEffect">
                                      <p:stCondLst>
                                        <p:cond delay="1000"/>
                                      </p:stCondLst>
                                      <p:childTnLst>
                                        <p:set>
                                          <p:cBhvr>
                                            <p:cTn id="36" dur="1" fill="hold">
                                              <p:stCondLst>
                                                <p:cond delay="0"/>
                                              </p:stCondLst>
                                            </p:cTn>
                                            <p:tgtEl>
                                              <p:spTgt spid="42"/>
                                            </p:tgtEl>
                                            <p:attrNameLst>
                                              <p:attrName>style.visibility</p:attrName>
                                            </p:attrNameLst>
                                          </p:cBhvr>
                                          <p:to>
                                            <p:strVal val="visible"/>
                                          </p:to>
                                        </p:set>
                                        <p:anim calcmode="lin" valueType="num">
                                          <p:cBhvr>
                                            <p:cTn id="37" dur="750" fill="hold"/>
                                            <p:tgtEl>
                                              <p:spTgt spid="42"/>
                                            </p:tgtEl>
                                            <p:attrNameLst>
                                              <p:attrName>ppt_w</p:attrName>
                                            </p:attrNameLst>
                                          </p:cBhvr>
                                          <p:tavLst>
                                            <p:tav tm="0">
                                              <p:val>
                                                <p:fltVal val="0"/>
                                              </p:val>
                                            </p:tav>
                                            <p:tav tm="100000">
                                              <p:val>
                                                <p:strVal val="#ppt_w"/>
                                              </p:val>
                                            </p:tav>
                                          </p:tavLst>
                                        </p:anim>
                                        <p:anim calcmode="lin" valueType="num">
                                          <p:cBhvr>
                                            <p:cTn id="38" dur="750" fill="hold"/>
                                            <p:tgtEl>
                                              <p:spTgt spid="42"/>
                                            </p:tgtEl>
                                            <p:attrNameLst>
                                              <p:attrName>ppt_h</p:attrName>
                                            </p:attrNameLst>
                                          </p:cBhvr>
                                          <p:tavLst>
                                            <p:tav tm="0">
                                              <p:val>
                                                <p:fltVal val="0"/>
                                              </p:val>
                                            </p:tav>
                                            <p:tav tm="100000">
                                              <p:val>
                                                <p:strVal val="#ppt_h"/>
                                              </p:val>
                                            </p:tav>
                                          </p:tavLst>
                                        </p:anim>
                                        <p:animEffect transition="in" filter="fade">
                                          <p:cBhvr>
                                            <p:cTn id="39" dur="750"/>
                                            <p:tgtEl>
                                              <p:spTgt spid="42"/>
                                            </p:tgtEl>
                                          </p:cBhvr>
                                        </p:animEffect>
                                      </p:childTnLst>
                                    </p:cTn>
                                  </p:par>
                                  <p:par>
                                    <p:cTn id="40" presetID="53" presetClass="entr" presetSubtype="16" fill="hold" grpId="0" nodeType="withEffect">
                                      <p:stCondLst>
                                        <p:cond delay="1200"/>
                                      </p:stCondLst>
                                      <p:childTnLst>
                                        <p:set>
                                          <p:cBhvr>
                                            <p:cTn id="41" dur="1" fill="hold">
                                              <p:stCondLst>
                                                <p:cond delay="0"/>
                                              </p:stCondLst>
                                            </p:cTn>
                                            <p:tgtEl>
                                              <p:spTgt spid="41"/>
                                            </p:tgtEl>
                                            <p:attrNameLst>
                                              <p:attrName>style.visibility</p:attrName>
                                            </p:attrNameLst>
                                          </p:cBhvr>
                                          <p:to>
                                            <p:strVal val="visible"/>
                                          </p:to>
                                        </p:set>
                                        <p:anim calcmode="lin" valueType="num">
                                          <p:cBhvr>
                                            <p:cTn id="42" dur="750" fill="hold"/>
                                            <p:tgtEl>
                                              <p:spTgt spid="41"/>
                                            </p:tgtEl>
                                            <p:attrNameLst>
                                              <p:attrName>ppt_w</p:attrName>
                                            </p:attrNameLst>
                                          </p:cBhvr>
                                          <p:tavLst>
                                            <p:tav tm="0">
                                              <p:val>
                                                <p:fltVal val="0"/>
                                              </p:val>
                                            </p:tav>
                                            <p:tav tm="100000">
                                              <p:val>
                                                <p:strVal val="#ppt_w"/>
                                              </p:val>
                                            </p:tav>
                                          </p:tavLst>
                                        </p:anim>
                                        <p:anim calcmode="lin" valueType="num">
                                          <p:cBhvr>
                                            <p:cTn id="43" dur="750" fill="hold"/>
                                            <p:tgtEl>
                                              <p:spTgt spid="41"/>
                                            </p:tgtEl>
                                            <p:attrNameLst>
                                              <p:attrName>ppt_h</p:attrName>
                                            </p:attrNameLst>
                                          </p:cBhvr>
                                          <p:tavLst>
                                            <p:tav tm="0">
                                              <p:val>
                                                <p:fltVal val="0"/>
                                              </p:val>
                                            </p:tav>
                                            <p:tav tm="100000">
                                              <p:val>
                                                <p:strVal val="#ppt_h"/>
                                              </p:val>
                                            </p:tav>
                                          </p:tavLst>
                                        </p:anim>
                                        <p:animEffect transition="in" filter="fade">
                                          <p:cBhvr>
                                            <p:cTn id="44" dur="750"/>
                                            <p:tgtEl>
                                              <p:spTgt spid="41"/>
                                            </p:tgtEl>
                                          </p:cBhvr>
                                        </p:animEffect>
                                      </p:childTnLst>
                                    </p:cTn>
                                  </p:par>
                                  <p:par>
                                    <p:cTn id="45" presetID="53" presetClass="entr" presetSubtype="16" fill="hold" grpId="0" nodeType="withEffect">
                                      <p:stCondLst>
                                        <p:cond delay="1200"/>
                                      </p:stCondLst>
                                      <p:childTnLst>
                                        <p:set>
                                          <p:cBhvr>
                                            <p:cTn id="46" dur="1" fill="hold">
                                              <p:stCondLst>
                                                <p:cond delay="0"/>
                                              </p:stCondLst>
                                            </p:cTn>
                                            <p:tgtEl>
                                              <p:spTgt spid="37"/>
                                            </p:tgtEl>
                                            <p:attrNameLst>
                                              <p:attrName>style.visibility</p:attrName>
                                            </p:attrNameLst>
                                          </p:cBhvr>
                                          <p:to>
                                            <p:strVal val="visible"/>
                                          </p:to>
                                        </p:set>
                                        <p:anim calcmode="lin" valueType="num">
                                          <p:cBhvr>
                                            <p:cTn id="47" dur="750" fill="hold"/>
                                            <p:tgtEl>
                                              <p:spTgt spid="37"/>
                                            </p:tgtEl>
                                            <p:attrNameLst>
                                              <p:attrName>ppt_w</p:attrName>
                                            </p:attrNameLst>
                                          </p:cBhvr>
                                          <p:tavLst>
                                            <p:tav tm="0">
                                              <p:val>
                                                <p:fltVal val="0"/>
                                              </p:val>
                                            </p:tav>
                                            <p:tav tm="100000">
                                              <p:val>
                                                <p:strVal val="#ppt_w"/>
                                              </p:val>
                                            </p:tav>
                                          </p:tavLst>
                                        </p:anim>
                                        <p:anim calcmode="lin" valueType="num">
                                          <p:cBhvr>
                                            <p:cTn id="48" dur="750" fill="hold"/>
                                            <p:tgtEl>
                                              <p:spTgt spid="37"/>
                                            </p:tgtEl>
                                            <p:attrNameLst>
                                              <p:attrName>ppt_h</p:attrName>
                                            </p:attrNameLst>
                                          </p:cBhvr>
                                          <p:tavLst>
                                            <p:tav tm="0">
                                              <p:val>
                                                <p:fltVal val="0"/>
                                              </p:val>
                                            </p:tav>
                                            <p:tav tm="100000">
                                              <p:val>
                                                <p:strVal val="#ppt_h"/>
                                              </p:val>
                                            </p:tav>
                                          </p:tavLst>
                                        </p:anim>
                                        <p:animEffect transition="in" filter="fade">
                                          <p:cBhvr>
                                            <p:cTn id="49" dur="750"/>
                                            <p:tgtEl>
                                              <p:spTgt spid="37"/>
                                            </p:tgtEl>
                                          </p:cBhvr>
                                        </p:animEffect>
                                      </p:childTnLst>
                                    </p:cTn>
                                  </p:par>
                                  <p:par>
                                    <p:cTn id="50" presetID="53" presetClass="entr" presetSubtype="16" fill="hold" nodeType="withEffect">
                                      <p:stCondLst>
                                        <p:cond delay="1200"/>
                                      </p:stCondLst>
                                      <p:childTnLst>
                                        <p:set>
                                          <p:cBhvr>
                                            <p:cTn id="51" dur="1" fill="hold">
                                              <p:stCondLst>
                                                <p:cond delay="0"/>
                                              </p:stCondLst>
                                            </p:cTn>
                                            <p:tgtEl>
                                              <p:spTgt spid="18"/>
                                            </p:tgtEl>
                                            <p:attrNameLst>
                                              <p:attrName>style.visibility</p:attrName>
                                            </p:attrNameLst>
                                          </p:cBhvr>
                                          <p:to>
                                            <p:strVal val="visible"/>
                                          </p:to>
                                        </p:set>
                                        <p:anim calcmode="lin" valueType="num">
                                          <p:cBhvr>
                                            <p:cTn id="52" dur="750" fill="hold"/>
                                            <p:tgtEl>
                                              <p:spTgt spid="18"/>
                                            </p:tgtEl>
                                            <p:attrNameLst>
                                              <p:attrName>ppt_w</p:attrName>
                                            </p:attrNameLst>
                                          </p:cBhvr>
                                          <p:tavLst>
                                            <p:tav tm="0">
                                              <p:val>
                                                <p:fltVal val="0"/>
                                              </p:val>
                                            </p:tav>
                                            <p:tav tm="100000">
                                              <p:val>
                                                <p:strVal val="#ppt_w"/>
                                              </p:val>
                                            </p:tav>
                                          </p:tavLst>
                                        </p:anim>
                                        <p:anim calcmode="lin" valueType="num">
                                          <p:cBhvr>
                                            <p:cTn id="53" dur="750" fill="hold"/>
                                            <p:tgtEl>
                                              <p:spTgt spid="18"/>
                                            </p:tgtEl>
                                            <p:attrNameLst>
                                              <p:attrName>ppt_h</p:attrName>
                                            </p:attrNameLst>
                                          </p:cBhvr>
                                          <p:tavLst>
                                            <p:tav tm="0">
                                              <p:val>
                                                <p:fltVal val="0"/>
                                              </p:val>
                                            </p:tav>
                                            <p:tav tm="100000">
                                              <p:val>
                                                <p:strVal val="#ppt_h"/>
                                              </p:val>
                                            </p:tav>
                                          </p:tavLst>
                                        </p:anim>
                                        <p:animEffect transition="in" filter="fade">
                                          <p:cBhvr>
                                            <p:cTn id="54" dur="750"/>
                                            <p:tgtEl>
                                              <p:spTgt spid="18"/>
                                            </p:tgtEl>
                                          </p:cBhvr>
                                        </p:animEffect>
                                      </p:childTnLst>
                                    </p:cTn>
                                  </p:par>
                                  <p:par>
                                    <p:cTn id="55" presetID="53" presetClass="entr" presetSubtype="16" fill="hold" nodeType="withEffect">
                                      <p:stCondLst>
                                        <p:cond delay="1400"/>
                                      </p:stCondLst>
                                      <p:childTnLst>
                                        <p:set>
                                          <p:cBhvr>
                                            <p:cTn id="56" dur="1" fill="hold">
                                              <p:stCondLst>
                                                <p:cond delay="0"/>
                                              </p:stCondLst>
                                            </p:cTn>
                                            <p:tgtEl>
                                              <p:spTgt spid="22"/>
                                            </p:tgtEl>
                                            <p:attrNameLst>
                                              <p:attrName>style.visibility</p:attrName>
                                            </p:attrNameLst>
                                          </p:cBhvr>
                                          <p:to>
                                            <p:strVal val="visible"/>
                                          </p:to>
                                        </p:set>
                                        <p:anim calcmode="lin" valueType="num">
                                          <p:cBhvr>
                                            <p:cTn id="57" dur="750" fill="hold"/>
                                            <p:tgtEl>
                                              <p:spTgt spid="22"/>
                                            </p:tgtEl>
                                            <p:attrNameLst>
                                              <p:attrName>ppt_w</p:attrName>
                                            </p:attrNameLst>
                                          </p:cBhvr>
                                          <p:tavLst>
                                            <p:tav tm="0">
                                              <p:val>
                                                <p:fltVal val="0"/>
                                              </p:val>
                                            </p:tav>
                                            <p:tav tm="100000">
                                              <p:val>
                                                <p:strVal val="#ppt_w"/>
                                              </p:val>
                                            </p:tav>
                                          </p:tavLst>
                                        </p:anim>
                                        <p:anim calcmode="lin" valueType="num">
                                          <p:cBhvr>
                                            <p:cTn id="58" dur="750" fill="hold"/>
                                            <p:tgtEl>
                                              <p:spTgt spid="22"/>
                                            </p:tgtEl>
                                            <p:attrNameLst>
                                              <p:attrName>ppt_h</p:attrName>
                                            </p:attrNameLst>
                                          </p:cBhvr>
                                          <p:tavLst>
                                            <p:tav tm="0">
                                              <p:val>
                                                <p:fltVal val="0"/>
                                              </p:val>
                                            </p:tav>
                                            <p:tav tm="100000">
                                              <p:val>
                                                <p:strVal val="#ppt_h"/>
                                              </p:val>
                                            </p:tav>
                                          </p:tavLst>
                                        </p:anim>
                                        <p:animEffect transition="in" filter="fade">
                                          <p:cBhvr>
                                            <p:cTn id="59" dur="750"/>
                                            <p:tgtEl>
                                              <p:spTgt spid="22"/>
                                            </p:tgtEl>
                                          </p:cBhvr>
                                        </p:animEffect>
                                      </p:childTnLst>
                                    </p:cTn>
                                  </p:par>
                                  <p:par>
                                    <p:cTn id="60" presetID="53" presetClass="entr" presetSubtype="16" fill="hold" grpId="0" nodeType="withEffect">
                                      <p:stCondLst>
                                        <p:cond delay="1400"/>
                                      </p:stCondLst>
                                      <p:childTnLst>
                                        <p:set>
                                          <p:cBhvr>
                                            <p:cTn id="61" dur="1" fill="hold">
                                              <p:stCondLst>
                                                <p:cond delay="0"/>
                                              </p:stCondLst>
                                            </p:cTn>
                                            <p:tgtEl>
                                              <p:spTgt spid="33"/>
                                            </p:tgtEl>
                                            <p:attrNameLst>
                                              <p:attrName>style.visibility</p:attrName>
                                            </p:attrNameLst>
                                          </p:cBhvr>
                                          <p:to>
                                            <p:strVal val="visible"/>
                                          </p:to>
                                        </p:set>
                                        <p:anim calcmode="lin" valueType="num">
                                          <p:cBhvr>
                                            <p:cTn id="62" dur="750" fill="hold"/>
                                            <p:tgtEl>
                                              <p:spTgt spid="33"/>
                                            </p:tgtEl>
                                            <p:attrNameLst>
                                              <p:attrName>ppt_w</p:attrName>
                                            </p:attrNameLst>
                                          </p:cBhvr>
                                          <p:tavLst>
                                            <p:tav tm="0">
                                              <p:val>
                                                <p:fltVal val="0"/>
                                              </p:val>
                                            </p:tav>
                                            <p:tav tm="100000">
                                              <p:val>
                                                <p:strVal val="#ppt_w"/>
                                              </p:val>
                                            </p:tav>
                                          </p:tavLst>
                                        </p:anim>
                                        <p:anim calcmode="lin" valueType="num">
                                          <p:cBhvr>
                                            <p:cTn id="63" dur="750" fill="hold"/>
                                            <p:tgtEl>
                                              <p:spTgt spid="33"/>
                                            </p:tgtEl>
                                            <p:attrNameLst>
                                              <p:attrName>ppt_h</p:attrName>
                                            </p:attrNameLst>
                                          </p:cBhvr>
                                          <p:tavLst>
                                            <p:tav tm="0">
                                              <p:val>
                                                <p:fltVal val="0"/>
                                              </p:val>
                                            </p:tav>
                                            <p:tav tm="100000">
                                              <p:val>
                                                <p:strVal val="#ppt_h"/>
                                              </p:val>
                                            </p:tav>
                                          </p:tavLst>
                                        </p:anim>
                                        <p:animEffect transition="in" filter="fade">
                                          <p:cBhvr>
                                            <p:cTn id="64" dur="750"/>
                                            <p:tgtEl>
                                              <p:spTgt spid="33"/>
                                            </p:tgtEl>
                                          </p:cBhvr>
                                        </p:animEffect>
                                      </p:childTnLst>
                                    </p:cTn>
                                  </p:par>
                                  <p:par>
                                    <p:cTn id="65" presetID="53" presetClass="entr" presetSubtype="16" fill="hold" grpId="0" nodeType="withEffect">
                                      <p:stCondLst>
                                        <p:cond delay="1400"/>
                                      </p:stCondLst>
                                      <p:childTnLst>
                                        <p:set>
                                          <p:cBhvr>
                                            <p:cTn id="66" dur="1" fill="hold">
                                              <p:stCondLst>
                                                <p:cond delay="0"/>
                                              </p:stCondLst>
                                            </p:cTn>
                                            <p:tgtEl>
                                              <p:spTgt spid="39"/>
                                            </p:tgtEl>
                                            <p:attrNameLst>
                                              <p:attrName>style.visibility</p:attrName>
                                            </p:attrNameLst>
                                          </p:cBhvr>
                                          <p:to>
                                            <p:strVal val="visible"/>
                                          </p:to>
                                        </p:set>
                                        <p:anim calcmode="lin" valueType="num">
                                          <p:cBhvr>
                                            <p:cTn id="67" dur="750" fill="hold"/>
                                            <p:tgtEl>
                                              <p:spTgt spid="39"/>
                                            </p:tgtEl>
                                            <p:attrNameLst>
                                              <p:attrName>ppt_w</p:attrName>
                                            </p:attrNameLst>
                                          </p:cBhvr>
                                          <p:tavLst>
                                            <p:tav tm="0">
                                              <p:val>
                                                <p:fltVal val="0"/>
                                              </p:val>
                                            </p:tav>
                                            <p:tav tm="100000">
                                              <p:val>
                                                <p:strVal val="#ppt_w"/>
                                              </p:val>
                                            </p:tav>
                                          </p:tavLst>
                                        </p:anim>
                                        <p:anim calcmode="lin" valueType="num">
                                          <p:cBhvr>
                                            <p:cTn id="68" dur="750" fill="hold"/>
                                            <p:tgtEl>
                                              <p:spTgt spid="39"/>
                                            </p:tgtEl>
                                            <p:attrNameLst>
                                              <p:attrName>ppt_h</p:attrName>
                                            </p:attrNameLst>
                                          </p:cBhvr>
                                          <p:tavLst>
                                            <p:tav tm="0">
                                              <p:val>
                                                <p:fltVal val="0"/>
                                              </p:val>
                                            </p:tav>
                                            <p:tav tm="100000">
                                              <p:val>
                                                <p:strVal val="#ppt_h"/>
                                              </p:val>
                                            </p:tav>
                                          </p:tavLst>
                                        </p:anim>
                                        <p:animEffect transition="in" filter="fade">
                                          <p:cBhvr>
                                            <p:cTn id="69" dur="750"/>
                                            <p:tgtEl>
                                              <p:spTgt spid="39"/>
                                            </p:tgtEl>
                                          </p:cBhvr>
                                        </p:animEffect>
                                      </p:childTnLst>
                                    </p:cTn>
                                  </p:par>
                                  <p:par>
                                    <p:cTn id="70" presetID="53" presetClass="entr" presetSubtype="16" fill="hold" grpId="0" nodeType="withEffect">
                                      <p:stCondLst>
                                        <p:cond delay="1600"/>
                                      </p:stCondLst>
                                      <p:childTnLst>
                                        <p:set>
                                          <p:cBhvr>
                                            <p:cTn id="71" dur="1" fill="hold">
                                              <p:stCondLst>
                                                <p:cond delay="0"/>
                                              </p:stCondLst>
                                            </p:cTn>
                                            <p:tgtEl>
                                              <p:spTgt spid="40"/>
                                            </p:tgtEl>
                                            <p:attrNameLst>
                                              <p:attrName>style.visibility</p:attrName>
                                            </p:attrNameLst>
                                          </p:cBhvr>
                                          <p:to>
                                            <p:strVal val="visible"/>
                                          </p:to>
                                        </p:set>
                                        <p:anim calcmode="lin" valueType="num">
                                          <p:cBhvr>
                                            <p:cTn id="72" dur="750" fill="hold"/>
                                            <p:tgtEl>
                                              <p:spTgt spid="40"/>
                                            </p:tgtEl>
                                            <p:attrNameLst>
                                              <p:attrName>ppt_w</p:attrName>
                                            </p:attrNameLst>
                                          </p:cBhvr>
                                          <p:tavLst>
                                            <p:tav tm="0">
                                              <p:val>
                                                <p:fltVal val="0"/>
                                              </p:val>
                                            </p:tav>
                                            <p:tav tm="100000">
                                              <p:val>
                                                <p:strVal val="#ppt_w"/>
                                              </p:val>
                                            </p:tav>
                                          </p:tavLst>
                                        </p:anim>
                                        <p:anim calcmode="lin" valueType="num">
                                          <p:cBhvr>
                                            <p:cTn id="73" dur="750" fill="hold"/>
                                            <p:tgtEl>
                                              <p:spTgt spid="40"/>
                                            </p:tgtEl>
                                            <p:attrNameLst>
                                              <p:attrName>ppt_h</p:attrName>
                                            </p:attrNameLst>
                                          </p:cBhvr>
                                          <p:tavLst>
                                            <p:tav tm="0">
                                              <p:val>
                                                <p:fltVal val="0"/>
                                              </p:val>
                                            </p:tav>
                                            <p:tav tm="100000">
                                              <p:val>
                                                <p:strVal val="#ppt_h"/>
                                              </p:val>
                                            </p:tav>
                                          </p:tavLst>
                                        </p:anim>
                                        <p:animEffect transition="in" filter="fade">
                                          <p:cBhvr>
                                            <p:cTn id="74" dur="750"/>
                                            <p:tgtEl>
                                              <p:spTgt spid="40"/>
                                            </p:tgtEl>
                                          </p:cBhvr>
                                        </p:animEffect>
                                      </p:childTnLst>
                                    </p:cTn>
                                  </p:par>
                                  <p:par>
                                    <p:cTn id="75" presetID="53" presetClass="entr" presetSubtype="16" fill="hold" grpId="0" nodeType="withEffect">
                                      <p:stCondLst>
                                        <p:cond delay="1600"/>
                                      </p:stCondLst>
                                      <p:childTnLst>
                                        <p:set>
                                          <p:cBhvr>
                                            <p:cTn id="76" dur="1" fill="hold">
                                              <p:stCondLst>
                                                <p:cond delay="0"/>
                                              </p:stCondLst>
                                            </p:cTn>
                                            <p:tgtEl>
                                              <p:spTgt spid="36"/>
                                            </p:tgtEl>
                                            <p:attrNameLst>
                                              <p:attrName>style.visibility</p:attrName>
                                            </p:attrNameLst>
                                          </p:cBhvr>
                                          <p:to>
                                            <p:strVal val="visible"/>
                                          </p:to>
                                        </p:set>
                                        <p:anim calcmode="lin" valueType="num">
                                          <p:cBhvr>
                                            <p:cTn id="77" dur="750" fill="hold"/>
                                            <p:tgtEl>
                                              <p:spTgt spid="36"/>
                                            </p:tgtEl>
                                            <p:attrNameLst>
                                              <p:attrName>ppt_w</p:attrName>
                                            </p:attrNameLst>
                                          </p:cBhvr>
                                          <p:tavLst>
                                            <p:tav tm="0">
                                              <p:val>
                                                <p:fltVal val="0"/>
                                              </p:val>
                                            </p:tav>
                                            <p:tav tm="100000">
                                              <p:val>
                                                <p:strVal val="#ppt_w"/>
                                              </p:val>
                                            </p:tav>
                                          </p:tavLst>
                                        </p:anim>
                                        <p:anim calcmode="lin" valueType="num">
                                          <p:cBhvr>
                                            <p:cTn id="78" dur="750" fill="hold"/>
                                            <p:tgtEl>
                                              <p:spTgt spid="36"/>
                                            </p:tgtEl>
                                            <p:attrNameLst>
                                              <p:attrName>ppt_h</p:attrName>
                                            </p:attrNameLst>
                                          </p:cBhvr>
                                          <p:tavLst>
                                            <p:tav tm="0">
                                              <p:val>
                                                <p:fltVal val="0"/>
                                              </p:val>
                                            </p:tav>
                                            <p:tav tm="100000">
                                              <p:val>
                                                <p:strVal val="#ppt_h"/>
                                              </p:val>
                                            </p:tav>
                                          </p:tavLst>
                                        </p:anim>
                                        <p:animEffect transition="in" filter="fade">
                                          <p:cBhvr>
                                            <p:cTn id="79" dur="750"/>
                                            <p:tgtEl>
                                              <p:spTgt spid="36"/>
                                            </p:tgtEl>
                                          </p:cBhvr>
                                        </p:animEffect>
                                      </p:childTnLst>
                                    </p:cTn>
                                  </p:par>
                                  <p:par>
                                    <p:cTn id="80" presetID="53" presetClass="entr" presetSubtype="16" fill="hold" nodeType="withEffect">
                                      <p:stCondLst>
                                        <p:cond delay="1600"/>
                                      </p:stCondLst>
                                      <p:childTnLst>
                                        <p:set>
                                          <p:cBhvr>
                                            <p:cTn id="81" dur="1" fill="hold">
                                              <p:stCondLst>
                                                <p:cond delay="0"/>
                                              </p:stCondLst>
                                            </p:cTn>
                                            <p:tgtEl>
                                              <p:spTgt spid="25"/>
                                            </p:tgtEl>
                                            <p:attrNameLst>
                                              <p:attrName>style.visibility</p:attrName>
                                            </p:attrNameLst>
                                          </p:cBhvr>
                                          <p:to>
                                            <p:strVal val="visible"/>
                                          </p:to>
                                        </p:set>
                                        <p:anim calcmode="lin" valueType="num">
                                          <p:cBhvr>
                                            <p:cTn id="82" dur="750" fill="hold"/>
                                            <p:tgtEl>
                                              <p:spTgt spid="25"/>
                                            </p:tgtEl>
                                            <p:attrNameLst>
                                              <p:attrName>ppt_w</p:attrName>
                                            </p:attrNameLst>
                                          </p:cBhvr>
                                          <p:tavLst>
                                            <p:tav tm="0">
                                              <p:val>
                                                <p:fltVal val="0"/>
                                              </p:val>
                                            </p:tav>
                                            <p:tav tm="100000">
                                              <p:val>
                                                <p:strVal val="#ppt_w"/>
                                              </p:val>
                                            </p:tav>
                                          </p:tavLst>
                                        </p:anim>
                                        <p:anim calcmode="lin" valueType="num">
                                          <p:cBhvr>
                                            <p:cTn id="83" dur="750" fill="hold"/>
                                            <p:tgtEl>
                                              <p:spTgt spid="25"/>
                                            </p:tgtEl>
                                            <p:attrNameLst>
                                              <p:attrName>ppt_h</p:attrName>
                                            </p:attrNameLst>
                                          </p:cBhvr>
                                          <p:tavLst>
                                            <p:tav tm="0">
                                              <p:val>
                                                <p:fltVal val="0"/>
                                              </p:val>
                                            </p:tav>
                                            <p:tav tm="100000">
                                              <p:val>
                                                <p:strVal val="#ppt_h"/>
                                              </p:val>
                                            </p:tav>
                                          </p:tavLst>
                                        </p:anim>
                                        <p:animEffect transition="in" filter="fade">
                                          <p:cBhvr>
                                            <p:cTn id="84" dur="750"/>
                                            <p:tgtEl>
                                              <p:spTgt spid="25"/>
                                            </p:tgtEl>
                                          </p:cBhvr>
                                        </p:animEffect>
                                      </p:childTnLst>
                                    </p:cTn>
                                  </p:par>
                                  <p:par>
                                    <p:cTn id="85" presetID="53" presetClass="entr" presetSubtype="16" fill="hold" nodeType="withEffect">
                                      <p:stCondLst>
                                        <p:cond delay="1800"/>
                                      </p:stCondLst>
                                      <p:childTnLst>
                                        <p:set>
                                          <p:cBhvr>
                                            <p:cTn id="86" dur="1" fill="hold">
                                              <p:stCondLst>
                                                <p:cond delay="0"/>
                                              </p:stCondLst>
                                            </p:cTn>
                                            <p:tgtEl>
                                              <p:spTgt spid="28"/>
                                            </p:tgtEl>
                                            <p:attrNameLst>
                                              <p:attrName>style.visibility</p:attrName>
                                            </p:attrNameLst>
                                          </p:cBhvr>
                                          <p:to>
                                            <p:strVal val="visible"/>
                                          </p:to>
                                        </p:set>
                                        <p:anim calcmode="lin" valueType="num">
                                          <p:cBhvr>
                                            <p:cTn id="87" dur="750" fill="hold"/>
                                            <p:tgtEl>
                                              <p:spTgt spid="28"/>
                                            </p:tgtEl>
                                            <p:attrNameLst>
                                              <p:attrName>ppt_w</p:attrName>
                                            </p:attrNameLst>
                                          </p:cBhvr>
                                          <p:tavLst>
                                            <p:tav tm="0">
                                              <p:val>
                                                <p:fltVal val="0"/>
                                              </p:val>
                                            </p:tav>
                                            <p:tav tm="100000">
                                              <p:val>
                                                <p:strVal val="#ppt_w"/>
                                              </p:val>
                                            </p:tav>
                                          </p:tavLst>
                                        </p:anim>
                                        <p:anim calcmode="lin" valueType="num">
                                          <p:cBhvr>
                                            <p:cTn id="88" dur="750" fill="hold"/>
                                            <p:tgtEl>
                                              <p:spTgt spid="28"/>
                                            </p:tgtEl>
                                            <p:attrNameLst>
                                              <p:attrName>ppt_h</p:attrName>
                                            </p:attrNameLst>
                                          </p:cBhvr>
                                          <p:tavLst>
                                            <p:tav tm="0">
                                              <p:val>
                                                <p:fltVal val="0"/>
                                              </p:val>
                                            </p:tav>
                                            <p:tav tm="100000">
                                              <p:val>
                                                <p:strVal val="#ppt_h"/>
                                              </p:val>
                                            </p:tav>
                                          </p:tavLst>
                                        </p:anim>
                                        <p:animEffect transition="in" filter="fade">
                                          <p:cBhvr>
                                            <p:cTn id="89" dur="750"/>
                                            <p:tgtEl>
                                              <p:spTgt spid="28"/>
                                            </p:tgtEl>
                                          </p:cBhvr>
                                        </p:animEffect>
                                      </p:childTnLst>
                                    </p:cTn>
                                  </p:par>
                                  <p:par>
                                    <p:cTn id="90" presetID="53" presetClass="entr" presetSubtype="16" fill="hold" grpId="0" nodeType="withEffect">
                                      <p:stCondLst>
                                        <p:cond delay="1800"/>
                                      </p:stCondLst>
                                      <p:childTnLst>
                                        <p:set>
                                          <p:cBhvr>
                                            <p:cTn id="91" dur="1" fill="hold">
                                              <p:stCondLst>
                                                <p:cond delay="0"/>
                                              </p:stCondLst>
                                            </p:cTn>
                                            <p:tgtEl>
                                              <p:spTgt spid="32"/>
                                            </p:tgtEl>
                                            <p:attrNameLst>
                                              <p:attrName>style.visibility</p:attrName>
                                            </p:attrNameLst>
                                          </p:cBhvr>
                                          <p:to>
                                            <p:strVal val="visible"/>
                                          </p:to>
                                        </p:set>
                                        <p:anim calcmode="lin" valueType="num">
                                          <p:cBhvr>
                                            <p:cTn id="92" dur="750" fill="hold"/>
                                            <p:tgtEl>
                                              <p:spTgt spid="32"/>
                                            </p:tgtEl>
                                            <p:attrNameLst>
                                              <p:attrName>ppt_w</p:attrName>
                                            </p:attrNameLst>
                                          </p:cBhvr>
                                          <p:tavLst>
                                            <p:tav tm="0">
                                              <p:val>
                                                <p:fltVal val="0"/>
                                              </p:val>
                                            </p:tav>
                                            <p:tav tm="100000">
                                              <p:val>
                                                <p:strVal val="#ppt_w"/>
                                              </p:val>
                                            </p:tav>
                                          </p:tavLst>
                                        </p:anim>
                                        <p:anim calcmode="lin" valueType="num">
                                          <p:cBhvr>
                                            <p:cTn id="93" dur="750" fill="hold"/>
                                            <p:tgtEl>
                                              <p:spTgt spid="32"/>
                                            </p:tgtEl>
                                            <p:attrNameLst>
                                              <p:attrName>ppt_h</p:attrName>
                                            </p:attrNameLst>
                                          </p:cBhvr>
                                          <p:tavLst>
                                            <p:tav tm="0">
                                              <p:val>
                                                <p:fltVal val="0"/>
                                              </p:val>
                                            </p:tav>
                                            <p:tav tm="100000">
                                              <p:val>
                                                <p:strVal val="#ppt_h"/>
                                              </p:val>
                                            </p:tav>
                                          </p:tavLst>
                                        </p:anim>
                                        <p:animEffect transition="in" filter="fade">
                                          <p:cBhvr>
                                            <p:cTn id="94" dur="750"/>
                                            <p:tgtEl>
                                              <p:spTgt spid="32"/>
                                            </p:tgtEl>
                                          </p:cBhvr>
                                        </p:animEffect>
                                      </p:childTnLst>
                                    </p:cTn>
                                  </p:par>
                                  <p:par>
                                    <p:cTn id="95" presetID="53" presetClass="entr" presetSubtype="16" fill="hold" grpId="0" nodeType="withEffect">
                                      <p:stCondLst>
                                        <p:cond delay="1800"/>
                                      </p:stCondLst>
                                      <p:childTnLst>
                                        <p:set>
                                          <p:cBhvr>
                                            <p:cTn id="96" dur="1" fill="hold">
                                              <p:stCondLst>
                                                <p:cond delay="0"/>
                                              </p:stCondLst>
                                            </p:cTn>
                                            <p:tgtEl>
                                              <p:spTgt spid="38"/>
                                            </p:tgtEl>
                                            <p:attrNameLst>
                                              <p:attrName>style.visibility</p:attrName>
                                            </p:attrNameLst>
                                          </p:cBhvr>
                                          <p:to>
                                            <p:strVal val="visible"/>
                                          </p:to>
                                        </p:set>
                                        <p:anim calcmode="lin" valueType="num">
                                          <p:cBhvr>
                                            <p:cTn id="97" dur="750" fill="hold"/>
                                            <p:tgtEl>
                                              <p:spTgt spid="38"/>
                                            </p:tgtEl>
                                            <p:attrNameLst>
                                              <p:attrName>ppt_w</p:attrName>
                                            </p:attrNameLst>
                                          </p:cBhvr>
                                          <p:tavLst>
                                            <p:tav tm="0">
                                              <p:val>
                                                <p:fltVal val="0"/>
                                              </p:val>
                                            </p:tav>
                                            <p:tav tm="100000">
                                              <p:val>
                                                <p:strVal val="#ppt_w"/>
                                              </p:val>
                                            </p:tav>
                                          </p:tavLst>
                                        </p:anim>
                                        <p:anim calcmode="lin" valueType="num">
                                          <p:cBhvr>
                                            <p:cTn id="98" dur="750" fill="hold"/>
                                            <p:tgtEl>
                                              <p:spTgt spid="38"/>
                                            </p:tgtEl>
                                            <p:attrNameLst>
                                              <p:attrName>ppt_h</p:attrName>
                                            </p:attrNameLst>
                                          </p:cBhvr>
                                          <p:tavLst>
                                            <p:tav tm="0">
                                              <p:val>
                                                <p:fltVal val="0"/>
                                              </p:val>
                                            </p:tav>
                                            <p:tav tm="100000">
                                              <p:val>
                                                <p:strVal val="#ppt_h"/>
                                              </p:val>
                                            </p:tav>
                                          </p:tavLst>
                                        </p:anim>
                                        <p:animEffect transition="in" filter="fade">
                                          <p:cBhvr>
                                            <p:cTn id="99" dur="75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5" grpId="0"/>
          <p:bldP spid="32" grpId="0"/>
          <p:bldP spid="33" grpId="0"/>
          <p:bldP spid="36" grpId="0"/>
          <p:bldP spid="37" grpId="0"/>
          <p:bldP spid="38" grpId="0" animBg="1"/>
          <p:bldP spid="39" grpId="0" animBg="1"/>
          <p:bldP spid="40" grpId="0" animBg="1"/>
          <p:bldP spid="41" grpId="0" animBg="1"/>
          <p:bldP spid="42" grpId="0" animBg="1"/>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F4331493-A333-4C01-9232-A81E9ED22AE3}"/>
              </a:ext>
            </a:extLst>
          </p:cNvPr>
          <p:cNvSpPr>
            <a:spLocks/>
          </p:cNvSpPr>
          <p:nvPr/>
        </p:nvSpPr>
        <p:spPr bwMode="auto">
          <a:xfrm>
            <a:off x="3141663" y="5137151"/>
            <a:ext cx="5905500" cy="852488"/>
          </a:xfrm>
          <a:custGeom>
            <a:avLst/>
            <a:gdLst>
              <a:gd name="T0" fmla="*/ 0 w 3720"/>
              <a:gd name="T1" fmla="*/ 537 h 537"/>
              <a:gd name="T2" fmla="*/ 3720 w 3720"/>
              <a:gd name="T3" fmla="*/ 537 h 537"/>
              <a:gd name="T4" fmla="*/ 3411 w 3720"/>
              <a:gd name="T5" fmla="*/ 0 h 537"/>
              <a:gd name="T6" fmla="*/ 309 w 3720"/>
              <a:gd name="T7" fmla="*/ 0 h 537"/>
              <a:gd name="T8" fmla="*/ 0 w 3720"/>
              <a:gd name="T9" fmla="*/ 537 h 537"/>
            </a:gdLst>
            <a:ahLst/>
            <a:cxnLst>
              <a:cxn ang="0">
                <a:pos x="T0" y="T1"/>
              </a:cxn>
              <a:cxn ang="0">
                <a:pos x="T2" y="T3"/>
              </a:cxn>
              <a:cxn ang="0">
                <a:pos x="T4" y="T5"/>
              </a:cxn>
              <a:cxn ang="0">
                <a:pos x="T6" y="T7"/>
              </a:cxn>
              <a:cxn ang="0">
                <a:pos x="T8" y="T9"/>
              </a:cxn>
            </a:cxnLst>
            <a:rect l="0" t="0" r="r" b="b"/>
            <a:pathLst>
              <a:path w="3720" h="537">
                <a:moveTo>
                  <a:pt x="0" y="537"/>
                </a:moveTo>
                <a:lnTo>
                  <a:pt x="3720" y="537"/>
                </a:lnTo>
                <a:lnTo>
                  <a:pt x="3411" y="0"/>
                </a:lnTo>
                <a:lnTo>
                  <a:pt x="309" y="0"/>
                </a:lnTo>
                <a:lnTo>
                  <a:pt x="0" y="53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36" name="Group 35">
            <a:extLst>
              <a:ext uri="{FF2B5EF4-FFF2-40B4-BE49-F238E27FC236}">
                <a16:creationId xmlns:a16="http://schemas.microsoft.com/office/drawing/2014/main" id="{8AF602FF-1CFD-4B2B-92E0-2FBD75D74972}"/>
              </a:ext>
            </a:extLst>
          </p:cNvPr>
          <p:cNvGrpSpPr/>
          <p:nvPr/>
        </p:nvGrpSpPr>
        <p:grpSpPr>
          <a:xfrm>
            <a:off x="3435669" y="4283076"/>
            <a:ext cx="6707686" cy="1240862"/>
            <a:chOff x="3435669" y="4283076"/>
            <a:chExt cx="6707686" cy="1240862"/>
          </a:xfrm>
        </p:grpSpPr>
        <p:sp>
          <p:nvSpPr>
            <p:cNvPr id="21" name="Right Triangle 34">
              <a:extLst>
                <a:ext uri="{FF2B5EF4-FFF2-40B4-BE49-F238E27FC236}">
                  <a16:creationId xmlns:a16="http://schemas.microsoft.com/office/drawing/2014/main" id="{63484AA1-B10C-44C4-8DCB-F80197F2F472}"/>
                </a:ext>
              </a:extLst>
            </p:cNvPr>
            <p:cNvSpPr/>
            <p:nvPr/>
          </p:nvSpPr>
          <p:spPr>
            <a:xfrm flipV="1">
              <a:off x="3435669" y="4998921"/>
              <a:ext cx="6707686" cy="52501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Lst>
              <a:ahLst/>
              <a:cxnLst>
                <a:cxn ang="0">
                  <a:pos x="connsiteX0" y="connsiteY0"/>
                </a:cxn>
                <a:cxn ang="0">
                  <a:pos x="connsiteX1" y="connsiteY1"/>
                </a:cxn>
                <a:cxn ang="0">
                  <a:pos x="connsiteX2" y="connsiteY2"/>
                </a:cxn>
                <a:cxn ang="0">
                  <a:pos x="connsiteX3" y="connsiteY3"/>
                </a:cxn>
              </a:cxnLst>
              <a:rect l="l" t="t" r="r" b="b"/>
              <a:pathLst>
                <a:path w="3371315" h="447549">
                  <a:moveTo>
                    <a:pt x="153301" y="447549"/>
                  </a:moveTo>
                  <a:lnTo>
                    <a:pt x="0" y="0"/>
                  </a:lnTo>
                  <a:lnTo>
                    <a:pt x="3371315" y="380874"/>
                  </a:lnTo>
                  <a:lnTo>
                    <a:pt x="153301" y="447549"/>
                  </a:lnTo>
                  <a:close/>
                </a:path>
              </a:pathLst>
            </a:custGeom>
            <a:gradFill>
              <a:gsLst>
                <a:gs pos="100000">
                  <a:srgbClr val="080808">
                    <a:alpha val="0"/>
                  </a:srgbClr>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0" name="Freeform 9">
              <a:extLst>
                <a:ext uri="{FF2B5EF4-FFF2-40B4-BE49-F238E27FC236}">
                  <a16:creationId xmlns:a16="http://schemas.microsoft.com/office/drawing/2014/main" id="{91D7F7F1-64E9-4E57-A485-B4E7EACFB438}"/>
                </a:ext>
              </a:extLst>
            </p:cNvPr>
            <p:cNvSpPr>
              <a:spLocks/>
            </p:cNvSpPr>
            <p:nvPr/>
          </p:nvSpPr>
          <p:spPr bwMode="auto">
            <a:xfrm>
              <a:off x="3473451" y="4283076"/>
              <a:ext cx="4919663" cy="854075"/>
            </a:xfrm>
            <a:custGeom>
              <a:avLst/>
              <a:gdLst>
                <a:gd name="T0" fmla="*/ 0 w 3099"/>
                <a:gd name="T1" fmla="*/ 538 h 538"/>
                <a:gd name="T2" fmla="*/ 3099 w 3099"/>
                <a:gd name="T3" fmla="*/ 538 h 538"/>
                <a:gd name="T4" fmla="*/ 2790 w 3099"/>
                <a:gd name="T5" fmla="*/ 0 h 538"/>
                <a:gd name="T6" fmla="*/ 309 w 3099"/>
                <a:gd name="T7" fmla="*/ 0 h 538"/>
                <a:gd name="T8" fmla="*/ 0 w 3099"/>
                <a:gd name="T9" fmla="*/ 538 h 538"/>
              </a:gdLst>
              <a:ahLst/>
              <a:cxnLst>
                <a:cxn ang="0">
                  <a:pos x="T0" y="T1"/>
                </a:cxn>
                <a:cxn ang="0">
                  <a:pos x="T2" y="T3"/>
                </a:cxn>
                <a:cxn ang="0">
                  <a:pos x="T4" y="T5"/>
                </a:cxn>
                <a:cxn ang="0">
                  <a:pos x="T6" y="T7"/>
                </a:cxn>
                <a:cxn ang="0">
                  <a:pos x="T8" y="T9"/>
                </a:cxn>
              </a:cxnLst>
              <a:rect l="0" t="0" r="r" b="b"/>
              <a:pathLst>
                <a:path w="3099" h="538">
                  <a:moveTo>
                    <a:pt x="0" y="538"/>
                  </a:moveTo>
                  <a:lnTo>
                    <a:pt x="3099" y="538"/>
                  </a:lnTo>
                  <a:lnTo>
                    <a:pt x="2790" y="0"/>
                  </a:lnTo>
                  <a:lnTo>
                    <a:pt x="309" y="0"/>
                  </a:lnTo>
                  <a:lnTo>
                    <a:pt x="0" y="53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5" name="Group 34">
            <a:extLst>
              <a:ext uri="{FF2B5EF4-FFF2-40B4-BE49-F238E27FC236}">
                <a16:creationId xmlns:a16="http://schemas.microsoft.com/office/drawing/2014/main" id="{7B839EDA-9A15-49B8-A8FD-5939D7F82087}"/>
              </a:ext>
            </a:extLst>
          </p:cNvPr>
          <p:cNvGrpSpPr/>
          <p:nvPr/>
        </p:nvGrpSpPr>
        <p:grpSpPr>
          <a:xfrm>
            <a:off x="2829223" y="3430588"/>
            <a:ext cx="5301317" cy="1145486"/>
            <a:chOff x="2829223" y="3430588"/>
            <a:chExt cx="5301317" cy="1145486"/>
          </a:xfrm>
        </p:grpSpPr>
        <p:sp>
          <p:nvSpPr>
            <p:cNvPr id="22" name="Right Triangle 34">
              <a:extLst>
                <a:ext uri="{FF2B5EF4-FFF2-40B4-BE49-F238E27FC236}">
                  <a16:creationId xmlns:a16="http://schemas.microsoft.com/office/drawing/2014/main" id="{76F43443-E753-4913-816C-6CDE14BF1DE4}"/>
                </a:ext>
              </a:extLst>
            </p:cNvPr>
            <p:cNvSpPr/>
            <p:nvPr/>
          </p:nvSpPr>
          <p:spPr>
            <a:xfrm flipH="1" flipV="1">
              <a:off x="2829223" y="4122494"/>
              <a:ext cx="5301317" cy="45358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Lst>
              <a:ahLst/>
              <a:cxnLst>
                <a:cxn ang="0">
                  <a:pos x="connsiteX0" y="connsiteY0"/>
                </a:cxn>
                <a:cxn ang="0">
                  <a:pos x="connsiteX1" y="connsiteY1"/>
                </a:cxn>
                <a:cxn ang="0">
                  <a:pos x="connsiteX2" y="connsiteY2"/>
                </a:cxn>
                <a:cxn ang="0">
                  <a:pos x="connsiteX3" y="connsiteY3"/>
                </a:cxn>
              </a:cxnLst>
              <a:rect l="l" t="t" r="r" b="b"/>
              <a:pathLst>
                <a:path w="3371315" h="386653">
                  <a:moveTo>
                    <a:pt x="153301" y="386653"/>
                  </a:moveTo>
                  <a:lnTo>
                    <a:pt x="0" y="0"/>
                  </a:lnTo>
                  <a:lnTo>
                    <a:pt x="3371315" y="319978"/>
                  </a:lnTo>
                  <a:lnTo>
                    <a:pt x="153301" y="386653"/>
                  </a:lnTo>
                  <a:close/>
                </a:path>
              </a:pathLst>
            </a:custGeom>
            <a:gradFill>
              <a:gsLst>
                <a:gs pos="100000">
                  <a:srgbClr val="080808">
                    <a:alpha val="0"/>
                  </a:srgbClr>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9" name="Freeform 8">
              <a:extLst>
                <a:ext uri="{FF2B5EF4-FFF2-40B4-BE49-F238E27FC236}">
                  <a16:creationId xmlns:a16="http://schemas.microsoft.com/office/drawing/2014/main" id="{9FC4C1B8-F682-4A3C-9625-A855B220305B}"/>
                </a:ext>
              </a:extLst>
            </p:cNvPr>
            <p:cNvSpPr>
              <a:spLocks/>
            </p:cNvSpPr>
            <p:nvPr/>
          </p:nvSpPr>
          <p:spPr bwMode="auto">
            <a:xfrm>
              <a:off x="4127501" y="3430588"/>
              <a:ext cx="3933825" cy="852488"/>
            </a:xfrm>
            <a:custGeom>
              <a:avLst/>
              <a:gdLst>
                <a:gd name="T0" fmla="*/ 0 w 2478"/>
                <a:gd name="T1" fmla="*/ 537 h 537"/>
                <a:gd name="T2" fmla="*/ 2478 w 2478"/>
                <a:gd name="T3" fmla="*/ 537 h 537"/>
                <a:gd name="T4" fmla="*/ 2169 w 2478"/>
                <a:gd name="T5" fmla="*/ 0 h 537"/>
                <a:gd name="T6" fmla="*/ 309 w 2478"/>
                <a:gd name="T7" fmla="*/ 0 h 537"/>
                <a:gd name="T8" fmla="*/ 0 w 2478"/>
                <a:gd name="T9" fmla="*/ 537 h 537"/>
              </a:gdLst>
              <a:ahLst/>
              <a:cxnLst>
                <a:cxn ang="0">
                  <a:pos x="T0" y="T1"/>
                </a:cxn>
                <a:cxn ang="0">
                  <a:pos x="T2" y="T3"/>
                </a:cxn>
                <a:cxn ang="0">
                  <a:pos x="T4" y="T5"/>
                </a:cxn>
                <a:cxn ang="0">
                  <a:pos x="T6" y="T7"/>
                </a:cxn>
                <a:cxn ang="0">
                  <a:pos x="T8" y="T9"/>
                </a:cxn>
              </a:cxnLst>
              <a:rect l="0" t="0" r="r" b="b"/>
              <a:pathLst>
                <a:path w="2478" h="537">
                  <a:moveTo>
                    <a:pt x="0" y="537"/>
                  </a:moveTo>
                  <a:lnTo>
                    <a:pt x="2478" y="537"/>
                  </a:lnTo>
                  <a:lnTo>
                    <a:pt x="2169" y="0"/>
                  </a:lnTo>
                  <a:lnTo>
                    <a:pt x="309" y="0"/>
                  </a:lnTo>
                  <a:lnTo>
                    <a:pt x="0" y="53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4" name="Group 33">
            <a:extLst>
              <a:ext uri="{FF2B5EF4-FFF2-40B4-BE49-F238E27FC236}">
                <a16:creationId xmlns:a16="http://schemas.microsoft.com/office/drawing/2014/main" id="{DD394446-1B32-4C74-BCAC-305469D37A03}"/>
              </a:ext>
            </a:extLst>
          </p:cNvPr>
          <p:cNvGrpSpPr/>
          <p:nvPr/>
        </p:nvGrpSpPr>
        <p:grpSpPr>
          <a:xfrm>
            <a:off x="4351952" y="2579688"/>
            <a:ext cx="4700587" cy="1111172"/>
            <a:chOff x="4351952" y="2579688"/>
            <a:chExt cx="4700587" cy="1111172"/>
          </a:xfrm>
        </p:grpSpPr>
        <p:sp>
          <p:nvSpPr>
            <p:cNvPr id="23" name="Right Triangle 34">
              <a:extLst>
                <a:ext uri="{FF2B5EF4-FFF2-40B4-BE49-F238E27FC236}">
                  <a16:creationId xmlns:a16="http://schemas.microsoft.com/office/drawing/2014/main" id="{8DF268E7-76D1-45AF-8AF4-B6C17D5DD5EE}"/>
                </a:ext>
              </a:extLst>
            </p:cNvPr>
            <p:cNvSpPr/>
            <p:nvPr/>
          </p:nvSpPr>
          <p:spPr>
            <a:xfrm flipV="1">
              <a:off x="4351952" y="3265854"/>
              <a:ext cx="4700587" cy="425006"/>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42064 w 3360078"/>
                <a:gd name="connsiteY0" fmla="*/ 366353 h 366353"/>
                <a:gd name="connsiteX1" fmla="*/ 0 w 3360078"/>
                <a:gd name="connsiteY1" fmla="*/ 0 h 366353"/>
                <a:gd name="connsiteX2" fmla="*/ 3360078 w 3360078"/>
                <a:gd name="connsiteY2" fmla="*/ 299678 h 366353"/>
                <a:gd name="connsiteX3" fmla="*/ 142064 w 3360078"/>
                <a:gd name="connsiteY3" fmla="*/ 366353 h 366353"/>
                <a:gd name="connsiteX0" fmla="*/ 67146 w 3285160"/>
                <a:gd name="connsiteY0" fmla="*/ 366353 h 366353"/>
                <a:gd name="connsiteX1" fmla="*/ 0 w 3285160"/>
                <a:gd name="connsiteY1" fmla="*/ 0 h 366353"/>
                <a:gd name="connsiteX2" fmla="*/ 3285160 w 3285160"/>
                <a:gd name="connsiteY2" fmla="*/ 299678 h 366353"/>
                <a:gd name="connsiteX3" fmla="*/ 67146 w 3285160"/>
                <a:gd name="connsiteY3" fmla="*/ 366353 h 366353"/>
                <a:gd name="connsiteX0" fmla="*/ 160793 w 3378807"/>
                <a:gd name="connsiteY0" fmla="*/ 362294 h 362294"/>
                <a:gd name="connsiteX1" fmla="*/ 0 w 3378807"/>
                <a:gd name="connsiteY1" fmla="*/ 0 h 362294"/>
                <a:gd name="connsiteX2" fmla="*/ 3378807 w 3378807"/>
                <a:gd name="connsiteY2" fmla="*/ 295619 h 362294"/>
                <a:gd name="connsiteX3" fmla="*/ 160793 w 3378807"/>
                <a:gd name="connsiteY3" fmla="*/ 362294 h 362294"/>
                <a:gd name="connsiteX0" fmla="*/ 134572 w 3352586"/>
                <a:gd name="connsiteY0" fmla="*/ 382593 h 382593"/>
                <a:gd name="connsiteX1" fmla="*/ 0 w 3352586"/>
                <a:gd name="connsiteY1" fmla="*/ 0 h 382593"/>
                <a:gd name="connsiteX2" fmla="*/ 3352586 w 3352586"/>
                <a:gd name="connsiteY2" fmla="*/ 315918 h 382593"/>
                <a:gd name="connsiteX3" fmla="*/ 134572 w 3352586"/>
                <a:gd name="connsiteY3" fmla="*/ 382593 h 382593"/>
                <a:gd name="connsiteX0" fmla="*/ 138318 w 3356332"/>
                <a:gd name="connsiteY0" fmla="*/ 362295 h 362295"/>
                <a:gd name="connsiteX1" fmla="*/ 0 w 3356332"/>
                <a:gd name="connsiteY1" fmla="*/ 0 h 362295"/>
                <a:gd name="connsiteX2" fmla="*/ 3356332 w 3356332"/>
                <a:gd name="connsiteY2" fmla="*/ 295620 h 362295"/>
                <a:gd name="connsiteX3" fmla="*/ 138318 w 3356332"/>
                <a:gd name="connsiteY3" fmla="*/ 362295 h 362295"/>
                <a:gd name="connsiteX0" fmla="*/ 138318 w 3431250"/>
                <a:gd name="connsiteY0" fmla="*/ 362295 h 362295"/>
                <a:gd name="connsiteX1" fmla="*/ 0 w 3431250"/>
                <a:gd name="connsiteY1" fmla="*/ 0 h 362295"/>
                <a:gd name="connsiteX2" fmla="*/ 3431250 w 3431250"/>
                <a:gd name="connsiteY2" fmla="*/ 271261 h 362295"/>
                <a:gd name="connsiteX3" fmla="*/ 138318 w 3431250"/>
                <a:gd name="connsiteY3" fmla="*/ 362295 h 362295"/>
                <a:gd name="connsiteX0" fmla="*/ 138318 w 3513660"/>
                <a:gd name="connsiteY0" fmla="*/ 362295 h 362295"/>
                <a:gd name="connsiteX1" fmla="*/ 0 w 3513660"/>
                <a:gd name="connsiteY1" fmla="*/ 0 h 362295"/>
                <a:gd name="connsiteX2" fmla="*/ 3513660 w 3513660"/>
                <a:gd name="connsiteY2" fmla="*/ 259082 h 362295"/>
                <a:gd name="connsiteX3" fmla="*/ 138318 w 3513660"/>
                <a:gd name="connsiteY3" fmla="*/ 362295 h 362295"/>
                <a:gd name="connsiteX0" fmla="*/ 138318 w 3539881"/>
                <a:gd name="connsiteY0" fmla="*/ 362295 h 362295"/>
                <a:gd name="connsiteX1" fmla="*/ 0 w 3539881"/>
                <a:gd name="connsiteY1" fmla="*/ 0 h 362295"/>
                <a:gd name="connsiteX2" fmla="*/ 3539881 w 3539881"/>
                <a:gd name="connsiteY2" fmla="*/ 242842 h 362295"/>
                <a:gd name="connsiteX3" fmla="*/ 138318 w 3539881"/>
                <a:gd name="connsiteY3" fmla="*/ 362295 h 362295"/>
                <a:gd name="connsiteX0" fmla="*/ 138318 w 3682225"/>
                <a:gd name="connsiteY0" fmla="*/ 362295 h 362295"/>
                <a:gd name="connsiteX1" fmla="*/ 0 w 3682225"/>
                <a:gd name="connsiteY1" fmla="*/ 0 h 362295"/>
                <a:gd name="connsiteX2" fmla="*/ 3682225 w 3682225"/>
                <a:gd name="connsiteY2" fmla="*/ 250961 h 362295"/>
                <a:gd name="connsiteX3" fmla="*/ 138318 w 3682225"/>
                <a:gd name="connsiteY3" fmla="*/ 362295 h 362295"/>
                <a:gd name="connsiteX0" fmla="*/ 138318 w 3697209"/>
                <a:gd name="connsiteY0" fmla="*/ 362295 h 362295"/>
                <a:gd name="connsiteX1" fmla="*/ 0 w 3697209"/>
                <a:gd name="connsiteY1" fmla="*/ 0 h 362295"/>
                <a:gd name="connsiteX2" fmla="*/ 3697209 w 3697209"/>
                <a:gd name="connsiteY2" fmla="*/ 283439 h 362295"/>
                <a:gd name="connsiteX3" fmla="*/ 138318 w 3697209"/>
                <a:gd name="connsiteY3" fmla="*/ 362295 h 362295"/>
              </a:gdLst>
              <a:ahLst/>
              <a:cxnLst>
                <a:cxn ang="0">
                  <a:pos x="connsiteX0" y="connsiteY0"/>
                </a:cxn>
                <a:cxn ang="0">
                  <a:pos x="connsiteX1" y="connsiteY1"/>
                </a:cxn>
                <a:cxn ang="0">
                  <a:pos x="connsiteX2" y="connsiteY2"/>
                </a:cxn>
                <a:cxn ang="0">
                  <a:pos x="connsiteX3" y="connsiteY3"/>
                </a:cxn>
              </a:cxnLst>
              <a:rect l="l" t="t" r="r" b="b"/>
              <a:pathLst>
                <a:path w="3697209" h="362295">
                  <a:moveTo>
                    <a:pt x="138318" y="362295"/>
                  </a:moveTo>
                  <a:lnTo>
                    <a:pt x="0" y="0"/>
                  </a:lnTo>
                  <a:lnTo>
                    <a:pt x="3697209" y="283439"/>
                  </a:lnTo>
                  <a:lnTo>
                    <a:pt x="138318" y="362295"/>
                  </a:lnTo>
                  <a:close/>
                </a:path>
              </a:pathLst>
            </a:custGeom>
            <a:gradFill>
              <a:gsLst>
                <a:gs pos="100000">
                  <a:srgbClr val="080808">
                    <a:alpha val="0"/>
                  </a:srgbClr>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 name="Freeform 7">
              <a:extLst>
                <a:ext uri="{FF2B5EF4-FFF2-40B4-BE49-F238E27FC236}">
                  <a16:creationId xmlns:a16="http://schemas.microsoft.com/office/drawing/2014/main" id="{5702227B-147E-4599-8843-5E8B41B38002}"/>
                </a:ext>
              </a:extLst>
            </p:cNvPr>
            <p:cNvSpPr>
              <a:spLocks/>
            </p:cNvSpPr>
            <p:nvPr/>
          </p:nvSpPr>
          <p:spPr bwMode="auto">
            <a:xfrm>
              <a:off x="4454526" y="2579688"/>
              <a:ext cx="2954338" cy="850900"/>
            </a:xfrm>
            <a:custGeom>
              <a:avLst/>
              <a:gdLst>
                <a:gd name="T0" fmla="*/ 0 w 1861"/>
                <a:gd name="T1" fmla="*/ 536 h 536"/>
                <a:gd name="T2" fmla="*/ 1861 w 1861"/>
                <a:gd name="T3" fmla="*/ 536 h 536"/>
                <a:gd name="T4" fmla="*/ 1551 w 1861"/>
                <a:gd name="T5" fmla="*/ 0 h 536"/>
                <a:gd name="T6" fmla="*/ 312 w 1861"/>
                <a:gd name="T7" fmla="*/ 0 h 536"/>
                <a:gd name="T8" fmla="*/ 0 w 1861"/>
                <a:gd name="T9" fmla="*/ 536 h 536"/>
              </a:gdLst>
              <a:ahLst/>
              <a:cxnLst>
                <a:cxn ang="0">
                  <a:pos x="T0" y="T1"/>
                </a:cxn>
                <a:cxn ang="0">
                  <a:pos x="T2" y="T3"/>
                </a:cxn>
                <a:cxn ang="0">
                  <a:pos x="T4" y="T5"/>
                </a:cxn>
                <a:cxn ang="0">
                  <a:pos x="T6" y="T7"/>
                </a:cxn>
                <a:cxn ang="0">
                  <a:pos x="T8" y="T9"/>
                </a:cxn>
              </a:cxnLst>
              <a:rect l="0" t="0" r="r" b="b"/>
              <a:pathLst>
                <a:path w="1861" h="536">
                  <a:moveTo>
                    <a:pt x="0" y="536"/>
                  </a:moveTo>
                  <a:lnTo>
                    <a:pt x="1861" y="536"/>
                  </a:lnTo>
                  <a:lnTo>
                    <a:pt x="1551" y="0"/>
                  </a:lnTo>
                  <a:lnTo>
                    <a:pt x="312" y="0"/>
                  </a:lnTo>
                  <a:lnTo>
                    <a:pt x="0" y="53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7" name="Rectangle 16">
            <a:extLst>
              <a:ext uri="{FF2B5EF4-FFF2-40B4-BE49-F238E27FC236}">
                <a16:creationId xmlns:a16="http://schemas.microsoft.com/office/drawing/2014/main" id="{F5D753BE-E66A-4486-8B7A-B4812C82F998}"/>
              </a:ext>
            </a:extLst>
          </p:cNvPr>
          <p:cNvSpPr>
            <a:spLocks noChangeArrowheads="1"/>
          </p:cNvSpPr>
          <p:nvPr/>
        </p:nvSpPr>
        <p:spPr bwMode="auto">
          <a:xfrm>
            <a:off x="4105276" y="5314951"/>
            <a:ext cx="4552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bg2"/>
                </a:solidFill>
                <a:effectLst/>
                <a:latin typeface="Open Sans" panose="020B0606030504020204" pitchFamily="34" charset="0"/>
              </a:rPr>
              <a:t>01</a:t>
            </a:r>
            <a:endParaRPr kumimoji="0" lang="ru-UA" altLang="ru-UA" sz="1800" b="0" i="0" u="none" strike="noStrike" cap="none" normalizeH="0" baseline="0">
              <a:ln>
                <a:noFill/>
              </a:ln>
              <a:solidFill>
                <a:schemeClr val="bg2"/>
              </a:solidFill>
              <a:effectLst/>
            </a:endParaRPr>
          </a:p>
        </p:txBody>
      </p:sp>
      <p:sp>
        <p:nvSpPr>
          <p:cNvPr id="18" name="Rectangle 17">
            <a:extLst>
              <a:ext uri="{FF2B5EF4-FFF2-40B4-BE49-F238E27FC236}">
                <a16:creationId xmlns:a16="http://schemas.microsoft.com/office/drawing/2014/main" id="{4371C2DB-FBB8-4670-88DC-714787D4D149}"/>
              </a:ext>
            </a:extLst>
          </p:cNvPr>
          <p:cNvSpPr>
            <a:spLocks noChangeArrowheads="1"/>
          </p:cNvSpPr>
          <p:nvPr/>
        </p:nvSpPr>
        <p:spPr bwMode="auto">
          <a:xfrm>
            <a:off x="7337426" y="4452938"/>
            <a:ext cx="4552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bg2"/>
                </a:solidFill>
                <a:effectLst/>
                <a:latin typeface="Open Sans" panose="020B0606030504020204" pitchFamily="34" charset="0"/>
              </a:rPr>
              <a:t>02</a:t>
            </a:r>
            <a:endParaRPr kumimoji="0" lang="ru-UA" altLang="ru-UA" sz="1800" b="0" i="0" u="none" strike="noStrike" cap="none" normalizeH="0" baseline="0">
              <a:ln>
                <a:noFill/>
              </a:ln>
              <a:solidFill>
                <a:schemeClr val="bg2"/>
              </a:solidFill>
              <a:effectLst/>
            </a:endParaRPr>
          </a:p>
        </p:txBody>
      </p:sp>
      <p:sp>
        <p:nvSpPr>
          <p:cNvPr id="19" name="Rectangle 18">
            <a:extLst>
              <a:ext uri="{FF2B5EF4-FFF2-40B4-BE49-F238E27FC236}">
                <a16:creationId xmlns:a16="http://schemas.microsoft.com/office/drawing/2014/main" id="{750E1CCA-A401-4B83-8FC8-148339CB60F4}"/>
              </a:ext>
            </a:extLst>
          </p:cNvPr>
          <p:cNvSpPr>
            <a:spLocks noChangeArrowheads="1"/>
          </p:cNvSpPr>
          <p:nvPr/>
        </p:nvSpPr>
        <p:spPr bwMode="auto">
          <a:xfrm>
            <a:off x="4779963" y="3646488"/>
            <a:ext cx="4552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bg2"/>
                </a:solidFill>
                <a:effectLst/>
                <a:latin typeface="Open Sans" panose="020B0606030504020204" pitchFamily="34" charset="0"/>
              </a:rPr>
              <a:t>03</a:t>
            </a:r>
            <a:endParaRPr kumimoji="0" lang="ru-UA" altLang="ru-UA" sz="1800" b="0" i="0" u="none" strike="noStrike" cap="none" normalizeH="0" baseline="0">
              <a:ln>
                <a:noFill/>
              </a:ln>
              <a:solidFill>
                <a:schemeClr val="bg2"/>
              </a:solidFill>
              <a:effectLst/>
            </a:endParaRPr>
          </a:p>
        </p:txBody>
      </p:sp>
      <p:sp>
        <p:nvSpPr>
          <p:cNvPr id="20" name="Rectangle 19">
            <a:extLst>
              <a:ext uri="{FF2B5EF4-FFF2-40B4-BE49-F238E27FC236}">
                <a16:creationId xmlns:a16="http://schemas.microsoft.com/office/drawing/2014/main" id="{301D7916-B43F-48F9-9D6B-21D874AFF882}"/>
              </a:ext>
            </a:extLst>
          </p:cNvPr>
          <p:cNvSpPr>
            <a:spLocks noChangeArrowheads="1"/>
          </p:cNvSpPr>
          <p:nvPr/>
        </p:nvSpPr>
        <p:spPr bwMode="auto">
          <a:xfrm>
            <a:off x="6518276" y="2770188"/>
            <a:ext cx="4552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bg2"/>
                </a:solidFill>
                <a:effectLst/>
                <a:latin typeface="Open Sans" panose="020B0606030504020204" pitchFamily="34" charset="0"/>
              </a:rPr>
              <a:t>04</a:t>
            </a:r>
            <a:endParaRPr kumimoji="0" lang="ru-UA" altLang="ru-UA" sz="1800" b="0" i="0" u="none" strike="noStrike" cap="none" normalizeH="0" baseline="0">
              <a:ln>
                <a:noFill/>
              </a:ln>
              <a:solidFill>
                <a:schemeClr val="bg2"/>
              </a:solidFill>
              <a:effectLst/>
            </a:endParaRPr>
          </a:p>
        </p:txBody>
      </p:sp>
      <p:grpSp>
        <p:nvGrpSpPr>
          <p:cNvPr id="32" name="Group 31">
            <a:extLst>
              <a:ext uri="{FF2B5EF4-FFF2-40B4-BE49-F238E27FC236}">
                <a16:creationId xmlns:a16="http://schemas.microsoft.com/office/drawing/2014/main" id="{65A33952-E4E9-4320-89C1-0A364A6ADE02}"/>
              </a:ext>
            </a:extLst>
          </p:cNvPr>
          <p:cNvGrpSpPr/>
          <p:nvPr/>
        </p:nvGrpSpPr>
        <p:grpSpPr>
          <a:xfrm>
            <a:off x="3982709" y="1724026"/>
            <a:ext cx="3160861" cy="1109455"/>
            <a:chOff x="3982709" y="1724026"/>
            <a:chExt cx="3160861" cy="1109455"/>
          </a:xfrm>
        </p:grpSpPr>
        <p:sp>
          <p:nvSpPr>
            <p:cNvPr id="24" name="Right Triangle 34">
              <a:extLst>
                <a:ext uri="{FF2B5EF4-FFF2-40B4-BE49-F238E27FC236}">
                  <a16:creationId xmlns:a16="http://schemas.microsoft.com/office/drawing/2014/main" id="{60F1E500-5A3F-43B2-B7F9-EA7D3E6FBCA7}"/>
                </a:ext>
              </a:extLst>
            </p:cNvPr>
            <p:cNvSpPr/>
            <p:nvPr/>
          </p:nvSpPr>
          <p:spPr>
            <a:xfrm flipH="1" flipV="1">
              <a:off x="3982709" y="2432290"/>
              <a:ext cx="3160861" cy="401191"/>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341246 w 3371315"/>
                <a:gd name="connsiteY0" fmla="*/ 390712 h 390712"/>
                <a:gd name="connsiteX1" fmla="*/ 0 w 3371315"/>
                <a:gd name="connsiteY1" fmla="*/ 0 h 390712"/>
                <a:gd name="connsiteX2" fmla="*/ 3371315 w 3371315"/>
                <a:gd name="connsiteY2" fmla="*/ 319978 h 390712"/>
                <a:gd name="connsiteX3" fmla="*/ 341246 w 3371315"/>
                <a:gd name="connsiteY3" fmla="*/ 390712 h 390712"/>
                <a:gd name="connsiteX0" fmla="*/ 254893 w 3284962"/>
                <a:gd name="connsiteY0" fmla="*/ 350114 h 350114"/>
                <a:gd name="connsiteX1" fmla="*/ 0 w 3284962"/>
                <a:gd name="connsiteY1" fmla="*/ 0 h 350114"/>
                <a:gd name="connsiteX2" fmla="*/ 3284962 w 3284962"/>
                <a:gd name="connsiteY2" fmla="*/ 279380 h 350114"/>
                <a:gd name="connsiteX3" fmla="*/ 254893 w 3284962"/>
                <a:gd name="connsiteY3" fmla="*/ 350114 h 350114"/>
                <a:gd name="connsiteX0" fmla="*/ 341246 w 3371315"/>
                <a:gd name="connsiteY0" fmla="*/ 341994 h 341994"/>
                <a:gd name="connsiteX1" fmla="*/ 0 w 3371315"/>
                <a:gd name="connsiteY1" fmla="*/ 0 h 341994"/>
                <a:gd name="connsiteX2" fmla="*/ 3371315 w 3371315"/>
                <a:gd name="connsiteY2" fmla="*/ 271260 h 341994"/>
                <a:gd name="connsiteX3" fmla="*/ 341246 w 3371315"/>
                <a:gd name="connsiteY3" fmla="*/ 341994 h 341994"/>
              </a:gdLst>
              <a:ahLst/>
              <a:cxnLst>
                <a:cxn ang="0">
                  <a:pos x="connsiteX0" y="connsiteY0"/>
                </a:cxn>
                <a:cxn ang="0">
                  <a:pos x="connsiteX1" y="connsiteY1"/>
                </a:cxn>
                <a:cxn ang="0">
                  <a:pos x="connsiteX2" y="connsiteY2"/>
                </a:cxn>
                <a:cxn ang="0">
                  <a:pos x="connsiteX3" y="connsiteY3"/>
                </a:cxn>
              </a:cxnLst>
              <a:rect l="l" t="t" r="r" b="b"/>
              <a:pathLst>
                <a:path w="3371315" h="341994">
                  <a:moveTo>
                    <a:pt x="341246" y="341994"/>
                  </a:moveTo>
                  <a:lnTo>
                    <a:pt x="0" y="0"/>
                  </a:lnTo>
                  <a:lnTo>
                    <a:pt x="3371315" y="271260"/>
                  </a:lnTo>
                  <a:lnTo>
                    <a:pt x="341246" y="341994"/>
                  </a:lnTo>
                  <a:close/>
                </a:path>
              </a:pathLst>
            </a:custGeom>
            <a:gradFill>
              <a:gsLst>
                <a:gs pos="100000">
                  <a:srgbClr val="080808">
                    <a:alpha val="0"/>
                  </a:srgbClr>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 name="Freeform 6">
              <a:extLst>
                <a:ext uri="{FF2B5EF4-FFF2-40B4-BE49-F238E27FC236}">
                  <a16:creationId xmlns:a16="http://schemas.microsoft.com/office/drawing/2014/main" id="{9B1E0315-74A0-4ED3-BE1F-D54CDA472F38}"/>
                </a:ext>
              </a:extLst>
            </p:cNvPr>
            <p:cNvSpPr>
              <a:spLocks/>
            </p:cNvSpPr>
            <p:nvPr/>
          </p:nvSpPr>
          <p:spPr bwMode="auto">
            <a:xfrm>
              <a:off x="5108576" y="1724026"/>
              <a:ext cx="1971675" cy="855663"/>
            </a:xfrm>
            <a:custGeom>
              <a:avLst/>
              <a:gdLst>
                <a:gd name="T0" fmla="*/ 312 w 1242"/>
                <a:gd name="T1" fmla="*/ 0 h 539"/>
                <a:gd name="T2" fmla="*/ 0 w 1242"/>
                <a:gd name="T3" fmla="*/ 539 h 539"/>
                <a:gd name="T4" fmla="*/ 1242 w 1242"/>
                <a:gd name="T5" fmla="*/ 539 h 539"/>
                <a:gd name="T6" fmla="*/ 930 w 1242"/>
                <a:gd name="T7" fmla="*/ 0 h 539"/>
                <a:gd name="T8" fmla="*/ 312 w 1242"/>
                <a:gd name="T9" fmla="*/ 0 h 539"/>
              </a:gdLst>
              <a:ahLst/>
              <a:cxnLst>
                <a:cxn ang="0">
                  <a:pos x="T0" y="T1"/>
                </a:cxn>
                <a:cxn ang="0">
                  <a:pos x="T2" y="T3"/>
                </a:cxn>
                <a:cxn ang="0">
                  <a:pos x="T4" y="T5"/>
                </a:cxn>
                <a:cxn ang="0">
                  <a:pos x="T6" y="T7"/>
                </a:cxn>
                <a:cxn ang="0">
                  <a:pos x="T8" y="T9"/>
                </a:cxn>
              </a:cxnLst>
              <a:rect l="0" t="0" r="r" b="b"/>
              <a:pathLst>
                <a:path w="1242" h="539">
                  <a:moveTo>
                    <a:pt x="312" y="0"/>
                  </a:moveTo>
                  <a:lnTo>
                    <a:pt x="0" y="539"/>
                  </a:lnTo>
                  <a:lnTo>
                    <a:pt x="1242" y="539"/>
                  </a:lnTo>
                  <a:lnTo>
                    <a:pt x="930" y="0"/>
                  </a:lnTo>
                  <a:lnTo>
                    <a:pt x="312"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1" name="Group 30">
            <a:extLst>
              <a:ext uri="{FF2B5EF4-FFF2-40B4-BE49-F238E27FC236}">
                <a16:creationId xmlns:a16="http://schemas.microsoft.com/office/drawing/2014/main" id="{AEA9A03C-C579-4283-AF1F-238EB69CEABC}"/>
              </a:ext>
            </a:extLst>
          </p:cNvPr>
          <p:cNvGrpSpPr/>
          <p:nvPr/>
        </p:nvGrpSpPr>
        <p:grpSpPr>
          <a:xfrm>
            <a:off x="5385749" y="871538"/>
            <a:ext cx="1500188" cy="1118721"/>
            <a:chOff x="5385749" y="871538"/>
            <a:chExt cx="1500188" cy="1118721"/>
          </a:xfrm>
        </p:grpSpPr>
        <p:sp>
          <p:nvSpPr>
            <p:cNvPr id="30" name="Right Triangle 34">
              <a:extLst>
                <a:ext uri="{FF2B5EF4-FFF2-40B4-BE49-F238E27FC236}">
                  <a16:creationId xmlns:a16="http://schemas.microsoft.com/office/drawing/2014/main" id="{39E2AAE1-B8CC-4734-825E-1A044A7D8BFE}"/>
                </a:ext>
              </a:extLst>
            </p:cNvPr>
            <p:cNvSpPr/>
            <p:nvPr/>
          </p:nvSpPr>
          <p:spPr>
            <a:xfrm flipV="1">
              <a:off x="5385749" y="1533502"/>
              <a:ext cx="1500188" cy="45675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42064 w 3360078"/>
                <a:gd name="connsiteY0" fmla="*/ 366353 h 366353"/>
                <a:gd name="connsiteX1" fmla="*/ 0 w 3360078"/>
                <a:gd name="connsiteY1" fmla="*/ 0 h 366353"/>
                <a:gd name="connsiteX2" fmla="*/ 3360078 w 3360078"/>
                <a:gd name="connsiteY2" fmla="*/ 299678 h 366353"/>
                <a:gd name="connsiteX3" fmla="*/ 142064 w 3360078"/>
                <a:gd name="connsiteY3" fmla="*/ 366353 h 366353"/>
                <a:gd name="connsiteX0" fmla="*/ 67146 w 3285160"/>
                <a:gd name="connsiteY0" fmla="*/ 366353 h 366353"/>
                <a:gd name="connsiteX1" fmla="*/ 0 w 3285160"/>
                <a:gd name="connsiteY1" fmla="*/ 0 h 366353"/>
                <a:gd name="connsiteX2" fmla="*/ 3285160 w 3285160"/>
                <a:gd name="connsiteY2" fmla="*/ 299678 h 366353"/>
                <a:gd name="connsiteX3" fmla="*/ 67146 w 3285160"/>
                <a:gd name="connsiteY3" fmla="*/ 366353 h 366353"/>
                <a:gd name="connsiteX0" fmla="*/ 160793 w 3378807"/>
                <a:gd name="connsiteY0" fmla="*/ 362294 h 362294"/>
                <a:gd name="connsiteX1" fmla="*/ 0 w 3378807"/>
                <a:gd name="connsiteY1" fmla="*/ 0 h 362294"/>
                <a:gd name="connsiteX2" fmla="*/ 3378807 w 3378807"/>
                <a:gd name="connsiteY2" fmla="*/ 295619 h 362294"/>
                <a:gd name="connsiteX3" fmla="*/ 160793 w 3378807"/>
                <a:gd name="connsiteY3" fmla="*/ 362294 h 362294"/>
                <a:gd name="connsiteX0" fmla="*/ 134572 w 3352586"/>
                <a:gd name="connsiteY0" fmla="*/ 382593 h 382593"/>
                <a:gd name="connsiteX1" fmla="*/ 0 w 3352586"/>
                <a:gd name="connsiteY1" fmla="*/ 0 h 382593"/>
                <a:gd name="connsiteX2" fmla="*/ 3352586 w 3352586"/>
                <a:gd name="connsiteY2" fmla="*/ 315918 h 382593"/>
                <a:gd name="connsiteX3" fmla="*/ 134572 w 3352586"/>
                <a:gd name="connsiteY3" fmla="*/ 382593 h 382593"/>
                <a:gd name="connsiteX0" fmla="*/ 138318 w 3356332"/>
                <a:gd name="connsiteY0" fmla="*/ 362295 h 362295"/>
                <a:gd name="connsiteX1" fmla="*/ 0 w 3356332"/>
                <a:gd name="connsiteY1" fmla="*/ 0 h 362295"/>
                <a:gd name="connsiteX2" fmla="*/ 3356332 w 3356332"/>
                <a:gd name="connsiteY2" fmla="*/ 295620 h 362295"/>
                <a:gd name="connsiteX3" fmla="*/ 138318 w 3356332"/>
                <a:gd name="connsiteY3" fmla="*/ 362295 h 362295"/>
                <a:gd name="connsiteX0" fmla="*/ 138318 w 3431250"/>
                <a:gd name="connsiteY0" fmla="*/ 362295 h 362295"/>
                <a:gd name="connsiteX1" fmla="*/ 0 w 3431250"/>
                <a:gd name="connsiteY1" fmla="*/ 0 h 362295"/>
                <a:gd name="connsiteX2" fmla="*/ 3431250 w 3431250"/>
                <a:gd name="connsiteY2" fmla="*/ 271261 h 362295"/>
                <a:gd name="connsiteX3" fmla="*/ 138318 w 3431250"/>
                <a:gd name="connsiteY3" fmla="*/ 362295 h 362295"/>
                <a:gd name="connsiteX0" fmla="*/ 138318 w 3513660"/>
                <a:gd name="connsiteY0" fmla="*/ 362295 h 362295"/>
                <a:gd name="connsiteX1" fmla="*/ 0 w 3513660"/>
                <a:gd name="connsiteY1" fmla="*/ 0 h 362295"/>
                <a:gd name="connsiteX2" fmla="*/ 3513660 w 3513660"/>
                <a:gd name="connsiteY2" fmla="*/ 259082 h 362295"/>
                <a:gd name="connsiteX3" fmla="*/ 138318 w 3513660"/>
                <a:gd name="connsiteY3" fmla="*/ 362295 h 362295"/>
                <a:gd name="connsiteX0" fmla="*/ 138318 w 3539881"/>
                <a:gd name="connsiteY0" fmla="*/ 362295 h 362295"/>
                <a:gd name="connsiteX1" fmla="*/ 0 w 3539881"/>
                <a:gd name="connsiteY1" fmla="*/ 0 h 362295"/>
                <a:gd name="connsiteX2" fmla="*/ 3539881 w 3539881"/>
                <a:gd name="connsiteY2" fmla="*/ 242842 h 362295"/>
                <a:gd name="connsiteX3" fmla="*/ 138318 w 3539881"/>
                <a:gd name="connsiteY3" fmla="*/ 362295 h 362295"/>
                <a:gd name="connsiteX0" fmla="*/ 138318 w 3682225"/>
                <a:gd name="connsiteY0" fmla="*/ 362295 h 362295"/>
                <a:gd name="connsiteX1" fmla="*/ 0 w 3682225"/>
                <a:gd name="connsiteY1" fmla="*/ 0 h 362295"/>
                <a:gd name="connsiteX2" fmla="*/ 3682225 w 3682225"/>
                <a:gd name="connsiteY2" fmla="*/ 250961 h 362295"/>
                <a:gd name="connsiteX3" fmla="*/ 138318 w 3682225"/>
                <a:gd name="connsiteY3" fmla="*/ 362295 h 362295"/>
                <a:gd name="connsiteX0" fmla="*/ 138318 w 3697209"/>
                <a:gd name="connsiteY0" fmla="*/ 362295 h 362295"/>
                <a:gd name="connsiteX1" fmla="*/ 0 w 3697209"/>
                <a:gd name="connsiteY1" fmla="*/ 0 h 362295"/>
                <a:gd name="connsiteX2" fmla="*/ 3697209 w 3697209"/>
                <a:gd name="connsiteY2" fmla="*/ 283439 h 362295"/>
                <a:gd name="connsiteX3" fmla="*/ 138318 w 3697209"/>
                <a:gd name="connsiteY3" fmla="*/ 362295 h 362295"/>
                <a:gd name="connsiteX0" fmla="*/ 0 w 3714132"/>
                <a:gd name="connsiteY0" fmla="*/ 367708 h 367708"/>
                <a:gd name="connsiteX1" fmla="*/ 16923 w 3714132"/>
                <a:gd name="connsiteY1" fmla="*/ 0 h 367708"/>
                <a:gd name="connsiteX2" fmla="*/ 3714132 w 3714132"/>
                <a:gd name="connsiteY2" fmla="*/ 283439 h 367708"/>
                <a:gd name="connsiteX3" fmla="*/ 0 w 3714132"/>
                <a:gd name="connsiteY3" fmla="*/ 367708 h 367708"/>
                <a:gd name="connsiteX0" fmla="*/ 0 w 3853033"/>
                <a:gd name="connsiteY0" fmla="*/ 373121 h 373121"/>
                <a:gd name="connsiteX1" fmla="*/ 155824 w 3853033"/>
                <a:gd name="connsiteY1" fmla="*/ 0 h 373121"/>
                <a:gd name="connsiteX2" fmla="*/ 3853033 w 3853033"/>
                <a:gd name="connsiteY2" fmla="*/ 283439 h 373121"/>
                <a:gd name="connsiteX3" fmla="*/ 0 w 3853033"/>
                <a:gd name="connsiteY3" fmla="*/ 373121 h 373121"/>
                <a:gd name="connsiteX0" fmla="*/ 0 w 3836692"/>
                <a:gd name="connsiteY0" fmla="*/ 402893 h 402893"/>
                <a:gd name="connsiteX1" fmla="*/ 139483 w 3836692"/>
                <a:gd name="connsiteY1" fmla="*/ 0 h 402893"/>
                <a:gd name="connsiteX2" fmla="*/ 3836692 w 3836692"/>
                <a:gd name="connsiteY2" fmla="*/ 283439 h 402893"/>
                <a:gd name="connsiteX3" fmla="*/ 0 w 3836692"/>
                <a:gd name="connsiteY3" fmla="*/ 402893 h 402893"/>
                <a:gd name="connsiteX0" fmla="*/ 0 w 3738644"/>
                <a:gd name="connsiteY0" fmla="*/ 411013 h 411013"/>
                <a:gd name="connsiteX1" fmla="*/ 41435 w 3738644"/>
                <a:gd name="connsiteY1" fmla="*/ 0 h 411013"/>
                <a:gd name="connsiteX2" fmla="*/ 3738644 w 3738644"/>
                <a:gd name="connsiteY2" fmla="*/ 283439 h 411013"/>
                <a:gd name="connsiteX3" fmla="*/ 0 w 3738644"/>
                <a:gd name="connsiteY3" fmla="*/ 411013 h 411013"/>
                <a:gd name="connsiteX0" fmla="*/ 121978 w 3860622"/>
                <a:gd name="connsiteY0" fmla="*/ 389361 h 389361"/>
                <a:gd name="connsiteX1" fmla="*/ 0 w 3860622"/>
                <a:gd name="connsiteY1" fmla="*/ 0 h 389361"/>
                <a:gd name="connsiteX2" fmla="*/ 3860622 w 3860622"/>
                <a:gd name="connsiteY2" fmla="*/ 261787 h 389361"/>
                <a:gd name="connsiteX3" fmla="*/ 121978 w 3860622"/>
                <a:gd name="connsiteY3" fmla="*/ 389361 h 389361"/>
              </a:gdLst>
              <a:ahLst/>
              <a:cxnLst>
                <a:cxn ang="0">
                  <a:pos x="connsiteX0" y="connsiteY0"/>
                </a:cxn>
                <a:cxn ang="0">
                  <a:pos x="connsiteX1" y="connsiteY1"/>
                </a:cxn>
                <a:cxn ang="0">
                  <a:pos x="connsiteX2" y="connsiteY2"/>
                </a:cxn>
                <a:cxn ang="0">
                  <a:pos x="connsiteX3" y="connsiteY3"/>
                </a:cxn>
              </a:cxnLst>
              <a:rect l="l" t="t" r="r" b="b"/>
              <a:pathLst>
                <a:path w="3860622" h="389361">
                  <a:moveTo>
                    <a:pt x="121978" y="389361"/>
                  </a:moveTo>
                  <a:lnTo>
                    <a:pt x="0" y="0"/>
                  </a:lnTo>
                  <a:lnTo>
                    <a:pt x="3860622" y="261787"/>
                  </a:lnTo>
                  <a:lnTo>
                    <a:pt x="121978" y="389361"/>
                  </a:lnTo>
                  <a:close/>
                </a:path>
              </a:pathLst>
            </a:custGeom>
            <a:gradFill>
              <a:gsLst>
                <a:gs pos="100000">
                  <a:srgbClr val="080808">
                    <a:alpha val="0"/>
                  </a:srgbClr>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 name="Freeform 5">
              <a:extLst>
                <a:ext uri="{FF2B5EF4-FFF2-40B4-BE49-F238E27FC236}">
                  <a16:creationId xmlns:a16="http://schemas.microsoft.com/office/drawing/2014/main" id="{C5A2538A-2119-436B-86C7-9F0443FE907B}"/>
                </a:ext>
              </a:extLst>
            </p:cNvPr>
            <p:cNvSpPr>
              <a:spLocks/>
            </p:cNvSpPr>
            <p:nvPr/>
          </p:nvSpPr>
          <p:spPr bwMode="auto">
            <a:xfrm>
              <a:off x="5440363" y="871538"/>
              <a:ext cx="985838" cy="852488"/>
            </a:xfrm>
            <a:custGeom>
              <a:avLst/>
              <a:gdLst>
                <a:gd name="T0" fmla="*/ 310 w 621"/>
                <a:gd name="T1" fmla="*/ 0 h 537"/>
                <a:gd name="T2" fmla="*/ 0 w 621"/>
                <a:gd name="T3" fmla="*/ 537 h 537"/>
                <a:gd name="T4" fmla="*/ 621 w 621"/>
                <a:gd name="T5" fmla="*/ 537 h 537"/>
                <a:gd name="T6" fmla="*/ 310 w 621"/>
                <a:gd name="T7" fmla="*/ 0 h 537"/>
              </a:gdLst>
              <a:ahLst/>
              <a:cxnLst>
                <a:cxn ang="0">
                  <a:pos x="T0" y="T1"/>
                </a:cxn>
                <a:cxn ang="0">
                  <a:pos x="T2" y="T3"/>
                </a:cxn>
                <a:cxn ang="0">
                  <a:pos x="T4" y="T5"/>
                </a:cxn>
                <a:cxn ang="0">
                  <a:pos x="T6" y="T7"/>
                </a:cxn>
              </a:cxnLst>
              <a:rect l="0" t="0" r="r" b="b"/>
              <a:pathLst>
                <a:path w="621" h="537">
                  <a:moveTo>
                    <a:pt x="310" y="0"/>
                  </a:moveTo>
                  <a:lnTo>
                    <a:pt x="0" y="537"/>
                  </a:lnTo>
                  <a:lnTo>
                    <a:pt x="621" y="537"/>
                  </a:lnTo>
                  <a:lnTo>
                    <a:pt x="310"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7" name="Text Placeholder 113">
            <a:extLst>
              <a:ext uri="{FF2B5EF4-FFF2-40B4-BE49-F238E27FC236}">
                <a16:creationId xmlns:a16="http://schemas.microsoft.com/office/drawing/2014/main" id="{E725AA58-F78D-499A-BF6E-B8FF7238554B}"/>
              </a:ext>
            </a:extLst>
          </p:cNvPr>
          <p:cNvSpPr txBox="1">
            <a:spLocks/>
          </p:cNvSpPr>
          <p:nvPr/>
        </p:nvSpPr>
        <p:spPr>
          <a:xfrm>
            <a:off x="4934256" y="5314951"/>
            <a:ext cx="2277092" cy="57601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a:solidFill>
                  <a:schemeClr val="bg2"/>
                </a:solidFill>
              </a:rPr>
              <a:t>Lorem ipsum dolor sit amet, consectetur adipiscing elit, sed do eiusmod tempor incididunt ut</a:t>
            </a:r>
            <a:endParaRPr lang="ru-RU" sz="1000">
              <a:solidFill>
                <a:schemeClr val="bg2"/>
              </a:solidFill>
            </a:endParaRPr>
          </a:p>
        </p:txBody>
      </p:sp>
      <p:sp>
        <p:nvSpPr>
          <p:cNvPr id="41" name="Text Placeholder 113">
            <a:extLst>
              <a:ext uri="{FF2B5EF4-FFF2-40B4-BE49-F238E27FC236}">
                <a16:creationId xmlns:a16="http://schemas.microsoft.com/office/drawing/2014/main" id="{C07806FE-9BF6-4840-9BD5-65851D331C86}"/>
              </a:ext>
            </a:extLst>
          </p:cNvPr>
          <p:cNvSpPr txBox="1">
            <a:spLocks/>
          </p:cNvSpPr>
          <p:nvPr/>
        </p:nvSpPr>
        <p:spPr>
          <a:xfrm>
            <a:off x="4934256" y="4450169"/>
            <a:ext cx="2277092" cy="57601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a:solidFill>
                  <a:schemeClr val="bg2"/>
                </a:solidFill>
              </a:rPr>
              <a:t>Lorem ipsum dolor sit amet, consectetur adipiscing elit, sed do eiusmod tempor incididunt ut</a:t>
            </a:r>
            <a:endParaRPr lang="ru-RU" sz="1000">
              <a:solidFill>
                <a:schemeClr val="bg2"/>
              </a:solidFill>
            </a:endParaRPr>
          </a:p>
        </p:txBody>
      </p:sp>
      <p:sp>
        <p:nvSpPr>
          <p:cNvPr id="42" name="Text Placeholder 113">
            <a:extLst>
              <a:ext uri="{FF2B5EF4-FFF2-40B4-BE49-F238E27FC236}">
                <a16:creationId xmlns:a16="http://schemas.microsoft.com/office/drawing/2014/main" id="{B765A34A-6640-44A7-A2C9-544C36A00B8F}"/>
              </a:ext>
            </a:extLst>
          </p:cNvPr>
          <p:cNvSpPr txBox="1">
            <a:spLocks/>
          </p:cNvSpPr>
          <p:nvPr/>
        </p:nvSpPr>
        <p:spPr>
          <a:xfrm>
            <a:off x="5319502" y="3635006"/>
            <a:ext cx="1506600" cy="57601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a:solidFill>
                  <a:schemeClr val="bg2"/>
                </a:solidFill>
              </a:rPr>
              <a:t>Lorem ipsum dolor sit amet, consectetur adipiscing elit, sed do</a:t>
            </a:r>
            <a:endParaRPr lang="ru-RU" sz="1000">
              <a:solidFill>
                <a:schemeClr val="bg2"/>
              </a:solidFill>
            </a:endParaRPr>
          </a:p>
        </p:txBody>
      </p:sp>
      <p:sp>
        <p:nvSpPr>
          <p:cNvPr id="12" name="Freeform 11">
            <a:extLst>
              <a:ext uri="{FF2B5EF4-FFF2-40B4-BE49-F238E27FC236}">
                <a16:creationId xmlns:a16="http://schemas.microsoft.com/office/drawing/2014/main" id="{5EBA420E-CA64-4372-9E25-4E952E17F229}"/>
              </a:ext>
            </a:extLst>
          </p:cNvPr>
          <p:cNvSpPr>
            <a:spLocks noEditPoints="1"/>
          </p:cNvSpPr>
          <p:nvPr/>
        </p:nvSpPr>
        <p:spPr bwMode="auto">
          <a:xfrm>
            <a:off x="6994526" y="3663951"/>
            <a:ext cx="487363" cy="420688"/>
          </a:xfrm>
          <a:custGeom>
            <a:avLst/>
            <a:gdLst>
              <a:gd name="T0" fmla="*/ 96 w 138"/>
              <a:gd name="T1" fmla="*/ 62 h 119"/>
              <a:gd name="T2" fmla="*/ 96 w 138"/>
              <a:gd name="T3" fmla="*/ 67 h 119"/>
              <a:gd name="T4" fmla="*/ 87 w 138"/>
              <a:gd name="T5" fmla="*/ 67 h 119"/>
              <a:gd name="T6" fmla="*/ 87 w 138"/>
              <a:gd name="T7" fmla="*/ 62 h 119"/>
              <a:gd name="T8" fmla="*/ 68 w 138"/>
              <a:gd name="T9" fmla="*/ 49 h 119"/>
              <a:gd name="T10" fmla="*/ 77 w 138"/>
              <a:gd name="T11" fmla="*/ 45 h 119"/>
              <a:gd name="T12" fmla="*/ 92 w 138"/>
              <a:gd name="T13" fmla="*/ 53 h 119"/>
              <a:gd name="T14" fmla="*/ 105 w 138"/>
              <a:gd name="T15" fmla="*/ 45 h 119"/>
              <a:gd name="T16" fmla="*/ 92 w 138"/>
              <a:gd name="T17" fmla="*/ 37 h 119"/>
              <a:gd name="T18" fmla="*/ 71 w 138"/>
              <a:gd name="T19" fmla="*/ 21 h 119"/>
              <a:gd name="T20" fmla="*/ 87 w 138"/>
              <a:gd name="T21" fmla="*/ 5 h 119"/>
              <a:gd name="T22" fmla="*/ 87 w 138"/>
              <a:gd name="T23" fmla="*/ 0 h 119"/>
              <a:gd name="T24" fmla="*/ 96 w 138"/>
              <a:gd name="T25" fmla="*/ 0 h 119"/>
              <a:gd name="T26" fmla="*/ 96 w 138"/>
              <a:gd name="T27" fmla="*/ 5 h 119"/>
              <a:gd name="T28" fmla="*/ 113 w 138"/>
              <a:gd name="T29" fmla="*/ 16 h 119"/>
              <a:gd name="T30" fmla="*/ 105 w 138"/>
              <a:gd name="T31" fmla="*/ 20 h 119"/>
              <a:gd name="T32" fmla="*/ 92 w 138"/>
              <a:gd name="T33" fmla="*/ 14 h 119"/>
              <a:gd name="T34" fmla="*/ 81 w 138"/>
              <a:gd name="T35" fmla="*/ 21 h 119"/>
              <a:gd name="T36" fmla="*/ 93 w 138"/>
              <a:gd name="T37" fmla="*/ 28 h 119"/>
              <a:gd name="T38" fmla="*/ 115 w 138"/>
              <a:gd name="T39" fmla="*/ 45 h 119"/>
              <a:gd name="T40" fmla="*/ 96 w 138"/>
              <a:gd name="T41" fmla="*/ 62 h 119"/>
              <a:gd name="T42" fmla="*/ 132 w 138"/>
              <a:gd name="T43" fmla="*/ 89 h 119"/>
              <a:gd name="T44" fmla="*/ 98 w 138"/>
              <a:gd name="T45" fmla="*/ 99 h 119"/>
              <a:gd name="T46" fmla="*/ 71 w 138"/>
              <a:gd name="T47" fmla="*/ 88 h 119"/>
              <a:gd name="T48" fmla="*/ 100 w 138"/>
              <a:gd name="T49" fmla="*/ 86 h 119"/>
              <a:gd name="T50" fmla="*/ 82 w 138"/>
              <a:gd name="T51" fmla="*/ 75 h 119"/>
              <a:gd name="T52" fmla="*/ 59 w 138"/>
              <a:gd name="T53" fmla="*/ 71 h 119"/>
              <a:gd name="T54" fmla="*/ 28 w 138"/>
              <a:gd name="T55" fmla="*/ 79 h 119"/>
              <a:gd name="T56" fmla="*/ 28 w 138"/>
              <a:gd name="T57" fmla="*/ 111 h 119"/>
              <a:gd name="T58" fmla="*/ 48 w 138"/>
              <a:gd name="T59" fmla="*/ 115 h 119"/>
              <a:gd name="T60" fmla="*/ 102 w 138"/>
              <a:gd name="T61" fmla="*/ 117 h 119"/>
              <a:gd name="T62" fmla="*/ 137 w 138"/>
              <a:gd name="T63" fmla="*/ 93 h 119"/>
              <a:gd name="T64" fmla="*/ 132 w 138"/>
              <a:gd name="T65" fmla="*/ 89 h 119"/>
              <a:gd name="T66" fmla="*/ 0 w 138"/>
              <a:gd name="T67" fmla="*/ 119 h 119"/>
              <a:gd name="T68" fmla="*/ 23 w 138"/>
              <a:gd name="T69" fmla="*/ 119 h 119"/>
              <a:gd name="T70" fmla="*/ 23 w 138"/>
              <a:gd name="T71" fmla="*/ 79 h 119"/>
              <a:gd name="T72" fmla="*/ 0 w 138"/>
              <a:gd name="T73" fmla="*/ 79 h 119"/>
              <a:gd name="T74" fmla="*/ 0 w 138"/>
              <a:gd name="T7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19">
                <a:moveTo>
                  <a:pt x="96" y="62"/>
                </a:moveTo>
                <a:cubicBezTo>
                  <a:pt x="96" y="67"/>
                  <a:pt x="96" y="67"/>
                  <a:pt x="96" y="67"/>
                </a:cubicBezTo>
                <a:cubicBezTo>
                  <a:pt x="87" y="67"/>
                  <a:pt x="87" y="67"/>
                  <a:pt x="87" y="67"/>
                </a:cubicBezTo>
                <a:cubicBezTo>
                  <a:pt x="87" y="62"/>
                  <a:pt x="87" y="62"/>
                  <a:pt x="87" y="62"/>
                </a:cubicBezTo>
                <a:cubicBezTo>
                  <a:pt x="78" y="61"/>
                  <a:pt x="72" y="57"/>
                  <a:pt x="68" y="49"/>
                </a:cubicBezTo>
                <a:cubicBezTo>
                  <a:pt x="77" y="45"/>
                  <a:pt x="77" y="45"/>
                  <a:pt x="77" y="45"/>
                </a:cubicBezTo>
                <a:cubicBezTo>
                  <a:pt x="79" y="50"/>
                  <a:pt x="86" y="53"/>
                  <a:pt x="92" y="53"/>
                </a:cubicBezTo>
                <a:cubicBezTo>
                  <a:pt x="98" y="53"/>
                  <a:pt x="105" y="51"/>
                  <a:pt x="105" y="45"/>
                </a:cubicBezTo>
                <a:cubicBezTo>
                  <a:pt x="105" y="40"/>
                  <a:pt x="99" y="38"/>
                  <a:pt x="92" y="37"/>
                </a:cubicBezTo>
                <a:cubicBezTo>
                  <a:pt x="81" y="36"/>
                  <a:pt x="71" y="33"/>
                  <a:pt x="71" y="21"/>
                </a:cubicBezTo>
                <a:cubicBezTo>
                  <a:pt x="71" y="11"/>
                  <a:pt x="78" y="7"/>
                  <a:pt x="87" y="5"/>
                </a:cubicBezTo>
                <a:cubicBezTo>
                  <a:pt x="87" y="0"/>
                  <a:pt x="87" y="0"/>
                  <a:pt x="87" y="0"/>
                </a:cubicBezTo>
                <a:cubicBezTo>
                  <a:pt x="96" y="0"/>
                  <a:pt x="96" y="0"/>
                  <a:pt x="96" y="0"/>
                </a:cubicBezTo>
                <a:cubicBezTo>
                  <a:pt x="96" y="5"/>
                  <a:pt x="96" y="5"/>
                  <a:pt x="96" y="5"/>
                </a:cubicBezTo>
                <a:cubicBezTo>
                  <a:pt x="103" y="6"/>
                  <a:pt x="110" y="9"/>
                  <a:pt x="113" y="16"/>
                </a:cubicBezTo>
                <a:cubicBezTo>
                  <a:pt x="105" y="20"/>
                  <a:pt x="105" y="20"/>
                  <a:pt x="105" y="20"/>
                </a:cubicBezTo>
                <a:cubicBezTo>
                  <a:pt x="103" y="17"/>
                  <a:pt x="98" y="14"/>
                  <a:pt x="92" y="14"/>
                </a:cubicBezTo>
                <a:cubicBezTo>
                  <a:pt x="84" y="14"/>
                  <a:pt x="81" y="17"/>
                  <a:pt x="81" y="21"/>
                </a:cubicBezTo>
                <a:cubicBezTo>
                  <a:pt x="81" y="26"/>
                  <a:pt x="86" y="27"/>
                  <a:pt x="93" y="28"/>
                </a:cubicBezTo>
                <a:cubicBezTo>
                  <a:pt x="104" y="29"/>
                  <a:pt x="115" y="32"/>
                  <a:pt x="115" y="45"/>
                </a:cubicBezTo>
                <a:cubicBezTo>
                  <a:pt x="115" y="56"/>
                  <a:pt x="106" y="61"/>
                  <a:pt x="96" y="62"/>
                </a:cubicBezTo>
                <a:close/>
                <a:moveTo>
                  <a:pt x="132" y="89"/>
                </a:moveTo>
                <a:cubicBezTo>
                  <a:pt x="123" y="85"/>
                  <a:pt x="115" y="92"/>
                  <a:pt x="98" y="99"/>
                </a:cubicBezTo>
                <a:cubicBezTo>
                  <a:pt x="96" y="100"/>
                  <a:pt x="72" y="92"/>
                  <a:pt x="71" y="88"/>
                </a:cubicBezTo>
                <a:cubicBezTo>
                  <a:pt x="70" y="85"/>
                  <a:pt x="94" y="90"/>
                  <a:pt x="100" y="86"/>
                </a:cubicBezTo>
                <a:cubicBezTo>
                  <a:pt x="110" y="79"/>
                  <a:pt x="99" y="76"/>
                  <a:pt x="82" y="75"/>
                </a:cubicBezTo>
                <a:cubicBezTo>
                  <a:pt x="82" y="75"/>
                  <a:pt x="74" y="74"/>
                  <a:pt x="59" y="71"/>
                </a:cubicBezTo>
                <a:cubicBezTo>
                  <a:pt x="51" y="69"/>
                  <a:pt x="28" y="79"/>
                  <a:pt x="28" y="79"/>
                </a:cubicBezTo>
                <a:cubicBezTo>
                  <a:pt x="28" y="111"/>
                  <a:pt x="28" y="111"/>
                  <a:pt x="28" y="111"/>
                </a:cubicBezTo>
                <a:cubicBezTo>
                  <a:pt x="28" y="111"/>
                  <a:pt x="43" y="113"/>
                  <a:pt x="48" y="115"/>
                </a:cubicBezTo>
                <a:cubicBezTo>
                  <a:pt x="56" y="116"/>
                  <a:pt x="97" y="118"/>
                  <a:pt x="102" y="117"/>
                </a:cubicBezTo>
                <a:cubicBezTo>
                  <a:pt x="107" y="116"/>
                  <a:pt x="135" y="94"/>
                  <a:pt x="137" y="93"/>
                </a:cubicBezTo>
                <a:cubicBezTo>
                  <a:pt x="138" y="92"/>
                  <a:pt x="138" y="90"/>
                  <a:pt x="132" y="89"/>
                </a:cubicBezTo>
                <a:close/>
                <a:moveTo>
                  <a:pt x="0" y="119"/>
                </a:moveTo>
                <a:cubicBezTo>
                  <a:pt x="23" y="119"/>
                  <a:pt x="23" y="119"/>
                  <a:pt x="23" y="119"/>
                </a:cubicBezTo>
                <a:cubicBezTo>
                  <a:pt x="23" y="79"/>
                  <a:pt x="23" y="79"/>
                  <a:pt x="23" y="79"/>
                </a:cubicBezTo>
                <a:cubicBezTo>
                  <a:pt x="0" y="79"/>
                  <a:pt x="0" y="79"/>
                  <a:pt x="0" y="79"/>
                </a:cubicBezTo>
                <a:lnTo>
                  <a:pt x="0" y="119"/>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F9515C43-0452-45BE-87C7-04FBDFDCE712}"/>
              </a:ext>
            </a:extLst>
          </p:cNvPr>
          <p:cNvSpPr>
            <a:spLocks noEditPoints="1"/>
          </p:cNvSpPr>
          <p:nvPr/>
        </p:nvSpPr>
        <p:spPr bwMode="auto">
          <a:xfrm>
            <a:off x="4235451" y="4519613"/>
            <a:ext cx="520700" cy="403225"/>
          </a:xfrm>
          <a:custGeom>
            <a:avLst/>
            <a:gdLst>
              <a:gd name="T0" fmla="*/ 136 w 147"/>
              <a:gd name="T1" fmla="*/ 17 h 114"/>
              <a:gd name="T2" fmla="*/ 98 w 147"/>
              <a:gd name="T3" fmla="*/ 17 h 114"/>
              <a:gd name="T4" fmla="*/ 98 w 147"/>
              <a:gd name="T5" fmla="*/ 4 h 114"/>
              <a:gd name="T6" fmla="*/ 94 w 147"/>
              <a:gd name="T7" fmla="*/ 0 h 114"/>
              <a:gd name="T8" fmla="*/ 53 w 147"/>
              <a:gd name="T9" fmla="*/ 0 h 114"/>
              <a:gd name="T10" fmla="*/ 49 w 147"/>
              <a:gd name="T11" fmla="*/ 4 h 114"/>
              <a:gd name="T12" fmla="*/ 49 w 147"/>
              <a:gd name="T13" fmla="*/ 17 h 114"/>
              <a:gd name="T14" fmla="*/ 11 w 147"/>
              <a:gd name="T15" fmla="*/ 17 h 114"/>
              <a:gd name="T16" fmla="*/ 0 w 147"/>
              <a:gd name="T17" fmla="*/ 28 h 114"/>
              <a:gd name="T18" fmla="*/ 0 w 147"/>
              <a:gd name="T19" fmla="*/ 42 h 114"/>
              <a:gd name="T20" fmla="*/ 11 w 147"/>
              <a:gd name="T21" fmla="*/ 52 h 114"/>
              <a:gd name="T22" fmla="*/ 58 w 147"/>
              <a:gd name="T23" fmla="*/ 52 h 114"/>
              <a:gd name="T24" fmla="*/ 58 w 147"/>
              <a:gd name="T25" fmla="*/ 50 h 114"/>
              <a:gd name="T26" fmla="*/ 62 w 147"/>
              <a:gd name="T27" fmla="*/ 46 h 114"/>
              <a:gd name="T28" fmla="*/ 85 w 147"/>
              <a:gd name="T29" fmla="*/ 46 h 114"/>
              <a:gd name="T30" fmla="*/ 89 w 147"/>
              <a:gd name="T31" fmla="*/ 50 h 114"/>
              <a:gd name="T32" fmla="*/ 89 w 147"/>
              <a:gd name="T33" fmla="*/ 52 h 114"/>
              <a:gd name="T34" fmla="*/ 136 w 147"/>
              <a:gd name="T35" fmla="*/ 52 h 114"/>
              <a:gd name="T36" fmla="*/ 147 w 147"/>
              <a:gd name="T37" fmla="*/ 42 h 114"/>
              <a:gd name="T38" fmla="*/ 147 w 147"/>
              <a:gd name="T39" fmla="*/ 28 h 114"/>
              <a:gd name="T40" fmla="*/ 136 w 147"/>
              <a:gd name="T41" fmla="*/ 17 h 114"/>
              <a:gd name="T42" fmla="*/ 90 w 147"/>
              <a:gd name="T43" fmla="*/ 17 h 114"/>
              <a:gd name="T44" fmla="*/ 57 w 147"/>
              <a:gd name="T45" fmla="*/ 17 h 114"/>
              <a:gd name="T46" fmla="*/ 57 w 147"/>
              <a:gd name="T47" fmla="*/ 8 h 114"/>
              <a:gd name="T48" fmla="*/ 90 w 147"/>
              <a:gd name="T49" fmla="*/ 8 h 114"/>
              <a:gd name="T50" fmla="*/ 90 w 147"/>
              <a:gd name="T51" fmla="*/ 17 h 114"/>
              <a:gd name="T52" fmla="*/ 147 w 147"/>
              <a:gd name="T53" fmla="*/ 57 h 114"/>
              <a:gd name="T54" fmla="*/ 147 w 147"/>
              <a:gd name="T55" fmla="*/ 102 h 114"/>
              <a:gd name="T56" fmla="*/ 135 w 147"/>
              <a:gd name="T57" fmla="*/ 114 h 114"/>
              <a:gd name="T58" fmla="*/ 12 w 147"/>
              <a:gd name="T59" fmla="*/ 114 h 114"/>
              <a:gd name="T60" fmla="*/ 0 w 147"/>
              <a:gd name="T61" fmla="*/ 102 h 114"/>
              <a:gd name="T62" fmla="*/ 0 w 147"/>
              <a:gd name="T63" fmla="*/ 57 h 114"/>
              <a:gd name="T64" fmla="*/ 11 w 147"/>
              <a:gd name="T65" fmla="*/ 60 h 114"/>
              <a:gd name="T66" fmla="*/ 58 w 147"/>
              <a:gd name="T67" fmla="*/ 60 h 114"/>
              <a:gd name="T68" fmla="*/ 58 w 147"/>
              <a:gd name="T69" fmla="*/ 65 h 114"/>
              <a:gd name="T70" fmla="*/ 62 w 147"/>
              <a:gd name="T71" fmla="*/ 69 h 114"/>
              <a:gd name="T72" fmla="*/ 85 w 147"/>
              <a:gd name="T73" fmla="*/ 69 h 114"/>
              <a:gd name="T74" fmla="*/ 89 w 147"/>
              <a:gd name="T75" fmla="*/ 65 h 114"/>
              <a:gd name="T76" fmla="*/ 89 w 147"/>
              <a:gd name="T77" fmla="*/ 60 h 114"/>
              <a:gd name="T78" fmla="*/ 136 w 147"/>
              <a:gd name="T79" fmla="*/ 60 h 114"/>
              <a:gd name="T80" fmla="*/ 147 w 147"/>
              <a:gd name="T81" fmla="*/ 57 h 114"/>
              <a:gd name="T82" fmla="*/ 63 w 147"/>
              <a:gd name="T83" fmla="*/ 61 h 114"/>
              <a:gd name="T84" fmla="*/ 63 w 147"/>
              <a:gd name="T85" fmla="*/ 55 h 114"/>
              <a:gd name="T86" fmla="*/ 66 w 147"/>
              <a:gd name="T87" fmla="*/ 51 h 114"/>
              <a:gd name="T88" fmla="*/ 81 w 147"/>
              <a:gd name="T89" fmla="*/ 51 h 114"/>
              <a:gd name="T90" fmla="*/ 84 w 147"/>
              <a:gd name="T91" fmla="*/ 55 h 114"/>
              <a:gd name="T92" fmla="*/ 84 w 147"/>
              <a:gd name="T93" fmla="*/ 61 h 114"/>
              <a:gd name="T94" fmla="*/ 81 w 147"/>
              <a:gd name="T95" fmla="*/ 64 h 114"/>
              <a:gd name="T96" fmla="*/ 66 w 147"/>
              <a:gd name="T97" fmla="*/ 64 h 114"/>
              <a:gd name="T98" fmla="*/ 63 w 147"/>
              <a:gd name="T99" fmla="*/ 6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7" h="114">
                <a:moveTo>
                  <a:pt x="136" y="17"/>
                </a:moveTo>
                <a:cubicBezTo>
                  <a:pt x="98" y="17"/>
                  <a:pt x="98" y="17"/>
                  <a:pt x="98" y="17"/>
                </a:cubicBezTo>
                <a:cubicBezTo>
                  <a:pt x="98" y="4"/>
                  <a:pt x="98" y="4"/>
                  <a:pt x="98" y="4"/>
                </a:cubicBezTo>
                <a:cubicBezTo>
                  <a:pt x="98" y="2"/>
                  <a:pt x="96" y="0"/>
                  <a:pt x="94" y="0"/>
                </a:cubicBezTo>
                <a:cubicBezTo>
                  <a:pt x="53" y="0"/>
                  <a:pt x="53" y="0"/>
                  <a:pt x="53" y="0"/>
                </a:cubicBezTo>
                <a:cubicBezTo>
                  <a:pt x="51" y="0"/>
                  <a:pt x="49" y="2"/>
                  <a:pt x="49" y="4"/>
                </a:cubicBezTo>
                <a:cubicBezTo>
                  <a:pt x="49" y="17"/>
                  <a:pt x="49" y="17"/>
                  <a:pt x="49" y="17"/>
                </a:cubicBezTo>
                <a:cubicBezTo>
                  <a:pt x="11" y="17"/>
                  <a:pt x="11" y="17"/>
                  <a:pt x="11" y="17"/>
                </a:cubicBezTo>
                <a:cubicBezTo>
                  <a:pt x="5" y="17"/>
                  <a:pt x="0" y="22"/>
                  <a:pt x="0" y="28"/>
                </a:cubicBezTo>
                <a:cubicBezTo>
                  <a:pt x="0" y="42"/>
                  <a:pt x="0" y="42"/>
                  <a:pt x="0" y="42"/>
                </a:cubicBezTo>
                <a:cubicBezTo>
                  <a:pt x="0" y="47"/>
                  <a:pt x="5" y="52"/>
                  <a:pt x="11" y="52"/>
                </a:cubicBezTo>
                <a:cubicBezTo>
                  <a:pt x="58" y="52"/>
                  <a:pt x="58" y="52"/>
                  <a:pt x="58" y="52"/>
                </a:cubicBezTo>
                <a:cubicBezTo>
                  <a:pt x="58" y="50"/>
                  <a:pt x="58" y="50"/>
                  <a:pt x="58" y="50"/>
                </a:cubicBezTo>
                <a:cubicBezTo>
                  <a:pt x="58" y="48"/>
                  <a:pt x="60" y="46"/>
                  <a:pt x="62" y="46"/>
                </a:cubicBezTo>
                <a:cubicBezTo>
                  <a:pt x="85" y="46"/>
                  <a:pt x="85" y="46"/>
                  <a:pt x="85" y="46"/>
                </a:cubicBezTo>
                <a:cubicBezTo>
                  <a:pt x="87" y="46"/>
                  <a:pt x="89" y="48"/>
                  <a:pt x="89" y="50"/>
                </a:cubicBezTo>
                <a:cubicBezTo>
                  <a:pt x="89" y="52"/>
                  <a:pt x="89" y="52"/>
                  <a:pt x="89" y="52"/>
                </a:cubicBezTo>
                <a:cubicBezTo>
                  <a:pt x="136" y="52"/>
                  <a:pt x="136" y="52"/>
                  <a:pt x="136" y="52"/>
                </a:cubicBezTo>
                <a:cubicBezTo>
                  <a:pt x="142" y="52"/>
                  <a:pt x="147" y="47"/>
                  <a:pt x="147" y="42"/>
                </a:cubicBezTo>
                <a:cubicBezTo>
                  <a:pt x="147" y="28"/>
                  <a:pt x="147" y="28"/>
                  <a:pt x="147" y="28"/>
                </a:cubicBezTo>
                <a:cubicBezTo>
                  <a:pt x="147" y="22"/>
                  <a:pt x="142" y="17"/>
                  <a:pt x="136" y="17"/>
                </a:cubicBezTo>
                <a:close/>
                <a:moveTo>
                  <a:pt x="90" y="17"/>
                </a:moveTo>
                <a:cubicBezTo>
                  <a:pt x="57" y="17"/>
                  <a:pt x="57" y="17"/>
                  <a:pt x="57" y="17"/>
                </a:cubicBezTo>
                <a:cubicBezTo>
                  <a:pt x="57" y="8"/>
                  <a:pt x="57" y="8"/>
                  <a:pt x="57" y="8"/>
                </a:cubicBezTo>
                <a:cubicBezTo>
                  <a:pt x="90" y="8"/>
                  <a:pt x="90" y="8"/>
                  <a:pt x="90" y="8"/>
                </a:cubicBezTo>
                <a:lnTo>
                  <a:pt x="90" y="17"/>
                </a:lnTo>
                <a:close/>
                <a:moveTo>
                  <a:pt x="147" y="57"/>
                </a:moveTo>
                <a:cubicBezTo>
                  <a:pt x="147" y="102"/>
                  <a:pt x="147" y="102"/>
                  <a:pt x="147" y="102"/>
                </a:cubicBezTo>
                <a:cubicBezTo>
                  <a:pt x="147" y="109"/>
                  <a:pt x="142" y="114"/>
                  <a:pt x="135" y="114"/>
                </a:cubicBezTo>
                <a:cubicBezTo>
                  <a:pt x="12" y="114"/>
                  <a:pt x="12" y="114"/>
                  <a:pt x="12" y="114"/>
                </a:cubicBezTo>
                <a:cubicBezTo>
                  <a:pt x="5" y="114"/>
                  <a:pt x="0" y="109"/>
                  <a:pt x="0" y="102"/>
                </a:cubicBezTo>
                <a:cubicBezTo>
                  <a:pt x="0" y="57"/>
                  <a:pt x="0" y="57"/>
                  <a:pt x="0" y="57"/>
                </a:cubicBezTo>
                <a:cubicBezTo>
                  <a:pt x="3" y="59"/>
                  <a:pt x="7" y="60"/>
                  <a:pt x="11" y="60"/>
                </a:cubicBezTo>
                <a:cubicBezTo>
                  <a:pt x="58" y="60"/>
                  <a:pt x="58" y="60"/>
                  <a:pt x="58" y="60"/>
                </a:cubicBezTo>
                <a:cubicBezTo>
                  <a:pt x="58" y="65"/>
                  <a:pt x="58" y="65"/>
                  <a:pt x="58" y="65"/>
                </a:cubicBezTo>
                <a:cubicBezTo>
                  <a:pt x="58" y="67"/>
                  <a:pt x="60" y="69"/>
                  <a:pt x="62" y="69"/>
                </a:cubicBezTo>
                <a:cubicBezTo>
                  <a:pt x="85" y="69"/>
                  <a:pt x="85" y="69"/>
                  <a:pt x="85" y="69"/>
                </a:cubicBezTo>
                <a:cubicBezTo>
                  <a:pt x="87" y="69"/>
                  <a:pt x="89" y="67"/>
                  <a:pt x="89" y="65"/>
                </a:cubicBezTo>
                <a:cubicBezTo>
                  <a:pt x="89" y="60"/>
                  <a:pt x="89" y="60"/>
                  <a:pt x="89" y="60"/>
                </a:cubicBezTo>
                <a:cubicBezTo>
                  <a:pt x="136" y="60"/>
                  <a:pt x="136" y="60"/>
                  <a:pt x="136" y="60"/>
                </a:cubicBezTo>
                <a:cubicBezTo>
                  <a:pt x="140" y="60"/>
                  <a:pt x="144" y="59"/>
                  <a:pt x="147" y="57"/>
                </a:cubicBezTo>
                <a:close/>
                <a:moveTo>
                  <a:pt x="63" y="61"/>
                </a:moveTo>
                <a:cubicBezTo>
                  <a:pt x="63" y="55"/>
                  <a:pt x="63" y="55"/>
                  <a:pt x="63" y="55"/>
                </a:cubicBezTo>
                <a:cubicBezTo>
                  <a:pt x="63" y="53"/>
                  <a:pt x="64" y="51"/>
                  <a:pt x="66" y="51"/>
                </a:cubicBezTo>
                <a:cubicBezTo>
                  <a:pt x="81" y="51"/>
                  <a:pt x="81" y="51"/>
                  <a:pt x="81" y="51"/>
                </a:cubicBezTo>
                <a:cubicBezTo>
                  <a:pt x="83" y="51"/>
                  <a:pt x="84" y="53"/>
                  <a:pt x="84" y="55"/>
                </a:cubicBezTo>
                <a:cubicBezTo>
                  <a:pt x="84" y="61"/>
                  <a:pt x="84" y="61"/>
                  <a:pt x="84" y="61"/>
                </a:cubicBezTo>
                <a:cubicBezTo>
                  <a:pt x="84" y="63"/>
                  <a:pt x="83" y="64"/>
                  <a:pt x="81" y="64"/>
                </a:cubicBezTo>
                <a:cubicBezTo>
                  <a:pt x="66" y="64"/>
                  <a:pt x="66" y="64"/>
                  <a:pt x="66" y="64"/>
                </a:cubicBezTo>
                <a:cubicBezTo>
                  <a:pt x="64" y="64"/>
                  <a:pt x="63" y="63"/>
                  <a:pt x="63" y="61"/>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819FBE40-EC59-4F04-A480-65A3165A067F}"/>
              </a:ext>
            </a:extLst>
          </p:cNvPr>
          <p:cNvSpPr>
            <a:spLocks noEditPoints="1"/>
          </p:cNvSpPr>
          <p:nvPr/>
        </p:nvSpPr>
        <p:spPr bwMode="auto">
          <a:xfrm>
            <a:off x="5878513" y="1900238"/>
            <a:ext cx="504825" cy="501650"/>
          </a:xfrm>
          <a:custGeom>
            <a:avLst/>
            <a:gdLst>
              <a:gd name="T0" fmla="*/ 143 w 143"/>
              <a:gd name="T1" fmla="*/ 22 h 142"/>
              <a:gd name="T2" fmla="*/ 125 w 143"/>
              <a:gd name="T3" fmla="*/ 17 h 142"/>
              <a:gd name="T4" fmla="*/ 120 w 143"/>
              <a:gd name="T5" fmla="*/ 0 h 142"/>
              <a:gd name="T6" fmla="*/ 99 w 143"/>
              <a:gd name="T7" fmla="*/ 27 h 142"/>
              <a:gd name="T8" fmla="*/ 101 w 143"/>
              <a:gd name="T9" fmla="*/ 36 h 142"/>
              <a:gd name="T10" fmla="*/ 57 w 143"/>
              <a:gd name="T11" fmla="*/ 79 h 142"/>
              <a:gd name="T12" fmla="*/ 57 w 143"/>
              <a:gd name="T13" fmla="*/ 85 h 142"/>
              <a:gd name="T14" fmla="*/ 60 w 143"/>
              <a:gd name="T15" fmla="*/ 87 h 142"/>
              <a:gd name="T16" fmla="*/ 63 w 143"/>
              <a:gd name="T17" fmla="*/ 85 h 142"/>
              <a:gd name="T18" fmla="*/ 107 w 143"/>
              <a:gd name="T19" fmla="*/ 42 h 142"/>
              <a:gd name="T20" fmla="*/ 116 w 143"/>
              <a:gd name="T21" fmla="*/ 43 h 142"/>
              <a:gd name="T22" fmla="*/ 143 w 143"/>
              <a:gd name="T23" fmla="*/ 22 h 142"/>
              <a:gd name="T24" fmla="*/ 90 w 143"/>
              <a:gd name="T25" fmla="*/ 71 h 142"/>
              <a:gd name="T26" fmla="*/ 96 w 143"/>
              <a:gd name="T27" fmla="*/ 64 h 142"/>
              <a:gd name="T28" fmla="*/ 101 w 143"/>
              <a:gd name="T29" fmla="*/ 82 h 142"/>
              <a:gd name="T30" fmla="*/ 60 w 143"/>
              <a:gd name="T31" fmla="*/ 123 h 142"/>
              <a:gd name="T32" fmla="*/ 20 w 143"/>
              <a:gd name="T33" fmla="*/ 82 h 142"/>
              <a:gd name="T34" fmla="*/ 60 w 143"/>
              <a:gd name="T35" fmla="*/ 42 h 142"/>
              <a:gd name="T36" fmla="*/ 78 w 143"/>
              <a:gd name="T37" fmla="*/ 46 h 142"/>
              <a:gd name="T38" fmla="*/ 72 w 143"/>
              <a:gd name="T39" fmla="*/ 53 h 142"/>
              <a:gd name="T40" fmla="*/ 60 w 143"/>
              <a:gd name="T41" fmla="*/ 50 h 142"/>
              <a:gd name="T42" fmla="*/ 28 w 143"/>
              <a:gd name="T43" fmla="*/ 82 h 142"/>
              <a:gd name="T44" fmla="*/ 60 w 143"/>
              <a:gd name="T45" fmla="*/ 114 h 142"/>
              <a:gd name="T46" fmla="*/ 92 w 143"/>
              <a:gd name="T47" fmla="*/ 82 h 142"/>
              <a:gd name="T48" fmla="*/ 90 w 143"/>
              <a:gd name="T49" fmla="*/ 71 h 142"/>
              <a:gd name="T50" fmla="*/ 73 w 143"/>
              <a:gd name="T51" fmla="*/ 87 h 142"/>
              <a:gd name="T52" fmla="*/ 82 w 143"/>
              <a:gd name="T53" fmla="*/ 78 h 142"/>
              <a:gd name="T54" fmla="*/ 83 w 143"/>
              <a:gd name="T55" fmla="*/ 82 h 142"/>
              <a:gd name="T56" fmla="*/ 60 w 143"/>
              <a:gd name="T57" fmla="*/ 105 h 142"/>
              <a:gd name="T58" fmla="*/ 38 w 143"/>
              <a:gd name="T59" fmla="*/ 82 h 142"/>
              <a:gd name="T60" fmla="*/ 60 w 143"/>
              <a:gd name="T61" fmla="*/ 60 h 142"/>
              <a:gd name="T62" fmla="*/ 64 w 143"/>
              <a:gd name="T63" fmla="*/ 60 h 142"/>
              <a:gd name="T64" fmla="*/ 56 w 143"/>
              <a:gd name="T65" fmla="*/ 69 h 142"/>
              <a:gd name="T66" fmla="*/ 46 w 143"/>
              <a:gd name="T67" fmla="*/ 82 h 142"/>
              <a:gd name="T68" fmla="*/ 60 w 143"/>
              <a:gd name="T69" fmla="*/ 96 h 142"/>
              <a:gd name="T70" fmla="*/ 73 w 143"/>
              <a:gd name="T71" fmla="*/ 87 h 142"/>
              <a:gd name="T72" fmla="*/ 111 w 143"/>
              <a:gd name="T73" fmla="*/ 51 h 142"/>
              <a:gd name="T74" fmla="*/ 120 w 143"/>
              <a:gd name="T75" fmla="*/ 82 h 142"/>
              <a:gd name="T76" fmla="*/ 60 w 143"/>
              <a:gd name="T77" fmla="*/ 142 h 142"/>
              <a:gd name="T78" fmla="*/ 0 w 143"/>
              <a:gd name="T79" fmla="*/ 82 h 142"/>
              <a:gd name="T80" fmla="*/ 60 w 143"/>
              <a:gd name="T81" fmla="*/ 22 h 142"/>
              <a:gd name="T82" fmla="*/ 92 w 143"/>
              <a:gd name="T83" fmla="*/ 31 h 142"/>
              <a:gd name="T84" fmla="*/ 92 w 143"/>
              <a:gd name="T85" fmla="*/ 33 h 142"/>
              <a:gd name="T86" fmla="*/ 87 w 143"/>
              <a:gd name="T87" fmla="*/ 38 h 142"/>
              <a:gd name="T88" fmla="*/ 60 w 143"/>
              <a:gd name="T89" fmla="*/ 31 h 142"/>
              <a:gd name="T90" fmla="*/ 9 w 143"/>
              <a:gd name="T91" fmla="*/ 82 h 142"/>
              <a:gd name="T92" fmla="*/ 60 w 143"/>
              <a:gd name="T93" fmla="*/ 134 h 142"/>
              <a:gd name="T94" fmla="*/ 112 w 143"/>
              <a:gd name="T95" fmla="*/ 82 h 142"/>
              <a:gd name="T96" fmla="*/ 105 w 143"/>
              <a:gd name="T97" fmla="*/ 56 h 142"/>
              <a:gd name="T98" fmla="*/ 110 w 143"/>
              <a:gd name="T99" fmla="*/ 50 h 142"/>
              <a:gd name="T100" fmla="*/ 111 w 143"/>
              <a:gd name="T101" fmla="*/ 5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142">
                <a:moveTo>
                  <a:pt x="143" y="22"/>
                </a:moveTo>
                <a:cubicBezTo>
                  <a:pt x="125" y="17"/>
                  <a:pt x="125" y="17"/>
                  <a:pt x="125" y="17"/>
                </a:cubicBezTo>
                <a:cubicBezTo>
                  <a:pt x="120" y="0"/>
                  <a:pt x="120" y="0"/>
                  <a:pt x="120" y="0"/>
                </a:cubicBezTo>
                <a:cubicBezTo>
                  <a:pt x="99" y="27"/>
                  <a:pt x="99" y="27"/>
                  <a:pt x="99" y="27"/>
                </a:cubicBezTo>
                <a:cubicBezTo>
                  <a:pt x="101" y="36"/>
                  <a:pt x="101" y="36"/>
                  <a:pt x="101" y="36"/>
                </a:cubicBezTo>
                <a:cubicBezTo>
                  <a:pt x="57" y="79"/>
                  <a:pt x="57" y="79"/>
                  <a:pt x="57" y="79"/>
                </a:cubicBezTo>
                <a:cubicBezTo>
                  <a:pt x="56" y="81"/>
                  <a:pt x="56" y="84"/>
                  <a:pt x="57" y="85"/>
                </a:cubicBezTo>
                <a:cubicBezTo>
                  <a:pt x="58" y="86"/>
                  <a:pt x="59" y="87"/>
                  <a:pt x="60" y="87"/>
                </a:cubicBezTo>
                <a:cubicBezTo>
                  <a:pt x="61" y="87"/>
                  <a:pt x="62" y="86"/>
                  <a:pt x="63" y="85"/>
                </a:cubicBezTo>
                <a:cubicBezTo>
                  <a:pt x="107" y="42"/>
                  <a:pt x="107" y="42"/>
                  <a:pt x="107" y="42"/>
                </a:cubicBezTo>
                <a:cubicBezTo>
                  <a:pt x="116" y="43"/>
                  <a:pt x="116" y="43"/>
                  <a:pt x="116" y="43"/>
                </a:cubicBezTo>
                <a:lnTo>
                  <a:pt x="143" y="22"/>
                </a:lnTo>
                <a:close/>
                <a:moveTo>
                  <a:pt x="90" y="71"/>
                </a:moveTo>
                <a:cubicBezTo>
                  <a:pt x="96" y="64"/>
                  <a:pt x="96" y="64"/>
                  <a:pt x="96" y="64"/>
                </a:cubicBezTo>
                <a:cubicBezTo>
                  <a:pt x="99" y="70"/>
                  <a:pt x="101" y="76"/>
                  <a:pt x="101" y="82"/>
                </a:cubicBezTo>
                <a:cubicBezTo>
                  <a:pt x="101" y="105"/>
                  <a:pt x="83" y="123"/>
                  <a:pt x="60" y="123"/>
                </a:cubicBezTo>
                <a:cubicBezTo>
                  <a:pt x="38" y="123"/>
                  <a:pt x="20" y="105"/>
                  <a:pt x="20" y="82"/>
                </a:cubicBezTo>
                <a:cubicBezTo>
                  <a:pt x="20" y="60"/>
                  <a:pt x="38" y="42"/>
                  <a:pt x="60" y="42"/>
                </a:cubicBezTo>
                <a:cubicBezTo>
                  <a:pt x="67" y="42"/>
                  <a:pt x="73" y="44"/>
                  <a:pt x="78" y="46"/>
                </a:cubicBezTo>
                <a:cubicBezTo>
                  <a:pt x="72" y="53"/>
                  <a:pt x="72" y="53"/>
                  <a:pt x="72" y="53"/>
                </a:cubicBezTo>
                <a:cubicBezTo>
                  <a:pt x="68" y="51"/>
                  <a:pt x="64" y="50"/>
                  <a:pt x="60" y="50"/>
                </a:cubicBezTo>
                <a:cubicBezTo>
                  <a:pt x="43" y="50"/>
                  <a:pt x="28" y="65"/>
                  <a:pt x="28" y="82"/>
                </a:cubicBezTo>
                <a:cubicBezTo>
                  <a:pt x="28" y="100"/>
                  <a:pt x="43" y="114"/>
                  <a:pt x="60" y="114"/>
                </a:cubicBezTo>
                <a:cubicBezTo>
                  <a:pt x="78" y="114"/>
                  <a:pt x="92" y="100"/>
                  <a:pt x="92" y="82"/>
                </a:cubicBezTo>
                <a:cubicBezTo>
                  <a:pt x="92" y="78"/>
                  <a:pt x="91" y="74"/>
                  <a:pt x="90" y="71"/>
                </a:cubicBezTo>
                <a:close/>
                <a:moveTo>
                  <a:pt x="73" y="87"/>
                </a:moveTo>
                <a:cubicBezTo>
                  <a:pt x="82" y="78"/>
                  <a:pt x="82" y="78"/>
                  <a:pt x="82" y="78"/>
                </a:cubicBezTo>
                <a:cubicBezTo>
                  <a:pt x="83" y="80"/>
                  <a:pt x="83" y="81"/>
                  <a:pt x="83" y="82"/>
                </a:cubicBezTo>
                <a:cubicBezTo>
                  <a:pt x="83" y="95"/>
                  <a:pt x="73" y="105"/>
                  <a:pt x="60" y="105"/>
                </a:cubicBezTo>
                <a:cubicBezTo>
                  <a:pt x="48" y="105"/>
                  <a:pt x="38" y="95"/>
                  <a:pt x="38" y="82"/>
                </a:cubicBezTo>
                <a:cubicBezTo>
                  <a:pt x="38" y="70"/>
                  <a:pt x="48" y="60"/>
                  <a:pt x="60" y="60"/>
                </a:cubicBezTo>
                <a:cubicBezTo>
                  <a:pt x="62" y="60"/>
                  <a:pt x="63" y="60"/>
                  <a:pt x="64" y="60"/>
                </a:cubicBezTo>
                <a:cubicBezTo>
                  <a:pt x="56" y="69"/>
                  <a:pt x="56" y="69"/>
                  <a:pt x="56" y="69"/>
                </a:cubicBezTo>
                <a:cubicBezTo>
                  <a:pt x="50" y="71"/>
                  <a:pt x="46" y="76"/>
                  <a:pt x="46" y="82"/>
                </a:cubicBezTo>
                <a:cubicBezTo>
                  <a:pt x="46" y="90"/>
                  <a:pt x="53" y="96"/>
                  <a:pt x="60" y="96"/>
                </a:cubicBezTo>
                <a:cubicBezTo>
                  <a:pt x="66" y="96"/>
                  <a:pt x="72" y="92"/>
                  <a:pt x="73" y="87"/>
                </a:cubicBezTo>
                <a:close/>
                <a:moveTo>
                  <a:pt x="111" y="51"/>
                </a:moveTo>
                <a:cubicBezTo>
                  <a:pt x="117" y="60"/>
                  <a:pt x="120" y="71"/>
                  <a:pt x="120" y="82"/>
                </a:cubicBezTo>
                <a:cubicBezTo>
                  <a:pt x="120" y="116"/>
                  <a:pt x="93" y="142"/>
                  <a:pt x="60" y="142"/>
                </a:cubicBezTo>
                <a:cubicBezTo>
                  <a:pt x="27" y="142"/>
                  <a:pt x="0" y="116"/>
                  <a:pt x="0" y="82"/>
                </a:cubicBezTo>
                <a:cubicBezTo>
                  <a:pt x="0" y="49"/>
                  <a:pt x="27" y="22"/>
                  <a:pt x="60" y="22"/>
                </a:cubicBezTo>
                <a:cubicBezTo>
                  <a:pt x="72" y="22"/>
                  <a:pt x="83" y="26"/>
                  <a:pt x="92" y="31"/>
                </a:cubicBezTo>
                <a:cubicBezTo>
                  <a:pt x="92" y="33"/>
                  <a:pt x="92" y="33"/>
                  <a:pt x="92" y="33"/>
                </a:cubicBezTo>
                <a:cubicBezTo>
                  <a:pt x="87" y="38"/>
                  <a:pt x="87" y="38"/>
                  <a:pt x="87" y="38"/>
                </a:cubicBezTo>
                <a:cubicBezTo>
                  <a:pt x="79" y="33"/>
                  <a:pt x="70" y="31"/>
                  <a:pt x="60" y="31"/>
                </a:cubicBezTo>
                <a:cubicBezTo>
                  <a:pt x="32" y="31"/>
                  <a:pt x="9" y="54"/>
                  <a:pt x="9" y="82"/>
                </a:cubicBezTo>
                <a:cubicBezTo>
                  <a:pt x="9" y="111"/>
                  <a:pt x="32" y="134"/>
                  <a:pt x="60" y="134"/>
                </a:cubicBezTo>
                <a:cubicBezTo>
                  <a:pt x="89" y="134"/>
                  <a:pt x="112" y="111"/>
                  <a:pt x="112" y="82"/>
                </a:cubicBezTo>
                <a:cubicBezTo>
                  <a:pt x="112" y="73"/>
                  <a:pt x="109" y="64"/>
                  <a:pt x="105" y="56"/>
                </a:cubicBezTo>
                <a:cubicBezTo>
                  <a:pt x="110" y="50"/>
                  <a:pt x="110" y="50"/>
                  <a:pt x="110" y="50"/>
                </a:cubicBezTo>
                <a:lnTo>
                  <a:pt x="111" y="51"/>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2ADF1BD4-7FA8-4E05-BC17-EB05CAD9508C}"/>
              </a:ext>
            </a:extLst>
          </p:cNvPr>
          <p:cNvSpPr>
            <a:spLocks noEditPoints="1"/>
          </p:cNvSpPr>
          <p:nvPr/>
        </p:nvSpPr>
        <p:spPr bwMode="auto">
          <a:xfrm>
            <a:off x="7585076" y="5392738"/>
            <a:ext cx="698500" cy="412750"/>
          </a:xfrm>
          <a:custGeom>
            <a:avLst/>
            <a:gdLst>
              <a:gd name="T0" fmla="*/ 42 w 198"/>
              <a:gd name="T1" fmla="*/ 75 h 117"/>
              <a:gd name="T2" fmla="*/ 43 w 198"/>
              <a:gd name="T3" fmla="*/ 67 h 117"/>
              <a:gd name="T4" fmla="*/ 64 w 198"/>
              <a:gd name="T5" fmla="*/ 51 h 117"/>
              <a:gd name="T6" fmla="*/ 69 w 198"/>
              <a:gd name="T7" fmla="*/ 57 h 117"/>
              <a:gd name="T8" fmla="*/ 50 w 198"/>
              <a:gd name="T9" fmla="*/ 76 h 117"/>
              <a:gd name="T10" fmla="*/ 60 w 198"/>
              <a:gd name="T11" fmla="*/ 90 h 117"/>
              <a:gd name="T12" fmla="*/ 83 w 198"/>
              <a:gd name="T13" fmla="*/ 64 h 117"/>
              <a:gd name="T14" fmla="*/ 76 w 198"/>
              <a:gd name="T15" fmla="*/ 63 h 117"/>
              <a:gd name="T16" fmla="*/ 52 w 198"/>
              <a:gd name="T17" fmla="*/ 90 h 117"/>
              <a:gd name="T18" fmla="*/ 60 w 198"/>
              <a:gd name="T19" fmla="*/ 90 h 117"/>
              <a:gd name="T20" fmla="*/ 89 w 198"/>
              <a:gd name="T21" fmla="*/ 89 h 117"/>
              <a:gd name="T22" fmla="*/ 85 w 198"/>
              <a:gd name="T23" fmla="*/ 80 h 117"/>
              <a:gd name="T24" fmla="*/ 66 w 198"/>
              <a:gd name="T25" fmla="*/ 94 h 117"/>
              <a:gd name="T26" fmla="*/ 69 w 198"/>
              <a:gd name="T27" fmla="*/ 104 h 117"/>
              <a:gd name="T28" fmla="*/ 84 w 198"/>
              <a:gd name="T29" fmla="*/ 116 h 117"/>
              <a:gd name="T30" fmla="*/ 95 w 198"/>
              <a:gd name="T31" fmla="*/ 100 h 117"/>
              <a:gd name="T32" fmla="*/ 87 w 198"/>
              <a:gd name="T33" fmla="*/ 100 h 117"/>
              <a:gd name="T34" fmla="*/ 77 w 198"/>
              <a:gd name="T35" fmla="*/ 115 h 117"/>
              <a:gd name="T36" fmla="*/ 84 w 198"/>
              <a:gd name="T37" fmla="*/ 116 h 117"/>
              <a:gd name="T38" fmla="*/ 198 w 198"/>
              <a:gd name="T39" fmla="*/ 36 h 117"/>
              <a:gd name="T40" fmla="*/ 158 w 198"/>
              <a:gd name="T41" fmla="*/ 17 h 117"/>
              <a:gd name="T42" fmla="*/ 176 w 198"/>
              <a:gd name="T43" fmla="*/ 47 h 117"/>
              <a:gd name="T44" fmla="*/ 159 w 198"/>
              <a:gd name="T45" fmla="*/ 55 h 117"/>
              <a:gd name="T46" fmla="*/ 152 w 198"/>
              <a:gd name="T47" fmla="*/ 20 h 117"/>
              <a:gd name="T48" fmla="*/ 96 w 198"/>
              <a:gd name="T49" fmla="*/ 12 h 117"/>
              <a:gd name="T50" fmla="*/ 93 w 198"/>
              <a:gd name="T51" fmla="*/ 12 h 117"/>
              <a:gd name="T52" fmla="*/ 60 w 198"/>
              <a:gd name="T53" fmla="*/ 31 h 117"/>
              <a:gd name="T54" fmla="*/ 65 w 198"/>
              <a:gd name="T55" fmla="*/ 38 h 117"/>
              <a:gd name="T56" fmla="*/ 98 w 198"/>
              <a:gd name="T57" fmla="*/ 21 h 117"/>
              <a:gd name="T58" fmla="*/ 100 w 198"/>
              <a:gd name="T59" fmla="*/ 22 h 117"/>
              <a:gd name="T60" fmla="*/ 156 w 198"/>
              <a:gd name="T61" fmla="*/ 60 h 117"/>
              <a:gd name="T62" fmla="*/ 107 w 198"/>
              <a:gd name="T63" fmla="*/ 108 h 117"/>
              <a:gd name="T64" fmla="*/ 98 w 198"/>
              <a:gd name="T65" fmla="*/ 112 h 117"/>
              <a:gd name="T66" fmla="*/ 102 w 198"/>
              <a:gd name="T67" fmla="*/ 116 h 117"/>
              <a:gd name="T68" fmla="*/ 121 w 198"/>
              <a:gd name="T69" fmla="*/ 107 h 117"/>
              <a:gd name="T70" fmla="*/ 123 w 198"/>
              <a:gd name="T71" fmla="*/ 100 h 117"/>
              <a:gd name="T72" fmla="*/ 117 w 198"/>
              <a:gd name="T73" fmla="*/ 83 h 117"/>
              <a:gd name="T74" fmla="*/ 131 w 198"/>
              <a:gd name="T75" fmla="*/ 98 h 117"/>
              <a:gd name="T76" fmla="*/ 138 w 198"/>
              <a:gd name="T77" fmla="*/ 99 h 117"/>
              <a:gd name="T78" fmla="*/ 139 w 198"/>
              <a:gd name="T79" fmla="*/ 91 h 117"/>
              <a:gd name="T80" fmla="*/ 132 w 198"/>
              <a:gd name="T81" fmla="*/ 72 h 117"/>
              <a:gd name="T82" fmla="*/ 146 w 198"/>
              <a:gd name="T83" fmla="*/ 87 h 117"/>
              <a:gd name="T84" fmla="*/ 153 w 198"/>
              <a:gd name="T85" fmla="*/ 90 h 117"/>
              <a:gd name="T86" fmla="*/ 143 w 198"/>
              <a:gd name="T87" fmla="*/ 69 h 117"/>
              <a:gd name="T88" fmla="*/ 70 w 198"/>
              <a:gd name="T89" fmla="*/ 43 h 117"/>
              <a:gd name="T90" fmla="*/ 55 w 198"/>
              <a:gd name="T91" fmla="*/ 39 h 117"/>
              <a:gd name="T92" fmla="*/ 59 w 198"/>
              <a:gd name="T93" fmla="*/ 21 h 117"/>
              <a:gd name="T94" fmla="*/ 48 w 198"/>
              <a:gd name="T95" fmla="*/ 21 h 117"/>
              <a:gd name="T96" fmla="*/ 38 w 198"/>
              <a:gd name="T97" fmla="*/ 62 h 117"/>
              <a:gd name="T98" fmla="*/ 64 w 198"/>
              <a:gd name="T99" fmla="*/ 45 h 117"/>
              <a:gd name="T100" fmla="*/ 76 w 198"/>
              <a:gd name="T101" fmla="*/ 56 h 117"/>
              <a:gd name="T102" fmla="*/ 88 w 198"/>
              <a:gd name="T103" fmla="*/ 60 h 117"/>
              <a:gd name="T104" fmla="*/ 95 w 198"/>
              <a:gd name="T105" fmla="*/ 77 h 117"/>
              <a:gd name="T106" fmla="*/ 100 w 198"/>
              <a:gd name="T107" fmla="*/ 96 h 117"/>
              <a:gd name="T108" fmla="*/ 113 w 198"/>
              <a:gd name="T109" fmla="*/ 104 h 117"/>
              <a:gd name="T110" fmla="*/ 118 w 198"/>
              <a:gd name="T111" fmla="*/ 107 h 117"/>
              <a:gd name="T112" fmla="*/ 18 w 198"/>
              <a:gd name="T113" fmla="*/ 43 h 117"/>
              <a:gd name="T114" fmla="*/ 26 w 198"/>
              <a:gd name="T115" fmla="*/ 0 h 117"/>
              <a:gd name="T116" fmla="*/ 18 w 198"/>
              <a:gd name="T117" fmla="*/ 4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8" h="117">
                <a:moveTo>
                  <a:pt x="46" y="77"/>
                </a:moveTo>
                <a:cubicBezTo>
                  <a:pt x="44" y="77"/>
                  <a:pt x="43" y="76"/>
                  <a:pt x="42" y="75"/>
                </a:cubicBezTo>
                <a:cubicBezTo>
                  <a:pt x="41" y="74"/>
                  <a:pt x="41" y="72"/>
                  <a:pt x="41" y="71"/>
                </a:cubicBezTo>
                <a:cubicBezTo>
                  <a:pt x="41" y="70"/>
                  <a:pt x="42" y="68"/>
                  <a:pt x="43" y="67"/>
                </a:cubicBezTo>
                <a:cubicBezTo>
                  <a:pt x="61" y="53"/>
                  <a:pt x="61" y="53"/>
                  <a:pt x="61" y="53"/>
                </a:cubicBezTo>
                <a:cubicBezTo>
                  <a:pt x="61" y="52"/>
                  <a:pt x="63" y="51"/>
                  <a:pt x="64" y="51"/>
                </a:cubicBezTo>
                <a:cubicBezTo>
                  <a:pt x="66" y="51"/>
                  <a:pt x="67" y="52"/>
                  <a:pt x="68" y="53"/>
                </a:cubicBezTo>
                <a:cubicBezTo>
                  <a:pt x="69" y="55"/>
                  <a:pt x="69" y="56"/>
                  <a:pt x="69" y="57"/>
                </a:cubicBezTo>
                <a:cubicBezTo>
                  <a:pt x="69" y="59"/>
                  <a:pt x="68" y="60"/>
                  <a:pt x="67" y="61"/>
                </a:cubicBezTo>
                <a:cubicBezTo>
                  <a:pt x="50" y="76"/>
                  <a:pt x="50" y="76"/>
                  <a:pt x="50" y="76"/>
                </a:cubicBezTo>
                <a:cubicBezTo>
                  <a:pt x="49" y="76"/>
                  <a:pt x="47" y="77"/>
                  <a:pt x="46" y="77"/>
                </a:cubicBezTo>
                <a:close/>
                <a:moveTo>
                  <a:pt x="60" y="90"/>
                </a:moveTo>
                <a:cubicBezTo>
                  <a:pt x="82" y="71"/>
                  <a:pt x="82" y="71"/>
                  <a:pt x="82" y="71"/>
                </a:cubicBezTo>
                <a:cubicBezTo>
                  <a:pt x="85" y="70"/>
                  <a:pt x="85" y="66"/>
                  <a:pt x="83" y="64"/>
                </a:cubicBezTo>
                <a:cubicBezTo>
                  <a:pt x="82" y="63"/>
                  <a:pt x="81" y="62"/>
                  <a:pt x="79" y="62"/>
                </a:cubicBezTo>
                <a:cubicBezTo>
                  <a:pt x="78" y="62"/>
                  <a:pt x="77" y="62"/>
                  <a:pt x="76" y="63"/>
                </a:cubicBezTo>
                <a:cubicBezTo>
                  <a:pt x="53" y="82"/>
                  <a:pt x="53" y="82"/>
                  <a:pt x="53" y="82"/>
                </a:cubicBezTo>
                <a:cubicBezTo>
                  <a:pt x="50" y="84"/>
                  <a:pt x="50" y="87"/>
                  <a:pt x="52" y="90"/>
                </a:cubicBezTo>
                <a:cubicBezTo>
                  <a:pt x="53" y="91"/>
                  <a:pt x="55" y="92"/>
                  <a:pt x="56" y="92"/>
                </a:cubicBezTo>
                <a:cubicBezTo>
                  <a:pt x="57" y="92"/>
                  <a:pt x="59" y="91"/>
                  <a:pt x="60" y="90"/>
                </a:cubicBezTo>
                <a:close/>
                <a:moveTo>
                  <a:pt x="72" y="103"/>
                </a:moveTo>
                <a:cubicBezTo>
                  <a:pt x="89" y="89"/>
                  <a:pt x="89" y="89"/>
                  <a:pt x="89" y="89"/>
                </a:cubicBezTo>
                <a:cubicBezTo>
                  <a:pt x="91" y="87"/>
                  <a:pt x="91" y="84"/>
                  <a:pt x="90" y="82"/>
                </a:cubicBezTo>
                <a:cubicBezTo>
                  <a:pt x="89" y="80"/>
                  <a:pt x="87" y="80"/>
                  <a:pt x="85" y="80"/>
                </a:cubicBezTo>
                <a:cubicBezTo>
                  <a:pt x="84" y="80"/>
                  <a:pt x="83" y="80"/>
                  <a:pt x="82" y="81"/>
                </a:cubicBezTo>
                <a:cubicBezTo>
                  <a:pt x="66" y="94"/>
                  <a:pt x="66" y="94"/>
                  <a:pt x="66" y="94"/>
                </a:cubicBezTo>
                <a:cubicBezTo>
                  <a:pt x="63" y="96"/>
                  <a:pt x="63" y="100"/>
                  <a:pt x="65" y="102"/>
                </a:cubicBezTo>
                <a:cubicBezTo>
                  <a:pt x="66" y="103"/>
                  <a:pt x="67" y="104"/>
                  <a:pt x="69" y="104"/>
                </a:cubicBezTo>
                <a:cubicBezTo>
                  <a:pt x="70" y="104"/>
                  <a:pt x="71" y="104"/>
                  <a:pt x="72" y="103"/>
                </a:cubicBezTo>
                <a:close/>
                <a:moveTo>
                  <a:pt x="84" y="116"/>
                </a:moveTo>
                <a:cubicBezTo>
                  <a:pt x="94" y="108"/>
                  <a:pt x="94" y="108"/>
                  <a:pt x="94" y="108"/>
                </a:cubicBezTo>
                <a:cubicBezTo>
                  <a:pt x="96" y="106"/>
                  <a:pt x="97" y="103"/>
                  <a:pt x="95" y="100"/>
                </a:cubicBezTo>
                <a:cubicBezTo>
                  <a:pt x="94" y="99"/>
                  <a:pt x="92" y="98"/>
                  <a:pt x="91" y="98"/>
                </a:cubicBezTo>
                <a:cubicBezTo>
                  <a:pt x="89" y="98"/>
                  <a:pt x="88" y="99"/>
                  <a:pt x="87" y="100"/>
                </a:cubicBezTo>
                <a:cubicBezTo>
                  <a:pt x="78" y="108"/>
                  <a:pt x="78" y="108"/>
                  <a:pt x="78" y="108"/>
                </a:cubicBezTo>
                <a:cubicBezTo>
                  <a:pt x="75" y="109"/>
                  <a:pt x="75" y="113"/>
                  <a:pt x="77" y="115"/>
                </a:cubicBezTo>
                <a:cubicBezTo>
                  <a:pt x="78" y="116"/>
                  <a:pt x="79" y="117"/>
                  <a:pt x="81" y="117"/>
                </a:cubicBezTo>
                <a:cubicBezTo>
                  <a:pt x="82" y="117"/>
                  <a:pt x="83" y="117"/>
                  <a:pt x="84" y="116"/>
                </a:cubicBezTo>
                <a:close/>
                <a:moveTo>
                  <a:pt x="176" y="47"/>
                </a:moveTo>
                <a:cubicBezTo>
                  <a:pt x="198" y="36"/>
                  <a:pt x="198" y="36"/>
                  <a:pt x="198" y="36"/>
                </a:cubicBezTo>
                <a:cubicBezTo>
                  <a:pt x="182" y="4"/>
                  <a:pt x="182" y="4"/>
                  <a:pt x="182" y="4"/>
                </a:cubicBezTo>
                <a:cubicBezTo>
                  <a:pt x="173" y="9"/>
                  <a:pt x="162" y="15"/>
                  <a:pt x="158" y="17"/>
                </a:cubicBezTo>
                <a:cubicBezTo>
                  <a:pt x="160" y="21"/>
                  <a:pt x="165" y="29"/>
                  <a:pt x="175" y="46"/>
                </a:cubicBezTo>
                <a:lnTo>
                  <a:pt x="176" y="47"/>
                </a:lnTo>
                <a:close/>
                <a:moveTo>
                  <a:pt x="156" y="60"/>
                </a:moveTo>
                <a:cubicBezTo>
                  <a:pt x="157" y="58"/>
                  <a:pt x="158" y="56"/>
                  <a:pt x="159" y="55"/>
                </a:cubicBezTo>
                <a:cubicBezTo>
                  <a:pt x="161" y="54"/>
                  <a:pt x="165" y="51"/>
                  <a:pt x="169" y="49"/>
                </a:cubicBezTo>
                <a:cubicBezTo>
                  <a:pt x="166" y="44"/>
                  <a:pt x="156" y="26"/>
                  <a:pt x="152" y="20"/>
                </a:cubicBezTo>
                <a:cubicBezTo>
                  <a:pt x="133" y="12"/>
                  <a:pt x="117" y="11"/>
                  <a:pt x="106" y="11"/>
                </a:cubicBezTo>
                <a:cubicBezTo>
                  <a:pt x="103" y="11"/>
                  <a:pt x="99" y="11"/>
                  <a:pt x="96" y="12"/>
                </a:cubicBezTo>
                <a:cubicBezTo>
                  <a:pt x="95" y="11"/>
                  <a:pt x="95" y="11"/>
                  <a:pt x="95" y="11"/>
                </a:cubicBezTo>
                <a:cubicBezTo>
                  <a:pt x="94" y="11"/>
                  <a:pt x="94" y="12"/>
                  <a:pt x="93" y="12"/>
                </a:cubicBezTo>
                <a:cubicBezTo>
                  <a:pt x="62" y="27"/>
                  <a:pt x="62" y="27"/>
                  <a:pt x="62" y="27"/>
                </a:cubicBezTo>
                <a:cubicBezTo>
                  <a:pt x="61" y="28"/>
                  <a:pt x="60" y="29"/>
                  <a:pt x="60" y="31"/>
                </a:cubicBezTo>
                <a:cubicBezTo>
                  <a:pt x="59" y="32"/>
                  <a:pt x="59" y="33"/>
                  <a:pt x="60" y="35"/>
                </a:cubicBezTo>
                <a:cubicBezTo>
                  <a:pt x="61" y="36"/>
                  <a:pt x="63" y="38"/>
                  <a:pt x="65" y="38"/>
                </a:cubicBezTo>
                <a:cubicBezTo>
                  <a:pt x="65" y="38"/>
                  <a:pt x="66" y="37"/>
                  <a:pt x="67" y="37"/>
                </a:cubicBezTo>
                <a:cubicBezTo>
                  <a:pt x="98" y="21"/>
                  <a:pt x="98" y="21"/>
                  <a:pt x="98" y="21"/>
                </a:cubicBezTo>
                <a:cubicBezTo>
                  <a:pt x="99" y="21"/>
                  <a:pt x="99" y="21"/>
                  <a:pt x="99" y="21"/>
                </a:cubicBezTo>
                <a:cubicBezTo>
                  <a:pt x="100" y="22"/>
                  <a:pt x="100" y="22"/>
                  <a:pt x="100" y="22"/>
                </a:cubicBezTo>
                <a:cubicBezTo>
                  <a:pt x="120" y="35"/>
                  <a:pt x="145" y="61"/>
                  <a:pt x="150" y="67"/>
                </a:cubicBezTo>
                <a:cubicBezTo>
                  <a:pt x="152" y="66"/>
                  <a:pt x="154" y="62"/>
                  <a:pt x="156" y="60"/>
                </a:cubicBezTo>
                <a:close/>
                <a:moveTo>
                  <a:pt x="104" y="115"/>
                </a:moveTo>
                <a:cubicBezTo>
                  <a:pt x="107" y="114"/>
                  <a:pt x="108" y="111"/>
                  <a:pt x="107" y="108"/>
                </a:cubicBezTo>
                <a:cubicBezTo>
                  <a:pt x="103" y="104"/>
                  <a:pt x="103" y="104"/>
                  <a:pt x="103" y="104"/>
                </a:cubicBezTo>
                <a:cubicBezTo>
                  <a:pt x="102" y="108"/>
                  <a:pt x="101" y="110"/>
                  <a:pt x="98" y="112"/>
                </a:cubicBezTo>
                <a:cubicBezTo>
                  <a:pt x="98" y="113"/>
                  <a:pt x="98" y="113"/>
                  <a:pt x="98" y="113"/>
                </a:cubicBezTo>
                <a:cubicBezTo>
                  <a:pt x="100" y="115"/>
                  <a:pt x="101" y="116"/>
                  <a:pt x="102" y="116"/>
                </a:cubicBezTo>
                <a:cubicBezTo>
                  <a:pt x="103" y="116"/>
                  <a:pt x="103" y="116"/>
                  <a:pt x="104" y="115"/>
                </a:cubicBezTo>
                <a:close/>
                <a:moveTo>
                  <a:pt x="121" y="107"/>
                </a:moveTo>
                <a:cubicBezTo>
                  <a:pt x="123" y="106"/>
                  <a:pt x="124" y="103"/>
                  <a:pt x="123" y="100"/>
                </a:cubicBezTo>
                <a:cubicBezTo>
                  <a:pt x="123" y="100"/>
                  <a:pt x="123" y="100"/>
                  <a:pt x="123" y="100"/>
                </a:cubicBezTo>
                <a:cubicBezTo>
                  <a:pt x="111" y="88"/>
                  <a:pt x="111" y="88"/>
                  <a:pt x="111" y="88"/>
                </a:cubicBezTo>
                <a:cubicBezTo>
                  <a:pt x="117" y="83"/>
                  <a:pt x="117" y="83"/>
                  <a:pt x="117" y="83"/>
                </a:cubicBezTo>
                <a:cubicBezTo>
                  <a:pt x="130" y="97"/>
                  <a:pt x="130" y="97"/>
                  <a:pt x="130" y="97"/>
                </a:cubicBezTo>
                <a:cubicBezTo>
                  <a:pt x="131" y="98"/>
                  <a:pt x="131" y="98"/>
                  <a:pt x="131" y="98"/>
                </a:cubicBezTo>
                <a:cubicBezTo>
                  <a:pt x="133" y="99"/>
                  <a:pt x="134" y="100"/>
                  <a:pt x="135" y="100"/>
                </a:cubicBezTo>
                <a:cubicBezTo>
                  <a:pt x="136" y="100"/>
                  <a:pt x="137" y="100"/>
                  <a:pt x="138" y="99"/>
                </a:cubicBezTo>
                <a:cubicBezTo>
                  <a:pt x="140" y="98"/>
                  <a:pt x="141" y="97"/>
                  <a:pt x="141" y="95"/>
                </a:cubicBezTo>
                <a:cubicBezTo>
                  <a:pt x="141" y="94"/>
                  <a:pt x="140" y="92"/>
                  <a:pt x="139" y="91"/>
                </a:cubicBezTo>
                <a:cubicBezTo>
                  <a:pt x="126" y="77"/>
                  <a:pt x="126" y="77"/>
                  <a:pt x="126" y="77"/>
                </a:cubicBezTo>
                <a:cubicBezTo>
                  <a:pt x="132" y="72"/>
                  <a:pt x="132" y="72"/>
                  <a:pt x="132" y="72"/>
                </a:cubicBezTo>
                <a:cubicBezTo>
                  <a:pt x="146" y="87"/>
                  <a:pt x="146" y="87"/>
                  <a:pt x="146" y="87"/>
                </a:cubicBezTo>
                <a:cubicBezTo>
                  <a:pt x="146" y="87"/>
                  <a:pt x="146" y="87"/>
                  <a:pt x="146" y="87"/>
                </a:cubicBezTo>
                <a:cubicBezTo>
                  <a:pt x="148" y="89"/>
                  <a:pt x="149" y="90"/>
                  <a:pt x="151" y="90"/>
                </a:cubicBezTo>
                <a:cubicBezTo>
                  <a:pt x="152" y="90"/>
                  <a:pt x="152" y="90"/>
                  <a:pt x="153" y="90"/>
                </a:cubicBezTo>
                <a:cubicBezTo>
                  <a:pt x="156" y="88"/>
                  <a:pt x="157" y="85"/>
                  <a:pt x="155" y="83"/>
                </a:cubicBezTo>
                <a:cubicBezTo>
                  <a:pt x="143" y="69"/>
                  <a:pt x="143" y="69"/>
                  <a:pt x="143" y="69"/>
                </a:cubicBezTo>
                <a:cubicBezTo>
                  <a:pt x="135" y="61"/>
                  <a:pt x="115" y="41"/>
                  <a:pt x="98" y="29"/>
                </a:cubicBezTo>
                <a:cubicBezTo>
                  <a:pt x="70" y="43"/>
                  <a:pt x="70" y="43"/>
                  <a:pt x="70" y="43"/>
                </a:cubicBezTo>
                <a:cubicBezTo>
                  <a:pt x="68" y="44"/>
                  <a:pt x="67" y="44"/>
                  <a:pt x="64" y="44"/>
                </a:cubicBezTo>
                <a:cubicBezTo>
                  <a:pt x="61" y="44"/>
                  <a:pt x="57" y="42"/>
                  <a:pt x="55" y="39"/>
                </a:cubicBezTo>
                <a:cubicBezTo>
                  <a:pt x="53" y="36"/>
                  <a:pt x="52" y="33"/>
                  <a:pt x="53" y="29"/>
                </a:cubicBezTo>
                <a:cubicBezTo>
                  <a:pt x="54" y="26"/>
                  <a:pt x="56" y="23"/>
                  <a:pt x="59" y="21"/>
                </a:cubicBezTo>
                <a:cubicBezTo>
                  <a:pt x="62" y="20"/>
                  <a:pt x="62" y="20"/>
                  <a:pt x="62" y="20"/>
                </a:cubicBezTo>
                <a:cubicBezTo>
                  <a:pt x="48" y="21"/>
                  <a:pt x="48" y="21"/>
                  <a:pt x="48" y="21"/>
                </a:cubicBezTo>
                <a:cubicBezTo>
                  <a:pt x="24" y="46"/>
                  <a:pt x="24" y="46"/>
                  <a:pt x="24" y="46"/>
                </a:cubicBezTo>
                <a:cubicBezTo>
                  <a:pt x="38" y="62"/>
                  <a:pt x="38" y="62"/>
                  <a:pt x="38" y="62"/>
                </a:cubicBezTo>
                <a:cubicBezTo>
                  <a:pt x="38" y="62"/>
                  <a:pt x="56" y="47"/>
                  <a:pt x="56" y="47"/>
                </a:cubicBezTo>
                <a:cubicBezTo>
                  <a:pt x="58" y="46"/>
                  <a:pt x="61" y="45"/>
                  <a:pt x="64" y="45"/>
                </a:cubicBezTo>
                <a:cubicBezTo>
                  <a:pt x="68" y="45"/>
                  <a:pt x="71" y="46"/>
                  <a:pt x="73" y="49"/>
                </a:cubicBezTo>
                <a:cubicBezTo>
                  <a:pt x="75" y="51"/>
                  <a:pt x="76" y="53"/>
                  <a:pt x="76" y="56"/>
                </a:cubicBezTo>
                <a:cubicBezTo>
                  <a:pt x="77" y="55"/>
                  <a:pt x="78" y="55"/>
                  <a:pt x="79" y="55"/>
                </a:cubicBezTo>
                <a:cubicBezTo>
                  <a:pt x="83" y="55"/>
                  <a:pt x="86" y="57"/>
                  <a:pt x="88" y="60"/>
                </a:cubicBezTo>
                <a:cubicBezTo>
                  <a:pt x="92" y="64"/>
                  <a:pt x="92" y="69"/>
                  <a:pt x="89" y="74"/>
                </a:cubicBezTo>
                <a:cubicBezTo>
                  <a:pt x="91" y="74"/>
                  <a:pt x="93" y="76"/>
                  <a:pt x="95" y="77"/>
                </a:cubicBezTo>
                <a:cubicBezTo>
                  <a:pt x="99" y="82"/>
                  <a:pt x="98" y="88"/>
                  <a:pt x="95" y="93"/>
                </a:cubicBezTo>
                <a:cubicBezTo>
                  <a:pt x="97" y="93"/>
                  <a:pt x="98" y="94"/>
                  <a:pt x="100" y="96"/>
                </a:cubicBezTo>
                <a:cubicBezTo>
                  <a:pt x="102" y="94"/>
                  <a:pt x="102" y="94"/>
                  <a:pt x="102" y="94"/>
                </a:cubicBezTo>
                <a:cubicBezTo>
                  <a:pt x="113" y="104"/>
                  <a:pt x="113" y="104"/>
                  <a:pt x="113" y="104"/>
                </a:cubicBezTo>
                <a:cubicBezTo>
                  <a:pt x="114" y="105"/>
                  <a:pt x="114" y="105"/>
                  <a:pt x="115" y="106"/>
                </a:cubicBezTo>
                <a:cubicBezTo>
                  <a:pt x="117" y="107"/>
                  <a:pt x="117" y="107"/>
                  <a:pt x="118" y="107"/>
                </a:cubicBezTo>
                <a:cubicBezTo>
                  <a:pt x="119" y="107"/>
                  <a:pt x="120" y="107"/>
                  <a:pt x="121" y="107"/>
                </a:cubicBezTo>
                <a:close/>
                <a:moveTo>
                  <a:pt x="18" y="43"/>
                </a:moveTo>
                <a:cubicBezTo>
                  <a:pt x="43" y="17"/>
                  <a:pt x="43" y="17"/>
                  <a:pt x="43" y="17"/>
                </a:cubicBezTo>
                <a:cubicBezTo>
                  <a:pt x="26" y="0"/>
                  <a:pt x="26" y="0"/>
                  <a:pt x="26" y="0"/>
                </a:cubicBezTo>
                <a:cubicBezTo>
                  <a:pt x="0" y="26"/>
                  <a:pt x="0" y="26"/>
                  <a:pt x="0" y="26"/>
                </a:cubicBezTo>
                <a:lnTo>
                  <a:pt x="18" y="43"/>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C0975AC4-C447-4782-BF6C-A1E6B050974E}"/>
              </a:ext>
            </a:extLst>
          </p:cNvPr>
          <p:cNvSpPr>
            <a:spLocks noEditPoints="1"/>
          </p:cNvSpPr>
          <p:nvPr/>
        </p:nvSpPr>
        <p:spPr bwMode="auto">
          <a:xfrm>
            <a:off x="5024438" y="2794001"/>
            <a:ext cx="317500" cy="460375"/>
          </a:xfrm>
          <a:custGeom>
            <a:avLst/>
            <a:gdLst>
              <a:gd name="T0" fmla="*/ 41 w 90"/>
              <a:gd name="T1" fmla="*/ 64 h 130"/>
              <a:gd name="T2" fmla="*/ 49 w 90"/>
              <a:gd name="T3" fmla="*/ 64 h 130"/>
              <a:gd name="T4" fmla="*/ 49 w 90"/>
              <a:gd name="T5" fmla="*/ 103 h 130"/>
              <a:gd name="T6" fmla="*/ 41 w 90"/>
              <a:gd name="T7" fmla="*/ 103 h 130"/>
              <a:gd name="T8" fmla="*/ 41 w 90"/>
              <a:gd name="T9" fmla="*/ 64 h 130"/>
              <a:gd name="T10" fmla="*/ 45 w 90"/>
              <a:gd name="T11" fmla="*/ 0 h 130"/>
              <a:gd name="T12" fmla="*/ 0 w 90"/>
              <a:gd name="T13" fmla="*/ 45 h 130"/>
              <a:gd name="T14" fmla="*/ 9 w 90"/>
              <a:gd name="T15" fmla="*/ 73 h 130"/>
              <a:gd name="T16" fmla="*/ 19 w 90"/>
              <a:gd name="T17" fmla="*/ 94 h 130"/>
              <a:gd name="T18" fmla="*/ 28 w 90"/>
              <a:gd name="T19" fmla="*/ 103 h 130"/>
              <a:gd name="T20" fmla="*/ 34 w 90"/>
              <a:gd name="T21" fmla="*/ 103 h 130"/>
              <a:gd name="T22" fmla="*/ 34 w 90"/>
              <a:gd name="T23" fmla="*/ 64 h 130"/>
              <a:gd name="T24" fmla="*/ 27 w 90"/>
              <a:gd name="T25" fmla="*/ 64 h 130"/>
              <a:gd name="T26" fmla="*/ 14 w 90"/>
              <a:gd name="T27" fmla="*/ 51 h 130"/>
              <a:gd name="T28" fmla="*/ 27 w 90"/>
              <a:gd name="T29" fmla="*/ 37 h 130"/>
              <a:gd name="T30" fmla="*/ 40 w 90"/>
              <a:gd name="T31" fmla="*/ 51 h 130"/>
              <a:gd name="T32" fmla="*/ 39 w 90"/>
              <a:gd name="T33" fmla="*/ 57 h 130"/>
              <a:gd name="T34" fmla="*/ 51 w 90"/>
              <a:gd name="T35" fmla="*/ 57 h 130"/>
              <a:gd name="T36" fmla="*/ 49 w 90"/>
              <a:gd name="T37" fmla="*/ 51 h 130"/>
              <a:gd name="T38" fmla="*/ 62 w 90"/>
              <a:gd name="T39" fmla="*/ 37 h 130"/>
              <a:gd name="T40" fmla="*/ 76 w 90"/>
              <a:gd name="T41" fmla="*/ 51 h 130"/>
              <a:gd name="T42" fmla="*/ 62 w 90"/>
              <a:gd name="T43" fmla="*/ 64 h 130"/>
              <a:gd name="T44" fmla="*/ 56 w 90"/>
              <a:gd name="T45" fmla="*/ 64 h 130"/>
              <a:gd name="T46" fmla="*/ 56 w 90"/>
              <a:gd name="T47" fmla="*/ 103 h 130"/>
              <a:gd name="T48" fmla="*/ 61 w 90"/>
              <a:gd name="T49" fmla="*/ 103 h 130"/>
              <a:gd name="T50" fmla="*/ 70 w 90"/>
              <a:gd name="T51" fmla="*/ 94 h 130"/>
              <a:gd name="T52" fmla="*/ 81 w 90"/>
              <a:gd name="T53" fmla="*/ 73 h 130"/>
              <a:gd name="T54" fmla="*/ 90 w 90"/>
              <a:gd name="T55" fmla="*/ 45 h 130"/>
              <a:gd name="T56" fmla="*/ 45 w 90"/>
              <a:gd name="T57" fmla="*/ 0 h 130"/>
              <a:gd name="T58" fmla="*/ 21 w 90"/>
              <a:gd name="T59" fmla="*/ 51 h 130"/>
              <a:gd name="T60" fmla="*/ 27 w 90"/>
              <a:gd name="T61" fmla="*/ 57 h 130"/>
              <a:gd name="T62" fmla="*/ 33 w 90"/>
              <a:gd name="T63" fmla="*/ 51 h 130"/>
              <a:gd name="T64" fmla="*/ 27 w 90"/>
              <a:gd name="T65" fmla="*/ 44 h 130"/>
              <a:gd name="T66" fmla="*/ 21 w 90"/>
              <a:gd name="T67" fmla="*/ 51 h 130"/>
              <a:gd name="T68" fmla="*/ 68 w 90"/>
              <a:gd name="T69" fmla="*/ 51 h 130"/>
              <a:gd name="T70" fmla="*/ 62 w 90"/>
              <a:gd name="T71" fmla="*/ 44 h 130"/>
              <a:gd name="T72" fmla="*/ 56 w 90"/>
              <a:gd name="T73" fmla="*/ 51 h 130"/>
              <a:gd name="T74" fmla="*/ 62 w 90"/>
              <a:gd name="T75" fmla="*/ 57 h 130"/>
              <a:gd name="T76" fmla="*/ 68 w 90"/>
              <a:gd name="T77" fmla="*/ 51 h 130"/>
              <a:gd name="T78" fmla="*/ 66 w 90"/>
              <a:gd name="T79" fmla="*/ 114 h 130"/>
              <a:gd name="T80" fmla="*/ 62 w 90"/>
              <a:gd name="T81" fmla="*/ 110 h 130"/>
              <a:gd name="T82" fmla="*/ 27 w 90"/>
              <a:gd name="T83" fmla="*/ 110 h 130"/>
              <a:gd name="T84" fmla="*/ 24 w 90"/>
              <a:gd name="T85" fmla="*/ 114 h 130"/>
              <a:gd name="T86" fmla="*/ 27 w 90"/>
              <a:gd name="T87" fmla="*/ 117 h 130"/>
              <a:gd name="T88" fmla="*/ 62 w 90"/>
              <a:gd name="T89" fmla="*/ 117 h 130"/>
              <a:gd name="T90" fmla="*/ 66 w 90"/>
              <a:gd name="T91" fmla="*/ 114 h 130"/>
              <a:gd name="T92" fmla="*/ 61 w 90"/>
              <a:gd name="T93" fmla="*/ 127 h 130"/>
              <a:gd name="T94" fmla="*/ 58 w 90"/>
              <a:gd name="T95" fmla="*/ 123 h 130"/>
              <a:gd name="T96" fmla="*/ 31 w 90"/>
              <a:gd name="T97" fmla="*/ 123 h 130"/>
              <a:gd name="T98" fmla="*/ 28 w 90"/>
              <a:gd name="T99" fmla="*/ 127 h 130"/>
              <a:gd name="T100" fmla="*/ 31 w 90"/>
              <a:gd name="T101" fmla="*/ 130 h 130"/>
              <a:gd name="T102" fmla="*/ 58 w 90"/>
              <a:gd name="T103" fmla="*/ 130 h 130"/>
              <a:gd name="T104" fmla="*/ 61 w 90"/>
              <a:gd name="T105"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30">
                <a:moveTo>
                  <a:pt x="41" y="64"/>
                </a:moveTo>
                <a:cubicBezTo>
                  <a:pt x="49" y="64"/>
                  <a:pt x="49" y="64"/>
                  <a:pt x="49" y="64"/>
                </a:cubicBezTo>
                <a:cubicBezTo>
                  <a:pt x="49" y="103"/>
                  <a:pt x="49" y="103"/>
                  <a:pt x="49" y="103"/>
                </a:cubicBezTo>
                <a:cubicBezTo>
                  <a:pt x="41" y="103"/>
                  <a:pt x="41" y="103"/>
                  <a:pt x="41" y="103"/>
                </a:cubicBezTo>
                <a:lnTo>
                  <a:pt x="41" y="64"/>
                </a:lnTo>
                <a:close/>
                <a:moveTo>
                  <a:pt x="45" y="0"/>
                </a:moveTo>
                <a:cubicBezTo>
                  <a:pt x="20" y="0"/>
                  <a:pt x="0" y="20"/>
                  <a:pt x="0" y="45"/>
                </a:cubicBezTo>
                <a:cubicBezTo>
                  <a:pt x="0" y="56"/>
                  <a:pt x="3" y="65"/>
                  <a:pt x="9" y="73"/>
                </a:cubicBezTo>
                <a:cubicBezTo>
                  <a:pt x="17" y="84"/>
                  <a:pt x="19" y="88"/>
                  <a:pt x="19" y="94"/>
                </a:cubicBezTo>
                <a:cubicBezTo>
                  <a:pt x="19" y="99"/>
                  <a:pt x="23" y="103"/>
                  <a:pt x="28" y="103"/>
                </a:cubicBezTo>
                <a:cubicBezTo>
                  <a:pt x="34" y="103"/>
                  <a:pt x="34" y="103"/>
                  <a:pt x="34" y="103"/>
                </a:cubicBezTo>
                <a:cubicBezTo>
                  <a:pt x="34" y="64"/>
                  <a:pt x="34" y="64"/>
                  <a:pt x="34" y="64"/>
                </a:cubicBezTo>
                <a:cubicBezTo>
                  <a:pt x="27" y="64"/>
                  <a:pt x="27" y="64"/>
                  <a:pt x="27" y="64"/>
                </a:cubicBezTo>
                <a:cubicBezTo>
                  <a:pt x="20" y="64"/>
                  <a:pt x="14" y="58"/>
                  <a:pt x="14" y="51"/>
                </a:cubicBezTo>
                <a:cubicBezTo>
                  <a:pt x="14" y="43"/>
                  <a:pt x="20" y="37"/>
                  <a:pt x="27" y="37"/>
                </a:cubicBezTo>
                <a:cubicBezTo>
                  <a:pt x="34" y="37"/>
                  <a:pt x="40" y="43"/>
                  <a:pt x="40" y="51"/>
                </a:cubicBezTo>
                <a:cubicBezTo>
                  <a:pt x="40" y="53"/>
                  <a:pt x="40" y="55"/>
                  <a:pt x="39" y="57"/>
                </a:cubicBezTo>
                <a:cubicBezTo>
                  <a:pt x="51" y="57"/>
                  <a:pt x="51" y="57"/>
                  <a:pt x="51" y="57"/>
                </a:cubicBezTo>
                <a:cubicBezTo>
                  <a:pt x="50" y="55"/>
                  <a:pt x="49" y="53"/>
                  <a:pt x="49" y="51"/>
                </a:cubicBezTo>
                <a:cubicBezTo>
                  <a:pt x="49" y="43"/>
                  <a:pt x="55" y="37"/>
                  <a:pt x="62" y="37"/>
                </a:cubicBezTo>
                <a:cubicBezTo>
                  <a:pt x="70" y="37"/>
                  <a:pt x="76" y="43"/>
                  <a:pt x="76" y="51"/>
                </a:cubicBezTo>
                <a:cubicBezTo>
                  <a:pt x="76" y="58"/>
                  <a:pt x="70" y="64"/>
                  <a:pt x="62" y="64"/>
                </a:cubicBezTo>
                <a:cubicBezTo>
                  <a:pt x="56" y="64"/>
                  <a:pt x="56" y="64"/>
                  <a:pt x="56" y="64"/>
                </a:cubicBezTo>
                <a:cubicBezTo>
                  <a:pt x="56" y="103"/>
                  <a:pt x="56" y="103"/>
                  <a:pt x="56" y="103"/>
                </a:cubicBezTo>
                <a:cubicBezTo>
                  <a:pt x="61" y="103"/>
                  <a:pt x="61" y="103"/>
                  <a:pt x="61" y="103"/>
                </a:cubicBezTo>
                <a:cubicBezTo>
                  <a:pt x="66" y="103"/>
                  <a:pt x="70" y="99"/>
                  <a:pt x="70" y="94"/>
                </a:cubicBezTo>
                <a:cubicBezTo>
                  <a:pt x="70" y="88"/>
                  <a:pt x="72" y="84"/>
                  <a:pt x="81" y="73"/>
                </a:cubicBezTo>
                <a:cubicBezTo>
                  <a:pt x="86" y="65"/>
                  <a:pt x="90" y="56"/>
                  <a:pt x="90" y="45"/>
                </a:cubicBezTo>
                <a:cubicBezTo>
                  <a:pt x="90" y="20"/>
                  <a:pt x="70" y="0"/>
                  <a:pt x="45" y="0"/>
                </a:cubicBezTo>
                <a:close/>
                <a:moveTo>
                  <a:pt x="21" y="51"/>
                </a:moveTo>
                <a:cubicBezTo>
                  <a:pt x="21" y="54"/>
                  <a:pt x="24" y="57"/>
                  <a:pt x="27" y="57"/>
                </a:cubicBezTo>
                <a:cubicBezTo>
                  <a:pt x="30" y="57"/>
                  <a:pt x="33" y="54"/>
                  <a:pt x="33" y="51"/>
                </a:cubicBezTo>
                <a:cubicBezTo>
                  <a:pt x="33" y="47"/>
                  <a:pt x="30" y="44"/>
                  <a:pt x="27" y="44"/>
                </a:cubicBezTo>
                <a:cubicBezTo>
                  <a:pt x="24" y="44"/>
                  <a:pt x="21" y="47"/>
                  <a:pt x="21" y="51"/>
                </a:cubicBezTo>
                <a:close/>
                <a:moveTo>
                  <a:pt x="68" y="51"/>
                </a:moveTo>
                <a:cubicBezTo>
                  <a:pt x="68" y="47"/>
                  <a:pt x="66" y="44"/>
                  <a:pt x="62" y="44"/>
                </a:cubicBezTo>
                <a:cubicBezTo>
                  <a:pt x="59" y="44"/>
                  <a:pt x="56" y="47"/>
                  <a:pt x="56" y="51"/>
                </a:cubicBezTo>
                <a:cubicBezTo>
                  <a:pt x="56" y="54"/>
                  <a:pt x="59" y="57"/>
                  <a:pt x="62" y="57"/>
                </a:cubicBezTo>
                <a:cubicBezTo>
                  <a:pt x="66" y="57"/>
                  <a:pt x="68" y="54"/>
                  <a:pt x="68" y="51"/>
                </a:cubicBezTo>
                <a:close/>
                <a:moveTo>
                  <a:pt x="66" y="114"/>
                </a:moveTo>
                <a:cubicBezTo>
                  <a:pt x="66" y="112"/>
                  <a:pt x="64" y="110"/>
                  <a:pt x="62" y="110"/>
                </a:cubicBezTo>
                <a:cubicBezTo>
                  <a:pt x="27" y="110"/>
                  <a:pt x="27" y="110"/>
                  <a:pt x="27" y="110"/>
                </a:cubicBezTo>
                <a:cubicBezTo>
                  <a:pt x="25" y="110"/>
                  <a:pt x="24" y="112"/>
                  <a:pt x="24" y="114"/>
                </a:cubicBezTo>
                <a:cubicBezTo>
                  <a:pt x="24" y="116"/>
                  <a:pt x="25" y="117"/>
                  <a:pt x="27" y="117"/>
                </a:cubicBezTo>
                <a:cubicBezTo>
                  <a:pt x="62" y="117"/>
                  <a:pt x="62" y="117"/>
                  <a:pt x="62" y="117"/>
                </a:cubicBezTo>
                <a:cubicBezTo>
                  <a:pt x="64" y="117"/>
                  <a:pt x="66" y="116"/>
                  <a:pt x="66" y="114"/>
                </a:cubicBezTo>
                <a:close/>
                <a:moveTo>
                  <a:pt x="61" y="127"/>
                </a:moveTo>
                <a:cubicBezTo>
                  <a:pt x="61" y="125"/>
                  <a:pt x="60" y="123"/>
                  <a:pt x="58" y="123"/>
                </a:cubicBezTo>
                <a:cubicBezTo>
                  <a:pt x="31" y="123"/>
                  <a:pt x="31" y="123"/>
                  <a:pt x="31" y="123"/>
                </a:cubicBezTo>
                <a:cubicBezTo>
                  <a:pt x="30" y="123"/>
                  <a:pt x="28" y="125"/>
                  <a:pt x="28" y="127"/>
                </a:cubicBezTo>
                <a:cubicBezTo>
                  <a:pt x="28" y="129"/>
                  <a:pt x="30" y="130"/>
                  <a:pt x="31" y="130"/>
                </a:cubicBezTo>
                <a:cubicBezTo>
                  <a:pt x="58" y="130"/>
                  <a:pt x="58" y="130"/>
                  <a:pt x="58" y="130"/>
                </a:cubicBezTo>
                <a:cubicBezTo>
                  <a:pt x="60" y="130"/>
                  <a:pt x="61" y="129"/>
                  <a:pt x="61" y="127"/>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43" name="Text Placeholder 113">
            <a:extLst>
              <a:ext uri="{FF2B5EF4-FFF2-40B4-BE49-F238E27FC236}">
                <a16:creationId xmlns:a16="http://schemas.microsoft.com/office/drawing/2014/main" id="{33FCA1F3-4C96-4B8A-B903-3B6557423EC5}"/>
              </a:ext>
            </a:extLst>
          </p:cNvPr>
          <p:cNvSpPr txBox="1">
            <a:spLocks/>
          </p:cNvSpPr>
          <p:nvPr/>
        </p:nvSpPr>
        <p:spPr>
          <a:xfrm>
            <a:off x="5407807" y="2778965"/>
            <a:ext cx="1075096" cy="57601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a:solidFill>
                  <a:schemeClr val="bg2"/>
                </a:solidFill>
              </a:rPr>
              <a:t>Lorem ipsum dolor sit amet, consectetur</a:t>
            </a:r>
            <a:endParaRPr lang="ru-RU" sz="1000">
              <a:solidFill>
                <a:schemeClr val="bg2"/>
              </a:solidFill>
            </a:endParaRPr>
          </a:p>
        </p:txBody>
      </p:sp>
    </p:spTree>
    <p:extLst>
      <p:ext uri="{BB962C8B-B14F-4D97-AF65-F5344CB8AC3E}">
        <p14:creationId xmlns:p14="http://schemas.microsoft.com/office/powerpoint/2010/main" val="366461812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7000">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14:bounceEnd="67000">
                                          <p:cBhvr additive="base">
                                            <p:cTn id="7"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200"/>
                                      </p:stCondLst>
                                      <p:childTnLst>
                                        <p:set>
                                          <p:cBhvr>
                                            <p:cTn id="10" dur="1" fill="hold">
                                              <p:stCondLst>
                                                <p:cond delay="0"/>
                                              </p:stCondLst>
                                            </p:cTn>
                                            <p:tgtEl>
                                              <p:spTgt spid="36"/>
                                            </p:tgtEl>
                                            <p:attrNameLst>
                                              <p:attrName>style.visibility</p:attrName>
                                            </p:attrNameLst>
                                          </p:cBhvr>
                                          <p:to>
                                            <p:strVal val="visible"/>
                                          </p:to>
                                        </p:set>
                                        <p:anim calcmode="lin" valueType="num" p14:bounceEnd="67000">
                                          <p:cBhvr additive="base">
                                            <p:cTn id="11" dur="1000" fill="hold"/>
                                            <p:tgtEl>
                                              <p:spTgt spid="36"/>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3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7000">
                                      <p:stCondLst>
                                        <p:cond delay="400"/>
                                      </p:stCondLst>
                                      <p:childTnLst>
                                        <p:set>
                                          <p:cBhvr>
                                            <p:cTn id="14" dur="1" fill="hold">
                                              <p:stCondLst>
                                                <p:cond delay="0"/>
                                              </p:stCondLst>
                                            </p:cTn>
                                            <p:tgtEl>
                                              <p:spTgt spid="35"/>
                                            </p:tgtEl>
                                            <p:attrNameLst>
                                              <p:attrName>style.visibility</p:attrName>
                                            </p:attrNameLst>
                                          </p:cBhvr>
                                          <p:to>
                                            <p:strVal val="visible"/>
                                          </p:to>
                                        </p:set>
                                        <p:anim calcmode="lin" valueType="num" p14:bounceEnd="67000">
                                          <p:cBhvr additive="base">
                                            <p:cTn id="15" dur="1000" fill="hold"/>
                                            <p:tgtEl>
                                              <p:spTgt spid="35"/>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35"/>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67000">
                                      <p:stCondLst>
                                        <p:cond delay="600"/>
                                      </p:stCondLst>
                                      <p:childTnLst>
                                        <p:set>
                                          <p:cBhvr>
                                            <p:cTn id="18" dur="1" fill="hold">
                                              <p:stCondLst>
                                                <p:cond delay="0"/>
                                              </p:stCondLst>
                                            </p:cTn>
                                            <p:tgtEl>
                                              <p:spTgt spid="34"/>
                                            </p:tgtEl>
                                            <p:attrNameLst>
                                              <p:attrName>style.visibility</p:attrName>
                                            </p:attrNameLst>
                                          </p:cBhvr>
                                          <p:to>
                                            <p:strVal val="visible"/>
                                          </p:to>
                                        </p:set>
                                        <p:anim calcmode="lin" valueType="num" p14:bounceEnd="67000">
                                          <p:cBhvr additive="base">
                                            <p:cTn id="19" dur="1000" fill="hold"/>
                                            <p:tgtEl>
                                              <p:spTgt spid="34"/>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34"/>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67000">
                                      <p:stCondLst>
                                        <p:cond delay="800"/>
                                      </p:stCondLst>
                                      <p:childTnLst>
                                        <p:set>
                                          <p:cBhvr>
                                            <p:cTn id="22" dur="1" fill="hold">
                                              <p:stCondLst>
                                                <p:cond delay="0"/>
                                              </p:stCondLst>
                                            </p:cTn>
                                            <p:tgtEl>
                                              <p:spTgt spid="32"/>
                                            </p:tgtEl>
                                            <p:attrNameLst>
                                              <p:attrName>style.visibility</p:attrName>
                                            </p:attrNameLst>
                                          </p:cBhvr>
                                          <p:to>
                                            <p:strVal val="visible"/>
                                          </p:to>
                                        </p:set>
                                        <p:anim calcmode="lin" valueType="num" p14:bounceEnd="67000">
                                          <p:cBhvr additive="base">
                                            <p:cTn id="23" dur="1000" fill="hold"/>
                                            <p:tgtEl>
                                              <p:spTgt spid="32"/>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32"/>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14:presetBounceEnd="67000">
                                      <p:stCondLst>
                                        <p:cond delay="1000"/>
                                      </p:stCondLst>
                                      <p:childTnLst>
                                        <p:set>
                                          <p:cBhvr>
                                            <p:cTn id="26" dur="1" fill="hold">
                                              <p:stCondLst>
                                                <p:cond delay="0"/>
                                              </p:stCondLst>
                                            </p:cTn>
                                            <p:tgtEl>
                                              <p:spTgt spid="31"/>
                                            </p:tgtEl>
                                            <p:attrNameLst>
                                              <p:attrName>style.visibility</p:attrName>
                                            </p:attrNameLst>
                                          </p:cBhvr>
                                          <p:to>
                                            <p:strVal val="visible"/>
                                          </p:to>
                                        </p:set>
                                        <p:anim calcmode="lin" valueType="num" p14:bounceEnd="67000">
                                          <p:cBhvr additive="base">
                                            <p:cTn id="27" dur="1000" fill="hold"/>
                                            <p:tgtEl>
                                              <p:spTgt spid="31"/>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31"/>
                                            </p:tgtEl>
                                            <p:attrNameLst>
                                              <p:attrName>ppt_y</p:attrName>
                                            </p:attrNameLst>
                                          </p:cBhvr>
                                          <p:tavLst>
                                            <p:tav tm="0">
                                              <p:val>
                                                <p:strVal val="0-#ppt_h/2"/>
                                              </p:val>
                                            </p:tav>
                                            <p:tav tm="100000">
                                              <p:val>
                                                <p:strVal val="#ppt_y"/>
                                              </p:val>
                                            </p:tav>
                                          </p:tavLst>
                                        </p:anim>
                                      </p:childTnLst>
                                    </p:cTn>
                                  </p:par>
                                  <p:par>
                                    <p:cTn id="29" presetID="53" presetClass="entr" presetSubtype="16" fill="hold" grpId="0" nodeType="withEffect">
                                      <p:stCondLst>
                                        <p:cond delay="750"/>
                                      </p:stCondLst>
                                      <p:childTnLst>
                                        <p:set>
                                          <p:cBhvr>
                                            <p:cTn id="30" dur="1" fill="hold">
                                              <p:stCondLst>
                                                <p:cond delay="0"/>
                                              </p:stCondLst>
                                            </p:cTn>
                                            <p:tgtEl>
                                              <p:spTgt spid="17"/>
                                            </p:tgtEl>
                                            <p:attrNameLst>
                                              <p:attrName>style.visibility</p:attrName>
                                            </p:attrNameLst>
                                          </p:cBhvr>
                                          <p:to>
                                            <p:strVal val="visible"/>
                                          </p:to>
                                        </p:set>
                                        <p:anim calcmode="lin" valueType="num">
                                          <p:cBhvr>
                                            <p:cTn id="31" dur="750" fill="hold"/>
                                            <p:tgtEl>
                                              <p:spTgt spid="17"/>
                                            </p:tgtEl>
                                            <p:attrNameLst>
                                              <p:attrName>ppt_w</p:attrName>
                                            </p:attrNameLst>
                                          </p:cBhvr>
                                          <p:tavLst>
                                            <p:tav tm="0">
                                              <p:val>
                                                <p:fltVal val="0"/>
                                              </p:val>
                                            </p:tav>
                                            <p:tav tm="100000">
                                              <p:val>
                                                <p:strVal val="#ppt_w"/>
                                              </p:val>
                                            </p:tav>
                                          </p:tavLst>
                                        </p:anim>
                                        <p:anim calcmode="lin" valueType="num">
                                          <p:cBhvr>
                                            <p:cTn id="32" dur="750" fill="hold"/>
                                            <p:tgtEl>
                                              <p:spTgt spid="17"/>
                                            </p:tgtEl>
                                            <p:attrNameLst>
                                              <p:attrName>ppt_h</p:attrName>
                                            </p:attrNameLst>
                                          </p:cBhvr>
                                          <p:tavLst>
                                            <p:tav tm="0">
                                              <p:val>
                                                <p:fltVal val="0"/>
                                              </p:val>
                                            </p:tav>
                                            <p:tav tm="100000">
                                              <p:val>
                                                <p:strVal val="#ppt_h"/>
                                              </p:val>
                                            </p:tav>
                                          </p:tavLst>
                                        </p:anim>
                                        <p:animEffect transition="in" filter="fade">
                                          <p:cBhvr>
                                            <p:cTn id="33" dur="750"/>
                                            <p:tgtEl>
                                              <p:spTgt spid="17"/>
                                            </p:tgtEl>
                                          </p:cBhvr>
                                        </p:animEffect>
                                      </p:childTnLst>
                                    </p:cTn>
                                  </p:par>
                                  <p:par>
                                    <p:cTn id="34" presetID="53" presetClass="entr" presetSubtype="16" fill="hold" grpId="0" nodeType="withEffect">
                                      <p:stCondLst>
                                        <p:cond delay="750"/>
                                      </p:stCondLst>
                                      <p:childTnLst>
                                        <p:set>
                                          <p:cBhvr>
                                            <p:cTn id="35" dur="1" fill="hold">
                                              <p:stCondLst>
                                                <p:cond delay="0"/>
                                              </p:stCondLst>
                                            </p:cTn>
                                            <p:tgtEl>
                                              <p:spTgt spid="37"/>
                                            </p:tgtEl>
                                            <p:attrNameLst>
                                              <p:attrName>style.visibility</p:attrName>
                                            </p:attrNameLst>
                                          </p:cBhvr>
                                          <p:to>
                                            <p:strVal val="visible"/>
                                          </p:to>
                                        </p:set>
                                        <p:anim calcmode="lin" valueType="num">
                                          <p:cBhvr>
                                            <p:cTn id="36" dur="750" fill="hold"/>
                                            <p:tgtEl>
                                              <p:spTgt spid="37"/>
                                            </p:tgtEl>
                                            <p:attrNameLst>
                                              <p:attrName>ppt_w</p:attrName>
                                            </p:attrNameLst>
                                          </p:cBhvr>
                                          <p:tavLst>
                                            <p:tav tm="0">
                                              <p:val>
                                                <p:fltVal val="0"/>
                                              </p:val>
                                            </p:tav>
                                            <p:tav tm="100000">
                                              <p:val>
                                                <p:strVal val="#ppt_w"/>
                                              </p:val>
                                            </p:tav>
                                          </p:tavLst>
                                        </p:anim>
                                        <p:anim calcmode="lin" valueType="num">
                                          <p:cBhvr>
                                            <p:cTn id="37" dur="750" fill="hold"/>
                                            <p:tgtEl>
                                              <p:spTgt spid="37"/>
                                            </p:tgtEl>
                                            <p:attrNameLst>
                                              <p:attrName>ppt_h</p:attrName>
                                            </p:attrNameLst>
                                          </p:cBhvr>
                                          <p:tavLst>
                                            <p:tav tm="0">
                                              <p:val>
                                                <p:fltVal val="0"/>
                                              </p:val>
                                            </p:tav>
                                            <p:tav tm="100000">
                                              <p:val>
                                                <p:strVal val="#ppt_h"/>
                                              </p:val>
                                            </p:tav>
                                          </p:tavLst>
                                        </p:anim>
                                        <p:animEffect transition="in" filter="fade">
                                          <p:cBhvr>
                                            <p:cTn id="38" dur="750"/>
                                            <p:tgtEl>
                                              <p:spTgt spid="37"/>
                                            </p:tgtEl>
                                          </p:cBhvr>
                                        </p:animEffect>
                                      </p:childTnLst>
                                    </p:cTn>
                                  </p:par>
                                  <p:par>
                                    <p:cTn id="39" presetID="53" presetClass="entr" presetSubtype="16" fill="hold" grpId="0" nodeType="withEffect">
                                      <p:stCondLst>
                                        <p:cond delay="750"/>
                                      </p:stCondLst>
                                      <p:childTnLst>
                                        <p:set>
                                          <p:cBhvr>
                                            <p:cTn id="40" dur="1" fill="hold">
                                              <p:stCondLst>
                                                <p:cond delay="0"/>
                                              </p:stCondLst>
                                            </p:cTn>
                                            <p:tgtEl>
                                              <p:spTgt spid="15"/>
                                            </p:tgtEl>
                                            <p:attrNameLst>
                                              <p:attrName>style.visibility</p:attrName>
                                            </p:attrNameLst>
                                          </p:cBhvr>
                                          <p:to>
                                            <p:strVal val="visible"/>
                                          </p:to>
                                        </p:set>
                                        <p:anim calcmode="lin" valueType="num">
                                          <p:cBhvr>
                                            <p:cTn id="41" dur="750" fill="hold"/>
                                            <p:tgtEl>
                                              <p:spTgt spid="15"/>
                                            </p:tgtEl>
                                            <p:attrNameLst>
                                              <p:attrName>ppt_w</p:attrName>
                                            </p:attrNameLst>
                                          </p:cBhvr>
                                          <p:tavLst>
                                            <p:tav tm="0">
                                              <p:val>
                                                <p:fltVal val="0"/>
                                              </p:val>
                                            </p:tav>
                                            <p:tav tm="100000">
                                              <p:val>
                                                <p:strVal val="#ppt_w"/>
                                              </p:val>
                                            </p:tav>
                                          </p:tavLst>
                                        </p:anim>
                                        <p:anim calcmode="lin" valueType="num">
                                          <p:cBhvr>
                                            <p:cTn id="42" dur="750" fill="hold"/>
                                            <p:tgtEl>
                                              <p:spTgt spid="15"/>
                                            </p:tgtEl>
                                            <p:attrNameLst>
                                              <p:attrName>ppt_h</p:attrName>
                                            </p:attrNameLst>
                                          </p:cBhvr>
                                          <p:tavLst>
                                            <p:tav tm="0">
                                              <p:val>
                                                <p:fltVal val="0"/>
                                              </p:val>
                                            </p:tav>
                                            <p:tav tm="100000">
                                              <p:val>
                                                <p:strVal val="#ppt_h"/>
                                              </p:val>
                                            </p:tav>
                                          </p:tavLst>
                                        </p:anim>
                                        <p:animEffect transition="in" filter="fade">
                                          <p:cBhvr>
                                            <p:cTn id="43" dur="750"/>
                                            <p:tgtEl>
                                              <p:spTgt spid="15"/>
                                            </p:tgtEl>
                                          </p:cBhvr>
                                        </p:animEffect>
                                      </p:childTnLst>
                                    </p:cTn>
                                  </p:par>
                                  <p:par>
                                    <p:cTn id="44" presetID="53" presetClass="entr" presetSubtype="16" fill="hold" grpId="0" nodeType="withEffect">
                                      <p:stCondLst>
                                        <p:cond delay="900"/>
                                      </p:stCondLst>
                                      <p:childTnLst>
                                        <p:set>
                                          <p:cBhvr>
                                            <p:cTn id="45" dur="1" fill="hold">
                                              <p:stCondLst>
                                                <p:cond delay="0"/>
                                              </p:stCondLst>
                                            </p:cTn>
                                            <p:tgtEl>
                                              <p:spTgt spid="13"/>
                                            </p:tgtEl>
                                            <p:attrNameLst>
                                              <p:attrName>style.visibility</p:attrName>
                                            </p:attrNameLst>
                                          </p:cBhvr>
                                          <p:to>
                                            <p:strVal val="visible"/>
                                          </p:to>
                                        </p:set>
                                        <p:anim calcmode="lin" valueType="num">
                                          <p:cBhvr>
                                            <p:cTn id="46" dur="750" fill="hold"/>
                                            <p:tgtEl>
                                              <p:spTgt spid="13"/>
                                            </p:tgtEl>
                                            <p:attrNameLst>
                                              <p:attrName>ppt_w</p:attrName>
                                            </p:attrNameLst>
                                          </p:cBhvr>
                                          <p:tavLst>
                                            <p:tav tm="0">
                                              <p:val>
                                                <p:fltVal val="0"/>
                                              </p:val>
                                            </p:tav>
                                            <p:tav tm="100000">
                                              <p:val>
                                                <p:strVal val="#ppt_w"/>
                                              </p:val>
                                            </p:tav>
                                          </p:tavLst>
                                        </p:anim>
                                        <p:anim calcmode="lin" valueType="num">
                                          <p:cBhvr>
                                            <p:cTn id="47" dur="750" fill="hold"/>
                                            <p:tgtEl>
                                              <p:spTgt spid="13"/>
                                            </p:tgtEl>
                                            <p:attrNameLst>
                                              <p:attrName>ppt_h</p:attrName>
                                            </p:attrNameLst>
                                          </p:cBhvr>
                                          <p:tavLst>
                                            <p:tav tm="0">
                                              <p:val>
                                                <p:fltVal val="0"/>
                                              </p:val>
                                            </p:tav>
                                            <p:tav tm="100000">
                                              <p:val>
                                                <p:strVal val="#ppt_h"/>
                                              </p:val>
                                            </p:tav>
                                          </p:tavLst>
                                        </p:anim>
                                        <p:animEffect transition="in" filter="fade">
                                          <p:cBhvr>
                                            <p:cTn id="48" dur="750"/>
                                            <p:tgtEl>
                                              <p:spTgt spid="13"/>
                                            </p:tgtEl>
                                          </p:cBhvr>
                                        </p:animEffect>
                                      </p:childTnLst>
                                    </p:cTn>
                                  </p:par>
                                  <p:par>
                                    <p:cTn id="49" presetID="53" presetClass="entr" presetSubtype="16" fill="hold" grpId="0" nodeType="withEffect">
                                      <p:stCondLst>
                                        <p:cond delay="900"/>
                                      </p:stCondLst>
                                      <p:childTnLst>
                                        <p:set>
                                          <p:cBhvr>
                                            <p:cTn id="50" dur="1" fill="hold">
                                              <p:stCondLst>
                                                <p:cond delay="0"/>
                                              </p:stCondLst>
                                            </p:cTn>
                                            <p:tgtEl>
                                              <p:spTgt spid="41"/>
                                            </p:tgtEl>
                                            <p:attrNameLst>
                                              <p:attrName>style.visibility</p:attrName>
                                            </p:attrNameLst>
                                          </p:cBhvr>
                                          <p:to>
                                            <p:strVal val="visible"/>
                                          </p:to>
                                        </p:set>
                                        <p:anim calcmode="lin" valueType="num">
                                          <p:cBhvr>
                                            <p:cTn id="51" dur="750" fill="hold"/>
                                            <p:tgtEl>
                                              <p:spTgt spid="41"/>
                                            </p:tgtEl>
                                            <p:attrNameLst>
                                              <p:attrName>ppt_w</p:attrName>
                                            </p:attrNameLst>
                                          </p:cBhvr>
                                          <p:tavLst>
                                            <p:tav tm="0">
                                              <p:val>
                                                <p:fltVal val="0"/>
                                              </p:val>
                                            </p:tav>
                                            <p:tav tm="100000">
                                              <p:val>
                                                <p:strVal val="#ppt_w"/>
                                              </p:val>
                                            </p:tav>
                                          </p:tavLst>
                                        </p:anim>
                                        <p:anim calcmode="lin" valueType="num">
                                          <p:cBhvr>
                                            <p:cTn id="52" dur="750" fill="hold"/>
                                            <p:tgtEl>
                                              <p:spTgt spid="41"/>
                                            </p:tgtEl>
                                            <p:attrNameLst>
                                              <p:attrName>ppt_h</p:attrName>
                                            </p:attrNameLst>
                                          </p:cBhvr>
                                          <p:tavLst>
                                            <p:tav tm="0">
                                              <p:val>
                                                <p:fltVal val="0"/>
                                              </p:val>
                                            </p:tav>
                                            <p:tav tm="100000">
                                              <p:val>
                                                <p:strVal val="#ppt_h"/>
                                              </p:val>
                                            </p:tav>
                                          </p:tavLst>
                                        </p:anim>
                                        <p:animEffect transition="in" filter="fade">
                                          <p:cBhvr>
                                            <p:cTn id="53" dur="750"/>
                                            <p:tgtEl>
                                              <p:spTgt spid="41"/>
                                            </p:tgtEl>
                                          </p:cBhvr>
                                        </p:animEffect>
                                      </p:childTnLst>
                                    </p:cTn>
                                  </p:par>
                                  <p:par>
                                    <p:cTn id="54" presetID="53" presetClass="entr" presetSubtype="16" fill="hold" grpId="0" nodeType="withEffect">
                                      <p:stCondLst>
                                        <p:cond delay="900"/>
                                      </p:stCondLst>
                                      <p:childTnLst>
                                        <p:set>
                                          <p:cBhvr>
                                            <p:cTn id="55" dur="1" fill="hold">
                                              <p:stCondLst>
                                                <p:cond delay="0"/>
                                              </p:stCondLst>
                                            </p:cTn>
                                            <p:tgtEl>
                                              <p:spTgt spid="18"/>
                                            </p:tgtEl>
                                            <p:attrNameLst>
                                              <p:attrName>style.visibility</p:attrName>
                                            </p:attrNameLst>
                                          </p:cBhvr>
                                          <p:to>
                                            <p:strVal val="visible"/>
                                          </p:to>
                                        </p:set>
                                        <p:anim calcmode="lin" valueType="num">
                                          <p:cBhvr>
                                            <p:cTn id="56" dur="750" fill="hold"/>
                                            <p:tgtEl>
                                              <p:spTgt spid="18"/>
                                            </p:tgtEl>
                                            <p:attrNameLst>
                                              <p:attrName>ppt_w</p:attrName>
                                            </p:attrNameLst>
                                          </p:cBhvr>
                                          <p:tavLst>
                                            <p:tav tm="0">
                                              <p:val>
                                                <p:fltVal val="0"/>
                                              </p:val>
                                            </p:tav>
                                            <p:tav tm="100000">
                                              <p:val>
                                                <p:strVal val="#ppt_w"/>
                                              </p:val>
                                            </p:tav>
                                          </p:tavLst>
                                        </p:anim>
                                        <p:anim calcmode="lin" valueType="num">
                                          <p:cBhvr>
                                            <p:cTn id="57" dur="750" fill="hold"/>
                                            <p:tgtEl>
                                              <p:spTgt spid="18"/>
                                            </p:tgtEl>
                                            <p:attrNameLst>
                                              <p:attrName>ppt_h</p:attrName>
                                            </p:attrNameLst>
                                          </p:cBhvr>
                                          <p:tavLst>
                                            <p:tav tm="0">
                                              <p:val>
                                                <p:fltVal val="0"/>
                                              </p:val>
                                            </p:tav>
                                            <p:tav tm="100000">
                                              <p:val>
                                                <p:strVal val="#ppt_h"/>
                                              </p:val>
                                            </p:tav>
                                          </p:tavLst>
                                        </p:anim>
                                        <p:animEffect transition="in" filter="fade">
                                          <p:cBhvr>
                                            <p:cTn id="58" dur="750"/>
                                            <p:tgtEl>
                                              <p:spTgt spid="18"/>
                                            </p:tgtEl>
                                          </p:cBhvr>
                                        </p:animEffect>
                                      </p:childTnLst>
                                    </p:cTn>
                                  </p:par>
                                  <p:par>
                                    <p:cTn id="59" presetID="53" presetClass="entr" presetSubtype="16" fill="hold" grpId="0" nodeType="withEffect">
                                      <p:stCondLst>
                                        <p:cond delay="1100"/>
                                      </p:stCondLst>
                                      <p:childTnLst>
                                        <p:set>
                                          <p:cBhvr>
                                            <p:cTn id="60" dur="1" fill="hold">
                                              <p:stCondLst>
                                                <p:cond delay="0"/>
                                              </p:stCondLst>
                                            </p:cTn>
                                            <p:tgtEl>
                                              <p:spTgt spid="19"/>
                                            </p:tgtEl>
                                            <p:attrNameLst>
                                              <p:attrName>style.visibility</p:attrName>
                                            </p:attrNameLst>
                                          </p:cBhvr>
                                          <p:to>
                                            <p:strVal val="visible"/>
                                          </p:to>
                                        </p:set>
                                        <p:anim calcmode="lin" valueType="num">
                                          <p:cBhvr>
                                            <p:cTn id="61" dur="750" fill="hold"/>
                                            <p:tgtEl>
                                              <p:spTgt spid="19"/>
                                            </p:tgtEl>
                                            <p:attrNameLst>
                                              <p:attrName>ppt_w</p:attrName>
                                            </p:attrNameLst>
                                          </p:cBhvr>
                                          <p:tavLst>
                                            <p:tav tm="0">
                                              <p:val>
                                                <p:fltVal val="0"/>
                                              </p:val>
                                            </p:tav>
                                            <p:tav tm="100000">
                                              <p:val>
                                                <p:strVal val="#ppt_w"/>
                                              </p:val>
                                            </p:tav>
                                          </p:tavLst>
                                        </p:anim>
                                        <p:anim calcmode="lin" valueType="num">
                                          <p:cBhvr>
                                            <p:cTn id="62" dur="750" fill="hold"/>
                                            <p:tgtEl>
                                              <p:spTgt spid="19"/>
                                            </p:tgtEl>
                                            <p:attrNameLst>
                                              <p:attrName>ppt_h</p:attrName>
                                            </p:attrNameLst>
                                          </p:cBhvr>
                                          <p:tavLst>
                                            <p:tav tm="0">
                                              <p:val>
                                                <p:fltVal val="0"/>
                                              </p:val>
                                            </p:tav>
                                            <p:tav tm="100000">
                                              <p:val>
                                                <p:strVal val="#ppt_h"/>
                                              </p:val>
                                            </p:tav>
                                          </p:tavLst>
                                        </p:anim>
                                        <p:animEffect transition="in" filter="fade">
                                          <p:cBhvr>
                                            <p:cTn id="63" dur="750"/>
                                            <p:tgtEl>
                                              <p:spTgt spid="19"/>
                                            </p:tgtEl>
                                          </p:cBhvr>
                                        </p:animEffect>
                                      </p:childTnLst>
                                    </p:cTn>
                                  </p:par>
                                  <p:par>
                                    <p:cTn id="64" presetID="53" presetClass="entr" presetSubtype="16" fill="hold" grpId="0" nodeType="withEffect">
                                      <p:stCondLst>
                                        <p:cond delay="1100"/>
                                      </p:stCondLst>
                                      <p:childTnLst>
                                        <p:set>
                                          <p:cBhvr>
                                            <p:cTn id="65" dur="1" fill="hold">
                                              <p:stCondLst>
                                                <p:cond delay="0"/>
                                              </p:stCondLst>
                                            </p:cTn>
                                            <p:tgtEl>
                                              <p:spTgt spid="42"/>
                                            </p:tgtEl>
                                            <p:attrNameLst>
                                              <p:attrName>style.visibility</p:attrName>
                                            </p:attrNameLst>
                                          </p:cBhvr>
                                          <p:to>
                                            <p:strVal val="visible"/>
                                          </p:to>
                                        </p:set>
                                        <p:anim calcmode="lin" valueType="num">
                                          <p:cBhvr>
                                            <p:cTn id="66" dur="750" fill="hold"/>
                                            <p:tgtEl>
                                              <p:spTgt spid="42"/>
                                            </p:tgtEl>
                                            <p:attrNameLst>
                                              <p:attrName>ppt_w</p:attrName>
                                            </p:attrNameLst>
                                          </p:cBhvr>
                                          <p:tavLst>
                                            <p:tav tm="0">
                                              <p:val>
                                                <p:fltVal val="0"/>
                                              </p:val>
                                            </p:tav>
                                            <p:tav tm="100000">
                                              <p:val>
                                                <p:strVal val="#ppt_w"/>
                                              </p:val>
                                            </p:tav>
                                          </p:tavLst>
                                        </p:anim>
                                        <p:anim calcmode="lin" valueType="num">
                                          <p:cBhvr>
                                            <p:cTn id="67" dur="750" fill="hold"/>
                                            <p:tgtEl>
                                              <p:spTgt spid="42"/>
                                            </p:tgtEl>
                                            <p:attrNameLst>
                                              <p:attrName>ppt_h</p:attrName>
                                            </p:attrNameLst>
                                          </p:cBhvr>
                                          <p:tavLst>
                                            <p:tav tm="0">
                                              <p:val>
                                                <p:fltVal val="0"/>
                                              </p:val>
                                            </p:tav>
                                            <p:tav tm="100000">
                                              <p:val>
                                                <p:strVal val="#ppt_h"/>
                                              </p:val>
                                            </p:tav>
                                          </p:tavLst>
                                        </p:anim>
                                        <p:animEffect transition="in" filter="fade">
                                          <p:cBhvr>
                                            <p:cTn id="68" dur="750"/>
                                            <p:tgtEl>
                                              <p:spTgt spid="42"/>
                                            </p:tgtEl>
                                          </p:cBhvr>
                                        </p:animEffect>
                                      </p:childTnLst>
                                    </p:cTn>
                                  </p:par>
                                  <p:par>
                                    <p:cTn id="69" presetID="53" presetClass="entr" presetSubtype="16" fill="hold" grpId="0" nodeType="withEffect">
                                      <p:stCondLst>
                                        <p:cond delay="1100"/>
                                      </p:stCondLst>
                                      <p:childTnLst>
                                        <p:set>
                                          <p:cBhvr>
                                            <p:cTn id="70" dur="1" fill="hold">
                                              <p:stCondLst>
                                                <p:cond delay="0"/>
                                              </p:stCondLst>
                                            </p:cTn>
                                            <p:tgtEl>
                                              <p:spTgt spid="12"/>
                                            </p:tgtEl>
                                            <p:attrNameLst>
                                              <p:attrName>style.visibility</p:attrName>
                                            </p:attrNameLst>
                                          </p:cBhvr>
                                          <p:to>
                                            <p:strVal val="visible"/>
                                          </p:to>
                                        </p:set>
                                        <p:anim calcmode="lin" valueType="num">
                                          <p:cBhvr>
                                            <p:cTn id="71" dur="750" fill="hold"/>
                                            <p:tgtEl>
                                              <p:spTgt spid="12"/>
                                            </p:tgtEl>
                                            <p:attrNameLst>
                                              <p:attrName>ppt_w</p:attrName>
                                            </p:attrNameLst>
                                          </p:cBhvr>
                                          <p:tavLst>
                                            <p:tav tm="0">
                                              <p:val>
                                                <p:fltVal val="0"/>
                                              </p:val>
                                            </p:tav>
                                            <p:tav tm="100000">
                                              <p:val>
                                                <p:strVal val="#ppt_w"/>
                                              </p:val>
                                            </p:tav>
                                          </p:tavLst>
                                        </p:anim>
                                        <p:anim calcmode="lin" valueType="num">
                                          <p:cBhvr>
                                            <p:cTn id="72" dur="750" fill="hold"/>
                                            <p:tgtEl>
                                              <p:spTgt spid="12"/>
                                            </p:tgtEl>
                                            <p:attrNameLst>
                                              <p:attrName>ppt_h</p:attrName>
                                            </p:attrNameLst>
                                          </p:cBhvr>
                                          <p:tavLst>
                                            <p:tav tm="0">
                                              <p:val>
                                                <p:fltVal val="0"/>
                                              </p:val>
                                            </p:tav>
                                            <p:tav tm="100000">
                                              <p:val>
                                                <p:strVal val="#ppt_h"/>
                                              </p:val>
                                            </p:tav>
                                          </p:tavLst>
                                        </p:anim>
                                        <p:animEffect transition="in" filter="fade">
                                          <p:cBhvr>
                                            <p:cTn id="73" dur="750"/>
                                            <p:tgtEl>
                                              <p:spTgt spid="12"/>
                                            </p:tgtEl>
                                          </p:cBhvr>
                                        </p:animEffect>
                                      </p:childTnLst>
                                    </p:cTn>
                                  </p:par>
                                  <p:par>
                                    <p:cTn id="74" presetID="53" presetClass="entr" presetSubtype="16" fill="hold" grpId="0" nodeType="withEffect">
                                      <p:stCondLst>
                                        <p:cond delay="1300"/>
                                      </p:stCondLst>
                                      <p:childTnLst>
                                        <p:set>
                                          <p:cBhvr>
                                            <p:cTn id="75" dur="1" fill="hold">
                                              <p:stCondLst>
                                                <p:cond delay="0"/>
                                              </p:stCondLst>
                                            </p:cTn>
                                            <p:tgtEl>
                                              <p:spTgt spid="16"/>
                                            </p:tgtEl>
                                            <p:attrNameLst>
                                              <p:attrName>style.visibility</p:attrName>
                                            </p:attrNameLst>
                                          </p:cBhvr>
                                          <p:to>
                                            <p:strVal val="visible"/>
                                          </p:to>
                                        </p:set>
                                        <p:anim calcmode="lin" valueType="num">
                                          <p:cBhvr>
                                            <p:cTn id="76" dur="750" fill="hold"/>
                                            <p:tgtEl>
                                              <p:spTgt spid="16"/>
                                            </p:tgtEl>
                                            <p:attrNameLst>
                                              <p:attrName>ppt_w</p:attrName>
                                            </p:attrNameLst>
                                          </p:cBhvr>
                                          <p:tavLst>
                                            <p:tav tm="0">
                                              <p:val>
                                                <p:fltVal val="0"/>
                                              </p:val>
                                            </p:tav>
                                            <p:tav tm="100000">
                                              <p:val>
                                                <p:strVal val="#ppt_w"/>
                                              </p:val>
                                            </p:tav>
                                          </p:tavLst>
                                        </p:anim>
                                        <p:anim calcmode="lin" valueType="num">
                                          <p:cBhvr>
                                            <p:cTn id="77" dur="750" fill="hold"/>
                                            <p:tgtEl>
                                              <p:spTgt spid="16"/>
                                            </p:tgtEl>
                                            <p:attrNameLst>
                                              <p:attrName>ppt_h</p:attrName>
                                            </p:attrNameLst>
                                          </p:cBhvr>
                                          <p:tavLst>
                                            <p:tav tm="0">
                                              <p:val>
                                                <p:fltVal val="0"/>
                                              </p:val>
                                            </p:tav>
                                            <p:tav tm="100000">
                                              <p:val>
                                                <p:strVal val="#ppt_h"/>
                                              </p:val>
                                            </p:tav>
                                          </p:tavLst>
                                        </p:anim>
                                        <p:animEffect transition="in" filter="fade">
                                          <p:cBhvr>
                                            <p:cTn id="78" dur="750"/>
                                            <p:tgtEl>
                                              <p:spTgt spid="16"/>
                                            </p:tgtEl>
                                          </p:cBhvr>
                                        </p:animEffect>
                                      </p:childTnLst>
                                    </p:cTn>
                                  </p:par>
                                  <p:par>
                                    <p:cTn id="79" presetID="53" presetClass="entr" presetSubtype="16" fill="hold" grpId="0" nodeType="withEffect">
                                      <p:stCondLst>
                                        <p:cond delay="1300"/>
                                      </p:stCondLst>
                                      <p:childTnLst>
                                        <p:set>
                                          <p:cBhvr>
                                            <p:cTn id="80" dur="1" fill="hold">
                                              <p:stCondLst>
                                                <p:cond delay="0"/>
                                              </p:stCondLst>
                                            </p:cTn>
                                            <p:tgtEl>
                                              <p:spTgt spid="43"/>
                                            </p:tgtEl>
                                            <p:attrNameLst>
                                              <p:attrName>style.visibility</p:attrName>
                                            </p:attrNameLst>
                                          </p:cBhvr>
                                          <p:to>
                                            <p:strVal val="visible"/>
                                          </p:to>
                                        </p:set>
                                        <p:anim calcmode="lin" valueType="num">
                                          <p:cBhvr>
                                            <p:cTn id="81" dur="750" fill="hold"/>
                                            <p:tgtEl>
                                              <p:spTgt spid="43"/>
                                            </p:tgtEl>
                                            <p:attrNameLst>
                                              <p:attrName>ppt_w</p:attrName>
                                            </p:attrNameLst>
                                          </p:cBhvr>
                                          <p:tavLst>
                                            <p:tav tm="0">
                                              <p:val>
                                                <p:fltVal val="0"/>
                                              </p:val>
                                            </p:tav>
                                            <p:tav tm="100000">
                                              <p:val>
                                                <p:strVal val="#ppt_w"/>
                                              </p:val>
                                            </p:tav>
                                          </p:tavLst>
                                        </p:anim>
                                        <p:anim calcmode="lin" valueType="num">
                                          <p:cBhvr>
                                            <p:cTn id="82" dur="750" fill="hold"/>
                                            <p:tgtEl>
                                              <p:spTgt spid="43"/>
                                            </p:tgtEl>
                                            <p:attrNameLst>
                                              <p:attrName>ppt_h</p:attrName>
                                            </p:attrNameLst>
                                          </p:cBhvr>
                                          <p:tavLst>
                                            <p:tav tm="0">
                                              <p:val>
                                                <p:fltVal val="0"/>
                                              </p:val>
                                            </p:tav>
                                            <p:tav tm="100000">
                                              <p:val>
                                                <p:strVal val="#ppt_h"/>
                                              </p:val>
                                            </p:tav>
                                          </p:tavLst>
                                        </p:anim>
                                        <p:animEffect transition="in" filter="fade">
                                          <p:cBhvr>
                                            <p:cTn id="83" dur="750"/>
                                            <p:tgtEl>
                                              <p:spTgt spid="43"/>
                                            </p:tgtEl>
                                          </p:cBhvr>
                                        </p:animEffect>
                                      </p:childTnLst>
                                    </p:cTn>
                                  </p:par>
                                  <p:par>
                                    <p:cTn id="84" presetID="53" presetClass="entr" presetSubtype="16" fill="hold" grpId="0" nodeType="withEffect">
                                      <p:stCondLst>
                                        <p:cond delay="1300"/>
                                      </p:stCondLst>
                                      <p:childTnLst>
                                        <p:set>
                                          <p:cBhvr>
                                            <p:cTn id="85" dur="1" fill="hold">
                                              <p:stCondLst>
                                                <p:cond delay="0"/>
                                              </p:stCondLst>
                                            </p:cTn>
                                            <p:tgtEl>
                                              <p:spTgt spid="20"/>
                                            </p:tgtEl>
                                            <p:attrNameLst>
                                              <p:attrName>style.visibility</p:attrName>
                                            </p:attrNameLst>
                                          </p:cBhvr>
                                          <p:to>
                                            <p:strVal val="visible"/>
                                          </p:to>
                                        </p:set>
                                        <p:anim calcmode="lin" valueType="num">
                                          <p:cBhvr>
                                            <p:cTn id="86" dur="750" fill="hold"/>
                                            <p:tgtEl>
                                              <p:spTgt spid="20"/>
                                            </p:tgtEl>
                                            <p:attrNameLst>
                                              <p:attrName>ppt_w</p:attrName>
                                            </p:attrNameLst>
                                          </p:cBhvr>
                                          <p:tavLst>
                                            <p:tav tm="0">
                                              <p:val>
                                                <p:fltVal val="0"/>
                                              </p:val>
                                            </p:tav>
                                            <p:tav tm="100000">
                                              <p:val>
                                                <p:strVal val="#ppt_w"/>
                                              </p:val>
                                            </p:tav>
                                          </p:tavLst>
                                        </p:anim>
                                        <p:anim calcmode="lin" valueType="num">
                                          <p:cBhvr>
                                            <p:cTn id="87" dur="750" fill="hold"/>
                                            <p:tgtEl>
                                              <p:spTgt spid="20"/>
                                            </p:tgtEl>
                                            <p:attrNameLst>
                                              <p:attrName>ppt_h</p:attrName>
                                            </p:attrNameLst>
                                          </p:cBhvr>
                                          <p:tavLst>
                                            <p:tav tm="0">
                                              <p:val>
                                                <p:fltVal val="0"/>
                                              </p:val>
                                            </p:tav>
                                            <p:tav tm="100000">
                                              <p:val>
                                                <p:strVal val="#ppt_h"/>
                                              </p:val>
                                            </p:tav>
                                          </p:tavLst>
                                        </p:anim>
                                        <p:animEffect transition="in" filter="fade">
                                          <p:cBhvr>
                                            <p:cTn id="88" dur="750"/>
                                            <p:tgtEl>
                                              <p:spTgt spid="20"/>
                                            </p:tgtEl>
                                          </p:cBhvr>
                                        </p:animEffect>
                                      </p:childTnLst>
                                    </p:cTn>
                                  </p:par>
                                  <p:par>
                                    <p:cTn id="89" presetID="53" presetClass="entr" presetSubtype="16" fill="hold" grpId="0" nodeType="withEffect">
                                      <p:stCondLst>
                                        <p:cond delay="1500"/>
                                      </p:stCondLst>
                                      <p:childTnLst>
                                        <p:set>
                                          <p:cBhvr>
                                            <p:cTn id="90" dur="1" fill="hold">
                                              <p:stCondLst>
                                                <p:cond delay="0"/>
                                              </p:stCondLst>
                                            </p:cTn>
                                            <p:tgtEl>
                                              <p:spTgt spid="14"/>
                                            </p:tgtEl>
                                            <p:attrNameLst>
                                              <p:attrName>style.visibility</p:attrName>
                                            </p:attrNameLst>
                                          </p:cBhvr>
                                          <p:to>
                                            <p:strVal val="visible"/>
                                          </p:to>
                                        </p:set>
                                        <p:anim calcmode="lin" valueType="num">
                                          <p:cBhvr>
                                            <p:cTn id="91" dur="750" fill="hold"/>
                                            <p:tgtEl>
                                              <p:spTgt spid="14"/>
                                            </p:tgtEl>
                                            <p:attrNameLst>
                                              <p:attrName>ppt_w</p:attrName>
                                            </p:attrNameLst>
                                          </p:cBhvr>
                                          <p:tavLst>
                                            <p:tav tm="0">
                                              <p:val>
                                                <p:fltVal val="0"/>
                                              </p:val>
                                            </p:tav>
                                            <p:tav tm="100000">
                                              <p:val>
                                                <p:strVal val="#ppt_w"/>
                                              </p:val>
                                            </p:tav>
                                          </p:tavLst>
                                        </p:anim>
                                        <p:anim calcmode="lin" valueType="num">
                                          <p:cBhvr>
                                            <p:cTn id="92" dur="750" fill="hold"/>
                                            <p:tgtEl>
                                              <p:spTgt spid="14"/>
                                            </p:tgtEl>
                                            <p:attrNameLst>
                                              <p:attrName>ppt_h</p:attrName>
                                            </p:attrNameLst>
                                          </p:cBhvr>
                                          <p:tavLst>
                                            <p:tav tm="0">
                                              <p:val>
                                                <p:fltVal val="0"/>
                                              </p:val>
                                            </p:tav>
                                            <p:tav tm="100000">
                                              <p:val>
                                                <p:strVal val="#ppt_h"/>
                                              </p:val>
                                            </p:tav>
                                          </p:tavLst>
                                        </p:anim>
                                        <p:animEffect transition="in" filter="fade">
                                          <p:cBhvr>
                                            <p:cTn id="93" dur="75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7" grpId="0"/>
          <p:bldP spid="18" grpId="0"/>
          <p:bldP spid="19" grpId="0"/>
          <p:bldP spid="20" grpId="0"/>
          <p:bldP spid="37" grpId="0"/>
          <p:bldP spid="41" grpId="0"/>
          <p:bldP spid="42" grpId="0"/>
          <p:bldP spid="12" grpId="0" animBg="1"/>
          <p:bldP spid="13" grpId="0" animBg="1"/>
          <p:bldP spid="14" grpId="0" animBg="1"/>
          <p:bldP spid="15" grpId="0" animBg="1"/>
          <p:bldP spid="16" grpId="0" animBg="1"/>
          <p:bldP spid="4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fill="hold"/>
                                            <p:tgtEl>
                                              <p:spTgt spid="11"/>
                                            </p:tgtEl>
                                            <p:attrNameLst>
                                              <p:attrName>ppt_x</p:attrName>
                                            </p:attrNameLst>
                                          </p:cBhvr>
                                          <p:tavLst>
                                            <p:tav tm="0">
                                              <p:val>
                                                <p:strVal val="#ppt_x"/>
                                              </p:val>
                                            </p:tav>
                                            <p:tav tm="100000">
                                              <p:val>
                                                <p:strVal val="#ppt_x"/>
                                              </p:val>
                                            </p:tav>
                                          </p:tavLst>
                                        </p:anim>
                                        <p:anim calcmode="lin" valueType="num">
                                          <p:cBhvr additive="base">
                                            <p:cTn id="8" dur="100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36"/>
                                            </p:tgtEl>
                                            <p:attrNameLst>
                                              <p:attrName>style.visibility</p:attrName>
                                            </p:attrNameLst>
                                          </p:cBhvr>
                                          <p:to>
                                            <p:strVal val="visible"/>
                                          </p:to>
                                        </p:set>
                                        <p:anim calcmode="lin" valueType="num">
                                          <p:cBhvr additive="base">
                                            <p:cTn id="11" dur="1000" fill="hold"/>
                                            <p:tgtEl>
                                              <p:spTgt spid="36"/>
                                            </p:tgtEl>
                                            <p:attrNameLst>
                                              <p:attrName>ppt_x</p:attrName>
                                            </p:attrNameLst>
                                          </p:cBhvr>
                                          <p:tavLst>
                                            <p:tav tm="0">
                                              <p:val>
                                                <p:strVal val="#ppt_x"/>
                                              </p:val>
                                            </p:tav>
                                            <p:tav tm="100000">
                                              <p:val>
                                                <p:strVal val="#ppt_x"/>
                                              </p:val>
                                            </p:tav>
                                          </p:tavLst>
                                        </p:anim>
                                        <p:anim calcmode="lin" valueType="num">
                                          <p:cBhvr additive="base">
                                            <p:cTn id="12" dur="1000" fill="hold"/>
                                            <p:tgtEl>
                                              <p:spTgt spid="3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40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1000" fill="hold"/>
                                            <p:tgtEl>
                                              <p:spTgt spid="35"/>
                                            </p:tgtEl>
                                            <p:attrNameLst>
                                              <p:attrName>ppt_x</p:attrName>
                                            </p:attrNameLst>
                                          </p:cBhvr>
                                          <p:tavLst>
                                            <p:tav tm="0">
                                              <p:val>
                                                <p:strVal val="#ppt_x"/>
                                              </p:val>
                                            </p:tav>
                                            <p:tav tm="100000">
                                              <p:val>
                                                <p:strVal val="#ppt_x"/>
                                              </p:val>
                                            </p:tav>
                                          </p:tavLst>
                                        </p:anim>
                                        <p:anim calcmode="lin" valueType="num">
                                          <p:cBhvr additive="base">
                                            <p:cTn id="16" dur="1000" fill="hold"/>
                                            <p:tgtEl>
                                              <p:spTgt spid="35"/>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6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000" fill="hold"/>
                                            <p:tgtEl>
                                              <p:spTgt spid="34"/>
                                            </p:tgtEl>
                                            <p:attrNameLst>
                                              <p:attrName>ppt_x</p:attrName>
                                            </p:attrNameLst>
                                          </p:cBhvr>
                                          <p:tavLst>
                                            <p:tav tm="0">
                                              <p:val>
                                                <p:strVal val="#ppt_x"/>
                                              </p:val>
                                            </p:tav>
                                            <p:tav tm="100000">
                                              <p:val>
                                                <p:strVal val="#ppt_x"/>
                                              </p:val>
                                            </p:tav>
                                          </p:tavLst>
                                        </p:anim>
                                        <p:anim calcmode="lin" valueType="num">
                                          <p:cBhvr additive="base">
                                            <p:cTn id="20" dur="1000" fill="hold"/>
                                            <p:tgtEl>
                                              <p:spTgt spid="34"/>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80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1000" fill="hold"/>
                                            <p:tgtEl>
                                              <p:spTgt spid="32"/>
                                            </p:tgtEl>
                                            <p:attrNameLst>
                                              <p:attrName>ppt_x</p:attrName>
                                            </p:attrNameLst>
                                          </p:cBhvr>
                                          <p:tavLst>
                                            <p:tav tm="0">
                                              <p:val>
                                                <p:strVal val="#ppt_x"/>
                                              </p:val>
                                            </p:tav>
                                            <p:tav tm="100000">
                                              <p:val>
                                                <p:strVal val="#ppt_x"/>
                                              </p:val>
                                            </p:tav>
                                          </p:tavLst>
                                        </p:anim>
                                        <p:anim calcmode="lin" valueType="num">
                                          <p:cBhvr additive="base">
                                            <p:cTn id="24" dur="1000" fill="hold"/>
                                            <p:tgtEl>
                                              <p:spTgt spid="32"/>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100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1000" fill="hold"/>
                                            <p:tgtEl>
                                              <p:spTgt spid="31"/>
                                            </p:tgtEl>
                                            <p:attrNameLst>
                                              <p:attrName>ppt_x</p:attrName>
                                            </p:attrNameLst>
                                          </p:cBhvr>
                                          <p:tavLst>
                                            <p:tav tm="0">
                                              <p:val>
                                                <p:strVal val="#ppt_x"/>
                                              </p:val>
                                            </p:tav>
                                            <p:tav tm="100000">
                                              <p:val>
                                                <p:strVal val="#ppt_x"/>
                                              </p:val>
                                            </p:tav>
                                          </p:tavLst>
                                        </p:anim>
                                        <p:anim calcmode="lin" valueType="num">
                                          <p:cBhvr additive="base">
                                            <p:cTn id="28" dur="1000" fill="hold"/>
                                            <p:tgtEl>
                                              <p:spTgt spid="31"/>
                                            </p:tgtEl>
                                            <p:attrNameLst>
                                              <p:attrName>ppt_y</p:attrName>
                                            </p:attrNameLst>
                                          </p:cBhvr>
                                          <p:tavLst>
                                            <p:tav tm="0">
                                              <p:val>
                                                <p:strVal val="0-#ppt_h/2"/>
                                              </p:val>
                                            </p:tav>
                                            <p:tav tm="100000">
                                              <p:val>
                                                <p:strVal val="#ppt_y"/>
                                              </p:val>
                                            </p:tav>
                                          </p:tavLst>
                                        </p:anim>
                                      </p:childTnLst>
                                    </p:cTn>
                                  </p:par>
                                  <p:par>
                                    <p:cTn id="29" presetID="53" presetClass="entr" presetSubtype="16" fill="hold" grpId="0" nodeType="withEffect">
                                      <p:stCondLst>
                                        <p:cond delay="750"/>
                                      </p:stCondLst>
                                      <p:childTnLst>
                                        <p:set>
                                          <p:cBhvr>
                                            <p:cTn id="30" dur="1" fill="hold">
                                              <p:stCondLst>
                                                <p:cond delay="0"/>
                                              </p:stCondLst>
                                            </p:cTn>
                                            <p:tgtEl>
                                              <p:spTgt spid="17"/>
                                            </p:tgtEl>
                                            <p:attrNameLst>
                                              <p:attrName>style.visibility</p:attrName>
                                            </p:attrNameLst>
                                          </p:cBhvr>
                                          <p:to>
                                            <p:strVal val="visible"/>
                                          </p:to>
                                        </p:set>
                                        <p:anim calcmode="lin" valueType="num">
                                          <p:cBhvr>
                                            <p:cTn id="31" dur="750" fill="hold"/>
                                            <p:tgtEl>
                                              <p:spTgt spid="17"/>
                                            </p:tgtEl>
                                            <p:attrNameLst>
                                              <p:attrName>ppt_w</p:attrName>
                                            </p:attrNameLst>
                                          </p:cBhvr>
                                          <p:tavLst>
                                            <p:tav tm="0">
                                              <p:val>
                                                <p:fltVal val="0"/>
                                              </p:val>
                                            </p:tav>
                                            <p:tav tm="100000">
                                              <p:val>
                                                <p:strVal val="#ppt_w"/>
                                              </p:val>
                                            </p:tav>
                                          </p:tavLst>
                                        </p:anim>
                                        <p:anim calcmode="lin" valueType="num">
                                          <p:cBhvr>
                                            <p:cTn id="32" dur="750" fill="hold"/>
                                            <p:tgtEl>
                                              <p:spTgt spid="17"/>
                                            </p:tgtEl>
                                            <p:attrNameLst>
                                              <p:attrName>ppt_h</p:attrName>
                                            </p:attrNameLst>
                                          </p:cBhvr>
                                          <p:tavLst>
                                            <p:tav tm="0">
                                              <p:val>
                                                <p:fltVal val="0"/>
                                              </p:val>
                                            </p:tav>
                                            <p:tav tm="100000">
                                              <p:val>
                                                <p:strVal val="#ppt_h"/>
                                              </p:val>
                                            </p:tav>
                                          </p:tavLst>
                                        </p:anim>
                                        <p:animEffect transition="in" filter="fade">
                                          <p:cBhvr>
                                            <p:cTn id="33" dur="750"/>
                                            <p:tgtEl>
                                              <p:spTgt spid="17"/>
                                            </p:tgtEl>
                                          </p:cBhvr>
                                        </p:animEffect>
                                      </p:childTnLst>
                                    </p:cTn>
                                  </p:par>
                                  <p:par>
                                    <p:cTn id="34" presetID="53" presetClass="entr" presetSubtype="16" fill="hold" grpId="0" nodeType="withEffect">
                                      <p:stCondLst>
                                        <p:cond delay="750"/>
                                      </p:stCondLst>
                                      <p:childTnLst>
                                        <p:set>
                                          <p:cBhvr>
                                            <p:cTn id="35" dur="1" fill="hold">
                                              <p:stCondLst>
                                                <p:cond delay="0"/>
                                              </p:stCondLst>
                                            </p:cTn>
                                            <p:tgtEl>
                                              <p:spTgt spid="37"/>
                                            </p:tgtEl>
                                            <p:attrNameLst>
                                              <p:attrName>style.visibility</p:attrName>
                                            </p:attrNameLst>
                                          </p:cBhvr>
                                          <p:to>
                                            <p:strVal val="visible"/>
                                          </p:to>
                                        </p:set>
                                        <p:anim calcmode="lin" valueType="num">
                                          <p:cBhvr>
                                            <p:cTn id="36" dur="750" fill="hold"/>
                                            <p:tgtEl>
                                              <p:spTgt spid="37"/>
                                            </p:tgtEl>
                                            <p:attrNameLst>
                                              <p:attrName>ppt_w</p:attrName>
                                            </p:attrNameLst>
                                          </p:cBhvr>
                                          <p:tavLst>
                                            <p:tav tm="0">
                                              <p:val>
                                                <p:fltVal val="0"/>
                                              </p:val>
                                            </p:tav>
                                            <p:tav tm="100000">
                                              <p:val>
                                                <p:strVal val="#ppt_w"/>
                                              </p:val>
                                            </p:tav>
                                          </p:tavLst>
                                        </p:anim>
                                        <p:anim calcmode="lin" valueType="num">
                                          <p:cBhvr>
                                            <p:cTn id="37" dur="750" fill="hold"/>
                                            <p:tgtEl>
                                              <p:spTgt spid="37"/>
                                            </p:tgtEl>
                                            <p:attrNameLst>
                                              <p:attrName>ppt_h</p:attrName>
                                            </p:attrNameLst>
                                          </p:cBhvr>
                                          <p:tavLst>
                                            <p:tav tm="0">
                                              <p:val>
                                                <p:fltVal val="0"/>
                                              </p:val>
                                            </p:tav>
                                            <p:tav tm="100000">
                                              <p:val>
                                                <p:strVal val="#ppt_h"/>
                                              </p:val>
                                            </p:tav>
                                          </p:tavLst>
                                        </p:anim>
                                        <p:animEffect transition="in" filter="fade">
                                          <p:cBhvr>
                                            <p:cTn id="38" dur="750"/>
                                            <p:tgtEl>
                                              <p:spTgt spid="37"/>
                                            </p:tgtEl>
                                          </p:cBhvr>
                                        </p:animEffect>
                                      </p:childTnLst>
                                    </p:cTn>
                                  </p:par>
                                  <p:par>
                                    <p:cTn id="39" presetID="53" presetClass="entr" presetSubtype="16" fill="hold" grpId="0" nodeType="withEffect">
                                      <p:stCondLst>
                                        <p:cond delay="750"/>
                                      </p:stCondLst>
                                      <p:childTnLst>
                                        <p:set>
                                          <p:cBhvr>
                                            <p:cTn id="40" dur="1" fill="hold">
                                              <p:stCondLst>
                                                <p:cond delay="0"/>
                                              </p:stCondLst>
                                            </p:cTn>
                                            <p:tgtEl>
                                              <p:spTgt spid="15"/>
                                            </p:tgtEl>
                                            <p:attrNameLst>
                                              <p:attrName>style.visibility</p:attrName>
                                            </p:attrNameLst>
                                          </p:cBhvr>
                                          <p:to>
                                            <p:strVal val="visible"/>
                                          </p:to>
                                        </p:set>
                                        <p:anim calcmode="lin" valueType="num">
                                          <p:cBhvr>
                                            <p:cTn id="41" dur="750" fill="hold"/>
                                            <p:tgtEl>
                                              <p:spTgt spid="15"/>
                                            </p:tgtEl>
                                            <p:attrNameLst>
                                              <p:attrName>ppt_w</p:attrName>
                                            </p:attrNameLst>
                                          </p:cBhvr>
                                          <p:tavLst>
                                            <p:tav tm="0">
                                              <p:val>
                                                <p:fltVal val="0"/>
                                              </p:val>
                                            </p:tav>
                                            <p:tav tm="100000">
                                              <p:val>
                                                <p:strVal val="#ppt_w"/>
                                              </p:val>
                                            </p:tav>
                                          </p:tavLst>
                                        </p:anim>
                                        <p:anim calcmode="lin" valueType="num">
                                          <p:cBhvr>
                                            <p:cTn id="42" dur="750" fill="hold"/>
                                            <p:tgtEl>
                                              <p:spTgt spid="15"/>
                                            </p:tgtEl>
                                            <p:attrNameLst>
                                              <p:attrName>ppt_h</p:attrName>
                                            </p:attrNameLst>
                                          </p:cBhvr>
                                          <p:tavLst>
                                            <p:tav tm="0">
                                              <p:val>
                                                <p:fltVal val="0"/>
                                              </p:val>
                                            </p:tav>
                                            <p:tav tm="100000">
                                              <p:val>
                                                <p:strVal val="#ppt_h"/>
                                              </p:val>
                                            </p:tav>
                                          </p:tavLst>
                                        </p:anim>
                                        <p:animEffect transition="in" filter="fade">
                                          <p:cBhvr>
                                            <p:cTn id="43" dur="750"/>
                                            <p:tgtEl>
                                              <p:spTgt spid="15"/>
                                            </p:tgtEl>
                                          </p:cBhvr>
                                        </p:animEffect>
                                      </p:childTnLst>
                                    </p:cTn>
                                  </p:par>
                                  <p:par>
                                    <p:cTn id="44" presetID="53" presetClass="entr" presetSubtype="16" fill="hold" grpId="0" nodeType="withEffect">
                                      <p:stCondLst>
                                        <p:cond delay="900"/>
                                      </p:stCondLst>
                                      <p:childTnLst>
                                        <p:set>
                                          <p:cBhvr>
                                            <p:cTn id="45" dur="1" fill="hold">
                                              <p:stCondLst>
                                                <p:cond delay="0"/>
                                              </p:stCondLst>
                                            </p:cTn>
                                            <p:tgtEl>
                                              <p:spTgt spid="13"/>
                                            </p:tgtEl>
                                            <p:attrNameLst>
                                              <p:attrName>style.visibility</p:attrName>
                                            </p:attrNameLst>
                                          </p:cBhvr>
                                          <p:to>
                                            <p:strVal val="visible"/>
                                          </p:to>
                                        </p:set>
                                        <p:anim calcmode="lin" valueType="num">
                                          <p:cBhvr>
                                            <p:cTn id="46" dur="750" fill="hold"/>
                                            <p:tgtEl>
                                              <p:spTgt spid="13"/>
                                            </p:tgtEl>
                                            <p:attrNameLst>
                                              <p:attrName>ppt_w</p:attrName>
                                            </p:attrNameLst>
                                          </p:cBhvr>
                                          <p:tavLst>
                                            <p:tav tm="0">
                                              <p:val>
                                                <p:fltVal val="0"/>
                                              </p:val>
                                            </p:tav>
                                            <p:tav tm="100000">
                                              <p:val>
                                                <p:strVal val="#ppt_w"/>
                                              </p:val>
                                            </p:tav>
                                          </p:tavLst>
                                        </p:anim>
                                        <p:anim calcmode="lin" valueType="num">
                                          <p:cBhvr>
                                            <p:cTn id="47" dur="750" fill="hold"/>
                                            <p:tgtEl>
                                              <p:spTgt spid="13"/>
                                            </p:tgtEl>
                                            <p:attrNameLst>
                                              <p:attrName>ppt_h</p:attrName>
                                            </p:attrNameLst>
                                          </p:cBhvr>
                                          <p:tavLst>
                                            <p:tav tm="0">
                                              <p:val>
                                                <p:fltVal val="0"/>
                                              </p:val>
                                            </p:tav>
                                            <p:tav tm="100000">
                                              <p:val>
                                                <p:strVal val="#ppt_h"/>
                                              </p:val>
                                            </p:tav>
                                          </p:tavLst>
                                        </p:anim>
                                        <p:animEffect transition="in" filter="fade">
                                          <p:cBhvr>
                                            <p:cTn id="48" dur="750"/>
                                            <p:tgtEl>
                                              <p:spTgt spid="13"/>
                                            </p:tgtEl>
                                          </p:cBhvr>
                                        </p:animEffect>
                                      </p:childTnLst>
                                    </p:cTn>
                                  </p:par>
                                  <p:par>
                                    <p:cTn id="49" presetID="53" presetClass="entr" presetSubtype="16" fill="hold" grpId="0" nodeType="withEffect">
                                      <p:stCondLst>
                                        <p:cond delay="900"/>
                                      </p:stCondLst>
                                      <p:childTnLst>
                                        <p:set>
                                          <p:cBhvr>
                                            <p:cTn id="50" dur="1" fill="hold">
                                              <p:stCondLst>
                                                <p:cond delay="0"/>
                                              </p:stCondLst>
                                            </p:cTn>
                                            <p:tgtEl>
                                              <p:spTgt spid="41"/>
                                            </p:tgtEl>
                                            <p:attrNameLst>
                                              <p:attrName>style.visibility</p:attrName>
                                            </p:attrNameLst>
                                          </p:cBhvr>
                                          <p:to>
                                            <p:strVal val="visible"/>
                                          </p:to>
                                        </p:set>
                                        <p:anim calcmode="lin" valueType="num">
                                          <p:cBhvr>
                                            <p:cTn id="51" dur="750" fill="hold"/>
                                            <p:tgtEl>
                                              <p:spTgt spid="41"/>
                                            </p:tgtEl>
                                            <p:attrNameLst>
                                              <p:attrName>ppt_w</p:attrName>
                                            </p:attrNameLst>
                                          </p:cBhvr>
                                          <p:tavLst>
                                            <p:tav tm="0">
                                              <p:val>
                                                <p:fltVal val="0"/>
                                              </p:val>
                                            </p:tav>
                                            <p:tav tm="100000">
                                              <p:val>
                                                <p:strVal val="#ppt_w"/>
                                              </p:val>
                                            </p:tav>
                                          </p:tavLst>
                                        </p:anim>
                                        <p:anim calcmode="lin" valueType="num">
                                          <p:cBhvr>
                                            <p:cTn id="52" dur="750" fill="hold"/>
                                            <p:tgtEl>
                                              <p:spTgt spid="41"/>
                                            </p:tgtEl>
                                            <p:attrNameLst>
                                              <p:attrName>ppt_h</p:attrName>
                                            </p:attrNameLst>
                                          </p:cBhvr>
                                          <p:tavLst>
                                            <p:tav tm="0">
                                              <p:val>
                                                <p:fltVal val="0"/>
                                              </p:val>
                                            </p:tav>
                                            <p:tav tm="100000">
                                              <p:val>
                                                <p:strVal val="#ppt_h"/>
                                              </p:val>
                                            </p:tav>
                                          </p:tavLst>
                                        </p:anim>
                                        <p:animEffect transition="in" filter="fade">
                                          <p:cBhvr>
                                            <p:cTn id="53" dur="750"/>
                                            <p:tgtEl>
                                              <p:spTgt spid="41"/>
                                            </p:tgtEl>
                                          </p:cBhvr>
                                        </p:animEffect>
                                      </p:childTnLst>
                                    </p:cTn>
                                  </p:par>
                                  <p:par>
                                    <p:cTn id="54" presetID="53" presetClass="entr" presetSubtype="16" fill="hold" grpId="0" nodeType="withEffect">
                                      <p:stCondLst>
                                        <p:cond delay="900"/>
                                      </p:stCondLst>
                                      <p:childTnLst>
                                        <p:set>
                                          <p:cBhvr>
                                            <p:cTn id="55" dur="1" fill="hold">
                                              <p:stCondLst>
                                                <p:cond delay="0"/>
                                              </p:stCondLst>
                                            </p:cTn>
                                            <p:tgtEl>
                                              <p:spTgt spid="18"/>
                                            </p:tgtEl>
                                            <p:attrNameLst>
                                              <p:attrName>style.visibility</p:attrName>
                                            </p:attrNameLst>
                                          </p:cBhvr>
                                          <p:to>
                                            <p:strVal val="visible"/>
                                          </p:to>
                                        </p:set>
                                        <p:anim calcmode="lin" valueType="num">
                                          <p:cBhvr>
                                            <p:cTn id="56" dur="750" fill="hold"/>
                                            <p:tgtEl>
                                              <p:spTgt spid="18"/>
                                            </p:tgtEl>
                                            <p:attrNameLst>
                                              <p:attrName>ppt_w</p:attrName>
                                            </p:attrNameLst>
                                          </p:cBhvr>
                                          <p:tavLst>
                                            <p:tav tm="0">
                                              <p:val>
                                                <p:fltVal val="0"/>
                                              </p:val>
                                            </p:tav>
                                            <p:tav tm="100000">
                                              <p:val>
                                                <p:strVal val="#ppt_w"/>
                                              </p:val>
                                            </p:tav>
                                          </p:tavLst>
                                        </p:anim>
                                        <p:anim calcmode="lin" valueType="num">
                                          <p:cBhvr>
                                            <p:cTn id="57" dur="750" fill="hold"/>
                                            <p:tgtEl>
                                              <p:spTgt spid="18"/>
                                            </p:tgtEl>
                                            <p:attrNameLst>
                                              <p:attrName>ppt_h</p:attrName>
                                            </p:attrNameLst>
                                          </p:cBhvr>
                                          <p:tavLst>
                                            <p:tav tm="0">
                                              <p:val>
                                                <p:fltVal val="0"/>
                                              </p:val>
                                            </p:tav>
                                            <p:tav tm="100000">
                                              <p:val>
                                                <p:strVal val="#ppt_h"/>
                                              </p:val>
                                            </p:tav>
                                          </p:tavLst>
                                        </p:anim>
                                        <p:animEffect transition="in" filter="fade">
                                          <p:cBhvr>
                                            <p:cTn id="58" dur="750"/>
                                            <p:tgtEl>
                                              <p:spTgt spid="18"/>
                                            </p:tgtEl>
                                          </p:cBhvr>
                                        </p:animEffect>
                                      </p:childTnLst>
                                    </p:cTn>
                                  </p:par>
                                  <p:par>
                                    <p:cTn id="59" presetID="53" presetClass="entr" presetSubtype="16" fill="hold" grpId="0" nodeType="withEffect">
                                      <p:stCondLst>
                                        <p:cond delay="1100"/>
                                      </p:stCondLst>
                                      <p:childTnLst>
                                        <p:set>
                                          <p:cBhvr>
                                            <p:cTn id="60" dur="1" fill="hold">
                                              <p:stCondLst>
                                                <p:cond delay="0"/>
                                              </p:stCondLst>
                                            </p:cTn>
                                            <p:tgtEl>
                                              <p:spTgt spid="19"/>
                                            </p:tgtEl>
                                            <p:attrNameLst>
                                              <p:attrName>style.visibility</p:attrName>
                                            </p:attrNameLst>
                                          </p:cBhvr>
                                          <p:to>
                                            <p:strVal val="visible"/>
                                          </p:to>
                                        </p:set>
                                        <p:anim calcmode="lin" valueType="num">
                                          <p:cBhvr>
                                            <p:cTn id="61" dur="750" fill="hold"/>
                                            <p:tgtEl>
                                              <p:spTgt spid="19"/>
                                            </p:tgtEl>
                                            <p:attrNameLst>
                                              <p:attrName>ppt_w</p:attrName>
                                            </p:attrNameLst>
                                          </p:cBhvr>
                                          <p:tavLst>
                                            <p:tav tm="0">
                                              <p:val>
                                                <p:fltVal val="0"/>
                                              </p:val>
                                            </p:tav>
                                            <p:tav tm="100000">
                                              <p:val>
                                                <p:strVal val="#ppt_w"/>
                                              </p:val>
                                            </p:tav>
                                          </p:tavLst>
                                        </p:anim>
                                        <p:anim calcmode="lin" valueType="num">
                                          <p:cBhvr>
                                            <p:cTn id="62" dur="750" fill="hold"/>
                                            <p:tgtEl>
                                              <p:spTgt spid="19"/>
                                            </p:tgtEl>
                                            <p:attrNameLst>
                                              <p:attrName>ppt_h</p:attrName>
                                            </p:attrNameLst>
                                          </p:cBhvr>
                                          <p:tavLst>
                                            <p:tav tm="0">
                                              <p:val>
                                                <p:fltVal val="0"/>
                                              </p:val>
                                            </p:tav>
                                            <p:tav tm="100000">
                                              <p:val>
                                                <p:strVal val="#ppt_h"/>
                                              </p:val>
                                            </p:tav>
                                          </p:tavLst>
                                        </p:anim>
                                        <p:animEffect transition="in" filter="fade">
                                          <p:cBhvr>
                                            <p:cTn id="63" dur="750"/>
                                            <p:tgtEl>
                                              <p:spTgt spid="19"/>
                                            </p:tgtEl>
                                          </p:cBhvr>
                                        </p:animEffect>
                                      </p:childTnLst>
                                    </p:cTn>
                                  </p:par>
                                  <p:par>
                                    <p:cTn id="64" presetID="53" presetClass="entr" presetSubtype="16" fill="hold" grpId="0" nodeType="withEffect">
                                      <p:stCondLst>
                                        <p:cond delay="1100"/>
                                      </p:stCondLst>
                                      <p:childTnLst>
                                        <p:set>
                                          <p:cBhvr>
                                            <p:cTn id="65" dur="1" fill="hold">
                                              <p:stCondLst>
                                                <p:cond delay="0"/>
                                              </p:stCondLst>
                                            </p:cTn>
                                            <p:tgtEl>
                                              <p:spTgt spid="42"/>
                                            </p:tgtEl>
                                            <p:attrNameLst>
                                              <p:attrName>style.visibility</p:attrName>
                                            </p:attrNameLst>
                                          </p:cBhvr>
                                          <p:to>
                                            <p:strVal val="visible"/>
                                          </p:to>
                                        </p:set>
                                        <p:anim calcmode="lin" valueType="num">
                                          <p:cBhvr>
                                            <p:cTn id="66" dur="750" fill="hold"/>
                                            <p:tgtEl>
                                              <p:spTgt spid="42"/>
                                            </p:tgtEl>
                                            <p:attrNameLst>
                                              <p:attrName>ppt_w</p:attrName>
                                            </p:attrNameLst>
                                          </p:cBhvr>
                                          <p:tavLst>
                                            <p:tav tm="0">
                                              <p:val>
                                                <p:fltVal val="0"/>
                                              </p:val>
                                            </p:tav>
                                            <p:tav tm="100000">
                                              <p:val>
                                                <p:strVal val="#ppt_w"/>
                                              </p:val>
                                            </p:tav>
                                          </p:tavLst>
                                        </p:anim>
                                        <p:anim calcmode="lin" valueType="num">
                                          <p:cBhvr>
                                            <p:cTn id="67" dur="750" fill="hold"/>
                                            <p:tgtEl>
                                              <p:spTgt spid="42"/>
                                            </p:tgtEl>
                                            <p:attrNameLst>
                                              <p:attrName>ppt_h</p:attrName>
                                            </p:attrNameLst>
                                          </p:cBhvr>
                                          <p:tavLst>
                                            <p:tav tm="0">
                                              <p:val>
                                                <p:fltVal val="0"/>
                                              </p:val>
                                            </p:tav>
                                            <p:tav tm="100000">
                                              <p:val>
                                                <p:strVal val="#ppt_h"/>
                                              </p:val>
                                            </p:tav>
                                          </p:tavLst>
                                        </p:anim>
                                        <p:animEffect transition="in" filter="fade">
                                          <p:cBhvr>
                                            <p:cTn id="68" dur="750"/>
                                            <p:tgtEl>
                                              <p:spTgt spid="42"/>
                                            </p:tgtEl>
                                          </p:cBhvr>
                                        </p:animEffect>
                                      </p:childTnLst>
                                    </p:cTn>
                                  </p:par>
                                  <p:par>
                                    <p:cTn id="69" presetID="53" presetClass="entr" presetSubtype="16" fill="hold" grpId="0" nodeType="withEffect">
                                      <p:stCondLst>
                                        <p:cond delay="1100"/>
                                      </p:stCondLst>
                                      <p:childTnLst>
                                        <p:set>
                                          <p:cBhvr>
                                            <p:cTn id="70" dur="1" fill="hold">
                                              <p:stCondLst>
                                                <p:cond delay="0"/>
                                              </p:stCondLst>
                                            </p:cTn>
                                            <p:tgtEl>
                                              <p:spTgt spid="12"/>
                                            </p:tgtEl>
                                            <p:attrNameLst>
                                              <p:attrName>style.visibility</p:attrName>
                                            </p:attrNameLst>
                                          </p:cBhvr>
                                          <p:to>
                                            <p:strVal val="visible"/>
                                          </p:to>
                                        </p:set>
                                        <p:anim calcmode="lin" valueType="num">
                                          <p:cBhvr>
                                            <p:cTn id="71" dur="750" fill="hold"/>
                                            <p:tgtEl>
                                              <p:spTgt spid="12"/>
                                            </p:tgtEl>
                                            <p:attrNameLst>
                                              <p:attrName>ppt_w</p:attrName>
                                            </p:attrNameLst>
                                          </p:cBhvr>
                                          <p:tavLst>
                                            <p:tav tm="0">
                                              <p:val>
                                                <p:fltVal val="0"/>
                                              </p:val>
                                            </p:tav>
                                            <p:tav tm="100000">
                                              <p:val>
                                                <p:strVal val="#ppt_w"/>
                                              </p:val>
                                            </p:tav>
                                          </p:tavLst>
                                        </p:anim>
                                        <p:anim calcmode="lin" valueType="num">
                                          <p:cBhvr>
                                            <p:cTn id="72" dur="750" fill="hold"/>
                                            <p:tgtEl>
                                              <p:spTgt spid="12"/>
                                            </p:tgtEl>
                                            <p:attrNameLst>
                                              <p:attrName>ppt_h</p:attrName>
                                            </p:attrNameLst>
                                          </p:cBhvr>
                                          <p:tavLst>
                                            <p:tav tm="0">
                                              <p:val>
                                                <p:fltVal val="0"/>
                                              </p:val>
                                            </p:tav>
                                            <p:tav tm="100000">
                                              <p:val>
                                                <p:strVal val="#ppt_h"/>
                                              </p:val>
                                            </p:tav>
                                          </p:tavLst>
                                        </p:anim>
                                        <p:animEffect transition="in" filter="fade">
                                          <p:cBhvr>
                                            <p:cTn id="73" dur="750"/>
                                            <p:tgtEl>
                                              <p:spTgt spid="12"/>
                                            </p:tgtEl>
                                          </p:cBhvr>
                                        </p:animEffect>
                                      </p:childTnLst>
                                    </p:cTn>
                                  </p:par>
                                  <p:par>
                                    <p:cTn id="74" presetID="53" presetClass="entr" presetSubtype="16" fill="hold" grpId="0" nodeType="withEffect">
                                      <p:stCondLst>
                                        <p:cond delay="1300"/>
                                      </p:stCondLst>
                                      <p:childTnLst>
                                        <p:set>
                                          <p:cBhvr>
                                            <p:cTn id="75" dur="1" fill="hold">
                                              <p:stCondLst>
                                                <p:cond delay="0"/>
                                              </p:stCondLst>
                                            </p:cTn>
                                            <p:tgtEl>
                                              <p:spTgt spid="16"/>
                                            </p:tgtEl>
                                            <p:attrNameLst>
                                              <p:attrName>style.visibility</p:attrName>
                                            </p:attrNameLst>
                                          </p:cBhvr>
                                          <p:to>
                                            <p:strVal val="visible"/>
                                          </p:to>
                                        </p:set>
                                        <p:anim calcmode="lin" valueType="num">
                                          <p:cBhvr>
                                            <p:cTn id="76" dur="750" fill="hold"/>
                                            <p:tgtEl>
                                              <p:spTgt spid="16"/>
                                            </p:tgtEl>
                                            <p:attrNameLst>
                                              <p:attrName>ppt_w</p:attrName>
                                            </p:attrNameLst>
                                          </p:cBhvr>
                                          <p:tavLst>
                                            <p:tav tm="0">
                                              <p:val>
                                                <p:fltVal val="0"/>
                                              </p:val>
                                            </p:tav>
                                            <p:tav tm="100000">
                                              <p:val>
                                                <p:strVal val="#ppt_w"/>
                                              </p:val>
                                            </p:tav>
                                          </p:tavLst>
                                        </p:anim>
                                        <p:anim calcmode="lin" valueType="num">
                                          <p:cBhvr>
                                            <p:cTn id="77" dur="750" fill="hold"/>
                                            <p:tgtEl>
                                              <p:spTgt spid="16"/>
                                            </p:tgtEl>
                                            <p:attrNameLst>
                                              <p:attrName>ppt_h</p:attrName>
                                            </p:attrNameLst>
                                          </p:cBhvr>
                                          <p:tavLst>
                                            <p:tav tm="0">
                                              <p:val>
                                                <p:fltVal val="0"/>
                                              </p:val>
                                            </p:tav>
                                            <p:tav tm="100000">
                                              <p:val>
                                                <p:strVal val="#ppt_h"/>
                                              </p:val>
                                            </p:tav>
                                          </p:tavLst>
                                        </p:anim>
                                        <p:animEffect transition="in" filter="fade">
                                          <p:cBhvr>
                                            <p:cTn id="78" dur="750"/>
                                            <p:tgtEl>
                                              <p:spTgt spid="16"/>
                                            </p:tgtEl>
                                          </p:cBhvr>
                                        </p:animEffect>
                                      </p:childTnLst>
                                    </p:cTn>
                                  </p:par>
                                  <p:par>
                                    <p:cTn id="79" presetID="53" presetClass="entr" presetSubtype="16" fill="hold" grpId="0" nodeType="withEffect">
                                      <p:stCondLst>
                                        <p:cond delay="1300"/>
                                      </p:stCondLst>
                                      <p:childTnLst>
                                        <p:set>
                                          <p:cBhvr>
                                            <p:cTn id="80" dur="1" fill="hold">
                                              <p:stCondLst>
                                                <p:cond delay="0"/>
                                              </p:stCondLst>
                                            </p:cTn>
                                            <p:tgtEl>
                                              <p:spTgt spid="43"/>
                                            </p:tgtEl>
                                            <p:attrNameLst>
                                              <p:attrName>style.visibility</p:attrName>
                                            </p:attrNameLst>
                                          </p:cBhvr>
                                          <p:to>
                                            <p:strVal val="visible"/>
                                          </p:to>
                                        </p:set>
                                        <p:anim calcmode="lin" valueType="num">
                                          <p:cBhvr>
                                            <p:cTn id="81" dur="750" fill="hold"/>
                                            <p:tgtEl>
                                              <p:spTgt spid="43"/>
                                            </p:tgtEl>
                                            <p:attrNameLst>
                                              <p:attrName>ppt_w</p:attrName>
                                            </p:attrNameLst>
                                          </p:cBhvr>
                                          <p:tavLst>
                                            <p:tav tm="0">
                                              <p:val>
                                                <p:fltVal val="0"/>
                                              </p:val>
                                            </p:tav>
                                            <p:tav tm="100000">
                                              <p:val>
                                                <p:strVal val="#ppt_w"/>
                                              </p:val>
                                            </p:tav>
                                          </p:tavLst>
                                        </p:anim>
                                        <p:anim calcmode="lin" valueType="num">
                                          <p:cBhvr>
                                            <p:cTn id="82" dur="750" fill="hold"/>
                                            <p:tgtEl>
                                              <p:spTgt spid="43"/>
                                            </p:tgtEl>
                                            <p:attrNameLst>
                                              <p:attrName>ppt_h</p:attrName>
                                            </p:attrNameLst>
                                          </p:cBhvr>
                                          <p:tavLst>
                                            <p:tav tm="0">
                                              <p:val>
                                                <p:fltVal val="0"/>
                                              </p:val>
                                            </p:tav>
                                            <p:tav tm="100000">
                                              <p:val>
                                                <p:strVal val="#ppt_h"/>
                                              </p:val>
                                            </p:tav>
                                          </p:tavLst>
                                        </p:anim>
                                        <p:animEffect transition="in" filter="fade">
                                          <p:cBhvr>
                                            <p:cTn id="83" dur="750"/>
                                            <p:tgtEl>
                                              <p:spTgt spid="43"/>
                                            </p:tgtEl>
                                          </p:cBhvr>
                                        </p:animEffect>
                                      </p:childTnLst>
                                    </p:cTn>
                                  </p:par>
                                  <p:par>
                                    <p:cTn id="84" presetID="53" presetClass="entr" presetSubtype="16" fill="hold" grpId="0" nodeType="withEffect">
                                      <p:stCondLst>
                                        <p:cond delay="1300"/>
                                      </p:stCondLst>
                                      <p:childTnLst>
                                        <p:set>
                                          <p:cBhvr>
                                            <p:cTn id="85" dur="1" fill="hold">
                                              <p:stCondLst>
                                                <p:cond delay="0"/>
                                              </p:stCondLst>
                                            </p:cTn>
                                            <p:tgtEl>
                                              <p:spTgt spid="20"/>
                                            </p:tgtEl>
                                            <p:attrNameLst>
                                              <p:attrName>style.visibility</p:attrName>
                                            </p:attrNameLst>
                                          </p:cBhvr>
                                          <p:to>
                                            <p:strVal val="visible"/>
                                          </p:to>
                                        </p:set>
                                        <p:anim calcmode="lin" valueType="num">
                                          <p:cBhvr>
                                            <p:cTn id="86" dur="750" fill="hold"/>
                                            <p:tgtEl>
                                              <p:spTgt spid="20"/>
                                            </p:tgtEl>
                                            <p:attrNameLst>
                                              <p:attrName>ppt_w</p:attrName>
                                            </p:attrNameLst>
                                          </p:cBhvr>
                                          <p:tavLst>
                                            <p:tav tm="0">
                                              <p:val>
                                                <p:fltVal val="0"/>
                                              </p:val>
                                            </p:tav>
                                            <p:tav tm="100000">
                                              <p:val>
                                                <p:strVal val="#ppt_w"/>
                                              </p:val>
                                            </p:tav>
                                          </p:tavLst>
                                        </p:anim>
                                        <p:anim calcmode="lin" valueType="num">
                                          <p:cBhvr>
                                            <p:cTn id="87" dur="750" fill="hold"/>
                                            <p:tgtEl>
                                              <p:spTgt spid="20"/>
                                            </p:tgtEl>
                                            <p:attrNameLst>
                                              <p:attrName>ppt_h</p:attrName>
                                            </p:attrNameLst>
                                          </p:cBhvr>
                                          <p:tavLst>
                                            <p:tav tm="0">
                                              <p:val>
                                                <p:fltVal val="0"/>
                                              </p:val>
                                            </p:tav>
                                            <p:tav tm="100000">
                                              <p:val>
                                                <p:strVal val="#ppt_h"/>
                                              </p:val>
                                            </p:tav>
                                          </p:tavLst>
                                        </p:anim>
                                        <p:animEffect transition="in" filter="fade">
                                          <p:cBhvr>
                                            <p:cTn id="88" dur="750"/>
                                            <p:tgtEl>
                                              <p:spTgt spid="20"/>
                                            </p:tgtEl>
                                          </p:cBhvr>
                                        </p:animEffect>
                                      </p:childTnLst>
                                    </p:cTn>
                                  </p:par>
                                  <p:par>
                                    <p:cTn id="89" presetID="53" presetClass="entr" presetSubtype="16" fill="hold" grpId="0" nodeType="withEffect">
                                      <p:stCondLst>
                                        <p:cond delay="1500"/>
                                      </p:stCondLst>
                                      <p:childTnLst>
                                        <p:set>
                                          <p:cBhvr>
                                            <p:cTn id="90" dur="1" fill="hold">
                                              <p:stCondLst>
                                                <p:cond delay="0"/>
                                              </p:stCondLst>
                                            </p:cTn>
                                            <p:tgtEl>
                                              <p:spTgt spid="14"/>
                                            </p:tgtEl>
                                            <p:attrNameLst>
                                              <p:attrName>style.visibility</p:attrName>
                                            </p:attrNameLst>
                                          </p:cBhvr>
                                          <p:to>
                                            <p:strVal val="visible"/>
                                          </p:to>
                                        </p:set>
                                        <p:anim calcmode="lin" valueType="num">
                                          <p:cBhvr>
                                            <p:cTn id="91" dur="750" fill="hold"/>
                                            <p:tgtEl>
                                              <p:spTgt spid="14"/>
                                            </p:tgtEl>
                                            <p:attrNameLst>
                                              <p:attrName>ppt_w</p:attrName>
                                            </p:attrNameLst>
                                          </p:cBhvr>
                                          <p:tavLst>
                                            <p:tav tm="0">
                                              <p:val>
                                                <p:fltVal val="0"/>
                                              </p:val>
                                            </p:tav>
                                            <p:tav tm="100000">
                                              <p:val>
                                                <p:strVal val="#ppt_w"/>
                                              </p:val>
                                            </p:tav>
                                          </p:tavLst>
                                        </p:anim>
                                        <p:anim calcmode="lin" valueType="num">
                                          <p:cBhvr>
                                            <p:cTn id="92" dur="750" fill="hold"/>
                                            <p:tgtEl>
                                              <p:spTgt spid="14"/>
                                            </p:tgtEl>
                                            <p:attrNameLst>
                                              <p:attrName>ppt_h</p:attrName>
                                            </p:attrNameLst>
                                          </p:cBhvr>
                                          <p:tavLst>
                                            <p:tav tm="0">
                                              <p:val>
                                                <p:fltVal val="0"/>
                                              </p:val>
                                            </p:tav>
                                            <p:tav tm="100000">
                                              <p:val>
                                                <p:strVal val="#ppt_h"/>
                                              </p:val>
                                            </p:tav>
                                          </p:tavLst>
                                        </p:anim>
                                        <p:animEffect transition="in" filter="fade">
                                          <p:cBhvr>
                                            <p:cTn id="93" dur="75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7" grpId="0"/>
          <p:bldP spid="18" grpId="0"/>
          <p:bldP spid="19" grpId="0"/>
          <p:bldP spid="20" grpId="0"/>
          <p:bldP spid="37" grpId="0"/>
          <p:bldP spid="41" grpId="0"/>
          <p:bldP spid="42" grpId="0"/>
          <p:bldP spid="12" grpId="0" animBg="1"/>
          <p:bldP spid="13" grpId="0" animBg="1"/>
          <p:bldP spid="14" grpId="0" animBg="1"/>
          <p:bldP spid="15" grpId="0" animBg="1"/>
          <p:bldP spid="16" grpId="0" animBg="1"/>
          <p:bldP spid="43" grpId="0"/>
        </p:bldLst>
      </p:timing>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reeform 14">
            <a:extLst>
              <a:ext uri="{FF2B5EF4-FFF2-40B4-BE49-F238E27FC236}">
                <a16:creationId xmlns:a16="http://schemas.microsoft.com/office/drawing/2014/main" id="{9BD9867A-4B17-4A72-9AA2-3363B5C5E7DD}"/>
              </a:ext>
            </a:extLst>
          </p:cNvPr>
          <p:cNvSpPr>
            <a:spLocks/>
          </p:cNvSpPr>
          <p:nvPr/>
        </p:nvSpPr>
        <p:spPr bwMode="auto">
          <a:xfrm>
            <a:off x="3576203" y="4503984"/>
            <a:ext cx="4838339" cy="401015"/>
          </a:xfrm>
          <a:custGeom>
            <a:avLst/>
            <a:gdLst>
              <a:gd name="T0" fmla="*/ 3330 w 3330"/>
              <a:gd name="T1" fmla="*/ 0 h 276"/>
              <a:gd name="T2" fmla="*/ 944 w 3330"/>
              <a:gd name="T3" fmla="*/ 0 h 276"/>
              <a:gd name="T4" fmla="*/ 0 w 3330"/>
              <a:gd name="T5" fmla="*/ 276 h 276"/>
              <a:gd name="T6" fmla="*/ 2384 w 3330"/>
              <a:gd name="T7" fmla="*/ 276 h 276"/>
              <a:gd name="T8" fmla="*/ 3330 w 3330"/>
              <a:gd name="T9" fmla="*/ 0 h 276"/>
            </a:gdLst>
            <a:ahLst/>
            <a:cxnLst>
              <a:cxn ang="0">
                <a:pos x="T0" y="T1"/>
              </a:cxn>
              <a:cxn ang="0">
                <a:pos x="T2" y="T3"/>
              </a:cxn>
              <a:cxn ang="0">
                <a:pos x="T4" y="T5"/>
              </a:cxn>
              <a:cxn ang="0">
                <a:pos x="T6" y="T7"/>
              </a:cxn>
              <a:cxn ang="0">
                <a:pos x="T8" y="T9"/>
              </a:cxn>
            </a:cxnLst>
            <a:rect l="0" t="0" r="r" b="b"/>
            <a:pathLst>
              <a:path w="3330" h="276">
                <a:moveTo>
                  <a:pt x="3330" y="0"/>
                </a:moveTo>
                <a:lnTo>
                  <a:pt x="944" y="0"/>
                </a:lnTo>
                <a:lnTo>
                  <a:pt x="0" y="276"/>
                </a:lnTo>
                <a:lnTo>
                  <a:pt x="2384" y="276"/>
                </a:lnTo>
                <a:lnTo>
                  <a:pt x="333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A406EDD9-5DD6-4296-BC49-880108B631B0}"/>
              </a:ext>
            </a:extLst>
          </p:cNvPr>
          <p:cNvGrpSpPr/>
          <p:nvPr/>
        </p:nvGrpSpPr>
        <p:grpSpPr>
          <a:xfrm>
            <a:off x="3576203" y="3626400"/>
            <a:ext cx="6436481" cy="1174544"/>
            <a:chOff x="3576203" y="3626400"/>
            <a:chExt cx="6436481" cy="1174544"/>
          </a:xfrm>
        </p:grpSpPr>
        <p:sp>
          <p:nvSpPr>
            <p:cNvPr id="48" name="Right Triangle 34">
              <a:extLst>
                <a:ext uri="{FF2B5EF4-FFF2-40B4-BE49-F238E27FC236}">
                  <a16:creationId xmlns:a16="http://schemas.microsoft.com/office/drawing/2014/main" id="{F5AD9DB3-3218-4473-BAD7-E8525E707747}"/>
                </a:ext>
              </a:extLst>
            </p:cNvPr>
            <p:cNvSpPr/>
            <p:nvPr/>
          </p:nvSpPr>
          <p:spPr>
            <a:xfrm flipV="1">
              <a:off x="4578015" y="4375567"/>
              <a:ext cx="5434669" cy="42537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Lst>
              <a:ahLst/>
              <a:cxnLst>
                <a:cxn ang="0">
                  <a:pos x="connsiteX0" y="connsiteY0"/>
                </a:cxn>
                <a:cxn ang="0">
                  <a:pos x="connsiteX1" y="connsiteY1"/>
                </a:cxn>
                <a:cxn ang="0">
                  <a:pos x="connsiteX2" y="connsiteY2"/>
                </a:cxn>
                <a:cxn ang="0">
                  <a:pos x="connsiteX3" y="connsiteY3"/>
                </a:cxn>
              </a:cxnLst>
              <a:rect l="l" t="t" r="r" b="b"/>
              <a:pathLst>
                <a:path w="3371315" h="447549">
                  <a:moveTo>
                    <a:pt x="153301" y="447549"/>
                  </a:moveTo>
                  <a:lnTo>
                    <a:pt x="0" y="0"/>
                  </a:lnTo>
                  <a:lnTo>
                    <a:pt x="3371315" y="380874"/>
                  </a:lnTo>
                  <a:lnTo>
                    <a:pt x="153301" y="447549"/>
                  </a:lnTo>
                  <a:close/>
                </a:path>
              </a:pathLst>
            </a:custGeom>
            <a:gradFill>
              <a:gsLst>
                <a:gs pos="100000">
                  <a:srgbClr val="080808">
                    <a:alpha val="0"/>
                  </a:srgbClr>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25" name="Freeform 9">
              <a:extLst>
                <a:ext uri="{FF2B5EF4-FFF2-40B4-BE49-F238E27FC236}">
                  <a16:creationId xmlns:a16="http://schemas.microsoft.com/office/drawing/2014/main" id="{4FB090E2-18B7-408D-A876-4EEAF17F8EAF}"/>
                </a:ext>
              </a:extLst>
            </p:cNvPr>
            <p:cNvSpPr>
              <a:spLocks/>
            </p:cNvSpPr>
            <p:nvPr/>
          </p:nvSpPr>
          <p:spPr bwMode="auto">
            <a:xfrm>
              <a:off x="3576203" y="3626400"/>
              <a:ext cx="5179783" cy="877584"/>
            </a:xfrm>
            <a:custGeom>
              <a:avLst/>
              <a:gdLst>
                <a:gd name="T0" fmla="*/ 309 w 3565"/>
                <a:gd name="T1" fmla="*/ 0 h 604"/>
                <a:gd name="T2" fmla="*/ 3565 w 3565"/>
                <a:gd name="T3" fmla="*/ 0 h 604"/>
                <a:gd name="T4" fmla="*/ 3330 w 3565"/>
                <a:gd name="T5" fmla="*/ 604 h 604"/>
                <a:gd name="T6" fmla="*/ 0 w 3565"/>
                <a:gd name="T7" fmla="*/ 604 h 604"/>
                <a:gd name="T8" fmla="*/ 309 w 3565"/>
                <a:gd name="T9" fmla="*/ 0 h 604"/>
              </a:gdLst>
              <a:ahLst/>
              <a:cxnLst>
                <a:cxn ang="0">
                  <a:pos x="T0" y="T1"/>
                </a:cxn>
                <a:cxn ang="0">
                  <a:pos x="T2" y="T3"/>
                </a:cxn>
                <a:cxn ang="0">
                  <a:pos x="T4" y="T5"/>
                </a:cxn>
                <a:cxn ang="0">
                  <a:pos x="T6" y="T7"/>
                </a:cxn>
                <a:cxn ang="0">
                  <a:pos x="T8" y="T9"/>
                </a:cxn>
              </a:cxnLst>
              <a:rect l="0" t="0" r="r" b="b"/>
              <a:pathLst>
                <a:path w="3565" h="604">
                  <a:moveTo>
                    <a:pt x="309" y="0"/>
                  </a:moveTo>
                  <a:lnTo>
                    <a:pt x="3565" y="0"/>
                  </a:lnTo>
                  <a:lnTo>
                    <a:pt x="3330" y="604"/>
                  </a:lnTo>
                  <a:lnTo>
                    <a:pt x="0" y="604"/>
                  </a:lnTo>
                  <a:lnTo>
                    <a:pt x="309"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6" name="Freeform 11">
            <a:extLst>
              <a:ext uri="{FF2B5EF4-FFF2-40B4-BE49-F238E27FC236}">
                <a16:creationId xmlns:a16="http://schemas.microsoft.com/office/drawing/2014/main" id="{4653F415-7ABE-494A-9704-A067851732C9}"/>
              </a:ext>
            </a:extLst>
          </p:cNvPr>
          <p:cNvSpPr>
            <a:spLocks/>
          </p:cNvSpPr>
          <p:nvPr/>
        </p:nvSpPr>
        <p:spPr bwMode="auto">
          <a:xfrm>
            <a:off x="3576203" y="4905000"/>
            <a:ext cx="5179783" cy="877584"/>
          </a:xfrm>
          <a:custGeom>
            <a:avLst/>
            <a:gdLst>
              <a:gd name="T0" fmla="*/ 3256 w 3565"/>
              <a:gd name="T1" fmla="*/ 0 h 604"/>
              <a:gd name="T2" fmla="*/ 0 w 3565"/>
              <a:gd name="T3" fmla="*/ 0 h 604"/>
              <a:gd name="T4" fmla="*/ 235 w 3565"/>
              <a:gd name="T5" fmla="*/ 604 h 604"/>
              <a:gd name="T6" fmla="*/ 3565 w 3565"/>
              <a:gd name="T7" fmla="*/ 604 h 604"/>
              <a:gd name="T8" fmla="*/ 3256 w 3565"/>
              <a:gd name="T9" fmla="*/ 0 h 604"/>
            </a:gdLst>
            <a:ahLst/>
            <a:cxnLst>
              <a:cxn ang="0">
                <a:pos x="T0" y="T1"/>
              </a:cxn>
              <a:cxn ang="0">
                <a:pos x="T2" y="T3"/>
              </a:cxn>
              <a:cxn ang="0">
                <a:pos x="T4" y="T5"/>
              </a:cxn>
              <a:cxn ang="0">
                <a:pos x="T6" y="T7"/>
              </a:cxn>
              <a:cxn ang="0">
                <a:pos x="T8" y="T9"/>
              </a:cxn>
            </a:cxnLst>
            <a:rect l="0" t="0" r="r" b="b"/>
            <a:pathLst>
              <a:path w="3565" h="604">
                <a:moveTo>
                  <a:pt x="3256" y="0"/>
                </a:moveTo>
                <a:lnTo>
                  <a:pt x="0" y="0"/>
                </a:lnTo>
                <a:lnTo>
                  <a:pt x="235" y="604"/>
                </a:lnTo>
                <a:lnTo>
                  <a:pt x="3565" y="604"/>
                </a:lnTo>
                <a:lnTo>
                  <a:pt x="3256"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12">
            <a:extLst>
              <a:ext uri="{FF2B5EF4-FFF2-40B4-BE49-F238E27FC236}">
                <a16:creationId xmlns:a16="http://schemas.microsoft.com/office/drawing/2014/main" id="{A1DBA3B4-6C37-469E-9F89-28838E3E754D}"/>
              </a:ext>
            </a:extLst>
          </p:cNvPr>
          <p:cNvSpPr>
            <a:spLocks/>
          </p:cNvSpPr>
          <p:nvPr/>
        </p:nvSpPr>
        <p:spPr bwMode="auto">
          <a:xfrm>
            <a:off x="3576203" y="1949691"/>
            <a:ext cx="4730820" cy="396657"/>
          </a:xfrm>
          <a:custGeom>
            <a:avLst/>
            <a:gdLst>
              <a:gd name="T0" fmla="*/ 3256 w 3256"/>
              <a:gd name="T1" fmla="*/ 0 h 273"/>
              <a:gd name="T2" fmla="*/ 944 w 3256"/>
              <a:gd name="T3" fmla="*/ 0 h 273"/>
              <a:gd name="T4" fmla="*/ 0 w 3256"/>
              <a:gd name="T5" fmla="*/ 273 h 273"/>
              <a:gd name="T6" fmla="*/ 2310 w 3256"/>
              <a:gd name="T7" fmla="*/ 273 h 273"/>
              <a:gd name="T8" fmla="*/ 3256 w 3256"/>
              <a:gd name="T9" fmla="*/ 0 h 273"/>
            </a:gdLst>
            <a:ahLst/>
            <a:cxnLst>
              <a:cxn ang="0">
                <a:pos x="T0" y="T1"/>
              </a:cxn>
              <a:cxn ang="0">
                <a:pos x="T2" y="T3"/>
              </a:cxn>
              <a:cxn ang="0">
                <a:pos x="T4" y="T5"/>
              </a:cxn>
              <a:cxn ang="0">
                <a:pos x="T6" y="T7"/>
              </a:cxn>
              <a:cxn ang="0">
                <a:pos x="T8" y="T9"/>
              </a:cxn>
            </a:cxnLst>
            <a:rect l="0" t="0" r="r" b="b"/>
            <a:pathLst>
              <a:path w="3256" h="273">
                <a:moveTo>
                  <a:pt x="3256" y="0"/>
                </a:moveTo>
                <a:lnTo>
                  <a:pt x="944" y="0"/>
                </a:lnTo>
                <a:lnTo>
                  <a:pt x="0" y="273"/>
                </a:lnTo>
                <a:lnTo>
                  <a:pt x="2310" y="273"/>
                </a:lnTo>
                <a:lnTo>
                  <a:pt x="3256"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4" name="Group 3">
            <a:extLst>
              <a:ext uri="{FF2B5EF4-FFF2-40B4-BE49-F238E27FC236}">
                <a16:creationId xmlns:a16="http://schemas.microsoft.com/office/drawing/2014/main" id="{AB473FC2-20AB-4C10-8F15-E4ABA08C885C}"/>
              </a:ext>
            </a:extLst>
          </p:cNvPr>
          <p:cNvGrpSpPr/>
          <p:nvPr/>
        </p:nvGrpSpPr>
        <p:grpSpPr>
          <a:xfrm>
            <a:off x="3576203" y="1070654"/>
            <a:ext cx="6436481" cy="1190620"/>
            <a:chOff x="3576203" y="1070654"/>
            <a:chExt cx="6436481" cy="1190620"/>
          </a:xfrm>
        </p:grpSpPr>
        <p:sp>
          <p:nvSpPr>
            <p:cNvPr id="52" name="Right Triangle 34">
              <a:extLst>
                <a:ext uri="{FF2B5EF4-FFF2-40B4-BE49-F238E27FC236}">
                  <a16:creationId xmlns:a16="http://schemas.microsoft.com/office/drawing/2014/main" id="{E42C9729-7792-41CB-ACB7-7262C0E781E0}"/>
                </a:ext>
              </a:extLst>
            </p:cNvPr>
            <p:cNvSpPr/>
            <p:nvPr/>
          </p:nvSpPr>
          <p:spPr>
            <a:xfrm flipV="1">
              <a:off x="4578015" y="1835897"/>
              <a:ext cx="5434669" cy="42537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Lst>
              <a:ahLst/>
              <a:cxnLst>
                <a:cxn ang="0">
                  <a:pos x="connsiteX0" y="connsiteY0"/>
                </a:cxn>
                <a:cxn ang="0">
                  <a:pos x="connsiteX1" y="connsiteY1"/>
                </a:cxn>
                <a:cxn ang="0">
                  <a:pos x="connsiteX2" y="connsiteY2"/>
                </a:cxn>
                <a:cxn ang="0">
                  <a:pos x="connsiteX3" y="connsiteY3"/>
                </a:cxn>
              </a:cxnLst>
              <a:rect l="l" t="t" r="r" b="b"/>
              <a:pathLst>
                <a:path w="3371315" h="447549">
                  <a:moveTo>
                    <a:pt x="153301" y="447549"/>
                  </a:moveTo>
                  <a:lnTo>
                    <a:pt x="0" y="0"/>
                  </a:lnTo>
                  <a:lnTo>
                    <a:pt x="3371315" y="380874"/>
                  </a:lnTo>
                  <a:lnTo>
                    <a:pt x="153301" y="447549"/>
                  </a:lnTo>
                  <a:close/>
                </a:path>
              </a:pathLst>
            </a:custGeom>
            <a:gradFill>
              <a:gsLst>
                <a:gs pos="100000">
                  <a:srgbClr val="080808">
                    <a:alpha val="0"/>
                  </a:srgbClr>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22" name="Freeform 5">
              <a:extLst>
                <a:ext uri="{FF2B5EF4-FFF2-40B4-BE49-F238E27FC236}">
                  <a16:creationId xmlns:a16="http://schemas.microsoft.com/office/drawing/2014/main" id="{E7E542EF-EB4A-48B3-8B08-55A7832FB853}"/>
                </a:ext>
              </a:extLst>
            </p:cNvPr>
            <p:cNvSpPr>
              <a:spLocks/>
            </p:cNvSpPr>
            <p:nvPr/>
          </p:nvSpPr>
          <p:spPr bwMode="auto">
            <a:xfrm>
              <a:off x="3576203" y="1070654"/>
              <a:ext cx="5179783" cy="879038"/>
            </a:xfrm>
            <a:custGeom>
              <a:avLst/>
              <a:gdLst>
                <a:gd name="T0" fmla="*/ 3256 w 3565"/>
                <a:gd name="T1" fmla="*/ 605 h 605"/>
                <a:gd name="T2" fmla="*/ 0 w 3565"/>
                <a:gd name="T3" fmla="*/ 605 h 605"/>
                <a:gd name="T4" fmla="*/ 235 w 3565"/>
                <a:gd name="T5" fmla="*/ 0 h 605"/>
                <a:gd name="T6" fmla="*/ 3565 w 3565"/>
                <a:gd name="T7" fmla="*/ 0 h 605"/>
                <a:gd name="T8" fmla="*/ 3256 w 3565"/>
                <a:gd name="T9" fmla="*/ 605 h 605"/>
              </a:gdLst>
              <a:ahLst/>
              <a:cxnLst>
                <a:cxn ang="0">
                  <a:pos x="T0" y="T1"/>
                </a:cxn>
                <a:cxn ang="0">
                  <a:pos x="T2" y="T3"/>
                </a:cxn>
                <a:cxn ang="0">
                  <a:pos x="T4" y="T5"/>
                </a:cxn>
                <a:cxn ang="0">
                  <a:pos x="T6" y="T7"/>
                </a:cxn>
                <a:cxn ang="0">
                  <a:pos x="T8" y="T9"/>
                </a:cxn>
              </a:cxnLst>
              <a:rect l="0" t="0" r="r" b="b"/>
              <a:pathLst>
                <a:path w="3565" h="605">
                  <a:moveTo>
                    <a:pt x="3256" y="605"/>
                  </a:moveTo>
                  <a:lnTo>
                    <a:pt x="0" y="605"/>
                  </a:lnTo>
                  <a:lnTo>
                    <a:pt x="235" y="0"/>
                  </a:lnTo>
                  <a:lnTo>
                    <a:pt x="3565" y="0"/>
                  </a:lnTo>
                  <a:lnTo>
                    <a:pt x="3256" y="60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8" name="Freeform 13">
            <a:extLst>
              <a:ext uri="{FF2B5EF4-FFF2-40B4-BE49-F238E27FC236}">
                <a16:creationId xmlns:a16="http://schemas.microsoft.com/office/drawing/2014/main" id="{BF45B4A3-B5FD-4140-9F8C-0E8EE9C2D3D1}"/>
              </a:ext>
            </a:extLst>
          </p:cNvPr>
          <p:cNvSpPr>
            <a:spLocks/>
          </p:cNvSpPr>
          <p:nvPr/>
        </p:nvSpPr>
        <p:spPr bwMode="auto">
          <a:xfrm>
            <a:off x="4025166" y="3223932"/>
            <a:ext cx="4730820" cy="402469"/>
          </a:xfrm>
          <a:custGeom>
            <a:avLst/>
            <a:gdLst>
              <a:gd name="T0" fmla="*/ 3256 w 3256"/>
              <a:gd name="T1" fmla="*/ 0 h 277"/>
              <a:gd name="T2" fmla="*/ 946 w 3256"/>
              <a:gd name="T3" fmla="*/ 0 h 277"/>
              <a:gd name="T4" fmla="*/ 0 w 3256"/>
              <a:gd name="T5" fmla="*/ 277 h 277"/>
              <a:gd name="T6" fmla="*/ 2312 w 3256"/>
              <a:gd name="T7" fmla="*/ 277 h 277"/>
              <a:gd name="T8" fmla="*/ 3256 w 3256"/>
              <a:gd name="T9" fmla="*/ 0 h 277"/>
            </a:gdLst>
            <a:ahLst/>
            <a:cxnLst>
              <a:cxn ang="0">
                <a:pos x="T0" y="T1"/>
              </a:cxn>
              <a:cxn ang="0">
                <a:pos x="T2" y="T3"/>
              </a:cxn>
              <a:cxn ang="0">
                <a:pos x="T4" y="T5"/>
              </a:cxn>
              <a:cxn ang="0">
                <a:pos x="T6" y="T7"/>
              </a:cxn>
              <a:cxn ang="0">
                <a:pos x="T8" y="T9"/>
              </a:cxn>
            </a:cxnLst>
            <a:rect l="0" t="0" r="r" b="b"/>
            <a:pathLst>
              <a:path w="3256" h="277">
                <a:moveTo>
                  <a:pt x="3256" y="0"/>
                </a:moveTo>
                <a:lnTo>
                  <a:pt x="946" y="0"/>
                </a:lnTo>
                <a:lnTo>
                  <a:pt x="0" y="277"/>
                </a:lnTo>
                <a:lnTo>
                  <a:pt x="2312" y="277"/>
                </a:lnTo>
                <a:lnTo>
                  <a:pt x="3256"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D3B1D224-DDE9-473F-B619-FEC1B0999275}"/>
              </a:ext>
            </a:extLst>
          </p:cNvPr>
          <p:cNvGrpSpPr/>
          <p:nvPr/>
        </p:nvGrpSpPr>
        <p:grpSpPr>
          <a:xfrm>
            <a:off x="3576203" y="2346348"/>
            <a:ext cx="6779378" cy="1170742"/>
            <a:chOff x="3576203" y="2346348"/>
            <a:chExt cx="6779378" cy="1170742"/>
          </a:xfrm>
        </p:grpSpPr>
        <p:sp>
          <p:nvSpPr>
            <p:cNvPr id="51" name="Right Triangle 34">
              <a:extLst>
                <a:ext uri="{FF2B5EF4-FFF2-40B4-BE49-F238E27FC236}">
                  <a16:creationId xmlns:a16="http://schemas.microsoft.com/office/drawing/2014/main" id="{7E4F1AFD-49E4-4180-A9FA-6F9A35915D21}"/>
                </a:ext>
              </a:extLst>
            </p:cNvPr>
            <p:cNvSpPr/>
            <p:nvPr/>
          </p:nvSpPr>
          <p:spPr>
            <a:xfrm flipV="1">
              <a:off x="4920912" y="3091713"/>
              <a:ext cx="5434669" cy="42537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Lst>
              <a:ahLst/>
              <a:cxnLst>
                <a:cxn ang="0">
                  <a:pos x="connsiteX0" y="connsiteY0"/>
                </a:cxn>
                <a:cxn ang="0">
                  <a:pos x="connsiteX1" y="connsiteY1"/>
                </a:cxn>
                <a:cxn ang="0">
                  <a:pos x="connsiteX2" y="connsiteY2"/>
                </a:cxn>
                <a:cxn ang="0">
                  <a:pos x="connsiteX3" y="connsiteY3"/>
                </a:cxn>
              </a:cxnLst>
              <a:rect l="l" t="t" r="r" b="b"/>
              <a:pathLst>
                <a:path w="3371315" h="447549">
                  <a:moveTo>
                    <a:pt x="153301" y="447549"/>
                  </a:moveTo>
                  <a:lnTo>
                    <a:pt x="0" y="0"/>
                  </a:lnTo>
                  <a:lnTo>
                    <a:pt x="3371315" y="380874"/>
                  </a:lnTo>
                  <a:lnTo>
                    <a:pt x="153301" y="447549"/>
                  </a:lnTo>
                  <a:close/>
                </a:path>
              </a:pathLst>
            </a:custGeom>
            <a:gradFill>
              <a:gsLst>
                <a:gs pos="100000">
                  <a:srgbClr val="080808">
                    <a:alpha val="0"/>
                  </a:srgbClr>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24" name="Freeform 7">
              <a:extLst>
                <a:ext uri="{FF2B5EF4-FFF2-40B4-BE49-F238E27FC236}">
                  <a16:creationId xmlns:a16="http://schemas.microsoft.com/office/drawing/2014/main" id="{87926257-B585-411D-9203-DE0B608243C9}"/>
                </a:ext>
              </a:extLst>
            </p:cNvPr>
            <p:cNvSpPr>
              <a:spLocks/>
            </p:cNvSpPr>
            <p:nvPr/>
          </p:nvSpPr>
          <p:spPr bwMode="auto">
            <a:xfrm>
              <a:off x="3576203" y="2346348"/>
              <a:ext cx="5179783" cy="877584"/>
            </a:xfrm>
            <a:custGeom>
              <a:avLst/>
              <a:gdLst>
                <a:gd name="T0" fmla="*/ 3256 w 3565"/>
                <a:gd name="T1" fmla="*/ 0 h 604"/>
                <a:gd name="T2" fmla="*/ 0 w 3565"/>
                <a:gd name="T3" fmla="*/ 0 h 604"/>
                <a:gd name="T4" fmla="*/ 235 w 3565"/>
                <a:gd name="T5" fmla="*/ 604 h 604"/>
                <a:gd name="T6" fmla="*/ 3565 w 3565"/>
                <a:gd name="T7" fmla="*/ 604 h 604"/>
                <a:gd name="T8" fmla="*/ 3256 w 3565"/>
                <a:gd name="T9" fmla="*/ 0 h 604"/>
              </a:gdLst>
              <a:ahLst/>
              <a:cxnLst>
                <a:cxn ang="0">
                  <a:pos x="T0" y="T1"/>
                </a:cxn>
                <a:cxn ang="0">
                  <a:pos x="T2" y="T3"/>
                </a:cxn>
                <a:cxn ang="0">
                  <a:pos x="T4" y="T5"/>
                </a:cxn>
                <a:cxn ang="0">
                  <a:pos x="T6" y="T7"/>
                </a:cxn>
                <a:cxn ang="0">
                  <a:pos x="T8" y="T9"/>
                </a:cxn>
              </a:cxnLst>
              <a:rect l="0" t="0" r="r" b="b"/>
              <a:pathLst>
                <a:path w="3565" h="604">
                  <a:moveTo>
                    <a:pt x="3256" y="0"/>
                  </a:moveTo>
                  <a:lnTo>
                    <a:pt x="0" y="0"/>
                  </a:lnTo>
                  <a:lnTo>
                    <a:pt x="235" y="604"/>
                  </a:lnTo>
                  <a:lnTo>
                    <a:pt x="3565" y="604"/>
                  </a:lnTo>
                  <a:lnTo>
                    <a:pt x="3256"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108" name="Group 4107">
            <a:extLst>
              <a:ext uri="{FF2B5EF4-FFF2-40B4-BE49-F238E27FC236}">
                <a16:creationId xmlns:a16="http://schemas.microsoft.com/office/drawing/2014/main" id="{B97F55E7-A209-4529-B1C7-9B6547F0975D}"/>
              </a:ext>
            </a:extLst>
          </p:cNvPr>
          <p:cNvGrpSpPr/>
          <p:nvPr/>
        </p:nvGrpSpPr>
        <p:grpSpPr>
          <a:xfrm>
            <a:off x="4315120" y="5037219"/>
            <a:ext cx="525785" cy="699292"/>
            <a:chOff x="4069658" y="5186363"/>
            <a:chExt cx="574474" cy="764048"/>
          </a:xfrm>
        </p:grpSpPr>
        <p:sp>
          <p:nvSpPr>
            <p:cNvPr id="30" name="Rectangle 15">
              <a:extLst>
                <a:ext uri="{FF2B5EF4-FFF2-40B4-BE49-F238E27FC236}">
                  <a16:creationId xmlns:a16="http://schemas.microsoft.com/office/drawing/2014/main" id="{720BCEAA-9DD3-4897-824E-363EE310DAA9}"/>
                </a:ext>
              </a:extLst>
            </p:cNvPr>
            <p:cNvSpPr>
              <a:spLocks noChangeArrowheads="1"/>
            </p:cNvSpPr>
            <p:nvPr/>
          </p:nvSpPr>
          <p:spPr bwMode="auto">
            <a:xfrm>
              <a:off x="4105151" y="5186363"/>
              <a:ext cx="511423" cy="2690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Semibold" panose="020B0706030804020204" pitchFamily="34" charset="0"/>
                </a:rPr>
                <a:t>STEP</a:t>
              </a:r>
              <a:endParaRPr kumimoji="0" lang="ru-UA" altLang="ru-UA" sz="1800" b="0" i="0" u="none" strike="noStrike" cap="none" normalizeH="0" baseline="0">
                <a:ln>
                  <a:noFill/>
                </a:ln>
                <a:solidFill>
                  <a:schemeClr val="bg2"/>
                </a:solidFill>
                <a:effectLst/>
              </a:endParaRPr>
            </a:p>
          </p:txBody>
        </p:sp>
        <p:sp>
          <p:nvSpPr>
            <p:cNvPr id="31" name="Rectangle 16">
              <a:extLst>
                <a:ext uri="{FF2B5EF4-FFF2-40B4-BE49-F238E27FC236}">
                  <a16:creationId xmlns:a16="http://schemas.microsoft.com/office/drawing/2014/main" id="{6CB450BC-3E30-41DF-AFC2-EC3C8485BDCC}"/>
                </a:ext>
              </a:extLst>
            </p:cNvPr>
            <p:cNvSpPr>
              <a:spLocks noChangeArrowheads="1"/>
            </p:cNvSpPr>
            <p:nvPr/>
          </p:nvSpPr>
          <p:spPr bwMode="auto">
            <a:xfrm>
              <a:off x="4069658" y="5345112"/>
              <a:ext cx="574474" cy="605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bg2"/>
                  </a:solidFill>
                  <a:effectLst/>
                  <a:latin typeface="Open Sans Semibold" panose="020B0706030804020204" pitchFamily="34" charset="0"/>
                </a:rPr>
                <a:t>01</a:t>
              </a:r>
              <a:endParaRPr kumimoji="0" lang="ru-UA" altLang="ru-UA" sz="1800" b="0" i="0" u="none" strike="noStrike" cap="none" normalizeH="0" baseline="0">
                <a:ln>
                  <a:noFill/>
                </a:ln>
                <a:solidFill>
                  <a:schemeClr val="bg2"/>
                </a:solidFill>
                <a:effectLst/>
              </a:endParaRPr>
            </a:p>
          </p:txBody>
        </p:sp>
      </p:grpSp>
      <p:grpSp>
        <p:nvGrpSpPr>
          <p:cNvPr id="4109" name="Group 4108">
            <a:extLst>
              <a:ext uri="{FF2B5EF4-FFF2-40B4-BE49-F238E27FC236}">
                <a16:creationId xmlns:a16="http://schemas.microsoft.com/office/drawing/2014/main" id="{4F02A5BB-6382-4EA9-BFD2-C7A20C466667}"/>
              </a:ext>
            </a:extLst>
          </p:cNvPr>
          <p:cNvGrpSpPr/>
          <p:nvPr/>
        </p:nvGrpSpPr>
        <p:grpSpPr>
          <a:xfrm>
            <a:off x="7666369" y="3775347"/>
            <a:ext cx="525785" cy="687670"/>
            <a:chOff x="7735195" y="3770313"/>
            <a:chExt cx="574473" cy="751349"/>
          </a:xfrm>
        </p:grpSpPr>
        <p:sp>
          <p:nvSpPr>
            <p:cNvPr id="4096" name="Rectangle 17">
              <a:extLst>
                <a:ext uri="{FF2B5EF4-FFF2-40B4-BE49-F238E27FC236}">
                  <a16:creationId xmlns:a16="http://schemas.microsoft.com/office/drawing/2014/main" id="{DE312544-C225-4D5D-8886-230F98D1D5F6}"/>
                </a:ext>
              </a:extLst>
            </p:cNvPr>
            <p:cNvSpPr>
              <a:spLocks noChangeArrowheads="1"/>
            </p:cNvSpPr>
            <p:nvPr/>
          </p:nvSpPr>
          <p:spPr bwMode="auto">
            <a:xfrm>
              <a:off x="7778626" y="3770313"/>
              <a:ext cx="511423" cy="269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Semibold" panose="020B0706030804020204" pitchFamily="34" charset="0"/>
                </a:rPr>
                <a:t>STEP</a:t>
              </a:r>
              <a:endParaRPr kumimoji="0" lang="ru-UA" altLang="ru-UA" sz="1800" b="0" i="0" u="none" strike="noStrike" cap="none" normalizeH="0" baseline="0">
                <a:ln>
                  <a:noFill/>
                </a:ln>
                <a:solidFill>
                  <a:schemeClr val="bg2"/>
                </a:solidFill>
                <a:effectLst/>
              </a:endParaRPr>
            </a:p>
          </p:txBody>
        </p:sp>
        <p:sp>
          <p:nvSpPr>
            <p:cNvPr id="4097" name="Rectangle 18">
              <a:extLst>
                <a:ext uri="{FF2B5EF4-FFF2-40B4-BE49-F238E27FC236}">
                  <a16:creationId xmlns:a16="http://schemas.microsoft.com/office/drawing/2014/main" id="{DCA68B5E-47D7-4549-9A62-C1A0AA15714D}"/>
                </a:ext>
              </a:extLst>
            </p:cNvPr>
            <p:cNvSpPr>
              <a:spLocks noChangeArrowheads="1"/>
            </p:cNvSpPr>
            <p:nvPr/>
          </p:nvSpPr>
          <p:spPr bwMode="auto">
            <a:xfrm>
              <a:off x="7735195" y="3916363"/>
              <a:ext cx="574473" cy="605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bg2"/>
                  </a:solidFill>
                  <a:effectLst/>
                  <a:latin typeface="Open Sans Semibold" panose="020B0706030804020204" pitchFamily="34" charset="0"/>
                </a:rPr>
                <a:t>02</a:t>
              </a:r>
              <a:endParaRPr kumimoji="0" lang="ru-UA" altLang="ru-UA" sz="1800" b="0" i="0" u="none" strike="noStrike" cap="none" normalizeH="0" baseline="0">
                <a:ln>
                  <a:noFill/>
                </a:ln>
                <a:solidFill>
                  <a:schemeClr val="bg2"/>
                </a:solidFill>
                <a:effectLst/>
              </a:endParaRPr>
            </a:p>
          </p:txBody>
        </p:sp>
      </p:grpSp>
      <p:grpSp>
        <p:nvGrpSpPr>
          <p:cNvPr id="4110" name="Group 4109">
            <a:extLst>
              <a:ext uri="{FF2B5EF4-FFF2-40B4-BE49-F238E27FC236}">
                <a16:creationId xmlns:a16="http://schemas.microsoft.com/office/drawing/2014/main" id="{61E4CBBD-FCF7-4E8D-A3E3-A360F2702982}"/>
              </a:ext>
            </a:extLst>
          </p:cNvPr>
          <p:cNvGrpSpPr/>
          <p:nvPr/>
        </p:nvGrpSpPr>
        <p:grpSpPr>
          <a:xfrm>
            <a:off x="4283161" y="2494548"/>
            <a:ext cx="525785" cy="697841"/>
            <a:chOff x="4072833" y="2355850"/>
            <a:chExt cx="574473" cy="762462"/>
          </a:xfrm>
        </p:grpSpPr>
        <p:sp>
          <p:nvSpPr>
            <p:cNvPr id="4098" name="Rectangle 19">
              <a:extLst>
                <a:ext uri="{FF2B5EF4-FFF2-40B4-BE49-F238E27FC236}">
                  <a16:creationId xmlns:a16="http://schemas.microsoft.com/office/drawing/2014/main" id="{233CB39A-36A2-4AE6-B936-B0ABE7F42EE4}"/>
                </a:ext>
              </a:extLst>
            </p:cNvPr>
            <p:cNvSpPr>
              <a:spLocks noChangeArrowheads="1"/>
            </p:cNvSpPr>
            <p:nvPr/>
          </p:nvSpPr>
          <p:spPr bwMode="auto">
            <a:xfrm>
              <a:off x="4121026" y="2355850"/>
              <a:ext cx="511423" cy="269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Semibold" panose="020B0706030804020204" pitchFamily="34" charset="0"/>
                </a:rPr>
                <a:t>STEP</a:t>
              </a:r>
              <a:endParaRPr kumimoji="0" lang="ru-UA" altLang="ru-UA" sz="1800" b="0" i="0" u="none" strike="noStrike" cap="none" normalizeH="0" baseline="0">
                <a:ln>
                  <a:noFill/>
                </a:ln>
                <a:solidFill>
                  <a:schemeClr val="bg2"/>
                </a:solidFill>
                <a:effectLst/>
              </a:endParaRPr>
            </a:p>
          </p:txBody>
        </p:sp>
        <p:sp>
          <p:nvSpPr>
            <p:cNvPr id="4099" name="Rectangle 20">
              <a:extLst>
                <a:ext uri="{FF2B5EF4-FFF2-40B4-BE49-F238E27FC236}">
                  <a16:creationId xmlns:a16="http://schemas.microsoft.com/office/drawing/2014/main" id="{8AEAB206-9C84-4C61-9F99-AEF8B9A70A08}"/>
                </a:ext>
              </a:extLst>
            </p:cNvPr>
            <p:cNvSpPr>
              <a:spLocks noChangeArrowheads="1"/>
            </p:cNvSpPr>
            <p:nvPr/>
          </p:nvSpPr>
          <p:spPr bwMode="auto">
            <a:xfrm>
              <a:off x="4072833" y="2513013"/>
              <a:ext cx="574473" cy="605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bg2"/>
                  </a:solidFill>
                  <a:effectLst/>
                  <a:latin typeface="Open Sans Semibold" panose="020B0706030804020204" pitchFamily="34" charset="0"/>
                </a:rPr>
                <a:t>03</a:t>
              </a:r>
              <a:endParaRPr kumimoji="0" lang="ru-UA" altLang="ru-UA" sz="1800" b="0" i="0" u="none" strike="noStrike" cap="none" normalizeH="0" baseline="0">
                <a:ln>
                  <a:noFill/>
                </a:ln>
                <a:solidFill>
                  <a:schemeClr val="bg2"/>
                </a:solidFill>
                <a:effectLst/>
              </a:endParaRPr>
            </a:p>
          </p:txBody>
        </p:sp>
      </p:grpSp>
      <p:grpSp>
        <p:nvGrpSpPr>
          <p:cNvPr id="4111" name="Group 4110">
            <a:extLst>
              <a:ext uri="{FF2B5EF4-FFF2-40B4-BE49-F238E27FC236}">
                <a16:creationId xmlns:a16="http://schemas.microsoft.com/office/drawing/2014/main" id="{993E75BF-CB76-4D9D-B94B-B4D7EBD8914E}"/>
              </a:ext>
            </a:extLst>
          </p:cNvPr>
          <p:cNvGrpSpPr/>
          <p:nvPr/>
        </p:nvGrpSpPr>
        <p:grpSpPr>
          <a:xfrm>
            <a:off x="7659817" y="1172361"/>
            <a:ext cx="525785" cy="715276"/>
            <a:chOff x="7724082" y="963613"/>
            <a:chExt cx="574474" cy="781512"/>
          </a:xfrm>
        </p:grpSpPr>
        <p:sp>
          <p:nvSpPr>
            <p:cNvPr id="4100" name="Rectangle 21">
              <a:extLst>
                <a:ext uri="{FF2B5EF4-FFF2-40B4-BE49-F238E27FC236}">
                  <a16:creationId xmlns:a16="http://schemas.microsoft.com/office/drawing/2014/main" id="{16C73292-E049-4ADA-AC48-ABE2682CEEED}"/>
                </a:ext>
              </a:extLst>
            </p:cNvPr>
            <p:cNvSpPr>
              <a:spLocks noChangeArrowheads="1"/>
            </p:cNvSpPr>
            <p:nvPr/>
          </p:nvSpPr>
          <p:spPr bwMode="auto">
            <a:xfrm>
              <a:off x="7762751" y="963613"/>
              <a:ext cx="511423" cy="2690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Semibold" panose="020B0706030804020204" pitchFamily="34" charset="0"/>
                </a:rPr>
                <a:t>STEP</a:t>
              </a:r>
              <a:endParaRPr kumimoji="0" lang="ru-UA" altLang="ru-UA" sz="1800" b="0" i="0" u="none" strike="noStrike" cap="none" normalizeH="0" baseline="0">
                <a:ln>
                  <a:noFill/>
                </a:ln>
                <a:solidFill>
                  <a:schemeClr val="bg2"/>
                </a:solidFill>
                <a:effectLst/>
              </a:endParaRPr>
            </a:p>
          </p:txBody>
        </p:sp>
        <p:sp>
          <p:nvSpPr>
            <p:cNvPr id="4101" name="Rectangle 22">
              <a:extLst>
                <a:ext uri="{FF2B5EF4-FFF2-40B4-BE49-F238E27FC236}">
                  <a16:creationId xmlns:a16="http://schemas.microsoft.com/office/drawing/2014/main" id="{08552892-C298-488F-AB57-0A60808F8E9A}"/>
                </a:ext>
              </a:extLst>
            </p:cNvPr>
            <p:cNvSpPr>
              <a:spLocks noChangeArrowheads="1"/>
            </p:cNvSpPr>
            <p:nvPr/>
          </p:nvSpPr>
          <p:spPr bwMode="auto">
            <a:xfrm>
              <a:off x="7724082" y="1139826"/>
              <a:ext cx="574474" cy="605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bg2"/>
                  </a:solidFill>
                  <a:effectLst/>
                  <a:latin typeface="Open Sans Semibold" panose="020B0706030804020204" pitchFamily="34" charset="0"/>
                </a:rPr>
                <a:t>04</a:t>
              </a:r>
              <a:endParaRPr kumimoji="0" lang="ru-UA" altLang="ru-UA" sz="1800" b="0" i="0" u="none" strike="noStrike" cap="none" normalizeH="0" baseline="0">
                <a:ln>
                  <a:noFill/>
                </a:ln>
                <a:solidFill>
                  <a:schemeClr val="bg2"/>
                </a:solidFill>
                <a:effectLst/>
              </a:endParaRPr>
            </a:p>
          </p:txBody>
        </p:sp>
      </p:grpSp>
      <p:sp>
        <p:nvSpPr>
          <p:cNvPr id="4102" name="Freeform 23">
            <a:extLst>
              <a:ext uri="{FF2B5EF4-FFF2-40B4-BE49-F238E27FC236}">
                <a16:creationId xmlns:a16="http://schemas.microsoft.com/office/drawing/2014/main" id="{FB0D508A-BDDE-4DAE-A171-991685135679}"/>
              </a:ext>
            </a:extLst>
          </p:cNvPr>
          <p:cNvSpPr>
            <a:spLocks noEditPoints="1"/>
          </p:cNvSpPr>
          <p:nvPr/>
        </p:nvSpPr>
        <p:spPr bwMode="auto">
          <a:xfrm>
            <a:off x="7587810" y="2580273"/>
            <a:ext cx="523064" cy="403921"/>
          </a:xfrm>
          <a:custGeom>
            <a:avLst/>
            <a:gdLst>
              <a:gd name="T0" fmla="*/ 104 w 146"/>
              <a:gd name="T1" fmla="*/ 52 h 113"/>
              <a:gd name="T2" fmla="*/ 129 w 146"/>
              <a:gd name="T3" fmla="*/ 31 h 113"/>
              <a:gd name="T4" fmla="*/ 129 w 146"/>
              <a:gd name="T5" fmla="*/ 113 h 113"/>
              <a:gd name="T6" fmla="*/ 104 w 146"/>
              <a:gd name="T7" fmla="*/ 113 h 113"/>
              <a:gd name="T8" fmla="*/ 104 w 146"/>
              <a:gd name="T9" fmla="*/ 52 h 113"/>
              <a:gd name="T10" fmla="*/ 73 w 146"/>
              <a:gd name="T11" fmla="*/ 113 h 113"/>
              <a:gd name="T12" fmla="*/ 98 w 146"/>
              <a:gd name="T13" fmla="*/ 113 h 113"/>
              <a:gd name="T14" fmla="*/ 98 w 146"/>
              <a:gd name="T15" fmla="*/ 58 h 113"/>
              <a:gd name="T16" fmla="*/ 73 w 146"/>
              <a:gd name="T17" fmla="*/ 79 h 113"/>
              <a:gd name="T18" fmla="*/ 73 w 146"/>
              <a:gd name="T19" fmla="*/ 113 h 113"/>
              <a:gd name="T20" fmla="*/ 42 w 146"/>
              <a:gd name="T21" fmla="*/ 113 h 113"/>
              <a:gd name="T22" fmla="*/ 67 w 146"/>
              <a:gd name="T23" fmla="*/ 113 h 113"/>
              <a:gd name="T24" fmla="*/ 67 w 146"/>
              <a:gd name="T25" fmla="*/ 79 h 113"/>
              <a:gd name="T26" fmla="*/ 42 w 146"/>
              <a:gd name="T27" fmla="*/ 53 h 113"/>
              <a:gd name="T28" fmla="*/ 42 w 146"/>
              <a:gd name="T29" fmla="*/ 113 h 113"/>
              <a:gd name="T30" fmla="*/ 11 w 146"/>
              <a:gd name="T31" fmla="*/ 113 h 113"/>
              <a:gd name="T32" fmla="*/ 35 w 146"/>
              <a:gd name="T33" fmla="*/ 113 h 113"/>
              <a:gd name="T34" fmla="*/ 35 w 146"/>
              <a:gd name="T35" fmla="*/ 50 h 113"/>
              <a:gd name="T36" fmla="*/ 11 w 146"/>
              <a:gd name="T37" fmla="*/ 70 h 113"/>
              <a:gd name="T38" fmla="*/ 11 w 146"/>
              <a:gd name="T39" fmla="*/ 113 h 113"/>
              <a:gd name="T40" fmla="*/ 144 w 146"/>
              <a:gd name="T41" fmla="*/ 0 h 113"/>
              <a:gd name="T42" fmla="*/ 120 w 146"/>
              <a:gd name="T43" fmla="*/ 0 h 113"/>
              <a:gd name="T44" fmla="*/ 118 w 146"/>
              <a:gd name="T45" fmla="*/ 4 h 113"/>
              <a:gd name="T46" fmla="*/ 125 w 146"/>
              <a:gd name="T47" fmla="*/ 12 h 113"/>
              <a:gd name="T48" fmla="*/ 70 w 146"/>
              <a:gd name="T49" fmla="*/ 60 h 113"/>
              <a:gd name="T50" fmla="*/ 41 w 146"/>
              <a:gd name="T51" fmla="*/ 29 h 113"/>
              <a:gd name="T52" fmla="*/ 35 w 146"/>
              <a:gd name="T53" fmla="*/ 29 h 113"/>
              <a:gd name="T54" fmla="*/ 3 w 146"/>
              <a:gd name="T55" fmla="*/ 55 h 113"/>
              <a:gd name="T56" fmla="*/ 2 w 146"/>
              <a:gd name="T57" fmla="*/ 61 h 113"/>
              <a:gd name="T58" fmla="*/ 8 w 146"/>
              <a:gd name="T59" fmla="*/ 62 h 113"/>
              <a:gd name="T60" fmla="*/ 37 w 146"/>
              <a:gd name="T61" fmla="*/ 39 h 113"/>
              <a:gd name="T62" fmla="*/ 66 w 146"/>
              <a:gd name="T63" fmla="*/ 69 h 113"/>
              <a:gd name="T64" fmla="*/ 70 w 146"/>
              <a:gd name="T65" fmla="*/ 71 h 113"/>
              <a:gd name="T66" fmla="*/ 73 w 146"/>
              <a:gd name="T67" fmla="*/ 70 h 113"/>
              <a:gd name="T68" fmla="*/ 131 w 146"/>
              <a:gd name="T69" fmla="*/ 19 h 113"/>
              <a:gd name="T70" fmla="*/ 139 w 146"/>
              <a:gd name="T71" fmla="*/ 27 h 113"/>
              <a:gd name="T72" fmla="*/ 143 w 146"/>
              <a:gd name="T73" fmla="*/ 26 h 113"/>
              <a:gd name="T74" fmla="*/ 146 w 146"/>
              <a:gd name="T75" fmla="*/ 3 h 113"/>
              <a:gd name="T76" fmla="*/ 144 w 146"/>
              <a:gd name="T77"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6" h="113">
                <a:moveTo>
                  <a:pt x="104" y="52"/>
                </a:moveTo>
                <a:cubicBezTo>
                  <a:pt x="129" y="31"/>
                  <a:pt x="129" y="31"/>
                  <a:pt x="129" y="31"/>
                </a:cubicBezTo>
                <a:cubicBezTo>
                  <a:pt x="129" y="113"/>
                  <a:pt x="129" y="113"/>
                  <a:pt x="129" y="113"/>
                </a:cubicBezTo>
                <a:cubicBezTo>
                  <a:pt x="104" y="113"/>
                  <a:pt x="104" y="113"/>
                  <a:pt x="104" y="113"/>
                </a:cubicBezTo>
                <a:lnTo>
                  <a:pt x="104" y="52"/>
                </a:lnTo>
                <a:close/>
                <a:moveTo>
                  <a:pt x="73" y="113"/>
                </a:moveTo>
                <a:cubicBezTo>
                  <a:pt x="98" y="113"/>
                  <a:pt x="98" y="113"/>
                  <a:pt x="98" y="113"/>
                </a:cubicBezTo>
                <a:cubicBezTo>
                  <a:pt x="98" y="58"/>
                  <a:pt x="98" y="58"/>
                  <a:pt x="98" y="58"/>
                </a:cubicBezTo>
                <a:cubicBezTo>
                  <a:pt x="73" y="79"/>
                  <a:pt x="73" y="79"/>
                  <a:pt x="73" y="79"/>
                </a:cubicBezTo>
                <a:lnTo>
                  <a:pt x="73" y="113"/>
                </a:lnTo>
                <a:close/>
                <a:moveTo>
                  <a:pt x="42" y="113"/>
                </a:moveTo>
                <a:cubicBezTo>
                  <a:pt x="67" y="113"/>
                  <a:pt x="67" y="113"/>
                  <a:pt x="67" y="113"/>
                </a:cubicBezTo>
                <a:cubicBezTo>
                  <a:pt x="67" y="79"/>
                  <a:pt x="67" y="79"/>
                  <a:pt x="67" y="79"/>
                </a:cubicBezTo>
                <a:cubicBezTo>
                  <a:pt x="42" y="53"/>
                  <a:pt x="42" y="53"/>
                  <a:pt x="42" y="53"/>
                </a:cubicBezTo>
                <a:lnTo>
                  <a:pt x="42" y="113"/>
                </a:lnTo>
                <a:close/>
                <a:moveTo>
                  <a:pt x="11" y="113"/>
                </a:moveTo>
                <a:cubicBezTo>
                  <a:pt x="35" y="113"/>
                  <a:pt x="35" y="113"/>
                  <a:pt x="35" y="113"/>
                </a:cubicBezTo>
                <a:cubicBezTo>
                  <a:pt x="35" y="50"/>
                  <a:pt x="35" y="50"/>
                  <a:pt x="35" y="50"/>
                </a:cubicBezTo>
                <a:cubicBezTo>
                  <a:pt x="11" y="70"/>
                  <a:pt x="11" y="70"/>
                  <a:pt x="11" y="70"/>
                </a:cubicBezTo>
                <a:lnTo>
                  <a:pt x="11" y="113"/>
                </a:lnTo>
                <a:close/>
                <a:moveTo>
                  <a:pt x="144" y="0"/>
                </a:moveTo>
                <a:cubicBezTo>
                  <a:pt x="120" y="0"/>
                  <a:pt x="120" y="0"/>
                  <a:pt x="120" y="0"/>
                </a:cubicBezTo>
                <a:cubicBezTo>
                  <a:pt x="118" y="0"/>
                  <a:pt x="117" y="2"/>
                  <a:pt x="118" y="4"/>
                </a:cubicBezTo>
                <a:cubicBezTo>
                  <a:pt x="125" y="12"/>
                  <a:pt x="125" y="12"/>
                  <a:pt x="125" y="12"/>
                </a:cubicBezTo>
                <a:cubicBezTo>
                  <a:pt x="70" y="60"/>
                  <a:pt x="70" y="60"/>
                  <a:pt x="70" y="60"/>
                </a:cubicBezTo>
                <a:cubicBezTo>
                  <a:pt x="41" y="29"/>
                  <a:pt x="41" y="29"/>
                  <a:pt x="41" y="29"/>
                </a:cubicBezTo>
                <a:cubicBezTo>
                  <a:pt x="39" y="27"/>
                  <a:pt x="37" y="27"/>
                  <a:pt x="35" y="29"/>
                </a:cubicBezTo>
                <a:cubicBezTo>
                  <a:pt x="3" y="55"/>
                  <a:pt x="3" y="55"/>
                  <a:pt x="3" y="55"/>
                </a:cubicBezTo>
                <a:cubicBezTo>
                  <a:pt x="1" y="56"/>
                  <a:pt x="0" y="59"/>
                  <a:pt x="2" y="61"/>
                </a:cubicBezTo>
                <a:cubicBezTo>
                  <a:pt x="3" y="63"/>
                  <a:pt x="6" y="64"/>
                  <a:pt x="8" y="62"/>
                </a:cubicBezTo>
                <a:cubicBezTo>
                  <a:pt x="37" y="39"/>
                  <a:pt x="37" y="39"/>
                  <a:pt x="37" y="39"/>
                </a:cubicBezTo>
                <a:cubicBezTo>
                  <a:pt x="66" y="69"/>
                  <a:pt x="66" y="69"/>
                  <a:pt x="66" y="69"/>
                </a:cubicBezTo>
                <a:cubicBezTo>
                  <a:pt x="67" y="70"/>
                  <a:pt x="68" y="71"/>
                  <a:pt x="70" y="71"/>
                </a:cubicBezTo>
                <a:cubicBezTo>
                  <a:pt x="71" y="71"/>
                  <a:pt x="72" y="70"/>
                  <a:pt x="73" y="70"/>
                </a:cubicBezTo>
                <a:cubicBezTo>
                  <a:pt x="131" y="19"/>
                  <a:pt x="131" y="19"/>
                  <a:pt x="131" y="19"/>
                </a:cubicBezTo>
                <a:cubicBezTo>
                  <a:pt x="139" y="27"/>
                  <a:pt x="139" y="27"/>
                  <a:pt x="139" y="27"/>
                </a:cubicBezTo>
                <a:cubicBezTo>
                  <a:pt x="140" y="29"/>
                  <a:pt x="143" y="28"/>
                  <a:pt x="143" y="26"/>
                </a:cubicBezTo>
                <a:cubicBezTo>
                  <a:pt x="146" y="3"/>
                  <a:pt x="146" y="3"/>
                  <a:pt x="146" y="3"/>
                </a:cubicBezTo>
                <a:cubicBezTo>
                  <a:pt x="146" y="1"/>
                  <a:pt x="145" y="0"/>
                  <a:pt x="144"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4103" name="Freeform 24">
            <a:extLst>
              <a:ext uri="{FF2B5EF4-FFF2-40B4-BE49-F238E27FC236}">
                <a16:creationId xmlns:a16="http://schemas.microsoft.com/office/drawing/2014/main" id="{41A93C0A-52DE-4903-B136-2B212E3BEB68}"/>
              </a:ext>
            </a:extLst>
          </p:cNvPr>
          <p:cNvSpPr>
            <a:spLocks noEditPoints="1"/>
          </p:cNvSpPr>
          <p:nvPr/>
        </p:nvSpPr>
        <p:spPr bwMode="auto">
          <a:xfrm>
            <a:off x="4225673" y="3819643"/>
            <a:ext cx="489646" cy="491099"/>
          </a:xfrm>
          <a:custGeom>
            <a:avLst/>
            <a:gdLst>
              <a:gd name="T0" fmla="*/ 53 w 137"/>
              <a:gd name="T1" fmla="*/ 29 h 137"/>
              <a:gd name="T2" fmla="*/ 68 w 137"/>
              <a:gd name="T3" fmla="*/ 13 h 137"/>
              <a:gd name="T4" fmla="*/ 84 w 137"/>
              <a:gd name="T5" fmla="*/ 29 h 137"/>
              <a:gd name="T6" fmla="*/ 68 w 137"/>
              <a:gd name="T7" fmla="*/ 44 h 137"/>
              <a:gd name="T8" fmla="*/ 53 w 137"/>
              <a:gd name="T9" fmla="*/ 29 h 137"/>
              <a:gd name="T10" fmla="*/ 89 w 137"/>
              <a:gd name="T11" fmla="*/ 50 h 137"/>
              <a:gd name="T12" fmla="*/ 49 w 137"/>
              <a:gd name="T13" fmla="*/ 50 h 137"/>
              <a:gd name="T14" fmla="*/ 43 w 137"/>
              <a:gd name="T15" fmla="*/ 56 h 137"/>
              <a:gd name="T16" fmla="*/ 43 w 137"/>
              <a:gd name="T17" fmla="*/ 90 h 137"/>
              <a:gd name="T18" fmla="*/ 49 w 137"/>
              <a:gd name="T19" fmla="*/ 95 h 137"/>
              <a:gd name="T20" fmla="*/ 53 w 137"/>
              <a:gd name="T21" fmla="*/ 95 h 137"/>
              <a:gd name="T22" fmla="*/ 53 w 137"/>
              <a:gd name="T23" fmla="*/ 132 h 137"/>
              <a:gd name="T24" fmla="*/ 59 w 137"/>
              <a:gd name="T25" fmla="*/ 137 h 137"/>
              <a:gd name="T26" fmla="*/ 79 w 137"/>
              <a:gd name="T27" fmla="*/ 137 h 137"/>
              <a:gd name="T28" fmla="*/ 84 w 137"/>
              <a:gd name="T29" fmla="*/ 132 h 137"/>
              <a:gd name="T30" fmla="*/ 84 w 137"/>
              <a:gd name="T31" fmla="*/ 95 h 137"/>
              <a:gd name="T32" fmla="*/ 89 w 137"/>
              <a:gd name="T33" fmla="*/ 95 h 137"/>
              <a:gd name="T34" fmla="*/ 94 w 137"/>
              <a:gd name="T35" fmla="*/ 90 h 137"/>
              <a:gd name="T36" fmla="*/ 94 w 137"/>
              <a:gd name="T37" fmla="*/ 56 h 137"/>
              <a:gd name="T38" fmla="*/ 89 w 137"/>
              <a:gd name="T39" fmla="*/ 50 h 137"/>
              <a:gd name="T40" fmla="*/ 114 w 137"/>
              <a:gd name="T41" fmla="*/ 29 h 137"/>
              <a:gd name="T42" fmla="*/ 128 w 137"/>
              <a:gd name="T43" fmla="*/ 14 h 137"/>
              <a:gd name="T44" fmla="*/ 114 w 137"/>
              <a:gd name="T45" fmla="*/ 0 h 137"/>
              <a:gd name="T46" fmla="*/ 99 w 137"/>
              <a:gd name="T47" fmla="*/ 14 h 137"/>
              <a:gd name="T48" fmla="*/ 114 w 137"/>
              <a:gd name="T49" fmla="*/ 29 h 137"/>
              <a:gd name="T50" fmla="*/ 132 w 137"/>
              <a:gd name="T51" fmla="*/ 35 h 137"/>
              <a:gd name="T52" fmla="*/ 95 w 137"/>
              <a:gd name="T53" fmla="*/ 35 h 137"/>
              <a:gd name="T54" fmla="*/ 90 w 137"/>
              <a:gd name="T55" fmla="*/ 40 h 137"/>
              <a:gd name="T56" fmla="*/ 90 w 137"/>
              <a:gd name="T57" fmla="*/ 40 h 137"/>
              <a:gd name="T58" fmla="*/ 104 w 137"/>
              <a:gd name="T59" fmla="*/ 56 h 137"/>
              <a:gd name="T60" fmla="*/ 104 w 137"/>
              <a:gd name="T61" fmla="*/ 90 h 137"/>
              <a:gd name="T62" fmla="*/ 100 w 137"/>
              <a:gd name="T63" fmla="*/ 102 h 137"/>
              <a:gd name="T64" fmla="*/ 100 w 137"/>
              <a:gd name="T65" fmla="*/ 110 h 137"/>
              <a:gd name="T66" fmla="*/ 104 w 137"/>
              <a:gd name="T67" fmla="*/ 115 h 137"/>
              <a:gd name="T68" fmla="*/ 123 w 137"/>
              <a:gd name="T69" fmla="*/ 115 h 137"/>
              <a:gd name="T70" fmla="*/ 128 w 137"/>
              <a:gd name="T71" fmla="*/ 110 h 137"/>
              <a:gd name="T72" fmla="*/ 128 w 137"/>
              <a:gd name="T73" fmla="*/ 77 h 137"/>
              <a:gd name="T74" fmla="*/ 132 w 137"/>
              <a:gd name="T75" fmla="*/ 77 h 137"/>
              <a:gd name="T76" fmla="*/ 137 w 137"/>
              <a:gd name="T77" fmla="*/ 72 h 137"/>
              <a:gd name="T78" fmla="*/ 137 w 137"/>
              <a:gd name="T79" fmla="*/ 40 h 137"/>
              <a:gd name="T80" fmla="*/ 132 w 137"/>
              <a:gd name="T81" fmla="*/ 35 h 137"/>
              <a:gd name="T82" fmla="*/ 38 w 137"/>
              <a:gd name="T83" fmla="*/ 14 h 137"/>
              <a:gd name="T84" fmla="*/ 23 w 137"/>
              <a:gd name="T85" fmla="*/ 0 h 137"/>
              <a:gd name="T86" fmla="*/ 9 w 137"/>
              <a:gd name="T87" fmla="*/ 14 h 137"/>
              <a:gd name="T88" fmla="*/ 23 w 137"/>
              <a:gd name="T89" fmla="*/ 29 h 137"/>
              <a:gd name="T90" fmla="*/ 38 w 137"/>
              <a:gd name="T91" fmla="*/ 14 h 137"/>
              <a:gd name="T92" fmla="*/ 0 w 137"/>
              <a:gd name="T93" fmla="*/ 40 h 137"/>
              <a:gd name="T94" fmla="*/ 0 w 137"/>
              <a:gd name="T95" fmla="*/ 72 h 137"/>
              <a:gd name="T96" fmla="*/ 4 w 137"/>
              <a:gd name="T97" fmla="*/ 77 h 137"/>
              <a:gd name="T98" fmla="*/ 9 w 137"/>
              <a:gd name="T99" fmla="*/ 77 h 137"/>
              <a:gd name="T100" fmla="*/ 9 w 137"/>
              <a:gd name="T101" fmla="*/ 110 h 137"/>
              <a:gd name="T102" fmla="*/ 14 w 137"/>
              <a:gd name="T103" fmla="*/ 115 h 137"/>
              <a:gd name="T104" fmla="*/ 33 w 137"/>
              <a:gd name="T105" fmla="*/ 115 h 137"/>
              <a:gd name="T106" fmla="*/ 37 w 137"/>
              <a:gd name="T107" fmla="*/ 110 h 137"/>
              <a:gd name="T108" fmla="*/ 37 w 137"/>
              <a:gd name="T109" fmla="*/ 102 h 137"/>
              <a:gd name="T110" fmla="*/ 33 w 137"/>
              <a:gd name="T111" fmla="*/ 90 h 137"/>
              <a:gd name="T112" fmla="*/ 33 w 137"/>
              <a:gd name="T113" fmla="*/ 56 h 137"/>
              <a:gd name="T114" fmla="*/ 47 w 137"/>
              <a:gd name="T115" fmla="*/ 40 h 137"/>
              <a:gd name="T116" fmla="*/ 47 w 137"/>
              <a:gd name="T117" fmla="*/ 40 h 137"/>
              <a:gd name="T118" fmla="*/ 42 w 137"/>
              <a:gd name="T119" fmla="*/ 35 h 137"/>
              <a:gd name="T120" fmla="*/ 4 w 137"/>
              <a:gd name="T121" fmla="*/ 35 h 137"/>
              <a:gd name="T122" fmla="*/ 0 w 137"/>
              <a:gd name="T123" fmla="*/ 4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37">
                <a:moveTo>
                  <a:pt x="53" y="29"/>
                </a:moveTo>
                <a:cubicBezTo>
                  <a:pt x="53" y="20"/>
                  <a:pt x="60" y="13"/>
                  <a:pt x="68" y="13"/>
                </a:cubicBezTo>
                <a:cubicBezTo>
                  <a:pt x="77" y="13"/>
                  <a:pt x="84" y="20"/>
                  <a:pt x="84" y="29"/>
                </a:cubicBezTo>
                <a:cubicBezTo>
                  <a:pt x="84" y="37"/>
                  <a:pt x="77" y="44"/>
                  <a:pt x="68" y="44"/>
                </a:cubicBezTo>
                <a:cubicBezTo>
                  <a:pt x="60" y="44"/>
                  <a:pt x="53" y="37"/>
                  <a:pt x="53" y="29"/>
                </a:cubicBezTo>
                <a:close/>
                <a:moveTo>
                  <a:pt x="89" y="50"/>
                </a:moveTo>
                <a:cubicBezTo>
                  <a:pt x="49" y="50"/>
                  <a:pt x="49" y="50"/>
                  <a:pt x="49" y="50"/>
                </a:cubicBezTo>
                <a:cubicBezTo>
                  <a:pt x="46" y="50"/>
                  <a:pt x="43" y="53"/>
                  <a:pt x="43" y="56"/>
                </a:cubicBezTo>
                <a:cubicBezTo>
                  <a:pt x="43" y="90"/>
                  <a:pt x="43" y="90"/>
                  <a:pt x="43" y="90"/>
                </a:cubicBezTo>
                <a:cubicBezTo>
                  <a:pt x="43" y="93"/>
                  <a:pt x="46" y="95"/>
                  <a:pt x="49" y="95"/>
                </a:cubicBezTo>
                <a:cubicBezTo>
                  <a:pt x="53" y="95"/>
                  <a:pt x="53" y="95"/>
                  <a:pt x="53" y="95"/>
                </a:cubicBezTo>
                <a:cubicBezTo>
                  <a:pt x="53" y="132"/>
                  <a:pt x="53" y="132"/>
                  <a:pt x="53" y="132"/>
                </a:cubicBezTo>
                <a:cubicBezTo>
                  <a:pt x="53" y="134"/>
                  <a:pt x="56" y="137"/>
                  <a:pt x="59" y="137"/>
                </a:cubicBezTo>
                <a:cubicBezTo>
                  <a:pt x="79" y="137"/>
                  <a:pt x="79" y="137"/>
                  <a:pt x="79" y="137"/>
                </a:cubicBezTo>
                <a:cubicBezTo>
                  <a:pt x="82" y="137"/>
                  <a:pt x="84" y="134"/>
                  <a:pt x="84" y="132"/>
                </a:cubicBezTo>
                <a:cubicBezTo>
                  <a:pt x="84" y="95"/>
                  <a:pt x="84" y="95"/>
                  <a:pt x="84" y="95"/>
                </a:cubicBezTo>
                <a:cubicBezTo>
                  <a:pt x="89" y="95"/>
                  <a:pt x="89" y="95"/>
                  <a:pt x="89" y="95"/>
                </a:cubicBezTo>
                <a:cubicBezTo>
                  <a:pt x="92" y="95"/>
                  <a:pt x="94" y="93"/>
                  <a:pt x="94" y="90"/>
                </a:cubicBezTo>
                <a:cubicBezTo>
                  <a:pt x="94" y="56"/>
                  <a:pt x="94" y="56"/>
                  <a:pt x="94" y="56"/>
                </a:cubicBezTo>
                <a:cubicBezTo>
                  <a:pt x="94" y="53"/>
                  <a:pt x="92" y="50"/>
                  <a:pt x="89" y="50"/>
                </a:cubicBezTo>
                <a:close/>
                <a:moveTo>
                  <a:pt x="114" y="29"/>
                </a:moveTo>
                <a:cubicBezTo>
                  <a:pt x="121" y="29"/>
                  <a:pt x="128" y="22"/>
                  <a:pt x="128" y="14"/>
                </a:cubicBezTo>
                <a:cubicBezTo>
                  <a:pt x="128" y="6"/>
                  <a:pt x="121" y="0"/>
                  <a:pt x="114" y="0"/>
                </a:cubicBezTo>
                <a:cubicBezTo>
                  <a:pt x="106" y="0"/>
                  <a:pt x="99" y="6"/>
                  <a:pt x="99" y="14"/>
                </a:cubicBezTo>
                <a:cubicBezTo>
                  <a:pt x="99" y="22"/>
                  <a:pt x="106" y="29"/>
                  <a:pt x="114" y="29"/>
                </a:cubicBezTo>
                <a:close/>
                <a:moveTo>
                  <a:pt x="132" y="35"/>
                </a:moveTo>
                <a:cubicBezTo>
                  <a:pt x="95" y="35"/>
                  <a:pt x="95" y="35"/>
                  <a:pt x="95" y="35"/>
                </a:cubicBezTo>
                <a:cubicBezTo>
                  <a:pt x="92" y="35"/>
                  <a:pt x="90" y="37"/>
                  <a:pt x="90" y="40"/>
                </a:cubicBezTo>
                <a:cubicBezTo>
                  <a:pt x="90" y="40"/>
                  <a:pt x="90" y="40"/>
                  <a:pt x="90" y="40"/>
                </a:cubicBezTo>
                <a:cubicBezTo>
                  <a:pt x="98" y="41"/>
                  <a:pt x="104" y="47"/>
                  <a:pt x="104" y="56"/>
                </a:cubicBezTo>
                <a:cubicBezTo>
                  <a:pt x="104" y="90"/>
                  <a:pt x="104" y="90"/>
                  <a:pt x="104" y="90"/>
                </a:cubicBezTo>
                <a:cubicBezTo>
                  <a:pt x="104" y="95"/>
                  <a:pt x="103" y="99"/>
                  <a:pt x="100" y="102"/>
                </a:cubicBezTo>
                <a:cubicBezTo>
                  <a:pt x="100" y="110"/>
                  <a:pt x="100" y="110"/>
                  <a:pt x="100" y="110"/>
                </a:cubicBezTo>
                <a:cubicBezTo>
                  <a:pt x="100" y="113"/>
                  <a:pt x="102" y="115"/>
                  <a:pt x="104" y="115"/>
                </a:cubicBezTo>
                <a:cubicBezTo>
                  <a:pt x="123" y="115"/>
                  <a:pt x="123" y="115"/>
                  <a:pt x="123" y="115"/>
                </a:cubicBezTo>
                <a:cubicBezTo>
                  <a:pt x="126" y="115"/>
                  <a:pt x="128" y="113"/>
                  <a:pt x="128" y="110"/>
                </a:cubicBezTo>
                <a:cubicBezTo>
                  <a:pt x="128" y="77"/>
                  <a:pt x="128" y="77"/>
                  <a:pt x="128" y="77"/>
                </a:cubicBezTo>
                <a:cubicBezTo>
                  <a:pt x="132" y="77"/>
                  <a:pt x="132" y="77"/>
                  <a:pt x="132" y="77"/>
                </a:cubicBezTo>
                <a:cubicBezTo>
                  <a:pt x="135" y="77"/>
                  <a:pt x="137" y="74"/>
                  <a:pt x="137" y="72"/>
                </a:cubicBezTo>
                <a:cubicBezTo>
                  <a:pt x="137" y="40"/>
                  <a:pt x="137" y="40"/>
                  <a:pt x="137" y="40"/>
                </a:cubicBezTo>
                <a:cubicBezTo>
                  <a:pt x="137" y="37"/>
                  <a:pt x="135" y="35"/>
                  <a:pt x="132" y="35"/>
                </a:cubicBezTo>
                <a:close/>
                <a:moveTo>
                  <a:pt x="38" y="14"/>
                </a:moveTo>
                <a:cubicBezTo>
                  <a:pt x="38" y="6"/>
                  <a:pt x="31" y="0"/>
                  <a:pt x="23" y="0"/>
                </a:cubicBezTo>
                <a:cubicBezTo>
                  <a:pt x="16" y="0"/>
                  <a:pt x="9" y="6"/>
                  <a:pt x="9" y="14"/>
                </a:cubicBezTo>
                <a:cubicBezTo>
                  <a:pt x="9" y="22"/>
                  <a:pt x="16" y="29"/>
                  <a:pt x="23" y="29"/>
                </a:cubicBezTo>
                <a:cubicBezTo>
                  <a:pt x="31" y="29"/>
                  <a:pt x="38" y="22"/>
                  <a:pt x="38" y="14"/>
                </a:cubicBezTo>
                <a:close/>
                <a:moveTo>
                  <a:pt x="0" y="40"/>
                </a:moveTo>
                <a:cubicBezTo>
                  <a:pt x="0" y="72"/>
                  <a:pt x="0" y="72"/>
                  <a:pt x="0" y="72"/>
                </a:cubicBezTo>
                <a:cubicBezTo>
                  <a:pt x="0" y="74"/>
                  <a:pt x="2" y="77"/>
                  <a:pt x="4" y="77"/>
                </a:cubicBezTo>
                <a:cubicBezTo>
                  <a:pt x="9" y="77"/>
                  <a:pt x="9" y="77"/>
                  <a:pt x="9" y="77"/>
                </a:cubicBezTo>
                <a:cubicBezTo>
                  <a:pt x="9" y="110"/>
                  <a:pt x="9" y="110"/>
                  <a:pt x="9" y="110"/>
                </a:cubicBezTo>
                <a:cubicBezTo>
                  <a:pt x="9" y="113"/>
                  <a:pt x="11" y="115"/>
                  <a:pt x="14" y="115"/>
                </a:cubicBezTo>
                <a:cubicBezTo>
                  <a:pt x="33" y="115"/>
                  <a:pt x="33" y="115"/>
                  <a:pt x="33" y="115"/>
                </a:cubicBezTo>
                <a:cubicBezTo>
                  <a:pt x="35" y="115"/>
                  <a:pt x="37" y="113"/>
                  <a:pt x="37" y="110"/>
                </a:cubicBezTo>
                <a:cubicBezTo>
                  <a:pt x="37" y="102"/>
                  <a:pt x="37" y="102"/>
                  <a:pt x="37" y="102"/>
                </a:cubicBezTo>
                <a:cubicBezTo>
                  <a:pt x="34" y="99"/>
                  <a:pt x="33" y="95"/>
                  <a:pt x="33" y="90"/>
                </a:cubicBezTo>
                <a:cubicBezTo>
                  <a:pt x="33" y="56"/>
                  <a:pt x="33" y="56"/>
                  <a:pt x="33" y="56"/>
                </a:cubicBezTo>
                <a:cubicBezTo>
                  <a:pt x="33" y="47"/>
                  <a:pt x="39" y="41"/>
                  <a:pt x="47" y="40"/>
                </a:cubicBezTo>
                <a:cubicBezTo>
                  <a:pt x="47" y="40"/>
                  <a:pt x="47" y="40"/>
                  <a:pt x="47" y="40"/>
                </a:cubicBezTo>
                <a:cubicBezTo>
                  <a:pt x="47" y="37"/>
                  <a:pt x="45" y="35"/>
                  <a:pt x="42" y="35"/>
                </a:cubicBezTo>
                <a:cubicBezTo>
                  <a:pt x="4" y="35"/>
                  <a:pt x="4" y="35"/>
                  <a:pt x="4" y="35"/>
                </a:cubicBezTo>
                <a:cubicBezTo>
                  <a:pt x="2" y="35"/>
                  <a:pt x="0" y="37"/>
                  <a:pt x="0" y="4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4105" name="Freeform 25">
            <a:extLst>
              <a:ext uri="{FF2B5EF4-FFF2-40B4-BE49-F238E27FC236}">
                <a16:creationId xmlns:a16="http://schemas.microsoft.com/office/drawing/2014/main" id="{10A8FF1D-087A-4876-95A6-BB44C7B3CD0E}"/>
              </a:ext>
            </a:extLst>
          </p:cNvPr>
          <p:cNvSpPr>
            <a:spLocks noEditPoints="1"/>
          </p:cNvSpPr>
          <p:nvPr/>
        </p:nvSpPr>
        <p:spPr bwMode="auto">
          <a:xfrm>
            <a:off x="4196614" y="1314750"/>
            <a:ext cx="640753" cy="380674"/>
          </a:xfrm>
          <a:custGeom>
            <a:avLst/>
            <a:gdLst>
              <a:gd name="T0" fmla="*/ 38 w 179"/>
              <a:gd name="T1" fmla="*/ 68 h 106"/>
              <a:gd name="T2" fmla="*/ 39 w 179"/>
              <a:gd name="T3" fmla="*/ 61 h 106"/>
              <a:gd name="T4" fmla="*/ 58 w 179"/>
              <a:gd name="T5" fmla="*/ 46 h 106"/>
              <a:gd name="T6" fmla="*/ 63 w 179"/>
              <a:gd name="T7" fmla="*/ 52 h 106"/>
              <a:gd name="T8" fmla="*/ 45 w 179"/>
              <a:gd name="T9" fmla="*/ 68 h 106"/>
              <a:gd name="T10" fmla="*/ 54 w 179"/>
              <a:gd name="T11" fmla="*/ 81 h 106"/>
              <a:gd name="T12" fmla="*/ 75 w 179"/>
              <a:gd name="T13" fmla="*/ 58 h 106"/>
              <a:gd name="T14" fmla="*/ 68 w 179"/>
              <a:gd name="T15" fmla="*/ 57 h 106"/>
              <a:gd name="T16" fmla="*/ 47 w 179"/>
              <a:gd name="T17" fmla="*/ 81 h 106"/>
              <a:gd name="T18" fmla="*/ 54 w 179"/>
              <a:gd name="T19" fmla="*/ 81 h 106"/>
              <a:gd name="T20" fmla="*/ 80 w 179"/>
              <a:gd name="T21" fmla="*/ 80 h 106"/>
              <a:gd name="T22" fmla="*/ 77 w 179"/>
              <a:gd name="T23" fmla="*/ 72 h 106"/>
              <a:gd name="T24" fmla="*/ 59 w 179"/>
              <a:gd name="T25" fmla="*/ 85 h 106"/>
              <a:gd name="T26" fmla="*/ 62 w 179"/>
              <a:gd name="T27" fmla="*/ 94 h 106"/>
              <a:gd name="T28" fmla="*/ 76 w 179"/>
              <a:gd name="T29" fmla="*/ 104 h 106"/>
              <a:gd name="T30" fmla="*/ 86 w 179"/>
              <a:gd name="T31" fmla="*/ 90 h 106"/>
              <a:gd name="T32" fmla="*/ 79 w 179"/>
              <a:gd name="T33" fmla="*/ 90 h 106"/>
              <a:gd name="T34" fmla="*/ 69 w 179"/>
              <a:gd name="T35" fmla="*/ 104 h 106"/>
              <a:gd name="T36" fmla="*/ 76 w 179"/>
              <a:gd name="T37" fmla="*/ 104 h 106"/>
              <a:gd name="T38" fmla="*/ 179 w 179"/>
              <a:gd name="T39" fmla="*/ 32 h 106"/>
              <a:gd name="T40" fmla="*/ 143 w 179"/>
              <a:gd name="T41" fmla="*/ 15 h 106"/>
              <a:gd name="T42" fmla="*/ 159 w 179"/>
              <a:gd name="T43" fmla="*/ 43 h 106"/>
              <a:gd name="T44" fmla="*/ 144 w 179"/>
              <a:gd name="T45" fmla="*/ 50 h 106"/>
              <a:gd name="T46" fmla="*/ 137 w 179"/>
              <a:gd name="T47" fmla="*/ 17 h 106"/>
              <a:gd name="T48" fmla="*/ 86 w 179"/>
              <a:gd name="T49" fmla="*/ 10 h 106"/>
              <a:gd name="T50" fmla="*/ 84 w 179"/>
              <a:gd name="T51" fmla="*/ 11 h 106"/>
              <a:gd name="T52" fmla="*/ 54 w 179"/>
              <a:gd name="T53" fmla="*/ 27 h 106"/>
              <a:gd name="T54" fmla="*/ 58 w 179"/>
              <a:gd name="T55" fmla="*/ 34 h 106"/>
              <a:gd name="T56" fmla="*/ 88 w 179"/>
              <a:gd name="T57" fmla="*/ 19 h 106"/>
              <a:gd name="T58" fmla="*/ 90 w 179"/>
              <a:gd name="T59" fmla="*/ 19 h 106"/>
              <a:gd name="T60" fmla="*/ 141 w 179"/>
              <a:gd name="T61" fmla="*/ 54 h 106"/>
              <a:gd name="T62" fmla="*/ 96 w 179"/>
              <a:gd name="T63" fmla="*/ 98 h 106"/>
              <a:gd name="T64" fmla="*/ 89 w 179"/>
              <a:gd name="T65" fmla="*/ 101 h 106"/>
              <a:gd name="T66" fmla="*/ 92 w 179"/>
              <a:gd name="T67" fmla="*/ 104 h 106"/>
              <a:gd name="T68" fmla="*/ 109 w 179"/>
              <a:gd name="T69" fmla="*/ 96 h 106"/>
              <a:gd name="T70" fmla="*/ 111 w 179"/>
              <a:gd name="T71" fmla="*/ 90 h 106"/>
              <a:gd name="T72" fmla="*/ 106 w 179"/>
              <a:gd name="T73" fmla="*/ 75 h 106"/>
              <a:gd name="T74" fmla="*/ 119 w 179"/>
              <a:gd name="T75" fmla="*/ 88 h 106"/>
              <a:gd name="T76" fmla="*/ 125 w 179"/>
              <a:gd name="T77" fmla="*/ 90 h 106"/>
              <a:gd name="T78" fmla="*/ 126 w 179"/>
              <a:gd name="T79" fmla="*/ 82 h 106"/>
              <a:gd name="T80" fmla="*/ 119 w 179"/>
              <a:gd name="T81" fmla="*/ 65 h 106"/>
              <a:gd name="T82" fmla="*/ 132 w 179"/>
              <a:gd name="T83" fmla="*/ 79 h 106"/>
              <a:gd name="T84" fmla="*/ 138 w 179"/>
              <a:gd name="T85" fmla="*/ 81 h 106"/>
              <a:gd name="T86" fmla="*/ 129 w 179"/>
              <a:gd name="T87" fmla="*/ 62 h 106"/>
              <a:gd name="T88" fmla="*/ 63 w 179"/>
              <a:gd name="T89" fmla="*/ 39 h 106"/>
              <a:gd name="T90" fmla="*/ 49 w 179"/>
              <a:gd name="T91" fmla="*/ 35 h 106"/>
              <a:gd name="T92" fmla="*/ 53 w 179"/>
              <a:gd name="T93" fmla="*/ 19 h 106"/>
              <a:gd name="T94" fmla="*/ 43 w 179"/>
              <a:gd name="T95" fmla="*/ 19 h 106"/>
              <a:gd name="T96" fmla="*/ 35 w 179"/>
              <a:gd name="T97" fmla="*/ 56 h 106"/>
              <a:gd name="T98" fmla="*/ 58 w 179"/>
              <a:gd name="T99" fmla="*/ 40 h 106"/>
              <a:gd name="T100" fmla="*/ 69 w 179"/>
              <a:gd name="T101" fmla="*/ 50 h 106"/>
              <a:gd name="T102" fmla="*/ 80 w 179"/>
              <a:gd name="T103" fmla="*/ 54 h 106"/>
              <a:gd name="T104" fmla="*/ 86 w 179"/>
              <a:gd name="T105" fmla="*/ 70 h 106"/>
              <a:gd name="T106" fmla="*/ 90 w 179"/>
              <a:gd name="T107" fmla="*/ 86 h 106"/>
              <a:gd name="T108" fmla="*/ 102 w 179"/>
              <a:gd name="T109" fmla="*/ 94 h 106"/>
              <a:gd name="T110" fmla="*/ 107 w 179"/>
              <a:gd name="T111" fmla="*/ 97 h 106"/>
              <a:gd name="T112" fmla="*/ 16 w 179"/>
              <a:gd name="T113" fmla="*/ 38 h 106"/>
              <a:gd name="T114" fmla="*/ 23 w 179"/>
              <a:gd name="T115" fmla="*/ 0 h 106"/>
              <a:gd name="T116" fmla="*/ 16 w 179"/>
              <a:gd name="T117"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9" h="106">
                <a:moveTo>
                  <a:pt x="42" y="69"/>
                </a:moveTo>
                <a:cubicBezTo>
                  <a:pt x="40" y="69"/>
                  <a:pt x="39" y="69"/>
                  <a:pt x="38" y="68"/>
                </a:cubicBezTo>
                <a:cubicBezTo>
                  <a:pt x="37" y="67"/>
                  <a:pt x="37" y="65"/>
                  <a:pt x="37" y="64"/>
                </a:cubicBezTo>
                <a:cubicBezTo>
                  <a:pt x="37" y="63"/>
                  <a:pt x="38" y="62"/>
                  <a:pt x="39" y="61"/>
                </a:cubicBezTo>
                <a:cubicBezTo>
                  <a:pt x="55" y="47"/>
                  <a:pt x="55" y="47"/>
                  <a:pt x="55" y="47"/>
                </a:cubicBezTo>
                <a:cubicBezTo>
                  <a:pt x="56" y="47"/>
                  <a:pt x="57" y="46"/>
                  <a:pt x="58" y="46"/>
                </a:cubicBezTo>
                <a:cubicBezTo>
                  <a:pt x="59" y="46"/>
                  <a:pt x="61" y="47"/>
                  <a:pt x="61" y="48"/>
                </a:cubicBezTo>
                <a:cubicBezTo>
                  <a:pt x="62" y="49"/>
                  <a:pt x="63" y="50"/>
                  <a:pt x="63" y="52"/>
                </a:cubicBezTo>
                <a:cubicBezTo>
                  <a:pt x="62" y="53"/>
                  <a:pt x="62" y="54"/>
                  <a:pt x="61" y="55"/>
                </a:cubicBezTo>
                <a:cubicBezTo>
                  <a:pt x="45" y="68"/>
                  <a:pt x="45" y="68"/>
                  <a:pt x="45" y="68"/>
                </a:cubicBezTo>
                <a:cubicBezTo>
                  <a:pt x="44" y="69"/>
                  <a:pt x="43" y="69"/>
                  <a:pt x="42" y="69"/>
                </a:cubicBezTo>
                <a:close/>
                <a:moveTo>
                  <a:pt x="54" y="81"/>
                </a:moveTo>
                <a:cubicBezTo>
                  <a:pt x="74" y="64"/>
                  <a:pt x="74" y="64"/>
                  <a:pt x="74" y="64"/>
                </a:cubicBezTo>
                <a:cubicBezTo>
                  <a:pt x="76" y="63"/>
                  <a:pt x="77" y="60"/>
                  <a:pt x="75" y="58"/>
                </a:cubicBezTo>
                <a:cubicBezTo>
                  <a:pt x="74" y="56"/>
                  <a:pt x="73" y="56"/>
                  <a:pt x="71" y="56"/>
                </a:cubicBezTo>
                <a:cubicBezTo>
                  <a:pt x="70" y="56"/>
                  <a:pt x="69" y="56"/>
                  <a:pt x="68" y="57"/>
                </a:cubicBezTo>
                <a:cubicBezTo>
                  <a:pt x="48" y="74"/>
                  <a:pt x="48" y="74"/>
                  <a:pt x="48" y="74"/>
                </a:cubicBezTo>
                <a:cubicBezTo>
                  <a:pt x="46" y="76"/>
                  <a:pt x="45" y="79"/>
                  <a:pt x="47" y="81"/>
                </a:cubicBezTo>
                <a:cubicBezTo>
                  <a:pt x="48" y="82"/>
                  <a:pt x="49" y="83"/>
                  <a:pt x="51" y="83"/>
                </a:cubicBezTo>
                <a:cubicBezTo>
                  <a:pt x="52" y="83"/>
                  <a:pt x="53" y="82"/>
                  <a:pt x="54" y="81"/>
                </a:cubicBezTo>
                <a:close/>
                <a:moveTo>
                  <a:pt x="65" y="93"/>
                </a:moveTo>
                <a:cubicBezTo>
                  <a:pt x="80" y="80"/>
                  <a:pt x="80" y="80"/>
                  <a:pt x="80" y="80"/>
                </a:cubicBezTo>
                <a:cubicBezTo>
                  <a:pt x="82" y="79"/>
                  <a:pt x="83" y="76"/>
                  <a:pt x="81" y="73"/>
                </a:cubicBezTo>
                <a:cubicBezTo>
                  <a:pt x="80" y="72"/>
                  <a:pt x="79" y="72"/>
                  <a:pt x="77" y="72"/>
                </a:cubicBezTo>
                <a:cubicBezTo>
                  <a:pt x="76" y="72"/>
                  <a:pt x="75" y="72"/>
                  <a:pt x="74" y="73"/>
                </a:cubicBezTo>
                <a:cubicBezTo>
                  <a:pt x="59" y="85"/>
                  <a:pt x="59" y="85"/>
                  <a:pt x="59" y="85"/>
                </a:cubicBezTo>
                <a:cubicBezTo>
                  <a:pt x="57" y="87"/>
                  <a:pt x="57" y="90"/>
                  <a:pt x="59" y="92"/>
                </a:cubicBezTo>
                <a:cubicBezTo>
                  <a:pt x="60" y="93"/>
                  <a:pt x="61" y="94"/>
                  <a:pt x="62" y="94"/>
                </a:cubicBezTo>
                <a:cubicBezTo>
                  <a:pt x="63" y="94"/>
                  <a:pt x="65" y="93"/>
                  <a:pt x="65" y="93"/>
                </a:cubicBezTo>
                <a:close/>
                <a:moveTo>
                  <a:pt x="76" y="104"/>
                </a:moveTo>
                <a:cubicBezTo>
                  <a:pt x="85" y="97"/>
                  <a:pt x="85" y="97"/>
                  <a:pt x="85" y="97"/>
                </a:cubicBezTo>
                <a:cubicBezTo>
                  <a:pt x="87" y="96"/>
                  <a:pt x="87" y="93"/>
                  <a:pt x="86" y="90"/>
                </a:cubicBezTo>
                <a:cubicBezTo>
                  <a:pt x="85" y="89"/>
                  <a:pt x="83" y="89"/>
                  <a:pt x="82" y="89"/>
                </a:cubicBezTo>
                <a:cubicBezTo>
                  <a:pt x="81" y="89"/>
                  <a:pt x="80" y="89"/>
                  <a:pt x="79" y="90"/>
                </a:cubicBezTo>
                <a:cubicBezTo>
                  <a:pt x="70" y="97"/>
                  <a:pt x="70" y="97"/>
                  <a:pt x="70" y="97"/>
                </a:cubicBezTo>
                <a:cubicBezTo>
                  <a:pt x="68" y="99"/>
                  <a:pt x="68" y="102"/>
                  <a:pt x="69" y="104"/>
                </a:cubicBezTo>
                <a:cubicBezTo>
                  <a:pt x="70" y="105"/>
                  <a:pt x="72" y="106"/>
                  <a:pt x="73" y="106"/>
                </a:cubicBezTo>
                <a:cubicBezTo>
                  <a:pt x="74" y="106"/>
                  <a:pt x="75" y="105"/>
                  <a:pt x="76" y="104"/>
                </a:cubicBezTo>
                <a:close/>
                <a:moveTo>
                  <a:pt x="159" y="43"/>
                </a:moveTo>
                <a:cubicBezTo>
                  <a:pt x="179" y="32"/>
                  <a:pt x="179" y="32"/>
                  <a:pt x="179" y="32"/>
                </a:cubicBezTo>
                <a:cubicBezTo>
                  <a:pt x="164" y="4"/>
                  <a:pt x="164" y="4"/>
                  <a:pt x="164" y="4"/>
                </a:cubicBezTo>
                <a:cubicBezTo>
                  <a:pt x="156" y="8"/>
                  <a:pt x="146" y="13"/>
                  <a:pt x="143" y="15"/>
                </a:cubicBezTo>
                <a:cubicBezTo>
                  <a:pt x="145" y="19"/>
                  <a:pt x="149" y="26"/>
                  <a:pt x="158" y="42"/>
                </a:cubicBezTo>
                <a:lnTo>
                  <a:pt x="159" y="43"/>
                </a:lnTo>
                <a:close/>
                <a:moveTo>
                  <a:pt x="141" y="54"/>
                </a:moveTo>
                <a:cubicBezTo>
                  <a:pt x="142" y="52"/>
                  <a:pt x="143" y="51"/>
                  <a:pt x="144" y="50"/>
                </a:cubicBezTo>
                <a:cubicBezTo>
                  <a:pt x="145" y="49"/>
                  <a:pt x="149" y="46"/>
                  <a:pt x="153" y="44"/>
                </a:cubicBezTo>
                <a:cubicBezTo>
                  <a:pt x="150" y="39"/>
                  <a:pt x="141" y="23"/>
                  <a:pt x="137" y="17"/>
                </a:cubicBezTo>
                <a:cubicBezTo>
                  <a:pt x="121" y="11"/>
                  <a:pt x="106" y="10"/>
                  <a:pt x="96" y="10"/>
                </a:cubicBezTo>
                <a:cubicBezTo>
                  <a:pt x="93" y="10"/>
                  <a:pt x="90" y="10"/>
                  <a:pt x="86" y="10"/>
                </a:cubicBezTo>
                <a:cubicBezTo>
                  <a:pt x="86" y="10"/>
                  <a:pt x="86" y="10"/>
                  <a:pt x="86" y="10"/>
                </a:cubicBezTo>
                <a:cubicBezTo>
                  <a:pt x="85" y="10"/>
                  <a:pt x="85" y="10"/>
                  <a:pt x="84" y="11"/>
                </a:cubicBezTo>
                <a:cubicBezTo>
                  <a:pt x="56" y="25"/>
                  <a:pt x="56" y="25"/>
                  <a:pt x="56" y="25"/>
                </a:cubicBezTo>
                <a:cubicBezTo>
                  <a:pt x="55" y="25"/>
                  <a:pt x="54" y="26"/>
                  <a:pt x="54" y="27"/>
                </a:cubicBezTo>
                <a:cubicBezTo>
                  <a:pt x="53" y="29"/>
                  <a:pt x="53" y="30"/>
                  <a:pt x="54" y="31"/>
                </a:cubicBezTo>
                <a:cubicBezTo>
                  <a:pt x="55" y="33"/>
                  <a:pt x="57" y="34"/>
                  <a:pt x="58" y="34"/>
                </a:cubicBezTo>
                <a:cubicBezTo>
                  <a:pt x="59" y="34"/>
                  <a:pt x="60" y="34"/>
                  <a:pt x="61" y="33"/>
                </a:cubicBezTo>
                <a:cubicBezTo>
                  <a:pt x="88" y="19"/>
                  <a:pt x="88" y="19"/>
                  <a:pt x="88" y="19"/>
                </a:cubicBezTo>
                <a:cubicBezTo>
                  <a:pt x="89" y="19"/>
                  <a:pt x="89" y="19"/>
                  <a:pt x="89" y="19"/>
                </a:cubicBezTo>
                <a:cubicBezTo>
                  <a:pt x="90" y="19"/>
                  <a:pt x="90" y="19"/>
                  <a:pt x="90" y="19"/>
                </a:cubicBezTo>
                <a:cubicBezTo>
                  <a:pt x="108" y="32"/>
                  <a:pt x="131" y="55"/>
                  <a:pt x="136" y="60"/>
                </a:cubicBezTo>
                <a:cubicBezTo>
                  <a:pt x="138" y="59"/>
                  <a:pt x="140" y="56"/>
                  <a:pt x="141" y="54"/>
                </a:cubicBezTo>
                <a:close/>
                <a:moveTo>
                  <a:pt x="94" y="104"/>
                </a:moveTo>
                <a:cubicBezTo>
                  <a:pt x="96" y="103"/>
                  <a:pt x="97" y="100"/>
                  <a:pt x="96" y="98"/>
                </a:cubicBezTo>
                <a:cubicBezTo>
                  <a:pt x="93" y="94"/>
                  <a:pt x="93" y="94"/>
                  <a:pt x="93" y="94"/>
                </a:cubicBezTo>
                <a:cubicBezTo>
                  <a:pt x="92" y="97"/>
                  <a:pt x="91" y="100"/>
                  <a:pt x="89" y="101"/>
                </a:cubicBezTo>
                <a:cubicBezTo>
                  <a:pt x="88" y="102"/>
                  <a:pt x="88" y="102"/>
                  <a:pt x="88" y="102"/>
                </a:cubicBezTo>
                <a:cubicBezTo>
                  <a:pt x="90" y="103"/>
                  <a:pt x="91" y="104"/>
                  <a:pt x="92" y="104"/>
                </a:cubicBezTo>
                <a:cubicBezTo>
                  <a:pt x="93" y="104"/>
                  <a:pt x="93" y="104"/>
                  <a:pt x="94" y="104"/>
                </a:cubicBezTo>
                <a:close/>
                <a:moveTo>
                  <a:pt x="109" y="96"/>
                </a:moveTo>
                <a:cubicBezTo>
                  <a:pt x="111" y="95"/>
                  <a:pt x="112" y="93"/>
                  <a:pt x="111" y="91"/>
                </a:cubicBezTo>
                <a:cubicBezTo>
                  <a:pt x="111" y="90"/>
                  <a:pt x="111" y="90"/>
                  <a:pt x="111" y="90"/>
                </a:cubicBezTo>
                <a:cubicBezTo>
                  <a:pt x="100" y="79"/>
                  <a:pt x="100" y="79"/>
                  <a:pt x="100" y="79"/>
                </a:cubicBezTo>
                <a:cubicBezTo>
                  <a:pt x="106" y="75"/>
                  <a:pt x="106" y="75"/>
                  <a:pt x="106" y="75"/>
                </a:cubicBezTo>
                <a:cubicBezTo>
                  <a:pt x="118" y="87"/>
                  <a:pt x="118" y="87"/>
                  <a:pt x="118" y="87"/>
                </a:cubicBezTo>
                <a:cubicBezTo>
                  <a:pt x="119" y="88"/>
                  <a:pt x="119" y="88"/>
                  <a:pt x="119" y="88"/>
                </a:cubicBezTo>
                <a:cubicBezTo>
                  <a:pt x="120" y="90"/>
                  <a:pt x="121" y="90"/>
                  <a:pt x="122" y="90"/>
                </a:cubicBezTo>
                <a:cubicBezTo>
                  <a:pt x="123" y="90"/>
                  <a:pt x="124" y="90"/>
                  <a:pt x="125" y="90"/>
                </a:cubicBezTo>
                <a:cubicBezTo>
                  <a:pt x="126" y="89"/>
                  <a:pt x="127" y="87"/>
                  <a:pt x="127" y="85"/>
                </a:cubicBezTo>
                <a:cubicBezTo>
                  <a:pt x="127" y="84"/>
                  <a:pt x="127" y="83"/>
                  <a:pt x="126" y="82"/>
                </a:cubicBezTo>
                <a:cubicBezTo>
                  <a:pt x="114" y="69"/>
                  <a:pt x="114" y="69"/>
                  <a:pt x="114" y="69"/>
                </a:cubicBezTo>
                <a:cubicBezTo>
                  <a:pt x="119" y="65"/>
                  <a:pt x="119" y="65"/>
                  <a:pt x="119" y="65"/>
                </a:cubicBezTo>
                <a:cubicBezTo>
                  <a:pt x="132" y="78"/>
                  <a:pt x="132" y="78"/>
                  <a:pt x="132" y="78"/>
                </a:cubicBezTo>
                <a:cubicBezTo>
                  <a:pt x="132" y="79"/>
                  <a:pt x="132" y="79"/>
                  <a:pt x="132" y="79"/>
                </a:cubicBezTo>
                <a:cubicBezTo>
                  <a:pt x="134" y="81"/>
                  <a:pt x="135" y="81"/>
                  <a:pt x="136" y="81"/>
                </a:cubicBezTo>
                <a:cubicBezTo>
                  <a:pt x="137" y="81"/>
                  <a:pt x="138" y="81"/>
                  <a:pt x="138" y="81"/>
                </a:cubicBezTo>
                <a:cubicBezTo>
                  <a:pt x="141" y="80"/>
                  <a:pt x="142" y="77"/>
                  <a:pt x="140" y="74"/>
                </a:cubicBezTo>
                <a:cubicBezTo>
                  <a:pt x="129" y="62"/>
                  <a:pt x="129" y="62"/>
                  <a:pt x="129" y="62"/>
                </a:cubicBezTo>
                <a:cubicBezTo>
                  <a:pt x="122" y="55"/>
                  <a:pt x="104" y="37"/>
                  <a:pt x="89" y="26"/>
                </a:cubicBezTo>
                <a:cubicBezTo>
                  <a:pt x="63" y="39"/>
                  <a:pt x="63" y="39"/>
                  <a:pt x="63" y="39"/>
                </a:cubicBezTo>
                <a:cubicBezTo>
                  <a:pt x="62" y="39"/>
                  <a:pt x="60" y="40"/>
                  <a:pt x="58" y="40"/>
                </a:cubicBezTo>
                <a:cubicBezTo>
                  <a:pt x="55" y="40"/>
                  <a:pt x="51" y="38"/>
                  <a:pt x="49" y="35"/>
                </a:cubicBezTo>
                <a:cubicBezTo>
                  <a:pt x="48" y="33"/>
                  <a:pt x="47" y="29"/>
                  <a:pt x="48" y="26"/>
                </a:cubicBezTo>
                <a:cubicBezTo>
                  <a:pt x="49" y="23"/>
                  <a:pt x="51" y="21"/>
                  <a:pt x="53" y="19"/>
                </a:cubicBezTo>
                <a:cubicBezTo>
                  <a:pt x="56" y="18"/>
                  <a:pt x="56" y="18"/>
                  <a:pt x="56" y="18"/>
                </a:cubicBezTo>
                <a:cubicBezTo>
                  <a:pt x="43" y="19"/>
                  <a:pt x="43" y="19"/>
                  <a:pt x="43" y="19"/>
                </a:cubicBezTo>
                <a:cubicBezTo>
                  <a:pt x="22" y="41"/>
                  <a:pt x="22" y="41"/>
                  <a:pt x="22" y="41"/>
                </a:cubicBezTo>
                <a:cubicBezTo>
                  <a:pt x="35" y="56"/>
                  <a:pt x="35" y="56"/>
                  <a:pt x="35" y="56"/>
                </a:cubicBezTo>
                <a:cubicBezTo>
                  <a:pt x="35" y="56"/>
                  <a:pt x="51" y="43"/>
                  <a:pt x="51" y="43"/>
                </a:cubicBezTo>
                <a:cubicBezTo>
                  <a:pt x="53" y="41"/>
                  <a:pt x="55" y="40"/>
                  <a:pt x="58" y="40"/>
                </a:cubicBezTo>
                <a:cubicBezTo>
                  <a:pt x="61" y="40"/>
                  <a:pt x="64" y="42"/>
                  <a:pt x="66" y="44"/>
                </a:cubicBezTo>
                <a:cubicBezTo>
                  <a:pt x="68" y="46"/>
                  <a:pt x="68" y="48"/>
                  <a:pt x="69" y="50"/>
                </a:cubicBezTo>
                <a:cubicBezTo>
                  <a:pt x="69" y="50"/>
                  <a:pt x="70" y="50"/>
                  <a:pt x="71" y="50"/>
                </a:cubicBezTo>
                <a:cubicBezTo>
                  <a:pt x="75" y="50"/>
                  <a:pt x="78" y="51"/>
                  <a:pt x="80" y="54"/>
                </a:cubicBezTo>
                <a:cubicBezTo>
                  <a:pt x="83" y="57"/>
                  <a:pt x="83" y="62"/>
                  <a:pt x="81" y="66"/>
                </a:cubicBezTo>
                <a:cubicBezTo>
                  <a:pt x="83" y="67"/>
                  <a:pt x="84" y="68"/>
                  <a:pt x="86" y="70"/>
                </a:cubicBezTo>
                <a:cubicBezTo>
                  <a:pt x="89" y="74"/>
                  <a:pt x="89" y="79"/>
                  <a:pt x="86" y="83"/>
                </a:cubicBezTo>
                <a:cubicBezTo>
                  <a:pt x="87" y="84"/>
                  <a:pt x="89" y="85"/>
                  <a:pt x="90" y="86"/>
                </a:cubicBezTo>
                <a:cubicBezTo>
                  <a:pt x="92" y="85"/>
                  <a:pt x="92" y="85"/>
                  <a:pt x="92" y="85"/>
                </a:cubicBezTo>
                <a:cubicBezTo>
                  <a:pt x="102" y="94"/>
                  <a:pt x="102" y="94"/>
                  <a:pt x="102" y="94"/>
                </a:cubicBezTo>
                <a:cubicBezTo>
                  <a:pt x="103" y="94"/>
                  <a:pt x="103" y="95"/>
                  <a:pt x="104" y="95"/>
                </a:cubicBezTo>
                <a:cubicBezTo>
                  <a:pt x="105" y="97"/>
                  <a:pt x="106" y="97"/>
                  <a:pt x="107" y="97"/>
                </a:cubicBezTo>
                <a:cubicBezTo>
                  <a:pt x="108" y="97"/>
                  <a:pt x="108" y="97"/>
                  <a:pt x="109" y="96"/>
                </a:cubicBezTo>
                <a:close/>
                <a:moveTo>
                  <a:pt x="16" y="38"/>
                </a:moveTo>
                <a:cubicBezTo>
                  <a:pt x="38" y="15"/>
                  <a:pt x="38" y="15"/>
                  <a:pt x="38" y="15"/>
                </a:cubicBezTo>
                <a:cubicBezTo>
                  <a:pt x="23" y="0"/>
                  <a:pt x="23" y="0"/>
                  <a:pt x="23" y="0"/>
                </a:cubicBezTo>
                <a:cubicBezTo>
                  <a:pt x="0" y="23"/>
                  <a:pt x="0" y="23"/>
                  <a:pt x="0" y="23"/>
                </a:cubicBezTo>
                <a:lnTo>
                  <a:pt x="16" y="3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4107" name="Freeform 26">
            <a:extLst>
              <a:ext uri="{FF2B5EF4-FFF2-40B4-BE49-F238E27FC236}">
                <a16:creationId xmlns:a16="http://schemas.microsoft.com/office/drawing/2014/main" id="{4336E4D3-5207-4ED0-83A2-C5CD8AE4EF56}"/>
              </a:ext>
            </a:extLst>
          </p:cNvPr>
          <p:cNvSpPr>
            <a:spLocks noEditPoints="1"/>
          </p:cNvSpPr>
          <p:nvPr/>
        </p:nvSpPr>
        <p:spPr bwMode="auto">
          <a:xfrm>
            <a:off x="7709858" y="5098243"/>
            <a:ext cx="335633" cy="486740"/>
          </a:xfrm>
          <a:custGeom>
            <a:avLst/>
            <a:gdLst>
              <a:gd name="T0" fmla="*/ 43 w 94"/>
              <a:gd name="T1" fmla="*/ 67 h 136"/>
              <a:gd name="T2" fmla="*/ 51 w 94"/>
              <a:gd name="T3" fmla="*/ 67 h 136"/>
              <a:gd name="T4" fmla="*/ 51 w 94"/>
              <a:gd name="T5" fmla="*/ 108 h 136"/>
              <a:gd name="T6" fmla="*/ 43 w 94"/>
              <a:gd name="T7" fmla="*/ 108 h 136"/>
              <a:gd name="T8" fmla="*/ 43 w 94"/>
              <a:gd name="T9" fmla="*/ 67 h 136"/>
              <a:gd name="T10" fmla="*/ 47 w 94"/>
              <a:gd name="T11" fmla="*/ 0 h 136"/>
              <a:gd name="T12" fmla="*/ 0 w 94"/>
              <a:gd name="T13" fmla="*/ 48 h 136"/>
              <a:gd name="T14" fmla="*/ 10 w 94"/>
              <a:gd name="T15" fmla="*/ 76 h 136"/>
              <a:gd name="T16" fmla="*/ 21 w 94"/>
              <a:gd name="T17" fmla="*/ 98 h 136"/>
              <a:gd name="T18" fmla="*/ 30 w 94"/>
              <a:gd name="T19" fmla="*/ 108 h 136"/>
              <a:gd name="T20" fmla="*/ 36 w 94"/>
              <a:gd name="T21" fmla="*/ 108 h 136"/>
              <a:gd name="T22" fmla="*/ 36 w 94"/>
              <a:gd name="T23" fmla="*/ 67 h 136"/>
              <a:gd name="T24" fmla="*/ 29 w 94"/>
              <a:gd name="T25" fmla="*/ 67 h 136"/>
              <a:gd name="T26" fmla="*/ 15 w 94"/>
              <a:gd name="T27" fmla="*/ 53 h 136"/>
              <a:gd name="T28" fmla="*/ 29 w 94"/>
              <a:gd name="T29" fmla="*/ 40 h 136"/>
              <a:gd name="T30" fmla="*/ 43 w 94"/>
              <a:gd name="T31" fmla="*/ 53 h 136"/>
              <a:gd name="T32" fmla="*/ 41 w 94"/>
              <a:gd name="T33" fmla="*/ 60 h 136"/>
              <a:gd name="T34" fmla="*/ 53 w 94"/>
              <a:gd name="T35" fmla="*/ 60 h 136"/>
              <a:gd name="T36" fmla="*/ 52 w 94"/>
              <a:gd name="T37" fmla="*/ 53 h 136"/>
              <a:gd name="T38" fmla="*/ 65 w 94"/>
              <a:gd name="T39" fmla="*/ 40 h 136"/>
              <a:gd name="T40" fmla="*/ 79 w 94"/>
              <a:gd name="T41" fmla="*/ 53 h 136"/>
              <a:gd name="T42" fmla="*/ 65 w 94"/>
              <a:gd name="T43" fmla="*/ 67 h 136"/>
              <a:gd name="T44" fmla="*/ 59 w 94"/>
              <a:gd name="T45" fmla="*/ 67 h 136"/>
              <a:gd name="T46" fmla="*/ 59 w 94"/>
              <a:gd name="T47" fmla="*/ 108 h 136"/>
              <a:gd name="T48" fmla="*/ 64 w 94"/>
              <a:gd name="T49" fmla="*/ 108 h 136"/>
              <a:gd name="T50" fmla="*/ 73 w 94"/>
              <a:gd name="T51" fmla="*/ 98 h 136"/>
              <a:gd name="T52" fmla="*/ 84 w 94"/>
              <a:gd name="T53" fmla="*/ 76 h 136"/>
              <a:gd name="T54" fmla="*/ 94 w 94"/>
              <a:gd name="T55" fmla="*/ 48 h 136"/>
              <a:gd name="T56" fmla="*/ 47 w 94"/>
              <a:gd name="T57" fmla="*/ 0 h 136"/>
              <a:gd name="T58" fmla="*/ 22 w 94"/>
              <a:gd name="T59" fmla="*/ 53 h 136"/>
              <a:gd name="T60" fmla="*/ 29 w 94"/>
              <a:gd name="T61" fmla="*/ 60 h 136"/>
              <a:gd name="T62" fmla="*/ 35 w 94"/>
              <a:gd name="T63" fmla="*/ 53 h 136"/>
              <a:gd name="T64" fmla="*/ 29 w 94"/>
              <a:gd name="T65" fmla="*/ 47 h 136"/>
              <a:gd name="T66" fmla="*/ 22 w 94"/>
              <a:gd name="T67" fmla="*/ 53 h 136"/>
              <a:gd name="T68" fmla="*/ 72 w 94"/>
              <a:gd name="T69" fmla="*/ 53 h 136"/>
              <a:gd name="T70" fmla="*/ 65 w 94"/>
              <a:gd name="T71" fmla="*/ 47 h 136"/>
              <a:gd name="T72" fmla="*/ 59 w 94"/>
              <a:gd name="T73" fmla="*/ 53 h 136"/>
              <a:gd name="T74" fmla="*/ 65 w 94"/>
              <a:gd name="T75" fmla="*/ 60 h 136"/>
              <a:gd name="T76" fmla="*/ 72 w 94"/>
              <a:gd name="T77" fmla="*/ 53 h 136"/>
              <a:gd name="T78" fmla="*/ 69 w 94"/>
              <a:gd name="T79" fmla="*/ 119 h 136"/>
              <a:gd name="T80" fmla="*/ 65 w 94"/>
              <a:gd name="T81" fmla="*/ 115 h 136"/>
              <a:gd name="T82" fmla="*/ 29 w 94"/>
              <a:gd name="T83" fmla="*/ 115 h 136"/>
              <a:gd name="T84" fmla="*/ 25 w 94"/>
              <a:gd name="T85" fmla="*/ 119 h 136"/>
              <a:gd name="T86" fmla="*/ 29 w 94"/>
              <a:gd name="T87" fmla="*/ 122 h 136"/>
              <a:gd name="T88" fmla="*/ 65 w 94"/>
              <a:gd name="T89" fmla="*/ 122 h 136"/>
              <a:gd name="T90" fmla="*/ 69 w 94"/>
              <a:gd name="T91" fmla="*/ 119 h 136"/>
              <a:gd name="T92" fmla="*/ 65 w 94"/>
              <a:gd name="T93" fmla="*/ 132 h 136"/>
              <a:gd name="T94" fmla="*/ 61 w 94"/>
              <a:gd name="T95" fmla="*/ 129 h 136"/>
              <a:gd name="T96" fmla="*/ 33 w 94"/>
              <a:gd name="T97" fmla="*/ 129 h 136"/>
              <a:gd name="T98" fmla="*/ 30 w 94"/>
              <a:gd name="T99" fmla="*/ 132 h 136"/>
              <a:gd name="T100" fmla="*/ 33 w 94"/>
              <a:gd name="T101" fmla="*/ 136 h 136"/>
              <a:gd name="T102" fmla="*/ 61 w 94"/>
              <a:gd name="T103" fmla="*/ 136 h 136"/>
              <a:gd name="T104" fmla="*/ 65 w 94"/>
              <a:gd name="T105" fmla="*/ 13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36">
                <a:moveTo>
                  <a:pt x="43" y="67"/>
                </a:moveTo>
                <a:cubicBezTo>
                  <a:pt x="51" y="67"/>
                  <a:pt x="51" y="67"/>
                  <a:pt x="51" y="67"/>
                </a:cubicBezTo>
                <a:cubicBezTo>
                  <a:pt x="51" y="108"/>
                  <a:pt x="51" y="108"/>
                  <a:pt x="51" y="108"/>
                </a:cubicBezTo>
                <a:cubicBezTo>
                  <a:pt x="43" y="108"/>
                  <a:pt x="43" y="108"/>
                  <a:pt x="43" y="108"/>
                </a:cubicBezTo>
                <a:lnTo>
                  <a:pt x="43" y="67"/>
                </a:lnTo>
                <a:close/>
                <a:moveTo>
                  <a:pt x="47" y="0"/>
                </a:moveTo>
                <a:cubicBezTo>
                  <a:pt x="21" y="1"/>
                  <a:pt x="0" y="22"/>
                  <a:pt x="0" y="48"/>
                </a:cubicBezTo>
                <a:cubicBezTo>
                  <a:pt x="0" y="58"/>
                  <a:pt x="4" y="68"/>
                  <a:pt x="10" y="76"/>
                </a:cubicBezTo>
                <a:cubicBezTo>
                  <a:pt x="18" y="88"/>
                  <a:pt x="21" y="92"/>
                  <a:pt x="21" y="98"/>
                </a:cubicBezTo>
                <a:cubicBezTo>
                  <a:pt x="21" y="103"/>
                  <a:pt x="25" y="108"/>
                  <a:pt x="30" y="108"/>
                </a:cubicBezTo>
                <a:cubicBezTo>
                  <a:pt x="36" y="108"/>
                  <a:pt x="36" y="108"/>
                  <a:pt x="36" y="108"/>
                </a:cubicBezTo>
                <a:cubicBezTo>
                  <a:pt x="36" y="67"/>
                  <a:pt x="36" y="67"/>
                  <a:pt x="36" y="67"/>
                </a:cubicBezTo>
                <a:cubicBezTo>
                  <a:pt x="29" y="67"/>
                  <a:pt x="29" y="67"/>
                  <a:pt x="29" y="67"/>
                </a:cubicBezTo>
                <a:cubicBezTo>
                  <a:pt x="21" y="67"/>
                  <a:pt x="15" y="61"/>
                  <a:pt x="15" y="53"/>
                </a:cubicBezTo>
                <a:cubicBezTo>
                  <a:pt x="15" y="46"/>
                  <a:pt x="21" y="40"/>
                  <a:pt x="29" y="40"/>
                </a:cubicBezTo>
                <a:cubicBezTo>
                  <a:pt x="36" y="40"/>
                  <a:pt x="43" y="46"/>
                  <a:pt x="43" y="53"/>
                </a:cubicBezTo>
                <a:cubicBezTo>
                  <a:pt x="43" y="56"/>
                  <a:pt x="42" y="58"/>
                  <a:pt x="41" y="60"/>
                </a:cubicBezTo>
                <a:cubicBezTo>
                  <a:pt x="53" y="60"/>
                  <a:pt x="53" y="60"/>
                  <a:pt x="53" y="60"/>
                </a:cubicBezTo>
                <a:cubicBezTo>
                  <a:pt x="52" y="58"/>
                  <a:pt x="52" y="56"/>
                  <a:pt x="52" y="53"/>
                </a:cubicBezTo>
                <a:cubicBezTo>
                  <a:pt x="52" y="46"/>
                  <a:pt x="58" y="40"/>
                  <a:pt x="65" y="40"/>
                </a:cubicBezTo>
                <a:cubicBezTo>
                  <a:pt x="73" y="40"/>
                  <a:pt x="79" y="46"/>
                  <a:pt x="79" y="53"/>
                </a:cubicBezTo>
                <a:cubicBezTo>
                  <a:pt x="79" y="61"/>
                  <a:pt x="73" y="67"/>
                  <a:pt x="65" y="67"/>
                </a:cubicBezTo>
                <a:cubicBezTo>
                  <a:pt x="59" y="67"/>
                  <a:pt x="59" y="67"/>
                  <a:pt x="59" y="67"/>
                </a:cubicBezTo>
                <a:cubicBezTo>
                  <a:pt x="59" y="108"/>
                  <a:pt x="59" y="108"/>
                  <a:pt x="59" y="108"/>
                </a:cubicBezTo>
                <a:cubicBezTo>
                  <a:pt x="64" y="108"/>
                  <a:pt x="64" y="108"/>
                  <a:pt x="64" y="108"/>
                </a:cubicBezTo>
                <a:cubicBezTo>
                  <a:pt x="69" y="108"/>
                  <a:pt x="73" y="103"/>
                  <a:pt x="73" y="98"/>
                </a:cubicBezTo>
                <a:cubicBezTo>
                  <a:pt x="74" y="92"/>
                  <a:pt x="76" y="88"/>
                  <a:pt x="84" y="76"/>
                </a:cubicBezTo>
                <a:cubicBezTo>
                  <a:pt x="90" y="68"/>
                  <a:pt x="94" y="58"/>
                  <a:pt x="94" y="48"/>
                </a:cubicBezTo>
                <a:cubicBezTo>
                  <a:pt x="94" y="22"/>
                  <a:pt x="73" y="1"/>
                  <a:pt x="47" y="0"/>
                </a:cubicBezTo>
                <a:close/>
                <a:moveTo>
                  <a:pt x="22" y="53"/>
                </a:moveTo>
                <a:cubicBezTo>
                  <a:pt x="22" y="57"/>
                  <a:pt x="25" y="60"/>
                  <a:pt x="29" y="60"/>
                </a:cubicBezTo>
                <a:cubicBezTo>
                  <a:pt x="32" y="60"/>
                  <a:pt x="35" y="57"/>
                  <a:pt x="35" y="53"/>
                </a:cubicBezTo>
                <a:cubicBezTo>
                  <a:pt x="35" y="50"/>
                  <a:pt x="32" y="47"/>
                  <a:pt x="29" y="47"/>
                </a:cubicBezTo>
                <a:cubicBezTo>
                  <a:pt x="25" y="47"/>
                  <a:pt x="22" y="50"/>
                  <a:pt x="22" y="53"/>
                </a:cubicBezTo>
                <a:close/>
                <a:moveTo>
                  <a:pt x="72" y="53"/>
                </a:moveTo>
                <a:cubicBezTo>
                  <a:pt x="72" y="50"/>
                  <a:pt x="69" y="47"/>
                  <a:pt x="65" y="47"/>
                </a:cubicBezTo>
                <a:cubicBezTo>
                  <a:pt x="62" y="47"/>
                  <a:pt x="59" y="50"/>
                  <a:pt x="59" y="53"/>
                </a:cubicBezTo>
                <a:cubicBezTo>
                  <a:pt x="59" y="57"/>
                  <a:pt x="62" y="60"/>
                  <a:pt x="65" y="60"/>
                </a:cubicBezTo>
                <a:cubicBezTo>
                  <a:pt x="69" y="60"/>
                  <a:pt x="72" y="57"/>
                  <a:pt x="72" y="53"/>
                </a:cubicBezTo>
                <a:close/>
                <a:moveTo>
                  <a:pt x="69" y="119"/>
                </a:moveTo>
                <a:cubicBezTo>
                  <a:pt x="69" y="117"/>
                  <a:pt x="68" y="115"/>
                  <a:pt x="65" y="115"/>
                </a:cubicBezTo>
                <a:cubicBezTo>
                  <a:pt x="29" y="115"/>
                  <a:pt x="29" y="115"/>
                  <a:pt x="29" y="115"/>
                </a:cubicBezTo>
                <a:cubicBezTo>
                  <a:pt x="27" y="115"/>
                  <a:pt x="25" y="117"/>
                  <a:pt x="25" y="119"/>
                </a:cubicBezTo>
                <a:cubicBezTo>
                  <a:pt x="25" y="121"/>
                  <a:pt x="27" y="122"/>
                  <a:pt x="29" y="122"/>
                </a:cubicBezTo>
                <a:cubicBezTo>
                  <a:pt x="65" y="122"/>
                  <a:pt x="65" y="122"/>
                  <a:pt x="65" y="122"/>
                </a:cubicBezTo>
                <a:cubicBezTo>
                  <a:pt x="68" y="122"/>
                  <a:pt x="69" y="121"/>
                  <a:pt x="69" y="119"/>
                </a:cubicBezTo>
                <a:close/>
                <a:moveTo>
                  <a:pt x="65" y="132"/>
                </a:moveTo>
                <a:cubicBezTo>
                  <a:pt x="65" y="130"/>
                  <a:pt x="63" y="129"/>
                  <a:pt x="61" y="129"/>
                </a:cubicBezTo>
                <a:cubicBezTo>
                  <a:pt x="33" y="129"/>
                  <a:pt x="33" y="129"/>
                  <a:pt x="33" y="129"/>
                </a:cubicBezTo>
                <a:cubicBezTo>
                  <a:pt x="31" y="129"/>
                  <a:pt x="30" y="130"/>
                  <a:pt x="30" y="132"/>
                </a:cubicBezTo>
                <a:cubicBezTo>
                  <a:pt x="30" y="134"/>
                  <a:pt x="31" y="136"/>
                  <a:pt x="33" y="136"/>
                </a:cubicBezTo>
                <a:cubicBezTo>
                  <a:pt x="61" y="136"/>
                  <a:pt x="61" y="136"/>
                  <a:pt x="61" y="136"/>
                </a:cubicBezTo>
                <a:cubicBezTo>
                  <a:pt x="63" y="136"/>
                  <a:pt x="65" y="134"/>
                  <a:pt x="65" y="1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55" name="Text Placeholder 113">
            <a:extLst>
              <a:ext uri="{FF2B5EF4-FFF2-40B4-BE49-F238E27FC236}">
                <a16:creationId xmlns:a16="http://schemas.microsoft.com/office/drawing/2014/main" id="{B2EA9053-5FDC-41A2-BD8F-1E3DCAF98CF0}"/>
              </a:ext>
            </a:extLst>
          </p:cNvPr>
          <p:cNvSpPr txBox="1">
            <a:spLocks/>
          </p:cNvSpPr>
          <p:nvPr/>
        </p:nvSpPr>
        <p:spPr>
          <a:xfrm>
            <a:off x="5096283" y="5098241"/>
            <a:ext cx="2277092" cy="57601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a:solidFill>
                  <a:schemeClr val="bg2"/>
                </a:solidFill>
              </a:rPr>
              <a:t>Lorem ipsum dolor sit amet, consectetur adipiscing elit, sed do eiusmod tempor incididunt ut labore et dolore magna aliqua. Ut enim ad minim veniam, quis nostrud</a:t>
            </a:r>
            <a:endParaRPr lang="ru-RU" sz="800">
              <a:solidFill>
                <a:schemeClr val="bg2"/>
              </a:solidFill>
            </a:endParaRPr>
          </a:p>
        </p:txBody>
      </p:sp>
      <p:sp>
        <p:nvSpPr>
          <p:cNvPr id="56" name="Text Placeholder 113">
            <a:extLst>
              <a:ext uri="{FF2B5EF4-FFF2-40B4-BE49-F238E27FC236}">
                <a16:creationId xmlns:a16="http://schemas.microsoft.com/office/drawing/2014/main" id="{20D37427-454A-4B6E-A862-848DD4C15C75}"/>
              </a:ext>
            </a:extLst>
          </p:cNvPr>
          <p:cNvSpPr txBox="1">
            <a:spLocks/>
          </p:cNvSpPr>
          <p:nvPr/>
        </p:nvSpPr>
        <p:spPr>
          <a:xfrm>
            <a:off x="5096283" y="3798079"/>
            <a:ext cx="2277092" cy="57601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a:solidFill>
                  <a:schemeClr val="bg2"/>
                </a:solidFill>
              </a:rPr>
              <a:t>Lorem ipsum dolor sit amet, consectetur adipiscing elit, sed do eiusmod tempor incididunt ut labore et dolore magna aliqua. Ut enim ad minim veniam, quis nostrud</a:t>
            </a:r>
            <a:endParaRPr lang="ru-RU" sz="800">
              <a:solidFill>
                <a:schemeClr val="bg2"/>
              </a:solidFill>
            </a:endParaRPr>
          </a:p>
        </p:txBody>
      </p:sp>
      <p:sp>
        <p:nvSpPr>
          <p:cNvPr id="57" name="Text Placeholder 113">
            <a:extLst>
              <a:ext uri="{FF2B5EF4-FFF2-40B4-BE49-F238E27FC236}">
                <a16:creationId xmlns:a16="http://schemas.microsoft.com/office/drawing/2014/main" id="{5ACC360C-8CA1-42E0-A324-D71F78EC486C}"/>
              </a:ext>
            </a:extLst>
          </p:cNvPr>
          <p:cNvSpPr txBox="1">
            <a:spLocks/>
          </p:cNvSpPr>
          <p:nvPr/>
        </p:nvSpPr>
        <p:spPr>
          <a:xfrm>
            <a:off x="5096283" y="2512204"/>
            <a:ext cx="2277092" cy="57601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a:solidFill>
                  <a:schemeClr val="bg2"/>
                </a:solidFill>
              </a:rPr>
              <a:t>Lorem ipsum dolor sit amet, consectetur adipiscing elit, sed do eiusmod tempor incididunt ut labore et dolore magna aliqua. Ut enim ad minim veniam, quis nostrud</a:t>
            </a:r>
            <a:endParaRPr lang="ru-RU" sz="800">
              <a:solidFill>
                <a:schemeClr val="bg2"/>
              </a:solidFill>
            </a:endParaRPr>
          </a:p>
        </p:txBody>
      </p:sp>
      <p:sp>
        <p:nvSpPr>
          <p:cNvPr id="86" name="Text Placeholder 113">
            <a:extLst>
              <a:ext uri="{FF2B5EF4-FFF2-40B4-BE49-F238E27FC236}">
                <a16:creationId xmlns:a16="http://schemas.microsoft.com/office/drawing/2014/main" id="{DF6CD2A2-C565-4EF8-A3EC-4B9385398FB3}"/>
              </a:ext>
            </a:extLst>
          </p:cNvPr>
          <p:cNvSpPr txBox="1">
            <a:spLocks/>
          </p:cNvSpPr>
          <p:nvPr/>
        </p:nvSpPr>
        <p:spPr>
          <a:xfrm>
            <a:off x="5096283" y="1235854"/>
            <a:ext cx="2277092" cy="57601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a:solidFill>
                  <a:schemeClr val="bg2"/>
                </a:solidFill>
              </a:rPr>
              <a:t>Lorem ipsum dolor sit amet, consectetur adipiscing elit, sed do eiusmod tempor incididunt ut labore et dolore magna aliqua. Ut enim ad minim veniam, quis nostrud</a:t>
            </a:r>
            <a:endParaRPr lang="ru-RU" sz="800">
              <a:solidFill>
                <a:schemeClr val="bg2"/>
              </a:solidFill>
            </a:endParaRPr>
          </a:p>
        </p:txBody>
      </p:sp>
    </p:spTree>
    <p:extLst>
      <p:ext uri="{BB962C8B-B14F-4D97-AF65-F5344CB8AC3E}">
        <p14:creationId xmlns:p14="http://schemas.microsoft.com/office/powerpoint/2010/main" val="40055015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67000">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14:bounceEnd="67000">
                                          <p:cBhvr additive="base">
                                            <p:cTn id="7" dur="1000" fill="hold"/>
                                            <p:tgtEl>
                                              <p:spTgt spid="26"/>
                                            </p:tgtEl>
                                            <p:attrNameLst>
                                              <p:attrName>ppt_x</p:attrName>
                                            </p:attrNameLst>
                                          </p:cBhvr>
                                          <p:tavLst>
                                            <p:tav tm="0">
                                              <p:val>
                                                <p:strVal val="1+#ppt_w/2"/>
                                              </p:val>
                                            </p:tav>
                                            <p:tav tm="100000">
                                              <p:val>
                                                <p:strVal val="#ppt_x"/>
                                              </p:val>
                                            </p:tav>
                                          </p:tavLst>
                                        </p:anim>
                                        <p:anim calcmode="lin" valueType="num" p14:bounceEnd="67000">
                                          <p:cBhvr additive="base">
                                            <p:cTn id="8" dur="1000" fill="hold"/>
                                            <p:tgtEl>
                                              <p:spTgt spid="26"/>
                                            </p:tgtEl>
                                            <p:attrNameLst>
                                              <p:attrName>ppt_y</p:attrName>
                                            </p:attrNameLst>
                                          </p:cBhvr>
                                          <p:tavLst>
                                            <p:tav tm="0">
                                              <p:val>
                                                <p:strVal val="#ppt_y"/>
                                              </p:val>
                                            </p:tav>
                                            <p:tav tm="100000">
                                              <p:val>
                                                <p:strVal val="#ppt_y"/>
                                              </p:val>
                                            </p:tav>
                                          </p:tavLst>
                                        </p:anim>
                                      </p:childTnLst>
                                    </p:cTn>
                                  </p:par>
                                  <p:par>
                                    <p:cTn id="9" presetID="22" presetClass="entr" presetSubtype="4" fill="hold" grpId="0" nodeType="withEffect">
                                      <p:stCondLst>
                                        <p:cond delay="250"/>
                                      </p:stCondLst>
                                      <p:childTnLst>
                                        <p:set>
                                          <p:cBhvr>
                                            <p:cTn id="10" dur="1" fill="hold">
                                              <p:stCondLst>
                                                <p:cond delay="0"/>
                                              </p:stCondLst>
                                            </p:cTn>
                                            <p:tgtEl>
                                              <p:spTgt spid="29"/>
                                            </p:tgtEl>
                                            <p:attrNameLst>
                                              <p:attrName>style.visibility</p:attrName>
                                            </p:attrNameLst>
                                          </p:cBhvr>
                                          <p:to>
                                            <p:strVal val="visible"/>
                                          </p:to>
                                        </p:set>
                                        <p:animEffect transition="in" filter="wipe(down)">
                                          <p:cBhvr>
                                            <p:cTn id="11" dur="750"/>
                                            <p:tgtEl>
                                              <p:spTgt spid="29"/>
                                            </p:tgtEl>
                                          </p:cBhvr>
                                        </p:animEffect>
                                      </p:childTnLst>
                                    </p:cTn>
                                  </p:par>
                                  <p:par>
                                    <p:cTn id="12" presetID="2" presetClass="entr" presetSubtype="8" fill="hold" nodeType="withEffect" p14:presetBounceEnd="67000">
                                      <p:stCondLst>
                                        <p:cond delay="500"/>
                                      </p:stCondLst>
                                      <p:childTnLst>
                                        <p:set>
                                          <p:cBhvr>
                                            <p:cTn id="13" dur="1" fill="hold">
                                              <p:stCondLst>
                                                <p:cond delay="0"/>
                                              </p:stCondLst>
                                            </p:cTn>
                                            <p:tgtEl>
                                              <p:spTgt spid="2"/>
                                            </p:tgtEl>
                                            <p:attrNameLst>
                                              <p:attrName>style.visibility</p:attrName>
                                            </p:attrNameLst>
                                          </p:cBhvr>
                                          <p:to>
                                            <p:strVal val="visible"/>
                                          </p:to>
                                        </p:set>
                                        <p:anim calcmode="lin" valueType="num" p14:bounceEnd="67000">
                                          <p:cBhvr additive="base">
                                            <p:cTn id="14" dur="1000" fill="hold"/>
                                            <p:tgtEl>
                                              <p:spTgt spid="2"/>
                                            </p:tgtEl>
                                            <p:attrNameLst>
                                              <p:attrName>ppt_x</p:attrName>
                                            </p:attrNameLst>
                                          </p:cBhvr>
                                          <p:tavLst>
                                            <p:tav tm="0">
                                              <p:val>
                                                <p:strVal val="0-#ppt_w/2"/>
                                              </p:val>
                                            </p:tav>
                                            <p:tav tm="100000">
                                              <p:val>
                                                <p:strVal val="#ppt_x"/>
                                              </p:val>
                                            </p:tav>
                                          </p:tavLst>
                                        </p:anim>
                                        <p:anim calcmode="lin" valueType="num" p14:bounceEnd="67000">
                                          <p:cBhvr additive="base">
                                            <p:cTn id="15" dur="1000" fill="hold"/>
                                            <p:tgtEl>
                                              <p:spTgt spid="2"/>
                                            </p:tgtEl>
                                            <p:attrNameLst>
                                              <p:attrName>ppt_y</p:attrName>
                                            </p:attrNameLst>
                                          </p:cBhvr>
                                          <p:tavLst>
                                            <p:tav tm="0">
                                              <p:val>
                                                <p:strVal val="#ppt_y"/>
                                              </p:val>
                                            </p:tav>
                                            <p:tav tm="100000">
                                              <p:val>
                                                <p:strVal val="#ppt_y"/>
                                              </p:val>
                                            </p:tav>
                                          </p:tavLst>
                                        </p:anim>
                                      </p:childTnLst>
                                    </p:cTn>
                                  </p:par>
                                  <p:par>
                                    <p:cTn id="16" presetID="22" presetClass="entr" presetSubtype="4" fill="hold" grpId="0" nodeType="withEffect">
                                      <p:stCondLst>
                                        <p:cond delay="750"/>
                                      </p:stCondLst>
                                      <p:childTnLst>
                                        <p:set>
                                          <p:cBhvr>
                                            <p:cTn id="17" dur="1" fill="hold">
                                              <p:stCondLst>
                                                <p:cond delay="0"/>
                                              </p:stCondLst>
                                            </p:cTn>
                                            <p:tgtEl>
                                              <p:spTgt spid="28"/>
                                            </p:tgtEl>
                                            <p:attrNameLst>
                                              <p:attrName>style.visibility</p:attrName>
                                            </p:attrNameLst>
                                          </p:cBhvr>
                                          <p:to>
                                            <p:strVal val="visible"/>
                                          </p:to>
                                        </p:set>
                                        <p:animEffect transition="in" filter="wipe(down)">
                                          <p:cBhvr>
                                            <p:cTn id="18" dur="750"/>
                                            <p:tgtEl>
                                              <p:spTgt spid="28"/>
                                            </p:tgtEl>
                                          </p:cBhvr>
                                        </p:animEffect>
                                      </p:childTnLst>
                                    </p:cTn>
                                  </p:par>
                                  <p:par>
                                    <p:cTn id="19" presetID="2" presetClass="entr" presetSubtype="2" fill="hold" nodeType="withEffect" p14:presetBounceEnd="67000">
                                      <p:stCondLst>
                                        <p:cond delay="1000"/>
                                      </p:stCondLst>
                                      <p:childTnLst>
                                        <p:set>
                                          <p:cBhvr>
                                            <p:cTn id="20" dur="1" fill="hold">
                                              <p:stCondLst>
                                                <p:cond delay="0"/>
                                              </p:stCondLst>
                                            </p:cTn>
                                            <p:tgtEl>
                                              <p:spTgt spid="3"/>
                                            </p:tgtEl>
                                            <p:attrNameLst>
                                              <p:attrName>style.visibility</p:attrName>
                                            </p:attrNameLst>
                                          </p:cBhvr>
                                          <p:to>
                                            <p:strVal val="visible"/>
                                          </p:to>
                                        </p:set>
                                        <p:anim calcmode="lin" valueType="num" p14:bounceEnd="67000">
                                          <p:cBhvr additive="base">
                                            <p:cTn id="21" dur="1000" fill="hold"/>
                                            <p:tgtEl>
                                              <p:spTgt spid="3"/>
                                            </p:tgtEl>
                                            <p:attrNameLst>
                                              <p:attrName>ppt_x</p:attrName>
                                            </p:attrNameLst>
                                          </p:cBhvr>
                                          <p:tavLst>
                                            <p:tav tm="0">
                                              <p:val>
                                                <p:strVal val="1+#ppt_w/2"/>
                                              </p:val>
                                            </p:tav>
                                            <p:tav tm="100000">
                                              <p:val>
                                                <p:strVal val="#ppt_x"/>
                                              </p:val>
                                            </p:tav>
                                          </p:tavLst>
                                        </p:anim>
                                        <p:anim calcmode="lin" valueType="num" p14:bounceEnd="67000">
                                          <p:cBhvr additive="base">
                                            <p:cTn id="22" dur="1000" fill="hold"/>
                                            <p:tgtEl>
                                              <p:spTgt spid="3"/>
                                            </p:tgtEl>
                                            <p:attrNameLst>
                                              <p:attrName>ppt_y</p:attrName>
                                            </p:attrNameLst>
                                          </p:cBhvr>
                                          <p:tavLst>
                                            <p:tav tm="0">
                                              <p:val>
                                                <p:strVal val="#ppt_y"/>
                                              </p:val>
                                            </p:tav>
                                            <p:tav tm="100000">
                                              <p:val>
                                                <p:strVal val="#ppt_y"/>
                                              </p:val>
                                            </p:tav>
                                          </p:tavLst>
                                        </p:anim>
                                      </p:childTnLst>
                                    </p:cTn>
                                  </p:par>
                                  <p:par>
                                    <p:cTn id="23" presetID="22" presetClass="entr" presetSubtype="4" fill="hold" grpId="0" nodeType="withEffect">
                                      <p:stCondLst>
                                        <p:cond delay="1250"/>
                                      </p:stCondLst>
                                      <p:childTnLst>
                                        <p:set>
                                          <p:cBhvr>
                                            <p:cTn id="24" dur="1" fill="hold">
                                              <p:stCondLst>
                                                <p:cond delay="0"/>
                                              </p:stCondLst>
                                            </p:cTn>
                                            <p:tgtEl>
                                              <p:spTgt spid="27"/>
                                            </p:tgtEl>
                                            <p:attrNameLst>
                                              <p:attrName>style.visibility</p:attrName>
                                            </p:attrNameLst>
                                          </p:cBhvr>
                                          <p:to>
                                            <p:strVal val="visible"/>
                                          </p:to>
                                        </p:set>
                                        <p:animEffect transition="in" filter="wipe(down)">
                                          <p:cBhvr>
                                            <p:cTn id="25" dur="750"/>
                                            <p:tgtEl>
                                              <p:spTgt spid="27"/>
                                            </p:tgtEl>
                                          </p:cBhvr>
                                        </p:animEffect>
                                      </p:childTnLst>
                                    </p:cTn>
                                  </p:par>
                                  <p:par>
                                    <p:cTn id="26" presetID="2" presetClass="entr" presetSubtype="8" fill="hold" nodeType="withEffect" p14:presetBounceEnd="67000">
                                      <p:stCondLst>
                                        <p:cond delay="1500"/>
                                      </p:stCondLst>
                                      <p:childTnLst>
                                        <p:set>
                                          <p:cBhvr>
                                            <p:cTn id="27" dur="1" fill="hold">
                                              <p:stCondLst>
                                                <p:cond delay="0"/>
                                              </p:stCondLst>
                                            </p:cTn>
                                            <p:tgtEl>
                                              <p:spTgt spid="4"/>
                                            </p:tgtEl>
                                            <p:attrNameLst>
                                              <p:attrName>style.visibility</p:attrName>
                                            </p:attrNameLst>
                                          </p:cBhvr>
                                          <p:to>
                                            <p:strVal val="visible"/>
                                          </p:to>
                                        </p:set>
                                        <p:anim calcmode="lin" valueType="num" p14:bounceEnd="67000">
                                          <p:cBhvr additive="base">
                                            <p:cTn id="28" dur="1000" fill="hold"/>
                                            <p:tgtEl>
                                              <p:spTgt spid="4"/>
                                            </p:tgtEl>
                                            <p:attrNameLst>
                                              <p:attrName>ppt_x</p:attrName>
                                            </p:attrNameLst>
                                          </p:cBhvr>
                                          <p:tavLst>
                                            <p:tav tm="0">
                                              <p:val>
                                                <p:strVal val="0-#ppt_w/2"/>
                                              </p:val>
                                            </p:tav>
                                            <p:tav tm="100000">
                                              <p:val>
                                                <p:strVal val="#ppt_x"/>
                                              </p:val>
                                            </p:tav>
                                          </p:tavLst>
                                        </p:anim>
                                        <p:anim calcmode="lin" valueType="num" p14:bounceEnd="67000">
                                          <p:cBhvr additive="base">
                                            <p:cTn id="29" dur="1000" fill="hold"/>
                                            <p:tgtEl>
                                              <p:spTgt spid="4"/>
                                            </p:tgtEl>
                                            <p:attrNameLst>
                                              <p:attrName>ppt_y</p:attrName>
                                            </p:attrNameLst>
                                          </p:cBhvr>
                                          <p:tavLst>
                                            <p:tav tm="0">
                                              <p:val>
                                                <p:strVal val="#ppt_y"/>
                                              </p:val>
                                            </p:tav>
                                            <p:tav tm="100000">
                                              <p:val>
                                                <p:strVal val="#ppt_y"/>
                                              </p:val>
                                            </p:tav>
                                          </p:tavLst>
                                        </p:anim>
                                      </p:childTnLst>
                                    </p:cTn>
                                  </p:par>
                                  <p:par>
                                    <p:cTn id="30" presetID="53" presetClass="entr" presetSubtype="16" fill="hold" nodeType="withEffect">
                                      <p:stCondLst>
                                        <p:cond delay="1500"/>
                                      </p:stCondLst>
                                      <p:childTnLst>
                                        <p:set>
                                          <p:cBhvr>
                                            <p:cTn id="31" dur="1" fill="hold">
                                              <p:stCondLst>
                                                <p:cond delay="0"/>
                                              </p:stCondLst>
                                            </p:cTn>
                                            <p:tgtEl>
                                              <p:spTgt spid="4108"/>
                                            </p:tgtEl>
                                            <p:attrNameLst>
                                              <p:attrName>style.visibility</p:attrName>
                                            </p:attrNameLst>
                                          </p:cBhvr>
                                          <p:to>
                                            <p:strVal val="visible"/>
                                          </p:to>
                                        </p:set>
                                        <p:anim calcmode="lin" valueType="num">
                                          <p:cBhvr>
                                            <p:cTn id="32" dur="750" fill="hold"/>
                                            <p:tgtEl>
                                              <p:spTgt spid="4108"/>
                                            </p:tgtEl>
                                            <p:attrNameLst>
                                              <p:attrName>ppt_w</p:attrName>
                                            </p:attrNameLst>
                                          </p:cBhvr>
                                          <p:tavLst>
                                            <p:tav tm="0">
                                              <p:val>
                                                <p:fltVal val="0"/>
                                              </p:val>
                                            </p:tav>
                                            <p:tav tm="100000">
                                              <p:val>
                                                <p:strVal val="#ppt_w"/>
                                              </p:val>
                                            </p:tav>
                                          </p:tavLst>
                                        </p:anim>
                                        <p:anim calcmode="lin" valueType="num">
                                          <p:cBhvr>
                                            <p:cTn id="33" dur="750" fill="hold"/>
                                            <p:tgtEl>
                                              <p:spTgt spid="4108"/>
                                            </p:tgtEl>
                                            <p:attrNameLst>
                                              <p:attrName>ppt_h</p:attrName>
                                            </p:attrNameLst>
                                          </p:cBhvr>
                                          <p:tavLst>
                                            <p:tav tm="0">
                                              <p:val>
                                                <p:fltVal val="0"/>
                                              </p:val>
                                            </p:tav>
                                            <p:tav tm="100000">
                                              <p:val>
                                                <p:strVal val="#ppt_h"/>
                                              </p:val>
                                            </p:tav>
                                          </p:tavLst>
                                        </p:anim>
                                        <p:animEffect transition="in" filter="fade">
                                          <p:cBhvr>
                                            <p:cTn id="34" dur="750"/>
                                            <p:tgtEl>
                                              <p:spTgt spid="4108"/>
                                            </p:tgtEl>
                                          </p:cBhvr>
                                        </p:animEffect>
                                      </p:childTnLst>
                                    </p:cTn>
                                  </p:par>
                                  <p:par>
                                    <p:cTn id="35" presetID="53" presetClass="entr" presetSubtype="16" fill="hold" grpId="0" nodeType="withEffect">
                                      <p:stCondLst>
                                        <p:cond delay="1500"/>
                                      </p:stCondLst>
                                      <p:childTnLst>
                                        <p:set>
                                          <p:cBhvr>
                                            <p:cTn id="36" dur="1" fill="hold">
                                              <p:stCondLst>
                                                <p:cond delay="0"/>
                                              </p:stCondLst>
                                            </p:cTn>
                                            <p:tgtEl>
                                              <p:spTgt spid="55"/>
                                            </p:tgtEl>
                                            <p:attrNameLst>
                                              <p:attrName>style.visibility</p:attrName>
                                            </p:attrNameLst>
                                          </p:cBhvr>
                                          <p:to>
                                            <p:strVal val="visible"/>
                                          </p:to>
                                        </p:set>
                                        <p:anim calcmode="lin" valueType="num">
                                          <p:cBhvr>
                                            <p:cTn id="37" dur="750" fill="hold"/>
                                            <p:tgtEl>
                                              <p:spTgt spid="55"/>
                                            </p:tgtEl>
                                            <p:attrNameLst>
                                              <p:attrName>ppt_w</p:attrName>
                                            </p:attrNameLst>
                                          </p:cBhvr>
                                          <p:tavLst>
                                            <p:tav tm="0">
                                              <p:val>
                                                <p:fltVal val="0"/>
                                              </p:val>
                                            </p:tav>
                                            <p:tav tm="100000">
                                              <p:val>
                                                <p:strVal val="#ppt_w"/>
                                              </p:val>
                                            </p:tav>
                                          </p:tavLst>
                                        </p:anim>
                                        <p:anim calcmode="lin" valueType="num">
                                          <p:cBhvr>
                                            <p:cTn id="38" dur="750" fill="hold"/>
                                            <p:tgtEl>
                                              <p:spTgt spid="55"/>
                                            </p:tgtEl>
                                            <p:attrNameLst>
                                              <p:attrName>ppt_h</p:attrName>
                                            </p:attrNameLst>
                                          </p:cBhvr>
                                          <p:tavLst>
                                            <p:tav tm="0">
                                              <p:val>
                                                <p:fltVal val="0"/>
                                              </p:val>
                                            </p:tav>
                                            <p:tav tm="100000">
                                              <p:val>
                                                <p:strVal val="#ppt_h"/>
                                              </p:val>
                                            </p:tav>
                                          </p:tavLst>
                                        </p:anim>
                                        <p:animEffect transition="in" filter="fade">
                                          <p:cBhvr>
                                            <p:cTn id="39" dur="750"/>
                                            <p:tgtEl>
                                              <p:spTgt spid="55"/>
                                            </p:tgtEl>
                                          </p:cBhvr>
                                        </p:animEffect>
                                      </p:childTnLst>
                                    </p:cTn>
                                  </p:par>
                                  <p:par>
                                    <p:cTn id="40" presetID="53" presetClass="entr" presetSubtype="16" fill="hold" grpId="0" nodeType="withEffect">
                                      <p:stCondLst>
                                        <p:cond delay="1500"/>
                                      </p:stCondLst>
                                      <p:childTnLst>
                                        <p:set>
                                          <p:cBhvr>
                                            <p:cTn id="41" dur="1" fill="hold">
                                              <p:stCondLst>
                                                <p:cond delay="0"/>
                                              </p:stCondLst>
                                            </p:cTn>
                                            <p:tgtEl>
                                              <p:spTgt spid="4107"/>
                                            </p:tgtEl>
                                            <p:attrNameLst>
                                              <p:attrName>style.visibility</p:attrName>
                                            </p:attrNameLst>
                                          </p:cBhvr>
                                          <p:to>
                                            <p:strVal val="visible"/>
                                          </p:to>
                                        </p:set>
                                        <p:anim calcmode="lin" valueType="num">
                                          <p:cBhvr>
                                            <p:cTn id="42" dur="750" fill="hold"/>
                                            <p:tgtEl>
                                              <p:spTgt spid="4107"/>
                                            </p:tgtEl>
                                            <p:attrNameLst>
                                              <p:attrName>ppt_w</p:attrName>
                                            </p:attrNameLst>
                                          </p:cBhvr>
                                          <p:tavLst>
                                            <p:tav tm="0">
                                              <p:val>
                                                <p:fltVal val="0"/>
                                              </p:val>
                                            </p:tav>
                                            <p:tav tm="100000">
                                              <p:val>
                                                <p:strVal val="#ppt_w"/>
                                              </p:val>
                                            </p:tav>
                                          </p:tavLst>
                                        </p:anim>
                                        <p:anim calcmode="lin" valueType="num">
                                          <p:cBhvr>
                                            <p:cTn id="43" dur="750" fill="hold"/>
                                            <p:tgtEl>
                                              <p:spTgt spid="4107"/>
                                            </p:tgtEl>
                                            <p:attrNameLst>
                                              <p:attrName>ppt_h</p:attrName>
                                            </p:attrNameLst>
                                          </p:cBhvr>
                                          <p:tavLst>
                                            <p:tav tm="0">
                                              <p:val>
                                                <p:fltVal val="0"/>
                                              </p:val>
                                            </p:tav>
                                            <p:tav tm="100000">
                                              <p:val>
                                                <p:strVal val="#ppt_h"/>
                                              </p:val>
                                            </p:tav>
                                          </p:tavLst>
                                        </p:anim>
                                        <p:animEffect transition="in" filter="fade">
                                          <p:cBhvr>
                                            <p:cTn id="44" dur="750"/>
                                            <p:tgtEl>
                                              <p:spTgt spid="4107"/>
                                            </p:tgtEl>
                                          </p:cBhvr>
                                        </p:animEffect>
                                      </p:childTnLst>
                                    </p:cTn>
                                  </p:par>
                                  <p:par>
                                    <p:cTn id="45" presetID="53" presetClass="entr" presetSubtype="16" fill="hold" grpId="0" nodeType="withEffect">
                                      <p:stCondLst>
                                        <p:cond delay="1750"/>
                                      </p:stCondLst>
                                      <p:childTnLst>
                                        <p:set>
                                          <p:cBhvr>
                                            <p:cTn id="46" dur="1" fill="hold">
                                              <p:stCondLst>
                                                <p:cond delay="0"/>
                                              </p:stCondLst>
                                            </p:cTn>
                                            <p:tgtEl>
                                              <p:spTgt spid="4103"/>
                                            </p:tgtEl>
                                            <p:attrNameLst>
                                              <p:attrName>style.visibility</p:attrName>
                                            </p:attrNameLst>
                                          </p:cBhvr>
                                          <p:to>
                                            <p:strVal val="visible"/>
                                          </p:to>
                                        </p:set>
                                        <p:anim calcmode="lin" valueType="num">
                                          <p:cBhvr>
                                            <p:cTn id="47" dur="750" fill="hold"/>
                                            <p:tgtEl>
                                              <p:spTgt spid="4103"/>
                                            </p:tgtEl>
                                            <p:attrNameLst>
                                              <p:attrName>ppt_w</p:attrName>
                                            </p:attrNameLst>
                                          </p:cBhvr>
                                          <p:tavLst>
                                            <p:tav tm="0">
                                              <p:val>
                                                <p:fltVal val="0"/>
                                              </p:val>
                                            </p:tav>
                                            <p:tav tm="100000">
                                              <p:val>
                                                <p:strVal val="#ppt_w"/>
                                              </p:val>
                                            </p:tav>
                                          </p:tavLst>
                                        </p:anim>
                                        <p:anim calcmode="lin" valueType="num">
                                          <p:cBhvr>
                                            <p:cTn id="48" dur="750" fill="hold"/>
                                            <p:tgtEl>
                                              <p:spTgt spid="4103"/>
                                            </p:tgtEl>
                                            <p:attrNameLst>
                                              <p:attrName>ppt_h</p:attrName>
                                            </p:attrNameLst>
                                          </p:cBhvr>
                                          <p:tavLst>
                                            <p:tav tm="0">
                                              <p:val>
                                                <p:fltVal val="0"/>
                                              </p:val>
                                            </p:tav>
                                            <p:tav tm="100000">
                                              <p:val>
                                                <p:strVal val="#ppt_h"/>
                                              </p:val>
                                            </p:tav>
                                          </p:tavLst>
                                        </p:anim>
                                        <p:animEffect transition="in" filter="fade">
                                          <p:cBhvr>
                                            <p:cTn id="49" dur="750"/>
                                            <p:tgtEl>
                                              <p:spTgt spid="4103"/>
                                            </p:tgtEl>
                                          </p:cBhvr>
                                        </p:animEffect>
                                      </p:childTnLst>
                                    </p:cTn>
                                  </p:par>
                                  <p:par>
                                    <p:cTn id="50" presetID="53" presetClass="entr" presetSubtype="16" fill="hold" grpId="0" nodeType="withEffect">
                                      <p:stCondLst>
                                        <p:cond delay="1750"/>
                                      </p:stCondLst>
                                      <p:childTnLst>
                                        <p:set>
                                          <p:cBhvr>
                                            <p:cTn id="51" dur="1" fill="hold">
                                              <p:stCondLst>
                                                <p:cond delay="0"/>
                                              </p:stCondLst>
                                            </p:cTn>
                                            <p:tgtEl>
                                              <p:spTgt spid="56"/>
                                            </p:tgtEl>
                                            <p:attrNameLst>
                                              <p:attrName>style.visibility</p:attrName>
                                            </p:attrNameLst>
                                          </p:cBhvr>
                                          <p:to>
                                            <p:strVal val="visible"/>
                                          </p:to>
                                        </p:set>
                                        <p:anim calcmode="lin" valueType="num">
                                          <p:cBhvr>
                                            <p:cTn id="52" dur="750" fill="hold"/>
                                            <p:tgtEl>
                                              <p:spTgt spid="56"/>
                                            </p:tgtEl>
                                            <p:attrNameLst>
                                              <p:attrName>ppt_w</p:attrName>
                                            </p:attrNameLst>
                                          </p:cBhvr>
                                          <p:tavLst>
                                            <p:tav tm="0">
                                              <p:val>
                                                <p:fltVal val="0"/>
                                              </p:val>
                                            </p:tav>
                                            <p:tav tm="100000">
                                              <p:val>
                                                <p:strVal val="#ppt_w"/>
                                              </p:val>
                                            </p:tav>
                                          </p:tavLst>
                                        </p:anim>
                                        <p:anim calcmode="lin" valueType="num">
                                          <p:cBhvr>
                                            <p:cTn id="53" dur="750" fill="hold"/>
                                            <p:tgtEl>
                                              <p:spTgt spid="56"/>
                                            </p:tgtEl>
                                            <p:attrNameLst>
                                              <p:attrName>ppt_h</p:attrName>
                                            </p:attrNameLst>
                                          </p:cBhvr>
                                          <p:tavLst>
                                            <p:tav tm="0">
                                              <p:val>
                                                <p:fltVal val="0"/>
                                              </p:val>
                                            </p:tav>
                                            <p:tav tm="100000">
                                              <p:val>
                                                <p:strVal val="#ppt_h"/>
                                              </p:val>
                                            </p:tav>
                                          </p:tavLst>
                                        </p:anim>
                                        <p:animEffect transition="in" filter="fade">
                                          <p:cBhvr>
                                            <p:cTn id="54" dur="750"/>
                                            <p:tgtEl>
                                              <p:spTgt spid="56"/>
                                            </p:tgtEl>
                                          </p:cBhvr>
                                        </p:animEffect>
                                      </p:childTnLst>
                                    </p:cTn>
                                  </p:par>
                                  <p:par>
                                    <p:cTn id="55" presetID="53" presetClass="entr" presetSubtype="16" fill="hold" nodeType="withEffect">
                                      <p:stCondLst>
                                        <p:cond delay="1750"/>
                                      </p:stCondLst>
                                      <p:childTnLst>
                                        <p:set>
                                          <p:cBhvr>
                                            <p:cTn id="56" dur="1" fill="hold">
                                              <p:stCondLst>
                                                <p:cond delay="0"/>
                                              </p:stCondLst>
                                            </p:cTn>
                                            <p:tgtEl>
                                              <p:spTgt spid="4109"/>
                                            </p:tgtEl>
                                            <p:attrNameLst>
                                              <p:attrName>style.visibility</p:attrName>
                                            </p:attrNameLst>
                                          </p:cBhvr>
                                          <p:to>
                                            <p:strVal val="visible"/>
                                          </p:to>
                                        </p:set>
                                        <p:anim calcmode="lin" valueType="num">
                                          <p:cBhvr>
                                            <p:cTn id="57" dur="750" fill="hold"/>
                                            <p:tgtEl>
                                              <p:spTgt spid="4109"/>
                                            </p:tgtEl>
                                            <p:attrNameLst>
                                              <p:attrName>ppt_w</p:attrName>
                                            </p:attrNameLst>
                                          </p:cBhvr>
                                          <p:tavLst>
                                            <p:tav tm="0">
                                              <p:val>
                                                <p:fltVal val="0"/>
                                              </p:val>
                                            </p:tav>
                                            <p:tav tm="100000">
                                              <p:val>
                                                <p:strVal val="#ppt_w"/>
                                              </p:val>
                                            </p:tav>
                                          </p:tavLst>
                                        </p:anim>
                                        <p:anim calcmode="lin" valueType="num">
                                          <p:cBhvr>
                                            <p:cTn id="58" dur="750" fill="hold"/>
                                            <p:tgtEl>
                                              <p:spTgt spid="4109"/>
                                            </p:tgtEl>
                                            <p:attrNameLst>
                                              <p:attrName>ppt_h</p:attrName>
                                            </p:attrNameLst>
                                          </p:cBhvr>
                                          <p:tavLst>
                                            <p:tav tm="0">
                                              <p:val>
                                                <p:fltVal val="0"/>
                                              </p:val>
                                            </p:tav>
                                            <p:tav tm="100000">
                                              <p:val>
                                                <p:strVal val="#ppt_h"/>
                                              </p:val>
                                            </p:tav>
                                          </p:tavLst>
                                        </p:anim>
                                        <p:animEffect transition="in" filter="fade">
                                          <p:cBhvr>
                                            <p:cTn id="59" dur="750"/>
                                            <p:tgtEl>
                                              <p:spTgt spid="4109"/>
                                            </p:tgtEl>
                                          </p:cBhvr>
                                        </p:animEffect>
                                      </p:childTnLst>
                                    </p:cTn>
                                  </p:par>
                                  <p:par>
                                    <p:cTn id="60" presetID="53" presetClass="entr" presetSubtype="16" fill="hold" nodeType="withEffect">
                                      <p:stCondLst>
                                        <p:cond delay="2000"/>
                                      </p:stCondLst>
                                      <p:childTnLst>
                                        <p:set>
                                          <p:cBhvr>
                                            <p:cTn id="61" dur="1" fill="hold">
                                              <p:stCondLst>
                                                <p:cond delay="0"/>
                                              </p:stCondLst>
                                            </p:cTn>
                                            <p:tgtEl>
                                              <p:spTgt spid="4110"/>
                                            </p:tgtEl>
                                            <p:attrNameLst>
                                              <p:attrName>style.visibility</p:attrName>
                                            </p:attrNameLst>
                                          </p:cBhvr>
                                          <p:to>
                                            <p:strVal val="visible"/>
                                          </p:to>
                                        </p:set>
                                        <p:anim calcmode="lin" valueType="num">
                                          <p:cBhvr>
                                            <p:cTn id="62" dur="750" fill="hold"/>
                                            <p:tgtEl>
                                              <p:spTgt spid="4110"/>
                                            </p:tgtEl>
                                            <p:attrNameLst>
                                              <p:attrName>ppt_w</p:attrName>
                                            </p:attrNameLst>
                                          </p:cBhvr>
                                          <p:tavLst>
                                            <p:tav tm="0">
                                              <p:val>
                                                <p:fltVal val="0"/>
                                              </p:val>
                                            </p:tav>
                                            <p:tav tm="100000">
                                              <p:val>
                                                <p:strVal val="#ppt_w"/>
                                              </p:val>
                                            </p:tav>
                                          </p:tavLst>
                                        </p:anim>
                                        <p:anim calcmode="lin" valueType="num">
                                          <p:cBhvr>
                                            <p:cTn id="63" dur="750" fill="hold"/>
                                            <p:tgtEl>
                                              <p:spTgt spid="4110"/>
                                            </p:tgtEl>
                                            <p:attrNameLst>
                                              <p:attrName>ppt_h</p:attrName>
                                            </p:attrNameLst>
                                          </p:cBhvr>
                                          <p:tavLst>
                                            <p:tav tm="0">
                                              <p:val>
                                                <p:fltVal val="0"/>
                                              </p:val>
                                            </p:tav>
                                            <p:tav tm="100000">
                                              <p:val>
                                                <p:strVal val="#ppt_h"/>
                                              </p:val>
                                            </p:tav>
                                          </p:tavLst>
                                        </p:anim>
                                        <p:animEffect transition="in" filter="fade">
                                          <p:cBhvr>
                                            <p:cTn id="64" dur="750"/>
                                            <p:tgtEl>
                                              <p:spTgt spid="4110"/>
                                            </p:tgtEl>
                                          </p:cBhvr>
                                        </p:animEffect>
                                      </p:childTnLst>
                                    </p:cTn>
                                  </p:par>
                                  <p:par>
                                    <p:cTn id="65" presetID="53" presetClass="entr" presetSubtype="16" fill="hold" grpId="0" nodeType="withEffect">
                                      <p:stCondLst>
                                        <p:cond delay="2000"/>
                                      </p:stCondLst>
                                      <p:childTnLst>
                                        <p:set>
                                          <p:cBhvr>
                                            <p:cTn id="66" dur="1" fill="hold">
                                              <p:stCondLst>
                                                <p:cond delay="0"/>
                                              </p:stCondLst>
                                            </p:cTn>
                                            <p:tgtEl>
                                              <p:spTgt spid="57"/>
                                            </p:tgtEl>
                                            <p:attrNameLst>
                                              <p:attrName>style.visibility</p:attrName>
                                            </p:attrNameLst>
                                          </p:cBhvr>
                                          <p:to>
                                            <p:strVal val="visible"/>
                                          </p:to>
                                        </p:set>
                                        <p:anim calcmode="lin" valueType="num">
                                          <p:cBhvr>
                                            <p:cTn id="67" dur="750" fill="hold"/>
                                            <p:tgtEl>
                                              <p:spTgt spid="57"/>
                                            </p:tgtEl>
                                            <p:attrNameLst>
                                              <p:attrName>ppt_w</p:attrName>
                                            </p:attrNameLst>
                                          </p:cBhvr>
                                          <p:tavLst>
                                            <p:tav tm="0">
                                              <p:val>
                                                <p:fltVal val="0"/>
                                              </p:val>
                                            </p:tav>
                                            <p:tav tm="100000">
                                              <p:val>
                                                <p:strVal val="#ppt_w"/>
                                              </p:val>
                                            </p:tav>
                                          </p:tavLst>
                                        </p:anim>
                                        <p:anim calcmode="lin" valueType="num">
                                          <p:cBhvr>
                                            <p:cTn id="68" dur="750" fill="hold"/>
                                            <p:tgtEl>
                                              <p:spTgt spid="57"/>
                                            </p:tgtEl>
                                            <p:attrNameLst>
                                              <p:attrName>ppt_h</p:attrName>
                                            </p:attrNameLst>
                                          </p:cBhvr>
                                          <p:tavLst>
                                            <p:tav tm="0">
                                              <p:val>
                                                <p:fltVal val="0"/>
                                              </p:val>
                                            </p:tav>
                                            <p:tav tm="100000">
                                              <p:val>
                                                <p:strVal val="#ppt_h"/>
                                              </p:val>
                                            </p:tav>
                                          </p:tavLst>
                                        </p:anim>
                                        <p:animEffect transition="in" filter="fade">
                                          <p:cBhvr>
                                            <p:cTn id="69" dur="750"/>
                                            <p:tgtEl>
                                              <p:spTgt spid="57"/>
                                            </p:tgtEl>
                                          </p:cBhvr>
                                        </p:animEffect>
                                      </p:childTnLst>
                                    </p:cTn>
                                  </p:par>
                                  <p:par>
                                    <p:cTn id="70" presetID="53" presetClass="entr" presetSubtype="16" fill="hold" grpId="0" nodeType="withEffect">
                                      <p:stCondLst>
                                        <p:cond delay="2000"/>
                                      </p:stCondLst>
                                      <p:childTnLst>
                                        <p:set>
                                          <p:cBhvr>
                                            <p:cTn id="71" dur="1" fill="hold">
                                              <p:stCondLst>
                                                <p:cond delay="0"/>
                                              </p:stCondLst>
                                            </p:cTn>
                                            <p:tgtEl>
                                              <p:spTgt spid="4102"/>
                                            </p:tgtEl>
                                            <p:attrNameLst>
                                              <p:attrName>style.visibility</p:attrName>
                                            </p:attrNameLst>
                                          </p:cBhvr>
                                          <p:to>
                                            <p:strVal val="visible"/>
                                          </p:to>
                                        </p:set>
                                        <p:anim calcmode="lin" valueType="num">
                                          <p:cBhvr>
                                            <p:cTn id="72" dur="750" fill="hold"/>
                                            <p:tgtEl>
                                              <p:spTgt spid="4102"/>
                                            </p:tgtEl>
                                            <p:attrNameLst>
                                              <p:attrName>ppt_w</p:attrName>
                                            </p:attrNameLst>
                                          </p:cBhvr>
                                          <p:tavLst>
                                            <p:tav tm="0">
                                              <p:val>
                                                <p:fltVal val="0"/>
                                              </p:val>
                                            </p:tav>
                                            <p:tav tm="100000">
                                              <p:val>
                                                <p:strVal val="#ppt_w"/>
                                              </p:val>
                                            </p:tav>
                                          </p:tavLst>
                                        </p:anim>
                                        <p:anim calcmode="lin" valueType="num">
                                          <p:cBhvr>
                                            <p:cTn id="73" dur="750" fill="hold"/>
                                            <p:tgtEl>
                                              <p:spTgt spid="4102"/>
                                            </p:tgtEl>
                                            <p:attrNameLst>
                                              <p:attrName>ppt_h</p:attrName>
                                            </p:attrNameLst>
                                          </p:cBhvr>
                                          <p:tavLst>
                                            <p:tav tm="0">
                                              <p:val>
                                                <p:fltVal val="0"/>
                                              </p:val>
                                            </p:tav>
                                            <p:tav tm="100000">
                                              <p:val>
                                                <p:strVal val="#ppt_h"/>
                                              </p:val>
                                            </p:tav>
                                          </p:tavLst>
                                        </p:anim>
                                        <p:animEffect transition="in" filter="fade">
                                          <p:cBhvr>
                                            <p:cTn id="74" dur="750"/>
                                            <p:tgtEl>
                                              <p:spTgt spid="4102"/>
                                            </p:tgtEl>
                                          </p:cBhvr>
                                        </p:animEffect>
                                      </p:childTnLst>
                                    </p:cTn>
                                  </p:par>
                                  <p:par>
                                    <p:cTn id="75" presetID="53" presetClass="entr" presetSubtype="16" fill="hold" grpId="0" nodeType="withEffect">
                                      <p:stCondLst>
                                        <p:cond delay="2250"/>
                                      </p:stCondLst>
                                      <p:childTnLst>
                                        <p:set>
                                          <p:cBhvr>
                                            <p:cTn id="76" dur="1" fill="hold">
                                              <p:stCondLst>
                                                <p:cond delay="0"/>
                                              </p:stCondLst>
                                            </p:cTn>
                                            <p:tgtEl>
                                              <p:spTgt spid="4105"/>
                                            </p:tgtEl>
                                            <p:attrNameLst>
                                              <p:attrName>style.visibility</p:attrName>
                                            </p:attrNameLst>
                                          </p:cBhvr>
                                          <p:to>
                                            <p:strVal val="visible"/>
                                          </p:to>
                                        </p:set>
                                        <p:anim calcmode="lin" valueType="num">
                                          <p:cBhvr>
                                            <p:cTn id="77" dur="750" fill="hold"/>
                                            <p:tgtEl>
                                              <p:spTgt spid="4105"/>
                                            </p:tgtEl>
                                            <p:attrNameLst>
                                              <p:attrName>ppt_w</p:attrName>
                                            </p:attrNameLst>
                                          </p:cBhvr>
                                          <p:tavLst>
                                            <p:tav tm="0">
                                              <p:val>
                                                <p:fltVal val="0"/>
                                              </p:val>
                                            </p:tav>
                                            <p:tav tm="100000">
                                              <p:val>
                                                <p:strVal val="#ppt_w"/>
                                              </p:val>
                                            </p:tav>
                                          </p:tavLst>
                                        </p:anim>
                                        <p:anim calcmode="lin" valueType="num">
                                          <p:cBhvr>
                                            <p:cTn id="78" dur="750" fill="hold"/>
                                            <p:tgtEl>
                                              <p:spTgt spid="4105"/>
                                            </p:tgtEl>
                                            <p:attrNameLst>
                                              <p:attrName>ppt_h</p:attrName>
                                            </p:attrNameLst>
                                          </p:cBhvr>
                                          <p:tavLst>
                                            <p:tav tm="0">
                                              <p:val>
                                                <p:fltVal val="0"/>
                                              </p:val>
                                            </p:tav>
                                            <p:tav tm="100000">
                                              <p:val>
                                                <p:strVal val="#ppt_h"/>
                                              </p:val>
                                            </p:tav>
                                          </p:tavLst>
                                        </p:anim>
                                        <p:animEffect transition="in" filter="fade">
                                          <p:cBhvr>
                                            <p:cTn id="79" dur="750"/>
                                            <p:tgtEl>
                                              <p:spTgt spid="4105"/>
                                            </p:tgtEl>
                                          </p:cBhvr>
                                        </p:animEffect>
                                      </p:childTnLst>
                                    </p:cTn>
                                  </p:par>
                                  <p:par>
                                    <p:cTn id="80" presetID="53" presetClass="entr" presetSubtype="16" fill="hold" grpId="0" nodeType="withEffect">
                                      <p:stCondLst>
                                        <p:cond delay="2250"/>
                                      </p:stCondLst>
                                      <p:childTnLst>
                                        <p:set>
                                          <p:cBhvr>
                                            <p:cTn id="81" dur="1" fill="hold">
                                              <p:stCondLst>
                                                <p:cond delay="0"/>
                                              </p:stCondLst>
                                            </p:cTn>
                                            <p:tgtEl>
                                              <p:spTgt spid="86"/>
                                            </p:tgtEl>
                                            <p:attrNameLst>
                                              <p:attrName>style.visibility</p:attrName>
                                            </p:attrNameLst>
                                          </p:cBhvr>
                                          <p:to>
                                            <p:strVal val="visible"/>
                                          </p:to>
                                        </p:set>
                                        <p:anim calcmode="lin" valueType="num">
                                          <p:cBhvr>
                                            <p:cTn id="82" dur="750" fill="hold"/>
                                            <p:tgtEl>
                                              <p:spTgt spid="86"/>
                                            </p:tgtEl>
                                            <p:attrNameLst>
                                              <p:attrName>ppt_w</p:attrName>
                                            </p:attrNameLst>
                                          </p:cBhvr>
                                          <p:tavLst>
                                            <p:tav tm="0">
                                              <p:val>
                                                <p:fltVal val="0"/>
                                              </p:val>
                                            </p:tav>
                                            <p:tav tm="100000">
                                              <p:val>
                                                <p:strVal val="#ppt_w"/>
                                              </p:val>
                                            </p:tav>
                                          </p:tavLst>
                                        </p:anim>
                                        <p:anim calcmode="lin" valueType="num">
                                          <p:cBhvr>
                                            <p:cTn id="83" dur="750" fill="hold"/>
                                            <p:tgtEl>
                                              <p:spTgt spid="86"/>
                                            </p:tgtEl>
                                            <p:attrNameLst>
                                              <p:attrName>ppt_h</p:attrName>
                                            </p:attrNameLst>
                                          </p:cBhvr>
                                          <p:tavLst>
                                            <p:tav tm="0">
                                              <p:val>
                                                <p:fltVal val="0"/>
                                              </p:val>
                                            </p:tav>
                                            <p:tav tm="100000">
                                              <p:val>
                                                <p:strVal val="#ppt_h"/>
                                              </p:val>
                                            </p:tav>
                                          </p:tavLst>
                                        </p:anim>
                                        <p:animEffect transition="in" filter="fade">
                                          <p:cBhvr>
                                            <p:cTn id="84" dur="750"/>
                                            <p:tgtEl>
                                              <p:spTgt spid="86"/>
                                            </p:tgtEl>
                                          </p:cBhvr>
                                        </p:animEffect>
                                      </p:childTnLst>
                                    </p:cTn>
                                  </p:par>
                                  <p:par>
                                    <p:cTn id="85" presetID="53" presetClass="entr" presetSubtype="16" fill="hold" nodeType="withEffect">
                                      <p:stCondLst>
                                        <p:cond delay="2250"/>
                                      </p:stCondLst>
                                      <p:childTnLst>
                                        <p:set>
                                          <p:cBhvr>
                                            <p:cTn id="86" dur="1" fill="hold">
                                              <p:stCondLst>
                                                <p:cond delay="0"/>
                                              </p:stCondLst>
                                            </p:cTn>
                                            <p:tgtEl>
                                              <p:spTgt spid="4111"/>
                                            </p:tgtEl>
                                            <p:attrNameLst>
                                              <p:attrName>style.visibility</p:attrName>
                                            </p:attrNameLst>
                                          </p:cBhvr>
                                          <p:to>
                                            <p:strVal val="visible"/>
                                          </p:to>
                                        </p:set>
                                        <p:anim calcmode="lin" valueType="num">
                                          <p:cBhvr>
                                            <p:cTn id="87" dur="750" fill="hold"/>
                                            <p:tgtEl>
                                              <p:spTgt spid="4111"/>
                                            </p:tgtEl>
                                            <p:attrNameLst>
                                              <p:attrName>ppt_w</p:attrName>
                                            </p:attrNameLst>
                                          </p:cBhvr>
                                          <p:tavLst>
                                            <p:tav tm="0">
                                              <p:val>
                                                <p:fltVal val="0"/>
                                              </p:val>
                                            </p:tav>
                                            <p:tav tm="100000">
                                              <p:val>
                                                <p:strVal val="#ppt_w"/>
                                              </p:val>
                                            </p:tav>
                                          </p:tavLst>
                                        </p:anim>
                                        <p:anim calcmode="lin" valueType="num">
                                          <p:cBhvr>
                                            <p:cTn id="88" dur="750" fill="hold"/>
                                            <p:tgtEl>
                                              <p:spTgt spid="4111"/>
                                            </p:tgtEl>
                                            <p:attrNameLst>
                                              <p:attrName>ppt_h</p:attrName>
                                            </p:attrNameLst>
                                          </p:cBhvr>
                                          <p:tavLst>
                                            <p:tav tm="0">
                                              <p:val>
                                                <p:fltVal val="0"/>
                                              </p:val>
                                            </p:tav>
                                            <p:tav tm="100000">
                                              <p:val>
                                                <p:strVal val="#ppt_h"/>
                                              </p:val>
                                            </p:tav>
                                          </p:tavLst>
                                        </p:anim>
                                        <p:animEffect transition="in" filter="fade">
                                          <p:cBhvr>
                                            <p:cTn id="89" dur="750"/>
                                            <p:tgtEl>
                                              <p:spTgt spid="4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6" grpId="0" animBg="1"/>
          <p:bldP spid="27" grpId="0" animBg="1"/>
          <p:bldP spid="28" grpId="0" animBg="1"/>
          <p:bldP spid="4102" grpId="0" animBg="1"/>
          <p:bldP spid="4103" grpId="0" animBg="1"/>
          <p:bldP spid="4105" grpId="0" animBg="1"/>
          <p:bldP spid="4107" grpId="0" animBg="1"/>
          <p:bldP spid="55" grpId="0"/>
          <p:bldP spid="56" grpId="0"/>
          <p:bldP spid="57" grpId="0"/>
          <p:bldP spid="8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1000" fill="hold"/>
                                            <p:tgtEl>
                                              <p:spTgt spid="26"/>
                                            </p:tgtEl>
                                            <p:attrNameLst>
                                              <p:attrName>ppt_x</p:attrName>
                                            </p:attrNameLst>
                                          </p:cBhvr>
                                          <p:tavLst>
                                            <p:tav tm="0">
                                              <p:val>
                                                <p:strVal val="1+#ppt_w/2"/>
                                              </p:val>
                                            </p:tav>
                                            <p:tav tm="100000">
                                              <p:val>
                                                <p:strVal val="#ppt_x"/>
                                              </p:val>
                                            </p:tav>
                                          </p:tavLst>
                                        </p:anim>
                                        <p:anim calcmode="lin" valueType="num">
                                          <p:cBhvr additive="base">
                                            <p:cTn id="8" dur="1000" fill="hold"/>
                                            <p:tgtEl>
                                              <p:spTgt spid="26"/>
                                            </p:tgtEl>
                                            <p:attrNameLst>
                                              <p:attrName>ppt_y</p:attrName>
                                            </p:attrNameLst>
                                          </p:cBhvr>
                                          <p:tavLst>
                                            <p:tav tm="0">
                                              <p:val>
                                                <p:strVal val="#ppt_y"/>
                                              </p:val>
                                            </p:tav>
                                            <p:tav tm="100000">
                                              <p:val>
                                                <p:strVal val="#ppt_y"/>
                                              </p:val>
                                            </p:tav>
                                          </p:tavLst>
                                        </p:anim>
                                      </p:childTnLst>
                                    </p:cTn>
                                  </p:par>
                                  <p:par>
                                    <p:cTn id="9" presetID="22" presetClass="entr" presetSubtype="4" fill="hold" grpId="0" nodeType="withEffect">
                                      <p:stCondLst>
                                        <p:cond delay="250"/>
                                      </p:stCondLst>
                                      <p:childTnLst>
                                        <p:set>
                                          <p:cBhvr>
                                            <p:cTn id="10" dur="1" fill="hold">
                                              <p:stCondLst>
                                                <p:cond delay="0"/>
                                              </p:stCondLst>
                                            </p:cTn>
                                            <p:tgtEl>
                                              <p:spTgt spid="29"/>
                                            </p:tgtEl>
                                            <p:attrNameLst>
                                              <p:attrName>style.visibility</p:attrName>
                                            </p:attrNameLst>
                                          </p:cBhvr>
                                          <p:to>
                                            <p:strVal val="visible"/>
                                          </p:to>
                                        </p:set>
                                        <p:animEffect transition="in" filter="wipe(down)">
                                          <p:cBhvr>
                                            <p:cTn id="11" dur="750"/>
                                            <p:tgtEl>
                                              <p:spTgt spid="29"/>
                                            </p:tgtEl>
                                          </p:cBhvr>
                                        </p:animEffect>
                                      </p:childTnLst>
                                    </p:cTn>
                                  </p:par>
                                  <p:par>
                                    <p:cTn id="12" presetID="2" presetClass="entr" presetSubtype="8" fill="hold" nodeType="withEffect">
                                      <p:stCondLst>
                                        <p:cond delay="50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0-#ppt_w/2"/>
                                              </p:val>
                                            </p:tav>
                                            <p:tav tm="100000">
                                              <p:val>
                                                <p:strVal val="#ppt_x"/>
                                              </p:val>
                                            </p:tav>
                                          </p:tavLst>
                                        </p:anim>
                                        <p:anim calcmode="lin" valueType="num">
                                          <p:cBhvr additive="base">
                                            <p:cTn id="15" dur="1000" fill="hold"/>
                                            <p:tgtEl>
                                              <p:spTgt spid="2"/>
                                            </p:tgtEl>
                                            <p:attrNameLst>
                                              <p:attrName>ppt_y</p:attrName>
                                            </p:attrNameLst>
                                          </p:cBhvr>
                                          <p:tavLst>
                                            <p:tav tm="0">
                                              <p:val>
                                                <p:strVal val="#ppt_y"/>
                                              </p:val>
                                            </p:tav>
                                            <p:tav tm="100000">
                                              <p:val>
                                                <p:strVal val="#ppt_y"/>
                                              </p:val>
                                            </p:tav>
                                          </p:tavLst>
                                        </p:anim>
                                      </p:childTnLst>
                                    </p:cTn>
                                  </p:par>
                                  <p:par>
                                    <p:cTn id="16" presetID="22" presetClass="entr" presetSubtype="4" fill="hold" grpId="0" nodeType="withEffect">
                                      <p:stCondLst>
                                        <p:cond delay="750"/>
                                      </p:stCondLst>
                                      <p:childTnLst>
                                        <p:set>
                                          <p:cBhvr>
                                            <p:cTn id="17" dur="1" fill="hold">
                                              <p:stCondLst>
                                                <p:cond delay="0"/>
                                              </p:stCondLst>
                                            </p:cTn>
                                            <p:tgtEl>
                                              <p:spTgt spid="28"/>
                                            </p:tgtEl>
                                            <p:attrNameLst>
                                              <p:attrName>style.visibility</p:attrName>
                                            </p:attrNameLst>
                                          </p:cBhvr>
                                          <p:to>
                                            <p:strVal val="visible"/>
                                          </p:to>
                                        </p:set>
                                        <p:animEffect transition="in" filter="wipe(down)">
                                          <p:cBhvr>
                                            <p:cTn id="18" dur="750"/>
                                            <p:tgtEl>
                                              <p:spTgt spid="28"/>
                                            </p:tgtEl>
                                          </p:cBhvr>
                                        </p:animEffect>
                                      </p:childTnLst>
                                    </p:cTn>
                                  </p:par>
                                  <p:par>
                                    <p:cTn id="19" presetID="2" presetClass="entr" presetSubtype="2" fill="hold" nodeType="withEffect">
                                      <p:stCondLst>
                                        <p:cond delay="100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1000" fill="hold"/>
                                            <p:tgtEl>
                                              <p:spTgt spid="3"/>
                                            </p:tgtEl>
                                            <p:attrNameLst>
                                              <p:attrName>ppt_x</p:attrName>
                                            </p:attrNameLst>
                                          </p:cBhvr>
                                          <p:tavLst>
                                            <p:tav tm="0">
                                              <p:val>
                                                <p:strVal val="1+#ppt_w/2"/>
                                              </p:val>
                                            </p:tav>
                                            <p:tav tm="100000">
                                              <p:val>
                                                <p:strVal val="#ppt_x"/>
                                              </p:val>
                                            </p:tav>
                                          </p:tavLst>
                                        </p:anim>
                                        <p:anim calcmode="lin" valueType="num">
                                          <p:cBhvr additive="base">
                                            <p:cTn id="22" dur="1000" fill="hold"/>
                                            <p:tgtEl>
                                              <p:spTgt spid="3"/>
                                            </p:tgtEl>
                                            <p:attrNameLst>
                                              <p:attrName>ppt_y</p:attrName>
                                            </p:attrNameLst>
                                          </p:cBhvr>
                                          <p:tavLst>
                                            <p:tav tm="0">
                                              <p:val>
                                                <p:strVal val="#ppt_y"/>
                                              </p:val>
                                            </p:tav>
                                            <p:tav tm="100000">
                                              <p:val>
                                                <p:strVal val="#ppt_y"/>
                                              </p:val>
                                            </p:tav>
                                          </p:tavLst>
                                        </p:anim>
                                      </p:childTnLst>
                                    </p:cTn>
                                  </p:par>
                                  <p:par>
                                    <p:cTn id="23" presetID="22" presetClass="entr" presetSubtype="4" fill="hold" grpId="0" nodeType="withEffect">
                                      <p:stCondLst>
                                        <p:cond delay="1250"/>
                                      </p:stCondLst>
                                      <p:childTnLst>
                                        <p:set>
                                          <p:cBhvr>
                                            <p:cTn id="24" dur="1" fill="hold">
                                              <p:stCondLst>
                                                <p:cond delay="0"/>
                                              </p:stCondLst>
                                            </p:cTn>
                                            <p:tgtEl>
                                              <p:spTgt spid="27"/>
                                            </p:tgtEl>
                                            <p:attrNameLst>
                                              <p:attrName>style.visibility</p:attrName>
                                            </p:attrNameLst>
                                          </p:cBhvr>
                                          <p:to>
                                            <p:strVal val="visible"/>
                                          </p:to>
                                        </p:set>
                                        <p:animEffect transition="in" filter="wipe(down)">
                                          <p:cBhvr>
                                            <p:cTn id="25" dur="750"/>
                                            <p:tgtEl>
                                              <p:spTgt spid="27"/>
                                            </p:tgtEl>
                                          </p:cBhvr>
                                        </p:animEffect>
                                      </p:childTnLst>
                                    </p:cTn>
                                  </p:par>
                                  <p:par>
                                    <p:cTn id="26" presetID="2" presetClass="entr" presetSubtype="8" fill="hold" nodeType="withEffect">
                                      <p:stCondLst>
                                        <p:cond delay="1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0-#ppt_w/2"/>
                                              </p:val>
                                            </p:tav>
                                            <p:tav tm="100000">
                                              <p:val>
                                                <p:strVal val="#ppt_x"/>
                                              </p:val>
                                            </p:tav>
                                          </p:tavLst>
                                        </p:anim>
                                        <p:anim calcmode="lin" valueType="num">
                                          <p:cBhvr additive="base">
                                            <p:cTn id="29" dur="1000" fill="hold"/>
                                            <p:tgtEl>
                                              <p:spTgt spid="4"/>
                                            </p:tgtEl>
                                            <p:attrNameLst>
                                              <p:attrName>ppt_y</p:attrName>
                                            </p:attrNameLst>
                                          </p:cBhvr>
                                          <p:tavLst>
                                            <p:tav tm="0">
                                              <p:val>
                                                <p:strVal val="#ppt_y"/>
                                              </p:val>
                                            </p:tav>
                                            <p:tav tm="100000">
                                              <p:val>
                                                <p:strVal val="#ppt_y"/>
                                              </p:val>
                                            </p:tav>
                                          </p:tavLst>
                                        </p:anim>
                                      </p:childTnLst>
                                    </p:cTn>
                                  </p:par>
                                  <p:par>
                                    <p:cTn id="30" presetID="53" presetClass="entr" presetSubtype="16" fill="hold" nodeType="withEffect">
                                      <p:stCondLst>
                                        <p:cond delay="1500"/>
                                      </p:stCondLst>
                                      <p:childTnLst>
                                        <p:set>
                                          <p:cBhvr>
                                            <p:cTn id="31" dur="1" fill="hold">
                                              <p:stCondLst>
                                                <p:cond delay="0"/>
                                              </p:stCondLst>
                                            </p:cTn>
                                            <p:tgtEl>
                                              <p:spTgt spid="4108"/>
                                            </p:tgtEl>
                                            <p:attrNameLst>
                                              <p:attrName>style.visibility</p:attrName>
                                            </p:attrNameLst>
                                          </p:cBhvr>
                                          <p:to>
                                            <p:strVal val="visible"/>
                                          </p:to>
                                        </p:set>
                                        <p:anim calcmode="lin" valueType="num">
                                          <p:cBhvr>
                                            <p:cTn id="32" dur="750" fill="hold"/>
                                            <p:tgtEl>
                                              <p:spTgt spid="4108"/>
                                            </p:tgtEl>
                                            <p:attrNameLst>
                                              <p:attrName>ppt_w</p:attrName>
                                            </p:attrNameLst>
                                          </p:cBhvr>
                                          <p:tavLst>
                                            <p:tav tm="0">
                                              <p:val>
                                                <p:fltVal val="0"/>
                                              </p:val>
                                            </p:tav>
                                            <p:tav tm="100000">
                                              <p:val>
                                                <p:strVal val="#ppt_w"/>
                                              </p:val>
                                            </p:tav>
                                          </p:tavLst>
                                        </p:anim>
                                        <p:anim calcmode="lin" valueType="num">
                                          <p:cBhvr>
                                            <p:cTn id="33" dur="750" fill="hold"/>
                                            <p:tgtEl>
                                              <p:spTgt spid="4108"/>
                                            </p:tgtEl>
                                            <p:attrNameLst>
                                              <p:attrName>ppt_h</p:attrName>
                                            </p:attrNameLst>
                                          </p:cBhvr>
                                          <p:tavLst>
                                            <p:tav tm="0">
                                              <p:val>
                                                <p:fltVal val="0"/>
                                              </p:val>
                                            </p:tav>
                                            <p:tav tm="100000">
                                              <p:val>
                                                <p:strVal val="#ppt_h"/>
                                              </p:val>
                                            </p:tav>
                                          </p:tavLst>
                                        </p:anim>
                                        <p:animEffect transition="in" filter="fade">
                                          <p:cBhvr>
                                            <p:cTn id="34" dur="750"/>
                                            <p:tgtEl>
                                              <p:spTgt spid="4108"/>
                                            </p:tgtEl>
                                          </p:cBhvr>
                                        </p:animEffect>
                                      </p:childTnLst>
                                    </p:cTn>
                                  </p:par>
                                  <p:par>
                                    <p:cTn id="35" presetID="53" presetClass="entr" presetSubtype="16" fill="hold" grpId="0" nodeType="withEffect">
                                      <p:stCondLst>
                                        <p:cond delay="1500"/>
                                      </p:stCondLst>
                                      <p:childTnLst>
                                        <p:set>
                                          <p:cBhvr>
                                            <p:cTn id="36" dur="1" fill="hold">
                                              <p:stCondLst>
                                                <p:cond delay="0"/>
                                              </p:stCondLst>
                                            </p:cTn>
                                            <p:tgtEl>
                                              <p:spTgt spid="55"/>
                                            </p:tgtEl>
                                            <p:attrNameLst>
                                              <p:attrName>style.visibility</p:attrName>
                                            </p:attrNameLst>
                                          </p:cBhvr>
                                          <p:to>
                                            <p:strVal val="visible"/>
                                          </p:to>
                                        </p:set>
                                        <p:anim calcmode="lin" valueType="num">
                                          <p:cBhvr>
                                            <p:cTn id="37" dur="750" fill="hold"/>
                                            <p:tgtEl>
                                              <p:spTgt spid="55"/>
                                            </p:tgtEl>
                                            <p:attrNameLst>
                                              <p:attrName>ppt_w</p:attrName>
                                            </p:attrNameLst>
                                          </p:cBhvr>
                                          <p:tavLst>
                                            <p:tav tm="0">
                                              <p:val>
                                                <p:fltVal val="0"/>
                                              </p:val>
                                            </p:tav>
                                            <p:tav tm="100000">
                                              <p:val>
                                                <p:strVal val="#ppt_w"/>
                                              </p:val>
                                            </p:tav>
                                          </p:tavLst>
                                        </p:anim>
                                        <p:anim calcmode="lin" valueType="num">
                                          <p:cBhvr>
                                            <p:cTn id="38" dur="750" fill="hold"/>
                                            <p:tgtEl>
                                              <p:spTgt spid="55"/>
                                            </p:tgtEl>
                                            <p:attrNameLst>
                                              <p:attrName>ppt_h</p:attrName>
                                            </p:attrNameLst>
                                          </p:cBhvr>
                                          <p:tavLst>
                                            <p:tav tm="0">
                                              <p:val>
                                                <p:fltVal val="0"/>
                                              </p:val>
                                            </p:tav>
                                            <p:tav tm="100000">
                                              <p:val>
                                                <p:strVal val="#ppt_h"/>
                                              </p:val>
                                            </p:tav>
                                          </p:tavLst>
                                        </p:anim>
                                        <p:animEffect transition="in" filter="fade">
                                          <p:cBhvr>
                                            <p:cTn id="39" dur="750"/>
                                            <p:tgtEl>
                                              <p:spTgt spid="55"/>
                                            </p:tgtEl>
                                          </p:cBhvr>
                                        </p:animEffect>
                                      </p:childTnLst>
                                    </p:cTn>
                                  </p:par>
                                  <p:par>
                                    <p:cTn id="40" presetID="53" presetClass="entr" presetSubtype="16" fill="hold" grpId="0" nodeType="withEffect">
                                      <p:stCondLst>
                                        <p:cond delay="1500"/>
                                      </p:stCondLst>
                                      <p:childTnLst>
                                        <p:set>
                                          <p:cBhvr>
                                            <p:cTn id="41" dur="1" fill="hold">
                                              <p:stCondLst>
                                                <p:cond delay="0"/>
                                              </p:stCondLst>
                                            </p:cTn>
                                            <p:tgtEl>
                                              <p:spTgt spid="4107"/>
                                            </p:tgtEl>
                                            <p:attrNameLst>
                                              <p:attrName>style.visibility</p:attrName>
                                            </p:attrNameLst>
                                          </p:cBhvr>
                                          <p:to>
                                            <p:strVal val="visible"/>
                                          </p:to>
                                        </p:set>
                                        <p:anim calcmode="lin" valueType="num">
                                          <p:cBhvr>
                                            <p:cTn id="42" dur="750" fill="hold"/>
                                            <p:tgtEl>
                                              <p:spTgt spid="4107"/>
                                            </p:tgtEl>
                                            <p:attrNameLst>
                                              <p:attrName>ppt_w</p:attrName>
                                            </p:attrNameLst>
                                          </p:cBhvr>
                                          <p:tavLst>
                                            <p:tav tm="0">
                                              <p:val>
                                                <p:fltVal val="0"/>
                                              </p:val>
                                            </p:tav>
                                            <p:tav tm="100000">
                                              <p:val>
                                                <p:strVal val="#ppt_w"/>
                                              </p:val>
                                            </p:tav>
                                          </p:tavLst>
                                        </p:anim>
                                        <p:anim calcmode="lin" valueType="num">
                                          <p:cBhvr>
                                            <p:cTn id="43" dur="750" fill="hold"/>
                                            <p:tgtEl>
                                              <p:spTgt spid="4107"/>
                                            </p:tgtEl>
                                            <p:attrNameLst>
                                              <p:attrName>ppt_h</p:attrName>
                                            </p:attrNameLst>
                                          </p:cBhvr>
                                          <p:tavLst>
                                            <p:tav tm="0">
                                              <p:val>
                                                <p:fltVal val="0"/>
                                              </p:val>
                                            </p:tav>
                                            <p:tav tm="100000">
                                              <p:val>
                                                <p:strVal val="#ppt_h"/>
                                              </p:val>
                                            </p:tav>
                                          </p:tavLst>
                                        </p:anim>
                                        <p:animEffect transition="in" filter="fade">
                                          <p:cBhvr>
                                            <p:cTn id="44" dur="750"/>
                                            <p:tgtEl>
                                              <p:spTgt spid="4107"/>
                                            </p:tgtEl>
                                          </p:cBhvr>
                                        </p:animEffect>
                                      </p:childTnLst>
                                    </p:cTn>
                                  </p:par>
                                  <p:par>
                                    <p:cTn id="45" presetID="53" presetClass="entr" presetSubtype="16" fill="hold" grpId="0" nodeType="withEffect">
                                      <p:stCondLst>
                                        <p:cond delay="1750"/>
                                      </p:stCondLst>
                                      <p:childTnLst>
                                        <p:set>
                                          <p:cBhvr>
                                            <p:cTn id="46" dur="1" fill="hold">
                                              <p:stCondLst>
                                                <p:cond delay="0"/>
                                              </p:stCondLst>
                                            </p:cTn>
                                            <p:tgtEl>
                                              <p:spTgt spid="4103"/>
                                            </p:tgtEl>
                                            <p:attrNameLst>
                                              <p:attrName>style.visibility</p:attrName>
                                            </p:attrNameLst>
                                          </p:cBhvr>
                                          <p:to>
                                            <p:strVal val="visible"/>
                                          </p:to>
                                        </p:set>
                                        <p:anim calcmode="lin" valueType="num">
                                          <p:cBhvr>
                                            <p:cTn id="47" dur="750" fill="hold"/>
                                            <p:tgtEl>
                                              <p:spTgt spid="4103"/>
                                            </p:tgtEl>
                                            <p:attrNameLst>
                                              <p:attrName>ppt_w</p:attrName>
                                            </p:attrNameLst>
                                          </p:cBhvr>
                                          <p:tavLst>
                                            <p:tav tm="0">
                                              <p:val>
                                                <p:fltVal val="0"/>
                                              </p:val>
                                            </p:tav>
                                            <p:tav tm="100000">
                                              <p:val>
                                                <p:strVal val="#ppt_w"/>
                                              </p:val>
                                            </p:tav>
                                          </p:tavLst>
                                        </p:anim>
                                        <p:anim calcmode="lin" valueType="num">
                                          <p:cBhvr>
                                            <p:cTn id="48" dur="750" fill="hold"/>
                                            <p:tgtEl>
                                              <p:spTgt spid="4103"/>
                                            </p:tgtEl>
                                            <p:attrNameLst>
                                              <p:attrName>ppt_h</p:attrName>
                                            </p:attrNameLst>
                                          </p:cBhvr>
                                          <p:tavLst>
                                            <p:tav tm="0">
                                              <p:val>
                                                <p:fltVal val="0"/>
                                              </p:val>
                                            </p:tav>
                                            <p:tav tm="100000">
                                              <p:val>
                                                <p:strVal val="#ppt_h"/>
                                              </p:val>
                                            </p:tav>
                                          </p:tavLst>
                                        </p:anim>
                                        <p:animEffect transition="in" filter="fade">
                                          <p:cBhvr>
                                            <p:cTn id="49" dur="750"/>
                                            <p:tgtEl>
                                              <p:spTgt spid="4103"/>
                                            </p:tgtEl>
                                          </p:cBhvr>
                                        </p:animEffect>
                                      </p:childTnLst>
                                    </p:cTn>
                                  </p:par>
                                  <p:par>
                                    <p:cTn id="50" presetID="53" presetClass="entr" presetSubtype="16" fill="hold" grpId="0" nodeType="withEffect">
                                      <p:stCondLst>
                                        <p:cond delay="1750"/>
                                      </p:stCondLst>
                                      <p:childTnLst>
                                        <p:set>
                                          <p:cBhvr>
                                            <p:cTn id="51" dur="1" fill="hold">
                                              <p:stCondLst>
                                                <p:cond delay="0"/>
                                              </p:stCondLst>
                                            </p:cTn>
                                            <p:tgtEl>
                                              <p:spTgt spid="56"/>
                                            </p:tgtEl>
                                            <p:attrNameLst>
                                              <p:attrName>style.visibility</p:attrName>
                                            </p:attrNameLst>
                                          </p:cBhvr>
                                          <p:to>
                                            <p:strVal val="visible"/>
                                          </p:to>
                                        </p:set>
                                        <p:anim calcmode="lin" valueType="num">
                                          <p:cBhvr>
                                            <p:cTn id="52" dur="750" fill="hold"/>
                                            <p:tgtEl>
                                              <p:spTgt spid="56"/>
                                            </p:tgtEl>
                                            <p:attrNameLst>
                                              <p:attrName>ppt_w</p:attrName>
                                            </p:attrNameLst>
                                          </p:cBhvr>
                                          <p:tavLst>
                                            <p:tav tm="0">
                                              <p:val>
                                                <p:fltVal val="0"/>
                                              </p:val>
                                            </p:tav>
                                            <p:tav tm="100000">
                                              <p:val>
                                                <p:strVal val="#ppt_w"/>
                                              </p:val>
                                            </p:tav>
                                          </p:tavLst>
                                        </p:anim>
                                        <p:anim calcmode="lin" valueType="num">
                                          <p:cBhvr>
                                            <p:cTn id="53" dur="750" fill="hold"/>
                                            <p:tgtEl>
                                              <p:spTgt spid="56"/>
                                            </p:tgtEl>
                                            <p:attrNameLst>
                                              <p:attrName>ppt_h</p:attrName>
                                            </p:attrNameLst>
                                          </p:cBhvr>
                                          <p:tavLst>
                                            <p:tav tm="0">
                                              <p:val>
                                                <p:fltVal val="0"/>
                                              </p:val>
                                            </p:tav>
                                            <p:tav tm="100000">
                                              <p:val>
                                                <p:strVal val="#ppt_h"/>
                                              </p:val>
                                            </p:tav>
                                          </p:tavLst>
                                        </p:anim>
                                        <p:animEffect transition="in" filter="fade">
                                          <p:cBhvr>
                                            <p:cTn id="54" dur="750"/>
                                            <p:tgtEl>
                                              <p:spTgt spid="56"/>
                                            </p:tgtEl>
                                          </p:cBhvr>
                                        </p:animEffect>
                                      </p:childTnLst>
                                    </p:cTn>
                                  </p:par>
                                  <p:par>
                                    <p:cTn id="55" presetID="53" presetClass="entr" presetSubtype="16" fill="hold" nodeType="withEffect">
                                      <p:stCondLst>
                                        <p:cond delay="1750"/>
                                      </p:stCondLst>
                                      <p:childTnLst>
                                        <p:set>
                                          <p:cBhvr>
                                            <p:cTn id="56" dur="1" fill="hold">
                                              <p:stCondLst>
                                                <p:cond delay="0"/>
                                              </p:stCondLst>
                                            </p:cTn>
                                            <p:tgtEl>
                                              <p:spTgt spid="4109"/>
                                            </p:tgtEl>
                                            <p:attrNameLst>
                                              <p:attrName>style.visibility</p:attrName>
                                            </p:attrNameLst>
                                          </p:cBhvr>
                                          <p:to>
                                            <p:strVal val="visible"/>
                                          </p:to>
                                        </p:set>
                                        <p:anim calcmode="lin" valueType="num">
                                          <p:cBhvr>
                                            <p:cTn id="57" dur="750" fill="hold"/>
                                            <p:tgtEl>
                                              <p:spTgt spid="4109"/>
                                            </p:tgtEl>
                                            <p:attrNameLst>
                                              <p:attrName>ppt_w</p:attrName>
                                            </p:attrNameLst>
                                          </p:cBhvr>
                                          <p:tavLst>
                                            <p:tav tm="0">
                                              <p:val>
                                                <p:fltVal val="0"/>
                                              </p:val>
                                            </p:tav>
                                            <p:tav tm="100000">
                                              <p:val>
                                                <p:strVal val="#ppt_w"/>
                                              </p:val>
                                            </p:tav>
                                          </p:tavLst>
                                        </p:anim>
                                        <p:anim calcmode="lin" valueType="num">
                                          <p:cBhvr>
                                            <p:cTn id="58" dur="750" fill="hold"/>
                                            <p:tgtEl>
                                              <p:spTgt spid="4109"/>
                                            </p:tgtEl>
                                            <p:attrNameLst>
                                              <p:attrName>ppt_h</p:attrName>
                                            </p:attrNameLst>
                                          </p:cBhvr>
                                          <p:tavLst>
                                            <p:tav tm="0">
                                              <p:val>
                                                <p:fltVal val="0"/>
                                              </p:val>
                                            </p:tav>
                                            <p:tav tm="100000">
                                              <p:val>
                                                <p:strVal val="#ppt_h"/>
                                              </p:val>
                                            </p:tav>
                                          </p:tavLst>
                                        </p:anim>
                                        <p:animEffect transition="in" filter="fade">
                                          <p:cBhvr>
                                            <p:cTn id="59" dur="750"/>
                                            <p:tgtEl>
                                              <p:spTgt spid="4109"/>
                                            </p:tgtEl>
                                          </p:cBhvr>
                                        </p:animEffect>
                                      </p:childTnLst>
                                    </p:cTn>
                                  </p:par>
                                  <p:par>
                                    <p:cTn id="60" presetID="53" presetClass="entr" presetSubtype="16" fill="hold" nodeType="withEffect">
                                      <p:stCondLst>
                                        <p:cond delay="2000"/>
                                      </p:stCondLst>
                                      <p:childTnLst>
                                        <p:set>
                                          <p:cBhvr>
                                            <p:cTn id="61" dur="1" fill="hold">
                                              <p:stCondLst>
                                                <p:cond delay="0"/>
                                              </p:stCondLst>
                                            </p:cTn>
                                            <p:tgtEl>
                                              <p:spTgt spid="4110"/>
                                            </p:tgtEl>
                                            <p:attrNameLst>
                                              <p:attrName>style.visibility</p:attrName>
                                            </p:attrNameLst>
                                          </p:cBhvr>
                                          <p:to>
                                            <p:strVal val="visible"/>
                                          </p:to>
                                        </p:set>
                                        <p:anim calcmode="lin" valueType="num">
                                          <p:cBhvr>
                                            <p:cTn id="62" dur="750" fill="hold"/>
                                            <p:tgtEl>
                                              <p:spTgt spid="4110"/>
                                            </p:tgtEl>
                                            <p:attrNameLst>
                                              <p:attrName>ppt_w</p:attrName>
                                            </p:attrNameLst>
                                          </p:cBhvr>
                                          <p:tavLst>
                                            <p:tav tm="0">
                                              <p:val>
                                                <p:fltVal val="0"/>
                                              </p:val>
                                            </p:tav>
                                            <p:tav tm="100000">
                                              <p:val>
                                                <p:strVal val="#ppt_w"/>
                                              </p:val>
                                            </p:tav>
                                          </p:tavLst>
                                        </p:anim>
                                        <p:anim calcmode="lin" valueType="num">
                                          <p:cBhvr>
                                            <p:cTn id="63" dur="750" fill="hold"/>
                                            <p:tgtEl>
                                              <p:spTgt spid="4110"/>
                                            </p:tgtEl>
                                            <p:attrNameLst>
                                              <p:attrName>ppt_h</p:attrName>
                                            </p:attrNameLst>
                                          </p:cBhvr>
                                          <p:tavLst>
                                            <p:tav tm="0">
                                              <p:val>
                                                <p:fltVal val="0"/>
                                              </p:val>
                                            </p:tav>
                                            <p:tav tm="100000">
                                              <p:val>
                                                <p:strVal val="#ppt_h"/>
                                              </p:val>
                                            </p:tav>
                                          </p:tavLst>
                                        </p:anim>
                                        <p:animEffect transition="in" filter="fade">
                                          <p:cBhvr>
                                            <p:cTn id="64" dur="750"/>
                                            <p:tgtEl>
                                              <p:spTgt spid="4110"/>
                                            </p:tgtEl>
                                          </p:cBhvr>
                                        </p:animEffect>
                                      </p:childTnLst>
                                    </p:cTn>
                                  </p:par>
                                  <p:par>
                                    <p:cTn id="65" presetID="53" presetClass="entr" presetSubtype="16" fill="hold" grpId="0" nodeType="withEffect">
                                      <p:stCondLst>
                                        <p:cond delay="2000"/>
                                      </p:stCondLst>
                                      <p:childTnLst>
                                        <p:set>
                                          <p:cBhvr>
                                            <p:cTn id="66" dur="1" fill="hold">
                                              <p:stCondLst>
                                                <p:cond delay="0"/>
                                              </p:stCondLst>
                                            </p:cTn>
                                            <p:tgtEl>
                                              <p:spTgt spid="57"/>
                                            </p:tgtEl>
                                            <p:attrNameLst>
                                              <p:attrName>style.visibility</p:attrName>
                                            </p:attrNameLst>
                                          </p:cBhvr>
                                          <p:to>
                                            <p:strVal val="visible"/>
                                          </p:to>
                                        </p:set>
                                        <p:anim calcmode="lin" valueType="num">
                                          <p:cBhvr>
                                            <p:cTn id="67" dur="750" fill="hold"/>
                                            <p:tgtEl>
                                              <p:spTgt spid="57"/>
                                            </p:tgtEl>
                                            <p:attrNameLst>
                                              <p:attrName>ppt_w</p:attrName>
                                            </p:attrNameLst>
                                          </p:cBhvr>
                                          <p:tavLst>
                                            <p:tav tm="0">
                                              <p:val>
                                                <p:fltVal val="0"/>
                                              </p:val>
                                            </p:tav>
                                            <p:tav tm="100000">
                                              <p:val>
                                                <p:strVal val="#ppt_w"/>
                                              </p:val>
                                            </p:tav>
                                          </p:tavLst>
                                        </p:anim>
                                        <p:anim calcmode="lin" valueType="num">
                                          <p:cBhvr>
                                            <p:cTn id="68" dur="750" fill="hold"/>
                                            <p:tgtEl>
                                              <p:spTgt spid="57"/>
                                            </p:tgtEl>
                                            <p:attrNameLst>
                                              <p:attrName>ppt_h</p:attrName>
                                            </p:attrNameLst>
                                          </p:cBhvr>
                                          <p:tavLst>
                                            <p:tav tm="0">
                                              <p:val>
                                                <p:fltVal val="0"/>
                                              </p:val>
                                            </p:tav>
                                            <p:tav tm="100000">
                                              <p:val>
                                                <p:strVal val="#ppt_h"/>
                                              </p:val>
                                            </p:tav>
                                          </p:tavLst>
                                        </p:anim>
                                        <p:animEffect transition="in" filter="fade">
                                          <p:cBhvr>
                                            <p:cTn id="69" dur="750"/>
                                            <p:tgtEl>
                                              <p:spTgt spid="57"/>
                                            </p:tgtEl>
                                          </p:cBhvr>
                                        </p:animEffect>
                                      </p:childTnLst>
                                    </p:cTn>
                                  </p:par>
                                  <p:par>
                                    <p:cTn id="70" presetID="53" presetClass="entr" presetSubtype="16" fill="hold" grpId="0" nodeType="withEffect">
                                      <p:stCondLst>
                                        <p:cond delay="2000"/>
                                      </p:stCondLst>
                                      <p:childTnLst>
                                        <p:set>
                                          <p:cBhvr>
                                            <p:cTn id="71" dur="1" fill="hold">
                                              <p:stCondLst>
                                                <p:cond delay="0"/>
                                              </p:stCondLst>
                                            </p:cTn>
                                            <p:tgtEl>
                                              <p:spTgt spid="4102"/>
                                            </p:tgtEl>
                                            <p:attrNameLst>
                                              <p:attrName>style.visibility</p:attrName>
                                            </p:attrNameLst>
                                          </p:cBhvr>
                                          <p:to>
                                            <p:strVal val="visible"/>
                                          </p:to>
                                        </p:set>
                                        <p:anim calcmode="lin" valueType="num">
                                          <p:cBhvr>
                                            <p:cTn id="72" dur="750" fill="hold"/>
                                            <p:tgtEl>
                                              <p:spTgt spid="4102"/>
                                            </p:tgtEl>
                                            <p:attrNameLst>
                                              <p:attrName>ppt_w</p:attrName>
                                            </p:attrNameLst>
                                          </p:cBhvr>
                                          <p:tavLst>
                                            <p:tav tm="0">
                                              <p:val>
                                                <p:fltVal val="0"/>
                                              </p:val>
                                            </p:tav>
                                            <p:tav tm="100000">
                                              <p:val>
                                                <p:strVal val="#ppt_w"/>
                                              </p:val>
                                            </p:tav>
                                          </p:tavLst>
                                        </p:anim>
                                        <p:anim calcmode="lin" valueType="num">
                                          <p:cBhvr>
                                            <p:cTn id="73" dur="750" fill="hold"/>
                                            <p:tgtEl>
                                              <p:spTgt spid="4102"/>
                                            </p:tgtEl>
                                            <p:attrNameLst>
                                              <p:attrName>ppt_h</p:attrName>
                                            </p:attrNameLst>
                                          </p:cBhvr>
                                          <p:tavLst>
                                            <p:tav tm="0">
                                              <p:val>
                                                <p:fltVal val="0"/>
                                              </p:val>
                                            </p:tav>
                                            <p:tav tm="100000">
                                              <p:val>
                                                <p:strVal val="#ppt_h"/>
                                              </p:val>
                                            </p:tav>
                                          </p:tavLst>
                                        </p:anim>
                                        <p:animEffect transition="in" filter="fade">
                                          <p:cBhvr>
                                            <p:cTn id="74" dur="750"/>
                                            <p:tgtEl>
                                              <p:spTgt spid="4102"/>
                                            </p:tgtEl>
                                          </p:cBhvr>
                                        </p:animEffect>
                                      </p:childTnLst>
                                    </p:cTn>
                                  </p:par>
                                  <p:par>
                                    <p:cTn id="75" presetID="53" presetClass="entr" presetSubtype="16" fill="hold" grpId="0" nodeType="withEffect">
                                      <p:stCondLst>
                                        <p:cond delay="2250"/>
                                      </p:stCondLst>
                                      <p:childTnLst>
                                        <p:set>
                                          <p:cBhvr>
                                            <p:cTn id="76" dur="1" fill="hold">
                                              <p:stCondLst>
                                                <p:cond delay="0"/>
                                              </p:stCondLst>
                                            </p:cTn>
                                            <p:tgtEl>
                                              <p:spTgt spid="4105"/>
                                            </p:tgtEl>
                                            <p:attrNameLst>
                                              <p:attrName>style.visibility</p:attrName>
                                            </p:attrNameLst>
                                          </p:cBhvr>
                                          <p:to>
                                            <p:strVal val="visible"/>
                                          </p:to>
                                        </p:set>
                                        <p:anim calcmode="lin" valueType="num">
                                          <p:cBhvr>
                                            <p:cTn id="77" dur="750" fill="hold"/>
                                            <p:tgtEl>
                                              <p:spTgt spid="4105"/>
                                            </p:tgtEl>
                                            <p:attrNameLst>
                                              <p:attrName>ppt_w</p:attrName>
                                            </p:attrNameLst>
                                          </p:cBhvr>
                                          <p:tavLst>
                                            <p:tav tm="0">
                                              <p:val>
                                                <p:fltVal val="0"/>
                                              </p:val>
                                            </p:tav>
                                            <p:tav tm="100000">
                                              <p:val>
                                                <p:strVal val="#ppt_w"/>
                                              </p:val>
                                            </p:tav>
                                          </p:tavLst>
                                        </p:anim>
                                        <p:anim calcmode="lin" valueType="num">
                                          <p:cBhvr>
                                            <p:cTn id="78" dur="750" fill="hold"/>
                                            <p:tgtEl>
                                              <p:spTgt spid="4105"/>
                                            </p:tgtEl>
                                            <p:attrNameLst>
                                              <p:attrName>ppt_h</p:attrName>
                                            </p:attrNameLst>
                                          </p:cBhvr>
                                          <p:tavLst>
                                            <p:tav tm="0">
                                              <p:val>
                                                <p:fltVal val="0"/>
                                              </p:val>
                                            </p:tav>
                                            <p:tav tm="100000">
                                              <p:val>
                                                <p:strVal val="#ppt_h"/>
                                              </p:val>
                                            </p:tav>
                                          </p:tavLst>
                                        </p:anim>
                                        <p:animEffect transition="in" filter="fade">
                                          <p:cBhvr>
                                            <p:cTn id="79" dur="750"/>
                                            <p:tgtEl>
                                              <p:spTgt spid="4105"/>
                                            </p:tgtEl>
                                          </p:cBhvr>
                                        </p:animEffect>
                                      </p:childTnLst>
                                    </p:cTn>
                                  </p:par>
                                  <p:par>
                                    <p:cTn id="80" presetID="53" presetClass="entr" presetSubtype="16" fill="hold" grpId="0" nodeType="withEffect">
                                      <p:stCondLst>
                                        <p:cond delay="2250"/>
                                      </p:stCondLst>
                                      <p:childTnLst>
                                        <p:set>
                                          <p:cBhvr>
                                            <p:cTn id="81" dur="1" fill="hold">
                                              <p:stCondLst>
                                                <p:cond delay="0"/>
                                              </p:stCondLst>
                                            </p:cTn>
                                            <p:tgtEl>
                                              <p:spTgt spid="86"/>
                                            </p:tgtEl>
                                            <p:attrNameLst>
                                              <p:attrName>style.visibility</p:attrName>
                                            </p:attrNameLst>
                                          </p:cBhvr>
                                          <p:to>
                                            <p:strVal val="visible"/>
                                          </p:to>
                                        </p:set>
                                        <p:anim calcmode="lin" valueType="num">
                                          <p:cBhvr>
                                            <p:cTn id="82" dur="750" fill="hold"/>
                                            <p:tgtEl>
                                              <p:spTgt spid="86"/>
                                            </p:tgtEl>
                                            <p:attrNameLst>
                                              <p:attrName>ppt_w</p:attrName>
                                            </p:attrNameLst>
                                          </p:cBhvr>
                                          <p:tavLst>
                                            <p:tav tm="0">
                                              <p:val>
                                                <p:fltVal val="0"/>
                                              </p:val>
                                            </p:tav>
                                            <p:tav tm="100000">
                                              <p:val>
                                                <p:strVal val="#ppt_w"/>
                                              </p:val>
                                            </p:tav>
                                          </p:tavLst>
                                        </p:anim>
                                        <p:anim calcmode="lin" valueType="num">
                                          <p:cBhvr>
                                            <p:cTn id="83" dur="750" fill="hold"/>
                                            <p:tgtEl>
                                              <p:spTgt spid="86"/>
                                            </p:tgtEl>
                                            <p:attrNameLst>
                                              <p:attrName>ppt_h</p:attrName>
                                            </p:attrNameLst>
                                          </p:cBhvr>
                                          <p:tavLst>
                                            <p:tav tm="0">
                                              <p:val>
                                                <p:fltVal val="0"/>
                                              </p:val>
                                            </p:tav>
                                            <p:tav tm="100000">
                                              <p:val>
                                                <p:strVal val="#ppt_h"/>
                                              </p:val>
                                            </p:tav>
                                          </p:tavLst>
                                        </p:anim>
                                        <p:animEffect transition="in" filter="fade">
                                          <p:cBhvr>
                                            <p:cTn id="84" dur="750"/>
                                            <p:tgtEl>
                                              <p:spTgt spid="86"/>
                                            </p:tgtEl>
                                          </p:cBhvr>
                                        </p:animEffect>
                                      </p:childTnLst>
                                    </p:cTn>
                                  </p:par>
                                  <p:par>
                                    <p:cTn id="85" presetID="53" presetClass="entr" presetSubtype="16" fill="hold" nodeType="withEffect">
                                      <p:stCondLst>
                                        <p:cond delay="2250"/>
                                      </p:stCondLst>
                                      <p:childTnLst>
                                        <p:set>
                                          <p:cBhvr>
                                            <p:cTn id="86" dur="1" fill="hold">
                                              <p:stCondLst>
                                                <p:cond delay="0"/>
                                              </p:stCondLst>
                                            </p:cTn>
                                            <p:tgtEl>
                                              <p:spTgt spid="4111"/>
                                            </p:tgtEl>
                                            <p:attrNameLst>
                                              <p:attrName>style.visibility</p:attrName>
                                            </p:attrNameLst>
                                          </p:cBhvr>
                                          <p:to>
                                            <p:strVal val="visible"/>
                                          </p:to>
                                        </p:set>
                                        <p:anim calcmode="lin" valueType="num">
                                          <p:cBhvr>
                                            <p:cTn id="87" dur="750" fill="hold"/>
                                            <p:tgtEl>
                                              <p:spTgt spid="4111"/>
                                            </p:tgtEl>
                                            <p:attrNameLst>
                                              <p:attrName>ppt_w</p:attrName>
                                            </p:attrNameLst>
                                          </p:cBhvr>
                                          <p:tavLst>
                                            <p:tav tm="0">
                                              <p:val>
                                                <p:fltVal val="0"/>
                                              </p:val>
                                            </p:tav>
                                            <p:tav tm="100000">
                                              <p:val>
                                                <p:strVal val="#ppt_w"/>
                                              </p:val>
                                            </p:tav>
                                          </p:tavLst>
                                        </p:anim>
                                        <p:anim calcmode="lin" valueType="num">
                                          <p:cBhvr>
                                            <p:cTn id="88" dur="750" fill="hold"/>
                                            <p:tgtEl>
                                              <p:spTgt spid="4111"/>
                                            </p:tgtEl>
                                            <p:attrNameLst>
                                              <p:attrName>ppt_h</p:attrName>
                                            </p:attrNameLst>
                                          </p:cBhvr>
                                          <p:tavLst>
                                            <p:tav tm="0">
                                              <p:val>
                                                <p:fltVal val="0"/>
                                              </p:val>
                                            </p:tav>
                                            <p:tav tm="100000">
                                              <p:val>
                                                <p:strVal val="#ppt_h"/>
                                              </p:val>
                                            </p:tav>
                                          </p:tavLst>
                                        </p:anim>
                                        <p:animEffect transition="in" filter="fade">
                                          <p:cBhvr>
                                            <p:cTn id="89" dur="750"/>
                                            <p:tgtEl>
                                              <p:spTgt spid="4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6" grpId="0" animBg="1"/>
          <p:bldP spid="27" grpId="0" animBg="1"/>
          <p:bldP spid="28" grpId="0" animBg="1"/>
          <p:bldP spid="4102" grpId="0" animBg="1"/>
          <p:bldP spid="4103" grpId="0" animBg="1"/>
          <p:bldP spid="4105" grpId="0" animBg="1"/>
          <p:bldP spid="4107" grpId="0" animBg="1"/>
          <p:bldP spid="55" grpId="0"/>
          <p:bldP spid="56" grpId="0"/>
          <p:bldP spid="57" grpId="0"/>
          <p:bldP spid="86" grpId="0"/>
        </p:bldLst>
      </p:timing>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Group 50">
            <a:extLst>
              <a:ext uri="{FF2B5EF4-FFF2-40B4-BE49-F238E27FC236}">
                <a16:creationId xmlns:a16="http://schemas.microsoft.com/office/drawing/2014/main" id="{DB06F60D-F21B-42B3-A47F-8DAE00CD7042}"/>
              </a:ext>
            </a:extLst>
          </p:cNvPr>
          <p:cNvGrpSpPr/>
          <p:nvPr/>
        </p:nvGrpSpPr>
        <p:grpSpPr>
          <a:xfrm>
            <a:off x="4455861" y="3898091"/>
            <a:ext cx="3797324" cy="2378885"/>
            <a:chOff x="4933951" y="3778250"/>
            <a:chExt cx="2711450" cy="1698625"/>
          </a:xfrm>
        </p:grpSpPr>
        <p:sp>
          <p:nvSpPr>
            <p:cNvPr id="15" name="Freeform 14">
              <a:extLst>
                <a:ext uri="{FF2B5EF4-FFF2-40B4-BE49-F238E27FC236}">
                  <a16:creationId xmlns:a16="http://schemas.microsoft.com/office/drawing/2014/main" id="{71764A1D-2AF0-4CA9-9A72-8C672FAA3DE9}"/>
                </a:ext>
              </a:extLst>
            </p:cNvPr>
            <p:cNvSpPr>
              <a:spLocks/>
            </p:cNvSpPr>
            <p:nvPr/>
          </p:nvSpPr>
          <p:spPr bwMode="auto">
            <a:xfrm>
              <a:off x="6975476" y="4256088"/>
              <a:ext cx="625475" cy="838200"/>
            </a:xfrm>
            <a:custGeom>
              <a:avLst/>
              <a:gdLst>
                <a:gd name="T0" fmla="*/ 0 w 157"/>
                <a:gd name="T1" fmla="*/ 209 h 210"/>
                <a:gd name="T2" fmla="*/ 155 w 157"/>
                <a:gd name="T3" fmla="*/ 0 h 210"/>
                <a:gd name="T4" fmla="*/ 41 w 157"/>
                <a:gd name="T5" fmla="*/ 116 h 210"/>
                <a:gd name="T6" fmla="*/ 0 w 157"/>
                <a:gd name="T7" fmla="*/ 209 h 210"/>
              </a:gdLst>
              <a:ahLst/>
              <a:cxnLst>
                <a:cxn ang="0">
                  <a:pos x="T0" y="T1"/>
                </a:cxn>
                <a:cxn ang="0">
                  <a:pos x="T2" y="T3"/>
                </a:cxn>
                <a:cxn ang="0">
                  <a:pos x="T4" y="T5"/>
                </a:cxn>
                <a:cxn ang="0">
                  <a:pos x="T6" y="T7"/>
                </a:cxn>
              </a:cxnLst>
              <a:rect l="0" t="0" r="r" b="b"/>
              <a:pathLst>
                <a:path w="157" h="210">
                  <a:moveTo>
                    <a:pt x="0" y="209"/>
                  </a:moveTo>
                  <a:cubicBezTo>
                    <a:pt x="86" y="210"/>
                    <a:pt x="157" y="160"/>
                    <a:pt x="155" y="0"/>
                  </a:cubicBezTo>
                  <a:cubicBezTo>
                    <a:pt x="121" y="46"/>
                    <a:pt x="81" y="84"/>
                    <a:pt x="41" y="116"/>
                  </a:cubicBezTo>
                  <a:cubicBezTo>
                    <a:pt x="37" y="146"/>
                    <a:pt x="26" y="177"/>
                    <a:pt x="0" y="209"/>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AAEAFE1E-19EF-408E-B4BD-3CEDE933132F}"/>
                </a:ext>
              </a:extLst>
            </p:cNvPr>
            <p:cNvSpPr>
              <a:spLocks/>
            </p:cNvSpPr>
            <p:nvPr/>
          </p:nvSpPr>
          <p:spPr bwMode="auto">
            <a:xfrm>
              <a:off x="4933951" y="3886200"/>
              <a:ext cx="2679700" cy="1590675"/>
            </a:xfrm>
            <a:custGeom>
              <a:avLst/>
              <a:gdLst>
                <a:gd name="T0" fmla="*/ 658 w 672"/>
                <a:gd name="T1" fmla="*/ 216 h 399"/>
                <a:gd name="T2" fmla="*/ 571 w 672"/>
                <a:gd name="T3" fmla="*/ 302 h 399"/>
                <a:gd name="T4" fmla="*/ 522 w 672"/>
                <a:gd name="T5" fmla="*/ 313 h 399"/>
                <a:gd name="T6" fmla="*/ 519 w 672"/>
                <a:gd name="T7" fmla="*/ 313 h 399"/>
                <a:gd name="T8" fmla="*/ 513 w 672"/>
                <a:gd name="T9" fmla="*/ 313 h 399"/>
                <a:gd name="T10" fmla="*/ 512 w 672"/>
                <a:gd name="T11" fmla="*/ 313 h 399"/>
                <a:gd name="T12" fmla="*/ 503 w 672"/>
                <a:gd name="T13" fmla="*/ 313 h 399"/>
                <a:gd name="T14" fmla="*/ 462 w 672"/>
                <a:gd name="T15" fmla="*/ 310 h 399"/>
                <a:gd name="T16" fmla="*/ 451 w 672"/>
                <a:gd name="T17" fmla="*/ 307 h 399"/>
                <a:gd name="T18" fmla="*/ 420 w 672"/>
                <a:gd name="T19" fmla="*/ 300 h 399"/>
                <a:gd name="T20" fmla="*/ 414 w 672"/>
                <a:gd name="T21" fmla="*/ 298 h 399"/>
                <a:gd name="T22" fmla="*/ 409 w 672"/>
                <a:gd name="T23" fmla="*/ 297 h 399"/>
                <a:gd name="T24" fmla="*/ 394 w 672"/>
                <a:gd name="T25" fmla="*/ 291 h 399"/>
                <a:gd name="T26" fmla="*/ 388 w 672"/>
                <a:gd name="T27" fmla="*/ 289 h 399"/>
                <a:gd name="T28" fmla="*/ 383 w 672"/>
                <a:gd name="T29" fmla="*/ 287 h 399"/>
                <a:gd name="T30" fmla="*/ 373 w 672"/>
                <a:gd name="T31" fmla="*/ 284 h 399"/>
                <a:gd name="T32" fmla="*/ 365 w 672"/>
                <a:gd name="T33" fmla="*/ 280 h 399"/>
                <a:gd name="T34" fmla="*/ 344 w 672"/>
                <a:gd name="T35" fmla="*/ 271 h 399"/>
                <a:gd name="T36" fmla="*/ 335 w 672"/>
                <a:gd name="T37" fmla="*/ 267 h 399"/>
                <a:gd name="T38" fmla="*/ 326 w 672"/>
                <a:gd name="T39" fmla="*/ 262 h 399"/>
                <a:gd name="T40" fmla="*/ 31 w 672"/>
                <a:gd name="T41" fmla="*/ 0 h 399"/>
                <a:gd name="T42" fmla="*/ 30 w 672"/>
                <a:gd name="T43" fmla="*/ 2 h 399"/>
                <a:gd name="T44" fmla="*/ 10 w 672"/>
                <a:gd name="T45" fmla="*/ 79 h 399"/>
                <a:gd name="T46" fmla="*/ 1 w 672"/>
                <a:gd name="T47" fmla="*/ 183 h 399"/>
                <a:gd name="T48" fmla="*/ 260 w 672"/>
                <a:gd name="T49" fmla="*/ 347 h 399"/>
                <a:gd name="T50" fmla="*/ 262 w 672"/>
                <a:gd name="T51" fmla="*/ 348 h 399"/>
                <a:gd name="T52" fmla="*/ 268 w 672"/>
                <a:gd name="T53" fmla="*/ 350 h 399"/>
                <a:gd name="T54" fmla="*/ 281 w 672"/>
                <a:gd name="T55" fmla="*/ 354 h 399"/>
                <a:gd name="T56" fmla="*/ 391 w 672"/>
                <a:gd name="T57" fmla="*/ 377 h 399"/>
                <a:gd name="T58" fmla="*/ 672 w 672"/>
                <a:gd name="T59" fmla="*/ 175 h 399"/>
                <a:gd name="T60" fmla="*/ 658 w 672"/>
                <a:gd name="T61" fmla="*/ 216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2" h="399">
                  <a:moveTo>
                    <a:pt x="658" y="216"/>
                  </a:moveTo>
                  <a:cubicBezTo>
                    <a:pt x="644" y="246"/>
                    <a:pt x="618" y="283"/>
                    <a:pt x="571" y="302"/>
                  </a:cubicBezTo>
                  <a:cubicBezTo>
                    <a:pt x="557" y="307"/>
                    <a:pt x="541" y="311"/>
                    <a:pt x="522" y="313"/>
                  </a:cubicBezTo>
                  <a:cubicBezTo>
                    <a:pt x="521" y="313"/>
                    <a:pt x="520" y="313"/>
                    <a:pt x="519" y="313"/>
                  </a:cubicBezTo>
                  <a:cubicBezTo>
                    <a:pt x="517" y="313"/>
                    <a:pt x="515" y="313"/>
                    <a:pt x="513" y="313"/>
                  </a:cubicBezTo>
                  <a:cubicBezTo>
                    <a:pt x="513" y="313"/>
                    <a:pt x="513" y="313"/>
                    <a:pt x="512" y="313"/>
                  </a:cubicBezTo>
                  <a:cubicBezTo>
                    <a:pt x="509" y="313"/>
                    <a:pt x="506" y="313"/>
                    <a:pt x="503" y="313"/>
                  </a:cubicBezTo>
                  <a:cubicBezTo>
                    <a:pt x="491" y="313"/>
                    <a:pt x="477" y="312"/>
                    <a:pt x="462" y="310"/>
                  </a:cubicBezTo>
                  <a:cubicBezTo>
                    <a:pt x="458" y="309"/>
                    <a:pt x="454" y="308"/>
                    <a:pt x="451" y="307"/>
                  </a:cubicBezTo>
                  <a:cubicBezTo>
                    <a:pt x="441" y="306"/>
                    <a:pt x="431" y="303"/>
                    <a:pt x="420" y="300"/>
                  </a:cubicBezTo>
                  <a:cubicBezTo>
                    <a:pt x="418" y="299"/>
                    <a:pt x="416" y="299"/>
                    <a:pt x="414" y="298"/>
                  </a:cubicBezTo>
                  <a:cubicBezTo>
                    <a:pt x="412" y="298"/>
                    <a:pt x="411" y="297"/>
                    <a:pt x="409" y="297"/>
                  </a:cubicBezTo>
                  <a:cubicBezTo>
                    <a:pt x="404" y="295"/>
                    <a:pt x="399" y="293"/>
                    <a:pt x="394" y="291"/>
                  </a:cubicBezTo>
                  <a:cubicBezTo>
                    <a:pt x="392" y="291"/>
                    <a:pt x="390" y="290"/>
                    <a:pt x="388" y="289"/>
                  </a:cubicBezTo>
                  <a:cubicBezTo>
                    <a:pt x="387" y="289"/>
                    <a:pt x="385" y="288"/>
                    <a:pt x="383" y="287"/>
                  </a:cubicBezTo>
                  <a:cubicBezTo>
                    <a:pt x="380" y="286"/>
                    <a:pt x="377" y="285"/>
                    <a:pt x="373" y="284"/>
                  </a:cubicBezTo>
                  <a:cubicBezTo>
                    <a:pt x="371" y="283"/>
                    <a:pt x="368" y="281"/>
                    <a:pt x="365" y="280"/>
                  </a:cubicBezTo>
                  <a:cubicBezTo>
                    <a:pt x="358" y="277"/>
                    <a:pt x="351" y="274"/>
                    <a:pt x="344" y="271"/>
                  </a:cubicBezTo>
                  <a:cubicBezTo>
                    <a:pt x="341" y="269"/>
                    <a:pt x="338" y="268"/>
                    <a:pt x="335" y="267"/>
                  </a:cubicBezTo>
                  <a:cubicBezTo>
                    <a:pt x="332" y="265"/>
                    <a:pt x="329" y="264"/>
                    <a:pt x="326" y="262"/>
                  </a:cubicBezTo>
                  <a:cubicBezTo>
                    <a:pt x="213" y="206"/>
                    <a:pt x="68" y="43"/>
                    <a:pt x="31" y="0"/>
                  </a:cubicBezTo>
                  <a:cubicBezTo>
                    <a:pt x="31" y="1"/>
                    <a:pt x="31" y="2"/>
                    <a:pt x="30" y="2"/>
                  </a:cubicBezTo>
                  <a:cubicBezTo>
                    <a:pt x="23" y="23"/>
                    <a:pt x="15" y="50"/>
                    <a:pt x="10" y="79"/>
                  </a:cubicBezTo>
                  <a:cubicBezTo>
                    <a:pt x="4" y="112"/>
                    <a:pt x="0" y="148"/>
                    <a:pt x="1" y="183"/>
                  </a:cubicBezTo>
                  <a:cubicBezTo>
                    <a:pt x="66" y="245"/>
                    <a:pt x="152" y="310"/>
                    <a:pt x="260" y="347"/>
                  </a:cubicBezTo>
                  <a:cubicBezTo>
                    <a:pt x="261" y="348"/>
                    <a:pt x="261" y="348"/>
                    <a:pt x="262" y="348"/>
                  </a:cubicBezTo>
                  <a:cubicBezTo>
                    <a:pt x="264" y="349"/>
                    <a:pt x="266" y="349"/>
                    <a:pt x="268" y="350"/>
                  </a:cubicBezTo>
                  <a:cubicBezTo>
                    <a:pt x="272" y="351"/>
                    <a:pt x="276" y="353"/>
                    <a:pt x="281" y="354"/>
                  </a:cubicBezTo>
                  <a:cubicBezTo>
                    <a:pt x="316" y="365"/>
                    <a:pt x="352" y="373"/>
                    <a:pt x="391" y="377"/>
                  </a:cubicBezTo>
                  <a:cubicBezTo>
                    <a:pt x="581" y="399"/>
                    <a:pt x="650" y="289"/>
                    <a:pt x="672" y="175"/>
                  </a:cubicBezTo>
                  <a:cubicBezTo>
                    <a:pt x="670" y="183"/>
                    <a:pt x="666" y="199"/>
                    <a:pt x="658" y="2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0E5E4A4F-B352-44FB-B132-E785657F3630}"/>
                </a:ext>
              </a:extLst>
            </p:cNvPr>
            <p:cNvSpPr>
              <a:spLocks/>
            </p:cNvSpPr>
            <p:nvPr/>
          </p:nvSpPr>
          <p:spPr bwMode="auto">
            <a:xfrm>
              <a:off x="5057776" y="3778250"/>
              <a:ext cx="2587625" cy="1355725"/>
            </a:xfrm>
            <a:custGeom>
              <a:avLst/>
              <a:gdLst>
                <a:gd name="T0" fmla="*/ 636 w 649"/>
                <a:gd name="T1" fmla="*/ 120 h 340"/>
                <a:gd name="T2" fmla="*/ 481 w 649"/>
                <a:gd name="T3" fmla="*/ 329 h 340"/>
                <a:gd name="T4" fmla="*/ 400 w 649"/>
                <a:gd name="T5" fmla="*/ 316 h 340"/>
                <a:gd name="T6" fmla="*/ 304 w 649"/>
                <a:gd name="T7" fmla="*/ 276 h 340"/>
                <a:gd name="T8" fmla="*/ 237 w 649"/>
                <a:gd name="T9" fmla="*/ 232 h 340"/>
                <a:gd name="T10" fmla="*/ 11 w 649"/>
                <a:gd name="T11" fmla="*/ 0 h 340"/>
                <a:gd name="T12" fmla="*/ 0 w 649"/>
                <a:gd name="T13" fmla="*/ 27 h 340"/>
                <a:gd name="T14" fmla="*/ 295 w 649"/>
                <a:gd name="T15" fmla="*/ 289 h 340"/>
                <a:gd name="T16" fmla="*/ 304 w 649"/>
                <a:gd name="T17" fmla="*/ 294 h 340"/>
                <a:gd name="T18" fmla="*/ 334 w 649"/>
                <a:gd name="T19" fmla="*/ 307 h 340"/>
                <a:gd name="T20" fmla="*/ 342 w 649"/>
                <a:gd name="T21" fmla="*/ 311 h 340"/>
                <a:gd name="T22" fmla="*/ 352 w 649"/>
                <a:gd name="T23" fmla="*/ 314 h 340"/>
                <a:gd name="T24" fmla="*/ 357 w 649"/>
                <a:gd name="T25" fmla="*/ 316 h 340"/>
                <a:gd name="T26" fmla="*/ 363 w 649"/>
                <a:gd name="T27" fmla="*/ 318 h 340"/>
                <a:gd name="T28" fmla="*/ 378 w 649"/>
                <a:gd name="T29" fmla="*/ 324 h 340"/>
                <a:gd name="T30" fmla="*/ 383 w 649"/>
                <a:gd name="T31" fmla="*/ 325 h 340"/>
                <a:gd name="T32" fmla="*/ 389 w 649"/>
                <a:gd name="T33" fmla="*/ 327 h 340"/>
                <a:gd name="T34" fmla="*/ 420 w 649"/>
                <a:gd name="T35" fmla="*/ 334 h 340"/>
                <a:gd name="T36" fmla="*/ 431 w 649"/>
                <a:gd name="T37" fmla="*/ 337 h 340"/>
                <a:gd name="T38" fmla="*/ 472 w 649"/>
                <a:gd name="T39" fmla="*/ 340 h 340"/>
                <a:gd name="T40" fmla="*/ 481 w 649"/>
                <a:gd name="T41" fmla="*/ 340 h 340"/>
                <a:gd name="T42" fmla="*/ 482 w 649"/>
                <a:gd name="T43" fmla="*/ 340 h 340"/>
                <a:gd name="T44" fmla="*/ 488 w 649"/>
                <a:gd name="T45" fmla="*/ 340 h 340"/>
                <a:gd name="T46" fmla="*/ 491 w 649"/>
                <a:gd name="T47" fmla="*/ 340 h 340"/>
                <a:gd name="T48" fmla="*/ 540 w 649"/>
                <a:gd name="T49" fmla="*/ 329 h 340"/>
                <a:gd name="T50" fmla="*/ 627 w 649"/>
                <a:gd name="T51" fmla="*/ 243 h 340"/>
                <a:gd name="T52" fmla="*/ 641 w 649"/>
                <a:gd name="T53" fmla="*/ 202 h 340"/>
                <a:gd name="T54" fmla="*/ 649 w 649"/>
                <a:gd name="T55" fmla="*/ 103 h 340"/>
                <a:gd name="T56" fmla="*/ 640 w 649"/>
                <a:gd name="T57" fmla="*/ 115 h 340"/>
                <a:gd name="T58" fmla="*/ 636 w 649"/>
                <a:gd name="T59" fmla="*/ 12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49" h="340">
                  <a:moveTo>
                    <a:pt x="636" y="120"/>
                  </a:moveTo>
                  <a:cubicBezTo>
                    <a:pt x="638" y="280"/>
                    <a:pt x="567" y="330"/>
                    <a:pt x="481" y="329"/>
                  </a:cubicBezTo>
                  <a:cubicBezTo>
                    <a:pt x="455" y="329"/>
                    <a:pt x="428" y="324"/>
                    <a:pt x="400" y="316"/>
                  </a:cubicBezTo>
                  <a:cubicBezTo>
                    <a:pt x="367" y="306"/>
                    <a:pt x="333" y="292"/>
                    <a:pt x="304" y="276"/>
                  </a:cubicBezTo>
                  <a:cubicBezTo>
                    <a:pt x="278" y="261"/>
                    <a:pt x="255" y="246"/>
                    <a:pt x="237" y="232"/>
                  </a:cubicBezTo>
                  <a:cubicBezTo>
                    <a:pt x="150" y="164"/>
                    <a:pt x="35" y="29"/>
                    <a:pt x="11" y="0"/>
                  </a:cubicBezTo>
                  <a:cubicBezTo>
                    <a:pt x="7" y="10"/>
                    <a:pt x="3" y="19"/>
                    <a:pt x="0" y="27"/>
                  </a:cubicBezTo>
                  <a:cubicBezTo>
                    <a:pt x="37" y="70"/>
                    <a:pt x="182" y="233"/>
                    <a:pt x="295" y="289"/>
                  </a:cubicBezTo>
                  <a:cubicBezTo>
                    <a:pt x="298" y="291"/>
                    <a:pt x="301" y="292"/>
                    <a:pt x="304" y="294"/>
                  </a:cubicBezTo>
                  <a:cubicBezTo>
                    <a:pt x="314" y="299"/>
                    <a:pt x="324" y="303"/>
                    <a:pt x="334" y="307"/>
                  </a:cubicBezTo>
                  <a:cubicBezTo>
                    <a:pt x="337" y="308"/>
                    <a:pt x="340" y="310"/>
                    <a:pt x="342" y="311"/>
                  </a:cubicBezTo>
                  <a:cubicBezTo>
                    <a:pt x="346" y="312"/>
                    <a:pt x="349" y="313"/>
                    <a:pt x="352" y="314"/>
                  </a:cubicBezTo>
                  <a:cubicBezTo>
                    <a:pt x="354" y="315"/>
                    <a:pt x="356" y="316"/>
                    <a:pt x="357" y="316"/>
                  </a:cubicBezTo>
                  <a:cubicBezTo>
                    <a:pt x="359" y="317"/>
                    <a:pt x="361" y="318"/>
                    <a:pt x="363" y="318"/>
                  </a:cubicBezTo>
                  <a:cubicBezTo>
                    <a:pt x="368" y="320"/>
                    <a:pt x="373" y="322"/>
                    <a:pt x="378" y="324"/>
                  </a:cubicBezTo>
                  <a:cubicBezTo>
                    <a:pt x="380" y="324"/>
                    <a:pt x="381" y="325"/>
                    <a:pt x="383" y="325"/>
                  </a:cubicBezTo>
                  <a:cubicBezTo>
                    <a:pt x="385" y="326"/>
                    <a:pt x="387" y="326"/>
                    <a:pt x="389" y="327"/>
                  </a:cubicBezTo>
                  <a:cubicBezTo>
                    <a:pt x="400" y="330"/>
                    <a:pt x="410" y="333"/>
                    <a:pt x="420" y="334"/>
                  </a:cubicBezTo>
                  <a:cubicBezTo>
                    <a:pt x="423" y="335"/>
                    <a:pt x="427" y="336"/>
                    <a:pt x="431" y="337"/>
                  </a:cubicBezTo>
                  <a:cubicBezTo>
                    <a:pt x="446" y="339"/>
                    <a:pt x="460" y="340"/>
                    <a:pt x="472" y="340"/>
                  </a:cubicBezTo>
                  <a:cubicBezTo>
                    <a:pt x="475" y="340"/>
                    <a:pt x="478" y="340"/>
                    <a:pt x="481" y="340"/>
                  </a:cubicBezTo>
                  <a:cubicBezTo>
                    <a:pt x="482" y="340"/>
                    <a:pt x="482" y="340"/>
                    <a:pt x="482" y="340"/>
                  </a:cubicBezTo>
                  <a:cubicBezTo>
                    <a:pt x="484" y="340"/>
                    <a:pt x="486" y="340"/>
                    <a:pt x="488" y="340"/>
                  </a:cubicBezTo>
                  <a:cubicBezTo>
                    <a:pt x="489" y="340"/>
                    <a:pt x="490" y="340"/>
                    <a:pt x="491" y="340"/>
                  </a:cubicBezTo>
                  <a:cubicBezTo>
                    <a:pt x="510" y="338"/>
                    <a:pt x="526" y="334"/>
                    <a:pt x="540" y="329"/>
                  </a:cubicBezTo>
                  <a:cubicBezTo>
                    <a:pt x="587" y="310"/>
                    <a:pt x="613" y="273"/>
                    <a:pt x="627" y="243"/>
                  </a:cubicBezTo>
                  <a:cubicBezTo>
                    <a:pt x="635" y="226"/>
                    <a:pt x="639" y="210"/>
                    <a:pt x="641" y="202"/>
                  </a:cubicBezTo>
                  <a:cubicBezTo>
                    <a:pt x="647" y="168"/>
                    <a:pt x="649" y="134"/>
                    <a:pt x="649" y="103"/>
                  </a:cubicBezTo>
                  <a:cubicBezTo>
                    <a:pt x="646" y="107"/>
                    <a:pt x="643" y="111"/>
                    <a:pt x="640" y="115"/>
                  </a:cubicBezTo>
                  <a:cubicBezTo>
                    <a:pt x="639" y="117"/>
                    <a:pt x="638" y="118"/>
                    <a:pt x="636" y="12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63B8DC71-92BF-49F9-9059-989173114048}"/>
                </a:ext>
              </a:extLst>
            </p:cNvPr>
            <p:cNvSpPr>
              <a:spLocks/>
            </p:cNvSpPr>
            <p:nvPr/>
          </p:nvSpPr>
          <p:spPr bwMode="auto">
            <a:xfrm>
              <a:off x="4933951" y="3886200"/>
              <a:ext cx="458788" cy="1039813"/>
            </a:xfrm>
            <a:custGeom>
              <a:avLst/>
              <a:gdLst>
                <a:gd name="T0" fmla="*/ 31 w 115"/>
                <a:gd name="T1" fmla="*/ 0 h 261"/>
                <a:gd name="T2" fmla="*/ 30 w 115"/>
                <a:gd name="T3" fmla="*/ 2 h 261"/>
                <a:gd name="T4" fmla="*/ 10 w 115"/>
                <a:gd name="T5" fmla="*/ 79 h 261"/>
                <a:gd name="T6" fmla="*/ 1 w 115"/>
                <a:gd name="T7" fmla="*/ 183 h 261"/>
                <a:gd name="T8" fmla="*/ 95 w 115"/>
                <a:gd name="T9" fmla="*/ 261 h 261"/>
                <a:gd name="T10" fmla="*/ 115 w 115"/>
                <a:gd name="T11" fmla="*/ 91 h 261"/>
                <a:gd name="T12" fmla="*/ 31 w 115"/>
                <a:gd name="T13" fmla="*/ 0 h 261"/>
              </a:gdLst>
              <a:ahLst/>
              <a:cxnLst>
                <a:cxn ang="0">
                  <a:pos x="T0" y="T1"/>
                </a:cxn>
                <a:cxn ang="0">
                  <a:pos x="T2" y="T3"/>
                </a:cxn>
                <a:cxn ang="0">
                  <a:pos x="T4" y="T5"/>
                </a:cxn>
                <a:cxn ang="0">
                  <a:pos x="T6" y="T7"/>
                </a:cxn>
                <a:cxn ang="0">
                  <a:pos x="T8" y="T9"/>
                </a:cxn>
                <a:cxn ang="0">
                  <a:pos x="T10" y="T11"/>
                </a:cxn>
                <a:cxn ang="0">
                  <a:pos x="T12" y="T13"/>
                </a:cxn>
              </a:cxnLst>
              <a:rect l="0" t="0" r="r" b="b"/>
              <a:pathLst>
                <a:path w="115" h="261">
                  <a:moveTo>
                    <a:pt x="31" y="0"/>
                  </a:moveTo>
                  <a:cubicBezTo>
                    <a:pt x="31" y="1"/>
                    <a:pt x="31" y="2"/>
                    <a:pt x="30" y="2"/>
                  </a:cubicBezTo>
                  <a:cubicBezTo>
                    <a:pt x="23" y="23"/>
                    <a:pt x="15" y="50"/>
                    <a:pt x="10" y="79"/>
                  </a:cubicBezTo>
                  <a:cubicBezTo>
                    <a:pt x="4" y="112"/>
                    <a:pt x="0" y="148"/>
                    <a:pt x="1" y="183"/>
                  </a:cubicBezTo>
                  <a:cubicBezTo>
                    <a:pt x="28" y="210"/>
                    <a:pt x="60" y="236"/>
                    <a:pt x="95" y="261"/>
                  </a:cubicBezTo>
                  <a:cubicBezTo>
                    <a:pt x="115" y="91"/>
                    <a:pt x="115" y="91"/>
                    <a:pt x="115" y="91"/>
                  </a:cubicBezTo>
                  <a:cubicBezTo>
                    <a:pt x="76" y="52"/>
                    <a:pt x="45" y="17"/>
                    <a:pt x="31" y="0"/>
                  </a:cubicBezTo>
                  <a:close/>
                </a:path>
              </a:pathLst>
            </a:custGeom>
            <a:gradFill>
              <a:gsLst>
                <a:gs pos="34000">
                  <a:schemeClr val="accent4">
                    <a:alpha val="0"/>
                  </a:schemeClr>
                </a:gs>
                <a:gs pos="84000">
                  <a:srgbClr val="000000">
                    <a:alpha val="40000"/>
                  </a:srgbClr>
                </a:gs>
              </a:gsLst>
              <a:lin ang="11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75494EC2-36D9-4A0F-826D-7F4A4A770363}"/>
              </a:ext>
            </a:extLst>
          </p:cNvPr>
          <p:cNvGrpSpPr/>
          <p:nvPr/>
        </p:nvGrpSpPr>
        <p:grpSpPr>
          <a:xfrm>
            <a:off x="3857805" y="2446304"/>
            <a:ext cx="2167677" cy="3824003"/>
            <a:chOff x="4506913" y="2741613"/>
            <a:chExt cx="1547813" cy="2730500"/>
          </a:xfrm>
        </p:grpSpPr>
        <p:sp>
          <p:nvSpPr>
            <p:cNvPr id="12" name="Freeform 11">
              <a:extLst>
                <a:ext uri="{FF2B5EF4-FFF2-40B4-BE49-F238E27FC236}">
                  <a16:creationId xmlns:a16="http://schemas.microsoft.com/office/drawing/2014/main" id="{1AC0FD4C-A473-4D8C-BB46-DDC15FB09F4C}"/>
                </a:ext>
              </a:extLst>
            </p:cNvPr>
            <p:cNvSpPr>
              <a:spLocks/>
            </p:cNvSpPr>
            <p:nvPr/>
          </p:nvSpPr>
          <p:spPr bwMode="auto">
            <a:xfrm>
              <a:off x="4984751" y="4941888"/>
              <a:ext cx="985838" cy="530225"/>
            </a:xfrm>
            <a:custGeom>
              <a:avLst/>
              <a:gdLst>
                <a:gd name="T0" fmla="*/ 0 w 247"/>
                <a:gd name="T1" fmla="*/ 0 h 133"/>
                <a:gd name="T2" fmla="*/ 247 w 247"/>
                <a:gd name="T3" fmla="*/ 82 h 133"/>
                <a:gd name="T4" fmla="*/ 101 w 247"/>
                <a:gd name="T5" fmla="*/ 9 h 133"/>
                <a:gd name="T6" fmla="*/ 0 w 247"/>
                <a:gd name="T7" fmla="*/ 0 h 133"/>
              </a:gdLst>
              <a:ahLst/>
              <a:cxnLst>
                <a:cxn ang="0">
                  <a:pos x="T0" y="T1"/>
                </a:cxn>
                <a:cxn ang="0">
                  <a:pos x="T2" y="T3"/>
                </a:cxn>
                <a:cxn ang="0">
                  <a:pos x="T4" y="T5"/>
                </a:cxn>
                <a:cxn ang="0">
                  <a:pos x="T6" y="T7"/>
                </a:cxn>
              </a:cxnLst>
              <a:rect l="0" t="0" r="r" b="b"/>
              <a:pathLst>
                <a:path w="247" h="133">
                  <a:moveTo>
                    <a:pt x="0" y="0"/>
                  </a:moveTo>
                  <a:cubicBezTo>
                    <a:pt x="26" y="81"/>
                    <a:pt x="95" y="133"/>
                    <a:pt x="247" y="82"/>
                  </a:cubicBezTo>
                  <a:cubicBezTo>
                    <a:pt x="193" y="63"/>
                    <a:pt x="145" y="38"/>
                    <a:pt x="101" y="9"/>
                  </a:cubicBezTo>
                  <a:cubicBezTo>
                    <a:pt x="72" y="15"/>
                    <a:pt x="39" y="14"/>
                    <a:pt x="0" y="0"/>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E077FBDB-AF74-4756-B901-3F19278C2DEE}"/>
                </a:ext>
              </a:extLst>
            </p:cNvPr>
            <p:cNvSpPr>
              <a:spLocks/>
            </p:cNvSpPr>
            <p:nvPr/>
          </p:nvSpPr>
          <p:spPr bwMode="auto">
            <a:xfrm>
              <a:off x="4506913" y="2741613"/>
              <a:ext cx="1160463" cy="2703513"/>
            </a:xfrm>
            <a:custGeom>
              <a:avLst/>
              <a:gdLst>
                <a:gd name="T0" fmla="*/ 247 w 291"/>
                <a:gd name="T1" fmla="*/ 663 h 678"/>
                <a:gd name="T2" fmla="*/ 139 w 291"/>
                <a:gd name="T3" fmla="*/ 607 h 678"/>
                <a:gd name="T4" fmla="*/ 114 w 291"/>
                <a:gd name="T5" fmla="*/ 564 h 678"/>
                <a:gd name="T6" fmla="*/ 112 w 291"/>
                <a:gd name="T7" fmla="*/ 561 h 678"/>
                <a:gd name="T8" fmla="*/ 110 w 291"/>
                <a:gd name="T9" fmla="*/ 556 h 678"/>
                <a:gd name="T10" fmla="*/ 110 w 291"/>
                <a:gd name="T11" fmla="*/ 555 h 678"/>
                <a:gd name="T12" fmla="*/ 107 w 291"/>
                <a:gd name="T13" fmla="*/ 546 h 678"/>
                <a:gd name="T14" fmla="*/ 98 w 291"/>
                <a:gd name="T15" fmla="*/ 506 h 678"/>
                <a:gd name="T16" fmla="*/ 97 w 291"/>
                <a:gd name="T17" fmla="*/ 494 h 678"/>
                <a:gd name="T18" fmla="*/ 94 w 291"/>
                <a:gd name="T19" fmla="*/ 463 h 678"/>
                <a:gd name="T20" fmla="*/ 94 w 291"/>
                <a:gd name="T21" fmla="*/ 457 h 678"/>
                <a:gd name="T22" fmla="*/ 94 w 291"/>
                <a:gd name="T23" fmla="*/ 452 h 678"/>
                <a:gd name="T24" fmla="*/ 94 w 291"/>
                <a:gd name="T25" fmla="*/ 435 h 678"/>
                <a:gd name="T26" fmla="*/ 94 w 291"/>
                <a:gd name="T27" fmla="*/ 430 h 678"/>
                <a:gd name="T28" fmla="*/ 95 w 291"/>
                <a:gd name="T29" fmla="*/ 424 h 678"/>
                <a:gd name="T30" fmla="*/ 95 w 291"/>
                <a:gd name="T31" fmla="*/ 414 h 678"/>
                <a:gd name="T32" fmla="*/ 96 w 291"/>
                <a:gd name="T33" fmla="*/ 405 h 678"/>
                <a:gd name="T34" fmla="*/ 98 w 291"/>
                <a:gd name="T35" fmla="*/ 381 h 678"/>
                <a:gd name="T36" fmla="*/ 100 w 291"/>
                <a:gd name="T37" fmla="*/ 372 h 678"/>
                <a:gd name="T38" fmla="*/ 101 w 291"/>
                <a:gd name="T39" fmla="*/ 362 h 678"/>
                <a:gd name="T40" fmla="*/ 259 w 291"/>
                <a:gd name="T41" fmla="*/ 0 h 678"/>
                <a:gd name="T42" fmla="*/ 257 w 291"/>
                <a:gd name="T43" fmla="*/ 0 h 678"/>
                <a:gd name="T44" fmla="*/ 177 w 291"/>
                <a:gd name="T45" fmla="*/ 5 h 678"/>
                <a:gd name="T46" fmla="*/ 76 w 291"/>
                <a:gd name="T47" fmla="*/ 28 h 678"/>
                <a:gd name="T48" fmla="*/ 0 w 291"/>
                <a:gd name="T49" fmla="*/ 326 h 678"/>
                <a:gd name="T50" fmla="*/ 0 w 291"/>
                <a:gd name="T51" fmla="*/ 327 h 678"/>
                <a:gd name="T52" fmla="*/ 0 w 291"/>
                <a:gd name="T53" fmla="*/ 334 h 678"/>
                <a:gd name="T54" fmla="*/ 0 w 291"/>
                <a:gd name="T55" fmla="*/ 347 h 678"/>
                <a:gd name="T56" fmla="*/ 12 w 291"/>
                <a:gd name="T57" fmla="*/ 460 h 678"/>
                <a:gd name="T58" fmla="*/ 291 w 291"/>
                <a:gd name="T59" fmla="*/ 664 h 678"/>
                <a:gd name="T60" fmla="*/ 247 w 291"/>
                <a:gd name="T61" fmla="*/ 663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1" h="678">
                  <a:moveTo>
                    <a:pt x="247" y="663"/>
                  </a:moveTo>
                  <a:cubicBezTo>
                    <a:pt x="214" y="660"/>
                    <a:pt x="171" y="646"/>
                    <a:pt x="139" y="607"/>
                  </a:cubicBezTo>
                  <a:cubicBezTo>
                    <a:pt x="129" y="595"/>
                    <a:pt x="121" y="581"/>
                    <a:pt x="114" y="564"/>
                  </a:cubicBezTo>
                  <a:cubicBezTo>
                    <a:pt x="113" y="563"/>
                    <a:pt x="113" y="562"/>
                    <a:pt x="112" y="561"/>
                  </a:cubicBezTo>
                  <a:cubicBezTo>
                    <a:pt x="112" y="559"/>
                    <a:pt x="111" y="557"/>
                    <a:pt x="110" y="556"/>
                  </a:cubicBezTo>
                  <a:cubicBezTo>
                    <a:pt x="110" y="555"/>
                    <a:pt x="110" y="555"/>
                    <a:pt x="110" y="555"/>
                  </a:cubicBezTo>
                  <a:cubicBezTo>
                    <a:pt x="109" y="552"/>
                    <a:pt x="108" y="549"/>
                    <a:pt x="107" y="546"/>
                  </a:cubicBezTo>
                  <a:cubicBezTo>
                    <a:pt x="103" y="534"/>
                    <a:pt x="100" y="521"/>
                    <a:pt x="98" y="506"/>
                  </a:cubicBezTo>
                  <a:cubicBezTo>
                    <a:pt x="97" y="502"/>
                    <a:pt x="97" y="498"/>
                    <a:pt x="97" y="494"/>
                  </a:cubicBezTo>
                  <a:cubicBezTo>
                    <a:pt x="95" y="485"/>
                    <a:pt x="95" y="474"/>
                    <a:pt x="94" y="463"/>
                  </a:cubicBezTo>
                  <a:cubicBezTo>
                    <a:pt x="94" y="461"/>
                    <a:pt x="94" y="459"/>
                    <a:pt x="94" y="457"/>
                  </a:cubicBezTo>
                  <a:cubicBezTo>
                    <a:pt x="94" y="455"/>
                    <a:pt x="94" y="453"/>
                    <a:pt x="94" y="452"/>
                  </a:cubicBezTo>
                  <a:cubicBezTo>
                    <a:pt x="94" y="446"/>
                    <a:pt x="94" y="441"/>
                    <a:pt x="94" y="435"/>
                  </a:cubicBezTo>
                  <a:cubicBezTo>
                    <a:pt x="94" y="433"/>
                    <a:pt x="94" y="432"/>
                    <a:pt x="94" y="430"/>
                  </a:cubicBezTo>
                  <a:cubicBezTo>
                    <a:pt x="95" y="428"/>
                    <a:pt x="95" y="426"/>
                    <a:pt x="95" y="424"/>
                  </a:cubicBezTo>
                  <a:cubicBezTo>
                    <a:pt x="95" y="421"/>
                    <a:pt x="95" y="417"/>
                    <a:pt x="95" y="414"/>
                  </a:cubicBezTo>
                  <a:cubicBezTo>
                    <a:pt x="96" y="411"/>
                    <a:pt x="96" y="408"/>
                    <a:pt x="96" y="405"/>
                  </a:cubicBezTo>
                  <a:cubicBezTo>
                    <a:pt x="97" y="397"/>
                    <a:pt x="97" y="389"/>
                    <a:pt x="98" y="381"/>
                  </a:cubicBezTo>
                  <a:cubicBezTo>
                    <a:pt x="99" y="378"/>
                    <a:pt x="99" y="375"/>
                    <a:pt x="100" y="372"/>
                  </a:cubicBezTo>
                  <a:cubicBezTo>
                    <a:pt x="100" y="368"/>
                    <a:pt x="101" y="365"/>
                    <a:pt x="101" y="362"/>
                  </a:cubicBezTo>
                  <a:cubicBezTo>
                    <a:pt x="120" y="238"/>
                    <a:pt x="230" y="49"/>
                    <a:pt x="259" y="0"/>
                  </a:cubicBezTo>
                  <a:cubicBezTo>
                    <a:pt x="258" y="0"/>
                    <a:pt x="258" y="0"/>
                    <a:pt x="257" y="0"/>
                  </a:cubicBezTo>
                  <a:cubicBezTo>
                    <a:pt x="234" y="0"/>
                    <a:pt x="207" y="1"/>
                    <a:pt x="177" y="5"/>
                  </a:cubicBezTo>
                  <a:cubicBezTo>
                    <a:pt x="144" y="9"/>
                    <a:pt x="109" y="17"/>
                    <a:pt x="76" y="28"/>
                  </a:cubicBezTo>
                  <a:cubicBezTo>
                    <a:pt x="37" y="109"/>
                    <a:pt x="2" y="211"/>
                    <a:pt x="0" y="326"/>
                  </a:cubicBezTo>
                  <a:cubicBezTo>
                    <a:pt x="0" y="326"/>
                    <a:pt x="0" y="327"/>
                    <a:pt x="0" y="327"/>
                  </a:cubicBezTo>
                  <a:cubicBezTo>
                    <a:pt x="0" y="329"/>
                    <a:pt x="0" y="331"/>
                    <a:pt x="0" y="334"/>
                  </a:cubicBezTo>
                  <a:cubicBezTo>
                    <a:pt x="0" y="338"/>
                    <a:pt x="0" y="343"/>
                    <a:pt x="0" y="347"/>
                  </a:cubicBezTo>
                  <a:cubicBezTo>
                    <a:pt x="0" y="384"/>
                    <a:pt x="4" y="421"/>
                    <a:pt x="12" y="460"/>
                  </a:cubicBezTo>
                  <a:cubicBezTo>
                    <a:pt x="50" y="647"/>
                    <a:pt x="176" y="678"/>
                    <a:pt x="291" y="664"/>
                  </a:cubicBezTo>
                  <a:cubicBezTo>
                    <a:pt x="282" y="664"/>
                    <a:pt x="267" y="665"/>
                    <a:pt x="247" y="66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B4657C01-6B0A-424D-A713-EDBCA39BCAEB}"/>
                </a:ext>
              </a:extLst>
            </p:cNvPr>
            <p:cNvSpPr>
              <a:spLocks/>
            </p:cNvSpPr>
            <p:nvPr/>
          </p:nvSpPr>
          <p:spPr bwMode="auto">
            <a:xfrm>
              <a:off x="4881563" y="2741613"/>
              <a:ext cx="1173163" cy="2730500"/>
            </a:xfrm>
            <a:custGeom>
              <a:avLst/>
              <a:gdLst>
                <a:gd name="T0" fmla="*/ 273 w 294"/>
                <a:gd name="T1" fmla="*/ 634 h 685"/>
                <a:gd name="T2" fmla="*/ 26 w 294"/>
                <a:gd name="T3" fmla="*/ 552 h 685"/>
                <a:gd name="T4" fmla="*/ 14 w 294"/>
                <a:gd name="T5" fmla="*/ 470 h 685"/>
                <a:gd name="T6" fmla="*/ 23 w 294"/>
                <a:gd name="T7" fmla="*/ 366 h 685"/>
                <a:gd name="T8" fmla="*/ 43 w 294"/>
                <a:gd name="T9" fmla="*/ 289 h 685"/>
                <a:gd name="T10" fmla="*/ 194 w 294"/>
                <a:gd name="T11" fmla="*/ 2 h 685"/>
                <a:gd name="T12" fmla="*/ 165 w 294"/>
                <a:gd name="T13" fmla="*/ 0 h 685"/>
                <a:gd name="T14" fmla="*/ 7 w 294"/>
                <a:gd name="T15" fmla="*/ 362 h 685"/>
                <a:gd name="T16" fmla="*/ 6 w 294"/>
                <a:gd name="T17" fmla="*/ 372 h 685"/>
                <a:gd name="T18" fmla="*/ 2 w 294"/>
                <a:gd name="T19" fmla="*/ 405 h 685"/>
                <a:gd name="T20" fmla="*/ 1 w 294"/>
                <a:gd name="T21" fmla="*/ 414 h 685"/>
                <a:gd name="T22" fmla="*/ 1 w 294"/>
                <a:gd name="T23" fmla="*/ 424 h 685"/>
                <a:gd name="T24" fmla="*/ 0 w 294"/>
                <a:gd name="T25" fmla="*/ 430 h 685"/>
                <a:gd name="T26" fmla="*/ 0 w 294"/>
                <a:gd name="T27" fmla="*/ 435 h 685"/>
                <a:gd name="T28" fmla="*/ 0 w 294"/>
                <a:gd name="T29" fmla="*/ 452 h 685"/>
                <a:gd name="T30" fmla="*/ 0 w 294"/>
                <a:gd name="T31" fmla="*/ 457 h 685"/>
                <a:gd name="T32" fmla="*/ 0 w 294"/>
                <a:gd name="T33" fmla="*/ 463 h 685"/>
                <a:gd name="T34" fmla="*/ 3 w 294"/>
                <a:gd name="T35" fmla="*/ 494 h 685"/>
                <a:gd name="T36" fmla="*/ 4 w 294"/>
                <a:gd name="T37" fmla="*/ 506 h 685"/>
                <a:gd name="T38" fmla="*/ 13 w 294"/>
                <a:gd name="T39" fmla="*/ 546 h 685"/>
                <a:gd name="T40" fmla="*/ 16 w 294"/>
                <a:gd name="T41" fmla="*/ 555 h 685"/>
                <a:gd name="T42" fmla="*/ 16 w 294"/>
                <a:gd name="T43" fmla="*/ 556 h 685"/>
                <a:gd name="T44" fmla="*/ 18 w 294"/>
                <a:gd name="T45" fmla="*/ 561 h 685"/>
                <a:gd name="T46" fmla="*/ 20 w 294"/>
                <a:gd name="T47" fmla="*/ 564 h 685"/>
                <a:gd name="T48" fmla="*/ 45 w 294"/>
                <a:gd name="T49" fmla="*/ 607 h 685"/>
                <a:gd name="T50" fmla="*/ 153 w 294"/>
                <a:gd name="T51" fmla="*/ 663 h 685"/>
                <a:gd name="T52" fmla="*/ 197 w 294"/>
                <a:gd name="T53" fmla="*/ 664 h 685"/>
                <a:gd name="T54" fmla="*/ 294 w 294"/>
                <a:gd name="T55" fmla="*/ 641 h 685"/>
                <a:gd name="T56" fmla="*/ 280 w 294"/>
                <a:gd name="T57" fmla="*/ 637 h 685"/>
                <a:gd name="T58" fmla="*/ 273 w 294"/>
                <a:gd name="T59" fmla="*/ 634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4" h="685">
                  <a:moveTo>
                    <a:pt x="273" y="634"/>
                  </a:moveTo>
                  <a:cubicBezTo>
                    <a:pt x="121" y="685"/>
                    <a:pt x="52" y="633"/>
                    <a:pt x="26" y="552"/>
                  </a:cubicBezTo>
                  <a:cubicBezTo>
                    <a:pt x="19" y="527"/>
                    <a:pt x="15" y="499"/>
                    <a:pt x="14" y="470"/>
                  </a:cubicBezTo>
                  <a:cubicBezTo>
                    <a:pt x="13" y="435"/>
                    <a:pt x="17" y="399"/>
                    <a:pt x="23" y="366"/>
                  </a:cubicBezTo>
                  <a:cubicBezTo>
                    <a:pt x="28" y="337"/>
                    <a:pt x="36" y="310"/>
                    <a:pt x="43" y="289"/>
                  </a:cubicBezTo>
                  <a:cubicBezTo>
                    <a:pt x="81" y="185"/>
                    <a:pt x="174" y="34"/>
                    <a:pt x="194" y="2"/>
                  </a:cubicBezTo>
                  <a:cubicBezTo>
                    <a:pt x="184" y="1"/>
                    <a:pt x="174" y="1"/>
                    <a:pt x="165" y="0"/>
                  </a:cubicBezTo>
                  <a:cubicBezTo>
                    <a:pt x="136" y="49"/>
                    <a:pt x="26" y="238"/>
                    <a:pt x="7" y="362"/>
                  </a:cubicBezTo>
                  <a:cubicBezTo>
                    <a:pt x="7" y="365"/>
                    <a:pt x="6" y="368"/>
                    <a:pt x="6" y="372"/>
                  </a:cubicBezTo>
                  <a:cubicBezTo>
                    <a:pt x="4" y="383"/>
                    <a:pt x="3" y="394"/>
                    <a:pt x="2" y="405"/>
                  </a:cubicBezTo>
                  <a:cubicBezTo>
                    <a:pt x="2" y="408"/>
                    <a:pt x="2" y="411"/>
                    <a:pt x="1" y="414"/>
                  </a:cubicBezTo>
                  <a:cubicBezTo>
                    <a:pt x="1" y="417"/>
                    <a:pt x="1" y="421"/>
                    <a:pt x="1" y="424"/>
                  </a:cubicBezTo>
                  <a:cubicBezTo>
                    <a:pt x="1" y="426"/>
                    <a:pt x="1" y="428"/>
                    <a:pt x="0" y="430"/>
                  </a:cubicBezTo>
                  <a:cubicBezTo>
                    <a:pt x="0" y="432"/>
                    <a:pt x="0" y="433"/>
                    <a:pt x="0" y="435"/>
                  </a:cubicBezTo>
                  <a:cubicBezTo>
                    <a:pt x="0" y="441"/>
                    <a:pt x="0" y="446"/>
                    <a:pt x="0" y="452"/>
                  </a:cubicBezTo>
                  <a:cubicBezTo>
                    <a:pt x="0" y="453"/>
                    <a:pt x="0" y="455"/>
                    <a:pt x="0" y="457"/>
                  </a:cubicBezTo>
                  <a:cubicBezTo>
                    <a:pt x="0" y="459"/>
                    <a:pt x="0" y="461"/>
                    <a:pt x="0" y="463"/>
                  </a:cubicBezTo>
                  <a:cubicBezTo>
                    <a:pt x="1" y="474"/>
                    <a:pt x="1" y="485"/>
                    <a:pt x="3" y="494"/>
                  </a:cubicBezTo>
                  <a:cubicBezTo>
                    <a:pt x="3" y="498"/>
                    <a:pt x="3" y="502"/>
                    <a:pt x="4" y="506"/>
                  </a:cubicBezTo>
                  <a:cubicBezTo>
                    <a:pt x="6" y="521"/>
                    <a:pt x="9" y="534"/>
                    <a:pt x="13" y="546"/>
                  </a:cubicBezTo>
                  <a:cubicBezTo>
                    <a:pt x="14" y="549"/>
                    <a:pt x="15" y="552"/>
                    <a:pt x="16" y="555"/>
                  </a:cubicBezTo>
                  <a:cubicBezTo>
                    <a:pt x="16" y="555"/>
                    <a:pt x="16" y="555"/>
                    <a:pt x="16" y="556"/>
                  </a:cubicBezTo>
                  <a:cubicBezTo>
                    <a:pt x="17" y="557"/>
                    <a:pt x="18" y="559"/>
                    <a:pt x="18" y="561"/>
                  </a:cubicBezTo>
                  <a:cubicBezTo>
                    <a:pt x="19" y="562"/>
                    <a:pt x="19" y="563"/>
                    <a:pt x="20" y="564"/>
                  </a:cubicBezTo>
                  <a:cubicBezTo>
                    <a:pt x="27" y="581"/>
                    <a:pt x="35" y="595"/>
                    <a:pt x="45" y="607"/>
                  </a:cubicBezTo>
                  <a:cubicBezTo>
                    <a:pt x="77" y="646"/>
                    <a:pt x="120" y="660"/>
                    <a:pt x="153" y="663"/>
                  </a:cubicBezTo>
                  <a:cubicBezTo>
                    <a:pt x="173" y="665"/>
                    <a:pt x="188" y="664"/>
                    <a:pt x="197" y="664"/>
                  </a:cubicBezTo>
                  <a:cubicBezTo>
                    <a:pt x="231" y="659"/>
                    <a:pt x="264" y="651"/>
                    <a:pt x="294" y="641"/>
                  </a:cubicBezTo>
                  <a:cubicBezTo>
                    <a:pt x="289" y="640"/>
                    <a:pt x="284" y="638"/>
                    <a:pt x="280" y="637"/>
                  </a:cubicBezTo>
                  <a:cubicBezTo>
                    <a:pt x="278" y="636"/>
                    <a:pt x="275" y="635"/>
                    <a:pt x="273" y="634"/>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98B1EC9F-47FC-463A-B9E9-85441063033D}"/>
                </a:ext>
              </a:extLst>
            </p:cNvPr>
            <p:cNvSpPr>
              <a:spLocks/>
            </p:cNvSpPr>
            <p:nvPr/>
          </p:nvSpPr>
          <p:spPr bwMode="auto">
            <a:xfrm>
              <a:off x="4694238" y="2741613"/>
              <a:ext cx="846138" cy="374650"/>
            </a:xfrm>
            <a:custGeom>
              <a:avLst/>
              <a:gdLst>
                <a:gd name="T0" fmla="*/ 212 w 212"/>
                <a:gd name="T1" fmla="*/ 0 h 94"/>
                <a:gd name="T2" fmla="*/ 210 w 212"/>
                <a:gd name="T3" fmla="*/ 0 h 94"/>
                <a:gd name="T4" fmla="*/ 130 w 212"/>
                <a:gd name="T5" fmla="*/ 5 h 94"/>
                <a:gd name="T6" fmla="*/ 29 w 212"/>
                <a:gd name="T7" fmla="*/ 28 h 94"/>
                <a:gd name="T8" fmla="*/ 0 w 212"/>
                <a:gd name="T9" fmla="*/ 94 h 94"/>
                <a:gd name="T10" fmla="*/ 159 w 212"/>
                <a:gd name="T11" fmla="*/ 93 h 94"/>
                <a:gd name="T12" fmla="*/ 212 w 212"/>
                <a:gd name="T13" fmla="*/ 0 h 94"/>
              </a:gdLst>
              <a:ahLst/>
              <a:cxnLst>
                <a:cxn ang="0">
                  <a:pos x="T0" y="T1"/>
                </a:cxn>
                <a:cxn ang="0">
                  <a:pos x="T2" y="T3"/>
                </a:cxn>
                <a:cxn ang="0">
                  <a:pos x="T4" y="T5"/>
                </a:cxn>
                <a:cxn ang="0">
                  <a:pos x="T6" y="T7"/>
                </a:cxn>
                <a:cxn ang="0">
                  <a:pos x="T8" y="T9"/>
                </a:cxn>
                <a:cxn ang="0">
                  <a:pos x="T10" y="T11"/>
                </a:cxn>
                <a:cxn ang="0">
                  <a:pos x="T12" y="T13"/>
                </a:cxn>
              </a:cxnLst>
              <a:rect l="0" t="0" r="r" b="b"/>
              <a:pathLst>
                <a:path w="212" h="94">
                  <a:moveTo>
                    <a:pt x="212" y="0"/>
                  </a:moveTo>
                  <a:cubicBezTo>
                    <a:pt x="211" y="0"/>
                    <a:pt x="211" y="0"/>
                    <a:pt x="210" y="0"/>
                  </a:cubicBezTo>
                  <a:cubicBezTo>
                    <a:pt x="187" y="0"/>
                    <a:pt x="160" y="1"/>
                    <a:pt x="130" y="5"/>
                  </a:cubicBezTo>
                  <a:cubicBezTo>
                    <a:pt x="97" y="9"/>
                    <a:pt x="62" y="17"/>
                    <a:pt x="29" y="28"/>
                  </a:cubicBezTo>
                  <a:cubicBezTo>
                    <a:pt x="19" y="49"/>
                    <a:pt x="9" y="71"/>
                    <a:pt x="0" y="94"/>
                  </a:cubicBezTo>
                  <a:cubicBezTo>
                    <a:pt x="159" y="93"/>
                    <a:pt x="159" y="93"/>
                    <a:pt x="159" y="93"/>
                  </a:cubicBezTo>
                  <a:cubicBezTo>
                    <a:pt x="182" y="51"/>
                    <a:pt x="202" y="17"/>
                    <a:pt x="212" y="0"/>
                  </a:cubicBezTo>
                  <a:close/>
                </a:path>
              </a:pathLst>
            </a:custGeom>
            <a:gradFill>
              <a:gsLst>
                <a:gs pos="34000">
                  <a:schemeClr val="accent5">
                    <a:alpha val="0"/>
                  </a:schemeClr>
                </a:gs>
                <a:gs pos="75000">
                  <a:srgbClr val="000000">
                    <a:alpha val="40000"/>
                  </a:srgbClr>
                </a:gs>
              </a:gsLst>
              <a:lin ang="156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6" name="Group 45">
            <a:extLst>
              <a:ext uri="{FF2B5EF4-FFF2-40B4-BE49-F238E27FC236}">
                <a16:creationId xmlns:a16="http://schemas.microsoft.com/office/drawing/2014/main" id="{2C2BEDE4-B9D2-4EF9-AEF7-A034574FB5C5}"/>
              </a:ext>
            </a:extLst>
          </p:cNvPr>
          <p:cNvGrpSpPr/>
          <p:nvPr/>
        </p:nvGrpSpPr>
        <p:grpSpPr>
          <a:xfrm>
            <a:off x="3241963" y="1597020"/>
            <a:ext cx="3832896" cy="2792411"/>
            <a:chOff x="4067176" y="2135188"/>
            <a:chExt cx="2736850" cy="1993900"/>
          </a:xfrm>
        </p:grpSpPr>
        <p:sp>
          <p:nvSpPr>
            <p:cNvPr id="9" name="Freeform 8">
              <a:extLst>
                <a:ext uri="{FF2B5EF4-FFF2-40B4-BE49-F238E27FC236}">
                  <a16:creationId xmlns:a16="http://schemas.microsoft.com/office/drawing/2014/main" id="{5E2F35C6-BB69-413E-B6BA-5910D6377822}"/>
                </a:ext>
              </a:extLst>
            </p:cNvPr>
            <p:cNvSpPr>
              <a:spLocks/>
            </p:cNvSpPr>
            <p:nvPr/>
          </p:nvSpPr>
          <p:spPr bwMode="auto">
            <a:xfrm>
              <a:off x="4124326" y="3000375"/>
              <a:ext cx="477838" cy="1041400"/>
            </a:xfrm>
            <a:custGeom>
              <a:avLst/>
              <a:gdLst>
                <a:gd name="T0" fmla="*/ 98 w 120"/>
                <a:gd name="T1" fmla="*/ 0 h 261"/>
                <a:gd name="T2" fmla="*/ 96 w 120"/>
                <a:gd name="T3" fmla="*/ 261 h 261"/>
                <a:gd name="T4" fmla="*/ 120 w 120"/>
                <a:gd name="T5" fmla="*/ 99 h 261"/>
                <a:gd name="T6" fmla="*/ 98 w 120"/>
                <a:gd name="T7" fmla="*/ 0 h 261"/>
              </a:gdLst>
              <a:ahLst/>
              <a:cxnLst>
                <a:cxn ang="0">
                  <a:pos x="T0" y="T1"/>
                </a:cxn>
                <a:cxn ang="0">
                  <a:pos x="T2" y="T3"/>
                </a:cxn>
                <a:cxn ang="0">
                  <a:pos x="T4" y="T5"/>
                </a:cxn>
                <a:cxn ang="0">
                  <a:pos x="T6" y="T7"/>
                </a:cxn>
              </a:cxnLst>
              <a:rect l="0" t="0" r="r" b="b"/>
              <a:pathLst>
                <a:path w="120" h="261">
                  <a:moveTo>
                    <a:pt x="98" y="0"/>
                  </a:moveTo>
                  <a:cubicBezTo>
                    <a:pt x="29" y="50"/>
                    <a:pt x="0" y="132"/>
                    <a:pt x="96" y="261"/>
                  </a:cubicBezTo>
                  <a:cubicBezTo>
                    <a:pt x="97" y="203"/>
                    <a:pt x="106" y="149"/>
                    <a:pt x="120" y="99"/>
                  </a:cubicBezTo>
                  <a:cubicBezTo>
                    <a:pt x="106" y="74"/>
                    <a:pt x="96" y="42"/>
                    <a:pt x="98"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B0C3C91F-4AD5-4BB4-A227-B58647C4508B}"/>
                </a:ext>
              </a:extLst>
            </p:cNvPr>
            <p:cNvSpPr>
              <a:spLocks/>
            </p:cNvSpPr>
            <p:nvPr/>
          </p:nvSpPr>
          <p:spPr bwMode="auto">
            <a:xfrm>
              <a:off x="4067176" y="2135188"/>
              <a:ext cx="2708275" cy="1651000"/>
            </a:xfrm>
            <a:custGeom>
              <a:avLst/>
              <a:gdLst>
                <a:gd name="T0" fmla="*/ 45 w 679"/>
                <a:gd name="T1" fmla="*/ 373 h 414"/>
                <a:gd name="T2" fmla="*/ 65 w 679"/>
                <a:gd name="T3" fmla="*/ 252 h 414"/>
                <a:gd name="T4" fmla="*/ 98 w 679"/>
                <a:gd name="T5" fmla="*/ 215 h 414"/>
                <a:gd name="T6" fmla="*/ 101 w 679"/>
                <a:gd name="T7" fmla="*/ 213 h 414"/>
                <a:gd name="T8" fmla="*/ 105 w 679"/>
                <a:gd name="T9" fmla="*/ 209 h 414"/>
                <a:gd name="T10" fmla="*/ 106 w 679"/>
                <a:gd name="T11" fmla="*/ 209 h 414"/>
                <a:gd name="T12" fmla="*/ 113 w 679"/>
                <a:gd name="T13" fmla="*/ 203 h 414"/>
                <a:gd name="T14" fmla="*/ 149 w 679"/>
                <a:gd name="T15" fmla="*/ 182 h 414"/>
                <a:gd name="T16" fmla="*/ 159 w 679"/>
                <a:gd name="T17" fmla="*/ 177 h 414"/>
                <a:gd name="T18" fmla="*/ 188 w 679"/>
                <a:gd name="T19" fmla="*/ 165 h 414"/>
                <a:gd name="T20" fmla="*/ 194 w 679"/>
                <a:gd name="T21" fmla="*/ 163 h 414"/>
                <a:gd name="T22" fmla="*/ 199 w 679"/>
                <a:gd name="T23" fmla="*/ 161 h 414"/>
                <a:gd name="T24" fmla="*/ 215 w 679"/>
                <a:gd name="T25" fmla="*/ 157 h 414"/>
                <a:gd name="T26" fmla="*/ 220 w 679"/>
                <a:gd name="T27" fmla="*/ 155 h 414"/>
                <a:gd name="T28" fmla="*/ 226 w 679"/>
                <a:gd name="T29" fmla="*/ 153 h 414"/>
                <a:gd name="T30" fmla="*/ 236 w 679"/>
                <a:gd name="T31" fmla="*/ 151 h 414"/>
                <a:gd name="T32" fmla="*/ 244 w 679"/>
                <a:gd name="T33" fmla="*/ 149 h 414"/>
                <a:gd name="T34" fmla="*/ 267 w 679"/>
                <a:gd name="T35" fmla="*/ 144 h 414"/>
                <a:gd name="T36" fmla="*/ 277 w 679"/>
                <a:gd name="T37" fmla="*/ 142 h 414"/>
                <a:gd name="T38" fmla="*/ 287 w 679"/>
                <a:gd name="T39" fmla="*/ 140 h 414"/>
                <a:gd name="T40" fmla="*/ 679 w 679"/>
                <a:gd name="T41" fmla="*/ 179 h 414"/>
                <a:gd name="T42" fmla="*/ 679 w 679"/>
                <a:gd name="T43" fmla="*/ 177 h 414"/>
                <a:gd name="T44" fmla="*/ 650 w 679"/>
                <a:gd name="T45" fmla="*/ 102 h 414"/>
                <a:gd name="T46" fmla="*/ 596 w 679"/>
                <a:gd name="T47" fmla="*/ 13 h 414"/>
                <a:gd name="T48" fmla="*/ 290 w 679"/>
                <a:gd name="T49" fmla="*/ 33 h 414"/>
                <a:gd name="T50" fmla="*/ 288 w 679"/>
                <a:gd name="T51" fmla="*/ 33 h 414"/>
                <a:gd name="T52" fmla="*/ 282 w 679"/>
                <a:gd name="T53" fmla="*/ 35 h 414"/>
                <a:gd name="T54" fmla="*/ 269 w 679"/>
                <a:gd name="T55" fmla="*/ 39 h 414"/>
                <a:gd name="T56" fmla="*/ 166 w 679"/>
                <a:gd name="T57" fmla="*/ 86 h 414"/>
                <a:gd name="T58" fmla="*/ 58 w 679"/>
                <a:gd name="T59" fmla="*/ 414 h 414"/>
                <a:gd name="T60" fmla="*/ 45 w 679"/>
                <a:gd name="T61" fmla="*/ 37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9" h="414">
                  <a:moveTo>
                    <a:pt x="45" y="373"/>
                  </a:moveTo>
                  <a:cubicBezTo>
                    <a:pt x="39" y="340"/>
                    <a:pt x="38" y="295"/>
                    <a:pt x="65" y="252"/>
                  </a:cubicBezTo>
                  <a:cubicBezTo>
                    <a:pt x="73" y="239"/>
                    <a:pt x="84" y="227"/>
                    <a:pt x="98" y="215"/>
                  </a:cubicBezTo>
                  <a:cubicBezTo>
                    <a:pt x="99" y="214"/>
                    <a:pt x="100" y="213"/>
                    <a:pt x="101" y="213"/>
                  </a:cubicBezTo>
                  <a:cubicBezTo>
                    <a:pt x="102" y="211"/>
                    <a:pt x="104" y="210"/>
                    <a:pt x="105" y="209"/>
                  </a:cubicBezTo>
                  <a:cubicBezTo>
                    <a:pt x="105" y="209"/>
                    <a:pt x="106" y="209"/>
                    <a:pt x="106" y="209"/>
                  </a:cubicBezTo>
                  <a:cubicBezTo>
                    <a:pt x="108" y="207"/>
                    <a:pt x="111" y="205"/>
                    <a:pt x="113" y="203"/>
                  </a:cubicBezTo>
                  <a:cubicBezTo>
                    <a:pt x="124" y="196"/>
                    <a:pt x="135" y="189"/>
                    <a:pt x="149" y="182"/>
                  </a:cubicBezTo>
                  <a:cubicBezTo>
                    <a:pt x="152" y="180"/>
                    <a:pt x="156" y="179"/>
                    <a:pt x="159" y="177"/>
                  </a:cubicBezTo>
                  <a:cubicBezTo>
                    <a:pt x="168" y="173"/>
                    <a:pt x="178" y="169"/>
                    <a:pt x="188" y="165"/>
                  </a:cubicBezTo>
                  <a:cubicBezTo>
                    <a:pt x="190" y="165"/>
                    <a:pt x="192" y="164"/>
                    <a:pt x="194" y="163"/>
                  </a:cubicBezTo>
                  <a:cubicBezTo>
                    <a:pt x="196" y="162"/>
                    <a:pt x="198" y="162"/>
                    <a:pt x="199" y="161"/>
                  </a:cubicBezTo>
                  <a:cubicBezTo>
                    <a:pt x="204" y="160"/>
                    <a:pt x="209" y="158"/>
                    <a:pt x="215" y="157"/>
                  </a:cubicBezTo>
                  <a:cubicBezTo>
                    <a:pt x="216" y="156"/>
                    <a:pt x="218" y="155"/>
                    <a:pt x="220" y="155"/>
                  </a:cubicBezTo>
                  <a:cubicBezTo>
                    <a:pt x="222" y="154"/>
                    <a:pt x="224" y="154"/>
                    <a:pt x="226" y="153"/>
                  </a:cubicBezTo>
                  <a:cubicBezTo>
                    <a:pt x="229" y="153"/>
                    <a:pt x="232" y="152"/>
                    <a:pt x="236" y="151"/>
                  </a:cubicBezTo>
                  <a:cubicBezTo>
                    <a:pt x="239" y="150"/>
                    <a:pt x="241" y="149"/>
                    <a:pt x="244" y="149"/>
                  </a:cubicBezTo>
                  <a:cubicBezTo>
                    <a:pt x="252" y="147"/>
                    <a:pt x="259" y="145"/>
                    <a:pt x="267" y="144"/>
                  </a:cubicBezTo>
                  <a:cubicBezTo>
                    <a:pt x="270" y="143"/>
                    <a:pt x="274" y="143"/>
                    <a:pt x="277" y="142"/>
                  </a:cubicBezTo>
                  <a:cubicBezTo>
                    <a:pt x="280" y="141"/>
                    <a:pt x="284" y="141"/>
                    <a:pt x="287" y="140"/>
                  </a:cubicBezTo>
                  <a:cubicBezTo>
                    <a:pt x="411" y="120"/>
                    <a:pt x="624" y="166"/>
                    <a:pt x="679" y="179"/>
                  </a:cubicBezTo>
                  <a:cubicBezTo>
                    <a:pt x="679" y="178"/>
                    <a:pt x="679" y="177"/>
                    <a:pt x="679" y="177"/>
                  </a:cubicBezTo>
                  <a:cubicBezTo>
                    <a:pt x="672" y="155"/>
                    <a:pt x="663" y="129"/>
                    <a:pt x="650" y="102"/>
                  </a:cubicBezTo>
                  <a:cubicBezTo>
                    <a:pt x="636" y="72"/>
                    <a:pt x="617" y="41"/>
                    <a:pt x="596" y="13"/>
                  </a:cubicBezTo>
                  <a:cubicBezTo>
                    <a:pt x="507" y="1"/>
                    <a:pt x="400" y="0"/>
                    <a:pt x="290" y="33"/>
                  </a:cubicBezTo>
                  <a:cubicBezTo>
                    <a:pt x="289" y="33"/>
                    <a:pt x="289" y="33"/>
                    <a:pt x="288" y="33"/>
                  </a:cubicBezTo>
                  <a:cubicBezTo>
                    <a:pt x="286" y="34"/>
                    <a:pt x="284" y="34"/>
                    <a:pt x="282" y="35"/>
                  </a:cubicBezTo>
                  <a:cubicBezTo>
                    <a:pt x="278" y="37"/>
                    <a:pt x="274" y="38"/>
                    <a:pt x="269" y="39"/>
                  </a:cubicBezTo>
                  <a:cubicBezTo>
                    <a:pt x="235" y="51"/>
                    <a:pt x="200" y="66"/>
                    <a:pt x="166" y="86"/>
                  </a:cubicBezTo>
                  <a:cubicBezTo>
                    <a:pt x="0" y="180"/>
                    <a:pt x="9" y="309"/>
                    <a:pt x="58" y="414"/>
                  </a:cubicBezTo>
                  <a:cubicBezTo>
                    <a:pt x="55" y="406"/>
                    <a:pt x="49" y="392"/>
                    <a:pt x="45" y="37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74AB8FFA-CF60-4E91-8273-0A3298E529FB}"/>
                </a:ext>
              </a:extLst>
            </p:cNvPr>
            <p:cNvSpPr>
              <a:spLocks/>
            </p:cNvSpPr>
            <p:nvPr/>
          </p:nvSpPr>
          <p:spPr bwMode="auto">
            <a:xfrm>
              <a:off x="4124326" y="2613025"/>
              <a:ext cx="2679700" cy="1516063"/>
            </a:xfrm>
            <a:custGeom>
              <a:avLst/>
              <a:gdLst>
                <a:gd name="T0" fmla="*/ 96 w 672"/>
                <a:gd name="T1" fmla="*/ 358 h 380"/>
                <a:gd name="T2" fmla="*/ 98 w 672"/>
                <a:gd name="T3" fmla="*/ 97 h 380"/>
                <a:gd name="T4" fmla="*/ 172 w 672"/>
                <a:gd name="T5" fmla="*/ 60 h 380"/>
                <a:gd name="T6" fmla="*/ 273 w 672"/>
                <a:gd name="T7" fmla="*/ 37 h 380"/>
                <a:gd name="T8" fmla="*/ 353 w 672"/>
                <a:gd name="T9" fmla="*/ 32 h 380"/>
                <a:gd name="T10" fmla="*/ 672 w 672"/>
                <a:gd name="T11" fmla="*/ 87 h 380"/>
                <a:gd name="T12" fmla="*/ 665 w 672"/>
                <a:gd name="T13" fmla="*/ 59 h 380"/>
                <a:gd name="T14" fmla="*/ 273 w 672"/>
                <a:gd name="T15" fmla="*/ 20 h 380"/>
                <a:gd name="T16" fmla="*/ 263 w 672"/>
                <a:gd name="T17" fmla="*/ 22 h 380"/>
                <a:gd name="T18" fmla="*/ 230 w 672"/>
                <a:gd name="T19" fmla="*/ 29 h 380"/>
                <a:gd name="T20" fmla="*/ 222 w 672"/>
                <a:gd name="T21" fmla="*/ 31 h 380"/>
                <a:gd name="T22" fmla="*/ 212 w 672"/>
                <a:gd name="T23" fmla="*/ 33 h 380"/>
                <a:gd name="T24" fmla="*/ 206 w 672"/>
                <a:gd name="T25" fmla="*/ 35 h 380"/>
                <a:gd name="T26" fmla="*/ 201 w 672"/>
                <a:gd name="T27" fmla="*/ 37 h 380"/>
                <a:gd name="T28" fmla="*/ 185 w 672"/>
                <a:gd name="T29" fmla="*/ 41 h 380"/>
                <a:gd name="T30" fmla="*/ 180 w 672"/>
                <a:gd name="T31" fmla="*/ 43 h 380"/>
                <a:gd name="T32" fmla="*/ 174 w 672"/>
                <a:gd name="T33" fmla="*/ 45 h 380"/>
                <a:gd name="T34" fmla="*/ 145 w 672"/>
                <a:gd name="T35" fmla="*/ 57 h 380"/>
                <a:gd name="T36" fmla="*/ 135 w 672"/>
                <a:gd name="T37" fmla="*/ 62 h 380"/>
                <a:gd name="T38" fmla="*/ 99 w 672"/>
                <a:gd name="T39" fmla="*/ 83 h 380"/>
                <a:gd name="T40" fmla="*/ 92 w 672"/>
                <a:gd name="T41" fmla="*/ 89 h 380"/>
                <a:gd name="T42" fmla="*/ 91 w 672"/>
                <a:gd name="T43" fmla="*/ 89 h 380"/>
                <a:gd name="T44" fmla="*/ 87 w 672"/>
                <a:gd name="T45" fmla="*/ 93 h 380"/>
                <a:gd name="T46" fmla="*/ 84 w 672"/>
                <a:gd name="T47" fmla="*/ 95 h 380"/>
                <a:gd name="T48" fmla="*/ 51 w 672"/>
                <a:gd name="T49" fmla="*/ 132 h 380"/>
                <a:gd name="T50" fmla="*/ 31 w 672"/>
                <a:gd name="T51" fmla="*/ 253 h 380"/>
                <a:gd name="T52" fmla="*/ 44 w 672"/>
                <a:gd name="T53" fmla="*/ 294 h 380"/>
                <a:gd name="T54" fmla="*/ 96 w 672"/>
                <a:gd name="T55" fmla="*/ 380 h 380"/>
                <a:gd name="T56" fmla="*/ 96 w 672"/>
                <a:gd name="T57" fmla="*/ 364 h 380"/>
                <a:gd name="T58" fmla="*/ 96 w 672"/>
                <a:gd name="T59" fmla="*/ 358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2" h="380">
                  <a:moveTo>
                    <a:pt x="96" y="358"/>
                  </a:moveTo>
                  <a:cubicBezTo>
                    <a:pt x="0" y="229"/>
                    <a:pt x="29" y="147"/>
                    <a:pt x="98" y="97"/>
                  </a:cubicBezTo>
                  <a:cubicBezTo>
                    <a:pt x="120" y="82"/>
                    <a:pt x="145" y="70"/>
                    <a:pt x="172" y="60"/>
                  </a:cubicBezTo>
                  <a:cubicBezTo>
                    <a:pt x="205" y="49"/>
                    <a:pt x="240" y="41"/>
                    <a:pt x="273" y="37"/>
                  </a:cubicBezTo>
                  <a:cubicBezTo>
                    <a:pt x="303" y="33"/>
                    <a:pt x="330" y="32"/>
                    <a:pt x="353" y="32"/>
                  </a:cubicBezTo>
                  <a:cubicBezTo>
                    <a:pt x="464" y="36"/>
                    <a:pt x="636" y="78"/>
                    <a:pt x="672" y="87"/>
                  </a:cubicBezTo>
                  <a:cubicBezTo>
                    <a:pt x="670" y="77"/>
                    <a:pt x="668" y="68"/>
                    <a:pt x="665" y="59"/>
                  </a:cubicBezTo>
                  <a:cubicBezTo>
                    <a:pt x="610" y="46"/>
                    <a:pt x="397" y="0"/>
                    <a:pt x="273" y="20"/>
                  </a:cubicBezTo>
                  <a:cubicBezTo>
                    <a:pt x="270" y="21"/>
                    <a:pt x="266" y="21"/>
                    <a:pt x="263" y="22"/>
                  </a:cubicBezTo>
                  <a:cubicBezTo>
                    <a:pt x="251" y="24"/>
                    <a:pt x="241" y="26"/>
                    <a:pt x="230" y="29"/>
                  </a:cubicBezTo>
                  <a:cubicBezTo>
                    <a:pt x="227" y="29"/>
                    <a:pt x="225" y="30"/>
                    <a:pt x="222" y="31"/>
                  </a:cubicBezTo>
                  <a:cubicBezTo>
                    <a:pt x="218" y="32"/>
                    <a:pt x="215" y="33"/>
                    <a:pt x="212" y="33"/>
                  </a:cubicBezTo>
                  <a:cubicBezTo>
                    <a:pt x="210" y="34"/>
                    <a:pt x="208" y="34"/>
                    <a:pt x="206" y="35"/>
                  </a:cubicBezTo>
                  <a:cubicBezTo>
                    <a:pt x="204" y="35"/>
                    <a:pt x="202" y="36"/>
                    <a:pt x="201" y="37"/>
                  </a:cubicBezTo>
                  <a:cubicBezTo>
                    <a:pt x="195" y="38"/>
                    <a:pt x="190" y="40"/>
                    <a:pt x="185" y="41"/>
                  </a:cubicBezTo>
                  <a:cubicBezTo>
                    <a:pt x="184" y="42"/>
                    <a:pt x="182" y="42"/>
                    <a:pt x="180" y="43"/>
                  </a:cubicBezTo>
                  <a:cubicBezTo>
                    <a:pt x="178" y="44"/>
                    <a:pt x="176" y="45"/>
                    <a:pt x="174" y="45"/>
                  </a:cubicBezTo>
                  <a:cubicBezTo>
                    <a:pt x="164" y="49"/>
                    <a:pt x="154" y="53"/>
                    <a:pt x="145" y="57"/>
                  </a:cubicBezTo>
                  <a:cubicBezTo>
                    <a:pt x="142" y="59"/>
                    <a:pt x="138" y="60"/>
                    <a:pt x="135" y="62"/>
                  </a:cubicBezTo>
                  <a:cubicBezTo>
                    <a:pt x="121" y="69"/>
                    <a:pt x="110" y="76"/>
                    <a:pt x="99" y="83"/>
                  </a:cubicBezTo>
                  <a:cubicBezTo>
                    <a:pt x="97" y="85"/>
                    <a:pt x="94" y="87"/>
                    <a:pt x="92" y="89"/>
                  </a:cubicBezTo>
                  <a:cubicBezTo>
                    <a:pt x="92" y="89"/>
                    <a:pt x="91" y="89"/>
                    <a:pt x="91" y="89"/>
                  </a:cubicBezTo>
                  <a:cubicBezTo>
                    <a:pt x="90" y="90"/>
                    <a:pt x="88" y="91"/>
                    <a:pt x="87" y="93"/>
                  </a:cubicBezTo>
                  <a:cubicBezTo>
                    <a:pt x="86" y="93"/>
                    <a:pt x="85" y="94"/>
                    <a:pt x="84" y="95"/>
                  </a:cubicBezTo>
                  <a:cubicBezTo>
                    <a:pt x="70" y="107"/>
                    <a:pt x="59" y="119"/>
                    <a:pt x="51" y="132"/>
                  </a:cubicBezTo>
                  <a:cubicBezTo>
                    <a:pt x="24" y="175"/>
                    <a:pt x="25" y="220"/>
                    <a:pt x="31" y="253"/>
                  </a:cubicBezTo>
                  <a:cubicBezTo>
                    <a:pt x="35" y="272"/>
                    <a:pt x="41" y="286"/>
                    <a:pt x="44" y="294"/>
                  </a:cubicBezTo>
                  <a:cubicBezTo>
                    <a:pt x="59" y="325"/>
                    <a:pt x="77" y="354"/>
                    <a:pt x="96" y="380"/>
                  </a:cubicBezTo>
                  <a:cubicBezTo>
                    <a:pt x="96" y="375"/>
                    <a:pt x="96" y="369"/>
                    <a:pt x="96" y="364"/>
                  </a:cubicBezTo>
                  <a:cubicBezTo>
                    <a:pt x="96" y="362"/>
                    <a:pt x="96" y="360"/>
                    <a:pt x="96" y="35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80C26AE2-D0D1-47A5-A304-3CA6F72BAACA}"/>
                </a:ext>
              </a:extLst>
            </p:cNvPr>
            <p:cNvSpPr>
              <a:spLocks/>
            </p:cNvSpPr>
            <p:nvPr/>
          </p:nvSpPr>
          <p:spPr bwMode="auto">
            <a:xfrm>
              <a:off x="6110288" y="2159000"/>
              <a:ext cx="665163" cy="688975"/>
            </a:xfrm>
            <a:custGeom>
              <a:avLst/>
              <a:gdLst>
                <a:gd name="T0" fmla="*/ 167 w 167"/>
                <a:gd name="T1" fmla="*/ 171 h 173"/>
                <a:gd name="T2" fmla="*/ 138 w 167"/>
                <a:gd name="T3" fmla="*/ 96 h 173"/>
                <a:gd name="T4" fmla="*/ 84 w 167"/>
                <a:gd name="T5" fmla="*/ 7 h 173"/>
                <a:gd name="T6" fmla="*/ 0 w 167"/>
                <a:gd name="T7" fmla="*/ 0 h 173"/>
                <a:gd name="T8" fmla="*/ 43 w 167"/>
                <a:gd name="T9" fmla="*/ 148 h 173"/>
                <a:gd name="T10" fmla="*/ 167 w 167"/>
                <a:gd name="T11" fmla="*/ 173 h 173"/>
                <a:gd name="T12" fmla="*/ 167 w 167"/>
                <a:gd name="T13" fmla="*/ 171 h 173"/>
              </a:gdLst>
              <a:ahLst/>
              <a:cxnLst>
                <a:cxn ang="0">
                  <a:pos x="T0" y="T1"/>
                </a:cxn>
                <a:cxn ang="0">
                  <a:pos x="T2" y="T3"/>
                </a:cxn>
                <a:cxn ang="0">
                  <a:pos x="T4" y="T5"/>
                </a:cxn>
                <a:cxn ang="0">
                  <a:pos x="T6" y="T7"/>
                </a:cxn>
                <a:cxn ang="0">
                  <a:pos x="T8" y="T9"/>
                </a:cxn>
                <a:cxn ang="0">
                  <a:pos x="T10" y="T11"/>
                </a:cxn>
                <a:cxn ang="0">
                  <a:pos x="T12" y="T13"/>
                </a:cxn>
              </a:cxnLst>
              <a:rect l="0" t="0" r="r" b="b"/>
              <a:pathLst>
                <a:path w="167" h="173">
                  <a:moveTo>
                    <a:pt x="167" y="171"/>
                  </a:moveTo>
                  <a:cubicBezTo>
                    <a:pt x="160" y="149"/>
                    <a:pt x="151" y="123"/>
                    <a:pt x="138" y="96"/>
                  </a:cubicBezTo>
                  <a:cubicBezTo>
                    <a:pt x="124" y="66"/>
                    <a:pt x="105" y="35"/>
                    <a:pt x="84" y="7"/>
                  </a:cubicBezTo>
                  <a:cubicBezTo>
                    <a:pt x="57" y="3"/>
                    <a:pt x="29" y="1"/>
                    <a:pt x="0" y="0"/>
                  </a:cubicBezTo>
                  <a:cubicBezTo>
                    <a:pt x="43" y="148"/>
                    <a:pt x="43" y="148"/>
                    <a:pt x="43" y="148"/>
                  </a:cubicBezTo>
                  <a:cubicBezTo>
                    <a:pt x="99" y="157"/>
                    <a:pt x="145" y="168"/>
                    <a:pt x="167" y="173"/>
                  </a:cubicBezTo>
                  <a:cubicBezTo>
                    <a:pt x="167" y="172"/>
                    <a:pt x="167" y="171"/>
                    <a:pt x="167" y="171"/>
                  </a:cubicBezTo>
                  <a:close/>
                </a:path>
              </a:pathLst>
            </a:custGeom>
            <a:gradFill>
              <a:gsLst>
                <a:gs pos="34000">
                  <a:schemeClr val="accent1">
                    <a:alpha val="0"/>
                  </a:schemeClr>
                </a:gs>
                <a:gs pos="71000">
                  <a:srgbClr val="000000">
                    <a:alpha val="40000"/>
                  </a:srgbClr>
                </a:gs>
              </a:gsLst>
              <a:lin ang="198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7" name="Group 46">
            <a:extLst>
              <a:ext uri="{FF2B5EF4-FFF2-40B4-BE49-F238E27FC236}">
                <a16:creationId xmlns:a16="http://schemas.microsoft.com/office/drawing/2014/main" id="{36FBEC5E-DA1E-4A97-A9CC-C131DD58CEF8}"/>
              </a:ext>
            </a:extLst>
          </p:cNvPr>
          <p:cNvGrpSpPr/>
          <p:nvPr/>
        </p:nvGrpSpPr>
        <p:grpSpPr>
          <a:xfrm>
            <a:off x="4744885" y="681038"/>
            <a:ext cx="3423816" cy="3697278"/>
            <a:chOff x="5140326" y="1481138"/>
            <a:chExt cx="2444750" cy="2640013"/>
          </a:xfrm>
        </p:grpSpPr>
        <p:sp>
          <p:nvSpPr>
            <p:cNvPr id="6" name="Freeform 5">
              <a:extLst>
                <a:ext uri="{FF2B5EF4-FFF2-40B4-BE49-F238E27FC236}">
                  <a16:creationId xmlns:a16="http://schemas.microsoft.com/office/drawing/2014/main" id="{7C1843FD-77B0-4211-8DB9-C794DBB5C359}"/>
                </a:ext>
              </a:extLst>
            </p:cNvPr>
            <p:cNvSpPr>
              <a:spLocks/>
            </p:cNvSpPr>
            <p:nvPr/>
          </p:nvSpPr>
          <p:spPr bwMode="auto">
            <a:xfrm>
              <a:off x="5224463" y="1744663"/>
              <a:ext cx="989013" cy="522288"/>
            </a:xfrm>
            <a:custGeom>
              <a:avLst/>
              <a:gdLst>
                <a:gd name="T0" fmla="*/ 248 w 248"/>
                <a:gd name="T1" fmla="*/ 53 h 131"/>
                <a:gd name="T2" fmla="*/ 0 w 248"/>
                <a:gd name="T3" fmla="*/ 131 h 131"/>
                <a:gd name="T4" fmla="*/ 161 w 248"/>
                <a:gd name="T5" fmla="*/ 104 h 131"/>
                <a:gd name="T6" fmla="*/ 248 w 248"/>
                <a:gd name="T7" fmla="*/ 53 h 131"/>
              </a:gdLst>
              <a:ahLst/>
              <a:cxnLst>
                <a:cxn ang="0">
                  <a:pos x="T0" y="T1"/>
                </a:cxn>
                <a:cxn ang="0">
                  <a:pos x="T2" y="T3"/>
                </a:cxn>
                <a:cxn ang="0">
                  <a:pos x="T4" y="T5"/>
                </a:cxn>
                <a:cxn ang="0">
                  <a:pos x="T6" y="T7"/>
                </a:cxn>
              </a:cxnLst>
              <a:rect l="0" t="0" r="r" b="b"/>
              <a:pathLst>
                <a:path w="248" h="131">
                  <a:moveTo>
                    <a:pt x="248" y="53"/>
                  </a:moveTo>
                  <a:cubicBezTo>
                    <a:pt x="179" y="2"/>
                    <a:pt x="93" y="0"/>
                    <a:pt x="0" y="131"/>
                  </a:cubicBezTo>
                  <a:cubicBezTo>
                    <a:pt x="55" y="114"/>
                    <a:pt x="109" y="106"/>
                    <a:pt x="161" y="104"/>
                  </a:cubicBezTo>
                  <a:cubicBezTo>
                    <a:pt x="181" y="82"/>
                    <a:pt x="208" y="64"/>
                    <a:pt x="248" y="5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832BA4BA-BD8B-477D-8DE1-4E3B61A382B2}"/>
                </a:ext>
              </a:extLst>
            </p:cNvPr>
            <p:cNvSpPr>
              <a:spLocks/>
            </p:cNvSpPr>
            <p:nvPr/>
          </p:nvSpPr>
          <p:spPr bwMode="auto">
            <a:xfrm>
              <a:off x="5400676" y="1481138"/>
              <a:ext cx="2184400" cy="2576513"/>
            </a:xfrm>
            <a:custGeom>
              <a:avLst/>
              <a:gdLst>
                <a:gd name="T0" fmla="*/ 36 w 548"/>
                <a:gd name="T1" fmla="*/ 103 h 646"/>
                <a:gd name="T2" fmla="*/ 156 w 548"/>
                <a:gd name="T3" fmla="*/ 85 h 646"/>
                <a:gd name="T4" fmla="*/ 202 w 548"/>
                <a:gd name="T5" fmla="*/ 105 h 646"/>
                <a:gd name="T6" fmla="*/ 205 w 548"/>
                <a:gd name="T7" fmla="*/ 107 h 646"/>
                <a:gd name="T8" fmla="*/ 210 w 548"/>
                <a:gd name="T9" fmla="*/ 109 h 646"/>
                <a:gd name="T10" fmla="*/ 211 w 548"/>
                <a:gd name="T11" fmla="*/ 110 h 646"/>
                <a:gd name="T12" fmla="*/ 218 w 548"/>
                <a:gd name="T13" fmla="*/ 115 h 646"/>
                <a:gd name="T14" fmla="*/ 249 w 548"/>
                <a:gd name="T15" fmla="*/ 143 h 646"/>
                <a:gd name="T16" fmla="*/ 257 w 548"/>
                <a:gd name="T17" fmla="*/ 151 h 646"/>
                <a:gd name="T18" fmla="*/ 277 w 548"/>
                <a:gd name="T19" fmla="*/ 175 h 646"/>
                <a:gd name="T20" fmla="*/ 281 w 548"/>
                <a:gd name="T21" fmla="*/ 180 h 646"/>
                <a:gd name="T22" fmla="*/ 284 w 548"/>
                <a:gd name="T23" fmla="*/ 184 h 646"/>
                <a:gd name="T24" fmla="*/ 294 w 548"/>
                <a:gd name="T25" fmla="*/ 197 h 646"/>
                <a:gd name="T26" fmla="*/ 297 w 548"/>
                <a:gd name="T27" fmla="*/ 202 h 646"/>
                <a:gd name="T28" fmla="*/ 300 w 548"/>
                <a:gd name="T29" fmla="*/ 207 h 646"/>
                <a:gd name="T30" fmla="*/ 306 w 548"/>
                <a:gd name="T31" fmla="*/ 216 h 646"/>
                <a:gd name="T32" fmla="*/ 310 w 548"/>
                <a:gd name="T33" fmla="*/ 223 h 646"/>
                <a:gd name="T34" fmla="*/ 322 w 548"/>
                <a:gd name="T35" fmla="*/ 243 h 646"/>
                <a:gd name="T36" fmla="*/ 327 w 548"/>
                <a:gd name="T37" fmla="*/ 252 h 646"/>
                <a:gd name="T38" fmla="*/ 331 w 548"/>
                <a:gd name="T39" fmla="*/ 261 h 646"/>
                <a:gd name="T40" fmla="*/ 416 w 548"/>
                <a:gd name="T41" fmla="*/ 646 h 646"/>
                <a:gd name="T42" fmla="*/ 418 w 548"/>
                <a:gd name="T43" fmla="*/ 645 h 646"/>
                <a:gd name="T44" fmla="*/ 480 w 548"/>
                <a:gd name="T45" fmla="*/ 595 h 646"/>
                <a:gd name="T46" fmla="*/ 548 w 548"/>
                <a:gd name="T47" fmla="*/ 516 h 646"/>
                <a:gd name="T48" fmla="*/ 435 w 548"/>
                <a:gd name="T49" fmla="*/ 231 h 646"/>
                <a:gd name="T50" fmla="*/ 434 w 548"/>
                <a:gd name="T51" fmla="*/ 229 h 646"/>
                <a:gd name="T52" fmla="*/ 430 w 548"/>
                <a:gd name="T53" fmla="*/ 224 h 646"/>
                <a:gd name="T54" fmla="*/ 422 w 548"/>
                <a:gd name="T55" fmla="*/ 213 h 646"/>
                <a:gd name="T56" fmla="*/ 346 w 548"/>
                <a:gd name="T57" fmla="*/ 129 h 646"/>
                <a:gd name="T58" fmla="*/ 0 w 548"/>
                <a:gd name="T59" fmla="*/ 128 h 646"/>
                <a:gd name="T60" fmla="*/ 36 w 548"/>
                <a:gd name="T61" fmla="*/ 103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8" h="646">
                  <a:moveTo>
                    <a:pt x="36" y="103"/>
                  </a:moveTo>
                  <a:cubicBezTo>
                    <a:pt x="65" y="87"/>
                    <a:pt x="107" y="72"/>
                    <a:pt x="156" y="85"/>
                  </a:cubicBezTo>
                  <a:cubicBezTo>
                    <a:pt x="171" y="89"/>
                    <a:pt x="187" y="95"/>
                    <a:pt x="202" y="105"/>
                  </a:cubicBezTo>
                  <a:cubicBezTo>
                    <a:pt x="203" y="105"/>
                    <a:pt x="204" y="106"/>
                    <a:pt x="205" y="107"/>
                  </a:cubicBezTo>
                  <a:cubicBezTo>
                    <a:pt x="207" y="107"/>
                    <a:pt x="208" y="108"/>
                    <a:pt x="210" y="109"/>
                  </a:cubicBezTo>
                  <a:cubicBezTo>
                    <a:pt x="210" y="110"/>
                    <a:pt x="210" y="110"/>
                    <a:pt x="211" y="110"/>
                  </a:cubicBezTo>
                  <a:cubicBezTo>
                    <a:pt x="213" y="112"/>
                    <a:pt x="215" y="113"/>
                    <a:pt x="218" y="115"/>
                  </a:cubicBezTo>
                  <a:cubicBezTo>
                    <a:pt x="228" y="123"/>
                    <a:pt x="239" y="132"/>
                    <a:pt x="249" y="143"/>
                  </a:cubicBezTo>
                  <a:cubicBezTo>
                    <a:pt x="252" y="145"/>
                    <a:pt x="255" y="148"/>
                    <a:pt x="257" y="151"/>
                  </a:cubicBezTo>
                  <a:cubicBezTo>
                    <a:pt x="264" y="158"/>
                    <a:pt x="270" y="166"/>
                    <a:pt x="277" y="175"/>
                  </a:cubicBezTo>
                  <a:cubicBezTo>
                    <a:pt x="278" y="176"/>
                    <a:pt x="280" y="178"/>
                    <a:pt x="281" y="180"/>
                  </a:cubicBezTo>
                  <a:cubicBezTo>
                    <a:pt x="282" y="181"/>
                    <a:pt x="283" y="183"/>
                    <a:pt x="284" y="184"/>
                  </a:cubicBezTo>
                  <a:cubicBezTo>
                    <a:pt x="287" y="188"/>
                    <a:pt x="291" y="193"/>
                    <a:pt x="294" y="197"/>
                  </a:cubicBezTo>
                  <a:cubicBezTo>
                    <a:pt x="295" y="199"/>
                    <a:pt x="296" y="200"/>
                    <a:pt x="297" y="202"/>
                  </a:cubicBezTo>
                  <a:cubicBezTo>
                    <a:pt x="298" y="204"/>
                    <a:pt x="299" y="205"/>
                    <a:pt x="300" y="207"/>
                  </a:cubicBezTo>
                  <a:cubicBezTo>
                    <a:pt x="302" y="210"/>
                    <a:pt x="304" y="213"/>
                    <a:pt x="306" y="216"/>
                  </a:cubicBezTo>
                  <a:cubicBezTo>
                    <a:pt x="307" y="218"/>
                    <a:pt x="309" y="221"/>
                    <a:pt x="310" y="223"/>
                  </a:cubicBezTo>
                  <a:cubicBezTo>
                    <a:pt x="314" y="230"/>
                    <a:pt x="318" y="236"/>
                    <a:pt x="322" y="243"/>
                  </a:cubicBezTo>
                  <a:cubicBezTo>
                    <a:pt x="324" y="246"/>
                    <a:pt x="325" y="249"/>
                    <a:pt x="327" y="252"/>
                  </a:cubicBezTo>
                  <a:cubicBezTo>
                    <a:pt x="328" y="255"/>
                    <a:pt x="330" y="258"/>
                    <a:pt x="331" y="261"/>
                  </a:cubicBezTo>
                  <a:cubicBezTo>
                    <a:pt x="389" y="372"/>
                    <a:pt x="411" y="590"/>
                    <a:pt x="416" y="646"/>
                  </a:cubicBezTo>
                  <a:cubicBezTo>
                    <a:pt x="417" y="646"/>
                    <a:pt x="417" y="645"/>
                    <a:pt x="418" y="645"/>
                  </a:cubicBezTo>
                  <a:cubicBezTo>
                    <a:pt x="436" y="632"/>
                    <a:pt x="458" y="615"/>
                    <a:pt x="480" y="595"/>
                  </a:cubicBezTo>
                  <a:cubicBezTo>
                    <a:pt x="504" y="572"/>
                    <a:pt x="528" y="545"/>
                    <a:pt x="548" y="516"/>
                  </a:cubicBezTo>
                  <a:cubicBezTo>
                    <a:pt x="532" y="427"/>
                    <a:pt x="500" y="325"/>
                    <a:pt x="435" y="231"/>
                  </a:cubicBezTo>
                  <a:cubicBezTo>
                    <a:pt x="434" y="230"/>
                    <a:pt x="434" y="230"/>
                    <a:pt x="434" y="229"/>
                  </a:cubicBezTo>
                  <a:cubicBezTo>
                    <a:pt x="433" y="228"/>
                    <a:pt x="431" y="226"/>
                    <a:pt x="430" y="224"/>
                  </a:cubicBezTo>
                  <a:cubicBezTo>
                    <a:pt x="427" y="220"/>
                    <a:pt x="425" y="217"/>
                    <a:pt x="422" y="213"/>
                  </a:cubicBezTo>
                  <a:cubicBezTo>
                    <a:pt x="400" y="184"/>
                    <a:pt x="375" y="156"/>
                    <a:pt x="346" y="129"/>
                  </a:cubicBezTo>
                  <a:cubicBezTo>
                    <a:pt x="205" y="0"/>
                    <a:pt x="85" y="49"/>
                    <a:pt x="0" y="128"/>
                  </a:cubicBezTo>
                  <a:cubicBezTo>
                    <a:pt x="7" y="123"/>
                    <a:pt x="19" y="113"/>
                    <a:pt x="36" y="10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9FF70AA0-C645-4BD1-8024-3310A76D5574}"/>
                </a:ext>
              </a:extLst>
            </p:cNvPr>
            <p:cNvSpPr>
              <a:spLocks/>
            </p:cNvSpPr>
            <p:nvPr/>
          </p:nvSpPr>
          <p:spPr bwMode="auto">
            <a:xfrm>
              <a:off x="5140326" y="1744663"/>
              <a:ext cx="1919288" cy="2376488"/>
            </a:xfrm>
            <a:custGeom>
              <a:avLst/>
              <a:gdLst>
                <a:gd name="T0" fmla="*/ 21 w 481"/>
                <a:gd name="T1" fmla="*/ 131 h 596"/>
                <a:gd name="T2" fmla="*/ 269 w 481"/>
                <a:gd name="T3" fmla="*/ 53 h 596"/>
                <a:gd name="T4" fmla="*/ 327 w 481"/>
                <a:gd name="T5" fmla="*/ 111 h 596"/>
                <a:gd name="T6" fmla="*/ 381 w 481"/>
                <a:gd name="T7" fmla="*/ 200 h 596"/>
                <a:gd name="T8" fmla="*/ 410 w 481"/>
                <a:gd name="T9" fmla="*/ 275 h 596"/>
                <a:gd name="T10" fmla="*/ 457 w 481"/>
                <a:gd name="T11" fmla="*/ 596 h 596"/>
                <a:gd name="T12" fmla="*/ 481 w 481"/>
                <a:gd name="T13" fmla="*/ 580 h 596"/>
                <a:gd name="T14" fmla="*/ 396 w 481"/>
                <a:gd name="T15" fmla="*/ 195 h 596"/>
                <a:gd name="T16" fmla="*/ 392 w 481"/>
                <a:gd name="T17" fmla="*/ 186 h 596"/>
                <a:gd name="T18" fmla="*/ 375 w 481"/>
                <a:gd name="T19" fmla="*/ 157 h 596"/>
                <a:gd name="T20" fmla="*/ 371 w 481"/>
                <a:gd name="T21" fmla="*/ 150 h 596"/>
                <a:gd name="T22" fmla="*/ 365 w 481"/>
                <a:gd name="T23" fmla="*/ 141 h 596"/>
                <a:gd name="T24" fmla="*/ 362 w 481"/>
                <a:gd name="T25" fmla="*/ 136 h 596"/>
                <a:gd name="T26" fmla="*/ 359 w 481"/>
                <a:gd name="T27" fmla="*/ 131 h 596"/>
                <a:gd name="T28" fmla="*/ 349 w 481"/>
                <a:gd name="T29" fmla="*/ 118 h 596"/>
                <a:gd name="T30" fmla="*/ 346 w 481"/>
                <a:gd name="T31" fmla="*/ 114 h 596"/>
                <a:gd name="T32" fmla="*/ 342 w 481"/>
                <a:gd name="T33" fmla="*/ 109 h 596"/>
                <a:gd name="T34" fmla="*/ 322 w 481"/>
                <a:gd name="T35" fmla="*/ 85 h 596"/>
                <a:gd name="T36" fmla="*/ 314 w 481"/>
                <a:gd name="T37" fmla="*/ 77 h 596"/>
                <a:gd name="T38" fmla="*/ 283 w 481"/>
                <a:gd name="T39" fmla="*/ 49 h 596"/>
                <a:gd name="T40" fmla="*/ 276 w 481"/>
                <a:gd name="T41" fmla="*/ 44 h 596"/>
                <a:gd name="T42" fmla="*/ 275 w 481"/>
                <a:gd name="T43" fmla="*/ 43 h 596"/>
                <a:gd name="T44" fmla="*/ 270 w 481"/>
                <a:gd name="T45" fmla="*/ 41 h 596"/>
                <a:gd name="T46" fmla="*/ 267 w 481"/>
                <a:gd name="T47" fmla="*/ 39 h 596"/>
                <a:gd name="T48" fmla="*/ 221 w 481"/>
                <a:gd name="T49" fmla="*/ 19 h 596"/>
                <a:gd name="T50" fmla="*/ 101 w 481"/>
                <a:gd name="T51" fmla="*/ 37 h 596"/>
                <a:gd name="T52" fmla="*/ 65 w 481"/>
                <a:gd name="T53" fmla="*/ 62 h 596"/>
                <a:gd name="T54" fmla="*/ 0 w 481"/>
                <a:gd name="T55" fmla="*/ 137 h 596"/>
                <a:gd name="T56" fmla="*/ 14 w 481"/>
                <a:gd name="T57" fmla="*/ 133 h 596"/>
                <a:gd name="T58" fmla="*/ 21 w 481"/>
                <a:gd name="T59" fmla="*/ 131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1" h="596">
                  <a:moveTo>
                    <a:pt x="21" y="131"/>
                  </a:moveTo>
                  <a:cubicBezTo>
                    <a:pt x="114" y="0"/>
                    <a:pt x="200" y="2"/>
                    <a:pt x="269" y="53"/>
                  </a:cubicBezTo>
                  <a:cubicBezTo>
                    <a:pt x="290" y="68"/>
                    <a:pt x="310" y="89"/>
                    <a:pt x="327" y="111"/>
                  </a:cubicBezTo>
                  <a:cubicBezTo>
                    <a:pt x="348" y="139"/>
                    <a:pt x="367" y="170"/>
                    <a:pt x="381" y="200"/>
                  </a:cubicBezTo>
                  <a:cubicBezTo>
                    <a:pt x="394" y="227"/>
                    <a:pt x="403" y="253"/>
                    <a:pt x="410" y="275"/>
                  </a:cubicBezTo>
                  <a:cubicBezTo>
                    <a:pt x="440" y="381"/>
                    <a:pt x="454" y="558"/>
                    <a:pt x="457" y="596"/>
                  </a:cubicBezTo>
                  <a:cubicBezTo>
                    <a:pt x="465" y="590"/>
                    <a:pt x="473" y="585"/>
                    <a:pt x="481" y="580"/>
                  </a:cubicBezTo>
                  <a:cubicBezTo>
                    <a:pt x="476" y="524"/>
                    <a:pt x="454" y="306"/>
                    <a:pt x="396" y="195"/>
                  </a:cubicBezTo>
                  <a:cubicBezTo>
                    <a:pt x="395" y="192"/>
                    <a:pt x="393" y="189"/>
                    <a:pt x="392" y="186"/>
                  </a:cubicBezTo>
                  <a:cubicBezTo>
                    <a:pt x="386" y="176"/>
                    <a:pt x="381" y="166"/>
                    <a:pt x="375" y="157"/>
                  </a:cubicBezTo>
                  <a:cubicBezTo>
                    <a:pt x="374" y="155"/>
                    <a:pt x="372" y="152"/>
                    <a:pt x="371" y="150"/>
                  </a:cubicBezTo>
                  <a:cubicBezTo>
                    <a:pt x="369" y="147"/>
                    <a:pt x="367" y="144"/>
                    <a:pt x="365" y="141"/>
                  </a:cubicBezTo>
                  <a:cubicBezTo>
                    <a:pt x="364" y="139"/>
                    <a:pt x="363" y="138"/>
                    <a:pt x="362" y="136"/>
                  </a:cubicBezTo>
                  <a:cubicBezTo>
                    <a:pt x="361" y="134"/>
                    <a:pt x="360" y="133"/>
                    <a:pt x="359" y="131"/>
                  </a:cubicBezTo>
                  <a:cubicBezTo>
                    <a:pt x="356" y="127"/>
                    <a:pt x="352" y="122"/>
                    <a:pt x="349" y="118"/>
                  </a:cubicBezTo>
                  <a:cubicBezTo>
                    <a:pt x="348" y="117"/>
                    <a:pt x="347" y="115"/>
                    <a:pt x="346" y="114"/>
                  </a:cubicBezTo>
                  <a:cubicBezTo>
                    <a:pt x="345" y="112"/>
                    <a:pt x="343" y="110"/>
                    <a:pt x="342" y="109"/>
                  </a:cubicBezTo>
                  <a:cubicBezTo>
                    <a:pt x="335" y="100"/>
                    <a:pt x="329" y="92"/>
                    <a:pt x="322" y="85"/>
                  </a:cubicBezTo>
                  <a:cubicBezTo>
                    <a:pt x="320" y="82"/>
                    <a:pt x="317" y="79"/>
                    <a:pt x="314" y="77"/>
                  </a:cubicBezTo>
                  <a:cubicBezTo>
                    <a:pt x="304" y="66"/>
                    <a:pt x="293" y="57"/>
                    <a:pt x="283" y="49"/>
                  </a:cubicBezTo>
                  <a:cubicBezTo>
                    <a:pt x="280" y="47"/>
                    <a:pt x="278" y="46"/>
                    <a:pt x="276" y="44"/>
                  </a:cubicBezTo>
                  <a:cubicBezTo>
                    <a:pt x="275" y="44"/>
                    <a:pt x="275" y="44"/>
                    <a:pt x="275" y="43"/>
                  </a:cubicBezTo>
                  <a:cubicBezTo>
                    <a:pt x="273" y="42"/>
                    <a:pt x="272" y="41"/>
                    <a:pt x="270" y="41"/>
                  </a:cubicBezTo>
                  <a:cubicBezTo>
                    <a:pt x="269" y="40"/>
                    <a:pt x="268" y="39"/>
                    <a:pt x="267" y="39"/>
                  </a:cubicBezTo>
                  <a:cubicBezTo>
                    <a:pt x="252" y="29"/>
                    <a:pt x="236" y="23"/>
                    <a:pt x="221" y="19"/>
                  </a:cubicBezTo>
                  <a:cubicBezTo>
                    <a:pt x="172" y="6"/>
                    <a:pt x="130" y="21"/>
                    <a:pt x="101" y="37"/>
                  </a:cubicBezTo>
                  <a:cubicBezTo>
                    <a:pt x="84" y="47"/>
                    <a:pt x="72" y="57"/>
                    <a:pt x="65" y="62"/>
                  </a:cubicBezTo>
                  <a:cubicBezTo>
                    <a:pt x="40" y="86"/>
                    <a:pt x="18" y="112"/>
                    <a:pt x="0" y="137"/>
                  </a:cubicBezTo>
                  <a:cubicBezTo>
                    <a:pt x="5" y="136"/>
                    <a:pt x="10" y="134"/>
                    <a:pt x="14" y="133"/>
                  </a:cubicBezTo>
                  <a:cubicBezTo>
                    <a:pt x="16" y="132"/>
                    <a:pt x="19" y="131"/>
                    <a:pt x="21" y="131"/>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7921CC0D-AE01-40BA-842D-C51CA85C9D8B}"/>
                </a:ext>
              </a:extLst>
            </p:cNvPr>
            <p:cNvSpPr>
              <a:spLocks/>
            </p:cNvSpPr>
            <p:nvPr/>
          </p:nvSpPr>
          <p:spPr bwMode="auto">
            <a:xfrm>
              <a:off x="6983413" y="3124200"/>
              <a:ext cx="601663" cy="933450"/>
            </a:xfrm>
            <a:custGeom>
              <a:avLst/>
              <a:gdLst>
                <a:gd name="T0" fmla="*/ 125 w 151"/>
                <a:gd name="T1" fmla="*/ 0 h 234"/>
                <a:gd name="T2" fmla="*/ 0 w 151"/>
                <a:gd name="T3" fmla="*/ 83 h 234"/>
                <a:gd name="T4" fmla="*/ 19 w 151"/>
                <a:gd name="T5" fmla="*/ 234 h 234"/>
                <a:gd name="T6" fmla="*/ 21 w 151"/>
                <a:gd name="T7" fmla="*/ 233 h 234"/>
                <a:gd name="T8" fmla="*/ 83 w 151"/>
                <a:gd name="T9" fmla="*/ 183 h 234"/>
                <a:gd name="T10" fmla="*/ 151 w 151"/>
                <a:gd name="T11" fmla="*/ 104 h 234"/>
                <a:gd name="T12" fmla="*/ 125 w 151"/>
                <a:gd name="T13" fmla="*/ 0 h 234"/>
              </a:gdLst>
              <a:ahLst/>
              <a:cxnLst>
                <a:cxn ang="0">
                  <a:pos x="T0" y="T1"/>
                </a:cxn>
                <a:cxn ang="0">
                  <a:pos x="T2" y="T3"/>
                </a:cxn>
                <a:cxn ang="0">
                  <a:pos x="T4" y="T5"/>
                </a:cxn>
                <a:cxn ang="0">
                  <a:pos x="T6" y="T7"/>
                </a:cxn>
                <a:cxn ang="0">
                  <a:pos x="T8" y="T9"/>
                </a:cxn>
                <a:cxn ang="0">
                  <a:pos x="T10" y="T11"/>
                </a:cxn>
                <a:cxn ang="0">
                  <a:pos x="T12" y="T13"/>
                </a:cxn>
              </a:cxnLst>
              <a:rect l="0" t="0" r="r" b="b"/>
              <a:pathLst>
                <a:path w="151" h="234">
                  <a:moveTo>
                    <a:pt x="125" y="0"/>
                  </a:moveTo>
                  <a:cubicBezTo>
                    <a:pt x="0" y="83"/>
                    <a:pt x="0" y="83"/>
                    <a:pt x="0" y="83"/>
                  </a:cubicBezTo>
                  <a:cubicBezTo>
                    <a:pt x="11" y="150"/>
                    <a:pt x="17" y="209"/>
                    <a:pt x="19" y="234"/>
                  </a:cubicBezTo>
                  <a:cubicBezTo>
                    <a:pt x="20" y="234"/>
                    <a:pt x="20" y="233"/>
                    <a:pt x="21" y="233"/>
                  </a:cubicBezTo>
                  <a:cubicBezTo>
                    <a:pt x="39" y="220"/>
                    <a:pt x="61" y="203"/>
                    <a:pt x="83" y="183"/>
                  </a:cubicBezTo>
                  <a:cubicBezTo>
                    <a:pt x="107" y="160"/>
                    <a:pt x="131" y="133"/>
                    <a:pt x="151" y="104"/>
                  </a:cubicBezTo>
                  <a:cubicBezTo>
                    <a:pt x="145" y="71"/>
                    <a:pt x="137" y="36"/>
                    <a:pt x="125" y="0"/>
                  </a:cubicBezTo>
                  <a:close/>
                </a:path>
              </a:pathLst>
            </a:custGeom>
            <a:gradFill>
              <a:gsLst>
                <a:gs pos="30000">
                  <a:schemeClr val="accent2">
                    <a:alpha val="0"/>
                  </a:schemeClr>
                </a:gs>
                <a:gs pos="71000">
                  <a:srgbClr val="000000">
                    <a:alpha val="40000"/>
                  </a:srgbClr>
                </a:gs>
              </a:gsLst>
              <a:lin ang="30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8" name="Group 47">
            <a:extLst>
              <a:ext uri="{FF2B5EF4-FFF2-40B4-BE49-F238E27FC236}">
                <a16:creationId xmlns:a16="http://schemas.microsoft.com/office/drawing/2014/main" id="{C1ADEA41-3B23-4C8E-AE15-4C8B09EF1C7D}"/>
              </a:ext>
            </a:extLst>
          </p:cNvPr>
          <p:cNvGrpSpPr/>
          <p:nvPr/>
        </p:nvGrpSpPr>
        <p:grpSpPr>
          <a:xfrm>
            <a:off x="5818718" y="1870480"/>
            <a:ext cx="3194821" cy="3792878"/>
            <a:chOff x="5907088" y="2330450"/>
            <a:chExt cx="2281238" cy="2708276"/>
          </a:xfrm>
        </p:grpSpPr>
        <p:sp>
          <p:nvSpPr>
            <p:cNvPr id="18" name="Freeform 17">
              <a:extLst>
                <a:ext uri="{FF2B5EF4-FFF2-40B4-BE49-F238E27FC236}">
                  <a16:creationId xmlns:a16="http://schemas.microsoft.com/office/drawing/2014/main" id="{37104B64-0EDD-4C1F-9C88-86FEE7F6FA38}"/>
                </a:ext>
              </a:extLst>
            </p:cNvPr>
            <p:cNvSpPr>
              <a:spLocks/>
            </p:cNvSpPr>
            <p:nvPr/>
          </p:nvSpPr>
          <p:spPr bwMode="auto">
            <a:xfrm>
              <a:off x="7134226" y="2398713"/>
              <a:ext cx="711200" cy="849313"/>
            </a:xfrm>
            <a:custGeom>
              <a:avLst/>
              <a:gdLst>
                <a:gd name="T0" fmla="*/ 151 w 178"/>
                <a:gd name="T1" fmla="*/ 213 h 213"/>
                <a:gd name="T2" fmla="*/ 0 w 178"/>
                <a:gd name="T3" fmla="*/ 0 h 213"/>
                <a:gd name="T4" fmla="*/ 75 w 178"/>
                <a:gd name="T5" fmla="*/ 145 h 213"/>
                <a:gd name="T6" fmla="*/ 151 w 178"/>
                <a:gd name="T7" fmla="*/ 213 h 213"/>
              </a:gdLst>
              <a:ahLst/>
              <a:cxnLst>
                <a:cxn ang="0">
                  <a:pos x="T0" y="T1"/>
                </a:cxn>
                <a:cxn ang="0">
                  <a:pos x="T2" y="T3"/>
                </a:cxn>
                <a:cxn ang="0">
                  <a:pos x="T4" y="T5"/>
                </a:cxn>
                <a:cxn ang="0">
                  <a:pos x="T6" y="T7"/>
                </a:cxn>
              </a:cxnLst>
              <a:rect l="0" t="0" r="r" b="b"/>
              <a:pathLst>
                <a:path w="178" h="213">
                  <a:moveTo>
                    <a:pt x="151" y="213"/>
                  </a:moveTo>
                  <a:cubicBezTo>
                    <a:pt x="178" y="132"/>
                    <a:pt x="152" y="49"/>
                    <a:pt x="0" y="0"/>
                  </a:cubicBezTo>
                  <a:cubicBezTo>
                    <a:pt x="32" y="48"/>
                    <a:pt x="57" y="97"/>
                    <a:pt x="75" y="145"/>
                  </a:cubicBezTo>
                  <a:cubicBezTo>
                    <a:pt x="102" y="158"/>
                    <a:pt x="128" y="178"/>
                    <a:pt x="151" y="21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3E325341-0333-4065-9DEB-3C6C2D24945B}"/>
                </a:ext>
              </a:extLst>
            </p:cNvPr>
            <p:cNvSpPr>
              <a:spLocks/>
            </p:cNvSpPr>
            <p:nvPr/>
          </p:nvSpPr>
          <p:spPr bwMode="auto">
            <a:xfrm>
              <a:off x="5997576" y="2486025"/>
              <a:ext cx="2190750" cy="2552700"/>
            </a:xfrm>
            <a:custGeom>
              <a:avLst/>
              <a:gdLst>
                <a:gd name="T0" fmla="*/ 398 w 549"/>
                <a:gd name="T1" fmla="*/ 26 h 640"/>
                <a:gd name="T2" fmla="*/ 453 w 549"/>
                <a:gd name="T3" fmla="*/ 135 h 640"/>
                <a:gd name="T4" fmla="*/ 448 w 549"/>
                <a:gd name="T5" fmla="*/ 184 h 640"/>
                <a:gd name="T6" fmla="*/ 447 w 549"/>
                <a:gd name="T7" fmla="*/ 188 h 640"/>
                <a:gd name="T8" fmla="*/ 446 w 549"/>
                <a:gd name="T9" fmla="*/ 193 h 640"/>
                <a:gd name="T10" fmla="*/ 446 w 549"/>
                <a:gd name="T11" fmla="*/ 194 h 640"/>
                <a:gd name="T12" fmla="*/ 443 w 549"/>
                <a:gd name="T13" fmla="*/ 202 h 640"/>
                <a:gd name="T14" fmla="*/ 427 w 549"/>
                <a:gd name="T15" fmla="*/ 241 h 640"/>
                <a:gd name="T16" fmla="*/ 421 w 549"/>
                <a:gd name="T17" fmla="*/ 251 h 640"/>
                <a:gd name="T18" fmla="*/ 405 w 549"/>
                <a:gd name="T19" fmla="*/ 277 h 640"/>
                <a:gd name="T20" fmla="*/ 401 w 549"/>
                <a:gd name="T21" fmla="*/ 283 h 640"/>
                <a:gd name="T22" fmla="*/ 398 w 549"/>
                <a:gd name="T23" fmla="*/ 287 h 640"/>
                <a:gd name="T24" fmla="*/ 388 w 549"/>
                <a:gd name="T25" fmla="*/ 300 h 640"/>
                <a:gd name="T26" fmla="*/ 385 w 549"/>
                <a:gd name="T27" fmla="*/ 304 h 640"/>
                <a:gd name="T28" fmla="*/ 381 w 549"/>
                <a:gd name="T29" fmla="*/ 309 h 640"/>
                <a:gd name="T30" fmla="*/ 375 w 549"/>
                <a:gd name="T31" fmla="*/ 317 h 640"/>
                <a:gd name="T32" fmla="*/ 369 w 549"/>
                <a:gd name="T33" fmla="*/ 324 h 640"/>
                <a:gd name="T34" fmla="*/ 353 w 549"/>
                <a:gd name="T35" fmla="*/ 341 h 640"/>
                <a:gd name="T36" fmla="*/ 347 w 549"/>
                <a:gd name="T37" fmla="*/ 348 h 640"/>
                <a:gd name="T38" fmla="*/ 339 w 549"/>
                <a:gd name="T39" fmla="*/ 356 h 640"/>
                <a:gd name="T40" fmla="*/ 0 w 549"/>
                <a:gd name="T41" fmla="*/ 555 h 640"/>
                <a:gd name="T42" fmla="*/ 1 w 549"/>
                <a:gd name="T43" fmla="*/ 556 h 640"/>
                <a:gd name="T44" fmla="*/ 68 w 549"/>
                <a:gd name="T45" fmla="*/ 600 h 640"/>
                <a:gd name="T46" fmla="*/ 164 w 549"/>
                <a:gd name="T47" fmla="*/ 640 h 640"/>
                <a:gd name="T48" fmla="*/ 400 w 549"/>
                <a:gd name="T49" fmla="*/ 444 h 640"/>
                <a:gd name="T50" fmla="*/ 401 w 549"/>
                <a:gd name="T51" fmla="*/ 443 h 640"/>
                <a:gd name="T52" fmla="*/ 405 w 549"/>
                <a:gd name="T53" fmla="*/ 438 h 640"/>
                <a:gd name="T54" fmla="*/ 413 w 549"/>
                <a:gd name="T55" fmla="*/ 427 h 640"/>
                <a:gd name="T56" fmla="*/ 469 w 549"/>
                <a:gd name="T57" fmla="*/ 329 h 640"/>
                <a:gd name="T58" fmla="*/ 364 w 549"/>
                <a:gd name="T59" fmla="*/ 0 h 640"/>
                <a:gd name="T60" fmla="*/ 398 w 549"/>
                <a:gd name="T61" fmla="*/ 2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9" h="640">
                  <a:moveTo>
                    <a:pt x="398" y="26"/>
                  </a:moveTo>
                  <a:cubicBezTo>
                    <a:pt x="423" y="48"/>
                    <a:pt x="450" y="84"/>
                    <a:pt x="453" y="135"/>
                  </a:cubicBezTo>
                  <a:cubicBezTo>
                    <a:pt x="454" y="150"/>
                    <a:pt x="453" y="167"/>
                    <a:pt x="448" y="184"/>
                  </a:cubicBezTo>
                  <a:cubicBezTo>
                    <a:pt x="448" y="186"/>
                    <a:pt x="448" y="187"/>
                    <a:pt x="447" y="188"/>
                  </a:cubicBezTo>
                  <a:cubicBezTo>
                    <a:pt x="447" y="190"/>
                    <a:pt x="447" y="191"/>
                    <a:pt x="446" y="193"/>
                  </a:cubicBezTo>
                  <a:cubicBezTo>
                    <a:pt x="446" y="193"/>
                    <a:pt x="446" y="194"/>
                    <a:pt x="446" y="194"/>
                  </a:cubicBezTo>
                  <a:cubicBezTo>
                    <a:pt x="445" y="197"/>
                    <a:pt x="444" y="200"/>
                    <a:pt x="443" y="202"/>
                  </a:cubicBezTo>
                  <a:cubicBezTo>
                    <a:pt x="439" y="215"/>
                    <a:pt x="434" y="227"/>
                    <a:pt x="427" y="241"/>
                  </a:cubicBezTo>
                  <a:cubicBezTo>
                    <a:pt x="425" y="244"/>
                    <a:pt x="423" y="248"/>
                    <a:pt x="421" y="251"/>
                  </a:cubicBezTo>
                  <a:cubicBezTo>
                    <a:pt x="416" y="260"/>
                    <a:pt x="411" y="268"/>
                    <a:pt x="405" y="277"/>
                  </a:cubicBezTo>
                  <a:cubicBezTo>
                    <a:pt x="404" y="279"/>
                    <a:pt x="402" y="281"/>
                    <a:pt x="401" y="283"/>
                  </a:cubicBezTo>
                  <a:cubicBezTo>
                    <a:pt x="400" y="284"/>
                    <a:pt x="399" y="286"/>
                    <a:pt x="398" y="287"/>
                  </a:cubicBezTo>
                  <a:cubicBezTo>
                    <a:pt x="395" y="291"/>
                    <a:pt x="392" y="296"/>
                    <a:pt x="388" y="300"/>
                  </a:cubicBezTo>
                  <a:cubicBezTo>
                    <a:pt x="387" y="302"/>
                    <a:pt x="386" y="303"/>
                    <a:pt x="385" y="304"/>
                  </a:cubicBezTo>
                  <a:cubicBezTo>
                    <a:pt x="384" y="306"/>
                    <a:pt x="383" y="307"/>
                    <a:pt x="381" y="309"/>
                  </a:cubicBezTo>
                  <a:cubicBezTo>
                    <a:pt x="379" y="312"/>
                    <a:pt x="377" y="314"/>
                    <a:pt x="375" y="317"/>
                  </a:cubicBezTo>
                  <a:cubicBezTo>
                    <a:pt x="373" y="319"/>
                    <a:pt x="371" y="321"/>
                    <a:pt x="369" y="324"/>
                  </a:cubicBezTo>
                  <a:cubicBezTo>
                    <a:pt x="364" y="329"/>
                    <a:pt x="359" y="335"/>
                    <a:pt x="353" y="341"/>
                  </a:cubicBezTo>
                  <a:cubicBezTo>
                    <a:pt x="351" y="344"/>
                    <a:pt x="349" y="346"/>
                    <a:pt x="347" y="348"/>
                  </a:cubicBezTo>
                  <a:cubicBezTo>
                    <a:pt x="344" y="351"/>
                    <a:pt x="342" y="353"/>
                    <a:pt x="339" y="356"/>
                  </a:cubicBezTo>
                  <a:cubicBezTo>
                    <a:pt x="252" y="445"/>
                    <a:pt x="51" y="533"/>
                    <a:pt x="0" y="555"/>
                  </a:cubicBezTo>
                  <a:cubicBezTo>
                    <a:pt x="0" y="555"/>
                    <a:pt x="1" y="556"/>
                    <a:pt x="1" y="556"/>
                  </a:cubicBezTo>
                  <a:cubicBezTo>
                    <a:pt x="19" y="570"/>
                    <a:pt x="42" y="585"/>
                    <a:pt x="68" y="600"/>
                  </a:cubicBezTo>
                  <a:cubicBezTo>
                    <a:pt x="97" y="616"/>
                    <a:pt x="131" y="630"/>
                    <a:pt x="164" y="640"/>
                  </a:cubicBezTo>
                  <a:cubicBezTo>
                    <a:pt x="243" y="598"/>
                    <a:pt x="331" y="535"/>
                    <a:pt x="400" y="444"/>
                  </a:cubicBezTo>
                  <a:cubicBezTo>
                    <a:pt x="401" y="444"/>
                    <a:pt x="401" y="444"/>
                    <a:pt x="401" y="443"/>
                  </a:cubicBezTo>
                  <a:cubicBezTo>
                    <a:pt x="403" y="441"/>
                    <a:pt x="404" y="440"/>
                    <a:pt x="405" y="438"/>
                  </a:cubicBezTo>
                  <a:cubicBezTo>
                    <a:pt x="408" y="434"/>
                    <a:pt x="411" y="431"/>
                    <a:pt x="413" y="427"/>
                  </a:cubicBezTo>
                  <a:cubicBezTo>
                    <a:pt x="434" y="397"/>
                    <a:pt x="453" y="365"/>
                    <a:pt x="469" y="329"/>
                  </a:cubicBezTo>
                  <a:cubicBezTo>
                    <a:pt x="549" y="155"/>
                    <a:pt x="465" y="56"/>
                    <a:pt x="364" y="0"/>
                  </a:cubicBezTo>
                  <a:cubicBezTo>
                    <a:pt x="371" y="4"/>
                    <a:pt x="384" y="13"/>
                    <a:pt x="398" y="2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98BE03C4-59B2-48A3-AC08-3CBEC4C1F6D0}"/>
                </a:ext>
              </a:extLst>
            </p:cNvPr>
            <p:cNvSpPr>
              <a:spLocks/>
            </p:cNvSpPr>
            <p:nvPr/>
          </p:nvSpPr>
          <p:spPr bwMode="auto">
            <a:xfrm>
              <a:off x="5907088" y="2330450"/>
              <a:ext cx="1938338" cy="2368550"/>
            </a:xfrm>
            <a:custGeom>
              <a:avLst/>
              <a:gdLst>
                <a:gd name="T0" fmla="*/ 308 w 486"/>
                <a:gd name="T1" fmla="*/ 18 h 594"/>
                <a:gd name="T2" fmla="*/ 459 w 486"/>
                <a:gd name="T3" fmla="*/ 230 h 594"/>
                <a:gd name="T4" fmla="*/ 421 w 486"/>
                <a:gd name="T5" fmla="*/ 303 h 594"/>
                <a:gd name="T6" fmla="*/ 353 w 486"/>
                <a:gd name="T7" fmla="*/ 382 h 594"/>
                <a:gd name="T8" fmla="*/ 291 w 486"/>
                <a:gd name="T9" fmla="*/ 432 h 594"/>
                <a:gd name="T10" fmla="*/ 0 w 486"/>
                <a:gd name="T11" fmla="*/ 576 h 594"/>
                <a:gd name="T12" fmla="*/ 23 w 486"/>
                <a:gd name="T13" fmla="*/ 594 h 594"/>
                <a:gd name="T14" fmla="*/ 362 w 486"/>
                <a:gd name="T15" fmla="*/ 395 h 594"/>
                <a:gd name="T16" fmla="*/ 370 w 486"/>
                <a:gd name="T17" fmla="*/ 387 h 594"/>
                <a:gd name="T18" fmla="*/ 392 w 486"/>
                <a:gd name="T19" fmla="*/ 363 h 594"/>
                <a:gd name="T20" fmla="*/ 398 w 486"/>
                <a:gd name="T21" fmla="*/ 356 h 594"/>
                <a:gd name="T22" fmla="*/ 404 w 486"/>
                <a:gd name="T23" fmla="*/ 348 h 594"/>
                <a:gd name="T24" fmla="*/ 408 w 486"/>
                <a:gd name="T25" fmla="*/ 343 h 594"/>
                <a:gd name="T26" fmla="*/ 411 w 486"/>
                <a:gd name="T27" fmla="*/ 339 h 594"/>
                <a:gd name="T28" fmla="*/ 421 w 486"/>
                <a:gd name="T29" fmla="*/ 326 h 594"/>
                <a:gd name="T30" fmla="*/ 424 w 486"/>
                <a:gd name="T31" fmla="*/ 322 h 594"/>
                <a:gd name="T32" fmla="*/ 428 w 486"/>
                <a:gd name="T33" fmla="*/ 316 h 594"/>
                <a:gd name="T34" fmla="*/ 444 w 486"/>
                <a:gd name="T35" fmla="*/ 290 h 594"/>
                <a:gd name="T36" fmla="*/ 450 w 486"/>
                <a:gd name="T37" fmla="*/ 280 h 594"/>
                <a:gd name="T38" fmla="*/ 466 w 486"/>
                <a:gd name="T39" fmla="*/ 241 h 594"/>
                <a:gd name="T40" fmla="*/ 469 w 486"/>
                <a:gd name="T41" fmla="*/ 233 h 594"/>
                <a:gd name="T42" fmla="*/ 469 w 486"/>
                <a:gd name="T43" fmla="*/ 232 h 594"/>
                <a:gd name="T44" fmla="*/ 470 w 486"/>
                <a:gd name="T45" fmla="*/ 227 h 594"/>
                <a:gd name="T46" fmla="*/ 471 w 486"/>
                <a:gd name="T47" fmla="*/ 223 h 594"/>
                <a:gd name="T48" fmla="*/ 476 w 486"/>
                <a:gd name="T49" fmla="*/ 174 h 594"/>
                <a:gd name="T50" fmla="*/ 421 w 486"/>
                <a:gd name="T51" fmla="*/ 65 h 594"/>
                <a:gd name="T52" fmla="*/ 387 w 486"/>
                <a:gd name="T53" fmla="*/ 39 h 594"/>
                <a:gd name="T54" fmla="*/ 295 w 486"/>
                <a:gd name="T55" fmla="*/ 0 h 594"/>
                <a:gd name="T56" fmla="*/ 304 w 486"/>
                <a:gd name="T57" fmla="*/ 12 h 594"/>
                <a:gd name="T58" fmla="*/ 308 w 486"/>
                <a:gd name="T59" fmla="*/ 18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6" h="594">
                  <a:moveTo>
                    <a:pt x="308" y="18"/>
                  </a:moveTo>
                  <a:cubicBezTo>
                    <a:pt x="460" y="66"/>
                    <a:pt x="486" y="149"/>
                    <a:pt x="459" y="230"/>
                  </a:cubicBezTo>
                  <a:cubicBezTo>
                    <a:pt x="450" y="254"/>
                    <a:pt x="437" y="279"/>
                    <a:pt x="421" y="303"/>
                  </a:cubicBezTo>
                  <a:cubicBezTo>
                    <a:pt x="401" y="332"/>
                    <a:pt x="377" y="359"/>
                    <a:pt x="353" y="382"/>
                  </a:cubicBezTo>
                  <a:cubicBezTo>
                    <a:pt x="331" y="402"/>
                    <a:pt x="309" y="419"/>
                    <a:pt x="291" y="432"/>
                  </a:cubicBezTo>
                  <a:cubicBezTo>
                    <a:pt x="199" y="494"/>
                    <a:pt x="35" y="561"/>
                    <a:pt x="0" y="576"/>
                  </a:cubicBezTo>
                  <a:cubicBezTo>
                    <a:pt x="8" y="582"/>
                    <a:pt x="15" y="588"/>
                    <a:pt x="23" y="594"/>
                  </a:cubicBezTo>
                  <a:cubicBezTo>
                    <a:pt x="74" y="572"/>
                    <a:pt x="275" y="484"/>
                    <a:pt x="362" y="395"/>
                  </a:cubicBezTo>
                  <a:cubicBezTo>
                    <a:pt x="365" y="392"/>
                    <a:pt x="367" y="390"/>
                    <a:pt x="370" y="387"/>
                  </a:cubicBezTo>
                  <a:cubicBezTo>
                    <a:pt x="378" y="379"/>
                    <a:pt x="385" y="371"/>
                    <a:pt x="392" y="363"/>
                  </a:cubicBezTo>
                  <a:cubicBezTo>
                    <a:pt x="394" y="360"/>
                    <a:pt x="396" y="358"/>
                    <a:pt x="398" y="356"/>
                  </a:cubicBezTo>
                  <a:cubicBezTo>
                    <a:pt x="400" y="353"/>
                    <a:pt x="402" y="351"/>
                    <a:pt x="404" y="348"/>
                  </a:cubicBezTo>
                  <a:cubicBezTo>
                    <a:pt x="406" y="346"/>
                    <a:pt x="407" y="345"/>
                    <a:pt x="408" y="343"/>
                  </a:cubicBezTo>
                  <a:cubicBezTo>
                    <a:pt x="409" y="342"/>
                    <a:pt x="410" y="341"/>
                    <a:pt x="411" y="339"/>
                  </a:cubicBezTo>
                  <a:cubicBezTo>
                    <a:pt x="415" y="335"/>
                    <a:pt x="418" y="330"/>
                    <a:pt x="421" y="326"/>
                  </a:cubicBezTo>
                  <a:cubicBezTo>
                    <a:pt x="422" y="325"/>
                    <a:pt x="423" y="323"/>
                    <a:pt x="424" y="322"/>
                  </a:cubicBezTo>
                  <a:cubicBezTo>
                    <a:pt x="425" y="320"/>
                    <a:pt x="427" y="318"/>
                    <a:pt x="428" y="316"/>
                  </a:cubicBezTo>
                  <a:cubicBezTo>
                    <a:pt x="434" y="307"/>
                    <a:pt x="439" y="299"/>
                    <a:pt x="444" y="290"/>
                  </a:cubicBezTo>
                  <a:cubicBezTo>
                    <a:pt x="446" y="287"/>
                    <a:pt x="448" y="283"/>
                    <a:pt x="450" y="280"/>
                  </a:cubicBezTo>
                  <a:cubicBezTo>
                    <a:pt x="457" y="266"/>
                    <a:pt x="462" y="254"/>
                    <a:pt x="466" y="241"/>
                  </a:cubicBezTo>
                  <a:cubicBezTo>
                    <a:pt x="467" y="239"/>
                    <a:pt x="468" y="236"/>
                    <a:pt x="469" y="233"/>
                  </a:cubicBezTo>
                  <a:cubicBezTo>
                    <a:pt x="469" y="233"/>
                    <a:pt x="469" y="232"/>
                    <a:pt x="469" y="232"/>
                  </a:cubicBezTo>
                  <a:cubicBezTo>
                    <a:pt x="470" y="230"/>
                    <a:pt x="470" y="229"/>
                    <a:pt x="470" y="227"/>
                  </a:cubicBezTo>
                  <a:cubicBezTo>
                    <a:pt x="471" y="226"/>
                    <a:pt x="471" y="225"/>
                    <a:pt x="471" y="223"/>
                  </a:cubicBezTo>
                  <a:cubicBezTo>
                    <a:pt x="476" y="206"/>
                    <a:pt x="477" y="189"/>
                    <a:pt x="476" y="174"/>
                  </a:cubicBezTo>
                  <a:cubicBezTo>
                    <a:pt x="473" y="123"/>
                    <a:pt x="446" y="87"/>
                    <a:pt x="421" y="65"/>
                  </a:cubicBezTo>
                  <a:cubicBezTo>
                    <a:pt x="407" y="52"/>
                    <a:pt x="394" y="43"/>
                    <a:pt x="387" y="39"/>
                  </a:cubicBezTo>
                  <a:cubicBezTo>
                    <a:pt x="356" y="22"/>
                    <a:pt x="324" y="9"/>
                    <a:pt x="295" y="0"/>
                  </a:cubicBezTo>
                  <a:cubicBezTo>
                    <a:pt x="298" y="4"/>
                    <a:pt x="301" y="8"/>
                    <a:pt x="304" y="12"/>
                  </a:cubicBezTo>
                  <a:cubicBezTo>
                    <a:pt x="305" y="14"/>
                    <a:pt x="306" y="16"/>
                    <a:pt x="308" y="1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2ADE2596-4802-4387-AE57-068C9BA3355D}"/>
                </a:ext>
              </a:extLst>
            </p:cNvPr>
            <p:cNvSpPr>
              <a:spLocks/>
            </p:cNvSpPr>
            <p:nvPr/>
          </p:nvSpPr>
          <p:spPr bwMode="auto">
            <a:xfrm>
              <a:off x="5997576" y="4424363"/>
              <a:ext cx="1085850" cy="614363"/>
            </a:xfrm>
            <a:custGeom>
              <a:avLst/>
              <a:gdLst>
                <a:gd name="T0" fmla="*/ 0 w 272"/>
                <a:gd name="T1" fmla="*/ 69 h 154"/>
                <a:gd name="T2" fmla="*/ 1 w 272"/>
                <a:gd name="T3" fmla="*/ 70 h 154"/>
                <a:gd name="T4" fmla="*/ 68 w 272"/>
                <a:gd name="T5" fmla="*/ 114 h 154"/>
                <a:gd name="T6" fmla="*/ 164 w 272"/>
                <a:gd name="T7" fmla="*/ 154 h 154"/>
                <a:gd name="T8" fmla="*/ 272 w 272"/>
                <a:gd name="T9" fmla="*/ 85 h 154"/>
                <a:gd name="T10" fmla="*/ 146 w 272"/>
                <a:gd name="T11" fmla="*/ 0 h 154"/>
                <a:gd name="T12" fmla="*/ 0 w 272"/>
                <a:gd name="T13" fmla="*/ 69 h 154"/>
              </a:gdLst>
              <a:ahLst/>
              <a:cxnLst>
                <a:cxn ang="0">
                  <a:pos x="T0" y="T1"/>
                </a:cxn>
                <a:cxn ang="0">
                  <a:pos x="T2" y="T3"/>
                </a:cxn>
                <a:cxn ang="0">
                  <a:pos x="T4" y="T5"/>
                </a:cxn>
                <a:cxn ang="0">
                  <a:pos x="T6" y="T7"/>
                </a:cxn>
                <a:cxn ang="0">
                  <a:pos x="T8" y="T9"/>
                </a:cxn>
                <a:cxn ang="0">
                  <a:pos x="T10" y="T11"/>
                </a:cxn>
                <a:cxn ang="0">
                  <a:pos x="T12" y="T13"/>
                </a:cxn>
              </a:cxnLst>
              <a:rect l="0" t="0" r="r" b="b"/>
              <a:pathLst>
                <a:path w="272" h="154">
                  <a:moveTo>
                    <a:pt x="0" y="69"/>
                  </a:moveTo>
                  <a:cubicBezTo>
                    <a:pt x="0" y="69"/>
                    <a:pt x="1" y="70"/>
                    <a:pt x="1" y="70"/>
                  </a:cubicBezTo>
                  <a:cubicBezTo>
                    <a:pt x="19" y="84"/>
                    <a:pt x="42" y="99"/>
                    <a:pt x="68" y="114"/>
                  </a:cubicBezTo>
                  <a:cubicBezTo>
                    <a:pt x="97" y="130"/>
                    <a:pt x="131" y="144"/>
                    <a:pt x="164" y="154"/>
                  </a:cubicBezTo>
                  <a:cubicBezTo>
                    <a:pt x="199" y="135"/>
                    <a:pt x="236" y="113"/>
                    <a:pt x="272" y="85"/>
                  </a:cubicBezTo>
                  <a:cubicBezTo>
                    <a:pt x="146" y="0"/>
                    <a:pt x="146" y="0"/>
                    <a:pt x="146" y="0"/>
                  </a:cubicBezTo>
                  <a:cubicBezTo>
                    <a:pt x="82" y="33"/>
                    <a:pt x="24" y="59"/>
                    <a:pt x="0" y="69"/>
                  </a:cubicBezTo>
                  <a:close/>
                </a:path>
              </a:pathLst>
            </a:custGeom>
            <a:gradFill>
              <a:gsLst>
                <a:gs pos="34000">
                  <a:schemeClr val="accent3">
                    <a:alpha val="0"/>
                  </a:schemeClr>
                </a:gs>
                <a:gs pos="75000">
                  <a:srgbClr val="000000">
                    <a:alpha val="40000"/>
                  </a:srgbClr>
                </a:gs>
              </a:gsLst>
              <a:lin ang="7200000" scaled="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52" name="Text Placeholder 33">
            <a:extLst>
              <a:ext uri="{FF2B5EF4-FFF2-40B4-BE49-F238E27FC236}">
                <a16:creationId xmlns:a16="http://schemas.microsoft.com/office/drawing/2014/main" id="{D68890F3-F9D4-4963-A168-31CB8F027FDB}"/>
              </a:ext>
            </a:extLst>
          </p:cNvPr>
          <p:cNvSpPr txBox="1">
            <a:spLocks/>
          </p:cNvSpPr>
          <p:nvPr/>
        </p:nvSpPr>
        <p:spPr>
          <a:xfrm>
            <a:off x="1106803" y="5418134"/>
            <a:ext cx="2074545" cy="858842"/>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53" name="Text Placeholder 36">
            <a:extLst>
              <a:ext uri="{FF2B5EF4-FFF2-40B4-BE49-F238E27FC236}">
                <a16:creationId xmlns:a16="http://schemas.microsoft.com/office/drawing/2014/main" id="{D217F4C4-0EB3-47C6-9DB7-F4CA27C3C53A}"/>
              </a:ext>
            </a:extLst>
          </p:cNvPr>
          <p:cNvSpPr txBox="1">
            <a:spLocks/>
          </p:cNvSpPr>
          <p:nvPr/>
        </p:nvSpPr>
        <p:spPr>
          <a:xfrm>
            <a:off x="1106803" y="5035548"/>
            <a:ext cx="2226947" cy="54133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01</a:t>
            </a:r>
          </a:p>
        </p:txBody>
      </p:sp>
      <p:sp>
        <p:nvSpPr>
          <p:cNvPr id="54" name="Text Placeholder 33">
            <a:extLst>
              <a:ext uri="{FF2B5EF4-FFF2-40B4-BE49-F238E27FC236}">
                <a16:creationId xmlns:a16="http://schemas.microsoft.com/office/drawing/2014/main" id="{912637A4-4802-4DE7-898C-307858AC56E8}"/>
              </a:ext>
            </a:extLst>
          </p:cNvPr>
          <p:cNvSpPr txBox="1">
            <a:spLocks/>
          </p:cNvSpPr>
          <p:nvPr/>
        </p:nvSpPr>
        <p:spPr>
          <a:xfrm>
            <a:off x="1011553" y="3433362"/>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55" name="Text Placeholder 36">
            <a:extLst>
              <a:ext uri="{FF2B5EF4-FFF2-40B4-BE49-F238E27FC236}">
                <a16:creationId xmlns:a16="http://schemas.microsoft.com/office/drawing/2014/main" id="{CA4A2BA7-5B03-4136-8231-85850028E996}"/>
              </a:ext>
            </a:extLst>
          </p:cNvPr>
          <p:cNvSpPr txBox="1">
            <a:spLocks/>
          </p:cNvSpPr>
          <p:nvPr/>
        </p:nvSpPr>
        <p:spPr>
          <a:xfrm>
            <a:off x="1011553" y="3050776"/>
            <a:ext cx="232219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02</a:t>
            </a:r>
          </a:p>
        </p:txBody>
      </p:sp>
      <p:sp>
        <p:nvSpPr>
          <p:cNvPr id="56" name="Text Placeholder 33">
            <a:extLst>
              <a:ext uri="{FF2B5EF4-FFF2-40B4-BE49-F238E27FC236}">
                <a16:creationId xmlns:a16="http://schemas.microsoft.com/office/drawing/2014/main" id="{CAD02E25-EC4B-4B08-B14B-0B6808C1ABE3}"/>
              </a:ext>
            </a:extLst>
          </p:cNvPr>
          <p:cNvSpPr txBox="1">
            <a:spLocks/>
          </p:cNvSpPr>
          <p:nvPr/>
        </p:nvSpPr>
        <p:spPr>
          <a:xfrm>
            <a:off x="1478278" y="1405336"/>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57" name="Text Placeholder 36">
            <a:extLst>
              <a:ext uri="{FF2B5EF4-FFF2-40B4-BE49-F238E27FC236}">
                <a16:creationId xmlns:a16="http://schemas.microsoft.com/office/drawing/2014/main" id="{BE30B398-D4C2-4715-9016-189EA74C378C}"/>
              </a:ext>
            </a:extLst>
          </p:cNvPr>
          <p:cNvSpPr txBox="1">
            <a:spLocks/>
          </p:cNvSpPr>
          <p:nvPr/>
        </p:nvSpPr>
        <p:spPr>
          <a:xfrm>
            <a:off x="1478278" y="1022750"/>
            <a:ext cx="232219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03</a:t>
            </a:r>
          </a:p>
        </p:txBody>
      </p:sp>
      <p:sp>
        <p:nvSpPr>
          <p:cNvPr id="58" name="Text Placeholder 36">
            <a:extLst>
              <a:ext uri="{FF2B5EF4-FFF2-40B4-BE49-F238E27FC236}">
                <a16:creationId xmlns:a16="http://schemas.microsoft.com/office/drawing/2014/main" id="{608F00DF-7E9C-4963-AFD3-782824DE55EB}"/>
              </a:ext>
            </a:extLst>
          </p:cNvPr>
          <p:cNvSpPr txBox="1">
            <a:spLocks/>
          </p:cNvSpPr>
          <p:nvPr/>
        </p:nvSpPr>
        <p:spPr>
          <a:xfrm>
            <a:off x="9258299" y="3112687"/>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6"/>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05</a:t>
            </a:r>
          </a:p>
        </p:txBody>
      </p:sp>
      <p:sp>
        <p:nvSpPr>
          <p:cNvPr id="59" name="Text Placeholder 33">
            <a:extLst>
              <a:ext uri="{FF2B5EF4-FFF2-40B4-BE49-F238E27FC236}">
                <a16:creationId xmlns:a16="http://schemas.microsoft.com/office/drawing/2014/main" id="{E434B13F-7CAC-4804-A603-43C6A5A27FF5}"/>
              </a:ext>
            </a:extLst>
          </p:cNvPr>
          <p:cNvSpPr txBox="1">
            <a:spLocks/>
          </p:cNvSpPr>
          <p:nvPr/>
        </p:nvSpPr>
        <p:spPr>
          <a:xfrm>
            <a:off x="9382125" y="3507973"/>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sp>
        <p:nvSpPr>
          <p:cNvPr id="60" name="Text Placeholder 36">
            <a:extLst>
              <a:ext uri="{FF2B5EF4-FFF2-40B4-BE49-F238E27FC236}">
                <a16:creationId xmlns:a16="http://schemas.microsoft.com/office/drawing/2014/main" id="{6B31117A-A18C-4F00-8FF3-5F8F8F083358}"/>
              </a:ext>
            </a:extLst>
          </p:cNvPr>
          <p:cNvSpPr txBox="1">
            <a:spLocks/>
          </p:cNvSpPr>
          <p:nvPr/>
        </p:nvSpPr>
        <p:spPr>
          <a:xfrm>
            <a:off x="8848724" y="1022750"/>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04</a:t>
            </a:r>
          </a:p>
        </p:txBody>
      </p:sp>
      <p:sp>
        <p:nvSpPr>
          <p:cNvPr id="61" name="Text Placeholder 33">
            <a:extLst>
              <a:ext uri="{FF2B5EF4-FFF2-40B4-BE49-F238E27FC236}">
                <a16:creationId xmlns:a16="http://schemas.microsoft.com/office/drawing/2014/main" id="{9758036E-F4C6-4729-AB39-0B27A3F4203F}"/>
              </a:ext>
            </a:extLst>
          </p:cNvPr>
          <p:cNvSpPr txBox="1">
            <a:spLocks/>
          </p:cNvSpPr>
          <p:nvPr/>
        </p:nvSpPr>
        <p:spPr>
          <a:xfrm>
            <a:off x="8972550" y="1418036"/>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spTree>
    <p:extLst>
      <p:ext uri="{BB962C8B-B14F-4D97-AF65-F5344CB8AC3E}">
        <p14:creationId xmlns:p14="http://schemas.microsoft.com/office/powerpoint/2010/main" val="98240190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14:presetBounceEnd="67000">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14:bounceEnd="67000">
                                          <p:cBhvr additive="base">
                                            <p:cTn id="7" dur="1000" fill="hold"/>
                                            <p:tgtEl>
                                              <p:spTgt spid="46"/>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46"/>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250"/>
                                      </p:stCondLst>
                                      <p:childTnLst>
                                        <p:set>
                                          <p:cBhvr>
                                            <p:cTn id="10" dur="1" fill="hold">
                                              <p:stCondLst>
                                                <p:cond delay="0"/>
                                              </p:stCondLst>
                                            </p:cTn>
                                            <p:tgtEl>
                                              <p:spTgt spid="47"/>
                                            </p:tgtEl>
                                            <p:attrNameLst>
                                              <p:attrName>style.visibility</p:attrName>
                                            </p:attrNameLst>
                                          </p:cBhvr>
                                          <p:to>
                                            <p:strVal val="visible"/>
                                          </p:to>
                                        </p:set>
                                        <p:anim calcmode="lin" valueType="num" p14:bounceEnd="67000">
                                          <p:cBhvr additive="base">
                                            <p:cTn id="11" dur="1000" fill="hold"/>
                                            <p:tgtEl>
                                              <p:spTgt spid="47"/>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4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14:presetBounceEnd="67000">
                                      <p:stCondLst>
                                        <p:cond delay="500"/>
                                      </p:stCondLst>
                                      <p:childTnLst>
                                        <p:set>
                                          <p:cBhvr>
                                            <p:cTn id="14" dur="1" fill="hold">
                                              <p:stCondLst>
                                                <p:cond delay="0"/>
                                              </p:stCondLst>
                                            </p:cTn>
                                            <p:tgtEl>
                                              <p:spTgt spid="48"/>
                                            </p:tgtEl>
                                            <p:attrNameLst>
                                              <p:attrName>style.visibility</p:attrName>
                                            </p:attrNameLst>
                                          </p:cBhvr>
                                          <p:to>
                                            <p:strVal val="visible"/>
                                          </p:to>
                                        </p:set>
                                        <p:anim calcmode="lin" valueType="num" p14:bounceEnd="67000">
                                          <p:cBhvr additive="base">
                                            <p:cTn id="15" dur="1000" fill="hold"/>
                                            <p:tgtEl>
                                              <p:spTgt spid="48"/>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48"/>
                                            </p:tgtEl>
                                            <p:attrNameLst>
                                              <p:attrName>ppt_y</p:attrName>
                                            </p:attrNameLst>
                                          </p:cBhvr>
                                          <p:tavLst>
                                            <p:tav tm="0">
                                              <p:val>
                                                <p:strVal val="0-#ppt_h/2"/>
                                              </p:val>
                                            </p:tav>
                                            <p:tav tm="100000">
                                              <p:val>
                                                <p:strVal val="#ppt_y"/>
                                              </p:val>
                                            </p:tav>
                                          </p:tavLst>
                                        </p:anim>
                                      </p:childTnLst>
                                    </p:cTn>
                                  </p:par>
                                  <p:par>
                                    <p:cTn id="17" presetID="2" presetClass="entr" presetSubtype="6" fill="hold" nodeType="withEffect" p14:presetBounceEnd="67000">
                                      <p:stCondLst>
                                        <p:cond delay="750"/>
                                      </p:stCondLst>
                                      <p:childTnLst>
                                        <p:set>
                                          <p:cBhvr>
                                            <p:cTn id="18" dur="1" fill="hold">
                                              <p:stCondLst>
                                                <p:cond delay="0"/>
                                              </p:stCondLst>
                                            </p:cTn>
                                            <p:tgtEl>
                                              <p:spTgt spid="51"/>
                                            </p:tgtEl>
                                            <p:attrNameLst>
                                              <p:attrName>style.visibility</p:attrName>
                                            </p:attrNameLst>
                                          </p:cBhvr>
                                          <p:to>
                                            <p:strVal val="visible"/>
                                          </p:to>
                                        </p:set>
                                        <p:anim calcmode="lin" valueType="num" p14:bounceEnd="67000">
                                          <p:cBhvr additive="base">
                                            <p:cTn id="19" dur="1000" fill="hold"/>
                                            <p:tgtEl>
                                              <p:spTgt spid="51"/>
                                            </p:tgtEl>
                                            <p:attrNameLst>
                                              <p:attrName>ppt_x</p:attrName>
                                            </p:attrNameLst>
                                          </p:cBhvr>
                                          <p:tavLst>
                                            <p:tav tm="0">
                                              <p:val>
                                                <p:strVal val="1+#ppt_w/2"/>
                                              </p:val>
                                            </p:tav>
                                            <p:tav tm="100000">
                                              <p:val>
                                                <p:strVal val="#ppt_x"/>
                                              </p:val>
                                            </p:tav>
                                          </p:tavLst>
                                        </p:anim>
                                        <p:anim calcmode="lin" valueType="num" p14:bounceEnd="67000">
                                          <p:cBhvr additive="base">
                                            <p:cTn id="20" dur="10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7000">
                                      <p:stCondLst>
                                        <p:cond delay="1000"/>
                                      </p:stCondLst>
                                      <p:childTnLst>
                                        <p:set>
                                          <p:cBhvr>
                                            <p:cTn id="22" dur="1" fill="hold">
                                              <p:stCondLst>
                                                <p:cond delay="0"/>
                                              </p:stCondLst>
                                            </p:cTn>
                                            <p:tgtEl>
                                              <p:spTgt spid="50"/>
                                            </p:tgtEl>
                                            <p:attrNameLst>
                                              <p:attrName>style.visibility</p:attrName>
                                            </p:attrNameLst>
                                          </p:cBhvr>
                                          <p:to>
                                            <p:strVal val="visible"/>
                                          </p:to>
                                        </p:set>
                                        <p:anim calcmode="lin" valueType="num" p14:bounceEnd="67000">
                                          <p:cBhvr additive="base">
                                            <p:cTn id="23" dur="1000" fill="hold"/>
                                            <p:tgtEl>
                                              <p:spTgt spid="50"/>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8" fill="hold" grpId="0" nodeType="withEffect" p14:presetBounceEnd="67000">
                                      <p:stCondLst>
                                        <p:cond delay="1500"/>
                                      </p:stCondLst>
                                      <p:childTnLst>
                                        <p:set>
                                          <p:cBhvr>
                                            <p:cTn id="26" dur="1" fill="hold">
                                              <p:stCondLst>
                                                <p:cond delay="0"/>
                                              </p:stCondLst>
                                            </p:cTn>
                                            <p:tgtEl>
                                              <p:spTgt spid="52"/>
                                            </p:tgtEl>
                                            <p:attrNameLst>
                                              <p:attrName>style.visibility</p:attrName>
                                            </p:attrNameLst>
                                          </p:cBhvr>
                                          <p:to>
                                            <p:strVal val="visible"/>
                                          </p:to>
                                        </p:set>
                                        <p:anim calcmode="lin" valueType="num" p14:bounceEnd="67000">
                                          <p:cBhvr additive="base">
                                            <p:cTn id="27" dur="1000" fill="hold"/>
                                            <p:tgtEl>
                                              <p:spTgt spid="52"/>
                                            </p:tgtEl>
                                            <p:attrNameLst>
                                              <p:attrName>ppt_x</p:attrName>
                                            </p:attrNameLst>
                                          </p:cBhvr>
                                          <p:tavLst>
                                            <p:tav tm="0">
                                              <p:val>
                                                <p:strVal val="0-#ppt_w/2"/>
                                              </p:val>
                                            </p:tav>
                                            <p:tav tm="100000">
                                              <p:val>
                                                <p:strVal val="#ppt_x"/>
                                              </p:val>
                                            </p:tav>
                                          </p:tavLst>
                                        </p:anim>
                                        <p:anim calcmode="lin" valueType="num" p14:bounceEnd="67000">
                                          <p:cBhvr additive="base">
                                            <p:cTn id="28" dur="1000" fill="hold"/>
                                            <p:tgtEl>
                                              <p:spTgt spid="5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14:presetBounceEnd="67000">
                                      <p:stCondLst>
                                        <p:cond delay="1500"/>
                                      </p:stCondLst>
                                      <p:childTnLst>
                                        <p:set>
                                          <p:cBhvr>
                                            <p:cTn id="30" dur="1" fill="hold">
                                              <p:stCondLst>
                                                <p:cond delay="0"/>
                                              </p:stCondLst>
                                            </p:cTn>
                                            <p:tgtEl>
                                              <p:spTgt spid="53"/>
                                            </p:tgtEl>
                                            <p:attrNameLst>
                                              <p:attrName>style.visibility</p:attrName>
                                            </p:attrNameLst>
                                          </p:cBhvr>
                                          <p:to>
                                            <p:strVal val="visible"/>
                                          </p:to>
                                        </p:set>
                                        <p:anim calcmode="lin" valueType="num" p14:bounceEnd="67000">
                                          <p:cBhvr additive="base">
                                            <p:cTn id="31" dur="1000" fill="hold"/>
                                            <p:tgtEl>
                                              <p:spTgt spid="53"/>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14:presetBounceEnd="67000">
                                      <p:stCondLst>
                                        <p:cond delay="1500"/>
                                      </p:stCondLst>
                                      <p:childTnLst>
                                        <p:set>
                                          <p:cBhvr>
                                            <p:cTn id="34" dur="1" fill="hold">
                                              <p:stCondLst>
                                                <p:cond delay="0"/>
                                              </p:stCondLst>
                                            </p:cTn>
                                            <p:tgtEl>
                                              <p:spTgt spid="54"/>
                                            </p:tgtEl>
                                            <p:attrNameLst>
                                              <p:attrName>style.visibility</p:attrName>
                                            </p:attrNameLst>
                                          </p:cBhvr>
                                          <p:to>
                                            <p:strVal val="visible"/>
                                          </p:to>
                                        </p:set>
                                        <p:anim calcmode="lin" valueType="num" p14:bounceEnd="67000">
                                          <p:cBhvr additive="base">
                                            <p:cTn id="35" dur="1000" fill="hold"/>
                                            <p:tgtEl>
                                              <p:spTgt spid="54"/>
                                            </p:tgtEl>
                                            <p:attrNameLst>
                                              <p:attrName>ppt_x</p:attrName>
                                            </p:attrNameLst>
                                          </p:cBhvr>
                                          <p:tavLst>
                                            <p:tav tm="0">
                                              <p:val>
                                                <p:strVal val="0-#ppt_w/2"/>
                                              </p:val>
                                            </p:tav>
                                            <p:tav tm="100000">
                                              <p:val>
                                                <p:strVal val="#ppt_x"/>
                                              </p:val>
                                            </p:tav>
                                          </p:tavLst>
                                        </p:anim>
                                        <p:anim calcmode="lin" valueType="num" p14:bounceEnd="67000">
                                          <p:cBhvr additive="base">
                                            <p:cTn id="36" dur="1000" fill="hold"/>
                                            <p:tgtEl>
                                              <p:spTgt spid="54"/>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14:presetBounceEnd="67000">
                                      <p:stCondLst>
                                        <p:cond delay="1500"/>
                                      </p:stCondLst>
                                      <p:childTnLst>
                                        <p:set>
                                          <p:cBhvr>
                                            <p:cTn id="38" dur="1" fill="hold">
                                              <p:stCondLst>
                                                <p:cond delay="0"/>
                                              </p:stCondLst>
                                            </p:cTn>
                                            <p:tgtEl>
                                              <p:spTgt spid="55"/>
                                            </p:tgtEl>
                                            <p:attrNameLst>
                                              <p:attrName>style.visibility</p:attrName>
                                            </p:attrNameLst>
                                          </p:cBhvr>
                                          <p:to>
                                            <p:strVal val="visible"/>
                                          </p:to>
                                        </p:set>
                                        <p:anim calcmode="lin" valueType="num" p14:bounceEnd="67000">
                                          <p:cBhvr additive="base">
                                            <p:cTn id="39" dur="1000" fill="hold"/>
                                            <p:tgtEl>
                                              <p:spTgt spid="55"/>
                                            </p:tgtEl>
                                            <p:attrNameLst>
                                              <p:attrName>ppt_x</p:attrName>
                                            </p:attrNameLst>
                                          </p:cBhvr>
                                          <p:tavLst>
                                            <p:tav tm="0">
                                              <p:val>
                                                <p:strVal val="0-#ppt_w/2"/>
                                              </p:val>
                                            </p:tav>
                                            <p:tav tm="100000">
                                              <p:val>
                                                <p:strVal val="#ppt_x"/>
                                              </p:val>
                                            </p:tav>
                                          </p:tavLst>
                                        </p:anim>
                                        <p:anim calcmode="lin" valueType="num" p14:bounceEnd="67000">
                                          <p:cBhvr additive="base">
                                            <p:cTn id="40" dur="1000" fill="hold"/>
                                            <p:tgtEl>
                                              <p:spTgt spid="55"/>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14:presetBounceEnd="67000">
                                      <p:stCondLst>
                                        <p:cond delay="1500"/>
                                      </p:stCondLst>
                                      <p:childTnLst>
                                        <p:set>
                                          <p:cBhvr>
                                            <p:cTn id="42" dur="1" fill="hold">
                                              <p:stCondLst>
                                                <p:cond delay="0"/>
                                              </p:stCondLst>
                                            </p:cTn>
                                            <p:tgtEl>
                                              <p:spTgt spid="57"/>
                                            </p:tgtEl>
                                            <p:attrNameLst>
                                              <p:attrName>style.visibility</p:attrName>
                                            </p:attrNameLst>
                                          </p:cBhvr>
                                          <p:to>
                                            <p:strVal val="visible"/>
                                          </p:to>
                                        </p:set>
                                        <p:anim calcmode="lin" valueType="num" p14:bounceEnd="67000">
                                          <p:cBhvr additive="base">
                                            <p:cTn id="43" dur="1000" fill="hold"/>
                                            <p:tgtEl>
                                              <p:spTgt spid="57"/>
                                            </p:tgtEl>
                                            <p:attrNameLst>
                                              <p:attrName>ppt_x</p:attrName>
                                            </p:attrNameLst>
                                          </p:cBhvr>
                                          <p:tavLst>
                                            <p:tav tm="0">
                                              <p:val>
                                                <p:strVal val="0-#ppt_w/2"/>
                                              </p:val>
                                            </p:tav>
                                            <p:tav tm="100000">
                                              <p:val>
                                                <p:strVal val="#ppt_x"/>
                                              </p:val>
                                            </p:tav>
                                          </p:tavLst>
                                        </p:anim>
                                        <p:anim calcmode="lin" valueType="num" p14:bounceEnd="67000">
                                          <p:cBhvr additive="base">
                                            <p:cTn id="44" dur="1000" fill="hold"/>
                                            <p:tgtEl>
                                              <p:spTgt spid="57"/>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7000">
                                      <p:stCondLst>
                                        <p:cond delay="1500"/>
                                      </p:stCondLst>
                                      <p:childTnLst>
                                        <p:set>
                                          <p:cBhvr>
                                            <p:cTn id="46" dur="1" fill="hold">
                                              <p:stCondLst>
                                                <p:cond delay="0"/>
                                              </p:stCondLst>
                                            </p:cTn>
                                            <p:tgtEl>
                                              <p:spTgt spid="56"/>
                                            </p:tgtEl>
                                            <p:attrNameLst>
                                              <p:attrName>style.visibility</p:attrName>
                                            </p:attrNameLst>
                                          </p:cBhvr>
                                          <p:to>
                                            <p:strVal val="visible"/>
                                          </p:to>
                                        </p:set>
                                        <p:anim calcmode="lin" valueType="num" p14:bounceEnd="67000">
                                          <p:cBhvr additive="base">
                                            <p:cTn id="47" dur="1000" fill="hold"/>
                                            <p:tgtEl>
                                              <p:spTgt spid="56"/>
                                            </p:tgtEl>
                                            <p:attrNameLst>
                                              <p:attrName>ppt_x</p:attrName>
                                            </p:attrNameLst>
                                          </p:cBhvr>
                                          <p:tavLst>
                                            <p:tav tm="0">
                                              <p:val>
                                                <p:strVal val="0-#ppt_w/2"/>
                                              </p:val>
                                            </p:tav>
                                            <p:tav tm="100000">
                                              <p:val>
                                                <p:strVal val="#ppt_x"/>
                                              </p:val>
                                            </p:tav>
                                          </p:tavLst>
                                        </p:anim>
                                        <p:anim calcmode="lin" valueType="num" p14:bounceEnd="67000">
                                          <p:cBhvr additive="base">
                                            <p:cTn id="48" dur="1000" fill="hold"/>
                                            <p:tgtEl>
                                              <p:spTgt spid="56"/>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14:presetBounceEnd="67000">
                                      <p:stCondLst>
                                        <p:cond delay="1500"/>
                                      </p:stCondLst>
                                      <p:childTnLst>
                                        <p:set>
                                          <p:cBhvr>
                                            <p:cTn id="50" dur="1" fill="hold">
                                              <p:stCondLst>
                                                <p:cond delay="0"/>
                                              </p:stCondLst>
                                            </p:cTn>
                                            <p:tgtEl>
                                              <p:spTgt spid="58"/>
                                            </p:tgtEl>
                                            <p:attrNameLst>
                                              <p:attrName>style.visibility</p:attrName>
                                            </p:attrNameLst>
                                          </p:cBhvr>
                                          <p:to>
                                            <p:strVal val="visible"/>
                                          </p:to>
                                        </p:set>
                                        <p:anim calcmode="lin" valueType="num" p14:bounceEnd="67000">
                                          <p:cBhvr additive="base">
                                            <p:cTn id="51" dur="1000" fill="hold"/>
                                            <p:tgtEl>
                                              <p:spTgt spid="58"/>
                                            </p:tgtEl>
                                            <p:attrNameLst>
                                              <p:attrName>ppt_x</p:attrName>
                                            </p:attrNameLst>
                                          </p:cBhvr>
                                          <p:tavLst>
                                            <p:tav tm="0">
                                              <p:val>
                                                <p:strVal val="1+#ppt_w/2"/>
                                              </p:val>
                                            </p:tav>
                                            <p:tav tm="100000">
                                              <p:val>
                                                <p:strVal val="#ppt_x"/>
                                              </p:val>
                                            </p:tav>
                                          </p:tavLst>
                                        </p:anim>
                                        <p:anim calcmode="lin" valueType="num" p14:bounceEnd="67000">
                                          <p:cBhvr additive="base">
                                            <p:cTn id="52" dur="1000" fill="hold"/>
                                            <p:tgtEl>
                                              <p:spTgt spid="58"/>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14:presetBounceEnd="67000">
                                      <p:stCondLst>
                                        <p:cond delay="1500"/>
                                      </p:stCondLst>
                                      <p:childTnLst>
                                        <p:set>
                                          <p:cBhvr>
                                            <p:cTn id="54" dur="1" fill="hold">
                                              <p:stCondLst>
                                                <p:cond delay="0"/>
                                              </p:stCondLst>
                                            </p:cTn>
                                            <p:tgtEl>
                                              <p:spTgt spid="59"/>
                                            </p:tgtEl>
                                            <p:attrNameLst>
                                              <p:attrName>style.visibility</p:attrName>
                                            </p:attrNameLst>
                                          </p:cBhvr>
                                          <p:to>
                                            <p:strVal val="visible"/>
                                          </p:to>
                                        </p:set>
                                        <p:anim calcmode="lin" valueType="num" p14:bounceEnd="67000">
                                          <p:cBhvr additive="base">
                                            <p:cTn id="55" dur="1000" fill="hold"/>
                                            <p:tgtEl>
                                              <p:spTgt spid="59"/>
                                            </p:tgtEl>
                                            <p:attrNameLst>
                                              <p:attrName>ppt_x</p:attrName>
                                            </p:attrNameLst>
                                          </p:cBhvr>
                                          <p:tavLst>
                                            <p:tav tm="0">
                                              <p:val>
                                                <p:strVal val="1+#ppt_w/2"/>
                                              </p:val>
                                            </p:tav>
                                            <p:tav tm="100000">
                                              <p:val>
                                                <p:strVal val="#ppt_x"/>
                                              </p:val>
                                            </p:tav>
                                          </p:tavLst>
                                        </p:anim>
                                        <p:anim calcmode="lin" valueType="num" p14:bounceEnd="67000">
                                          <p:cBhvr additive="base">
                                            <p:cTn id="56" dur="1000" fill="hold"/>
                                            <p:tgtEl>
                                              <p:spTgt spid="59"/>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14:presetBounceEnd="67000">
                                      <p:stCondLst>
                                        <p:cond delay="1500"/>
                                      </p:stCondLst>
                                      <p:childTnLst>
                                        <p:set>
                                          <p:cBhvr>
                                            <p:cTn id="58" dur="1" fill="hold">
                                              <p:stCondLst>
                                                <p:cond delay="0"/>
                                              </p:stCondLst>
                                            </p:cTn>
                                            <p:tgtEl>
                                              <p:spTgt spid="60"/>
                                            </p:tgtEl>
                                            <p:attrNameLst>
                                              <p:attrName>style.visibility</p:attrName>
                                            </p:attrNameLst>
                                          </p:cBhvr>
                                          <p:to>
                                            <p:strVal val="visible"/>
                                          </p:to>
                                        </p:set>
                                        <p:anim calcmode="lin" valueType="num" p14:bounceEnd="67000">
                                          <p:cBhvr additive="base">
                                            <p:cTn id="59" dur="1000" fill="hold"/>
                                            <p:tgtEl>
                                              <p:spTgt spid="60"/>
                                            </p:tgtEl>
                                            <p:attrNameLst>
                                              <p:attrName>ppt_x</p:attrName>
                                            </p:attrNameLst>
                                          </p:cBhvr>
                                          <p:tavLst>
                                            <p:tav tm="0">
                                              <p:val>
                                                <p:strVal val="1+#ppt_w/2"/>
                                              </p:val>
                                            </p:tav>
                                            <p:tav tm="100000">
                                              <p:val>
                                                <p:strVal val="#ppt_x"/>
                                              </p:val>
                                            </p:tav>
                                          </p:tavLst>
                                        </p:anim>
                                        <p:anim calcmode="lin" valueType="num" p14:bounceEnd="67000">
                                          <p:cBhvr additive="base">
                                            <p:cTn id="60" dur="1000" fill="hold"/>
                                            <p:tgtEl>
                                              <p:spTgt spid="60"/>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14:presetBounceEnd="67000">
                                      <p:stCondLst>
                                        <p:cond delay="1500"/>
                                      </p:stCondLst>
                                      <p:childTnLst>
                                        <p:set>
                                          <p:cBhvr>
                                            <p:cTn id="62" dur="1" fill="hold">
                                              <p:stCondLst>
                                                <p:cond delay="0"/>
                                              </p:stCondLst>
                                            </p:cTn>
                                            <p:tgtEl>
                                              <p:spTgt spid="61"/>
                                            </p:tgtEl>
                                            <p:attrNameLst>
                                              <p:attrName>style.visibility</p:attrName>
                                            </p:attrNameLst>
                                          </p:cBhvr>
                                          <p:to>
                                            <p:strVal val="visible"/>
                                          </p:to>
                                        </p:set>
                                        <p:anim calcmode="lin" valueType="num" p14:bounceEnd="67000">
                                          <p:cBhvr additive="base">
                                            <p:cTn id="63" dur="1000" fill="hold"/>
                                            <p:tgtEl>
                                              <p:spTgt spid="61"/>
                                            </p:tgtEl>
                                            <p:attrNameLst>
                                              <p:attrName>ppt_x</p:attrName>
                                            </p:attrNameLst>
                                          </p:cBhvr>
                                          <p:tavLst>
                                            <p:tav tm="0">
                                              <p:val>
                                                <p:strVal val="1+#ppt_w/2"/>
                                              </p:val>
                                            </p:tav>
                                            <p:tav tm="100000">
                                              <p:val>
                                                <p:strVal val="#ppt_x"/>
                                              </p:val>
                                            </p:tav>
                                          </p:tavLst>
                                        </p:anim>
                                        <p:anim calcmode="lin" valueType="num" p14:bounceEnd="67000">
                                          <p:cBhvr additive="base">
                                            <p:cTn id="64" dur="1000" fill="hold"/>
                                            <p:tgtEl>
                                              <p:spTgt spid="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5" grpId="0"/>
          <p:bldP spid="56" grpId="0"/>
          <p:bldP spid="57" grpId="0"/>
          <p:bldP spid="58" grpId="0"/>
          <p:bldP spid="59" grpId="0"/>
          <p:bldP spid="60" grpId="0"/>
          <p:bldP spid="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1000" fill="hold"/>
                                            <p:tgtEl>
                                              <p:spTgt spid="46"/>
                                            </p:tgtEl>
                                            <p:attrNameLst>
                                              <p:attrName>ppt_x</p:attrName>
                                            </p:attrNameLst>
                                          </p:cBhvr>
                                          <p:tavLst>
                                            <p:tav tm="0">
                                              <p:val>
                                                <p:strVal val="0-#ppt_w/2"/>
                                              </p:val>
                                            </p:tav>
                                            <p:tav tm="100000">
                                              <p:val>
                                                <p:strVal val="#ppt_x"/>
                                              </p:val>
                                            </p:tav>
                                          </p:tavLst>
                                        </p:anim>
                                        <p:anim calcmode="lin" valueType="num">
                                          <p:cBhvr additive="base">
                                            <p:cTn id="8" dur="1000" fill="hold"/>
                                            <p:tgtEl>
                                              <p:spTgt spid="46"/>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5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1000" fill="hold"/>
                                            <p:tgtEl>
                                              <p:spTgt spid="47"/>
                                            </p:tgtEl>
                                            <p:attrNameLst>
                                              <p:attrName>ppt_x</p:attrName>
                                            </p:attrNameLst>
                                          </p:cBhvr>
                                          <p:tavLst>
                                            <p:tav tm="0">
                                              <p:val>
                                                <p:strVal val="#ppt_x"/>
                                              </p:val>
                                            </p:tav>
                                            <p:tav tm="100000">
                                              <p:val>
                                                <p:strVal val="#ppt_x"/>
                                              </p:val>
                                            </p:tav>
                                          </p:tavLst>
                                        </p:anim>
                                        <p:anim calcmode="lin" valueType="num">
                                          <p:cBhvr additive="base">
                                            <p:cTn id="12" dur="1000" fill="hold"/>
                                            <p:tgtEl>
                                              <p:spTgt spid="4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5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000" fill="hold"/>
                                            <p:tgtEl>
                                              <p:spTgt spid="48"/>
                                            </p:tgtEl>
                                            <p:attrNameLst>
                                              <p:attrName>ppt_x</p:attrName>
                                            </p:attrNameLst>
                                          </p:cBhvr>
                                          <p:tavLst>
                                            <p:tav tm="0">
                                              <p:val>
                                                <p:strVal val="1+#ppt_w/2"/>
                                              </p:val>
                                            </p:tav>
                                            <p:tav tm="100000">
                                              <p:val>
                                                <p:strVal val="#ppt_x"/>
                                              </p:val>
                                            </p:tav>
                                          </p:tavLst>
                                        </p:anim>
                                        <p:anim calcmode="lin" valueType="num">
                                          <p:cBhvr additive="base">
                                            <p:cTn id="16" dur="1000" fill="hold"/>
                                            <p:tgtEl>
                                              <p:spTgt spid="48"/>
                                            </p:tgtEl>
                                            <p:attrNameLst>
                                              <p:attrName>ppt_y</p:attrName>
                                            </p:attrNameLst>
                                          </p:cBhvr>
                                          <p:tavLst>
                                            <p:tav tm="0">
                                              <p:val>
                                                <p:strVal val="0-#ppt_h/2"/>
                                              </p:val>
                                            </p:tav>
                                            <p:tav tm="100000">
                                              <p:val>
                                                <p:strVal val="#ppt_y"/>
                                              </p:val>
                                            </p:tav>
                                          </p:tavLst>
                                        </p:anim>
                                      </p:childTnLst>
                                    </p:cTn>
                                  </p:par>
                                  <p:par>
                                    <p:cTn id="17" presetID="2" presetClass="entr" presetSubtype="6" fill="hold" nodeType="withEffect">
                                      <p:stCondLst>
                                        <p:cond delay="75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1000" fill="hold"/>
                                            <p:tgtEl>
                                              <p:spTgt spid="51"/>
                                            </p:tgtEl>
                                            <p:attrNameLst>
                                              <p:attrName>ppt_x</p:attrName>
                                            </p:attrNameLst>
                                          </p:cBhvr>
                                          <p:tavLst>
                                            <p:tav tm="0">
                                              <p:val>
                                                <p:strVal val="1+#ppt_w/2"/>
                                              </p:val>
                                            </p:tav>
                                            <p:tav tm="100000">
                                              <p:val>
                                                <p:strVal val="#ppt_x"/>
                                              </p:val>
                                            </p:tav>
                                          </p:tavLst>
                                        </p:anim>
                                        <p:anim calcmode="lin" valueType="num">
                                          <p:cBhvr additive="base">
                                            <p:cTn id="20" dur="10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10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1000" fill="hold"/>
                                            <p:tgtEl>
                                              <p:spTgt spid="50"/>
                                            </p:tgtEl>
                                            <p:attrNameLst>
                                              <p:attrName>ppt_x</p:attrName>
                                            </p:attrNameLst>
                                          </p:cBhvr>
                                          <p:tavLst>
                                            <p:tav tm="0">
                                              <p:val>
                                                <p:strVal val="#ppt_x"/>
                                              </p:val>
                                            </p:tav>
                                            <p:tav tm="100000">
                                              <p:val>
                                                <p:strVal val="#ppt_x"/>
                                              </p:val>
                                            </p:tav>
                                          </p:tavLst>
                                        </p:anim>
                                        <p:anim calcmode="lin" valueType="num">
                                          <p:cBhvr additive="base">
                                            <p:cTn id="24" dur="10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8" fill="hold" grpId="0" nodeType="withEffect">
                                      <p:stCondLst>
                                        <p:cond delay="1500"/>
                                      </p:stCondLst>
                                      <p:childTnLst>
                                        <p:set>
                                          <p:cBhvr>
                                            <p:cTn id="26" dur="1" fill="hold">
                                              <p:stCondLst>
                                                <p:cond delay="0"/>
                                              </p:stCondLst>
                                            </p:cTn>
                                            <p:tgtEl>
                                              <p:spTgt spid="52"/>
                                            </p:tgtEl>
                                            <p:attrNameLst>
                                              <p:attrName>style.visibility</p:attrName>
                                            </p:attrNameLst>
                                          </p:cBhvr>
                                          <p:to>
                                            <p:strVal val="visible"/>
                                          </p:to>
                                        </p:set>
                                        <p:anim calcmode="lin" valueType="num">
                                          <p:cBhvr additive="base">
                                            <p:cTn id="27" dur="1000" fill="hold"/>
                                            <p:tgtEl>
                                              <p:spTgt spid="52"/>
                                            </p:tgtEl>
                                            <p:attrNameLst>
                                              <p:attrName>ppt_x</p:attrName>
                                            </p:attrNameLst>
                                          </p:cBhvr>
                                          <p:tavLst>
                                            <p:tav tm="0">
                                              <p:val>
                                                <p:strVal val="0-#ppt_w/2"/>
                                              </p:val>
                                            </p:tav>
                                            <p:tav tm="100000">
                                              <p:val>
                                                <p:strVal val="#ppt_x"/>
                                              </p:val>
                                            </p:tav>
                                          </p:tavLst>
                                        </p:anim>
                                        <p:anim calcmode="lin" valueType="num">
                                          <p:cBhvr additive="base">
                                            <p:cTn id="28" dur="1000" fill="hold"/>
                                            <p:tgtEl>
                                              <p:spTgt spid="5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15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000" fill="hold"/>
                                            <p:tgtEl>
                                              <p:spTgt spid="53"/>
                                            </p:tgtEl>
                                            <p:attrNameLst>
                                              <p:attrName>ppt_x</p:attrName>
                                            </p:attrNameLst>
                                          </p:cBhvr>
                                          <p:tavLst>
                                            <p:tav tm="0">
                                              <p:val>
                                                <p:strVal val="0-#ppt_w/2"/>
                                              </p:val>
                                            </p:tav>
                                            <p:tav tm="100000">
                                              <p:val>
                                                <p:strVal val="#ppt_x"/>
                                              </p:val>
                                            </p:tav>
                                          </p:tavLst>
                                        </p:anim>
                                        <p:anim calcmode="lin" valueType="num">
                                          <p:cBhvr additive="base">
                                            <p:cTn id="32" dur="10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1500"/>
                                      </p:stCondLst>
                                      <p:childTnLst>
                                        <p:set>
                                          <p:cBhvr>
                                            <p:cTn id="34" dur="1" fill="hold">
                                              <p:stCondLst>
                                                <p:cond delay="0"/>
                                              </p:stCondLst>
                                            </p:cTn>
                                            <p:tgtEl>
                                              <p:spTgt spid="54"/>
                                            </p:tgtEl>
                                            <p:attrNameLst>
                                              <p:attrName>style.visibility</p:attrName>
                                            </p:attrNameLst>
                                          </p:cBhvr>
                                          <p:to>
                                            <p:strVal val="visible"/>
                                          </p:to>
                                        </p:set>
                                        <p:anim calcmode="lin" valueType="num">
                                          <p:cBhvr additive="base">
                                            <p:cTn id="35" dur="1000" fill="hold"/>
                                            <p:tgtEl>
                                              <p:spTgt spid="54"/>
                                            </p:tgtEl>
                                            <p:attrNameLst>
                                              <p:attrName>ppt_x</p:attrName>
                                            </p:attrNameLst>
                                          </p:cBhvr>
                                          <p:tavLst>
                                            <p:tav tm="0">
                                              <p:val>
                                                <p:strVal val="0-#ppt_w/2"/>
                                              </p:val>
                                            </p:tav>
                                            <p:tav tm="100000">
                                              <p:val>
                                                <p:strVal val="#ppt_x"/>
                                              </p:val>
                                            </p:tav>
                                          </p:tavLst>
                                        </p:anim>
                                        <p:anim calcmode="lin" valueType="num">
                                          <p:cBhvr additive="base">
                                            <p:cTn id="36" dur="1000" fill="hold"/>
                                            <p:tgtEl>
                                              <p:spTgt spid="54"/>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1500"/>
                                      </p:stCondLst>
                                      <p:childTnLst>
                                        <p:set>
                                          <p:cBhvr>
                                            <p:cTn id="38" dur="1" fill="hold">
                                              <p:stCondLst>
                                                <p:cond delay="0"/>
                                              </p:stCondLst>
                                            </p:cTn>
                                            <p:tgtEl>
                                              <p:spTgt spid="55"/>
                                            </p:tgtEl>
                                            <p:attrNameLst>
                                              <p:attrName>style.visibility</p:attrName>
                                            </p:attrNameLst>
                                          </p:cBhvr>
                                          <p:to>
                                            <p:strVal val="visible"/>
                                          </p:to>
                                        </p:set>
                                        <p:anim calcmode="lin" valueType="num">
                                          <p:cBhvr additive="base">
                                            <p:cTn id="39" dur="1000" fill="hold"/>
                                            <p:tgtEl>
                                              <p:spTgt spid="55"/>
                                            </p:tgtEl>
                                            <p:attrNameLst>
                                              <p:attrName>ppt_x</p:attrName>
                                            </p:attrNameLst>
                                          </p:cBhvr>
                                          <p:tavLst>
                                            <p:tav tm="0">
                                              <p:val>
                                                <p:strVal val="0-#ppt_w/2"/>
                                              </p:val>
                                            </p:tav>
                                            <p:tav tm="100000">
                                              <p:val>
                                                <p:strVal val="#ppt_x"/>
                                              </p:val>
                                            </p:tav>
                                          </p:tavLst>
                                        </p:anim>
                                        <p:anim calcmode="lin" valueType="num">
                                          <p:cBhvr additive="base">
                                            <p:cTn id="40" dur="1000" fill="hold"/>
                                            <p:tgtEl>
                                              <p:spTgt spid="55"/>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1500"/>
                                      </p:stCondLst>
                                      <p:childTnLst>
                                        <p:set>
                                          <p:cBhvr>
                                            <p:cTn id="42" dur="1" fill="hold">
                                              <p:stCondLst>
                                                <p:cond delay="0"/>
                                              </p:stCondLst>
                                            </p:cTn>
                                            <p:tgtEl>
                                              <p:spTgt spid="57"/>
                                            </p:tgtEl>
                                            <p:attrNameLst>
                                              <p:attrName>style.visibility</p:attrName>
                                            </p:attrNameLst>
                                          </p:cBhvr>
                                          <p:to>
                                            <p:strVal val="visible"/>
                                          </p:to>
                                        </p:set>
                                        <p:anim calcmode="lin" valueType="num">
                                          <p:cBhvr additive="base">
                                            <p:cTn id="43" dur="1000" fill="hold"/>
                                            <p:tgtEl>
                                              <p:spTgt spid="57"/>
                                            </p:tgtEl>
                                            <p:attrNameLst>
                                              <p:attrName>ppt_x</p:attrName>
                                            </p:attrNameLst>
                                          </p:cBhvr>
                                          <p:tavLst>
                                            <p:tav tm="0">
                                              <p:val>
                                                <p:strVal val="0-#ppt_w/2"/>
                                              </p:val>
                                            </p:tav>
                                            <p:tav tm="100000">
                                              <p:val>
                                                <p:strVal val="#ppt_x"/>
                                              </p:val>
                                            </p:tav>
                                          </p:tavLst>
                                        </p:anim>
                                        <p:anim calcmode="lin" valueType="num">
                                          <p:cBhvr additive="base">
                                            <p:cTn id="44" dur="1000" fill="hold"/>
                                            <p:tgtEl>
                                              <p:spTgt spid="57"/>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1500"/>
                                      </p:stCondLst>
                                      <p:childTnLst>
                                        <p:set>
                                          <p:cBhvr>
                                            <p:cTn id="46" dur="1" fill="hold">
                                              <p:stCondLst>
                                                <p:cond delay="0"/>
                                              </p:stCondLst>
                                            </p:cTn>
                                            <p:tgtEl>
                                              <p:spTgt spid="56"/>
                                            </p:tgtEl>
                                            <p:attrNameLst>
                                              <p:attrName>style.visibility</p:attrName>
                                            </p:attrNameLst>
                                          </p:cBhvr>
                                          <p:to>
                                            <p:strVal val="visible"/>
                                          </p:to>
                                        </p:set>
                                        <p:anim calcmode="lin" valueType="num">
                                          <p:cBhvr additive="base">
                                            <p:cTn id="47" dur="1000" fill="hold"/>
                                            <p:tgtEl>
                                              <p:spTgt spid="56"/>
                                            </p:tgtEl>
                                            <p:attrNameLst>
                                              <p:attrName>ppt_x</p:attrName>
                                            </p:attrNameLst>
                                          </p:cBhvr>
                                          <p:tavLst>
                                            <p:tav tm="0">
                                              <p:val>
                                                <p:strVal val="0-#ppt_w/2"/>
                                              </p:val>
                                            </p:tav>
                                            <p:tav tm="100000">
                                              <p:val>
                                                <p:strVal val="#ppt_x"/>
                                              </p:val>
                                            </p:tav>
                                          </p:tavLst>
                                        </p:anim>
                                        <p:anim calcmode="lin" valueType="num">
                                          <p:cBhvr additive="base">
                                            <p:cTn id="48" dur="1000" fill="hold"/>
                                            <p:tgtEl>
                                              <p:spTgt spid="56"/>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1500"/>
                                      </p:stCondLst>
                                      <p:childTnLst>
                                        <p:set>
                                          <p:cBhvr>
                                            <p:cTn id="50" dur="1" fill="hold">
                                              <p:stCondLst>
                                                <p:cond delay="0"/>
                                              </p:stCondLst>
                                            </p:cTn>
                                            <p:tgtEl>
                                              <p:spTgt spid="58"/>
                                            </p:tgtEl>
                                            <p:attrNameLst>
                                              <p:attrName>style.visibility</p:attrName>
                                            </p:attrNameLst>
                                          </p:cBhvr>
                                          <p:to>
                                            <p:strVal val="visible"/>
                                          </p:to>
                                        </p:set>
                                        <p:anim calcmode="lin" valueType="num">
                                          <p:cBhvr additive="base">
                                            <p:cTn id="51" dur="1000" fill="hold"/>
                                            <p:tgtEl>
                                              <p:spTgt spid="58"/>
                                            </p:tgtEl>
                                            <p:attrNameLst>
                                              <p:attrName>ppt_x</p:attrName>
                                            </p:attrNameLst>
                                          </p:cBhvr>
                                          <p:tavLst>
                                            <p:tav tm="0">
                                              <p:val>
                                                <p:strVal val="1+#ppt_w/2"/>
                                              </p:val>
                                            </p:tav>
                                            <p:tav tm="100000">
                                              <p:val>
                                                <p:strVal val="#ppt_x"/>
                                              </p:val>
                                            </p:tav>
                                          </p:tavLst>
                                        </p:anim>
                                        <p:anim calcmode="lin" valueType="num">
                                          <p:cBhvr additive="base">
                                            <p:cTn id="52" dur="1000" fill="hold"/>
                                            <p:tgtEl>
                                              <p:spTgt spid="58"/>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150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1000" fill="hold"/>
                                            <p:tgtEl>
                                              <p:spTgt spid="59"/>
                                            </p:tgtEl>
                                            <p:attrNameLst>
                                              <p:attrName>ppt_x</p:attrName>
                                            </p:attrNameLst>
                                          </p:cBhvr>
                                          <p:tavLst>
                                            <p:tav tm="0">
                                              <p:val>
                                                <p:strVal val="1+#ppt_w/2"/>
                                              </p:val>
                                            </p:tav>
                                            <p:tav tm="100000">
                                              <p:val>
                                                <p:strVal val="#ppt_x"/>
                                              </p:val>
                                            </p:tav>
                                          </p:tavLst>
                                        </p:anim>
                                        <p:anim calcmode="lin" valueType="num">
                                          <p:cBhvr additive="base">
                                            <p:cTn id="56" dur="1000" fill="hold"/>
                                            <p:tgtEl>
                                              <p:spTgt spid="59"/>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150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1000" fill="hold"/>
                                            <p:tgtEl>
                                              <p:spTgt spid="60"/>
                                            </p:tgtEl>
                                            <p:attrNameLst>
                                              <p:attrName>ppt_x</p:attrName>
                                            </p:attrNameLst>
                                          </p:cBhvr>
                                          <p:tavLst>
                                            <p:tav tm="0">
                                              <p:val>
                                                <p:strVal val="1+#ppt_w/2"/>
                                              </p:val>
                                            </p:tav>
                                            <p:tav tm="100000">
                                              <p:val>
                                                <p:strVal val="#ppt_x"/>
                                              </p:val>
                                            </p:tav>
                                          </p:tavLst>
                                        </p:anim>
                                        <p:anim calcmode="lin" valueType="num">
                                          <p:cBhvr additive="base">
                                            <p:cTn id="60" dur="1000" fill="hold"/>
                                            <p:tgtEl>
                                              <p:spTgt spid="60"/>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1500"/>
                                      </p:stCondLst>
                                      <p:childTnLst>
                                        <p:set>
                                          <p:cBhvr>
                                            <p:cTn id="62" dur="1" fill="hold">
                                              <p:stCondLst>
                                                <p:cond delay="0"/>
                                              </p:stCondLst>
                                            </p:cTn>
                                            <p:tgtEl>
                                              <p:spTgt spid="61"/>
                                            </p:tgtEl>
                                            <p:attrNameLst>
                                              <p:attrName>style.visibility</p:attrName>
                                            </p:attrNameLst>
                                          </p:cBhvr>
                                          <p:to>
                                            <p:strVal val="visible"/>
                                          </p:to>
                                        </p:set>
                                        <p:anim calcmode="lin" valueType="num">
                                          <p:cBhvr additive="base">
                                            <p:cTn id="63" dur="1000" fill="hold"/>
                                            <p:tgtEl>
                                              <p:spTgt spid="61"/>
                                            </p:tgtEl>
                                            <p:attrNameLst>
                                              <p:attrName>ppt_x</p:attrName>
                                            </p:attrNameLst>
                                          </p:cBhvr>
                                          <p:tavLst>
                                            <p:tav tm="0">
                                              <p:val>
                                                <p:strVal val="1+#ppt_w/2"/>
                                              </p:val>
                                            </p:tav>
                                            <p:tav tm="100000">
                                              <p:val>
                                                <p:strVal val="#ppt_x"/>
                                              </p:val>
                                            </p:tav>
                                          </p:tavLst>
                                        </p:anim>
                                        <p:anim calcmode="lin" valueType="num">
                                          <p:cBhvr additive="base">
                                            <p:cTn id="64" dur="1000" fill="hold"/>
                                            <p:tgtEl>
                                              <p:spTgt spid="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5" grpId="0"/>
          <p:bldP spid="56" grpId="0"/>
          <p:bldP spid="57" grpId="0"/>
          <p:bldP spid="58" grpId="0"/>
          <p:bldP spid="59" grpId="0"/>
          <p:bldP spid="60" grpId="0"/>
          <p:bldP spid="61" grpId="0"/>
        </p:bldLst>
      </p:timing>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680A9AD1-C325-444C-B969-1EB93BB8FEBC}"/>
              </a:ext>
            </a:extLst>
          </p:cNvPr>
          <p:cNvGrpSpPr/>
          <p:nvPr/>
        </p:nvGrpSpPr>
        <p:grpSpPr>
          <a:xfrm>
            <a:off x="3686175" y="4387850"/>
            <a:ext cx="3373438" cy="1444626"/>
            <a:chOff x="3686175" y="4387850"/>
            <a:chExt cx="3373438" cy="1444626"/>
          </a:xfrm>
        </p:grpSpPr>
        <p:sp>
          <p:nvSpPr>
            <p:cNvPr id="7" name="Freeform 6">
              <a:extLst>
                <a:ext uri="{FF2B5EF4-FFF2-40B4-BE49-F238E27FC236}">
                  <a16:creationId xmlns:a16="http://schemas.microsoft.com/office/drawing/2014/main" id="{98969A14-DB4E-4C6E-8F18-75BE4C7F736F}"/>
                </a:ext>
              </a:extLst>
            </p:cNvPr>
            <p:cNvSpPr>
              <a:spLocks/>
            </p:cNvSpPr>
            <p:nvPr/>
          </p:nvSpPr>
          <p:spPr bwMode="auto">
            <a:xfrm>
              <a:off x="3686175" y="4387850"/>
              <a:ext cx="3373438" cy="1444625"/>
            </a:xfrm>
            <a:custGeom>
              <a:avLst/>
              <a:gdLst>
                <a:gd name="T0" fmla="*/ 909 w 2125"/>
                <a:gd name="T1" fmla="*/ 0 h 910"/>
                <a:gd name="T2" fmla="*/ 0 w 2125"/>
                <a:gd name="T3" fmla="*/ 0 h 910"/>
                <a:gd name="T4" fmla="*/ 909 w 2125"/>
                <a:gd name="T5" fmla="*/ 910 h 910"/>
                <a:gd name="T6" fmla="*/ 2125 w 2125"/>
                <a:gd name="T7" fmla="*/ 910 h 910"/>
                <a:gd name="T8" fmla="*/ 2125 w 2125"/>
                <a:gd name="T9" fmla="*/ 0 h 910"/>
                <a:gd name="T10" fmla="*/ 909 w 2125"/>
                <a:gd name="T11" fmla="*/ 0 h 910"/>
              </a:gdLst>
              <a:ahLst/>
              <a:cxnLst>
                <a:cxn ang="0">
                  <a:pos x="T0" y="T1"/>
                </a:cxn>
                <a:cxn ang="0">
                  <a:pos x="T2" y="T3"/>
                </a:cxn>
                <a:cxn ang="0">
                  <a:pos x="T4" y="T5"/>
                </a:cxn>
                <a:cxn ang="0">
                  <a:pos x="T6" y="T7"/>
                </a:cxn>
                <a:cxn ang="0">
                  <a:pos x="T8" y="T9"/>
                </a:cxn>
                <a:cxn ang="0">
                  <a:pos x="T10" y="T11"/>
                </a:cxn>
              </a:cxnLst>
              <a:rect l="0" t="0" r="r" b="b"/>
              <a:pathLst>
                <a:path w="2125" h="910">
                  <a:moveTo>
                    <a:pt x="909" y="0"/>
                  </a:moveTo>
                  <a:lnTo>
                    <a:pt x="0" y="0"/>
                  </a:lnTo>
                  <a:lnTo>
                    <a:pt x="909" y="910"/>
                  </a:lnTo>
                  <a:lnTo>
                    <a:pt x="2125" y="910"/>
                  </a:lnTo>
                  <a:lnTo>
                    <a:pt x="2125" y="0"/>
                  </a:lnTo>
                  <a:lnTo>
                    <a:pt x="909" y="0"/>
                  </a:lnTo>
                  <a:close/>
                </a:path>
              </a:pathLst>
            </a:custGeom>
            <a:gradFill>
              <a:gsLst>
                <a:gs pos="100000">
                  <a:schemeClr val="accent4"/>
                </a:gs>
                <a:gs pos="36000">
                  <a:schemeClr val="accent4">
                    <a:lumMod val="75000"/>
                  </a:schemeClr>
                </a:gs>
                <a:gs pos="28000">
                  <a:schemeClr val="accent4">
                    <a:lumMod val="40000"/>
                    <a:lumOff val="60000"/>
                  </a:schemeClr>
                </a:gs>
              </a:gsLst>
              <a:lin ang="189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8981F23B-7895-41AA-9A7E-130F95F8FBC5}"/>
                </a:ext>
              </a:extLst>
            </p:cNvPr>
            <p:cNvSpPr>
              <a:spLocks/>
            </p:cNvSpPr>
            <p:nvPr/>
          </p:nvSpPr>
          <p:spPr bwMode="auto">
            <a:xfrm>
              <a:off x="3686175" y="4387850"/>
              <a:ext cx="3373438" cy="26988"/>
            </a:xfrm>
            <a:custGeom>
              <a:avLst/>
              <a:gdLst>
                <a:gd name="T0" fmla="*/ 2125 w 2125"/>
                <a:gd name="T1" fmla="*/ 0 h 17"/>
                <a:gd name="T2" fmla="*/ 909 w 2125"/>
                <a:gd name="T3" fmla="*/ 0 h 17"/>
                <a:gd name="T4" fmla="*/ 0 w 2125"/>
                <a:gd name="T5" fmla="*/ 0 h 17"/>
                <a:gd name="T6" fmla="*/ 19 w 2125"/>
                <a:gd name="T7" fmla="*/ 17 h 17"/>
                <a:gd name="T8" fmla="*/ 2125 w 2125"/>
                <a:gd name="T9" fmla="*/ 17 h 17"/>
                <a:gd name="T10" fmla="*/ 2125 w 2125"/>
                <a:gd name="T11" fmla="*/ 0 h 17"/>
              </a:gdLst>
              <a:ahLst/>
              <a:cxnLst>
                <a:cxn ang="0">
                  <a:pos x="T0" y="T1"/>
                </a:cxn>
                <a:cxn ang="0">
                  <a:pos x="T2" y="T3"/>
                </a:cxn>
                <a:cxn ang="0">
                  <a:pos x="T4" y="T5"/>
                </a:cxn>
                <a:cxn ang="0">
                  <a:pos x="T6" y="T7"/>
                </a:cxn>
                <a:cxn ang="0">
                  <a:pos x="T8" y="T9"/>
                </a:cxn>
                <a:cxn ang="0">
                  <a:pos x="T10" y="T11"/>
                </a:cxn>
              </a:cxnLst>
              <a:rect l="0" t="0" r="r" b="b"/>
              <a:pathLst>
                <a:path w="2125" h="17">
                  <a:moveTo>
                    <a:pt x="2125" y="0"/>
                  </a:moveTo>
                  <a:lnTo>
                    <a:pt x="909" y="0"/>
                  </a:lnTo>
                  <a:lnTo>
                    <a:pt x="0" y="0"/>
                  </a:lnTo>
                  <a:lnTo>
                    <a:pt x="19" y="17"/>
                  </a:lnTo>
                  <a:lnTo>
                    <a:pt x="2125" y="17"/>
                  </a:lnTo>
                  <a:lnTo>
                    <a:pt x="2125" y="0"/>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2FB1AD94-039D-49D2-8B12-8A9617189C37}"/>
                </a:ext>
              </a:extLst>
            </p:cNvPr>
            <p:cNvSpPr>
              <a:spLocks/>
            </p:cNvSpPr>
            <p:nvPr/>
          </p:nvSpPr>
          <p:spPr bwMode="auto">
            <a:xfrm>
              <a:off x="5102225" y="5805488"/>
              <a:ext cx="1957388" cy="26988"/>
            </a:xfrm>
            <a:custGeom>
              <a:avLst/>
              <a:gdLst>
                <a:gd name="T0" fmla="*/ 0 w 1233"/>
                <a:gd name="T1" fmla="*/ 0 h 17"/>
                <a:gd name="T2" fmla="*/ 17 w 1233"/>
                <a:gd name="T3" fmla="*/ 17 h 17"/>
                <a:gd name="T4" fmla="*/ 1233 w 1233"/>
                <a:gd name="T5" fmla="*/ 17 h 17"/>
                <a:gd name="T6" fmla="*/ 1233 w 1233"/>
                <a:gd name="T7" fmla="*/ 0 h 17"/>
                <a:gd name="T8" fmla="*/ 0 w 1233"/>
                <a:gd name="T9" fmla="*/ 0 h 17"/>
              </a:gdLst>
              <a:ahLst/>
              <a:cxnLst>
                <a:cxn ang="0">
                  <a:pos x="T0" y="T1"/>
                </a:cxn>
                <a:cxn ang="0">
                  <a:pos x="T2" y="T3"/>
                </a:cxn>
                <a:cxn ang="0">
                  <a:pos x="T4" y="T5"/>
                </a:cxn>
                <a:cxn ang="0">
                  <a:pos x="T6" y="T7"/>
                </a:cxn>
                <a:cxn ang="0">
                  <a:pos x="T8" y="T9"/>
                </a:cxn>
              </a:cxnLst>
              <a:rect l="0" t="0" r="r" b="b"/>
              <a:pathLst>
                <a:path w="1233" h="17">
                  <a:moveTo>
                    <a:pt x="0" y="0"/>
                  </a:moveTo>
                  <a:lnTo>
                    <a:pt x="17" y="17"/>
                  </a:lnTo>
                  <a:lnTo>
                    <a:pt x="1233" y="17"/>
                  </a:lnTo>
                  <a:lnTo>
                    <a:pt x="1233" y="0"/>
                  </a:lnTo>
                  <a:lnTo>
                    <a:pt x="0"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Rectangle 17">
              <a:extLst>
                <a:ext uri="{FF2B5EF4-FFF2-40B4-BE49-F238E27FC236}">
                  <a16:creationId xmlns:a16="http://schemas.microsoft.com/office/drawing/2014/main" id="{4A4BFDBD-E540-4F76-A2D9-094BEF23B9D6}"/>
                </a:ext>
              </a:extLst>
            </p:cNvPr>
            <p:cNvSpPr>
              <a:spLocks noChangeArrowheads="1"/>
            </p:cNvSpPr>
            <p:nvPr/>
          </p:nvSpPr>
          <p:spPr bwMode="auto">
            <a:xfrm>
              <a:off x="6584950" y="4387850"/>
              <a:ext cx="474663" cy="1444625"/>
            </a:xfrm>
            <a:prstGeom prst="rect">
              <a:avLst/>
            </a:prstGeom>
            <a:gradFill flip="none" rotWithShape="1">
              <a:gsLst>
                <a:gs pos="0">
                  <a:schemeClr val="accent4">
                    <a:lumMod val="50000"/>
                  </a:schemeClr>
                </a:gs>
                <a:gs pos="100000">
                  <a:schemeClr val="accent4">
                    <a:alpha val="0"/>
                  </a:schemeClr>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AA8BB3D8-261C-4A95-8A4D-621698D8DB6A}"/>
              </a:ext>
            </a:extLst>
          </p:cNvPr>
          <p:cNvGrpSpPr/>
          <p:nvPr/>
        </p:nvGrpSpPr>
        <p:grpSpPr>
          <a:xfrm>
            <a:off x="3686175" y="1019175"/>
            <a:ext cx="1443038" cy="3368675"/>
            <a:chOff x="3686175" y="1019175"/>
            <a:chExt cx="1443038" cy="3368675"/>
          </a:xfrm>
        </p:grpSpPr>
        <p:sp>
          <p:nvSpPr>
            <p:cNvPr id="6" name="Freeform 5">
              <a:extLst>
                <a:ext uri="{FF2B5EF4-FFF2-40B4-BE49-F238E27FC236}">
                  <a16:creationId xmlns:a16="http://schemas.microsoft.com/office/drawing/2014/main" id="{F4D3A784-E86F-4B70-8CF2-7CDDCAAC78BC}"/>
                </a:ext>
              </a:extLst>
            </p:cNvPr>
            <p:cNvSpPr>
              <a:spLocks/>
            </p:cNvSpPr>
            <p:nvPr/>
          </p:nvSpPr>
          <p:spPr bwMode="auto">
            <a:xfrm>
              <a:off x="3686175" y="1019175"/>
              <a:ext cx="1443038" cy="3368675"/>
            </a:xfrm>
            <a:custGeom>
              <a:avLst/>
              <a:gdLst>
                <a:gd name="T0" fmla="*/ 909 w 909"/>
                <a:gd name="T1" fmla="*/ 909 h 2122"/>
                <a:gd name="T2" fmla="*/ 909 w 909"/>
                <a:gd name="T3" fmla="*/ 0 h 2122"/>
                <a:gd name="T4" fmla="*/ 0 w 909"/>
                <a:gd name="T5" fmla="*/ 909 h 2122"/>
                <a:gd name="T6" fmla="*/ 0 w 909"/>
                <a:gd name="T7" fmla="*/ 2122 h 2122"/>
                <a:gd name="T8" fmla="*/ 909 w 909"/>
                <a:gd name="T9" fmla="*/ 2122 h 2122"/>
                <a:gd name="T10" fmla="*/ 909 w 909"/>
                <a:gd name="T11" fmla="*/ 909 h 2122"/>
              </a:gdLst>
              <a:ahLst/>
              <a:cxnLst>
                <a:cxn ang="0">
                  <a:pos x="T0" y="T1"/>
                </a:cxn>
                <a:cxn ang="0">
                  <a:pos x="T2" y="T3"/>
                </a:cxn>
                <a:cxn ang="0">
                  <a:pos x="T4" y="T5"/>
                </a:cxn>
                <a:cxn ang="0">
                  <a:pos x="T6" y="T7"/>
                </a:cxn>
                <a:cxn ang="0">
                  <a:pos x="T8" y="T9"/>
                </a:cxn>
                <a:cxn ang="0">
                  <a:pos x="T10" y="T11"/>
                </a:cxn>
              </a:cxnLst>
              <a:rect l="0" t="0" r="r" b="b"/>
              <a:pathLst>
                <a:path w="909" h="2122">
                  <a:moveTo>
                    <a:pt x="909" y="909"/>
                  </a:moveTo>
                  <a:lnTo>
                    <a:pt x="909" y="0"/>
                  </a:lnTo>
                  <a:lnTo>
                    <a:pt x="0" y="909"/>
                  </a:lnTo>
                  <a:lnTo>
                    <a:pt x="0" y="2122"/>
                  </a:lnTo>
                  <a:lnTo>
                    <a:pt x="909" y="2122"/>
                  </a:lnTo>
                  <a:lnTo>
                    <a:pt x="909" y="909"/>
                  </a:lnTo>
                  <a:close/>
                </a:path>
              </a:pathLst>
            </a:custGeom>
            <a:gradFill>
              <a:gsLst>
                <a:gs pos="100000">
                  <a:schemeClr val="accent1"/>
                </a:gs>
                <a:gs pos="42000">
                  <a:schemeClr val="accent1">
                    <a:lumMod val="75000"/>
                  </a:schemeClr>
                </a:gs>
                <a:gs pos="32000">
                  <a:schemeClr val="accent1">
                    <a:lumMod val="40000"/>
                    <a:lumOff val="60000"/>
                  </a:schemeClr>
                </a:gs>
              </a:gsLst>
              <a:lin ang="27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6C6782DB-BA7D-44BE-AFD2-B846ADBA78DB}"/>
                </a:ext>
              </a:extLst>
            </p:cNvPr>
            <p:cNvSpPr>
              <a:spLocks/>
            </p:cNvSpPr>
            <p:nvPr/>
          </p:nvSpPr>
          <p:spPr bwMode="auto">
            <a:xfrm>
              <a:off x="3686175" y="2435225"/>
              <a:ext cx="30163" cy="1952625"/>
            </a:xfrm>
            <a:custGeom>
              <a:avLst/>
              <a:gdLst>
                <a:gd name="T0" fmla="*/ 0 w 19"/>
                <a:gd name="T1" fmla="*/ 17 h 1230"/>
                <a:gd name="T2" fmla="*/ 0 w 19"/>
                <a:gd name="T3" fmla="*/ 1230 h 1230"/>
                <a:gd name="T4" fmla="*/ 19 w 19"/>
                <a:gd name="T5" fmla="*/ 1230 h 1230"/>
                <a:gd name="T6" fmla="*/ 19 w 19"/>
                <a:gd name="T7" fmla="*/ 0 h 1230"/>
                <a:gd name="T8" fmla="*/ 0 w 19"/>
                <a:gd name="T9" fmla="*/ 17 h 1230"/>
              </a:gdLst>
              <a:ahLst/>
              <a:cxnLst>
                <a:cxn ang="0">
                  <a:pos x="T0" y="T1"/>
                </a:cxn>
                <a:cxn ang="0">
                  <a:pos x="T2" y="T3"/>
                </a:cxn>
                <a:cxn ang="0">
                  <a:pos x="T4" y="T5"/>
                </a:cxn>
                <a:cxn ang="0">
                  <a:pos x="T6" y="T7"/>
                </a:cxn>
                <a:cxn ang="0">
                  <a:pos x="T8" y="T9"/>
                </a:cxn>
              </a:cxnLst>
              <a:rect l="0" t="0" r="r" b="b"/>
              <a:pathLst>
                <a:path w="19" h="1230">
                  <a:moveTo>
                    <a:pt x="0" y="17"/>
                  </a:moveTo>
                  <a:lnTo>
                    <a:pt x="0" y="1230"/>
                  </a:lnTo>
                  <a:lnTo>
                    <a:pt x="19" y="1230"/>
                  </a:lnTo>
                  <a:lnTo>
                    <a:pt x="19" y="0"/>
                  </a:lnTo>
                  <a:lnTo>
                    <a:pt x="0" y="17"/>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B8D5CE70-86D1-4F49-8600-491B1030B768}"/>
                </a:ext>
              </a:extLst>
            </p:cNvPr>
            <p:cNvSpPr>
              <a:spLocks/>
            </p:cNvSpPr>
            <p:nvPr/>
          </p:nvSpPr>
          <p:spPr bwMode="auto">
            <a:xfrm>
              <a:off x="5102225" y="1019175"/>
              <a:ext cx="26988" cy="3368675"/>
            </a:xfrm>
            <a:custGeom>
              <a:avLst/>
              <a:gdLst>
                <a:gd name="T0" fmla="*/ 0 w 17"/>
                <a:gd name="T1" fmla="*/ 17 h 2122"/>
                <a:gd name="T2" fmla="*/ 0 w 17"/>
                <a:gd name="T3" fmla="*/ 2122 h 2122"/>
                <a:gd name="T4" fmla="*/ 17 w 17"/>
                <a:gd name="T5" fmla="*/ 2122 h 2122"/>
                <a:gd name="T6" fmla="*/ 17 w 17"/>
                <a:gd name="T7" fmla="*/ 909 h 2122"/>
                <a:gd name="T8" fmla="*/ 17 w 17"/>
                <a:gd name="T9" fmla="*/ 0 h 2122"/>
                <a:gd name="T10" fmla="*/ 0 w 17"/>
                <a:gd name="T11" fmla="*/ 17 h 2122"/>
              </a:gdLst>
              <a:ahLst/>
              <a:cxnLst>
                <a:cxn ang="0">
                  <a:pos x="T0" y="T1"/>
                </a:cxn>
                <a:cxn ang="0">
                  <a:pos x="T2" y="T3"/>
                </a:cxn>
                <a:cxn ang="0">
                  <a:pos x="T4" y="T5"/>
                </a:cxn>
                <a:cxn ang="0">
                  <a:pos x="T6" y="T7"/>
                </a:cxn>
                <a:cxn ang="0">
                  <a:pos x="T8" y="T9"/>
                </a:cxn>
                <a:cxn ang="0">
                  <a:pos x="T10" y="T11"/>
                </a:cxn>
              </a:cxnLst>
              <a:rect l="0" t="0" r="r" b="b"/>
              <a:pathLst>
                <a:path w="17" h="2122">
                  <a:moveTo>
                    <a:pt x="0" y="17"/>
                  </a:moveTo>
                  <a:lnTo>
                    <a:pt x="0" y="2122"/>
                  </a:lnTo>
                  <a:lnTo>
                    <a:pt x="17" y="2122"/>
                  </a:lnTo>
                  <a:lnTo>
                    <a:pt x="17" y="909"/>
                  </a:lnTo>
                  <a:lnTo>
                    <a:pt x="17" y="0"/>
                  </a:lnTo>
                  <a:lnTo>
                    <a:pt x="0" y="17"/>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Rectangle 18">
              <a:extLst>
                <a:ext uri="{FF2B5EF4-FFF2-40B4-BE49-F238E27FC236}">
                  <a16:creationId xmlns:a16="http://schemas.microsoft.com/office/drawing/2014/main" id="{0B0D7C94-9F55-4229-8612-3118274E91F0}"/>
                </a:ext>
              </a:extLst>
            </p:cNvPr>
            <p:cNvSpPr>
              <a:spLocks noChangeArrowheads="1"/>
            </p:cNvSpPr>
            <p:nvPr/>
          </p:nvSpPr>
          <p:spPr bwMode="auto">
            <a:xfrm>
              <a:off x="3686175" y="3921125"/>
              <a:ext cx="1443038" cy="466725"/>
            </a:xfrm>
            <a:prstGeom prst="rect">
              <a:avLst/>
            </a:prstGeom>
            <a:gradFill flip="none" rotWithShape="1">
              <a:gsLst>
                <a:gs pos="0">
                  <a:schemeClr val="accent1">
                    <a:lumMod val="50000"/>
                  </a:schemeClr>
                </a:gs>
                <a:gs pos="100000">
                  <a:schemeClr val="accent1">
                    <a:alpha val="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4E241DCD-49BF-4DEC-8EC6-450E58D1A386}"/>
              </a:ext>
            </a:extLst>
          </p:cNvPr>
          <p:cNvGrpSpPr/>
          <p:nvPr/>
        </p:nvGrpSpPr>
        <p:grpSpPr>
          <a:xfrm>
            <a:off x="5129213" y="1019175"/>
            <a:ext cx="3373438" cy="1443038"/>
            <a:chOff x="5129213" y="1019175"/>
            <a:chExt cx="3373438" cy="1443038"/>
          </a:xfrm>
        </p:grpSpPr>
        <p:sp>
          <p:nvSpPr>
            <p:cNvPr id="9" name="Freeform 8">
              <a:extLst>
                <a:ext uri="{FF2B5EF4-FFF2-40B4-BE49-F238E27FC236}">
                  <a16:creationId xmlns:a16="http://schemas.microsoft.com/office/drawing/2014/main" id="{C4B492CB-0859-4F36-A5A1-46E63B533489}"/>
                </a:ext>
              </a:extLst>
            </p:cNvPr>
            <p:cNvSpPr>
              <a:spLocks/>
            </p:cNvSpPr>
            <p:nvPr/>
          </p:nvSpPr>
          <p:spPr bwMode="auto">
            <a:xfrm>
              <a:off x="5129213" y="1019175"/>
              <a:ext cx="3373438" cy="1443038"/>
            </a:xfrm>
            <a:custGeom>
              <a:avLst/>
              <a:gdLst>
                <a:gd name="T0" fmla="*/ 1216 w 2125"/>
                <a:gd name="T1" fmla="*/ 909 h 909"/>
                <a:gd name="T2" fmla="*/ 2125 w 2125"/>
                <a:gd name="T3" fmla="*/ 909 h 909"/>
                <a:gd name="T4" fmla="*/ 1216 w 2125"/>
                <a:gd name="T5" fmla="*/ 0 h 909"/>
                <a:gd name="T6" fmla="*/ 0 w 2125"/>
                <a:gd name="T7" fmla="*/ 0 h 909"/>
                <a:gd name="T8" fmla="*/ 0 w 2125"/>
                <a:gd name="T9" fmla="*/ 909 h 909"/>
                <a:gd name="T10" fmla="*/ 1216 w 2125"/>
                <a:gd name="T11" fmla="*/ 909 h 909"/>
              </a:gdLst>
              <a:ahLst/>
              <a:cxnLst>
                <a:cxn ang="0">
                  <a:pos x="T0" y="T1"/>
                </a:cxn>
                <a:cxn ang="0">
                  <a:pos x="T2" y="T3"/>
                </a:cxn>
                <a:cxn ang="0">
                  <a:pos x="T4" y="T5"/>
                </a:cxn>
                <a:cxn ang="0">
                  <a:pos x="T6" y="T7"/>
                </a:cxn>
                <a:cxn ang="0">
                  <a:pos x="T8" y="T9"/>
                </a:cxn>
                <a:cxn ang="0">
                  <a:pos x="T10" y="T11"/>
                </a:cxn>
              </a:cxnLst>
              <a:rect l="0" t="0" r="r" b="b"/>
              <a:pathLst>
                <a:path w="2125" h="909">
                  <a:moveTo>
                    <a:pt x="1216" y="909"/>
                  </a:moveTo>
                  <a:lnTo>
                    <a:pt x="2125" y="909"/>
                  </a:lnTo>
                  <a:lnTo>
                    <a:pt x="1216" y="0"/>
                  </a:lnTo>
                  <a:lnTo>
                    <a:pt x="0" y="0"/>
                  </a:lnTo>
                  <a:lnTo>
                    <a:pt x="0" y="909"/>
                  </a:lnTo>
                  <a:lnTo>
                    <a:pt x="1216" y="909"/>
                  </a:lnTo>
                  <a:close/>
                </a:path>
              </a:pathLst>
            </a:custGeom>
            <a:gradFill>
              <a:gsLst>
                <a:gs pos="100000">
                  <a:schemeClr val="accent3"/>
                </a:gs>
                <a:gs pos="37000">
                  <a:schemeClr val="accent3">
                    <a:lumMod val="75000"/>
                  </a:schemeClr>
                </a:gs>
                <a:gs pos="29000">
                  <a:schemeClr val="accent3">
                    <a:lumMod val="40000"/>
                    <a:lumOff val="60000"/>
                  </a:schemeClr>
                </a:gs>
              </a:gsLst>
              <a:lin ang="81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1054677C-D958-4D25-BBD7-F7C886D5C493}"/>
                </a:ext>
              </a:extLst>
            </p:cNvPr>
            <p:cNvSpPr>
              <a:spLocks/>
            </p:cNvSpPr>
            <p:nvPr/>
          </p:nvSpPr>
          <p:spPr bwMode="auto">
            <a:xfrm>
              <a:off x="5129213" y="1019175"/>
              <a:ext cx="1952625" cy="22225"/>
            </a:xfrm>
            <a:custGeom>
              <a:avLst/>
              <a:gdLst>
                <a:gd name="T0" fmla="*/ 1216 w 1230"/>
                <a:gd name="T1" fmla="*/ 0 h 14"/>
                <a:gd name="T2" fmla="*/ 0 w 1230"/>
                <a:gd name="T3" fmla="*/ 0 h 14"/>
                <a:gd name="T4" fmla="*/ 0 w 1230"/>
                <a:gd name="T5" fmla="*/ 14 h 14"/>
                <a:gd name="T6" fmla="*/ 1230 w 1230"/>
                <a:gd name="T7" fmla="*/ 14 h 14"/>
                <a:gd name="T8" fmla="*/ 1216 w 1230"/>
                <a:gd name="T9" fmla="*/ 0 h 14"/>
              </a:gdLst>
              <a:ahLst/>
              <a:cxnLst>
                <a:cxn ang="0">
                  <a:pos x="T0" y="T1"/>
                </a:cxn>
                <a:cxn ang="0">
                  <a:pos x="T2" y="T3"/>
                </a:cxn>
                <a:cxn ang="0">
                  <a:pos x="T4" y="T5"/>
                </a:cxn>
                <a:cxn ang="0">
                  <a:pos x="T6" y="T7"/>
                </a:cxn>
                <a:cxn ang="0">
                  <a:pos x="T8" y="T9"/>
                </a:cxn>
              </a:cxnLst>
              <a:rect l="0" t="0" r="r" b="b"/>
              <a:pathLst>
                <a:path w="1230" h="14">
                  <a:moveTo>
                    <a:pt x="1216" y="0"/>
                  </a:moveTo>
                  <a:lnTo>
                    <a:pt x="0" y="0"/>
                  </a:lnTo>
                  <a:lnTo>
                    <a:pt x="0" y="14"/>
                  </a:lnTo>
                  <a:lnTo>
                    <a:pt x="1230" y="14"/>
                  </a:lnTo>
                  <a:lnTo>
                    <a:pt x="1216"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92B3EC39-03DB-4782-AA42-005031879CE3}"/>
                </a:ext>
              </a:extLst>
            </p:cNvPr>
            <p:cNvSpPr>
              <a:spLocks/>
            </p:cNvSpPr>
            <p:nvPr/>
          </p:nvSpPr>
          <p:spPr bwMode="auto">
            <a:xfrm>
              <a:off x="5129213" y="2435225"/>
              <a:ext cx="3373438" cy="26988"/>
            </a:xfrm>
            <a:custGeom>
              <a:avLst/>
              <a:gdLst>
                <a:gd name="T0" fmla="*/ 0 w 2125"/>
                <a:gd name="T1" fmla="*/ 0 h 17"/>
                <a:gd name="T2" fmla="*/ 0 w 2125"/>
                <a:gd name="T3" fmla="*/ 17 h 17"/>
                <a:gd name="T4" fmla="*/ 1216 w 2125"/>
                <a:gd name="T5" fmla="*/ 17 h 17"/>
                <a:gd name="T6" fmla="*/ 2125 w 2125"/>
                <a:gd name="T7" fmla="*/ 17 h 17"/>
                <a:gd name="T8" fmla="*/ 2106 w 2125"/>
                <a:gd name="T9" fmla="*/ 0 h 17"/>
                <a:gd name="T10" fmla="*/ 0 w 2125"/>
                <a:gd name="T11" fmla="*/ 0 h 17"/>
              </a:gdLst>
              <a:ahLst/>
              <a:cxnLst>
                <a:cxn ang="0">
                  <a:pos x="T0" y="T1"/>
                </a:cxn>
                <a:cxn ang="0">
                  <a:pos x="T2" y="T3"/>
                </a:cxn>
                <a:cxn ang="0">
                  <a:pos x="T4" y="T5"/>
                </a:cxn>
                <a:cxn ang="0">
                  <a:pos x="T6" y="T7"/>
                </a:cxn>
                <a:cxn ang="0">
                  <a:pos x="T8" y="T9"/>
                </a:cxn>
                <a:cxn ang="0">
                  <a:pos x="T10" y="T11"/>
                </a:cxn>
              </a:cxnLst>
              <a:rect l="0" t="0" r="r" b="b"/>
              <a:pathLst>
                <a:path w="2125" h="17">
                  <a:moveTo>
                    <a:pt x="0" y="0"/>
                  </a:moveTo>
                  <a:lnTo>
                    <a:pt x="0" y="17"/>
                  </a:lnTo>
                  <a:lnTo>
                    <a:pt x="1216" y="17"/>
                  </a:lnTo>
                  <a:lnTo>
                    <a:pt x="2125" y="17"/>
                  </a:lnTo>
                  <a:lnTo>
                    <a:pt x="2106" y="0"/>
                  </a:lnTo>
                  <a:lnTo>
                    <a:pt x="0" y="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Rectangle 19">
              <a:extLst>
                <a:ext uri="{FF2B5EF4-FFF2-40B4-BE49-F238E27FC236}">
                  <a16:creationId xmlns:a16="http://schemas.microsoft.com/office/drawing/2014/main" id="{3A9611AE-CA1F-4FB0-BFE5-EFC5CF5C9663}"/>
                </a:ext>
              </a:extLst>
            </p:cNvPr>
            <p:cNvSpPr>
              <a:spLocks noChangeArrowheads="1"/>
            </p:cNvSpPr>
            <p:nvPr/>
          </p:nvSpPr>
          <p:spPr bwMode="auto">
            <a:xfrm>
              <a:off x="5129213" y="1019175"/>
              <a:ext cx="420688" cy="1443038"/>
            </a:xfrm>
            <a:prstGeom prst="rect">
              <a:avLst/>
            </a:prstGeom>
            <a:gradFill flip="none" rotWithShape="1">
              <a:gsLst>
                <a:gs pos="0">
                  <a:schemeClr val="accent3">
                    <a:lumMod val="50000"/>
                  </a:schemeClr>
                </a:gs>
                <a:gs pos="100000">
                  <a:schemeClr val="accent3">
                    <a:alpha val="0"/>
                  </a:schemeClr>
                </a:gs>
              </a:gsLst>
              <a:lin ang="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1" name="Group 30">
            <a:extLst>
              <a:ext uri="{FF2B5EF4-FFF2-40B4-BE49-F238E27FC236}">
                <a16:creationId xmlns:a16="http://schemas.microsoft.com/office/drawing/2014/main" id="{B407E961-5D1C-4624-A0E5-50BB082E93AF}"/>
              </a:ext>
            </a:extLst>
          </p:cNvPr>
          <p:cNvGrpSpPr/>
          <p:nvPr/>
        </p:nvGrpSpPr>
        <p:grpSpPr>
          <a:xfrm>
            <a:off x="7059613" y="2462213"/>
            <a:ext cx="1443038" cy="3370263"/>
            <a:chOff x="7059613" y="2462213"/>
            <a:chExt cx="1443038" cy="3370263"/>
          </a:xfrm>
        </p:grpSpPr>
        <p:sp>
          <p:nvSpPr>
            <p:cNvPr id="8" name="Freeform 7">
              <a:extLst>
                <a:ext uri="{FF2B5EF4-FFF2-40B4-BE49-F238E27FC236}">
                  <a16:creationId xmlns:a16="http://schemas.microsoft.com/office/drawing/2014/main" id="{639E3D65-E634-4F7F-95DC-8C0B0A48809A}"/>
                </a:ext>
              </a:extLst>
            </p:cNvPr>
            <p:cNvSpPr>
              <a:spLocks/>
            </p:cNvSpPr>
            <p:nvPr/>
          </p:nvSpPr>
          <p:spPr bwMode="auto">
            <a:xfrm>
              <a:off x="7059613" y="2462213"/>
              <a:ext cx="1443038" cy="3370263"/>
            </a:xfrm>
            <a:custGeom>
              <a:avLst/>
              <a:gdLst>
                <a:gd name="T0" fmla="*/ 0 w 909"/>
                <a:gd name="T1" fmla="*/ 1213 h 2123"/>
                <a:gd name="T2" fmla="*/ 0 w 909"/>
                <a:gd name="T3" fmla="*/ 2123 h 2123"/>
                <a:gd name="T4" fmla="*/ 909 w 909"/>
                <a:gd name="T5" fmla="*/ 1213 h 2123"/>
                <a:gd name="T6" fmla="*/ 909 w 909"/>
                <a:gd name="T7" fmla="*/ 0 h 2123"/>
                <a:gd name="T8" fmla="*/ 0 w 909"/>
                <a:gd name="T9" fmla="*/ 0 h 2123"/>
                <a:gd name="T10" fmla="*/ 0 w 909"/>
                <a:gd name="T11" fmla="*/ 1213 h 2123"/>
              </a:gdLst>
              <a:ahLst/>
              <a:cxnLst>
                <a:cxn ang="0">
                  <a:pos x="T0" y="T1"/>
                </a:cxn>
                <a:cxn ang="0">
                  <a:pos x="T2" y="T3"/>
                </a:cxn>
                <a:cxn ang="0">
                  <a:pos x="T4" y="T5"/>
                </a:cxn>
                <a:cxn ang="0">
                  <a:pos x="T6" y="T7"/>
                </a:cxn>
                <a:cxn ang="0">
                  <a:pos x="T8" y="T9"/>
                </a:cxn>
                <a:cxn ang="0">
                  <a:pos x="T10" y="T11"/>
                </a:cxn>
              </a:cxnLst>
              <a:rect l="0" t="0" r="r" b="b"/>
              <a:pathLst>
                <a:path w="909" h="2123">
                  <a:moveTo>
                    <a:pt x="0" y="1213"/>
                  </a:moveTo>
                  <a:lnTo>
                    <a:pt x="0" y="2123"/>
                  </a:lnTo>
                  <a:lnTo>
                    <a:pt x="909" y="1213"/>
                  </a:lnTo>
                  <a:lnTo>
                    <a:pt x="909" y="0"/>
                  </a:lnTo>
                  <a:lnTo>
                    <a:pt x="0" y="0"/>
                  </a:lnTo>
                  <a:lnTo>
                    <a:pt x="0" y="1213"/>
                  </a:lnTo>
                  <a:close/>
                </a:path>
              </a:pathLst>
            </a:custGeom>
            <a:gradFill>
              <a:gsLst>
                <a:gs pos="100000">
                  <a:schemeClr val="accent6"/>
                </a:gs>
                <a:gs pos="36000">
                  <a:schemeClr val="accent6">
                    <a:lumMod val="75000"/>
                  </a:schemeClr>
                </a:gs>
                <a:gs pos="29000">
                  <a:schemeClr val="accent6">
                    <a:lumMod val="60000"/>
                    <a:lumOff val="40000"/>
                  </a:schemeClr>
                </a:gs>
              </a:gsLst>
              <a:lin ang="135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81C9F68A-E15C-4B6E-A155-4EE5B5E6DE15}"/>
                </a:ext>
              </a:extLst>
            </p:cNvPr>
            <p:cNvSpPr>
              <a:spLocks/>
            </p:cNvSpPr>
            <p:nvPr/>
          </p:nvSpPr>
          <p:spPr bwMode="auto">
            <a:xfrm>
              <a:off x="8472488" y="2462213"/>
              <a:ext cx="30163" cy="1952625"/>
            </a:xfrm>
            <a:custGeom>
              <a:avLst/>
              <a:gdLst>
                <a:gd name="T0" fmla="*/ 19 w 19"/>
                <a:gd name="T1" fmla="*/ 0 h 1230"/>
                <a:gd name="T2" fmla="*/ 0 w 19"/>
                <a:gd name="T3" fmla="*/ 0 h 1230"/>
                <a:gd name="T4" fmla="*/ 0 w 19"/>
                <a:gd name="T5" fmla="*/ 1230 h 1230"/>
                <a:gd name="T6" fmla="*/ 19 w 19"/>
                <a:gd name="T7" fmla="*/ 1213 h 1230"/>
                <a:gd name="T8" fmla="*/ 19 w 19"/>
                <a:gd name="T9" fmla="*/ 0 h 1230"/>
              </a:gdLst>
              <a:ahLst/>
              <a:cxnLst>
                <a:cxn ang="0">
                  <a:pos x="T0" y="T1"/>
                </a:cxn>
                <a:cxn ang="0">
                  <a:pos x="T2" y="T3"/>
                </a:cxn>
                <a:cxn ang="0">
                  <a:pos x="T4" y="T5"/>
                </a:cxn>
                <a:cxn ang="0">
                  <a:pos x="T6" y="T7"/>
                </a:cxn>
                <a:cxn ang="0">
                  <a:pos x="T8" y="T9"/>
                </a:cxn>
              </a:cxnLst>
              <a:rect l="0" t="0" r="r" b="b"/>
              <a:pathLst>
                <a:path w="19" h="1230">
                  <a:moveTo>
                    <a:pt x="19" y="0"/>
                  </a:moveTo>
                  <a:lnTo>
                    <a:pt x="0" y="0"/>
                  </a:lnTo>
                  <a:lnTo>
                    <a:pt x="0" y="1230"/>
                  </a:lnTo>
                  <a:lnTo>
                    <a:pt x="19" y="1213"/>
                  </a:lnTo>
                  <a:lnTo>
                    <a:pt x="19" y="0"/>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838682B0-A12E-46B8-8E10-3027B8B70F5C}"/>
                </a:ext>
              </a:extLst>
            </p:cNvPr>
            <p:cNvSpPr>
              <a:spLocks/>
            </p:cNvSpPr>
            <p:nvPr/>
          </p:nvSpPr>
          <p:spPr bwMode="auto">
            <a:xfrm>
              <a:off x="7059613" y="2462213"/>
              <a:ext cx="25400" cy="3370263"/>
            </a:xfrm>
            <a:custGeom>
              <a:avLst/>
              <a:gdLst>
                <a:gd name="T0" fmla="*/ 0 w 16"/>
                <a:gd name="T1" fmla="*/ 0 h 2123"/>
                <a:gd name="T2" fmla="*/ 0 w 16"/>
                <a:gd name="T3" fmla="*/ 1213 h 2123"/>
                <a:gd name="T4" fmla="*/ 0 w 16"/>
                <a:gd name="T5" fmla="*/ 2123 h 2123"/>
                <a:gd name="T6" fmla="*/ 16 w 16"/>
                <a:gd name="T7" fmla="*/ 2106 h 2123"/>
                <a:gd name="T8" fmla="*/ 16 w 16"/>
                <a:gd name="T9" fmla="*/ 0 h 2123"/>
                <a:gd name="T10" fmla="*/ 0 w 16"/>
                <a:gd name="T11" fmla="*/ 0 h 2123"/>
              </a:gdLst>
              <a:ahLst/>
              <a:cxnLst>
                <a:cxn ang="0">
                  <a:pos x="T0" y="T1"/>
                </a:cxn>
                <a:cxn ang="0">
                  <a:pos x="T2" y="T3"/>
                </a:cxn>
                <a:cxn ang="0">
                  <a:pos x="T4" y="T5"/>
                </a:cxn>
                <a:cxn ang="0">
                  <a:pos x="T6" y="T7"/>
                </a:cxn>
                <a:cxn ang="0">
                  <a:pos x="T8" y="T9"/>
                </a:cxn>
                <a:cxn ang="0">
                  <a:pos x="T10" y="T11"/>
                </a:cxn>
              </a:cxnLst>
              <a:rect l="0" t="0" r="r" b="b"/>
              <a:pathLst>
                <a:path w="16" h="2123">
                  <a:moveTo>
                    <a:pt x="0" y="0"/>
                  </a:moveTo>
                  <a:lnTo>
                    <a:pt x="0" y="1213"/>
                  </a:lnTo>
                  <a:lnTo>
                    <a:pt x="0" y="2123"/>
                  </a:lnTo>
                  <a:lnTo>
                    <a:pt x="16" y="2106"/>
                  </a:lnTo>
                  <a:lnTo>
                    <a:pt x="16" y="0"/>
                  </a:lnTo>
                  <a:lnTo>
                    <a:pt x="0" y="0"/>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Rectangle 20">
              <a:extLst>
                <a:ext uri="{FF2B5EF4-FFF2-40B4-BE49-F238E27FC236}">
                  <a16:creationId xmlns:a16="http://schemas.microsoft.com/office/drawing/2014/main" id="{7BD61053-B4B0-4DE4-939B-47022C1CC69A}"/>
                </a:ext>
              </a:extLst>
            </p:cNvPr>
            <p:cNvSpPr>
              <a:spLocks noChangeArrowheads="1"/>
            </p:cNvSpPr>
            <p:nvPr/>
          </p:nvSpPr>
          <p:spPr bwMode="auto">
            <a:xfrm>
              <a:off x="7059613" y="2462213"/>
              <a:ext cx="1443038" cy="401638"/>
            </a:xfrm>
            <a:prstGeom prst="rect">
              <a:avLst/>
            </a:prstGeom>
            <a:gradFill flip="none" rotWithShape="1">
              <a:gsLst>
                <a:gs pos="0">
                  <a:schemeClr val="accent6">
                    <a:lumMod val="50000"/>
                  </a:schemeClr>
                </a:gs>
                <a:gs pos="100000">
                  <a:schemeClr val="accent6">
                    <a:alpha val="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759E8CFE-2760-4A3D-BD7E-0EC637AA7CA5}"/>
              </a:ext>
            </a:extLst>
          </p:cNvPr>
          <p:cNvGrpSpPr/>
          <p:nvPr/>
        </p:nvGrpSpPr>
        <p:grpSpPr>
          <a:xfrm>
            <a:off x="4244975" y="1466850"/>
            <a:ext cx="3744553" cy="3769529"/>
            <a:chOff x="4244975" y="1466850"/>
            <a:chExt cx="3744553" cy="3769529"/>
          </a:xfrm>
        </p:grpSpPr>
        <p:sp>
          <p:nvSpPr>
            <p:cNvPr id="22" name="Rectangle 21">
              <a:extLst>
                <a:ext uri="{FF2B5EF4-FFF2-40B4-BE49-F238E27FC236}">
                  <a16:creationId xmlns:a16="http://schemas.microsoft.com/office/drawing/2014/main" id="{EC9960C5-7337-4449-B419-C15F0EE2B10C}"/>
                </a:ext>
              </a:extLst>
            </p:cNvPr>
            <p:cNvSpPr>
              <a:spLocks noChangeArrowheads="1"/>
            </p:cNvSpPr>
            <p:nvPr/>
          </p:nvSpPr>
          <p:spPr bwMode="auto">
            <a:xfrm>
              <a:off x="4244975" y="2170113"/>
              <a:ext cx="4552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bg2"/>
                  </a:solidFill>
                  <a:effectLst/>
                  <a:latin typeface="Open Sans" panose="020B0606030504020204" pitchFamily="34" charset="0"/>
                </a:rPr>
                <a:t>01</a:t>
              </a:r>
              <a:endParaRPr kumimoji="0" lang="ru-UA" altLang="ru-UA" sz="1800" b="0" i="0" u="none" strike="noStrike" cap="none" normalizeH="0" baseline="0">
                <a:ln>
                  <a:noFill/>
                </a:ln>
                <a:solidFill>
                  <a:schemeClr val="bg2"/>
                </a:solidFill>
                <a:effectLst/>
              </a:endParaRPr>
            </a:p>
          </p:txBody>
        </p:sp>
        <p:sp>
          <p:nvSpPr>
            <p:cNvPr id="23" name="Rectangle 22">
              <a:extLst>
                <a:ext uri="{FF2B5EF4-FFF2-40B4-BE49-F238E27FC236}">
                  <a16:creationId xmlns:a16="http://schemas.microsoft.com/office/drawing/2014/main" id="{D49D7445-79DE-432C-97E6-F01F8679AE2E}"/>
                </a:ext>
              </a:extLst>
            </p:cNvPr>
            <p:cNvSpPr>
              <a:spLocks noChangeArrowheads="1"/>
            </p:cNvSpPr>
            <p:nvPr/>
          </p:nvSpPr>
          <p:spPr bwMode="auto">
            <a:xfrm>
              <a:off x="6856413" y="1466850"/>
              <a:ext cx="4552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bg2"/>
                  </a:solidFill>
                  <a:effectLst/>
                  <a:latin typeface="Open Sans" panose="020B0606030504020204" pitchFamily="34" charset="0"/>
                </a:rPr>
                <a:t>02</a:t>
              </a:r>
              <a:endParaRPr kumimoji="0" lang="ru-UA" altLang="ru-UA" sz="1800" b="0" i="0" u="none" strike="noStrike" cap="none" normalizeH="0" baseline="0">
                <a:ln>
                  <a:noFill/>
                </a:ln>
                <a:solidFill>
                  <a:schemeClr val="bg2"/>
                </a:solidFill>
                <a:effectLst/>
              </a:endParaRPr>
            </a:p>
          </p:txBody>
        </p:sp>
        <p:sp>
          <p:nvSpPr>
            <p:cNvPr id="24" name="Rectangle 23">
              <a:extLst>
                <a:ext uri="{FF2B5EF4-FFF2-40B4-BE49-F238E27FC236}">
                  <a16:creationId xmlns:a16="http://schemas.microsoft.com/office/drawing/2014/main" id="{B414FDF0-3EE4-4398-896B-D4F04A62663A}"/>
                </a:ext>
              </a:extLst>
            </p:cNvPr>
            <p:cNvSpPr>
              <a:spLocks noChangeArrowheads="1"/>
            </p:cNvSpPr>
            <p:nvPr/>
          </p:nvSpPr>
          <p:spPr bwMode="auto">
            <a:xfrm>
              <a:off x="7534275" y="4040188"/>
              <a:ext cx="4552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bg2"/>
                  </a:solidFill>
                  <a:effectLst/>
                  <a:latin typeface="Open Sans" panose="020B0606030504020204" pitchFamily="34" charset="0"/>
                </a:rPr>
                <a:t>03</a:t>
              </a:r>
              <a:endParaRPr kumimoji="0" lang="ru-UA" altLang="ru-UA" sz="1800" b="0" i="0" u="none" strike="noStrike" cap="none" normalizeH="0" baseline="0">
                <a:ln>
                  <a:noFill/>
                </a:ln>
                <a:solidFill>
                  <a:schemeClr val="bg2"/>
                </a:solidFill>
                <a:effectLst/>
              </a:endParaRPr>
            </a:p>
          </p:txBody>
        </p:sp>
        <p:sp>
          <p:nvSpPr>
            <p:cNvPr id="25" name="Rectangle 24">
              <a:extLst>
                <a:ext uri="{FF2B5EF4-FFF2-40B4-BE49-F238E27FC236}">
                  <a16:creationId xmlns:a16="http://schemas.microsoft.com/office/drawing/2014/main" id="{463C8358-C293-4E7E-9B8E-B4EC19CCB831}"/>
                </a:ext>
              </a:extLst>
            </p:cNvPr>
            <p:cNvSpPr>
              <a:spLocks noChangeArrowheads="1"/>
            </p:cNvSpPr>
            <p:nvPr/>
          </p:nvSpPr>
          <p:spPr bwMode="auto">
            <a:xfrm>
              <a:off x="4738688" y="4759325"/>
              <a:ext cx="4552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bg2"/>
                  </a:solidFill>
                  <a:effectLst/>
                  <a:latin typeface="Open Sans" panose="020B0606030504020204" pitchFamily="34" charset="0"/>
                </a:rPr>
                <a:t>04</a:t>
              </a:r>
              <a:endParaRPr kumimoji="0" lang="ru-UA" altLang="ru-UA" sz="1800" b="0" i="0" u="none" strike="noStrike" cap="none" normalizeH="0" baseline="0">
                <a:ln>
                  <a:noFill/>
                </a:ln>
                <a:solidFill>
                  <a:schemeClr val="bg2"/>
                </a:solidFill>
                <a:effectLst/>
              </a:endParaRPr>
            </a:p>
          </p:txBody>
        </p:sp>
      </p:grpSp>
      <p:grpSp>
        <p:nvGrpSpPr>
          <p:cNvPr id="30" name="Group 29">
            <a:extLst>
              <a:ext uri="{FF2B5EF4-FFF2-40B4-BE49-F238E27FC236}">
                <a16:creationId xmlns:a16="http://schemas.microsoft.com/office/drawing/2014/main" id="{E6CDA5C2-A3A4-4B5B-BA98-4FB9482208F6}"/>
              </a:ext>
            </a:extLst>
          </p:cNvPr>
          <p:cNvGrpSpPr/>
          <p:nvPr/>
        </p:nvGrpSpPr>
        <p:grpSpPr>
          <a:xfrm>
            <a:off x="4294188" y="1531938"/>
            <a:ext cx="3676650" cy="3721100"/>
            <a:chOff x="4294188" y="1531938"/>
            <a:chExt cx="3676650" cy="3721100"/>
          </a:xfrm>
        </p:grpSpPr>
        <p:sp>
          <p:nvSpPr>
            <p:cNvPr id="26" name="Freeform 25">
              <a:extLst>
                <a:ext uri="{FF2B5EF4-FFF2-40B4-BE49-F238E27FC236}">
                  <a16:creationId xmlns:a16="http://schemas.microsoft.com/office/drawing/2014/main" id="{E8356E1D-46BD-49A1-BF29-CA34DE694084}"/>
                </a:ext>
              </a:extLst>
            </p:cNvPr>
            <p:cNvSpPr>
              <a:spLocks noEditPoints="1"/>
            </p:cNvSpPr>
            <p:nvPr/>
          </p:nvSpPr>
          <p:spPr bwMode="auto">
            <a:xfrm>
              <a:off x="6357938" y="4805363"/>
              <a:ext cx="452438" cy="447675"/>
            </a:xfrm>
            <a:custGeom>
              <a:avLst/>
              <a:gdLst>
                <a:gd name="T0" fmla="*/ 46 w 118"/>
                <a:gd name="T1" fmla="*/ 24 h 117"/>
                <a:gd name="T2" fmla="*/ 59 w 118"/>
                <a:gd name="T3" fmla="*/ 11 h 117"/>
                <a:gd name="T4" fmla="*/ 72 w 118"/>
                <a:gd name="T5" fmla="*/ 24 h 117"/>
                <a:gd name="T6" fmla="*/ 59 w 118"/>
                <a:gd name="T7" fmla="*/ 38 h 117"/>
                <a:gd name="T8" fmla="*/ 46 w 118"/>
                <a:gd name="T9" fmla="*/ 24 h 117"/>
                <a:gd name="T10" fmla="*/ 76 w 118"/>
                <a:gd name="T11" fmla="*/ 43 h 117"/>
                <a:gd name="T12" fmla="*/ 42 w 118"/>
                <a:gd name="T13" fmla="*/ 43 h 117"/>
                <a:gd name="T14" fmla="*/ 37 w 118"/>
                <a:gd name="T15" fmla="*/ 48 h 117"/>
                <a:gd name="T16" fmla="*/ 37 w 118"/>
                <a:gd name="T17" fmla="*/ 77 h 117"/>
                <a:gd name="T18" fmla="*/ 42 w 118"/>
                <a:gd name="T19" fmla="*/ 82 h 117"/>
                <a:gd name="T20" fmla="*/ 46 w 118"/>
                <a:gd name="T21" fmla="*/ 82 h 117"/>
                <a:gd name="T22" fmla="*/ 46 w 118"/>
                <a:gd name="T23" fmla="*/ 113 h 117"/>
                <a:gd name="T24" fmla="*/ 50 w 118"/>
                <a:gd name="T25" fmla="*/ 117 h 117"/>
                <a:gd name="T26" fmla="*/ 68 w 118"/>
                <a:gd name="T27" fmla="*/ 117 h 117"/>
                <a:gd name="T28" fmla="*/ 72 w 118"/>
                <a:gd name="T29" fmla="*/ 113 h 117"/>
                <a:gd name="T30" fmla="*/ 72 w 118"/>
                <a:gd name="T31" fmla="*/ 82 h 117"/>
                <a:gd name="T32" fmla="*/ 76 w 118"/>
                <a:gd name="T33" fmla="*/ 82 h 117"/>
                <a:gd name="T34" fmla="*/ 81 w 118"/>
                <a:gd name="T35" fmla="*/ 77 h 117"/>
                <a:gd name="T36" fmla="*/ 81 w 118"/>
                <a:gd name="T37" fmla="*/ 48 h 117"/>
                <a:gd name="T38" fmla="*/ 76 w 118"/>
                <a:gd name="T39" fmla="*/ 43 h 117"/>
                <a:gd name="T40" fmla="*/ 98 w 118"/>
                <a:gd name="T41" fmla="*/ 25 h 117"/>
                <a:gd name="T42" fmla="*/ 110 w 118"/>
                <a:gd name="T43" fmla="*/ 12 h 117"/>
                <a:gd name="T44" fmla="*/ 98 w 118"/>
                <a:gd name="T45" fmla="*/ 0 h 117"/>
                <a:gd name="T46" fmla="*/ 85 w 118"/>
                <a:gd name="T47" fmla="*/ 12 h 117"/>
                <a:gd name="T48" fmla="*/ 98 w 118"/>
                <a:gd name="T49" fmla="*/ 25 h 117"/>
                <a:gd name="T50" fmla="*/ 114 w 118"/>
                <a:gd name="T51" fmla="*/ 30 h 117"/>
                <a:gd name="T52" fmla="*/ 82 w 118"/>
                <a:gd name="T53" fmla="*/ 30 h 117"/>
                <a:gd name="T54" fmla="*/ 78 w 118"/>
                <a:gd name="T55" fmla="*/ 34 h 117"/>
                <a:gd name="T56" fmla="*/ 78 w 118"/>
                <a:gd name="T57" fmla="*/ 34 h 117"/>
                <a:gd name="T58" fmla="*/ 90 w 118"/>
                <a:gd name="T59" fmla="*/ 48 h 117"/>
                <a:gd name="T60" fmla="*/ 90 w 118"/>
                <a:gd name="T61" fmla="*/ 77 h 117"/>
                <a:gd name="T62" fmla="*/ 85 w 118"/>
                <a:gd name="T63" fmla="*/ 87 h 117"/>
                <a:gd name="T64" fmla="*/ 85 w 118"/>
                <a:gd name="T65" fmla="*/ 95 h 117"/>
                <a:gd name="T66" fmla="*/ 90 w 118"/>
                <a:gd name="T67" fmla="*/ 99 h 117"/>
                <a:gd name="T68" fmla="*/ 106 w 118"/>
                <a:gd name="T69" fmla="*/ 99 h 117"/>
                <a:gd name="T70" fmla="*/ 110 w 118"/>
                <a:gd name="T71" fmla="*/ 95 h 117"/>
                <a:gd name="T72" fmla="*/ 110 w 118"/>
                <a:gd name="T73" fmla="*/ 66 h 117"/>
                <a:gd name="T74" fmla="*/ 114 w 118"/>
                <a:gd name="T75" fmla="*/ 66 h 117"/>
                <a:gd name="T76" fmla="*/ 118 w 118"/>
                <a:gd name="T77" fmla="*/ 61 h 117"/>
                <a:gd name="T78" fmla="*/ 118 w 118"/>
                <a:gd name="T79" fmla="*/ 34 h 117"/>
                <a:gd name="T80" fmla="*/ 114 w 118"/>
                <a:gd name="T81" fmla="*/ 30 h 117"/>
                <a:gd name="T82" fmla="*/ 32 w 118"/>
                <a:gd name="T83" fmla="*/ 12 h 117"/>
                <a:gd name="T84" fmla="*/ 20 w 118"/>
                <a:gd name="T85" fmla="*/ 0 h 117"/>
                <a:gd name="T86" fmla="*/ 8 w 118"/>
                <a:gd name="T87" fmla="*/ 12 h 117"/>
                <a:gd name="T88" fmla="*/ 20 w 118"/>
                <a:gd name="T89" fmla="*/ 25 h 117"/>
                <a:gd name="T90" fmla="*/ 32 w 118"/>
                <a:gd name="T91" fmla="*/ 12 h 117"/>
                <a:gd name="T92" fmla="*/ 0 w 118"/>
                <a:gd name="T93" fmla="*/ 34 h 117"/>
                <a:gd name="T94" fmla="*/ 0 w 118"/>
                <a:gd name="T95" fmla="*/ 61 h 117"/>
                <a:gd name="T96" fmla="*/ 4 w 118"/>
                <a:gd name="T97" fmla="*/ 66 h 117"/>
                <a:gd name="T98" fmla="*/ 8 w 118"/>
                <a:gd name="T99" fmla="*/ 66 h 117"/>
                <a:gd name="T100" fmla="*/ 8 w 118"/>
                <a:gd name="T101" fmla="*/ 95 h 117"/>
                <a:gd name="T102" fmla="*/ 12 w 118"/>
                <a:gd name="T103" fmla="*/ 99 h 117"/>
                <a:gd name="T104" fmla="*/ 28 w 118"/>
                <a:gd name="T105" fmla="*/ 99 h 117"/>
                <a:gd name="T106" fmla="*/ 32 w 118"/>
                <a:gd name="T107" fmla="*/ 95 h 117"/>
                <a:gd name="T108" fmla="*/ 32 w 118"/>
                <a:gd name="T109" fmla="*/ 87 h 117"/>
                <a:gd name="T110" fmla="*/ 28 w 118"/>
                <a:gd name="T111" fmla="*/ 77 h 117"/>
                <a:gd name="T112" fmla="*/ 28 w 118"/>
                <a:gd name="T113" fmla="*/ 48 h 117"/>
                <a:gd name="T114" fmla="*/ 40 w 118"/>
                <a:gd name="T115" fmla="*/ 34 h 117"/>
                <a:gd name="T116" fmla="*/ 40 w 118"/>
                <a:gd name="T117" fmla="*/ 34 h 117"/>
                <a:gd name="T118" fmla="*/ 36 w 118"/>
                <a:gd name="T119" fmla="*/ 30 h 117"/>
                <a:gd name="T120" fmla="*/ 4 w 118"/>
                <a:gd name="T121" fmla="*/ 30 h 117"/>
                <a:gd name="T122" fmla="*/ 0 w 118"/>
                <a:gd name="T123" fmla="*/ 3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 h="117">
                  <a:moveTo>
                    <a:pt x="46" y="24"/>
                  </a:moveTo>
                  <a:cubicBezTo>
                    <a:pt x="46" y="17"/>
                    <a:pt x="52" y="11"/>
                    <a:pt x="59" y="11"/>
                  </a:cubicBezTo>
                  <a:cubicBezTo>
                    <a:pt x="66" y="11"/>
                    <a:pt x="72" y="17"/>
                    <a:pt x="72" y="24"/>
                  </a:cubicBezTo>
                  <a:cubicBezTo>
                    <a:pt x="72" y="32"/>
                    <a:pt x="66" y="38"/>
                    <a:pt x="59" y="38"/>
                  </a:cubicBezTo>
                  <a:cubicBezTo>
                    <a:pt x="52" y="38"/>
                    <a:pt x="46" y="32"/>
                    <a:pt x="46" y="24"/>
                  </a:cubicBezTo>
                  <a:close/>
                  <a:moveTo>
                    <a:pt x="76" y="43"/>
                  </a:moveTo>
                  <a:cubicBezTo>
                    <a:pt x="42" y="43"/>
                    <a:pt x="42" y="43"/>
                    <a:pt x="42" y="43"/>
                  </a:cubicBezTo>
                  <a:cubicBezTo>
                    <a:pt x="39" y="43"/>
                    <a:pt x="37" y="45"/>
                    <a:pt x="37" y="48"/>
                  </a:cubicBezTo>
                  <a:cubicBezTo>
                    <a:pt x="37" y="77"/>
                    <a:pt x="37" y="77"/>
                    <a:pt x="37" y="77"/>
                  </a:cubicBezTo>
                  <a:cubicBezTo>
                    <a:pt x="37" y="80"/>
                    <a:pt x="39" y="82"/>
                    <a:pt x="42" y="82"/>
                  </a:cubicBezTo>
                  <a:cubicBezTo>
                    <a:pt x="46" y="82"/>
                    <a:pt x="46" y="82"/>
                    <a:pt x="46" y="82"/>
                  </a:cubicBezTo>
                  <a:cubicBezTo>
                    <a:pt x="46" y="113"/>
                    <a:pt x="46" y="113"/>
                    <a:pt x="46" y="113"/>
                  </a:cubicBezTo>
                  <a:cubicBezTo>
                    <a:pt x="46" y="115"/>
                    <a:pt x="48" y="117"/>
                    <a:pt x="50" y="117"/>
                  </a:cubicBezTo>
                  <a:cubicBezTo>
                    <a:pt x="68" y="117"/>
                    <a:pt x="68" y="117"/>
                    <a:pt x="68" y="117"/>
                  </a:cubicBezTo>
                  <a:cubicBezTo>
                    <a:pt x="70" y="117"/>
                    <a:pt x="72" y="115"/>
                    <a:pt x="72" y="113"/>
                  </a:cubicBezTo>
                  <a:cubicBezTo>
                    <a:pt x="72" y="82"/>
                    <a:pt x="72" y="82"/>
                    <a:pt x="72" y="82"/>
                  </a:cubicBezTo>
                  <a:cubicBezTo>
                    <a:pt x="76" y="82"/>
                    <a:pt x="76" y="82"/>
                    <a:pt x="76" y="82"/>
                  </a:cubicBezTo>
                  <a:cubicBezTo>
                    <a:pt x="79" y="82"/>
                    <a:pt x="81" y="80"/>
                    <a:pt x="81" y="77"/>
                  </a:cubicBezTo>
                  <a:cubicBezTo>
                    <a:pt x="81" y="48"/>
                    <a:pt x="81" y="48"/>
                    <a:pt x="81" y="48"/>
                  </a:cubicBezTo>
                  <a:cubicBezTo>
                    <a:pt x="81" y="45"/>
                    <a:pt x="79" y="43"/>
                    <a:pt x="76" y="43"/>
                  </a:cubicBezTo>
                  <a:close/>
                  <a:moveTo>
                    <a:pt x="98" y="25"/>
                  </a:moveTo>
                  <a:cubicBezTo>
                    <a:pt x="104" y="25"/>
                    <a:pt x="110" y="19"/>
                    <a:pt x="110" y="12"/>
                  </a:cubicBezTo>
                  <a:cubicBezTo>
                    <a:pt x="110" y="6"/>
                    <a:pt x="104" y="0"/>
                    <a:pt x="98" y="0"/>
                  </a:cubicBezTo>
                  <a:cubicBezTo>
                    <a:pt x="91" y="0"/>
                    <a:pt x="85" y="6"/>
                    <a:pt x="85" y="12"/>
                  </a:cubicBezTo>
                  <a:cubicBezTo>
                    <a:pt x="85" y="19"/>
                    <a:pt x="91" y="25"/>
                    <a:pt x="98" y="25"/>
                  </a:cubicBezTo>
                  <a:close/>
                  <a:moveTo>
                    <a:pt x="114" y="30"/>
                  </a:moveTo>
                  <a:cubicBezTo>
                    <a:pt x="82" y="30"/>
                    <a:pt x="82" y="30"/>
                    <a:pt x="82" y="30"/>
                  </a:cubicBezTo>
                  <a:cubicBezTo>
                    <a:pt x="79" y="30"/>
                    <a:pt x="78" y="32"/>
                    <a:pt x="78" y="34"/>
                  </a:cubicBezTo>
                  <a:cubicBezTo>
                    <a:pt x="78" y="34"/>
                    <a:pt x="78" y="34"/>
                    <a:pt x="78" y="34"/>
                  </a:cubicBezTo>
                  <a:cubicBezTo>
                    <a:pt x="84" y="35"/>
                    <a:pt x="90" y="41"/>
                    <a:pt x="90" y="48"/>
                  </a:cubicBezTo>
                  <a:cubicBezTo>
                    <a:pt x="90" y="77"/>
                    <a:pt x="90" y="77"/>
                    <a:pt x="90" y="77"/>
                  </a:cubicBezTo>
                  <a:cubicBezTo>
                    <a:pt x="90" y="81"/>
                    <a:pt x="88" y="85"/>
                    <a:pt x="85" y="87"/>
                  </a:cubicBezTo>
                  <a:cubicBezTo>
                    <a:pt x="85" y="95"/>
                    <a:pt x="85" y="95"/>
                    <a:pt x="85" y="95"/>
                  </a:cubicBezTo>
                  <a:cubicBezTo>
                    <a:pt x="85" y="97"/>
                    <a:pt x="87" y="99"/>
                    <a:pt x="90" y="99"/>
                  </a:cubicBezTo>
                  <a:cubicBezTo>
                    <a:pt x="106" y="99"/>
                    <a:pt x="106" y="99"/>
                    <a:pt x="106" y="99"/>
                  </a:cubicBezTo>
                  <a:cubicBezTo>
                    <a:pt x="108" y="99"/>
                    <a:pt x="110" y="97"/>
                    <a:pt x="110" y="95"/>
                  </a:cubicBezTo>
                  <a:cubicBezTo>
                    <a:pt x="110" y="66"/>
                    <a:pt x="110" y="66"/>
                    <a:pt x="110" y="66"/>
                  </a:cubicBezTo>
                  <a:cubicBezTo>
                    <a:pt x="114" y="66"/>
                    <a:pt x="114" y="66"/>
                    <a:pt x="114" y="66"/>
                  </a:cubicBezTo>
                  <a:cubicBezTo>
                    <a:pt x="116" y="66"/>
                    <a:pt x="118" y="64"/>
                    <a:pt x="118" y="61"/>
                  </a:cubicBezTo>
                  <a:cubicBezTo>
                    <a:pt x="118" y="34"/>
                    <a:pt x="118" y="34"/>
                    <a:pt x="118" y="34"/>
                  </a:cubicBezTo>
                  <a:cubicBezTo>
                    <a:pt x="118" y="32"/>
                    <a:pt x="116" y="30"/>
                    <a:pt x="114" y="30"/>
                  </a:cubicBezTo>
                  <a:close/>
                  <a:moveTo>
                    <a:pt x="32" y="12"/>
                  </a:moveTo>
                  <a:cubicBezTo>
                    <a:pt x="32" y="6"/>
                    <a:pt x="27" y="0"/>
                    <a:pt x="20" y="0"/>
                  </a:cubicBezTo>
                  <a:cubicBezTo>
                    <a:pt x="13" y="0"/>
                    <a:pt x="8" y="6"/>
                    <a:pt x="8" y="12"/>
                  </a:cubicBezTo>
                  <a:cubicBezTo>
                    <a:pt x="8" y="19"/>
                    <a:pt x="13" y="25"/>
                    <a:pt x="20" y="25"/>
                  </a:cubicBezTo>
                  <a:cubicBezTo>
                    <a:pt x="27" y="25"/>
                    <a:pt x="32" y="19"/>
                    <a:pt x="32" y="12"/>
                  </a:cubicBezTo>
                  <a:close/>
                  <a:moveTo>
                    <a:pt x="0" y="34"/>
                  </a:moveTo>
                  <a:cubicBezTo>
                    <a:pt x="0" y="61"/>
                    <a:pt x="0" y="61"/>
                    <a:pt x="0" y="61"/>
                  </a:cubicBezTo>
                  <a:cubicBezTo>
                    <a:pt x="0" y="64"/>
                    <a:pt x="2" y="66"/>
                    <a:pt x="4" y="66"/>
                  </a:cubicBezTo>
                  <a:cubicBezTo>
                    <a:pt x="8" y="66"/>
                    <a:pt x="8" y="66"/>
                    <a:pt x="8" y="66"/>
                  </a:cubicBezTo>
                  <a:cubicBezTo>
                    <a:pt x="8" y="95"/>
                    <a:pt x="8" y="95"/>
                    <a:pt x="8" y="95"/>
                  </a:cubicBezTo>
                  <a:cubicBezTo>
                    <a:pt x="8" y="97"/>
                    <a:pt x="10" y="99"/>
                    <a:pt x="12" y="99"/>
                  </a:cubicBezTo>
                  <a:cubicBezTo>
                    <a:pt x="28" y="99"/>
                    <a:pt x="28" y="99"/>
                    <a:pt x="28" y="99"/>
                  </a:cubicBezTo>
                  <a:cubicBezTo>
                    <a:pt x="30" y="99"/>
                    <a:pt x="32" y="97"/>
                    <a:pt x="32" y="95"/>
                  </a:cubicBezTo>
                  <a:cubicBezTo>
                    <a:pt x="32" y="87"/>
                    <a:pt x="32" y="87"/>
                    <a:pt x="32" y="87"/>
                  </a:cubicBezTo>
                  <a:cubicBezTo>
                    <a:pt x="30" y="85"/>
                    <a:pt x="28" y="81"/>
                    <a:pt x="28" y="77"/>
                  </a:cubicBezTo>
                  <a:cubicBezTo>
                    <a:pt x="28" y="48"/>
                    <a:pt x="28" y="48"/>
                    <a:pt x="28" y="48"/>
                  </a:cubicBezTo>
                  <a:cubicBezTo>
                    <a:pt x="28" y="41"/>
                    <a:pt x="33" y="35"/>
                    <a:pt x="40" y="34"/>
                  </a:cubicBezTo>
                  <a:cubicBezTo>
                    <a:pt x="40" y="34"/>
                    <a:pt x="40" y="34"/>
                    <a:pt x="40" y="34"/>
                  </a:cubicBezTo>
                  <a:cubicBezTo>
                    <a:pt x="40" y="32"/>
                    <a:pt x="38" y="30"/>
                    <a:pt x="36" y="30"/>
                  </a:cubicBezTo>
                  <a:cubicBezTo>
                    <a:pt x="4" y="30"/>
                    <a:pt x="4" y="30"/>
                    <a:pt x="4" y="30"/>
                  </a:cubicBezTo>
                  <a:cubicBezTo>
                    <a:pt x="2" y="30"/>
                    <a:pt x="0" y="32"/>
                    <a:pt x="0" y="34"/>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6F60A095-B9E5-4B11-ABB2-2CDFC7927DBA}"/>
                </a:ext>
              </a:extLst>
            </p:cNvPr>
            <p:cNvSpPr>
              <a:spLocks noEditPoints="1"/>
            </p:cNvSpPr>
            <p:nvPr/>
          </p:nvSpPr>
          <p:spPr bwMode="auto">
            <a:xfrm>
              <a:off x="7499350" y="2660650"/>
              <a:ext cx="471488" cy="506413"/>
            </a:xfrm>
            <a:custGeom>
              <a:avLst/>
              <a:gdLst>
                <a:gd name="T0" fmla="*/ 0 w 123"/>
                <a:gd name="T1" fmla="*/ 41 h 132"/>
                <a:gd name="T2" fmla="*/ 19 w 123"/>
                <a:gd name="T3" fmla="*/ 26 h 132"/>
                <a:gd name="T4" fmla="*/ 36 w 123"/>
                <a:gd name="T5" fmla="*/ 50 h 132"/>
                <a:gd name="T6" fmla="*/ 27 w 123"/>
                <a:gd name="T7" fmla="*/ 66 h 132"/>
                <a:gd name="T8" fmla="*/ 54 w 123"/>
                <a:gd name="T9" fmla="*/ 98 h 132"/>
                <a:gd name="T10" fmla="*/ 69 w 123"/>
                <a:gd name="T11" fmla="*/ 91 h 132"/>
                <a:gd name="T12" fmla="*/ 91 w 123"/>
                <a:gd name="T13" fmla="*/ 103 h 132"/>
                <a:gd name="T14" fmla="*/ 80 w 123"/>
                <a:gd name="T15" fmla="*/ 126 h 132"/>
                <a:gd name="T16" fmla="*/ 27 w 123"/>
                <a:gd name="T17" fmla="*/ 100 h 132"/>
                <a:gd name="T18" fmla="*/ 0 w 123"/>
                <a:gd name="T19" fmla="*/ 41 h 132"/>
                <a:gd name="T20" fmla="*/ 88 w 123"/>
                <a:gd name="T21" fmla="*/ 54 h 132"/>
                <a:gd name="T22" fmla="*/ 69 w 123"/>
                <a:gd name="T23" fmla="*/ 54 h 132"/>
                <a:gd name="T24" fmla="*/ 69 w 123"/>
                <a:gd name="T25" fmla="*/ 33 h 132"/>
                <a:gd name="T26" fmla="*/ 65 w 123"/>
                <a:gd name="T27" fmla="*/ 29 h 132"/>
                <a:gd name="T28" fmla="*/ 61 w 123"/>
                <a:gd name="T29" fmla="*/ 33 h 132"/>
                <a:gd name="T30" fmla="*/ 61 w 123"/>
                <a:gd name="T31" fmla="*/ 58 h 132"/>
                <a:gd name="T32" fmla="*/ 65 w 123"/>
                <a:gd name="T33" fmla="*/ 62 h 132"/>
                <a:gd name="T34" fmla="*/ 88 w 123"/>
                <a:gd name="T35" fmla="*/ 62 h 132"/>
                <a:gd name="T36" fmla="*/ 92 w 123"/>
                <a:gd name="T37" fmla="*/ 58 h 132"/>
                <a:gd name="T38" fmla="*/ 88 w 123"/>
                <a:gd name="T39" fmla="*/ 54 h 132"/>
                <a:gd name="T40" fmla="*/ 65 w 123"/>
                <a:gd name="T41" fmla="*/ 0 h 132"/>
                <a:gd name="T42" fmla="*/ 22 w 123"/>
                <a:gd name="T43" fmla="*/ 20 h 132"/>
                <a:gd name="T44" fmla="*/ 29 w 123"/>
                <a:gd name="T45" fmla="*/ 24 h 132"/>
                <a:gd name="T46" fmla="*/ 61 w 123"/>
                <a:gd name="T47" fmla="*/ 8 h 132"/>
                <a:gd name="T48" fmla="*/ 61 w 123"/>
                <a:gd name="T49" fmla="*/ 16 h 132"/>
                <a:gd name="T50" fmla="*/ 65 w 123"/>
                <a:gd name="T51" fmla="*/ 20 h 132"/>
                <a:gd name="T52" fmla="*/ 69 w 123"/>
                <a:gd name="T53" fmla="*/ 16 h 132"/>
                <a:gd name="T54" fmla="*/ 69 w 123"/>
                <a:gd name="T55" fmla="*/ 8 h 132"/>
                <a:gd name="T56" fmla="*/ 115 w 123"/>
                <a:gd name="T57" fmla="*/ 54 h 132"/>
                <a:gd name="T58" fmla="*/ 107 w 123"/>
                <a:gd name="T59" fmla="*/ 54 h 132"/>
                <a:gd name="T60" fmla="*/ 103 w 123"/>
                <a:gd name="T61" fmla="*/ 58 h 132"/>
                <a:gd name="T62" fmla="*/ 107 w 123"/>
                <a:gd name="T63" fmla="*/ 62 h 132"/>
                <a:gd name="T64" fmla="*/ 115 w 123"/>
                <a:gd name="T65" fmla="*/ 62 h 132"/>
                <a:gd name="T66" fmla="*/ 95 w 123"/>
                <a:gd name="T67" fmla="*/ 98 h 132"/>
                <a:gd name="T68" fmla="*/ 96 w 123"/>
                <a:gd name="T69" fmla="*/ 98 h 132"/>
                <a:gd name="T70" fmla="*/ 96 w 123"/>
                <a:gd name="T71" fmla="*/ 99 h 132"/>
                <a:gd name="T72" fmla="*/ 97 w 123"/>
                <a:gd name="T73" fmla="*/ 99 h 132"/>
                <a:gd name="T74" fmla="*/ 99 w 123"/>
                <a:gd name="T75" fmla="*/ 105 h 132"/>
                <a:gd name="T76" fmla="*/ 123 w 123"/>
                <a:gd name="T77" fmla="*/ 58 h 132"/>
                <a:gd name="T78" fmla="*/ 65 w 123"/>
                <a:gd name="T7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32">
                  <a:moveTo>
                    <a:pt x="0" y="41"/>
                  </a:moveTo>
                  <a:cubicBezTo>
                    <a:pt x="2" y="36"/>
                    <a:pt x="11" y="28"/>
                    <a:pt x="19" y="26"/>
                  </a:cubicBezTo>
                  <a:cubicBezTo>
                    <a:pt x="26" y="26"/>
                    <a:pt x="38" y="43"/>
                    <a:pt x="36" y="50"/>
                  </a:cubicBezTo>
                  <a:cubicBezTo>
                    <a:pt x="33" y="58"/>
                    <a:pt x="26" y="61"/>
                    <a:pt x="27" y="66"/>
                  </a:cubicBezTo>
                  <a:cubicBezTo>
                    <a:pt x="39" y="87"/>
                    <a:pt x="46" y="93"/>
                    <a:pt x="54" y="98"/>
                  </a:cubicBezTo>
                  <a:cubicBezTo>
                    <a:pt x="61" y="100"/>
                    <a:pt x="62" y="96"/>
                    <a:pt x="69" y="91"/>
                  </a:cubicBezTo>
                  <a:cubicBezTo>
                    <a:pt x="75" y="87"/>
                    <a:pt x="86" y="97"/>
                    <a:pt x="91" y="103"/>
                  </a:cubicBezTo>
                  <a:cubicBezTo>
                    <a:pt x="95" y="109"/>
                    <a:pt x="94" y="115"/>
                    <a:pt x="80" y="126"/>
                  </a:cubicBezTo>
                  <a:cubicBezTo>
                    <a:pt x="53" y="132"/>
                    <a:pt x="27" y="100"/>
                    <a:pt x="27" y="100"/>
                  </a:cubicBezTo>
                  <a:cubicBezTo>
                    <a:pt x="1" y="70"/>
                    <a:pt x="0" y="48"/>
                    <a:pt x="0" y="41"/>
                  </a:cubicBezTo>
                  <a:close/>
                  <a:moveTo>
                    <a:pt x="88" y="54"/>
                  </a:moveTo>
                  <a:cubicBezTo>
                    <a:pt x="69" y="54"/>
                    <a:pt x="69" y="54"/>
                    <a:pt x="69" y="54"/>
                  </a:cubicBezTo>
                  <a:cubicBezTo>
                    <a:pt x="69" y="33"/>
                    <a:pt x="69" y="33"/>
                    <a:pt x="69" y="33"/>
                  </a:cubicBezTo>
                  <a:cubicBezTo>
                    <a:pt x="69" y="30"/>
                    <a:pt x="67" y="29"/>
                    <a:pt x="65" y="29"/>
                  </a:cubicBezTo>
                  <a:cubicBezTo>
                    <a:pt x="63" y="29"/>
                    <a:pt x="61" y="30"/>
                    <a:pt x="61" y="33"/>
                  </a:cubicBezTo>
                  <a:cubicBezTo>
                    <a:pt x="61" y="58"/>
                    <a:pt x="61" y="58"/>
                    <a:pt x="61" y="58"/>
                  </a:cubicBezTo>
                  <a:cubicBezTo>
                    <a:pt x="61" y="60"/>
                    <a:pt x="63" y="62"/>
                    <a:pt x="65" y="62"/>
                  </a:cubicBezTo>
                  <a:cubicBezTo>
                    <a:pt x="88" y="62"/>
                    <a:pt x="88" y="62"/>
                    <a:pt x="88" y="62"/>
                  </a:cubicBezTo>
                  <a:cubicBezTo>
                    <a:pt x="90" y="62"/>
                    <a:pt x="92" y="60"/>
                    <a:pt x="92" y="58"/>
                  </a:cubicBezTo>
                  <a:cubicBezTo>
                    <a:pt x="92" y="56"/>
                    <a:pt x="90" y="54"/>
                    <a:pt x="88" y="54"/>
                  </a:cubicBezTo>
                  <a:close/>
                  <a:moveTo>
                    <a:pt x="65" y="0"/>
                  </a:moveTo>
                  <a:cubicBezTo>
                    <a:pt x="48" y="0"/>
                    <a:pt x="32" y="8"/>
                    <a:pt x="22" y="20"/>
                  </a:cubicBezTo>
                  <a:cubicBezTo>
                    <a:pt x="24" y="20"/>
                    <a:pt x="27" y="22"/>
                    <a:pt x="29" y="24"/>
                  </a:cubicBezTo>
                  <a:cubicBezTo>
                    <a:pt x="37" y="15"/>
                    <a:pt x="49" y="9"/>
                    <a:pt x="61" y="8"/>
                  </a:cubicBezTo>
                  <a:cubicBezTo>
                    <a:pt x="61" y="16"/>
                    <a:pt x="61" y="16"/>
                    <a:pt x="61" y="16"/>
                  </a:cubicBezTo>
                  <a:cubicBezTo>
                    <a:pt x="61" y="18"/>
                    <a:pt x="63" y="20"/>
                    <a:pt x="65" y="20"/>
                  </a:cubicBezTo>
                  <a:cubicBezTo>
                    <a:pt x="67" y="20"/>
                    <a:pt x="69" y="18"/>
                    <a:pt x="69" y="16"/>
                  </a:cubicBezTo>
                  <a:cubicBezTo>
                    <a:pt x="69" y="8"/>
                    <a:pt x="69" y="8"/>
                    <a:pt x="69" y="8"/>
                  </a:cubicBezTo>
                  <a:cubicBezTo>
                    <a:pt x="93" y="10"/>
                    <a:pt x="113" y="30"/>
                    <a:pt x="115" y="54"/>
                  </a:cubicBezTo>
                  <a:cubicBezTo>
                    <a:pt x="107" y="54"/>
                    <a:pt x="107" y="54"/>
                    <a:pt x="107" y="54"/>
                  </a:cubicBezTo>
                  <a:cubicBezTo>
                    <a:pt x="105" y="54"/>
                    <a:pt x="103" y="56"/>
                    <a:pt x="103" y="58"/>
                  </a:cubicBezTo>
                  <a:cubicBezTo>
                    <a:pt x="103" y="60"/>
                    <a:pt x="105" y="62"/>
                    <a:pt x="107" y="62"/>
                  </a:cubicBezTo>
                  <a:cubicBezTo>
                    <a:pt x="115" y="62"/>
                    <a:pt x="115" y="62"/>
                    <a:pt x="115" y="62"/>
                  </a:cubicBezTo>
                  <a:cubicBezTo>
                    <a:pt x="114" y="77"/>
                    <a:pt x="106" y="89"/>
                    <a:pt x="95" y="98"/>
                  </a:cubicBezTo>
                  <a:cubicBezTo>
                    <a:pt x="96" y="98"/>
                    <a:pt x="96" y="98"/>
                    <a:pt x="96" y="98"/>
                  </a:cubicBezTo>
                  <a:cubicBezTo>
                    <a:pt x="96" y="99"/>
                    <a:pt x="96" y="99"/>
                    <a:pt x="96" y="99"/>
                  </a:cubicBezTo>
                  <a:cubicBezTo>
                    <a:pt x="97" y="99"/>
                    <a:pt x="97" y="99"/>
                    <a:pt x="97" y="99"/>
                  </a:cubicBezTo>
                  <a:cubicBezTo>
                    <a:pt x="98" y="101"/>
                    <a:pt x="99" y="103"/>
                    <a:pt x="99" y="105"/>
                  </a:cubicBezTo>
                  <a:cubicBezTo>
                    <a:pt x="114" y="94"/>
                    <a:pt x="123" y="77"/>
                    <a:pt x="123" y="58"/>
                  </a:cubicBezTo>
                  <a:cubicBezTo>
                    <a:pt x="123" y="26"/>
                    <a:pt x="97" y="0"/>
                    <a:pt x="65"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68A481ED-B39E-4732-9B98-E9464652B37A}"/>
                </a:ext>
              </a:extLst>
            </p:cNvPr>
            <p:cNvSpPr>
              <a:spLocks noEditPoints="1"/>
            </p:cNvSpPr>
            <p:nvPr/>
          </p:nvSpPr>
          <p:spPr bwMode="auto">
            <a:xfrm>
              <a:off x="4294188" y="3565525"/>
              <a:ext cx="330200" cy="482600"/>
            </a:xfrm>
            <a:custGeom>
              <a:avLst/>
              <a:gdLst>
                <a:gd name="T0" fmla="*/ 39 w 86"/>
                <a:gd name="T1" fmla="*/ 62 h 126"/>
                <a:gd name="T2" fmla="*/ 47 w 86"/>
                <a:gd name="T3" fmla="*/ 62 h 126"/>
                <a:gd name="T4" fmla="*/ 47 w 86"/>
                <a:gd name="T5" fmla="*/ 100 h 126"/>
                <a:gd name="T6" fmla="*/ 39 w 86"/>
                <a:gd name="T7" fmla="*/ 100 h 126"/>
                <a:gd name="T8" fmla="*/ 39 w 86"/>
                <a:gd name="T9" fmla="*/ 62 h 126"/>
                <a:gd name="T10" fmla="*/ 43 w 86"/>
                <a:gd name="T11" fmla="*/ 0 h 126"/>
                <a:gd name="T12" fmla="*/ 0 w 86"/>
                <a:gd name="T13" fmla="*/ 44 h 126"/>
                <a:gd name="T14" fmla="*/ 9 w 86"/>
                <a:gd name="T15" fmla="*/ 71 h 126"/>
                <a:gd name="T16" fmla="*/ 19 w 86"/>
                <a:gd name="T17" fmla="*/ 91 h 126"/>
                <a:gd name="T18" fmla="*/ 27 w 86"/>
                <a:gd name="T19" fmla="*/ 100 h 126"/>
                <a:gd name="T20" fmla="*/ 33 w 86"/>
                <a:gd name="T21" fmla="*/ 100 h 126"/>
                <a:gd name="T22" fmla="*/ 33 w 86"/>
                <a:gd name="T23" fmla="*/ 62 h 126"/>
                <a:gd name="T24" fmla="*/ 26 w 86"/>
                <a:gd name="T25" fmla="*/ 62 h 126"/>
                <a:gd name="T26" fmla="*/ 13 w 86"/>
                <a:gd name="T27" fmla="*/ 49 h 126"/>
                <a:gd name="T28" fmla="*/ 26 w 86"/>
                <a:gd name="T29" fmla="*/ 37 h 126"/>
                <a:gd name="T30" fmla="*/ 39 w 86"/>
                <a:gd name="T31" fmla="*/ 49 h 126"/>
                <a:gd name="T32" fmla="*/ 37 w 86"/>
                <a:gd name="T33" fmla="*/ 55 h 126"/>
                <a:gd name="T34" fmla="*/ 49 w 86"/>
                <a:gd name="T35" fmla="*/ 55 h 126"/>
                <a:gd name="T36" fmla="*/ 47 w 86"/>
                <a:gd name="T37" fmla="*/ 49 h 126"/>
                <a:gd name="T38" fmla="*/ 60 w 86"/>
                <a:gd name="T39" fmla="*/ 37 h 126"/>
                <a:gd name="T40" fmla="*/ 73 w 86"/>
                <a:gd name="T41" fmla="*/ 49 h 126"/>
                <a:gd name="T42" fmla="*/ 60 w 86"/>
                <a:gd name="T43" fmla="*/ 62 h 126"/>
                <a:gd name="T44" fmla="*/ 54 w 86"/>
                <a:gd name="T45" fmla="*/ 62 h 126"/>
                <a:gd name="T46" fmla="*/ 54 w 86"/>
                <a:gd name="T47" fmla="*/ 100 h 126"/>
                <a:gd name="T48" fmla="*/ 59 w 86"/>
                <a:gd name="T49" fmla="*/ 100 h 126"/>
                <a:gd name="T50" fmla="*/ 68 w 86"/>
                <a:gd name="T51" fmla="*/ 91 h 126"/>
                <a:gd name="T52" fmla="*/ 78 w 86"/>
                <a:gd name="T53" fmla="*/ 71 h 126"/>
                <a:gd name="T54" fmla="*/ 86 w 86"/>
                <a:gd name="T55" fmla="*/ 44 h 126"/>
                <a:gd name="T56" fmla="*/ 43 w 86"/>
                <a:gd name="T57" fmla="*/ 0 h 126"/>
                <a:gd name="T58" fmla="*/ 20 w 86"/>
                <a:gd name="T59" fmla="*/ 49 h 126"/>
                <a:gd name="T60" fmla="*/ 26 w 86"/>
                <a:gd name="T61" fmla="*/ 55 h 126"/>
                <a:gd name="T62" fmla="*/ 32 w 86"/>
                <a:gd name="T63" fmla="*/ 49 h 126"/>
                <a:gd name="T64" fmla="*/ 26 w 86"/>
                <a:gd name="T65" fmla="*/ 43 h 126"/>
                <a:gd name="T66" fmla="*/ 20 w 86"/>
                <a:gd name="T67" fmla="*/ 49 h 126"/>
                <a:gd name="T68" fmla="*/ 66 w 86"/>
                <a:gd name="T69" fmla="*/ 49 h 126"/>
                <a:gd name="T70" fmla="*/ 60 w 86"/>
                <a:gd name="T71" fmla="*/ 43 h 126"/>
                <a:gd name="T72" fmla="*/ 54 w 86"/>
                <a:gd name="T73" fmla="*/ 49 h 126"/>
                <a:gd name="T74" fmla="*/ 60 w 86"/>
                <a:gd name="T75" fmla="*/ 55 h 126"/>
                <a:gd name="T76" fmla="*/ 66 w 86"/>
                <a:gd name="T77" fmla="*/ 49 h 126"/>
                <a:gd name="T78" fmla="*/ 64 w 86"/>
                <a:gd name="T79" fmla="*/ 110 h 126"/>
                <a:gd name="T80" fmla="*/ 60 w 86"/>
                <a:gd name="T81" fmla="*/ 107 h 126"/>
                <a:gd name="T82" fmla="*/ 26 w 86"/>
                <a:gd name="T83" fmla="*/ 107 h 126"/>
                <a:gd name="T84" fmla="*/ 23 w 86"/>
                <a:gd name="T85" fmla="*/ 110 h 126"/>
                <a:gd name="T86" fmla="*/ 26 w 86"/>
                <a:gd name="T87" fmla="*/ 113 h 126"/>
                <a:gd name="T88" fmla="*/ 60 w 86"/>
                <a:gd name="T89" fmla="*/ 113 h 126"/>
                <a:gd name="T90" fmla="*/ 64 w 86"/>
                <a:gd name="T91" fmla="*/ 110 h 126"/>
                <a:gd name="T92" fmla="*/ 59 w 86"/>
                <a:gd name="T93" fmla="*/ 123 h 126"/>
                <a:gd name="T94" fmla="*/ 56 w 86"/>
                <a:gd name="T95" fmla="*/ 119 h 126"/>
                <a:gd name="T96" fmla="*/ 30 w 86"/>
                <a:gd name="T97" fmla="*/ 119 h 126"/>
                <a:gd name="T98" fmla="*/ 27 w 86"/>
                <a:gd name="T99" fmla="*/ 123 h 126"/>
                <a:gd name="T100" fmla="*/ 30 w 86"/>
                <a:gd name="T101" fmla="*/ 126 h 126"/>
                <a:gd name="T102" fmla="*/ 56 w 86"/>
                <a:gd name="T103" fmla="*/ 126 h 126"/>
                <a:gd name="T104" fmla="*/ 59 w 86"/>
                <a:gd name="T105" fmla="*/ 12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126">
                  <a:moveTo>
                    <a:pt x="39" y="62"/>
                  </a:moveTo>
                  <a:cubicBezTo>
                    <a:pt x="47" y="62"/>
                    <a:pt x="47" y="62"/>
                    <a:pt x="47" y="62"/>
                  </a:cubicBezTo>
                  <a:cubicBezTo>
                    <a:pt x="47" y="100"/>
                    <a:pt x="47" y="100"/>
                    <a:pt x="47" y="100"/>
                  </a:cubicBezTo>
                  <a:cubicBezTo>
                    <a:pt x="39" y="100"/>
                    <a:pt x="39" y="100"/>
                    <a:pt x="39" y="100"/>
                  </a:cubicBezTo>
                  <a:lnTo>
                    <a:pt x="39" y="62"/>
                  </a:lnTo>
                  <a:close/>
                  <a:moveTo>
                    <a:pt x="43" y="0"/>
                  </a:moveTo>
                  <a:cubicBezTo>
                    <a:pt x="19" y="1"/>
                    <a:pt x="0" y="20"/>
                    <a:pt x="0" y="44"/>
                  </a:cubicBezTo>
                  <a:cubicBezTo>
                    <a:pt x="0" y="54"/>
                    <a:pt x="3" y="63"/>
                    <a:pt x="9" y="71"/>
                  </a:cubicBezTo>
                  <a:cubicBezTo>
                    <a:pt x="17" y="81"/>
                    <a:pt x="19" y="86"/>
                    <a:pt x="19" y="91"/>
                  </a:cubicBezTo>
                  <a:cubicBezTo>
                    <a:pt x="19" y="96"/>
                    <a:pt x="23" y="100"/>
                    <a:pt x="27" y="100"/>
                  </a:cubicBezTo>
                  <a:cubicBezTo>
                    <a:pt x="33" y="100"/>
                    <a:pt x="33" y="100"/>
                    <a:pt x="33" y="100"/>
                  </a:cubicBezTo>
                  <a:cubicBezTo>
                    <a:pt x="33" y="62"/>
                    <a:pt x="33" y="62"/>
                    <a:pt x="33" y="62"/>
                  </a:cubicBezTo>
                  <a:cubicBezTo>
                    <a:pt x="26" y="62"/>
                    <a:pt x="26" y="62"/>
                    <a:pt x="26" y="62"/>
                  </a:cubicBezTo>
                  <a:cubicBezTo>
                    <a:pt x="19" y="62"/>
                    <a:pt x="13" y="56"/>
                    <a:pt x="13" y="49"/>
                  </a:cubicBezTo>
                  <a:cubicBezTo>
                    <a:pt x="13" y="42"/>
                    <a:pt x="19" y="37"/>
                    <a:pt x="26" y="37"/>
                  </a:cubicBezTo>
                  <a:cubicBezTo>
                    <a:pt x="33" y="37"/>
                    <a:pt x="39" y="42"/>
                    <a:pt x="39" y="49"/>
                  </a:cubicBezTo>
                  <a:cubicBezTo>
                    <a:pt x="39" y="52"/>
                    <a:pt x="38" y="54"/>
                    <a:pt x="37" y="55"/>
                  </a:cubicBezTo>
                  <a:cubicBezTo>
                    <a:pt x="49" y="55"/>
                    <a:pt x="49" y="55"/>
                    <a:pt x="49" y="55"/>
                  </a:cubicBezTo>
                  <a:cubicBezTo>
                    <a:pt x="48" y="54"/>
                    <a:pt x="47" y="52"/>
                    <a:pt x="47" y="49"/>
                  </a:cubicBezTo>
                  <a:cubicBezTo>
                    <a:pt x="47" y="42"/>
                    <a:pt x="53" y="37"/>
                    <a:pt x="60" y="37"/>
                  </a:cubicBezTo>
                  <a:cubicBezTo>
                    <a:pt x="67" y="37"/>
                    <a:pt x="73" y="42"/>
                    <a:pt x="73" y="49"/>
                  </a:cubicBezTo>
                  <a:cubicBezTo>
                    <a:pt x="73" y="56"/>
                    <a:pt x="67" y="62"/>
                    <a:pt x="60" y="62"/>
                  </a:cubicBezTo>
                  <a:cubicBezTo>
                    <a:pt x="54" y="62"/>
                    <a:pt x="54" y="62"/>
                    <a:pt x="54" y="62"/>
                  </a:cubicBezTo>
                  <a:cubicBezTo>
                    <a:pt x="54" y="100"/>
                    <a:pt x="54" y="100"/>
                    <a:pt x="54" y="100"/>
                  </a:cubicBezTo>
                  <a:cubicBezTo>
                    <a:pt x="59" y="100"/>
                    <a:pt x="59" y="100"/>
                    <a:pt x="59" y="100"/>
                  </a:cubicBezTo>
                  <a:cubicBezTo>
                    <a:pt x="64" y="100"/>
                    <a:pt x="68" y="96"/>
                    <a:pt x="68" y="91"/>
                  </a:cubicBezTo>
                  <a:cubicBezTo>
                    <a:pt x="68" y="86"/>
                    <a:pt x="70" y="81"/>
                    <a:pt x="78" y="71"/>
                  </a:cubicBezTo>
                  <a:cubicBezTo>
                    <a:pt x="83" y="63"/>
                    <a:pt x="86" y="54"/>
                    <a:pt x="86" y="44"/>
                  </a:cubicBezTo>
                  <a:cubicBezTo>
                    <a:pt x="86" y="20"/>
                    <a:pt x="67" y="1"/>
                    <a:pt x="43" y="0"/>
                  </a:cubicBezTo>
                  <a:close/>
                  <a:moveTo>
                    <a:pt x="20" y="49"/>
                  </a:moveTo>
                  <a:cubicBezTo>
                    <a:pt x="20" y="53"/>
                    <a:pt x="23" y="55"/>
                    <a:pt x="26" y="55"/>
                  </a:cubicBezTo>
                  <a:cubicBezTo>
                    <a:pt x="29" y="55"/>
                    <a:pt x="32" y="53"/>
                    <a:pt x="32" y="49"/>
                  </a:cubicBezTo>
                  <a:cubicBezTo>
                    <a:pt x="32" y="46"/>
                    <a:pt x="29" y="43"/>
                    <a:pt x="26" y="43"/>
                  </a:cubicBezTo>
                  <a:cubicBezTo>
                    <a:pt x="23" y="43"/>
                    <a:pt x="20" y="46"/>
                    <a:pt x="20" y="49"/>
                  </a:cubicBezTo>
                  <a:close/>
                  <a:moveTo>
                    <a:pt x="66" y="49"/>
                  </a:moveTo>
                  <a:cubicBezTo>
                    <a:pt x="66" y="46"/>
                    <a:pt x="63" y="43"/>
                    <a:pt x="60" y="43"/>
                  </a:cubicBezTo>
                  <a:cubicBezTo>
                    <a:pt x="57" y="43"/>
                    <a:pt x="54" y="46"/>
                    <a:pt x="54" y="49"/>
                  </a:cubicBezTo>
                  <a:cubicBezTo>
                    <a:pt x="54" y="53"/>
                    <a:pt x="57" y="55"/>
                    <a:pt x="60" y="55"/>
                  </a:cubicBezTo>
                  <a:cubicBezTo>
                    <a:pt x="63" y="55"/>
                    <a:pt x="66" y="53"/>
                    <a:pt x="66" y="49"/>
                  </a:cubicBezTo>
                  <a:close/>
                  <a:moveTo>
                    <a:pt x="64" y="110"/>
                  </a:moveTo>
                  <a:cubicBezTo>
                    <a:pt x="64" y="108"/>
                    <a:pt x="62" y="107"/>
                    <a:pt x="60" y="107"/>
                  </a:cubicBezTo>
                  <a:cubicBezTo>
                    <a:pt x="26" y="107"/>
                    <a:pt x="26" y="107"/>
                    <a:pt x="26" y="107"/>
                  </a:cubicBezTo>
                  <a:cubicBezTo>
                    <a:pt x="24" y="107"/>
                    <a:pt x="23" y="108"/>
                    <a:pt x="23" y="110"/>
                  </a:cubicBezTo>
                  <a:cubicBezTo>
                    <a:pt x="23" y="112"/>
                    <a:pt x="24" y="113"/>
                    <a:pt x="26" y="113"/>
                  </a:cubicBezTo>
                  <a:cubicBezTo>
                    <a:pt x="60" y="113"/>
                    <a:pt x="60" y="113"/>
                    <a:pt x="60" y="113"/>
                  </a:cubicBezTo>
                  <a:cubicBezTo>
                    <a:pt x="62" y="113"/>
                    <a:pt x="64" y="112"/>
                    <a:pt x="64" y="110"/>
                  </a:cubicBezTo>
                  <a:close/>
                  <a:moveTo>
                    <a:pt x="59" y="123"/>
                  </a:moveTo>
                  <a:cubicBezTo>
                    <a:pt x="59" y="121"/>
                    <a:pt x="58" y="119"/>
                    <a:pt x="56" y="119"/>
                  </a:cubicBezTo>
                  <a:cubicBezTo>
                    <a:pt x="30" y="119"/>
                    <a:pt x="30" y="119"/>
                    <a:pt x="30" y="119"/>
                  </a:cubicBezTo>
                  <a:cubicBezTo>
                    <a:pt x="29" y="119"/>
                    <a:pt x="27" y="121"/>
                    <a:pt x="27" y="123"/>
                  </a:cubicBezTo>
                  <a:cubicBezTo>
                    <a:pt x="27" y="124"/>
                    <a:pt x="29" y="126"/>
                    <a:pt x="30" y="126"/>
                  </a:cubicBezTo>
                  <a:cubicBezTo>
                    <a:pt x="56" y="126"/>
                    <a:pt x="56" y="126"/>
                    <a:pt x="56" y="126"/>
                  </a:cubicBezTo>
                  <a:cubicBezTo>
                    <a:pt x="58" y="126"/>
                    <a:pt x="59" y="124"/>
                    <a:pt x="59" y="123"/>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EEC9ADB3-800C-48AC-8010-CDCB23CF5A46}"/>
                </a:ext>
              </a:extLst>
            </p:cNvPr>
            <p:cNvSpPr>
              <a:spLocks noEditPoints="1"/>
            </p:cNvSpPr>
            <p:nvPr/>
          </p:nvSpPr>
          <p:spPr bwMode="auto">
            <a:xfrm>
              <a:off x="5275263" y="1531938"/>
              <a:ext cx="469900" cy="360363"/>
            </a:xfrm>
            <a:custGeom>
              <a:avLst/>
              <a:gdLst>
                <a:gd name="T0" fmla="*/ 87 w 123"/>
                <a:gd name="T1" fmla="*/ 44 h 94"/>
                <a:gd name="T2" fmla="*/ 108 w 123"/>
                <a:gd name="T3" fmla="*/ 26 h 94"/>
                <a:gd name="T4" fmla="*/ 108 w 123"/>
                <a:gd name="T5" fmla="*/ 94 h 94"/>
                <a:gd name="T6" fmla="*/ 87 w 123"/>
                <a:gd name="T7" fmla="*/ 94 h 94"/>
                <a:gd name="T8" fmla="*/ 87 w 123"/>
                <a:gd name="T9" fmla="*/ 44 h 94"/>
                <a:gd name="T10" fmla="*/ 61 w 123"/>
                <a:gd name="T11" fmla="*/ 94 h 94"/>
                <a:gd name="T12" fmla="*/ 82 w 123"/>
                <a:gd name="T13" fmla="*/ 94 h 94"/>
                <a:gd name="T14" fmla="*/ 82 w 123"/>
                <a:gd name="T15" fmla="*/ 48 h 94"/>
                <a:gd name="T16" fmla="*/ 61 w 123"/>
                <a:gd name="T17" fmla="*/ 66 h 94"/>
                <a:gd name="T18" fmla="*/ 61 w 123"/>
                <a:gd name="T19" fmla="*/ 94 h 94"/>
                <a:gd name="T20" fmla="*/ 35 w 123"/>
                <a:gd name="T21" fmla="*/ 94 h 94"/>
                <a:gd name="T22" fmla="*/ 56 w 123"/>
                <a:gd name="T23" fmla="*/ 94 h 94"/>
                <a:gd name="T24" fmla="*/ 56 w 123"/>
                <a:gd name="T25" fmla="*/ 66 h 94"/>
                <a:gd name="T26" fmla="*/ 35 w 123"/>
                <a:gd name="T27" fmla="*/ 45 h 94"/>
                <a:gd name="T28" fmla="*/ 35 w 123"/>
                <a:gd name="T29" fmla="*/ 94 h 94"/>
                <a:gd name="T30" fmla="*/ 9 w 123"/>
                <a:gd name="T31" fmla="*/ 94 h 94"/>
                <a:gd name="T32" fmla="*/ 30 w 123"/>
                <a:gd name="T33" fmla="*/ 94 h 94"/>
                <a:gd name="T34" fmla="*/ 30 w 123"/>
                <a:gd name="T35" fmla="*/ 42 h 94"/>
                <a:gd name="T36" fmla="*/ 9 w 123"/>
                <a:gd name="T37" fmla="*/ 59 h 94"/>
                <a:gd name="T38" fmla="*/ 9 w 123"/>
                <a:gd name="T39" fmla="*/ 94 h 94"/>
                <a:gd name="T40" fmla="*/ 120 w 123"/>
                <a:gd name="T41" fmla="*/ 0 h 94"/>
                <a:gd name="T42" fmla="*/ 101 w 123"/>
                <a:gd name="T43" fmla="*/ 0 h 94"/>
                <a:gd name="T44" fmla="*/ 99 w 123"/>
                <a:gd name="T45" fmla="*/ 3 h 94"/>
                <a:gd name="T46" fmla="*/ 105 w 123"/>
                <a:gd name="T47" fmla="*/ 10 h 94"/>
                <a:gd name="T48" fmla="*/ 59 w 123"/>
                <a:gd name="T49" fmla="*/ 50 h 94"/>
                <a:gd name="T50" fmla="*/ 35 w 123"/>
                <a:gd name="T51" fmla="*/ 24 h 94"/>
                <a:gd name="T52" fmla="*/ 29 w 123"/>
                <a:gd name="T53" fmla="*/ 24 h 94"/>
                <a:gd name="T54" fmla="*/ 2 w 123"/>
                <a:gd name="T55" fmla="*/ 46 h 94"/>
                <a:gd name="T56" fmla="*/ 2 w 123"/>
                <a:gd name="T57" fmla="*/ 51 h 94"/>
                <a:gd name="T58" fmla="*/ 7 w 123"/>
                <a:gd name="T59" fmla="*/ 52 h 94"/>
                <a:gd name="T60" fmla="*/ 31 w 123"/>
                <a:gd name="T61" fmla="*/ 32 h 94"/>
                <a:gd name="T62" fmla="*/ 56 w 123"/>
                <a:gd name="T63" fmla="*/ 58 h 94"/>
                <a:gd name="T64" fmla="*/ 59 w 123"/>
                <a:gd name="T65" fmla="*/ 59 h 94"/>
                <a:gd name="T66" fmla="*/ 61 w 123"/>
                <a:gd name="T67" fmla="*/ 58 h 94"/>
                <a:gd name="T68" fmla="*/ 110 w 123"/>
                <a:gd name="T69" fmla="*/ 16 h 94"/>
                <a:gd name="T70" fmla="*/ 116 w 123"/>
                <a:gd name="T71" fmla="*/ 23 h 94"/>
                <a:gd name="T72" fmla="*/ 120 w 123"/>
                <a:gd name="T73" fmla="*/ 22 h 94"/>
                <a:gd name="T74" fmla="*/ 122 w 123"/>
                <a:gd name="T75" fmla="*/ 2 h 94"/>
                <a:gd name="T76" fmla="*/ 120 w 123"/>
                <a:gd name="T7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3" h="94">
                  <a:moveTo>
                    <a:pt x="87" y="44"/>
                  </a:moveTo>
                  <a:cubicBezTo>
                    <a:pt x="108" y="26"/>
                    <a:pt x="108" y="26"/>
                    <a:pt x="108" y="26"/>
                  </a:cubicBezTo>
                  <a:cubicBezTo>
                    <a:pt x="108" y="94"/>
                    <a:pt x="108" y="94"/>
                    <a:pt x="108" y="94"/>
                  </a:cubicBezTo>
                  <a:cubicBezTo>
                    <a:pt x="87" y="94"/>
                    <a:pt x="87" y="94"/>
                    <a:pt x="87" y="94"/>
                  </a:cubicBezTo>
                  <a:lnTo>
                    <a:pt x="87" y="44"/>
                  </a:lnTo>
                  <a:close/>
                  <a:moveTo>
                    <a:pt x="61" y="94"/>
                  </a:moveTo>
                  <a:cubicBezTo>
                    <a:pt x="82" y="94"/>
                    <a:pt x="82" y="94"/>
                    <a:pt x="82" y="94"/>
                  </a:cubicBezTo>
                  <a:cubicBezTo>
                    <a:pt x="82" y="48"/>
                    <a:pt x="82" y="48"/>
                    <a:pt x="82" y="48"/>
                  </a:cubicBezTo>
                  <a:cubicBezTo>
                    <a:pt x="61" y="66"/>
                    <a:pt x="61" y="66"/>
                    <a:pt x="61" y="66"/>
                  </a:cubicBezTo>
                  <a:lnTo>
                    <a:pt x="61" y="94"/>
                  </a:lnTo>
                  <a:close/>
                  <a:moveTo>
                    <a:pt x="35" y="94"/>
                  </a:moveTo>
                  <a:cubicBezTo>
                    <a:pt x="56" y="94"/>
                    <a:pt x="56" y="94"/>
                    <a:pt x="56" y="94"/>
                  </a:cubicBezTo>
                  <a:cubicBezTo>
                    <a:pt x="56" y="66"/>
                    <a:pt x="56" y="66"/>
                    <a:pt x="56" y="66"/>
                  </a:cubicBezTo>
                  <a:cubicBezTo>
                    <a:pt x="35" y="45"/>
                    <a:pt x="35" y="45"/>
                    <a:pt x="35" y="45"/>
                  </a:cubicBezTo>
                  <a:lnTo>
                    <a:pt x="35" y="94"/>
                  </a:lnTo>
                  <a:close/>
                  <a:moveTo>
                    <a:pt x="9" y="94"/>
                  </a:moveTo>
                  <a:cubicBezTo>
                    <a:pt x="30" y="94"/>
                    <a:pt x="30" y="94"/>
                    <a:pt x="30" y="94"/>
                  </a:cubicBezTo>
                  <a:cubicBezTo>
                    <a:pt x="30" y="42"/>
                    <a:pt x="30" y="42"/>
                    <a:pt x="30" y="42"/>
                  </a:cubicBezTo>
                  <a:cubicBezTo>
                    <a:pt x="9" y="59"/>
                    <a:pt x="9" y="59"/>
                    <a:pt x="9" y="59"/>
                  </a:cubicBezTo>
                  <a:lnTo>
                    <a:pt x="9" y="94"/>
                  </a:lnTo>
                  <a:close/>
                  <a:moveTo>
                    <a:pt x="120" y="0"/>
                  </a:moveTo>
                  <a:cubicBezTo>
                    <a:pt x="101" y="0"/>
                    <a:pt x="101" y="0"/>
                    <a:pt x="101" y="0"/>
                  </a:cubicBezTo>
                  <a:cubicBezTo>
                    <a:pt x="99" y="0"/>
                    <a:pt x="98" y="2"/>
                    <a:pt x="99" y="3"/>
                  </a:cubicBezTo>
                  <a:cubicBezTo>
                    <a:pt x="105" y="10"/>
                    <a:pt x="105" y="10"/>
                    <a:pt x="105" y="10"/>
                  </a:cubicBezTo>
                  <a:cubicBezTo>
                    <a:pt x="59" y="50"/>
                    <a:pt x="59" y="50"/>
                    <a:pt x="59" y="50"/>
                  </a:cubicBezTo>
                  <a:cubicBezTo>
                    <a:pt x="35" y="24"/>
                    <a:pt x="35" y="24"/>
                    <a:pt x="35" y="24"/>
                  </a:cubicBezTo>
                  <a:cubicBezTo>
                    <a:pt x="33" y="23"/>
                    <a:pt x="31" y="23"/>
                    <a:pt x="29" y="24"/>
                  </a:cubicBezTo>
                  <a:cubicBezTo>
                    <a:pt x="2" y="46"/>
                    <a:pt x="2" y="46"/>
                    <a:pt x="2" y="46"/>
                  </a:cubicBezTo>
                  <a:cubicBezTo>
                    <a:pt x="1" y="47"/>
                    <a:pt x="0" y="50"/>
                    <a:pt x="2" y="51"/>
                  </a:cubicBezTo>
                  <a:cubicBezTo>
                    <a:pt x="3" y="53"/>
                    <a:pt x="6" y="53"/>
                    <a:pt x="7" y="52"/>
                  </a:cubicBezTo>
                  <a:cubicBezTo>
                    <a:pt x="31" y="32"/>
                    <a:pt x="31" y="32"/>
                    <a:pt x="31" y="32"/>
                  </a:cubicBezTo>
                  <a:cubicBezTo>
                    <a:pt x="56" y="58"/>
                    <a:pt x="56" y="58"/>
                    <a:pt x="56" y="58"/>
                  </a:cubicBezTo>
                  <a:cubicBezTo>
                    <a:pt x="57" y="59"/>
                    <a:pt x="58" y="59"/>
                    <a:pt x="59" y="59"/>
                  </a:cubicBezTo>
                  <a:cubicBezTo>
                    <a:pt x="59" y="59"/>
                    <a:pt x="60" y="59"/>
                    <a:pt x="61" y="58"/>
                  </a:cubicBezTo>
                  <a:cubicBezTo>
                    <a:pt x="110" y="16"/>
                    <a:pt x="110" y="16"/>
                    <a:pt x="110" y="16"/>
                  </a:cubicBezTo>
                  <a:cubicBezTo>
                    <a:pt x="116" y="23"/>
                    <a:pt x="116" y="23"/>
                    <a:pt x="116" y="23"/>
                  </a:cubicBezTo>
                  <a:cubicBezTo>
                    <a:pt x="118" y="24"/>
                    <a:pt x="120" y="24"/>
                    <a:pt x="120" y="22"/>
                  </a:cubicBezTo>
                  <a:cubicBezTo>
                    <a:pt x="122" y="2"/>
                    <a:pt x="122" y="2"/>
                    <a:pt x="122" y="2"/>
                  </a:cubicBezTo>
                  <a:cubicBezTo>
                    <a:pt x="123" y="1"/>
                    <a:pt x="122" y="0"/>
                    <a:pt x="120"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5" name="Oval 34">
            <a:extLst>
              <a:ext uri="{FF2B5EF4-FFF2-40B4-BE49-F238E27FC236}">
                <a16:creationId xmlns:a16="http://schemas.microsoft.com/office/drawing/2014/main" id="{C4BBE909-F16B-434B-8E89-9B103753605D}"/>
              </a:ext>
            </a:extLst>
          </p:cNvPr>
          <p:cNvSpPr/>
          <p:nvPr/>
        </p:nvSpPr>
        <p:spPr>
          <a:xfrm>
            <a:off x="3825350" y="6018985"/>
            <a:ext cx="4511138" cy="451422"/>
          </a:xfrm>
          <a:prstGeom prst="ellipse">
            <a:avLst/>
          </a:prstGeom>
          <a:gradFill flip="none" rotWithShape="1">
            <a:gsLst>
              <a:gs pos="100000">
                <a:schemeClr val="bg2">
                  <a:alpha val="0"/>
                </a:schemeClr>
              </a:gs>
              <a:gs pos="0">
                <a:srgbClr val="000000">
                  <a:alpha val="43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2" name="Group 1">
            <a:extLst>
              <a:ext uri="{FF2B5EF4-FFF2-40B4-BE49-F238E27FC236}">
                <a16:creationId xmlns:a16="http://schemas.microsoft.com/office/drawing/2014/main" id="{0F8F17CA-FE51-4668-ACE3-81C06ACBDCB5}"/>
              </a:ext>
            </a:extLst>
          </p:cNvPr>
          <p:cNvGrpSpPr/>
          <p:nvPr/>
        </p:nvGrpSpPr>
        <p:grpSpPr>
          <a:xfrm>
            <a:off x="3982563" y="1355001"/>
            <a:ext cx="4416106" cy="4015989"/>
            <a:chOff x="3982563" y="1355001"/>
            <a:chExt cx="4416106" cy="4015989"/>
          </a:xfrm>
        </p:grpSpPr>
        <p:sp>
          <p:nvSpPr>
            <p:cNvPr id="36" name="Text_02">
              <a:extLst>
                <a:ext uri="{FF2B5EF4-FFF2-40B4-BE49-F238E27FC236}">
                  <a16:creationId xmlns:a16="http://schemas.microsoft.com/office/drawing/2014/main" id="{1BCE31A7-26DB-478C-9B2E-2876EA227B62}"/>
                </a:ext>
              </a:extLst>
            </p:cNvPr>
            <p:cNvSpPr txBox="1"/>
            <p:nvPr/>
          </p:nvSpPr>
          <p:spPr>
            <a:xfrm>
              <a:off x="3982563" y="2662447"/>
              <a:ext cx="1139506" cy="707886"/>
            </a:xfrm>
            <a:prstGeom prst="rect">
              <a:avLst/>
            </a:prstGeom>
            <a:noFill/>
          </p:spPr>
          <p:txBody>
            <a:bodyPr wrap="square" rtlCol="0">
              <a:spAutoFit/>
            </a:bodyPr>
            <a:lstStyle/>
            <a:p>
              <a:r>
                <a:rPr lang="en-US" sz="1000" dirty="0">
                  <a:solidFill>
                    <a:schemeClr val="bg2"/>
                  </a:solidFill>
                </a:rPr>
                <a:t>Lorem ipsum dolor sit amet, consectetur </a:t>
              </a:r>
              <a:r>
                <a:rPr lang="en-US" sz="1000">
                  <a:solidFill>
                    <a:schemeClr val="bg2"/>
                  </a:solidFill>
                </a:rPr>
                <a:t>adipiscing elit</a:t>
              </a:r>
              <a:endParaRPr lang="ru-RU" sz="1000" dirty="0">
                <a:solidFill>
                  <a:schemeClr val="bg2"/>
                </a:solidFill>
              </a:endParaRPr>
            </a:p>
          </p:txBody>
        </p:sp>
        <p:sp>
          <p:nvSpPr>
            <p:cNvPr id="37" name="Text_02">
              <a:extLst>
                <a:ext uri="{FF2B5EF4-FFF2-40B4-BE49-F238E27FC236}">
                  <a16:creationId xmlns:a16="http://schemas.microsoft.com/office/drawing/2014/main" id="{87D686D5-4FDF-414E-87C2-C765BAB5F880}"/>
                </a:ext>
              </a:extLst>
            </p:cNvPr>
            <p:cNvSpPr txBox="1"/>
            <p:nvPr/>
          </p:nvSpPr>
          <p:spPr>
            <a:xfrm>
              <a:off x="7259163" y="3259347"/>
              <a:ext cx="1139506" cy="707886"/>
            </a:xfrm>
            <a:prstGeom prst="rect">
              <a:avLst/>
            </a:prstGeom>
            <a:noFill/>
          </p:spPr>
          <p:txBody>
            <a:bodyPr wrap="square" rtlCol="0">
              <a:spAutoFit/>
            </a:bodyPr>
            <a:lstStyle/>
            <a:p>
              <a:r>
                <a:rPr lang="en-US" sz="1000" dirty="0">
                  <a:solidFill>
                    <a:schemeClr val="bg2"/>
                  </a:solidFill>
                </a:rPr>
                <a:t>Lorem ipsum dolor sit amet, consectetur </a:t>
              </a:r>
              <a:r>
                <a:rPr lang="en-US" sz="1000">
                  <a:solidFill>
                    <a:schemeClr val="bg2"/>
                  </a:solidFill>
                </a:rPr>
                <a:t>adipiscing elit</a:t>
              </a:r>
              <a:endParaRPr lang="ru-RU" sz="1000" dirty="0">
                <a:solidFill>
                  <a:schemeClr val="bg2"/>
                </a:solidFill>
              </a:endParaRPr>
            </a:p>
          </p:txBody>
        </p:sp>
        <p:sp>
          <p:nvSpPr>
            <p:cNvPr id="38" name="Text_02">
              <a:extLst>
                <a:ext uri="{FF2B5EF4-FFF2-40B4-BE49-F238E27FC236}">
                  <a16:creationId xmlns:a16="http://schemas.microsoft.com/office/drawing/2014/main" id="{347A70B5-B8E1-4335-9CF5-D93BFD856B84}"/>
                </a:ext>
              </a:extLst>
            </p:cNvPr>
            <p:cNvSpPr txBox="1"/>
            <p:nvPr/>
          </p:nvSpPr>
          <p:spPr>
            <a:xfrm>
              <a:off x="5813585" y="1355001"/>
              <a:ext cx="1139506" cy="707886"/>
            </a:xfrm>
            <a:prstGeom prst="rect">
              <a:avLst/>
            </a:prstGeom>
            <a:noFill/>
          </p:spPr>
          <p:txBody>
            <a:bodyPr wrap="square" rtlCol="0">
              <a:spAutoFit/>
            </a:bodyPr>
            <a:lstStyle/>
            <a:p>
              <a:r>
                <a:rPr lang="en-US" sz="1000" dirty="0">
                  <a:solidFill>
                    <a:schemeClr val="bg2"/>
                  </a:solidFill>
                </a:rPr>
                <a:t>Lorem ipsum dolor sit amet, consectetur </a:t>
              </a:r>
              <a:r>
                <a:rPr lang="en-US" sz="1000">
                  <a:solidFill>
                    <a:schemeClr val="bg2"/>
                  </a:solidFill>
                </a:rPr>
                <a:t>adipiscing elit</a:t>
              </a:r>
              <a:endParaRPr lang="ru-RU" sz="1000" dirty="0">
                <a:solidFill>
                  <a:schemeClr val="bg2"/>
                </a:solidFill>
              </a:endParaRPr>
            </a:p>
          </p:txBody>
        </p:sp>
        <p:sp>
          <p:nvSpPr>
            <p:cNvPr id="39" name="Text_02">
              <a:extLst>
                <a:ext uri="{FF2B5EF4-FFF2-40B4-BE49-F238E27FC236}">
                  <a16:creationId xmlns:a16="http://schemas.microsoft.com/office/drawing/2014/main" id="{A6B88474-C109-406B-848A-DE3E10549790}"/>
                </a:ext>
              </a:extLst>
            </p:cNvPr>
            <p:cNvSpPr txBox="1"/>
            <p:nvPr/>
          </p:nvSpPr>
          <p:spPr>
            <a:xfrm>
              <a:off x="5311935" y="4663104"/>
              <a:ext cx="1139506" cy="707886"/>
            </a:xfrm>
            <a:prstGeom prst="rect">
              <a:avLst/>
            </a:prstGeom>
            <a:noFill/>
          </p:spPr>
          <p:txBody>
            <a:bodyPr wrap="square" rtlCol="0">
              <a:spAutoFit/>
            </a:bodyPr>
            <a:lstStyle/>
            <a:p>
              <a:r>
                <a:rPr lang="en-US" sz="1000" dirty="0">
                  <a:solidFill>
                    <a:schemeClr val="bg2"/>
                  </a:solidFill>
                </a:rPr>
                <a:t>Lorem ipsum dolor sit amet, consectetur </a:t>
              </a:r>
              <a:r>
                <a:rPr lang="en-US" sz="1000">
                  <a:solidFill>
                    <a:schemeClr val="bg2"/>
                  </a:solidFill>
                </a:rPr>
                <a:t>adipiscing elit</a:t>
              </a:r>
              <a:endParaRPr lang="ru-RU" sz="1000" dirty="0">
                <a:solidFill>
                  <a:schemeClr val="bg2"/>
                </a:solidFill>
              </a:endParaRPr>
            </a:p>
          </p:txBody>
        </p:sp>
      </p:grpSp>
    </p:spTree>
    <p:extLst>
      <p:ext uri="{BB962C8B-B14F-4D97-AF65-F5344CB8AC3E}">
        <p14:creationId xmlns:p14="http://schemas.microsoft.com/office/powerpoint/2010/main" val="302922059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7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67000">
                                          <p:cBhvr additive="base">
                                            <p:cTn id="7" dur="1000" fill="hold"/>
                                            <p:tgtEl>
                                              <p:spTgt spid="4"/>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2" fill="hold" nodeType="withEffect" p14:presetBounceEnd="67000">
                                      <p:stCondLst>
                                        <p:cond delay="250"/>
                                      </p:stCondLst>
                                      <p:childTnLst>
                                        <p:set>
                                          <p:cBhvr>
                                            <p:cTn id="10" dur="1" fill="hold">
                                              <p:stCondLst>
                                                <p:cond delay="0"/>
                                              </p:stCondLst>
                                            </p:cTn>
                                            <p:tgtEl>
                                              <p:spTgt spid="5"/>
                                            </p:tgtEl>
                                            <p:attrNameLst>
                                              <p:attrName>style.visibility</p:attrName>
                                            </p:attrNameLst>
                                          </p:cBhvr>
                                          <p:to>
                                            <p:strVal val="visible"/>
                                          </p:to>
                                        </p:set>
                                        <p:anim calcmode="lin" valueType="num" p14:bounceEnd="67000">
                                          <p:cBhvr additive="base">
                                            <p:cTn id="11" dur="1000" fill="hold"/>
                                            <p:tgtEl>
                                              <p:spTgt spid="5"/>
                                            </p:tgtEl>
                                            <p:attrNameLst>
                                              <p:attrName>ppt_x</p:attrName>
                                            </p:attrNameLst>
                                          </p:cBhvr>
                                          <p:tavLst>
                                            <p:tav tm="0">
                                              <p:val>
                                                <p:strVal val="1+#ppt_w/2"/>
                                              </p:val>
                                            </p:tav>
                                            <p:tav tm="100000">
                                              <p:val>
                                                <p:strVal val="#ppt_x"/>
                                              </p:val>
                                            </p:tav>
                                          </p:tavLst>
                                        </p:anim>
                                        <p:anim calcmode="lin" valueType="num" p14:bounceEnd="67000">
                                          <p:cBhvr additive="base">
                                            <p:cTn id="12" dur="10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14:presetBounceEnd="67000">
                                      <p:stCondLst>
                                        <p:cond delay="500"/>
                                      </p:stCondLst>
                                      <p:childTnLst>
                                        <p:set>
                                          <p:cBhvr>
                                            <p:cTn id="14" dur="1" fill="hold">
                                              <p:stCondLst>
                                                <p:cond delay="0"/>
                                              </p:stCondLst>
                                            </p:cTn>
                                            <p:tgtEl>
                                              <p:spTgt spid="31"/>
                                            </p:tgtEl>
                                            <p:attrNameLst>
                                              <p:attrName>style.visibility</p:attrName>
                                            </p:attrNameLst>
                                          </p:cBhvr>
                                          <p:to>
                                            <p:strVal val="visible"/>
                                          </p:to>
                                        </p:set>
                                        <p:anim calcmode="lin" valueType="num" p14:bounceEnd="67000">
                                          <p:cBhvr additive="base">
                                            <p:cTn id="15" dur="1000" fill="hold"/>
                                            <p:tgtEl>
                                              <p:spTgt spid="31"/>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8" fill="hold" nodeType="withEffect" p14:presetBounceEnd="67000">
                                      <p:stCondLst>
                                        <p:cond delay="750"/>
                                      </p:stCondLst>
                                      <p:childTnLst>
                                        <p:set>
                                          <p:cBhvr>
                                            <p:cTn id="18" dur="1" fill="hold">
                                              <p:stCondLst>
                                                <p:cond delay="0"/>
                                              </p:stCondLst>
                                            </p:cTn>
                                            <p:tgtEl>
                                              <p:spTgt spid="32"/>
                                            </p:tgtEl>
                                            <p:attrNameLst>
                                              <p:attrName>style.visibility</p:attrName>
                                            </p:attrNameLst>
                                          </p:cBhvr>
                                          <p:to>
                                            <p:strVal val="visible"/>
                                          </p:to>
                                        </p:set>
                                        <p:anim calcmode="lin" valueType="num" p14:bounceEnd="67000">
                                          <p:cBhvr additive="base">
                                            <p:cTn id="19" dur="1000" fill="hold"/>
                                            <p:tgtEl>
                                              <p:spTgt spid="32"/>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32"/>
                                            </p:tgtEl>
                                            <p:attrNameLst>
                                              <p:attrName>ppt_y</p:attrName>
                                            </p:attrNameLst>
                                          </p:cBhvr>
                                          <p:tavLst>
                                            <p:tav tm="0">
                                              <p:val>
                                                <p:strVal val="#ppt_y"/>
                                              </p:val>
                                            </p:tav>
                                            <p:tav tm="100000">
                                              <p:val>
                                                <p:strVal val="#ppt_y"/>
                                              </p:val>
                                            </p:tav>
                                          </p:tavLst>
                                        </p:anim>
                                      </p:childTnLst>
                                    </p:cTn>
                                  </p:par>
                                  <p:par>
                                    <p:cTn id="21" presetID="53" presetClass="entr" presetSubtype="16" fill="hold" nodeType="withEffect">
                                      <p:stCondLst>
                                        <p:cond delay="1250"/>
                                      </p:stCondLst>
                                      <p:childTnLst>
                                        <p:set>
                                          <p:cBhvr>
                                            <p:cTn id="22" dur="1" fill="hold">
                                              <p:stCondLst>
                                                <p:cond delay="0"/>
                                              </p:stCondLst>
                                            </p:cTn>
                                            <p:tgtEl>
                                              <p:spTgt spid="2"/>
                                            </p:tgtEl>
                                            <p:attrNameLst>
                                              <p:attrName>style.visibility</p:attrName>
                                            </p:attrNameLst>
                                          </p:cBhvr>
                                          <p:to>
                                            <p:strVal val="visible"/>
                                          </p:to>
                                        </p:set>
                                        <p:anim calcmode="lin" valueType="num">
                                          <p:cBhvr>
                                            <p:cTn id="23" dur="750" fill="hold"/>
                                            <p:tgtEl>
                                              <p:spTgt spid="2"/>
                                            </p:tgtEl>
                                            <p:attrNameLst>
                                              <p:attrName>ppt_w</p:attrName>
                                            </p:attrNameLst>
                                          </p:cBhvr>
                                          <p:tavLst>
                                            <p:tav tm="0">
                                              <p:val>
                                                <p:fltVal val="0"/>
                                              </p:val>
                                            </p:tav>
                                            <p:tav tm="100000">
                                              <p:val>
                                                <p:strVal val="#ppt_w"/>
                                              </p:val>
                                            </p:tav>
                                          </p:tavLst>
                                        </p:anim>
                                        <p:anim calcmode="lin" valueType="num">
                                          <p:cBhvr>
                                            <p:cTn id="24" dur="750" fill="hold"/>
                                            <p:tgtEl>
                                              <p:spTgt spid="2"/>
                                            </p:tgtEl>
                                            <p:attrNameLst>
                                              <p:attrName>ppt_h</p:attrName>
                                            </p:attrNameLst>
                                          </p:cBhvr>
                                          <p:tavLst>
                                            <p:tav tm="0">
                                              <p:val>
                                                <p:fltVal val="0"/>
                                              </p:val>
                                            </p:tav>
                                            <p:tav tm="100000">
                                              <p:val>
                                                <p:strVal val="#ppt_h"/>
                                              </p:val>
                                            </p:tav>
                                          </p:tavLst>
                                        </p:anim>
                                        <p:animEffect transition="in" filter="fade">
                                          <p:cBhvr>
                                            <p:cTn id="25" dur="750"/>
                                            <p:tgtEl>
                                              <p:spTgt spid="2"/>
                                            </p:tgtEl>
                                          </p:cBhvr>
                                        </p:animEffect>
                                      </p:childTnLst>
                                    </p:cTn>
                                  </p:par>
                                  <p:par>
                                    <p:cTn id="26" presetID="10" presetClass="entr" presetSubtype="0" fill="hold" nodeType="withEffect">
                                      <p:stCondLst>
                                        <p:cond delay="1250"/>
                                      </p:stCondLst>
                                      <p:childTnLst>
                                        <p:set>
                                          <p:cBhvr>
                                            <p:cTn id="27" dur="1" fill="hold">
                                              <p:stCondLst>
                                                <p:cond delay="0"/>
                                              </p:stCondLst>
                                            </p:cTn>
                                            <p:tgtEl>
                                              <p:spTgt spid="3"/>
                                            </p:tgtEl>
                                            <p:attrNameLst>
                                              <p:attrName>style.visibility</p:attrName>
                                            </p:attrNameLst>
                                          </p:cBhvr>
                                          <p:to>
                                            <p:strVal val="visible"/>
                                          </p:to>
                                        </p:set>
                                        <p:animEffect transition="in" filter="fade">
                                          <p:cBhvr>
                                            <p:cTn id="28" dur="750"/>
                                            <p:tgtEl>
                                              <p:spTgt spid="3"/>
                                            </p:tgtEl>
                                          </p:cBhvr>
                                        </p:animEffect>
                                      </p:childTnLst>
                                    </p:cTn>
                                  </p:par>
                                  <p:par>
                                    <p:cTn id="29" presetID="10" presetClass="entr" presetSubtype="0" fill="hold" nodeType="withEffect">
                                      <p:stCondLst>
                                        <p:cond delay="125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750"/>
                                            <p:tgtEl>
                                              <p:spTgt spid="30"/>
                                            </p:tgtEl>
                                          </p:cBhvr>
                                        </p:animEffect>
                                      </p:childTnLst>
                                    </p:cTn>
                                  </p:par>
                                  <p:par>
                                    <p:cTn id="32" presetID="53" presetClass="entr" presetSubtype="16" fill="hold" grpId="0" nodeType="withEffect">
                                      <p:stCondLst>
                                        <p:cond delay="1000"/>
                                      </p:stCondLst>
                                      <p:childTnLst>
                                        <p:set>
                                          <p:cBhvr>
                                            <p:cTn id="33" dur="1" fill="hold">
                                              <p:stCondLst>
                                                <p:cond delay="0"/>
                                              </p:stCondLst>
                                            </p:cTn>
                                            <p:tgtEl>
                                              <p:spTgt spid="35"/>
                                            </p:tgtEl>
                                            <p:attrNameLst>
                                              <p:attrName>style.visibility</p:attrName>
                                            </p:attrNameLst>
                                          </p:cBhvr>
                                          <p:to>
                                            <p:strVal val="visible"/>
                                          </p:to>
                                        </p:set>
                                        <p:anim calcmode="lin" valueType="num">
                                          <p:cBhvr>
                                            <p:cTn id="34" dur="500" fill="hold"/>
                                            <p:tgtEl>
                                              <p:spTgt spid="35"/>
                                            </p:tgtEl>
                                            <p:attrNameLst>
                                              <p:attrName>ppt_w</p:attrName>
                                            </p:attrNameLst>
                                          </p:cBhvr>
                                          <p:tavLst>
                                            <p:tav tm="0">
                                              <p:val>
                                                <p:fltVal val="0"/>
                                              </p:val>
                                            </p:tav>
                                            <p:tav tm="100000">
                                              <p:val>
                                                <p:strVal val="#ppt_w"/>
                                              </p:val>
                                            </p:tav>
                                          </p:tavLst>
                                        </p:anim>
                                        <p:anim calcmode="lin" valueType="num">
                                          <p:cBhvr>
                                            <p:cTn id="35" dur="500" fill="hold"/>
                                            <p:tgtEl>
                                              <p:spTgt spid="35"/>
                                            </p:tgtEl>
                                            <p:attrNameLst>
                                              <p:attrName>ppt_h</p:attrName>
                                            </p:attrNameLst>
                                          </p:cBhvr>
                                          <p:tavLst>
                                            <p:tav tm="0">
                                              <p:val>
                                                <p:fltVal val="0"/>
                                              </p:val>
                                            </p:tav>
                                            <p:tav tm="100000">
                                              <p:val>
                                                <p:strVal val="#ppt_h"/>
                                              </p:val>
                                            </p:tav>
                                          </p:tavLst>
                                        </p:anim>
                                        <p:animEffect transition="in" filter="fad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2" fill="hold" nodeType="withEffect">
                                      <p:stCondLst>
                                        <p:cond delay="25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1+#ppt_w/2"/>
                                              </p:val>
                                            </p:tav>
                                            <p:tav tm="100000">
                                              <p:val>
                                                <p:strVal val="#ppt_x"/>
                                              </p:val>
                                            </p:tav>
                                          </p:tavLst>
                                        </p:anim>
                                        <p:anim calcmode="lin" valueType="num">
                                          <p:cBhvr additive="base">
                                            <p:cTn id="12" dur="10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stCondLst>
                                        <p:cond delay="50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1000" fill="hold"/>
                                            <p:tgtEl>
                                              <p:spTgt spid="31"/>
                                            </p:tgtEl>
                                            <p:attrNameLst>
                                              <p:attrName>ppt_x</p:attrName>
                                            </p:attrNameLst>
                                          </p:cBhvr>
                                          <p:tavLst>
                                            <p:tav tm="0">
                                              <p:val>
                                                <p:strVal val="#ppt_x"/>
                                              </p:val>
                                            </p:tav>
                                            <p:tav tm="100000">
                                              <p:val>
                                                <p:strVal val="#ppt_x"/>
                                              </p:val>
                                            </p:tav>
                                          </p:tavLst>
                                        </p:anim>
                                        <p:anim calcmode="lin" valueType="num">
                                          <p:cBhvr additive="base">
                                            <p:cTn id="16" dur="100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8" fill="hold" nodeType="withEffect">
                                      <p:stCondLst>
                                        <p:cond delay="75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1000" fill="hold"/>
                                            <p:tgtEl>
                                              <p:spTgt spid="32"/>
                                            </p:tgtEl>
                                            <p:attrNameLst>
                                              <p:attrName>ppt_x</p:attrName>
                                            </p:attrNameLst>
                                          </p:cBhvr>
                                          <p:tavLst>
                                            <p:tav tm="0">
                                              <p:val>
                                                <p:strVal val="0-#ppt_w/2"/>
                                              </p:val>
                                            </p:tav>
                                            <p:tav tm="100000">
                                              <p:val>
                                                <p:strVal val="#ppt_x"/>
                                              </p:val>
                                            </p:tav>
                                          </p:tavLst>
                                        </p:anim>
                                        <p:anim calcmode="lin" valueType="num">
                                          <p:cBhvr additive="base">
                                            <p:cTn id="20" dur="1000" fill="hold"/>
                                            <p:tgtEl>
                                              <p:spTgt spid="32"/>
                                            </p:tgtEl>
                                            <p:attrNameLst>
                                              <p:attrName>ppt_y</p:attrName>
                                            </p:attrNameLst>
                                          </p:cBhvr>
                                          <p:tavLst>
                                            <p:tav tm="0">
                                              <p:val>
                                                <p:strVal val="#ppt_y"/>
                                              </p:val>
                                            </p:tav>
                                            <p:tav tm="100000">
                                              <p:val>
                                                <p:strVal val="#ppt_y"/>
                                              </p:val>
                                            </p:tav>
                                          </p:tavLst>
                                        </p:anim>
                                      </p:childTnLst>
                                    </p:cTn>
                                  </p:par>
                                  <p:par>
                                    <p:cTn id="21" presetID="53" presetClass="entr" presetSubtype="16" fill="hold" nodeType="withEffect">
                                      <p:stCondLst>
                                        <p:cond delay="1250"/>
                                      </p:stCondLst>
                                      <p:childTnLst>
                                        <p:set>
                                          <p:cBhvr>
                                            <p:cTn id="22" dur="1" fill="hold">
                                              <p:stCondLst>
                                                <p:cond delay="0"/>
                                              </p:stCondLst>
                                            </p:cTn>
                                            <p:tgtEl>
                                              <p:spTgt spid="2"/>
                                            </p:tgtEl>
                                            <p:attrNameLst>
                                              <p:attrName>style.visibility</p:attrName>
                                            </p:attrNameLst>
                                          </p:cBhvr>
                                          <p:to>
                                            <p:strVal val="visible"/>
                                          </p:to>
                                        </p:set>
                                        <p:anim calcmode="lin" valueType="num">
                                          <p:cBhvr>
                                            <p:cTn id="23" dur="750" fill="hold"/>
                                            <p:tgtEl>
                                              <p:spTgt spid="2"/>
                                            </p:tgtEl>
                                            <p:attrNameLst>
                                              <p:attrName>ppt_w</p:attrName>
                                            </p:attrNameLst>
                                          </p:cBhvr>
                                          <p:tavLst>
                                            <p:tav tm="0">
                                              <p:val>
                                                <p:fltVal val="0"/>
                                              </p:val>
                                            </p:tav>
                                            <p:tav tm="100000">
                                              <p:val>
                                                <p:strVal val="#ppt_w"/>
                                              </p:val>
                                            </p:tav>
                                          </p:tavLst>
                                        </p:anim>
                                        <p:anim calcmode="lin" valueType="num">
                                          <p:cBhvr>
                                            <p:cTn id="24" dur="750" fill="hold"/>
                                            <p:tgtEl>
                                              <p:spTgt spid="2"/>
                                            </p:tgtEl>
                                            <p:attrNameLst>
                                              <p:attrName>ppt_h</p:attrName>
                                            </p:attrNameLst>
                                          </p:cBhvr>
                                          <p:tavLst>
                                            <p:tav tm="0">
                                              <p:val>
                                                <p:fltVal val="0"/>
                                              </p:val>
                                            </p:tav>
                                            <p:tav tm="100000">
                                              <p:val>
                                                <p:strVal val="#ppt_h"/>
                                              </p:val>
                                            </p:tav>
                                          </p:tavLst>
                                        </p:anim>
                                        <p:animEffect transition="in" filter="fade">
                                          <p:cBhvr>
                                            <p:cTn id="25" dur="750"/>
                                            <p:tgtEl>
                                              <p:spTgt spid="2"/>
                                            </p:tgtEl>
                                          </p:cBhvr>
                                        </p:animEffect>
                                      </p:childTnLst>
                                    </p:cTn>
                                  </p:par>
                                  <p:par>
                                    <p:cTn id="26" presetID="10" presetClass="entr" presetSubtype="0" fill="hold" nodeType="withEffect">
                                      <p:stCondLst>
                                        <p:cond delay="1250"/>
                                      </p:stCondLst>
                                      <p:childTnLst>
                                        <p:set>
                                          <p:cBhvr>
                                            <p:cTn id="27" dur="1" fill="hold">
                                              <p:stCondLst>
                                                <p:cond delay="0"/>
                                              </p:stCondLst>
                                            </p:cTn>
                                            <p:tgtEl>
                                              <p:spTgt spid="3"/>
                                            </p:tgtEl>
                                            <p:attrNameLst>
                                              <p:attrName>style.visibility</p:attrName>
                                            </p:attrNameLst>
                                          </p:cBhvr>
                                          <p:to>
                                            <p:strVal val="visible"/>
                                          </p:to>
                                        </p:set>
                                        <p:animEffect transition="in" filter="fade">
                                          <p:cBhvr>
                                            <p:cTn id="28" dur="750"/>
                                            <p:tgtEl>
                                              <p:spTgt spid="3"/>
                                            </p:tgtEl>
                                          </p:cBhvr>
                                        </p:animEffect>
                                      </p:childTnLst>
                                    </p:cTn>
                                  </p:par>
                                  <p:par>
                                    <p:cTn id="29" presetID="10" presetClass="entr" presetSubtype="0" fill="hold" nodeType="withEffect">
                                      <p:stCondLst>
                                        <p:cond delay="125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750"/>
                                            <p:tgtEl>
                                              <p:spTgt spid="30"/>
                                            </p:tgtEl>
                                          </p:cBhvr>
                                        </p:animEffect>
                                      </p:childTnLst>
                                    </p:cTn>
                                  </p:par>
                                  <p:par>
                                    <p:cTn id="32" presetID="53" presetClass="entr" presetSubtype="16" fill="hold" grpId="0" nodeType="withEffect">
                                      <p:stCondLst>
                                        <p:cond delay="1000"/>
                                      </p:stCondLst>
                                      <p:childTnLst>
                                        <p:set>
                                          <p:cBhvr>
                                            <p:cTn id="33" dur="1" fill="hold">
                                              <p:stCondLst>
                                                <p:cond delay="0"/>
                                              </p:stCondLst>
                                            </p:cTn>
                                            <p:tgtEl>
                                              <p:spTgt spid="35"/>
                                            </p:tgtEl>
                                            <p:attrNameLst>
                                              <p:attrName>style.visibility</p:attrName>
                                            </p:attrNameLst>
                                          </p:cBhvr>
                                          <p:to>
                                            <p:strVal val="visible"/>
                                          </p:to>
                                        </p:set>
                                        <p:anim calcmode="lin" valueType="num">
                                          <p:cBhvr>
                                            <p:cTn id="34" dur="500" fill="hold"/>
                                            <p:tgtEl>
                                              <p:spTgt spid="35"/>
                                            </p:tgtEl>
                                            <p:attrNameLst>
                                              <p:attrName>ppt_w</p:attrName>
                                            </p:attrNameLst>
                                          </p:cBhvr>
                                          <p:tavLst>
                                            <p:tav tm="0">
                                              <p:val>
                                                <p:fltVal val="0"/>
                                              </p:val>
                                            </p:tav>
                                            <p:tav tm="100000">
                                              <p:val>
                                                <p:strVal val="#ppt_w"/>
                                              </p:val>
                                            </p:tav>
                                          </p:tavLst>
                                        </p:anim>
                                        <p:anim calcmode="lin" valueType="num">
                                          <p:cBhvr>
                                            <p:cTn id="35" dur="500" fill="hold"/>
                                            <p:tgtEl>
                                              <p:spTgt spid="35"/>
                                            </p:tgtEl>
                                            <p:attrNameLst>
                                              <p:attrName>ppt_h</p:attrName>
                                            </p:attrNameLst>
                                          </p:cBhvr>
                                          <p:tavLst>
                                            <p:tav tm="0">
                                              <p:val>
                                                <p:fltVal val="0"/>
                                              </p:val>
                                            </p:tav>
                                            <p:tav tm="100000">
                                              <p:val>
                                                <p:strVal val="#ppt_h"/>
                                              </p:val>
                                            </p:tav>
                                          </p:tavLst>
                                        </p:anim>
                                        <p:animEffect transition="in" filter="fad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FCA0B2BB-C7D6-49F7-B3BF-6922656AD464}"/>
              </a:ext>
            </a:extLst>
          </p:cNvPr>
          <p:cNvGrpSpPr/>
          <p:nvPr/>
        </p:nvGrpSpPr>
        <p:grpSpPr>
          <a:xfrm>
            <a:off x="3459163" y="1955801"/>
            <a:ext cx="2173288" cy="2343150"/>
            <a:chOff x="3459163" y="1955801"/>
            <a:chExt cx="2173288" cy="2343150"/>
          </a:xfrm>
        </p:grpSpPr>
        <p:sp>
          <p:nvSpPr>
            <p:cNvPr id="6" name="Freeform 5">
              <a:extLst>
                <a:ext uri="{FF2B5EF4-FFF2-40B4-BE49-F238E27FC236}">
                  <a16:creationId xmlns:a16="http://schemas.microsoft.com/office/drawing/2014/main" id="{8ECF81E8-FE89-4F75-8B69-0B81D8AB5CF9}"/>
                </a:ext>
              </a:extLst>
            </p:cNvPr>
            <p:cNvSpPr>
              <a:spLocks/>
            </p:cNvSpPr>
            <p:nvPr/>
          </p:nvSpPr>
          <p:spPr bwMode="auto">
            <a:xfrm>
              <a:off x="3705226" y="1955801"/>
              <a:ext cx="1927225" cy="898525"/>
            </a:xfrm>
            <a:custGeom>
              <a:avLst/>
              <a:gdLst>
                <a:gd name="T0" fmla="*/ 511 w 511"/>
                <a:gd name="T1" fmla="*/ 0 h 238"/>
                <a:gd name="T2" fmla="*/ 343 w 511"/>
                <a:gd name="T3" fmla="*/ 98 h 238"/>
                <a:gd name="T4" fmla="*/ 335 w 511"/>
                <a:gd name="T5" fmla="*/ 97 h 238"/>
                <a:gd name="T6" fmla="*/ 11 w 511"/>
                <a:gd name="T7" fmla="*/ 144 h 238"/>
                <a:gd name="T8" fmla="*/ 6 w 511"/>
                <a:gd name="T9" fmla="*/ 154 h 238"/>
                <a:gd name="T10" fmla="*/ 35 w 511"/>
                <a:gd name="T11" fmla="*/ 238 h 238"/>
                <a:gd name="T12" fmla="*/ 293 w 511"/>
                <a:gd name="T13" fmla="*/ 220 h 238"/>
                <a:gd name="T14" fmla="*/ 376 w 511"/>
                <a:gd name="T15" fmla="*/ 194 h 238"/>
                <a:gd name="T16" fmla="*/ 377 w 511"/>
                <a:gd name="T17" fmla="*/ 193 h 238"/>
                <a:gd name="T18" fmla="*/ 381 w 511"/>
                <a:gd name="T19" fmla="*/ 190 h 238"/>
                <a:gd name="T20" fmla="*/ 383 w 511"/>
                <a:gd name="T21" fmla="*/ 189 h 238"/>
                <a:gd name="T22" fmla="*/ 385 w 511"/>
                <a:gd name="T23" fmla="*/ 187 h 238"/>
                <a:gd name="T24" fmla="*/ 387 w 511"/>
                <a:gd name="T25" fmla="*/ 186 h 238"/>
                <a:gd name="T26" fmla="*/ 391 w 511"/>
                <a:gd name="T27" fmla="*/ 183 h 238"/>
                <a:gd name="T28" fmla="*/ 393 w 511"/>
                <a:gd name="T29" fmla="*/ 181 h 238"/>
                <a:gd name="T30" fmla="*/ 395 w 511"/>
                <a:gd name="T31" fmla="*/ 179 h 238"/>
                <a:gd name="T32" fmla="*/ 398 w 511"/>
                <a:gd name="T33" fmla="*/ 177 h 238"/>
                <a:gd name="T34" fmla="*/ 400 w 511"/>
                <a:gd name="T35" fmla="*/ 175 h 238"/>
                <a:gd name="T36" fmla="*/ 403 w 511"/>
                <a:gd name="T37" fmla="*/ 173 h 238"/>
                <a:gd name="T38" fmla="*/ 404 w 511"/>
                <a:gd name="T39" fmla="*/ 171 h 238"/>
                <a:gd name="T40" fmla="*/ 408 w 511"/>
                <a:gd name="T41" fmla="*/ 168 h 238"/>
                <a:gd name="T42" fmla="*/ 409 w 511"/>
                <a:gd name="T43" fmla="*/ 166 h 238"/>
                <a:gd name="T44" fmla="*/ 412 w 511"/>
                <a:gd name="T45" fmla="*/ 164 h 238"/>
                <a:gd name="T46" fmla="*/ 486 w 511"/>
                <a:gd name="T47" fmla="*/ 54 h 238"/>
                <a:gd name="T48" fmla="*/ 511 w 511"/>
                <a:gd name="T49"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1" h="238">
                  <a:moveTo>
                    <a:pt x="511" y="0"/>
                  </a:moveTo>
                  <a:cubicBezTo>
                    <a:pt x="493" y="35"/>
                    <a:pt x="393" y="99"/>
                    <a:pt x="343" y="98"/>
                  </a:cubicBezTo>
                  <a:cubicBezTo>
                    <a:pt x="340" y="97"/>
                    <a:pt x="337" y="97"/>
                    <a:pt x="335" y="97"/>
                  </a:cubicBezTo>
                  <a:cubicBezTo>
                    <a:pt x="181" y="86"/>
                    <a:pt x="25" y="112"/>
                    <a:pt x="11" y="144"/>
                  </a:cubicBezTo>
                  <a:cubicBezTo>
                    <a:pt x="6" y="154"/>
                    <a:pt x="6" y="154"/>
                    <a:pt x="6" y="154"/>
                  </a:cubicBezTo>
                  <a:cubicBezTo>
                    <a:pt x="0" y="168"/>
                    <a:pt x="12" y="198"/>
                    <a:pt x="35" y="238"/>
                  </a:cubicBezTo>
                  <a:cubicBezTo>
                    <a:pt x="101" y="223"/>
                    <a:pt x="199" y="214"/>
                    <a:pt x="293" y="220"/>
                  </a:cubicBezTo>
                  <a:cubicBezTo>
                    <a:pt x="324" y="220"/>
                    <a:pt x="352" y="209"/>
                    <a:pt x="376" y="194"/>
                  </a:cubicBezTo>
                  <a:cubicBezTo>
                    <a:pt x="376" y="193"/>
                    <a:pt x="376" y="193"/>
                    <a:pt x="377" y="193"/>
                  </a:cubicBezTo>
                  <a:cubicBezTo>
                    <a:pt x="378" y="192"/>
                    <a:pt x="379" y="191"/>
                    <a:pt x="381" y="190"/>
                  </a:cubicBezTo>
                  <a:cubicBezTo>
                    <a:pt x="381" y="190"/>
                    <a:pt x="382" y="190"/>
                    <a:pt x="383" y="189"/>
                  </a:cubicBezTo>
                  <a:cubicBezTo>
                    <a:pt x="383" y="188"/>
                    <a:pt x="384" y="188"/>
                    <a:pt x="385" y="187"/>
                  </a:cubicBezTo>
                  <a:cubicBezTo>
                    <a:pt x="386" y="187"/>
                    <a:pt x="387" y="186"/>
                    <a:pt x="387" y="186"/>
                  </a:cubicBezTo>
                  <a:cubicBezTo>
                    <a:pt x="388" y="185"/>
                    <a:pt x="390" y="184"/>
                    <a:pt x="391" y="183"/>
                  </a:cubicBezTo>
                  <a:cubicBezTo>
                    <a:pt x="392" y="182"/>
                    <a:pt x="392" y="182"/>
                    <a:pt x="393" y="181"/>
                  </a:cubicBezTo>
                  <a:cubicBezTo>
                    <a:pt x="394" y="181"/>
                    <a:pt x="394" y="180"/>
                    <a:pt x="395" y="179"/>
                  </a:cubicBezTo>
                  <a:cubicBezTo>
                    <a:pt x="396" y="179"/>
                    <a:pt x="397" y="178"/>
                    <a:pt x="398" y="177"/>
                  </a:cubicBezTo>
                  <a:cubicBezTo>
                    <a:pt x="399" y="176"/>
                    <a:pt x="400" y="176"/>
                    <a:pt x="400" y="175"/>
                  </a:cubicBezTo>
                  <a:cubicBezTo>
                    <a:pt x="401" y="174"/>
                    <a:pt x="402" y="174"/>
                    <a:pt x="403" y="173"/>
                  </a:cubicBezTo>
                  <a:cubicBezTo>
                    <a:pt x="403" y="172"/>
                    <a:pt x="404" y="172"/>
                    <a:pt x="404" y="171"/>
                  </a:cubicBezTo>
                  <a:cubicBezTo>
                    <a:pt x="406" y="170"/>
                    <a:pt x="407" y="169"/>
                    <a:pt x="408" y="168"/>
                  </a:cubicBezTo>
                  <a:cubicBezTo>
                    <a:pt x="409" y="167"/>
                    <a:pt x="409" y="167"/>
                    <a:pt x="409" y="166"/>
                  </a:cubicBezTo>
                  <a:cubicBezTo>
                    <a:pt x="410" y="166"/>
                    <a:pt x="411" y="165"/>
                    <a:pt x="412" y="164"/>
                  </a:cubicBezTo>
                  <a:cubicBezTo>
                    <a:pt x="449" y="127"/>
                    <a:pt x="474" y="80"/>
                    <a:pt x="486" y="54"/>
                  </a:cubicBezTo>
                  <a:cubicBezTo>
                    <a:pt x="494" y="36"/>
                    <a:pt x="502" y="18"/>
                    <a:pt x="511" y="0"/>
                  </a:cubicBezTo>
                  <a:close/>
                </a:path>
              </a:pathLst>
            </a:custGeom>
            <a:gradFill>
              <a:gsLst>
                <a:gs pos="21000">
                  <a:schemeClr val="accent6"/>
                </a:gs>
                <a:gs pos="0">
                  <a:schemeClr val="accent6">
                    <a:lumMod val="50000"/>
                  </a:schemeClr>
                </a:gs>
              </a:gsLst>
              <a:lin ang="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5A7D9A52-0874-4E32-9AB0-B5BBC1227D6B}"/>
                </a:ext>
              </a:extLst>
            </p:cNvPr>
            <p:cNvSpPr>
              <a:spLocks/>
            </p:cNvSpPr>
            <p:nvPr/>
          </p:nvSpPr>
          <p:spPr bwMode="auto">
            <a:xfrm>
              <a:off x="3459163" y="2536826"/>
              <a:ext cx="1158875" cy="1762125"/>
            </a:xfrm>
            <a:custGeom>
              <a:avLst/>
              <a:gdLst>
                <a:gd name="T0" fmla="*/ 18 w 307"/>
                <a:gd name="T1" fmla="*/ 120 h 467"/>
                <a:gd name="T2" fmla="*/ 287 w 307"/>
                <a:gd name="T3" fmla="*/ 467 h 467"/>
                <a:gd name="T4" fmla="*/ 290 w 307"/>
                <a:gd name="T5" fmla="*/ 460 h 467"/>
                <a:gd name="T6" fmla="*/ 249 w 307"/>
                <a:gd name="T7" fmla="*/ 270 h 467"/>
                <a:gd name="T8" fmla="*/ 100 w 307"/>
                <a:gd name="T9" fmla="*/ 84 h 467"/>
                <a:gd name="T10" fmla="*/ 71 w 307"/>
                <a:gd name="T11" fmla="*/ 0 h 467"/>
                <a:gd name="T12" fmla="*/ 18 w 307"/>
                <a:gd name="T13" fmla="*/ 120 h 467"/>
              </a:gdLst>
              <a:ahLst/>
              <a:cxnLst>
                <a:cxn ang="0">
                  <a:pos x="T0" y="T1"/>
                </a:cxn>
                <a:cxn ang="0">
                  <a:pos x="T2" y="T3"/>
                </a:cxn>
                <a:cxn ang="0">
                  <a:pos x="T4" y="T5"/>
                </a:cxn>
                <a:cxn ang="0">
                  <a:pos x="T6" y="T7"/>
                </a:cxn>
                <a:cxn ang="0">
                  <a:pos x="T8" y="T9"/>
                </a:cxn>
                <a:cxn ang="0">
                  <a:pos x="T10" y="T11"/>
                </a:cxn>
                <a:cxn ang="0">
                  <a:pos x="T12" y="T13"/>
                </a:cxn>
              </a:cxnLst>
              <a:rect l="0" t="0" r="r" b="b"/>
              <a:pathLst>
                <a:path w="307" h="467">
                  <a:moveTo>
                    <a:pt x="18" y="120"/>
                  </a:moveTo>
                  <a:cubicBezTo>
                    <a:pt x="0" y="160"/>
                    <a:pt x="138" y="360"/>
                    <a:pt x="287" y="467"/>
                  </a:cubicBezTo>
                  <a:cubicBezTo>
                    <a:pt x="288" y="465"/>
                    <a:pt x="289" y="462"/>
                    <a:pt x="290" y="460"/>
                  </a:cubicBezTo>
                  <a:cubicBezTo>
                    <a:pt x="307" y="412"/>
                    <a:pt x="277" y="298"/>
                    <a:pt x="249" y="270"/>
                  </a:cubicBezTo>
                  <a:cubicBezTo>
                    <a:pt x="186" y="208"/>
                    <a:pt x="131" y="138"/>
                    <a:pt x="100" y="84"/>
                  </a:cubicBezTo>
                  <a:cubicBezTo>
                    <a:pt x="77" y="44"/>
                    <a:pt x="65" y="14"/>
                    <a:pt x="71" y="0"/>
                  </a:cubicBezTo>
                  <a:lnTo>
                    <a:pt x="18" y="120"/>
                  </a:lnTo>
                  <a:close/>
                </a:path>
              </a:pathLst>
            </a:custGeom>
            <a:gradFill>
              <a:gsLst>
                <a:gs pos="40000">
                  <a:schemeClr val="accent6"/>
                </a:gs>
                <a:gs pos="22000">
                  <a:schemeClr val="accent6">
                    <a:lumMod val="75000"/>
                  </a:schemeClr>
                </a:gs>
                <a:gs pos="5000">
                  <a:schemeClr val="accent6">
                    <a:lumMod val="20000"/>
                    <a:lumOff val="80000"/>
                  </a:schemeClr>
                </a:gs>
              </a:gsLst>
              <a:lin ang="18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7" name="Shadow">
              <a:extLst>
                <a:ext uri="{FF2B5EF4-FFF2-40B4-BE49-F238E27FC236}">
                  <a16:creationId xmlns:a16="http://schemas.microsoft.com/office/drawing/2014/main" id="{00A9DCCC-74D9-484A-AB51-BAA134865B09}"/>
                </a:ext>
              </a:extLst>
            </p:cNvPr>
            <p:cNvSpPr>
              <a:spLocks/>
            </p:cNvSpPr>
            <p:nvPr/>
          </p:nvSpPr>
          <p:spPr bwMode="auto">
            <a:xfrm>
              <a:off x="3459163" y="2536826"/>
              <a:ext cx="1158875" cy="1762125"/>
            </a:xfrm>
            <a:custGeom>
              <a:avLst/>
              <a:gdLst>
                <a:gd name="T0" fmla="*/ 18 w 307"/>
                <a:gd name="T1" fmla="*/ 120 h 467"/>
                <a:gd name="T2" fmla="*/ 287 w 307"/>
                <a:gd name="T3" fmla="*/ 467 h 467"/>
                <a:gd name="T4" fmla="*/ 290 w 307"/>
                <a:gd name="T5" fmla="*/ 460 h 467"/>
                <a:gd name="T6" fmla="*/ 249 w 307"/>
                <a:gd name="T7" fmla="*/ 270 h 467"/>
                <a:gd name="T8" fmla="*/ 100 w 307"/>
                <a:gd name="T9" fmla="*/ 84 h 467"/>
                <a:gd name="T10" fmla="*/ 71 w 307"/>
                <a:gd name="T11" fmla="*/ 0 h 467"/>
                <a:gd name="T12" fmla="*/ 18 w 307"/>
                <a:gd name="T13" fmla="*/ 120 h 467"/>
              </a:gdLst>
              <a:ahLst/>
              <a:cxnLst>
                <a:cxn ang="0">
                  <a:pos x="T0" y="T1"/>
                </a:cxn>
                <a:cxn ang="0">
                  <a:pos x="T2" y="T3"/>
                </a:cxn>
                <a:cxn ang="0">
                  <a:pos x="T4" y="T5"/>
                </a:cxn>
                <a:cxn ang="0">
                  <a:pos x="T6" y="T7"/>
                </a:cxn>
                <a:cxn ang="0">
                  <a:pos x="T8" y="T9"/>
                </a:cxn>
                <a:cxn ang="0">
                  <a:pos x="T10" y="T11"/>
                </a:cxn>
                <a:cxn ang="0">
                  <a:pos x="T12" y="T13"/>
                </a:cxn>
              </a:cxnLst>
              <a:rect l="0" t="0" r="r" b="b"/>
              <a:pathLst>
                <a:path w="307" h="467">
                  <a:moveTo>
                    <a:pt x="18" y="120"/>
                  </a:moveTo>
                  <a:cubicBezTo>
                    <a:pt x="0" y="160"/>
                    <a:pt x="138" y="360"/>
                    <a:pt x="287" y="467"/>
                  </a:cubicBezTo>
                  <a:cubicBezTo>
                    <a:pt x="288" y="465"/>
                    <a:pt x="289" y="462"/>
                    <a:pt x="290" y="460"/>
                  </a:cubicBezTo>
                  <a:cubicBezTo>
                    <a:pt x="307" y="412"/>
                    <a:pt x="277" y="298"/>
                    <a:pt x="249" y="270"/>
                  </a:cubicBezTo>
                  <a:cubicBezTo>
                    <a:pt x="186" y="208"/>
                    <a:pt x="131" y="138"/>
                    <a:pt x="100" y="84"/>
                  </a:cubicBezTo>
                  <a:cubicBezTo>
                    <a:pt x="77" y="44"/>
                    <a:pt x="65" y="14"/>
                    <a:pt x="71" y="0"/>
                  </a:cubicBezTo>
                  <a:lnTo>
                    <a:pt x="18" y="120"/>
                  </a:lnTo>
                  <a:close/>
                </a:path>
              </a:pathLst>
            </a:custGeom>
            <a:gradFill>
              <a:gsLst>
                <a:gs pos="86000">
                  <a:srgbClr val="000508"/>
                </a:gs>
                <a:gs pos="62000">
                  <a:schemeClr val="accent6">
                    <a:alpha val="0"/>
                  </a:schemeClr>
                </a:gs>
              </a:gsLst>
              <a:lin ang="210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1" name="Group 30">
            <a:extLst>
              <a:ext uri="{FF2B5EF4-FFF2-40B4-BE49-F238E27FC236}">
                <a16:creationId xmlns:a16="http://schemas.microsoft.com/office/drawing/2014/main" id="{89FD05D3-1A59-4222-9407-57F99F3AA6E0}"/>
              </a:ext>
            </a:extLst>
          </p:cNvPr>
          <p:cNvGrpSpPr/>
          <p:nvPr/>
        </p:nvGrpSpPr>
        <p:grpSpPr>
          <a:xfrm>
            <a:off x="4237038" y="3556001"/>
            <a:ext cx="2051051" cy="2427287"/>
            <a:chOff x="4237038" y="3556001"/>
            <a:chExt cx="2051051" cy="2427287"/>
          </a:xfrm>
        </p:grpSpPr>
        <p:sp>
          <p:nvSpPr>
            <p:cNvPr id="8" name="Freeform 7">
              <a:extLst>
                <a:ext uri="{FF2B5EF4-FFF2-40B4-BE49-F238E27FC236}">
                  <a16:creationId xmlns:a16="http://schemas.microsoft.com/office/drawing/2014/main" id="{31C80367-8B54-4F7C-B65E-442E8B2373F6}"/>
                </a:ext>
              </a:extLst>
            </p:cNvPr>
            <p:cNvSpPr>
              <a:spLocks/>
            </p:cNvSpPr>
            <p:nvPr/>
          </p:nvSpPr>
          <p:spPr bwMode="auto">
            <a:xfrm>
              <a:off x="4237038" y="3556001"/>
              <a:ext cx="731838" cy="2024063"/>
            </a:xfrm>
            <a:custGeom>
              <a:avLst/>
              <a:gdLst>
                <a:gd name="T0" fmla="*/ 43 w 194"/>
                <a:gd name="T1" fmla="*/ 0 h 537"/>
                <a:gd name="T2" fmla="*/ 84 w 194"/>
                <a:gd name="T3" fmla="*/ 190 h 537"/>
                <a:gd name="T4" fmla="*/ 81 w 194"/>
                <a:gd name="T5" fmla="*/ 197 h 537"/>
                <a:gd name="T6" fmla="*/ 26 w 194"/>
                <a:gd name="T7" fmla="*/ 520 h 537"/>
                <a:gd name="T8" fmla="*/ 34 w 194"/>
                <a:gd name="T9" fmla="*/ 527 h 537"/>
                <a:gd name="T10" fmla="*/ 122 w 194"/>
                <a:gd name="T11" fmla="*/ 526 h 537"/>
                <a:gd name="T12" fmla="*/ 185 w 194"/>
                <a:gd name="T13" fmla="*/ 274 h 537"/>
                <a:gd name="T14" fmla="*/ 185 w 194"/>
                <a:gd name="T15" fmla="*/ 188 h 537"/>
                <a:gd name="T16" fmla="*/ 185 w 194"/>
                <a:gd name="T17" fmla="*/ 187 h 537"/>
                <a:gd name="T18" fmla="*/ 184 w 194"/>
                <a:gd name="T19" fmla="*/ 182 h 537"/>
                <a:gd name="T20" fmla="*/ 183 w 194"/>
                <a:gd name="T21" fmla="*/ 180 h 537"/>
                <a:gd name="T22" fmla="*/ 182 w 194"/>
                <a:gd name="T23" fmla="*/ 177 h 537"/>
                <a:gd name="T24" fmla="*/ 181 w 194"/>
                <a:gd name="T25" fmla="*/ 175 h 537"/>
                <a:gd name="T26" fmla="*/ 180 w 194"/>
                <a:gd name="T27" fmla="*/ 170 h 537"/>
                <a:gd name="T28" fmla="*/ 179 w 194"/>
                <a:gd name="T29" fmla="*/ 168 h 537"/>
                <a:gd name="T30" fmla="*/ 178 w 194"/>
                <a:gd name="T31" fmla="*/ 165 h 537"/>
                <a:gd name="T32" fmla="*/ 176 w 194"/>
                <a:gd name="T33" fmla="*/ 161 h 537"/>
                <a:gd name="T34" fmla="*/ 175 w 194"/>
                <a:gd name="T35" fmla="*/ 159 h 537"/>
                <a:gd name="T36" fmla="*/ 174 w 194"/>
                <a:gd name="T37" fmla="*/ 156 h 537"/>
                <a:gd name="T38" fmla="*/ 173 w 194"/>
                <a:gd name="T39" fmla="*/ 154 h 537"/>
                <a:gd name="T40" fmla="*/ 171 w 194"/>
                <a:gd name="T41" fmla="*/ 149 h 537"/>
                <a:gd name="T42" fmla="*/ 170 w 194"/>
                <a:gd name="T43" fmla="*/ 148 h 537"/>
                <a:gd name="T44" fmla="*/ 168 w 194"/>
                <a:gd name="T45" fmla="*/ 144 h 537"/>
                <a:gd name="T46" fmla="*/ 86 w 194"/>
                <a:gd name="T47" fmla="*/ 40 h 537"/>
                <a:gd name="T48" fmla="*/ 43 w 194"/>
                <a:gd name="T49"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4" h="537">
                  <a:moveTo>
                    <a:pt x="43" y="0"/>
                  </a:moveTo>
                  <a:cubicBezTo>
                    <a:pt x="71" y="28"/>
                    <a:pt x="101" y="142"/>
                    <a:pt x="84" y="190"/>
                  </a:cubicBezTo>
                  <a:cubicBezTo>
                    <a:pt x="83" y="192"/>
                    <a:pt x="82" y="195"/>
                    <a:pt x="81" y="197"/>
                  </a:cubicBezTo>
                  <a:cubicBezTo>
                    <a:pt x="23" y="340"/>
                    <a:pt x="0" y="496"/>
                    <a:pt x="26" y="520"/>
                  </a:cubicBezTo>
                  <a:cubicBezTo>
                    <a:pt x="34" y="527"/>
                    <a:pt x="34" y="527"/>
                    <a:pt x="34" y="527"/>
                  </a:cubicBezTo>
                  <a:cubicBezTo>
                    <a:pt x="45" y="537"/>
                    <a:pt x="77" y="536"/>
                    <a:pt x="122" y="526"/>
                  </a:cubicBezTo>
                  <a:cubicBezTo>
                    <a:pt x="128" y="458"/>
                    <a:pt x="150" y="363"/>
                    <a:pt x="185" y="274"/>
                  </a:cubicBezTo>
                  <a:cubicBezTo>
                    <a:pt x="194" y="245"/>
                    <a:pt x="193" y="215"/>
                    <a:pt x="185" y="188"/>
                  </a:cubicBezTo>
                  <a:cubicBezTo>
                    <a:pt x="185" y="187"/>
                    <a:pt x="185" y="187"/>
                    <a:pt x="185" y="187"/>
                  </a:cubicBezTo>
                  <a:cubicBezTo>
                    <a:pt x="185" y="185"/>
                    <a:pt x="184" y="184"/>
                    <a:pt x="184" y="182"/>
                  </a:cubicBezTo>
                  <a:cubicBezTo>
                    <a:pt x="184" y="182"/>
                    <a:pt x="183" y="181"/>
                    <a:pt x="183" y="180"/>
                  </a:cubicBezTo>
                  <a:cubicBezTo>
                    <a:pt x="183" y="179"/>
                    <a:pt x="182" y="178"/>
                    <a:pt x="182" y="177"/>
                  </a:cubicBezTo>
                  <a:cubicBezTo>
                    <a:pt x="182" y="176"/>
                    <a:pt x="182" y="175"/>
                    <a:pt x="181" y="175"/>
                  </a:cubicBezTo>
                  <a:cubicBezTo>
                    <a:pt x="181" y="173"/>
                    <a:pt x="180" y="172"/>
                    <a:pt x="180" y="170"/>
                  </a:cubicBezTo>
                  <a:cubicBezTo>
                    <a:pt x="179" y="170"/>
                    <a:pt x="179" y="169"/>
                    <a:pt x="179" y="168"/>
                  </a:cubicBezTo>
                  <a:cubicBezTo>
                    <a:pt x="179" y="167"/>
                    <a:pt x="178" y="166"/>
                    <a:pt x="178" y="165"/>
                  </a:cubicBezTo>
                  <a:cubicBezTo>
                    <a:pt x="177" y="164"/>
                    <a:pt x="177" y="163"/>
                    <a:pt x="176" y="161"/>
                  </a:cubicBezTo>
                  <a:cubicBezTo>
                    <a:pt x="176" y="161"/>
                    <a:pt x="176" y="160"/>
                    <a:pt x="175" y="159"/>
                  </a:cubicBezTo>
                  <a:cubicBezTo>
                    <a:pt x="175" y="158"/>
                    <a:pt x="174" y="157"/>
                    <a:pt x="174" y="156"/>
                  </a:cubicBezTo>
                  <a:cubicBezTo>
                    <a:pt x="174" y="155"/>
                    <a:pt x="173" y="155"/>
                    <a:pt x="173" y="154"/>
                  </a:cubicBezTo>
                  <a:cubicBezTo>
                    <a:pt x="172" y="152"/>
                    <a:pt x="171" y="151"/>
                    <a:pt x="171" y="149"/>
                  </a:cubicBezTo>
                  <a:cubicBezTo>
                    <a:pt x="170" y="148"/>
                    <a:pt x="170" y="148"/>
                    <a:pt x="170" y="148"/>
                  </a:cubicBezTo>
                  <a:cubicBezTo>
                    <a:pt x="169" y="146"/>
                    <a:pt x="169" y="145"/>
                    <a:pt x="168" y="144"/>
                  </a:cubicBezTo>
                  <a:cubicBezTo>
                    <a:pt x="144" y="98"/>
                    <a:pt x="108" y="60"/>
                    <a:pt x="86" y="40"/>
                  </a:cubicBezTo>
                  <a:cubicBezTo>
                    <a:pt x="72" y="27"/>
                    <a:pt x="57" y="14"/>
                    <a:pt x="43" y="0"/>
                  </a:cubicBezTo>
                  <a:close/>
                </a:path>
              </a:pathLst>
            </a:custGeom>
            <a:gradFill>
              <a:gsLst>
                <a:gs pos="31000">
                  <a:schemeClr val="accent5"/>
                </a:gs>
                <a:gs pos="12000">
                  <a:schemeClr val="accent5">
                    <a:lumMod val="75000"/>
                  </a:schemeClr>
                </a:gs>
                <a:gs pos="0">
                  <a:schemeClr val="accent5">
                    <a:lumMod val="50000"/>
                  </a:schemeClr>
                </a:gs>
              </a:gsLst>
              <a:lin ang="162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6987E48E-62A5-49BF-94DF-3DAA8EA43DFC}"/>
                </a:ext>
              </a:extLst>
            </p:cNvPr>
            <p:cNvSpPr>
              <a:spLocks/>
            </p:cNvSpPr>
            <p:nvPr/>
          </p:nvSpPr>
          <p:spPr bwMode="auto">
            <a:xfrm>
              <a:off x="4365626" y="5154613"/>
              <a:ext cx="1922463" cy="828675"/>
            </a:xfrm>
            <a:custGeom>
              <a:avLst/>
              <a:gdLst>
                <a:gd name="T0" fmla="*/ 97 w 510"/>
                <a:gd name="T1" fmla="*/ 191 h 220"/>
                <a:gd name="T2" fmla="*/ 510 w 510"/>
                <a:gd name="T3" fmla="*/ 42 h 220"/>
                <a:gd name="T4" fmla="*/ 504 w 510"/>
                <a:gd name="T5" fmla="*/ 37 h 220"/>
                <a:gd name="T6" fmla="*/ 311 w 510"/>
                <a:gd name="T7" fmla="*/ 17 h 220"/>
                <a:gd name="T8" fmla="*/ 88 w 510"/>
                <a:gd name="T9" fmla="*/ 102 h 220"/>
                <a:gd name="T10" fmla="*/ 0 w 510"/>
                <a:gd name="T11" fmla="*/ 103 h 220"/>
                <a:gd name="T12" fmla="*/ 97 w 510"/>
                <a:gd name="T13" fmla="*/ 191 h 220"/>
              </a:gdLst>
              <a:ahLst/>
              <a:cxnLst>
                <a:cxn ang="0">
                  <a:pos x="T0" y="T1"/>
                </a:cxn>
                <a:cxn ang="0">
                  <a:pos x="T2" y="T3"/>
                </a:cxn>
                <a:cxn ang="0">
                  <a:pos x="T4" y="T5"/>
                </a:cxn>
                <a:cxn ang="0">
                  <a:pos x="T6" y="T7"/>
                </a:cxn>
                <a:cxn ang="0">
                  <a:pos x="T8" y="T9"/>
                </a:cxn>
                <a:cxn ang="0">
                  <a:pos x="T10" y="T11"/>
                </a:cxn>
                <a:cxn ang="0">
                  <a:pos x="T12" y="T13"/>
                </a:cxn>
              </a:cxnLst>
              <a:rect l="0" t="0" r="r" b="b"/>
              <a:pathLst>
                <a:path w="510" h="220">
                  <a:moveTo>
                    <a:pt x="97" y="191"/>
                  </a:moveTo>
                  <a:cubicBezTo>
                    <a:pt x="130" y="220"/>
                    <a:pt x="362" y="151"/>
                    <a:pt x="510" y="42"/>
                  </a:cubicBezTo>
                  <a:cubicBezTo>
                    <a:pt x="508" y="41"/>
                    <a:pt x="506" y="39"/>
                    <a:pt x="504" y="37"/>
                  </a:cubicBezTo>
                  <a:cubicBezTo>
                    <a:pt x="464" y="6"/>
                    <a:pt x="346" y="0"/>
                    <a:pt x="311" y="17"/>
                  </a:cubicBezTo>
                  <a:cubicBezTo>
                    <a:pt x="233" y="58"/>
                    <a:pt x="149" y="88"/>
                    <a:pt x="88" y="102"/>
                  </a:cubicBezTo>
                  <a:cubicBezTo>
                    <a:pt x="43" y="112"/>
                    <a:pt x="11" y="113"/>
                    <a:pt x="0" y="103"/>
                  </a:cubicBezTo>
                  <a:lnTo>
                    <a:pt x="97" y="191"/>
                  </a:lnTo>
                  <a:close/>
                </a:path>
              </a:pathLst>
            </a:custGeom>
            <a:gradFill>
              <a:gsLst>
                <a:gs pos="40000">
                  <a:schemeClr val="accent5"/>
                </a:gs>
                <a:gs pos="23000">
                  <a:schemeClr val="accent5">
                    <a:lumMod val="75000"/>
                  </a:schemeClr>
                </a:gs>
                <a:gs pos="8000">
                  <a:schemeClr val="accent5">
                    <a:lumMod val="20000"/>
                    <a:lumOff val="80000"/>
                  </a:schemeClr>
                </a:gs>
              </a:gsLst>
              <a:lin ang="186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9" name="Shadow">
              <a:extLst>
                <a:ext uri="{FF2B5EF4-FFF2-40B4-BE49-F238E27FC236}">
                  <a16:creationId xmlns:a16="http://schemas.microsoft.com/office/drawing/2014/main" id="{75CA524F-AA4A-4238-AED7-16B4762D8A69}"/>
                </a:ext>
              </a:extLst>
            </p:cNvPr>
            <p:cNvSpPr>
              <a:spLocks/>
            </p:cNvSpPr>
            <p:nvPr/>
          </p:nvSpPr>
          <p:spPr bwMode="auto">
            <a:xfrm>
              <a:off x="4365626" y="5154613"/>
              <a:ext cx="1922463" cy="828675"/>
            </a:xfrm>
            <a:custGeom>
              <a:avLst/>
              <a:gdLst>
                <a:gd name="T0" fmla="*/ 97 w 510"/>
                <a:gd name="T1" fmla="*/ 191 h 220"/>
                <a:gd name="T2" fmla="*/ 510 w 510"/>
                <a:gd name="T3" fmla="*/ 42 h 220"/>
                <a:gd name="T4" fmla="*/ 504 w 510"/>
                <a:gd name="T5" fmla="*/ 37 h 220"/>
                <a:gd name="T6" fmla="*/ 311 w 510"/>
                <a:gd name="T7" fmla="*/ 17 h 220"/>
                <a:gd name="T8" fmla="*/ 88 w 510"/>
                <a:gd name="T9" fmla="*/ 102 h 220"/>
                <a:gd name="T10" fmla="*/ 0 w 510"/>
                <a:gd name="T11" fmla="*/ 103 h 220"/>
                <a:gd name="T12" fmla="*/ 97 w 510"/>
                <a:gd name="T13" fmla="*/ 191 h 220"/>
              </a:gdLst>
              <a:ahLst/>
              <a:cxnLst>
                <a:cxn ang="0">
                  <a:pos x="T0" y="T1"/>
                </a:cxn>
                <a:cxn ang="0">
                  <a:pos x="T2" y="T3"/>
                </a:cxn>
                <a:cxn ang="0">
                  <a:pos x="T4" y="T5"/>
                </a:cxn>
                <a:cxn ang="0">
                  <a:pos x="T6" y="T7"/>
                </a:cxn>
                <a:cxn ang="0">
                  <a:pos x="T8" y="T9"/>
                </a:cxn>
                <a:cxn ang="0">
                  <a:pos x="T10" y="T11"/>
                </a:cxn>
                <a:cxn ang="0">
                  <a:pos x="T12" y="T13"/>
                </a:cxn>
              </a:cxnLst>
              <a:rect l="0" t="0" r="r" b="b"/>
              <a:pathLst>
                <a:path w="510" h="220">
                  <a:moveTo>
                    <a:pt x="97" y="191"/>
                  </a:moveTo>
                  <a:cubicBezTo>
                    <a:pt x="130" y="220"/>
                    <a:pt x="362" y="151"/>
                    <a:pt x="510" y="42"/>
                  </a:cubicBezTo>
                  <a:cubicBezTo>
                    <a:pt x="508" y="41"/>
                    <a:pt x="506" y="39"/>
                    <a:pt x="504" y="37"/>
                  </a:cubicBezTo>
                  <a:cubicBezTo>
                    <a:pt x="464" y="6"/>
                    <a:pt x="346" y="0"/>
                    <a:pt x="311" y="17"/>
                  </a:cubicBezTo>
                  <a:cubicBezTo>
                    <a:pt x="233" y="58"/>
                    <a:pt x="149" y="88"/>
                    <a:pt x="88" y="102"/>
                  </a:cubicBezTo>
                  <a:cubicBezTo>
                    <a:pt x="43" y="112"/>
                    <a:pt x="11" y="113"/>
                    <a:pt x="0" y="103"/>
                  </a:cubicBezTo>
                  <a:lnTo>
                    <a:pt x="97" y="191"/>
                  </a:lnTo>
                  <a:close/>
                </a:path>
              </a:pathLst>
            </a:custGeom>
            <a:gradFill>
              <a:gsLst>
                <a:gs pos="98000">
                  <a:srgbClr val="000508"/>
                </a:gs>
                <a:gs pos="54000">
                  <a:schemeClr val="accent5">
                    <a:alpha val="0"/>
                  </a:schemeClr>
                </a:gs>
              </a:gsLst>
              <a:lin ang="168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0" name="Group 29">
            <a:extLst>
              <a:ext uri="{FF2B5EF4-FFF2-40B4-BE49-F238E27FC236}">
                <a16:creationId xmlns:a16="http://schemas.microsoft.com/office/drawing/2014/main" id="{D2BF7F78-7D61-4001-814B-E8CEDC466BEE}"/>
              </a:ext>
            </a:extLst>
          </p:cNvPr>
          <p:cNvGrpSpPr/>
          <p:nvPr/>
        </p:nvGrpSpPr>
        <p:grpSpPr>
          <a:xfrm>
            <a:off x="5537201" y="3965576"/>
            <a:ext cx="2474913" cy="1987550"/>
            <a:chOff x="5537201" y="3965576"/>
            <a:chExt cx="2474913" cy="1987550"/>
          </a:xfrm>
        </p:grpSpPr>
        <p:sp>
          <p:nvSpPr>
            <p:cNvPr id="10" name="Freeform 9">
              <a:extLst>
                <a:ext uri="{FF2B5EF4-FFF2-40B4-BE49-F238E27FC236}">
                  <a16:creationId xmlns:a16="http://schemas.microsoft.com/office/drawing/2014/main" id="{B2A995C8-21C6-473B-818C-CB276A63024F}"/>
                </a:ext>
              </a:extLst>
            </p:cNvPr>
            <p:cNvSpPr>
              <a:spLocks/>
            </p:cNvSpPr>
            <p:nvPr/>
          </p:nvSpPr>
          <p:spPr bwMode="auto">
            <a:xfrm>
              <a:off x="5537201" y="4927601"/>
              <a:ext cx="1981200" cy="1025525"/>
            </a:xfrm>
            <a:custGeom>
              <a:avLst/>
              <a:gdLst>
                <a:gd name="T0" fmla="*/ 0 w 525"/>
                <a:gd name="T1" fmla="*/ 77 h 272"/>
                <a:gd name="T2" fmla="*/ 193 w 525"/>
                <a:gd name="T3" fmla="*/ 97 h 272"/>
                <a:gd name="T4" fmla="*/ 199 w 525"/>
                <a:gd name="T5" fmla="*/ 102 h 272"/>
                <a:gd name="T6" fmla="*/ 489 w 525"/>
                <a:gd name="T7" fmla="*/ 255 h 272"/>
                <a:gd name="T8" fmla="*/ 499 w 525"/>
                <a:gd name="T9" fmla="*/ 249 h 272"/>
                <a:gd name="T10" fmla="*/ 525 w 525"/>
                <a:gd name="T11" fmla="*/ 165 h 272"/>
                <a:gd name="T12" fmla="*/ 305 w 525"/>
                <a:gd name="T13" fmla="*/ 27 h 272"/>
                <a:gd name="T14" fmla="*/ 223 w 525"/>
                <a:gd name="T15" fmla="*/ 0 h 272"/>
                <a:gd name="T16" fmla="*/ 222 w 525"/>
                <a:gd name="T17" fmla="*/ 0 h 272"/>
                <a:gd name="T18" fmla="*/ 217 w 525"/>
                <a:gd name="T19" fmla="*/ 0 h 272"/>
                <a:gd name="T20" fmla="*/ 215 w 525"/>
                <a:gd name="T21" fmla="*/ 0 h 272"/>
                <a:gd name="T22" fmla="*/ 211 w 525"/>
                <a:gd name="T23" fmla="*/ 0 h 272"/>
                <a:gd name="T24" fmla="*/ 209 w 525"/>
                <a:gd name="T25" fmla="*/ 0 h 272"/>
                <a:gd name="T26" fmla="*/ 204 w 525"/>
                <a:gd name="T27" fmla="*/ 0 h 272"/>
                <a:gd name="T28" fmla="*/ 202 w 525"/>
                <a:gd name="T29" fmla="*/ 0 h 272"/>
                <a:gd name="T30" fmla="*/ 199 w 525"/>
                <a:gd name="T31" fmla="*/ 0 h 272"/>
                <a:gd name="T32" fmla="*/ 195 w 525"/>
                <a:gd name="T33" fmla="*/ 1 h 272"/>
                <a:gd name="T34" fmla="*/ 192 w 525"/>
                <a:gd name="T35" fmla="*/ 1 h 272"/>
                <a:gd name="T36" fmla="*/ 189 w 525"/>
                <a:gd name="T37" fmla="*/ 1 h 272"/>
                <a:gd name="T38" fmla="*/ 187 w 525"/>
                <a:gd name="T39" fmla="*/ 2 h 272"/>
                <a:gd name="T40" fmla="*/ 181 w 525"/>
                <a:gd name="T41" fmla="*/ 2 h 272"/>
                <a:gd name="T42" fmla="*/ 180 w 525"/>
                <a:gd name="T43" fmla="*/ 2 h 272"/>
                <a:gd name="T44" fmla="*/ 176 w 525"/>
                <a:gd name="T45" fmla="*/ 3 h 272"/>
                <a:gd name="T46" fmla="*/ 51 w 525"/>
                <a:gd name="T47" fmla="*/ 48 h 272"/>
                <a:gd name="T48" fmla="*/ 0 w 525"/>
                <a:gd name="T49" fmla="*/ 77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5" h="272">
                  <a:moveTo>
                    <a:pt x="0" y="77"/>
                  </a:moveTo>
                  <a:cubicBezTo>
                    <a:pt x="35" y="60"/>
                    <a:pt x="153" y="66"/>
                    <a:pt x="193" y="97"/>
                  </a:cubicBezTo>
                  <a:cubicBezTo>
                    <a:pt x="195" y="99"/>
                    <a:pt x="197" y="101"/>
                    <a:pt x="199" y="102"/>
                  </a:cubicBezTo>
                  <a:cubicBezTo>
                    <a:pt x="317" y="201"/>
                    <a:pt x="459" y="272"/>
                    <a:pt x="489" y="255"/>
                  </a:cubicBezTo>
                  <a:cubicBezTo>
                    <a:pt x="499" y="249"/>
                    <a:pt x="499" y="249"/>
                    <a:pt x="499" y="249"/>
                  </a:cubicBezTo>
                  <a:cubicBezTo>
                    <a:pt x="511" y="242"/>
                    <a:pt x="520" y="210"/>
                    <a:pt x="525" y="165"/>
                  </a:cubicBezTo>
                  <a:cubicBezTo>
                    <a:pt x="462" y="138"/>
                    <a:pt x="378" y="88"/>
                    <a:pt x="305" y="27"/>
                  </a:cubicBezTo>
                  <a:cubicBezTo>
                    <a:pt x="280" y="9"/>
                    <a:pt x="251" y="1"/>
                    <a:pt x="223" y="0"/>
                  </a:cubicBezTo>
                  <a:cubicBezTo>
                    <a:pt x="222" y="0"/>
                    <a:pt x="222" y="0"/>
                    <a:pt x="222" y="0"/>
                  </a:cubicBezTo>
                  <a:cubicBezTo>
                    <a:pt x="220" y="0"/>
                    <a:pt x="219" y="0"/>
                    <a:pt x="217" y="0"/>
                  </a:cubicBezTo>
                  <a:cubicBezTo>
                    <a:pt x="216" y="0"/>
                    <a:pt x="216" y="0"/>
                    <a:pt x="215" y="0"/>
                  </a:cubicBezTo>
                  <a:cubicBezTo>
                    <a:pt x="214" y="0"/>
                    <a:pt x="213" y="0"/>
                    <a:pt x="211" y="0"/>
                  </a:cubicBezTo>
                  <a:cubicBezTo>
                    <a:pt x="211" y="0"/>
                    <a:pt x="210" y="0"/>
                    <a:pt x="209" y="0"/>
                  </a:cubicBezTo>
                  <a:cubicBezTo>
                    <a:pt x="208" y="0"/>
                    <a:pt x="206" y="0"/>
                    <a:pt x="204" y="0"/>
                  </a:cubicBezTo>
                  <a:cubicBezTo>
                    <a:pt x="204" y="0"/>
                    <a:pt x="203" y="0"/>
                    <a:pt x="202" y="0"/>
                  </a:cubicBezTo>
                  <a:cubicBezTo>
                    <a:pt x="201" y="0"/>
                    <a:pt x="200" y="0"/>
                    <a:pt x="199" y="0"/>
                  </a:cubicBezTo>
                  <a:cubicBezTo>
                    <a:pt x="198" y="0"/>
                    <a:pt x="196" y="1"/>
                    <a:pt x="195" y="1"/>
                  </a:cubicBezTo>
                  <a:cubicBezTo>
                    <a:pt x="194" y="1"/>
                    <a:pt x="193" y="1"/>
                    <a:pt x="192" y="1"/>
                  </a:cubicBezTo>
                  <a:cubicBezTo>
                    <a:pt x="191" y="1"/>
                    <a:pt x="190" y="1"/>
                    <a:pt x="189" y="1"/>
                  </a:cubicBezTo>
                  <a:cubicBezTo>
                    <a:pt x="188" y="1"/>
                    <a:pt x="188" y="1"/>
                    <a:pt x="187" y="2"/>
                  </a:cubicBezTo>
                  <a:cubicBezTo>
                    <a:pt x="185" y="2"/>
                    <a:pt x="183" y="2"/>
                    <a:pt x="181" y="2"/>
                  </a:cubicBezTo>
                  <a:cubicBezTo>
                    <a:pt x="181" y="2"/>
                    <a:pt x="180" y="2"/>
                    <a:pt x="180" y="2"/>
                  </a:cubicBezTo>
                  <a:cubicBezTo>
                    <a:pt x="179" y="3"/>
                    <a:pt x="177" y="3"/>
                    <a:pt x="176" y="3"/>
                  </a:cubicBezTo>
                  <a:cubicBezTo>
                    <a:pt x="124" y="11"/>
                    <a:pt x="77" y="34"/>
                    <a:pt x="51" y="48"/>
                  </a:cubicBezTo>
                  <a:cubicBezTo>
                    <a:pt x="35" y="59"/>
                    <a:pt x="17" y="68"/>
                    <a:pt x="0" y="77"/>
                  </a:cubicBezTo>
                  <a:close/>
                </a:path>
              </a:pathLst>
            </a:custGeom>
            <a:gradFill>
              <a:gsLst>
                <a:gs pos="31000">
                  <a:schemeClr val="accent4"/>
                </a:gs>
                <a:gs pos="12000">
                  <a:schemeClr val="accent4">
                    <a:lumMod val="75000"/>
                  </a:schemeClr>
                </a:gs>
                <a:gs pos="0">
                  <a:schemeClr val="accent4">
                    <a:lumMod val="50000"/>
                  </a:schemeClr>
                </a:gs>
              </a:gsLst>
              <a:lin ang="120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D1958E30-AA39-4FA1-B3CD-C1FDE2F4A5A0}"/>
                </a:ext>
              </a:extLst>
            </p:cNvPr>
            <p:cNvSpPr>
              <a:spLocks/>
            </p:cNvSpPr>
            <p:nvPr/>
          </p:nvSpPr>
          <p:spPr bwMode="auto">
            <a:xfrm>
              <a:off x="7419976" y="3965576"/>
              <a:ext cx="592138" cy="1901825"/>
            </a:xfrm>
            <a:custGeom>
              <a:avLst/>
              <a:gdLst>
                <a:gd name="T0" fmla="*/ 113 w 157"/>
                <a:gd name="T1" fmla="*/ 439 h 504"/>
                <a:gd name="T2" fmla="*/ 100 w 157"/>
                <a:gd name="T3" fmla="*/ 0 h 504"/>
                <a:gd name="T4" fmla="*/ 93 w 157"/>
                <a:gd name="T5" fmla="*/ 4 h 504"/>
                <a:gd name="T6" fmla="*/ 14 w 157"/>
                <a:gd name="T7" fmla="*/ 182 h 504"/>
                <a:gd name="T8" fmla="*/ 26 w 157"/>
                <a:gd name="T9" fmla="*/ 420 h 504"/>
                <a:gd name="T10" fmla="*/ 0 w 157"/>
                <a:gd name="T11" fmla="*/ 504 h 504"/>
                <a:gd name="T12" fmla="*/ 113 w 157"/>
                <a:gd name="T13" fmla="*/ 439 h 504"/>
              </a:gdLst>
              <a:ahLst/>
              <a:cxnLst>
                <a:cxn ang="0">
                  <a:pos x="T0" y="T1"/>
                </a:cxn>
                <a:cxn ang="0">
                  <a:pos x="T2" y="T3"/>
                </a:cxn>
                <a:cxn ang="0">
                  <a:pos x="T4" y="T5"/>
                </a:cxn>
                <a:cxn ang="0">
                  <a:pos x="T6" y="T7"/>
                </a:cxn>
                <a:cxn ang="0">
                  <a:pos x="T8" y="T9"/>
                </a:cxn>
                <a:cxn ang="0">
                  <a:pos x="T10" y="T11"/>
                </a:cxn>
                <a:cxn ang="0">
                  <a:pos x="T12" y="T13"/>
                </a:cxn>
              </a:cxnLst>
              <a:rect l="0" t="0" r="r" b="b"/>
              <a:pathLst>
                <a:path w="157" h="504">
                  <a:moveTo>
                    <a:pt x="113" y="439"/>
                  </a:moveTo>
                  <a:cubicBezTo>
                    <a:pt x="151" y="417"/>
                    <a:pt x="157" y="174"/>
                    <a:pt x="100" y="0"/>
                  </a:cubicBezTo>
                  <a:cubicBezTo>
                    <a:pt x="97" y="1"/>
                    <a:pt x="95" y="3"/>
                    <a:pt x="93" y="4"/>
                  </a:cubicBezTo>
                  <a:cubicBezTo>
                    <a:pt x="51" y="33"/>
                    <a:pt x="9" y="143"/>
                    <a:pt x="14" y="182"/>
                  </a:cubicBezTo>
                  <a:cubicBezTo>
                    <a:pt x="29" y="269"/>
                    <a:pt x="32" y="358"/>
                    <a:pt x="26" y="420"/>
                  </a:cubicBezTo>
                  <a:cubicBezTo>
                    <a:pt x="21" y="465"/>
                    <a:pt x="12" y="497"/>
                    <a:pt x="0" y="504"/>
                  </a:cubicBezTo>
                  <a:lnTo>
                    <a:pt x="113" y="439"/>
                  </a:lnTo>
                  <a:close/>
                </a:path>
              </a:pathLst>
            </a:custGeom>
            <a:gradFill>
              <a:gsLst>
                <a:gs pos="40000">
                  <a:schemeClr val="accent4"/>
                </a:gs>
                <a:gs pos="21000">
                  <a:schemeClr val="accent4">
                    <a:lumMod val="75000"/>
                  </a:schemeClr>
                </a:gs>
                <a:gs pos="8000">
                  <a:schemeClr val="accent4">
                    <a:lumMod val="20000"/>
                    <a:lumOff val="80000"/>
                  </a:schemeClr>
                </a:gs>
              </a:gsLst>
              <a:lin ang="144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20" name="Shadow">
              <a:extLst>
                <a:ext uri="{FF2B5EF4-FFF2-40B4-BE49-F238E27FC236}">
                  <a16:creationId xmlns:a16="http://schemas.microsoft.com/office/drawing/2014/main" id="{8126FEAF-C9A6-4007-9D72-D1A6A82A9F02}"/>
                </a:ext>
              </a:extLst>
            </p:cNvPr>
            <p:cNvSpPr>
              <a:spLocks/>
            </p:cNvSpPr>
            <p:nvPr/>
          </p:nvSpPr>
          <p:spPr bwMode="auto">
            <a:xfrm>
              <a:off x="7419976" y="3965576"/>
              <a:ext cx="592138" cy="1901825"/>
            </a:xfrm>
            <a:custGeom>
              <a:avLst/>
              <a:gdLst>
                <a:gd name="T0" fmla="*/ 113 w 157"/>
                <a:gd name="T1" fmla="*/ 439 h 504"/>
                <a:gd name="T2" fmla="*/ 100 w 157"/>
                <a:gd name="T3" fmla="*/ 0 h 504"/>
                <a:gd name="T4" fmla="*/ 93 w 157"/>
                <a:gd name="T5" fmla="*/ 4 h 504"/>
                <a:gd name="T6" fmla="*/ 14 w 157"/>
                <a:gd name="T7" fmla="*/ 182 h 504"/>
                <a:gd name="T8" fmla="*/ 26 w 157"/>
                <a:gd name="T9" fmla="*/ 420 h 504"/>
                <a:gd name="T10" fmla="*/ 0 w 157"/>
                <a:gd name="T11" fmla="*/ 504 h 504"/>
                <a:gd name="T12" fmla="*/ 113 w 157"/>
                <a:gd name="T13" fmla="*/ 439 h 504"/>
              </a:gdLst>
              <a:ahLst/>
              <a:cxnLst>
                <a:cxn ang="0">
                  <a:pos x="T0" y="T1"/>
                </a:cxn>
                <a:cxn ang="0">
                  <a:pos x="T2" y="T3"/>
                </a:cxn>
                <a:cxn ang="0">
                  <a:pos x="T4" y="T5"/>
                </a:cxn>
                <a:cxn ang="0">
                  <a:pos x="T6" y="T7"/>
                </a:cxn>
                <a:cxn ang="0">
                  <a:pos x="T8" y="T9"/>
                </a:cxn>
                <a:cxn ang="0">
                  <a:pos x="T10" y="T11"/>
                </a:cxn>
                <a:cxn ang="0">
                  <a:pos x="T12" y="T13"/>
                </a:cxn>
              </a:cxnLst>
              <a:rect l="0" t="0" r="r" b="b"/>
              <a:pathLst>
                <a:path w="157" h="504">
                  <a:moveTo>
                    <a:pt x="113" y="439"/>
                  </a:moveTo>
                  <a:cubicBezTo>
                    <a:pt x="151" y="417"/>
                    <a:pt x="157" y="174"/>
                    <a:pt x="100" y="0"/>
                  </a:cubicBezTo>
                  <a:cubicBezTo>
                    <a:pt x="97" y="1"/>
                    <a:pt x="95" y="3"/>
                    <a:pt x="93" y="4"/>
                  </a:cubicBezTo>
                  <a:cubicBezTo>
                    <a:pt x="51" y="33"/>
                    <a:pt x="9" y="143"/>
                    <a:pt x="14" y="182"/>
                  </a:cubicBezTo>
                  <a:cubicBezTo>
                    <a:pt x="29" y="269"/>
                    <a:pt x="32" y="358"/>
                    <a:pt x="26" y="420"/>
                  </a:cubicBezTo>
                  <a:cubicBezTo>
                    <a:pt x="21" y="465"/>
                    <a:pt x="12" y="497"/>
                    <a:pt x="0" y="504"/>
                  </a:cubicBezTo>
                  <a:lnTo>
                    <a:pt x="113" y="439"/>
                  </a:lnTo>
                  <a:close/>
                </a:path>
              </a:pathLst>
            </a:custGeom>
            <a:gradFill>
              <a:gsLst>
                <a:gs pos="85000">
                  <a:srgbClr val="000508"/>
                </a:gs>
                <a:gs pos="59000">
                  <a:schemeClr val="accent4">
                    <a:alpha val="0"/>
                  </a:schemeClr>
                </a:gs>
              </a:gsLst>
              <a:lin ang="1242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9" name="Group 28">
            <a:extLst>
              <a:ext uri="{FF2B5EF4-FFF2-40B4-BE49-F238E27FC236}">
                <a16:creationId xmlns:a16="http://schemas.microsoft.com/office/drawing/2014/main" id="{CC17956F-B81D-42F8-9B52-7354E0E4DFE5}"/>
              </a:ext>
            </a:extLst>
          </p:cNvPr>
          <p:cNvGrpSpPr/>
          <p:nvPr/>
        </p:nvGrpSpPr>
        <p:grpSpPr>
          <a:xfrm>
            <a:off x="6978651" y="2114551"/>
            <a:ext cx="1727200" cy="2538413"/>
            <a:chOff x="6978651" y="2114551"/>
            <a:chExt cx="1727200" cy="2538413"/>
          </a:xfrm>
        </p:grpSpPr>
        <p:sp>
          <p:nvSpPr>
            <p:cNvPr id="12" name="Freeform 11">
              <a:extLst>
                <a:ext uri="{FF2B5EF4-FFF2-40B4-BE49-F238E27FC236}">
                  <a16:creationId xmlns:a16="http://schemas.microsoft.com/office/drawing/2014/main" id="{38FAC9C9-002A-4E9F-9A0E-44B6D25E5AA9}"/>
                </a:ext>
              </a:extLst>
            </p:cNvPr>
            <p:cNvSpPr>
              <a:spLocks/>
            </p:cNvSpPr>
            <p:nvPr/>
          </p:nvSpPr>
          <p:spPr bwMode="auto">
            <a:xfrm>
              <a:off x="7381876" y="2873376"/>
              <a:ext cx="1323975" cy="1779588"/>
            </a:xfrm>
            <a:custGeom>
              <a:avLst/>
              <a:gdLst>
                <a:gd name="T0" fmla="*/ 24 w 351"/>
                <a:gd name="T1" fmla="*/ 472 h 472"/>
                <a:gd name="T2" fmla="*/ 103 w 351"/>
                <a:gd name="T3" fmla="*/ 294 h 472"/>
                <a:gd name="T4" fmla="*/ 110 w 351"/>
                <a:gd name="T5" fmla="*/ 290 h 472"/>
                <a:gd name="T6" fmla="*/ 344 w 351"/>
                <a:gd name="T7" fmla="*/ 61 h 472"/>
                <a:gd name="T8" fmla="*/ 342 w 351"/>
                <a:gd name="T9" fmla="*/ 51 h 472"/>
                <a:gd name="T10" fmla="*/ 270 w 351"/>
                <a:gd name="T11" fmla="*/ 0 h 472"/>
                <a:gd name="T12" fmla="*/ 71 w 351"/>
                <a:gd name="T13" fmla="*/ 166 h 472"/>
                <a:gd name="T14" fmla="*/ 20 w 351"/>
                <a:gd name="T15" fmla="*/ 236 h 472"/>
                <a:gd name="T16" fmla="*/ 19 w 351"/>
                <a:gd name="T17" fmla="*/ 237 h 472"/>
                <a:gd name="T18" fmla="*/ 18 w 351"/>
                <a:gd name="T19" fmla="*/ 241 h 472"/>
                <a:gd name="T20" fmla="*/ 17 w 351"/>
                <a:gd name="T21" fmla="*/ 243 h 472"/>
                <a:gd name="T22" fmla="*/ 16 w 351"/>
                <a:gd name="T23" fmla="*/ 247 h 472"/>
                <a:gd name="T24" fmla="*/ 15 w 351"/>
                <a:gd name="T25" fmla="*/ 249 h 472"/>
                <a:gd name="T26" fmla="*/ 14 w 351"/>
                <a:gd name="T27" fmla="*/ 253 h 472"/>
                <a:gd name="T28" fmla="*/ 13 w 351"/>
                <a:gd name="T29" fmla="*/ 256 h 472"/>
                <a:gd name="T30" fmla="*/ 13 w 351"/>
                <a:gd name="T31" fmla="*/ 259 h 472"/>
                <a:gd name="T32" fmla="*/ 12 w 351"/>
                <a:gd name="T33" fmla="*/ 263 h 472"/>
                <a:gd name="T34" fmla="*/ 11 w 351"/>
                <a:gd name="T35" fmla="*/ 266 h 472"/>
                <a:gd name="T36" fmla="*/ 10 w 351"/>
                <a:gd name="T37" fmla="*/ 269 h 472"/>
                <a:gd name="T38" fmla="*/ 10 w 351"/>
                <a:gd name="T39" fmla="*/ 271 h 472"/>
                <a:gd name="T40" fmla="*/ 9 w 351"/>
                <a:gd name="T41" fmla="*/ 276 h 472"/>
                <a:gd name="T42" fmla="*/ 9 w 351"/>
                <a:gd name="T43" fmla="*/ 278 h 472"/>
                <a:gd name="T44" fmla="*/ 8 w 351"/>
                <a:gd name="T45" fmla="*/ 281 h 472"/>
                <a:gd name="T46" fmla="*/ 13 w 351"/>
                <a:gd name="T47" fmla="*/ 414 h 472"/>
                <a:gd name="T48" fmla="*/ 24 w 351"/>
                <a:gd name="T49" fmla="*/ 47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1" h="472">
                  <a:moveTo>
                    <a:pt x="24" y="472"/>
                  </a:moveTo>
                  <a:cubicBezTo>
                    <a:pt x="19" y="433"/>
                    <a:pt x="61" y="323"/>
                    <a:pt x="103" y="294"/>
                  </a:cubicBezTo>
                  <a:cubicBezTo>
                    <a:pt x="105" y="293"/>
                    <a:pt x="107" y="291"/>
                    <a:pt x="110" y="290"/>
                  </a:cubicBezTo>
                  <a:cubicBezTo>
                    <a:pt x="240" y="208"/>
                    <a:pt x="351" y="95"/>
                    <a:pt x="344" y="61"/>
                  </a:cubicBezTo>
                  <a:cubicBezTo>
                    <a:pt x="342" y="51"/>
                    <a:pt x="342" y="51"/>
                    <a:pt x="342" y="51"/>
                  </a:cubicBezTo>
                  <a:cubicBezTo>
                    <a:pt x="339" y="36"/>
                    <a:pt x="312" y="18"/>
                    <a:pt x="270" y="0"/>
                  </a:cubicBezTo>
                  <a:cubicBezTo>
                    <a:pt x="225" y="51"/>
                    <a:pt x="151" y="115"/>
                    <a:pt x="71" y="166"/>
                  </a:cubicBezTo>
                  <a:cubicBezTo>
                    <a:pt x="46" y="184"/>
                    <a:pt x="30" y="209"/>
                    <a:pt x="20" y="236"/>
                  </a:cubicBezTo>
                  <a:cubicBezTo>
                    <a:pt x="20" y="236"/>
                    <a:pt x="19" y="236"/>
                    <a:pt x="19" y="237"/>
                  </a:cubicBezTo>
                  <a:cubicBezTo>
                    <a:pt x="19" y="238"/>
                    <a:pt x="18" y="240"/>
                    <a:pt x="18" y="241"/>
                  </a:cubicBezTo>
                  <a:cubicBezTo>
                    <a:pt x="17" y="242"/>
                    <a:pt x="17" y="243"/>
                    <a:pt x="17" y="243"/>
                  </a:cubicBezTo>
                  <a:cubicBezTo>
                    <a:pt x="17" y="245"/>
                    <a:pt x="16" y="246"/>
                    <a:pt x="16" y="247"/>
                  </a:cubicBezTo>
                  <a:cubicBezTo>
                    <a:pt x="16" y="247"/>
                    <a:pt x="15" y="248"/>
                    <a:pt x="15" y="249"/>
                  </a:cubicBezTo>
                  <a:cubicBezTo>
                    <a:pt x="15" y="250"/>
                    <a:pt x="14" y="252"/>
                    <a:pt x="14" y="253"/>
                  </a:cubicBezTo>
                  <a:cubicBezTo>
                    <a:pt x="14" y="254"/>
                    <a:pt x="14" y="255"/>
                    <a:pt x="13" y="256"/>
                  </a:cubicBezTo>
                  <a:cubicBezTo>
                    <a:pt x="13" y="257"/>
                    <a:pt x="13" y="258"/>
                    <a:pt x="13" y="259"/>
                  </a:cubicBezTo>
                  <a:cubicBezTo>
                    <a:pt x="12" y="260"/>
                    <a:pt x="12" y="261"/>
                    <a:pt x="12" y="263"/>
                  </a:cubicBezTo>
                  <a:cubicBezTo>
                    <a:pt x="11" y="264"/>
                    <a:pt x="11" y="265"/>
                    <a:pt x="11" y="266"/>
                  </a:cubicBezTo>
                  <a:cubicBezTo>
                    <a:pt x="11" y="266"/>
                    <a:pt x="11" y="267"/>
                    <a:pt x="10" y="269"/>
                  </a:cubicBezTo>
                  <a:cubicBezTo>
                    <a:pt x="10" y="269"/>
                    <a:pt x="10" y="270"/>
                    <a:pt x="10" y="271"/>
                  </a:cubicBezTo>
                  <a:cubicBezTo>
                    <a:pt x="10" y="272"/>
                    <a:pt x="9" y="274"/>
                    <a:pt x="9" y="276"/>
                  </a:cubicBezTo>
                  <a:cubicBezTo>
                    <a:pt x="9" y="277"/>
                    <a:pt x="9" y="277"/>
                    <a:pt x="9" y="278"/>
                  </a:cubicBezTo>
                  <a:cubicBezTo>
                    <a:pt x="8" y="279"/>
                    <a:pt x="8" y="280"/>
                    <a:pt x="8" y="281"/>
                  </a:cubicBezTo>
                  <a:cubicBezTo>
                    <a:pt x="0" y="333"/>
                    <a:pt x="7" y="385"/>
                    <a:pt x="13" y="414"/>
                  </a:cubicBezTo>
                  <a:cubicBezTo>
                    <a:pt x="17" y="433"/>
                    <a:pt x="21" y="452"/>
                    <a:pt x="24" y="472"/>
                  </a:cubicBezTo>
                  <a:close/>
                </a:path>
              </a:pathLst>
            </a:custGeom>
            <a:gradFill>
              <a:gsLst>
                <a:gs pos="31000">
                  <a:schemeClr val="accent3"/>
                </a:gs>
                <a:gs pos="12000">
                  <a:schemeClr val="accent3">
                    <a:lumMod val="75000"/>
                  </a:schemeClr>
                </a:gs>
                <a:gs pos="5000">
                  <a:schemeClr val="accent3">
                    <a:lumMod val="50000"/>
                  </a:schemeClr>
                </a:gs>
              </a:gsLst>
              <a:lin ang="78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58D23D5F-E2EA-4BDF-93EC-72378E235389}"/>
                </a:ext>
              </a:extLst>
            </p:cNvPr>
            <p:cNvSpPr>
              <a:spLocks/>
            </p:cNvSpPr>
            <p:nvPr/>
          </p:nvSpPr>
          <p:spPr bwMode="auto">
            <a:xfrm>
              <a:off x="6978651" y="2114551"/>
              <a:ext cx="1693863" cy="950913"/>
            </a:xfrm>
            <a:custGeom>
              <a:avLst/>
              <a:gdLst>
                <a:gd name="T0" fmla="*/ 422 w 449"/>
                <a:gd name="T1" fmla="*/ 123 h 252"/>
                <a:gd name="T2" fmla="*/ 0 w 449"/>
                <a:gd name="T3" fmla="*/ 1 h 252"/>
                <a:gd name="T4" fmla="*/ 2 w 449"/>
                <a:gd name="T5" fmla="*/ 8 h 252"/>
                <a:gd name="T6" fmla="*/ 146 w 449"/>
                <a:gd name="T7" fmla="*/ 138 h 252"/>
                <a:gd name="T8" fmla="*/ 377 w 449"/>
                <a:gd name="T9" fmla="*/ 201 h 252"/>
                <a:gd name="T10" fmla="*/ 449 w 449"/>
                <a:gd name="T11" fmla="*/ 252 h 252"/>
                <a:gd name="T12" fmla="*/ 422 w 449"/>
                <a:gd name="T13" fmla="*/ 123 h 252"/>
              </a:gdLst>
              <a:ahLst/>
              <a:cxnLst>
                <a:cxn ang="0">
                  <a:pos x="T0" y="T1"/>
                </a:cxn>
                <a:cxn ang="0">
                  <a:pos x="T2" y="T3"/>
                </a:cxn>
                <a:cxn ang="0">
                  <a:pos x="T4" y="T5"/>
                </a:cxn>
                <a:cxn ang="0">
                  <a:pos x="T6" y="T7"/>
                </a:cxn>
                <a:cxn ang="0">
                  <a:pos x="T8" y="T9"/>
                </a:cxn>
                <a:cxn ang="0">
                  <a:pos x="T10" y="T11"/>
                </a:cxn>
                <a:cxn ang="0">
                  <a:pos x="T12" y="T13"/>
                </a:cxn>
              </a:cxnLst>
              <a:rect l="0" t="0" r="r" b="b"/>
              <a:pathLst>
                <a:path w="449" h="252">
                  <a:moveTo>
                    <a:pt x="422" y="123"/>
                  </a:moveTo>
                  <a:cubicBezTo>
                    <a:pt x="413" y="81"/>
                    <a:pt x="184" y="0"/>
                    <a:pt x="0" y="1"/>
                  </a:cubicBezTo>
                  <a:cubicBezTo>
                    <a:pt x="1" y="3"/>
                    <a:pt x="1" y="6"/>
                    <a:pt x="2" y="8"/>
                  </a:cubicBezTo>
                  <a:cubicBezTo>
                    <a:pt x="16" y="57"/>
                    <a:pt x="108" y="132"/>
                    <a:pt x="146" y="138"/>
                  </a:cubicBezTo>
                  <a:cubicBezTo>
                    <a:pt x="234" y="151"/>
                    <a:pt x="319" y="176"/>
                    <a:pt x="377" y="201"/>
                  </a:cubicBezTo>
                  <a:cubicBezTo>
                    <a:pt x="419" y="219"/>
                    <a:pt x="446" y="237"/>
                    <a:pt x="449" y="252"/>
                  </a:cubicBezTo>
                  <a:lnTo>
                    <a:pt x="422" y="123"/>
                  </a:lnTo>
                  <a:close/>
                </a:path>
              </a:pathLst>
            </a:custGeom>
            <a:gradFill>
              <a:gsLst>
                <a:gs pos="40000">
                  <a:schemeClr val="accent3"/>
                </a:gs>
                <a:gs pos="19000">
                  <a:schemeClr val="accent3">
                    <a:lumMod val="75000"/>
                  </a:schemeClr>
                </a:gs>
                <a:gs pos="0">
                  <a:schemeClr val="accent3">
                    <a:lumMod val="20000"/>
                    <a:lumOff val="80000"/>
                  </a:schemeClr>
                </a:gs>
              </a:gsLst>
              <a:lin ang="102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22" name="Shadow">
              <a:extLst>
                <a:ext uri="{FF2B5EF4-FFF2-40B4-BE49-F238E27FC236}">
                  <a16:creationId xmlns:a16="http://schemas.microsoft.com/office/drawing/2014/main" id="{CCE6D199-C980-420F-A1FB-FE883100EDC3}"/>
                </a:ext>
              </a:extLst>
            </p:cNvPr>
            <p:cNvSpPr>
              <a:spLocks/>
            </p:cNvSpPr>
            <p:nvPr/>
          </p:nvSpPr>
          <p:spPr bwMode="auto">
            <a:xfrm>
              <a:off x="6978651" y="2114551"/>
              <a:ext cx="1693863" cy="950913"/>
            </a:xfrm>
            <a:custGeom>
              <a:avLst/>
              <a:gdLst>
                <a:gd name="T0" fmla="*/ 422 w 449"/>
                <a:gd name="T1" fmla="*/ 123 h 252"/>
                <a:gd name="T2" fmla="*/ 0 w 449"/>
                <a:gd name="T3" fmla="*/ 1 h 252"/>
                <a:gd name="T4" fmla="*/ 2 w 449"/>
                <a:gd name="T5" fmla="*/ 8 h 252"/>
                <a:gd name="T6" fmla="*/ 146 w 449"/>
                <a:gd name="T7" fmla="*/ 138 h 252"/>
                <a:gd name="T8" fmla="*/ 377 w 449"/>
                <a:gd name="T9" fmla="*/ 201 h 252"/>
                <a:gd name="T10" fmla="*/ 449 w 449"/>
                <a:gd name="T11" fmla="*/ 252 h 252"/>
                <a:gd name="T12" fmla="*/ 422 w 449"/>
                <a:gd name="T13" fmla="*/ 123 h 252"/>
              </a:gdLst>
              <a:ahLst/>
              <a:cxnLst>
                <a:cxn ang="0">
                  <a:pos x="T0" y="T1"/>
                </a:cxn>
                <a:cxn ang="0">
                  <a:pos x="T2" y="T3"/>
                </a:cxn>
                <a:cxn ang="0">
                  <a:pos x="T4" y="T5"/>
                </a:cxn>
                <a:cxn ang="0">
                  <a:pos x="T6" y="T7"/>
                </a:cxn>
                <a:cxn ang="0">
                  <a:pos x="T8" y="T9"/>
                </a:cxn>
                <a:cxn ang="0">
                  <a:pos x="T10" y="T11"/>
                </a:cxn>
                <a:cxn ang="0">
                  <a:pos x="T12" y="T13"/>
                </a:cxn>
              </a:cxnLst>
              <a:rect l="0" t="0" r="r" b="b"/>
              <a:pathLst>
                <a:path w="449" h="252">
                  <a:moveTo>
                    <a:pt x="422" y="123"/>
                  </a:moveTo>
                  <a:cubicBezTo>
                    <a:pt x="413" y="81"/>
                    <a:pt x="184" y="0"/>
                    <a:pt x="0" y="1"/>
                  </a:cubicBezTo>
                  <a:cubicBezTo>
                    <a:pt x="1" y="3"/>
                    <a:pt x="1" y="6"/>
                    <a:pt x="2" y="8"/>
                  </a:cubicBezTo>
                  <a:cubicBezTo>
                    <a:pt x="16" y="57"/>
                    <a:pt x="108" y="132"/>
                    <a:pt x="146" y="138"/>
                  </a:cubicBezTo>
                  <a:cubicBezTo>
                    <a:pt x="234" y="151"/>
                    <a:pt x="319" y="176"/>
                    <a:pt x="377" y="201"/>
                  </a:cubicBezTo>
                  <a:cubicBezTo>
                    <a:pt x="419" y="219"/>
                    <a:pt x="446" y="237"/>
                    <a:pt x="449" y="252"/>
                  </a:cubicBezTo>
                  <a:lnTo>
                    <a:pt x="422" y="123"/>
                  </a:lnTo>
                  <a:close/>
                </a:path>
              </a:pathLst>
            </a:custGeom>
            <a:gradFill>
              <a:gsLst>
                <a:gs pos="73000">
                  <a:srgbClr val="000508"/>
                </a:gs>
                <a:gs pos="59000">
                  <a:schemeClr val="accent3">
                    <a:alpha val="0"/>
                  </a:schemeClr>
                </a:gs>
              </a:gsLst>
              <a:lin ang="8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2FCF10B2-E112-42FF-A82F-32F0AC7CEC54}"/>
              </a:ext>
            </a:extLst>
          </p:cNvPr>
          <p:cNvGrpSpPr/>
          <p:nvPr/>
        </p:nvGrpSpPr>
        <p:grpSpPr>
          <a:xfrm>
            <a:off x="4968876" y="935038"/>
            <a:ext cx="2560637" cy="1700213"/>
            <a:chOff x="4968876" y="935038"/>
            <a:chExt cx="2560637" cy="1700213"/>
          </a:xfrm>
        </p:grpSpPr>
        <p:sp>
          <p:nvSpPr>
            <p:cNvPr id="14" name="Freeform 13">
              <a:extLst>
                <a:ext uri="{FF2B5EF4-FFF2-40B4-BE49-F238E27FC236}">
                  <a16:creationId xmlns:a16="http://schemas.microsoft.com/office/drawing/2014/main" id="{7DAD2253-76AB-43CB-B3CB-99E9027995FD}"/>
                </a:ext>
              </a:extLst>
            </p:cNvPr>
            <p:cNvSpPr>
              <a:spLocks/>
            </p:cNvSpPr>
            <p:nvPr/>
          </p:nvSpPr>
          <p:spPr bwMode="auto">
            <a:xfrm>
              <a:off x="6126163" y="998538"/>
              <a:ext cx="1403350" cy="1636713"/>
            </a:xfrm>
            <a:custGeom>
              <a:avLst/>
              <a:gdLst>
                <a:gd name="T0" fmla="*/ 372 w 372"/>
                <a:gd name="T1" fmla="*/ 434 h 434"/>
                <a:gd name="T2" fmla="*/ 228 w 372"/>
                <a:gd name="T3" fmla="*/ 304 h 434"/>
                <a:gd name="T4" fmla="*/ 226 w 372"/>
                <a:gd name="T5" fmla="*/ 297 h 434"/>
                <a:gd name="T6" fmla="*/ 81 w 372"/>
                <a:gd name="T7" fmla="*/ 3 h 434"/>
                <a:gd name="T8" fmla="*/ 70 w 372"/>
                <a:gd name="T9" fmla="*/ 2 h 434"/>
                <a:gd name="T10" fmla="*/ 0 w 372"/>
                <a:gd name="T11" fmla="*/ 54 h 434"/>
                <a:gd name="T12" fmla="*/ 96 w 372"/>
                <a:gd name="T13" fmla="*/ 295 h 434"/>
                <a:gd name="T14" fmla="*/ 147 w 372"/>
                <a:gd name="T15" fmla="*/ 366 h 434"/>
                <a:gd name="T16" fmla="*/ 148 w 372"/>
                <a:gd name="T17" fmla="*/ 366 h 434"/>
                <a:gd name="T18" fmla="*/ 152 w 372"/>
                <a:gd name="T19" fmla="*/ 369 h 434"/>
                <a:gd name="T20" fmla="*/ 153 w 372"/>
                <a:gd name="T21" fmla="*/ 370 h 434"/>
                <a:gd name="T22" fmla="*/ 156 w 372"/>
                <a:gd name="T23" fmla="*/ 372 h 434"/>
                <a:gd name="T24" fmla="*/ 158 w 372"/>
                <a:gd name="T25" fmla="*/ 374 h 434"/>
                <a:gd name="T26" fmla="*/ 162 w 372"/>
                <a:gd name="T27" fmla="*/ 376 h 434"/>
                <a:gd name="T28" fmla="*/ 164 w 372"/>
                <a:gd name="T29" fmla="*/ 378 h 434"/>
                <a:gd name="T30" fmla="*/ 166 w 372"/>
                <a:gd name="T31" fmla="*/ 379 h 434"/>
                <a:gd name="T32" fmla="*/ 170 w 372"/>
                <a:gd name="T33" fmla="*/ 381 h 434"/>
                <a:gd name="T34" fmla="*/ 172 w 372"/>
                <a:gd name="T35" fmla="*/ 383 h 434"/>
                <a:gd name="T36" fmla="*/ 175 w 372"/>
                <a:gd name="T37" fmla="*/ 385 h 434"/>
                <a:gd name="T38" fmla="*/ 177 w 372"/>
                <a:gd name="T39" fmla="*/ 386 h 434"/>
                <a:gd name="T40" fmla="*/ 182 w 372"/>
                <a:gd name="T41" fmla="*/ 388 h 434"/>
                <a:gd name="T42" fmla="*/ 183 w 372"/>
                <a:gd name="T43" fmla="*/ 389 h 434"/>
                <a:gd name="T44" fmla="*/ 186 w 372"/>
                <a:gd name="T45" fmla="*/ 391 h 434"/>
                <a:gd name="T46" fmla="*/ 314 w 372"/>
                <a:gd name="T47" fmla="*/ 427 h 434"/>
                <a:gd name="T48" fmla="*/ 372 w 372"/>
                <a:gd name="T49" fmla="*/ 434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2" h="434">
                  <a:moveTo>
                    <a:pt x="372" y="434"/>
                  </a:moveTo>
                  <a:cubicBezTo>
                    <a:pt x="334" y="428"/>
                    <a:pt x="242" y="353"/>
                    <a:pt x="228" y="304"/>
                  </a:cubicBezTo>
                  <a:cubicBezTo>
                    <a:pt x="227" y="302"/>
                    <a:pt x="227" y="299"/>
                    <a:pt x="226" y="297"/>
                  </a:cubicBezTo>
                  <a:cubicBezTo>
                    <a:pt x="189" y="147"/>
                    <a:pt x="116" y="7"/>
                    <a:pt x="81" y="3"/>
                  </a:cubicBezTo>
                  <a:cubicBezTo>
                    <a:pt x="70" y="2"/>
                    <a:pt x="70" y="2"/>
                    <a:pt x="70" y="2"/>
                  </a:cubicBezTo>
                  <a:cubicBezTo>
                    <a:pt x="56" y="0"/>
                    <a:pt x="30" y="21"/>
                    <a:pt x="0" y="54"/>
                  </a:cubicBezTo>
                  <a:cubicBezTo>
                    <a:pt x="35" y="113"/>
                    <a:pt x="73" y="203"/>
                    <a:pt x="96" y="295"/>
                  </a:cubicBezTo>
                  <a:cubicBezTo>
                    <a:pt x="106" y="325"/>
                    <a:pt x="125" y="348"/>
                    <a:pt x="147" y="366"/>
                  </a:cubicBezTo>
                  <a:cubicBezTo>
                    <a:pt x="147" y="366"/>
                    <a:pt x="147" y="366"/>
                    <a:pt x="148" y="366"/>
                  </a:cubicBezTo>
                  <a:cubicBezTo>
                    <a:pt x="149" y="367"/>
                    <a:pt x="150" y="368"/>
                    <a:pt x="152" y="369"/>
                  </a:cubicBezTo>
                  <a:cubicBezTo>
                    <a:pt x="152" y="370"/>
                    <a:pt x="153" y="370"/>
                    <a:pt x="153" y="370"/>
                  </a:cubicBezTo>
                  <a:cubicBezTo>
                    <a:pt x="154" y="371"/>
                    <a:pt x="155" y="372"/>
                    <a:pt x="156" y="372"/>
                  </a:cubicBezTo>
                  <a:cubicBezTo>
                    <a:pt x="157" y="373"/>
                    <a:pt x="157" y="373"/>
                    <a:pt x="158" y="374"/>
                  </a:cubicBezTo>
                  <a:cubicBezTo>
                    <a:pt x="159" y="375"/>
                    <a:pt x="160" y="375"/>
                    <a:pt x="162" y="376"/>
                  </a:cubicBezTo>
                  <a:cubicBezTo>
                    <a:pt x="162" y="377"/>
                    <a:pt x="163" y="377"/>
                    <a:pt x="164" y="378"/>
                  </a:cubicBezTo>
                  <a:cubicBezTo>
                    <a:pt x="165" y="378"/>
                    <a:pt x="166" y="379"/>
                    <a:pt x="166" y="379"/>
                  </a:cubicBezTo>
                  <a:cubicBezTo>
                    <a:pt x="168" y="380"/>
                    <a:pt x="169" y="381"/>
                    <a:pt x="170" y="381"/>
                  </a:cubicBezTo>
                  <a:cubicBezTo>
                    <a:pt x="171" y="382"/>
                    <a:pt x="172" y="382"/>
                    <a:pt x="172" y="383"/>
                  </a:cubicBezTo>
                  <a:cubicBezTo>
                    <a:pt x="173" y="383"/>
                    <a:pt x="174" y="384"/>
                    <a:pt x="175" y="385"/>
                  </a:cubicBezTo>
                  <a:cubicBezTo>
                    <a:pt x="176" y="385"/>
                    <a:pt x="176" y="385"/>
                    <a:pt x="177" y="386"/>
                  </a:cubicBezTo>
                  <a:cubicBezTo>
                    <a:pt x="179" y="386"/>
                    <a:pt x="180" y="387"/>
                    <a:pt x="182" y="388"/>
                  </a:cubicBezTo>
                  <a:cubicBezTo>
                    <a:pt x="182" y="388"/>
                    <a:pt x="183" y="389"/>
                    <a:pt x="183" y="389"/>
                  </a:cubicBezTo>
                  <a:cubicBezTo>
                    <a:pt x="184" y="390"/>
                    <a:pt x="185" y="390"/>
                    <a:pt x="186" y="391"/>
                  </a:cubicBezTo>
                  <a:cubicBezTo>
                    <a:pt x="233" y="414"/>
                    <a:pt x="285" y="424"/>
                    <a:pt x="314" y="427"/>
                  </a:cubicBezTo>
                  <a:cubicBezTo>
                    <a:pt x="334" y="429"/>
                    <a:pt x="353" y="431"/>
                    <a:pt x="372" y="434"/>
                  </a:cubicBezTo>
                  <a:close/>
                </a:path>
              </a:pathLst>
            </a:custGeom>
            <a:gradFill>
              <a:gsLst>
                <a:gs pos="32743">
                  <a:schemeClr val="accent1"/>
                </a:gs>
                <a:gs pos="20000">
                  <a:schemeClr val="accent1">
                    <a:lumMod val="75000"/>
                  </a:schemeClr>
                </a:gs>
                <a:gs pos="8000">
                  <a:schemeClr val="accent1">
                    <a:lumMod val="50000"/>
                  </a:schemeClr>
                </a:gs>
              </a:gsLst>
              <a:lin ang="36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46BB6B5A-35EB-4EE1-89E4-1B1DB94DF892}"/>
                </a:ext>
              </a:extLst>
            </p:cNvPr>
            <p:cNvSpPr>
              <a:spLocks/>
            </p:cNvSpPr>
            <p:nvPr/>
          </p:nvSpPr>
          <p:spPr bwMode="auto">
            <a:xfrm>
              <a:off x="4968876" y="935038"/>
              <a:ext cx="1420813" cy="1395413"/>
            </a:xfrm>
            <a:custGeom>
              <a:avLst/>
              <a:gdLst>
                <a:gd name="T0" fmla="*/ 247 w 377"/>
                <a:gd name="T1" fmla="*/ 5 h 370"/>
                <a:gd name="T2" fmla="*/ 0 w 377"/>
                <a:gd name="T3" fmla="*/ 368 h 370"/>
                <a:gd name="T4" fmla="*/ 8 w 377"/>
                <a:gd name="T5" fmla="*/ 369 h 370"/>
                <a:gd name="T6" fmla="*/ 176 w 377"/>
                <a:gd name="T7" fmla="*/ 271 h 370"/>
                <a:gd name="T8" fmla="*/ 307 w 377"/>
                <a:gd name="T9" fmla="*/ 71 h 370"/>
                <a:gd name="T10" fmla="*/ 377 w 377"/>
                <a:gd name="T11" fmla="*/ 19 h 370"/>
                <a:gd name="T12" fmla="*/ 247 w 377"/>
                <a:gd name="T13" fmla="*/ 5 h 370"/>
              </a:gdLst>
              <a:ahLst/>
              <a:cxnLst>
                <a:cxn ang="0">
                  <a:pos x="T0" y="T1"/>
                </a:cxn>
                <a:cxn ang="0">
                  <a:pos x="T2" y="T3"/>
                </a:cxn>
                <a:cxn ang="0">
                  <a:pos x="T4" y="T5"/>
                </a:cxn>
                <a:cxn ang="0">
                  <a:pos x="T6" y="T7"/>
                </a:cxn>
                <a:cxn ang="0">
                  <a:pos x="T8" y="T9"/>
                </a:cxn>
                <a:cxn ang="0">
                  <a:pos x="T10" y="T11"/>
                </a:cxn>
                <a:cxn ang="0">
                  <a:pos x="T12" y="T13"/>
                </a:cxn>
              </a:cxnLst>
              <a:rect l="0" t="0" r="r" b="b"/>
              <a:pathLst>
                <a:path w="377" h="370">
                  <a:moveTo>
                    <a:pt x="247" y="5"/>
                  </a:moveTo>
                  <a:cubicBezTo>
                    <a:pt x="203" y="0"/>
                    <a:pt x="56" y="193"/>
                    <a:pt x="0" y="368"/>
                  </a:cubicBezTo>
                  <a:cubicBezTo>
                    <a:pt x="2" y="368"/>
                    <a:pt x="5" y="368"/>
                    <a:pt x="8" y="369"/>
                  </a:cubicBezTo>
                  <a:cubicBezTo>
                    <a:pt x="58" y="370"/>
                    <a:pt x="158" y="306"/>
                    <a:pt x="176" y="271"/>
                  </a:cubicBezTo>
                  <a:cubicBezTo>
                    <a:pt x="215" y="192"/>
                    <a:pt x="265" y="118"/>
                    <a:pt x="307" y="71"/>
                  </a:cubicBezTo>
                  <a:cubicBezTo>
                    <a:pt x="337" y="38"/>
                    <a:pt x="363" y="17"/>
                    <a:pt x="377" y="19"/>
                  </a:cubicBezTo>
                  <a:lnTo>
                    <a:pt x="247" y="5"/>
                  </a:lnTo>
                  <a:close/>
                </a:path>
              </a:pathLst>
            </a:custGeom>
            <a:gradFill>
              <a:gsLst>
                <a:gs pos="40000">
                  <a:schemeClr val="accent1"/>
                </a:gs>
                <a:gs pos="15000">
                  <a:schemeClr val="accent1">
                    <a:lumMod val="75000"/>
                  </a:schemeClr>
                </a:gs>
                <a:gs pos="5000">
                  <a:schemeClr val="accent1">
                    <a:lumMod val="20000"/>
                    <a:lumOff val="80000"/>
                  </a:schemeClr>
                </a:gs>
              </a:gsLst>
              <a:lin ang="57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24" name="Shadow">
              <a:extLst>
                <a:ext uri="{FF2B5EF4-FFF2-40B4-BE49-F238E27FC236}">
                  <a16:creationId xmlns:a16="http://schemas.microsoft.com/office/drawing/2014/main" id="{B0B13274-EC14-47F8-88A5-42B270597F4C}"/>
                </a:ext>
              </a:extLst>
            </p:cNvPr>
            <p:cNvSpPr>
              <a:spLocks/>
            </p:cNvSpPr>
            <p:nvPr/>
          </p:nvSpPr>
          <p:spPr bwMode="auto">
            <a:xfrm>
              <a:off x="4968876" y="935038"/>
              <a:ext cx="1420813" cy="1395413"/>
            </a:xfrm>
            <a:custGeom>
              <a:avLst/>
              <a:gdLst>
                <a:gd name="T0" fmla="*/ 247 w 377"/>
                <a:gd name="T1" fmla="*/ 5 h 370"/>
                <a:gd name="T2" fmla="*/ 0 w 377"/>
                <a:gd name="T3" fmla="*/ 368 h 370"/>
                <a:gd name="T4" fmla="*/ 8 w 377"/>
                <a:gd name="T5" fmla="*/ 369 h 370"/>
                <a:gd name="T6" fmla="*/ 176 w 377"/>
                <a:gd name="T7" fmla="*/ 271 h 370"/>
                <a:gd name="T8" fmla="*/ 307 w 377"/>
                <a:gd name="T9" fmla="*/ 71 h 370"/>
                <a:gd name="T10" fmla="*/ 377 w 377"/>
                <a:gd name="T11" fmla="*/ 19 h 370"/>
                <a:gd name="T12" fmla="*/ 247 w 377"/>
                <a:gd name="T13" fmla="*/ 5 h 370"/>
              </a:gdLst>
              <a:ahLst/>
              <a:cxnLst>
                <a:cxn ang="0">
                  <a:pos x="T0" y="T1"/>
                </a:cxn>
                <a:cxn ang="0">
                  <a:pos x="T2" y="T3"/>
                </a:cxn>
                <a:cxn ang="0">
                  <a:pos x="T4" y="T5"/>
                </a:cxn>
                <a:cxn ang="0">
                  <a:pos x="T6" y="T7"/>
                </a:cxn>
                <a:cxn ang="0">
                  <a:pos x="T8" y="T9"/>
                </a:cxn>
                <a:cxn ang="0">
                  <a:pos x="T10" y="T11"/>
                </a:cxn>
                <a:cxn ang="0">
                  <a:pos x="T12" y="T13"/>
                </a:cxn>
              </a:cxnLst>
              <a:rect l="0" t="0" r="r" b="b"/>
              <a:pathLst>
                <a:path w="377" h="370">
                  <a:moveTo>
                    <a:pt x="247" y="5"/>
                  </a:moveTo>
                  <a:cubicBezTo>
                    <a:pt x="203" y="0"/>
                    <a:pt x="56" y="193"/>
                    <a:pt x="0" y="368"/>
                  </a:cubicBezTo>
                  <a:cubicBezTo>
                    <a:pt x="2" y="368"/>
                    <a:pt x="5" y="368"/>
                    <a:pt x="8" y="369"/>
                  </a:cubicBezTo>
                  <a:cubicBezTo>
                    <a:pt x="58" y="370"/>
                    <a:pt x="158" y="306"/>
                    <a:pt x="176" y="271"/>
                  </a:cubicBezTo>
                  <a:cubicBezTo>
                    <a:pt x="215" y="192"/>
                    <a:pt x="265" y="118"/>
                    <a:pt x="307" y="71"/>
                  </a:cubicBezTo>
                  <a:cubicBezTo>
                    <a:pt x="337" y="38"/>
                    <a:pt x="363" y="17"/>
                    <a:pt x="377" y="19"/>
                  </a:cubicBezTo>
                  <a:lnTo>
                    <a:pt x="247" y="5"/>
                  </a:lnTo>
                  <a:close/>
                </a:path>
              </a:pathLst>
            </a:custGeom>
            <a:gradFill>
              <a:gsLst>
                <a:gs pos="76000">
                  <a:srgbClr val="000508"/>
                </a:gs>
                <a:gs pos="61000">
                  <a:schemeClr val="accent1">
                    <a:alpha val="0"/>
                  </a:schemeClr>
                </a:gs>
              </a:gsLst>
              <a:lin ang="4020000" scaled="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32" name="Text Placeholder 33">
            <a:extLst>
              <a:ext uri="{FF2B5EF4-FFF2-40B4-BE49-F238E27FC236}">
                <a16:creationId xmlns:a16="http://schemas.microsoft.com/office/drawing/2014/main" id="{39AAC19E-0277-4797-93F1-CE433B5468F0}"/>
              </a:ext>
            </a:extLst>
          </p:cNvPr>
          <p:cNvSpPr txBox="1">
            <a:spLocks/>
          </p:cNvSpPr>
          <p:nvPr/>
        </p:nvSpPr>
        <p:spPr>
          <a:xfrm>
            <a:off x="1384618" y="5418134"/>
            <a:ext cx="2074545" cy="858842"/>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33" name="Text Placeholder 36">
            <a:extLst>
              <a:ext uri="{FF2B5EF4-FFF2-40B4-BE49-F238E27FC236}">
                <a16:creationId xmlns:a16="http://schemas.microsoft.com/office/drawing/2014/main" id="{F4C5CB04-E3D3-4690-A62A-4D8269D865A7}"/>
              </a:ext>
            </a:extLst>
          </p:cNvPr>
          <p:cNvSpPr txBox="1">
            <a:spLocks/>
          </p:cNvSpPr>
          <p:nvPr/>
        </p:nvSpPr>
        <p:spPr>
          <a:xfrm>
            <a:off x="1384618" y="5035548"/>
            <a:ext cx="2226947" cy="54133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01</a:t>
            </a:r>
          </a:p>
        </p:txBody>
      </p:sp>
      <p:sp>
        <p:nvSpPr>
          <p:cNvPr id="34" name="Text Placeholder 33">
            <a:extLst>
              <a:ext uri="{FF2B5EF4-FFF2-40B4-BE49-F238E27FC236}">
                <a16:creationId xmlns:a16="http://schemas.microsoft.com/office/drawing/2014/main" id="{B4F978E3-206C-4FA3-92C4-5251D8980CAB}"/>
              </a:ext>
            </a:extLst>
          </p:cNvPr>
          <p:cNvSpPr txBox="1">
            <a:spLocks/>
          </p:cNvSpPr>
          <p:nvPr/>
        </p:nvSpPr>
        <p:spPr>
          <a:xfrm>
            <a:off x="1011553" y="3433362"/>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35" name="Text Placeholder 36">
            <a:extLst>
              <a:ext uri="{FF2B5EF4-FFF2-40B4-BE49-F238E27FC236}">
                <a16:creationId xmlns:a16="http://schemas.microsoft.com/office/drawing/2014/main" id="{8D26FF85-24E7-47FA-8A9B-156D4219662C}"/>
              </a:ext>
            </a:extLst>
          </p:cNvPr>
          <p:cNvSpPr txBox="1">
            <a:spLocks/>
          </p:cNvSpPr>
          <p:nvPr/>
        </p:nvSpPr>
        <p:spPr>
          <a:xfrm>
            <a:off x="1011553" y="3050776"/>
            <a:ext cx="232219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02</a:t>
            </a:r>
          </a:p>
        </p:txBody>
      </p:sp>
      <p:sp>
        <p:nvSpPr>
          <p:cNvPr id="36" name="Text Placeholder 33">
            <a:extLst>
              <a:ext uri="{FF2B5EF4-FFF2-40B4-BE49-F238E27FC236}">
                <a16:creationId xmlns:a16="http://schemas.microsoft.com/office/drawing/2014/main" id="{F98FD85D-6916-45B3-B6E1-1A9CFFE72090}"/>
              </a:ext>
            </a:extLst>
          </p:cNvPr>
          <p:cNvSpPr txBox="1">
            <a:spLocks/>
          </p:cNvSpPr>
          <p:nvPr/>
        </p:nvSpPr>
        <p:spPr>
          <a:xfrm>
            <a:off x="1478278" y="1405336"/>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37" name="Text Placeholder 36">
            <a:extLst>
              <a:ext uri="{FF2B5EF4-FFF2-40B4-BE49-F238E27FC236}">
                <a16:creationId xmlns:a16="http://schemas.microsoft.com/office/drawing/2014/main" id="{5FEAF158-276E-41A4-8334-F66326FFEDA5}"/>
              </a:ext>
            </a:extLst>
          </p:cNvPr>
          <p:cNvSpPr txBox="1">
            <a:spLocks/>
          </p:cNvSpPr>
          <p:nvPr/>
        </p:nvSpPr>
        <p:spPr>
          <a:xfrm>
            <a:off x="1478278" y="1022750"/>
            <a:ext cx="232219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03</a:t>
            </a:r>
          </a:p>
        </p:txBody>
      </p:sp>
      <p:sp>
        <p:nvSpPr>
          <p:cNvPr id="38" name="Text Placeholder 36">
            <a:extLst>
              <a:ext uri="{FF2B5EF4-FFF2-40B4-BE49-F238E27FC236}">
                <a16:creationId xmlns:a16="http://schemas.microsoft.com/office/drawing/2014/main" id="{B7CCC728-F99B-4526-BDE3-C7870D14DF68}"/>
              </a:ext>
            </a:extLst>
          </p:cNvPr>
          <p:cNvSpPr txBox="1">
            <a:spLocks/>
          </p:cNvSpPr>
          <p:nvPr/>
        </p:nvSpPr>
        <p:spPr>
          <a:xfrm>
            <a:off x="9258299" y="3112687"/>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6"/>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05</a:t>
            </a:r>
          </a:p>
        </p:txBody>
      </p:sp>
      <p:sp>
        <p:nvSpPr>
          <p:cNvPr id="39" name="Text Placeholder 33">
            <a:extLst>
              <a:ext uri="{FF2B5EF4-FFF2-40B4-BE49-F238E27FC236}">
                <a16:creationId xmlns:a16="http://schemas.microsoft.com/office/drawing/2014/main" id="{4EAE328E-8E14-444E-857F-B237E7C260C4}"/>
              </a:ext>
            </a:extLst>
          </p:cNvPr>
          <p:cNvSpPr txBox="1">
            <a:spLocks/>
          </p:cNvSpPr>
          <p:nvPr/>
        </p:nvSpPr>
        <p:spPr>
          <a:xfrm>
            <a:off x="9382125" y="3507973"/>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sp>
        <p:nvSpPr>
          <p:cNvPr id="40" name="Text Placeholder 36">
            <a:extLst>
              <a:ext uri="{FF2B5EF4-FFF2-40B4-BE49-F238E27FC236}">
                <a16:creationId xmlns:a16="http://schemas.microsoft.com/office/drawing/2014/main" id="{D265A164-EBF3-4392-BF64-F6CD7B29154D}"/>
              </a:ext>
            </a:extLst>
          </p:cNvPr>
          <p:cNvSpPr txBox="1">
            <a:spLocks/>
          </p:cNvSpPr>
          <p:nvPr/>
        </p:nvSpPr>
        <p:spPr>
          <a:xfrm>
            <a:off x="8848724" y="1022750"/>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04</a:t>
            </a:r>
          </a:p>
        </p:txBody>
      </p:sp>
      <p:sp>
        <p:nvSpPr>
          <p:cNvPr id="41" name="Text Placeholder 33">
            <a:extLst>
              <a:ext uri="{FF2B5EF4-FFF2-40B4-BE49-F238E27FC236}">
                <a16:creationId xmlns:a16="http://schemas.microsoft.com/office/drawing/2014/main" id="{63BE8795-BEC4-471C-8B20-CE51E2A0B056}"/>
              </a:ext>
            </a:extLst>
          </p:cNvPr>
          <p:cNvSpPr txBox="1">
            <a:spLocks/>
          </p:cNvSpPr>
          <p:nvPr/>
        </p:nvSpPr>
        <p:spPr>
          <a:xfrm>
            <a:off x="8972550" y="1418036"/>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spTree>
    <p:extLst>
      <p:ext uri="{BB962C8B-B14F-4D97-AF65-F5344CB8AC3E}">
        <p14:creationId xmlns:p14="http://schemas.microsoft.com/office/powerpoint/2010/main" val="298961112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14:bounceEnd="67000">
                                          <p:cBhvr additive="base">
                                            <p:cTn id="7" dur="1000" fill="hold"/>
                                            <p:tgtEl>
                                              <p:spTgt spid="27"/>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1" fill="hold" nodeType="withEffect" p14:presetBounceEnd="67000">
                                      <p:stCondLst>
                                        <p:cond delay="250"/>
                                      </p:stCondLst>
                                      <p:childTnLst>
                                        <p:set>
                                          <p:cBhvr>
                                            <p:cTn id="10" dur="1" fill="hold">
                                              <p:stCondLst>
                                                <p:cond delay="0"/>
                                              </p:stCondLst>
                                            </p:cTn>
                                            <p:tgtEl>
                                              <p:spTgt spid="28"/>
                                            </p:tgtEl>
                                            <p:attrNameLst>
                                              <p:attrName>style.visibility</p:attrName>
                                            </p:attrNameLst>
                                          </p:cBhvr>
                                          <p:to>
                                            <p:strVal val="visible"/>
                                          </p:to>
                                        </p:set>
                                        <p:anim calcmode="lin" valueType="num" p14:bounceEnd="67000">
                                          <p:cBhvr additive="base">
                                            <p:cTn id="11" dur="1000" fill="hold"/>
                                            <p:tgtEl>
                                              <p:spTgt spid="28"/>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28"/>
                                            </p:tgtEl>
                                            <p:attrNameLst>
                                              <p:attrName>ppt_y</p:attrName>
                                            </p:attrNameLst>
                                          </p:cBhvr>
                                          <p:tavLst>
                                            <p:tav tm="0">
                                              <p:val>
                                                <p:strVal val="0-#ppt_h/2"/>
                                              </p:val>
                                            </p:tav>
                                            <p:tav tm="100000">
                                              <p:val>
                                                <p:strVal val="#ppt_y"/>
                                              </p:val>
                                            </p:tav>
                                          </p:tavLst>
                                        </p:anim>
                                      </p:childTnLst>
                                    </p:cTn>
                                  </p:par>
                                  <p:par>
                                    <p:cTn id="13" presetID="2" presetClass="entr" presetSubtype="2" fill="hold" nodeType="withEffect" p14:presetBounceEnd="67000">
                                      <p:stCondLst>
                                        <p:cond delay="500"/>
                                      </p:stCondLst>
                                      <p:childTnLst>
                                        <p:set>
                                          <p:cBhvr>
                                            <p:cTn id="14" dur="1" fill="hold">
                                              <p:stCondLst>
                                                <p:cond delay="0"/>
                                              </p:stCondLst>
                                            </p:cTn>
                                            <p:tgtEl>
                                              <p:spTgt spid="29"/>
                                            </p:tgtEl>
                                            <p:attrNameLst>
                                              <p:attrName>style.visibility</p:attrName>
                                            </p:attrNameLst>
                                          </p:cBhvr>
                                          <p:to>
                                            <p:strVal val="visible"/>
                                          </p:to>
                                        </p:set>
                                        <p:anim calcmode="lin" valueType="num" p14:bounceEnd="67000">
                                          <p:cBhvr additive="base">
                                            <p:cTn id="15" dur="1000" fill="hold"/>
                                            <p:tgtEl>
                                              <p:spTgt spid="29"/>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29"/>
                                            </p:tgtEl>
                                            <p:attrNameLst>
                                              <p:attrName>ppt_y</p:attrName>
                                            </p:attrNameLst>
                                          </p:cBhvr>
                                          <p:tavLst>
                                            <p:tav tm="0">
                                              <p:val>
                                                <p:strVal val="#ppt_y"/>
                                              </p:val>
                                            </p:tav>
                                            <p:tav tm="100000">
                                              <p:val>
                                                <p:strVal val="#ppt_y"/>
                                              </p:val>
                                            </p:tav>
                                          </p:tavLst>
                                        </p:anim>
                                      </p:childTnLst>
                                    </p:cTn>
                                  </p:par>
                                  <p:par>
                                    <p:cTn id="17" presetID="2" presetClass="entr" presetSubtype="4" fill="hold" nodeType="withEffect" p14:presetBounceEnd="67000">
                                      <p:stCondLst>
                                        <p:cond delay="750"/>
                                      </p:stCondLst>
                                      <p:childTnLst>
                                        <p:set>
                                          <p:cBhvr>
                                            <p:cTn id="18" dur="1" fill="hold">
                                              <p:stCondLst>
                                                <p:cond delay="0"/>
                                              </p:stCondLst>
                                            </p:cTn>
                                            <p:tgtEl>
                                              <p:spTgt spid="30"/>
                                            </p:tgtEl>
                                            <p:attrNameLst>
                                              <p:attrName>style.visibility</p:attrName>
                                            </p:attrNameLst>
                                          </p:cBhvr>
                                          <p:to>
                                            <p:strVal val="visible"/>
                                          </p:to>
                                        </p:set>
                                        <p:anim calcmode="lin" valueType="num" p14:bounceEnd="67000">
                                          <p:cBhvr additive="base">
                                            <p:cTn id="19" dur="1000" fill="hold"/>
                                            <p:tgtEl>
                                              <p:spTgt spid="30"/>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7000">
                                      <p:stCondLst>
                                        <p:cond delay="1000"/>
                                      </p:stCondLst>
                                      <p:childTnLst>
                                        <p:set>
                                          <p:cBhvr>
                                            <p:cTn id="22" dur="1" fill="hold">
                                              <p:stCondLst>
                                                <p:cond delay="0"/>
                                              </p:stCondLst>
                                            </p:cTn>
                                            <p:tgtEl>
                                              <p:spTgt spid="31"/>
                                            </p:tgtEl>
                                            <p:attrNameLst>
                                              <p:attrName>style.visibility</p:attrName>
                                            </p:attrNameLst>
                                          </p:cBhvr>
                                          <p:to>
                                            <p:strVal val="visible"/>
                                          </p:to>
                                        </p:set>
                                        <p:anim calcmode="lin" valueType="num" p14:bounceEnd="67000">
                                          <p:cBhvr additive="base">
                                            <p:cTn id="23" dur="1000" fill="hold"/>
                                            <p:tgtEl>
                                              <p:spTgt spid="31"/>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8" fill="hold" grpId="0" nodeType="withEffect" p14:presetBounceEnd="67000">
                                      <p:stCondLst>
                                        <p:cond delay="1500"/>
                                      </p:stCondLst>
                                      <p:childTnLst>
                                        <p:set>
                                          <p:cBhvr>
                                            <p:cTn id="26" dur="1" fill="hold">
                                              <p:stCondLst>
                                                <p:cond delay="0"/>
                                              </p:stCondLst>
                                            </p:cTn>
                                            <p:tgtEl>
                                              <p:spTgt spid="32"/>
                                            </p:tgtEl>
                                            <p:attrNameLst>
                                              <p:attrName>style.visibility</p:attrName>
                                            </p:attrNameLst>
                                          </p:cBhvr>
                                          <p:to>
                                            <p:strVal val="visible"/>
                                          </p:to>
                                        </p:set>
                                        <p:anim calcmode="lin" valueType="num" p14:bounceEnd="67000">
                                          <p:cBhvr additive="base">
                                            <p:cTn id="27" dur="1000" fill="hold"/>
                                            <p:tgtEl>
                                              <p:spTgt spid="32"/>
                                            </p:tgtEl>
                                            <p:attrNameLst>
                                              <p:attrName>ppt_x</p:attrName>
                                            </p:attrNameLst>
                                          </p:cBhvr>
                                          <p:tavLst>
                                            <p:tav tm="0">
                                              <p:val>
                                                <p:strVal val="0-#ppt_w/2"/>
                                              </p:val>
                                            </p:tav>
                                            <p:tav tm="100000">
                                              <p:val>
                                                <p:strVal val="#ppt_x"/>
                                              </p:val>
                                            </p:tav>
                                          </p:tavLst>
                                        </p:anim>
                                        <p:anim calcmode="lin" valueType="num" p14:bounceEnd="67000">
                                          <p:cBhvr additive="base">
                                            <p:cTn id="28" dur="1000" fill="hold"/>
                                            <p:tgtEl>
                                              <p:spTgt spid="3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14:presetBounceEnd="67000">
                                      <p:stCondLst>
                                        <p:cond delay="1500"/>
                                      </p:stCondLst>
                                      <p:childTnLst>
                                        <p:set>
                                          <p:cBhvr>
                                            <p:cTn id="30" dur="1" fill="hold">
                                              <p:stCondLst>
                                                <p:cond delay="0"/>
                                              </p:stCondLst>
                                            </p:cTn>
                                            <p:tgtEl>
                                              <p:spTgt spid="33"/>
                                            </p:tgtEl>
                                            <p:attrNameLst>
                                              <p:attrName>style.visibility</p:attrName>
                                            </p:attrNameLst>
                                          </p:cBhvr>
                                          <p:to>
                                            <p:strVal val="visible"/>
                                          </p:to>
                                        </p:set>
                                        <p:anim calcmode="lin" valueType="num" p14:bounceEnd="67000">
                                          <p:cBhvr additive="base">
                                            <p:cTn id="31" dur="1000" fill="hold"/>
                                            <p:tgtEl>
                                              <p:spTgt spid="33"/>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3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14:presetBounceEnd="67000">
                                      <p:stCondLst>
                                        <p:cond delay="1500"/>
                                      </p:stCondLst>
                                      <p:childTnLst>
                                        <p:set>
                                          <p:cBhvr>
                                            <p:cTn id="34" dur="1" fill="hold">
                                              <p:stCondLst>
                                                <p:cond delay="0"/>
                                              </p:stCondLst>
                                            </p:cTn>
                                            <p:tgtEl>
                                              <p:spTgt spid="34"/>
                                            </p:tgtEl>
                                            <p:attrNameLst>
                                              <p:attrName>style.visibility</p:attrName>
                                            </p:attrNameLst>
                                          </p:cBhvr>
                                          <p:to>
                                            <p:strVal val="visible"/>
                                          </p:to>
                                        </p:set>
                                        <p:anim calcmode="lin" valueType="num" p14:bounceEnd="67000">
                                          <p:cBhvr additive="base">
                                            <p:cTn id="35" dur="1000" fill="hold"/>
                                            <p:tgtEl>
                                              <p:spTgt spid="34"/>
                                            </p:tgtEl>
                                            <p:attrNameLst>
                                              <p:attrName>ppt_x</p:attrName>
                                            </p:attrNameLst>
                                          </p:cBhvr>
                                          <p:tavLst>
                                            <p:tav tm="0">
                                              <p:val>
                                                <p:strVal val="0-#ppt_w/2"/>
                                              </p:val>
                                            </p:tav>
                                            <p:tav tm="100000">
                                              <p:val>
                                                <p:strVal val="#ppt_x"/>
                                              </p:val>
                                            </p:tav>
                                          </p:tavLst>
                                        </p:anim>
                                        <p:anim calcmode="lin" valueType="num" p14:bounceEnd="67000">
                                          <p:cBhvr additive="base">
                                            <p:cTn id="36" dur="1000" fill="hold"/>
                                            <p:tgtEl>
                                              <p:spTgt spid="34"/>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14:presetBounceEnd="67000">
                                      <p:stCondLst>
                                        <p:cond delay="1500"/>
                                      </p:stCondLst>
                                      <p:childTnLst>
                                        <p:set>
                                          <p:cBhvr>
                                            <p:cTn id="38" dur="1" fill="hold">
                                              <p:stCondLst>
                                                <p:cond delay="0"/>
                                              </p:stCondLst>
                                            </p:cTn>
                                            <p:tgtEl>
                                              <p:spTgt spid="35"/>
                                            </p:tgtEl>
                                            <p:attrNameLst>
                                              <p:attrName>style.visibility</p:attrName>
                                            </p:attrNameLst>
                                          </p:cBhvr>
                                          <p:to>
                                            <p:strVal val="visible"/>
                                          </p:to>
                                        </p:set>
                                        <p:anim calcmode="lin" valueType="num" p14:bounceEnd="67000">
                                          <p:cBhvr additive="base">
                                            <p:cTn id="39" dur="1000" fill="hold"/>
                                            <p:tgtEl>
                                              <p:spTgt spid="35"/>
                                            </p:tgtEl>
                                            <p:attrNameLst>
                                              <p:attrName>ppt_x</p:attrName>
                                            </p:attrNameLst>
                                          </p:cBhvr>
                                          <p:tavLst>
                                            <p:tav tm="0">
                                              <p:val>
                                                <p:strVal val="0-#ppt_w/2"/>
                                              </p:val>
                                            </p:tav>
                                            <p:tav tm="100000">
                                              <p:val>
                                                <p:strVal val="#ppt_x"/>
                                              </p:val>
                                            </p:tav>
                                          </p:tavLst>
                                        </p:anim>
                                        <p:anim calcmode="lin" valueType="num" p14:bounceEnd="67000">
                                          <p:cBhvr additive="base">
                                            <p:cTn id="40" dur="1000" fill="hold"/>
                                            <p:tgtEl>
                                              <p:spTgt spid="35"/>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14:presetBounceEnd="67000">
                                      <p:stCondLst>
                                        <p:cond delay="1500"/>
                                      </p:stCondLst>
                                      <p:childTnLst>
                                        <p:set>
                                          <p:cBhvr>
                                            <p:cTn id="42" dur="1" fill="hold">
                                              <p:stCondLst>
                                                <p:cond delay="0"/>
                                              </p:stCondLst>
                                            </p:cTn>
                                            <p:tgtEl>
                                              <p:spTgt spid="37"/>
                                            </p:tgtEl>
                                            <p:attrNameLst>
                                              <p:attrName>style.visibility</p:attrName>
                                            </p:attrNameLst>
                                          </p:cBhvr>
                                          <p:to>
                                            <p:strVal val="visible"/>
                                          </p:to>
                                        </p:set>
                                        <p:anim calcmode="lin" valueType="num" p14:bounceEnd="67000">
                                          <p:cBhvr additive="base">
                                            <p:cTn id="43" dur="1000" fill="hold"/>
                                            <p:tgtEl>
                                              <p:spTgt spid="37"/>
                                            </p:tgtEl>
                                            <p:attrNameLst>
                                              <p:attrName>ppt_x</p:attrName>
                                            </p:attrNameLst>
                                          </p:cBhvr>
                                          <p:tavLst>
                                            <p:tav tm="0">
                                              <p:val>
                                                <p:strVal val="0-#ppt_w/2"/>
                                              </p:val>
                                            </p:tav>
                                            <p:tav tm="100000">
                                              <p:val>
                                                <p:strVal val="#ppt_x"/>
                                              </p:val>
                                            </p:tav>
                                          </p:tavLst>
                                        </p:anim>
                                        <p:anim calcmode="lin" valueType="num" p14:bounceEnd="67000">
                                          <p:cBhvr additive="base">
                                            <p:cTn id="44" dur="1000" fill="hold"/>
                                            <p:tgtEl>
                                              <p:spTgt spid="37"/>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7000">
                                      <p:stCondLst>
                                        <p:cond delay="1500"/>
                                      </p:stCondLst>
                                      <p:childTnLst>
                                        <p:set>
                                          <p:cBhvr>
                                            <p:cTn id="46" dur="1" fill="hold">
                                              <p:stCondLst>
                                                <p:cond delay="0"/>
                                              </p:stCondLst>
                                            </p:cTn>
                                            <p:tgtEl>
                                              <p:spTgt spid="36"/>
                                            </p:tgtEl>
                                            <p:attrNameLst>
                                              <p:attrName>style.visibility</p:attrName>
                                            </p:attrNameLst>
                                          </p:cBhvr>
                                          <p:to>
                                            <p:strVal val="visible"/>
                                          </p:to>
                                        </p:set>
                                        <p:anim calcmode="lin" valueType="num" p14:bounceEnd="67000">
                                          <p:cBhvr additive="base">
                                            <p:cTn id="47" dur="1000" fill="hold"/>
                                            <p:tgtEl>
                                              <p:spTgt spid="36"/>
                                            </p:tgtEl>
                                            <p:attrNameLst>
                                              <p:attrName>ppt_x</p:attrName>
                                            </p:attrNameLst>
                                          </p:cBhvr>
                                          <p:tavLst>
                                            <p:tav tm="0">
                                              <p:val>
                                                <p:strVal val="0-#ppt_w/2"/>
                                              </p:val>
                                            </p:tav>
                                            <p:tav tm="100000">
                                              <p:val>
                                                <p:strVal val="#ppt_x"/>
                                              </p:val>
                                            </p:tav>
                                          </p:tavLst>
                                        </p:anim>
                                        <p:anim calcmode="lin" valueType="num" p14:bounceEnd="67000">
                                          <p:cBhvr additive="base">
                                            <p:cTn id="48" dur="1000" fill="hold"/>
                                            <p:tgtEl>
                                              <p:spTgt spid="36"/>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14:presetBounceEnd="67000">
                                      <p:stCondLst>
                                        <p:cond delay="1500"/>
                                      </p:stCondLst>
                                      <p:childTnLst>
                                        <p:set>
                                          <p:cBhvr>
                                            <p:cTn id="50" dur="1" fill="hold">
                                              <p:stCondLst>
                                                <p:cond delay="0"/>
                                              </p:stCondLst>
                                            </p:cTn>
                                            <p:tgtEl>
                                              <p:spTgt spid="38"/>
                                            </p:tgtEl>
                                            <p:attrNameLst>
                                              <p:attrName>style.visibility</p:attrName>
                                            </p:attrNameLst>
                                          </p:cBhvr>
                                          <p:to>
                                            <p:strVal val="visible"/>
                                          </p:to>
                                        </p:set>
                                        <p:anim calcmode="lin" valueType="num" p14:bounceEnd="67000">
                                          <p:cBhvr additive="base">
                                            <p:cTn id="51" dur="1000" fill="hold"/>
                                            <p:tgtEl>
                                              <p:spTgt spid="38"/>
                                            </p:tgtEl>
                                            <p:attrNameLst>
                                              <p:attrName>ppt_x</p:attrName>
                                            </p:attrNameLst>
                                          </p:cBhvr>
                                          <p:tavLst>
                                            <p:tav tm="0">
                                              <p:val>
                                                <p:strVal val="1+#ppt_w/2"/>
                                              </p:val>
                                            </p:tav>
                                            <p:tav tm="100000">
                                              <p:val>
                                                <p:strVal val="#ppt_x"/>
                                              </p:val>
                                            </p:tav>
                                          </p:tavLst>
                                        </p:anim>
                                        <p:anim calcmode="lin" valueType="num" p14:bounceEnd="67000">
                                          <p:cBhvr additive="base">
                                            <p:cTn id="52" dur="1000" fill="hold"/>
                                            <p:tgtEl>
                                              <p:spTgt spid="38"/>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14:presetBounceEnd="67000">
                                      <p:stCondLst>
                                        <p:cond delay="1500"/>
                                      </p:stCondLst>
                                      <p:childTnLst>
                                        <p:set>
                                          <p:cBhvr>
                                            <p:cTn id="54" dur="1" fill="hold">
                                              <p:stCondLst>
                                                <p:cond delay="0"/>
                                              </p:stCondLst>
                                            </p:cTn>
                                            <p:tgtEl>
                                              <p:spTgt spid="39"/>
                                            </p:tgtEl>
                                            <p:attrNameLst>
                                              <p:attrName>style.visibility</p:attrName>
                                            </p:attrNameLst>
                                          </p:cBhvr>
                                          <p:to>
                                            <p:strVal val="visible"/>
                                          </p:to>
                                        </p:set>
                                        <p:anim calcmode="lin" valueType="num" p14:bounceEnd="67000">
                                          <p:cBhvr additive="base">
                                            <p:cTn id="55" dur="1000" fill="hold"/>
                                            <p:tgtEl>
                                              <p:spTgt spid="39"/>
                                            </p:tgtEl>
                                            <p:attrNameLst>
                                              <p:attrName>ppt_x</p:attrName>
                                            </p:attrNameLst>
                                          </p:cBhvr>
                                          <p:tavLst>
                                            <p:tav tm="0">
                                              <p:val>
                                                <p:strVal val="1+#ppt_w/2"/>
                                              </p:val>
                                            </p:tav>
                                            <p:tav tm="100000">
                                              <p:val>
                                                <p:strVal val="#ppt_x"/>
                                              </p:val>
                                            </p:tav>
                                          </p:tavLst>
                                        </p:anim>
                                        <p:anim calcmode="lin" valueType="num" p14:bounceEnd="67000">
                                          <p:cBhvr additive="base">
                                            <p:cTn id="56" dur="1000" fill="hold"/>
                                            <p:tgtEl>
                                              <p:spTgt spid="39"/>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14:presetBounceEnd="67000">
                                      <p:stCondLst>
                                        <p:cond delay="1500"/>
                                      </p:stCondLst>
                                      <p:childTnLst>
                                        <p:set>
                                          <p:cBhvr>
                                            <p:cTn id="58" dur="1" fill="hold">
                                              <p:stCondLst>
                                                <p:cond delay="0"/>
                                              </p:stCondLst>
                                            </p:cTn>
                                            <p:tgtEl>
                                              <p:spTgt spid="40"/>
                                            </p:tgtEl>
                                            <p:attrNameLst>
                                              <p:attrName>style.visibility</p:attrName>
                                            </p:attrNameLst>
                                          </p:cBhvr>
                                          <p:to>
                                            <p:strVal val="visible"/>
                                          </p:to>
                                        </p:set>
                                        <p:anim calcmode="lin" valueType="num" p14:bounceEnd="67000">
                                          <p:cBhvr additive="base">
                                            <p:cTn id="59" dur="1000" fill="hold"/>
                                            <p:tgtEl>
                                              <p:spTgt spid="40"/>
                                            </p:tgtEl>
                                            <p:attrNameLst>
                                              <p:attrName>ppt_x</p:attrName>
                                            </p:attrNameLst>
                                          </p:cBhvr>
                                          <p:tavLst>
                                            <p:tav tm="0">
                                              <p:val>
                                                <p:strVal val="1+#ppt_w/2"/>
                                              </p:val>
                                            </p:tav>
                                            <p:tav tm="100000">
                                              <p:val>
                                                <p:strVal val="#ppt_x"/>
                                              </p:val>
                                            </p:tav>
                                          </p:tavLst>
                                        </p:anim>
                                        <p:anim calcmode="lin" valueType="num" p14:bounceEnd="67000">
                                          <p:cBhvr additive="base">
                                            <p:cTn id="60" dur="1000" fill="hold"/>
                                            <p:tgtEl>
                                              <p:spTgt spid="40"/>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14:presetBounceEnd="67000">
                                      <p:stCondLst>
                                        <p:cond delay="1500"/>
                                      </p:stCondLst>
                                      <p:childTnLst>
                                        <p:set>
                                          <p:cBhvr>
                                            <p:cTn id="62" dur="1" fill="hold">
                                              <p:stCondLst>
                                                <p:cond delay="0"/>
                                              </p:stCondLst>
                                            </p:cTn>
                                            <p:tgtEl>
                                              <p:spTgt spid="41"/>
                                            </p:tgtEl>
                                            <p:attrNameLst>
                                              <p:attrName>style.visibility</p:attrName>
                                            </p:attrNameLst>
                                          </p:cBhvr>
                                          <p:to>
                                            <p:strVal val="visible"/>
                                          </p:to>
                                        </p:set>
                                        <p:anim calcmode="lin" valueType="num" p14:bounceEnd="67000">
                                          <p:cBhvr additive="base">
                                            <p:cTn id="63" dur="1000" fill="hold"/>
                                            <p:tgtEl>
                                              <p:spTgt spid="41"/>
                                            </p:tgtEl>
                                            <p:attrNameLst>
                                              <p:attrName>ppt_x</p:attrName>
                                            </p:attrNameLst>
                                          </p:cBhvr>
                                          <p:tavLst>
                                            <p:tav tm="0">
                                              <p:val>
                                                <p:strVal val="1+#ppt_w/2"/>
                                              </p:val>
                                            </p:tav>
                                            <p:tav tm="100000">
                                              <p:val>
                                                <p:strVal val="#ppt_x"/>
                                              </p:val>
                                            </p:tav>
                                          </p:tavLst>
                                        </p:anim>
                                        <p:anim calcmode="lin" valueType="num" p14:bounceEnd="67000">
                                          <p:cBhvr additive="base">
                                            <p:cTn id="64" dur="1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35" grpId="0"/>
          <p:bldP spid="36" grpId="0"/>
          <p:bldP spid="37" grpId="0"/>
          <p:bldP spid="38" grpId="0"/>
          <p:bldP spid="39" grpId="0"/>
          <p:bldP spid="40" grpId="0"/>
          <p:bldP spid="4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1000" fill="hold"/>
                                            <p:tgtEl>
                                              <p:spTgt spid="27"/>
                                            </p:tgtEl>
                                            <p:attrNameLst>
                                              <p:attrName>ppt_x</p:attrName>
                                            </p:attrNameLst>
                                          </p:cBhvr>
                                          <p:tavLst>
                                            <p:tav tm="0">
                                              <p:val>
                                                <p:strVal val="0-#ppt_w/2"/>
                                              </p:val>
                                            </p:tav>
                                            <p:tav tm="100000">
                                              <p:val>
                                                <p:strVal val="#ppt_x"/>
                                              </p:val>
                                            </p:tav>
                                          </p:tavLst>
                                        </p:anim>
                                        <p:anim calcmode="lin" valueType="num">
                                          <p:cBhvr additive="base">
                                            <p:cTn id="8" dur="10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1" fill="hold" nodeType="withEffect">
                                      <p:stCondLst>
                                        <p:cond delay="250"/>
                                      </p:stCondLst>
                                      <p:childTnLst>
                                        <p:set>
                                          <p:cBhvr>
                                            <p:cTn id="10" dur="1" fill="hold">
                                              <p:stCondLst>
                                                <p:cond delay="0"/>
                                              </p:stCondLst>
                                            </p:cTn>
                                            <p:tgtEl>
                                              <p:spTgt spid="28"/>
                                            </p:tgtEl>
                                            <p:attrNameLst>
                                              <p:attrName>style.visibility</p:attrName>
                                            </p:attrNameLst>
                                          </p:cBhvr>
                                          <p:to>
                                            <p:strVal val="visible"/>
                                          </p:to>
                                        </p:set>
                                        <p:anim calcmode="lin" valueType="num">
                                          <p:cBhvr additive="base">
                                            <p:cTn id="11" dur="1000" fill="hold"/>
                                            <p:tgtEl>
                                              <p:spTgt spid="28"/>
                                            </p:tgtEl>
                                            <p:attrNameLst>
                                              <p:attrName>ppt_x</p:attrName>
                                            </p:attrNameLst>
                                          </p:cBhvr>
                                          <p:tavLst>
                                            <p:tav tm="0">
                                              <p:val>
                                                <p:strVal val="#ppt_x"/>
                                              </p:val>
                                            </p:tav>
                                            <p:tav tm="100000">
                                              <p:val>
                                                <p:strVal val="#ppt_x"/>
                                              </p:val>
                                            </p:tav>
                                          </p:tavLst>
                                        </p:anim>
                                        <p:anim calcmode="lin" valueType="num">
                                          <p:cBhvr additive="base">
                                            <p:cTn id="12" dur="1000" fill="hold"/>
                                            <p:tgtEl>
                                              <p:spTgt spid="28"/>
                                            </p:tgtEl>
                                            <p:attrNameLst>
                                              <p:attrName>ppt_y</p:attrName>
                                            </p:attrNameLst>
                                          </p:cBhvr>
                                          <p:tavLst>
                                            <p:tav tm="0">
                                              <p:val>
                                                <p:strVal val="0-#ppt_h/2"/>
                                              </p:val>
                                            </p:tav>
                                            <p:tav tm="100000">
                                              <p:val>
                                                <p:strVal val="#ppt_y"/>
                                              </p:val>
                                            </p:tav>
                                          </p:tavLst>
                                        </p:anim>
                                      </p:childTnLst>
                                    </p:cTn>
                                  </p:par>
                                  <p:par>
                                    <p:cTn id="13" presetID="2" presetClass="entr" presetSubtype="2" fill="hold" nodeType="withEffect">
                                      <p:stCondLst>
                                        <p:cond delay="5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1000" fill="hold"/>
                                            <p:tgtEl>
                                              <p:spTgt spid="29"/>
                                            </p:tgtEl>
                                            <p:attrNameLst>
                                              <p:attrName>ppt_x</p:attrName>
                                            </p:attrNameLst>
                                          </p:cBhvr>
                                          <p:tavLst>
                                            <p:tav tm="0">
                                              <p:val>
                                                <p:strVal val="1+#ppt_w/2"/>
                                              </p:val>
                                            </p:tav>
                                            <p:tav tm="100000">
                                              <p:val>
                                                <p:strVal val="#ppt_x"/>
                                              </p:val>
                                            </p:tav>
                                          </p:tavLst>
                                        </p:anim>
                                        <p:anim calcmode="lin" valueType="num">
                                          <p:cBhvr additive="base">
                                            <p:cTn id="16" dur="1000" fill="hold"/>
                                            <p:tgtEl>
                                              <p:spTgt spid="29"/>
                                            </p:tgtEl>
                                            <p:attrNameLst>
                                              <p:attrName>ppt_y</p:attrName>
                                            </p:attrNameLst>
                                          </p:cBhvr>
                                          <p:tavLst>
                                            <p:tav tm="0">
                                              <p:val>
                                                <p:strVal val="#ppt_y"/>
                                              </p:val>
                                            </p:tav>
                                            <p:tav tm="100000">
                                              <p:val>
                                                <p:strVal val="#ppt_y"/>
                                              </p:val>
                                            </p:tav>
                                          </p:tavLst>
                                        </p:anim>
                                      </p:childTnLst>
                                    </p:cTn>
                                  </p:par>
                                  <p:par>
                                    <p:cTn id="17" presetID="2" presetClass="entr" presetSubtype="4" fill="hold" nodeType="withEffect">
                                      <p:stCondLst>
                                        <p:cond delay="750"/>
                                      </p:stCondLst>
                                      <p:childTnLst>
                                        <p:set>
                                          <p:cBhvr>
                                            <p:cTn id="18" dur="1" fill="hold">
                                              <p:stCondLst>
                                                <p:cond delay="0"/>
                                              </p:stCondLst>
                                            </p:cTn>
                                            <p:tgtEl>
                                              <p:spTgt spid="30"/>
                                            </p:tgtEl>
                                            <p:attrNameLst>
                                              <p:attrName>style.visibility</p:attrName>
                                            </p:attrNameLst>
                                          </p:cBhvr>
                                          <p:to>
                                            <p:strVal val="visible"/>
                                          </p:to>
                                        </p:set>
                                        <p:anim calcmode="lin" valueType="num">
                                          <p:cBhvr additive="base">
                                            <p:cTn id="19" dur="1000" fill="hold"/>
                                            <p:tgtEl>
                                              <p:spTgt spid="30"/>
                                            </p:tgtEl>
                                            <p:attrNameLst>
                                              <p:attrName>ppt_x</p:attrName>
                                            </p:attrNameLst>
                                          </p:cBhvr>
                                          <p:tavLst>
                                            <p:tav tm="0">
                                              <p:val>
                                                <p:strVal val="#ppt_x"/>
                                              </p:val>
                                            </p:tav>
                                            <p:tav tm="100000">
                                              <p:val>
                                                <p:strVal val="#ppt_x"/>
                                              </p:val>
                                            </p:tav>
                                          </p:tavLst>
                                        </p:anim>
                                        <p:anim calcmode="lin" valueType="num">
                                          <p:cBhvr additive="base">
                                            <p:cTn id="20" dur="10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100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1000" fill="hold"/>
                                            <p:tgtEl>
                                              <p:spTgt spid="31"/>
                                            </p:tgtEl>
                                            <p:attrNameLst>
                                              <p:attrName>ppt_x</p:attrName>
                                            </p:attrNameLst>
                                          </p:cBhvr>
                                          <p:tavLst>
                                            <p:tav tm="0">
                                              <p:val>
                                                <p:strVal val="#ppt_x"/>
                                              </p:val>
                                            </p:tav>
                                            <p:tav tm="100000">
                                              <p:val>
                                                <p:strVal val="#ppt_x"/>
                                              </p:val>
                                            </p:tav>
                                          </p:tavLst>
                                        </p:anim>
                                        <p:anim calcmode="lin" valueType="num">
                                          <p:cBhvr additive="base">
                                            <p:cTn id="24" dur="10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8" fill="hold" grpId="0" nodeType="withEffect">
                                      <p:stCondLst>
                                        <p:cond delay="150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1000" fill="hold"/>
                                            <p:tgtEl>
                                              <p:spTgt spid="32"/>
                                            </p:tgtEl>
                                            <p:attrNameLst>
                                              <p:attrName>ppt_x</p:attrName>
                                            </p:attrNameLst>
                                          </p:cBhvr>
                                          <p:tavLst>
                                            <p:tav tm="0">
                                              <p:val>
                                                <p:strVal val="0-#ppt_w/2"/>
                                              </p:val>
                                            </p:tav>
                                            <p:tav tm="100000">
                                              <p:val>
                                                <p:strVal val="#ppt_x"/>
                                              </p:val>
                                            </p:tav>
                                          </p:tavLst>
                                        </p:anim>
                                        <p:anim calcmode="lin" valueType="num">
                                          <p:cBhvr additive="base">
                                            <p:cTn id="28" dur="1000" fill="hold"/>
                                            <p:tgtEl>
                                              <p:spTgt spid="3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150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1000" fill="hold"/>
                                            <p:tgtEl>
                                              <p:spTgt spid="33"/>
                                            </p:tgtEl>
                                            <p:attrNameLst>
                                              <p:attrName>ppt_x</p:attrName>
                                            </p:attrNameLst>
                                          </p:cBhvr>
                                          <p:tavLst>
                                            <p:tav tm="0">
                                              <p:val>
                                                <p:strVal val="0-#ppt_w/2"/>
                                              </p:val>
                                            </p:tav>
                                            <p:tav tm="100000">
                                              <p:val>
                                                <p:strVal val="#ppt_x"/>
                                              </p:val>
                                            </p:tav>
                                          </p:tavLst>
                                        </p:anim>
                                        <p:anim calcmode="lin" valueType="num">
                                          <p:cBhvr additive="base">
                                            <p:cTn id="32" dur="1000" fill="hold"/>
                                            <p:tgtEl>
                                              <p:spTgt spid="3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1500"/>
                                      </p:stCondLst>
                                      <p:childTnLst>
                                        <p:set>
                                          <p:cBhvr>
                                            <p:cTn id="34" dur="1" fill="hold">
                                              <p:stCondLst>
                                                <p:cond delay="0"/>
                                              </p:stCondLst>
                                            </p:cTn>
                                            <p:tgtEl>
                                              <p:spTgt spid="34"/>
                                            </p:tgtEl>
                                            <p:attrNameLst>
                                              <p:attrName>style.visibility</p:attrName>
                                            </p:attrNameLst>
                                          </p:cBhvr>
                                          <p:to>
                                            <p:strVal val="visible"/>
                                          </p:to>
                                        </p:set>
                                        <p:anim calcmode="lin" valueType="num">
                                          <p:cBhvr additive="base">
                                            <p:cTn id="35" dur="1000" fill="hold"/>
                                            <p:tgtEl>
                                              <p:spTgt spid="34"/>
                                            </p:tgtEl>
                                            <p:attrNameLst>
                                              <p:attrName>ppt_x</p:attrName>
                                            </p:attrNameLst>
                                          </p:cBhvr>
                                          <p:tavLst>
                                            <p:tav tm="0">
                                              <p:val>
                                                <p:strVal val="0-#ppt_w/2"/>
                                              </p:val>
                                            </p:tav>
                                            <p:tav tm="100000">
                                              <p:val>
                                                <p:strVal val="#ppt_x"/>
                                              </p:val>
                                            </p:tav>
                                          </p:tavLst>
                                        </p:anim>
                                        <p:anim calcmode="lin" valueType="num">
                                          <p:cBhvr additive="base">
                                            <p:cTn id="36" dur="1000" fill="hold"/>
                                            <p:tgtEl>
                                              <p:spTgt spid="34"/>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150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1000" fill="hold"/>
                                            <p:tgtEl>
                                              <p:spTgt spid="35"/>
                                            </p:tgtEl>
                                            <p:attrNameLst>
                                              <p:attrName>ppt_x</p:attrName>
                                            </p:attrNameLst>
                                          </p:cBhvr>
                                          <p:tavLst>
                                            <p:tav tm="0">
                                              <p:val>
                                                <p:strVal val="0-#ppt_w/2"/>
                                              </p:val>
                                            </p:tav>
                                            <p:tav tm="100000">
                                              <p:val>
                                                <p:strVal val="#ppt_x"/>
                                              </p:val>
                                            </p:tav>
                                          </p:tavLst>
                                        </p:anim>
                                        <p:anim calcmode="lin" valueType="num">
                                          <p:cBhvr additive="base">
                                            <p:cTn id="40" dur="1000" fill="hold"/>
                                            <p:tgtEl>
                                              <p:spTgt spid="35"/>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1500"/>
                                      </p:stCondLst>
                                      <p:childTnLst>
                                        <p:set>
                                          <p:cBhvr>
                                            <p:cTn id="42" dur="1" fill="hold">
                                              <p:stCondLst>
                                                <p:cond delay="0"/>
                                              </p:stCondLst>
                                            </p:cTn>
                                            <p:tgtEl>
                                              <p:spTgt spid="37"/>
                                            </p:tgtEl>
                                            <p:attrNameLst>
                                              <p:attrName>style.visibility</p:attrName>
                                            </p:attrNameLst>
                                          </p:cBhvr>
                                          <p:to>
                                            <p:strVal val="visible"/>
                                          </p:to>
                                        </p:set>
                                        <p:anim calcmode="lin" valueType="num">
                                          <p:cBhvr additive="base">
                                            <p:cTn id="43" dur="1000" fill="hold"/>
                                            <p:tgtEl>
                                              <p:spTgt spid="37"/>
                                            </p:tgtEl>
                                            <p:attrNameLst>
                                              <p:attrName>ppt_x</p:attrName>
                                            </p:attrNameLst>
                                          </p:cBhvr>
                                          <p:tavLst>
                                            <p:tav tm="0">
                                              <p:val>
                                                <p:strVal val="0-#ppt_w/2"/>
                                              </p:val>
                                            </p:tav>
                                            <p:tav tm="100000">
                                              <p:val>
                                                <p:strVal val="#ppt_x"/>
                                              </p:val>
                                            </p:tav>
                                          </p:tavLst>
                                        </p:anim>
                                        <p:anim calcmode="lin" valueType="num">
                                          <p:cBhvr additive="base">
                                            <p:cTn id="44" dur="1000" fill="hold"/>
                                            <p:tgtEl>
                                              <p:spTgt spid="37"/>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1500"/>
                                      </p:stCondLst>
                                      <p:childTnLst>
                                        <p:set>
                                          <p:cBhvr>
                                            <p:cTn id="46" dur="1" fill="hold">
                                              <p:stCondLst>
                                                <p:cond delay="0"/>
                                              </p:stCondLst>
                                            </p:cTn>
                                            <p:tgtEl>
                                              <p:spTgt spid="36"/>
                                            </p:tgtEl>
                                            <p:attrNameLst>
                                              <p:attrName>style.visibility</p:attrName>
                                            </p:attrNameLst>
                                          </p:cBhvr>
                                          <p:to>
                                            <p:strVal val="visible"/>
                                          </p:to>
                                        </p:set>
                                        <p:anim calcmode="lin" valueType="num">
                                          <p:cBhvr additive="base">
                                            <p:cTn id="47" dur="1000" fill="hold"/>
                                            <p:tgtEl>
                                              <p:spTgt spid="36"/>
                                            </p:tgtEl>
                                            <p:attrNameLst>
                                              <p:attrName>ppt_x</p:attrName>
                                            </p:attrNameLst>
                                          </p:cBhvr>
                                          <p:tavLst>
                                            <p:tav tm="0">
                                              <p:val>
                                                <p:strVal val="0-#ppt_w/2"/>
                                              </p:val>
                                            </p:tav>
                                            <p:tav tm="100000">
                                              <p:val>
                                                <p:strVal val="#ppt_x"/>
                                              </p:val>
                                            </p:tav>
                                          </p:tavLst>
                                        </p:anim>
                                        <p:anim calcmode="lin" valueType="num">
                                          <p:cBhvr additive="base">
                                            <p:cTn id="48" dur="1000" fill="hold"/>
                                            <p:tgtEl>
                                              <p:spTgt spid="36"/>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1500"/>
                                      </p:stCondLst>
                                      <p:childTnLst>
                                        <p:set>
                                          <p:cBhvr>
                                            <p:cTn id="50" dur="1" fill="hold">
                                              <p:stCondLst>
                                                <p:cond delay="0"/>
                                              </p:stCondLst>
                                            </p:cTn>
                                            <p:tgtEl>
                                              <p:spTgt spid="38"/>
                                            </p:tgtEl>
                                            <p:attrNameLst>
                                              <p:attrName>style.visibility</p:attrName>
                                            </p:attrNameLst>
                                          </p:cBhvr>
                                          <p:to>
                                            <p:strVal val="visible"/>
                                          </p:to>
                                        </p:set>
                                        <p:anim calcmode="lin" valueType="num">
                                          <p:cBhvr additive="base">
                                            <p:cTn id="51" dur="1000" fill="hold"/>
                                            <p:tgtEl>
                                              <p:spTgt spid="38"/>
                                            </p:tgtEl>
                                            <p:attrNameLst>
                                              <p:attrName>ppt_x</p:attrName>
                                            </p:attrNameLst>
                                          </p:cBhvr>
                                          <p:tavLst>
                                            <p:tav tm="0">
                                              <p:val>
                                                <p:strVal val="1+#ppt_w/2"/>
                                              </p:val>
                                            </p:tav>
                                            <p:tav tm="100000">
                                              <p:val>
                                                <p:strVal val="#ppt_x"/>
                                              </p:val>
                                            </p:tav>
                                          </p:tavLst>
                                        </p:anim>
                                        <p:anim calcmode="lin" valueType="num">
                                          <p:cBhvr additive="base">
                                            <p:cTn id="52" dur="1000" fill="hold"/>
                                            <p:tgtEl>
                                              <p:spTgt spid="38"/>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1500"/>
                                      </p:stCondLst>
                                      <p:childTnLst>
                                        <p:set>
                                          <p:cBhvr>
                                            <p:cTn id="54" dur="1" fill="hold">
                                              <p:stCondLst>
                                                <p:cond delay="0"/>
                                              </p:stCondLst>
                                            </p:cTn>
                                            <p:tgtEl>
                                              <p:spTgt spid="39"/>
                                            </p:tgtEl>
                                            <p:attrNameLst>
                                              <p:attrName>style.visibility</p:attrName>
                                            </p:attrNameLst>
                                          </p:cBhvr>
                                          <p:to>
                                            <p:strVal val="visible"/>
                                          </p:to>
                                        </p:set>
                                        <p:anim calcmode="lin" valueType="num">
                                          <p:cBhvr additive="base">
                                            <p:cTn id="55" dur="1000" fill="hold"/>
                                            <p:tgtEl>
                                              <p:spTgt spid="39"/>
                                            </p:tgtEl>
                                            <p:attrNameLst>
                                              <p:attrName>ppt_x</p:attrName>
                                            </p:attrNameLst>
                                          </p:cBhvr>
                                          <p:tavLst>
                                            <p:tav tm="0">
                                              <p:val>
                                                <p:strVal val="1+#ppt_w/2"/>
                                              </p:val>
                                            </p:tav>
                                            <p:tav tm="100000">
                                              <p:val>
                                                <p:strVal val="#ppt_x"/>
                                              </p:val>
                                            </p:tav>
                                          </p:tavLst>
                                        </p:anim>
                                        <p:anim calcmode="lin" valueType="num">
                                          <p:cBhvr additive="base">
                                            <p:cTn id="56" dur="1000" fill="hold"/>
                                            <p:tgtEl>
                                              <p:spTgt spid="39"/>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1500"/>
                                      </p:stCondLst>
                                      <p:childTnLst>
                                        <p:set>
                                          <p:cBhvr>
                                            <p:cTn id="58" dur="1" fill="hold">
                                              <p:stCondLst>
                                                <p:cond delay="0"/>
                                              </p:stCondLst>
                                            </p:cTn>
                                            <p:tgtEl>
                                              <p:spTgt spid="40"/>
                                            </p:tgtEl>
                                            <p:attrNameLst>
                                              <p:attrName>style.visibility</p:attrName>
                                            </p:attrNameLst>
                                          </p:cBhvr>
                                          <p:to>
                                            <p:strVal val="visible"/>
                                          </p:to>
                                        </p:set>
                                        <p:anim calcmode="lin" valueType="num">
                                          <p:cBhvr additive="base">
                                            <p:cTn id="59" dur="1000" fill="hold"/>
                                            <p:tgtEl>
                                              <p:spTgt spid="40"/>
                                            </p:tgtEl>
                                            <p:attrNameLst>
                                              <p:attrName>ppt_x</p:attrName>
                                            </p:attrNameLst>
                                          </p:cBhvr>
                                          <p:tavLst>
                                            <p:tav tm="0">
                                              <p:val>
                                                <p:strVal val="1+#ppt_w/2"/>
                                              </p:val>
                                            </p:tav>
                                            <p:tav tm="100000">
                                              <p:val>
                                                <p:strVal val="#ppt_x"/>
                                              </p:val>
                                            </p:tav>
                                          </p:tavLst>
                                        </p:anim>
                                        <p:anim calcmode="lin" valueType="num">
                                          <p:cBhvr additive="base">
                                            <p:cTn id="60" dur="1000" fill="hold"/>
                                            <p:tgtEl>
                                              <p:spTgt spid="40"/>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1500"/>
                                      </p:stCondLst>
                                      <p:childTnLst>
                                        <p:set>
                                          <p:cBhvr>
                                            <p:cTn id="62" dur="1" fill="hold">
                                              <p:stCondLst>
                                                <p:cond delay="0"/>
                                              </p:stCondLst>
                                            </p:cTn>
                                            <p:tgtEl>
                                              <p:spTgt spid="41"/>
                                            </p:tgtEl>
                                            <p:attrNameLst>
                                              <p:attrName>style.visibility</p:attrName>
                                            </p:attrNameLst>
                                          </p:cBhvr>
                                          <p:to>
                                            <p:strVal val="visible"/>
                                          </p:to>
                                        </p:set>
                                        <p:anim calcmode="lin" valueType="num">
                                          <p:cBhvr additive="base">
                                            <p:cTn id="63" dur="1000" fill="hold"/>
                                            <p:tgtEl>
                                              <p:spTgt spid="41"/>
                                            </p:tgtEl>
                                            <p:attrNameLst>
                                              <p:attrName>ppt_x</p:attrName>
                                            </p:attrNameLst>
                                          </p:cBhvr>
                                          <p:tavLst>
                                            <p:tav tm="0">
                                              <p:val>
                                                <p:strVal val="1+#ppt_w/2"/>
                                              </p:val>
                                            </p:tav>
                                            <p:tav tm="100000">
                                              <p:val>
                                                <p:strVal val="#ppt_x"/>
                                              </p:val>
                                            </p:tav>
                                          </p:tavLst>
                                        </p:anim>
                                        <p:anim calcmode="lin" valueType="num">
                                          <p:cBhvr additive="base">
                                            <p:cTn id="64" dur="1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35" grpId="0"/>
          <p:bldP spid="36" grpId="0"/>
          <p:bldP spid="37" grpId="0"/>
          <p:bldP spid="38" grpId="0"/>
          <p:bldP spid="39" grpId="0"/>
          <p:bldP spid="40" grpId="0"/>
          <p:bldP spid="41" grpId="0"/>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Freeform 100">
            <a:extLst>
              <a:ext uri="{FF2B5EF4-FFF2-40B4-BE49-F238E27FC236}">
                <a16:creationId xmlns:a16="http://schemas.microsoft.com/office/drawing/2014/main" id="{9BC5CE8C-6154-493C-9595-3F7EA25D3597}"/>
              </a:ext>
            </a:extLst>
          </p:cNvPr>
          <p:cNvSpPr>
            <a:spLocks noEditPoints="1"/>
          </p:cNvSpPr>
          <p:nvPr/>
        </p:nvSpPr>
        <p:spPr bwMode="auto">
          <a:xfrm>
            <a:off x="3292475" y="4140200"/>
            <a:ext cx="615950" cy="492125"/>
          </a:xfrm>
          <a:custGeom>
            <a:avLst/>
            <a:gdLst>
              <a:gd name="T0" fmla="*/ 124 w 172"/>
              <a:gd name="T1" fmla="*/ 85 h 137"/>
              <a:gd name="T2" fmla="*/ 105 w 172"/>
              <a:gd name="T3" fmla="*/ 97 h 137"/>
              <a:gd name="T4" fmla="*/ 102 w 172"/>
              <a:gd name="T5" fmla="*/ 98 h 137"/>
              <a:gd name="T6" fmla="*/ 118 w 172"/>
              <a:gd name="T7" fmla="*/ 105 h 137"/>
              <a:gd name="T8" fmla="*/ 114 w 172"/>
              <a:gd name="T9" fmla="*/ 123 h 137"/>
              <a:gd name="T10" fmla="*/ 116 w 172"/>
              <a:gd name="T11" fmla="*/ 122 h 137"/>
              <a:gd name="T12" fmla="*/ 136 w 172"/>
              <a:gd name="T13" fmla="*/ 110 h 137"/>
              <a:gd name="T14" fmla="*/ 139 w 172"/>
              <a:gd name="T15" fmla="*/ 109 h 137"/>
              <a:gd name="T16" fmla="*/ 137 w 172"/>
              <a:gd name="T17" fmla="*/ 106 h 137"/>
              <a:gd name="T18" fmla="*/ 128 w 172"/>
              <a:gd name="T19" fmla="*/ 86 h 137"/>
              <a:gd name="T20" fmla="*/ 126 w 172"/>
              <a:gd name="T21" fmla="*/ 84 h 137"/>
              <a:gd name="T22" fmla="*/ 128 w 172"/>
              <a:gd name="T23" fmla="*/ 68 h 137"/>
              <a:gd name="T24" fmla="*/ 132 w 172"/>
              <a:gd name="T25" fmla="*/ 73 h 137"/>
              <a:gd name="T26" fmla="*/ 134 w 172"/>
              <a:gd name="T27" fmla="*/ 65 h 137"/>
              <a:gd name="T28" fmla="*/ 144 w 172"/>
              <a:gd name="T29" fmla="*/ 56 h 137"/>
              <a:gd name="T30" fmla="*/ 143 w 172"/>
              <a:gd name="T31" fmla="*/ 65 h 137"/>
              <a:gd name="T32" fmla="*/ 149 w 172"/>
              <a:gd name="T33" fmla="*/ 62 h 137"/>
              <a:gd name="T34" fmla="*/ 144 w 172"/>
              <a:gd name="T35" fmla="*/ 56 h 137"/>
              <a:gd name="T36" fmla="*/ 123 w 172"/>
              <a:gd name="T37" fmla="*/ 54 h 137"/>
              <a:gd name="T38" fmla="*/ 128 w 172"/>
              <a:gd name="T39" fmla="*/ 60 h 137"/>
              <a:gd name="T40" fmla="*/ 129 w 172"/>
              <a:gd name="T41" fmla="*/ 51 h 137"/>
              <a:gd name="T42" fmla="*/ 140 w 172"/>
              <a:gd name="T43" fmla="*/ 42 h 137"/>
              <a:gd name="T44" fmla="*/ 138 w 172"/>
              <a:gd name="T45" fmla="*/ 51 h 137"/>
              <a:gd name="T46" fmla="*/ 144 w 172"/>
              <a:gd name="T47" fmla="*/ 48 h 137"/>
              <a:gd name="T48" fmla="*/ 140 w 172"/>
              <a:gd name="T49" fmla="*/ 42 h 137"/>
              <a:gd name="T50" fmla="*/ 127 w 172"/>
              <a:gd name="T51" fmla="*/ 131 h 137"/>
              <a:gd name="T52" fmla="*/ 116 w 172"/>
              <a:gd name="T53" fmla="*/ 28 h 137"/>
              <a:gd name="T54" fmla="*/ 165 w 172"/>
              <a:gd name="T55" fmla="*/ 48 h 137"/>
              <a:gd name="T56" fmla="*/ 141 w 172"/>
              <a:gd name="T57" fmla="*/ 125 h 137"/>
              <a:gd name="T58" fmla="*/ 133 w 172"/>
              <a:gd name="T59" fmla="*/ 132 h 137"/>
              <a:gd name="T60" fmla="*/ 17 w 172"/>
              <a:gd name="T61" fmla="*/ 95 h 137"/>
              <a:gd name="T62" fmla="*/ 8 w 172"/>
              <a:gd name="T63" fmla="*/ 75 h 137"/>
              <a:gd name="T64" fmla="*/ 24 w 172"/>
              <a:gd name="T65" fmla="*/ 21 h 137"/>
              <a:gd name="T66" fmla="*/ 41 w 172"/>
              <a:gd name="T67" fmla="*/ 5 h 137"/>
              <a:gd name="T68" fmla="*/ 112 w 172"/>
              <a:gd name="T69" fmla="*/ 26 h 137"/>
              <a:gd name="T70" fmla="*/ 41 w 172"/>
              <a:gd name="T71" fmla="*/ 0 h 137"/>
              <a:gd name="T72" fmla="*/ 19 w 172"/>
              <a:gd name="T73" fmla="*/ 20 h 137"/>
              <a:gd name="T74" fmla="*/ 3 w 172"/>
              <a:gd name="T75" fmla="*/ 74 h 137"/>
              <a:gd name="T76" fmla="*/ 16 w 172"/>
              <a:gd name="T77" fmla="*/ 99 h 137"/>
              <a:gd name="T78" fmla="*/ 82 w 172"/>
              <a:gd name="T79" fmla="*/ 123 h 137"/>
              <a:gd name="T80" fmla="*/ 84 w 172"/>
              <a:gd name="T81" fmla="*/ 123 h 137"/>
              <a:gd name="T82" fmla="*/ 133 w 172"/>
              <a:gd name="T83" fmla="*/ 137 h 137"/>
              <a:gd name="T84" fmla="*/ 145 w 172"/>
              <a:gd name="T85" fmla="*/ 127 h 137"/>
              <a:gd name="T86" fmla="*/ 169 w 172"/>
              <a:gd name="T87" fmla="*/ 62 h 137"/>
              <a:gd name="T88" fmla="*/ 155 w 172"/>
              <a:gd name="T89" fmla="*/ 36 h 137"/>
              <a:gd name="T90" fmla="*/ 41 w 172"/>
              <a:gd name="T9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137">
                <a:moveTo>
                  <a:pt x="126" y="84"/>
                </a:moveTo>
                <a:cubicBezTo>
                  <a:pt x="126" y="84"/>
                  <a:pt x="125" y="84"/>
                  <a:pt x="124" y="85"/>
                </a:cubicBezTo>
                <a:cubicBezTo>
                  <a:pt x="119" y="101"/>
                  <a:pt x="119" y="101"/>
                  <a:pt x="119" y="101"/>
                </a:cubicBezTo>
                <a:cubicBezTo>
                  <a:pt x="105" y="97"/>
                  <a:pt x="105" y="97"/>
                  <a:pt x="105" y="97"/>
                </a:cubicBezTo>
                <a:cubicBezTo>
                  <a:pt x="105" y="97"/>
                  <a:pt x="105" y="97"/>
                  <a:pt x="104" y="97"/>
                </a:cubicBezTo>
                <a:cubicBezTo>
                  <a:pt x="104" y="97"/>
                  <a:pt x="103" y="98"/>
                  <a:pt x="102" y="98"/>
                </a:cubicBezTo>
                <a:cubicBezTo>
                  <a:pt x="102" y="100"/>
                  <a:pt x="103" y="101"/>
                  <a:pt x="104" y="101"/>
                </a:cubicBezTo>
                <a:cubicBezTo>
                  <a:pt x="118" y="105"/>
                  <a:pt x="118" y="105"/>
                  <a:pt x="118" y="105"/>
                </a:cubicBezTo>
                <a:cubicBezTo>
                  <a:pt x="112" y="120"/>
                  <a:pt x="112" y="120"/>
                  <a:pt x="112" y="120"/>
                </a:cubicBezTo>
                <a:cubicBezTo>
                  <a:pt x="112" y="122"/>
                  <a:pt x="113" y="123"/>
                  <a:pt x="114" y="123"/>
                </a:cubicBezTo>
                <a:cubicBezTo>
                  <a:pt x="114" y="123"/>
                  <a:pt x="114" y="123"/>
                  <a:pt x="114" y="123"/>
                </a:cubicBezTo>
                <a:cubicBezTo>
                  <a:pt x="115" y="123"/>
                  <a:pt x="116" y="123"/>
                  <a:pt x="116" y="122"/>
                </a:cubicBezTo>
                <a:cubicBezTo>
                  <a:pt x="122" y="106"/>
                  <a:pt x="122" y="106"/>
                  <a:pt x="122" y="106"/>
                </a:cubicBezTo>
                <a:cubicBezTo>
                  <a:pt x="136" y="110"/>
                  <a:pt x="136" y="110"/>
                  <a:pt x="136" y="110"/>
                </a:cubicBezTo>
                <a:cubicBezTo>
                  <a:pt x="136" y="110"/>
                  <a:pt x="136" y="110"/>
                  <a:pt x="137" y="110"/>
                </a:cubicBezTo>
                <a:cubicBezTo>
                  <a:pt x="138" y="110"/>
                  <a:pt x="138" y="110"/>
                  <a:pt x="139" y="109"/>
                </a:cubicBezTo>
                <a:cubicBezTo>
                  <a:pt x="139" y="109"/>
                  <a:pt x="139" y="109"/>
                  <a:pt x="139" y="109"/>
                </a:cubicBezTo>
                <a:cubicBezTo>
                  <a:pt x="139" y="108"/>
                  <a:pt x="138" y="107"/>
                  <a:pt x="137" y="106"/>
                </a:cubicBezTo>
                <a:cubicBezTo>
                  <a:pt x="123" y="102"/>
                  <a:pt x="123" y="102"/>
                  <a:pt x="123" y="102"/>
                </a:cubicBezTo>
                <a:cubicBezTo>
                  <a:pt x="128" y="86"/>
                  <a:pt x="128" y="86"/>
                  <a:pt x="128" y="86"/>
                </a:cubicBezTo>
                <a:cubicBezTo>
                  <a:pt x="129" y="85"/>
                  <a:pt x="128" y="84"/>
                  <a:pt x="127" y="84"/>
                </a:cubicBezTo>
                <a:cubicBezTo>
                  <a:pt x="127" y="84"/>
                  <a:pt x="127" y="84"/>
                  <a:pt x="126" y="84"/>
                </a:cubicBezTo>
                <a:moveTo>
                  <a:pt x="132" y="65"/>
                </a:moveTo>
                <a:cubicBezTo>
                  <a:pt x="130" y="65"/>
                  <a:pt x="129" y="66"/>
                  <a:pt x="128" y="68"/>
                </a:cubicBezTo>
                <a:cubicBezTo>
                  <a:pt x="127" y="70"/>
                  <a:pt x="128" y="72"/>
                  <a:pt x="131" y="73"/>
                </a:cubicBezTo>
                <a:cubicBezTo>
                  <a:pt x="131" y="73"/>
                  <a:pt x="132" y="73"/>
                  <a:pt x="132" y="73"/>
                </a:cubicBezTo>
                <a:cubicBezTo>
                  <a:pt x="134" y="73"/>
                  <a:pt x="136" y="72"/>
                  <a:pt x="136" y="70"/>
                </a:cubicBezTo>
                <a:cubicBezTo>
                  <a:pt x="137" y="68"/>
                  <a:pt x="136" y="66"/>
                  <a:pt x="134" y="65"/>
                </a:cubicBezTo>
                <a:cubicBezTo>
                  <a:pt x="133" y="65"/>
                  <a:pt x="133" y="65"/>
                  <a:pt x="132" y="65"/>
                </a:cubicBezTo>
                <a:moveTo>
                  <a:pt x="144" y="56"/>
                </a:moveTo>
                <a:cubicBezTo>
                  <a:pt x="143" y="56"/>
                  <a:pt x="141" y="57"/>
                  <a:pt x="140" y="59"/>
                </a:cubicBezTo>
                <a:cubicBezTo>
                  <a:pt x="139" y="62"/>
                  <a:pt x="141" y="64"/>
                  <a:pt x="143" y="65"/>
                </a:cubicBezTo>
                <a:cubicBezTo>
                  <a:pt x="144" y="65"/>
                  <a:pt x="144" y="65"/>
                  <a:pt x="144" y="65"/>
                </a:cubicBezTo>
                <a:cubicBezTo>
                  <a:pt x="146" y="65"/>
                  <a:pt x="148" y="64"/>
                  <a:pt x="149" y="62"/>
                </a:cubicBezTo>
                <a:cubicBezTo>
                  <a:pt x="149" y="60"/>
                  <a:pt x="148" y="57"/>
                  <a:pt x="146" y="57"/>
                </a:cubicBezTo>
                <a:cubicBezTo>
                  <a:pt x="145" y="56"/>
                  <a:pt x="145" y="56"/>
                  <a:pt x="144" y="56"/>
                </a:cubicBezTo>
                <a:moveTo>
                  <a:pt x="128" y="51"/>
                </a:moveTo>
                <a:cubicBezTo>
                  <a:pt x="126" y="51"/>
                  <a:pt x="124" y="52"/>
                  <a:pt x="123" y="54"/>
                </a:cubicBezTo>
                <a:cubicBezTo>
                  <a:pt x="123" y="56"/>
                  <a:pt x="124" y="58"/>
                  <a:pt x="126" y="59"/>
                </a:cubicBezTo>
                <a:cubicBezTo>
                  <a:pt x="127" y="59"/>
                  <a:pt x="127" y="60"/>
                  <a:pt x="128" y="60"/>
                </a:cubicBezTo>
                <a:cubicBezTo>
                  <a:pt x="129" y="60"/>
                  <a:pt x="131" y="58"/>
                  <a:pt x="132" y="56"/>
                </a:cubicBezTo>
                <a:cubicBezTo>
                  <a:pt x="133" y="54"/>
                  <a:pt x="131" y="52"/>
                  <a:pt x="129" y="51"/>
                </a:cubicBezTo>
                <a:cubicBezTo>
                  <a:pt x="128" y="51"/>
                  <a:pt x="128" y="51"/>
                  <a:pt x="128" y="51"/>
                </a:cubicBezTo>
                <a:moveTo>
                  <a:pt x="140" y="42"/>
                </a:moveTo>
                <a:cubicBezTo>
                  <a:pt x="138" y="42"/>
                  <a:pt x="136" y="43"/>
                  <a:pt x="136" y="45"/>
                </a:cubicBezTo>
                <a:cubicBezTo>
                  <a:pt x="135" y="47"/>
                  <a:pt x="136" y="50"/>
                  <a:pt x="138" y="51"/>
                </a:cubicBezTo>
                <a:cubicBezTo>
                  <a:pt x="139" y="51"/>
                  <a:pt x="139" y="51"/>
                  <a:pt x="140" y="51"/>
                </a:cubicBezTo>
                <a:cubicBezTo>
                  <a:pt x="142" y="51"/>
                  <a:pt x="143" y="50"/>
                  <a:pt x="144" y="48"/>
                </a:cubicBezTo>
                <a:cubicBezTo>
                  <a:pt x="145" y="46"/>
                  <a:pt x="143" y="43"/>
                  <a:pt x="141" y="42"/>
                </a:cubicBezTo>
                <a:cubicBezTo>
                  <a:pt x="141" y="42"/>
                  <a:pt x="140" y="42"/>
                  <a:pt x="140" y="42"/>
                </a:cubicBezTo>
                <a:moveTo>
                  <a:pt x="133" y="132"/>
                </a:moveTo>
                <a:cubicBezTo>
                  <a:pt x="131" y="132"/>
                  <a:pt x="129" y="131"/>
                  <a:pt x="127" y="131"/>
                </a:cubicBezTo>
                <a:cubicBezTo>
                  <a:pt x="114" y="127"/>
                  <a:pt x="100" y="123"/>
                  <a:pt x="86" y="118"/>
                </a:cubicBezTo>
                <a:cubicBezTo>
                  <a:pt x="116" y="28"/>
                  <a:pt x="116" y="28"/>
                  <a:pt x="116" y="28"/>
                </a:cubicBezTo>
                <a:cubicBezTo>
                  <a:pt x="153" y="41"/>
                  <a:pt x="153" y="41"/>
                  <a:pt x="153" y="41"/>
                </a:cubicBezTo>
                <a:cubicBezTo>
                  <a:pt x="158" y="42"/>
                  <a:pt x="163" y="44"/>
                  <a:pt x="165" y="48"/>
                </a:cubicBezTo>
                <a:cubicBezTo>
                  <a:pt x="167" y="52"/>
                  <a:pt x="166" y="56"/>
                  <a:pt x="164" y="60"/>
                </a:cubicBezTo>
                <a:cubicBezTo>
                  <a:pt x="158" y="82"/>
                  <a:pt x="150" y="104"/>
                  <a:pt x="141" y="125"/>
                </a:cubicBezTo>
                <a:cubicBezTo>
                  <a:pt x="139" y="128"/>
                  <a:pt x="138" y="131"/>
                  <a:pt x="135" y="132"/>
                </a:cubicBezTo>
                <a:cubicBezTo>
                  <a:pt x="135" y="132"/>
                  <a:pt x="134" y="132"/>
                  <a:pt x="133" y="132"/>
                </a:cubicBezTo>
                <a:moveTo>
                  <a:pt x="81" y="117"/>
                </a:moveTo>
                <a:cubicBezTo>
                  <a:pt x="60" y="110"/>
                  <a:pt x="39" y="102"/>
                  <a:pt x="17" y="95"/>
                </a:cubicBezTo>
                <a:cubicBezTo>
                  <a:pt x="13" y="93"/>
                  <a:pt x="9" y="91"/>
                  <a:pt x="7" y="88"/>
                </a:cubicBezTo>
                <a:cubicBezTo>
                  <a:pt x="5" y="85"/>
                  <a:pt x="6" y="80"/>
                  <a:pt x="8" y="75"/>
                </a:cubicBezTo>
                <a:cubicBezTo>
                  <a:pt x="12" y="59"/>
                  <a:pt x="17" y="42"/>
                  <a:pt x="23" y="26"/>
                </a:cubicBezTo>
                <a:cubicBezTo>
                  <a:pt x="24" y="21"/>
                  <a:pt x="24" y="21"/>
                  <a:pt x="24" y="21"/>
                </a:cubicBezTo>
                <a:cubicBezTo>
                  <a:pt x="26" y="15"/>
                  <a:pt x="28" y="10"/>
                  <a:pt x="33" y="7"/>
                </a:cubicBezTo>
                <a:cubicBezTo>
                  <a:pt x="35" y="5"/>
                  <a:pt x="38" y="5"/>
                  <a:pt x="41" y="5"/>
                </a:cubicBezTo>
                <a:cubicBezTo>
                  <a:pt x="46" y="5"/>
                  <a:pt x="52" y="6"/>
                  <a:pt x="57" y="8"/>
                </a:cubicBezTo>
                <a:cubicBezTo>
                  <a:pt x="112" y="26"/>
                  <a:pt x="112" y="26"/>
                  <a:pt x="112" y="26"/>
                </a:cubicBezTo>
                <a:cubicBezTo>
                  <a:pt x="81" y="117"/>
                  <a:pt x="81" y="117"/>
                  <a:pt x="81" y="117"/>
                </a:cubicBezTo>
                <a:moveTo>
                  <a:pt x="41" y="0"/>
                </a:moveTo>
                <a:cubicBezTo>
                  <a:pt x="37" y="0"/>
                  <a:pt x="33" y="0"/>
                  <a:pt x="30" y="3"/>
                </a:cubicBezTo>
                <a:cubicBezTo>
                  <a:pt x="24" y="7"/>
                  <a:pt x="21" y="13"/>
                  <a:pt x="19" y="20"/>
                </a:cubicBezTo>
                <a:cubicBezTo>
                  <a:pt x="18" y="24"/>
                  <a:pt x="18" y="24"/>
                  <a:pt x="18" y="24"/>
                </a:cubicBezTo>
                <a:cubicBezTo>
                  <a:pt x="12" y="40"/>
                  <a:pt x="7" y="57"/>
                  <a:pt x="3" y="74"/>
                </a:cubicBezTo>
                <a:cubicBezTo>
                  <a:pt x="1" y="79"/>
                  <a:pt x="0" y="85"/>
                  <a:pt x="3" y="91"/>
                </a:cubicBezTo>
                <a:cubicBezTo>
                  <a:pt x="6" y="95"/>
                  <a:pt x="11" y="97"/>
                  <a:pt x="16" y="99"/>
                </a:cubicBezTo>
                <a:cubicBezTo>
                  <a:pt x="37" y="107"/>
                  <a:pt x="59" y="115"/>
                  <a:pt x="81" y="122"/>
                </a:cubicBezTo>
                <a:cubicBezTo>
                  <a:pt x="81" y="122"/>
                  <a:pt x="81" y="123"/>
                  <a:pt x="82" y="123"/>
                </a:cubicBezTo>
                <a:cubicBezTo>
                  <a:pt x="82" y="123"/>
                  <a:pt x="83" y="123"/>
                  <a:pt x="83" y="123"/>
                </a:cubicBezTo>
                <a:cubicBezTo>
                  <a:pt x="83" y="123"/>
                  <a:pt x="84" y="123"/>
                  <a:pt x="84" y="123"/>
                </a:cubicBezTo>
                <a:cubicBezTo>
                  <a:pt x="98" y="127"/>
                  <a:pt x="112" y="132"/>
                  <a:pt x="126" y="136"/>
                </a:cubicBezTo>
                <a:cubicBezTo>
                  <a:pt x="128" y="136"/>
                  <a:pt x="130" y="137"/>
                  <a:pt x="133" y="137"/>
                </a:cubicBezTo>
                <a:cubicBezTo>
                  <a:pt x="135" y="137"/>
                  <a:pt x="136" y="137"/>
                  <a:pt x="137" y="136"/>
                </a:cubicBezTo>
                <a:cubicBezTo>
                  <a:pt x="142" y="134"/>
                  <a:pt x="144" y="130"/>
                  <a:pt x="145" y="127"/>
                </a:cubicBezTo>
                <a:cubicBezTo>
                  <a:pt x="152" y="111"/>
                  <a:pt x="158" y="96"/>
                  <a:pt x="163" y="80"/>
                </a:cubicBezTo>
                <a:cubicBezTo>
                  <a:pt x="165" y="74"/>
                  <a:pt x="167" y="68"/>
                  <a:pt x="169" y="62"/>
                </a:cubicBezTo>
                <a:cubicBezTo>
                  <a:pt x="171" y="57"/>
                  <a:pt x="172" y="51"/>
                  <a:pt x="170" y="46"/>
                </a:cubicBezTo>
                <a:cubicBezTo>
                  <a:pt x="167" y="40"/>
                  <a:pt x="161" y="38"/>
                  <a:pt x="155" y="36"/>
                </a:cubicBezTo>
                <a:cubicBezTo>
                  <a:pt x="58" y="3"/>
                  <a:pt x="58" y="3"/>
                  <a:pt x="58" y="3"/>
                </a:cubicBezTo>
                <a:cubicBezTo>
                  <a:pt x="52" y="1"/>
                  <a:pt x="47" y="0"/>
                  <a:pt x="41"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7" name="Freeform 101">
            <a:extLst>
              <a:ext uri="{FF2B5EF4-FFF2-40B4-BE49-F238E27FC236}">
                <a16:creationId xmlns:a16="http://schemas.microsoft.com/office/drawing/2014/main" id="{85B0D881-F442-4CF1-B455-CD5D2532D41A}"/>
              </a:ext>
            </a:extLst>
          </p:cNvPr>
          <p:cNvSpPr>
            <a:spLocks noEditPoints="1"/>
          </p:cNvSpPr>
          <p:nvPr/>
        </p:nvSpPr>
        <p:spPr bwMode="auto">
          <a:xfrm>
            <a:off x="8551863" y="1781175"/>
            <a:ext cx="342900" cy="461963"/>
          </a:xfrm>
          <a:custGeom>
            <a:avLst/>
            <a:gdLst>
              <a:gd name="T0" fmla="*/ 36 w 96"/>
              <a:gd name="T1" fmla="*/ 27 h 129"/>
              <a:gd name="T2" fmla="*/ 36 w 96"/>
              <a:gd name="T3" fmla="*/ 27 h 129"/>
              <a:gd name="T4" fmla="*/ 38 w 96"/>
              <a:gd name="T5" fmla="*/ 26 h 129"/>
              <a:gd name="T6" fmla="*/ 38 w 96"/>
              <a:gd name="T7" fmla="*/ 26 h 129"/>
              <a:gd name="T8" fmla="*/ 45 w 96"/>
              <a:gd name="T9" fmla="*/ 32 h 129"/>
              <a:gd name="T10" fmla="*/ 50 w 96"/>
              <a:gd name="T11" fmla="*/ 41 h 129"/>
              <a:gd name="T12" fmla="*/ 49 w 96"/>
              <a:gd name="T13" fmla="*/ 50 h 129"/>
              <a:gd name="T14" fmla="*/ 44 w 96"/>
              <a:gd name="T15" fmla="*/ 53 h 129"/>
              <a:gd name="T16" fmla="*/ 42 w 96"/>
              <a:gd name="T17" fmla="*/ 53 h 129"/>
              <a:gd name="T18" fmla="*/ 37 w 96"/>
              <a:gd name="T19" fmla="*/ 45 h 129"/>
              <a:gd name="T20" fmla="*/ 33 w 96"/>
              <a:gd name="T21" fmla="*/ 33 h 129"/>
              <a:gd name="T22" fmla="*/ 32 w 96"/>
              <a:gd name="T23" fmla="*/ 27 h 129"/>
              <a:gd name="T24" fmla="*/ 34 w 96"/>
              <a:gd name="T25" fmla="*/ 26 h 129"/>
              <a:gd name="T26" fmla="*/ 36 w 96"/>
              <a:gd name="T27" fmla="*/ 27 h 129"/>
              <a:gd name="T28" fmla="*/ 44 w 96"/>
              <a:gd name="T29" fmla="*/ 58 h 129"/>
              <a:gd name="T30" fmla="*/ 53 w 96"/>
              <a:gd name="T31" fmla="*/ 53 h 129"/>
              <a:gd name="T32" fmla="*/ 54 w 96"/>
              <a:gd name="T33" fmla="*/ 40 h 129"/>
              <a:gd name="T34" fmla="*/ 48 w 96"/>
              <a:gd name="T35" fmla="*/ 29 h 129"/>
              <a:gd name="T36" fmla="*/ 40 w 96"/>
              <a:gd name="T37" fmla="*/ 22 h 129"/>
              <a:gd name="T38" fmla="*/ 37 w 96"/>
              <a:gd name="T39" fmla="*/ 21 h 129"/>
              <a:gd name="T40" fmla="*/ 31 w 96"/>
              <a:gd name="T41" fmla="*/ 5 h 129"/>
              <a:gd name="T42" fmla="*/ 39 w 96"/>
              <a:gd name="T43" fmla="*/ 4 h 129"/>
              <a:gd name="T44" fmla="*/ 55 w 96"/>
              <a:gd name="T45" fmla="*/ 9 h 129"/>
              <a:gd name="T46" fmla="*/ 74 w 96"/>
              <a:gd name="T47" fmla="*/ 32 h 129"/>
              <a:gd name="T48" fmla="*/ 86 w 96"/>
              <a:gd name="T49" fmla="*/ 63 h 129"/>
              <a:gd name="T50" fmla="*/ 91 w 96"/>
              <a:gd name="T51" fmla="*/ 95 h 129"/>
              <a:gd name="T52" fmla="*/ 75 w 96"/>
              <a:gd name="T53" fmla="*/ 121 h 129"/>
              <a:gd name="T54" fmla="*/ 61 w 96"/>
              <a:gd name="T55" fmla="*/ 125 h 129"/>
              <a:gd name="T56" fmla="*/ 39 w 96"/>
              <a:gd name="T57" fmla="*/ 117 h 129"/>
              <a:gd name="T58" fmla="*/ 16 w 96"/>
              <a:gd name="T59" fmla="*/ 85 h 129"/>
              <a:gd name="T60" fmla="*/ 7 w 96"/>
              <a:gd name="T61" fmla="*/ 53 h 129"/>
              <a:gd name="T62" fmla="*/ 5 w 96"/>
              <a:gd name="T63" fmla="*/ 36 h 129"/>
              <a:gd name="T64" fmla="*/ 23 w 96"/>
              <a:gd name="T65" fmla="*/ 8 h 129"/>
              <a:gd name="T66" fmla="*/ 27 w 96"/>
              <a:gd name="T67" fmla="*/ 6 h 129"/>
              <a:gd name="T68" fmla="*/ 33 w 96"/>
              <a:gd name="T69" fmla="*/ 22 h 129"/>
              <a:gd name="T70" fmla="*/ 28 w 96"/>
              <a:gd name="T71" fmla="*/ 26 h 129"/>
              <a:gd name="T72" fmla="*/ 29 w 96"/>
              <a:gd name="T73" fmla="*/ 34 h 129"/>
              <a:gd name="T74" fmla="*/ 33 w 96"/>
              <a:gd name="T75" fmla="*/ 46 h 129"/>
              <a:gd name="T76" fmla="*/ 40 w 96"/>
              <a:gd name="T77" fmla="*/ 57 h 129"/>
              <a:gd name="T78" fmla="*/ 44 w 96"/>
              <a:gd name="T79" fmla="*/ 58 h 129"/>
              <a:gd name="T80" fmla="*/ 39 w 96"/>
              <a:gd name="T81" fmla="*/ 0 h 129"/>
              <a:gd name="T82" fmla="*/ 29 w 96"/>
              <a:gd name="T83" fmla="*/ 1 h 129"/>
              <a:gd name="T84" fmla="*/ 28 w 96"/>
              <a:gd name="T85" fmla="*/ 1 h 129"/>
              <a:gd name="T86" fmla="*/ 26 w 96"/>
              <a:gd name="T87" fmla="*/ 1 h 129"/>
              <a:gd name="T88" fmla="*/ 26 w 96"/>
              <a:gd name="T89" fmla="*/ 2 h 129"/>
              <a:gd name="T90" fmla="*/ 21 w 96"/>
              <a:gd name="T91" fmla="*/ 4 h 129"/>
              <a:gd name="T92" fmla="*/ 1 w 96"/>
              <a:gd name="T93" fmla="*/ 36 h 129"/>
              <a:gd name="T94" fmla="*/ 2 w 96"/>
              <a:gd name="T95" fmla="*/ 54 h 129"/>
              <a:gd name="T96" fmla="*/ 12 w 96"/>
              <a:gd name="T97" fmla="*/ 87 h 129"/>
              <a:gd name="T98" fmla="*/ 36 w 96"/>
              <a:gd name="T99" fmla="*/ 121 h 129"/>
              <a:gd name="T100" fmla="*/ 61 w 96"/>
              <a:gd name="T101" fmla="*/ 129 h 129"/>
              <a:gd name="T102" fmla="*/ 77 w 96"/>
              <a:gd name="T103" fmla="*/ 125 h 129"/>
              <a:gd name="T104" fmla="*/ 95 w 96"/>
              <a:gd name="T105" fmla="*/ 96 h 129"/>
              <a:gd name="T106" fmla="*/ 90 w 96"/>
              <a:gd name="T107" fmla="*/ 61 h 129"/>
              <a:gd name="T108" fmla="*/ 78 w 96"/>
              <a:gd name="T109" fmla="*/ 30 h 129"/>
              <a:gd name="T110" fmla="*/ 58 w 96"/>
              <a:gd name="T111" fmla="*/ 5 h 129"/>
              <a:gd name="T112" fmla="*/ 39 w 96"/>
              <a:gd name="T113"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6" h="129">
                <a:moveTo>
                  <a:pt x="36" y="27"/>
                </a:moveTo>
                <a:cubicBezTo>
                  <a:pt x="36" y="27"/>
                  <a:pt x="36" y="27"/>
                  <a:pt x="36" y="27"/>
                </a:cubicBezTo>
                <a:cubicBezTo>
                  <a:pt x="37" y="27"/>
                  <a:pt x="37" y="26"/>
                  <a:pt x="38" y="26"/>
                </a:cubicBezTo>
                <a:cubicBezTo>
                  <a:pt x="38" y="26"/>
                  <a:pt x="38" y="26"/>
                  <a:pt x="38" y="26"/>
                </a:cubicBezTo>
                <a:cubicBezTo>
                  <a:pt x="41" y="27"/>
                  <a:pt x="43" y="29"/>
                  <a:pt x="45" y="32"/>
                </a:cubicBezTo>
                <a:cubicBezTo>
                  <a:pt x="47" y="35"/>
                  <a:pt x="49" y="38"/>
                  <a:pt x="50" y="41"/>
                </a:cubicBezTo>
                <a:cubicBezTo>
                  <a:pt x="51" y="44"/>
                  <a:pt x="50" y="48"/>
                  <a:pt x="49" y="50"/>
                </a:cubicBezTo>
                <a:cubicBezTo>
                  <a:pt x="48" y="52"/>
                  <a:pt x="46" y="53"/>
                  <a:pt x="44" y="53"/>
                </a:cubicBezTo>
                <a:cubicBezTo>
                  <a:pt x="43" y="53"/>
                  <a:pt x="42" y="53"/>
                  <a:pt x="42" y="53"/>
                </a:cubicBezTo>
                <a:cubicBezTo>
                  <a:pt x="39" y="52"/>
                  <a:pt x="38" y="48"/>
                  <a:pt x="37" y="45"/>
                </a:cubicBezTo>
                <a:cubicBezTo>
                  <a:pt x="33" y="33"/>
                  <a:pt x="33" y="33"/>
                  <a:pt x="33" y="33"/>
                </a:cubicBezTo>
                <a:cubicBezTo>
                  <a:pt x="32" y="31"/>
                  <a:pt x="32" y="29"/>
                  <a:pt x="32" y="27"/>
                </a:cubicBezTo>
                <a:cubicBezTo>
                  <a:pt x="33" y="27"/>
                  <a:pt x="33" y="26"/>
                  <a:pt x="34" y="26"/>
                </a:cubicBezTo>
                <a:cubicBezTo>
                  <a:pt x="35" y="26"/>
                  <a:pt x="35" y="27"/>
                  <a:pt x="36" y="27"/>
                </a:cubicBezTo>
                <a:moveTo>
                  <a:pt x="44" y="58"/>
                </a:moveTo>
                <a:cubicBezTo>
                  <a:pt x="47" y="58"/>
                  <a:pt x="51" y="56"/>
                  <a:pt x="53" y="53"/>
                </a:cubicBezTo>
                <a:cubicBezTo>
                  <a:pt x="55" y="49"/>
                  <a:pt x="55" y="45"/>
                  <a:pt x="54" y="40"/>
                </a:cubicBezTo>
                <a:cubicBezTo>
                  <a:pt x="53" y="36"/>
                  <a:pt x="50" y="32"/>
                  <a:pt x="48" y="29"/>
                </a:cubicBezTo>
                <a:cubicBezTo>
                  <a:pt x="46" y="26"/>
                  <a:pt x="44" y="23"/>
                  <a:pt x="40" y="22"/>
                </a:cubicBezTo>
                <a:cubicBezTo>
                  <a:pt x="39" y="21"/>
                  <a:pt x="38" y="21"/>
                  <a:pt x="37" y="21"/>
                </a:cubicBezTo>
                <a:cubicBezTo>
                  <a:pt x="36" y="16"/>
                  <a:pt x="34" y="10"/>
                  <a:pt x="31" y="5"/>
                </a:cubicBezTo>
                <a:cubicBezTo>
                  <a:pt x="34" y="5"/>
                  <a:pt x="36" y="4"/>
                  <a:pt x="39" y="4"/>
                </a:cubicBezTo>
                <a:cubicBezTo>
                  <a:pt x="45" y="4"/>
                  <a:pt x="51" y="6"/>
                  <a:pt x="55" y="9"/>
                </a:cubicBezTo>
                <a:cubicBezTo>
                  <a:pt x="64" y="14"/>
                  <a:pt x="69" y="24"/>
                  <a:pt x="74" y="32"/>
                </a:cubicBezTo>
                <a:cubicBezTo>
                  <a:pt x="79" y="42"/>
                  <a:pt x="83" y="52"/>
                  <a:pt x="86" y="63"/>
                </a:cubicBezTo>
                <a:cubicBezTo>
                  <a:pt x="89" y="72"/>
                  <a:pt x="92" y="84"/>
                  <a:pt x="91" y="95"/>
                </a:cubicBezTo>
                <a:cubicBezTo>
                  <a:pt x="89" y="107"/>
                  <a:pt x="84" y="117"/>
                  <a:pt x="75" y="121"/>
                </a:cubicBezTo>
                <a:cubicBezTo>
                  <a:pt x="71" y="124"/>
                  <a:pt x="66" y="125"/>
                  <a:pt x="61" y="125"/>
                </a:cubicBezTo>
                <a:cubicBezTo>
                  <a:pt x="54" y="125"/>
                  <a:pt x="45" y="122"/>
                  <a:pt x="39" y="117"/>
                </a:cubicBezTo>
                <a:cubicBezTo>
                  <a:pt x="30" y="111"/>
                  <a:pt x="23" y="100"/>
                  <a:pt x="16" y="85"/>
                </a:cubicBezTo>
                <a:cubicBezTo>
                  <a:pt x="12" y="75"/>
                  <a:pt x="9" y="64"/>
                  <a:pt x="7" y="53"/>
                </a:cubicBezTo>
                <a:cubicBezTo>
                  <a:pt x="6" y="48"/>
                  <a:pt x="5" y="42"/>
                  <a:pt x="5" y="36"/>
                </a:cubicBezTo>
                <a:cubicBezTo>
                  <a:pt x="6" y="25"/>
                  <a:pt x="13" y="14"/>
                  <a:pt x="23" y="8"/>
                </a:cubicBezTo>
                <a:cubicBezTo>
                  <a:pt x="24" y="8"/>
                  <a:pt x="26" y="7"/>
                  <a:pt x="27" y="6"/>
                </a:cubicBezTo>
                <a:cubicBezTo>
                  <a:pt x="30" y="11"/>
                  <a:pt x="32" y="16"/>
                  <a:pt x="33" y="22"/>
                </a:cubicBezTo>
                <a:cubicBezTo>
                  <a:pt x="31" y="22"/>
                  <a:pt x="29" y="24"/>
                  <a:pt x="28" y="26"/>
                </a:cubicBezTo>
                <a:cubicBezTo>
                  <a:pt x="27" y="29"/>
                  <a:pt x="28" y="32"/>
                  <a:pt x="29" y="34"/>
                </a:cubicBezTo>
                <a:cubicBezTo>
                  <a:pt x="33" y="46"/>
                  <a:pt x="33" y="46"/>
                  <a:pt x="33" y="46"/>
                </a:cubicBezTo>
                <a:cubicBezTo>
                  <a:pt x="34" y="50"/>
                  <a:pt x="36" y="55"/>
                  <a:pt x="40" y="57"/>
                </a:cubicBezTo>
                <a:cubicBezTo>
                  <a:pt x="41" y="57"/>
                  <a:pt x="42" y="58"/>
                  <a:pt x="44" y="58"/>
                </a:cubicBezTo>
                <a:moveTo>
                  <a:pt x="39" y="0"/>
                </a:moveTo>
                <a:cubicBezTo>
                  <a:pt x="35" y="0"/>
                  <a:pt x="32" y="0"/>
                  <a:pt x="29" y="1"/>
                </a:cubicBezTo>
                <a:cubicBezTo>
                  <a:pt x="28" y="1"/>
                  <a:pt x="28" y="1"/>
                  <a:pt x="28" y="1"/>
                </a:cubicBezTo>
                <a:cubicBezTo>
                  <a:pt x="27" y="1"/>
                  <a:pt x="27" y="1"/>
                  <a:pt x="26" y="1"/>
                </a:cubicBezTo>
                <a:cubicBezTo>
                  <a:pt x="26" y="2"/>
                  <a:pt x="26" y="2"/>
                  <a:pt x="26" y="2"/>
                </a:cubicBezTo>
                <a:cubicBezTo>
                  <a:pt x="24" y="3"/>
                  <a:pt x="22" y="4"/>
                  <a:pt x="21" y="4"/>
                </a:cubicBezTo>
                <a:cubicBezTo>
                  <a:pt x="10" y="11"/>
                  <a:pt x="2" y="23"/>
                  <a:pt x="1" y="36"/>
                </a:cubicBezTo>
                <a:cubicBezTo>
                  <a:pt x="0" y="42"/>
                  <a:pt x="1" y="49"/>
                  <a:pt x="2" y="54"/>
                </a:cubicBezTo>
                <a:cubicBezTo>
                  <a:pt x="5" y="65"/>
                  <a:pt x="8" y="76"/>
                  <a:pt x="12" y="87"/>
                </a:cubicBezTo>
                <a:cubicBezTo>
                  <a:pt x="19" y="103"/>
                  <a:pt x="26" y="114"/>
                  <a:pt x="36" y="121"/>
                </a:cubicBezTo>
                <a:cubicBezTo>
                  <a:pt x="44" y="126"/>
                  <a:pt x="53" y="129"/>
                  <a:pt x="61" y="129"/>
                </a:cubicBezTo>
                <a:cubicBezTo>
                  <a:pt x="67" y="129"/>
                  <a:pt x="73" y="128"/>
                  <a:pt x="77" y="125"/>
                </a:cubicBezTo>
                <a:cubicBezTo>
                  <a:pt x="87" y="120"/>
                  <a:pt x="94" y="109"/>
                  <a:pt x="95" y="96"/>
                </a:cubicBezTo>
                <a:cubicBezTo>
                  <a:pt x="96" y="83"/>
                  <a:pt x="93" y="71"/>
                  <a:pt x="90" y="61"/>
                </a:cubicBezTo>
                <a:cubicBezTo>
                  <a:pt x="87" y="51"/>
                  <a:pt x="83" y="40"/>
                  <a:pt x="78" y="30"/>
                </a:cubicBezTo>
                <a:cubicBezTo>
                  <a:pt x="73" y="21"/>
                  <a:pt x="67" y="11"/>
                  <a:pt x="58" y="5"/>
                </a:cubicBezTo>
                <a:cubicBezTo>
                  <a:pt x="52" y="2"/>
                  <a:pt x="46" y="0"/>
                  <a:pt x="39"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8" name="Freeform 102">
            <a:extLst>
              <a:ext uri="{FF2B5EF4-FFF2-40B4-BE49-F238E27FC236}">
                <a16:creationId xmlns:a16="http://schemas.microsoft.com/office/drawing/2014/main" id="{2059EE60-590B-403B-8B25-30F7E6C65751}"/>
              </a:ext>
            </a:extLst>
          </p:cNvPr>
          <p:cNvSpPr>
            <a:spLocks noEditPoints="1"/>
          </p:cNvSpPr>
          <p:nvPr/>
        </p:nvSpPr>
        <p:spPr bwMode="auto">
          <a:xfrm>
            <a:off x="3700463" y="1889125"/>
            <a:ext cx="581025" cy="655638"/>
          </a:xfrm>
          <a:custGeom>
            <a:avLst/>
            <a:gdLst>
              <a:gd name="T0" fmla="*/ 81 w 162"/>
              <a:gd name="T1" fmla="*/ 161 h 183"/>
              <a:gd name="T2" fmla="*/ 56 w 162"/>
              <a:gd name="T3" fmla="*/ 147 h 183"/>
              <a:gd name="T4" fmla="*/ 66 w 162"/>
              <a:gd name="T5" fmla="*/ 172 h 183"/>
              <a:gd name="T6" fmla="*/ 86 w 162"/>
              <a:gd name="T7" fmla="*/ 163 h 183"/>
              <a:gd name="T8" fmla="*/ 96 w 162"/>
              <a:gd name="T9" fmla="*/ 154 h 183"/>
              <a:gd name="T10" fmla="*/ 89 w 162"/>
              <a:gd name="T11" fmla="*/ 139 h 183"/>
              <a:gd name="T12" fmla="*/ 112 w 162"/>
              <a:gd name="T13" fmla="*/ 147 h 183"/>
              <a:gd name="T14" fmla="*/ 98 w 162"/>
              <a:gd name="T15" fmla="*/ 156 h 183"/>
              <a:gd name="T16" fmla="*/ 103 w 162"/>
              <a:gd name="T17" fmla="*/ 129 h 183"/>
              <a:gd name="T18" fmla="*/ 91 w 162"/>
              <a:gd name="T19" fmla="*/ 155 h 183"/>
              <a:gd name="T20" fmla="*/ 99 w 162"/>
              <a:gd name="T21" fmla="*/ 158 h 183"/>
              <a:gd name="T22" fmla="*/ 110 w 162"/>
              <a:gd name="T23" fmla="*/ 133 h 183"/>
              <a:gd name="T24" fmla="*/ 125 w 162"/>
              <a:gd name="T25" fmla="*/ 141 h 183"/>
              <a:gd name="T26" fmla="*/ 126 w 162"/>
              <a:gd name="T27" fmla="*/ 141 h 183"/>
              <a:gd name="T28" fmla="*/ 136 w 162"/>
              <a:gd name="T29" fmla="*/ 117 h 183"/>
              <a:gd name="T30" fmla="*/ 121 w 162"/>
              <a:gd name="T31" fmla="*/ 142 h 183"/>
              <a:gd name="T32" fmla="*/ 145 w 162"/>
              <a:gd name="T33" fmla="*/ 139 h 183"/>
              <a:gd name="T34" fmla="*/ 139 w 162"/>
              <a:gd name="T35" fmla="*/ 118 h 183"/>
              <a:gd name="T36" fmla="*/ 64 w 162"/>
              <a:gd name="T37" fmla="*/ 118 h 183"/>
              <a:gd name="T38" fmla="*/ 54 w 162"/>
              <a:gd name="T39" fmla="*/ 137 h 183"/>
              <a:gd name="T40" fmla="*/ 43 w 162"/>
              <a:gd name="T41" fmla="*/ 122 h 183"/>
              <a:gd name="T42" fmla="*/ 54 w 162"/>
              <a:gd name="T43" fmla="*/ 142 h 183"/>
              <a:gd name="T44" fmla="*/ 74 w 162"/>
              <a:gd name="T45" fmla="*/ 128 h 183"/>
              <a:gd name="T46" fmla="*/ 78 w 162"/>
              <a:gd name="T47" fmla="*/ 113 h 183"/>
              <a:gd name="T48" fmla="*/ 93 w 162"/>
              <a:gd name="T49" fmla="*/ 106 h 183"/>
              <a:gd name="T50" fmla="*/ 93 w 162"/>
              <a:gd name="T51" fmla="*/ 102 h 183"/>
              <a:gd name="T52" fmla="*/ 74 w 162"/>
              <a:gd name="T53" fmla="*/ 115 h 183"/>
              <a:gd name="T54" fmla="*/ 103 w 162"/>
              <a:gd name="T55" fmla="*/ 123 h 183"/>
              <a:gd name="T56" fmla="*/ 98 w 162"/>
              <a:gd name="T57" fmla="*/ 107 h 183"/>
              <a:gd name="T58" fmla="*/ 109 w 162"/>
              <a:gd name="T59" fmla="*/ 99 h 183"/>
              <a:gd name="T60" fmla="*/ 126 w 162"/>
              <a:gd name="T61" fmla="*/ 88 h 183"/>
              <a:gd name="T62" fmla="*/ 112 w 162"/>
              <a:gd name="T63" fmla="*/ 118 h 183"/>
              <a:gd name="T64" fmla="*/ 135 w 162"/>
              <a:gd name="T65" fmla="*/ 111 h 183"/>
              <a:gd name="T66" fmla="*/ 128 w 162"/>
              <a:gd name="T67" fmla="*/ 89 h 183"/>
              <a:gd name="T68" fmla="*/ 53 w 162"/>
              <a:gd name="T69" fmla="*/ 90 h 183"/>
              <a:gd name="T70" fmla="*/ 43 w 162"/>
              <a:gd name="T71" fmla="*/ 110 h 183"/>
              <a:gd name="T72" fmla="*/ 32 w 162"/>
              <a:gd name="T73" fmla="*/ 93 h 183"/>
              <a:gd name="T74" fmla="*/ 43 w 162"/>
              <a:gd name="T75" fmla="*/ 115 h 183"/>
              <a:gd name="T76" fmla="*/ 63 w 162"/>
              <a:gd name="T77" fmla="*/ 102 h 183"/>
              <a:gd name="T78" fmla="*/ 68 w 162"/>
              <a:gd name="T79" fmla="*/ 84 h 183"/>
              <a:gd name="T80" fmla="*/ 89 w 162"/>
              <a:gd name="T81" fmla="*/ 92 h 183"/>
              <a:gd name="T82" fmla="*/ 64 w 162"/>
              <a:gd name="T83" fmla="*/ 80 h 183"/>
              <a:gd name="T84" fmla="*/ 72 w 162"/>
              <a:gd name="T85" fmla="*/ 103 h 183"/>
              <a:gd name="T86" fmla="*/ 94 w 162"/>
              <a:gd name="T87" fmla="*/ 95 h 183"/>
              <a:gd name="T88" fmla="*/ 84 w 162"/>
              <a:gd name="T89" fmla="*/ 74 h 183"/>
              <a:gd name="T90" fmla="*/ 120 w 162"/>
              <a:gd name="T91" fmla="*/ 80 h 183"/>
              <a:gd name="T92" fmla="*/ 113 w 162"/>
              <a:gd name="T93" fmla="*/ 61 h 183"/>
              <a:gd name="T94" fmla="*/ 102 w 162"/>
              <a:gd name="T95" fmla="*/ 92 h 183"/>
              <a:gd name="T96" fmla="*/ 123 w 162"/>
              <a:gd name="T97" fmla="*/ 83 h 183"/>
              <a:gd name="T98" fmla="*/ 114 w 162"/>
              <a:gd name="T99" fmla="*/ 61 h 183"/>
              <a:gd name="T100" fmla="*/ 97 w 162"/>
              <a:gd name="T101" fmla="*/ 40 h 183"/>
              <a:gd name="T102" fmla="*/ 93 w 162"/>
              <a:gd name="T103" fmla="*/ 24 h 183"/>
              <a:gd name="T104" fmla="*/ 22 w 162"/>
              <a:gd name="T105" fmla="*/ 53 h 183"/>
              <a:gd name="T106" fmla="*/ 33 w 162"/>
              <a:gd name="T107" fmla="*/ 73 h 183"/>
              <a:gd name="T108" fmla="*/ 95 w 162"/>
              <a:gd name="T109" fmla="*/ 25 h 183"/>
              <a:gd name="T110" fmla="*/ 5 w 162"/>
              <a:gd name="T111" fmla="*/ 44 h 183"/>
              <a:gd name="T112" fmla="*/ 153 w 162"/>
              <a:gd name="T113" fmla="*/ 142 h 183"/>
              <a:gd name="T114" fmla="*/ 109 w 162"/>
              <a:gd name="T115" fmla="*/ 0 h 183"/>
              <a:gd name="T116" fmla="*/ 0 w 162"/>
              <a:gd name="T117" fmla="*/ 44 h 183"/>
              <a:gd name="T118" fmla="*/ 57 w 162"/>
              <a:gd name="T119" fmla="*/ 183 h 183"/>
              <a:gd name="T120" fmla="*/ 160 w 162"/>
              <a:gd name="T121" fmla="*/ 13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183">
                <a:moveTo>
                  <a:pt x="67" y="166"/>
                </a:moveTo>
                <a:cubicBezTo>
                  <a:pt x="60" y="151"/>
                  <a:pt x="60" y="151"/>
                  <a:pt x="60" y="151"/>
                </a:cubicBezTo>
                <a:cubicBezTo>
                  <a:pt x="74" y="146"/>
                  <a:pt x="74" y="146"/>
                  <a:pt x="74" y="146"/>
                </a:cubicBezTo>
                <a:cubicBezTo>
                  <a:pt x="81" y="161"/>
                  <a:pt x="81" y="161"/>
                  <a:pt x="81" y="161"/>
                </a:cubicBezTo>
                <a:cubicBezTo>
                  <a:pt x="67" y="166"/>
                  <a:pt x="67" y="166"/>
                  <a:pt x="67" y="166"/>
                </a:cubicBezTo>
                <a:moveTo>
                  <a:pt x="76" y="141"/>
                </a:moveTo>
                <a:cubicBezTo>
                  <a:pt x="75" y="141"/>
                  <a:pt x="75" y="141"/>
                  <a:pt x="75" y="141"/>
                </a:cubicBezTo>
                <a:cubicBezTo>
                  <a:pt x="56" y="147"/>
                  <a:pt x="56" y="147"/>
                  <a:pt x="56" y="147"/>
                </a:cubicBezTo>
                <a:cubicBezTo>
                  <a:pt x="55" y="147"/>
                  <a:pt x="55" y="148"/>
                  <a:pt x="54" y="148"/>
                </a:cubicBezTo>
                <a:cubicBezTo>
                  <a:pt x="54" y="149"/>
                  <a:pt x="54" y="150"/>
                  <a:pt x="54" y="150"/>
                </a:cubicBezTo>
                <a:cubicBezTo>
                  <a:pt x="64" y="170"/>
                  <a:pt x="64" y="170"/>
                  <a:pt x="64" y="170"/>
                </a:cubicBezTo>
                <a:cubicBezTo>
                  <a:pt x="64" y="171"/>
                  <a:pt x="65" y="172"/>
                  <a:pt x="66" y="172"/>
                </a:cubicBezTo>
                <a:cubicBezTo>
                  <a:pt x="66" y="172"/>
                  <a:pt x="66" y="171"/>
                  <a:pt x="66" y="171"/>
                </a:cubicBezTo>
                <a:cubicBezTo>
                  <a:pt x="66" y="171"/>
                  <a:pt x="66" y="171"/>
                  <a:pt x="66" y="171"/>
                </a:cubicBezTo>
                <a:cubicBezTo>
                  <a:pt x="85" y="164"/>
                  <a:pt x="85" y="164"/>
                  <a:pt x="85" y="164"/>
                </a:cubicBezTo>
                <a:cubicBezTo>
                  <a:pt x="86" y="164"/>
                  <a:pt x="86" y="164"/>
                  <a:pt x="86" y="163"/>
                </a:cubicBezTo>
                <a:cubicBezTo>
                  <a:pt x="87" y="162"/>
                  <a:pt x="87" y="162"/>
                  <a:pt x="86" y="161"/>
                </a:cubicBezTo>
                <a:cubicBezTo>
                  <a:pt x="78" y="142"/>
                  <a:pt x="78" y="142"/>
                  <a:pt x="78" y="142"/>
                </a:cubicBezTo>
                <a:cubicBezTo>
                  <a:pt x="77" y="141"/>
                  <a:pt x="76" y="141"/>
                  <a:pt x="76" y="141"/>
                </a:cubicBezTo>
                <a:moveTo>
                  <a:pt x="96" y="154"/>
                </a:moveTo>
                <a:cubicBezTo>
                  <a:pt x="96" y="154"/>
                  <a:pt x="96" y="154"/>
                  <a:pt x="96" y="154"/>
                </a:cubicBezTo>
                <a:cubicBezTo>
                  <a:pt x="96" y="154"/>
                  <a:pt x="95" y="154"/>
                  <a:pt x="95" y="154"/>
                </a:cubicBezTo>
                <a:cubicBezTo>
                  <a:pt x="95" y="153"/>
                  <a:pt x="95" y="153"/>
                  <a:pt x="95" y="153"/>
                </a:cubicBezTo>
                <a:cubicBezTo>
                  <a:pt x="89" y="139"/>
                  <a:pt x="89" y="139"/>
                  <a:pt x="89" y="139"/>
                </a:cubicBezTo>
                <a:cubicBezTo>
                  <a:pt x="104" y="134"/>
                  <a:pt x="104" y="134"/>
                  <a:pt x="104" y="134"/>
                </a:cubicBezTo>
                <a:cubicBezTo>
                  <a:pt x="105" y="133"/>
                  <a:pt x="105" y="133"/>
                  <a:pt x="105" y="133"/>
                </a:cubicBezTo>
                <a:cubicBezTo>
                  <a:pt x="105" y="133"/>
                  <a:pt x="106" y="133"/>
                  <a:pt x="106" y="135"/>
                </a:cubicBezTo>
                <a:cubicBezTo>
                  <a:pt x="112" y="147"/>
                  <a:pt x="112" y="147"/>
                  <a:pt x="112" y="147"/>
                </a:cubicBezTo>
                <a:cubicBezTo>
                  <a:pt x="112" y="147"/>
                  <a:pt x="112" y="148"/>
                  <a:pt x="112" y="148"/>
                </a:cubicBezTo>
                <a:cubicBezTo>
                  <a:pt x="112" y="148"/>
                  <a:pt x="112" y="148"/>
                  <a:pt x="112" y="148"/>
                </a:cubicBezTo>
                <a:cubicBezTo>
                  <a:pt x="97" y="154"/>
                  <a:pt x="97" y="154"/>
                  <a:pt x="97" y="154"/>
                </a:cubicBezTo>
                <a:cubicBezTo>
                  <a:pt x="98" y="156"/>
                  <a:pt x="98" y="156"/>
                  <a:pt x="98" y="156"/>
                </a:cubicBezTo>
                <a:cubicBezTo>
                  <a:pt x="97" y="154"/>
                  <a:pt x="97" y="154"/>
                  <a:pt x="97" y="154"/>
                </a:cubicBezTo>
                <a:cubicBezTo>
                  <a:pt x="96" y="154"/>
                  <a:pt x="96" y="154"/>
                  <a:pt x="96" y="154"/>
                </a:cubicBezTo>
                <a:moveTo>
                  <a:pt x="105" y="129"/>
                </a:moveTo>
                <a:cubicBezTo>
                  <a:pt x="104" y="129"/>
                  <a:pt x="103" y="129"/>
                  <a:pt x="103" y="129"/>
                </a:cubicBezTo>
                <a:cubicBezTo>
                  <a:pt x="86" y="135"/>
                  <a:pt x="86" y="135"/>
                  <a:pt x="86" y="135"/>
                </a:cubicBezTo>
                <a:cubicBezTo>
                  <a:pt x="85" y="136"/>
                  <a:pt x="84" y="136"/>
                  <a:pt x="84" y="137"/>
                </a:cubicBezTo>
                <a:cubicBezTo>
                  <a:pt x="84" y="137"/>
                  <a:pt x="84" y="138"/>
                  <a:pt x="84" y="138"/>
                </a:cubicBezTo>
                <a:cubicBezTo>
                  <a:pt x="91" y="155"/>
                  <a:pt x="91" y="155"/>
                  <a:pt x="91" y="155"/>
                </a:cubicBezTo>
                <a:cubicBezTo>
                  <a:pt x="91" y="156"/>
                  <a:pt x="92" y="157"/>
                  <a:pt x="93" y="158"/>
                </a:cubicBezTo>
                <a:cubicBezTo>
                  <a:pt x="94" y="158"/>
                  <a:pt x="95" y="159"/>
                  <a:pt x="96" y="159"/>
                </a:cubicBezTo>
                <a:cubicBezTo>
                  <a:pt x="97" y="159"/>
                  <a:pt x="98" y="158"/>
                  <a:pt x="99" y="158"/>
                </a:cubicBezTo>
                <a:cubicBezTo>
                  <a:pt x="99" y="158"/>
                  <a:pt x="99" y="158"/>
                  <a:pt x="99" y="158"/>
                </a:cubicBezTo>
                <a:cubicBezTo>
                  <a:pt x="113" y="152"/>
                  <a:pt x="113" y="152"/>
                  <a:pt x="113" y="152"/>
                </a:cubicBezTo>
                <a:cubicBezTo>
                  <a:pt x="114" y="152"/>
                  <a:pt x="116" y="151"/>
                  <a:pt x="116" y="150"/>
                </a:cubicBezTo>
                <a:cubicBezTo>
                  <a:pt x="117" y="148"/>
                  <a:pt x="116" y="146"/>
                  <a:pt x="116" y="145"/>
                </a:cubicBezTo>
                <a:cubicBezTo>
                  <a:pt x="110" y="133"/>
                  <a:pt x="110" y="133"/>
                  <a:pt x="110" y="133"/>
                </a:cubicBezTo>
                <a:cubicBezTo>
                  <a:pt x="110" y="132"/>
                  <a:pt x="109" y="130"/>
                  <a:pt x="106" y="129"/>
                </a:cubicBezTo>
                <a:cubicBezTo>
                  <a:pt x="106" y="129"/>
                  <a:pt x="106" y="129"/>
                  <a:pt x="105" y="129"/>
                </a:cubicBezTo>
                <a:moveTo>
                  <a:pt x="125" y="141"/>
                </a:moveTo>
                <a:cubicBezTo>
                  <a:pt x="125" y="141"/>
                  <a:pt x="125" y="141"/>
                  <a:pt x="125" y="141"/>
                </a:cubicBezTo>
                <a:cubicBezTo>
                  <a:pt x="120" y="128"/>
                  <a:pt x="120" y="128"/>
                  <a:pt x="120" y="128"/>
                </a:cubicBezTo>
                <a:cubicBezTo>
                  <a:pt x="136" y="122"/>
                  <a:pt x="136" y="122"/>
                  <a:pt x="136" y="122"/>
                </a:cubicBezTo>
                <a:cubicBezTo>
                  <a:pt x="141" y="136"/>
                  <a:pt x="141" y="136"/>
                  <a:pt x="141" y="136"/>
                </a:cubicBezTo>
                <a:cubicBezTo>
                  <a:pt x="126" y="141"/>
                  <a:pt x="126" y="141"/>
                  <a:pt x="126" y="141"/>
                </a:cubicBezTo>
                <a:cubicBezTo>
                  <a:pt x="125" y="141"/>
                  <a:pt x="125" y="141"/>
                  <a:pt x="125" y="141"/>
                </a:cubicBezTo>
                <a:cubicBezTo>
                  <a:pt x="125" y="141"/>
                  <a:pt x="125" y="141"/>
                  <a:pt x="125" y="141"/>
                </a:cubicBezTo>
                <a:moveTo>
                  <a:pt x="137" y="117"/>
                </a:moveTo>
                <a:cubicBezTo>
                  <a:pt x="137" y="117"/>
                  <a:pt x="136" y="117"/>
                  <a:pt x="136" y="117"/>
                </a:cubicBezTo>
                <a:cubicBezTo>
                  <a:pt x="117" y="124"/>
                  <a:pt x="117" y="124"/>
                  <a:pt x="117" y="124"/>
                </a:cubicBezTo>
                <a:cubicBezTo>
                  <a:pt x="117" y="124"/>
                  <a:pt x="117" y="124"/>
                  <a:pt x="117" y="124"/>
                </a:cubicBezTo>
                <a:cubicBezTo>
                  <a:pt x="115" y="125"/>
                  <a:pt x="115" y="126"/>
                  <a:pt x="115" y="127"/>
                </a:cubicBezTo>
                <a:cubicBezTo>
                  <a:pt x="121" y="142"/>
                  <a:pt x="121" y="142"/>
                  <a:pt x="121" y="142"/>
                </a:cubicBezTo>
                <a:cubicBezTo>
                  <a:pt x="121" y="143"/>
                  <a:pt x="122" y="145"/>
                  <a:pt x="123" y="146"/>
                </a:cubicBezTo>
                <a:cubicBezTo>
                  <a:pt x="124" y="146"/>
                  <a:pt x="124" y="146"/>
                  <a:pt x="125" y="146"/>
                </a:cubicBezTo>
                <a:cubicBezTo>
                  <a:pt x="126" y="146"/>
                  <a:pt x="126" y="146"/>
                  <a:pt x="127" y="145"/>
                </a:cubicBezTo>
                <a:cubicBezTo>
                  <a:pt x="145" y="139"/>
                  <a:pt x="145" y="139"/>
                  <a:pt x="145" y="139"/>
                </a:cubicBezTo>
                <a:cubicBezTo>
                  <a:pt x="145" y="139"/>
                  <a:pt x="145" y="139"/>
                  <a:pt x="145" y="139"/>
                </a:cubicBezTo>
                <a:cubicBezTo>
                  <a:pt x="146" y="139"/>
                  <a:pt x="146" y="139"/>
                  <a:pt x="146" y="138"/>
                </a:cubicBezTo>
                <a:cubicBezTo>
                  <a:pt x="147" y="138"/>
                  <a:pt x="147" y="137"/>
                  <a:pt x="146" y="136"/>
                </a:cubicBezTo>
                <a:cubicBezTo>
                  <a:pt x="139" y="118"/>
                  <a:pt x="139" y="118"/>
                  <a:pt x="139" y="118"/>
                </a:cubicBezTo>
                <a:cubicBezTo>
                  <a:pt x="139" y="117"/>
                  <a:pt x="138" y="117"/>
                  <a:pt x="137" y="117"/>
                </a:cubicBezTo>
                <a:moveTo>
                  <a:pt x="54" y="137"/>
                </a:moveTo>
                <a:cubicBezTo>
                  <a:pt x="48" y="124"/>
                  <a:pt x="48" y="124"/>
                  <a:pt x="48" y="124"/>
                </a:cubicBezTo>
                <a:cubicBezTo>
                  <a:pt x="64" y="118"/>
                  <a:pt x="64" y="118"/>
                  <a:pt x="64" y="118"/>
                </a:cubicBezTo>
                <a:cubicBezTo>
                  <a:pt x="70" y="130"/>
                  <a:pt x="70" y="130"/>
                  <a:pt x="70" y="130"/>
                </a:cubicBezTo>
                <a:cubicBezTo>
                  <a:pt x="71" y="132"/>
                  <a:pt x="71" y="132"/>
                  <a:pt x="71" y="132"/>
                </a:cubicBezTo>
                <a:cubicBezTo>
                  <a:pt x="71" y="132"/>
                  <a:pt x="70" y="132"/>
                  <a:pt x="70" y="132"/>
                </a:cubicBezTo>
                <a:cubicBezTo>
                  <a:pt x="54" y="137"/>
                  <a:pt x="54" y="137"/>
                  <a:pt x="54" y="137"/>
                </a:cubicBezTo>
                <a:moveTo>
                  <a:pt x="65" y="113"/>
                </a:moveTo>
                <a:cubicBezTo>
                  <a:pt x="65" y="113"/>
                  <a:pt x="65" y="113"/>
                  <a:pt x="65" y="113"/>
                </a:cubicBezTo>
                <a:cubicBezTo>
                  <a:pt x="44" y="120"/>
                  <a:pt x="44" y="120"/>
                  <a:pt x="44" y="120"/>
                </a:cubicBezTo>
                <a:cubicBezTo>
                  <a:pt x="43" y="121"/>
                  <a:pt x="43" y="121"/>
                  <a:pt x="43" y="122"/>
                </a:cubicBezTo>
                <a:cubicBezTo>
                  <a:pt x="42" y="122"/>
                  <a:pt x="42" y="123"/>
                  <a:pt x="43" y="123"/>
                </a:cubicBezTo>
                <a:cubicBezTo>
                  <a:pt x="51" y="141"/>
                  <a:pt x="51" y="141"/>
                  <a:pt x="51" y="141"/>
                </a:cubicBezTo>
                <a:cubicBezTo>
                  <a:pt x="52" y="142"/>
                  <a:pt x="52" y="142"/>
                  <a:pt x="53" y="142"/>
                </a:cubicBezTo>
                <a:cubicBezTo>
                  <a:pt x="54" y="142"/>
                  <a:pt x="54" y="142"/>
                  <a:pt x="54" y="142"/>
                </a:cubicBezTo>
                <a:cubicBezTo>
                  <a:pt x="71" y="137"/>
                  <a:pt x="71" y="137"/>
                  <a:pt x="71" y="137"/>
                </a:cubicBezTo>
                <a:cubicBezTo>
                  <a:pt x="72" y="137"/>
                  <a:pt x="72" y="137"/>
                  <a:pt x="72" y="137"/>
                </a:cubicBezTo>
                <a:cubicBezTo>
                  <a:pt x="72" y="136"/>
                  <a:pt x="73" y="136"/>
                  <a:pt x="74" y="135"/>
                </a:cubicBezTo>
                <a:cubicBezTo>
                  <a:pt x="76" y="132"/>
                  <a:pt x="75" y="129"/>
                  <a:pt x="74" y="128"/>
                </a:cubicBezTo>
                <a:cubicBezTo>
                  <a:pt x="67" y="114"/>
                  <a:pt x="67" y="114"/>
                  <a:pt x="67" y="114"/>
                </a:cubicBezTo>
                <a:cubicBezTo>
                  <a:pt x="67" y="113"/>
                  <a:pt x="66" y="113"/>
                  <a:pt x="65" y="113"/>
                </a:cubicBezTo>
                <a:moveTo>
                  <a:pt x="85" y="125"/>
                </a:moveTo>
                <a:cubicBezTo>
                  <a:pt x="78" y="113"/>
                  <a:pt x="78" y="113"/>
                  <a:pt x="78" y="113"/>
                </a:cubicBezTo>
                <a:cubicBezTo>
                  <a:pt x="78" y="112"/>
                  <a:pt x="78" y="112"/>
                  <a:pt x="78" y="112"/>
                </a:cubicBezTo>
                <a:cubicBezTo>
                  <a:pt x="91" y="107"/>
                  <a:pt x="91" y="107"/>
                  <a:pt x="91" y="107"/>
                </a:cubicBezTo>
                <a:cubicBezTo>
                  <a:pt x="92" y="106"/>
                  <a:pt x="92" y="106"/>
                  <a:pt x="93" y="106"/>
                </a:cubicBezTo>
                <a:cubicBezTo>
                  <a:pt x="93" y="106"/>
                  <a:pt x="93" y="106"/>
                  <a:pt x="93" y="106"/>
                </a:cubicBezTo>
                <a:cubicBezTo>
                  <a:pt x="94" y="107"/>
                  <a:pt x="94" y="108"/>
                  <a:pt x="94" y="108"/>
                </a:cubicBezTo>
                <a:cubicBezTo>
                  <a:pt x="99" y="120"/>
                  <a:pt x="99" y="120"/>
                  <a:pt x="99" y="120"/>
                </a:cubicBezTo>
                <a:cubicBezTo>
                  <a:pt x="85" y="125"/>
                  <a:pt x="85" y="125"/>
                  <a:pt x="85" y="125"/>
                </a:cubicBezTo>
                <a:moveTo>
                  <a:pt x="93" y="102"/>
                </a:moveTo>
                <a:cubicBezTo>
                  <a:pt x="92" y="102"/>
                  <a:pt x="91" y="102"/>
                  <a:pt x="90" y="103"/>
                </a:cubicBezTo>
                <a:cubicBezTo>
                  <a:pt x="76" y="108"/>
                  <a:pt x="76" y="108"/>
                  <a:pt x="76" y="108"/>
                </a:cubicBezTo>
                <a:cubicBezTo>
                  <a:pt x="76" y="108"/>
                  <a:pt x="75" y="109"/>
                  <a:pt x="74" y="110"/>
                </a:cubicBezTo>
                <a:cubicBezTo>
                  <a:pt x="73" y="111"/>
                  <a:pt x="73" y="112"/>
                  <a:pt x="74" y="115"/>
                </a:cubicBezTo>
                <a:cubicBezTo>
                  <a:pt x="82" y="129"/>
                  <a:pt x="82" y="129"/>
                  <a:pt x="82" y="129"/>
                </a:cubicBezTo>
                <a:cubicBezTo>
                  <a:pt x="82" y="130"/>
                  <a:pt x="83" y="130"/>
                  <a:pt x="84" y="130"/>
                </a:cubicBezTo>
                <a:cubicBezTo>
                  <a:pt x="84" y="130"/>
                  <a:pt x="84" y="130"/>
                  <a:pt x="85" y="130"/>
                </a:cubicBezTo>
                <a:cubicBezTo>
                  <a:pt x="103" y="123"/>
                  <a:pt x="103" y="123"/>
                  <a:pt x="103" y="123"/>
                </a:cubicBezTo>
                <a:cubicBezTo>
                  <a:pt x="103" y="123"/>
                  <a:pt x="103" y="123"/>
                  <a:pt x="103" y="123"/>
                </a:cubicBezTo>
                <a:cubicBezTo>
                  <a:pt x="104" y="123"/>
                  <a:pt x="104" y="123"/>
                  <a:pt x="104" y="122"/>
                </a:cubicBezTo>
                <a:cubicBezTo>
                  <a:pt x="105" y="122"/>
                  <a:pt x="105" y="121"/>
                  <a:pt x="104" y="120"/>
                </a:cubicBezTo>
                <a:cubicBezTo>
                  <a:pt x="98" y="107"/>
                  <a:pt x="98" y="107"/>
                  <a:pt x="98" y="107"/>
                </a:cubicBezTo>
                <a:cubicBezTo>
                  <a:pt x="98" y="105"/>
                  <a:pt x="97" y="103"/>
                  <a:pt x="95" y="102"/>
                </a:cubicBezTo>
                <a:cubicBezTo>
                  <a:pt x="94" y="102"/>
                  <a:pt x="94" y="102"/>
                  <a:pt x="93" y="102"/>
                </a:cubicBezTo>
                <a:moveTo>
                  <a:pt x="115" y="114"/>
                </a:moveTo>
                <a:cubicBezTo>
                  <a:pt x="112" y="109"/>
                  <a:pt x="110" y="104"/>
                  <a:pt x="109" y="99"/>
                </a:cubicBezTo>
                <a:cubicBezTo>
                  <a:pt x="125" y="93"/>
                  <a:pt x="125" y="93"/>
                  <a:pt x="125" y="93"/>
                </a:cubicBezTo>
                <a:cubicBezTo>
                  <a:pt x="131" y="108"/>
                  <a:pt x="131" y="108"/>
                  <a:pt x="131" y="108"/>
                </a:cubicBezTo>
                <a:cubicBezTo>
                  <a:pt x="115" y="114"/>
                  <a:pt x="115" y="114"/>
                  <a:pt x="115" y="114"/>
                </a:cubicBezTo>
                <a:moveTo>
                  <a:pt x="126" y="88"/>
                </a:moveTo>
                <a:cubicBezTo>
                  <a:pt x="126" y="88"/>
                  <a:pt x="125" y="88"/>
                  <a:pt x="125" y="88"/>
                </a:cubicBezTo>
                <a:cubicBezTo>
                  <a:pt x="106" y="95"/>
                  <a:pt x="106" y="95"/>
                  <a:pt x="106" y="95"/>
                </a:cubicBezTo>
                <a:cubicBezTo>
                  <a:pt x="105" y="96"/>
                  <a:pt x="104" y="97"/>
                  <a:pt x="104" y="98"/>
                </a:cubicBezTo>
                <a:cubicBezTo>
                  <a:pt x="106" y="105"/>
                  <a:pt x="108" y="112"/>
                  <a:pt x="112" y="118"/>
                </a:cubicBezTo>
                <a:cubicBezTo>
                  <a:pt x="112" y="118"/>
                  <a:pt x="113" y="119"/>
                  <a:pt x="114" y="119"/>
                </a:cubicBezTo>
                <a:cubicBezTo>
                  <a:pt x="114" y="119"/>
                  <a:pt x="114" y="119"/>
                  <a:pt x="115" y="119"/>
                </a:cubicBezTo>
                <a:cubicBezTo>
                  <a:pt x="134" y="111"/>
                  <a:pt x="134" y="111"/>
                  <a:pt x="134" y="111"/>
                </a:cubicBezTo>
                <a:cubicBezTo>
                  <a:pt x="135" y="111"/>
                  <a:pt x="135" y="111"/>
                  <a:pt x="135" y="111"/>
                </a:cubicBezTo>
                <a:cubicBezTo>
                  <a:pt x="135" y="111"/>
                  <a:pt x="135" y="111"/>
                  <a:pt x="135" y="111"/>
                </a:cubicBezTo>
                <a:cubicBezTo>
                  <a:pt x="135" y="111"/>
                  <a:pt x="136" y="110"/>
                  <a:pt x="136" y="110"/>
                </a:cubicBezTo>
                <a:cubicBezTo>
                  <a:pt x="136" y="109"/>
                  <a:pt x="136" y="109"/>
                  <a:pt x="136" y="108"/>
                </a:cubicBezTo>
                <a:cubicBezTo>
                  <a:pt x="128" y="89"/>
                  <a:pt x="128" y="89"/>
                  <a:pt x="128" y="89"/>
                </a:cubicBezTo>
                <a:cubicBezTo>
                  <a:pt x="128" y="89"/>
                  <a:pt x="127" y="88"/>
                  <a:pt x="126" y="88"/>
                </a:cubicBezTo>
                <a:moveTo>
                  <a:pt x="43" y="110"/>
                </a:moveTo>
                <a:cubicBezTo>
                  <a:pt x="37" y="95"/>
                  <a:pt x="37" y="95"/>
                  <a:pt x="37" y="95"/>
                </a:cubicBezTo>
                <a:cubicBezTo>
                  <a:pt x="53" y="90"/>
                  <a:pt x="53" y="90"/>
                  <a:pt x="53" y="90"/>
                </a:cubicBezTo>
                <a:cubicBezTo>
                  <a:pt x="59" y="104"/>
                  <a:pt x="59" y="104"/>
                  <a:pt x="59" y="104"/>
                </a:cubicBezTo>
                <a:cubicBezTo>
                  <a:pt x="60" y="104"/>
                  <a:pt x="60" y="104"/>
                  <a:pt x="60" y="104"/>
                </a:cubicBezTo>
                <a:cubicBezTo>
                  <a:pt x="59" y="104"/>
                  <a:pt x="59" y="104"/>
                  <a:pt x="59" y="104"/>
                </a:cubicBezTo>
                <a:cubicBezTo>
                  <a:pt x="43" y="110"/>
                  <a:pt x="43" y="110"/>
                  <a:pt x="43" y="110"/>
                </a:cubicBezTo>
                <a:moveTo>
                  <a:pt x="54" y="85"/>
                </a:moveTo>
                <a:cubicBezTo>
                  <a:pt x="54" y="85"/>
                  <a:pt x="54" y="85"/>
                  <a:pt x="54" y="85"/>
                </a:cubicBezTo>
                <a:cubicBezTo>
                  <a:pt x="34" y="92"/>
                  <a:pt x="34" y="92"/>
                  <a:pt x="34" y="92"/>
                </a:cubicBezTo>
                <a:cubicBezTo>
                  <a:pt x="33" y="92"/>
                  <a:pt x="33" y="92"/>
                  <a:pt x="32" y="93"/>
                </a:cubicBezTo>
                <a:cubicBezTo>
                  <a:pt x="32" y="94"/>
                  <a:pt x="32" y="94"/>
                  <a:pt x="32" y="95"/>
                </a:cubicBezTo>
                <a:cubicBezTo>
                  <a:pt x="40" y="114"/>
                  <a:pt x="40" y="114"/>
                  <a:pt x="40" y="114"/>
                </a:cubicBezTo>
                <a:cubicBezTo>
                  <a:pt x="40" y="115"/>
                  <a:pt x="41" y="116"/>
                  <a:pt x="42" y="116"/>
                </a:cubicBezTo>
                <a:cubicBezTo>
                  <a:pt x="42" y="116"/>
                  <a:pt x="43" y="116"/>
                  <a:pt x="43" y="115"/>
                </a:cubicBezTo>
                <a:cubicBezTo>
                  <a:pt x="43" y="115"/>
                  <a:pt x="43" y="115"/>
                  <a:pt x="43" y="115"/>
                </a:cubicBezTo>
                <a:cubicBezTo>
                  <a:pt x="61" y="109"/>
                  <a:pt x="61" y="109"/>
                  <a:pt x="61" y="109"/>
                </a:cubicBezTo>
                <a:cubicBezTo>
                  <a:pt x="62" y="108"/>
                  <a:pt x="63" y="108"/>
                  <a:pt x="64" y="106"/>
                </a:cubicBezTo>
                <a:cubicBezTo>
                  <a:pt x="65" y="104"/>
                  <a:pt x="64" y="103"/>
                  <a:pt x="63" y="102"/>
                </a:cubicBezTo>
                <a:cubicBezTo>
                  <a:pt x="56" y="86"/>
                  <a:pt x="56" y="86"/>
                  <a:pt x="56" y="86"/>
                </a:cubicBezTo>
                <a:cubicBezTo>
                  <a:pt x="56" y="85"/>
                  <a:pt x="55" y="85"/>
                  <a:pt x="54" y="85"/>
                </a:cubicBezTo>
                <a:moveTo>
                  <a:pt x="73" y="98"/>
                </a:moveTo>
                <a:cubicBezTo>
                  <a:pt x="68" y="84"/>
                  <a:pt x="68" y="84"/>
                  <a:pt x="68" y="84"/>
                </a:cubicBezTo>
                <a:cubicBezTo>
                  <a:pt x="83" y="78"/>
                  <a:pt x="83" y="78"/>
                  <a:pt x="83" y="78"/>
                </a:cubicBezTo>
                <a:cubicBezTo>
                  <a:pt x="83" y="78"/>
                  <a:pt x="83" y="78"/>
                  <a:pt x="83" y="78"/>
                </a:cubicBezTo>
                <a:cubicBezTo>
                  <a:pt x="84" y="79"/>
                  <a:pt x="84" y="79"/>
                  <a:pt x="84" y="79"/>
                </a:cubicBezTo>
                <a:cubicBezTo>
                  <a:pt x="89" y="92"/>
                  <a:pt x="89" y="92"/>
                  <a:pt x="89" y="92"/>
                </a:cubicBezTo>
                <a:cubicBezTo>
                  <a:pt x="73" y="98"/>
                  <a:pt x="73" y="98"/>
                  <a:pt x="73" y="98"/>
                </a:cubicBezTo>
                <a:moveTo>
                  <a:pt x="84" y="74"/>
                </a:moveTo>
                <a:cubicBezTo>
                  <a:pt x="82" y="74"/>
                  <a:pt x="82" y="74"/>
                  <a:pt x="81" y="74"/>
                </a:cubicBezTo>
                <a:cubicBezTo>
                  <a:pt x="64" y="80"/>
                  <a:pt x="64" y="80"/>
                  <a:pt x="64" y="80"/>
                </a:cubicBezTo>
                <a:cubicBezTo>
                  <a:pt x="63" y="80"/>
                  <a:pt x="63" y="81"/>
                  <a:pt x="63" y="81"/>
                </a:cubicBezTo>
                <a:cubicBezTo>
                  <a:pt x="62" y="82"/>
                  <a:pt x="62" y="83"/>
                  <a:pt x="63" y="83"/>
                </a:cubicBezTo>
                <a:cubicBezTo>
                  <a:pt x="70" y="102"/>
                  <a:pt x="70" y="102"/>
                  <a:pt x="70" y="102"/>
                </a:cubicBezTo>
                <a:cubicBezTo>
                  <a:pt x="70" y="103"/>
                  <a:pt x="71" y="103"/>
                  <a:pt x="72" y="103"/>
                </a:cubicBezTo>
                <a:cubicBezTo>
                  <a:pt x="72" y="103"/>
                  <a:pt x="73" y="103"/>
                  <a:pt x="73" y="103"/>
                </a:cubicBezTo>
                <a:cubicBezTo>
                  <a:pt x="93" y="96"/>
                  <a:pt x="93" y="96"/>
                  <a:pt x="93" y="96"/>
                </a:cubicBezTo>
                <a:cubicBezTo>
                  <a:pt x="93" y="96"/>
                  <a:pt x="93" y="96"/>
                  <a:pt x="93" y="96"/>
                </a:cubicBezTo>
                <a:cubicBezTo>
                  <a:pt x="93" y="96"/>
                  <a:pt x="94" y="95"/>
                  <a:pt x="94" y="95"/>
                </a:cubicBezTo>
                <a:cubicBezTo>
                  <a:pt x="94" y="94"/>
                  <a:pt x="94" y="93"/>
                  <a:pt x="94" y="93"/>
                </a:cubicBezTo>
                <a:cubicBezTo>
                  <a:pt x="88" y="77"/>
                  <a:pt x="88" y="77"/>
                  <a:pt x="88" y="77"/>
                </a:cubicBezTo>
                <a:cubicBezTo>
                  <a:pt x="87" y="76"/>
                  <a:pt x="87" y="75"/>
                  <a:pt x="85" y="74"/>
                </a:cubicBezTo>
                <a:cubicBezTo>
                  <a:pt x="85" y="74"/>
                  <a:pt x="84" y="74"/>
                  <a:pt x="84" y="74"/>
                </a:cubicBezTo>
                <a:moveTo>
                  <a:pt x="103" y="87"/>
                </a:moveTo>
                <a:cubicBezTo>
                  <a:pt x="98" y="72"/>
                  <a:pt x="98" y="72"/>
                  <a:pt x="98" y="72"/>
                </a:cubicBezTo>
                <a:cubicBezTo>
                  <a:pt x="113" y="66"/>
                  <a:pt x="113" y="66"/>
                  <a:pt x="113" y="66"/>
                </a:cubicBezTo>
                <a:cubicBezTo>
                  <a:pt x="120" y="80"/>
                  <a:pt x="120" y="80"/>
                  <a:pt x="120" y="80"/>
                </a:cubicBezTo>
                <a:cubicBezTo>
                  <a:pt x="103" y="87"/>
                  <a:pt x="103" y="87"/>
                  <a:pt x="103" y="87"/>
                </a:cubicBezTo>
                <a:moveTo>
                  <a:pt x="114" y="61"/>
                </a:moveTo>
                <a:cubicBezTo>
                  <a:pt x="114" y="61"/>
                  <a:pt x="113" y="61"/>
                  <a:pt x="113" y="61"/>
                </a:cubicBezTo>
                <a:cubicBezTo>
                  <a:pt x="113" y="61"/>
                  <a:pt x="113" y="61"/>
                  <a:pt x="113" y="61"/>
                </a:cubicBezTo>
                <a:cubicBezTo>
                  <a:pt x="94" y="69"/>
                  <a:pt x="94" y="69"/>
                  <a:pt x="94" y="69"/>
                </a:cubicBezTo>
                <a:cubicBezTo>
                  <a:pt x="93" y="69"/>
                  <a:pt x="92" y="71"/>
                  <a:pt x="93" y="72"/>
                </a:cubicBezTo>
                <a:cubicBezTo>
                  <a:pt x="100" y="91"/>
                  <a:pt x="100" y="91"/>
                  <a:pt x="100" y="91"/>
                </a:cubicBezTo>
                <a:cubicBezTo>
                  <a:pt x="100" y="91"/>
                  <a:pt x="101" y="92"/>
                  <a:pt x="102" y="92"/>
                </a:cubicBezTo>
                <a:cubicBezTo>
                  <a:pt x="102" y="92"/>
                  <a:pt x="102" y="92"/>
                  <a:pt x="102" y="92"/>
                </a:cubicBezTo>
                <a:cubicBezTo>
                  <a:pt x="103" y="92"/>
                  <a:pt x="103" y="92"/>
                  <a:pt x="103" y="92"/>
                </a:cubicBezTo>
                <a:cubicBezTo>
                  <a:pt x="103" y="92"/>
                  <a:pt x="103" y="92"/>
                  <a:pt x="103" y="92"/>
                </a:cubicBezTo>
                <a:cubicBezTo>
                  <a:pt x="123" y="83"/>
                  <a:pt x="123" y="83"/>
                  <a:pt x="123" y="83"/>
                </a:cubicBezTo>
                <a:cubicBezTo>
                  <a:pt x="124" y="83"/>
                  <a:pt x="124" y="83"/>
                  <a:pt x="125" y="82"/>
                </a:cubicBezTo>
                <a:cubicBezTo>
                  <a:pt x="125" y="82"/>
                  <a:pt x="125" y="81"/>
                  <a:pt x="125" y="80"/>
                </a:cubicBezTo>
                <a:cubicBezTo>
                  <a:pt x="116" y="62"/>
                  <a:pt x="116" y="62"/>
                  <a:pt x="116" y="62"/>
                </a:cubicBezTo>
                <a:cubicBezTo>
                  <a:pt x="116" y="61"/>
                  <a:pt x="115" y="61"/>
                  <a:pt x="114" y="61"/>
                </a:cubicBezTo>
                <a:moveTo>
                  <a:pt x="34" y="68"/>
                </a:moveTo>
                <a:cubicBezTo>
                  <a:pt x="27" y="53"/>
                  <a:pt x="27" y="53"/>
                  <a:pt x="27" y="53"/>
                </a:cubicBezTo>
                <a:cubicBezTo>
                  <a:pt x="92" y="29"/>
                  <a:pt x="92" y="29"/>
                  <a:pt x="92" y="29"/>
                </a:cubicBezTo>
                <a:cubicBezTo>
                  <a:pt x="97" y="40"/>
                  <a:pt x="97" y="40"/>
                  <a:pt x="97" y="40"/>
                </a:cubicBezTo>
                <a:cubicBezTo>
                  <a:pt x="97" y="41"/>
                  <a:pt x="97" y="42"/>
                  <a:pt x="97" y="42"/>
                </a:cubicBezTo>
                <a:cubicBezTo>
                  <a:pt x="97" y="43"/>
                  <a:pt x="96" y="43"/>
                  <a:pt x="95" y="44"/>
                </a:cubicBezTo>
                <a:cubicBezTo>
                  <a:pt x="34" y="68"/>
                  <a:pt x="34" y="68"/>
                  <a:pt x="34" y="68"/>
                </a:cubicBezTo>
                <a:moveTo>
                  <a:pt x="93" y="24"/>
                </a:moveTo>
                <a:cubicBezTo>
                  <a:pt x="92" y="24"/>
                  <a:pt x="92" y="24"/>
                  <a:pt x="92" y="24"/>
                </a:cubicBezTo>
                <a:cubicBezTo>
                  <a:pt x="24" y="50"/>
                  <a:pt x="24" y="50"/>
                  <a:pt x="24" y="50"/>
                </a:cubicBezTo>
                <a:cubicBezTo>
                  <a:pt x="23" y="50"/>
                  <a:pt x="23" y="50"/>
                  <a:pt x="22" y="51"/>
                </a:cubicBezTo>
                <a:cubicBezTo>
                  <a:pt x="22" y="51"/>
                  <a:pt x="22" y="52"/>
                  <a:pt x="22" y="53"/>
                </a:cubicBezTo>
                <a:cubicBezTo>
                  <a:pt x="30" y="71"/>
                  <a:pt x="30" y="71"/>
                  <a:pt x="30" y="71"/>
                </a:cubicBezTo>
                <a:cubicBezTo>
                  <a:pt x="31" y="72"/>
                  <a:pt x="32" y="73"/>
                  <a:pt x="33" y="73"/>
                </a:cubicBezTo>
                <a:cubicBezTo>
                  <a:pt x="33" y="73"/>
                  <a:pt x="33" y="73"/>
                  <a:pt x="33" y="73"/>
                </a:cubicBezTo>
                <a:cubicBezTo>
                  <a:pt x="33" y="73"/>
                  <a:pt x="33" y="73"/>
                  <a:pt x="33" y="73"/>
                </a:cubicBezTo>
                <a:cubicBezTo>
                  <a:pt x="97" y="48"/>
                  <a:pt x="97" y="48"/>
                  <a:pt x="97" y="48"/>
                </a:cubicBezTo>
                <a:cubicBezTo>
                  <a:pt x="98" y="47"/>
                  <a:pt x="101" y="46"/>
                  <a:pt x="101" y="44"/>
                </a:cubicBezTo>
                <a:cubicBezTo>
                  <a:pt x="102" y="42"/>
                  <a:pt x="101" y="40"/>
                  <a:pt x="101" y="38"/>
                </a:cubicBezTo>
                <a:cubicBezTo>
                  <a:pt x="95" y="25"/>
                  <a:pt x="95" y="25"/>
                  <a:pt x="95" y="25"/>
                </a:cubicBezTo>
                <a:cubicBezTo>
                  <a:pt x="94" y="25"/>
                  <a:pt x="94" y="24"/>
                  <a:pt x="93" y="24"/>
                </a:cubicBezTo>
                <a:moveTo>
                  <a:pt x="57" y="178"/>
                </a:moveTo>
                <a:cubicBezTo>
                  <a:pt x="47" y="156"/>
                  <a:pt x="47" y="156"/>
                  <a:pt x="47" y="156"/>
                </a:cubicBezTo>
                <a:cubicBezTo>
                  <a:pt x="31" y="120"/>
                  <a:pt x="14" y="83"/>
                  <a:pt x="5" y="44"/>
                </a:cubicBezTo>
                <a:cubicBezTo>
                  <a:pt x="108" y="5"/>
                  <a:pt x="108" y="5"/>
                  <a:pt x="108" y="5"/>
                </a:cubicBezTo>
                <a:cubicBezTo>
                  <a:pt x="155" y="135"/>
                  <a:pt x="155" y="135"/>
                  <a:pt x="155" y="135"/>
                </a:cubicBezTo>
                <a:cubicBezTo>
                  <a:pt x="156" y="137"/>
                  <a:pt x="157" y="139"/>
                  <a:pt x="156" y="140"/>
                </a:cubicBezTo>
                <a:cubicBezTo>
                  <a:pt x="155" y="141"/>
                  <a:pt x="154" y="141"/>
                  <a:pt x="153" y="142"/>
                </a:cubicBezTo>
                <a:cubicBezTo>
                  <a:pt x="153" y="144"/>
                  <a:pt x="153" y="144"/>
                  <a:pt x="153" y="144"/>
                </a:cubicBezTo>
                <a:cubicBezTo>
                  <a:pt x="152" y="142"/>
                  <a:pt x="152" y="142"/>
                  <a:pt x="152" y="142"/>
                </a:cubicBezTo>
                <a:cubicBezTo>
                  <a:pt x="57" y="178"/>
                  <a:pt x="57" y="178"/>
                  <a:pt x="57" y="178"/>
                </a:cubicBezTo>
                <a:moveTo>
                  <a:pt x="109" y="0"/>
                </a:moveTo>
                <a:cubicBezTo>
                  <a:pt x="109" y="0"/>
                  <a:pt x="108" y="0"/>
                  <a:pt x="108" y="0"/>
                </a:cubicBezTo>
                <a:cubicBezTo>
                  <a:pt x="108" y="0"/>
                  <a:pt x="108" y="0"/>
                  <a:pt x="108" y="0"/>
                </a:cubicBezTo>
                <a:cubicBezTo>
                  <a:pt x="1" y="41"/>
                  <a:pt x="1" y="41"/>
                  <a:pt x="1" y="41"/>
                </a:cubicBezTo>
                <a:cubicBezTo>
                  <a:pt x="0" y="41"/>
                  <a:pt x="0" y="43"/>
                  <a:pt x="0" y="44"/>
                </a:cubicBezTo>
                <a:cubicBezTo>
                  <a:pt x="9" y="84"/>
                  <a:pt x="26" y="121"/>
                  <a:pt x="43" y="158"/>
                </a:cubicBezTo>
                <a:cubicBezTo>
                  <a:pt x="54" y="182"/>
                  <a:pt x="54" y="182"/>
                  <a:pt x="54" y="182"/>
                </a:cubicBezTo>
                <a:cubicBezTo>
                  <a:pt x="54" y="183"/>
                  <a:pt x="55" y="183"/>
                  <a:pt x="56" y="183"/>
                </a:cubicBezTo>
                <a:cubicBezTo>
                  <a:pt x="56" y="183"/>
                  <a:pt x="56" y="183"/>
                  <a:pt x="57" y="183"/>
                </a:cubicBezTo>
                <a:cubicBezTo>
                  <a:pt x="154" y="146"/>
                  <a:pt x="154" y="146"/>
                  <a:pt x="154" y="146"/>
                </a:cubicBezTo>
                <a:cubicBezTo>
                  <a:pt x="154" y="146"/>
                  <a:pt x="154" y="146"/>
                  <a:pt x="154" y="146"/>
                </a:cubicBezTo>
                <a:cubicBezTo>
                  <a:pt x="156" y="145"/>
                  <a:pt x="159" y="144"/>
                  <a:pt x="160" y="142"/>
                </a:cubicBezTo>
                <a:cubicBezTo>
                  <a:pt x="162" y="139"/>
                  <a:pt x="160" y="135"/>
                  <a:pt x="160" y="133"/>
                </a:cubicBezTo>
                <a:cubicBezTo>
                  <a:pt x="111" y="1"/>
                  <a:pt x="111" y="1"/>
                  <a:pt x="111" y="1"/>
                </a:cubicBezTo>
                <a:cubicBezTo>
                  <a:pt x="111" y="0"/>
                  <a:pt x="110" y="0"/>
                  <a:pt x="110" y="0"/>
                </a:cubicBezTo>
                <a:cubicBezTo>
                  <a:pt x="110" y="0"/>
                  <a:pt x="109" y="0"/>
                  <a:pt x="109"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9" name="Freeform 103">
            <a:extLst>
              <a:ext uri="{FF2B5EF4-FFF2-40B4-BE49-F238E27FC236}">
                <a16:creationId xmlns:a16="http://schemas.microsoft.com/office/drawing/2014/main" id="{A18C3032-D3E3-491B-9448-DDAF95960DFD}"/>
              </a:ext>
            </a:extLst>
          </p:cNvPr>
          <p:cNvSpPr>
            <a:spLocks noEditPoints="1"/>
          </p:cNvSpPr>
          <p:nvPr/>
        </p:nvSpPr>
        <p:spPr bwMode="auto">
          <a:xfrm>
            <a:off x="1711325" y="2881313"/>
            <a:ext cx="608013" cy="611188"/>
          </a:xfrm>
          <a:custGeom>
            <a:avLst/>
            <a:gdLst>
              <a:gd name="T0" fmla="*/ 51 w 170"/>
              <a:gd name="T1" fmla="*/ 149 h 170"/>
              <a:gd name="T2" fmla="*/ 73 w 170"/>
              <a:gd name="T3" fmla="*/ 123 h 170"/>
              <a:gd name="T4" fmla="*/ 140 w 170"/>
              <a:gd name="T5" fmla="*/ 79 h 170"/>
              <a:gd name="T6" fmla="*/ 131 w 170"/>
              <a:gd name="T7" fmla="*/ 124 h 170"/>
              <a:gd name="T8" fmla="*/ 56 w 170"/>
              <a:gd name="T9" fmla="*/ 23 h 170"/>
              <a:gd name="T10" fmla="*/ 48 w 170"/>
              <a:gd name="T11" fmla="*/ 70 h 170"/>
              <a:gd name="T12" fmla="*/ 44 w 170"/>
              <a:gd name="T13" fmla="*/ 95 h 170"/>
              <a:gd name="T14" fmla="*/ 66 w 170"/>
              <a:gd name="T15" fmla="*/ 92 h 170"/>
              <a:gd name="T16" fmla="*/ 82 w 170"/>
              <a:gd name="T17" fmla="*/ 109 h 170"/>
              <a:gd name="T18" fmla="*/ 82 w 170"/>
              <a:gd name="T19" fmla="*/ 146 h 170"/>
              <a:gd name="T20" fmla="*/ 62 w 170"/>
              <a:gd name="T21" fmla="*/ 160 h 170"/>
              <a:gd name="T22" fmla="*/ 32 w 170"/>
              <a:gd name="T23" fmla="*/ 156 h 170"/>
              <a:gd name="T24" fmla="*/ 11 w 170"/>
              <a:gd name="T25" fmla="*/ 146 h 170"/>
              <a:gd name="T26" fmla="*/ 12 w 170"/>
              <a:gd name="T27" fmla="*/ 122 h 170"/>
              <a:gd name="T28" fmla="*/ 21 w 170"/>
              <a:gd name="T29" fmla="*/ 106 h 170"/>
              <a:gd name="T30" fmla="*/ 122 w 170"/>
              <a:gd name="T31" fmla="*/ 67 h 170"/>
              <a:gd name="T32" fmla="*/ 142 w 170"/>
              <a:gd name="T33" fmla="*/ 64 h 170"/>
              <a:gd name="T34" fmla="*/ 159 w 170"/>
              <a:gd name="T35" fmla="*/ 76 h 170"/>
              <a:gd name="T36" fmla="*/ 157 w 170"/>
              <a:gd name="T37" fmla="*/ 113 h 170"/>
              <a:gd name="T38" fmla="*/ 143 w 170"/>
              <a:gd name="T39" fmla="*/ 133 h 170"/>
              <a:gd name="T40" fmla="*/ 118 w 170"/>
              <a:gd name="T41" fmla="*/ 128 h 170"/>
              <a:gd name="T42" fmla="*/ 95 w 170"/>
              <a:gd name="T43" fmla="*/ 116 h 170"/>
              <a:gd name="T44" fmla="*/ 86 w 170"/>
              <a:gd name="T45" fmla="*/ 94 h 170"/>
              <a:gd name="T46" fmla="*/ 99 w 170"/>
              <a:gd name="T47" fmla="*/ 77 h 170"/>
              <a:gd name="T48" fmla="*/ 54 w 170"/>
              <a:gd name="T49" fmla="*/ 15 h 170"/>
              <a:gd name="T50" fmla="*/ 76 w 170"/>
              <a:gd name="T51" fmla="*/ 13 h 170"/>
              <a:gd name="T52" fmla="*/ 89 w 170"/>
              <a:gd name="T53" fmla="*/ 25 h 170"/>
              <a:gd name="T54" fmla="*/ 91 w 170"/>
              <a:gd name="T55" fmla="*/ 53 h 170"/>
              <a:gd name="T56" fmla="*/ 81 w 170"/>
              <a:gd name="T57" fmla="*/ 81 h 170"/>
              <a:gd name="T58" fmla="*/ 58 w 170"/>
              <a:gd name="T59" fmla="*/ 81 h 170"/>
              <a:gd name="T60" fmla="*/ 33 w 170"/>
              <a:gd name="T61" fmla="*/ 63 h 170"/>
              <a:gd name="T62" fmla="*/ 19 w 170"/>
              <a:gd name="T63" fmla="*/ 43 h 170"/>
              <a:gd name="T64" fmla="*/ 33 w 170"/>
              <a:gd name="T65" fmla="*/ 24 h 170"/>
              <a:gd name="T66" fmla="*/ 54 w 170"/>
              <a:gd name="T67" fmla="*/ 15 h 170"/>
              <a:gd name="T68" fmla="*/ 37 w 170"/>
              <a:gd name="T69" fmla="*/ 8 h 170"/>
              <a:gd name="T70" fmla="*/ 21 w 170"/>
              <a:gd name="T71" fmla="*/ 38 h 170"/>
              <a:gd name="T72" fmla="*/ 24 w 170"/>
              <a:gd name="T73" fmla="*/ 68 h 170"/>
              <a:gd name="T74" fmla="*/ 43 w 170"/>
              <a:gd name="T75" fmla="*/ 84 h 170"/>
              <a:gd name="T76" fmla="*/ 21 w 170"/>
              <a:gd name="T77" fmla="*/ 102 h 170"/>
              <a:gd name="T78" fmla="*/ 8 w 170"/>
              <a:gd name="T79" fmla="*/ 132 h 170"/>
              <a:gd name="T80" fmla="*/ 18 w 170"/>
              <a:gd name="T81" fmla="*/ 149 h 170"/>
              <a:gd name="T82" fmla="*/ 40 w 170"/>
              <a:gd name="T83" fmla="*/ 166 h 170"/>
              <a:gd name="T84" fmla="*/ 72 w 170"/>
              <a:gd name="T85" fmla="*/ 164 h 170"/>
              <a:gd name="T86" fmla="*/ 85 w 170"/>
              <a:gd name="T87" fmla="*/ 143 h 170"/>
              <a:gd name="T88" fmla="*/ 83 w 170"/>
              <a:gd name="T89" fmla="*/ 120 h 170"/>
              <a:gd name="T90" fmla="*/ 69 w 170"/>
              <a:gd name="T91" fmla="*/ 88 h 170"/>
              <a:gd name="T92" fmla="*/ 51 w 170"/>
              <a:gd name="T93" fmla="*/ 79 h 170"/>
              <a:gd name="T94" fmla="*/ 74 w 170"/>
              <a:gd name="T95" fmla="*/ 81 h 170"/>
              <a:gd name="T96" fmla="*/ 91 w 170"/>
              <a:gd name="T97" fmla="*/ 85 h 170"/>
              <a:gd name="T98" fmla="*/ 88 w 170"/>
              <a:gd name="T99" fmla="*/ 110 h 170"/>
              <a:gd name="T100" fmla="*/ 105 w 170"/>
              <a:gd name="T101" fmla="*/ 136 h 170"/>
              <a:gd name="T102" fmla="*/ 131 w 170"/>
              <a:gd name="T103" fmla="*/ 133 h 170"/>
              <a:gd name="T104" fmla="*/ 157 w 170"/>
              <a:gd name="T105" fmla="*/ 124 h 170"/>
              <a:gd name="T106" fmla="*/ 167 w 170"/>
              <a:gd name="T107" fmla="*/ 104 h 170"/>
              <a:gd name="T108" fmla="*/ 161 w 170"/>
              <a:gd name="T109" fmla="*/ 73 h 170"/>
              <a:gd name="T110" fmla="*/ 135 w 170"/>
              <a:gd name="T111" fmla="*/ 62 h 170"/>
              <a:gd name="T112" fmla="*/ 111 w 170"/>
              <a:gd name="T113" fmla="*/ 59 h 170"/>
              <a:gd name="T114" fmla="*/ 96 w 170"/>
              <a:gd name="T115" fmla="*/ 59 h 170"/>
              <a:gd name="T116" fmla="*/ 95 w 170"/>
              <a:gd name="T117" fmla="*/ 33 h 170"/>
              <a:gd name="T118" fmla="*/ 80 w 170"/>
              <a:gd name="T119" fmla="*/ 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170">
                <a:moveTo>
                  <a:pt x="44" y="150"/>
                </a:moveTo>
                <a:cubicBezTo>
                  <a:pt x="41" y="150"/>
                  <a:pt x="38" y="149"/>
                  <a:pt x="36" y="148"/>
                </a:cubicBezTo>
                <a:cubicBezTo>
                  <a:pt x="27" y="143"/>
                  <a:pt x="24" y="132"/>
                  <a:pt x="24" y="124"/>
                </a:cubicBezTo>
                <a:cubicBezTo>
                  <a:pt x="24" y="121"/>
                  <a:pt x="24" y="112"/>
                  <a:pt x="31" y="108"/>
                </a:cubicBezTo>
                <a:cubicBezTo>
                  <a:pt x="34" y="106"/>
                  <a:pt x="38" y="105"/>
                  <a:pt x="42" y="105"/>
                </a:cubicBezTo>
                <a:cubicBezTo>
                  <a:pt x="43" y="105"/>
                  <a:pt x="44" y="105"/>
                  <a:pt x="45" y="105"/>
                </a:cubicBezTo>
                <a:cubicBezTo>
                  <a:pt x="51" y="106"/>
                  <a:pt x="57" y="106"/>
                  <a:pt x="61" y="109"/>
                </a:cubicBezTo>
                <a:cubicBezTo>
                  <a:pt x="66" y="111"/>
                  <a:pt x="69" y="117"/>
                  <a:pt x="69" y="123"/>
                </a:cubicBezTo>
                <a:cubicBezTo>
                  <a:pt x="70" y="129"/>
                  <a:pt x="68" y="135"/>
                  <a:pt x="63" y="140"/>
                </a:cubicBezTo>
                <a:cubicBezTo>
                  <a:pt x="60" y="144"/>
                  <a:pt x="55" y="148"/>
                  <a:pt x="51" y="149"/>
                </a:cubicBezTo>
                <a:cubicBezTo>
                  <a:pt x="49" y="150"/>
                  <a:pt x="47" y="150"/>
                  <a:pt x="44" y="150"/>
                </a:cubicBezTo>
                <a:moveTo>
                  <a:pt x="42" y="101"/>
                </a:moveTo>
                <a:cubicBezTo>
                  <a:pt x="38" y="101"/>
                  <a:pt x="33" y="102"/>
                  <a:pt x="28" y="105"/>
                </a:cubicBezTo>
                <a:cubicBezTo>
                  <a:pt x="23" y="108"/>
                  <a:pt x="20" y="115"/>
                  <a:pt x="20" y="124"/>
                </a:cubicBezTo>
                <a:cubicBezTo>
                  <a:pt x="20" y="136"/>
                  <a:pt x="25" y="147"/>
                  <a:pt x="34" y="151"/>
                </a:cubicBezTo>
                <a:cubicBezTo>
                  <a:pt x="37" y="153"/>
                  <a:pt x="41" y="154"/>
                  <a:pt x="44" y="154"/>
                </a:cubicBezTo>
                <a:cubicBezTo>
                  <a:pt x="44" y="154"/>
                  <a:pt x="44" y="154"/>
                  <a:pt x="44" y="154"/>
                </a:cubicBezTo>
                <a:cubicBezTo>
                  <a:pt x="47" y="154"/>
                  <a:pt x="49" y="154"/>
                  <a:pt x="52" y="153"/>
                </a:cubicBezTo>
                <a:cubicBezTo>
                  <a:pt x="57" y="151"/>
                  <a:pt x="63" y="147"/>
                  <a:pt x="66" y="142"/>
                </a:cubicBezTo>
                <a:cubicBezTo>
                  <a:pt x="71" y="137"/>
                  <a:pt x="74" y="130"/>
                  <a:pt x="73" y="123"/>
                </a:cubicBezTo>
                <a:cubicBezTo>
                  <a:pt x="73" y="116"/>
                  <a:pt x="69" y="109"/>
                  <a:pt x="63" y="105"/>
                </a:cubicBezTo>
                <a:cubicBezTo>
                  <a:pt x="58" y="102"/>
                  <a:pt x="52" y="102"/>
                  <a:pt x="45" y="101"/>
                </a:cubicBezTo>
                <a:cubicBezTo>
                  <a:pt x="44" y="101"/>
                  <a:pt x="43" y="101"/>
                  <a:pt x="42" y="101"/>
                </a:cubicBezTo>
                <a:moveTo>
                  <a:pt x="123" y="121"/>
                </a:moveTo>
                <a:cubicBezTo>
                  <a:pt x="120" y="121"/>
                  <a:pt x="117" y="120"/>
                  <a:pt x="114" y="119"/>
                </a:cubicBezTo>
                <a:cubicBezTo>
                  <a:pt x="106" y="114"/>
                  <a:pt x="102" y="103"/>
                  <a:pt x="103" y="95"/>
                </a:cubicBezTo>
                <a:cubicBezTo>
                  <a:pt x="103" y="91"/>
                  <a:pt x="103" y="83"/>
                  <a:pt x="109" y="79"/>
                </a:cubicBezTo>
                <a:cubicBezTo>
                  <a:pt x="113" y="76"/>
                  <a:pt x="117" y="76"/>
                  <a:pt x="121" y="76"/>
                </a:cubicBezTo>
                <a:cubicBezTo>
                  <a:pt x="122" y="76"/>
                  <a:pt x="123" y="76"/>
                  <a:pt x="124" y="76"/>
                </a:cubicBezTo>
                <a:cubicBezTo>
                  <a:pt x="130" y="76"/>
                  <a:pt x="136" y="77"/>
                  <a:pt x="140" y="79"/>
                </a:cubicBezTo>
                <a:cubicBezTo>
                  <a:pt x="145" y="82"/>
                  <a:pt x="148" y="88"/>
                  <a:pt x="148" y="94"/>
                </a:cubicBezTo>
                <a:cubicBezTo>
                  <a:pt x="148" y="100"/>
                  <a:pt x="146" y="106"/>
                  <a:pt x="142" y="111"/>
                </a:cubicBezTo>
                <a:cubicBezTo>
                  <a:pt x="139" y="115"/>
                  <a:pt x="134" y="118"/>
                  <a:pt x="130" y="120"/>
                </a:cubicBezTo>
                <a:cubicBezTo>
                  <a:pt x="127" y="120"/>
                  <a:pt x="125" y="121"/>
                  <a:pt x="123" y="121"/>
                </a:cubicBezTo>
                <a:moveTo>
                  <a:pt x="121" y="72"/>
                </a:moveTo>
                <a:cubicBezTo>
                  <a:pt x="117" y="72"/>
                  <a:pt x="111" y="73"/>
                  <a:pt x="107" y="75"/>
                </a:cubicBezTo>
                <a:cubicBezTo>
                  <a:pt x="102" y="79"/>
                  <a:pt x="99" y="86"/>
                  <a:pt x="99" y="95"/>
                </a:cubicBezTo>
                <a:cubicBezTo>
                  <a:pt x="99" y="107"/>
                  <a:pt x="104" y="118"/>
                  <a:pt x="113" y="122"/>
                </a:cubicBezTo>
                <a:cubicBezTo>
                  <a:pt x="116" y="124"/>
                  <a:pt x="119" y="125"/>
                  <a:pt x="123" y="125"/>
                </a:cubicBezTo>
                <a:cubicBezTo>
                  <a:pt x="126" y="125"/>
                  <a:pt x="128" y="124"/>
                  <a:pt x="131" y="124"/>
                </a:cubicBezTo>
                <a:cubicBezTo>
                  <a:pt x="136" y="122"/>
                  <a:pt x="141" y="118"/>
                  <a:pt x="145" y="113"/>
                </a:cubicBezTo>
                <a:cubicBezTo>
                  <a:pt x="150" y="107"/>
                  <a:pt x="152" y="101"/>
                  <a:pt x="152" y="94"/>
                </a:cubicBezTo>
                <a:cubicBezTo>
                  <a:pt x="152" y="86"/>
                  <a:pt x="148" y="80"/>
                  <a:pt x="142" y="76"/>
                </a:cubicBezTo>
                <a:cubicBezTo>
                  <a:pt x="137" y="73"/>
                  <a:pt x="131" y="72"/>
                  <a:pt x="124" y="72"/>
                </a:cubicBezTo>
                <a:cubicBezTo>
                  <a:pt x="123" y="72"/>
                  <a:pt x="122" y="72"/>
                  <a:pt x="121" y="72"/>
                </a:cubicBezTo>
                <a:moveTo>
                  <a:pt x="58" y="68"/>
                </a:moveTo>
                <a:cubicBezTo>
                  <a:pt x="55" y="68"/>
                  <a:pt x="52" y="68"/>
                  <a:pt x="50" y="66"/>
                </a:cubicBezTo>
                <a:cubicBezTo>
                  <a:pt x="41" y="62"/>
                  <a:pt x="38" y="50"/>
                  <a:pt x="38" y="42"/>
                </a:cubicBezTo>
                <a:cubicBezTo>
                  <a:pt x="38" y="39"/>
                  <a:pt x="39" y="30"/>
                  <a:pt x="45" y="26"/>
                </a:cubicBezTo>
                <a:cubicBezTo>
                  <a:pt x="48" y="24"/>
                  <a:pt x="52" y="23"/>
                  <a:pt x="56" y="23"/>
                </a:cubicBezTo>
                <a:cubicBezTo>
                  <a:pt x="57" y="23"/>
                  <a:pt x="58" y="23"/>
                  <a:pt x="59" y="24"/>
                </a:cubicBezTo>
                <a:cubicBezTo>
                  <a:pt x="65" y="24"/>
                  <a:pt x="71" y="24"/>
                  <a:pt x="75" y="27"/>
                </a:cubicBezTo>
                <a:cubicBezTo>
                  <a:pt x="80" y="30"/>
                  <a:pt x="83" y="35"/>
                  <a:pt x="83" y="41"/>
                </a:cubicBezTo>
                <a:cubicBezTo>
                  <a:pt x="84" y="47"/>
                  <a:pt x="82" y="53"/>
                  <a:pt x="77" y="58"/>
                </a:cubicBezTo>
                <a:cubicBezTo>
                  <a:pt x="74" y="63"/>
                  <a:pt x="69" y="66"/>
                  <a:pt x="65" y="67"/>
                </a:cubicBezTo>
                <a:cubicBezTo>
                  <a:pt x="63" y="68"/>
                  <a:pt x="61" y="68"/>
                  <a:pt x="58" y="68"/>
                </a:cubicBezTo>
                <a:moveTo>
                  <a:pt x="56" y="20"/>
                </a:moveTo>
                <a:cubicBezTo>
                  <a:pt x="52" y="20"/>
                  <a:pt x="47" y="20"/>
                  <a:pt x="42" y="23"/>
                </a:cubicBezTo>
                <a:cubicBezTo>
                  <a:pt x="37" y="26"/>
                  <a:pt x="34" y="33"/>
                  <a:pt x="34" y="42"/>
                </a:cubicBezTo>
                <a:cubicBezTo>
                  <a:pt x="34" y="54"/>
                  <a:pt x="39" y="65"/>
                  <a:pt x="48" y="70"/>
                </a:cubicBezTo>
                <a:cubicBezTo>
                  <a:pt x="51" y="71"/>
                  <a:pt x="55" y="72"/>
                  <a:pt x="58" y="72"/>
                </a:cubicBezTo>
                <a:cubicBezTo>
                  <a:pt x="61" y="72"/>
                  <a:pt x="63" y="72"/>
                  <a:pt x="66" y="71"/>
                </a:cubicBezTo>
                <a:cubicBezTo>
                  <a:pt x="71" y="69"/>
                  <a:pt x="77" y="66"/>
                  <a:pt x="80" y="61"/>
                </a:cubicBezTo>
                <a:cubicBezTo>
                  <a:pt x="85" y="55"/>
                  <a:pt x="88" y="48"/>
                  <a:pt x="87" y="41"/>
                </a:cubicBezTo>
                <a:cubicBezTo>
                  <a:pt x="87" y="34"/>
                  <a:pt x="83" y="27"/>
                  <a:pt x="77" y="23"/>
                </a:cubicBezTo>
                <a:cubicBezTo>
                  <a:pt x="72" y="20"/>
                  <a:pt x="66" y="20"/>
                  <a:pt x="59" y="20"/>
                </a:cubicBezTo>
                <a:cubicBezTo>
                  <a:pt x="58" y="20"/>
                  <a:pt x="57" y="20"/>
                  <a:pt x="56" y="20"/>
                </a:cubicBezTo>
                <a:moveTo>
                  <a:pt x="40" y="97"/>
                </a:moveTo>
                <a:cubicBezTo>
                  <a:pt x="41" y="97"/>
                  <a:pt x="42" y="97"/>
                  <a:pt x="43" y="96"/>
                </a:cubicBezTo>
                <a:cubicBezTo>
                  <a:pt x="43" y="96"/>
                  <a:pt x="44" y="96"/>
                  <a:pt x="44" y="95"/>
                </a:cubicBezTo>
                <a:cubicBezTo>
                  <a:pt x="46" y="85"/>
                  <a:pt x="46" y="85"/>
                  <a:pt x="46" y="85"/>
                </a:cubicBezTo>
                <a:cubicBezTo>
                  <a:pt x="47" y="85"/>
                  <a:pt x="47" y="85"/>
                  <a:pt x="47" y="85"/>
                </a:cubicBezTo>
                <a:cubicBezTo>
                  <a:pt x="48" y="85"/>
                  <a:pt x="49" y="86"/>
                  <a:pt x="50" y="87"/>
                </a:cubicBezTo>
                <a:cubicBezTo>
                  <a:pt x="50" y="88"/>
                  <a:pt x="51" y="89"/>
                  <a:pt x="51" y="90"/>
                </a:cubicBezTo>
                <a:cubicBezTo>
                  <a:pt x="52" y="91"/>
                  <a:pt x="52" y="92"/>
                  <a:pt x="53" y="93"/>
                </a:cubicBezTo>
                <a:cubicBezTo>
                  <a:pt x="54" y="95"/>
                  <a:pt x="57" y="97"/>
                  <a:pt x="59" y="97"/>
                </a:cubicBezTo>
                <a:cubicBezTo>
                  <a:pt x="60" y="97"/>
                  <a:pt x="60" y="97"/>
                  <a:pt x="61" y="97"/>
                </a:cubicBezTo>
                <a:cubicBezTo>
                  <a:pt x="62" y="97"/>
                  <a:pt x="62" y="96"/>
                  <a:pt x="62" y="95"/>
                </a:cubicBezTo>
                <a:cubicBezTo>
                  <a:pt x="62" y="94"/>
                  <a:pt x="63" y="93"/>
                  <a:pt x="63" y="93"/>
                </a:cubicBezTo>
                <a:cubicBezTo>
                  <a:pt x="64" y="92"/>
                  <a:pt x="65" y="92"/>
                  <a:pt x="66" y="92"/>
                </a:cubicBezTo>
                <a:cubicBezTo>
                  <a:pt x="66" y="92"/>
                  <a:pt x="67" y="92"/>
                  <a:pt x="67" y="92"/>
                </a:cubicBezTo>
                <a:cubicBezTo>
                  <a:pt x="68" y="92"/>
                  <a:pt x="69" y="94"/>
                  <a:pt x="69" y="95"/>
                </a:cubicBezTo>
                <a:cubicBezTo>
                  <a:pt x="69" y="96"/>
                  <a:pt x="69" y="97"/>
                  <a:pt x="68" y="98"/>
                </a:cubicBezTo>
                <a:cubicBezTo>
                  <a:pt x="67" y="98"/>
                  <a:pt x="67" y="99"/>
                  <a:pt x="67" y="99"/>
                </a:cubicBezTo>
                <a:cubicBezTo>
                  <a:pt x="67" y="100"/>
                  <a:pt x="67" y="100"/>
                  <a:pt x="67" y="101"/>
                </a:cubicBezTo>
                <a:cubicBezTo>
                  <a:pt x="73" y="106"/>
                  <a:pt x="73" y="106"/>
                  <a:pt x="73" y="106"/>
                </a:cubicBezTo>
                <a:cubicBezTo>
                  <a:pt x="73" y="107"/>
                  <a:pt x="74" y="107"/>
                  <a:pt x="74" y="107"/>
                </a:cubicBezTo>
                <a:cubicBezTo>
                  <a:pt x="74" y="107"/>
                  <a:pt x="74" y="107"/>
                  <a:pt x="75" y="107"/>
                </a:cubicBezTo>
                <a:cubicBezTo>
                  <a:pt x="80" y="105"/>
                  <a:pt x="80" y="105"/>
                  <a:pt x="80" y="105"/>
                </a:cubicBezTo>
                <a:cubicBezTo>
                  <a:pt x="82" y="109"/>
                  <a:pt x="82" y="109"/>
                  <a:pt x="82" y="109"/>
                </a:cubicBezTo>
                <a:cubicBezTo>
                  <a:pt x="78" y="112"/>
                  <a:pt x="78" y="112"/>
                  <a:pt x="78" y="112"/>
                </a:cubicBezTo>
                <a:cubicBezTo>
                  <a:pt x="77" y="112"/>
                  <a:pt x="77" y="113"/>
                  <a:pt x="77" y="114"/>
                </a:cubicBezTo>
                <a:cubicBezTo>
                  <a:pt x="79" y="122"/>
                  <a:pt x="79" y="122"/>
                  <a:pt x="79" y="122"/>
                </a:cubicBezTo>
                <a:cubicBezTo>
                  <a:pt x="79" y="122"/>
                  <a:pt x="80" y="123"/>
                  <a:pt x="80" y="123"/>
                </a:cubicBezTo>
                <a:cubicBezTo>
                  <a:pt x="87" y="125"/>
                  <a:pt x="87" y="125"/>
                  <a:pt x="87" y="125"/>
                </a:cubicBezTo>
                <a:cubicBezTo>
                  <a:pt x="87" y="129"/>
                  <a:pt x="87" y="129"/>
                  <a:pt x="87" y="129"/>
                </a:cubicBezTo>
                <a:cubicBezTo>
                  <a:pt x="87" y="129"/>
                  <a:pt x="87" y="129"/>
                  <a:pt x="86" y="129"/>
                </a:cubicBezTo>
                <a:cubicBezTo>
                  <a:pt x="82" y="129"/>
                  <a:pt x="78" y="131"/>
                  <a:pt x="77" y="135"/>
                </a:cubicBezTo>
                <a:cubicBezTo>
                  <a:pt x="76" y="138"/>
                  <a:pt x="77" y="140"/>
                  <a:pt x="78" y="143"/>
                </a:cubicBezTo>
                <a:cubicBezTo>
                  <a:pt x="79" y="144"/>
                  <a:pt x="80" y="145"/>
                  <a:pt x="82" y="146"/>
                </a:cubicBezTo>
                <a:cubicBezTo>
                  <a:pt x="79" y="149"/>
                  <a:pt x="79" y="149"/>
                  <a:pt x="79" y="149"/>
                </a:cubicBezTo>
                <a:cubicBezTo>
                  <a:pt x="76" y="146"/>
                  <a:pt x="76" y="146"/>
                  <a:pt x="76" y="146"/>
                </a:cubicBezTo>
                <a:cubicBezTo>
                  <a:pt x="75" y="146"/>
                  <a:pt x="75" y="145"/>
                  <a:pt x="74" y="145"/>
                </a:cubicBezTo>
                <a:cubicBezTo>
                  <a:pt x="74" y="145"/>
                  <a:pt x="73" y="146"/>
                  <a:pt x="73" y="146"/>
                </a:cubicBezTo>
                <a:cubicBezTo>
                  <a:pt x="66" y="153"/>
                  <a:pt x="66" y="153"/>
                  <a:pt x="66" y="153"/>
                </a:cubicBezTo>
                <a:cubicBezTo>
                  <a:pt x="65" y="153"/>
                  <a:pt x="65" y="154"/>
                  <a:pt x="65" y="155"/>
                </a:cubicBezTo>
                <a:cubicBezTo>
                  <a:pt x="68" y="162"/>
                  <a:pt x="68" y="162"/>
                  <a:pt x="68" y="162"/>
                </a:cubicBezTo>
                <a:cubicBezTo>
                  <a:pt x="68" y="162"/>
                  <a:pt x="67" y="162"/>
                  <a:pt x="67" y="162"/>
                </a:cubicBezTo>
                <a:cubicBezTo>
                  <a:pt x="66" y="162"/>
                  <a:pt x="65" y="162"/>
                  <a:pt x="64" y="162"/>
                </a:cubicBezTo>
                <a:cubicBezTo>
                  <a:pt x="63" y="162"/>
                  <a:pt x="63" y="161"/>
                  <a:pt x="62" y="160"/>
                </a:cubicBezTo>
                <a:cubicBezTo>
                  <a:pt x="61" y="159"/>
                  <a:pt x="60" y="158"/>
                  <a:pt x="59" y="158"/>
                </a:cubicBezTo>
                <a:cubicBezTo>
                  <a:pt x="58" y="157"/>
                  <a:pt x="57" y="157"/>
                  <a:pt x="56" y="157"/>
                </a:cubicBezTo>
                <a:cubicBezTo>
                  <a:pt x="54" y="157"/>
                  <a:pt x="51" y="158"/>
                  <a:pt x="50" y="159"/>
                </a:cubicBezTo>
                <a:cubicBezTo>
                  <a:pt x="48" y="161"/>
                  <a:pt x="47" y="164"/>
                  <a:pt x="48" y="166"/>
                </a:cubicBezTo>
                <a:cubicBezTo>
                  <a:pt x="47" y="167"/>
                  <a:pt x="47" y="167"/>
                  <a:pt x="47" y="167"/>
                </a:cubicBezTo>
                <a:cubicBezTo>
                  <a:pt x="46" y="167"/>
                  <a:pt x="44" y="166"/>
                  <a:pt x="44" y="165"/>
                </a:cubicBezTo>
                <a:cubicBezTo>
                  <a:pt x="44" y="165"/>
                  <a:pt x="44" y="164"/>
                  <a:pt x="44" y="164"/>
                </a:cubicBezTo>
                <a:cubicBezTo>
                  <a:pt x="44" y="163"/>
                  <a:pt x="44" y="163"/>
                  <a:pt x="44" y="162"/>
                </a:cubicBezTo>
                <a:cubicBezTo>
                  <a:pt x="43" y="160"/>
                  <a:pt x="41" y="158"/>
                  <a:pt x="39" y="157"/>
                </a:cubicBezTo>
                <a:cubicBezTo>
                  <a:pt x="37" y="156"/>
                  <a:pt x="34" y="156"/>
                  <a:pt x="32" y="156"/>
                </a:cubicBezTo>
                <a:cubicBezTo>
                  <a:pt x="32" y="156"/>
                  <a:pt x="32" y="156"/>
                  <a:pt x="32" y="156"/>
                </a:cubicBezTo>
                <a:cubicBezTo>
                  <a:pt x="32" y="156"/>
                  <a:pt x="31" y="157"/>
                  <a:pt x="31" y="158"/>
                </a:cubicBezTo>
                <a:cubicBezTo>
                  <a:pt x="30" y="160"/>
                  <a:pt x="29" y="161"/>
                  <a:pt x="28" y="161"/>
                </a:cubicBezTo>
                <a:cubicBezTo>
                  <a:pt x="27" y="161"/>
                  <a:pt x="27" y="161"/>
                  <a:pt x="26" y="161"/>
                </a:cubicBezTo>
                <a:cubicBezTo>
                  <a:pt x="26" y="161"/>
                  <a:pt x="25" y="161"/>
                  <a:pt x="24" y="161"/>
                </a:cubicBezTo>
                <a:cubicBezTo>
                  <a:pt x="26" y="153"/>
                  <a:pt x="26" y="153"/>
                  <a:pt x="26" y="153"/>
                </a:cubicBezTo>
                <a:cubicBezTo>
                  <a:pt x="26" y="153"/>
                  <a:pt x="26" y="153"/>
                  <a:pt x="26" y="153"/>
                </a:cubicBezTo>
                <a:cubicBezTo>
                  <a:pt x="26" y="149"/>
                  <a:pt x="22" y="146"/>
                  <a:pt x="19" y="145"/>
                </a:cubicBezTo>
                <a:cubicBezTo>
                  <a:pt x="18" y="145"/>
                  <a:pt x="17" y="145"/>
                  <a:pt x="16" y="145"/>
                </a:cubicBezTo>
                <a:cubicBezTo>
                  <a:pt x="14" y="145"/>
                  <a:pt x="12" y="145"/>
                  <a:pt x="11" y="146"/>
                </a:cubicBezTo>
                <a:cubicBezTo>
                  <a:pt x="11" y="145"/>
                  <a:pt x="11" y="145"/>
                  <a:pt x="11" y="144"/>
                </a:cubicBezTo>
                <a:cubicBezTo>
                  <a:pt x="11" y="143"/>
                  <a:pt x="12" y="143"/>
                  <a:pt x="13" y="142"/>
                </a:cubicBezTo>
                <a:cubicBezTo>
                  <a:pt x="13" y="141"/>
                  <a:pt x="13" y="141"/>
                  <a:pt x="13" y="141"/>
                </a:cubicBezTo>
                <a:cubicBezTo>
                  <a:pt x="15" y="139"/>
                  <a:pt x="16" y="137"/>
                  <a:pt x="16" y="135"/>
                </a:cubicBezTo>
                <a:cubicBezTo>
                  <a:pt x="15" y="132"/>
                  <a:pt x="13" y="130"/>
                  <a:pt x="11" y="129"/>
                </a:cubicBezTo>
                <a:cubicBezTo>
                  <a:pt x="10" y="129"/>
                  <a:pt x="10" y="129"/>
                  <a:pt x="9" y="128"/>
                </a:cubicBezTo>
                <a:cubicBezTo>
                  <a:pt x="8" y="128"/>
                  <a:pt x="7" y="128"/>
                  <a:pt x="6" y="127"/>
                </a:cubicBezTo>
                <a:cubicBezTo>
                  <a:pt x="5" y="126"/>
                  <a:pt x="5" y="125"/>
                  <a:pt x="5" y="125"/>
                </a:cubicBezTo>
                <a:cubicBezTo>
                  <a:pt x="5" y="124"/>
                  <a:pt x="6" y="124"/>
                  <a:pt x="8" y="124"/>
                </a:cubicBezTo>
                <a:cubicBezTo>
                  <a:pt x="9" y="123"/>
                  <a:pt x="11" y="123"/>
                  <a:pt x="12" y="122"/>
                </a:cubicBezTo>
                <a:cubicBezTo>
                  <a:pt x="13" y="120"/>
                  <a:pt x="14" y="119"/>
                  <a:pt x="14" y="118"/>
                </a:cubicBezTo>
                <a:cubicBezTo>
                  <a:pt x="15" y="116"/>
                  <a:pt x="15" y="115"/>
                  <a:pt x="16" y="114"/>
                </a:cubicBezTo>
                <a:cubicBezTo>
                  <a:pt x="17" y="114"/>
                  <a:pt x="17" y="113"/>
                  <a:pt x="17" y="112"/>
                </a:cubicBezTo>
                <a:cubicBezTo>
                  <a:pt x="17" y="112"/>
                  <a:pt x="16" y="111"/>
                  <a:pt x="15" y="111"/>
                </a:cubicBezTo>
                <a:cubicBezTo>
                  <a:pt x="14" y="111"/>
                  <a:pt x="13" y="110"/>
                  <a:pt x="12" y="109"/>
                </a:cubicBezTo>
                <a:cubicBezTo>
                  <a:pt x="12" y="108"/>
                  <a:pt x="12" y="106"/>
                  <a:pt x="12" y="105"/>
                </a:cubicBezTo>
                <a:cubicBezTo>
                  <a:pt x="13" y="104"/>
                  <a:pt x="14" y="104"/>
                  <a:pt x="15" y="104"/>
                </a:cubicBezTo>
                <a:cubicBezTo>
                  <a:pt x="17" y="104"/>
                  <a:pt x="18" y="104"/>
                  <a:pt x="18" y="105"/>
                </a:cubicBezTo>
                <a:cubicBezTo>
                  <a:pt x="19" y="106"/>
                  <a:pt x="19" y="106"/>
                  <a:pt x="20" y="106"/>
                </a:cubicBezTo>
                <a:cubicBezTo>
                  <a:pt x="20" y="106"/>
                  <a:pt x="21" y="106"/>
                  <a:pt x="21" y="106"/>
                </a:cubicBezTo>
                <a:cubicBezTo>
                  <a:pt x="25" y="105"/>
                  <a:pt x="27" y="101"/>
                  <a:pt x="27" y="97"/>
                </a:cubicBezTo>
                <a:cubicBezTo>
                  <a:pt x="27" y="96"/>
                  <a:pt x="27" y="95"/>
                  <a:pt x="27" y="95"/>
                </a:cubicBezTo>
                <a:cubicBezTo>
                  <a:pt x="26" y="93"/>
                  <a:pt x="26" y="92"/>
                  <a:pt x="27" y="91"/>
                </a:cubicBezTo>
                <a:cubicBezTo>
                  <a:pt x="27" y="91"/>
                  <a:pt x="28" y="91"/>
                  <a:pt x="28" y="91"/>
                </a:cubicBezTo>
                <a:cubicBezTo>
                  <a:pt x="29" y="91"/>
                  <a:pt x="29" y="91"/>
                  <a:pt x="30" y="91"/>
                </a:cubicBezTo>
                <a:cubicBezTo>
                  <a:pt x="31" y="92"/>
                  <a:pt x="32" y="93"/>
                  <a:pt x="33" y="94"/>
                </a:cubicBezTo>
                <a:cubicBezTo>
                  <a:pt x="33" y="94"/>
                  <a:pt x="34" y="95"/>
                  <a:pt x="35" y="95"/>
                </a:cubicBezTo>
                <a:cubicBezTo>
                  <a:pt x="36" y="96"/>
                  <a:pt x="38" y="97"/>
                  <a:pt x="40" y="97"/>
                </a:cubicBezTo>
                <a:moveTo>
                  <a:pt x="119" y="68"/>
                </a:moveTo>
                <a:cubicBezTo>
                  <a:pt x="120" y="68"/>
                  <a:pt x="121" y="68"/>
                  <a:pt x="122" y="67"/>
                </a:cubicBezTo>
                <a:cubicBezTo>
                  <a:pt x="122" y="67"/>
                  <a:pt x="123" y="66"/>
                  <a:pt x="123" y="66"/>
                </a:cubicBezTo>
                <a:cubicBezTo>
                  <a:pt x="125" y="56"/>
                  <a:pt x="125" y="56"/>
                  <a:pt x="125" y="56"/>
                </a:cubicBezTo>
                <a:cubicBezTo>
                  <a:pt x="125" y="56"/>
                  <a:pt x="126" y="56"/>
                  <a:pt x="126" y="56"/>
                </a:cubicBezTo>
                <a:cubicBezTo>
                  <a:pt x="127" y="56"/>
                  <a:pt x="128" y="57"/>
                  <a:pt x="128" y="58"/>
                </a:cubicBezTo>
                <a:cubicBezTo>
                  <a:pt x="129" y="59"/>
                  <a:pt x="130" y="60"/>
                  <a:pt x="130" y="61"/>
                </a:cubicBezTo>
                <a:cubicBezTo>
                  <a:pt x="131" y="62"/>
                  <a:pt x="131" y="63"/>
                  <a:pt x="132" y="64"/>
                </a:cubicBezTo>
                <a:cubicBezTo>
                  <a:pt x="133" y="66"/>
                  <a:pt x="135" y="68"/>
                  <a:pt x="138" y="68"/>
                </a:cubicBezTo>
                <a:cubicBezTo>
                  <a:pt x="139" y="68"/>
                  <a:pt x="139" y="68"/>
                  <a:pt x="140" y="68"/>
                </a:cubicBezTo>
                <a:cubicBezTo>
                  <a:pt x="141" y="68"/>
                  <a:pt x="141" y="67"/>
                  <a:pt x="141" y="66"/>
                </a:cubicBezTo>
                <a:cubicBezTo>
                  <a:pt x="141" y="65"/>
                  <a:pt x="142" y="64"/>
                  <a:pt x="142" y="64"/>
                </a:cubicBezTo>
                <a:cubicBezTo>
                  <a:pt x="143" y="63"/>
                  <a:pt x="144" y="62"/>
                  <a:pt x="145" y="62"/>
                </a:cubicBezTo>
                <a:cubicBezTo>
                  <a:pt x="145" y="62"/>
                  <a:pt x="146" y="63"/>
                  <a:pt x="146" y="63"/>
                </a:cubicBezTo>
                <a:cubicBezTo>
                  <a:pt x="147" y="63"/>
                  <a:pt x="147" y="64"/>
                  <a:pt x="148" y="65"/>
                </a:cubicBezTo>
                <a:cubicBezTo>
                  <a:pt x="148" y="66"/>
                  <a:pt x="147" y="68"/>
                  <a:pt x="146" y="69"/>
                </a:cubicBezTo>
                <a:cubicBezTo>
                  <a:pt x="146" y="69"/>
                  <a:pt x="146" y="69"/>
                  <a:pt x="146" y="70"/>
                </a:cubicBezTo>
                <a:cubicBezTo>
                  <a:pt x="145" y="70"/>
                  <a:pt x="146" y="71"/>
                  <a:pt x="146" y="71"/>
                </a:cubicBezTo>
                <a:cubicBezTo>
                  <a:pt x="152" y="77"/>
                  <a:pt x="152" y="77"/>
                  <a:pt x="152" y="77"/>
                </a:cubicBezTo>
                <a:cubicBezTo>
                  <a:pt x="152" y="78"/>
                  <a:pt x="152" y="78"/>
                  <a:pt x="153" y="78"/>
                </a:cubicBezTo>
                <a:cubicBezTo>
                  <a:pt x="153" y="78"/>
                  <a:pt x="153" y="78"/>
                  <a:pt x="153" y="78"/>
                </a:cubicBezTo>
                <a:cubicBezTo>
                  <a:pt x="159" y="76"/>
                  <a:pt x="159" y="76"/>
                  <a:pt x="159" y="76"/>
                </a:cubicBezTo>
                <a:cubicBezTo>
                  <a:pt x="161" y="80"/>
                  <a:pt x="161" y="80"/>
                  <a:pt x="161" y="80"/>
                </a:cubicBezTo>
                <a:cubicBezTo>
                  <a:pt x="157" y="83"/>
                  <a:pt x="157" y="83"/>
                  <a:pt x="157" y="83"/>
                </a:cubicBezTo>
                <a:cubicBezTo>
                  <a:pt x="156" y="83"/>
                  <a:pt x="156" y="84"/>
                  <a:pt x="156" y="85"/>
                </a:cubicBezTo>
                <a:cubicBezTo>
                  <a:pt x="158" y="93"/>
                  <a:pt x="158" y="93"/>
                  <a:pt x="158" y="93"/>
                </a:cubicBezTo>
                <a:cubicBezTo>
                  <a:pt x="158" y="93"/>
                  <a:pt x="159" y="94"/>
                  <a:pt x="159" y="94"/>
                </a:cubicBezTo>
                <a:cubicBezTo>
                  <a:pt x="166" y="96"/>
                  <a:pt x="166" y="96"/>
                  <a:pt x="166" y="96"/>
                </a:cubicBezTo>
                <a:cubicBezTo>
                  <a:pt x="166" y="99"/>
                  <a:pt x="166" y="99"/>
                  <a:pt x="166" y="99"/>
                </a:cubicBezTo>
                <a:cubicBezTo>
                  <a:pt x="166" y="99"/>
                  <a:pt x="165" y="99"/>
                  <a:pt x="165" y="99"/>
                </a:cubicBezTo>
                <a:cubicBezTo>
                  <a:pt x="161" y="99"/>
                  <a:pt x="157" y="102"/>
                  <a:pt x="156" y="106"/>
                </a:cubicBezTo>
                <a:cubicBezTo>
                  <a:pt x="155" y="108"/>
                  <a:pt x="156" y="111"/>
                  <a:pt x="157" y="113"/>
                </a:cubicBezTo>
                <a:cubicBezTo>
                  <a:pt x="158" y="115"/>
                  <a:pt x="159" y="116"/>
                  <a:pt x="161" y="117"/>
                </a:cubicBezTo>
                <a:cubicBezTo>
                  <a:pt x="158" y="120"/>
                  <a:pt x="158" y="120"/>
                  <a:pt x="158" y="120"/>
                </a:cubicBezTo>
                <a:cubicBezTo>
                  <a:pt x="154" y="117"/>
                  <a:pt x="154" y="117"/>
                  <a:pt x="154" y="117"/>
                </a:cubicBezTo>
                <a:cubicBezTo>
                  <a:pt x="154" y="116"/>
                  <a:pt x="154" y="116"/>
                  <a:pt x="153" y="116"/>
                </a:cubicBezTo>
                <a:cubicBezTo>
                  <a:pt x="153" y="116"/>
                  <a:pt x="152" y="116"/>
                  <a:pt x="152" y="117"/>
                </a:cubicBezTo>
                <a:cubicBezTo>
                  <a:pt x="145" y="123"/>
                  <a:pt x="145" y="123"/>
                  <a:pt x="145" y="123"/>
                </a:cubicBezTo>
                <a:cubicBezTo>
                  <a:pt x="144" y="124"/>
                  <a:pt x="144" y="125"/>
                  <a:pt x="144" y="126"/>
                </a:cubicBezTo>
                <a:cubicBezTo>
                  <a:pt x="147" y="133"/>
                  <a:pt x="147" y="133"/>
                  <a:pt x="147" y="133"/>
                </a:cubicBezTo>
                <a:cubicBezTo>
                  <a:pt x="147" y="133"/>
                  <a:pt x="146" y="133"/>
                  <a:pt x="145" y="133"/>
                </a:cubicBezTo>
                <a:cubicBezTo>
                  <a:pt x="145" y="133"/>
                  <a:pt x="144" y="133"/>
                  <a:pt x="143" y="133"/>
                </a:cubicBezTo>
                <a:cubicBezTo>
                  <a:pt x="142" y="132"/>
                  <a:pt x="142" y="132"/>
                  <a:pt x="141" y="131"/>
                </a:cubicBezTo>
                <a:cubicBezTo>
                  <a:pt x="140" y="130"/>
                  <a:pt x="139" y="129"/>
                  <a:pt x="138" y="129"/>
                </a:cubicBezTo>
                <a:cubicBezTo>
                  <a:pt x="137" y="128"/>
                  <a:pt x="135" y="128"/>
                  <a:pt x="134" y="128"/>
                </a:cubicBezTo>
                <a:cubicBezTo>
                  <a:pt x="132" y="128"/>
                  <a:pt x="130" y="129"/>
                  <a:pt x="129" y="130"/>
                </a:cubicBezTo>
                <a:cubicBezTo>
                  <a:pt x="127" y="132"/>
                  <a:pt x="126" y="135"/>
                  <a:pt x="126" y="137"/>
                </a:cubicBezTo>
                <a:cubicBezTo>
                  <a:pt x="126" y="137"/>
                  <a:pt x="126" y="137"/>
                  <a:pt x="125" y="137"/>
                </a:cubicBezTo>
                <a:cubicBezTo>
                  <a:pt x="124" y="137"/>
                  <a:pt x="123" y="137"/>
                  <a:pt x="123" y="136"/>
                </a:cubicBezTo>
                <a:cubicBezTo>
                  <a:pt x="123" y="136"/>
                  <a:pt x="123" y="135"/>
                  <a:pt x="123" y="135"/>
                </a:cubicBezTo>
                <a:cubicBezTo>
                  <a:pt x="123" y="134"/>
                  <a:pt x="123" y="134"/>
                  <a:pt x="123" y="133"/>
                </a:cubicBezTo>
                <a:cubicBezTo>
                  <a:pt x="122" y="131"/>
                  <a:pt x="120" y="129"/>
                  <a:pt x="118" y="128"/>
                </a:cubicBezTo>
                <a:cubicBezTo>
                  <a:pt x="115" y="127"/>
                  <a:pt x="113" y="127"/>
                  <a:pt x="111" y="127"/>
                </a:cubicBezTo>
                <a:cubicBezTo>
                  <a:pt x="111" y="127"/>
                  <a:pt x="111" y="127"/>
                  <a:pt x="111" y="127"/>
                </a:cubicBezTo>
                <a:cubicBezTo>
                  <a:pt x="110" y="127"/>
                  <a:pt x="110" y="128"/>
                  <a:pt x="109" y="129"/>
                </a:cubicBezTo>
                <a:cubicBezTo>
                  <a:pt x="109" y="130"/>
                  <a:pt x="108" y="132"/>
                  <a:pt x="106" y="132"/>
                </a:cubicBezTo>
                <a:cubicBezTo>
                  <a:pt x="106" y="132"/>
                  <a:pt x="106" y="132"/>
                  <a:pt x="105" y="132"/>
                </a:cubicBezTo>
                <a:cubicBezTo>
                  <a:pt x="104" y="132"/>
                  <a:pt x="103" y="132"/>
                  <a:pt x="103" y="131"/>
                </a:cubicBezTo>
                <a:cubicBezTo>
                  <a:pt x="105" y="124"/>
                  <a:pt x="105" y="124"/>
                  <a:pt x="105" y="124"/>
                </a:cubicBezTo>
                <a:cubicBezTo>
                  <a:pt x="105" y="124"/>
                  <a:pt x="105" y="124"/>
                  <a:pt x="105" y="124"/>
                </a:cubicBezTo>
                <a:cubicBezTo>
                  <a:pt x="105" y="120"/>
                  <a:pt x="101" y="117"/>
                  <a:pt x="98" y="116"/>
                </a:cubicBezTo>
                <a:cubicBezTo>
                  <a:pt x="97" y="116"/>
                  <a:pt x="96" y="116"/>
                  <a:pt x="95" y="116"/>
                </a:cubicBezTo>
                <a:cubicBezTo>
                  <a:pt x="93" y="116"/>
                  <a:pt x="91" y="116"/>
                  <a:pt x="89" y="117"/>
                </a:cubicBezTo>
                <a:cubicBezTo>
                  <a:pt x="89" y="116"/>
                  <a:pt x="89" y="116"/>
                  <a:pt x="90" y="115"/>
                </a:cubicBezTo>
                <a:cubicBezTo>
                  <a:pt x="90" y="114"/>
                  <a:pt x="91" y="113"/>
                  <a:pt x="91" y="112"/>
                </a:cubicBezTo>
                <a:cubicBezTo>
                  <a:pt x="92" y="112"/>
                  <a:pt x="92" y="112"/>
                  <a:pt x="92" y="112"/>
                </a:cubicBezTo>
                <a:cubicBezTo>
                  <a:pt x="94" y="109"/>
                  <a:pt x="95" y="107"/>
                  <a:pt x="94" y="105"/>
                </a:cubicBezTo>
                <a:cubicBezTo>
                  <a:pt x="94" y="103"/>
                  <a:pt x="92" y="101"/>
                  <a:pt x="89" y="100"/>
                </a:cubicBezTo>
                <a:cubicBezTo>
                  <a:pt x="89" y="100"/>
                  <a:pt x="88" y="99"/>
                  <a:pt x="88" y="99"/>
                </a:cubicBezTo>
                <a:cubicBezTo>
                  <a:pt x="87" y="99"/>
                  <a:pt x="86" y="98"/>
                  <a:pt x="85" y="98"/>
                </a:cubicBezTo>
                <a:cubicBezTo>
                  <a:pt x="84" y="97"/>
                  <a:pt x="83" y="96"/>
                  <a:pt x="84" y="95"/>
                </a:cubicBezTo>
                <a:cubicBezTo>
                  <a:pt x="84" y="95"/>
                  <a:pt x="85" y="95"/>
                  <a:pt x="86" y="94"/>
                </a:cubicBezTo>
                <a:cubicBezTo>
                  <a:pt x="88" y="94"/>
                  <a:pt x="90" y="94"/>
                  <a:pt x="91" y="92"/>
                </a:cubicBezTo>
                <a:cubicBezTo>
                  <a:pt x="92" y="91"/>
                  <a:pt x="93" y="90"/>
                  <a:pt x="93" y="88"/>
                </a:cubicBezTo>
                <a:cubicBezTo>
                  <a:pt x="94" y="87"/>
                  <a:pt x="94" y="86"/>
                  <a:pt x="95" y="85"/>
                </a:cubicBezTo>
                <a:cubicBezTo>
                  <a:pt x="96" y="85"/>
                  <a:pt x="96" y="84"/>
                  <a:pt x="96" y="83"/>
                </a:cubicBezTo>
                <a:cubicBezTo>
                  <a:pt x="95" y="82"/>
                  <a:pt x="95" y="82"/>
                  <a:pt x="94" y="82"/>
                </a:cubicBezTo>
                <a:cubicBezTo>
                  <a:pt x="93" y="82"/>
                  <a:pt x="92" y="81"/>
                  <a:pt x="91" y="80"/>
                </a:cubicBezTo>
                <a:cubicBezTo>
                  <a:pt x="91" y="78"/>
                  <a:pt x="91" y="77"/>
                  <a:pt x="91" y="76"/>
                </a:cubicBezTo>
                <a:cubicBezTo>
                  <a:pt x="92" y="75"/>
                  <a:pt x="93" y="75"/>
                  <a:pt x="94" y="75"/>
                </a:cubicBezTo>
                <a:cubicBezTo>
                  <a:pt x="96" y="75"/>
                  <a:pt x="97" y="75"/>
                  <a:pt x="97" y="76"/>
                </a:cubicBezTo>
                <a:cubicBezTo>
                  <a:pt x="98" y="77"/>
                  <a:pt x="98" y="77"/>
                  <a:pt x="99" y="77"/>
                </a:cubicBezTo>
                <a:cubicBezTo>
                  <a:pt x="99" y="77"/>
                  <a:pt x="99" y="77"/>
                  <a:pt x="100" y="77"/>
                </a:cubicBezTo>
                <a:cubicBezTo>
                  <a:pt x="103" y="76"/>
                  <a:pt x="106" y="72"/>
                  <a:pt x="106" y="68"/>
                </a:cubicBezTo>
                <a:cubicBezTo>
                  <a:pt x="106" y="67"/>
                  <a:pt x="106" y="66"/>
                  <a:pt x="105" y="65"/>
                </a:cubicBezTo>
                <a:cubicBezTo>
                  <a:pt x="105" y="64"/>
                  <a:pt x="105" y="63"/>
                  <a:pt x="105" y="62"/>
                </a:cubicBezTo>
                <a:cubicBezTo>
                  <a:pt x="106" y="62"/>
                  <a:pt x="106" y="62"/>
                  <a:pt x="107" y="62"/>
                </a:cubicBezTo>
                <a:cubicBezTo>
                  <a:pt x="107" y="62"/>
                  <a:pt x="108" y="62"/>
                  <a:pt x="109" y="62"/>
                </a:cubicBezTo>
                <a:cubicBezTo>
                  <a:pt x="110" y="63"/>
                  <a:pt x="111" y="63"/>
                  <a:pt x="111" y="64"/>
                </a:cubicBezTo>
                <a:cubicBezTo>
                  <a:pt x="112" y="65"/>
                  <a:pt x="113" y="66"/>
                  <a:pt x="114" y="66"/>
                </a:cubicBezTo>
                <a:cubicBezTo>
                  <a:pt x="115" y="67"/>
                  <a:pt x="116" y="68"/>
                  <a:pt x="119" y="68"/>
                </a:cubicBezTo>
                <a:moveTo>
                  <a:pt x="54" y="15"/>
                </a:moveTo>
                <a:cubicBezTo>
                  <a:pt x="55" y="15"/>
                  <a:pt x="56" y="15"/>
                  <a:pt x="57" y="15"/>
                </a:cubicBezTo>
                <a:cubicBezTo>
                  <a:pt x="57" y="14"/>
                  <a:pt x="58" y="14"/>
                  <a:pt x="58" y="13"/>
                </a:cubicBezTo>
                <a:cubicBezTo>
                  <a:pt x="60" y="4"/>
                  <a:pt x="60" y="4"/>
                  <a:pt x="60" y="4"/>
                </a:cubicBezTo>
                <a:cubicBezTo>
                  <a:pt x="61" y="4"/>
                  <a:pt x="61" y="4"/>
                  <a:pt x="61" y="4"/>
                </a:cubicBezTo>
                <a:cubicBezTo>
                  <a:pt x="62" y="4"/>
                  <a:pt x="63" y="4"/>
                  <a:pt x="64" y="5"/>
                </a:cubicBezTo>
                <a:cubicBezTo>
                  <a:pt x="64" y="6"/>
                  <a:pt x="65" y="7"/>
                  <a:pt x="65" y="8"/>
                </a:cubicBezTo>
                <a:cubicBezTo>
                  <a:pt x="66" y="9"/>
                  <a:pt x="66" y="10"/>
                  <a:pt x="67" y="11"/>
                </a:cubicBezTo>
                <a:cubicBezTo>
                  <a:pt x="68" y="13"/>
                  <a:pt x="71" y="16"/>
                  <a:pt x="73" y="16"/>
                </a:cubicBezTo>
                <a:cubicBezTo>
                  <a:pt x="74" y="16"/>
                  <a:pt x="74" y="16"/>
                  <a:pt x="75" y="15"/>
                </a:cubicBezTo>
                <a:cubicBezTo>
                  <a:pt x="76" y="15"/>
                  <a:pt x="76" y="14"/>
                  <a:pt x="76" y="13"/>
                </a:cubicBezTo>
                <a:cubicBezTo>
                  <a:pt x="76" y="12"/>
                  <a:pt x="77" y="12"/>
                  <a:pt x="77" y="11"/>
                </a:cubicBezTo>
                <a:cubicBezTo>
                  <a:pt x="78" y="10"/>
                  <a:pt x="79" y="10"/>
                  <a:pt x="80" y="10"/>
                </a:cubicBezTo>
                <a:cubicBezTo>
                  <a:pt x="80" y="10"/>
                  <a:pt x="81" y="10"/>
                  <a:pt x="81" y="10"/>
                </a:cubicBezTo>
                <a:cubicBezTo>
                  <a:pt x="82" y="11"/>
                  <a:pt x="83" y="12"/>
                  <a:pt x="83" y="13"/>
                </a:cubicBezTo>
                <a:cubicBezTo>
                  <a:pt x="83" y="14"/>
                  <a:pt x="83" y="15"/>
                  <a:pt x="82" y="16"/>
                </a:cubicBezTo>
                <a:cubicBezTo>
                  <a:pt x="81" y="16"/>
                  <a:pt x="81" y="17"/>
                  <a:pt x="81" y="17"/>
                </a:cubicBezTo>
                <a:cubicBezTo>
                  <a:pt x="81" y="18"/>
                  <a:pt x="81" y="18"/>
                  <a:pt x="81" y="19"/>
                </a:cubicBezTo>
                <a:cubicBezTo>
                  <a:pt x="87" y="25"/>
                  <a:pt x="87" y="25"/>
                  <a:pt x="87" y="25"/>
                </a:cubicBezTo>
                <a:cubicBezTo>
                  <a:pt x="87" y="25"/>
                  <a:pt x="88" y="25"/>
                  <a:pt x="88" y="25"/>
                </a:cubicBezTo>
                <a:cubicBezTo>
                  <a:pt x="88" y="25"/>
                  <a:pt x="89" y="25"/>
                  <a:pt x="89" y="25"/>
                </a:cubicBezTo>
                <a:cubicBezTo>
                  <a:pt x="94" y="24"/>
                  <a:pt x="94" y="24"/>
                  <a:pt x="94" y="24"/>
                </a:cubicBezTo>
                <a:cubicBezTo>
                  <a:pt x="96" y="28"/>
                  <a:pt x="96" y="28"/>
                  <a:pt x="96" y="28"/>
                </a:cubicBezTo>
                <a:cubicBezTo>
                  <a:pt x="92" y="30"/>
                  <a:pt x="92" y="30"/>
                  <a:pt x="92" y="30"/>
                </a:cubicBezTo>
                <a:cubicBezTo>
                  <a:pt x="91" y="30"/>
                  <a:pt x="91" y="31"/>
                  <a:pt x="91" y="32"/>
                </a:cubicBezTo>
                <a:cubicBezTo>
                  <a:pt x="93" y="40"/>
                  <a:pt x="93" y="40"/>
                  <a:pt x="93" y="40"/>
                </a:cubicBezTo>
                <a:cubicBezTo>
                  <a:pt x="93" y="41"/>
                  <a:pt x="94" y="41"/>
                  <a:pt x="94" y="41"/>
                </a:cubicBezTo>
                <a:cubicBezTo>
                  <a:pt x="101" y="43"/>
                  <a:pt x="101" y="43"/>
                  <a:pt x="101" y="43"/>
                </a:cubicBezTo>
                <a:cubicBezTo>
                  <a:pt x="101" y="47"/>
                  <a:pt x="101" y="47"/>
                  <a:pt x="101" y="47"/>
                </a:cubicBezTo>
                <a:cubicBezTo>
                  <a:pt x="101" y="47"/>
                  <a:pt x="101" y="47"/>
                  <a:pt x="100" y="47"/>
                </a:cubicBezTo>
                <a:cubicBezTo>
                  <a:pt x="96" y="47"/>
                  <a:pt x="92" y="50"/>
                  <a:pt x="91" y="53"/>
                </a:cubicBezTo>
                <a:cubicBezTo>
                  <a:pt x="90" y="56"/>
                  <a:pt x="91" y="58"/>
                  <a:pt x="92" y="61"/>
                </a:cubicBezTo>
                <a:cubicBezTo>
                  <a:pt x="93" y="62"/>
                  <a:pt x="94" y="63"/>
                  <a:pt x="96" y="64"/>
                </a:cubicBezTo>
                <a:cubicBezTo>
                  <a:pt x="93" y="68"/>
                  <a:pt x="93" y="68"/>
                  <a:pt x="93" y="68"/>
                </a:cubicBezTo>
                <a:cubicBezTo>
                  <a:pt x="90" y="64"/>
                  <a:pt x="90" y="64"/>
                  <a:pt x="90" y="64"/>
                </a:cubicBezTo>
                <a:cubicBezTo>
                  <a:pt x="89" y="64"/>
                  <a:pt x="89" y="64"/>
                  <a:pt x="88" y="64"/>
                </a:cubicBezTo>
                <a:cubicBezTo>
                  <a:pt x="88" y="64"/>
                  <a:pt x="87" y="64"/>
                  <a:pt x="87" y="64"/>
                </a:cubicBezTo>
                <a:cubicBezTo>
                  <a:pt x="80" y="71"/>
                  <a:pt x="80" y="71"/>
                  <a:pt x="80" y="71"/>
                </a:cubicBezTo>
                <a:cubicBezTo>
                  <a:pt x="79" y="71"/>
                  <a:pt x="79" y="72"/>
                  <a:pt x="79" y="73"/>
                </a:cubicBezTo>
                <a:cubicBezTo>
                  <a:pt x="82" y="80"/>
                  <a:pt x="82" y="80"/>
                  <a:pt x="82" y="80"/>
                </a:cubicBezTo>
                <a:cubicBezTo>
                  <a:pt x="82" y="81"/>
                  <a:pt x="81" y="81"/>
                  <a:pt x="81" y="81"/>
                </a:cubicBezTo>
                <a:cubicBezTo>
                  <a:pt x="80" y="81"/>
                  <a:pt x="79" y="80"/>
                  <a:pt x="78" y="80"/>
                </a:cubicBezTo>
                <a:cubicBezTo>
                  <a:pt x="78" y="80"/>
                  <a:pt x="77" y="79"/>
                  <a:pt x="76" y="78"/>
                </a:cubicBezTo>
                <a:cubicBezTo>
                  <a:pt x="75" y="78"/>
                  <a:pt x="74" y="77"/>
                  <a:pt x="73" y="76"/>
                </a:cubicBezTo>
                <a:cubicBezTo>
                  <a:pt x="72" y="76"/>
                  <a:pt x="71" y="75"/>
                  <a:pt x="70" y="75"/>
                </a:cubicBezTo>
                <a:cubicBezTo>
                  <a:pt x="68" y="75"/>
                  <a:pt x="65" y="76"/>
                  <a:pt x="64" y="77"/>
                </a:cubicBezTo>
                <a:cubicBezTo>
                  <a:pt x="62" y="79"/>
                  <a:pt x="61" y="82"/>
                  <a:pt x="62" y="85"/>
                </a:cubicBezTo>
                <a:cubicBezTo>
                  <a:pt x="61" y="85"/>
                  <a:pt x="61" y="85"/>
                  <a:pt x="61" y="85"/>
                </a:cubicBezTo>
                <a:cubicBezTo>
                  <a:pt x="60" y="85"/>
                  <a:pt x="59" y="84"/>
                  <a:pt x="58" y="83"/>
                </a:cubicBezTo>
                <a:cubicBezTo>
                  <a:pt x="58" y="83"/>
                  <a:pt x="58" y="83"/>
                  <a:pt x="58" y="82"/>
                </a:cubicBezTo>
                <a:cubicBezTo>
                  <a:pt x="58" y="82"/>
                  <a:pt x="58" y="81"/>
                  <a:pt x="58" y="81"/>
                </a:cubicBezTo>
                <a:cubicBezTo>
                  <a:pt x="57" y="78"/>
                  <a:pt x="55" y="76"/>
                  <a:pt x="53" y="75"/>
                </a:cubicBezTo>
                <a:cubicBezTo>
                  <a:pt x="51" y="75"/>
                  <a:pt x="48" y="75"/>
                  <a:pt x="47" y="75"/>
                </a:cubicBezTo>
                <a:cubicBezTo>
                  <a:pt x="46" y="75"/>
                  <a:pt x="46" y="75"/>
                  <a:pt x="46" y="75"/>
                </a:cubicBezTo>
                <a:cubicBezTo>
                  <a:pt x="46" y="75"/>
                  <a:pt x="45" y="75"/>
                  <a:pt x="45" y="76"/>
                </a:cubicBezTo>
                <a:cubicBezTo>
                  <a:pt x="44" y="78"/>
                  <a:pt x="43" y="79"/>
                  <a:pt x="42" y="80"/>
                </a:cubicBezTo>
                <a:cubicBezTo>
                  <a:pt x="41" y="80"/>
                  <a:pt x="41" y="80"/>
                  <a:pt x="40" y="80"/>
                </a:cubicBezTo>
                <a:cubicBezTo>
                  <a:pt x="40" y="80"/>
                  <a:pt x="39" y="79"/>
                  <a:pt x="38" y="79"/>
                </a:cubicBezTo>
                <a:cubicBezTo>
                  <a:pt x="40" y="72"/>
                  <a:pt x="40" y="72"/>
                  <a:pt x="40" y="72"/>
                </a:cubicBezTo>
                <a:cubicBezTo>
                  <a:pt x="40" y="71"/>
                  <a:pt x="40" y="71"/>
                  <a:pt x="40" y="71"/>
                </a:cubicBezTo>
                <a:cubicBezTo>
                  <a:pt x="40" y="67"/>
                  <a:pt x="36" y="64"/>
                  <a:pt x="33" y="63"/>
                </a:cubicBezTo>
                <a:cubicBezTo>
                  <a:pt x="32" y="63"/>
                  <a:pt x="31" y="63"/>
                  <a:pt x="30" y="63"/>
                </a:cubicBezTo>
                <a:cubicBezTo>
                  <a:pt x="28" y="63"/>
                  <a:pt x="26" y="64"/>
                  <a:pt x="25" y="64"/>
                </a:cubicBezTo>
                <a:cubicBezTo>
                  <a:pt x="25" y="64"/>
                  <a:pt x="25" y="63"/>
                  <a:pt x="25" y="63"/>
                </a:cubicBezTo>
                <a:cubicBezTo>
                  <a:pt x="25" y="62"/>
                  <a:pt x="26" y="61"/>
                  <a:pt x="27" y="60"/>
                </a:cubicBezTo>
                <a:cubicBezTo>
                  <a:pt x="27" y="59"/>
                  <a:pt x="27" y="59"/>
                  <a:pt x="27" y="59"/>
                </a:cubicBezTo>
                <a:cubicBezTo>
                  <a:pt x="29" y="57"/>
                  <a:pt x="30" y="55"/>
                  <a:pt x="30" y="53"/>
                </a:cubicBezTo>
                <a:cubicBezTo>
                  <a:pt x="29" y="51"/>
                  <a:pt x="27" y="49"/>
                  <a:pt x="25" y="47"/>
                </a:cubicBezTo>
                <a:cubicBezTo>
                  <a:pt x="24" y="47"/>
                  <a:pt x="24" y="47"/>
                  <a:pt x="23" y="47"/>
                </a:cubicBezTo>
                <a:cubicBezTo>
                  <a:pt x="22" y="46"/>
                  <a:pt x="21" y="46"/>
                  <a:pt x="20" y="45"/>
                </a:cubicBezTo>
                <a:cubicBezTo>
                  <a:pt x="19" y="44"/>
                  <a:pt x="19" y="43"/>
                  <a:pt x="19" y="43"/>
                </a:cubicBezTo>
                <a:cubicBezTo>
                  <a:pt x="19" y="42"/>
                  <a:pt x="20" y="42"/>
                  <a:pt x="22" y="42"/>
                </a:cubicBezTo>
                <a:cubicBezTo>
                  <a:pt x="23" y="41"/>
                  <a:pt x="25" y="41"/>
                  <a:pt x="26" y="40"/>
                </a:cubicBezTo>
                <a:cubicBezTo>
                  <a:pt x="27" y="39"/>
                  <a:pt x="28" y="37"/>
                  <a:pt x="28" y="36"/>
                </a:cubicBezTo>
                <a:cubicBezTo>
                  <a:pt x="29" y="35"/>
                  <a:pt x="29" y="33"/>
                  <a:pt x="30" y="33"/>
                </a:cubicBezTo>
                <a:cubicBezTo>
                  <a:pt x="31" y="32"/>
                  <a:pt x="31" y="31"/>
                  <a:pt x="31" y="31"/>
                </a:cubicBezTo>
                <a:cubicBezTo>
                  <a:pt x="31" y="30"/>
                  <a:pt x="30" y="29"/>
                  <a:pt x="29" y="29"/>
                </a:cubicBezTo>
                <a:cubicBezTo>
                  <a:pt x="28" y="29"/>
                  <a:pt x="27" y="28"/>
                  <a:pt x="26" y="27"/>
                </a:cubicBezTo>
                <a:cubicBezTo>
                  <a:pt x="26" y="26"/>
                  <a:pt x="26" y="25"/>
                  <a:pt x="26" y="24"/>
                </a:cubicBezTo>
                <a:cubicBezTo>
                  <a:pt x="27" y="23"/>
                  <a:pt x="28" y="22"/>
                  <a:pt x="29" y="22"/>
                </a:cubicBezTo>
                <a:cubicBezTo>
                  <a:pt x="31" y="22"/>
                  <a:pt x="32" y="23"/>
                  <a:pt x="33" y="24"/>
                </a:cubicBezTo>
                <a:cubicBezTo>
                  <a:pt x="33" y="24"/>
                  <a:pt x="34" y="24"/>
                  <a:pt x="34" y="24"/>
                </a:cubicBezTo>
                <a:cubicBezTo>
                  <a:pt x="34" y="24"/>
                  <a:pt x="35" y="24"/>
                  <a:pt x="35" y="24"/>
                </a:cubicBezTo>
                <a:cubicBezTo>
                  <a:pt x="39" y="23"/>
                  <a:pt x="41" y="19"/>
                  <a:pt x="41" y="15"/>
                </a:cubicBezTo>
                <a:cubicBezTo>
                  <a:pt x="41" y="14"/>
                  <a:pt x="41" y="14"/>
                  <a:pt x="41" y="13"/>
                </a:cubicBezTo>
                <a:cubicBezTo>
                  <a:pt x="40" y="11"/>
                  <a:pt x="40" y="10"/>
                  <a:pt x="41" y="10"/>
                </a:cubicBezTo>
                <a:cubicBezTo>
                  <a:pt x="41" y="9"/>
                  <a:pt x="42" y="9"/>
                  <a:pt x="42" y="9"/>
                </a:cubicBezTo>
                <a:cubicBezTo>
                  <a:pt x="43" y="9"/>
                  <a:pt x="43" y="9"/>
                  <a:pt x="44" y="9"/>
                </a:cubicBezTo>
                <a:cubicBezTo>
                  <a:pt x="45" y="10"/>
                  <a:pt x="46" y="11"/>
                  <a:pt x="47" y="12"/>
                </a:cubicBezTo>
                <a:cubicBezTo>
                  <a:pt x="47" y="12"/>
                  <a:pt x="48" y="13"/>
                  <a:pt x="49" y="13"/>
                </a:cubicBezTo>
                <a:cubicBezTo>
                  <a:pt x="50" y="14"/>
                  <a:pt x="52" y="15"/>
                  <a:pt x="54" y="15"/>
                </a:cubicBezTo>
                <a:moveTo>
                  <a:pt x="61" y="0"/>
                </a:moveTo>
                <a:cubicBezTo>
                  <a:pt x="60" y="0"/>
                  <a:pt x="58" y="0"/>
                  <a:pt x="58" y="1"/>
                </a:cubicBezTo>
                <a:cubicBezTo>
                  <a:pt x="57" y="1"/>
                  <a:pt x="57" y="2"/>
                  <a:pt x="57" y="2"/>
                </a:cubicBezTo>
                <a:cubicBezTo>
                  <a:pt x="54" y="11"/>
                  <a:pt x="54" y="11"/>
                  <a:pt x="54" y="11"/>
                </a:cubicBezTo>
                <a:cubicBezTo>
                  <a:pt x="54" y="12"/>
                  <a:pt x="54" y="12"/>
                  <a:pt x="54" y="12"/>
                </a:cubicBezTo>
                <a:cubicBezTo>
                  <a:pt x="53" y="12"/>
                  <a:pt x="52" y="11"/>
                  <a:pt x="51" y="10"/>
                </a:cubicBezTo>
                <a:cubicBezTo>
                  <a:pt x="50" y="10"/>
                  <a:pt x="50" y="9"/>
                  <a:pt x="49" y="9"/>
                </a:cubicBezTo>
                <a:cubicBezTo>
                  <a:pt x="48" y="8"/>
                  <a:pt x="47" y="7"/>
                  <a:pt x="46" y="6"/>
                </a:cubicBezTo>
                <a:cubicBezTo>
                  <a:pt x="45" y="5"/>
                  <a:pt x="43" y="5"/>
                  <a:pt x="42" y="5"/>
                </a:cubicBezTo>
                <a:cubicBezTo>
                  <a:pt x="40" y="5"/>
                  <a:pt x="38" y="6"/>
                  <a:pt x="37" y="8"/>
                </a:cubicBezTo>
                <a:cubicBezTo>
                  <a:pt x="36" y="10"/>
                  <a:pt x="36" y="12"/>
                  <a:pt x="37" y="14"/>
                </a:cubicBezTo>
                <a:cubicBezTo>
                  <a:pt x="37" y="14"/>
                  <a:pt x="37" y="15"/>
                  <a:pt x="37" y="15"/>
                </a:cubicBezTo>
                <a:cubicBezTo>
                  <a:pt x="37" y="17"/>
                  <a:pt x="36" y="19"/>
                  <a:pt x="35" y="20"/>
                </a:cubicBezTo>
                <a:cubicBezTo>
                  <a:pt x="33" y="19"/>
                  <a:pt x="32" y="18"/>
                  <a:pt x="30" y="18"/>
                </a:cubicBezTo>
                <a:cubicBezTo>
                  <a:pt x="27" y="18"/>
                  <a:pt x="24" y="19"/>
                  <a:pt x="23" y="22"/>
                </a:cubicBezTo>
                <a:cubicBezTo>
                  <a:pt x="22" y="24"/>
                  <a:pt x="22" y="26"/>
                  <a:pt x="23" y="29"/>
                </a:cubicBezTo>
                <a:cubicBezTo>
                  <a:pt x="24" y="30"/>
                  <a:pt x="25" y="31"/>
                  <a:pt x="26" y="32"/>
                </a:cubicBezTo>
                <a:cubicBezTo>
                  <a:pt x="25" y="33"/>
                  <a:pt x="25" y="34"/>
                  <a:pt x="25" y="35"/>
                </a:cubicBezTo>
                <a:cubicBezTo>
                  <a:pt x="24" y="36"/>
                  <a:pt x="24" y="36"/>
                  <a:pt x="23" y="37"/>
                </a:cubicBezTo>
                <a:cubicBezTo>
                  <a:pt x="23" y="38"/>
                  <a:pt x="22" y="38"/>
                  <a:pt x="21" y="38"/>
                </a:cubicBezTo>
                <a:cubicBezTo>
                  <a:pt x="19" y="38"/>
                  <a:pt x="17" y="39"/>
                  <a:pt x="16" y="41"/>
                </a:cubicBezTo>
                <a:cubicBezTo>
                  <a:pt x="14" y="43"/>
                  <a:pt x="15" y="46"/>
                  <a:pt x="18" y="48"/>
                </a:cubicBezTo>
                <a:cubicBezTo>
                  <a:pt x="19" y="49"/>
                  <a:pt x="20" y="50"/>
                  <a:pt x="22" y="50"/>
                </a:cubicBezTo>
                <a:cubicBezTo>
                  <a:pt x="22" y="50"/>
                  <a:pt x="23" y="51"/>
                  <a:pt x="23" y="51"/>
                </a:cubicBezTo>
                <a:cubicBezTo>
                  <a:pt x="24" y="51"/>
                  <a:pt x="26" y="52"/>
                  <a:pt x="26" y="53"/>
                </a:cubicBezTo>
                <a:cubicBezTo>
                  <a:pt x="26" y="54"/>
                  <a:pt x="25" y="55"/>
                  <a:pt x="24" y="56"/>
                </a:cubicBezTo>
                <a:cubicBezTo>
                  <a:pt x="24" y="57"/>
                  <a:pt x="24" y="57"/>
                  <a:pt x="24" y="57"/>
                </a:cubicBezTo>
                <a:cubicBezTo>
                  <a:pt x="23" y="58"/>
                  <a:pt x="22" y="60"/>
                  <a:pt x="21" y="61"/>
                </a:cubicBezTo>
                <a:cubicBezTo>
                  <a:pt x="20" y="64"/>
                  <a:pt x="21" y="67"/>
                  <a:pt x="23" y="68"/>
                </a:cubicBezTo>
                <a:cubicBezTo>
                  <a:pt x="24" y="68"/>
                  <a:pt x="24" y="68"/>
                  <a:pt x="24" y="68"/>
                </a:cubicBezTo>
                <a:cubicBezTo>
                  <a:pt x="24" y="68"/>
                  <a:pt x="25" y="68"/>
                  <a:pt x="25" y="68"/>
                </a:cubicBezTo>
                <a:cubicBezTo>
                  <a:pt x="27" y="67"/>
                  <a:pt x="29" y="67"/>
                  <a:pt x="30" y="67"/>
                </a:cubicBezTo>
                <a:cubicBezTo>
                  <a:pt x="31" y="67"/>
                  <a:pt x="32" y="67"/>
                  <a:pt x="32" y="67"/>
                </a:cubicBezTo>
                <a:cubicBezTo>
                  <a:pt x="34" y="68"/>
                  <a:pt x="36" y="69"/>
                  <a:pt x="36" y="71"/>
                </a:cubicBezTo>
                <a:cubicBezTo>
                  <a:pt x="34" y="79"/>
                  <a:pt x="34" y="79"/>
                  <a:pt x="34" y="79"/>
                </a:cubicBezTo>
                <a:cubicBezTo>
                  <a:pt x="34" y="80"/>
                  <a:pt x="34" y="80"/>
                  <a:pt x="34" y="81"/>
                </a:cubicBezTo>
                <a:cubicBezTo>
                  <a:pt x="36" y="83"/>
                  <a:pt x="38" y="84"/>
                  <a:pt x="41" y="84"/>
                </a:cubicBezTo>
                <a:cubicBezTo>
                  <a:pt x="41" y="84"/>
                  <a:pt x="42" y="83"/>
                  <a:pt x="43" y="83"/>
                </a:cubicBezTo>
                <a:cubicBezTo>
                  <a:pt x="43" y="83"/>
                  <a:pt x="43" y="83"/>
                  <a:pt x="43" y="83"/>
                </a:cubicBezTo>
                <a:cubicBezTo>
                  <a:pt x="43" y="84"/>
                  <a:pt x="43" y="84"/>
                  <a:pt x="43" y="84"/>
                </a:cubicBezTo>
                <a:cubicBezTo>
                  <a:pt x="40" y="93"/>
                  <a:pt x="40" y="93"/>
                  <a:pt x="40" y="93"/>
                </a:cubicBezTo>
                <a:cubicBezTo>
                  <a:pt x="40" y="93"/>
                  <a:pt x="40" y="93"/>
                  <a:pt x="40" y="93"/>
                </a:cubicBezTo>
                <a:cubicBezTo>
                  <a:pt x="39" y="93"/>
                  <a:pt x="38" y="93"/>
                  <a:pt x="37" y="92"/>
                </a:cubicBezTo>
                <a:cubicBezTo>
                  <a:pt x="36" y="92"/>
                  <a:pt x="36" y="91"/>
                  <a:pt x="35" y="91"/>
                </a:cubicBezTo>
                <a:cubicBezTo>
                  <a:pt x="34" y="90"/>
                  <a:pt x="33" y="89"/>
                  <a:pt x="32" y="88"/>
                </a:cubicBezTo>
                <a:cubicBezTo>
                  <a:pt x="31" y="87"/>
                  <a:pt x="29" y="87"/>
                  <a:pt x="28" y="87"/>
                </a:cubicBezTo>
                <a:cubicBezTo>
                  <a:pt x="26" y="87"/>
                  <a:pt x="24" y="88"/>
                  <a:pt x="23" y="89"/>
                </a:cubicBezTo>
                <a:cubicBezTo>
                  <a:pt x="22" y="91"/>
                  <a:pt x="22" y="94"/>
                  <a:pt x="23" y="95"/>
                </a:cubicBezTo>
                <a:cubicBezTo>
                  <a:pt x="23" y="96"/>
                  <a:pt x="23" y="97"/>
                  <a:pt x="23" y="97"/>
                </a:cubicBezTo>
                <a:cubicBezTo>
                  <a:pt x="23" y="99"/>
                  <a:pt x="22" y="101"/>
                  <a:pt x="21" y="102"/>
                </a:cubicBezTo>
                <a:cubicBezTo>
                  <a:pt x="19" y="101"/>
                  <a:pt x="17" y="100"/>
                  <a:pt x="16" y="100"/>
                </a:cubicBezTo>
                <a:cubicBezTo>
                  <a:pt x="13" y="100"/>
                  <a:pt x="10" y="101"/>
                  <a:pt x="9" y="103"/>
                </a:cubicBezTo>
                <a:cubicBezTo>
                  <a:pt x="8" y="106"/>
                  <a:pt x="8" y="108"/>
                  <a:pt x="9" y="111"/>
                </a:cubicBezTo>
                <a:cubicBezTo>
                  <a:pt x="10" y="112"/>
                  <a:pt x="11" y="113"/>
                  <a:pt x="12" y="114"/>
                </a:cubicBezTo>
                <a:cubicBezTo>
                  <a:pt x="11" y="115"/>
                  <a:pt x="11" y="116"/>
                  <a:pt x="11" y="116"/>
                </a:cubicBezTo>
                <a:cubicBezTo>
                  <a:pt x="10" y="117"/>
                  <a:pt x="10" y="118"/>
                  <a:pt x="9" y="119"/>
                </a:cubicBezTo>
                <a:cubicBezTo>
                  <a:pt x="9" y="119"/>
                  <a:pt x="8" y="120"/>
                  <a:pt x="7" y="120"/>
                </a:cubicBezTo>
                <a:cubicBezTo>
                  <a:pt x="5" y="120"/>
                  <a:pt x="3" y="120"/>
                  <a:pt x="2" y="122"/>
                </a:cubicBezTo>
                <a:cubicBezTo>
                  <a:pt x="0" y="125"/>
                  <a:pt x="1" y="128"/>
                  <a:pt x="4" y="130"/>
                </a:cubicBezTo>
                <a:cubicBezTo>
                  <a:pt x="5" y="131"/>
                  <a:pt x="6" y="132"/>
                  <a:pt x="8" y="132"/>
                </a:cubicBezTo>
                <a:cubicBezTo>
                  <a:pt x="8" y="132"/>
                  <a:pt x="9" y="132"/>
                  <a:pt x="9" y="133"/>
                </a:cubicBezTo>
                <a:cubicBezTo>
                  <a:pt x="10" y="133"/>
                  <a:pt x="12" y="134"/>
                  <a:pt x="12" y="135"/>
                </a:cubicBezTo>
                <a:cubicBezTo>
                  <a:pt x="12" y="136"/>
                  <a:pt x="11" y="137"/>
                  <a:pt x="10" y="138"/>
                </a:cubicBezTo>
                <a:cubicBezTo>
                  <a:pt x="10" y="139"/>
                  <a:pt x="10" y="139"/>
                  <a:pt x="10" y="139"/>
                </a:cubicBezTo>
                <a:cubicBezTo>
                  <a:pt x="9" y="140"/>
                  <a:pt x="8" y="141"/>
                  <a:pt x="7" y="143"/>
                </a:cubicBezTo>
                <a:cubicBezTo>
                  <a:pt x="6" y="145"/>
                  <a:pt x="7" y="149"/>
                  <a:pt x="9" y="150"/>
                </a:cubicBezTo>
                <a:cubicBezTo>
                  <a:pt x="10" y="150"/>
                  <a:pt x="10" y="150"/>
                  <a:pt x="10" y="150"/>
                </a:cubicBezTo>
                <a:cubicBezTo>
                  <a:pt x="10" y="150"/>
                  <a:pt x="11" y="150"/>
                  <a:pt x="11" y="150"/>
                </a:cubicBezTo>
                <a:cubicBezTo>
                  <a:pt x="12" y="149"/>
                  <a:pt x="14" y="149"/>
                  <a:pt x="16" y="149"/>
                </a:cubicBezTo>
                <a:cubicBezTo>
                  <a:pt x="17" y="149"/>
                  <a:pt x="18" y="149"/>
                  <a:pt x="18" y="149"/>
                </a:cubicBezTo>
                <a:cubicBezTo>
                  <a:pt x="20" y="149"/>
                  <a:pt x="22" y="151"/>
                  <a:pt x="22" y="153"/>
                </a:cubicBezTo>
                <a:cubicBezTo>
                  <a:pt x="20" y="161"/>
                  <a:pt x="20" y="161"/>
                  <a:pt x="20" y="161"/>
                </a:cubicBezTo>
                <a:cubicBezTo>
                  <a:pt x="20" y="162"/>
                  <a:pt x="20" y="162"/>
                  <a:pt x="20" y="163"/>
                </a:cubicBezTo>
                <a:cubicBezTo>
                  <a:pt x="22" y="164"/>
                  <a:pt x="24" y="165"/>
                  <a:pt x="26" y="165"/>
                </a:cubicBezTo>
                <a:cubicBezTo>
                  <a:pt x="27" y="165"/>
                  <a:pt x="28" y="165"/>
                  <a:pt x="29" y="165"/>
                </a:cubicBezTo>
                <a:cubicBezTo>
                  <a:pt x="31" y="164"/>
                  <a:pt x="33" y="163"/>
                  <a:pt x="34" y="160"/>
                </a:cubicBezTo>
                <a:cubicBezTo>
                  <a:pt x="35" y="160"/>
                  <a:pt x="36" y="160"/>
                  <a:pt x="37" y="161"/>
                </a:cubicBezTo>
                <a:cubicBezTo>
                  <a:pt x="39" y="161"/>
                  <a:pt x="40" y="162"/>
                  <a:pt x="40" y="163"/>
                </a:cubicBezTo>
                <a:cubicBezTo>
                  <a:pt x="40" y="164"/>
                  <a:pt x="40" y="164"/>
                  <a:pt x="40" y="164"/>
                </a:cubicBezTo>
                <a:cubicBezTo>
                  <a:pt x="40" y="165"/>
                  <a:pt x="40" y="166"/>
                  <a:pt x="40" y="166"/>
                </a:cubicBezTo>
                <a:cubicBezTo>
                  <a:pt x="41" y="169"/>
                  <a:pt x="44" y="170"/>
                  <a:pt x="47" y="170"/>
                </a:cubicBezTo>
                <a:cubicBezTo>
                  <a:pt x="49" y="170"/>
                  <a:pt x="50" y="170"/>
                  <a:pt x="51" y="168"/>
                </a:cubicBezTo>
                <a:cubicBezTo>
                  <a:pt x="52" y="168"/>
                  <a:pt x="52" y="167"/>
                  <a:pt x="52" y="166"/>
                </a:cubicBezTo>
                <a:cubicBezTo>
                  <a:pt x="51" y="165"/>
                  <a:pt x="52" y="163"/>
                  <a:pt x="53" y="162"/>
                </a:cubicBezTo>
                <a:cubicBezTo>
                  <a:pt x="53" y="161"/>
                  <a:pt x="54" y="161"/>
                  <a:pt x="55" y="161"/>
                </a:cubicBezTo>
                <a:cubicBezTo>
                  <a:pt x="56" y="161"/>
                  <a:pt x="57" y="161"/>
                  <a:pt x="57" y="161"/>
                </a:cubicBezTo>
                <a:cubicBezTo>
                  <a:pt x="58" y="162"/>
                  <a:pt x="59" y="162"/>
                  <a:pt x="60" y="163"/>
                </a:cubicBezTo>
                <a:cubicBezTo>
                  <a:pt x="60" y="164"/>
                  <a:pt x="61" y="165"/>
                  <a:pt x="62" y="165"/>
                </a:cubicBezTo>
                <a:cubicBezTo>
                  <a:pt x="64" y="166"/>
                  <a:pt x="65" y="166"/>
                  <a:pt x="67" y="166"/>
                </a:cubicBezTo>
                <a:cubicBezTo>
                  <a:pt x="69" y="166"/>
                  <a:pt x="71" y="166"/>
                  <a:pt x="72" y="164"/>
                </a:cubicBezTo>
                <a:cubicBezTo>
                  <a:pt x="73" y="164"/>
                  <a:pt x="73" y="163"/>
                  <a:pt x="73" y="162"/>
                </a:cubicBezTo>
                <a:cubicBezTo>
                  <a:pt x="69" y="155"/>
                  <a:pt x="69" y="155"/>
                  <a:pt x="69" y="155"/>
                </a:cubicBezTo>
                <a:cubicBezTo>
                  <a:pt x="74" y="150"/>
                  <a:pt x="74" y="150"/>
                  <a:pt x="74" y="150"/>
                </a:cubicBezTo>
                <a:cubicBezTo>
                  <a:pt x="78" y="154"/>
                  <a:pt x="78" y="154"/>
                  <a:pt x="78" y="154"/>
                </a:cubicBezTo>
                <a:cubicBezTo>
                  <a:pt x="79" y="154"/>
                  <a:pt x="79" y="154"/>
                  <a:pt x="80" y="154"/>
                </a:cubicBezTo>
                <a:cubicBezTo>
                  <a:pt x="80" y="154"/>
                  <a:pt x="80" y="154"/>
                  <a:pt x="80" y="154"/>
                </a:cubicBezTo>
                <a:cubicBezTo>
                  <a:pt x="80" y="154"/>
                  <a:pt x="81" y="154"/>
                  <a:pt x="81" y="153"/>
                </a:cubicBezTo>
                <a:cubicBezTo>
                  <a:pt x="86" y="146"/>
                  <a:pt x="86" y="146"/>
                  <a:pt x="86" y="146"/>
                </a:cubicBezTo>
                <a:cubicBezTo>
                  <a:pt x="87" y="146"/>
                  <a:pt x="87" y="145"/>
                  <a:pt x="87" y="144"/>
                </a:cubicBezTo>
                <a:cubicBezTo>
                  <a:pt x="86" y="144"/>
                  <a:pt x="86" y="143"/>
                  <a:pt x="85" y="143"/>
                </a:cubicBezTo>
                <a:cubicBezTo>
                  <a:pt x="84" y="143"/>
                  <a:pt x="82" y="142"/>
                  <a:pt x="82" y="141"/>
                </a:cubicBezTo>
                <a:cubicBezTo>
                  <a:pt x="81" y="139"/>
                  <a:pt x="80" y="138"/>
                  <a:pt x="81" y="136"/>
                </a:cubicBezTo>
                <a:cubicBezTo>
                  <a:pt x="82" y="134"/>
                  <a:pt x="84" y="132"/>
                  <a:pt x="86" y="132"/>
                </a:cubicBezTo>
                <a:cubicBezTo>
                  <a:pt x="87" y="132"/>
                  <a:pt x="88" y="133"/>
                  <a:pt x="88" y="133"/>
                </a:cubicBezTo>
                <a:cubicBezTo>
                  <a:pt x="89" y="133"/>
                  <a:pt x="89" y="133"/>
                  <a:pt x="89" y="133"/>
                </a:cubicBezTo>
                <a:cubicBezTo>
                  <a:pt x="89" y="133"/>
                  <a:pt x="90" y="133"/>
                  <a:pt x="90" y="133"/>
                </a:cubicBezTo>
                <a:cubicBezTo>
                  <a:pt x="91" y="132"/>
                  <a:pt x="91" y="132"/>
                  <a:pt x="91" y="131"/>
                </a:cubicBezTo>
                <a:cubicBezTo>
                  <a:pt x="91" y="124"/>
                  <a:pt x="91" y="124"/>
                  <a:pt x="91" y="124"/>
                </a:cubicBezTo>
                <a:cubicBezTo>
                  <a:pt x="91" y="123"/>
                  <a:pt x="90" y="122"/>
                  <a:pt x="90" y="122"/>
                </a:cubicBezTo>
                <a:cubicBezTo>
                  <a:pt x="83" y="120"/>
                  <a:pt x="83" y="120"/>
                  <a:pt x="83" y="120"/>
                </a:cubicBezTo>
                <a:cubicBezTo>
                  <a:pt x="81" y="114"/>
                  <a:pt x="81" y="114"/>
                  <a:pt x="81" y="114"/>
                </a:cubicBezTo>
                <a:cubicBezTo>
                  <a:pt x="86" y="112"/>
                  <a:pt x="86" y="112"/>
                  <a:pt x="86" y="112"/>
                </a:cubicBezTo>
                <a:cubicBezTo>
                  <a:pt x="87" y="111"/>
                  <a:pt x="87" y="110"/>
                  <a:pt x="86" y="109"/>
                </a:cubicBezTo>
                <a:cubicBezTo>
                  <a:pt x="82" y="102"/>
                  <a:pt x="82" y="102"/>
                  <a:pt x="82" y="102"/>
                </a:cubicBezTo>
                <a:cubicBezTo>
                  <a:pt x="82" y="102"/>
                  <a:pt x="81" y="101"/>
                  <a:pt x="81" y="101"/>
                </a:cubicBezTo>
                <a:cubicBezTo>
                  <a:pt x="81" y="101"/>
                  <a:pt x="80" y="101"/>
                  <a:pt x="80" y="101"/>
                </a:cubicBezTo>
                <a:cubicBezTo>
                  <a:pt x="75" y="103"/>
                  <a:pt x="75" y="103"/>
                  <a:pt x="75" y="103"/>
                </a:cubicBezTo>
                <a:cubicBezTo>
                  <a:pt x="71" y="99"/>
                  <a:pt x="71" y="99"/>
                  <a:pt x="71" y="99"/>
                </a:cubicBezTo>
                <a:cubicBezTo>
                  <a:pt x="72" y="98"/>
                  <a:pt x="73" y="96"/>
                  <a:pt x="73" y="94"/>
                </a:cubicBezTo>
                <a:cubicBezTo>
                  <a:pt x="72" y="92"/>
                  <a:pt x="71" y="89"/>
                  <a:pt x="69" y="88"/>
                </a:cubicBezTo>
                <a:cubicBezTo>
                  <a:pt x="68" y="88"/>
                  <a:pt x="67" y="88"/>
                  <a:pt x="66" y="88"/>
                </a:cubicBezTo>
                <a:cubicBezTo>
                  <a:pt x="64" y="88"/>
                  <a:pt x="62" y="89"/>
                  <a:pt x="60" y="90"/>
                </a:cubicBezTo>
                <a:cubicBezTo>
                  <a:pt x="59" y="91"/>
                  <a:pt x="59" y="92"/>
                  <a:pt x="59" y="93"/>
                </a:cubicBezTo>
                <a:cubicBezTo>
                  <a:pt x="58" y="93"/>
                  <a:pt x="57" y="92"/>
                  <a:pt x="56" y="91"/>
                </a:cubicBezTo>
                <a:cubicBezTo>
                  <a:pt x="56" y="90"/>
                  <a:pt x="55" y="90"/>
                  <a:pt x="55" y="89"/>
                </a:cubicBezTo>
                <a:cubicBezTo>
                  <a:pt x="54" y="87"/>
                  <a:pt x="54" y="86"/>
                  <a:pt x="53" y="84"/>
                </a:cubicBezTo>
                <a:cubicBezTo>
                  <a:pt x="51" y="83"/>
                  <a:pt x="49" y="82"/>
                  <a:pt x="47" y="82"/>
                </a:cubicBezTo>
                <a:cubicBezTo>
                  <a:pt x="46" y="82"/>
                  <a:pt x="46" y="82"/>
                  <a:pt x="45" y="82"/>
                </a:cubicBezTo>
                <a:cubicBezTo>
                  <a:pt x="46" y="81"/>
                  <a:pt x="47" y="80"/>
                  <a:pt x="48" y="78"/>
                </a:cubicBezTo>
                <a:cubicBezTo>
                  <a:pt x="49" y="78"/>
                  <a:pt x="50" y="79"/>
                  <a:pt x="51" y="79"/>
                </a:cubicBezTo>
                <a:cubicBezTo>
                  <a:pt x="53" y="79"/>
                  <a:pt x="54" y="80"/>
                  <a:pt x="54" y="81"/>
                </a:cubicBezTo>
                <a:cubicBezTo>
                  <a:pt x="54" y="82"/>
                  <a:pt x="54" y="82"/>
                  <a:pt x="54" y="83"/>
                </a:cubicBezTo>
                <a:cubicBezTo>
                  <a:pt x="54" y="83"/>
                  <a:pt x="54" y="84"/>
                  <a:pt x="55" y="84"/>
                </a:cubicBezTo>
                <a:cubicBezTo>
                  <a:pt x="55" y="87"/>
                  <a:pt x="58" y="89"/>
                  <a:pt x="61" y="89"/>
                </a:cubicBezTo>
                <a:cubicBezTo>
                  <a:pt x="63" y="89"/>
                  <a:pt x="64" y="88"/>
                  <a:pt x="65" y="86"/>
                </a:cubicBezTo>
                <a:cubicBezTo>
                  <a:pt x="66" y="86"/>
                  <a:pt x="66" y="85"/>
                  <a:pt x="66" y="85"/>
                </a:cubicBezTo>
                <a:cubicBezTo>
                  <a:pt x="65" y="83"/>
                  <a:pt x="66" y="81"/>
                  <a:pt x="67" y="80"/>
                </a:cubicBezTo>
                <a:cubicBezTo>
                  <a:pt x="67" y="80"/>
                  <a:pt x="68" y="79"/>
                  <a:pt x="70" y="79"/>
                </a:cubicBezTo>
                <a:cubicBezTo>
                  <a:pt x="70" y="79"/>
                  <a:pt x="71" y="79"/>
                  <a:pt x="71" y="80"/>
                </a:cubicBezTo>
                <a:cubicBezTo>
                  <a:pt x="72" y="80"/>
                  <a:pt x="73" y="81"/>
                  <a:pt x="74" y="81"/>
                </a:cubicBezTo>
                <a:cubicBezTo>
                  <a:pt x="74" y="82"/>
                  <a:pt x="75" y="83"/>
                  <a:pt x="76" y="83"/>
                </a:cubicBezTo>
                <a:cubicBezTo>
                  <a:pt x="78" y="84"/>
                  <a:pt x="79" y="84"/>
                  <a:pt x="81" y="84"/>
                </a:cubicBezTo>
                <a:cubicBezTo>
                  <a:pt x="83" y="84"/>
                  <a:pt x="85" y="84"/>
                  <a:pt x="86" y="83"/>
                </a:cubicBezTo>
                <a:cubicBezTo>
                  <a:pt x="87" y="82"/>
                  <a:pt x="87" y="81"/>
                  <a:pt x="87" y="80"/>
                </a:cubicBezTo>
                <a:cubicBezTo>
                  <a:pt x="83" y="73"/>
                  <a:pt x="83" y="73"/>
                  <a:pt x="83" y="73"/>
                </a:cubicBezTo>
                <a:cubicBezTo>
                  <a:pt x="88" y="68"/>
                  <a:pt x="88" y="68"/>
                  <a:pt x="88" y="68"/>
                </a:cubicBezTo>
                <a:cubicBezTo>
                  <a:pt x="92" y="71"/>
                  <a:pt x="92" y="71"/>
                  <a:pt x="92" y="71"/>
                </a:cubicBezTo>
                <a:cubicBezTo>
                  <a:pt x="90" y="72"/>
                  <a:pt x="89" y="73"/>
                  <a:pt x="88" y="74"/>
                </a:cubicBezTo>
                <a:cubicBezTo>
                  <a:pt x="87" y="76"/>
                  <a:pt x="87" y="79"/>
                  <a:pt x="88" y="81"/>
                </a:cubicBezTo>
                <a:cubicBezTo>
                  <a:pt x="88" y="83"/>
                  <a:pt x="89" y="84"/>
                  <a:pt x="91" y="85"/>
                </a:cubicBezTo>
                <a:cubicBezTo>
                  <a:pt x="90" y="85"/>
                  <a:pt x="90" y="86"/>
                  <a:pt x="89" y="87"/>
                </a:cubicBezTo>
                <a:cubicBezTo>
                  <a:pt x="89" y="88"/>
                  <a:pt x="89" y="89"/>
                  <a:pt x="88" y="90"/>
                </a:cubicBezTo>
                <a:cubicBezTo>
                  <a:pt x="88" y="90"/>
                  <a:pt x="87" y="90"/>
                  <a:pt x="86" y="91"/>
                </a:cubicBezTo>
                <a:cubicBezTo>
                  <a:pt x="84" y="91"/>
                  <a:pt x="82" y="91"/>
                  <a:pt x="81" y="93"/>
                </a:cubicBezTo>
                <a:cubicBezTo>
                  <a:pt x="79" y="96"/>
                  <a:pt x="80" y="99"/>
                  <a:pt x="82" y="101"/>
                </a:cubicBezTo>
                <a:cubicBezTo>
                  <a:pt x="84" y="102"/>
                  <a:pt x="85" y="102"/>
                  <a:pt x="86" y="103"/>
                </a:cubicBezTo>
                <a:cubicBezTo>
                  <a:pt x="87" y="103"/>
                  <a:pt x="87" y="103"/>
                  <a:pt x="88" y="103"/>
                </a:cubicBezTo>
                <a:cubicBezTo>
                  <a:pt x="89" y="104"/>
                  <a:pt x="90" y="105"/>
                  <a:pt x="91" y="106"/>
                </a:cubicBezTo>
                <a:cubicBezTo>
                  <a:pt x="91" y="107"/>
                  <a:pt x="90" y="108"/>
                  <a:pt x="89" y="109"/>
                </a:cubicBezTo>
                <a:cubicBezTo>
                  <a:pt x="88" y="110"/>
                  <a:pt x="88" y="110"/>
                  <a:pt x="88" y="110"/>
                </a:cubicBezTo>
                <a:cubicBezTo>
                  <a:pt x="88" y="111"/>
                  <a:pt x="87" y="112"/>
                  <a:pt x="86" y="114"/>
                </a:cubicBezTo>
                <a:cubicBezTo>
                  <a:pt x="85" y="116"/>
                  <a:pt x="86" y="119"/>
                  <a:pt x="88" y="121"/>
                </a:cubicBezTo>
                <a:cubicBezTo>
                  <a:pt x="88" y="121"/>
                  <a:pt x="89" y="121"/>
                  <a:pt x="89" y="121"/>
                </a:cubicBezTo>
                <a:cubicBezTo>
                  <a:pt x="89" y="121"/>
                  <a:pt x="89" y="121"/>
                  <a:pt x="90" y="121"/>
                </a:cubicBezTo>
                <a:cubicBezTo>
                  <a:pt x="92" y="120"/>
                  <a:pt x="93" y="120"/>
                  <a:pt x="95" y="120"/>
                </a:cubicBezTo>
                <a:cubicBezTo>
                  <a:pt x="96" y="120"/>
                  <a:pt x="96" y="120"/>
                  <a:pt x="97" y="120"/>
                </a:cubicBezTo>
                <a:cubicBezTo>
                  <a:pt x="99" y="120"/>
                  <a:pt x="101" y="122"/>
                  <a:pt x="101" y="124"/>
                </a:cubicBezTo>
                <a:cubicBezTo>
                  <a:pt x="99" y="132"/>
                  <a:pt x="99" y="132"/>
                  <a:pt x="99" y="132"/>
                </a:cubicBezTo>
                <a:cubicBezTo>
                  <a:pt x="99" y="132"/>
                  <a:pt x="99" y="133"/>
                  <a:pt x="99" y="133"/>
                </a:cubicBezTo>
                <a:cubicBezTo>
                  <a:pt x="101" y="135"/>
                  <a:pt x="103" y="136"/>
                  <a:pt x="105" y="136"/>
                </a:cubicBezTo>
                <a:cubicBezTo>
                  <a:pt x="106" y="136"/>
                  <a:pt x="107" y="136"/>
                  <a:pt x="107" y="136"/>
                </a:cubicBezTo>
                <a:cubicBezTo>
                  <a:pt x="110" y="135"/>
                  <a:pt x="112" y="133"/>
                  <a:pt x="113" y="131"/>
                </a:cubicBezTo>
                <a:cubicBezTo>
                  <a:pt x="114" y="131"/>
                  <a:pt x="115" y="131"/>
                  <a:pt x="116" y="132"/>
                </a:cubicBezTo>
                <a:cubicBezTo>
                  <a:pt x="118" y="132"/>
                  <a:pt x="119" y="133"/>
                  <a:pt x="119" y="134"/>
                </a:cubicBezTo>
                <a:cubicBezTo>
                  <a:pt x="119" y="134"/>
                  <a:pt x="119" y="135"/>
                  <a:pt x="119" y="135"/>
                </a:cubicBezTo>
                <a:cubicBezTo>
                  <a:pt x="119" y="136"/>
                  <a:pt x="119" y="136"/>
                  <a:pt x="119" y="137"/>
                </a:cubicBezTo>
                <a:cubicBezTo>
                  <a:pt x="120" y="139"/>
                  <a:pt x="122" y="141"/>
                  <a:pt x="125" y="141"/>
                </a:cubicBezTo>
                <a:cubicBezTo>
                  <a:pt x="127" y="141"/>
                  <a:pt x="129" y="140"/>
                  <a:pt x="130" y="139"/>
                </a:cubicBezTo>
                <a:cubicBezTo>
                  <a:pt x="131" y="138"/>
                  <a:pt x="131" y="138"/>
                  <a:pt x="130" y="137"/>
                </a:cubicBezTo>
                <a:cubicBezTo>
                  <a:pt x="130" y="136"/>
                  <a:pt x="130" y="134"/>
                  <a:pt x="131" y="133"/>
                </a:cubicBezTo>
                <a:cubicBezTo>
                  <a:pt x="132" y="132"/>
                  <a:pt x="133" y="132"/>
                  <a:pt x="134" y="132"/>
                </a:cubicBezTo>
                <a:cubicBezTo>
                  <a:pt x="135" y="132"/>
                  <a:pt x="135" y="132"/>
                  <a:pt x="136" y="132"/>
                </a:cubicBezTo>
                <a:cubicBezTo>
                  <a:pt x="137" y="133"/>
                  <a:pt x="138" y="133"/>
                  <a:pt x="138" y="134"/>
                </a:cubicBezTo>
                <a:cubicBezTo>
                  <a:pt x="139" y="135"/>
                  <a:pt x="140" y="135"/>
                  <a:pt x="141" y="136"/>
                </a:cubicBezTo>
                <a:cubicBezTo>
                  <a:pt x="142" y="137"/>
                  <a:pt x="144" y="137"/>
                  <a:pt x="145" y="137"/>
                </a:cubicBezTo>
                <a:cubicBezTo>
                  <a:pt x="147" y="137"/>
                  <a:pt x="149" y="136"/>
                  <a:pt x="151" y="135"/>
                </a:cubicBezTo>
                <a:cubicBezTo>
                  <a:pt x="152" y="135"/>
                  <a:pt x="152" y="134"/>
                  <a:pt x="151" y="133"/>
                </a:cubicBezTo>
                <a:cubicBezTo>
                  <a:pt x="148" y="125"/>
                  <a:pt x="148" y="125"/>
                  <a:pt x="148" y="125"/>
                </a:cubicBezTo>
                <a:cubicBezTo>
                  <a:pt x="153" y="121"/>
                  <a:pt x="153" y="121"/>
                  <a:pt x="153" y="121"/>
                </a:cubicBezTo>
                <a:cubicBezTo>
                  <a:pt x="157" y="124"/>
                  <a:pt x="157" y="124"/>
                  <a:pt x="157" y="124"/>
                </a:cubicBezTo>
                <a:cubicBezTo>
                  <a:pt x="157" y="125"/>
                  <a:pt x="158" y="125"/>
                  <a:pt x="158" y="125"/>
                </a:cubicBezTo>
                <a:cubicBezTo>
                  <a:pt x="158" y="125"/>
                  <a:pt x="159" y="125"/>
                  <a:pt x="159" y="125"/>
                </a:cubicBezTo>
                <a:cubicBezTo>
                  <a:pt x="159" y="125"/>
                  <a:pt x="160" y="125"/>
                  <a:pt x="160" y="124"/>
                </a:cubicBezTo>
                <a:cubicBezTo>
                  <a:pt x="165" y="117"/>
                  <a:pt x="165" y="117"/>
                  <a:pt x="165" y="117"/>
                </a:cubicBezTo>
                <a:cubicBezTo>
                  <a:pt x="166" y="116"/>
                  <a:pt x="166" y="116"/>
                  <a:pt x="165" y="115"/>
                </a:cubicBezTo>
                <a:cubicBezTo>
                  <a:pt x="165" y="115"/>
                  <a:pt x="165" y="114"/>
                  <a:pt x="164" y="114"/>
                </a:cubicBezTo>
                <a:cubicBezTo>
                  <a:pt x="163" y="114"/>
                  <a:pt x="161" y="113"/>
                  <a:pt x="160" y="111"/>
                </a:cubicBezTo>
                <a:cubicBezTo>
                  <a:pt x="160" y="110"/>
                  <a:pt x="159" y="108"/>
                  <a:pt x="160" y="107"/>
                </a:cubicBezTo>
                <a:cubicBezTo>
                  <a:pt x="160" y="105"/>
                  <a:pt x="163" y="103"/>
                  <a:pt x="165" y="103"/>
                </a:cubicBezTo>
                <a:cubicBezTo>
                  <a:pt x="166" y="103"/>
                  <a:pt x="167" y="103"/>
                  <a:pt x="167" y="104"/>
                </a:cubicBezTo>
                <a:cubicBezTo>
                  <a:pt x="167" y="104"/>
                  <a:pt x="168" y="104"/>
                  <a:pt x="168" y="104"/>
                </a:cubicBezTo>
                <a:cubicBezTo>
                  <a:pt x="168" y="104"/>
                  <a:pt x="169" y="104"/>
                  <a:pt x="169" y="103"/>
                </a:cubicBezTo>
                <a:cubicBezTo>
                  <a:pt x="169" y="103"/>
                  <a:pt x="170" y="102"/>
                  <a:pt x="170" y="102"/>
                </a:cubicBezTo>
                <a:cubicBezTo>
                  <a:pt x="170" y="95"/>
                  <a:pt x="170" y="95"/>
                  <a:pt x="170" y="95"/>
                </a:cubicBezTo>
                <a:cubicBezTo>
                  <a:pt x="170" y="94"/>
                  <a:pt x="169" y="93"/>
                  <a:pt x="168" y="93"/>
                </a:cubicBezTo>
                <a:cubicBezTo>
                  <a:pt x="161" y="91"/>
                  <a:pt x="161" y="91"/>
                  <a:pt x="161" y="91"/>
                </a:cubicBezTo>
                <a:cubicBezTo>
                  <a:pt x="160" y="85"/>
                  <a:pt x="160" y="85"/>
                  <a:pt x="160" y="85"/>
                </a:cubicBezTo>
                <a:cubicBezTo>
                  <a:pt x="164" y="83"/>
                  <a:pt x="164" y="83"/>
                  <a:pt x="164" y="83"/>
                </a:cubicBezTo>
                <a:cubicBezTo>
                  <a:pt x="165" y="82"/>
                  <a:pt x="166" y="81"/>
                  <a:pt x="165" y="80"/>
                </a:cubicBezTo>
                <a:cubicBezTo>
                  <a:pt x="161" y="73"/>
                  <a:pt x="161" y="73"/>
                  <a:pt x="161" y="73"/>
                </a:cubicBezTo>
                <a:cubicBezTo>
                  <a:pt x="161" y="72"/>
                  <a:pt x="160" y="72"/>
                  <a:pt x="160" y="72"/>
                </a:cubicBezTo>
                <a:cubicBezTo>
                  <a:pt x="159" y="72"/>
                  <a:pt x="159" y="72"/>
                  <a:pt x="159" y="72"/>
                </a:cubicBezTo>
                <a:cubicBezTo>
                  <a:pt x="154" y="74"/>
                  <a:pt x="154" y="74"/>
                  <a:pt x="154" y="74"/>
                </a:cubicBezTo>
                <a:cubicBezTo>
                  <a:pt x="150" y="70"/>
                  <a:pt x="150" y="70"/>
                  <a:pt x="150" y="70"/>
                </a:cubicBezTo>
                <a:cubicBezTo>
                  <a:pt x="151" y="69"/>
                  <a:pt x="152" y="67"/>
                  <a:pt x="151" y="65"/>
                </a:cubicBezTo>
                <a:cubicBezTo>
                  <a:pt x="151" y="63"/>
                  <a:pt x="150" y="60"/>
                  <a:pt x="148" y="59"/>
                </a:cubicBezTo>
                <a:cubicBezTo>
                  <a:pt x="147" y="59"/>
                  <a:pt x="146" y="59"/>
                  <a:pt x="145" y="59"/>
                </a:cubicBezTo>
                <a:cubicBezTo>
                  <a:pt x="143" y="59"/>
                  <a:pt x="141" y="60"/>
                  <a:pt x="139" y="61"/>
                </a:cubicBezTo>
                <a:cubicBezTo>
                  <a:pt x="138" y="62"/>
                  <a:pt x="138" y="63"/>
                  <a:pt x="137" y="64"/>
                </a:cubicBezTo>
                <a:cubicBezTo>
                  <a:pt x="137" y="64"/>
                  <a:pt x="136" y="63"/>
                  <a:pt x="135" y="62"/>
                </a:cubicBezTo>
                <a:cubicBezTo>
                  <a:pt x="135" y="61"/>
                  <a:pt x="134" y="60"/>
                  <a:pt x="134" y="59"/>
                </a:cubicBezTo>
                <a:cubicBezTo>
                  <a:pt x="133" y="58"/>
                  <a:pt x="133" y="57"/>
                  <a:pt x="131" y="55"/>
                </a:cubicBezTo>
                <a:cubicBezTo>
                  <a:pt x="130" y="53"/>
                  <a:pt x="128" y="52"/>
                  <a:pt x="126" y="52"/>
                </a:cubicBezTo>
                <a:cubicBezTo>
                  <a:pt x="124" y="52"/>
                  <a:pt x="123" y="53"/>
                  <a:pt x="122" y="54"/>
                </a:cubicBezTo>
                <a:cubicBezTo>
                  <a:pt x="122" y="54"/>
                  <a:pt x="122" y="54"/>
                  <a:pt x="122" y="55"/>
                </a:cubicBezTo>
                <a:cubicBezTo>
                  <a:pt x="119" y="64"/>
                  <a:pt x="119" y="64"/>
                  <a:pt x="119" y="64"/>
                </a:cubicBezTo>
                <a:cubicBezTo>
                  <a:pt x="119" y="64"/>
                  <a:pt x="119" y="64"/>
                  <a:pt x="119" y="64"/>
                </a:cubicBezTo>
                <a:cubicBezTo>
                  <a:pt x="118" y="64"/>
                  <a:pt x="117" y="64"/>
                  <a:pt x="116" y="63"/>
                </a:cubicBezTo>
                <a:cubicBezTo>
                  <a:pt x="115" y="63"/>
                  <a:pt x="115" y="62"/>
                  <a:pt x="114" y="61"/>
                </a:cubicBezTo>
                <a:cubicBezTo>
                  <a:pt x="113" y="60"/>
                  <a:pt x="112" y="59"/>
                  <a:pt x="111" y="59"/>
                </a:cubicBezTo>
                <a:cubicBezTo>
                  <a:pt x="109" y="58"/>
                  <a:pt x="108" y="58"/>
                  <a:pt x="107" y="58"/>
                </a:cubicBezTo>
                <a:cubicBezTo>
                  <a:pt x="105" y="58"/>
                  <a:pt x="103" y="59"/>
                  <a:pt x="102" y="60"/>
                </a:cubicBezTo>
                <a:cubicBezTo>
                  <a:pt x="101" y="62"/>
                  <a:pt x="101" y="64"/>
                  <a:pt x="102" y="66"/>
                </a:cubicBezTo>
                <a:cubicBezTo>
                  <a:pt x="102" y="67"/>
                  <a:pt x="102" y="67"/>
                  <a:pt x="102" y="68"/>
                </a:cubicBezTo>
                <a:cubicBezTo>
                  <a:pt x="102" y="70"/>
                  <a:pt x="101" y="72"/>
                  <a:pt x="99" y="73"/>
                </a:cubicBezTo>
                <a:cubicBezTo>
                  <a:pt x="98" y="72"/>
                  <a:pt x="97" y="71"/>
                  <a:pt x="96" y="71"/>
                </a:cubicBezTo>
                <a:cubicBezTo>
                  <a:pt x="100" y="64"/>
                  <a:pt x="100" y="64"/>
                  <a:pt x="100" y="64"/>
                </a:cubicBezTo>
                <a:cubicBezTo>
                  <a:pt x="101" y="64"/>
                  <a:pt x="101" y="63"/>
                  <a:pt x="101" y="63"/>
                </a:cubicBezTo>
                <a:cubicBezTo>
                  <a:pt x="100" y="62"/>
                  <a:pt x="100" y="62"/>
                  <a:pt x="99" y="61"/>
                </a:cubicBezTo>
                <a:cubicBezTo>
                  <a:pt x="98" y="61"/>
                  <a:pt x="96" y="60"/>
                  <a:pt x="96" y="59"/>
                </a:cubicBezTo>
                <a:cubicBezTo>
                  <a:pt x="95" y="57"/>
                  <a:pt x="94" y="56"/>
                  <a:pt x="95" y="54"/>
                </a:cubicBezTo>
                <a:cubicBezTo>
                  <a:pt x="96" y="52"/>
                  <a:pt x="98" y="51"/>
                  <a:pt x="100" y="51"/>
                </a:cubicBezTo>
                <a:cubicBezTo>
                  <a:pt x="101" y="51"/>
                  <a:pt x="102" y="51"/>
                  <a:pt x="102" y="51"/>
                </a:cubicBezTo>
                <a:cubicBezTo>
                  <a:pt x="103" y="51"/>
                  <a:pt x="103" y="51"/>
                  <a:pt x="103" y="51"/>
                </a:cubicBezTo>
                <a:cubicBezTo>
                  <a:pt x="103" y="51"/>
                  <a:pt x="104" y="51"/>
                  <a:pt x="104" y="51"/>
                </a:cubicBezTo>
                <a:cubicBezTo>
                  <a:pt x="105" y="50"/>
                  <a:pt x="105" y="50"/>
                  <a:pt x="105" y="49"/>
                </a:cubicBezTo>
                <a:cubicBezTo>
                  <a:pt x="105" y="42"/>
                  <a:pt x="105" y="42"/>
                  <a:pt x="105" y="42"/>
                </a:cubicBezTo>
                <a:cubicBezTo>
                  <a:pt x="105" y="41"/>
                  <a:pt x="104" y="40"/>
                  <a:pt x="104" y="40"/>
                </a:cubicBezTo>
                <a:cubicBezTo>
                  <a:pt x="97" y="38"/>
                  <a:pt x="97" y="38"/>
                  <a:pt x="97" y="38"/>
                </a:cubicBezTo>
                <a:cubicBezTo>
                  <a:pt x="95" y="33"/>
                  <a:pt x="95" y="33"/>
                  <a:pt x="95" y="33"/>
                </a:cubicBezTo>
                <a:cubicBezTo>
                  <a:pt x="100" y="30"/>
                  <a:pt x="100" y="30"/>
                  <a:pt x="100" y="30"/>
                </a:cubicBezTo>
                <a:cubicBezTo>
                  <a:pt x="101" y="29"/>
                  <a:pt x="101" y="28"/>
                  <a:pt x="100" y="27"/>
                </a:cubicBezTo>
                <a:cubicBezTo>
                  <a:pt x="96" y="20"/>
                  <a:pt x="96" y="20"/>
                  <a:pt x="96" y="20"/>
                </a:cubicBezTo>
                <a:cubicBezTo>
                  <a:pt x="96" y="20"/>
                  <a:pt x="95" y="19"/>
                  <a:pt x="95" y="19"/>
                </a:cubicBezTo>
                <a:cubicBezTo>
                  <a:pt x="95" y="19"/>
                  <a:pt x="94" y="19"/>
                  <a:pt x="94" y="20"/>
                </a:cubicBezTo>
                <a:cubicBezTo>
                  <a:pt x="89" y="21"/>
                  <a:pt x="89" y="21"/>
                  <a:pt x="89" y="21"/>
                </a:cubicBezTo>
                <a:cubicBezTo>
                  <a:pt x="85" y="18"/>
                  <a:pt x="85" y="18"/>
                  <a:pt x="85" y="18"/>
                </a:cubicBezTo>
                <a:cubicBezTo>
                  <a:pt x="86" y="16"/>
                  <a:pt x="87" y="14"/>
                  <a:pt x="87" y="13"/>
                </a:cubicBezTo>
                <a:cubicBezTo>
                  <a:pt x="86" y="10"/>
                  <a:pt x="85" y="8"/>
                  <a:pt x="83" y="7"/>
                </a:cubicBezTo>
                <a:cubicBezTo>
                  <a:pt x="82" y="6"/>
                  <a:pt x="81" y="6"/>
                  <a:pt x="80" y="6"/>
                </a:cubicBezTo>
                <a:cubicBezTo>
                  <a:pt x="78" y="6"/>
                  <a:pt x="76" y="7"/>
                  <a:pt x="74" y="9"/>
                </a:cubicBezTo>
                <a:cubicBezTo>
                  <a:pt x="73" y="9"/>
                  <a:pt x="73" y="11"/>
                  <a:pt x="73" y="12"/>
                </a:cubicBezTo>
                <a:cubicBezTo>
                  <a:pt x="72" y="11"/>
                  <a:pt x="71" y="10"/>
                  <a:pt x="70" y="9"/>
                </a:cubicBezTo>
                <a:cubicBezTo>
                  <a:pt x="70" y="9"/>
                  <a:pt x="69" y="8"/>
                  <a:pt x="69" y="7"/>
                </a:cubicBezTo>
                <a:cubicBezTo>
                  <a:pt x="68" y="5"/>
                  <a:pt x="68" y="4"/>
                  <a:pt x="67" y="3"/>
                </a:cubicBezTo>
                <a:cubicBezTo>
                  <a:pt x="65" y="1"/>
                  <a:pt x="63" y="0"/>
                  <a:pt x="61"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0" name="Freeform 104">
            <a:extLst>
              <a:ext uri="{FF2B5EF4-FFF2-40B4-BE49-F238E27FC236}">
                <a16:creationId xmlns:a16="http://schemas.microsoft.com/office/drawing/2014/main" id="{1B9F00CB-3511-41EF-9395-5DF908D1FE2C}"/>
              </a:ext>
            </a:extLst>
          </p:cNvPr>
          <p:cNvSpPr>
            <a:spLocks noEditPoints="1"/>
          </p:cNvSpPr>
          <p:nvPr/>
        </p:nvSpPr>
        <p:spPr bwMode="auto">
          <a:xfrm>
            <a:off x="7069138" y="4079875"/>
            <a:ext cx="609600" cy="612775"/>
          </a:xfrm>
          <a:custGeom>
            <a:avLst/>
            <a:gdLst>
              <a:gd name="T0" fmla="*/ 51 w 170"/>
              <a:gd name="T1" fmla="*/ 149 h 171"/>
              <a:gd name="T2" fmla="*/ 73 w 170"/>
              <a:gd name="T3" fmla="*/ 123 h 171"/>
              <a:gd name="T4" fmla="*/ 140 w 170"/>
              <a:gd name="T5" fmla="*/ 79 h 171"/>
              <a:gd name="T6" fmla="*/ 131 w 170"/>
              <a:gd name="T7" fmla="*/ 124 h 171"/>
              <a:gd name="T8" fmla="*/ 56 w 170"/>
              <a:gd name="T9" fmla="*/ 24 h 171"/>
              <a:gd name="T10" fmla="*/ 48 w 170"/>
              <a:gd name="T11" fmla="*/ 70 h 171"/>
              <a:gd name="T12" fmla="*/ 44 w 170"/>
              <a:gd name="T13" fmla="*/ 95 h 171"/>
              <a:gd name="T14" fmla="*/ 66 w 170"/>
              <a:gd name="T15" fmla="*/ 92 h 171"/>
              <a:gd name="T16" fmla="*/ 82 w 170"/>
              <a:gd name="T17" fmla="*/ 110 h 171"/>
              <a:gd name="T18" fmla="*/ 82 w 170"/>
              <a:gd name="T19" fmla="*/ 146 h 171"/>
              <a:gd name="T20" fmla="*/ 62 w 170"/>
              <a:gd name="T21" fmla="*/ 160 h 171"/>
              <a:gd name="T22" fmla="*/ 32 w 170"/>
              <a:gd name="T23" fmla="*/ 157 h 171"/>
              <a:gd name="T24" fmla="*/ 11 w 170"/>
              <a:gd name="T25" fmla="*/ 146 h 171"/>
              <a:gd name="T26" fmla="*/ 12 w 170"/>
              <a:gd name="T27" fmla="*/ 122 h 171"/>
              <a:gd name="T28" fmla="*/ 21 w 170"/>
              <a:gd name="T29" fmla="*/ 106 h 171"/>
              <a:gd name="T30" fmla="*/ 122 w 170"/>
              <a:gd name="T31" fmla="*/ 67 h 171"/>
              <a:gd name="T32" fmla="*/ 142 w 170"/>
              <a:gd name="T33" fmla="*/ 64 h 171"/>
              <a:gd name="T34" fmla="*/ 159 w 170"/>
              <a:gd name="T35" fmla="*/ 76 h 171"/>
              <a:gd name="T36" fmla="*/ 157 w 170"/>
              <a:gd name="T37" fmla="*/ 113 h 171"/>
              <a:gd name="T38" fmla="*/ 143 w 170"/>
              <a:gd name="T39" fmla="*/ 133 h 171"/>
              <a:gd name="T40" fmla="*/ 117 w 170"/>
              <a:gd name="T41" fmla="*/ 128 h 171"/>
              <a:gd name="T42" fmla="*/ 95 w 170"/>
              <a:gd name="T43" fmla="*/ 116 h 171"/>
              <a:gd name="T44" fmla="*/ 86 w 170"/>
              <a:gd name="T45" fmla="*/ 94 h 171"/>
              <a:gd name="T46" fmla="*/ 99 w 170"/>
              <a:gd name="T47" fmla="*/ 77 h 171"/>
              <a:gd name="T48" fmla="*/ 54 w 170"/>
              <a:gd name="T49" fmla="*/ 16 h 171"/>
              <a:gd name="T50" fmla="*/ 76 w 170"/>
              <a:gd name="T51" fmla="*/ 14 h 171"/>
              <a:gd name="T52" fmla="*/ 89 w 170"/>
              <a:gd name="T53" fmla="*/ 25 h 171"/>
              <a:gd name="T54" fmla="*/ 91 w 170"/>
              <a:gd name="T55" fmla="*/ 53 h 171"/>
              <a:gd name="T56" fmla="*/ 80 w 170"/>
              <a:gd name="T57" fmla="*/ 81 h 171"/>
              <a:gd name="T58" fmla="*/ 58 w 170"/>
              <a:gd name="T59" fmla="*/ 81 h 171"/>
              <a:gd name="T60" fmla="*/ 33 w 170"/>
              <a:gd name="T61" fmla="*/ 64 h 171"/>
              <a:gd name="T62" fmla="*/ 19 w 170"/>
              <a:gd name="T63" fmla="*/ 43 h 171"/>
              <a:gd name="T64" fmla="*/ 32 w 170"/>
              <a:gd name="T65" fmla="*/ 24 h 171"/>
              <a:gd name="T66" fmla="*/ 54 w 170"/>
              <a:gd name="T67" fmla="*/ 16 h 171"/>
              <a:gd name="T68" fmla="*/ 37 w 170"/>
              <a:gd name="T69" fmla="*/ 8 h 171"/>
              <a:gd name="T70" fmla="*/ 21 w 170"/>
              <a:gd name="T71" fmla="*/ 38 h 171"/>
              <a:gd name="T72" fmla="*/ 24 w 170"/>
              <a:gd name="T73" fmla="*/ 68 h 171"/>
              <a:gd name="T74" fmla="*/ 43 w 170"/>
              <a:gd name="T75" fmla="*/ 84 h 171"/>
              <a:gd name="T76" fmla="*/ 20 w 170"/>
              <a:gd name="T77" fmla="*/ 102 h 171"/>
              <a:gd name="T78" fmla="*/ 7 w 170"/>
              <a:gd name="T79" fmla="*/ 132 h 171"/>
              <a:gd name="T80" fmla="*/ 18 w 170"/>
              <a:gd name="T81" fmla="*/ 149 h 171"/>
              <a:gd name="T82" fmla="*/ 40 w 170"/>
              <a:gd name="T83" fmla="*/ 166 h 171"/>
              <a:gd name="T84" fmla="*/ 72 w 170"/>
              <a:gd name="T85" fmla="*/ 165 h 171"/>
              <a:gd name="T86" fmla="*/ 85 w 170"/>
              <a:gd name="T87" fmla="*/ 143 h 171"/>
              <a:gd name="T88" fmla="*/ 82 w 170"/>
              <a:gd name="T89" fmla="*/ 120 h 171"/>
              <a:gd name="T90" fmla="*/ 69 w 170"/>
              <a:gd name="T91" fmla="*/ 89 h 171"/>
              <a:gd name="T92" fmla="*/ 51 w 170"/>
              <a:gd name="T93" fmla="*/ 79 h 171"/>
              <a:gd name="T94" fmla="*/ 73 w 170"/>
              <a:gd name="T95" fmla="*/ 81 h 171"/>
              <a:gd name="T96" fmla="*/ 90 w 170"/>
              <a:gd name="T97" fmla="*/ 85 h 171"/>
              <a:gd name="T98" fmla="*/ 88 w 170"/>
              <a:gd name="T99" fmla="*/ 110 h 171"/>
              <a:gd name="T100" fmla="*/ 105 w 170"/>
              <a:gd name="T101" fmla="*/ 136 h 171"/>
              <a:gd name="T102" fmla="*/ 131 w 170"/>
              <a:gd name="T103" fmla="*/ 133 h 171"/>
              <a:gd name="T104" fmla="*/ 157 w 170"/>
              <a:gd name="T105" fmla="*/ 125 h 171"/>
              <a:gd name="T106" fmla="*/ 167 w 170"/>
              <a:gd name="T107" fmla="*/ 104 h 171"/>
              <a:gd name="T108" fmla="*/ 161 w 170"/>
              <a:gd name="T109" fmla="*/ 73 h 171"/>
              <a:gd name="T110" fmla="*/ 135 w 170"/>
              <a:gd name="T111" fmla="*/ 62 h 171"/>
              <a:gd name="T112" fmla="*/ 110 w 170"/>
              <a:gd name="T113" fmla="*/ 59 h 171"/>
              <a:gd name="T114" fmla="*/ 95 w 170"/>
              <a:gd name="T115" fmla="*/ 59 h 171"/>
              <a:gd name="T116" fmla="*/ 95 w 170"/>
              <a:gd name="T117" fmla="*/ 33 h 171"/>
              <a:gd name="T118" fmla="*/ 80 w 170"/>
              <a:gd name="T119" fmla="*/ 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171">
                <a:moveTo>
                  <a:pt x="44" y="150"/>
                </a:moveTo>
                <a:cubicBezTo>
                  <a:pt x="41" y="150"/>
                  <a:pt x="38" y="149"/>
                  <a:pt x="35" y="148"/>
                </a:cubicBezTo>
                <a:cubicBezTo>
                  <a:pt x="27" y="144"/>
                  <a:pt x="23" y="132"/>
                  <a:pt x="24" y="124"/>
                </a:cubicBezTo>
                <a:cubicBezTo>
                  <a:pt x="24" y="121"/>
                  <a:pt x="24" y="112"/>
                  <a:pt x="30" y="108"/>
                </a:cubicBezTo>
                <a:cubicBezTo>
                  <a:pt x="34" y="106"/>
                  <a:pt x="38" y="105"/>
                  <a:pt x="42" y="105"/>
                </a:cubicBezTo>
                <a:cubicBezTo>
                  <a:pt x="43" y="105"/>
                  <a:pt x="44" y="105"/>
                  <a:pt x="45" y="105"/>
                </a:cubicBezTo>
                <a:cubicBezTo>
                  <a:pt x="51" y="106"/>
                  <a:pt x="57" y="106"/>
                  <a:pt x="61" y="109"/>
                </a:cubicBezTo>
                <a:cubicBezTo>
                  <a:pt x="66" y="112"/>
                  <a:pt x="69" y="117"/>
                  <a:pt x="69" y="123"/>
                </a:cubicBezTo>
                <a:cubicBezTo>
                  <a:pt x="69" y="129"/>
                  <a:pt x="67" y="135"/>
                  <a:pt x="63" y="140"/>
                </a:cubicBezTo>
                <a:cubicBezTo>
                  <a:pt x="60" y="145"/>
                  <a:pt x="55" y="148"/>
                  <a:pt x="51" y="149"/>
                </a:cubicBezTo>
                <a:cubicBezTo>
                  <a:pt x="48" y="150"/>
                  <a:pt x="46" y="150"/>
                  <a:pt x="44" y="150"/>
                </a:cubicBezTo>
                <a:moveTo>
                  <a:pt x="42" y="102"/>
                </a:moveTo>
                <a:cubicBezTo>
                  <a:pt x="38" y="102"/>
                  <a:pt x="33" y="102"/>
                  <a:pt x="28" y="105"/>
                </a:cubicBezTo>
                <a:cubicBezTo>
                  <a:pt x="23" y="108"/>
                  <a:pt x="20" y="115"/>
                  <a:pt x="20" y="124"/>
                </a:cubicBezTo>
                <a:cubicBezTo>
                  <a:pt x="20" y="136"/>
                  <a:pt x="25" y="147"/>
                  <a:pt x="34" y="152"/>
                </a:cubicBezTo>
                <a:cubicBezTo>
                  <a:pt x="37" y="153"/>
                  <a:pt x="40" y="154"/>
                  <a:pt x="44" y="154"/>
                </a:cubicBezTo>
                <a:cubicBezTo>
                  <a:pt x="44" y="154"/>
                  <a:pt x="44" y="154"/>
                  <a:pt x="44" y="154"/>
                </a:cubicBezTo>
                <a:cubicBezTo>
                  <a:pt x="47" y="154"/>
                  <a:pt x="49" y="154"/>
                  <a:pt x="52" y="153"/>
                </a:cubicBezTo>
                <a:cubicBezTo>
                  <a:pt x="57" y="151"/>
                  <a:pt x="62" y="148"/>
                  <a:pt x="66" y="143"/>
                </a:cubicBezTo>
                <a:cubicBezTo>
                  <a:pt x="71" y="137"/>
                  <a:pt x="73" y="130"/>
                  <a:pt x="73" y="123"/>
                </a:cubicBezTo>
                <a:cubicBezTo>
                  <a:pt x="73" y="116"/>
                  <a:pt x="69" y="109"/>
                  <a:pt x="63" y="105"/>
                </a:cubicBezTo>
                <a:cubicBezTo>
                  <a:pt x="58" y="102"/>
                  <a:pt x="52" y="102"/>
                  <a:pt x="45" y="102"/>
                </a:cubicBezTo>
                <a:cubicBezTo>
                  <a:pt x="44" y="102"/>
                  <a:pt x="43" y="102"/>
                  <a:pt x="42" y="102"/>
                </a:cubicBezTo>
                <a:moveTo>
                  <a:pt x="123" y="121"/>
                </a:moveTo>
                <a:cubicBezTo>
                  <a:pt x="120" y="121"/>
                  <a:pt x="117" y="120"/>
                  <a:pt x="114" y="119"/>
                </a:cubicBezTo>
                <a:cubicBezTo>
                  <a:pt x="105" y="114"/>
                  <a:pt x="102" y="103"/>
                  <a:pt x="102" y="95"/>
                </a:cubicBezTo>
                <a:cubicBezTo>
                  <a:pt x="102" y="91"/>
                  <a:pt x="103" y="83"/>
                  <a:pt x="109" y="79"/>
                </a:cubicBezTo>
                <a:cubicBezTo>
                  <a:pt x="113" y="76"/>
                  <a:pt x="117" y="76"/>
                  <a:pt x="121" y="76"/>
                </a:cubicBezTo>
                <a:cubicBezTo>
                  <a:pt x="122" y="76"/>
                  <a:pt x="123" y="76"/>
                  <a:pt x="124" y="76"/>
                </a:cubicBezTo>
                <a:cubicBezTo>
                  <a:pt x="130" y="76"/>
                  <a:pt x="135" y="77"/>
                  <a:pt x="140" y="79"/>
                </a:cubicBezTo>
                <a:cubicBezTo>
                  <a:pt x="145" y="82"/>
                  <a:pt x="148" y="88"/>
                  <a:pt x="148" y="94"/>
                </a:cubicBezTo>
                <a:cubicBezTo>
                  <a:pt x="148" y="100"/>
                  <a:pt x="146" y="106"/>
                  <a:pt x="142" y="111"/>
                </a:cubicBezTo>
                <a:cubicBezTo>
                  <a:pt x="139" y="115"/>
                  <a:pt x="134" y="118"/>
                  <a:pt x="129" y="120"/>
                </a:cubicBezTo>
                <a:cubicBezTo>
                  <a:pt x="127" y="121"/>
                  <a:pt x="125" y="121"/>
                  <a:pt x="123" y="121"/>
                </a:cubicBezTo>
                <a:moveTo>
                  <a:pt x="121" y="72"/>
                </a:moveTo>
                <a:cubicBezTo>
                  <a:pt x="117" y="72"/>
                  <a:pt x="111" y="73"/>
                  <a:pt x="107" y="76"/>
                </a:cubicBezTo>
                <a:cubicBezTo>
                  <a:pt x="102" y="79"/>
                  <a:pt x="99" y="86"/>
                  <a:pt x="99" y="95"/>
                </a:cubicBezTo>
                <a:cubicBezTo>
                  <a:pt x="98" y="107"/>
                  <a:pt x="104" y="118"/>
                  <a:pt x="113" y="122"/>
                </a:cubicBezTo>
                <a:cubicBezTo>
                  <a:pt x="116" y="124"/>
                  <a:pt x="119" y="125"/>
                  <a:pt x="123" y="125"/>
                </a:cubicBezTo>
                <a:cubicBezTo>
                  <a:pt x="126" y="125"/>
                  <a:pt x="128" y="124"/>
                  <a:pt x="131" y="124"/>
                </a:cubicBezTo>
                <a:cubicBezTo>
                  <a:pt x="136" y="122"/>
                  <a:pt x="141" y="118"/>
                  <a:pt x="145" y="113"/>
                </a:cubicBezTo>
                <a:cubicBezTo>
                  <a:pt x="150" y="108"/>
                  <a:pt x="152" y="101"/>
                  <a:pt x="152" y="94"/>
                </a:cubicBezTo>
                <a:cubicBezTo>
                  <a:pt x="152" y="87"/>
                  <a:pt x="148" y="80"/>
                  <a:pt x="142" y="76"/>
                </a:cubicBezTo>
                <a:cubicBezTo>
                  <a:pt x="137" y="73"/>
                  <a:pt x="130" y="73"/>
                  <a:pt x="124" y="72"/>
                </a:cubicBezTo>
                <a:cubicBezTo>
                  <a:pt x="123" y="72"/>
                  <a:pt x="122" y="72"/>
                  <a:pt x="121" y="72"/>
                </a:cubicBezTo>
                <a:moveTo>
                  <a:pt x="58" y="68"/>
                </a:moveTo>
                <a:cubicBezTo>
                  <a:pt x="55" y="68"/>
                  <a:pt x="52" y="68"/>
                  <a:pt x="50" y="66"/>
                </a:cubicBezTo>
                <a:cubicBezTo>
                  <a:pt x="41" y="62"/>
                  <a:pt x="38" y="51"/>
                  <a:pt x="38" y="42"/>
                </a:cubicBezTo>
                <a:cubicBezTo>
                  <a:pt x="38" y="39"/>
                  <a:pt x="38" y="30"/>
                  <a:pt x="44" y="26"/>
                </a:cubicBezTo>
                <a:cubicBezTo>
                  <a:pt x="48" y="24"/>
                  <a:pt x="52" y="24"/>
                  <a:pt x="56" y="24"/>
                </a:cubicBezTo>
                <a:cubicBezTo>
                  <a:pt x="57" y="24"/>
                  <a:pt x="58" y="24"/>
                  <a:pt x="59" y="24"/>
                </a:cubicBezTo>
                <a:cubicBezTo>
                  <a:pt x="65" y="24"/>
                  <a:pt x="71" y="24"/>
                  <a:pt x="75" y="27"/>
                </a:cubicBezTo>
                <a:cubicBezTo>
                  <a:pt x="80" y="30"/>
                  <a:pt x="83" y="36"/>
                  <a:pt x="83" y="42"/>
                </a:cubicBezTo>
                <a:cubicBezTo>
                  <a:pt x="83" y="47"/>
                  <a:pt x="81" y="53"/>
                  <a:pt x="77" y="58"/>
                </a:cubicBezTo>
                <a:cubicBezTo>
                  <a:pt x="74" y="63"/>
                  <a:pt x="69" y="66"/>
                  <a:pt x="65" y="67"/>
                </a:cubicBezTo>
                <a:cubicBezTo>
                  <a:pt x="63" y="68"/>
                  <a:pt x="60" y="68"/>
                  <a:pt x="58" y="68"/>
                </a:cubicBezTo>
                <a:moveTo>
                  <a:pt x="56" y="20"/>
                </a:moveTo>
                <a:cubicBezTo>
                  <a:pt x="52" y="20"/>
                  <a:pt x="47" y="20"/>
                  <a:pt x="42" y="23"/>
                </a:cubicBezTo>
                <a:cubicBezTo>
                  <a:pt x="37" y="26"/>
                  <a:pt x="34" y="34"/>
                  <a:pt x="34" y="42"/>
                </a:cubicBezTo>
                <a:cubicBezTo>
                  <a:pt x="34" y="55"/>
                  <a:pt x="39" y="65"/>
                  <a:pt x="48" y="70"/>
                </a:cubicBezTo>
                <a:cubicBezTo>
                  <a:pt x="51" y="71"/>
                  <a:pt x="54" y="72"/>
                  <a:pt x="58" y="72"/>
                </a:cubicBezTo>
                <a:cubicBezTo>
                  <a:pt x="61" y="72"/>
                  <a:pt x="63" y="72"/>
                  <a:pt x="66" y="71"/>
                </a:cubicBezTo>
                <a:cubicBezTo>
                  <a:pt x="71" y="69"/>
                  <a:pt x="76" y="66"/>
                  <a:pt x="80" y="61"/>
                </a:cubicBezTo>
                <a:cubicBezTo>
                  <a:pt x="85" y="55"/>
                  <a:pt x="87" y="48"/>
                  <a:pt x="87" y="41"/>
                </a:cubicBezTo>
                <a:cubicBezTo>
                  <a:pt x="87" y="34"/>
                  <a:pt x="83" y="27"/>
                  <a:pt x="77" y="24"/>
                </a:cubicBezTo>
                <a:cubicBezTo>
                  <a:pt x="72" y="20"/>
                  <a:pt x="66" y="20"/>
                  <a:pt x="59" y="20"/>
                </a:cubicBezTo>
                <a:cubicBezTo>
                  <a:pt x="58" y="20"/>
                  <a:pt x="57" y="20"/>
                  <a:pt x="56" y="20"/>
                </a:cubicBezTo>
                <a:moveTo>
                  <a:pt x="40" y="97"/>
                </a:moveTo>
                <a:cubicBezTo>
                  <a:pt x="41" y="97"/>
                  <a:pt x="42" y="97"/>
                  <a:pt x="43" y="97"/>
                </a:cubicBezTo>
                <a:cubicBezTo>
                  <a:pt x="43" y="96"/>
                  <a:pt x="44" y="96"/>
                  <a:pt x="44" y="95"/>
                </a:cubicBezTo>
                <a:cubicBezTo>
                  <a:pt x="46" y="86"/>
                  <a:pt x="46" y="86"/>
                  <a:pt x="46" y="86"/>
                </a:cubicBezTo>
                <a:cubicBezTo>
                  <a:pt x="46" y="86"/>
                  <a:pt x="47" y="86"/>
                  <a:pt x="47" y="86"/>
                </a:cubicBezTo>
                <a:cubicBezTo>
                  <a:pt x="48" y="86"/>
                  <a:pt x="49" y="86"/>
                  <a:pt x="49" y="87"/>
                </a:cubicBezTo>
                <a:cubicBezTo>
                  <a:pt x="50" y="88"/>
                  <a:pt x="51" y="89"/>
                  <a:pt x="51" y="90"/>
                </a:cubicBezTo>
                <a:cubicBezTo>
                  <a:pt x="52" y="91"/>
                  <a:pt x="52" y="92"/>
                  <a:pt x="53" y="93"/>
                </a:cubicBezTo>
                <a:cubicBezTo>
                  <a:pt x="54" y="95"/>
                  <a:pt x="56" y="98"/>
                  <a:pt x="59" y="98"/>
                </a:cubicBezTo>
                <a:cubicBezTo>
                  <a:pt x="60" y="98"/>
                  <a:pt x="60" y="98"/>
                  <a:pt x="61" y="97"/>
                </a:cubicBezTo>
                <a:cubicBezTo>
                  <a:pt x="62" y="97"/>
                  <a:pt x="62" y="96"/>
                  <a:pt x="62" y="95"/>
                </a:cubicBezTo>
                <a:cubicBezTo>
                  <a:pt x="62" y="94"/>
                  <a:pt x="63" y="94"/>
                  <a:pt x="63" y="93"/>
                </a:cubicBezTo>
                <a:cubicBezTo>
                  <a:pt x="64" y="92"/>
                  <a:pt x="65" y="92"/>
                  <a:pt x="66" y="92"/>
                </a:cubicBezTo>
                <a:cubicBezTo>
                  <a:pt x="66" y="92"/>
                  <a:pt x="67" y="92"/>
                  <a:pt x="67" y="92"/>
                </a:cubicBezTo>
                <a:cubicBezTo>
                  <a:pt x="68" y="93"/>
                  <a:pt x="68" y="94"/>
                  <a:pt x="69" y="95"/>
                </a:cubicBezTo>
                <a:cubicBezTo>
                  <a:pt x="69" y="96"/>
                  <a:pt x="68" y="97"/>
                  <a:pt x="67" y="98"/>
                </a:cubicBezTo>
                <a:cubicBezTo>
                  <a:pt x="67" y="98"/>
                  <a:pt x="67" y="99"/>
                  <a:pt x="67" y="99"/>
                </a:cubicBezTo>
                <a:cubicBezTo>
                  <a:pt x="66" y="100"/>
                  <a:pt x="67" y="100"/>
                  <a:pt x="67" y="101"/>
                </a:cubicBezTo>
                <a:cubicBezTo>
                  <a:pt x="73" y="107"/>
                  <a:pt x="73" y="107"/>
                  <a:pt x="73" y="107"/>
                </a:cubicBezTo>
                <a:cubicBezTo>
                  <a:pt x="73" y="107"/>
                  <a:pt x="73" y="107"/>
                  <a:pt x="74" y="107"/>
                </a:cubicBezTo>
                <a:cubicBezTo>
                  <a:pt x="74" y="107"/>
                  <a:pt x="74" y="107"/>
                  <a:pt x="74" y="107"/>
                </a:cubicBezTo>
                <a:cubicBezTo>
                  <a:pt x="80" y="106"/>
                  <a:pt x="80" y="106"/>
                  <a:pt x="80" y="106"/>
                </a:cubicBezTo>
                <a:cubicBezTo>
                  <a:pt x="82" y="110"/>
                  <a:pt x="82" y="110"/>
                  <a:pt x="82" y="110"/>
                </a:cubicBezTo>
                <a:cubicBezTo>
                  <a:pt x="78" y="112"/>
                  <a:pt x="78" y="112"/>
                  <a:pt x="78" y="112"/>
                </a:cubicBezTo>
                <a:cubicBezTo>
                  <a:pt x="77" y="112"/>
                  <a:pt x="77" y="113"/>
                  <a:pt x="77" y="114"/>
                </a:cubicBezTo>
                <a:cubicBezTo>
                  <a:pt x="79" y="122"/>
                  <a:pt x="79" y="122"/>
                  <a:pt x="79" y="122"/>
                </a:cubicBezTo>
                <a:cubicBezTo>
                  <a:pt x="79" y="123"/>
                  <a:pt x="80" y="123"/>
                  <a:pt x="80" y="123"/>
                </a:cubicBezTo>
                <a:cubicBezTo>
                  <a:pt x="87" y="125"/>
                  <a:pt x="87" y="125"/>
                  <a:pt x="87" y="125"/>
                </a:cubicBezTo>
                <a:cubicBezTo>
                  <a:pt x="87" y="129"/>
                  <a:pt x="87" y="129"/>
                  <a:pt x="87" y="129"/>
                </a:cubicBezTo>
                <a:cubicBezTo>
                  <a:pt x="87" y="129"/>
                  <a:pt x="86" y="129"/>
                  <a:pt x="86" y="129"/>
                </a:cubicBezTo>
                <a:cubicBezTo>
                  <a:pt x="82" y="129"/>
                  <a:pt x="78" y="131"/>
                  <a:pt x="77" y="135"/>
                </a:cubicBezTo>
                <a:cubicBezTo>
                  <a:pt x="76" y="138"/>
                  <a:pt x="77" y="140"/>
                  <a:pt x="78" y="143"/>
                </a:cubicBezTo>
                <a:cubicBezTo>
                  <a:pt x="79" y="144"/>
                  <a:pt x="80" y="145"/>
                  <a:pt x="82" y="146"/>
                </a:cubicBezTo>
                <a:cubicBezTo>
                  <a:pt x="79" y="149"/>
                  <a:pt x="79" y="149"/>
                  <a:pt x="79" y="149"/>
                </a:cubicBezTo>
                <a:cubicBezTo>
                  <a:pt x="75" y="146"/>
                  <a:pt x="75" y="146"/>
                  <a:pt x="75" y="146"/>
                </a:cubicBezTo>
                <a:cubicBezTo>
                  <a:pt x="75" y="146"/>
                  <a:pt x="75" y="146"/>
                  <a:pt x="74" y="146"/>
                </a:cubicBezTo>
                <a:cubicBezTo>
                  <a:pt x="74" y="146"/>
                  <a:pt x="73" y="146"/>
                  <a:pt x="73" y="146"/>
                </a:cubicBezTo>
                <a:cubicBezTo>
                  <a:pt x="66" y="153"/>
                  <a:pt x="66" y="153"/>
                  <a:pt x="66" y="153"/>
                </a:cubicBezTo>
                <a:cubicBezTo>
                  <a:pt x="65" y="153"/>
                  <a:pt x="65" y="154"/>
                  <a:pt x="65" y="155"/>
                </a:cubicBezTo>
                <a:cubicBezTo>
                  <a:pt x="68" y="162"/>
                  <a:pt x="68" y="162"/>
                  <a:pt x="68" y="162"/>
                </a:cubicBezTo>
                <a:cubicBezTo>
                  <a:pt x="68" y="163"/>
                  <a:pt x="67" y="163"/>
                  <a:pt x="66" y="163"/>
                </a:cubicBezTo>
                <a:cubicBezTo>
                  <a:pt x="66" y="163"/>
                  <a:pt x="65" y="162"/>
                  <a:pt x="64" y="162"/>
                </a:cubicBezTo>
                <a:cubicBezTo>
                  <a:pt x="63" y="162"/>
                  <a:pt x="63" y="161"/>
                  <a:pt x="62" y="160"/>
                </a:cubicBezTo>
                <a:cubicBezTo>
                  <a:pt x="61" y="160"/>
                  <a:pt x="60" y="159"/>
                  <a:pt x="59" y="158"/>
                </a:cubicBezTo>
                <a:cubicBezTo>
                  <a:pt x="58" y="158"/>
                  <a:pt x="56" y="157"/>
                  <a:pt x="55" y="157"/>
                </a:cubicBezTo>
                <a:cubicBezTo>
                  <a:pt x="53" y="157"/>
                  <a:pt x="51" y="158"/>
                  <a:pt x="50" y="159"/>
                </a:cubicBezTo>
                <a:cubicBezTo>
                  <a:pt x="48" y="161"/>
                  <a:pt x="47" y="164"/>
                  <a:pt x="47" y="167"/>
                </a:cubicBezTo>
                <a:cubicBezTo>
                  <a:pt x="47" y="167"/>
                  <a:pt x="47" y="167"/>
                  <a:pt x="46" y="167"/>
                </a:cubicBezTo>
                <a:cubicBezTo>
                  <a:pt x="45" y="167"/>
                  <a:pt x="44" y="166"/>
                  <a:pt x="44" y="165"/>
                </a:cubicBezTo>
                <a:cubicBezTo>
                  <a:pt x="44" y="165"/>
                  <a:pt x="44" y="165"/>
                  <a:pt x="44" y="164"/>
                </a:cubicBezTo>
                <a:cubicBezTo>
                  <a:pt x="44" y="164"/>
                  <a:pt x="44" y="163"/>
                  <a:pt x="44" y="162"/>
                </a:cubicBezTo>
                <a:cubicBezTo>
                  <a:pt x="43" y="160"/>
                  <a:pt x="41" y="158"/>
                  <a:pt x="39" y="157"/>
                </a:cubicBezTo>
                <a:cubicBezTo>
                  <a:pt x="36" y="157"/>
                  <a:pt x="34" y="157"/>
                  <a:pt x="32" y="157"/>
                </a:cubicBezTo>
                <a:cubicBezTo>
                  <a:pt x="32" y="157"/>
                  <a:pt x="32" y="157"/>
                  <a:pt x="32" y="157"/>
                </a:cubicBezTo>
                <a:cubicBezTo>
                  <a:pt x="31" y="157"/>
                  <a:pt x="31" y="157"/>
                  <a:pt x="30" y="158"/>
                </a:cubicBezTo>
                <a:cubicBezTo>
                  <a:pt x="30" y="160"/>
                  <a:pt x="29" y="161"/>
                  <a:pt x="27" y="161"/>
                </a:cubicBezTo>
                <a:cubicBezTo>
                  <a:pt x="27" y="162"/>
                  <a:pt x="27" y="162"/>
                  <a:pt x="26" y="162"/>
                </a:cubicBezTo>
                <a:cubicBezTo>
                  <a:pt x="25" y="162"/>
                  <a:pt x="24" y="161"/>
                  <a:pt x="24" y="161"/>
                </a:cubicBezTo>
                <a:cubicBezTo>
                  <a:pt x="26" y="154"/>
                  <a:pt x="26" y="154"/>
                  <a:pt x="26" y="154"/>
                </a:cubicBezTo>
                <a:cubicBezTo>
                  <a:pt x="26" y="153"/>
                  <a:pt x="26" y="153"/>
                  <a:pt x="26" y="153"/>
                </a:cubicBezTo>
                <a:cubicBezTo>
                  <a:pt x="26" y="149"/>
                  <a:pt x="22" y="146"/>
                  <a:pt x="19" y="145"/>
                </a:cubicBezTo>
                <a:cubicBezTo>
                  <a:pt x="18" y="145"/>
                  <a:pt x="17" y="145"/>
                  <a:pt x="16" y="145"/>
                </a:cubicBezTo>
                <a:cubicBezTo>
                  <a:pt x="14" y="145"/>
                  <a:pt x="12" y="146"/>
                  <a:pt x="11" y="146"/>
                </a:cubicBezTo>
                <a:cubicBezTo>
                  <a:pt x="10" y="146"/>
                  <a:pt x="10" y="145"/>
                  <a:pt x="11" y="144"/>
                </a:cubicBezTo>
                <a:cubicBezTo>
                  <a:pt x="11" y="144"/>
                  <a:pt x="12" y="143"/>
                  <a:pt x="12" y="142"/>
                </a:cubicBezTo>
                <a:cubicBezTo>
                  <a:pt x="13" y="141"/>
                  <a:pt x="13" y="141"/>
                  <a:pt x="13" y="141"/>
                </a:cubicBezTo>
                <a:cubicBezTo>
                  <a:pt x="15" y="139"/>
                  <a:pt x="16" y="137"/>
                  <a:pt x="15" y="135"/>
                </a:cubicBezTo>
                <a:cubicBezTo>
                  <a:pt x="15" y="133"/>
                  <a:pt x="13" y="131"/>
                  <a:pt x="11" y="129"/>
                </a:cubicBezTo>
                <a:cubicBezTo>
                  <a:pt x="10" y="129"/>
                  <a:pt x="9" y="129"/>
                  <a:pt x="9" y="129"/>
                </a:cubicBezTo>
                <a:cubicBezTo>
                  <a:pt x="8" y="128"/>
                  <a:pt x="7" y="128"/>
                  <a:pt x="6" y="127"/>
                </a:cubicBezTo>
                <a:cubicBezTo>
                  <a:pt x="5" y="126"/>
                  <a:pt x="4" y="125"/>
                  <a:pt x="5" y="125"/>
                </a:cubicBezTo>
                <a:cubicBezTo>
                  <a:pt x="5" y="124"/>
                  <a:pt x="6" y="124"/>
                  <a:pt x="7" y="124"/>
                </a:cubicBezTo>
                <a:cubicBezTo>
                  <a:pt x="9" y="123"/>
                  <a:pt x="11" y="123"/>
                  <a:pt x="12" y="122"/>
                </a:cubicBezTo>
                <a:cubicBezTo>
                  <a:pt x="13" y="121"/>
                  <a:pt x="14" y="119"/>
                  <a:pt x="14" y="118"/>
                </a:cubicBezTo>
                <a:cubicBezTo>
                  <a:pt x="15" y="116"/>
                  <a:pt x="15" y="115"/>
                  <a:pt x="16" y="115"/>
                </a:cubicBezTo>
                <a:cubicBezTo>
                  <a:pt x="17" y="114"/>
                  <a:pt x="17" y="113"/>
                  <a:pt x="17" y="112"/>
                </a:cubicBezTo>
                <a:cubicBezTo>
                  <a:pt x="17" y="112"/>
                  <a:pt x="16" y="111"/>
                  <a:pt x="15" y="111"/>
                </a:cubicBezTo>
                <a:cubicBezTo>
                  <a:pt x="14" y="111"/>
                  <a:pt x="13" y="110"/>
                  <a:pt x="12" y="109"/>
                </a:cubicBezTo>
                <a:cubicBezTo>
                  <a:pt x="12" y="108"/>
                  <a:pt x="12" y="107"/>
                  <a:pt x="12" y="106"/>
                </a:cubicBezTo>
                <a:cubicBezTo>
                  <a:pt x="13" y="105"/>
                  <a:pt x="14" y="104"/>
                  <a:pt x="15" y="104"/>
                </a:cubicBezTo>
                <a:cubicBezTo>
                  <a:pt x="17" y="104"/>
                  <a:pt x="18" y="105"/>
                  <a:pt x="18" y="105"/>
                </a:cubicBezTo>
                <a:cubicBezTo>
                  <a:pt x="19" y="106"/>
                  <a:pt x="19" y="106"/>
                  <a:pt x="20" y="106"/>
                </a:cubicBezTo>
                <a:cubicBezTo>
                  <a:pt x="20" y="106"/>
                  <a:pt x="20" y="106"/>
                  <a:pt x="21" y="106"/>
                </a:cubicBezTo>
                <a:cubicBezTo>
                  <a:pt x="24" y="105"/>
                  <a:pt x="27" y="101"/>
                  <a:pt x="27" y="97"/>
                </a:cubicBezTo>
                <a:cubicBezTo>
                  <a:pt x="27" y="96"/>
                  <a:pt x="27" y="96"/>
                  <a:pt x="26" y="95"/>
                </a:cubicBezTo>
                <a:cubicBezTo>
                  <a:pt x="26" y="93"/>
                  <a:pt x="26" y="92"/>
                  <a:pt x="26" y="92"/>
                </a:cubicBezTo>
                <a:cubicBezTo>
                  <a:pt x="27" y="91"/>
                  <a:pt x="27" y="91"/>
                  <a:pt x="28" y="91"/>
                </a:cubicBezTo>
                <a:cubicBezTo>
                  <a:pt x="29" y="91"/>
                  <a:pt x="29" y="91"/>
                  <a:pt x="30" y="91"/>
                </a:cubicBezTo>
                <a:cubicBezTo>
                  <a:pt x="31" y="92"/>
                  <a:pt x="32" y="93"/>
                  <a:pt x="32" y="94"/>
                </a:cubicBezTo>
                <a:cubicBezTo>
                  <a:pt x="33" y="94"/>
                  <a:pt x="34" y="95"/>
                  <a:pt x="35" y="95"/>
                </a:cubicBezTo>
                <a:cubicBezTo>
                  <a:pt x="36" y="96"/>
                  <a:pt x="37" y="97"/>
                  <a:pt x="40" y="97"/>
                </a:cubicBezTo>
                <a:moveTo>
                  <a:pt x="119" y="68"/>
                </a:moveTo>
                <a:cubicBezTo>
                  <a:pt x="120" y="68"/>
                  <a:pt x="121" y="68"/>
                  <a:pt x="122" y="67"/>
                </a:cubicBezTo>
                <a:cubicBezTo>
                  <a:pt x="122" y="67"/>
                  <a:pt x="122" y="67"/>
                  <a:pt x="123" y="66"/>
                </a:cubicBezTo>
                <a:cubicBezTo>
                  <a:pt x="125" y="56"/>
                  <a:pt x="125" y="56"/>
                  <a:pt x="125" y="56"/>
                </a:cubicBezTo>
                <a:cubicBezTo>
                  <a:pt x="125" y="56"/>
                  <a:pt x="125" y="56"/>
                  <a:pt x="126" y="56"/>
                </a:cubicBezTo>
                <a:cubicBezTo>
                  <a:pt x="126" y="56"/>
                  <a:pt x="128" y="57"/>
                  <a:pt x="128" y="58"/>
                </a:cubicBezTo>
                <a:cubicBezTo>
                  <a:pt x="129" y="59"/>
                  <a:pt x="130" y="60"/>
                  <a:pt x="130" y="61"/>
                </a:cubicBezTo>
                <a:cubicBezTo>
                  <a:pt x="131" y="62"/>
                  <a:pt x="131" y="63"/>
                  <a:pt x="131" y="64"/>
                </a:cubicBezTo>
                <a:cubicBezTo>
                  <a:pt x="133" y="66"/>
                  <a:pt x="135" y="68"/>
                  <a:pt x="138" y="68"/>
                </a:cubicBezTo>
                <a:cubicBezTo>
                  <a:pt x="139" y="68"/>
                  <a:pt x="139" y="68"/>
                  <a:pt x="140" y="68"/>
                </a:cubicBezTo>
                <a:cubicBezTo>
                  <a:pt x="140" y="68"/>
                  <a:pt x="141" y="67"/>
                  <a:pt x="141" y="66"/>
                </a:cubicBezTo>
                <a:cubicBezTo>
                  <a:pt x="141" y="65"/>
                  <a:pt x="141" y="64"/>
                  <a:pt x="142" y="64"/>
                </a:cubicBezTo>
                <a:cubicBezTo>
                  <a:pt x="143" y="63"/>
                  <a:pt x="144" y="63"/>
                  <a:pt x="145" y="63"/>
                </a:cubicBezTo>
                <a:cubicBezTo>
                  <a:pt x="145" y="63"/>
                  <a:pt x="145" y="63"/>
                  <a:pt x="146" y="63"/>
                </a:cubicBezTo>
                <a:cubicBezTo>
                  <a:pt x="147" y="63"/>
                  <a:pt x="147" y="65"/>
                  <a:pt x="147" y="66"/>
                </a:cubicBezTo>
                <a:cubicBezTo>
                  <a:pt x="147" y="67"/>
                  <a:pt x="147" y="68"/>
                  <a:pt x="146" y="69"/>
                </a:cubicBezTo>
                <a:cubicBezTo>
                  <a:pt x="146" y="69"/>
                  <a:pt x="145" y="69"/>
                  <a:pt x="145" y="70"/>
                </a:cubicBezTo>
                <a:cubicBezTo>
                  <a:pt x="145" y="71"/>
                  <a:pt x="145" y="71"/>
                  <a:pt x="146" y="72"/>
                </a:cubicBezTo>
                <a:cubicBezTo>
                  <a:pt x="151" y="77"/>
                  <a:pt x="151" y="77"/>
                  <a:pt x="151" y="77"/>
                </a:cubicBezTo>
                <a:cubicBezTo>
                  <a:pt x="152" y="78"/>
                  <a:pt x="152" y="78"/>
                  <a:pt x="153" y="78"/>
                </a:cubicBezTo>
                <a:cubicBezTo>
                  <a:pt x="153" y="78"/>
                  <a:pt x="153" y="78"/>
                  <a:pt x="153" y="78"/>
                </a:cubicBezTo>
                <a:cubicBezTo>
                  <a:pt x="159" y="76"/>
                  <a:pt x="159" y="76"/>
                  <a:pt x="159" y="76"/>
                </a:cubicBezTo>
                <a:cubicBezTo>
                  <a:pt x="161" y="80"/>
                  <a:pt x="161" y="80"/>
                  <a:pt x="161" y="80"/>
                </a:cubicBezTo>
                <a:cubicBezTo>
                  <a:pt x="157" y="83"/>
                  <a:pt x="157" y="83"/>
                  <a:pt x="157" y="83"/>
                </a:cubicBezTo>
                <a:cubicBezTo>
                  <a:pt x="156" y="83"/>
                  <a:pt x="156" y="84"/>
                  <a:pt x="156" y="85"/>
                </a:cubicBezTo>
                <a:cubicBezTo>
                  <a:pt x="158" y="93"/>
                  <a:pt x="158" y="93"/>
                  <a:pt x="158" y="93"/>
                </a:cubicBezTo>
                <a:cubicBezTo>
                  <a:pt x="158" y="93"/>
                  <a:pt x="158" y="94"/>
                  <a:pt x="159" y="94"/>
                </a:cubicBezTo>
                <a:cubicBezTo>
                  <a:pt x="166" y="96"/>
                  <a:pt x="166" y="96"/>
                  <a:pt x="166" y="96"/>
                </a:cubicBezTo>
                <a:cubicBezTo>
                  <a:pt x="166" y="100"/>
                  <a:pt x="166" y="100"/>
                  <a:pt x="166" y="100"/>
                </a:cubicBezTo>
                <a:cubicBezTo>
                  <a:pt x="165" y="100"/>
                  <a:pt x="165" y="99"/>
                  <a:pt x="165" y="99"/>
                </a:cubicBezTo>
                <a:cubicBezTo>
                  <a:pt x="161" y="99"/>
                  <a:pt x="157" y="102"/>
                  <a:pt x="156" y="106"/>
                </a:cubicBezTo>
                <a:cubicBezTo>
                  <a:pt x="155" y="108"/>
                  <a:pt x="155" y="111"/>
                  <a:pt x="157" y="113"/>
                </a:cubicBezTo>
                <a:cubicBezTo>
                  <a:pt x="158" y="115"/>
                  <a:pt x="159" y="116"/>
                  <a:pt x="160" y="117"/>
                </a:cubicBezTo>
                <a:cubicBezTo>
                  <a:pt x="158" y="120"/>
                  <a:pt x="158" y="120"/>
                  <a:pt x="158" y="120"/>
                </a:cubicBezTo>
                <a:cubicBezTo>
                  <a:pt x="154" y="117"/>
                  <a:pt x="154" y="117"/>
                  <a:pt x="154" y="117"/>
                </a:cubicBezTo>
                <a:cubicBezTo>
                  <a:pt x="154" y="116"/>
                  <a:pt x="153" y="116"/>
                  <a:pt x="153" y="116"/>
                </a:cubicBezTo>
                <a:cubicBezTo>
                  <a:pt x="153" y="116"/>
                  <a:pt x="152" y="116"/>
                  <a:pt x="152" y="117"/>
                </a:cubicBezTo>
                <a:cubicBezTo>
                  <a:pt x="144" y="124"/>
                  <a:pt x="144" y="124"/>
                  <a:pt x="144" y="124"/>
                </a:cubicBezTo>
                <a:cubicBezTo>
                  <a:pt x="144" y="124"/>
                  <a:pt x="144" y="125"/>
                  <a:pt x="144" y="126"/>
                </a:cubicBezTo>
                <a:cubicBezTo>
                  <a:pt x="147" y="133"/>
                  <a:pt x="147" y="133"/>
                  <a:pt x="147" y="133"/>
                </a:cubicBezTo>
                <a:cubicBezTo>
                  <a:pt x="147" y="133"/>
                  <a:pt x="146" y="133"/>
                  <a:pt x="145" y="133"/>
                </a:cubicBezTo>
                <a:cubicBezTo>
                  <a:pt x="144" y="133"/>
                  <a:pt x="144" y="133"/>
                  <a:pt x="143" y="133"/>
                </a:cubicBezTo>
                <a:cubicBezTo>
                  <a:pt x="142" y="132"/>
                  <a:pt x="141" y="132"/>
                  <a:pt x="141" y="131"/>
                </a:cubicBezTo>
                <a:cubicBezTo>
                  <a:pt x="140" y="130"/>
                  <a:pt x="139" y="129"/>
                  <a:pt x="137" y="129"/>
                </a:cubicBezTo>
                <a:cubicBezTo>
                  <a:pt x="136" y="128"/>
                  <a:pt x="135" y="128"/>
                  <a:pt x="134" y="128"/>
                </a:cubicBezTo>
                <a:cubicBezTo>
                  <a:pt x="132" y="128"/>
                  <a:pt x="130" y="129"/>
                  <a:pt x="129" y="130"/>
                </a:cubicBezTo>
                <a:cubicBezTo>
                  <a:pt x="127" y="132"/>
                  <a:pt x="126" y="135"/>
                  <a:pt x="126" y="137"/>
                </a:cubicBezTo>
                <a:cubicBezTo>
                  <a:pt x="126" y="137"/>
                  <a:pt x="125" y="138"/>
                  <a:pt x="125" y="138"/>
                </a:cubicBezTo>
                <a:cubicBezTo>
                  <a:pt x="124" y="138"/>
                  <a:pt x="123" y="137"/>
                  <a:pt x="123" y="136"/>
                </a:cubicBezTo>
                <a:cubicBezTo>
                  <a:pt x="123" y="136"/>
                  <a:pt x="123" y="135"/>
                  <a:pt x="123" y="135"/>
                </a:cubicBezTo>
                <a:cubicBezTo>
                  <a:pt x="123" y="134"/>
                  <a:pt x="123" y="134"/>
                  <a:pt x="123" y="133"/>
                </a:cubicBezTo>
                <a:cubicBezTo>
                  <a:pt x="122" y="131"/>
                  <a:pt x="120" y="129"/>
                  <a:pt x="117" y="128"/>
                </a:cubicBezTo>
                <a:cubicBezTo>
                  <a:pt x="115" y="127"/>
                  <a:pt x="113" y="127"/>
                  <a:pt x="111" y="127"/>
                </a:cubicBezTo>
                <a:cubicBezTo>
                  <a:pt x="111" y="127"/>
                  <a:pt x="111" y="127"/>
                  <a:pt x="111" y="127"/>
                </a:cubicBezTo>
                <a:cubicBezTo>
                  <a:pt x="110" y="127"/>
                  <a:pt x="109" y="128"/>
                  <a:pt x="109" y="129"/>
                </a:cubicBezTo>
                <a:cubicBezTo>
                  <a:pt x="109" y="130"/>
                  <a:pt x="108" y="132"/>
                  <a:pt x="106" y="132"/>
                </a:cubicBezTo>
                <a:cubicBezTo>
                  <a:pt x="106" y="132"/>
                  <a:pt x="105" y="132"/>
                  <a:pt x="105" y="132"/>
                </a:cubicBezTo>
                <a:cubicBezTo>
                  <a:pt x="104" y="132"/>
                  <a:pt x="103" y="132"/>
                  <a:pt x="103" y="132"/>
                </a:cubicBezTo>
                <a:cubicBezTo>
                  <a:pt x="105" y="124"/>
                  <a:pt x="105" y="124"/>
                  <a:pt x="105" y="124"/>
                </a:cubicBezTo>
                <a:cubicBezTo>
                  <a:pt x="105" y="124"/>
                  <a:pt x="105" y="124"/>
                  <a:pt x="105" y="124"/>
                </a:cubicBezTo>
                <a:cubicBezTo>
                  <a:pt x="104" y="120"/>
                  <a:pt x="101" y="117"/>
                  <a:pt x="98" y="116"/>
                </a:cubicBezTo>
                <a:cubicBezTo>
                  <a:pt x="97" y="116"/>
                  <a:pt x="96" y="116"/>
                  <a:pt x="95" y="116"/>
                </a:cubicBezTo>
                <a:cubicBezTo>
                  <a:pt x="93" y="116"/>
                  <a:pt x="91" y="116"/>
                  <a:pt x="89" y="117"/>
                </a:cubicBezTo>
                <a:cubicBezTo>
                  <a:pt x="89" y="116"/>
                  <a:pt x="89" y="116"/>
                  <a:pt x="89" y="115"/>
                </a:cubicBezTo>
                <a:cubicBezTo>
                  <a:pt x="90" y="114"/>
                  <a:pt x="90" y="113"/>
                  <a:pt x="91" y="113"/>
                </a:cubicBezTo>
                <a:cubicBezTo>
                  <a:pt x="92" y="112"/>
                  <a:pt x="92" y="112"/>
                  <a:pt x="92" y="112"/>
                </a:cubicBezTo>
                <a:cubicBezTo>
                  <a:pt x="94" y="110"/>
                  <a:pt x="95" y="107"/>
                  <a:pt x="94" y="106"/>
                </a:cubicBezTo>
                <a:cubicBezTo>
                  <a:pt x="94" y="103"/>
                  <a:pt x="92" y="101"/>
                  <a:pt x="89" y="100"/>
                </a:cubicBezTo>
                <a:cubicBezTo>
                  <a:pt x="89" y="100"/>
                  <a:pt x="88" y="100"/>
                  <a:pt x="88" y="99"/>
                </a:cubicBezTo>
                <a:cubicBezTo>
                  <a:pt x="87" y="99"/>
                  <a:pt x="85" y="99"/>
                  <a:pt x="85" y="98"/>
                </a:cubicBezTo>
                <a:cubicBezTo>
                  <a:pt x="84" y="97"/>
                  <a:pt x="83" y="96"/>
                  <a:pt x="84" y="95"/>
                </a:cubicBezTo>
                <a:cubicBezTo>
                  <a:pt x="84" y="95"/>
                  <a:pt x="85" y="95"/>
                  <a:pt x="86" y="94"/>
                </a:cubicBezTo>
                <a:cubicBezTo>
                  <a:pt x="88" y="94"/>
                  <a:pt x="89" y="94"/>
                  <a:pt x="91" y="93"/>
                </a:cubicBezTo>
                <a:cubicBezTo>
                  <a:pt x="92" y="91"/>
                  <a:pt x="93" y="90"/>
                  <a:pt x="93" y="89"/>
                </a:cubicBezTo>
                <a:cubicBezTo>
                  <a:pt x="93" y="87"/>
                  <a:pt x="94" y="86"/>
                  <a:pt x="95" y="85"/>
                </a:cubicBezTo>
                <a:cubicBezTo>
                  <a:pt x="96" y="85"/>
                  <a:pt x="96" y="84"/>
                  <a:pt x="96" y="83"/>
                </a:cubicBezTo>
                <a:cubicBezTo>
                  <a:pt x="95" y="82"/>
                  <a:pt x="95" y="82"/>
                  <a:pt x="94" y="82"/>
                </a:cubicBezTo>
                <a:cubicBezTo>
                  <a:pt x="93" y="82"/>
                  <a:pt x="92" y="81"/>
                  <a:pt x="91" y="80"/>
                </a:cubicBezTo>
                <a:cubicBezTo>
                  <a:pt x="90" y="79"/>
                  <a:pt x="90" y="77"/>
                  <a:pt x="91" y="76"/>
                </a:cubicBezTo>
                <a:cubicBezTo>
                  <a:pt x="92" y="75"/>
                  <a:pt x="93" y="75"/>
                  <a:pt x="94" y="75"/>
                </a:cubicBezTo>
                <a:cubicBezTo>
                  <a:pt x="95" y="75"/>
                  <a:pt x="97" y="75"/>
                  <a:pt x="97" y="76"/>
                </a:cubicBezTo>
                <a:cubicBezTo>
                  <a:pt x="98" y="77"/>
                  <a:pt x="98" y="77"/>
                  <a:pt x="99" y="77"/>
                </a:cubicBezTo>
                <a:cubicBezTo>
                  <a:pt x="99" y="77"/>
                  <a:pt x="99" y="77"/>
                  <a:pt x="99" y="77"/>
                </a:cubicBezTo>
                <a:cubicBezTo>
                  <a:pt x="103" y="76"/>
                  <a:pt x="106" y="72"/>
                  <a:pt x="106" y="68"/>
                </a:cubicBezTo>
                <a:cubicBezTo>
                  <a:pt x="106" y="67"/>
                  <a:pt x="105" y="66"/>
                  <a:pt x="105" y="66"/>
                </a:cubicBezTo>
                <a:cubicBezTo>
                  <a:pt x="105" y="64"/>
                  <a:pt x="105" y="63"/>
                  <a:pt x="105" y="62"/>
                </a:cubicBezTo>
                <a:cubicBezTo>
                  <a:pt x="106" y="62"/>
                  <a:pt x="106" y="62"/>
                  <a:pt x="107" y="62"/>
                </a:cubicBezTo>
                <a:cubicBezTo>
                  <a:pt x="107" y="62"/>
                  <a:pt x="108" y="62"/>
                  <a:pt x="109" y="62"/>
                </a:cubicBezTo>
                <a:cubicBezTo>
                  <a:pt x="110" y="63"/>
                  <a:pt x="110" y="64"/>
                  <a:pt x="111" y="64"/>
                </a:cubicBezTo>
                <a:cubicBezTo>
                  <a:pt x="112" y="65"/>
                  <a:pt x="113" y="66"/>
                  <a:pt x="113" y="66"/>
                </a:cubicBezTo>
                <a:cubicBezTo>
                  <a:pt x="114" y="67"/>
                  <a:pt x="116" y="68"/>
                  <a:pt x="119" y="68"/>
                </a:cubicBezTo>
                <a:moveTo>
                  <a:pt x="54" y="16"/>
                </a:moveTo>
                <a:cubicBezTo>
                  <a:pt x="55" y="16"/>
                  <a:pt x="56" y="15"/>
                  <a:pt x="57" y="15"/>
                </a:cubicBezTo>
                <a:cubicBezTo>
                  <a:pt x="57" y="14"/>
                  <a:pt x="58" y="14"/>
                  <a:pt x="58" y="14"/>
                </a:cubicBezTo>
                <a:cubicBezTo>
                  <a:pt x="60" y="4"/>
                  <a:pt x="60" y="4"/>
                  <a:pt x="60" y="4"/>
                </a:cubicBezTo>
                <a:cubicBezTo>
                  <a:pt x="60" y="4"/>
                  <a:pt x="61" y="4"/>
                  <a:pt x="61" y="4"/>
                </a:cubicBezTo>
                <a:cubicBezTo>
                  <a:pt x="62" y="4"/>
                  <a:pt x="63" y="4"/>
                  <a:pt x="63" y="5"/>
                </a:cubicBezTo>
                <a:cubicBezTo>
                  <a:pt x="64" y="6"/>
                  <a:pt x="65" y="7"/>
                  <a:pt x="65" y="9"/>
                </a:cubicBezTo>
                <a:cubicBezTo>
                  <a:pt x="66" y="10"/>
                  <a:pt x="66" y="10"/>
                  <a:pt x="67" y="11"/>
                </a:cubicBezTo>
                <a:cubicBezTo>
                  <a:pt x="68" y="14"/>
                  <a:pt x="71" y="16"/>
                  <a:pt x="73" y="16"/>
                </a:cubicBezTo>
                <a:cubicBezTo>
                  <a:pt x="74" y="16"/>
                  <a:pt x="74" y="16"/>
                  <a:pt x="75" y="16"/>
                </a:cubicBezTo>
                <a:cubicBezTo>
                  <a:pt x="76" y="15"/>
                  <a:pt x="76" y="14"/>
                  <a:pt x="76" y="14"/>
                </a:cubicBezTo>
                <a:cubicBezTo>
                  <a:pt x="76" y="13"/>
                  <a:pt x="77" y="12"/>
                  <a:pt x="77" y="11"/>
                </a:cubicBezTo>
                <a:cubicBezTo>
                  <a:pt x="78" y="11"/>
                  <a:pt x="79" y="10"/>
                  <a:pt x="80" y="10"/>
                </a:cubicBezTo>
                <a:cubicBezTo>
                  <a:pt x="80" y="10"/>
                  <a:pt x="81" y="10"/>
                  <a:pt x="81" y="10"/>
                </a:cubicBezTo>
                <a:cubicBezTo>
                  <a:pt x="82" y="11"/>
                  <a:pt x="83" y="12"/>
                  <a:pt x="83" y="13"/>
                </a:cubicBezTo>
                <a:cubicBezTo>
                  <a:pt x="83" y="14"/>
                  <a:pt x="82" y="15"/>
                  <a:pt x="81" y="16"/>
                </a:cubicBezTo>
                <a:cubicBezTo>
                  <a:pt x="81" y="16"/>
                  <a:pt x="81" y="17"/>
                  <a:pt x="81" y="17"/>
                </a:cubicBezTo>
                <a:cubicBezTo>
                  <a:pt x="80" y="18"/>
                  <a:pt x="81" y="19"/>
                  <a:pt x="81" y="19"/>
                </a:cubicBezTo>
                <a:cubicBezTo>
                  <a:pt x="87" y="25"/>
                  <a:pt x="87" y="25"/>
                  <a:pt x="87" y="25"/>
                </a:cubicBezTo>
                <a:cubicBezTo>
                  <a:pt x="87" y="25"/>
                  <a:pt x="87" y="25"/>
                  <a:pt x="88" y="25"/>
                </a:cubicBezTo>
                <a:cubicBezTo>
                  <a:pt x="88" y="25"/>
                  <a:pt x="88" y="25"/>
                  <a:pt x="89" y="25"/>
                </a:cubicBezTo>
                <a:cubicBezTo>
                  <a:pt x="94" y="24"/>
                  <a:pt x="94" y="24"/>
                  <a:pt x="94" y="24"/>
                </a:cubicBezTo>
                <a:cubicBezTo>
                  <a:pt x="96" y="28"/>
                  <a:pt x="96" y="28"/>
                  <a:pt x="96" y="28"/>
                </a:cubicBezTo>
                <a:cubicBezTo>
                  <a:pt x="92" y="30"/>
                  <a:pt x="92" y="30"/>
                  <a:pt x="92" y="30"/>
                </a:cubicBezTo>
                <a:cubicBezTo>
                  <a:pt x="91" y="31"/>
                  <a:pt x="91" y="31"/>
                  <a:pt x="91" y="32"/>
                </a:cubicBezTo>
                <a:cubicBezTo>
                  <a:pt x="93" y="40"/>
                  <a:pt x="93" y="40"/>
                  <a:pt x="93" y="40"/>
                </a:cubicBezTo>
                <a:cubicBezTo>
                  <a:pt x="93" y="41"/>
                  <a:pt x="94" y="41"/>
                  <a:pt x="94" y="41"/>
                </a:cubicBezTo>
                <a:cubicBezTo>
                  <a:pt x="101" y="44"/>
                  <a:pt x="101" y="44"/>
                  <a:pt x="101" y="44"/>
                </a:cubicBezTo>
                <a:cubicBezTo>
                  <a:pt x="101" y="47"/>
                  <a:pt x="101" y="47"/>
                  <a:pt x="101" y="47"/>
                </a:cubicBezTo>
                <a:cubicBezTo>
                  <a:pt x="101" y="47"/>
                  <a:pt x="100" y="47"/>
                  <a:pt x="100" y="47"/>
                </a:cubicBezTo>
                <a:cubicBezTo>
                  <a:pt x="96" y="47"/>
                  <a:pt x="92" y="50"/>
                  <a:pt x="91" y="53"/>
                </a:cubicBezTo>
                <a:cubicBezTo>
                  <a:pt x="90" y="56"/>
                  <a:pt x="91" y="59"/>
                  <a:pt x="92" y="61"/>
                </a:cubicBezTo>
                <a:cubicBezTo>
                  <a:pt x="93" y="62"/>
                  <a:pt x="94" y="64"/>
                  <a:pt x="96" y="64"/>
                </a:cubicBezTo>
                <a:cubicBezTo>
                  <a:pt x="93" y="68"/>
                  <a:pt x="93" y="68"/>
                  <a:pt x="93" y="68"/>
                </a:cubicBezTo>
                <a:cubicBezTo>
                  <a:pt x="90" y="64"/>
                  <a:pt x="90" y="64"/>
                  <a:pt x="90" y="64"/>
                </a:cubicBezTo>
                <a:cubicBezTo>
                  <a:pt x="89" y="64"/>
                  <a:pt x="89" y="64"/>
                  <a:pt x="88" y="64"/>
                </a:cubicBezTo>
                <a:cubicBezTo>
                  <a:pt x="88" y="64"/>
                  <a:pt x="87" y="64"/>
                  <a:pt x="87" y="64"/>
                </a:cubicBezTo>
                <a:cubicBezTo>
                  <a:pt x="80" y="71"/>
                  <a:pt x="80" y="71"/>
                  <a:pt x="80" y="71"/>
                </a:cubicBezTo>
                <a:cubicBezTo>
                  <a:pt x="79" y="71"/>
                  <a:pt x="79" y="72"/>
                  <a:pt x="79" y="73"/>
                </a:cubicBezTo>
                <a:cubicBezTo>
                  <a:pt x="82" y="80"/>
                  <a:pt x="82" y="80"/>
                  <a:pt x="82" y="80"/>
                </a:cubicBezTo>
                <a:cubicBezTo>
                  <a:pt x="82" y="81"/>
                  <a:pt x="81" y="81"/>
                  <a:pt x="80" y="81"/>
                </a:cubicBezTo>
                <a:cubicBezTo>
                  <a:pt x="80" y="81"/>
                  <a:pt x="79" y="81"/>
                  <a:pt x="78" y="80"/>
                </a:cubicBezTo>
                <a:cubicBezTo>
                  <a:pt x="77" y="80"/>
                  <a:pt x="77" y="79"/>
                  <a:pt x="76" y="79"/>
                </a:cubicBezTo>
                <a:cubicBezTo>
                  <a:pt x="75" y="78"/>
                  <a:pt x="74" y="77"/>
                  <a:pt x="73" y="76"/>
                </a:cubicBezTo>
                <a:cubicBezTo>
                  <a:pt x="72" y="76"/>
                  <a:pt x="70" y="75"/>
                  <a:pt x="69" y="75"/>
                </a:cubicBezTo>
                <a:cubicBezTo>
                  <a:pt x="67" y="75"/>
                  <a:pt x="65" y="76"/>
                  <a:pt x="64" y="78"/>
                </a:cubicBezTo>
                <a:cubicBezTo>
                  <a:pt x="62" y="79"/>
                  <a:pt x="61" y="82"/>
                  <a:pt x="61" y="85"/>
                </a:cubicBezTo>
                <a:cubicBezTo>
                  <a:pt x="61" y="85"/>
                  <a:pt x="61" y="85"/>
                  <a:pt x="60" y="85"/>
                </a:cubicBezTo>
                <a:cubicBezTo>
                  <a:pt x="60" y="85"/>
                  <a:pt x="58" y="84"/>
                  <a:pt x="58" y="83"/>
                </a:cubicBezTo>
                <a:cubicBezTo>
                  <a:pt x="58" y="83"/>
                  <a:pt x="58" y="83"/>
                  <a:pt x="58" y="82"/>
                </a:cubicBezTo>
                <a:cubicBezTo>
                  <a:pt x="58" y="82"/>
                  <a:pt x="58" y="81"/>
                  <a:pt x="58" y="81"/>
                </a:cubicBezTo>
                <a:cubicBezTo>
                  <a:pt x="57" y="78"/>
                  <a:pt x="55" y="76"/>
                  <a:pt x="53" y="75"/>
                </a:cubicBezTo>
                <a:cubicBezTo>
                  <a:pt x="51" y="75"/>
                  <a:pt x="48" y="75"/>
                  <a:pt x="46" y="75"/>
                </a:cubicBezTo>
                <a:cubicBezTo>
                  <a:pt x="46" y="75"/>
                  <a:pt x="46" y="75"/>
                  <a:pt x="46" y="75"/>
                </a:cubicBezTo>
                <a:cubicBezTo>
                  <a:pt x="45" y="75"/>
                  <a:pt x="45" y="75"/>
                  <a:pt x="44" y="76"/>
                </a:cubicBezTo>
                <a:cubicBezTo>
                  <a:pt x="44" y="78"/>
                  <a:pt x="43" y="79"/>
                  <a:pt x="41" y="80"/>
                </a:cubicBezTo>
                <a:cubicBezTo>
                  <a:pt x="41" y="80"/>
                  <a:pt x="41" y="80"/>
                  <a:pt x="40" y="80"/>
                </a:cubicBezTo>
                <a:cubicBezTo>
                  <a:pt x="39" y="80"/>
                  <a:pt x="39" y="80"/>
                  <a:pt x="38" y="79"/>
                </a:cubicBezTo>
                <a:cubicBezTo>
                  <a:pt x="40" y="72"/>
                  <a:pt x="40" y="72"/>
                  <a:pt x="40" y="72"/>
                </a:cubicBezTo>
                <a:cubicBezTo>
                  <a:pt x="40" y="71"/>
                  <a:pt x="40" y="71"/>
                  <a:pt x="40" y="71"/>
                </a:cubicBezTo>
                <a:cubicBezTo>
                  <a:pt x="40" y="67"/>
                  <a:pt x="36" y="64"/>
                  <a:pt x="33" y="64"/>
                </a:cubicBezTo>
                <a:cubicBezTo>
                  <a:pt x="32" y="63"/>
                  <a:pt x="31" y="63"/>
                  <a:pt x="30" y="63"/>
                </a:cubicBezTo>
                <a:cubicBezTo>
                  <a:pt x="28" y="63"/>
                  <a:pt x="26" y="64"/>
                  <a:pt x="25" y="64"/>
                </a:cubicBezTo>
                <a:cubicBezTo>
                  <a:pt x="24" y="64"/>
                  <a:pt x="24" y="63"/>
                  <a:pt x="25" y="63"/>
                </a:cubicBezTo>
                <a:cubicBezTo>
                  <a:pt x="25" y="62"/>
                  <a:pt x="26" y="61"/>
                  <a:pt x="26" y="60"/>
                </a:cubicBezTo>
                <a:cubicBezTo>
                  <a:pt x="27" y="59"/>
                  <a:pt x="27" y="59"/>
                  <a:pt x="27" y="59"/>
                </a:cubicBezTo>
                <a:cubicBezTo>
                  <a:pt x="29" y="57"/>
                  <a:pt x="30" y="55"/>
                  <a:pt x="29" y="53"/>
                </a:cubicBezTo>
                <a:cubicBezTo>
                  <a:pt x="29" y="51"/>
                  <a:pt x="27" y="49"/>
                  <a:pt x="25" y="47"/>
                </a:cubicBezTo>
                <a:cubicBezTo>
                  <a:pt x="24" y="47"/>
                  <a:pt x="23" y="47"/>
                  <a:pt x="23" y="47"/>
                </a:cubicBezTo>
                <a:cubicBezTo>
                  <a:pt x="22" y="46"/>
                  <a:pt x="21" y="46"/>
                  <a:pt x="20" y="45"/>
                </a:cubicBezTo>
                <a:cubicBezTo>
                  <a:pt x="19" y="45"/>
                  <a:pt x="18" y="43"/>
                  <a:pt x="19" y="43"/>
                </a:cubicBezTo>
                <a:cubicBezTo>
                  <a:pt x="19" y="42"/>
                  <a:pt x="20" y="42"/>
                  <a:pt x="21" y="42"/>
                </a:cubicBezTo>
                <a:cubicBezTo>
                  <a:pt x="23" y="42"/>
                  <a:pt x="25" y="41"/>
                  <a:pt x="26" y="40"/>
                </a:cubicBezTo>
                <a:cubicBezTo>
                  <a:pt x="27" y="39"/>
                  <a:pt x="28" y="37"/>
                  <a:pt x="28" y="36"/>
                </a:cubicBezTo>
                <a:cubicBezTo>
                  <a:pt x="29" y="35"/>
                  <a:pt x="29" y="34"/>
                  <a:pt x="30" y="33"/>
                </a:cubicBezTo>
                <a:cubicBezTo>
                  <a:pt x="31" y="32"/>
                  <a:pt x="31" y="31"/>
                  <a:pt x="31" y="31"/>
                </a:cubicBezTo>
                <a:cubicBezTo>
                  <a:pt x="31" y="30"/>
                  <a:pt x="30" y="29"/>
                  <a:pt x="29" y="29"/>
                </a:cubicBezTo>
                <a:cubicBezTo>
                  <a:pt x="28" y="29"/>
                  <a:pt x="27" y="28"/>
                  <a:pt x="26" y="27"/>
                </a:cubicBezTo>
                <a:cubicBezTo>
                  <a:pt x="26" y="26"/>
                  <a:pt x="26" y="25"/>
                  <a:pt x="26" y="24"/>
                </a:cubicBezTo>
                <a:cubicBezTo>
                  <a:pt x="27" y="23"/>
                  <a:pt x="28" y="22"/>
                  <a:pt x="29" y="22"/>
                </a:cubicBezTo>
                <a:cubicBezTo>
                  <a:pt x="31" y="22"/>
                  <a:pt x="32" y="23"/>
                  <a:pt x="32" y="24"/>
                </a:cubicBezTo>
                <a:cubicBezTo>
                  <a:pt x="33" y="24"/>
                  <a:pt x="33" y="25"/>
                  <a:pt x="34" y="25"/>
                </a:cubicBezTo>
                <a:cubicBezTo>
                  <a:pt x="34" y="25"/>
                  <a:pt x="34" y="24"/>
                  <a:pt x="35" y="24"/>
                </a:cubicBezTo>
                <a:cubicBezTo>
                  <a:pt x="38" y="23"/>
                  <a:pt x="41" y="19"/>
                  <a:pt x="41" y="15"/>
                </a:cubicBezTo>
                <a:cubicBezTo>
                  <a:pt x="41" y="15"/>
                  <a:pt x="41" y="14"/>
                  <a:pt x="40" y="13"/>
                </a:cubicBezTo>
                <a:cubicBezTo>
                  <a:pt x="40" y="11"/>
                  <a:pt x="40" y="10"/>
                  <a:pt x="40" y="10"/>
                </a:cubicBezTo>
                <a:cubicBezTo>
                  <a:pt x="41" y="9"/>
                  <a:pt x="42" y="9"/>
                  <a:pt x="42" y="9"/>
                </a:cubicBezTo>
                <a:cubicBezTo>
                  <a:pt x="43" y="9"/>
                  <a:pt x="43" y="9"/>
                  <a:pt x="44" y="10"/>
                </a:cubicBezTo>
                <a:cubicBezTo>
                  <a:pt x="45" y="10"/>
                  <a:pt x="46" y="11"/>
                  <a:pt x="47" y="12"/>
                </a:cubicBezTo>
                <a:cubicBezTo>
                  <a:pt x="47" y="12"/>
                  <a:pt x="48" y="13"/>
                  <a:pt x="49" y="14"/>
                </a:cubicBezTo>
                <a:cubicBezTo>
                  <a:pt x="50" y="14"/>
                  <a:pt x="52" y="16"/>
                  <a:pt x="54" y="16"/>
                </a:cubicBezTo>
                <a:moveTo>
                  <a:pt x="61" y="0"/>
                </a:moveTo>
                <a:cubicBezTo>
                  <a:pt x="59" y="0"/>
                  <a:pt x="58" y="0"/>
                  <a:pt x="57" y="1"/>
                </a:cubicBezTo>
                <a:cubicBezTo>
                  <a:pt x="57" y="1"/>
                  <a:pt x="57" y="2"/>
                  <a:pt x="57" y="2"/>
                </a:cubicBezTo>
                <a:cubicBezTo>
                  <a:pt x="54" y="12"/>
                  <a:pt x="54" y="12"/>
                  <a:pt x="54" y="12"/>
                </a:cubicBezTo>
                <a:cubicBezTo>
                  <a:pt x="54" y="12"/>
                  <a:pt x="54" y="12"/>
                  <a:pt x="54" y="12"/>
                </a:cubicBezTo>
                <a:cubicBezTo>
                  <a:pt x="53" y="12"/>
                  <a:pt x="52" y="11"/>
                  <a:pt x="51" y="11"/>
                </a:cubicBezTo>
                <a:cubicBezTo>
                  <a:pt x="50" y="10"/>
                  <a:pt x="50" y="9"/>
                  <a:pt x="49" y="9"/>
                </a:cubicBezTo>
                <a:cubicBezTo>
                  <a:pt x="48" y="8"/>
                  <a:pt x="47" y="7"/>
                  <a:pt x="46" y="6"/>
                </a:cubicBezTo>
                <a:cubicBezTo>
                  <a:pt x="45" y="6"/>
                  <a:pt x="43" y="5"/>
                  <a:pt x="42" y="5"/>
                </a:cubicBezTo>
                <a:cubicBezTo>
                  <a:pt x="40" y="5"/>
                  <a:pt x="38" y="6"/>
                  <a:pt x="37" y="8"/>
                </a:cubicBezTo>
                <a:cubicBezTo>
                  <a:pt x="36" y="10"/>
                  <a:pt x="36" y="12"/>
                  <a:pt x="37" y="14"/>
                </a:cubicBezTo>
                <a:cubicBezTo>
                  <a:pt x="37" y="14"/>
                  <a:pt x="37" y="15"/>
                  <a:pt x="37" y="16"/>
                </a:cubicBezTo>
                <a:cubicBezTo>
                  <a:pt x="37" y="17"/>
                  <a:pt x="36" y="19"/>
                  <a:pt x="35" y="20"/>
                </a:cubicBezTo>
                <a:cubicBezTo>
                  <a:pt x="33" y="19"/>
                  <a:pt x="31" y="18"/>
                  <a:pt x="29" y="18"/>
                </a:cubicBezTo>
                <a:cubicBezTo>
                  <a:pt x="27" y="18"/>
                  <a:pt x="24" y="20"/>
                  <a:pt x="23" y="22"/>
                </a:cubicBezTo>
                <a:cubicBezTo>
                  <a:pt x="22" y="24"/>
                  <a:pt x="22" y="27"/>
                  <a:pt x="23" y="29"/>
                </a:cubicBezTo>
                <a:cubicBezTo>
                  <a:pt x="24" y="30"/>
                  <a:pt x="24" y="31"/>
                  <a:pt x="26" y="32"/>
                </a:cubicBezTo>
                <a:cubicBezTo>
                  <a:pt x="25" y="33"/>
                  <a:pt x="25" y="34"/>
                  <a:pt x="24" y="35"/>
                </a:cubicBezTo>
                <a:cubicBezTo>
                  <a:pt x="24" y="36"/>
                  <a:pt x="24" y="37"/>
                  <a:pt x="23" y="37"/>
                </a:cubicBezTo>
                <a:cubicBezTo>
                  <a:pt x="23" y="38"/>
                  <a:pt x="22" y="38"/>
                  <a:pt x="21" y="38"/>
                </a:cubicBezTo>
                <a:cubicBezTo>
                  <a:pt x="19" y="38"/>
                  <a:pt x="17" y="39"/>
                  <a:pt x="16" y="41"/>
                </a:cubicBezTo>
                <a:cubicBezTo>
                  <a:pt x="14" y="43"/>
                  <a:pt x="15" y="47"/>
                  <a:pt x="17" y="48"/>
                </a:cubicBezTo>
                <a:cubicBezTo>
                  <a:pt x="19" y="49"/>
                  <a:pt x="20" y="50"/>
                  <a:pt x="21" y="50"/>
                </a:cubicBezTo>
                <a:cubicBezTo>
                  <a:pt x="22" y="51"/>
                  <a:pt x="22" y="51"/>
                  <a:pt x="23" y="51"/>
                </a:cubicBezTo>
                <a:cubicBezTo>
                  <a:pt x="24" y="51"/>
                  <a:pt x="25" y="52"/>
                  <a:pt x="26" y="54"/>
                </a:cubicBezTo>
                <a:cubicBezTo>
                  <a:pt x="26" y="54"/>
                  <a:pt x="25" y="55"/>
                  <a:pt x="24" y="57"/>
                </a:cubicBezTo>
                <a:cubicBezTo>
                  <a:pt x="24" y="57"/>
                  <a:pt x="24" y="57"/>
                  <a:pt x="24" y="57"/>
                </a:cubicBezTo>
                <a:cubicBezTo>
                  <a:pt x="23" y="58"/>
                  <a:pt x="22" y="60"/>
                  <a:pt x="21" y="61"/>
                </a:cubicBezTo>
                <a:cubicBezTo>
                  <a:pt x="20" y="64"/>
                  <a:pt x="21" y="67"/>
                  <a:pt x="23" y="68"/>
                </a:cubicBezTo>
                <a:cubicBezTo>
                  <a:pt x="23" y="68"/>
                  <a:pt x="24" y="68"/>
                  <a:pt x="24" y="68"/>
                </a:cubicBezTo>
                <a:cubicBezTo>
                  <a:pt x="24" y="68"/>
                  <a:pt x="24" y="68"/>
                  <a:pt x="25" y="68"/>
                </a:cubicBezTo>
                <a:cubicBezTo>
                  <a:pt x="27" y="67"/>
                  <a:pt x="29" y="67"/>
                  <a:pt x="30" y="67"/>
                </a:cubicBezTo>
                <a:cubicBezTo>
                  <a:pt x="31" y="67"/>
                  <a:pt x="31" y="67"/>
                  <a:pt x="32" y="67"/>
                </a:cubicBezTo>
                <a:cubicBezTo>
                  <a:pt x="34" y="68"/>
                  <a:pt x="36" y="69"/>
                  <a:pt x="36" y="71"/>
                </a:cubicBezTo>
                <a:cubicBezTo>
                  <a:pt x="34" y="79"/>
                  <a:pt x="34" y="79"/>
                  <a:pt x="34" y="79"/>
                </a:cubicBezTo>
                <a:cubicBezTo>
                  <a:pt x="34" y="80"/>
                  <a:pt x="34" y="80"/>
                  <a:pt x="34" y="81"/>
                </a:cubicBezTo>
                <a:cubicBezTo>
                  <a:pt x="36" y="83"/>
                  <a:pt x="38" y="84"/>
                  <a:pt x="40" y="84"/>
                </a:cubicBezTo>
                <a:cubicBezTo>
                  <a:pt x="41" y="84"/>
                  <a:pt x="42" y="84"/>
                  <a:pt x="42" y="83"/>
                </a:cubicBezTo>
                <a:cubicBezTo>
                  <a:pt x="43" y="83"/>
                  <a:pt x="43" y="83"/>
                  <a:pt x="43" y="83"/>
                </a:cubicBezTo>
                <a:cubicBezTo>
                  <a:pt x="43" y="84"/>
                  <a:pt x="43" y="84"/>
                  <a:pt x="43" y="84"/>
                </a:cubicBezTo>
                <a:cubicBezTo>
                  <a:pt x="40" y="93"/>
                  <a:pt x="40" y="93"/>
                  <a:pt x="40" y="93"/>
                </a:cubicBezTo>
                <a:cubicBezTo>
                  <a:pt x="40" y="93"/>
                  <a:pt x="40" y="93"/>
                  <a:pt x="40" y="93"/>
                </a:cubicBezTo>
                <a:cubicBezTo>
                  <a:pt x="39" y="93"/>
                  <a:pt x="38" y="93"/>
                  <a:pt x="37" y="92"/>
                </a:cubicBezTo>
                <a:cubicBezTo>
                  <a:pt x="36" y="92"/>
                  <a:pt x="36" y="91"/>
                  <a:pt x="35" y="91"/>
                </a:cubicBezTo>
                <a:cubicBezTo>
                  <a:pt x="34" y="90"/>
                  <a:pt x="33" y="89"/>
                  <a:pt x="32" y="88"/>
                </a:cubicBezTo>
                <a:cubicBezTo>
                  <a:pt x="30" y="87"/>
                  <a:pt x="29" y="87"/>
                  <a:pt x="28" y="87"/>
                </a:cubicBezTo>
                <a:cubicBezTo>
                  <a:pt x="26" y="87"/>
                  <a:pt x="24" y="88"/>
                  <a:pt x="23" y="90"/>
                </a:cubicBezTo>
                <a:cubicBezTo>
                  <a:pt x="22" y="92"/>
                  <a:pt x="22" y="94"/>
                  <a:pt x="23" y="96"/>
                </a:cubicBezTo>
                <a:cubicBezTo>
                  <a:pt x="23" y="96"/>
                  <a:pt x="23" y="97"/>
                  <a:pt x="23" y="97"/>
                </a:cubicBezTo>
                <a:cubicBezTo>
                  <a:pt x="23" y="99"/>
                  <a:pt x="22" y="101"/>
                  <a:pt x="20" y="102"/>
                </a:cubicBezTo>
                <a:cubicBezTo>
                  <a:pt x="19" y="101"/>
                  <a:pt x="17" y="100"/>
                  <a:pt x="15" y="100"/>
                </a:cubicBezTo>
                <a:cubicBezTo>
                  <a:pt x="13" y="100"/>
                  <a:pt x="10" y="101"/>
                  <a:pt x="9" y="104"/>
                </a:cubicBezTo>
                <a:cubicBezTo>
                  <a:pt x="8" y="106"/>
                  <a:pt x="8" y="108"/>
                  <a:pt x="9" y="111"/>
                </a:cubicBezTo>
                <a:cubicBezTo>
                  <a:pt x="10" y="112"/>
                  <a:pt x="10" y="113"/>
                  <a:pt x="12" y="114"/>
                </a:cubicBezTo>
                <a:cubicBezTo>
                  <a:pt x="11" y="115"/>
                  <a:pt x="11" y="116"/>
                  <a:pt x="10" y="117"/>
                </a:cubicBezTo>
                <a:cubicBezTo>
                  <a:pt x="10" y="118"/>
                  <a:pt x="10" y="118"/>
                  <a:pt x="9" y="119"/>
                </a:cubicBezTo>
                <a:cubicBezTo>
                  <a:pt x="9" y="120"/>
                  <a:pt x="8" y="120"/>
                  <a:pt x="7" y="120"/>
                </a:cubicBezTo>
                <a:cubicBezTo>
                  <a:pt x="5" y="120"/>
                  <a:pt x="3" y="121"/>
                  <a:pt x="2" y="123"/>
                </a:cubicBezTo>
                <a:cubicBezTo>
                  <a:pt x="0" y="125"/>
                  <a:pt x="1" y="128"/>
                  <a:pt x="3" y="130"/>
                </a:cubicBezTo>
                <a:cubicBezTo>
                  <a:pt x="5" y="131"/>
                  <a:pt x="6" y="132"/>
                  <a:pt x="7" y="132"/>
                </a:cubicBezTo>
                <a:cubicBezTo>
                  <a:pt x="8" y="132"/>
                  <a:pt x="8" y="133"/>
                  <a:pt x="9" y="133"/>
                </a:cubicBezTo>
                <a:cubicBezTo>
                  <a:pt x="10" y="133"/>
                  <a:pt x="11" y="134"/>
                  <a:pt x="12" y="135"/>
                </a:cubicBezTo>
                <a:cubicBezTo>
                  <a:pt x="12" y="136"/>
                  <a:pt x="11" y="138"/>
                  <a:pt x="10" y="138"/>
                </a:cubicBezTo>
                <a:cubicBezTo>
                  <a:pt x="10" y="139"/>
                  <a:pt x="10" y="139"/>
                  <a:pt x="10" y="139"/>
                </a:cubicBezTo>
                <a:cubicBezTo>
                  <a:pt x="9" y="140"/>
                  <a:pt x="8" y="142"/>
                  <a:pt x="7" y="143"/>
                </a:cubicBezTo>
                <a:cubicBezTo>
                  <a:pt x="6" y="145"/>
                  <a:pt x="7" y="149"/>
                  <a:pt x="9" y="150"/>
                </a:cubicBezTo>
                <a:cubicBezTo>
                  <a:pt x="9" y="150"/>
                  <a:pt x="10" y="150"/>
                  <a:pt x="10" y="150"/>
                </a:cubicBezTo>
                <a:cubicBezTo>
                  <a:pt x="10" y="150"/>
                  <a:pt x="10" y="150"/>
                  <a:pt x="11" y="150"/>
                </a:cubicBezTo>
                <a:cubicBezTo>
                  <a:pt x="12" y="150"/>
                  <a:pt x="14" y="149"/>
                  <a:pt x="16" y="149"/>
                </a:cubicBezTo>
                <a:cubicBezTo>
                  <a:pt x="17" y="149"/>
                  <a:pt x="17" y="149"/>
                  <a:pt x="18" y="149"/>
                </a:cubicBezTo>
                <a:cubicBezTo>
                  <a:pt x="20" y="150"/>
                  <a:pt x="22" y="151"/>
                  <a:pt x="22" y="153"/>
                </a:cubicBezTo>
                <a:cubicBezTo>
                  <a:pt x="20" y="161"/>
                  <a:pt x="20" y="161"/>
                  <a:pt x="20" y="161"/>
                </a:cubicBezTo>
                <a:cubicBezTo>
                  <a:pt x="20" y="162"/>
                  <a:pt x="20" y="162"/>
                  <a:pt x="20" y="163"/>
                </a:cubicBezTo>
                <a:cubicBezTo>
                  <a:pt x="22" y="165"/>
                  <a:pt x="24" y="165"/>
                  <a:pt x="26" y="165"/>
                </a:cubicBezTo>
                <a:cubicBezTo>
                  <a:pt x="27" y="165"/>
                  <a:pt x="28" y="165"/>
                  <a:pt x="28" y="165"/>
                </a:cubicBezTo>
                <a:cubicBezTo>
                  <a:pt x="31" y="165"/>
                  <a:pt x="33" y="163"/>
                  <a:pt x="34" y="160"/>
                </a:cubicBezTo>
                <a:cubicBezTo>
                  <a:pt x="35" y="160"/>
                  <a:pt x="36" y="161"/>
                  <a:pt x="37" y="161"/>
                </a:cubicBezTo>
                <a:cubicBezTo>
                  <a:pt x="39" y="161"/>
                  <a:pt x="40" y="162"/>
                  <a:pt x="40" y="163"/>
                </a:cubicBezTo>
                <a:cubicBezTo>
                  <a:pt x="40" y="164"/>
                  <a:pt x="40" y="164"/>
                  <a:pt x="40" y="164"/>
                </a:cubicBezTo>
                <a:cubicBezTo>
                  <a:pt x="40" y="165"/>
                  <a:pt x="40" y="166"/>
                  <a:pt x="40" y="166"/>
                </a:cubicBezTo>
                <a:cubicBezTo>
                  <a:pt x="41" y="169"/>
                  <a:pt x="44" y="171"/>
                  <a:pt x="46" y="171"/>
                </a:cubicBezTo>
                <a:cubicBezTo>
                  <a:pt x="48" y="171"/>
                  <a:pt x="50" y="170"/>
                  <a:pt x="51" y="168"/>
                </a:cubicBezTo>
                <a:cubicBezTo>
                  <a:pt x="52" y="168"/>
                  <a:pt x="52" y="167"/>
                  <a:pt x="51" y="167"/>
                </a:cubicBezTo>
                <a:cubicBezTo>
                  <a:pt x="51" y="165"/>
                  <a:pt x="51" y="163"/>
                  <a:pt x="53" y="162"/>
                </a:cubicBezTo>
                <a:cubicBezTo>
                  <a:pt x="53" y="162"/>
                  <a:pt x="54" y="161"/>
                  <a:pt x="55" y="161"/>
                </a:cubicBezTo>
                <a:cubicBezTo>
                  <a:pt x="56" y="161"/>
                  <a:pt x="56" y="161"/>
                  <a:pt x="57" y="161"/>
                </a:cubicBezTo>
                <a:cubicBezTo>
                  <a:pt x="58" y="162"/>
                  <a:pt x="59" y="163"/>
                  <a:pt x="59" y="163"/>
                </a:cubicBezTo>
                <a:cubicBezTo>
                  <a:pt x="60" y="164"/>
                  <a:pt x="61" y="165"/>
                  <a:pt x="62" y="165"/>
                </a:cubicBezTo>
                <a:cubicBezTo>
                  <a:pt x="63" y="166"/>
                  <a:pt x="65" y="166"/>
                  <a:pt x="66" y="166"/>
                </a:cubicBezTo>
                <a:cubicBezTo>
                  <a:pt x="68" y="166"/>
                  <a:pt x="70" y="166"/>
                  <a:pt x="72" y="165"/>
                </a:cubicBezTo>
                <a:cubicBezTo>
                  <a:pt x="73" y="164"/>
                  <a:pt x="73" y="163"/>
                  <a:pt x="73" y="162"/>
                </a:cubicBezTo>
                <a:cubicBezTo>
                  <a:pt x="69" y="155"/>
                  <a:pt x="69" y="155"/>
                  <a:pt x="69" y="155"/>
                </a:cubicBezTo>
                <a:cubicBezTo>
                  <a:pt x="74" y="150"/>
                  <a:pt x="74" y="150"/>
                  <a:pt x="74" y="150"/>
                </a:cubicBezTo>
                <a:cubicBezTo>
                  <a:pt x="78" y="154"/>
                  <a:pt x="78" y="154"/>
                  <a:pt x="78" y="154"/>
                </a:cubicBezTo>
                <a:cubicBezTo>
                  <a:pt x="78" y="154"/>
                  <a:pt x="79" y="154"/>
                  <a:pt x="79" y="154"/>
                </a:cubicBezTo>
                <a:cubicBezTo>
                  <a:pt x="80" y="154"/>
                  <a:pt x="80" y="154"/>
                  <a:pt x="80" y="154"/>
                </a:cubicBezTo>
                <a:cubicBezTo>
                  <a:pt x="80" y="154"/>
                  <a:pt x="81" y="154"/>
                  <a:pt x="81" y="154"/>
                </a:cubicBezTo>
                <a:cubicBezTo>
                  <a:pt x="86" y="146"/>
                  <a:pt x="86" y="146"/>
                  <a:pt x="86" y="146"/>
                </a:cubicBezTo>
                <a:cubicBezTo>
                  <a:pt x="87" y="146"/>
                  <a:pt x="87" y="145"/>
                  <a:pt x="86" y="145"/>
                </a:cubicBezTo>
                <a:cubicBezTo>
                  <a:pt x="86" y="144"/>
                  <a:pt x="86" y="143"/>
                  <a:pt x="85" y="143"/>
                </a:cubicBezTo>
                <a:cubicBezTo>
                  <a:pt x="84" y="143"/>
                  <a:pt x="82" y="142"/>
                  <a:pt x="81" y="141"/>
                </a:cubicBezTo>
                <a:cubicBezTo>
                  <a:pt x="81" y="139"/>
                  <a:pt x="80" y="138"/>
                  <a:pt x="81" y="136"/>
                </a:cubicBezTo>
                <a:cubicBezTo>
                  <a:pt x="81" y="134"/>
                  <a:pt x="84" y="133"/>
                  <a:pt x="86" y="133"/>
                </a:cubicBezTo>
                <a:cubicBezTo>
                  <a:pt x="87" y="133"/>
                  <a:pt x="88" y="133"/>
                  <a:pt x="88" y="133"/>
                </a:cubicBezTo>
                <a:cubicBezTo>
                  <a:pt x="88" y="133"/>
                  <a:pt x="89" y="133"/>
                  <a:pt x="89" y="133"/>
                </a:cubicBezTo>
                <a:cubicBezTo>
                  <a:pt x="89" y="133"/>
                  <a:pt x="90" y="133"/>
                  <a:pt x="90" y="133"/>
                </a:cubicBezTo>
                <a:cubicBezTo>
                  <a:pt x="91" y="132"/>
                  <a:pt x="91" y="132"/>
                  <a:pt x="91" y="131"/>
                </a:cubicBezTo>
                <a:cubicBezTo>
                  <a:pt x="91" y="124"/>
                  <a:pt x="91" y="124"/>
                  <a:pt x="91" y="124"/>
                </a:cubicBezTo>
                <a:cubicBezTo>
                  <a:pt x="91" y="123"/>
                  <a:pt x="90" y="122"/>
                  <a:pt x="89" y="122"/>
                </a:cubicBezTo>
                <a:cubicBezTo>
                  <a:pt x="82" y="120"/>
                  <a:pt x="82" y="120"/>
                  <a:pt x="82" y="120"/>
                </a:cubicBezTo>
                <a:cubicBezTo>
                  <a:pt x="81" y="115"/>
                  <a:pt x="81" y="115"/>
                  <a:pt x="81" y="115"/>
                </a:cubicBezTo>
                <a:cubicBezTo>
                  <a:pt x="86" y="112"/>
                  <a:pt x="86" y="112"/>
                  <a:pt x="86" y="112"/>
                </a:cubicBezTo>
                <a:cubicBezTo>
                  <a:pt x="86" y="111"/>
                  <a:pt x="87" y="110"/>
                  <a:pt x="86" y="109"/>
                </a:cubicBezTo>
                <a:cubicBezTo>
                  <a:pt x="82" y="102"/>
                  <a:pt x="82" y="102"/>
                  <a:pt x="82" y="102"/>
                </a:cubicBezTo>
                <a:cubicBezTo>
                  <a:pt x="82" y="102"/>
                  <a:pt x="81" y="101"/>
                  <a:pt x="81" y="101"/>
                </a:cubicBezTo>
                <a:cubicBezTo>
                  <a:pt x="80" y="101"/>
                  <a:pt x="80" y="101"/>
                  <a:pt x="80" y="101"/>
                </a:cubicBezTo>
                <a:cubicBezTo>
                  <a:pt x="75" y="103"/>
                  <a:pt x="75" y="103"/>
                  <a:pt x="75" y="103"/>
                </a:cubicBezTo>
                <a:cubicBezTo>
                  <a:pt x="71" y="99"/>
                  <a:pt x="71" y="99"/>
                  <a:pt x="71" y="99"/>
                </a:cubicBezTo>
                <a:cubicBezTo>
                  <a:pt x="72" y="98"/>
                  <a:pt x="73" y="96"/>
                  <a:pt x="72" y="95"/>
                </a:cubicBezTo>
                <a:cubicBezTo>
                  <a:pt x="72" y="92"/>
                  <a:pt x="71" y="90"/>
                  <a:pt x="69" y="89"/>
                </a:cubicBezTo>
                <a:cubicBezTo>
                  <a:pt x="68" y="88"/>
                  <a:pt x="67" y="88"/>
                  <a:pt x="66" y="88"/>
                </a:cubicBezTo>
                <a:cubicBezTo>
                  <a:pt x="64" y="88"/>
                  <a:pt x="62" y="89"/>
                  <a:pt x="60" y="91"/>
                </a:cubicBezTo>
                <a:cubicBezTo>
                  <a:pt x="59" y="91"/>
                  <a:pt x="59" y="92"/>
                  <a:pt x="58" y="94"/>
                </a:cubicBezTo>
                <a:cubicBezTo>
                  <a:pt x="58" y="93"/>
                  <a:pt x="57" y="92"/>
                  <a:pt x="56" y="91"/>
                </a:cubicBezTo>
                <a:cubicBezTo>
                  <a:pt x="56" y="90"/>
                  <a:pt x="55" y="90"/>
                  <a:pt x="55" y="89"/>
                </a:cubicBezTo>
                <a:cubicBezTo>
                  <a:pt x="54" y="87"/>
                  <a:pt x="54" y="86"/>
                  <a:pt x="53" y="85"/>
                </a:cubicBezTo>
                <a:cubicBezTo>
                  <a:pt x="51" y="83"/>
                  <a:pt x="49" y="82"/>
                  <a:pt x="47" y="82"/>
                </a:cubicBezTo>
                <a:cubicBezTo>
                  <a:pt x="46" y="82"/>
                  <a:pt x="46" y="82"/>
                  <a:pt x="45" y="82"/>
                </a:cubicBezTo>
                <a:cubicBezTo>
                  <a:pt x="46" y="81"/>
                  <a:pt x="47" y="80"/>
                  <a:pt x="48" y="79"/>
                </a:cubicBezTo>
                <a:cubicBezTo>
                  <a:pt x="49" y="79"/>
                  <a:pt x="50" y="79"/>
                  <a:pt x="51" y="79"/>
                </a:cubicBezTo>
                <a:cubicBezTo>
                  <a:pt x="53" y="80"/>
                  <a:pt x="54" y="81"/>
                  <a:pt x="54" y="82"/>
                </a:cubicBezTo>
                <a:cubicBezTo>
                  <a:pt x="54" y="82"/>
                  <a:pt x="54" y="82"/>
                  <a:pt x="54" y="83"/>
                </a:cubicBezTo>
                <a:cubicBezTo>
                  <a:pt x="54" y="83"/>
                  <a:pt x="54" y="84"/>
                  <a:pt x="54" y="84"/>
                </a:cubicBezTo>
                <a:cubicBezTo>
                  <a:pt x="55" y="87"/>
                  <a:pt x="58" y="89"/>
                  <a:pt x="60" y="89"/>
                </a:cubicBezTo>
                <a:cubicBezTo>
                  <a:pt x="62" y="89"/>
                  <a:pt x="64" y="88"/>
                  <a:pt x="65" y="87"/>
                </a:cubicBezTo>
                <a:cubicBezTo>
                  <a:pt x="66" y="86"/>
                  <a:pt x="66" y="85"/>
                  <a:pt x="65" y="85"/>
                </a:cubicBezTo>
                <a:cubicBezTo>
                  <a:pt x="65" y="83"/>
                  <a:pt x="65" y="81"/>
                  <a:pt x="67" y="80"/>
                </a:cubicBezTo>
                <a:cubicBezTo>
                  <a:pt x="67" y="80"/>
                  <a:pt x="68" y="79"/>
                  <a:pt x="69" y="79"/>
                </a:cubicBezTo>
                <a:cubicBezTo>
                  <a:pt x="70" y="79"/>
                  <a:pt x="70" y="79"/>
                  <a:pt x="71" y="80"/>
                </a:cubicBezTo>
                <a:cubicBezTo>
                  <a:pt x="72" y="80"/>
                  <a:pt x="73" y="81"/>
                  <a:pt x="73" y="81"/>
                </a:cubicBezTo>
                <a:cubicBezTo>
                  <a:pt x="74" y="82"/>
                  <a:pt x="75" y="83"/>
                  <a:pt x="76" y="84"/>
                </a:cubicBezTo>
                <a:cubicBezTo>
                  <a:pt x="77" y="84"/>
                  <a:pt x="79" y="85"/>
                  <a:pt x="80" y="85"/>
                </a:cubicBezTo>
                <a:cubicBezTo>
                  <a:pt x="82" y="85"/>
                  <a:pt x="84" y="84"/>
                  <a:pt x="86" y="83"/>
                </a:cubicBezTo>
                <a:cubicBezTo>
                  <a:pt x="87" y="82"/>
                  <a:pt x="87" y="81"/>
                  <a:pt x="87" y="81"/>
                </a:cubicBezTo>
                <a:cubicBezTo>
                  <a:pt x="83" y="73"/>
                  <a:pt x="83" y="73"/>
                  <a:pt x="83" y="73"/>
                </a:cubicBezTo>
                <a:cubicBezTo>
                  <a:pt x="88" y="68"/>
                  <a:pt x="88" y="68"/>
                  <a:pt x="88" y="68"/>
                </a:cubicBezTo>
                <a:cubicBezTo>
                  <a:pt x="92" y="71"/>
                  <a:pt x="92" y="71"/>
                  <a:pt x="92" y="71"/>
                </a:cubicBezTo>
                <a:cubicBezTo>
                  <a:pt x="90" y="72"/>
                  <a:pt x="88" y="73"/>
                  <a:pt x="88" y="74"/>
                </a:cubicBezTo>
                <a:cubicBezTo>
                  <a:pt x="86" y="77"/>
                  <a:pt x="86" y="79"/>
                  <a:pt x="88" y="82"/>
                </a:cubicBezTo>
                <a:cubicBezTo>
                  <a:pt x="88" y="83"/>
                  <a:pt x="89" y="84"/>
                  <a:pt x="90" y="85"/>
                </a:cubicBezTo>
                <a:cubicBezTo>
                  <a:pt x="90" y="86"/>
                  <a:pt x="90" y="87"/>
                  <a:pt x="89" y="87"/>
                </a:cubicBezTo>
                <a:cubicBezTo>
                  <a:pt x="89" y="88"/>
                  <a:pt x="89" y="89"/>
                  <a:pt x="88" y="90"/>
                </a:cubicBezTo>
                <a:cubicBezTo>
                  <a:pt x="88" y="90"/>
                  <a:pt x="87" y="90"/>
                  <a:pt x="85" y="91"/>
                </a:cubicBezTo>
                <a:cubicBezTo>
                  <a:pt x="84" y="91"/>
                  <a:pt x="82" y="91"/>
                  <a:pt x="80" y="93"/>
                </a:cubicBezTo>
                <a:cubicBezTo>
                  <a:pt x="79" y="96"/>
                  <a:pt x="80" y="99"/>
                  <a:pt x="82" y="101"/>
                </a:cubicBezTo>
                <a:cubicBezTo>
                  <a:pt x="83" y="102"/>
                  <a:pt x="85" y="102"/>
                  <a:pt x="86" y="103"/>
                </a:cubicBezTo>
                <a:cubicBezTo>
                  <a:pt x="87" y="103"/>
                  <a:pt x="87" y="103"/>
                  <a:pt x="88" y="104"/>
                </a:cubicBezTo>
                <a:cubicBezTo>
                  <a:pt x="88" y="104"/>
                  <a:pt x="90" y="105"/>
                  <a:pt x="90" y="106"/>
                </a:cubicBezTo>
                <a:cubicBezTo>
                  <a:pt x="91" y="107"/>
                  <a:pt x="90" y="108"/>
                  <a:pt x="89" y="109"/>
                </a:cubicBezTo>
                <a:cubicBezTo>
                  <a:pt x="88" y="110"/>
                  <a:pt x="88" y="110"/>
                  <a:pt x="88" y="110"/>
                </a:cubicBezTo>
                <a:cubicBezTo>
                  <a:pt x="87" y="111"/>
                  <a:pt x="86" y="112"/>
                  <a:pt x="86" y="114"/>
                </a:cubicBezTo>
                <a:cubicBezTo>
                  <a:pt x="85" y="116"/>
                  <a:pt x="85" y="119"/>
                  <a:pt x="88" y="121"/>
                </a:cubicBezTo>
                <a:cubicBezTo>
                  <a:pt x="88" y="121"/>
                  <a:pt x="89" y="121"/>
                  <a:pt x="89" y="121"/>
                </a:cubicBezTo>
                <a:cubicBezTo>
                  <a:pt x="89" y="121"/>
                  <a:pt x="89" y="121"/>
                  <a:pt x="89" y="121"/>
                </a:cubicBezTo>
                <a:cubicBezTo>
                  <a:pt x="92" y="120"/>
                  <a:pt x="93" y="120"/>
                  <a:pt x="95" y="120"/>
                </a:cubicBezTo>
                <a:cubicBezTo>
                  <a:pt x="96" y="120"/>
                  <a:pt x="96" y="120"/>
                  <a:pt x="97" y="120"/>
                </a:cubicBezTo>
                <a:cubicBezTo>
                  <a:pt x="99" y="120"/>
                  <a:pt x="100" y="122"/>
                  <a:pt x="101" y="124"/>
                </a:cubicBezTo>
                <a:cubicBezTo>
                  <a:pt x="99" y="132"/>
                  <a:pt x="99" y="132"/>
                  <a:pt x="99" y="132"/>
                </a:cubicBezTo>
                <a:cubicBezTo>
                  <a:pt x="98" y="132"/>
                  <a:pt x="99" y="133"/>
                  <a:pt x="99" y="134"/>
                </a:cubicBezTo>
                <a:cubicBezTo>
                  <a:pt x="100" y="135"/>
                  <a:pt x="103" y="136"/>
                  <a:pt x="105" y="136"/>
                </a:cubicBezTo>
                <a:cubicBezTo>
                  <a:pt x="106" y="136"/>
                  <a:pt x="107" y="136"/>
                  <a:pt x="107" y="136"/>
                </a:cubicBezTo>
                <a:cubicBezTo>
                  <a:pt x="110" y="135"/>
                  <a:pt x="112" y="133"/>
                  <a:pt x="113" y="131"/>
                </a:cubicBezTo>
                <a:cubicBezTo>
                  <a:pt x="114" y="131"/>
                  <a:pt x="115" y="131"/>
                  <a:pt x="116" y="132"/>
                </a:cubicBezTo>
                <a:cubicBezTo>
                  <a:pt x="117" y="132"/>
                  <a:pt x="119" y="133"/>
                  <a:pt x="119" y="134"/>
                </a:cubicBezTo>
                <a:cubicBezTo>
                  <a:pt x="119" y="135"/>
                  <a:pt x="119" y="135"/>
                  <a:pt x="119" y="135"/>
                </a:cubicBezTo>
                <a:cubicBezTo>
                  <a:pt x="119" y="136"/>
                  <a:pt x="119" y="136"/>
                  <a:pt x="119" y="137"/>
                </a:cubicBezTo>
                <a:cubicBezTo>
                  <a:pt x="120" y="140"/>
                  <a:pt x="122" y="141"/>
                  <a:pt x="125" y="141"/>
                </a:cubicBezTo>
                <a:cubicBezTo>
                  <a:pt x="127" y="141"/>
                  <a:pt x="129" y="141"/>
                  <a:pt x="130" y="139"/>
                </a:cubicBezTo>
                <a:cubicBezTo>
                  <a:pt x="130" y="139"/>
                  <a:pt x="130" y="138"/>
                  <a:pt x="130" y="137"/>
                </a:cubicBezTo>
                <a:cubicBezTo>
                  <a:pt x="130" y="136"/>
                  <a:pt x="130" y="134"/>
                  <a:pt x="131" y="133"/>
                </a:cubicBezTo>
                <a:cubicBezTo>
                  <a:pt x="132" y="132"/>
                  <a:pt x="133" y="132"/>
                  <a:pt x="134" y="132"/>
                </a:cubicBezTo>
                <a:cubicBezTo>
                  <a:pt x="135" y="132"/>
                  <a:pt x="135" y="132"/>
                  <a:pt x="136" y="132"/>
                </a:cubicBezTo>
                <a:cubicBezTo>
                  <a:pt x="137" y="133"/>
                  <a:pt x="137" y="133"/>
                  <a:pt x="138" y="134"/>
                </a:cubicBezTo>
                <a:cubicBezTo>
                  <a:pt x="139" y="135"/>
                  <a:pt x="140" y="136"/>
                  <a:pt x="141" y="136"/>
                </a:cubicBezTo>
                <a:cubicBezTo>
                  <a:pt x="142" y="137"/>
                  <a:pt x="144" y="137"/>
                  <a:pt x="145" y="137"/>
                </a:cubicBezTo>
                <a:cubicBezTo>
                  <a:pt x="147" y="137"/>
                  <a:pt x="149" y="137"/>
                  <a:pt x="151" y="135"/>
                </a:cubicBezTo>
                <a:cubicBezTo>
                  <a:pt x="151" y="135"/>
                  <a:pt x="152" y="134"/>
                  <a:pt x="151" y="133"/>
                </a:cubicBezTo>
                <a:cubicBezTo>
                  <a:pt x="148" y="125"/>
                  <a:pt x="148" y="125"/>
                  <a:pt x="148" y="125"/>
                </a:cubicBezTo>
                <a:cubicBezTo>
                  <a:pt x="153" y="121"/>
                  <a:pt x="153" y="121"/>
                  <a:pt x="153" y="121"/>
                </a:cubicBezTo>
                <a:cubicBezTo>
                  <a:pt x="157" y="125"/>
                  <a:pt x="157" y="125"/>
                  <a:pt x="157" y="125"/>
                </a:cubicBezTo>
                <a:cubicBezTo>
                  <a:pt x="157" y="125"/>
                  <a:pt x="158" y="125"/>
                  <a:pt x="158" y="125"/>
                </a:cubicBezTo>
                <a:cubicBezTo>
                  <a:pt x="158" y="125"/>
                  <a:pt x="158" y="125"/>
                  <a:pt x="158" y="125"/>
                </a:cubicBezTo>
                <a:cubicBezTo>
                  <a:pt x="159" y="125"/>
                  <a:pt x="160" y="125"/>
                  <a:pt x="160" y="124"/>
                </a:cubicBezTo>
                <a:cubicBezTo>
                  <a:pt x="165" y="117"/>
                  <a:pt x="165" y="117"/>
                  <a:pt x="165" y="117"/>
                </a:cubicBezTo>
                <a:cubicBezTo>
                  <a:pt x="165" y="117"/>
                  <a:pt x="165" y="116"/>
                  <a:pt x="165" y="115"/>
                </a:cubicBezTo>
                <a:cubicBezTo>
                  <a:pt x="165" y="115"/>
                  <a:pt x="164" y="114"/>
                  <a:pt x="164" y="114"/>
                </a:cubicBezTo>
                <a:cubicBezTo>
                  <a:pt x="162" y="114"/>
                  <a:pt x="161" y="113"/>
                  <a:pt x="160" y="111"/>
                </a:cubicBezTo>
                <a:cubicBezTo>
                  <a:pt x="159" y="110"/>
                  <a:pt x="159" y="108"/>
                  <a:pt x="160" y="107"/>
                </a:cubicBezTo>
                <a:cubicBezTo>
                  <a:pt x="160" y="105"/>
                  <a:pt x="163" y="103"/>
                  <a:pt x="165" y="103"/>
                </a:cubicBezTo>
                <a:cubicBezTo>
                  <a:pt x="166" y="103"/>
                  <a:pt x="166" y="103"/>
                  <a:pt x="167" y="104"/>
                </a:cubicBezTo>
                <a:cubicBezTo>
                  <a:pt x="167" y="104"/>
                  <a:pt x="167" y="104"/>
                  <a:pt x="168" y="104"/>
                </a:cubicBezTo>
                <a:cubicBezTo>
                  <a:pt x="168" y="104"/>
                  <a:pt x="168" y="104"/>
                  <a:pt x="169" y="104"/>
                </a:cubicBezTo>
                <a:cubicBezTo>
                  <a:pt x="169" y="103"/>
                  <a:pt x="170" y="103"/>
                  <a:pt x="170" y="102"/>
                </a:cubicBezTo>
                <a:cubicBezTo>
                  <a:pt x="170" y="95"/>
                  <a:pt x="170" y="95"/>
                  <a:pt x="170" y="95"/>
                </a:cubicBezTo>
                <a:cubicBezTo>
                  <a:pt x="170" y="94"/>
                  <a:pt x="169" y="93"/>
                  <a:pt x="168" y="93"/>
                </a:cubicBezTo>
                <a:cubicBezTo>
                  <a:pt x="161" y="91"/>
                  <a:pt x="161" y="91"/>
                  <a:pt x="161" y="91"/>
                </a:cubicBezTo>
                <a:cubicBezTo>
                  <a:pt x="160" y="85"/>
                  <a:pt x="160" y="85"/>
                  <a:pt x="160" y="85"/>
                </a:cubicBezTo>
                <a:cubicBezTo>
                  <a:pt x="164" y="83"/>
                  <a:pt x="164" y="83"/>
                  <a:pt x="164" y="83"/>
                </a:cubicBezTo>
                <a:cubicBezTo>
                  <a:pt x="165" y="82"/>
                  <a:pt x="166" y="81"/>
                  <a:pt x="165" y="80"/>
                </a:cubicBezTo>
                <a:cubicBezTo>
                  <a:pt x="161" y="73"/>
                  <a:pt x="161" y="73"/>
                  <a:pt x="161" y="73"/>
                </a:cubicBezTo>
                <a:cubicBezTo>
                  <a:pt x="161" y="73"/>
                  <a:pt x="160" y="72"/>
                  <a:pt x="159" y="72"/>
                </a:cubicBezTo>
                <a:cubicBezTo>
                  <a:pt x="159" y="72"/>
                  <a:pt x="159" y="72"/>
                  <a:pt x="159" y="72"/>
                </a:cubicBezTo>
                <a:cubicBezTo>
                  <a:pt x="153" y="74"/>
                  <a:pt x="153" y="74"/>
                  <a:pt x="153" y="74"/>
                </a:cubicBezTo>
                <a:cubicBezTo>
                  <a:pt x="150" y="70"/>
                  <a:pt x="150" y="70"/>
                  <a:pt x="150" y="70"/>
                </a:cubicBezTo>
                <a:cubicBezTo>
                  <a:pt x="151" y="69"/>
                  <a:pt x="151" y="67"/>
                  <a:pt x="151" y="65"/>
                </a:cubicBezTo>
                <a:cubicBezTo>
                  <a:pt x="151" y="63"/>
                  <a:pt x="150" y="60"/>
                  <a:pt x="147" y="59"/>
                </a:cubicBezTo>
                <a:cubicBezTo>
                  <a:pt x="147" y="59"/>
                  <a:pt x="146" y="59"/>
                  <a:pt x="145" y="59"/>
                </a:cubicBezTo>
                <a:cubicBezTo>
                  <a:pt x="143" y="59"/>
                  <a:pt x="140" y="60"/>
                  <a:pt x="139" y="61"/>
                </a:cubicBezTo>
                <a:cubicBezTo>
                  <a:pt x="138" y="62"/>
                  <a:pt x="138" y="63"/>
                  <a:pt x="137" y="64"/>
                </a:cubicBezTo>
                <a:cubicBezTo>
                  <a:pt x="136" y="64"/>
                  <a:pt x="135" y="63"/>
                  <a:pt x="135" y="62"/>
                </a:cubicBezTo>
                <a:cubicBezTo>
                  <a:pt x="134" y="61"/>
                  <a:pt x="134" y="60"/>
                  <a:pt x="134" y="60"/>
                </a:cubicBezTo>
                <a:cubicBezTo>
                  <a:pt x="133" y="58"/>
                  <a:pt x="132" y="57"/>
                  <a:pt x="131" y="55"/>
                </a:cubicBezTo>
                <a:cubicBezTo>
                  <a:pt x="130" y="54"/>
                  <a:pt x="128" y="53"/>
                  <a:pt x="126" y="53"/>
                </a:cubicBezTo>
                <a:cubicBezTo>
                  <a:pt x="124" y="53"/>
                  <a:pt x="123" y="53"/>
                  <a:pt x="122" y="54"/>
                </a:cubicBezTo>
                <a:cubicBezTo>
                  <a:pt x="122" y="54"/>
                  <a:pt x="122" y="54"/>
                  <a:pt x="122" y="55"/>
                </a:cubicBezTo>
                <a:cubicBezTo>
                  <a:pt x="119" y="64"/>
                  <a:pt x="119" y="64"/>
                  <a:pt x="119" y="64"/>
                </a:cubicBezTo>
                <a:cubicBezTo>
                  <a:pt x="119" y="64"/>
                  <a:pt x="119" y="64"/>
                  <a:pt x="119" y="64"/>
                </a:cubicBezTo>
                <a:cubicBezTo>
                  <a:pt x="118" y="64"/>
                  <a:pt x="117" y="64"/>
                  <a:pt x="116" y="63"/>
                </a:cubicBezTo>
                <a:cubicBezTo>
                  <a:pt x="115" y="63"/>
                  <a:pt x="115" y="62"/>
                  <a:pt x="114" y="62"/>
                </a:cubicBezTo>
                <a:cubicBezTo>
                  <a:pt x="113" y="61"/>
                  <a:pt x="112" y="60"/>
                  <a:pt x="110" y="59"/>
                </a:cubicBezTo>
                <a:cubicBezTo>
                  <a:pt x="109" y="58"/>
                  <a:pt x="108" y="58"/>
                  <a:pt x="107" y="58"/>
                </a:cubicBezTo>
                <a:cubicBezTo>
                  <a:pt x="105" y="58"/>
                  <a:pt x="103" y="59"/>
                  <a:pt x="102" y="60"/>
                </a:cubicBezTo>
                <a:cubicBezTo>
                  <a:pt x="101" y="62"/>
                  <a:pt x="101" y="65"/>
                  <a:pt x="101" y="66"/>
                </a:cubicBezTo>
                <a:cubicBezTo>
                  <a:pt x="102" y="67"/>
                  <a:pt x="102" y="68"/>
                  <a:pt x="102" y="68"/>
                </a:cubicBezTo>
                <a:cubicBezTo>
                  <a:pt x="102" y="70"/>
                  <a:pt x="101" y="72"/>
                  <a:pt x="99" y="73"/>
                </a:cubicBezTo>
                <a:cubicBezTo>
                  <a:pt x="98" y="72"/>
                  <a:pt x="97" y="71"/>
                  <a:pt x="95" y="71"/>
                </a:cubicBezTo>
                <a:cubicBezTo>
                  <a:pt x="100" y="65"/>
                  <a:pt x="100" y="65"/>
                  <a:pt x="100" y="65"/>
                </a:cubicBezTo>
                <a:cubicBezTo>
                  <a:pt x="101" y="64"/>
                  <a:pt x="101" y="63"/>
                  <a:pt x="100" y="63"/>
                </a:cubicBezTo>
                <a:cubicBezTo>
                  <a:pt x="100" y="62"/>
                  <a:pt x="100" y="62"/>
                  <a:pt x="99" y="62"/>
                </a:cubicBezTo>
                <a:cubicBezTo>
                  <a:pt x="98" y="61"/>
                  <a:pt x="96" y="60"/>
                  <a:pt x="95" y="59"/>
                </a:cubicBezTo>
                <a:cubicBezTo>
                  <a:pt x="95" y="57"/>
                  <a:pt x="94" y="56"/>
                  <a:pt x="95" y="55"/>
                </a:cubicBezTo>
                <a:cubicBezTo>
                  <a:pt x="95" y="52"/>
                  <a:pt x="98" y="51"/>
                  <a:pt x="100" y="51"/>
                </a:cubicBezTo>
                <a:cubicBezTo>
                  <a:pt x="101" y="51"/>
                  <a:pt x="102" y="51"/>
                  <a:pt x="102" y="51"/>
                </a:cubicBezTo>
                <a:cubicBezTo>
                  <a:pt x="102" y="51"/>
                  <a:pt x="103" y="51"/>
                  <a:pt x="103" y="51"/>
                </a:cubicBezTo>
                <a:cubicBezTo>
                  <a:pt x="103" y="51"/>
                  <a:pt x="104" y="51"/>
                  <a:pt x="104" y="51"/>
                </a:cubicBezTo>
                <a:cubicBezTo>
                  <a:pt x="105" y="51"/>
                  <a:pt x="105" y="50"/>
                  <a:pt x="105" y="49"/>
                </a:cubicBezTo>
                <a:cubicBezTo>
                  <a:pt x="105" y="42"/>
                  <a:pt x="105" y="42"/>
                  <a:pt x="105" y="42"/>
                </a:cubicBezTo>
                <a:cubicBezTo>
                  <a:pt x="105" y="41"/>
                  <a:pt x="104" y="41"/>
                  <a:pt x="103" y="40"/>
                </a:cubicBezTo>
                <a:cubicBezTo>
                  <a:pt x="96" y="38"/>
                  <a:pt x="96" y="38"/>
                  <a:pt x="96" y="38"/>
                </a:cubicBezTo>
                <a:cubicBezTo>
                  <a:pt x="95" y="33"/>
                  <a:pt x="95" y="33"/>
                  <a:pt x="95" y="33"/>
                </a:cubicBezTo>
                <a:cubicBezTo>
                  <a:pt x="100" y="30"/>
                  <a:pt x="100" y="30"/>
                  <a:pt x="100" y="30"/>
                </a:cubicBezTo>
                <a:cubicBezTo>
                  <a:pt x="100" y="30"/>
                  <a:pt x="101" y="28"/>
                  <a:pt x="100" y="28"/>
                </a:cubicBezTo>
                <a:cubicBezTo>
                  <a:pt x="96" y="21"/>
                  <a:pt x="96" y="21"/>
                  <a:pt x="96" y="21"/>
                </a:cubicBezTo>
                <a:cubicBezTo>
                  <a:pt x="96" y="20"/>
                  <a:pt x="95" y="20"/>
                  <a:pt x="95" y="20"/>
                </a:cubicBezTo>
                <a:cubicBezTo>
                  <a:pt x="94" y="20"/>
                  <a:pt x="94" y="20"/>
                  <a:pt x="94" y="20"/>
                </a:cubicBezTo>
                <a:cubicBezTo>
                  <a:pt x="89" y="21"/>
                  <a:pt x="89" y="21"/>
                  <a:pt x="89" y="21"/>
                </a:cubicBezTo>
                <a:cubicBezTo>
                  <a:pt x="85" y="18"/>
                  <a:pt x="85" y="18"/>
                  <a:pt x="85" y="18"/>
                </a:cubicBezTo>
                <a:cubicBezTo>
                  <a:pt x="86" y="16"/>
                  <a:pt x="87" y="15"/>
                  <a:pt x="86" y="13"/>
                </a:cubicBezTo>
                <a:cubicBezTo>
                  <a:pt x="86" y="10"/>
                  <a:pt x="85" y="8"/>
                  <a:pt x="83" y="7"/>
                </a:cubicBezTo>
                <a:cubicBezTo>
                  <a:pt x="82" y="6"/>
                  <a:pt x="81" y="6"/>
                  <a:pt x="80" y="6"/>
                </a:cubicBezTo>
                <a:cubicBezTo>
                  <a:pt x="78" y="6"/>
                  <a:pt x="76" y="7"/>
                  <a:pt x="74" y="9"/>
                </a:cubicBezTo>
                <a:cubicBezTo>
                  <a:pt x="73" y="10"/>
                  <a:pt x="73" y="11"/>
                  <a:pt x="72" y="12"/>
                </a:cubicBezTo>
                <a:cubicBezTo>
                  <a:pt x="72" y="11"/>
                  <a:pt x="71" y="11"/>
                  <a:pt x="70" y="9"/>
                </a:cubicBezTo>
                <a:cubicBezTo>
                  <a:pt x="70" y="9"/>
                  <a:pt x="69" y="8"/>
                  <a:pt x="69" y="7"/>
                </a:cubicBezTo>
                <a:cubicBezTo>
                  <a:pt x="68" y="6"/>
                  <a:pt x="68" y="4"/>
                  <a:pt x="67" y="3"/>
                </a:cubicBezTo>
                <a:cubicBezTo>
                  <a:pt x="65" y="1"/>
                  <a:pt x="63" y="0"/>
                  <a:pt x="61"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1" name="Freeform 105">
            <a:extLst>
              <a:ext uri="{FF2B5EF4-FFF2-40B4-BE49-F238E27FC236}">
                <a16:creationId xmlns:a16="http://schemas.microsoft.com/office/drawing/2014/main" id="{9253B521-2D86-4910-8631-DBC1E6B6FE8C}"/>
              </a:ext>
            </a:extLst>
          </p:cNvPr>
          <p:cNvSpPr>
            <a:spLocks noEditPoints="1"/>
          </p:cNvSpPr>
          <p:nvPr/>
        </p:nvSpPr>
        <p:spPr bwMode="auto">
          <a:xfrm>
            <a:off x="2841625" y="4184650"/>
            <a:ext cx="422275" cy="407988"/>
          </a:xfrm>
          <a:custGeom>
            <a:avLst/>
            <a:gdLst>
              <a:gd name="T0" fmla="*/ 57 w 118"/>
              <a:gd name="T1" fmla="*/ 55 h 114"/>
              <a:gd name="T2" fmla="*/ 59 w 118"/>
              <a:gd name="T3" fmla="*/ 55 h 114"/>
              <a:gd name="T4" fmla="*/ 62 w 118"/>
              <a:gd name="T5" fmla="*/ 55 h 114"/>
              <a:gd name="T6" fmla="*/ 63 w 118"/>
              <a:gd name="T7" fmla="*/ 59 h 114"/>
              <a:gd name="T8" fmla="*/ 58 w 118"/>
              <a:gd name="T9" fmla="*/ 62 h 114"/>
              <a:gd name="T10" fmla="*/ 54 w 118"/>
              <a:gd name="T11" fmla="*/ 55 h 114"/>
              <a:gd name="T12" fmla="*/ 56 w 118"/>
              <a:gd name="T13" fmla="*/ 56 h 114"/>
              <a:gd name="T14" fmla="*/ 56 w 118"/>
              <a:gd name="T15" fmla="*/ 13 h 114"/>
              <a:gd name="T16" fmla="*/ 51 w 118"/>
              <a:gd name="T17" fmla="*/ 52 h 114"/>
              <a:gd name="T18" fmla="*/ 57 w 118"/>
              <a:gd name="T19" fmla="*/ 66 h 114"/>
              <a:gd name="T20" fmla="*/ 66 w 118"/>
              <a:gd name="T21" fmla="*/ 61 h 114"/>
              <a:gd name="T22" fmla="*/ 87 w 118"/>
              <a:gd name="T23" fmla="*/ 59 h 114"/>
              <a:gd name="T24" fmla="*/ 89 w 118"/>
              <a:gd name="T25" fmla="*/ 58 h 114"/>
              <a:gd name="T26" fmla="*/ 66 w 118"/>
              <a:gd name="T27" fmla="*/ 55 h 114"/>
              <a:gd name="T28" fmla="*/ 60 w 118"/>
              <a:gd name="T29" fmla="*/ 50 h 114"/>
              <a:gd name="T30" fmla="*/ 60 w 118"/>
              <a:gd name="T31" fmla="*/ 13 h 114"/>
              <a:gd name="T32" fmla="*/ 58 w 118"/>
              <a:gd name="T33" fmla="*/ 11 h 114"/>
              <a:gd name="T34" fmla="*/ 58 w 118"/>
              <a:gd name="T35" fmla="*/ 10 h 114"/>
              <a:gd name="T36" fmla="*/ 59 w 118"/>
              <a:gd name="T37" fmla="*/ 4 h 114"/>
              <a:gd name="T38" fmla="*/ 110 w 118"/>
              <a:gd name="T39" fmla="*/ 55 h 114"/>
              <a:gd name="T40" fmla="*/ 101 w 118"/>
              <a:gd name="T41" fmla="*/ 56 h 114"/>
              <a:gd name="T42" fmla="*/ 110 w 118"/>
              <a:gd name="T43" fmla="*/ 59 h 114"/>
              <a:gd name="T44" fmla="*/ 67 w 118"/>
              <a:gd name="T45" fmla="*/ 109 h 114"/>
              <a:gd name="T46" fmla="*/ 61 w 118"/>
              <a:gd name="T47" fmla="*/ 100 h 114"/>
              <a:gd name="T48" fmla="*/ 59 w 118"/>
              <a:gd name="T49" fmla="*/ 98 h 114"/>
              <a:gd name="T50" fmla="*/ 56 w 118"/>
              <a:gd name="T51" fmla="*/ 110 h 114"/>
              <a:gd name="T52" fmla="*/ 4 w 118"/>
              <a:gd name="T53" fmla="*/ 57 h 114"/>
              <a:gd name="T54" fmla="*/ 12 w 118"/>
              <a:gd name="T55" fmla="*/ 57 h 114"/>
              <a:gd name="T56" fmla="*/ 13 w 118"/>
              <a:gd name="T57" fmla="*/ 53 h 114"/>
              <a:gd name="T58" fmla="*/ 6 w 118"/>
              <a:gd name="T59" fmla="*/ 43 h 114"/>
              <a:gd name="T60" fmla="*/ 55 w 118"/>
              <a:gd name="T61" fmla="*/ 4 h 114"/>
              <a:gd name="T62" fmla="*/ 57 w 118"/>
              <a:gd name="T63" fmla="*/ 10 h 114"/>
              <a:gd name="T64" fmla="*/ 51 w 118"/>
              <a:gd name="T65" fmla="*/ 0 h 114"/>
              <a:gd name="T66" fmla="*/ 1 w 118"/>
              <a:gd name="T67" fmla="*/ 54 h 114"/>
              <a:gd name="T68" fmla="*/ 0 w 118"/>
              <a:gd name="T69" fmla="*/ 56 h 114"/>
              <a:gd name="T70" fmla="*/ 58 w 118"/>
              <a:gd name="T71" fmla="*/ 114 h 114"/>
              <a:gd name="T72" fmla="*/ 106 w 118"/>
              <a:gd name="T73" fmla="*/ 87 h 114"/>
              <a:gd name="T74" fmla="*/ 57 w 118"/>
              <a:gd name="T7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8" h="114">
                <a:moveTo>
                  <a:pt x="56" y="56"/>
                </a:moveTo>
                <a:cubicBezTo>
                  <a:pt x="56" y="56"/>
                  <a:pt x="57" y="56"/>
                  <a:pt x="57" y="55"/>
                </a:cubicBezTo>
                <a:cubicBezTo>
                  <a:pt x="58" y="55"/>
                  <a:pt x="58" y="55"/>
                  <a:pt x="59" y="54"/>
                </a:cubicBezTo>
                <a:cubicBezTo>
                  <a:pt x="59" y="55"/>
                  <a:pt x="59" y="55"/>
                  <a:pt x="59" y="55"/>
                </a:cubicBezTo>
                <a:cubicBezTo>
                  <a:pt x="60" y="55"/>
                  <a:pt x="60" y="56"/>
                  <a:pt x="61" y="56"/>
                </a:cubicBezTo>
                <a:cubicBezTo>
                  <a:pt x="61" y="56"/>
                  <a:pt x="62" y="55"/>
                  <a:pt x="62" y="55"/>
                </a:cubicBezTo>
                <a:cubicBezTo>
                  <a:pt x="62" y="55"/>
                  <a:pt x="62" y="55"/>
                  <a:pt x="62" y="55"/>
                </a:cubicBezTo>
                <a:cubicBezTo>
                  <a:pt x="63" y="56"/>
                  <a:pt x="63" y="58"/>
                  <a:pt x="63" y="59"/>
                </a:cubicBezTo>
                <a:cubicBezTo>
                  <a:pt x="62" y="61"/>
                  <a:pt x="60" y="62"/>
                  <a:pt x="58" y="62"/>
                </a:cubicBezTo>
                <a:cubicBezTo>
                  <a:pt x="58" y="62"/>
                  <a:pt x="58" y="62"/>
                  <a:pt x="58" y="62"/>
                </a:cubicBezTo>
                <a:cubicBezTo>
                  <a:pt x="56" y="62"/>
                  <a:pt x="54" y="61"/>
                  <a:pt x="54" y="59"/>
                </a:cubicBezTo>
                <a:cubicBezTo>
                  <a:pt x="53" y="58"/>
                  <a:pt x="53" y="56"/>
                  <a:pt x="54" y="55"/>
                </a:cubicBezTo>
                <a:cubicBezTo>
                  <a:pt x="54" y="56"/>
                  <a:pt x="54" y="56"/>
                  <a:pt x="55" y="56"/>
                </a:cubicBezTo>
                <a:cubicBezTo>
                  <a:pt x="55" y="56"/>
                  <a:pt x="55" y="56"/>
                  <a:pt x="56" y="56"/>
                </a:cubicBezTo>
                <a:moveTo>
                  <a:pt x="58" y="11"/>
                </a:moveTo>
                <a:cubicBezTo>
                  <a:pt x="57" y="11"/>
                  <a:pt x="56" y="12"/>
                  <a:pt x="56" y="13"/>
                </a:cubicBezTo>
                <a:cubicBezTo>
                  <a:pt x="55" y="50"/>
                  <a:pt x="55" y="50"/>
                  <a:pt x="55" y="50"/>
                </a:cubicBezTo>
                <a:cubicBezTo>
                  <a:pt x="54" y="50"/>
                  <a:pt x="52" y="51"/>
                  <a:pt x="51" y="52"/>
                </a:cubicBezTo>
                <a:cubicBezTo>
                  <a:pt x="49" y="55"/>
                  <a:pt x="49" y="58"/>
                  <a:pt x="50" y="61"/>
                </a:cubicBezTo>
                <a:cubicBezTo>
                  <a:pt x="51" y="64"/>
                  <a:pt x="54" y="66"/>
                  <a:pt x="57" y="66"/>
                </a:cubicBezTo>
                <a:cubicBezTo>
                  <a:pt x="58" y="66"/>
                  <a:pt x="58" y="66"/>
                  <a:pt x="58" y="66"/>
                </a:cubicBezTo>
                <a:cubicBezTo>
                  <a:pt x="61" y="66"/>
                  <a:pt x="65" y="64"/>
                  <a:pt x="66" y="61"/>
                </a:cubicBezTo>
                <a:cubicBezTo>
                  <a:pt x="66" y="61"/>
                  <a:pt x="67" y="60"/>
                  <a:pt x="67" y="59"/>
                </a:cubicBezTo>
                <a:cubicBezTo>
                  <a:pt x="87" y="59"/>
                  <a:pt x="87" y="59"/>
                  <a:pt x="87" y="59"/>
                </a:cubicBezTo>
                <a:cubicBezTo>
                  <a:pt x="87" y="59"/>
                  <a:pt x="87" y="59"/>
                  <a:pt x="87" y="59"/>
                </a:cubicBezTo>
                <a:cubicBezTo>
                  <a:pt x="88" y="59"/>
                  <a:pt x="89" y="59"/>
                  <a:pt x="89" y="58"/>
                </a:cubicBezTo>
                <a:cubicBezTo>
                  <a:pt x="89" y="56"/>
                  <a:pt x="88" y="56"/>
                  <a:pt x="87" y="56"/>
                </a:cubicBezTo>
                <a:cubicBezTo>
                  <a:pt x="66" y="55"/>
                  <a:pt x="66" y="55"/>
                  <a:pt x="66" y="55"/>
                </a:cubicBezTo>
                <a:cubicBezTo>
                  <a:pt x="66" y="54"/>
                  <a:pt x="65" y="52"/>
                  <a:pt x="64" y="51"/>
                </a:cubicBezTo>
                <a:cubicBezTo>
                  <a:pt x="63" y="51"/>
                  <a:pt x="61" y="50"/>
                  <a:pt x="60" y="50"/>
                </a:cubicBezTo>
                <a:cubicBezTo>
                  <a:pt x="60" y="50"/>
                  <a:pt x="59" y="50"/>
                  <a:pt x="59" y="50"/>
                </a:cubicBezTo>
                <a:cubicBezTo>
                  <a:pt x="60" y="13"/>
                  <a:pt x="60" y="13"/>
                  <a:pt x="60" y="13"/>
                </a:cubicBezTo>
                <a:cubicBezTo>
                  <a:pt x="60" y="12"/>
                  <a:pt x="59" y="11"/>
                  <a:pt x="58" y="11"/>
                </a:cubicBezTo>
                <a:cubicBezTo>
                  <a:pt x="58" y="11"/>
                  <a:pt x="58" y="11"/>
                  <a:pt x="58" y="11"/>
                </a:cubicBezTo>
                <a:moveTo>
                  <a:pt x="57" y="10"/>
                </a:moveTo>
                <a:cubicBezTo>
                  <a:pt x="58" y="10"/>
                  <a:pt x="58" y="10"/>
                  <a:pt x="58" y="10"/>
                </a:cubicBezTo>
                <a:cubicBezTo>
                  <a:pt x="59" y="10"/>
                  <a:pt x="59" y="9"/>
                  <a:pt x="59" y="8"/>
                </a:cubicBezTo>
                <a:cubicBezTo>
                  <a:pt x="59" y="4"/>
                  <a:pt x="59" y="4"/>
                  <a:pt x="59" y="4"/>
                </a:cubicBezTo>
                <a:cubicBezTo>
                  <a:pt x="76" y="4"/>
                  <a:pt x="93" y="14"/>
                  <a:pt x="102" y="28"/>
                </a:cubicBezTo>
                <a:cubicBezTo>
                  <a:pt x="107" y="36"/>
                  <a:pt x="110" y="45"/>
                  <a:pt x="110" y="55"/>
                </a:cubicBezTo>
                <a:cubicBezTo>
                  <a:pt x="103" y="55"/>
                  <a:pt x="103" y="55"/>
                  <a:pt x="103" y="55"/>
                </a:cubicBezTo>
                <a:cubicBezTo>
                  <a:pt x="102" y="55"/>
                  <a:pt x="101" y="55"/>
                  <a:pt x="101" y="56"/>
                </a:cubicBezTo>
                <a:cubicBezTo>
                  <a:pt x="101" y="58"/>
                  <a:pt x="102" y="58"/>
                  <a:pt x="103" y="58"/>
                </a:cubicBezTo>
                <a:cubicBezTo>
                  <a:pt x="110" y="59"/>
                  <a:pt x="110" y="59"/>
                  <a:pt x="110" y="59"/>
                </a:cubicBezTo>
                <a:cubicBezTo>
                  <a:pt x="110" y="68"/>
                  <a:pt x="108" y="77"/>
                  <a:pt x="103" y="85"/>
                </a:cubicBezTo>
                <a:cubicBezTo>
                  <a:pt x="95" y="97"/>
                  <a:pt x="82" y="107"/>
                  <a:pt x="67" y="109"/>
                </a:cubicBezTo>
                <a:cubicBezTo>
                  <a:pt x="65" y="110"/>
                  <a:pt x="63" y="110"/>
                  <a:pt x="60" y="110"/>
                </a:cubicBezTo>
                <a:cubicBezTo>
                  <a:pt x="61" y="100"/>
                  <a:pt x="61" y="100"/>
                  <a:pt x="61" y="100"/>
                </a:cubicBezTo>
                <a:cubicBezTo>
                  <a:pt x="61" y="99"/>
                  <a:pt x="61" y="98"/>
                  <a:pt x="59" y="98"/>
                </a:cubicBezTo>
                <a:cubicBezTo>
                  <a:pt x="59" y="98"/>
                  <a:pt x="59" y="98"/>
                  <a:pt x="59" y="98"/>
                </a:cubicBezTo>
                <a:cubicBezTo>
                  <a:pt x="58" y="98"/>
                  <a:pt x="57" y="98"/>
                  <a:pt x="57" y="99"/>
                </a:cubicBezTo>
                <a:cubicBezTo>
                  <a:pt x="56" y="110"/>
                  <a:pt x="56" y="110"/>
                  <a:pt x="56" y="110"/>
                </a:cubicBezTo>
                <a:cubicBezTo>
                  <a:pt x="45" y="110"/>
                  <a:pt x="34" y="106"/>
                  <a:pt x="25" y="99"/>
                </a:cubicBezTo>
                <a:cubicBezTo>
                  <a:pt x="12" y="89"/>
                  <a:pt x="5" y="73"/>
                  <a:pt x="4" y="57"/>
                </a:cubicBezTo>
                <a:cubicBezTo>
                  <a:pt x="12" y="57"/>
                  <a:pt x="12" y="57"/>
                  <a:pt x="12" y="57"/>
                </a:cubicBezTo>
                <a:cubicBezTo>
                  <a:pt x="12" y="57"/>
                  <a:pt x="12" y="57"/>
                  <a:pt x="12" y="57"/>
                </a:cubicBezTo>
                <a:cubicBezTo>
                  <a:pt x="14" y="57"/>
                  <a:pt x="14" y="57"/>
                  <a:pt x="14" y="55"/>
                </a:cubicBezTo>
                <a:cubicBezTo>
                  <a:pt x="14" y="54"/>
                  <a:pt x="14" y="53"/>
                  <a:pt x="13" y="53"/>
                </a:cubicBezTo>
                <a:cubicBezTo>
                  <a:pt x="5" y="53"/>
                  <a:pt x="5" y="53"/>
                  <a:pt x="5" y="53"/>
                </a:cubicBezTo>
                <a:cubicBezTo>
                  <a:pt x="5" y="50"/>
                  <a:pt x="5" y="46"/>
                  <a:pt x="6" y="43"/>
                </a:cubicBezTo>
                <a:cubicBezTo>
                  <a:pt x="12" y="23"/>
                  <a:pt x="30" y="7"/>
                  <a:pt x="51" y="4"/>
                </a:cubicBezTo>
                <a:cubicBezTo>
                  <a:pt x="52" y="4"/>
                  <a:pt x="54" y="4"/>
                  <a:pt x="55" y="4"/>
                </a:cubicBezTo>
                <a:cubicBezTo>
                  <a:pt x="55" y="9"/>
                  <a:pt x="55" y="9"/>
                  <a:pt x="55" y="9"/>
                </a:cubicBezTo>
                <a:cubicBezTo>
                  <a:pt x="55" y="10"/>
                  <a:pt x="56" y="10"/>
                  <a:pt x="57" y="10"/>
                </a:cubicBezTo>
                <a:moveTo>
                  <a:pt x="57" y="0"/>
                </a:moveTo>
                <a:cubicBezTo>
                  <a:pt x="55" y="0"/>
                  <a:pt x="53" y="0"/>
                  <a:pt x="51" y="0"/>
                </a:cubicBezTo>
                <a:cubicBezTo>
                  <a:pt x="28" y="3"/>
                  <a:pt x="8" y="20"/>
                  <a:pt x="2" y="42"/>
                </a:cubicBezTo>
                <a:cubicBezTo>
                  <a:pt x="1" y="46"/>
                  <a:pt x="1" y="50"/>
                  <a:pt x="1" y="54"/>
                </a:cubicBezTo>
                <a:cubicBezTo>
                  <a:pt x="0" y="55"/>
                  <a:pt x="0" y="55"/>
                  <a:pt x="0" y="55"/>
                </a:cubicBezTo>
                <a:cubicBezTo>
                  <a:pt x="0" y="56"/>
                  <a:pt x="0" y="56"/>
                  <a:pt x="0" y="56"/>
                </a:cubicBezTo>
                <a:cubicBezTo>
                  <a:pt x="0" y="74"/>
                  <a:pt x="9" y="92"/>
                  <a:pt x="23" y="103"/>
                </a:cubicBezTo>
                <a:cubicBezTo>
                  <a:pt x="33" y="110"/>
                  <a:pt x="45" y="114"/>
                  <a:pt x="58" y="114"/>
                </a:cubicBezTo>
                <a:cubicBezTo>
                  <a:pt x="61" y="114"/>
                  <a:pt x="65" y="114"/>
                  <a:pt x="68" y="113"/>
                </a:cubicBezTo>
                <a:cubicBezTo>
                  <a:pt x="84" y="110"/>
                  <a:pt x="98" y="100"/>
                  <a:pt x="106" y="87"/>
                </a:cubicBezTo>
                <a:cubicBezTo>
                  <a:pt x="118" y="69"/>
                  <a:pt x="117" y="44"/>
                  <a:pt x="106" y="26"/>
                </a:cubicBezTo>
                <a:cubicBezTo>
                  <a:pt x="95" y="10"/>
                  <a:pt x="76" y="0"/>
                  <a:pt x="57"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2" name="Freeform 106">
            <a:extLst>
              <a:ext uri="{FF2B5EF4-FFF2-40B4-BE49-F238E27FC236}">
                <a16:creationId xmlns:a16="http://schemas.microsoft.com/office/drawing/2014/main" id="{12919119-43A6-467F-AC49-470F7E6279F0}"/>
              </a:ext>
            </a:extLst>
          </p:cNvPr>
          <p:cNvSpPr>
            <a:spLocks noEditPoints="1"/>
          </p:cNvSpPr>
          <p:nvPr/>
        </p:nvSpPr>
        <p:spPr bwMode="auto">
          <a:xfrm>
            <a:off x="6948488" y="1792288"/>
            <a:ext cx="419100" cy="411163"/>
          </a:xfrm>
          <a:custGeom>
            <a:avLst/>
            <a:gdLst>
              <a:gd name="T0" fmla="*/ 57 w 117"/>
              <a:gd name="T1" fmla="*/ 56 h 115"/>
              <a:gd name="T2" fmla="*/ 59 w 117"/>
              <a:gd name="T3" fmla="*/ 55 h 115"/>
              <a:gd name="T4" fmla="*/ 61 w 117"/>
              <a:gd name="T5" fmla="*/ 56 h 115"/>
              <a:gd name="T6" fmla="*/ 62 w 117"/>
              <a:gd name="T7" fmla="*/ 60 h 115"/>
              <a:gd name="T8" fmla="*/ 57 w 117"/>
              <a:gd name="T9" fmla="*/ 62 h 115"/>
              <a:gd name="T10" fmla="*/ 53 w 117"/>
              <a:gd name="T11" fmla="*/ 56 h 115"/>
              <a:gd name="T12" fmla="*/ 55 w 117"/>
              <a:gd name="T13" fmla="*/ 57 h 115"/>
              <a:gd name="T14" fmla="*/ 55 w 117"/>
              <a:gd name="T15" fmla="*/ 13 h 115"/>
              <a:gd name="T16" fmla="*/ 50 w 117"/>
              <a:gd name="T17" fmla="*/ 53 h 115"/>
              <a:gd name="T18" fmla="*/ 57 w 117"/>
              <a:gd name="T19" fmla="*/ 66 h 115"/>
              <a:gd name="T20" fmla="*/ 65 w 117"/>
              <a:gd name="T21" fmla="*/ 62 h 115"/>
              <a:gd name="T22" fmla="*/ 86 w 117"/>
              <a:gd name="T23" fmla="*/ 60 h 115"/>
              <a:gd name="T24" fmla="*/ 88 w 117"/>
              <a:gd name="T25" fmla="*/ 58 h 115"/>
              <a:gd name="T26" fmla="*/ 66 w 117"/>
              <a:gd name="T27" fmla="*/ 56 h 115"/>
              <a:gd name="T28" fmla="*/ 59 w 117"/>
              <a:gd name="T29" fmla="*/ 51 h 115"/>
              <a:gd name="T30" fmla="*/ 59 w 117"/>
              <a:gd name="T31" fmla="*/ 13 h 115"/>
              <a:gd name="T32" fmla="*/ 57 w 117"/>
              <a:gd name="T33" fmla="*/ 11 h 115"/>
              <a:gd name="T34" fmla="*/ 57 w 117"/>
              <a:gd name="T35" fmla="*/ 11 h 115"/>
              <a:gd name="T36" fmla="*/ 58 w 117"/>
              <a:gd name="T37" fmla="*/ 4 h 115"/>
              <a:gd name="T38" fmla="*/ 110 w 117"/>
              <a:gd name="T39" fmla="*/ 55 h 115"/>
              <a:gd name="T40" fmla="*/ 100 w 117"/>
              <a:gd name="T41" fmla="*/ 57 h 115"/>
              <a:gd name="T42" fmla="*/ 110 w 117"/>
              <a:gd name="T43" fmla="*/ 59 h 115"/>
              <a:gd name="T44" fmla="*/ 67 w 117"/>
              <a:gd name="T45" fmla="*/ 110 h 115"/>
              <a:gd name="T46" fmla="*/ 60 w 117"/>
              <a:gd name="T47" fmla="*/ 100 h 115"/>
              <a:gd name="T48" fmla="*/ 58 w 117"/>
              <a:gd name="T49" fmla="*/ 98 h 115"/>
              <a:gd name="T50" fmla="*/ 56 w 117"/>
              <a:gd name="T51" fmla="*/ 111 h 115"/>
              <a:gd name="T52" fmla="*/ 4 w 117"/>
              <a:gd name="T53" fmla="*/ 58 h 115"/>
              <a:gd name="T54" fmla="*/ 12 w 117"/>
              <a:gd name="T55" fmla="*/ 58 h 115"/>
              <a:gd name="T56" fmla="*/ 12 w 117"/>
              <a:gd name="T57" fmla="*/ 54 h 115"/>
              <a:gd name="T58" fmla="*/ 5 w 117"/>
              <a:gd name="T59" fmla="*/ 44 h 115"/>
              <a:gd name="T60" fmla="*/ 54 w 117"/>
              <a:gd name="T61" fmla="*/ 4 h 115"/>
              <a:gd name="T62" fmla="*/ 57 w 117"/>
              <a:gd name="T63" fmla="*/ 11 h 115"/>
              <a:gd name="T64" fmla="*/ 50 w 117"/>
              <a:gd name="T65" fmla="*/ 1 h 115"/>
              <a:gd name="T66" fmla="*/ 0 w 117"/>
              <a:gd name="T67" fmla="*/ 55 h 115"/>
              <a:gd name="T68" fmla="*/ 0 w 117"/>
              <a:gd name="T69" fmla="*/ 57 h 115"/>
              <a:gd name="T70" fmla="*/ 57 w 117"/>
              <a:gd name="T71" fmla="*/ 115 h 115"/>
              <a:gd name="T72" fmla="*/ 106 w 117"/>
              <a:gd name="T73" fmla="*/ 87 h 115"/>
              <a:gd name="T74" fmla="*/ 56 w 117"/>
              <a:gd name="T7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15">
                <a:moveTo>
                  <a:pt x="55" y="57"/>
                </a:moveTo>
                <a:cubicBezTo>
                  <a:pt x="56" y="57"/>
                  <a:pt x="56" y="57"/>
                  <a:pt x="57" y="56"/>
                </a:cubicBezTo>
                <a:cubicBezTo>
                  <a:pt x="57" y="56"/>
                  <a:pt x="57" y="55"/>
                  <a:pt x="58" y="55"/>
                </a:cubicBezTo>
                <a:cubicBezTo>
                  <a:pt x="59" y="55"/>
                  <a:pt x="59" y="55"/>
                  <a:pt x="59" y="55"/>
                </a:cubicBezTo>
                <a:cubicBezTo>
                  <a:pt x="59" y="56"/>
                  <a:pt x="59" y="56"/>
                  <a:pt x="60" y="56"/>
                </a:cubicBezTo>
                <a:cubicBezTo>
                  <a:pt x="60" y="56"/>
                  <a:pt x="61" y="56"/>
                  <a:pt x="61" y="56"/>
                </a:cubicBezTo>
                <a:cubicBezTo>
                  <a:pt x="61" y="56"/>
                  <a:pt x="61" y="56"/>
                  <a:pt x="61" y="56"/>
                </a:cubicBezTo>
                <a:cubicBezTo>
                  <a:pt x="62" y="57"/>
                  <a:pt x="62" y="59"/>
                  <a:pt x="62" y="60"/>
                </a:cubicBezTo>
                <a:cubicBezTo>
                  <a:pt x="61" y="61"/>
                  <a:pt x="59" y="62"/>
                  <a:pt x="57" y="62"/>
                </a:cubicBezTo>
                <a:cubicBezTo>
                  <a:pt x="57" y="62"/>
                  <a:pt x="57" y="62"/>
                  <a:pt x="57" y="62"/>
                </a:cubicBezTo>
                <a:cubicBezTo>
                  <a:pt x="55" y="62"/>
                  <a:pt x="54" y="61"/>
                  <a:pt x="53" y="60"/>
                </a:cubicBezTo>
                <a:cubicBezTo>
                  <a:pt x="52" y="58"/>
                  <a:pt x="52" y="57"/>
                  <a:pt x="53" y="56"/>
                </a:cubicBezTo>
                <a:cubicBezTo>
                  <a:pt x="53" y="56"/>
                  <a:pt x="54" y="56"/>
                  <a:pt x="54" y="57"/>
                </a:cubicBezTo>
                <a:cubicBezTo>
                  <a:pt x="54" y="57"/>
                  <a:pt x="55" y="57"/>
                  <a:pt x="55" y="57"/>
                </a:cubicBezTo>
                <a:moveTo>
                  <a:pt x="57" y="11"/>
                </a:moveTo>
                <a:cubicBezTo>
                  <a:pt x="56" y="11"/>
                  <a:pt x="55" y="12"/>
                  <a:pt x="55" y="13"/>
                </a:cubicBezTo>
                <a:cubicBezTo>
                  <a:pt x="55" y="51"/>
                  <a:pt x="55" y="51"/>
                  <a:pt x="55" y="51"/>
                </a:cubicBezTo>
                <a:cubicBezTo>
                  <a:pt x="53" y="51"/>
                  <a:pt x="51" y="52"/>
                  <a:pt x="50" y="53"/>
                </a:cubicBezTo>
                <a:cubicBezTo>
                  <a:pt x="48" y="55"/>
                  <a:pt x="48" y="59"/>
                  <a:pt x="49" y="62"/>
                </a:cubicBezTo>
                <a:cubicBezTo>
                  <a:pt x="51" y="64"/>
                  <a:pt x="54" y="66"/>
                  <a:pt x="57" y="66"/>
                </a:cubicBezTo>
                <a:cubicBezTo>
                  <a:pt x="57" y="66"/>
                  <a:pt x="57" y="66"/>
                  <a:pt x="57" y="66"/>
                </a:cubicBezTo>
                <a:cubicBezTo>
                  <a:pt x="61" y="66"/>
                  <a:pt x="64" y="65"/>
                  <a:pt x="65" y="62"/>
                </a:cubicBezTo>
                <a:cubicBezTo>
                  <a:pt x="66" y="61"/>
                  <a:pt x="66" y="60"/>
                  <a:pt x="66" y="60"/>
                </a:cubicBezTo>
                <a:cubicBezTo>
                  <a:pt x="86" y="60"/>
                  <a:pt x="86" y="60"/>
                  <a:pt x="86" y="60"/>
                </a:cubicBezTo>
                <a:cubicBezTo>
                  <a:pt x="86" y="60"/>
                  <a:pt x="86" y="60"/>
                  <a:pt x="86" y="60"/>
                </a:cubicBezTo>
                <a:cubicBezTo>
                  <a:pt x="87" y="60"/>
                  <a:pt x="88" y="59"/>
                  <a:pt x="88" y="58"/>
                </a:cubicBezTo>
                <a:cubicBezTo>
                  <a:pt x="88" y="57"/>
                  <a:pt x="87" y="56"/>
                  <a:pt x="86" y="56"/>
                </a:cubicBezTo>
                <a:cubicBezTo>
                  <a:pt x="66" y="56"/>
                  <a:pt x="66" y="56"/>
                  <a:pt x="66" y="56"/>
                </a:cubicBezTo>
                <a:cubicBezTo>
                  <a:pt x="65" y="54"/>
                  <a:pt x="64" y="53"/>
                  <a:pt x="63" y="52"/>
                </a:cubicBezTo>
                <a:cubicBezTo>
                  <a:pt x="62" y="51"/>
                  <a:pt x="61" y="51"/>
                  <a:pt x="59" y="51"/>
                </a:cubicBezTo>
                <a:cubicBezTo>
                  <a:pt x="59" y="51"/>
                  <a:pt x="59" y="51"/>
                  <a:pt x="59" y="51"/>
                </a:cubicBezTo>
                <a:cubicBezTo>
                  <a:pt x="59" y="13"/>
                  <a:pt x="59" y="13"/>
                  <a:pt x="59" y="13"/>
                </a:cubicBezTo>
                <a:cubicBezTo>
                  <a:pt x="59" y="12"/>
                  <a:pt x="58" y="11"/>
                  <a:pt x="57" y="11"/>
                </a:cubicBezTo>
                <a:cubicBezTo>
                  <a:pt x="57" y="11"/>
                  <a:pt x="57" y="11"/>
                  <a:pt x="57" y="11"/>
                </a:cubicBezTo>
                <a:moveTo>
                  <a:pt x="57" y="11"/>
                </a:moveTo>
                <a:cubicBezTo>
                  <a:pt x="57" y="11"/>
                  <a:pt x="57" y="11"/>
                  <a:pt x="57" y="11"/>
                </a:cubicBezTo>
                <a:cubicBezTo>
                  <a:pt x="58" y="11"/>
                  <a:pt x="59" y="10"/>
                  <a:pt x="59" y="9"/>
                </a:cubicBezTo>
                <a:cubicBezTo>
                  <a:pt x="58" y="4"/>
                  <a:pt x="58" y="4"/>
                  <a:pt x="58" y="4"/>
                </a:cubicBezTo>
                <a:cubicBezTo>
                  <a:pt x="75" y="5"/>
                  <a:pt x="92" y="14"/>
                  <a:pt x="102" y="29"/>
                </a:cubicBezTo>
                <a:cubicBezTo>
                  <a:pt x="107" y="37"/>
                  <a:pt x="109" y="46"/>
                  <a:pt x="110" y="55"/>
                </a:cubicBezTo>
                <a:cubicBezTo>
                  <a:pt x="102" y="55"/>
                  <a:pt x="102" y="55"/>
                  <a:pt x="102" y="55"/>
                </a:cubicBezTo>
                <a:cubicBezTo>
                  <a:pt x="101" y="55"/>
                  <a:pt x="100" y="56"/>
                  <a:pt x="100" y="57"/>
                </a:cubicBezTo>
                <a:cubicBezTo>
                  <a:pt x="100" y="58"/>
                  <a:pt x="101" y="59"/>
                  <a:pt x="102" y="59"/>
                </a:cubicBezTo>
                <a:cubicBezTo>
                  <a:pt x="110" y="59"/>
                  <a:pt x="110" y="59"/>
                  <a:pt x="110" y="59"/>
                </a:cubicBezTo>
                <a:cubicBezTo>
                  <a:pt x="109" y="68"/>
                  <a:pt x="107" y="77"/>
                  <a:pt x="102" y="85"/>
                </a:cubicBezTo>
                <a:cubicBezTo>
                  <a:pt x="94" y="98"/>
                  <a:pt x="81" y="107"/>
                  <a:pt x="67" y="110"/>
                </a:cubicBezTo>
                <a:cubicBezTo>
                  <a:pt x="64" y="110"/>
                  <a:pt x="62" y="110"/>
                  <a:pt x="59" y="111"/>
                </a:cubicBezTo>
                <a:cubicBezTo>
                  <a:pt x="60" y="100"/>
                  <a:pt x="60" y="100"/>
                  <a:pt x="60" y="100"/>
                </a:cubicBezTo>
                <a:cubicBezTo>
                  <a:pt x="61" y="99"/>
                  <a:pt x="60" y="98"/>
                  <a:pt x="59" y="98"/>
                </a:cubicBezTo>
                <a:cubicBezTo>
                  <a:pt x="59" y="98"/>
                  <a:pt x="59" y="98"/>
                  <a:pt x="58" y="98"/>
                </a:cubicBezTo>
                <a:cubicBezTo>
                  <a:pt x="57" y="98"/>
                  <a:pt x="57" y="99"/>
                  <a:pt x="57" y="100"/>
                </a:cubicBezTo>
                <a:cubicBezTo>
                  <a:pt x="56" y="111"/>
                  <a:pt x="56" y="111"/>
                  <a:pt x="56" y="111"/>
                </a:cubicBezTo>
                <a:cubicBezTo>
                  <a:pt x="44" y="110"/>
                  <a:pt x="33" y="107"/>
                  <a:pt x="25" y="100"/>
                </a:cubicBezTo>
                <a:cubicBezTo>
                  <a:pt x="12" y="90"/>
                  <a:pt x="4" y="74"/>
                  <a:pt x="4" y="58"/>
                </a:cubicBezTo>
                <a:cubicBezTo>
                  <a:pt x="12" y="58"/>
                  <a:pt x="12" y="58"/>
                  <a:pt x="12" y="58"/>
                </a:cubicBezTo>
                <a:cubicBezTo>
                  <a:pt x="12" y="58"/>
                  <a:pt x="12" y="58"/>
                  <a:pt x="12" y="58"/>
                </a:cubicBezTo>
                <a:cubicBezTo>
                  <a:pt x="13" y="58"/>
                  <a:pt x="14" y="57"/>
                  <a:pt x="14" y="56"/>
                </a:cubicBezTo>
                <a:cubicBezTo>
                  <a:pt x="14" y="55"/>
                  <a:pt x="13" y="54"/>
                  <a:pt x="12" y="54"/>
                </a:cubicBezTo>
                <a:cubicBezTo>
                  <a:pt x="4" y="54"/>
                  <a:pt x="4" y="54"/>
                  <a:pt x="4" y="54"/>
                </a:cubicBezTo>
                <a:cubicBezTo>
                  <a:pt x="4" y="50"/>
                  <a:pt x="5" y="47"/>
                  <a:pt x="5" y="44"/>
                </a:cubicBezTo>
                <a:cubicBezTo>
                  <a:pt x="11" y="23"/>
                  <a:pt x="29" y="7"/>
                  <a:pt x="50" y="5"/>
                </a:cubicBezTo>
                <a:cubicBezTo>
                  <a:pt x="52" y="4"/>
                  <a:pt x="53" y="4"/>
                  <a:pt x="54" y="4"/>
                </a:cubicBezTo>
                <a:cubicBezTo>
                  <a:pt x="55" y="9"/>
                  <a:pt x="55" y="9"/>
                  <a:pt x="55" y="9"/>
                </a:cubicBezTo>
                <a:cubicBezTo>
                  <a:pt x="55" y="10"/>
                  <a:pt x="56" y="11"/>
                  <a:pt x="57" y="11"/>
                </a:cubicBezTo>
                <a:moveTo>
                  <a:pt x="56" y="0"/>
                </a:moveTo>
                <a:cubicBezTo>
                  <a:pt x="54" y="0"/>
                  <a:pt x="52" y="0"/>
                  <a:pt x="50" y="1"/>
                </a:cubicBezTo>
                <a:cubicBezTo>
                  <a:pt x="27" y="3"/>
                  <a:pt x="7" y="21"/>
                  <a:pt x="2" y="43"/>
                </a:cubicBezTo>
                <a:cubicBezTo>
                  <a:pt x="1" y="47"/>
                  <a:pt x="0" y="51"/>
                  <a:pt x="0" y="55"/>
                </a:cubicBezTo>
                <a:cubicBezTo>
                  <a:pt x="0" y="56"/>
                  <a:pt x="0" y="56"/>
                  <a:pt x="0" y="56"/>
                </a:cubicBezTo>
                <a:cubicBezTo>
                  <a:pt x="0" y="57"/>
                  <a:pt x="0" y="57"/>
                  <a:pt x="0" y="57"/>
                </a:cubicBezTo>
                <a:cubicBezTo>
                  <a:pt x="0" y="74"/>
                  <a:pt x="8" y="92"/>
                  <a:pt x="22" y="103"/>
                </a:cubicBezTo>
                <a:cubicBezTo>
                  <a:pt x="32" y="111"/>
                  <a:pt x="44" y="115"/>
                  <a:pt x="57" y="115"/>
                </a:cubicBezTo>
                <a:cubicBezTo>
                  <a:pt x="61" y="115"/>
                  <a:pt x="64" y="114"/>
                  <a:pt x="67" y="114"/>
                </a:cubicBezTo>
                <a:cubicBezTo>
                  <a:pt x="83" y="111"/>
                  <a:pt x="97" y="101"/>
                  <a:pt x="106" y="87"/>
                </a:cubicBezTo>
                <a:cubicBezTo>
                  <a:pt x="117" y="69"/>
                  <a:pt x="117" y="45"/>
                  <a:pt x="105" y="27"/>
                </a:cubicBezTo>
                <a:cubicBezTo>
                  <a:pt x="95" y="11"/>
                  <a:pt x="76" y="0"/>
                  <a:pt x="56"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3" name="Freeform 107">
            <a:extLst>
              <a:ext uri="{FF2B5EF4-FFF2-40B4-BE49-F238E27FC236}">
                <a16:creationId xmlns:a16="http://schemas.microsoft.com/office/drawing/2014/main" id="{A45B4D80-3E76-4283-91DD-A1FF53325075}"/>
              </a:ext>
            </a:extLst>
          </p:cNvPr>
          <p:cNvSpPr>
            <a:spLocks noEditPoints="1"/>
          </p:cNvSpPr>
          <p:nvPr/>
        </p:nvSpPr>
        <p:spPr bwMode="auto">
          <a:xfrm>
            <a:off x="2125663" y="1873250"/>
            <a:ext cx="595313" cy="577850"/>
          </a:xfrm>
          <a:custGeom>
            <a:avLst/>
            <a:gdLst>
              <a:gd name="T0" fmla="*/ 86 w 166"/>
              <a:gd name="T1" fmla="*/ 84 h 161"/>
              <a:gd name="T2" fmla="*/ 88 w 166"/>
              <a:gd name="T3" fmla="*/ 88 h 161"/>
              <a:gd name="T4" fmla="*/ 100 w 166"/>
              <a:gd name="T5" fmla="*/ 83 h 161"/>
              <a:gd name="T6" fmla="*/ 110 w 166"/>
              <a:gd name="T7" fmla="*/ 89 h 161"/>
              <a:gd name="T8" fmla="*/ 103 w 166"/>
              <a:gd name="T9" fmla="*/ 100 h 161"/>
              <a:gd name="T10" fmla="*/ 95 w 166"/>
              <a:gd name="T11" fmla="*/ 99 h 161"/>
              <a:gd name="T12" fmla="*/ 92 w 166"/>
              <a:gd name="T13" fmla="*/ 100 h 161"/>
              <a:gd name="T14" fmla="*/ 97 w 166"/>
              <a:gd name="T15" fmla="*/ 104 h 161"/>
              <a:gd name="T16" fmla="*/ 103 w 166"/>
              <a:gd name="T17" fmla="*/ 123 h 161"/>
              <a:gd name="T18" fmla="*/ 95 w 166"/>
              <a:gd name="T19" fmla="*/ 126 h 161"/>
              <a:gd name="T20" fmla="*/ 79 w 166"/>
              <a:gd name="T21" fmla="*/ 106 h 161"/>
              <a:gd name="T22" fmla="*/ 77 w 166"/>
              <a:gd name="T23" fmla="*/ 105 h 161"/>
              <a:gd name="T24" fmla="*/ 81 w 166"/>
              <a:gd name="T25" fmla="*/ 123 h 161"/>
              <a:gd name="T26" fmla="*/ 95 w 166"/>
              <a:gd name="T27" fmla="*/ 131 h 161"/>
              <a:gd name="T28" fmla="*/ 106 w 166"/>
              <a:gd name="T29" fmla="*/ 125 h 161"/>
              <a:gd name="T30" fmla="*/ 106 w 166"/>
              <a:gd name="T31" fmla="*/ 105 h 161"/>
              <a:gd name="T32" fmla="*/ 114 w 166"/>
              <a:gd name="T33" fmla="*/ 87 h 161"/>
              <a:gd name="T34" fmla="*/ 100 w 166"/>
              <a:gd name="T35" fmla="*/ 79 h 161"/>
              <a:gd name="T36" fmla="*/ 60 w 166"/>
              <a:gd name="T37" fmla="*/ 61 h 161"/>
              <a:gd name="T38" fmla="*/ 48 w 166"/>
              <a:gd name="T39" fmla="*/ 75 h 161"/>
              <a:gd name="T40" fmla="*/ 51 w 166"/>
              <a:gd name="T41" fmla="*/ 74 h 161"/>
              <a:gd name="T42" fmla="*/ 64 w 166"/>
              <a:gd name="T43" fmla="*/ 65 h 161"/>
              <a:gd name="T44" fmla="*/ 70 w 166"/>
              <a:gd name="T45" fmla="*/ 84 h 161"/>
              <a:gd name="T46" fmla="*/ 52 w 166"/>
              <a:gd name="T47" fmla="*/ 92 h 161"/>
              <a:gd name="T48" fmla="*/ 35 w 166"/>
              <a:gd name="T49" fmla="*/ 105 h 161"/>
              <a:gd name="T50" fmla="*/ 61 w 166"/>
              <a:gd name="T51" fmla="*/ 118 h 161"/>
              <a:gd name="T52" fmla="*/ 62 w 166"/>
              <a:gd name="T53" fmla="*/ 119 h 161"/>
              <a:gd name="T54" fmla="*/ 62 w 166"/>
              <a:gd name="T55" fmla="*/ 114 h 161"/>
              <a:gd name="T56" fmla="*/ 44 w 166"/>
              <a:gd name="T57" fmla="*/ 99 h 161"/>
              <a:gd name="T58" fmla="*/ 54 w 166"/>
              <a:gd name="T59" fmla="*/ 96 h 161"/>
              <a:gd name="T60" fmla="*/ 76 w 166"/>
              <a:gd name="T61" fmla="*/ 66 h 161"/>
              <a:gd name="T62" fmla="*/ 114 w 166"/>
              <a:gd name="T63" fmla="*/ 156 h 161"/>
              <a:gd name="T64" fmla="*/ 37 w 166"/>
              <a:gd name="T65" fmla="*/ 39 h 161"/>
              <a:gd name="T66" fmla="*/ 114 w 166"/>
              <a:gd name="T67" fmla="*/ 156 h 161"/>
              <a:gd name="T68" fmla="*/ 39 w 166"/>
              <a:gd name="T69" fmla="*/ 34 h 161"/>
              <a:gd name="T70" fmla="*/ 72 w 166"/>
              <a:gd name="T71" fmla="*/ 16 h 161"/>
              <a:gd name="T72" fmla="*/ 68 w 166"/>
              <a:gd name="T73" fmla="*/ 29 h 161"/>
              <a:gd name="T74" fmla="*/ 69 w 166"/>
              <a:gd name="T75" fmla="*/ 29 h 161"/>
              <a:gd name="T76" fmla="*/ 76 w 166"/>
              <a:gd name="T77" fmla="*/ 18 h 161"/>
              <a:gd name="T78" fmla="*/ 128 w 166"/>
              <a:gd name="T79" fmla="*/ 54 h 161"/>
              <a:gd name="T80" fmla="*/ 129 w 166"/>
              <a:gd name="T81" fmla="*/ 57 h 161"/>
              <a:gd name="T82" fmla="*/ 132 w 166"/>
              <a:gd name="T83" fmla="*/ 56 h 161"/>
              <a:gd name="T84" fmla="*/ 161 w 166"/>
              <a:gd name="T85" fmla="*/ 56 h 161"/>
              <a:gd name="T86" fmla="*/ 81 w 166"/>
              <a:gd name="T87" fmla="*/ 0 h 161"/>
              <a:gd name="T88" fmla="*/ 74 w 166"/>
              <a:gd name="T89" fmla="*/ 12 h 161"/>
              <a:gd name="T90" fmla="*/ 48 w 166"/>
              <a:gd name="T91" fmla="*/ 1 h 161"/>
              <a:gd name="T92" fmla="*/ 46 w 166"/>
              <a:gd name="T93" fmla="*/ 2 h 161"/>
              <a:gd name="T94" fmla="*/ 33 w 166"/>
              <a:gd name="T95" fmla="*/ 34 h 161"/>
              <a:gd name="T96" fmla="*/ 0 w 166"/>
              <a:gd name="T97" fmla="*/ 105 h 161"/>
              <a:gd name="T98" fmla="*/ 1 w 166"/>
              <a:gd name="T99" fmla="*/ 109 h 161"/>
              <a:gd name="T100" fmla="*/ 114 w 166"/>
              <a:gd name="T101" fmla="*/ 161 h 161"/>
              <a:gd name="T102" fmla="*/ 117 w 166"/>
              <a:gd name="T103" fmla="*/ 160 h 161"/>
              <a:gd name="T104" fmla="*/ 153 w 166"/>
              <a:gd name="T105" fmla="*/ 90 h 161"/>
              <a:gd name="T106" fmla="*/ 154 w 166"/>
              <a:gd name="T107" fmla="*/ 86 h 161"/>
              <a:gd name="T108" fmla="*/ 165 w 166"/>
              <a:gd name="T109" fmla="*/ 53 h 161"/>
              <a:gd name="T110" fmla="*/ 141 w 166"/>
              <a:gd name="T111" fmla="*/ 30 h 161"/>
              <a:gd name="T112" fmla="*/ 139 w 166"/>
              <a:gd name="T113" fmla="*/ 27 h 161"/>
              <a:gd name="T114" fmla="*/ 134 w 166"/>
              <a:gd name="T115" fmla="*/ 39 h 161"/>
              <a:gd name="T116" fmla="*/ 83 w 166"/>
              <a:gd name="T117" fmla="*/ 3 h 161"/>
              <a:gd name="T118" fmla="*/ 81 w 166"/>
              <a:gd name="T11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161">
                <a:moveTo>
                  <a:pt x="100" y="79"/>
                </a:moveTo>
                <a:cubicBezTo>
                  <a:pt x="96" y="79"/>
                  <a:pt x="91" y="81"/>
                  <a:pt x="86" y="84"/>
                </a:cubicBezTo>
                <a:cubicBezTo>
                  <a:pt x="86" y="84"/>
                  <a:pt x="85" y="86"/>
                  <a:pt x="86" y="87"/>
                </a:cubicBezTo>
                <a:cubicBezTo>
                  <a:pt x="86" y="87"/>
                  <a:pt x="87" y="88"/>
                  <a:pt x="88" y="88"/>
                </a:cubicBezTo>
                <a:cubicBezTo>
                  <a:pt x="88" y="88"/>
                  <a:pt x="89" y="88"/>
                  <a:pt x="89" y="87"/>
                </a:cubicBezTo>
                <a:cubicBezTo>
                  <a:pt x="93" y="85"/>
                  <a:pt x="97" y="83"/>
                  <a:pt x="100" y="83"/>
                </a:cubicBezTo>
                <a:cubicBezTo>
                  <a:pt x="100" y="83"/>
                  <a:pt x="101" y="83"/>
                  <a:pt x="101" y="83"/>
                </a:cubicBezTo>
                <a:cubicBezTo>
                  <a:pt x="105" y="83"/>
                  <a:pt x="109" y="86"/>
                  <a:pt x="110" y="89"/>
                </a:cubicBezTo>
                <a:cubicBezTo>
                  <a:pt x="112" y="92"/>
                  <a:pt x="111" y="97"/>
                  <a:pt x="108" y="99"/>
                </a:cubicBezTo>
                <a:cubicBezTo>
                  <a:pt x="107" y="100"/>
                  <a:pt x="105" y="100"/>
                  <a:pt x="103" y="100"/>
                </a:cubicBezTo>
                <a:cubicBezTo>
                  <a:pt x="102" y="100"/>
                  <a:pt x="100" y="100"/>
                  <a:pt x="98" y="100"/>
                </a:cubicBezTo>
                <a:cubicBezTo>
                  <a:pt x="97" y="99"/>
                  <a:pt x="96" y="99"/>
                  <a:pt x="95" y="99"/>
                </a:cubicBezTo>
                <a:cubicBezTo>
                  <a:pt x="95" y="99"/>
                  <a:pt x="95" y="99"/>
                  <a:pt x="94" y="99"/>
                </a:cubicBezTo>
                <a:cubicBezTo>
                  <a:pt x="93" y="99"/>
                  <a:pt x="92" y="99"/>
                  <a:pt x="92" y="100"/>
                </a:cubicBezTo>
                <a:cubicBezTo>
                  <a:pt x="92" y="101"/>
                  <a:pt x="93" y="103"/>
                  <a:pt x="94" y="103"/>
                </a:cubicBezTo>
                <a:cubicBezTo>
                  <a:pt x="95" y="103"/>
                  <a:pt x="96" y="104"/>
                  <a:pt x="97" y="104"/>
                </a:cubicBezTo>
                <a:cubicBezTo>
                  <a:pt x="102" y="106"/>
                  <a:pt x="105" y="110"/>
                  <a:pt x="105" y="114"/>
                </a:cubicBezTo>
                <a:cubicBezTo>
                  <a:pt x="106" y="117"/>
                  <a:pt x="105" y="120"/>
                  <a:pt x="103" y="123"/>
                </a:cubicBezTo>
                <a:cubicBezTo>
                  <a:pt x="101" y="125"/>
                  <a:pt x="99" y="126"/>
                  <a:pt x="96" y="126"/>
                </a:cubicBezTo>
                <a:cubicBezTo>
                  <a:pt x="96" y="126"/>
                  <a:pt x="96" y="126"/>
                  <a:pt x="95" y="126"/>
                </a:cubicBezTo>
                <a:cubicBezTo>
                  <a:pt x="91" y="126"/>
                  <a:pt x="87" y="124"/>
                  <a:pt x="85" y="120"/>
                </a:cubicBezTo>
                <a:cubicBezTo>
                  <a:pt x="82" y="116"/>
                  <a:pt x="80" y="111"/>
                  <a:pt x="79" y="106"/>
                </a:cubicBezTo>
                <a:cubicBezTo>
                  <a:pt x="79" y="105"/>
                  <a:pt x="78" y="105"/>
                  <a:pt x="77" y="105"/>
                </a:cubicBezTo>
                <a:cubicBezTo>
                  <a:pt x="77" y="105"/>
                  <a:pt x="77" y="105"/>
                  <a:pt x="77" y="105"/>
                </a:cubicBezTo>
                <a:cubicBezTo>
                  <a:pt x="76" y="105"/>
                  <a:pt x="75" y="106"/>
                  <a:pt x="75" y="107"/>
                </a:cubicBezTo>
                <a:cubicBezTo>
                  <a:pt x="76" y="112"/>
                  <a:pt x="78" y="118"/>
                  <a:pt x="81" y="123"/>
                </a:cubicBezTo>
                <a:cubicBezTo>
                  <a:pt x="83" y="126"/>
                  <a:pt x="86" y="128"/>
                  <a:pt x="89" y="130"/>
                </a:cubicBezTo>
                <a:cubicBezTo>
                  <a:pt x="91" y="130"/>
                  <a:pt x="93" y="131"/>
                  <a:pt x="95" y="131"/>
                </a:cubicBezTo>
                <a:cubicBezTo>
                  <a:pt x="96" y="131"/>
                  <a:pt x="96" y="131"/>
                  <a:pt x="97" y="131"/>
                </a:cubicBezTo>
                <a:cubicBezTo>
                  <a:pt x="100" y="130"/>
                  <a:pt x="104" y="129"/>
                  <a:pt x="106" y="125"/>
                </a:cubicBezTo>
                <a:cubicBezTo>
                  <a:pt x="109" y="122"/>
                  <a:pt x="110" y="118"/>
                  <a:pt x="110" y="114"/>
                </a:cubicBezTo>
                <a:cubicBezTo>
                  <a:pt x="109" y="111"/>
                  <a:pt x="108" y="107"/>
                  <a:pt x="106" y="105"/>
                </a:cubicBezTo>
                <a:cubicBezTo>
                  <a:pt x="107" y="104"/>
                  <a:pt x="109" y="104"/>
                  <a:pt x="111" y="102"/>
                </a:cubicBezTo>
                <a:cubicBezTo>
                  <a:pt x="116" y="99"/>
                  <a:pt x="117" y="92"/>
                  <a:pt x="114" y="87"/>
                </a:cubicBezTo>
                <a:cubicBezTo>
                  <a:pt x="112" y="82"/>
                  <a:pt x="107" y="79"/>
                  <a:pt x="101" y="79"/>
                </a:cubicBezTo>
                <a:cubicBezTo>
                  <a:pt x="101" y="79"/>
                  <a:pt x="100" y="79"/>
                  <a:pt x="100" y="79"/>
                </a:cubicBezTo>
                <a:moveTo>
                  <a:pt x="64" y="60"/>
                </a:moveTo>
                <a:cubicBezTo>
                  <a:pt x="63" y="60"/>
                  <a:pt x="61" y="61"/>
                  <a:pt x="60" y="61"/>
                </a:cubicBezTo>
                <a:cubicBezTo>
                  <a:pt x="54" y="62"/>
                  <a:pt x="50" y="67"/>
                  <a:pt x="47" y="72"/>
                </a:cubicBezTo>
                <a:cubicBezTo>
                  <a:pt x="46" y="73"/>
                  <a:pt x="47" y="75"/>
                  <a:pt x="48" y="75"/>
                </a:cubicBezTo>
                <a:cubicBezTo>
                  <a:pt x="48" y="75"/>
                  <a:pt x="49" y="75"/>
                  <a:pt x="49" y="75"/>
                </a:cubicBezTo>
                <a:cubicBezTo>
                  <a:pt x="50" y="75"/>
                  <a:pt x="51" y="75"/>
                  <a:pt x="51" y="74"/>
                </a:cubicBezTo>
                <a:cubicBezTo>
                  <a:pt x="53" y="70"/>
                  <a:pt x="57" y="66"/>
                  <a:pt x="61" y="65"/>
                </a:cubicBezTo>
                <a:cubicBezTo>
                  <a:pt x="62" y="65"/>
                  <a:pt x="63" y="65"/>
                  <a:pt x="64" y="65"/>
                </a:cubicBezTo>
                <a:cubicBezTo>
                  <a:pt x="67" y="65"/>
                  <a:pt x="71" y="66"/>
                  <a:pt x="73" y="69"/>
                </a:cubicBezTo>
                <a:cubicBezTo>
                  <a:pt x="76" y="74"/>
                  <a:pt x="74" y="81"/>
                  <a:pt x="70" y="84"/>
                </a:cubicBezTo>
                <a:cubicBezTo>
                  <a:pt x="65" y="89"/>
                  <a:pt x="58" y="91"/>
                  <a:pt x="53" y="92"/>
                </a:cubicBezTo>
                <a:cubicBezTo>
                  <a:pt x="52" y="92"/>
                  <a:pt x="52" y="92"/>
                  <a:pt x="52" y="92"/>
                </a:cubicBezTo>
                <a:cubicBezTo>
                  <a:pt x="49" y="93"/>
                  <a:pt x="45" y="93"/>
                  <a:pt x="42" y="95"/>
                </a:cubicBezTo>
                <a:cubicBezTo>
                  <a:pt x="38" y="97"/>
                  <a:pt x="35" y="101"/>
                  <a:pt x="35" y="105"/>
                </a:cubicBezTo>
                <a:cubicBezTo>
                  <a:pt x="35" y="106"/>
                  <a:pt x="35" y="106"/>
                  <a:pt x="36" y="107"/>
                </a:cubicBezTo>
                <a:cubicBezTo>
                  <a:pt x="61" y="118"/>
                  <a:pt x="61" y="118"/>
                  <a:pt x="61" y="118"/>
                </a:cubicBezTo>
                <a:cubicBezTo>
                  <a:pt x="61" y="118"/>
                  <a:pt x="61" y="118"/>
                  <a:pt x="61" y="118"/>
                </a:cubicBezTo>
                <a:cubicBezTo>
                  <a:pt x="61" y="119"/>
                  <a:pt x="61" y="119"/>
                  <a:pt x="62" y="119"/>
                </a:cubicBezTo>
                <a:cubicBezTo>
                  <a:pt x="62" y="119"/>
                  <a:pt x="63" y="118"/>
                  <a:pt x="64" y="117"/>
                </a:cubicBezTo>
                <a:cubicBezTo>
                  <a:pt x="64" y="116"/>
                  <a:pt x="64" y="115"/>
                  <a:pt x="62" y="114"/>
                </a:cubicBezTo>
                <a:cubicBezTo>
                  <a:pt x="40" y="104"/>
                  <a:pt x="40" y="104"/>
                  <a:pt x="40" y="104"/>
                </a:cubicBezTo>
                <a:cubicBezTo>
                  <a:pt x="41" y="101"/>
                  <a:pt x="43" y="100"/>
                  <a:pt x="44" y="99"/>
                </a:cubicBezTo>
                <a:cubicBezTo>
                  <a:pt x="47" y="98"/>
                  <a:pt x="50" y="97"/>
                  <a:pt x="52" y="97"/>
                </a:cubicBezTo>
                <a:cubicBezTo>
                  <a:pt x="54" y="96"/>
                  <a:pt x="54" y="96"/>
                  <a:pt x="54" y="96"/>
                </a:cubicBezTo>
                <a:cubicBezTo>
                  <a:pt x="60" y="95"/>
                  <a:pt x="68" y="93"/>
                  <a:pt x="73" y="88"/>
                </a:cubicBezTo>
                <a:cubicBezTo>
                  <a:pt x="78" y="82"/>
                  <a:pt x="81" y="73"/>
                  <a:pt x="76" y="66"/>
                </a:cubicBezTo>
                <a:cubicBezTo>
                  <a:pt x="73" y="63"/>
                  <a:pt x="69" y="60"/>
                  <a:pt x="64" y="60"/>
                </a:cubicBezTo>
                <a:moveTo>
                  <a:pt x="114" y="156"/>
                </a:moveTo>
                <a:cubicBezTo>
                  <a:pt x="6" y="105"/>
                  <a:pt x="6" y="105"/>
                  <a:pt x="6" y="105"/>
                </a:cubicBezTo>
                <a:cubicBezTo>
                  <a:pt x="17" y="84"/>
                  <a:pt x="28" y="61"/>
                  <a:pt x="37" y="39"/>
                </a:cubicBezTo>
                <a:cubicBezTo>
                  <a:pt x="149" y="88"/>
                  <a:pt x="149" y="88"/>
                  <a:pt x="149" y="88"/>
                </a:cubicBezTo>
                <a:cubicBezTo>
                  <a:pt x="139" y="111"/>
                  <a:pt x="127" y="134"/>
                  <a:pt x="114" y="156"/>
                </a:cubicBezTo>
                <a:moveTo>
                  <a:pt x="150" y="84"/>
                </a:moveTo>
                <a:cubicBezTo>
                  <a:pt x="39" y="34"/>
                  <a:pt x="39" y="34"/>
                  <a:pt x="39" y="34"/>
                </a:cubicBezTo>
                <a:cubicBezTo>
                  <a:pt x="43" y="25"/>
                  <a:pt x="46" y="16"/>
                  <a:pt x="49" y="6"/>
                </a:cubicBezTo>
                <a:cubicBezTo>
                  <a:pt x="72" y="16"/>
                  <a:pt x="72" y="16"/>
                  <a:pt x="72" y="16"/>
                </a:cubicBezTo>
                <a:cubicBezTo>
                  <a:pt x="67" y="26"/>
                  <a:pt x="67" y="26"/>
                  <a:pt x="67" y="26"/>
                </a:cubicBezTo>
                <a:cubicBezTo>
                  <a:pt x="66" y="27"/>
                  <a:pt x="67" y="29"/>
                  <a:pt x="68" y="29"/>
                </a:cubicBezTo>
                <a:cubicBezTo>
                  <a:pt x="68" y="29"/>
                  <a:pt x="68" y="29"/>
                  <a:pt x="68" y="29"/>
                </a:cubicBezTo>
                <a:cubicBezTo>
                  <a:pt x="68" y="29"/>
                  <a:pt x="69" y="29"/>
                  <a:pt x="69" y="29"/>
                </a:cubicBezTo>
                <a:cubicBezTo>
                  <a:pt x="70" y="29"/>
                  <a:pt x="70" y="29"/>
                  <a:pt x="71" y="28"/>
                </a:cubicBezTo>
                <a:cubicBezTo>
                  <a:pt x="76" y="18"/>
                  <a:pt x="76" y="18"/>
                  <a:pt x="76" y="18"/>
                </a:cubicBezTo>
                <a:cubicBezTo>
                  <a:pt x="132" y="43"/>
                  <a:pt x="132" y="43"/>
                  <a:pt x="132" y="43"/>
                </a:cubicBezTo>
                <a:cubicBezTo>
                  <a:pt x="131" y="47"/>
                  <a:pt x="130" y="51"/>
                  <a:pt x="128" y="54"/>
                </a:cubicBezTo>
                <a:cubicBezTo>
                  <a:pt x="127" y="55"/>
                  <a:pt x="128" y="57"/>
                  <a:pt x="129" y="57"/>
                </a:cubicBezTo>
                <a:cubicBezTo>
                  <a:pt x="129" y="57"/>
                  <a:pt x="129" y="57"/>
                  <a:pt x="129" y="57"/>
                </a:cubicBezTo>
                <a:cubicBezTo>
                  <a:pt x="129" y="57"/>
                  <a:pt x="129" y="57"/>
                  <a:pt x="130" y="57"/>
                </a:cubicBezTo>
                <a:cubicBezTo>
                  <a:pt x="131" y="57"/>
                  <a:pt x="131" y="57"/>
                  <a:pt x="132" y="56"/>
                </a:cubicBezTo>
                <a:cubicBezTo>
                  <a:pt x="134" y="53"/>
                  <a:pt x="135" y="49"/>
                  <a:pt x="137" y="45"/>
                </a:cubicBezTo>
                <a:cubicBezTo>
                  <a:pt x="161" y="56"/>
                  <a:pt x="161" y="56"/>
                  <a:pt x="161" y="56"/>
                </a:cubicBezTo>
                <a:cubicBezTo>
                  <a:pt x="158" y="66"/>
                  <a:pt x="154" y="75"/>
                  <a:pt x="150" y="84"/>
                </a:cubicBezTo>
                <a:moveTo>
                  <a:pt x="81" y="0"/>
                </a:moveTo>
                <a:cubicBezTo>
                  <a:pt x="80" y="0"/>
                  <a:pt x="79" y="0"/>
                  <a:pt x="79" y="1"/>
                </a:cubicBezTo>
                <a:cubicBezTo>
                  <a:pt x="74" y="12"/>
                  <a:pt x="74" y="12"/>
                  <a:pt x="74" y="12"/>
                </a:cubicBezTo>
                <a:cubicBezTo>
                  <a:pt x="49" y="1"/>
                  <a:pt x="49" y="1"/>
                  <a:pt x="49" y="1"/>
                </a:cubicBezTo>
                <a:cubicBezTo>
                  <a:pt x="49" y="1"/>
                  <a:pt x="48" y="1"/>
                  <a:pt x="48" y="1"/>
                </a:cubicBezTo>
                <a:cubicBezTo>
                  <a:pt x="48" y="1"/>
                  <a:pt x="47" y="1"/>
                  <a:pt x="47" y="1"/>
                </a:cubicBezTo>
                <a:cubicBezTo>
                  <a:pt x="47" y="1"/>
                  <a:pt x="46" y="2"/>
                  <a:pt x="46" y="2"/>
                </a:cubicBezTo>
                <a:cubicBezTo>
                  <a:pt x="42" y="13"/>
                  <a:pt x="38" y="23"/>
                  <a:pt x="34" y="33"/>
                </a:cubicBezTo>
                <a:cubicBezTo>
                  <a:pt x="34" y="34"/>
                  <a:pt x="34" y="34"/>
                  <a:pt x="33" y="34"/>
                </a:cubicBezTo>
                <a:cubicBezTo>
                  <a:pt x="33" y="35"/>
                  <a:pt x="33" y="36"/>
                  <a:pt x="33" y="36"/>
                </a:cubicBezTo>
                <a:cubicBezTo>
                  <a:pt x="24" y="60"/>
                  <a:pt x="13" y="83"/>
                  <a:pt x="0" y="105"/>
                </a:cubicBezTo>
                <a:cubicBezTo>
                  <a:pt x="0" y="106"/>
                  <a:pt x="0" y="107"/>
                  <a:pt x="0" y="107"/>
                </a:cubicBezTo>
                <a:cubicBezTo>
                  <a:pt x="0" y="108"/>
                  <a:pt x="1" y="108"/>
                  <a:pt x="1" y="109"/>
                </a:cubicBezTo>
                <a:cubicBezTo>
                  <a:pt x="114" y="161"/>
                  <a:pt x="114" y="161"/>
                  <a:pt x="114" y="161"/>
                </a:cubicBezTo>
                <a:cubicBezTo>
                  <a:pt x="114" y="161"/>
                  <a:pt x="114" y="161"/>
                  <a:pt x="114" y="161"/>
                </a:cubicBezTo>
                <a:cubicBezTo>
                  <a:pt x="114" y="161"/>
                  <a:pt x="114" y="161"/>
                  <a:pt x="115" y="161"/>
                </a:cubicBezTo>
                <a:cubicBezTo>
                  <a:pt x="116" y="161"/>
                  <a:pt x="116" y="160"/>
                  <a:pt x="117" y="160"/>
                </a:cubicBezTo>
                <a:cubicBezTo>
                  <a:pt x="130" y="137"/>
                  <a:pt x="142" y="114"/>
                  <a:pt x="153" y="90"/>
                </a:cubicBezTo>
                <a:cubicBezTo>
                  <a:pt x="153" y="90"/>
                  <a:pt x="153" y="90"/>
                  <a:pt x="153" y="90"/>
                </a:cubicBezTo>
                <a:cubicBezTo>
                  <a:pt x="154" y="90"/>
                  <a:pt x="155" y="89"/>
                  <a:pt x="155" y="89"/>
                </a:cubicBezTo>
                <a:cubicBezTo>
                  <a:pt x="155" y="88"/>
                  <a:pt x="155" y="87"/>
                  <a:pt x="154" y="86"/>
                </a:cubicBezTo>
                <a:cubicBezTo>
                  <a:pt x="158" y="76"/>
                  <a:pt x="162" y="66"/>
                  <a:pt x="166" y="56"/>
                </a:cubicBezTo>
                <a:cubicBezTo>
                  <a:pt x="166" y="55"/>
                  <a:pt x="166" y="54"/>
                  <a:pt x="165" y="53"/>
                </a:cubicBezTo>
                <a:cubicBezTo>
                  <a:pt x="138" y="41"/>
                  <a:pt x="138" y="41"/>
                  <a:pt x="138" y="41"/>
                </a:cubicBezTo>
                <a:cubicBezTo>
                  <a:pt x="139" y="37"/>
                  <a:pt x="140" y="34"/>
                  <a:pt x="141" y="30"/>
                </a:cubicBezTo>
                <a:cubicBezTo>
                  <a:pt x="142" y="28"/>
                  <a:pt x="141" y="27"/>
                  <a:pt x="140" y="27"/>
                </a:cubicBezTo>
                <a:cubicBezTo>
                  <a:pt x="139" y="27"/>
                  <a:pt x="139" y="27"/>
                  <a:pt x="139" y="27"/>
                </a:cubicBezTo>
                <a:cubicBezTo>
                  <a:pt x="138" y="27"/>
                  <a:pt x="137" y="28"/>
                  <a:pt x="137" y="29"/>
                </a:cubicBezTo>
                <a:cubicBezTo>
                  <a:pt x="136" y="32"/>
                  <a:pt x="135" y="36"/>
                  <a:pt x="134" y="39"/>
                </a:cubicBezTo>
                <a:cubicBezTo>
                  <a:pt x="78" y="14"/>
                  <a:pt x="78" y="14"/>
                  <a:pt x="78" y="14"/>
                </a:cubicBezTo>
                <a:cubicBezTo>
                  <a:pt x="83" y="3"/>
                  <a:pt x="83" y="3"/>
                  <a:pt x="83" y="3"/>
                </a:cubicBezTo>
                <a:cubicBezTo>
                  <a:pt x="83" y="2"/>
                  <a:pt x="83" y="0"/>
                  <a:pt x="82" y="0"/>
                </a:cubicBezTo>
                <a:cubicBezTo>
                  <a:pt x="82" y="0"/>
                  <a:pt x="81" y="0"/>
                  <a:pt x="81"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4" name="Freeform 108">
            <a:extLst>
              <a:ext uri="{FF2B5EF4-FFF2-40B4-BE49-F238E27FC236}">
                <a16:creationId xmlns:a16="http://schemas.microsoft.com/office/drawing/2014/main" id="{1240194D-6D38-47C0-AF8C-18A4EB3B35E8}"/>
              </a:ext>
            </a:extLst>
          </p:cNvPr>
          <p:cNvSpPr>
            <a:spLocks noEditPoints="1"/>
          </p:cNvSpPr>
          <p:nvPr/>
        </p:nvSpPr>
        <p:spPr bwMode="auto">
          <a:xfrm>
            <a:off x="5964238" y="2078038"/>
            <a:ext cx="388938" cy="438150"/>
          </a:xfrm>
          <a:custGeom>
            <a:avLst/>
            <a:gdLst>
              <a:gd name="T0" fmla="*/ 98 w 109"/>
              <a:gd name="T1" fmla="*/ 98 h 122"/>
              <a:gd name="T2" fmla="*/ 97 w 109"/>
              <a:gd name="T3" fmla="*/ 93 h 122"/>
              <a:gd name="T4" fmla="*/ 102 w 109"/>
              <a:gd name="T5" fmla="*/ 89 h 122"/>
              <a:gd name="T6" fmla="*/ 100 w 109"/>
              <a:gd name="T7" fmla="*/ 95 h 122"/>
              <a:gd name="T8" fmla="*/ 100 w 109"/>
              <a:gd name="T9" fmla="*/ 77 h 122"/>
              <a:gd name="T10" fmla="*/ 99 w 109"/>
              <a:gd name="T11" fmla="*/ 73 h 122"/>
              <a:gd name="T12" fmla="*/ 100 w 109"/>
              <a:gd name="T13" fmla="*/ 65 h 122"/>
              <a:gd name="T14" fmla="*/ 99 w 109"/>
              <a:gd name="T15" fmla="*/ 73 h 122"/>
              <a:gd name="T16" fmla="*/ 60 w 109"/>
              <a:gd name="T17" fmla="*/ 101 h 122"/>
              <a:gd name="T18" fmla="*/ 77 w 109"/>
              <a:gd name="T19" fmla="*/ 61 h 122"/>
              <a:gd name="T20" fmla="*/ 84 w 109"/>
              <a:gd name="T21" fmla="*/ 62 h 122"/>
              <a:gd name="T22" fmla="*/ 94 w 109"/>
              <a:gd name="T23" fmla="*/ 78 h 122"/>
              <a:gd name="T24" fmla="*/ 86 w 109"/>
              <a:gd name="T25" fmla="*/ 109 h 122"/>
              <a:gd name="T26" fmla="*/ 93 w 109"/>
              <a:gd name="T27" fmla="*/ 63 h 122"/>
              <a:gd name="T28" fmla="*/ 93 w 109"/>
              <a:gd name="T29" fmla="*/ 58 h 122"/>
              <a:gd name="T30" fmla="*/ 93 w 109"/>
              <a:gd name="T31" fmla="*/ 63 h 122"/>
              <a:gd name="T32" fmla="*/ 84 w 109"/>
              <a:gd name="T33" fmla="*/ 52 h 122"/>
              <a:gd name="T34" fmla="*/ 84 w 109"/>
              <a:gd name="T35" fmla="*/ 58 h 122"/>
              <a:gd name="T36" fmla="*/ 78 w 109"/>
              <a:gd name="T37" fmla="*/ 52 h 122"/>
              <a:gd name="T38" fmla="*/ 80 w 109"/>
              <a:gd name="T39" fmla="*/ 47 h 122"/>
              <a:gd name="T40" fmla="*/ 56 w 109"/>
              <a:gd name="T41" fmla="*/ 67 h 122"/>
              <a:gd name="T42" fmla="*/ 56 w 109"/>
              <a:gd name="T43" fmla="*/ 103 h 122"/>
              <a:gd name="T44" fmla="*/ 76 w 109"/>
              <a:gd name="T45" fmla="*/ 121 h 122"/>
              <a:gd name="T46" fmla="*/ 80 w 109"/>
              <a:gd name="T47" fmla="*/ 122 h 122"/>
              <a:gd name="T48" fmla="*/ 108 w 109"/>
              <a:gd name="T49" fmla="*/ 76 h 122"/>
              <a:gd name="T50" fmla="*/ 106 w 109"/>
              <a:gd name="T51" fmla="*/ 67 h 122"/>
              <a:gd name="T52" fmla="*/ 3 w 109"/>
              <a:gd name="T53" fmla="*/ 22 h 122"/>
              <a:gd name="T54" fmla="*/ 76 w 109"/>
              <a:gd name="T55" fmla="*/ 17 h 122"/>
              <a:gd name="T56" fmla="*/ 14 w 109"/>
              <a:gd name="T57" fmla="*/ 110 h 122"/>
              <a:gd name="T58" fmla="*/ 78 w 109"/>
              <a:gd name="T59" fmla="*/ 20 h 122"/>
              <a:gd name="T60" fmla="*/ 43 w 109"/>
              <a:gd name="T61" fmla="*/ 51 h 122"/>
              <a:gd name="T62" fmla="*/ 43 w 109"/>
              <a:gd name="T63" fmla="*/ 51 h 122"/>
              <a:gd name="T64" fmla="*/ 48 w 109"/>
              <a:gd name="T65" fmla="*/ 33 h 122"/>
              <a:gd name="T66" fmla="*/ 49 w 109"/>
              <a:gd name="T67" fmla="*/ 29 h 122"/>
              <a:gd name="T68" fmla="*/ 49 w 109"/>
              <a:gd name="T69" fmla="*/ 25 h 122"/>
              <a:gd name="T70" fmla="*/ 49 w 109"/>
              <a:gd name="T71" fmla="*/ 20 h 122"/>
              <a:gd name="T72" fmla="*/ 45 w 109"/>
              <a:gd name="T73" fmla="*/ 15 h 122"/>
              <a:gd name="T74" fmla="*/ 22 w 109"/>
              <a:gd name="T75" fmla="*/ 68 h 122"/>
              <a:gd name="T76" fmla="*/ 5 w 109"/>
              <a:gd name="T77" fmla="*/ 35 h 122"/>
              <a:gd name="T78" fmla="*/ 33 w 109"/>
              <a:gd name="T79" fmla="*/ 15 h 122"/>
              <a:gd name="T80" fmla="*/ 36 w 109"/>
              <a:gd name="T81" fmla="*/ 16 h 122"/>
              <a:gd name="T82" fmla="*/ 42 w 109"/>
              <a:gd name="T83" fmla="*/ 30 h 122"/>
              <a:gd name="T84" fmla="*/ 34 w 109"/>
              <a:gd name="T85" fmla="*/ 60 h 122"/>
              <a:gd name="T86" fmla="*/ 36 w 109"/>
              <a:gd name="T87" fmla="*/ 11 h 122"/>
              <a:gd name="T88" fmla="*/ 36 w 109"/>
              <a:gd name="T89" fmla="*/ 7 h 122"/>
              <a:gd name="T90" fmla="*/ 22 w 109"/>
              <a:gd name="T91" fmla="*/ 8 h 122"/>
              <a:gd name="T92" fmla="*/ 29 w 109"/>
              <a:gd name="T93" fmla="*/ 4 h 122"/>
              <a:gd name="T94" fmla="*/ 23 w 109"/>
              <a:gd name="T95" fmla="*/ 8 h 122"/>
              <a:gd name="T96" fmla="*/ 27 w 109"/>
              <a:gd name="T97" fmla="*/ 0 h 122"/>
              <a:gd name="T98" fmla="*/ 7 w 109"/>
              <a:gd name="T99" fmla="*/ 22 h 122"/>
              <a:gd name="T100" fmla="*/ 0 w 109"/>
              <a:gd name="T101" fmla="*/ 35 h 122"/>
              <a:gd name="T102" fmla="*/ 22 w 109"/>
              <a:gd name="T103" fmla="*/ 72 h 122"/>
              <a:gd name="T104" fmla="*/ 32 w 109"/>
              <a:gd name="T105" fmla="*/ 69 h 122"/>
              <a:gd name="T106" fmla="*/ 49 w 109"/>
              <a:gd name="T107" fmla="*/ 1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22">
                <a:moveTo>
                  <a:pt x="93" y="105"/>
                </a:moveTo>
                <a:cubicBezTo>
                  <a:pt x="94" y="102"/>
                  <a:pt x="95" y="100"/>
                  <a:pt x="96" y="97"/>
                </a:cubicBezTo>
                <a:cubicBezTo>
                  <a:pt x="98" y="98"/>
                  <a:pt x="98" y="98"/>
                  <a:pt x="98" y="98"/>
                </a:cubicBezTo>
                <a:cubicBezTo>
                  <a:pt x="97" y="101"/>
                  <a:pt x="95" y="103"/>
                  <a:pt x="93" y="105"/>
                </a:cubicBezTo>
                <a:moveTo>
                  <a:pt x="100" y="95"/>
                </a:moveTo>
                <a:cubicBezTo>
                  <a:pt x="97" y="93"/>
                  <a:pt x="97" y="93"/>
                  <a:pt x="97" y="93"/>
                </a:cubicBezTo>
                <a:cubicBezTo>
                  <a:pt x="97" y="92"/>
                  <a:pt x="98" y="91"/>
                  <a:pt x="98" y="91"/>
                </a:cubicBezTo>
                <a:cubicBezTo>
                  <a:pt x="98" y="90"/>
                  <a:pt x="99" y="88"/>
                  <a:pt x="99" y="87"/>
                </a:cubicBezTo>
                <a:cubicBezTo>
                  <a:pt x="102" y="89"/>
                  <a:pt x="102" y="89"/>
                  <a:pt x="102" y="89"/>
                </a:cubicBezTo>
                <a:cubicBezTo>
                  <a:pt x="102" y="89"/>
                  <a:pt x="102" y="89"/>
                  <a:pt x="102" y="89"/>
                </a:cubicBezTo>
                <a:cubicBezTo>
                  <a:pt x="102" y="90"/>
                  <a:pt x="102" y="90"/>
                  <a:pt x="102" y="90"/>
                </a:cubicBezTo>
                <a:cubicBezTo>
                  <a:pt x="102" y="92"/>
                  <a:pt x="101" y="93"/>
                  <a:pt x="100" y="95"/>
                </a:cubicBezTo>
                <a:moveTo>
                  <a:pt x="103" y="85"/>
                </a:moveTo>
                <a:cubicBezTo>
                  <a:pt x="100" y="83"/>
                  <a:pt x="100" y="83"/>
                  <a:pt x="100" y="83"/>
                </a:cubicBezTo>
                <a:cubicBezTo>
                  <a:pt x="100" y="81"/>
                  <a:pt x="100" y="79"/>
                  <a:pt x="100" y="77"/>
                </a:cubicBezTo>
                <a:cubicBezTo>
                  <a:pt x="103" y="77"/>
                  <a:pt x="103" y="77"/>
                  <a:pt x="103" y="77"/>
                </a:cubicBezTo>
                <a:cubicBezTo>
                  <a:pt x="104" y="80"/>
                  <a:pt x="104" y="82"/>
                  <a:pt x="103" y="85"/>
                </a:cubicBezTo>
                <a:moveTo>
                  <a:pt x="99" y="73"/>
                </a:moveTo>
                <a:cubicBezTo>
                  <a:pt x="98" y="70"/>
                  <a:pt x="97" y="68"/>
                  <a:pt x="96" y="66"/>
                </a:cubicBezTo>
                <a:cubicBezTo>
                  <a:pt x="99" y="66"/>
                  <a:pt x="99" y="66"/>
                  <a:pt x="99" y="66"/>
                </a:cubicBezTo>
                <a:cubicBezTo>
                  <a:pt x="100" y="65"/>
                  <a:pt x="100" y="65"/>
                  <a:pt x="100" y="65"/>
                </a:cubicBezTo>
                <a:cubicBezTo>
                  <a:pt x="100" y="67"/>
                  <a:pt x="101" y="68"/>
                  <a:pt x="101" y="69"/>
                </a:cubicBezTo>
                <a:cubicBezTo>
                  <a:pt x="102" y="70"/>
                  <a:pt x="102" y="71"/>
                  <a:pt x="103" y="73"/>
                </a:cubicBezTo>
                <a:cubicBezTo>
                  <a:pt x="99" y="73"/>
                  <a:pt x="99" y="73"/>
                  <a:pt x="99" y="73"/>
                </a:cubicBezTo>
                <a:moveTo>
                  <a:pt x="75" y="117"/>
                </a:moveTo>
                <a:cubicBezTo>
                  <a:pt x="72" y="117"/>
                  <a:pt x="68" y="115"/>
                  <a:pt x="66" y="112"/>
                </a:cubicBezTo>
                <a:cubicBezTo>
                  <a:pt x="63" y="109"/>
                  <a:pt x="61" y="105"/>
                  <a:pt x="60" y="101"/>
                </a:cubicBezTo>
                <a:cubicBezTo>
                  <a:pt x="58" y="94"/>
                  <a:pt x="57" y="88"/>
                  <a:pt x="57" y="83"/>
                </a:cubicBezTo>
                <a:cubicBezTo>
                  <a:pt x="57" y="77"/>
                  <a:pt x="59" y="71"/>
                  <a:pt x="63" y="67"/>
                </a:cubicBezTo>
                <a:cubicBezTo>
                  <a:pt x="66" y="63"/>
                  <a:pt x="72" y="61"/>
                  <a:pt x="77" y="61"/>
                </a:cubicBezTo>
                <a:cubicBezTo>
                  <a:pt x="79" y="61"/>
                  <a:pt x="81" y="61"/>
                  <a:pt x="82" y="62"/>
                </a:cubicBezTo>
                <a:cubicBezTo>
                  <a:pt x="83" y="62"/>
                  <a:pt x="83" y="62"/>
                  <a:pt x="84" y="62"/>
                </a:cubicBezTo>
                <a:cubicBezTo>
                  <a:pt x="84" y="62"/>
                  <a:pt x="84" y="62"/>
                  <a:pt x="84" y="62"/>
                </a:cubicBezTo>
                <a:cubicBezTo>
                  <a:pt x="85" y="63"/>
                  <a:pt x="87" y="64"/>
                  <a:pt x="88" y="64"/>
                </a:cubicBezTo>
                <a:cubicBezTo>
                  <a:pt x="92" y="67"/>
                  <a:pt x="94" y="72"/>
                  <a:pt x="95" y="76"/>
                </a:cubicBezTo>
                <a:cubicBezTo>
                  <a:pt x="95" y="77"/>
                  <a:pt x="94" y="78"/>
                  <a:pt x="94" y="78"/>
                </a:cubicBezTo>
                <a:cubicBezTo>
                  <a:pt x="94" y="80"/>
                  <a:pt x="94" y="81"/>
                  <a:pt x="94" y="82"/>
                </a:cubicBezTo>
                <a:cubicBezTo>
                  <a:pt x="94" y="82"/>
                  <a:pt x="94" y="83"/>
                  <a:pt x="94" y="83"/>
                </a:cubicBezTo>
                <a:cubicBezTo>
                  <a:pt x="94" y="92"/>
                  <a:pt x="91" y="101"/>
                  <a:pt x="86" y="109"/>
                </a:cubicBezTo>
                <a:cubicBezTo>
                  <a:pt x="83" y="113"/>
                  <a:pt x="79" y="116"/>
                  <a:pt x="76" y="116"/>
                </a:cubicBezTo>
                <a:cubicBezTo>
                  <a:pt x="75" y="117"/>
                  <a:pt x="75" y="117"/>
                  <a:pt x="75" y="117"/>
                </a:cubicBezTo>
                <a:moveTo>
                  <a:pt x="93" y="63"/>
                </a:moveTo>
                <a:cubicBezTo>
                  <a:pt x="92" y="62"/>
                  <a:pt x="91" y="61"/>
                  <a:pt x="90" y="61"/>
                </a:cubicBezTo>
                <a:cubicBezTo>
                  <a:pt x="90" y="60"/>
                  <a:pt x="89" y="60"/>
                  <a:pt x="89" y="60"/>
                </a:cubicBezTo>
                <a:cubicBezTo>
                  <a:pt x="93" y="58"/>
                  <a:pt x="93" y="58"/>
                  <a:pt x="93" y="58"/>
                </a:cubicBezTo>
                <a:cubicBezTo>
                  <a:pt x="93" y="58"/>
                  <a:pt x="93" y="58"/>
                  <a:pt x="93" y="58"/>
                </a:cubicBezTo>
                <a:cubicBezTo>
                  <a:pt x="94" y="59"/>
                  <a:pt x="96" y="60"/>
                  <a:pt x="97" y="62"/>
                </a:cubicBezTo>
                <a:cubicBezTo>
                  <a:pt x="93" y="63"/>
                  <a:pt x="93" y="63"/>
                  <a:pt x="93" y="63"/>
                </a:cubicBezTo>
                <a:moveTo>
                  <a:pt x="84" y="58"/>
                </a:moveTo>
                <a:cubicBezTo>
                  <a:pt x="82" y="57"/>
                  <a:pt x="81" y="57"/>
                  <a:pt x="80" y="57"/>
                </a:cubicBezTo>
                <a:cubicBezTo>
                  <a:pt x="84" y="52"/>
                  <a:pt x="84" y="52"/>
                  <a:pt x="84" y="52"/>
                </a:cubicBezTo>
                <a:cubicBezTo>
                  <a:pt x="85" y="53"/>
                  <a:pt x="86" y="53"/>
                  <a:pt x="87" y="53"/>
                </a:cubicBezTo>
                <a:cubicBezTo>
                  <a:pt x="87" y="54"/>
                  <a:pt x="88" y="54"/>
                  <a:pt x="89" y="55"/>
                </a:cubicBezTo>
                <a:cubicBezTo>
                  <a:pt x="84" y="58"/>
                  <a:pt x="84" y="58"/>
                  <a:pt x="84" y="58"/>
                </a:cubicBezTo>
                <a:moveTo>
                  <a:pt x="69" y="58"/>
                </a:moveTo>
                <a:cubicBezTo>
                  <a:pt x="71" y="55"/>
                  <a:pt x="74" y="53"/>
                  <a:pt x="77" y="52"/>
                </a:cubicBezTo>
                <a:cubicBezTo>
                  <a:pt x="77" y="52"/>
                  <a:pt x="78" y="52"/>
                  <a:pt x="78" y="52"/>
                </a:cubicBezTo>
                <a:cubicBezTo>
                  <a:pt x="74" y="57"/>
                  <a:pt x="74" y="57"/>
                  <a:pt x="74" y="57"/>
                </a:cubicBezTo>
                <a:cubicBezTo>
                  <a:pt x="73" y="57"/>
                  <a:pt x="71" y="57"/>
                  <a:pt x="69" y="58"/>
                </a:cubicBezTo>
                <a:moveTo>
                  <a:pt x="80" y="47"/>
                </a:moveTo>
                <a:cubicBezTo>
                  <a:pt x="78" y="47"/>
                  <a:pt x="77" y="47"/>
                  <a:pt x="75" y="48"/>
                </a:cubicBezTo>
                <a:cubicBezTo>
                  <a:pt x="71" y="49"/>
                  <a:pt x="68" y="53"/>
                  <a:pt x="65" y="56"/>
                </a:cubicBezTo>
                <a:cubicBezTo>
                  <a:pt x="56" y="67"/>
                  <a:pt x="56" y="67"/>
                  <a:pt x="56" y="67"/>
                </a:cubicBezTo>
                <a:cubicBezTo>
                  <a:pt x="56" y="68"/>
                  <a:pt x="55" y="69"/>
                  <a:pt x="56" y="70"/>
                </a:cubicBezTo>
                <a:cubicBezTo>
                  <a:pt x="54" y="74"/>
                  <a:pt x="52" y="78"/>
                  <a:pt x="52" y="83"/>
                </a:cubicBezTo>
                <a:cubicBezTo>
                  <a:pt x="52" y="89"/>
                  <a:pt x="53" y="95"/>
                  <a:pt x="56" y="103"/>
                </a:cubicBezTo>
                <a:cubicBezTo>
                  <a:pt x="57" y="107"/>
                  <a:pt x="59" y="112"/>
                  <a:pt x="63" y="115"/>
                </a:cubicBezTo>
                <a:cubicBezTo>
                  <a:pt x="66" y="119"/>
                  <a:pt x="70" y="121"/>
                  <a:pt x="75" y="121"/>
                </a:cubicBezTo>
                <a:cubicBezTo>
                  <a:pt x="75" y="121"/>
                  <a:pt x="76" y="121"/>
                  <a:pt x="76" y="121"/>
                </a:cubicBezTo>
                <a:cubicBezTo>
                  <a:pt x="77" y="121"/>
                  <a:pt x="77" y="121"/>
                  <a:pt x="78" y="121"/>
                </a:cubicBezTo>
                <a:cubicBezTo>
                  <a:pt x="78" y="121"/>
                  <a:pt x="78" y="121"/>
                  <a:pt x="78" y="121"/>
                </a:cubicBezTo>
                <a:cubicBezTo>
                  <a:pt x="78" y="121"/>
                  <a:pt x="79" y="122"/>
                  <a:pt x="80" y="122"/>
                </a:cubicBezTo>
                <a:cubicBezTo>
                  <a:pt x="80" y="122"/>
                  <a:pt x="81" y="121"/>
                  <a:pt x="81" y="121"/>
                </a:cubicBezTo>
                <a:cubicBezTo>
                  <a:pt x="90" y="114"/>
                  <a:pt x="102" y="105"/>
                  <a:pt x="106" y="92"/>
                </a:cubicBezTo>
                <a:cubicBezTo>
                  <a:pt x="108" y="87"/>
                  <a:pt x="108" y="82"/>
                  <a:pt x="108" y="76"/>
                </a:cubicBezTo>
                <a:cubicBezTo>
                  <a:pt x="108" y="76"/>
                  <a:pt x="109" y="75"/>
                  <a:pt x="109" y="75"/>
                </a:cubicBezTo>
                <a:cubicBezTo>
                  <a:pt x="109" y="74"/>
                  <a:pt x="108" y="73"/>
                  <a:pt x="107" y="73"/>
                </a:cubicBezTo>
                <a:cubicBezTo>
                  <a:pt x="107" y="71"/>
                  <a:pt x="106" y="69"/>
                  <a:pt x="106" y="67"/>
                </a:cubicBezTo>
                <a:cubicBezTo>
                  <a:pt x="102" y="59"/>
                  <a:pt x="96" y="53"/>
                  <a:pt x="89" y="49"/>
                </a:cubicBezTo>
                <a:cubicBezTo>
                  <a:pt x="85" y="48"/>
                  <a:pt x="82" y="47"/>
                  <a:pt x="80" y="47"/>
                </a:cubicBezTo>
                <a:moveTo>
                  <a:pt x="3" y="22"/>
                </a:moveTo>
                <a:cubicBezTo>
                  <a:pt x="2" y="23"/>
                  <a:pt x="2" y="25"/>
                  <a:pt x="1" y="27"/>
                </a:cubicBezTo>
                <a:cubicBezTo>
                  <a:pt x="2" y="25"/>
                  <a:pt x="3" y="23"/>
                  <a:pt x="3" y="22"/>
                </a:cubicBezTo>
                <a:moveTo>
                  <a:pt x="76" y="17"/>
                </a:moveTo>
                <a:cubicBezTo>
                  <a:pt x="76" y="17"/>
                  <a:pt x="75" y="17"/>
                  <a:pt x="74" y="18"/>
                </a:cubicBezTo>
                <a:cubicBezTo>
                  <a:pt x="14" y="107"/>
                  <a:pt x="14" y="107"/>
                  <a:pt x="14" y="107"/>
                </a:cubicBezTo>
                <a:cubicBezTo>
                  <a:pt x="13" y="108"/>
                  <a:pt x="13" y="109"/>
                  <a:pt x="14" y="110"/>
                </a:cubicBezTo>
                <a:cubicBezTo>
                  <a:pt x="15" y="110"/>
                  <a:pt x="15" y="110"/>
                  <a:pt x="15" y="110"/>
                </a:cubicBezTo>
                <a:cubicBezTo>
                  <a:pt x="16" y="110"/>
                  <a:pt x="17" y="110"/>
                  <a:pt x="17" y="109"/>
                </a:cubicBezTo>
                <a:cubicBezTo>
                  <a:pt x="78" y="20"/>
                  <a:pt x="78" y="20"/>
                  <a:pt x="78" y="20"/>
                </a:cubicBezTo>
                <a:cubicBezTo>
                  <a:pt x="79" y="19"/>
                  <a:pt x="79" y="18"/>
                  <a:pt x="78" y="17"/>
                </a:cubicBezTo>
                <a:cubicBezTo>
                  <a:pt x="77" y="17"/>
                  <a:pt x="77" y="17"/>
                  <a:pt x="76" y="17"/>
                </a:cubicBezTo>
                <a:moveTo>
                  <a:pt x="43" y="51"/>
                </a:moveTo>
                <a:cubicBezTo>
                  <a:pt x="44" y="50"/>
                  <a:pt x="44" y="48"/>
                  <a:pt x="45" y="46"/>
                </a:cubicBezTo>
                <a:cubicBezTo>
                  <a:pt x="46" y="46"/>
                  <a:pt x="46" y="46"/>
                  <a:pt x="46" y="46"/>
                </a:cubicBezTo>
                <a:cubicBezTo>
                  <a:pt x="45" y="48"/>
                  <a:pt x="44" y="50"/>
                  <a:pt x="43" y="51"/>
                </a:cubicBezTo>
                <a:moveTo>
                  <a:pt x="47" y="41"/>
                </a:moveTo>
                <a:cubicBezTo>
                  <a:pt x="46" y="41"/>
                  <a:pt x="46" y="41"/>
                  <a:pt x="46" y="41"/>
                </a:cubicBezTo>
                <a:cubicBezTo>
                  <a:pt x="47" y="39"/>
                  <a:pt x="48" y="36"/>
                  <a:pt x="48" y="33"/>
                </a:cubicBezTo>
                <a:cubicBezTo>
                  <a:pt x="49" y="33"/>
                  <a:pt x="49" y="33"/>
                  <a:pt x="49" y="33"/>
                </a:cubicBezTo>
                <a:cubicBezTo>
                  <a:pt x="49" y="36"/>
                  <a:pt x="48" y="39"/>
                  <a:pt x="47" y="41"/>
                </a:cubicBezTo>
                <a:moveTo>
                  <a:pt x="49" y="29"/>
                </a:moveTo>
                <a:cubicBezTo>
                  <a:pt x="48" y="28"/>
                  <a:pt x="48" y="28"/>
                  <a:pt x="48" y="28"/>
                </a:cubicBezTo>
                <a:cubicBezTo>
                  <a:pt x="48" y="27"/>
                  <a:pt x="47" y="26"/>
                  <a:pt x="47" y="25"/>
                </a:cubicBezTo>
                <a:cubicBezTo>
                  <a:pt x="49" y="25"/>
                  <a:pt x="49" y="25"/>
                  <a:pt x="49" y="25"/>
                </a:cubicBezTo>
                <a:cubicBezTo>
                  <a:pt x="49" y="26"/>
                  <a:pt x="50" y="26"/>
                  <a:pt x="50" y="27"/>
                </a:cubicBezTo>
                <a:cubicBezTo>
                  <a:pt x="50" y="28"/>
                  <a:pt x="49" y="28"/>
                  <a:pt x="49" y="29"/>
                </a:cubicBezTo>
                <a:moveTo>
                  <a:pt x="49" y="20"/>
                </a:moveTo>
                <a:cubicBezTo>
                  <a:pt x="45" y="20"/>
                  <a:pt x="45" y="20"/>
                  <a:pt x="45" y="20"/>
                </a:cubicBezTo>
                <a:cubicBezTo>
                  <a:pt x="44" y="19"/>
                  <a:pt x="43" y="17"/>
                  <a:pt x="42" y="15"/>
                </a:cubicBezTo>
                <a:cubicBezTo>
                  <a:pt x="45" y="15"/>
                  <a:pt x="45" y="15"/>
                  <a:pt x="45" y="15"/>
                </a:cubicBezTo>
                <a:cubicBezTo>
                  <a:pt x="46" y="15"/>
                  <a:pt x="46" y="15"/>
                  <a:pt x="46" y="15"/>
                </a:cubicBezTo>
                <a:cubicBezTo>
                  <a:pt x="47" y="17"/>
                  <a:pt x="48" y="18"/>
                  <a:pt x="49" y="20"/>
                </a:cubicBezTo>
                <a:moveTo>
                  <a:pt x="22" y="68"/>
                </a:moveTo>
                <a:cubicBezTo>
                  <a:pt x="19" y="68"/>
                  <a:pt x="16" y="66"/>
                  <a:pt x="14" y="64"/>
                </a:cubicBezTo>
                <a:cubicBezTo>
                  <a:pt x="11" y="61"/>
                  <a:pt x="9" y="56"/>
                  <a:pt x="8" y="53"/>
                </a:cubicBezTo>
                <a:cubicBezTo>
                  <a:pt x="6" y="46"/>
                  <a:pt x="4" y="40"/>
                  <a:pt x="5" y="35"/>
                </a:cubicBezTo>
                <a:cubicBezTo>
                  <a:pt x="5" y="28"/>
                  <a:pt x="7" y="22"/>
                  <a:pt x="11" y="18"/>
                </a:cubicBezTo>
                <a:cubicBezTo>
                  <a:pt x="14" y="15"/>
                  <a:pt x="20" y="13"/>
                  <a:pt x="25" y="13"/>
                </a:cubicBezTo>
                <a:cubicBezTo>
                  <a:pt x="28" y="13"/>
                  <a:pt x="31" y="13"/>
                  <a:pt x="33" y="15"/>
                </a:cubicBezTo>
                <a:cubicBezTo>
                  <a:pt x="34" y="15"/>
                  <a:pt x="34" y="16"/>
                  <a:pt x="35" y="16"/>
                </a:cubicBezTo>
                <a:cubicBezTo>
                  <a:pt x="35" y="16"/>
                  <a:pt x="35" y="16"/>
                  <a:pt x="35" y="16"/>
                </a:cubicBezTo>
                <a:cubicBezTo>
                  <a:pt x="36" y="16"/>
                  <a:pt x="36" y="16"/>
                  <a:pt x="36" y="16"/>
                </a:cubicBezTo>
                <a:cubicBezTo>
                  <a:pt x="40" y="19"/>
                  <a:pt x="42" y="23"/>
                  <a:pt x="43" y="28"/>
                </a:cubicBezTo>
                <a:cubicBezTo>
                  <a:pt x="43" y="28"/>
                  <a:pt x="42" y="29"/>
                  <a:pt x="42" y="30"/>
                </a:cubicBezTo>
                <a:cubicBezTo>
                  <a:pt x="42" y="30"/>
                  <a:pt x="42" y="30"/>
                  <a:pt x="42" y="30"/>
                </a:cubicBezTo>
                <a:cubicBezTo>
                  <a:pt x="42" y="31"/>
                  <a:pt x="42" y="31"/>
                  <a:pt x="42" y="31"/>
                </a:cubicBezTo>
                <a:cubicBezTo>
                  <a:pt x="42" y="31"/>
                  <a:pt x="42" y="31"/>
                  <a:pt x="42" y="31"/>
                </a:cubicBezTo>
                <a:cubicBezTo>
                  <a:pt x="42" y="41"/>
                  <a:pt x="39" y="52"/>
                  <a:pt x="34" y="60"/>
                </a:cubicBezTo>
                <a:cubicBezTo>
                  <a:pt x="30" y="65"/>
                  <a:pt x="27" y="67"/>
                  <a:pt x="24" y="68"/>
                </a:cubicBezTo>
                <a:cubicBezTo>
                  <a:pt x="23" y="68"/>
                  <a:pt x="23" y="68"/>
                  <a:pt x="22" y="68"/>
                </a:cubicBezTo>
                <a:moveTo>
                  <a:pt x="36" y="11"/>
                </a:moveTo>
                <a:cubicBezTo>
                  <a:pt x="35" y="10"/>
                  <a:pt x="33" y="9"/>
                  <a:pt x="31" y="9"/>
                </a:cubicBezTo>
                <a:cubicBezTo>
                  <a:pt x="36" y="7"/>
                  <a:pt x="36" y="7"/>
                  <a:pt x="36" y="7"/>
                </a:cubicBezTo>
                <a:cubicBezTo>
                  <a:pt x="36" y="7"/>
                  <a:pt x="36" y="7"/>
                  <a:pt x="36" y="7"/>
                </a:cubicBezTo>
                <a:cubicBezTo>
                  <a:pt x="38" y="8"/>
                  <a:pt x="41" y="9"/>
                  <a:pt x="43" y="11"/>
                </a:cubicBezTo>
                <a:cubicBezTo>
                  <a:pt x="36" y="11"/>
                  <a:pt x="36" y="11"/>
                  <a:pt x="36" y="11"/>
                </a:cubicBezTo>
                <a:moveTo>
                  <a:pt x="22" y="8"/>
                </a:moveTo>
                <a:cubicBezTo>
                  <a:pt x="23" y="7"/>
                  <a:pt x="23" y="7"/>
                  <a:pt x="23" y="7"/>
                </a:cubicBezTo>
                <a:cubicBezTo>
                  <a:pt x="25" y="6"/>
                  <a:pt x="26" y="5"/>
                  <a:pt x="28" y="5"/>
                </a:cubicBezTo>
                <a:cubicBezTo>
                  <a:pt x="28" y="4"/>
                  <a:pt x="29" y="4"/>
                  <a:pt x="29" y="4"/>
                </a:cubicBezTo>
                <a:cubicBezTo>
                  <a:pt x="30" y="4"/>
                  <a:pt x="30" y="4"/>
                  <a:pt x="30" y="4"/>
                </a:cubicBezTo>
                <a:cubicBezTo>
                  <a:pt x="24" y="7"/>
                  <a:pt x="24" y="7"/>
                  <a:pt x="24" y="7"/>
                </a:cubicBezTo>
                <a:cubicBezTo>
                  <a:pt x="24" y="7"/>
                  <a:pt x="24" y="8"/>
                  <a:pt x="23" y="8"/>
                </a:cubicBezTo>
                <a:cubicBezTo>
                  <a:pt x="22" y="8"/>
                  <a:pt x="22" y="8"/>
                  <a:pt x="22" y="8"/>
                </a:cubicBezTo>
                <a:moveTo>
                  <a:pt x="29" y="0"/>
                </a:moveTo>
                <a:cubicBezTo>
                  <a:pt x="28" y="0"/>
                  <a:pt x="27" y="0"/>
                  <a:pt x="27" y="0"/>
                </a:cubicBezTo>
                <a:cubicBezTo>
                  <a:pt x="24" y="1"/>
                  <a:pt x="22" y="3"/>
                  <a:pt x="20" y="4"/>
                </a:cubicBezTo>
                <a:cubicBezTo>
                  <a:pt x="9" y="13"/>
                  <a:pt x="9" y="13"/>
                  <a:pt x="9" y="13"/>
                </a:cubicBezTo>
                <a:cubicBezTo>
                  <a:pt x="7" y="22"/>
                  <a:pt x="7" y="22"/>
                  <a:pt x="7" y="22"/>
                </a:cubicBezTo>
                <a:cubicBezTo>
                  <a:pt x="6" y="25"/>
                  <a:pt x="5" y="29"/>
                  <a:pt x="2" y="32"/>
                </a:cubicBezTo>
                <a:cubicBezTo>
                  <a:pt x="1" y="32"/>
                  <a:pt x="1" y="32"/>
                  <a:pt x="0" y="33"/>
                </a:cubicBezTo>
                <a:cubicBezTo>
                  <a:pt x="0" y="33"/>
                  <a:pt x="0" y="34"/>
                  <a:pt x="0" y="35"/>
                </a:cubicBezTo>
                <a:cubicBezTo>
                  <a:pt x="0" y="40"/>
                  <a:pt x="1" y="47"/>
                  <a:pt x="4" y="54"/>
                </a:cubicBezTo>
                <a:cubicBezTo>
                  <a:pt x="5" y="58"/>
                  <a:pt x="7" y="63"/>
                  <a:pt x="10" y="67"/>
                </a:cubicBezTo>
                <a:cubicBezTo>
                  <a:pt x="14" y="70"/>
                  <a:pt x="18" y="72"/>
                  <a:pt x="22" y="72"/>
                </a:cubicBezTo>
                <a:cubicBezTo>
                  <a:pt x="23" y="72"/>
                  <a:pt x="24" y="72"/>
                  <a:pt x="24" y="72"/>
                </a:cubicBezTo>
                <a:cubicBezTo>
                  <a:pt x="27" y="72"/>
                  <a:pt x="29" y="71"/>
                  <a:pt x="32" y="69"/>
                </a:cubicBezTo>
                <a:cubicBezTo>
                  <a:pt x="32" y="69"/>
                  <a:pt x="32" y="69"/>
                  <a:pt x="32" y="69"/>
                </a:cubicBezTo>
                <a:cubicBezTo>
                  <a:pt x="33" y="69"/>
                  <a:pt x="33" y="69"/>
                  <a:pt x="34" y="68"/>
                </a:cubicBezTo>
                <a:cubicBezTo>
                  <a:pt x="47" y="59"/>
                  <a:pt x="54" y="43"/>
                  <a:pt x="54" y="27"/>
                </a:cubicBezTo>
                <a:cubicBezTo>
                  <a:pt x="54" y="20"/>
                  <a:pt x="52" y="15"/>
                  <a:pt x="49" y="10"/>
                </a:cubicBezTo>
                <a:cubicBezTo>
                  <a:pt x="46" y="7"/>
                  <a:pt x="42" y="5"/>
                  <a:pt x="38" y="3"/>
                </a:cubicBezTo>
                <a:cubicBezTo>
                  <a:pt x="35" y="1"/>
                  <a:pt x="32" y="0"/>
                  <a:pt x="29"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5" name="Freeform 109">
            <a:extLst>
              <a:ext uri="{FF2B5EF4-FFF2-40B4-BE49-F238E27FC236}">
                <a16:creationId xmlns:a16="http://schemas.microsoft.com/office/drawing/2014/main" id="{C94EE688-624D-475F-95D7-83BED2020D12}"/>
              </a:ext>
            </a:extLst>
          </p:cNvPr>
          <p:cNvSpPr>
            <a:spLocks noEditPoints="1"/>
          </p:cNvSpPr>
          <p:nvPr/>
        </p:nvSpPr>
        <p:spPr bwMode="auto">
          <a:xfrm>
            <a:off x="2641600" y="1558925"/>
            <a:ext cx="527050" cy="609600"/>
          </a:xfrm>
          <a:custGeom>
            <a:avLst/>
            <a:gdLst>
              <a:gd name="T0" fmla="*/ 15 w 147"/>
              <a:gd name="T1" fmla="*/ 124 h 170"/>
              <a:gd name="T2" fmla="*/ 16 w 147"/>
              <a:gd name="T3" fmla="*/ 128 h 170"/>
              <a:gd name="T4" fmla="*/ 31 w 147"/>
              <a:gd name="T5" fmla="*/ 113 h 170"/>
              <a:gd name="T6" fmla="*/ 127 w 147"/>
              <a:gd name="T7" fmla="*/ 96 h 170"/>
              <a:gd name="T8" fmla="*/ 144 w 147"/>
              <a:gd name="T9" fmla="*/ 105 h 170"/>
              <a:gd name="T10" fmla="*/ 145 w 147"/>
              <a:gd name="T11" fmla="*/ 101 h 170"/>
              <a:gd name="T12" fmla="*/ 3 w 147"/>
              <a:gd name="T13" fmla="*/ 48 h 170"/>
              <a:gd name="T14" fmla="*/ 20 w 147"/>
              <a:gd name="T15" fmla="*/ 58 h 170"/>
              <a:gd name="T16" fmla="*/ 23 w 147"/>
              <a:gd name="T17" fmla="*/ 56 h 170"/>
              <a:gd name="T18" fmla="*/ 20 w 147"/>
              <a:gd name="T19" fmla="*/ 54 h 170"/>
              <a:gd name="T20" fmla="*/ 71 w 147"/>
              <a:gd name="T21" fmla="*/ 140 h 170"/>
              <a:gd name="T22" fmla="*/ 99 w 147"/>
              <a:gd name="T23" fmla="*/ 149 h 170"/>
              <a:gd name="T24" fmla="*/ 88 w 147"/>
              <a:gd name="T25" fmla="*/ 155 h 170"/>
              <a:gd name="T26" fmla="*/ 98 w 147"/>
              <a:gd name="T27" fmla="*/ 161 h 170"/>
              <a:gd name="T28" fmla="*/ 84 w 147"/>
              <a:gd name="T29" fmla="*/ 165 h 170"/>
              <a:gd name="T30" fmla="*/ 80 w 147"/>
              <a:gd name="T31" fmla="*/ 144 h 170"/>
              <a:gd name="T32" fmla="*/ 79 w 147"/>
              <a:gd name="T33" fmla="*/ 139 h 170"/>
              <a:gd name="T34" fmla="*/ 73 w 147"/>
              <a:gd name="T35" fmla="*/ 104 h 170"/>
              <a:gd name="T36" fmla="*/ 85 w 147"/>
              <a:gd name="T37" fmla="*/ 90 h 170"/>
              <a:gd name="T38" fmla="*/ 65 w 147"/>
              <a:gd name="T39" fmla="*/ 85 h 170"/>
              <a:gd name="T40" fmla="*/ 60 w 147"/>
              <a:gd name="T41" fmla="*/ 75 h 170"/>
              <a:gd name="T42" fmla="*/ 63 w 147"/>
              <a:gd name="T43" fmla="*/ 76 h 170"/>
              <a:gd name="T44" fmla="*/ 78 w 147"/>
              <a:gd name="T45" fmla="*/ 82 h 170"/>
              <a:gd name="T46" fmla="*/ 76 w 147"/>
              <a:gd name="T47" fmla="*/ 75 h 170"/>
              <a:gd name="T48" fmla="*/ 80 w 147"/>
              <a:gd name="T49" fmla="*/ 77 h 170"/>
              <a:gd name="T50" fmla="*/ 90 w 147"/>
              <a:gd name="T51" fmla="*/ 85 h 170"/>
              <a:gd name="T52" fmla="*/ 94 w 147"/>
              <a:gd name="T53" fmla="*/ 69 h 170"/>
              <a:gd name="T54" fmla="*/ 97 w 147"/>
              <a:gd name="T55" fmla="*/ 74 h 170"/>
              <a:gd name="T56" fmla="*/ 64 w 147"/>
              <a:gd name="T57" fmla="*/ 131 h 170"/>
              <a:gd name="T58" fmla="*/ 52 w 147"/>
              <a:gd name="T59" fmla="*/ 115 h 170"/>
              <a:gd name="T60" fmla="*/ 46 w 147"/>
              <a:gd name="T61" fmla="*/ 48 h 170"/>
              <a:gd name="T62" fmla="*/ 83 w 147"/>
              <a:gd name="T63" fmla="*/ 35 h 170"/>
              <a:gd name="T64" fmla="*/ 108 w 147"/>
              <a:gd name="T65" fmla="*/ 108 h 170"/>
              <a:gd name="T66" fmla="*/ 101 w 147"/>
              <a:gd name="T67" fmla="*/ 126 h 170"/>
              <a:gd name="T68" fmla="*/ 97 w 147"/>
              <a:gd name="T69" fmla="*/ 127 h 170"/>
              <a:gd name="T70" fmla="*/ 92 w 147"/>
              <a:gd name="T71" fmla="*/ 89 h 170"/>
              <a:gd name="T72" fmla="*/ 95 w 147"/>
              <a:gd name="T73" fmla="*/ 65 h 170"/>
              <a:gd name="T74" fmla="*/ 85 w 147"/>
              <a:gd name="T75" fmla="*/ 86 h 170"/>
              <a:gd name="T76" fmla="*/ 85 w 147"/>
              <a:gd name="T77" fmla="*/ 76 h 170"/>
              <a:gd name="T78" fmla="*/ 74 w 147"/>
              <a:gd name="T79" fmla="*/ 71 h 170"/>
              <a:gd name="T80" fmla="*/ 70 w 147"/>
              <a:gd name="T81" fmla="*/ 86 h 170"/>
              <a:gd name="T82" fmla="*/ 60 w 147"/>
              <a:gd name="T83" fmla="*/ 70 h 170"/>
              <a:gd name="T84" fmla="*/ 56 w 147"/>
              <a:gd name="T85" fmla="*/ 82 h 170"/>
              <a:gd name="T86" fmla="*/ 72 w 147"/>
              <a:gd name="T87" fmla="*/ 130 h 170"/>
              <a:gd name="T88" fmla="*/ 67 w 147"/>
              <a:gd name="T89" fmla="*/ 131 h 170"/>
              <a:gd name="T90" fmla="*/ 77 w 147"/>
              <a:gd name="T91" fmla="*/ 30 h 170"/>
              <a:gd name="T92" fmla="*/ 46 w 147"/>
              <a:gd name="T93" fmla="*/ 117 h 170"/>
              <a:gd name="T94" fmla="*/ 58 w 147"/>
              <a:gd name="T95" fmla="*/ 129 h 170"/>
              <a:gd name="T96" fmla="*/ 66 w 147"/>
              <a:gd name="T97" fmla="*/ 141 h 170"/>
              <a:gd name="T98" fmla="*/ 69 w 147"/>
              <a:gd name="T99" fmla="*/ 153 h 170"/>
              <a:gd name="T100" fmla="*/ 92 w 147"/>
              <a:gd name="T101" fmla="*/ 170 h 170"/>
              <a:gd name="T102" fmla="*/ 104 w 147"/>
              <a:gd name="T103" fmla="*/ 153 h 170"/>
              <a:gd name="T104" fmla="*/ 102 w 147"/>
              <a:gd name="T105" fmla="*/ 130 h 170"/>
              <a:gd name="T106" fmla="*/ 106 w 147"/>
              <a:gd name="T107" fmla="*/ 127 h 170"/>
              <a:gd name="T108" fmla="*/ 114 w 147"/>
              <a:gd name="T109" fmla="*/ 107 h 170"/>
              <a:gd name="T110" fmla="*/ 77 w 147"/>
              <a:gd name="T111" fmla="*/ 30 h 170"/>
              <a:gd name="T112" fmla="*/ 117 w 147"/>
              <a:gd name="T113" fmla="*/ 40 h 170"/>
              <a:gd name="T114" fmla="*/ 119 w 147"/>
              <a:gd name="T115" fmla="*/ 44 h 170"/>
              <a:gd name="T116" fmla="*/ 135 w 147"/>
              <a:gd name="T117" fmla="*/ 29 h 170"/>
              <a:gd name="T118" fmla="*/ 64 w 147"/>
              <a:gd name="T119" fmla="*/ 0 h 170"/>
              <a:gd name="T120" fmla="*/ 66 w 147"/>
              <a:gd name="T121" fmla="*/ 23 h 170"/>
              <a:gd name="T122" fmla="*/ 69 w 147"/>
              <a:gd name="T123" fmla="*/ 2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 h="170">
                <a:moveTo>
                  <a:pt x="30" y="112"/>
                </a:moveTo>
                <a:cubicBezTo>
                  <a:pt x="29" y="112"/>
                  <a:pt x="29" y="113"/>
                  <a:pt x="28" y="113"/>
                </a:cubicBezTo>
                <a:cubicBezTo>
                  <a:pt x="15" y="124"/>
                  <a:pt x="15" y="124"/>
                  <a:pt x="15" y="124"/>
                </a:cubicBezTo>
                <a:cubicBezTo>
                  <a:pt x="14" y="125"/>
                  <a:pt x="13" y="127"/>
                  <a:pt x="14" y="128"/>
                </a:cubicBezTo>
                <a:cubicBezTo>
                  <a:pt x="15" y="128"/>
                  <a:pt x="15" y="128"/>
                  <a:pt x="16" y="128"/>
                </a:cubicBezTo>
                <a:cubicBezTo>
                  <a:pt x="16" y="128"/>
                  <a:pt x="16" y="128"/>
                  <a:pt x="16" y="128"/>
                </a:cubicBezTo>
                <a:cubicBezTo>
                  <a:pt x="17" y="128"/>
                  <a:pt x="17" y="128"/>
                  <a:pt x="17" y="128"/>
                </a:cubicBezTo>
                <a:cubicBezTo>
                  <a:pt x="31" y="116"/>
                  <a:pt x="31" y="116"/>
                  <a:pt x="31" y="116"/>
                </a:cubicBezTo>
                <a:cubicBezTo>
                  <a:pt x="32" y="116"/>
                  <a:pt x="32" y="114"/>
                  <a:pt x="31" y="113"/>
                </a:cubicBezTo>
                <a:cubicBezTo>
                  <a:pt x="31" y="113"/>
                  <a:pt x="30" y="112"/>
                  <a:pt x="30" y="112"/>
                </a:cubicBezTo>
                <a:moveTo>
                  <a:pt x="129" y="95"/>
                </a:moveTo>
                <a:cubicBezTo>
                  <a:pt x="128" y="95"/>
                  <a:pt x="127" y="95"/>
                  <a:pt x="127" y="96"/>
                </a:cubicBezTo>
                <a:cubicBezTo>
                  <a:pt x="127" y="97"/>
                  <a:pt x="127" y="99"/>
                  <a:pt x="128" y="99"/>
                </a:cubicBezTo>
                <a:cubicBezTo>
                  <a:pt x="143" y="105"/>
                  <a:pt x="143" y="105"/>
                  <a:pt x="143" y="105"/>
                </a:cubicBezTo>
                <a:cubicBezTo>
                  <a:pt x="144" y="105"/>
                  <a:pt x="144" y="105"/>
                  <a:pt x="144" y="105"/>
                </a:cubicBezTo>
                <a:cubicBezTo>
                  <a:pt x="144" y="105"/>
                  <a:pt x="144" y="105"/>
                  <a:pt x="144" y="105"/>
                </a:cubicBezTo>
                <a:cubicBezTo>
                  <a:pt x="145" y="105"/>
                  <a:pt x="146" y="104"/>
                  <a:pt x="146" y="103"/>
                </a:cubicBezTo>
                <a:cubicBezTo>
                  <a:pt x="147" y="102"/>
                  <a:pt x="146" y="101"/>
                  <a:pt x="145" y="101"/>
                </a:cubicBezTo>
                <a:cubicBezTo>
                  <a:pt x="130" y="95"/>
                  <a:pt x="130" y="95"/>
                  <a:pt x="130" y="95"/>
                </a:cubicBezTo>
                <a:cubicBezTo>
                  <a:pt x="130" y="95"/>
                  <a:pt x="129" y="95"/>
                  <a:pt x="129" y="95"/>
                </a:cubicBezTo>
                <a:moveTo>
                  <a:pt x="3" y="48"/>
                </a:moveTo>
                <a:cubicBezTo>
                  <a:pt x="2" y="48"/>
                  <a:pt x="1" y="49"/>
                  <a:pt x="1" y="49"/>
                </a:cubicBezTo>
                <a:cubicBezTo>
                  <a:pt x="0" y="50"/>
                  <a:pt x="0" y="52"/>
                  <a:pt x="1" y="52"/>
                </a:cubicBezTo>
                <a:cubicBezTo>
                  <a:pt x="7" y="56"/>
                  <a:pt x="14" y="58"/>
                  <a:pt x="20" y="58"/>
                </a:cubicBezTo>
                <a:cubicBezTo>
                  <a:pt x="21" y="58"/>
                  <a:pt x="21" y="58"/>
                  <a:pt x="21" y="58"/>
                </a:cubicBezTo>
                <a:cubicBezTo>
                  <a:pt x="21" y="58"/>
                  <a:pt x="21" y="58"/>
                  <a:pt x="21" y="58"/>
                </a:cubicBezTo>
                <a:cubicBezTo>
                  <a:pt x="22" y="58"/>
                  <a:pt x="23" y="57"/>
                  <a:pt x="23" y="56"/>
                </a:cubicBezTo>
                <a:cubicBezTo>
                  <a:pt x="23" y="55"/>
                  <a:pt x="22" y="54"/>
                  <a:pt x="21" y="54"/>
                </a:cubicBezTo>
                <a:cubicBezTo>
                  <a:pt x="21" y="54"/>
                  <a:pt x="21" y="54"/>
                  <a:pt x="21" y="54"/>
                </a:cubicBezTo>
                <a:cubicBezTo>
                  <a:pt x="21" y="54"/>
                  <a:pt x="20" y="54"/>
                  <a:pt x="20" y="54"/>
                </a:cubicBezTo>
                <a:cubicBezTo>
                  <a:pt x="15" y="54"/>
                  <a:pt x="9" y="52"/>
                  <a:pt x="4" y="49"/>
                </a:cubicBezTo>
                <a:cubicBezTo>
                  <a:pt x="4" y="49"/>
                  <a:pt x="3" y="48"/>
                  <a:pt x="3" y="48"/>
                </a:cubicBezTo>
                <a:moveTo>
                  <a:pt x="71" y="140"/>
                </a:moveTo>
                <a:cubicBezTo>
                  <a:pt x="70" y="139"/>
                  <a:pt x="70" y="137"/>
                  <a:pt x="70" y="135"/>
                </a:cubicBezTo>
                <a:cubicBezTo>
                  <a:pt x="97" y="131"/>
                  <a:pt x="97" y="131"/>
                  <a:pt x="97" y="131"/>
                </a:cubicBezTo>
                <a:cubicBezTo>
                  <a:pt x="99" y="149"/>
                  <a:pt x="99" y="149"/>
                  <a:pt x="99" y="149"/>
                </a:cubicBezTo>
                <a:cubicBezTo>
                  <a:pt x="88" y="150"/>
                  <a:pt x="88" y="150"/>
                  <a:pt x="88" y="150"/>
                </a:cubicBezTo>
                <a:cubicBezTo>
                  <a:pt x="87" y="150"/>
                  <a:pt x="86" y="151"/>
                  <a:pt x="86" y="153"/>
                </a:cubicBezTo>
                <a:cubicBezTo>
                  <a:pt x="86" y="154"/>
                  <a:pt x="87" y="155"/>
                  <a:pt x="88" y="155"/>
                </a:cubicBezTo>
                <a:cubicBezTo>
                  <a:pt x="88" y="155"/>
                  <a:pt x="88" y="155"/>
                  <a:pt x="88" y="155"/>
                </a:cubicBezTo>
                <a:cubicBezTo>
                  <a:pt x="99" y="154"/>
                  <a:pt x="99" y="154"/>
                  <a:pt x="99" y="154"/>
                </a:cubicBezTo>
                <a:cubicBezTo>
                  <a:pt x="100" y="156"/>
                  <a:pt x="100" y="159"/>
                  <a:pt x="98" y="161"/>
                </a:cubicBezTo>
                <a:cubicBezTo>
                  <a:pt x="97" y="163"/>
                  <a:pt x="95" y="165"/>
                  <a:pt x="92" y="166"/>
                </a:cubicBezTo>
                <a:cubicBezTo>
                  <a:pt x="91" y="166"/>
                  <a:pt x="90" y="166"/>
                  <a:pt x="90" y="166"/>
                </a:cubicBezTo>
                <a:cubicBezTo>
                  <a:pt x="88" y="166"/>
                  <a:pt x="86" y="165"/>
                  <a:pt x="84" y="165"/>
                </a:cubicBezTo>
                <a:cubicBezTo>
                  <a:pt x="79" y="162"/>
                  <a:pt x="75" y="158"/>
                  <a:pt x="73" y="152"/>
                </a:cubicBezTo>
                <a:cubicBezTo>
                  <a:pt x="72" y="149"/>
                  <a:pt x="72" y="147"/>
                  <a:pt x="71" y="145"/>
                </a:cubicBezTo>
                <a:cubicBezTo>
                  <a:pt x="80" y="144"/>
                  <a:pt x="80" y="144"/>
                  <a:pt x="80" y="144"/>
                </a:cubicBezTo>
                <a:cubicBezTo>
                  <a:pt x="81" y="143"/>
                  <a:pt x="82" y="142"/>
                  <a:pt x="82" y="141"/>
                </a:cubicBezTo>
                <a:cubicBezTo>
                  <a:pt x="82" y="140"/>
                  <a:pt x="81" y="139"/>
                  <a:pt x="80" y="139"/>
                </a:cubicBezTo>
                <a:cubicBezTo>
                  <a:pt x="79" y="139"/>
                  <a:pt x="79" y="139"/>
                  <a:pt x="79" y="139"/>
                </a:cubicBezTo>
                <a:cubicBezTo>
                  <a:pt x="71" y="140"/>
                  <a:pt x="71" y="140"/>
                  <a:pt x="71" y="140"/>
                </a:cubicBezTo>
                <a:moveTo>
                  <a:pt x="76" y="130"/>
                </a:moveTo>
                <a:cubicBezTo>
                  <a:pt x="76" y="121"/>
                  <a:pt x="74" y="112"/>
                  <a:pt x="73" y="104"/>
                </a:cubicBezTo>
                <a:cubicBezTo>
                  <a:pt x="70" y="90"/>
                  <a:pt x="70" y="90"/>
                  <a:pt x="70" y="90"/>
                </a:cubicBezTo>
                <a:cubicBezTo>
                  <a:pt x="73" y="90"/>
                  <a:pt x="75" y="89"/>
                  <a:pt x="78" y="88"/>
                </a:cubicBezTo>
                <a:cubicBezTo>
                  <a:pt x="80" y="89"/>
                  <a:pt x="82" y="90"/>
                  <a:pt x="85" y="90"/>
                </a:cubicBezTo>
                <a:cubicBezTo>
                  <a:pt x="84" y="103"/>
                  <a:pt x="85" y="116"/>
                  <a:pt x="88" y="128"/>
                </a:cubicBezTo>
                <a:cubicBezTo>
                  <a:pt x="76" y="130"/>
                  <a:pt x="76" y="130"/>
                  <a:pt x="76" y="130"/>
                </a:cubicBezTo>
                <a:moveTo>
                  <a:pt x="65" y="85"/>
                </a:moveTo>
                <a:cubicBezTo>
                  <a:pt x="63" y="84"/>
                  <a:pt x="61" y="82"/>
                  <a:pt x="60" y="80"/>
                </a:cubicBezTo>
                <a:cubicBezTo>
                  <a:pt x="59" y="79"/>
                  <a:pt x="59" y="77"/>
                  <a:pt x="59" y="76"/>
                </a:cubicBezTo>
                <a:cubicBezTo>
                  <a:pt x="59" y="75"/>
                  <a:pt x="60" y="75"/>
                  <a:pt x="60" y="75"/>
                </a:cubicBezTo>
                <a:cubicBezTo>
                  <a:pt x="60" y="75"/>
                  <a:pt x="60" y="75"/>
                  <a:pt x="60" y="75"/>
                </a:cubicBezTo>
                <a:cubicBezTo>
                  <a:pt x="60" y="75"/>
                  <a:pt x="60" y="75"/>
                  <a:pt x="60" y="75"/>
                </a:cubicBezTo>
                <a:cubicBezTo>
                  <a:pt x="61" y="75"/>
                  <a:pt x="62" y="75"/>
                  <a:pt x="63" y="76"/>
                </a:cubicBezTo>
                <a:cubicBezTo>
                  <a:pt x="64" y="77"/>
                  <a:pt x="64" y="79"/>
                  <a:pt x="64" y="81"/>
                </a:cubicBezTo>
                <a:cubicBezTo>
                  <a:pt x="65" y="85"/>
                  <a:pt x="65" y="85"/>
                  <a:pt x="65" y="85"/>
                </a:cubicBezTo>
                <a:moveTo>
                  <a:pt x="78" y="82"/>
                </a:moveTo>
                <a:cubicBezTo>
                  <a:pt x="77" y="82"/>
                  <a:pt x="77" y="82"/>
                  <a:pt x="77" y="82"/>
                </a:cubicBezTo>
                <a:cubicBezTo>
                  <a:pt x="76" y="81"/>
                  <a:pt x="75" y="79"/>
                  <a:pt x="75" y="77"/>
                </a:cubicBezTo>
                <a:cubicBezTo>
                  <a:pt x="75" y="76"/>
                  <a:pt x="76" y="75"/>
                  <a:pt x="76" y="75"/>
                </a:cubicBezTo>
                <a:cubicBezTo>
                  <a:pt x="77" y="74"/>
                  <a:pt x="77" y="74"/>
                  <a:pt x="77" y="74"/>
                </a:cubicBezTo>
                <a:cubicBezTo>
                  <a:pt x="78" y="74"/>
                  <a:pt x="78" y="74"/>
                  <a:pt x="78" y="74"/>
                </a:cubicBezTo>
                <a:cubicBezTo>
                  <a:pt x="79" y="74"/>
                  <a:pt x="80" y="75"/>
                  <a:pt x="80" y="77"/>
                </a:cubicBezTo>
                <a:cubicBezTo>
                  <a:pt x="80" y="79"/>
                  <a:pt x="79" y="80"/>
                  <a:pt x="79" y="81"/>
                </a:cubicBezTo>
                <a:cubicBezTo>
                  <a:pt x="78" y="82"/>
                  <a:pt x="78" y="82"/>
                  <a:pt x="78" y="82"/>
                </a:cubicBezTo>
                <a:moveTo>
                  <a:pt x="90" y="85"/>
                </a:moveTo>
                <a:cubicBezTo>
                  <a:pt x="90" y="81"/>
                  <a:pt x="91" y="78"/>
                  <a:pt x="92" y="74"/>
                </a:cubicBezTo>
                <a:cubicBezTo>
                  <a:pt x="92" y="73"/>
                  <a:pt x="93" y="70"/>
                  <a:pt x="94" y="69"/>
                </a:cubicBezTo>
                <a:cubicBezTo>
                  <a:pt x="94" y="69"/>
                  <a:pt x="94" y="69"/>
                  <a:pt x="94" y="69"/>
                </a:cubicBezTo>
                <a:cubicBezTo>
                  <a:pt x="95" y="69"/>
                  <a:pt x="95" y="69"/>
                  <a:pt x="95" y="69"/>
                </a:cubicBezTo>
                <a:cubicBezTo>
                  <a:pt x="95" y="69"/>
                  <a:pt x="95" y="70"/>
                  <a:pt x="96" y="70"/>
                </a:cubicBezTo>
                <a:cubicBezTo>
                  <a:pt x="97" y="71"/>
                  <a:pt x="97" y="73"/>
                  <a:pt x="97" y="74"/>
                </a:cubicBezTo>
                <a:cubicBezTo>
                  <a:pt x="97" y="79"/>
                  <a:pt x="94" y="83"/>
                  <a:pt x="90" y="85"/>
                </a:cubicBezTo>
                <a:moveTo>
                  <a:pt x="65" y="132"/>
                </a:moveTo>
                <a:cubicBezTo>
                  <a:pt x="65" y="131"/>
                  <a:pt x="64" y="131"/>
                  <a:pt x="64" y="131"/>
                </a:cubicBezTo>
                <a:cubicBezTo>
                  <a:pt x="63" y="130"/>
                  <a:pt x="63" y="129"/>
                  <a:pt x="62" y="127"/>
                </a:cubicBezTo>
                <a:cubicBezTo>
                  <a:pt x="62" y="126"/>
                  <a:pt x="62" y="125"/>
                  <a:pt x="61" y="125"/>
                </a:cubicBezTo>
                <a:cubicBezTo>
                  <a:pt x="59" y="120"/>
                  <a:pt x="55" y="118"/>
                  <a:pt x="52" y="115"/>
                </a:cubicBezTo>
                <a:cubicBezTo>
                  <a:pt x="51" y="114"/>
                  <a:pt x="50" y="114"/>
                  <a:pt x="49" y="113"/>
                </a:cubicBezTo>
                <a:cubicBezTo>
                  <a:pt x="36" y="103"/>
                  <a:pt x="29" y="84"/>
                  <a:pt x="34" y="68"/>
                </a:cubicBezTo>
                <a:cubicBezTo>
                  <a:pt x="36" y="60"/>
                  <a:pt x="41" y="53"/>
                  <a:pt x="46" y="48"/>
                </a:cubicBezTo>
                <a:cubicBezTo>
                  <a:pt x="53" y="41"/>
                  <a:pt x="62" y="36"/>
                  <a:pt x="71" y="35"/>
                </a:cubicBezTo>
                <a:cubicBezTo>
                  <a:pt x="73" y="34"/>
                  <a:pt x="75" y="34"/>
                  <a:pt x="77" y="34"/>
                </a:cubicBezTo>
                <a:cubicBezTo>
                  <a:pt x="79" y="34"/>
                  <a:pt x="81" y="34"/>
                  <a:pt x="83" y="35"/>
                </a:cubicBezTo>
                <a:cubicBezTo>
                  <a:pt x="97" y="37"/>
                  <a:pt x="109" y="46"/>
                  <a:pt x="114" y="59"/>
                </a:cubicBezTo>
                <a:cubicBezTo>
                  <a:pt x="121" y="72"/>
                  <a:pt x="119" y="90"/>
                  <a:pt x="110" y="105"/>
                </a:cubicBezTo>
                <a:cubicBezTo>
                  <a:pt x="109" y="106"/>
                  <a:pt x="108" y="107"/>
                  <a:pt x="108" y="108"/>
                </a:cubicBezTo>
                <a:cubicBezTo>
                  <a:pt x="106" y="110"/>
                  <a:pt x="105" y="113"/>
                  <a:pt x="103" y="115"/>
                </a:cubicBezTo>
                <a:cubicBezTo>
                  <a:pt x="102" y="118"/>
                  <a:pt x="101" y="122"/>
                  <a:pt x="101" y="126"/>
                </a:cubicBezTo>
                <a:cubicBezTo>
                  <a:pt x="101" y="126"/>
                  <a:pt x="101" y="126"/>
                  <a:pt x="101" y="126"/>
                </a:cubicBezTo>
                <a:cubicBezTo>
                  <a:pt x="100" y="126"/>
                  <a:pt x="100" y="126"/>
                  <a:pt x="99" y="126"/>
                </a:cubicBezTo>
                <a:cubicBezTo>
                  <a:pt x="99" y="126"/>
                  <a:pt x="99" y="126"/>
                  <a:pt x="99" y="126"/>
                </a:cubicBezTo>
                <a:cubicBezTo>
                  <a:pt x="98" y="126"/>
                  <a:pt x="98" y="126"/>
                  <a:pt x="97" y="127"/>
                </a:cubicBezTo>
                <a:cubicBezTo>
                  <a:pt x="92" y="127"/>
                  <a:pt x="92" y="127"/>
                  <a:pt x="92" y="127"/>
                </a:cubicBezTo>
                <a:cubicBezTo>
                  <a:pt x="89" y="115"/>
                  <a:pt x="88" y="102"/>
                  <a:pt x="89" y="90"/>
                </a:cubicBezTo>
                <a:cubicBezTo>
                  <a:pt x="90" y="89"/>
                  <a:pt x="91" y="89"/>
                  <a:pt x="92" y="89"/>
                </a:cubicBezTo>
                <a:cubicBezTo>
                  <a:pt x="97" y="87"/>
                  <a:pt x="102" y="81"/>
                  <a:pt x="102" y="75"/>
                </a:cubicBezTo>
                <a:cubicBezTo>
                  <a:pt x="102" y="72"/>
                  <a:pt x="101" y="68"/>
                  <a:pt x="99" y="67"/>
                </a:cubicBezTo>
                <a:cubicBezTo>
                  <a:pt x="98" y="66"/>
                  <a:pt x="96" y="65"/>
                  <a:pt x="95" y="65"/>
                </a:cubicBezTo>
                <a:cubicBezTo>
                  <a:pt x="94" y="65"/>
                  <a:pt x="94" y="65"/>
                  <a:pt x="94" y="65"/>
                </a:cubicBezTo>
                <a:cubicBezTo>
                  <a:pt x="91" y="65"/>
                  <a:pt x="88" y="67"/>
                  <a:pt x="87" y="74"/>
                </a:cubicBezTo>
                <a:cubicBezTo>
                  <a:pt x="86" y="78"/>
                  <a:pt x="86" y="82"/>
                  <a:pt x="85" y="86"/>
                </a:cubicBezTo>
                <a:cubicBezTo>
                  <a:pt x="84" y="86"/>
                  <a:pt x="83" y="85"/>
                  <a:pt x="81" y="85"/>
                </a:cubicBezTo>
                <a:cubicBezTo>
                  <a:pt x="82" y="84"/>
                  <a:pt x="82" y="84"/>
                  <a:pt x="82" y="84"/>
                </a:cubicBezTo>
                <a:cubicBezTo>
                  <a:pt x="84" y="82"/>
                  <a:pt x="85" y="79"/>
                  <a:pt x="85" y="76"/>
                </a:cubicBezTo>
                <a:cubicBezTo>
                  <a:pt x="84" y="73"/>
                  <a:pt x="82" y="70"/>
                  <a:pt x="78" y="70"/>
                </a:cubicBezTo>
                <a:cubicBezTo>
                  <a:pt x="78" y="70"/>
                  <a:pt x="78" y="70"/>
                  <a:pt x="78" y="70"/>
                </a:cubicBezTo>
                <a:cubicBezTo>
                  <a:pt x="76" y="70"/>
                  <a:pt x="75" y="70"/>
                  <a:pt x="74" y="71"/>
                </a:cubicBezTo>
                <a:cubicBezTo>
                  <a:pt x="72" y="72"/>
                  <a:pt x="71" y="74"/>
                  <a:pt x="71" y="76"/>
                </a:cubicBezTo>
                <a:cubicBezTo>
                  <a:pt x="70" y="79"/>
                  <a:pt x="71" y="82"/>
                  <a:pt x="74" y="85"/>
                </a:cubicBezTo>
                <a:cubicBezTo>
                  <a:pt x="72" y="86"/>
                  <a:pt x="71" y="86"/>
                  <a:pt x="70" y="86"/>
                </a:cubicBezTo>
                <a:cubicBezTo>
                  <a:pt x="69" y="80"/>
                  <a:pt x="69" y="80"/>
                  <a:pt x="69" y="80"/>
                </a:cubicBezTo>
                <a:cubicBezTo>
                  <a:pt x="68" y="78"/>
                  <a:pt x="68" y="76"/>
                  <a:pt x="66" y="74"/>
                </a:cubicBezTo>
                <a:cubicBezTo>
                  <a:pt x="65" y="72"/>
                  <a:pt x="63" y="70"/>
                  <a:pt x="60" y="70"/>
                </a:cubicBezTo>
                <a:cubicBezTo>
                  <a:pt x="60" y="70"/>
                  <a:pt x="59" y="71"/>
                  <a:pt x="58" y="71"/>
                </a:cubicBezTo>
                <a:cubicBezTo>
                  <a:pt x="56" y="72"/>
                  <a:pt x="55" y="73"/>
                  <a:pt x="55" y="74"/>
                </a:cubicBezTo>
                <a:cubicBezTo>
                  <a:pt x="54" y="77"/>
                  <a:pt x="54" y="80"/>
                  <a:pt x="56" y="82"/>
                </a:cubicBezTo>
                <a:cubicBezTo>
                  <a:pt x="58" y="86"/>
                  <a:pt x="61" y="89"/>
                  <a:pt x="66" y="90"/>
                </a:cubicBezTo>
                <a:cubicBezTo>
                  <a:pt x="68" y="105"/>
                  <a:pt x="68" y="105"/>
                  <a:pt x="68" y="105"/>
                </a:cubicBezTo>
                <a:cubicBezTo>
                  <a:pt x="70" y="113"/>
                  <a:pt x="71" y="122"/>
                  <a:pt x="72" y="130"/>
                </a:cubicBezTo>
                <a:cubicBezTo>
                  <a:pt x="69" y="131"/>
                  <a:pt x="69" y="131"/>
                  <a:pt x="69" y="131"/>
                </a:cubicBezTo>
                <a:cubicBezTo>
                  <a:pt x="69" y="131"/>
                  <a:pt x="69" y="131"/>
                  <a:pt x="68" y="131"/>
                </a:cubicBezTo>
                <a:cubicBezTo>
                  <a:pt x="68" y="131"/>
                  <a:pt x="67" y="131"/>
                  <a:pt x="67" y="131"/>
                </a:cubicBezTo>
                <a:cubicBezTo>
                  <a:pt x="66" y="131"/>
                  <a:pt x="66" y="131"/>
                  <a:pt x="66" y="131"/>
                </a:cubicBezTo>
                <a:cubicBezTo>
                  <a:pt x="65" y="132"/>
                  <a:pt x="65" y="132"/>
                  <a:pt x="65" y="132"/>
                </a:cubicBezTo>
                <a:moveTo>
                  <a:pt x="77" y="30"/>
                </a:moveTo>
                <a:cubicBezTo>
                  <a:pt x="64" y="30"/>
                  <a:pt x="51" y="35"/>
                  <a:pt x="43" y="45"/>
                </a:cubicBezTo>
                <a:cubicBezTo>
                  <a:pt x="37" y="51"/>
                  <a:pt x="31" y="58"/>
                  <a:pt x="29" y="67"/>
                </a:cubicBezTo>
                <a:cubicBezTo>
                  <a:pt x="25" y="85"/>
                  <a:pt x="32" y="105"/>
                  <a:pt x="46" y="117"/>
                </a:cubicBezTo>
                <a:cubicBezTo>
                  <a:pt x="47" y="117"/>
                  <a:pt x="48" y="118"/>
                  <a:pt x="49" y="119"/>
                </a:cubicBezTo>
                <a:cubicBezTo>
                  <a:pt x="52" y="121"/>
                  <a:pt x="55" y="123"/>
                  <a:pt x="57" y="127"/>
                </a:cubicBezTo>
                <a:cubicBezTo>
                  <a:pt x="57" y="127"/>
                  <a:pt x="58" y="128"/>
                  <a:pt x="58" y="129"/>
                </a:cubicBezTo>
                <a:cubicBezTo>
                  <a:pt x="59" y="130"/>
                  <a:pt x="59" y="132"/>
                  <a:pt x="60" y="134"/>
                </a:cubicBezTo>
                <a:cubicBezTo>
                  <a:pt x="62" y="135"/>
                  <a:pt x="64" y="136"/>
                  <a:pt x="66" y="136"/>
                </a:cubicBezTo>
                <a:cubicBezTo>
                  <a:pt x="66" y="138"/>
                  <a:pt x="66" y="140"/>
                  <a:pt x="66" y="141"/>
                </a:cubicBezTo>
                <a:cubicBezTo>
                  <a:pt x="65" y="142"/>
                  <a:pt x="65" y="143"/>
                  <a:pt x="65" y="144"/>
                </a:cubicBezTo>
                <a:cubicBezTo>
                  <a:pt x="65" y="144"/>
                  <a:pt x="66" y="145"/>
                  <a:pt x="67" y="145"/>
                </a:cubicBezTo>
                <a:cubicBezTo>
                  <a:pt x="67" y="148"/>
                  <a:pt x="68" y="151"/>
                  <a:pt x="69" y="153"/>
                </a:cubicBezTo>
                <a:cubicBezTo>
                  <a:pt x="71" y="160"/>
                  <a:pt x="76" y="166"/>
                  <a:pt x="82" y="169"/>
                </a:cubicBezTo>
                <a:cubicBezTo>
                  <a:pt x="84" y="170"/>
                  <a:pt x="87" y="170"/>
                  <a:pt x="90" y="170"/>
                </a:cubicBezTo>
                <a:cubicBezTo>
                  <a:pt x="90" y="170"/>
                  <a:pt x="91" y="170"/>
                  <a:pt x="92" y="170"/>
                </a:cubicBezTo>
                <a:cubicBezTo>
                  <a:pt x="92" y="170"/>
                  <a:pt x="93" y="170"/>
                  <a:pt x="93" y="170"/>
                </a:cubicBezTo>
                <a:cubicBezTo>
                  <a:pt x="97" y="169"/>
                  <a:pt x="101" y="166"/>
                  <a:pt x="102" y="163"/>
                </a:cubicBezTo>
                <a:cubicBezTo>
                  <a:pt x="104" y="160"/>
                  <a:pt x="104" y="156"/>
                  <a:pt x="104" y="153"/>
                </a:cubicBezTo>
                <a:cubicBezTo>
                  <a:pt x="104" y="152"/>
                  <a:pt x="105" y="151"/>
                  <a:pt x="104" y="151"/>
                </a:cubicBezTo>
                <a:cubicBezTo>
                  <a:pt x="104" y="150"/>
                  <a:pt x="104" y="150"/>
                  <a:pt x="104" y="149"/>
                </a:cubicBezTo>
                <a:cubicBezTo>
                  <a:pt x="102" y="130"/>
                  <a:pt x="102" y="130"/>
                  <a:pt x="102" y="130"/>
                </a:cubicBezTo>
                <a:cubicBezTo>
                  <a:pt x="104" y="130"/>
                  <a:pt x="104" y="130"/>
                  <a:pt x="104" y="130"/>
                </a:cubicBezTo>
                <a:cubicBezTo>
                  <a:pt x="105" y="130"/>
                  <a:pt x="106" y="130"/>
                  <a:pt x="106" y="129"/>
                </a:cubicBezTo>
                <a:cubicBezTo>
                  <a:pt x="106" y="129"/>
                  <a:pt x="106" y="128"/>
                  <a:pt x="106" y="127"/>
                </a:cubicBezTo>
                <a:cubicBezTo>
                  <a:pt x="105" y="124"/>
                  <a:pt x="106" y="120"/>
                  <a:pt x="107" y="117"/>
                </a:cubicBezTo>
                <a:cubicBezTo>
                  <a:pt x="109" y="115"/>
                  <a:pt x="110" y="113"/>
                  <a:pt x="112" y="110"/>
                </a:cubicBezTo>
                <a:cubicBezTo>
                  <a:pt x="112" y="109"/>
                  <a:pt x="113" y="108"/>
                  <a:pt x="114" y="107"/>
                </a:cubicBezTo>
                <a:cubicBezTo>
                  <a:pt x="123" y="91"/>
                  <a:pt x="125" y="72"/>
                  <a:pt x="119" y="57"/>
                </a:cubicBezTo>
                <a:cubicBezTo>
                  <a:pt x="112" y="43"/>
                  <a:pt x="99" y="32"/>
                  <a:pt x="84" y="30"/>
                </a:cubicBezTo>
                <a:cubicBezTo>
                  <a:pt x="82" y="30"/>
                  <a:pt x="79" y="30"/>
                  <a:pt x="77" y="30"/>
                </a:cubicBezTo>
                <a:moveTo>
                  <a:pt x="133" y="28"/>
                </a:moveTo>
                <a:cubicBezTo>
                  <a:pt x="132" y="28"/>
                  <a:pt x="132" y="28"/>
                  <a:pt x="132" y="28"/>
                </a:cubicBezTo>
                <a:cubicBezTo>
                  <a:pt x="126" y="31"/>
                  <a:pt x="121" y="35"/>
                  <a:pt x="117" y="40"/>
                </a:cubicBezTo>
                <a:cubicBezTo>
                  <a:pt x="116" y="41"/>
                  <a:pt x="116" y="43"/>
                  <a:pt x="117" y="44"/>
                </a:cubicBezTo>
                <a:cubicBezTo>
                  <a:pt x="118" y="44"/>
                  <a:pt x="118" y="44"/>
                  <a:pt x="119" y="44"/>
                </a:cubicBezTo>
                <a:cubicBezTo>
                  <a:pt x="119" y="44"/>
                  <a:pt x="119" y="44"/>
                  <a:pt x="119" y="44"/>
                </a:cubicBezTo>
                <a:cubicBezTo>
                  <a:pt x="120" y="44"/>
                  <a:pt x="120" y="44"/>
                  <a:pt x="121" y="43"/>
                </a:cubicBezTo>
                <a:cubicBezTo>
                  <a:pt x="124" y="39"/>
                  <a:pt x="129" y="35"/>
                  <a:pt x="134" y="32"/>
                </a:cubicBezTo>
                <a:cubicBezTo>
                  <a:pt x="135" y="31"/>
                  <a:pt x="135" y="30"/>
                  <a:pt x="135" y="29"/>
                </a:cubicBezTo>
                <a:cubicBezTo>
                  <a:pt x="134" y="28"/>
                  <a:pt x="134" y="28"/>
                  <a:pt x="133" y="28"/>
                </a:cubicBezTo>
                <a:moveTo>
                  <a:pt x="64" y="0"/>
                </a:moveTo>
                <a:cubicBezTo>
                  <a:pt x="64" y="0"/>
                  <a:pt x="64" y="0"/>
                  <a:pt x="64" y="0"/>
                </a:cubicBezTo>
                <a:cubicBezTo>
                  <a:pt x="63" y="0"/>
                  <a:pt x="62" y="1"/>
                  <a:pt x="62" y="2"/>
                </a:cubicBezTo>
                <a:cubicBezTo>
                  <a:pt x="64" y="21"/>
                  <a:pt x="64" y="21"/>
                  <a:pt x="64" y="21"/>
                </a:cubicBezTo>
                <a:cubicBezTo>
                  <a:pt x="64" y="22"/>
                  <a:pt x="65" y="23"/>
                  <a:pt x="66" y="23"/>
                </a:cubicBezTo>
                <a:cubicBezTo>
                  <a:pt x="66" y="23"/>
                  <a:pt x="66" y="23"/>
                  <a:pt x="67" y="23"/>
                </a:cubicBezTo>
                <a:cubicBezTo>
                  <a:pt x="67" y="23"/>
                  <a:pt x="67" y="23"/>
                  <a:pt x="67" y="23"/>
                </a:cubicBezTo>
                <a:cubicBezTo>
                  <a:pt x="68" y="23"/>
                  <a:pt x="69" y="22"/>
                  <a:pt x="69" y="20"/>
                </a:cubicBezTo>
                <a:cubicBezTo>
                  <a:pt x="67" y="2"/>
                  <a:pt x="67" y="2"/>
                  <a:pt x="67" y="2"/>
                </a:cubicBezTo>
                <a:cubicBezTo>
                  <a:pt x="67" y="1"/>
                  <a:pt x="66" y="0"/>
                  <a:pt x="64"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6" name="Freeform 110">
            <a:extLst>
              <a:ext uri="{FF2B5EF4-FFF2-40B4-BE49-F238E27FC236}">
                <a16:creationId xmlns:a16="http://schemas.microsoft.com/office/drawing/2014/main" id="{074B60B7-89D0-4986-9998-67F66F117958}"/>
              </a:ext>
            </a:extLst>
          </p:cNvPr>
          <p:cNvSpPr>
            <a:spLocks noEditPoints="1"/>
          </p:cNvSpPr>
          <p:nvPr/>
        </p:nvSpPr>
        <p:spPr bwMode="auto">
          <a:xfrm>
            <a:off x="3927475" y="3854450"/>
            <a:ext cx="385763" cy="731838"/>
          </a:xfrm>
          <a:custGeom>
            <a:avLst/>
            <a:gdLst>
              <a:gd name="T0" fmla="*/ 75 w 108"/>
              <a:gd name="T1" fmla="*/ 59 h 204"/>
              <a:gd name="T2" fmla="*/ 75 w 108"/>
              <a:gd name="T3" fmla="*/ 53 h 204"/>
              <a:gd name="T4" fmla="*/ 30 w 108"/>
              <a:gd name="T5" fmla="*/ 110 h 204"/>
              <a:gd name="T6" fmla="*/ 82 w 108"/>
              <a:gd name="T7" fmla="*/ 157 h 204"/>
              <a:gd name="T8" fmla="*/ 77 w 108"/>
              <a:gd name="T9" fmla="*/ 52 h 204"/>
              <a:gd name="T10" fmla="*/ 5 w 108"/>
              <a:gd name="T11" fmla="*/ 107 h 204"/>
              <a:gd name="T12" fmla="*/ 95 w 108"/>
              <a:gd name="T13" fmla="*/ 34 h 204"/>
              <a:gd name="T14" fmla="*/ 83 w 108"/>
              <a:gd name="T15" fmla="*/ 39 h 204"/>
              <a:gd name="T16" fmla="*/ 96 w 108"/>
              <a:gd name="T17" fmla="*/ 38 h 204"/>
              <a:gd name="T18" fmla="*/ 84 w 108"/>
              <a:gd name="T19" fmla="*/ 47 h 204"/>
              <a:gd name="T20" fmla="*/ 86 w 108"/>
              <a:gd name="T21" fmla="*/ 48 h 204"/>
              <a:gd name="T22" fmla="*/ 87 w 108"/>
              <a:gd name="T23" fmla="*/ 53 h 204"/>
              <a:gd name="T24" fmla="*/ 87 w 108"/>
              <a:gd name="T25" fmla="*/ 57 h 204"/>
              <a:gd name="T26" fmla="*/ 97 w 108"/>
              <a:gd name="T27" fmla="*/ 62 h 204"/>
              <a:gd name="T28" fmla="*/ 85 w 108"/>
              <a:gd name="T29" fmla="*/ 65 h 204"/>
              <a:gd name="T30" fmla="*/ 87 w 108"/>
              <a:gd name="T31" fmla="*/ 67 h 204"/>
              <a:gd name="T32" fmla="*/ 98 w 108"/>
              <a:gd name="T33" fmla="*/ 72 h 204"/>
              <a:gd name="T34" fmla="*/ 87 w 108"/>
              <a:gd name="T35" fmla="*/ 73 h 204"/>
              <a:gd name="T36" fmla="*/ 87 w 108"/>
              <a:gd name="T37" fmla="*/ 77 h 204"/>
              <a:gd name="T38" fmla="*/ 98 w 108"/>
              <a:gd name="T39" fmla="*/ 75 h 204"/>
              <a:gd name="T40" fmla="*/ 88 w 108"/>
              <a:gd name="T41" fmla="*/ 80 h 204"/>
              <a:gd name="T42" fmla="*/ 89 w 108"/>
              <a:gd name="T43" fmla="*/ 84 h 204"/>
              <a:gd name="T44" fmla="*/ 99 w 108"/>
              <a:gd name="T45" fmla="*/ 83 h 204"/>
              <a:gd name="T46" fmla="*/ 89 w 108"/>
              <a:gd name="T47" fmla="*/ 89 h 204"/>
              <a:gd name="T48" fmla="*/ 89 w 108"/>
              <a:gd name="T49" fmla="*/ 93 h 204"/>
              <a:gd name="T50" fmla="*/ 100 w 108"/>
              <a:gd name="T51" fmla="*/ 92 h 204"/>
              <a:gd name="T52" fmla="*/ 92 w 108"/>
              <a:gd name="T53" fmla="*/ 99 h 204"/>
              <a:gd name="T54" fmla="*/ 87 w 108"/>
              <a:gd name="T55" fmla="*/ 100 h 204"/>
              <a:gd name="T56" fmla="*/ 92 w 108"/>
              <a:gd name="T57" fmla="*/ 103 h 204"/>
              <a:gd name="T58" fmla="*/ 100 w 108"/>
              <a:gd name="T59" fmla="*/ 106 h 204"/>
              <a:gd name="T60" fmla="*/ 88 w 108"/>
              <a:gd name="T61" fmla="*/ 110 h 204"/>
              <a:gd name="T62" fmla="*/ 101 w 108"/>
              <a:gd name="T63" fmla="*/ 110 h 204"/>
              <a:gd name="T64" fmla="*/ 91 w 108"/>
              <a:gd name="T65" fmla="*/ 117 h 204"/>
              <a:gd name="T66" fmla="*/ 91 w 108"/>
              <a:gd name="T67" fmla="*/ 121 h 204"/>
              <a:gd name="T68" fmla="*/ 101 w 108"/>
              <a:gd name="T69" fmla="*/ 120 h 204"/>
              <a:gd name="T70" fmla="*/ 100 w 108"/>
              <a:gd name="T71" fmla="*/ 128 h 204"/>
              <a:gd name="T72" fmla="*/ 89 w 108"/>
              <a:gd name="T73" fmla="*/ 131 h 204"/>
              <a:gd name="T74" fmla="*/ 102 w 108"/>
              <a:gd name="T75" fmla="*/ 132 h 204"/>
              <a:gd name="T76" fmla="*/ 91 w 108"/>
              <a:gd name="T77" fmla="*/ 137 h 204"/>
              <a:gd name="T78" fmla="*/ 91 w 108"/>
              <a:gd name="T79" fmla="*/ 141 h 204"/>
              <a:gd name="T80" fmla="*/ 103 w 108"/>
              <a:gd name="T81" fmla="*/ 145 h 204"/>
              <a:gd name="T82" fmla="*/ 92 w 108"/>
              <a:gd name="T83" fmla="*/ 147 h 204"/>
              <a:gd name="T84" fmla="*/ 92 w 108"/>
              <a:gd name="T85" fmla="*/ 151 h 204"/>
              <a:gd name="T86" fmla="*/ 103 w 108"/>
              <a:gd name="T87" fmla="*/ 155 h 204"/>
              <a:gd name="T88" fmla="*/ 91 w 108"/>
              <a:gd name="T89" fmla="*/ 160 h 204"/>
              <a:gd name="T90" fmla="*/ 93 w 108"/>
              <a:gd name="T91" fmla="*/ 161 h 204"/>
              <a:gd name="T92" fmla="*/ 93 w 108"/>
              <a:gd name="T93" fmla="*/ 165 h 204"/>
              <a:gd name="T94" fmla="*/ 93 w 108"/>
              <a:gd name="T95" fmla="*/ 169 h 204"/>
              <a:gd name="T96" fmla="*/ 103 w 108"/>
              <a:gd name="T97" fmla="*/ 171 h 204"/>
              <a:gd name="T98" fmla="*/ 92 w 108"/>
              <a:gd name="T99" fmla="*/ 176 h 204"/>
              <a:gd name="T100" fmla="*/ 103 w 108"/>
              <a:gd name="T101" fmla="*/ 175 h 204"/>
              <a:gd name="T102" fmla="*/ 93 w 108"/>
              <a:gd name="T103" fmla="*/ 1 h 204"/>
              <a:gd name="T104" fmla="*/ 0 w 108"/>
              <a:gd name="T105" fmla="*/ 108 h 204"/>
              <a:gd name="T106" fmla="*/ 105 w 108"/>
              <a:gd name="T107" fmla="*/ 204 h 204"/>
              <a:gd name="T108" fmla="*/ 106 w 108"/>
              <a:gd name="T109" fmla="*/ 129 h 204"/>
              <a:gd name="T110" fmla="*/ 94 w 108"/>
              <a:gd name="T11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8" h="204">
                <a:moveTo>
                  <a:pt x="79" y="151"/>
                </a:moveTo>
                <a:cubicBezTo>
                  <a:pt x="35" y="108"/>
                  <a:pt x="35" y="108"/>
                  <a:pt x="35" y="108"/>
                </a:cubicBezTo>
                <a:cubicBezTo>
                  <a:pt x="75" y="59"/>
                  <a:pt x="75" y="59"/>
                  <a:pt x="75" y="59"/>
                </a:cubicBezTo>
                <a:cubicBezTo>
                  <a:pt x="79" y="151"/>
                  <a:pt x="79" y="151"/>
                  <a:pt x="79" y="151"/>
                </a:cubicBezTo>
                <a:moveTo>
                  <a:pt x="77" y="52"/>
                </a:moveTo>
                <a:cubicBezTo>
                  <a:pt x="76" y="52"/>
                  <a:pt x="76" y="52"/>
                  <a:pt x="75" y="53"/>
                </a:cubicBezTo>
                <a:cubicBezTo>
                  <a:pt x="30" y="107"/>
                  <a:pt x="30" y="107"/>
                  <a:pt x="30" y="107"/>
                </a:cubicBezTo>
                <a:cubicBezTo>
                  <a:pt x="30" y="108"/>
                  <a:pt x="30" y="109"/>
                  <a:pt x="30" y="109"/>
                </a:cubicBezTo>
                <a:cubicBezTo>
                  <a:pt x="30" y="110"/>
                  <a:pt x="30" y="110"/>
                  <a:pt x="30" y="110"/>
                </a:cubicBezTo>
                <a:cubicBezTo>
                  <a:pt x="80" y="157"/>
                  <a:pt x="80" y="157"/>
                  <a:pt x="80" y="157"/>
                </a:cubicBezTo>
                <a:cubicBezTo>
                  <a:pt x="80" y="157"/>
                  <a:pt x="81" y="157"/>
                  <a:pt x="81" y="157"/>
                </a:cubicBezTo>
                <a:cubicBezTo>
                  <a:pt x="82" y="157"/>
                  <a:pt x="82" y="157"/>
                  <a:pt x="82" y="157"/>
                </a:cubicBezTo>
                <a:cubicBezTo>
                  <a:pt x="83" y="157"/>
                  <a:pt x="83" y="156"/>
                  <a:pt x="83" y="155"/>
                </a:cubicBezTo>
                <a:cubicBezTo>
                  <a:pt x="79" y="54"/>
                  <a:pt x="79" y="54"/>
                  <a:pt x="79" y="54"/>
                </a:cubicBezTo>
                <a:cubicBezTo>
                  <a:pt x="79" y="53"/>
                  <a:pt x="78" y="52"/>
                  <a:pt x="77" y="52"/>
                </a:cubicBezTo>
                <a:cubicBezTo>
                  <a:pt x="77" y="52"/>
                  <a:pt x="77" y="52"/>
                  <a:pt x="77" y="52"/>
                </a:cubicBezTo>
                <a:moveTo>
                  <a:pt x="104" y="198"/>
                </a:moveTo>
                <a:cubicBezTo>
                  <a:pt x="5" y="107"/>
                  <a:pt x="5" y="107"/>
                  <a:pt x="5" y="107"/>
                </a:cubicBezTo>
                <a:cubicBezTo>
                  <a:pt x="65" y="40"/>
                  <a:pt x="65" y="40"/>
                  <a:pt x="65" y="40"/>
                </a:cubicBezTo>
                <a:cubicBezTo>
                  <a:pt x="74" y="30"/>
                  <a:pt x="84" y="19"/>
                  <a:pt x="93" y="7"/>
                </a:cubicBezTo>
                <a:cubicBezTo>
                  <a:pt x="94" y="16"/>
                  <a:pt x="94" y="25"/>
                  <a:pt x="95" y="34"/>
                </a:cubicBezTo>
                <a:cubicBezTo>
                  <a:pt x="85" y="36"/>
                  <a:pt x="85" y="36"/>
                  <a:pt x="85" y="36"/>
                </a:cubicBezTo>
                <a:cubicBezTo>
                  <a:pt x="83" y="36"/>
                  <a:pt x="83" y="37"/>
                  <a:pt x="83" y="38"/>
                </a:cubicBezTo>
                <a:cubicBezTo>
                  <a:pt x="83" y="39"/>
                  <a:pt x="83" y="39"/>
                  <a:pt x="83" y="39"/>
                </a:cubicBezTo>
                <a:cubicBezTo>
                  <a:pt x="83" y="39"/>
                  <a:pt x="84" y="40"/>
                  <a:pt x="85" y="40"/>
                </a:cubicBezTo>
                <a:cubicBezTo>
                  <a:pt x="85" y="40"/>
                  <a:pt x="85" y="40"/>
                  <a:pt x="85" y="40"/>
                </a:cubicBezTo>
                <a:cubicBezTo>
                  <a:pt x="96" y="38"/>
                  <a:pt x="96" y="38"/>
                  <a:pt x="96" y="38"/>
                </a:cubicBezTo>
                <a:cubicBezTo>
                  <a:pt x="96" y="40"/>
                  <a:pt x="96" y="42"/>
                  <a:pt x="96" y="43"/>
                </a:cubicBezTo>
                <a:cubicBezTo>
                  <a:pt x="86" y="44"/>
                  <a:pt x="86" y="44"/>
                  <a:pt x="86" y="44"/>
                </a:cubicBezTo>
                <a:cubicBezTo>
                  <a:pt x="84" y="44"/>
                  <a:pt x="84" y="45"/>
                  <a:pt x="84" y="47"/>
                </a:cubicBezTo>
                <a:cubicBezTo>
                  <a:pt x="84" y="47"/>
                  <a:pt x="84" y="47"/>
                  <a:pt x="84" y="47"/>
                </a:cubicBezTo>
                <a:cubicBezTo>
                  <a:pt x="84" y="48"/>
                  <a:pt x="85" y="48"/>
                  <a:pt x="86" y="48"/>
                </a:cubicBezTo>
                <a:cubicBezTo>
                  <a:pt x="86" y="48"/>
                  <a:pt x="86" y="48"/>
                  <a:pt x="86" y="48"/>
                </a:cubicBezTo>
                <a:cubicBezTo>
                  <a:pt x="96" y="47"/>
                  <a:pt x="96" y="47"/>
                  <a:pt x="96" y="47"/>
                </a:cubicBezTo>
                <a:cubicBezTo>
                  <a:pt x="96" y="49"/>
                  <a:pt x="97" y="51"/>
                  <a:pt x="97" y="52"/>
                </a:cubicBezTo>
                <a:cubicBezTo>
                  <a:pt x="87" y="53"/>
                  <a:pt x="87" y="53"/>
                  <a:pt x="87" y="53"/>
                </a:cubicBezTo>
                <a:cubicBezTo>
                  <a:pt x="86" y="53"/>
                  <a:pt x="85" y="54"/>
                  <a:pt x="85" y="55"/>
                </a:cubicBezTo>
                <a:cubicBezTo>
                  <a:pt x="86" y="56"/>
                  <a:pt x="86" y="56"/>
                  <a:pt x="86" y="56"/>
                </a:cubicBezTo>
                <a:cubicBezTo>
                  <a:pt x="86" y="57"/>
                  <a:pt x="87" y="57"/>
                  <a:pt x="87" y="57"/>
                </a:cubicBezTo>
                <a:cubicBezTo>
                  <a:pt x="87" y="57"/>
                  <a:pt x="87" y="57"/>
                  <a:pt x="88" y="57"/>
                </a:cubicBezTo>
                <a:cubicBezTo>
                  <a:pt x="97" y="56"/>
                  <a:pt x="97" y="56"/>
                  <a:pt x="97" y="56"/>
                </a:cubicBezTo>
                <a:cubicBezTo>
                  <a:pt x="97" y="58"/>
                  <a:pt x="97" y="60"/>
                  <a:pt x="97" y="62"/>
                </a:cubicBezTo>
                <a:cubicBezTo>
                  <a:pt x="97" y="62"/>
                  <a:pt x="97" y="62"/>
                  <a:pt x="97" y="62"/>
                </a:cubicBezTo>
                <a:cubicBezTo>
                  <a:pt x="87" y="63"/>
                  <a:pt x="87" y="63"/>
                  <a:pt x="87" y="63"/>
                </a:cubicBezTo>
                <a:cubicBezTo>
                  <a:pt x="85" y="63"/>
                  <a:pt x="85" y="64"/>
                  <a:pt x="85" y="65"/>
                </a:cubicBezTo>
                <a:cubicBezTo>
                  <a:pt x="85" y="66"/>
                  <a:pt x="85" y="66"/>
                  <a:pt x="85" y="66"/>
                </a:cubicBezTo>
                <a:cubicBezTo>
                  <a:pt x="85" y="67"/>
                  <a:pt x="86" y="67"/>
                  <a:pt x="87" y="67"/>
                </a:cubicBezTo>
                <a:cubicBezTo>
                  <a:pt x="87" y="67"/>
                  <a:pt x="87" y="67"/>
                  <a:pt x="87" y="67"/>
                </a:cubicBezTo>
                <a:cubicBezTo>
                  <a:pt x="98" y="66"/>
                  <a:pt x="98" y="66"/>
                  <a:pt x="98" y="66"/>
                </a:cubicBezTo>
                <a:cubicBezTo>
                  <a:pt x="98" y="66"/>
                  <a:pt x="98" y="66"/>
                  <a:pt x="98" y="66"/>
                </a:cubicBezTo>
                <a:cubicBezTo>
                  <a:pt x="98" y="68"/>
                  <a:pt x="98" y="70"/>
                  <a:pt x="98" y="72"/>
                </a:cubicBezTo>
                <a:cubicBezTo>
                  <a:pt x="98" y="72"/>
                  <a:pt x="97" y="72"/>
                  <a:pt x="97" y="72"/>
                </a:cubicBezTo>
                <a:cubicBezTo>
                  <a:pt x="97" y="72"/>
                  <a:pt x="97" y="72"/>
                  <a:pt x="97" y="72"/>
                </a:cubicBezTo>
                <a:cubicBezTo>
                  <a:pt x="87" y="73"/>
                  <a:pt x="87" y="73"/>
                  <a:pt x="87" y="73"/>
                </a:cubicBezTo>
                <a:cubicBezTo>
                  <a:pt x="85" y="73"/>
                  <a:pt x="85" y="74"/>
                  <a:pt x="85" y="75"/>
                </a:cubicBezTo>
                <a:cubicBezTo>
                  <a:pt x="85" y="76"/>
                  <a:pt x="85" y="76"/>
                  <a:pt x="85" y="76"/>
                </a:cubicBezTo>
                <a:cubicBezTo>
                  <a:pt x="85" y="76"/>
                  <a:pt x="86" y="77"/>
                  <a:pt x="87" y="77"/>
                </a:cubicBezTo>
                <a:cubicBezTo>
                  <a:pt x="87" y="77"/>
                  <a:pt x="87" y="77"/>
                  <a:pt x="87" y="77"/>
                </a:cubicBezTo>
                <a:cubicBezTo>
                  <a:pt x="97" y="76"/>
                  <a:pt x="97" y="76"/>
                  <a:pt x="97" y="76"/>
                </a:cubicBezTo>
                <a:cubicBezTo>
                  <a:pt x="98" y="76"/>
                  <a:pt x="98" y="75"/>
                  <a:pt x="98" y="75"/>
                </a:cubicBezTo>
                <a:cubicBezTo>
                  <a:pt x="99" y="76"/>
                  <a:pt x="99" y="78"/>
                  <a:pt x="99" y="79"/>
                </a:cubicBezTo>
                <a:cubicBezTo>
                  <a:pt x="98" y="79"/>
                  <a:pt x="98" y="79"/>
                  <a:pt x="98" y="79"/>
                </a:cubicBezTo>
                <a:cubicBezTo>
                  <a:pt x="88" y="80"/>
                  <a:pt x="88" y="80"/>
                  <a:pt x="88" y="80"/>
                </a:cubicBezTo>
                <a:cubicBezTo>
                  <a:pt x="87" y="80"/>
                  <a:pt x="87" y="81"/>
                  <a:pt x="87" y="82"/>
                </a:cubicBezTo>
                <a:cubicBezTo>
                  <a:pt x="87" y="83"/>
                  <a:pt x="87" y="83"/>
                  <a:pt x="87" y="83"/>
                </a:cubicBezTo>
                <a:cubicBezTo>
                  <a:pt x="87" y="83"/>
                  <a:pt x="88" y="84"/>
                  <a:pt x="89" y="84"/>
                </a:cubicBezTo>
                <a:cubicBezTo>
                  <a:pt x="89" y="84"/>
                  <a:pt x="89" y="84"/>
                  <a:pt x="89" y="84"/>
                </a:cubicBezTo>
                <a:cubicBezTo>
                  <a:pt x="99" y="83"/>
                  <a:pt x="99" y="83"/>
                  <a:pt x="99" y="83"/>
                </a:cubicBezTo>
                <a:cubicBezTo>
                  <a:pt x="99" y="83"/>
                  <a:pt x="99" y="83"/>
                  <a:pt x="99" y="83"/>
                </a:cubicBezTo>
                <a:cubicBezTo>
                  <a:pt x="99" y="85"/>
                  <a:pt x="99" y="86"/>
                  <a:pt x="99" y="88"/>
                </a:cubicBezTo>
                <a:cubicBezTo>
                  <a:pt x="99" y="88"/>
                  <a:pt x="99" y="88"/>
                  <a:pt x="99" y="88"/>
                </a:cubicBezTo>
                <a:cubicBezTo>
                  <a:pt x="89" y="89"/>
                  <a:pt x="89" y="89"/>
                  <a:pt x="89" y="89"/>
                </a:cubicBezTo>
                <a:cubicBezTo>
                  <a:pt x="88" y="89"/>
                  <a:pt x="87" y="90"/>
                  <a:pt x="87" y="91"/>
                </a:cubicBezTo>
                <a:cubicBezTo>
                  <a:pt x="87" y="91"/>
                  <a:pt x="87" y="91"/>
                  <a:pt x="87" y="91"/>
                </a:cubicBezTo>
                <a:cubicBezTo>
                  <a:pt x="87" y="92"/>
                  <a:pt x="88" y="93"/>
                  <a:pt x="89" y="93"/>
                </a:cubicBezTo>
                <a:cubicBezTo>
                  <a:pt x="89" y="93"/>
                  <a:pt x="89" y="93"/>
                  <a:pt x="89" y="93"/>
                </a:cubicBezTo>
                <a:cubicBezTo>
                  <a:pt x="99" y="92"/>
                  <a:pt x="99" y="92"/>
                  <a:pt x="99" y="92"/>
                </a:cubicBezTo>
                <a:cubicBezTo>
                  <a:pt x="100" y="92"/>
                  <a:pt x="100" y="92"/>
                  <a:pt x="100" y="92"/>
                </a:cubicBezTo>
                <a:cubicBezTo>
                  <a:pt x="100" y="94"/>
                  <a:pt x="100" y="96"/>
                  <a:pt x="100" y="98"/>
                </a:cubicBezTo>
                <a:cubicBezTo>
                  <a:pt x="100" y="98"/>
                  <a:pt x="100" y="98"/>
                  <a:pt x="100" y="98"/>
                </a:cubicBezTo>
                <a:cubicBezTo>
                  <a:pt x="97" y="98"/>
                  <a:pt x="95" y="99"/>
                  <a:pt x="92" y="99"/>
                </a:cubicBezTo>
                <a:cubicBezTo>
                  <a:pt x="91" y="99"/>
                  <a:pt x="90" y="99"/>
                  <a:pt x="89" y="99"/>
                </a:cubicBezTo>
                <a:cubicBezTo>
                  <a:pt x="89" y="99"/>
                  <a:pt x="89" y="99"/>
                  <a:pt x="89" y="99"/>
                </a:cubicBezTo>
                <a:cubicBezTo>
                  <a:pt x="88" y="99"/>
                  <a:pt x="87" y="99"/>
                  <a:pt x="87" y="100"/>
                </a:cubicBezTo>
                <a:cubicBezTo>
                  <a:pt x="87" y="101"/>
                  <a:pt x="87" y="101"/>
                  <a:pt x="87" y="101"/>
                </a:cubicBezTo>
                <a:cubicBezTo>
                  <a:pt x="87" y="102"/>
                  <a:pt x="88" y="102"/>
                  <a:pt x="88" y="103"/>
                </a:cubicBezTo>
                <a:cubicBezTo>
                  <a:pt x="90" y="103"/>
                  <a:pt x="91" y="103"/>
                  <a:pt x="92" y="103"/>
                </a:cubicBezTo>
                <a:cubicBezTo>
                  <a:pt x="95" y="103"/>
                  <a:pt x="97" y="102"/>
                  <a:pt x="100" y="102"/>
                </a:cubicBezTo>
                <a:cubicBezTo>
                  <a:pt x="100" y="103"/>
                  <a:pt x="100" y="105"/>
                  <a:pt x="100" y="106"/>
                </a:cubicBezTo>
                <a:cubicBezTo>
                  <a:pt x="100" y="106"/>
                  <a:pt x="100" y="106"/>
                  <a:pt x="100" y="106"/>
                </a:cubicBezTo>
                <a:cubicBezTo>
                  <a:pt x="89" y="107"/>
                  <a:pt x="89" y="107"/>
                  <a:pt x="89" y="107"/>
                </a:cubicBezTo>
                <a:cubicBezTo>
                  <a:pt x="88" y="107"/>
                  <a:pt x="87" y="108"/>
                  <a:pt x="87" y="109"/>
                </a:cubicBezTo>
                <a:cubicBezTo>
                  <a:pt x="88" y="110"/>
                  <a:pt x="88" y="110"/>
                  <a:pt x="88" y="110"/>
                </a:cubicBezTo>
                <a:cubicBezTo>
                  <a:pt x="88" y="111"/>
                  <a:pt x="89" y="111"/>
                  <a:pt x="89" y="111"/>
                </a:cubicBezTo>
                <a:cubicBezTo>
                  <a:pt x="89" y="111"/>
                  <a:pt x="90" y="111"/>
                  <a:pt x="90" y="111"/>
                </a:cubicBezTo>
                <a:cubicBezTo>
                  <a:pt x="101" y="110"/>
                  <a:pt x="101" y="110"/>
                  <a:pt x="101" y="110"/>
                </a:cubicBezTo>
                <a:cubicBezTo>
                  <a:pt x="101" y="112"/>
                  <a:pt x="101" y="114"/>
                  <a:pt x="101" y="116"/>
                </a:cubicBezTo>
                <a:cubicBezTo>
                  <a:pt x="101" y="116"/>
                  <a:pt x="101" y="116"/>
                  <a:pt x="101" y="116"/>
                </a:cubicBezTo>
                <a:cubicBezTo>
                  <a:pt x="91" y="117"/>
                  <a:pt x="91" y="117"/>
                  <a:pt x="91" y="117"/>
                </a:cubicBezTo>
                <a:cubicBezTo>
                  <a:pt x="90" y="117"/>
                  <a:pt x="89" y="118"/>
                  <a:pt x="89" y="120"/>
                </a:cubicBezTo>
                <a:cubicBezTo>
                  <a:pt x="89" y="120"/>
                  <a:pt x="89" y="120"/>
                  <a:pt x="89" y="120"/>
                </a:cubicBezTo>
                <a:cubicBezTo>
                  <a:pt x="90" y="121"/>
                  <a:pt x="90" y="121"/>
                  <a:pt x="91" y="121"/>
                </a:cubicBezTo>
                <a:cubicBezTo>
                  <a:pt x="91" y="121"/>
                  <a:pt x="91" y="121"/>
                  <a:pt x="91" y="121"/>
                </a:cubicBezTo>
                <a:cubicBezTo>
                  <a:pt x="101" y="120"/>
                  <a:pt x="101" y="120"/>
                  <a:pt x="101" y="120"/>
                </a:cubicBezTo>
                <a:cubicBezTo>
                  <a:pt x="101" y="120"/>
                  <a:pt x="101" y="120"/>
                  <a:pt x="101" y="120"/>
                </a:cubicBezTo>
                <a:cubicBezTo>
                  <a:pt x="101" y="123"/>
                  <a:pt x="102" y="125"/>
                  <a:pt x="102" y="127"/>
                </a:cubicBezTo>
                <a:cubicBezTo>
                  <a:pt x="102" y="127"/>
                  <a:pt x="102" y="127"/>
                  <a:pt x="102" y="127"/>
                </a:cubicBezTo>
                <a:cubicBezTo>
                  <a:pt x="101" y="127"/>
                  <a:pt x="101" y="128"/>
                  <a:pt x="100" y="128"/>
                </a:cubicBezTo>
                <a:cubicBezTo>
                  <a:pt x="91" y="128"/>
                  <a:pt x="91" y="128"/>
                  <a:pt x="91" y="128"/>
                </a:cubicBezTo>
                <a:cubicBezTo>
                  <a:pt x="89" y="128"/>
                  <a:pt x="89" y="129"/>
                  <a:pt x="89" y="130"/>
                </a:cubicBezTo>
                <a:cubicBezTo>
                  <a:pt x="89" y="131"/>
                  <a:pt x="89" y="131"/>
                  <a:pt x="89" y="131"/>
                </a:cubicBezTo>
                <a:cubicBezTo>
                  <a:pt x="89" y="132"/>
                  <a:pt x="90" y="132"/>
                  <a:pt x="91" y="132"/>
                </a:cubicBezTo>
                <a:cubicBezTo>
                  <a:pt x="91" y="132"/>
                  <a:pt x="91" y="132"/>
                  <a:pt x="91" y="132"/>
                </a:cubicBezTo>
                <a:cubicBezTo>
                  <a:pt x="102" y="132"/>
                  <a:pt x="102" y="132"/>
                  <a:pt x="102" y="132"/>
                </a:cubicBezTo>
                <a:cubicBezTo>
                  <a:pt x="102" y="133"/>
                  <a:pt x="102" y="135"/>
                  <a:pt x="102" y="137"/>
                </a:cubicBezTo>
                <a:cubicBezTo>
                  <a:pt x="101" y="137"/>
                  <a:pt x="101" y="137"/>
                  <a:pt x="101" y="137"/>
                </a:cubicBezTo>
                <a:cubicBezTo>
                  <a:pt x="91" y="137"/>
                  <a:pt x="91" y="137"/>
                  <a:pt x="91" y="137"/>
                </a:cubicBezTo>
                <a:cubicBezTo>
                  <a:pt x="90" y="137"/>
                  <a:pt x="89" y="138"/>
                  <a:pt x="89" y="139"/>
                </a:cubicBezTo>
                <a:cubicBezTo>
                  <a:pt x="89" y="140"/>
                  <a:pt x="89" y="140"/>
                  <a:pt x="89" y="140"/>
                </a:cubicBezTo>
                <a:cubicBezTo>
                  <a:pt x="90" y="140"/>
                  <a:pt x="91" y="141"/>
                  <a:pt x="91" y="141"/>
                </a:cubicBezTo>
                <a:cubicBezTo>
                  <a:pt x="101" y="141"/>
                  <a:pt x="101" y="141"/>
                  <a:pt x="101" y="141"/>
                </a:cubicBezTo>
                <a:cubicBezTo>
                  <a:pt x="102" y="141"/>
                  <a:pt x="102" y="141"/>
                  <a:pt x="102" y="140"/>
                </a:cubicBezTo>
                <a:cubicBezTo>
                  <a:pt x="102" y="142"/>
                  <a:pt x="102" y="143"/>
                  <a:pt x="103" y="145"/>
                </a:cubicBezTo>
                <a:cubicBezTo>
                  <a:pt x="102" y="145"/>
                  <a:pt x="102" y="145"/>
                  <a:pt x="102" y="145"/>
                </a:cubicBezTo>
                <a:cubicBezTo>
                  <a:pt x="101" y="145"/>
                  <a:pt x="101" y="145"/>
                  <a:pt x="100" y="146"/>
                </a:cubicBezTo>
                <a:cubicBezTo>
                  <a:pt x="92" y="147"/>
                  <a:pt x="92" y="147"/>
                  <a:pt x="92" y="147"/>
                </a:cubicBezTo>
                <a:cubicBezTo>
                  <a:pt x="91" y="147"/>
                  <a:pt x="90" y="148"/>
                  <a:pt x="90" y="149"/>
                </a:cubicBezTo>
                <a:cubicBezTo>
                  <a:pt x="90" y="150"/>
                  <a:pt x="90" y="150"/>
                  <a:pt x="90" y="150"/>
                </a:cubicBezTo>
                <a:cubicBezTo>
                  <a:pt x="91" y="150"/>
                  <a:pt x="91" y="151"/>
                  <a:pt x="92" y="151"/>
                </a:cubicBezTo>
                <a:cubicBezTo>
                  <a:pt x="92" y="151"/>
                  <a:pt x="92" y="151"/>
                  <a:pt x="92" y="151"/>
                </a:cubicBezTo>
                <a:cubicBezTo>
                  <a:pt x="103" y="150"/>
                  <a:pt x="103" y="150"/>
                  <a:pt x="103" y="150"/>
                </a:cubicBezTo>
                <a:cubicBezTo>
                  <a:pt x="103" y="151"/>
                  <a:pt x="103" y="153"/>
                  <a:pt x="103" y="155"/>
                </a:cubicBezTo>
                <a:cubicBezTo>
                  <a:pt x="103" y="155"/>
                  <a:pt x="103" y="155"/>
                  <a:pt x="103" y="155"/>
                </a:cubicBezTo>
                <a:cubicBezTo>
                  <a:pt x="92" y="157"/>
                  <a:pt x="92" y="157"/>
                  <a:pt x="92" y="157"/>
                </a:cubicBezTo>
                <a:cubicBezTo>
                  <a:pt x="91" y="158"/>
                  <a:pt x="91" y="159"/>
                  <a:pt x="91" y="160"/>
                </a:cubicBezTo>
                <a:cubicBezTo>
                  <a:pt x="91" y="160"/>
                  <a:pt x="91" y="160"/>
                  <a:pt x="91" y="160"/>
                </a:cubicBezTo>
                <a:cubicBezTo>
                  <a:pt x="91" y="161"/>
                  <a:pt x="92" y="161"/>
                  <a:pt x="93" y="161"/>
                </a:cubicBezTo>
                <a:cubicBezTo>
                  <a:pt x="93" y="161"/>
                  <a:pt x="93" y="161"/>
                  <a:pt x="93" y="161"/>
                </a:cubicBezTo>
                <a:cubicBezTo>
                  <a:pt x="103" y="159"/>
                  <a:pt x="103" y="159"/>
                  <a:pt x="103" y="159"/>
                </a:cubicBezTo>
                <a:cubicBezTo>
                  <a:pt x="103" y="161"/>
                  <a:pt x="103" y="162"/>
                  <a:pt x="103" y="163"/>
                </a:cubicBezTo>
                <a:cubicBezTo>
                  <a:pt x="93" y="165"/>
                  <a:pt x="93" y="165"/>
                  <a:pt x="93" y="165"/>
                </a:cubicBezTo>
                <a:cubicBezTo>
                  <a:pt x="92" y="165"/>
                  <a:pt x="91" y="166"/>
                  <a:pt x="91" y="167"/>
                </a:cubicBezTo>
                <a:cubicBezTo>
                  <a:pt x="92" y="168"/>
                  <a:pt x="92" y="168"/>
                  <a:pt x="92" y="168"/>
                </a:cubicBezTo>
                <a:cubicBezTo>
                  <a:pt x="92" y="169"/>
                  <a:pt x="93" y="169"/>
                  <a:pt x="93" y="169"/>
                </a:cubicBezTo>
                <a:cubicBezTo>
                  <a:pt x="93" y="169"/>
                  <a:pt x="94" y="169"/>
                  <a:pt x="94" y="169"/>
                </a:cubicBezTo>
                <a:cubicBezTo>
                  <a:pt x="103" y="167"/>
                  <a:pt x="103" y="167"/>
                  <a:pt x="103" y="167"/>
                </a:cubicBezTo>
                <a:cubicBezTo>
                  <a:pt x="103" y="169"/>
                  <a:pt x="103" y="170"/>
                  <a:pt x="103" y="171"/>
                </a:cubicBezTo>
                <a:cubicBezTo>
                  <a:pt x="94" y="173"/>
                  <a:pt x="94" y="173"/>
                  <a:pt x="94" y="173"/>
                </a:cubicBezTo>
                <a:cubicBezTo>
                  <a:pt x="93" y="174"/>
                  <a:pt x="92" y="175"/>
                  <a:pt x="92" y="176"/>
                </a:cubicBezTo>
                <a:cubicBezTo>
                  <a:pt x="92" y="176"/>
                  <a:pt x="92" y="176"/>
                  <a:pt x="92" y="176"/>
                </a:cubicBezTo>
                <a:cubicBezTo>
                  <a:pt x="93" y="177"/>
                  <a:pt x="94" y="177"/>
                  <a:pt x="94" y="177"/>
                </a:cubicBezTo>
                <a:cubicBezTo>
                  <a:pt x="94" y="177"/>
                  <a:pt x="95" y="177"/>
                  <a:pt x="95" y="177"/>
                </a:cubicBezTo>
                <a:cubicBezTo>
                  <a:pt x="103" y="175"/>
                  <a:pt x="103" y="175"/>
                  <a:pt x="103" y="175"/>
                </a:cubicBezTo>
                <a:cubicBezTo>
                  <a:pt x="104" y="183"/>
                  <a:pt x="104" y="190"/>
                  <a:pt x="104" y="198"/>
                </a:cubicBezTo>
                <a:moveTo>
                  <a:pt x="94" y="0"/>
                </a:moveTo>
                <a:cubicBezTo>
                  <a:pt x="94" y="0"/>
                  <a:pt x="93" y="1"/>
                  <a:pt x="93" y="1"/>
                </a:cubicBezTo>
                <a:cubicBezTo>
                  <a:pt x="83" y="14"/>
                  <a:pt x="72" y="26"/>
                  <a:pt x="62" y="37"/>
                </a:cubicBezTo>
                <a:cubicBezTo>
                  <a:pt x="1" y="106"/>
                  <a:pt x="1" y="106"/>
                  <a:pt x="1" y="106"/>
                </a:cubicBezTo>
                <a:cubicBezTo>
                  <a:pt x="0" y="106"/>
                  <a:pt x="0" y="107"/>
                  <a:pt x="0" y="108"/>
                </a:cubicBezTo>
                <a:cubicBezTo>
                  <a:pt x="1" y="108"/>
                  <a:pt x="1" y="108"/>
                  <a:pt x="1" y="108"/>
                </a:cubicBezTo>
                <a:cubicBezTo>
                  <a:pt x="104" y="204"/>
                  <a:pt x="104" y="204"/>
                  <a:pt x="104" y="204"/>
                </a:cubicBezTo>
                <a:cubicBezTo>
                  <a:pt x="104" y="204"/>
                  <a:pt x="105" y="204"/>
                  <a:pt x="105" y="204"/>
                </a:cubicBezTo>
                <a:cubicBezTo>
                  <a:pt x="106" y="204"/>
                  <a:pt x="106" y="204"/>
                  <a:pt x="106" y="204"/>
                </a:cubicBezTo>
                <a:cubicBezTo>
                  <a:pt x="107" y="204"/>
                  <a:pt x="107" y="203"/>
                  <a:pt x="107" y="202"/>
                </a:cubicBezTo>
                <a:cubicBezTo>
                  <a:pt x="108" y="177"/>
                  <a:pt x="107" y="151"/>
                  <a:pt x="106" y="129"/>
                </a:cubicBezTo>
                <a:cubicBezTo>
                  <a:pt x="103" y="82"/>
                  <a:pt x="100" y="41"/>
                  <a:pt x="96" y="2"/>
                </a:cubicBezTo>
                <a:cubicBezTo>
                  <a:pt x="96" y="1"/>
                  <a:pt x="96" y="1"/>
                  <a:pt x="95" y="0"/>
                </a:cubicBezTo>
                <a:cubicBezTo>
                  <a:pt x="95" y="0"/>
                  <a:pt x="94" y="0"/>
                  <a:pt x="94"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7" name="Freeform 111">
            <a:extLst>
              <a:ext uri="{FF2B5EF4-FFF2-40B4-BE49-F238E27FC236}">
                <a16:creationId xmlns:a16="http://schemas.microsoft.com/office/drawing/2014/main" id="{89B40868-23CA-402D-B2D4-8E5063066BFF}"/>
              </a:ext>
            </a:extLst>
          </p:cNvPr>
          <p:cNvSpPr>
            <a:spLocks noEditPoints="1"/>
          </p:cNvSpPr>
          <p:nvPr/>
        </p:nvSpPr>
        <p:spPr bwMode="auto">
          <a:xfrm>
            <a:off x="7356475" y="1608138"/>
            <a:ext cx="433388" cy="717550"/>
          </a:xfrm>
          <a:custGeom>
            <a:avLst/>
            <a:gdLst>
              <a:gd name="T0" fmla="*/ 102 w 121"/>
              <a:gd name="T1" fmla="*/ 174 h 200"/>
              <a:gd name="T2" fmla="*/ 104 w 121"/>
              <a:gd name="T3" fmla="*/ 175 h 200"/>
              <a:gd name="T4" fmla="*/ 101 w 121"/>
              <a:gd name="T5" fmla="*/ 163 h 200"/>
              <a:gd name="T6" fmla="*/ 102 w 121"/>
              <a:gd name="T7" fmla="*/ 167 h 200"/>
              <a:gd name="T8" fmla="*/ 109 w 121"/>
              <a:gd name="T9" fmla="*/ 161 h 200"/>
              <a:gd name="T10" fmla="*/ 112 w 121"/>
              <a:gd name="T11" fmla="*/ 164 h 200"/>
              <a:gd name="T12" fmla="*/ 109 w 121"/>
              <a:gd name="T13" fmla="*/ 174 h 200"/>
              <a:gd name="T14" fmla="*/ 105 w 121"/>
              <a:gd name="T15" fmla="*/ 186 h 200"/>
              <a:gd name="T16" fmla="*/ 119 w 121"/>
              <a:gd name="T17" fmla="*/ 200 h 200"/>
              <a:gd name="T18" fmla="*/ 114 w 121"/>
              <a:gd name="T19" fmla="*/ 156 h 200"/>
              <a:gd name="T20" fmla="*/ 67 w 121"/>
              <a:gd name="T21" fmla="*/ 61 h 200"/>
              <a:gd name="T22" fmla="*/ 66 w 121"/>
              <a:gd name="T23" fmla="*/ 55 h 200"/>
              <a:gd name="T24" fmla="*/ 31 w 121"/>
              <a:gd name="T25" fmla="*/ 118 h 200"/>
              <a:gd name="T26" fmla="*/ 89 w 121"/>
              <a:gd name="T27" fmla="*/ 157 h 200"/>
              <a:gd name="T28" fmla="*/ 68 w 121"/>
              <a:gd name="T29" fmla="*/ 54 h 200"/>
              <a:gd name="T30" fmla="*/ 76 w 121"/>
              <a:gd name="T31" fmla="*/ 1 h 200"/>
              <a:gd name="T32" fmla="*/ 1 w 121"/>
              <a:gd name="T33" fmla="*/ 121 h 200"/>
              <a:gd name="T34" fmla="*/ 102 w 121"/>
              <a:gd name="T35" fmla="*/ 184 h 200"/>
              <a:gd name="T36" fmla="*/ 77 w 121"/>
              <a:gd name="T37" fmla="*/ 8 h 200"/>
              <a:gd name="T38" fmla="*/ 72 w 121"/>
              <a:gd name="T39" fmla="*/ 39 h 200"/>
              <a:gd name="T40" fmla="*/ 74 w 121"/>
              <a:gd name="T41" fmla="*/ 41 h 200"/>
              <a:gd name="T42" fmla="*/ 75 w 121"/>
              <a:gd name="T43" fmla="*/ 45 h 200"/>
              <a:gd name="T44" fmla="*/ 76 w 121"/>
              <a:gd name="T45" fmla="*/ 49 h 200"/>
              <a:gd name="T46" fmla="*/ 88 w 121"/>
              <a:gd name="T47" fmla="*/ 51 h 200"/>
              <a:gd name="T48" fmla="*/ 77 w 121"/>
              <a:gd name="T49" fmla="*/ 57 h 200"/>
              <a:gd name="T50" fmla="*/ 89 w 121"/>
              <a:gd name="T51" fmla="*/ 55 h 200"/>
              <a:gd name="T52" fmla="*/ 79 w 121"/>
              <a:gd name="T53" fmla="*/ 64 h 200"/>
              <a:gd name="T54" fmla="*/ 80 w 121"/>
              <a:gd name="T55" fmla="*/ 68 h 200"/>
              <a:gd name="T56" fmla="*/ 91 w 121"/>
              <a:gd name="T57" fmla="*/ 65 h 200"/>
              <a:gd name="T58" fmla="*/ 91 w 121"/>
              <a:gd name="T59" fmla="*/ 70 h 200"/>
              <a:gd name="T60" fmla="*/ 80 w 121"/>
              <a:gd name="T61" fmla="*/ 76 h 200"/>
              <a:gd name="T62" fmla="*/ 92 w 121"/>
              <a:gd name="T63" fmla="*/ 74 h 200"/>
              <a:gd name="T64" fmla="*/ 93 w 121"/>
              <a:gd name="T65" fmla="*/ 78 h 200"/>
              <a:gd name="T66" fmla="*/ 82 w 121"/>
              <a:gd name="T67" fmla="*/ 83 h 200"/>
              <a:gd name="T68" fmla="*/ 94 w 121"/>
              <a:gd name="T69" fmla="*/ 82 h 200"/>
              <a:gd name="T70" fmla="*/ 95 w 121"/>
              <a:gd name="T71" fmla="*/ 86 h 200"/>
              <a:gd name="T72" fmla="*/ 84 w 121"/>
              <a:gd name="T73" fmla="*/ 91 h 200"/>
              <a:gd name="T74" fmla="*/ 96 w 121"/>
              <a:gd name="T75" fmla="*/ 90 h 200"/>
              <a:gd name="T76" fmla="*/ 97 w 121"/>
              <a:gd name="T77" fmla="*/ 96 h 200"/>
              <a:gd name="T78" fmla="*/ 85 w 121"/>
              <a:gd name="T79" fmla="*/ 101 h 200"/>
              <a:gd name="T80" fmla="*/ 99 w 121"/>
              <a:gd name="T81" fmla="*/ 100 h 200"/>
              <a:gd name="T82" fmla="*/ 89 w 121"/>
              <a:gd name="T83" fmla="*/ 106 h 200"/>
              <a:gd name="T84" fmla="*/ 89 w 121"/>
              <a:gd name="T85" fmla="*/ 110 h 200"/>
              <a:gd name="T86" fmla="*/ 102 w 121"/>
              <a:gd name="T87" fmla="*/ 114 h 200"/>
              <a:gd name="T88" fmla="*/ 90 w 121"/>
              <a:gd name="T89" fmla="*/ 119 h 200"/>
              <a:gd name="T90" fmla="*/ 93 w 121"/>
              <a:gd name="T91" fmla="*/ 120 h 200"/>
              <a:gd name="T92" fmla="*/ 104 w 121"/>
              <a:gd name="T93" fmla="*/ 125 h 200"/>
              <a:gd name="T94" fmla="*/ 92 w 121"/>
              <a:gd name="T95" fmla="*/ 130 h 200"/>
              <a:gd name="T96" fmla="*/ 94 w 121"/>
              <a:gd name="T97" fmla="*/ 131 h 200"/>
              <a:gd name="T98" fmla="*/ 105 w 121"/>
              <a:gd name="T99" fmla="*/ 134 h 200"/>
              <a:gd name="T100" fmla="*/ 94 w 121"/>
              <a:gd name="T101" fmla="*/ 139 h 200"/>
              <a:gd name="T102" fmla="*/ 106 w 121"/>
              <a:gd name="T103" fmla="*/ 138 h 200"/>
              <a:gd name="T104" fmla="*/ 107 w 121"/>
              <a:gd name="T105" fmla="*/ 142 h 200"/>
              <a:gd name="T106" fmla="*/ 96 w 121"/>
              <a:gd name="T107" fmla="*/ 148 h 200"/>
              <a:gd name="T108" fmla="*/ 98 w 121"/>
              <a:gd name="T109" fmla="*/ 149 h 200"/>
              <a:gd name="T110" fmla="*/ 110 w 121"/>
              <a:gd name="T111" fmla="*/ 152 h 200"/>
              <a:gd name="T112" fmla="*/ 99 w 121"/>
              <a:gd name="T113" fmla="*/ 159 h 200"/>
              <a:gd name="T114" fmla="*/ 110 w 121"/>
              <a:gd name="T115" fmla="*/ 156 h 200"/>
              <a:gd name="T116" fmla="*/ 108 w 121"/>
              <a:gd name="T117" fmla="*/ 126 h 200"/>
              <a:gd name="T118" fmla="*/ 77 w 121"/>
              <a:gd name="T119"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1" h="200">
                <a:moveTo>
                  <a:pt x="106" y="170"/>
                </a:moveTo>
                <a:cubicBezTo>
                  <a:pt x="103" y="171"/>
                  <a:pt x="103" y="171"/>
                  <a:pt x="103" y="171"/>
                </a:cubicBezTo>
                <a:cubicBezTo>
                  <a:pt x="102" y="172"/>
                  <a:pt x="102" y="173"/>
                  <a:pt x="102" y="174"/>
                </a:cubicBezTo>
                <a:cubicBezTo>
                  <a:pt x="103" y="174"/>
                  <a:pt x="103" y="174"/>
                  <a:pt x="103" y="174"/>
                </a:cubicBezTo>
                <a:cubicBezTo>
                  <a:pt x="103" y="175"/>
                  <a:pt x="104" y="175"/>
                  <a:pt x="104" y="175"/>
                </a:cubicBezTo>
                <a:cubicBezTo>
                  <a:pt x="104" y="175"/>
                  <a:pt x="104" y="175"/>
                  <a:pt x="104" y="175"/>
                </a:cubicBezTo>
                <a:cubicBezTo>
                  <a:pt x="106" y="170"/>
                  <a:pt x="106" y="170"/>
                  <a:pt x="106" y="170"/>
                </a:cubicBezTo>
                <a:moveTo>
                  <a:pt x="109" y="161"/>
                </a:moveTo>
                <a:cubicBezTo>
                  <a:pt x="101" y="163"/>
                  <a:pt x="101" y="163"/>
                  <a:pt x="101" y="163"/>
                </a:cubicBezTo>
                <a:cubicBezTo>
                  <a:pt x="100" y="164"/>
                  <a:pt x="100" y="165"/>
                  <a:pt x="100" y="166"/>
                </a:cubicBezTo>
                <a:cubicBezTo>
                  <a:pt x="100" y="166"/>
                  <a:pt x="100" y="166"/>
                  <a:pt x="100" y="166"/>
                </a:cubicBezTo>
                <a:cubicBezTo>
                  <a:pt x="101" y="167"/>
                  <a:pt x="101" y="167"/>
                  <a:pt x="102" y="167"/>
                </a:cubicBezTo>
                <a:cubicBezTo>
                  <a:pt x="102" y="167"/>
                  <a:pt x="102" y="167"/>
                  <a:pt x="103" y="167"/>
                </a:cubicBezTo>
                <a:cubicBezTo>
                  <a:pt x="108" y="165"/>
                  <a:pt x="108" y="165"/>
                  <a:pt x="108" y="165"/>
                </a:cubicBezTo>
                <a:cubicBezTo>
                  <a:pt x="109" y="161"/>
                  <a:pt x="109" y="161"/>
                  <a:pt x="109" y="161"/>
                </a:cubicBezTo>
                <a:moveTo>
                  <a:pt x="114" y="156"/>
                </a:moveTo>
                <a:cubicBezTo>
                  <a:pt x="114" y="156"/>
                  <a:pt x="114" y="157"/>
                  <a:pt x="114" y="158"/>
                </a:cubicBezTo>
                <a:cubicBezTo>
                  <a:pt x="112" y="164"/>
                  <a:pt x="112" y="164"/>
                  <a:pt x="112" y="164"/>
                </a:cubicBezTo>
                <a:cubicBezTo>
                  <a:pt x="112" y="165"/>
                  <a:pt x="112" y="167"/>
                  <a:pt x="113" y="168"/>
                </a:cubicBezTo>
                <a:cubicBezTo>
                  <a:pt x="110" y="169"/>
                  <a:pt x="110" y="169"/>
                  <a:pt x="110" y="169"/>
                </a:cubicBezTo>
                <a:cubicBezTo>
                  <a:pt x="109" y="174"/>
                  <a:pt x="109" y="174"/>
                  <a:pt x="109" y="174"/>
                </a:cubicBezTo>
                <a:cubicBezTo>
                  <a:pt x="113" y="172"/>
                  <a:pt x="113" y="172"/>
                  <a:pt x="113" y="172"/>
                </a:cubicBezTo>
                <a:cubicBezTo>
                  <a:pt x="115" y="179"/>
                  <a:pt x="116" y="187"/>
                  <a:pt x="117" y="194"/>
                </a:cubicBezTo>
                <a:cubicBezTo>
                  <a:pt x="105" y="186"/>
                  <a:pt x="105" y="186"/>
                  <a:pt x="105" y="186"/>
                </a:cubicBezTo>
                <a:cubicBezTo>
                  <a:pt x="104" y="190"/>
                  <a:pt x="104" y="190"/>
                  <a:pt x="104" y="190"/>
                </a:cubicBezTo>
                <a:cubicBezTo>
                  <a:pt x="118" y="200"/>
                  <a:pt x="118" y="200"/>
                  <a:pt x="118" y="200"/>
                </a:cubicBezTo>
                <a:cubicBezTo>
                  <a:pt x="119" y="200"/>
                  <a:pt x="119" y="200"/>
                  <a:pt x="119" y="200"/>
                </a:cubicBezTo>
                <a:cubicBezTo>
                  <a:pt x="120" y="200"/>
                  <a:pt x="120" y="200"/>
                  <a:pt x="120" y="200"/>
                </a:cubicBezTo>
                <a:cubicBezTo>
                  <a:pt x="121" y="199"/>
                  <a:pt x="121" y="199"/>
                  <a:pt x="121" y="198"/>
                </a:cubicBezTo>
                <a:cubicBezTo>
                  <a:pt x="119" y="184"/>
                  <a:pt x="117" y="170"/>
                  <a:pt x="114" y="156"/>
                </a:cubicBezTo>
                <a:moveTo>
                  <a:pt x="85" y="151"/>
                </a:moveTo>
                <a:cubicBezTo>
                  <a:pt x="35" y="116"/>
                  <a:pt x="35" y="116"/>
                  <a:pt x="35" y="116"/>
                </a:cubicBezTo>
                <a:cubicBezTo>
                  <a:pt x="67" y="61"/>
                  <a:pt x="67" y="61"/>
                  <a:pt x="67" y="61"/>
                </a:cubicBezTo>
                <a:cubicBezTo>
                  <a:pt x="85" y="151"/>
                  <a:pt x="85" y="151"/>
                  <a:pt x="85" y="151"/>
                </a:cubicBezTo>
                <a:moveTo>
                  <a:pt x="68" y="54"/>
                </a:moveTo>
                <a:cubicBezTo>
                  <a:pt x="67" y="54"/>
                  <a:pt x="67" y="54"/>
                  <a:pt x="66" y="55"/>
                </a:cubicBezTo>
                <a:cubicBezTo>
                  <a:pt x="30" y="116"/>
                  <a:pt x="30" y="116"/>
                  <a:pt x="30" y="116"/>
                </a:cubicBezTo>
                <a:cubicBezTo>
                  <a:pt x="30" y="116"/>
                  <a:pt x="30" y="117"/>
                  <a:pt x="31" y="118"/>
                </a:cubicBezTo>
                <a:cubicBezTo>
                  <a:pt x="31" y="118"/>
                  <a:pt x="31" y="118"/>
                  <a:pt x="31" y="118"/>
                </a:cubicBezTo>
                <a:cubicBezTo>
                  <a:pt x="87" y="157"/>
                  <a:pt x="87" y="157"/>
                  <a:pt x="87" y="157"/>
                </a:cubicBezTo>
                <a:cubicBezTo>
                  <a:pt x="88" y="157"/>
                  <a:pt x="88" y="158"/>
                  <a:pt x="88" y="158"/>
                </a:cubicBezTo>
                <a:cubicBezTo>
                  <a:pt x="89" y="158"/>
                  <a:pt x="89" y="157"/>
                  <a:pt x="89" y="157"/>
                </a:cubicBezTo>
                <a:cubicBezTo>
                  <a:pt x="90" y="157"/>
                  <a:pt x="90" y="156"/>
                  <a:pt x="90" y="155"/>
                </a:cubicBezTo>
                <a:cubicBezTo>
                  <a:pt x="70" y="56"/>
                  <a:pt x="70" y="56"/>
                  <a:pt x="70" y="56"/>
                </a:cubicBezTo>
                <a:cubicBezTo>
                  <a:pt x="70" y="55"/>
                  <a:pt x="69" y="54"/>
                  <a:pt x="68" y="54"/>
                </a:cubicBezTo>
                <a:cubicBezTo>
                  <a:pt x="68" y="54"/>
                  <a:pt x="68" y="54"/>
                  <a:pt x="68" y="54"/>
                </a:cubicBezTo>
                <a:moveTo>
                  <a:pt x="77" y="0"/>
                </a:moveTo>
                <a:cubicBezTo>
                  <a:pt x="77" y="0"/>
                  <a:pt x="76" y="1"/>
                  <a:pt x="76" y="1"/>
                </a:cubicBezTo>
                <a:cubicBezTo>
                  <a:pt x="68" y="15"/>
                  <a:pt x="59" y="29"/>
                  <a:pt x="51" y="42"/>
                </a:cubicBezTo>
                <a:cubicBezTo>
                  <a:pt x="1" y="119"/>
                  <a:pt x="1" y="119"/>
                  <a:pt x="1" y="119"/>
                </a:cubicBezTo>
                <a:cubicBezTo>
                  <a:pt x="0" y="120"/>
                  <a:pt x="0" y="120"/>
                  <a:pt x="1" y="121"/>
                </a:cubicBezTo>
                <a:cubicBezTo>
                  <a:pt x="1" y="122"/>
                  <a:pt x="1" y="122"/>
                  <a:pt x="1" y="122"/>
                </a:cubicBezTo>
                <a:cubicBezTo>
                  <a:pt x="100" y="188"/>
                  <a:pt x="100" y="188"/>
                  <a:pt x="100" y="188"/>
                </a:cubicBezTo>
                <a:cubicBezTo>
                  <a:pt x="102" y="184"/>
                  <a:pt x="102" y="184"/>
                  <a:pt x="102" y="184"/>
                </a:cubicBezTo>
                <a:cubicBezTo>
                  <a:pt x="5" y="119"/>
                  <a:pt x="5" y="119"/>
                  <a:pt x="5" y="119"/>
                </a:cubicBezTo>
                <a:cubicBezTo>
                  <a:pt x="54" y="44"/>
                  <a:pt x="54" y="44"/>
                  <a:pt x="54" y="44"/>
                </a:cubicBezTo>
                <a:cubicBezTo>
                  <a:pt x="62" y="32"/>
                  <a:pt x="69" y="20"/>
                  <a:pt x="77" y="8"/>
                </a:cubicBezTo>
                <a:cubicBezTo>
                  <a:pt x="79" y="16"/>
                  <a:pt x="81" y="25"/>
                  <a:pt x="83" y="33"/>
                </a:cubicBezTo>
                <a:cubicBezTo>
                  <a:pt x="73" y="37"/>
                  <a:pt x="73" y="37"/>
                  <a:pt x="73" y="37"/>
                </a:cubicBezTo>
                <a:cubicBezTo>
                  <a:pt x="72" y="37"/>
                  <a:pt x="71" y="38"/>
                  <a:pt x="72" y="39"/>
                </a:cubicBezTo>
                <a:cubicBezTo>
                  <a:pt x="72" y="40"/>
                  <a:pt x="72" y="40"/>
                  <a:pt x="72" y="40"/>
                </a:cubicBezTo>
                <a:cubicBezTo>
                  <a:pt x="72" y="40"/>
                  <a:pt x="73" y="41"/>
                  <a:pt x="74" y="41"/>
                </a:cubicBezTo>
                <a:cubicBezTo>
                  <a:pt x="74" y="41"/>
                  <a:pt x="74" y="41"/>
                  <a:pt x="74" y="41"/>
                </a:cubicBezTo>
                <a:cubicBezTo>
                  <a:pt x="84" y="37"/>
                  <a:pt x="84" y="37"/>
                  <a:pt x="84" y="37"/>
                </a:cubicBezTo>
                <a:cubicBezTo>
                  <a:pt x="85" y="39"/>
                  <a:pt x="85" y="41"/>
                  <a:pt x="86" y="43"/>
                </a:cubicBezTo>
                <a:cubicBezTo>
                  <a:pt x="75" y="45"/>
                  <a:pt x="75" y="45"/>
                  <a:pt x="75" y="45"/>
                </a:cubicBezTo>
                <a:cubicBezTo>
                  <a:pt x="74" y="45"/>
                  <a:pt x="74" y="47"/>
                  <a:pt x="74" y="48"/>
                </a:cubicBezTo>
                <a:cubicBezTo>
                  <a:pt x="74" y="48"/>
                  <a:pt x="74" y="48"/>
                  <a:pt x="74" y="48"/>
                </a:cubicBezTo>
                <a:cubicBezTo>
                  <a:pt x="75" y="49"/>
                  <a:pt x="75" y="49"/>
                  <a:pt x="76" y="49"/>
                </a:cubicBezTo>
                <a:cubicBezTo>
                  <a:pt x="76" y="49"/>
                  <a:pt x="76" y="49"/>
                  <a:pt x="76" y="49"/>
                </a:cubicBezTo>
                <a:cubicBezTo>
                  <a:pt x="86" y="47"/>
                  <a:pt x="86" y="47"/>
                  <a:pt x="86" y="47"/>
                </a:cubicBezTo>
                <a:cubicBezTo>
                  <a:pt x="87" y="48"/>
                  <a:pt x="87" y="50"/>
                  <a:pt x="88" y="51"/>
                </a:cubicBezTo>
                <a:cubicBezTo>
                  <a:pt x="78" y="54"/>
                  <a:pt x="78" y="54"/>
                  <a:pt x="78" y="54"/>
                </a:cubicBezTo>
                <a:cubicBezTo>
                  <a:pt x="77" y="54"/>
                  <a:pt x="77" y="55"/>
                  <a:pt x="77" y="56"/>
                </a:cubicBezTo>
                <a:cubicBezTo>
                  <a:pt x="77" y="57"/>
                  <a:pt x="77" y="57"/>
                  <a:pt x="77" y="57"/>
                </a:cubicBezTo>
                <a:cubicBezTo>
                  <a:pt x="78" y="57"/>
                  <a:pt x="78" y="58"/>
                  <a:pt x="79" y="58"/>
                </a:cubicBezTo>
                <a:cubicBezTo>
                  <a:pt x="79" y="58"/>
                  <a:pt x="79" y="58"/>
                  <a:pt x="79" y="58"/>
                </a:cubicBezTo>
                <a:cubicBezTo>
                  <a:pt x="89" y="55"/>
                  <a:pt x="89" y="55"/>
                  <a:pt x="89" y="55"/>
                </a:cubicBezTo>
                <a:cubicBezTo>
                  <a:pt x="89" y="57"/>
                  <a:pt x="89" y="59"/>
                  <a:pt x="90" y="61"/>
                </a:cubicBezTo>
                <a:cubicBezTo>
                  <a:pt x="90" y="61"/>
                  <a:pt x="90" y="61"/>
                  <a:pt x="90" y="61"/>
                </a:cubicBezTo>
                <a:cubicBezTo>
                  <a:pt x="79" y="64"/>
                  <a:pt x="79" y="64"/>
                  <a:pt x="79" y="64"/>
                </a:cubicBezTo>
                <a:cubicBezTo>
                  <a:pt x="78" y="64"/>
                  <a:pt x="77" y="65"/>
                  <a:pt x="78" y="66"/>
                </a:cubicBezTo>
                <a:cubicBezTo>
                  <a:pt x="78" y="67"/>
                  <a:pt x="78" y="67"/>
                  <a:pt x="78" y="67"/>
                </a:cubicBezTo>
                <a:cubicBezTo>
                  <a:pt x="78" y="67"/>
                  <a:pt x="79" y="68"/>
                  <a:pt x="80" y="68"/>
                </a:cubicBezTo>
                <a:cubicBezTo>
                  <a:pt x="80" y="68"/>
                  <a:pt x="80" y="68"/>
                  <a:pt x="80" y="67"/>
                </a:cubicBezTo>
                <a:cubicBezTo>
                  <a:pt x="91" y="65"/>
                  <a:pt x="91" y="65"/>
                  <a:pt x="91" y="65"/>
                </a:cubicBezTo>
                <a:cubicBezTo>
                  <a:pt x="91" y="65"/>
                  <a:pt x="91" y="65"/>
                  <a:pt x="91" y="65"/>
                </a:cubicBezTo>
                <a:cubicBezTo>
                  <a:pt x="91" y="67"/>
                  <a:pt x="92" y="69"/>
                  <a:pt x="92" y="70"/>
                </a:cubicBezTo>
                <a:cubicBezTo>
                  <a:pt x="92" y="70"/>
                  <a:pt x="92" y="70"/>
                  <a:pt x="91" y="70"/>
                </a:cubicBezTo>
                <a:cubicBezTo>
                  <a:pt x="91" y="70"/>
                  <a:pt x="91" y="70"/>
                  <a:pt x="91" y="70"/>
                </a:cubicBezTo>
                <a:cubicBezTo>
                  <a:pt x="81" y="73"/>
                  <a:pt x="81" y="73"/>
                  <a:pt x="81" y="73"/>
                </a:cubicBezTo>
                <a:cubicBezTo>
                  <a:pt x="80" y="73"/>
                  <a:pt x="79" y="75"/>
                  <a:pt x="79" y="76"/>
                </a:cubicBezTo>
                <a:cubicBezTo>
                  <a:pt x="80" y="76"/>
                  <a:pt x="80" y="76"/>
                  <a:pt x="80" y="76"/>
                </a:cubicBezTo>
                <a:cubicBezTo>
                  <a:pt x="80" y="77"/>
                  <a:pt x="81" y="77"/>
                  <a:pt x="81" y="77"/>
                </a:cubicBezTo>
                <a:cubicBezTo>
                  <a:pt x="81" y="77"/>
                  <a:pt x="82" y="77"/>
                  <a:pt x="82" y="77"/>
                </a:cubicBezTo>
                <a:cubicBezTo>
                  <a:pt x="92" y="74"/>
                  <a:pt x="92" y="74"/>
                  <a:pt x="92" y="74"/>
                </a:cubicBezTo>
                <a:cubicBezTo>
                  <a:pt x="92" y="74"/>
                  <a:pt x="93" y="74"/>
                  <a:pt x="93" y="74"/>
                </a:cubicBezTo>
                <a:cubicBezTo>
                  <a:pt x="93" y="75"/>
                  <a:pt x="93" y="76"/>
                  <a:pt x="94" y="78"/>
                </a:cubicBezTo>
                <a:cubicBezTo>
                  <a:pt x="93" y="78"/>
                  <a:pt x="93" y="78"/>
                  <a:pt x="93" y="78"/>
                </a:cubicBezTo>
                <a:cubicBezTo>
                  <a:pt x="84" y="80"/>
                  <a:pt x="84" y="80"/>
                  <a:pt x="84" y="80"/>
                </a:cubicBezTo>
                <a:cubicBezTo>
                  <a:pt x="83" y="80"/>
                  <a:pt x="82" y="81"/>
                  <a:pt x="82" y="82"/>
                </a:cubicBezTo>
                <a:cubicBezTo>
                  <a:pt x="82" y="83"/>
                  <a:pt x="82" y="83"/>
                  <a:pt x="82" y="83"/>
                </a:cubicBezTo>
                <a:cubicBezTo>
                  <a:pt x="83" y="83"/>
                  <a:pt x="83" y="84"/>
                  <a:pt x="84" y="84"/>
                </a:cubicBezTo>
                <a:cubicBezTo>
                  <a:pt x="84" y="84"/>
                  <a:pt x="84" y="84"/>
                  <a:pt x="85" y="84"/>
                </a:cubicBezTo>
                <a:cubicBezTo>
                  <a:pt x="94" y="82"/>
                  <a:pt x="94" y="82"/>
                  <a:pt x="94" y="82"/>
                </a:cubicBezTo>
                <a:cubicBezTo>
                  <a:pt x="95" y="81"/>
                  <a:pt x="95" y="81"/>
                  <a:pt x="95" y="81"/>
                </a:cubicBezTo>
                <a:cubicBezTo>
                  <a:pt x="95" y="83"/>
                  <a:pt x="95" y="84"/>
                  <a:pt x="96" y="86"/>
                </a:cubicBezTo>
                <a:cubicBezTo>
                  <a:pt x="95" y="86"/>
                  <a:pt x="95" y="86"/>
                  <a:pt x="95" y="86"/>
                </a:cubicBezTo>
                <a:cubicBezTo>
                  <a:pt x="85" y="88"/>
                  <a:pt x="85" y="88"/>
                  <a:pt x="85" y="88"/>
                </a:cubicBezTo>
                <a:cubicBezTo>
                  <a:pt x="84" y="89"/>
                  <a:pt x="83" y="90"/>
                  <a:pt x="84" y="91"/>
                </a:cubicBezTo>
                <a:cubicBezTo>
                  <a:pt x="84" y="91"/>
                  <a:pt x="84" y="91"/>
                  <a:pt x="84" y="91"/>
                </a:cubicBezTo>
                <a:cubicBezTo>
                  <a:pt x="84" y="92"/>
                  <a:pt x="85" y="92"/>
                  <a:pt x="86" y="92"/>
                </a:cubicBezTo>
                <a:cubicBezTo>
                  <a:pt x="86" y="92"/>
                  <a:pt x="86" y="92"/>
                  <a:pt x="86" y="92"/>
                </a:cubicBezTo>
                <a:cubicBezTo>
                  <a:pt x="96" y="90"/>
                  <a:pt x="96" y="90"/>
                  <a:pt x="96" y="90"/>
                </a:cubicBezTo>
                <a:cubicBezTo>
                  <a:pt x="96" y="90"/>
                  <a:pt x="96" y="90"/>
                  <a:pt x="96" y="90"/>
                </a:cubicBezTo>
                <a:cubicBezTo>
                  <a:pt x="97" y="92"/>
                  <a:pt x="97" y="94"/>
                  <a:pt x="98" y="96"/>
                </a:cubicBezTo>
                <a:cubicBezTo>
                  <a:pt x="97" y="96"/>
                  <a:pt x="97" y="96"/>
                  <a:pt x="97" y="96"/>
                </a:cubicBezTo>
                <a:cubicBezTo>
                  <a:pt x="94" y="97"/>
                  <a:pt x="91" y="98"/>
                  <a:pt x="87" y="98"/>
                </a:cubicBezTo>
                <a:cubicBezTo>
                  <a:pt x="86" y="98"/>
                  <a:pt x="85" y="99"/>
                  <a:pt x="85" y="100"/>
                </a:cubicBezTo>
                <a:cubicBezTo>
                  <a:pt x="85" y="101"/>
                  <a:pt x="85" y="101"/>
                  <a:pt x="85" y="101"/>
                </a:cubicBezTo>
                <a:cubicBezTo>
                  <a:pt x="86" y="102"/>
                  <a:pt x="86" y="102"/>
                  <a:pt x="87" y="102"/>
                </a:cubicBezTo>
                <a:cubicBezTo>
                  <a:pt x="87" y="102"/>
                  <a:pt x="87" y="102"/>
                  <a:pt x="87" y="102"/>
                </a:cubicBezTo>
                <a:cubicBezTo>
                  <a:pt x="91" y="102"/>
                  <a:pt x="95" y="101"/>
                  <a:pt x="99" y="100"/>
                </a:cubicBezTo>
                <a:cubicBezTo>
                  <a:pt x="99" y="101"/>
                  <a:pt x="99" y="102"/>
                  <a:pt x="100" y="104"/>
                </a:cubicBezTo>
                <a:cubicBezTo>
                  <a:pt x="99" y="104"/>
                  <a:pt x="99" y="104"/>
                  <a:pt x="99" y="104"/>
                </a:cubicBezTo>
                <a:cubicBezTo>
                  <a:pt x="89" y="106"/>
                  <a:pt x="89" y="106"/>
                  <a:pt x="89" y="106"/>
                </a:cubicBezTo>
                <a:cubicBezTo>
                  <a:pt x="88" y="107"/>
                  <a:pt x="87" y="108"/>
                  <a:pt x="87" y="109"/>
                </a:cubicBezTo>
                <a:cubicBezTo>
                  <a:pt x="87" y="110"/>
                  <a:pt x="87" y="110"/>
                  <a:pt x="87" y="110"/>
                </a:cubicBezTo>
                <a:cubicBezTo>
                  <a:pt x="88" y="110"/>
                  <a:pt x="88" y="110"/>
                  <a:pt x="89" y="110"/>
                </a:cubicBezTo>
                <a:cubicBezTo>
                  <a:pt x="89" y="110"/>
                  <a:pt x="89" y="110"/>
                  <a:pt x="90" y="110"/>
                </a:cubicBezTo>
                <a:cubicBezTo>
                  <a:pt x="100" y="108"/>
                  <a:pt x="100" y="108"/>
                  <a:pt x="100" y="108"/>
                </a:cubicBezTo>
                <a:cubicBezTo>
                  <a:pt x="101" y="110"/>
                  <a:pt x="101" y="112"/>
                  <a:pt x="102" y="114"/>
                </a:cubicBezTo>
                <a:cubicBezTo>
                  <a:pt x="102" y="114"/>
                  <a:pt x="102" y="114"/>
                  <a:pt x="102" y="114"/>
                </a:cubicBezTo>
                <a:cubicBezTo>
                  <a:pt x="92" y="117"/>
                  <a:pt x="92" y="117"/>
                  <a:pt x="92" y="117"/>
                </a:cubicBezTo>
                <a:cubicBezTo>
                  <a:pt x="91" y="117"/>
                  <a:pt x="90" y="118"/>
                  <a:pt x="90" y="119"/>
                </a:cubicBezTo>
                <a:cubicBezTo>
                  <a:pt x="91" y="120"/>
                  <a:pt x="91" y="120"/>
                  <a:pt x="91" y="120"/>
                </a:cubicBezTo>
                <a:cubicBezTo>
                  <a:pt x="91" y="120"/>
                  <a:pt x="92" y="120"/>
                  <a:pt x="92" y="120"/>
                </a:cubicBezTo>
                <a:cubicBezTo>
                  <a:pt x="92" y="120"/>
                  <a:pt x="93" y="120"/>
                  <a:pt x="93" y="120"/>
                </a:cubicBezTo>
                <a:cubicBezTo>
                  <a:pt x="103" y="118"/>
                  <a:pt x="103" y="118"/>
                  <a:pt x="103" y="118"/>
                </a:cubicBezTo>
                <a:cubicBezTo>
                  <a:pt x="103" y="118"/>
                  <a:pt x="103" y="118"/>
                  <a:pt x="103" y="118"/>
                </a:cubicBezTo>
                <a:cubicBezTo>
                  <a:pt x="103" y="120"/>
                  <a:pt x="104" y="122"/>
                  <a:pt x="104" y="125"/>
                </a:cubicBezTo>
                <a:cubicBezTo>
                  <a:pt x="104" y="125"/>
                  <a:pt x="103" y="125"/>
                  <a:pt x="103" y="125"/>
                </a:cubicBezTo>
                <a:cubicBezTo>
                  <a:pt x="93" y="127"/>
                  <a:pt x="93" y="127"/>
                  <a:pt x="93" y="127"/>
                </a:cubicBezTo>
                <a:cubicBezTo>
                  <a:pt x="92" y="128"/>
                  <a:pt x="91" y="129"/>
                  <a:pt x="92" y="130"/>
                </a:cubicBezTo>
                <a:cubicBezTo>
                  <a:pt x="92" y="130"/>
                  <a:pt x="92" y="130"/>
                  <a:pt x="92" y="130"/>
                </a:cubicBezTo>
                <a:cubicBezTo>
                  <a:pt x="92" y="131"/>
                  <a:pt x="93" y="131"/>
                  <a:pt x="94" y="131"/>
                </a:cubicBezTo>
                <a:cubicBezTo>
                  <a:pt x="94" y="131"/>
                  <a:pt x="94" y="131"/>
                  <a:pt x="94" y="131"/>
                </a:cubicBezTo>
                <a:cubicBezTo>
                  <a:pt x="105" y="129"/>
                  <a:pt x="105" y="129"/>
                  <a:pt x="105" y="129"/>
                </a:cubicBezTo>
                <a:cubicBezTo>
                  <a:pt x="105" y="131"/>
                  <a:pt x="106" y="132"/>
                  <a:pt x="106" y="134"/>
                </a:cubicBezTo>
                <a:cubicBezTo>
                  <a:pt x="105" y="134"/>
                  <a:pt x="105" y="134"/>
                  <a:pt x="105" y="134"/>
                </a:cubicBezTo>
                <a:cubicBezTo>
                  <a:pt x="95" y="136"/>
                  <a:pt x="95" y="136"/>
                  <a:pt x="95" y="136"/>
                </a:cubicBezTo>
                <a:cubicBezTo>
                  <a:pt x="94" y="136"/>
                  <a:pt x="93" y="137"/>
                  <a:pt x="94" y="138"/>
                </a:cubicBezTo>
                <a:cubicBezTo>
                  <a:pt x="94" y="139"/>
                  <a:pt x="94" y="139"/>
                  <a:pt x="94" y="139"/>
                </a:cubicBezTo>
                <a:cubicBezTo>
                  <a:pt x="94" y="139"/>
                  <a:pt x="95" y="140"/>
                  <a:pt x="96" y="140"/>
                </a:cubicBezTo>
                <a:cubicBezTo>
                  <a:pt x="96" y="140"/>
                  <a:pt x="96" y="140"/>
                  <a:pt x="96" y="140"/>
                </a:cubicBezTo>
                <a:cubicBezTo>
                  <a:pt x="106" y="138"/>
                  <a:pt x="106" y="138"/>
                  <a:pt x="106" y="138"/>
                </a:cubicBezTo>
                <a:cubicBezTo>
                  <a:pt x="106" y="138"/>
                  <a:pt x="106" y="138"/>
                  <a:pt x="107" y="137"/>
                </a:cubicBezTo>
                <a:cubicBezTo>
                  <a:pt x="107" y="139"/>
                  <a:pt x="107" y="141"/>
                  <a:pt x="108" y="142"/>
                </a:cubicBezTo>
                <a:cubicBezTo>
                  <a:pt x="108" y="142"/>
                  <a:pt x="107" y="142"/>
                  <a:pt x="107" y="142"/>
                </a:cubicBezTo>
                <a:cubicBezTo>
                  <a:pt x="107" y="142"/>
                  <a:pt x="106" y="142"/>
                  <a:pt x="106" y="143"/>
                </a:cubicBezTo>
                <a:cubicBezTo>
                  <a:pt x="97" y="145"/>
                  <a:pt x="97" y="145"/>
                  <a:pt x="97" y="145"/>
                </a:cubicBezTo>
                <a:cubicBezTo>
                  <a:pt x="96" y="146"/>
                  <a:pt x="96" y="147"/>
                  <a:pt x="96" y="148"/>
                </a:cubicBezTo>
                <a:cubicBezTo>
                  <a:pt x="96" y="148"/>
                  <a:pt x="96" y="148"/>
                  <a:pt x="96" y="148"/>
                </a:cubicBezTo>
                <a:cubicBezTo>
                  <a:pt x="97" y="149"/>
                  <a:pt x="97" y="149"/>
                  <a:pt x="98" y="149"/>
                </a:cubicBezTo>
                <a:cubicBezTo>
                  <a:pt x="98" y="149"/>
                  <a:pt x="98" y="149"/>
                  <a:pt x="98" y="149"/>
                </a:cubicBezTo>
                <a:cubicBezTo>
                  <a:pt x="109" y="146"/>
                  <a:pt x="109" y="146"/>
                  <a:pt x="109" y="146"/>
                </a:cubicBezTo>
                <a:cubicBezTo>
                  <a:pt x="109" y="148"/>
                  <a:pt x="109" y="150"/>
                  <a:pt x="110" y="152"/>
                </a:cubicBezTo>
                <a:cubicBezTo>
                  <a:pt x="110" y="152"/>
                  <a:pt x="110" y="152"/>
                  <a:pt x="110" y="152"/>
                </a:cubicBezTo>
                <a:cubicBezTo>
                  <a:pt x="99" y="156"/>
                  <a:pt x="99" y="156"/>
                  <a:pt x="99" y="156"/>
                </a:cubicBezTo>
                <a:cubicBezTo>
                  <a:pt x="98" y="156"/>
                  <a:pt x="98" y="157"/>
                  <a:pt x="98" y="158"/>
                </a:cubicBezTo>
                <a:cubicBezTo>
                  <a:pt x="99" y="159"/>
                  <a:pt x="99" y="159"/>
                  <a:pt x="99" y="159"/>
                </a:cubicBezTo>
                <a:cubicBezTo>
                  <a:pt x="99" y="159"/>
                  <a:pt x="100" y="160"/>
                  <a:pt x="100" y="160"/>
                </a:cubicBezTo>
                <a:cubicBezTo>
                  <a:pt x="100" y="160"/>
                  <a:pt x="101" y="160"/>
                  <a:pt x="101" y="159"/>
                </a:cubicBezTo>
                <a:cubicBezTo>
                  <a:pt x="110" y="156"/>
                  <a:pt x="110" y="156"/>
                  <a:pt x="110" y="156"/>
                </a:cubicBezTo>
                <a:cubicBezTo>
                  <a:pt x="110" y="156"/>
                  <a:pt x="110" y="156"/>
                  <a:pt x="110" y="156"/>
                </a:cubicBezTo>
                <a:cubicBezTo>
                  <a:pt x="111" y="155"/>
                  <a:pt x="112" y="152"/>
                  <a:pt x="113" y="150"/>
                </a:cubicBezTo>
                <a:cubicBezTo>
                  <a:pt x="112" y="141"/>
                  <a:pt x="110" y="133"/>
                  <a:pt x="108" y="126"/>
                </a:cubicBezTo>
                <a:cubicBezTo>
                  <a:pt x="99" y="80"/>
                  <a:pt x="89" y="39"/>
                  <a:pt x="79" y="2"/>
                </a:cubicBezTo>
                <a:cubicBezTo>
                  <a:pt x="79" y="1"/>
                  <a:pt x="79" y="1"/>
                  <a:pt x="78" y="0"/>
                </a:cubicBezTo>
                <a:cubicBezTo>
                  <a:pt x="78" y="0"/>
                  <a:pt x="78" y="0"/>
                  <a:pt x="77"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8" name="Freeform 112">
            <a:extLst>
              <a:ext uri="{FF2B5EF4-FFF2-40B4-BE49-F238E27FC236}">
                <a16:creationId xmlns:a16="http://schemas.microsoft.com/office/drawing/2014/main" id="{BAC16277-2A74-43F6-9C46-010B61DE827A}"/>
              </a:ext>
            </a:extLst>
          </p:cNvPr>
          <p:cNvSpPr>
            <a:spLocks noEditPoints="1"/>
          </p:cNvSpPr>
          <p:nvPr/>
        </p:nvSpPr>
        <p:spPr bwMode="auto">
          <a:xfrm>
            <a:off x="8143875" y="1812925"/>
            <a:ext cx="433388" cy="452438"/>
          </a:xfrm>
          <a:custGeom>
            <a:avLst/>
            <a:gdLst>
              <a:gd name="T0" fmla="*/ 34 w 121"/>
              <a:gd name="T1" fmla="*/ 104 h 126"/>
              <a:gd name="T2" fmla="*/ 9 w 121"/>
              <a:gd name="T3" fmla="*/ 95 h 126"/>
              <a:gd name="T4" fmla="*/ 24 w 121"/>
              <a:gd name="T5" fmla="*/ 52 h 126"/>
              <a:gd name="T6" fmla="*/ 23 w 121"/>
              <a:gd name="T7" fmla="*/ 50 h 126"/>
              <a:gd name="T8" fmla="*/ 22 w 121"/>
              <a:gd name="T9" fmla="*/ 49 h 126"/>
              <a:gd name="T10" fmla="*/ 8 w 121"/>
              <a:gd name="T11" fmla="*/ 45 h 126"/>
              <a:gd name="T12" fmla="*/ 82 w 121"/>
              <a:gd name="T13" fmla="*/ 6 h 126"/>
              <a:gd name="T14" fmla="*/ 91 w 121"/>
              <a:gd name="T15" fmla="*/ 25 h 126"/>
              <a:gd name="T16" fmla="*/ 96 w 121"/>
              <a:gd name="T17" fmla="*/ 33 h 126"/>
              <a:gd name="T18" fmla="*/ 115 w 121"/>
              <a:gd name="T19" fmla="*/ 83 h 126"/>
              <a:gd name="T20" fmla="*/ 102 w 121"/>
              <a:gd name="T21" fmla="*/ 77 h 126"/>
              <a:gd name="T22" fmla="*/ 101 w 121"/>
              <a:gd name="T23" fmla="*/ 77 h 126"/>
              <a:gd name="T24" fmla="*/ 101 w 121"/>
              <a:gd name="T25" fmla="*/ 77 h 126"/>
              <a:gd name="T26" fmla="*/ 99 w 121"/>
              <a:gd name="T27" fmla="*/ 78 h 126"/>
              <a:gd name="T28" fmla="*/ 86 w 121"/>
              <a:gd name="T29" fmla="*/ 121 h 126"/>
              <a:gd name="T30" fmla="*/ 62 w 121"/>
              <a:gd name="T31" fmla="*/ 114 h 126"/>
              <a:gd name="T32" fmla="*/ 74 w 121"/>
              <a:gd name="T33" fmla="*/ 80 h 126"/>
              <a:gd name="T34" fmla="*/ 73 w 121"/>
              <a:gd name="T35" fmla="*/ 78 h 126"/>
              <a:gd name="T36" fmla="*/ 48 w 121"/>
              <a:gd name="T37" fmla="*/ 68 h 126"/>
              <a:gd name="T38" fmla="*/ 47 w 121"/>
              <a:gd name="T39" fmla="*/ 68 h 126"/>
              <a:gd name="T40" fmla="*/ 46 w 121"/>
              <a:gd name="T41" fmla="*/ 68 h 126"/>
              <a:gd name="T42" fmla="*/ 45 w 121"/>
              <a:gd name="T43" fmla="*/ 70 h 126"/>
              <a:gd name="T44" fmla="*/ 34 w 121"/>
              <a:gd name="T45" fmla="*/ 104 h 126"/>
              <a:gd name="T46" fmla="*/ 83 w 121"/>
              <a:gd name="T47" fmla="*/ 0 h 126"/>
              <a:gd name="T48" fmla="*/ 82 w 121"/>
              <a:gd name="T49" fmla="*/ 0 h 126"/>
              <a:gd name="T50" fmla="*/ 1 w 121"/>
              <a:gd name="T51" fmla="*/ 43 h 126"/>
              <a:gd name="T52" fmla="*/ 0 w 121"/>
              <a:gd name="T53" fmla="*/ 45 h 126"/>
              <a:gd name="T54" fmla="*/ 2 w 121"/>
              <a:gd name="T55" fmla="*/ 47 h 126"/>
              <a:gd name="T56" fmla="*/ 19 w 121"/>
              <a:gd name="T57" fmla="*/ 53 h 126"/>
              <a:gd name="T58" fmla="*/ 4 w 121"/>
              <a:gd name="T59" fmla="*/ 95 h 126"/>
              <a:gd name="T60" fmla="*/ 6 w 121"/>
              <a:gd name="T61" fmla="*/ 98 h 126"/>
              <a:gd name="T62" fmla="*/ 35 w 121"/>
              <a:gd name="T63" fmla="*/ 109 h 126"/>
              <a:gd name="T64" fmla="*/ 36 w 121"/>
              <a:gd name="T65" fmla="*/ 109 h 126"/>
              <a:gd name="T66" fmla="*/ 36 w 121"/>
              <a:gd name="T67" fmla="*/ 109 h 126"/>
              <a:gd name="T68" fmla="*/ 38 w 121"/>
              <a:gd name="T69" fmla="*/ 107 h 126"/>
              <a:gd name="T70" fmla="*/ 48 w 121"/>
              <a:gd name="T71" fmla="*/ 73 h 126"/>
              <a:gd name="T72" fmla="*/ 69 w 121"/>
              <a:gd name="T73" fmla="*/ 81 h 126"/>
              <a:gd name="T74" fmla="*/ 57 w 121"/>
              <a:gd name="T75" fmla="*/ 114 h 126"/>
              <a:gd name="T76" fmla="*/ 57 w 121"/>
              <a:gd name="T77" fmla="*/ 116 h 126"/>
              <a:gd name="T78" fmla="*/ 59 w 121"/>
              <a:gd name="T79" fmla="*/ 117 h 126"/>
              <a:gd name="T80" fmla="*/ 87 w 121"/>
              <a:gd name="T81" fmla="*/ 126 h 126"/>
              <a:gd name="T82" fmla="*/ 88 w 121"/>
              <a:gd name="T83" fmla="*/ 126 h 126"/>
              <a:gd name="T84" fmla="*/ 89 w 121"/>
              <a:gd name="T85" fmla="*/ 126 h 126"/>
              <a:gd name="T86" fmla="*/ 90 w 121"/>
              <a:gd name="T87" fmla="*/ 125 h 126"/>
              <a:gd name="T88" fmla="*/ 103 w 121"/>
              <a:gd name="T89" fmla="*/ 82 h 126"/>
              <a:gd name="T90" fmla="*/ 118 w 121"/>
              <a:gd name="T91" fmla="*/ 89 h 126"/>
              <a:gd name="T92" fmla="*/ 118 w 121"/>
              <a:gd name="T93" fmla="*/ 89 h 126"/>
              <a:gd name="T94" fmla="*/ 120 w 121"/>
              <a:gd name="T95" fmla="*/ 88 h 126"/>
              <a:gd name="T96" fmla="*/ 121 w 121"/>
              <a:gd name="T97" fmla="*/ 86 h 126"/>
              <a:gd name="T98" fmla="*/ 100 w 121"/>
              <a:gd name="T99" fmla="*/ 30 h 126"/>
              <a:gd name="T100" fmla="*/ 95 w 121"/>
              <a:gd name="T101" fmla="*/ 23 h 126"/>
              <a:gd name="T102" fmla="*/ 85 w 121"/>
              <a:gd name="T103" fmla="*/ 2 h 126"/>
              <a:gd name="T104" fmla="*/ 84 w 121"/>
              <a:gd name="T105" fmla="*/ 0 h 126"/>
              <a:gd name="T106" fmla="*/ 83 w 121"/>
              <a:gd name="T10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 h="126">
                <a:moveTo>
                  <a:pt x="34" y="104"/>
                </a:moveTo>
                <a:cubicBezTo>
                  <a:pt x="9" y="95"/>
                  <a:pt x="9" y="95"/>
                  <a:pt x="9" y="95"/>
                </a:cubicBezTo>
                <a:cubicBezTo>
                  <a:pt x="24" y="52"/>
                  <a:pt x="24" y="52"/>
                  <a:pt x="24" y="52"/>
                </a:cubicBezTo>
                <a:cubicBezTo>
                  <a:pt x="24" y="52"/>
                  <a:pt x="24" y="51"/>
                  <a:pt x="23" y="50"/>
                </a:cubicBezTo>
                <a:cubicBezTo>
                  <a:pt x="23" y="50"/>
                  <a:pt x="23" y="49"/>
                  <a:pt x="22" y="49"/>
                </a:cubicBezTo>
                <a:cubicBezTo>
                  <a:pt x="8" y="45"/>
                  <a:pt x="8" y="45"/>
                  <a:pt x="8" y="45"/>
                </a:cubicBezTo>
                <a:cubicBezTo>
                  <a:pt x="82" y="6"/>
                  <a:pt x="82" y="6"/>
                  <a:pt x="82" y="6"/>
                </a:cubicBezTo>
                <a:cubicBezTo>
                  <a:pt x="84" y="13"/>
                  <a:pt x="88" y="19"/>
                  <a:pt x="91" y="25"/>
                </a:cubicBezTo>
                <a:cubicBezTo>
                  <a:pt x="93" y="28"/>
                  <a:pt x="94" y="30"/>
                  <a:pt x="96" y="33"/>
                </a:cubicBezTo>
                <a:cubicBezTo>
                  <a:pt x="104" y="48"/>
                  <a:pt x="110" y="66"/>
                  <a:pt x="115" y="83"/>
                </a:cubicBezTo>
                <a:cubicBezTo>
                  <a:pt x="102" y="77"/>
                  <a:pt x="102" y="77"/>
                  <a:pt x="102" y="77"/>
                </a:cubicBezTo>
                <a:cubicBezTo>
                  <a:pt x="102" y="77"/>
                  <a:pt x="102" y="77"/>
                  <a:pt x="101" y="77"/>
                </a:cubicBezTo>
                <a:cubicBezTo>
                  <a:pt x="101" y="77"/>
                  <a:pt x="101" y="77"/>
                  <a:pt x="101" y="77"/>
                </a:cubicBezTo>
                <a:cubicBezTo>
                  <a:pt x="100" y="77"/>
                  <a:pt x="99" y="78"/>
                  <a:pt x="99" y="78"/>
                </a:cubicBezTo>
                <a:cubicBezTo>
                  <a:pt x="86" y="121"/>
                  <a:pt x="86" y="121"/>
                  <a:pt x="86" y="121"/>
                </a:cubicBezTo>
                <a:cubicBezTo>
                  <a:pt x="62" y="114"/>
                  <a:pt x="62" y="114"/>
                  <a:pt x="62" y="114"/>
                </a:cubicBezTo>
                <a:cubicBezTo>
                  <a:pt x="74" y="80"/>
                  <a:pt x="74" y="80"/>
                  <a:pt x="74" y="80"/>
                </a:cubicBezTo>
                <a:cubicBezTo>
                  <a:pt x="74" y="79"/>
                  <a:pt x="74" y="78"/>
                  <a:pt x="73" y="78"/>
                </a:cubicBezTo>
                <a:cubicBezTo>
                  <a:pt x="48" y="68"/>
                  <a:pt x="48" y="68"/>
                  <a:pt x="48" y="68"/>
                </a:cubicBezTo>
                <a:cubicBezTo>
                  <a:pt x="48" y="68"/>
                  <a:pt x="48" y="68"/>
                  <a:pt x="47" y="68"/>
                </a:cubicBezTo>
                <a:cubicBezTo>
                  <a:pt x="47" y="68"/>
                  <a:pt x="46" y="68"/>
                  <a:pt x="46" y="68"/>
                </a:cubicBezTo>
                <a:cubicBezTo>
                  <a:pt x="46" y="69"/>
                  <a:pt x="45" y="69"/>
                  <a:pt x="45" y="70"/>
                </a:cubicBezTo>
                <a:cubicBezTo>
                  <a:pt x="34" y="104"/>
                  <a:pt x="34" y="104"/>
                  <a:pt x="34" y="104"/>
                </a:cubicBezTo>
                <a:moveTo>
                  <a:pt x="83" y="0"/>
                </a:moveTo>
                <a:cubicBezTo>
                  <a:pt x="83" y="0"/>
                  <a:pt x="82" y="0"/>
                  <a:pt x="82" y="0"/>
                </a:cubicBezTo>
                <a:cubicBezTo>
                  <a:pt x="1" y="43"/>
                  <a:pt x="1" y="43"/>
                  <a:pt x="1" y="43"/>
                </a:cubicBezTo>
                <a:cubicBezTo>
                  <a:pt x="1" y="44"/>
                  <a:pt x="0" y="45"/>
                  <a:pt x="0" y="45"/>
                </a:cubicBezTo>
                <a:cubicBezTo>
                  <a:pt x="0" y="46"/>
                  <a:pt x="1" y="47"/>
                  <a:pt x="2" y="47"/>
                </a:cubicBezTo>
                <a:cubicBezTo>
                  <a:pt x="19" y="53"/>
                  <a:pt x="19" y="53"/>
                  <a:pt x="19" y="53"/>
                </a:cubicBezTo>
                <a:cubicBezTo>
                  <a:pt x="4" y="95"/>
                  <a:pt x="4" y="95"/>
                  <a:pt x="4" y="95"/>
                </a:cubicBezTo>
                <a:cubicBezTo>
                  <a:pt x="4" y="96"/>
                  <a:pt x="5" y="98"/>
                  <a:pt x="6" y="98"/>
                </a:cubicBezTo>
                <a:cubicBezTo>
                  <a:pt x="35" y="109"/>
                  <a:pt x="35" y="109"/>
                  <a:pt x="35" y="109"/>
                </a:cubicBezTo>
                <a:cubicBezTo>
                  <a:pt x="35" y="109"/>
                  <a:pt x="35" y="109"/>
                  <a:pt x="36" y="109"/>
                </a:cubicBezTo>
                <a:cubicBezTo>
                  <a:pt x="36" y="109"/>
                  <a:pt x="36" y="109"/>
                  <a:pt x="36" y="109"/>
                </a:cubicBezTo>
                <a:cubicBezTo>
                  <a:pt x="37" y="108"/>
                  <a:pt x="37" y="108"/>
                  <a:pt x="38" y="107"/>
                </a:cubicBezTo>
                <a:cubicBezTo>
                  <a:pt x="48" y="73"/>
                  <a:pt x="48" y="73"/>
                  <a:pt x="48" y="73"/>
                </a:cubicBezTo>
                <a:cubicBezTo>
                  <a:pt x="69" y="81"/>
                  <a:pt x="69" y="81"/>
                  <a:pt x="69" y="81"/>
                </a:cubicBezTo>
                <a:cubicBezTo>
                  <a:pt x="57" y="114"/>
                  <a:pt x="57" y="114"/>
                  <a:pt x="57" y="114"/>
                </a:cubicBezTo>
                <a:cubicBezTo>
                  <a:pt x="57" y="115"/>
                  <a:pt x="57" y="116"/>
                  <a:pt x="57" y="116"/>
                </a:cubicBezTo>
                <a:cubicBezTo>
                  <a:pt x="58" y="117"/>
                  <a:pt x="58" y="117"/>
                  <a:pt x="59" y="117"/>
                </a:cubicBezTo>
                <a:cubicBezTo>
                  <a:pt x="87" y="126"/>
                  <a:pt x="87" y="126"/>
                  <a:pt x="87" y="126"/>
                </a:cubicBezTo>
                <a:cubicBezTo>
                  <a:pt x="88" y="126"/>
                  <a:pt x="88" y="126"/>
                  <a:pt x="88" y="126"/>
                </a:cubicBezTo>
                <a:cubicBezTo>
                  <a:pt x="88" y="126"/>
                  <a:pt x="89" y="126"/>
                  <a:pt x="89" y="126"/>
                </a:cubicBezTo>
                <a:cubicBezTo>
                  <a:pt x="89" y="126"/>
                  <a:pt x="90" y="125"/>
                  <a:pt x="90" y="125"/>
                </a:cubicBezTo>
                <a:cubicBezTo>
                  <a:pt x="103" y="82"/>
                  <a:pt x="103" y="82"/>
                  <a:pt x="103" y="82"/>
                </a:cubicBezTo>
                <a:cubicBezTo>
                  <a:pt x="118" y="89"/>
                  <a:pt x="118" y="89"/>
                  <a:pt x="118" y="89"/>
                </a:cubicBezTo>
                <a:cubicBezTo>
                  <a:pt x="118" y="89"/>
                  <a:pt x="118" y="89"/>
                  <a:pt x="118" y="89"/>
                </a:cubicBezTo>
                <a:cubicBezTo>
                  <a:pt x="119" y="89"/>
                  <a:pt x="120" y="89"/>
                  <a:pt x="120" y="88"/>
                </a:cubicBezTo>
                <a:cubicBezTo>
                  <a:pt x="121" y="88"/>
                  <a:pt x="121" y="87"/>
                  <a:pt x="121" y="86"/>
                </a:cubicBezTo>
                <a:cubicBezTo>
                  <a:pt x="115" y="67"/>
                  <a:pt x="109" y="48"/>
                  <a:pt x="100" y="30"/>
                </a:cubicBezTo>
                <a:cubicBezTo>
                  <a:pt x="98" y="28"/>
                  <a:pt x="97" y="25"/>
                  <a:pt x="95" y="23"/>
                </a:cubicBezTo>
                <a:cubicBezTo>
                  <a:pt x="91" y="16"/>
                  <a:pt x="87" y="9"/>
                  <a:pt x="85" y="2"/>
                </a:cubicBezTo>
                <a:cubicBezTo>
                  <a:pt x="85" y="1"/>
                  <a:pt x="84" y="1"/>
                  <a:pt x="84" y="0"/>
                </a:cubicBezTo>
                <a:cubicBezTo>
                  <a:pt x="83" y="0"/>
                  <a:pt x="83" y="0"/>
                  <a:pt x="83"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9" name="Freeform 113">
            <a:extLst>
              <a:ext uri="{FF2B5EF4-FFF2-40B4-BE49-F238E27FC236}">
                <a16:creationId xmlns:a16="http://schemas.microsoft.com/office/drawing/2014/main" id="{934F72E4-2902-46EE-B032-862313691F1D}"/>
              </a:ext>
            </a:extLst>
          </p:cNvPr>
          <p:cNvSpPr>
            <a:spLocks noEditPoints="1"/>
          </p:cNvSpPr>
          <p:nvPr/>
        </p:nvSpPr>
        <p:spPr bwMode="auto">
          <a:xfrm>
            <a:off x="5376863" y="1812925"/>
            <a:ext cx="665163" cy="415925"/>
          </a:xfrm>
          <a:custGeom>
            <a:avLst/>
            <a:gdLst>
              <a:gd name="T0" fmla="*/ 79 w 186"/>
              <a:gd name="T1" fmla="*/ 68 h 116"/>
              <a:gd name="T2" fmla="*/ 75 w 186"/>
              <a:gd name="T3" fmla="*/ 58 h 116"/>
              <a:gd name="T4" fmla="*/ 76 w 186"/>
              <a:gd name="T5" fmla="*/ 49 h 116"/>
              <a:gd name="T6" fmla="*/ 81 w 186"/>
              <a:gd name="T7" fmla="*/ 42 h 116"/>
              <a:gd name="T8" fmla="*/ 76 w 186"/>
              <a:gd name="T9" fmla="*/ 45 h 116"/>
              <a:gd name="T10" fmla="*/ 74 w 186"/>
              <a:gd name="T11" fmla="*/ 61 h 116"/>
              <a:gd name="T12" fmla="*/ 70 w 186"/>
              <a:gd name="T13" fmla="*/ 72 h 116"/>
              <a:gd name="T14" fmla="*/ 62 w 186"/>
              <a:gd name="T15" fmla="*/ 67 h 116"/>
              <a:gd name="T16" fmla="*/ 69 w 186"/>
              <a:gd name="T17" fmla="*/ 76 h 116"/>
              <a:gd name="T18" fmla="*/ 68 w 186"/>
              <a:gd name="T19" fmla="*/ 80 h 116"/>
              <a:gd name="T20" fmla="*/ 72 w 186"/>
              <a:gd name="T21" fmla="*/ 77 h 116"/>
              <a:gd name="T22" fmla="*/ 83 w 186"/>
              <a:gd name="T23" fmla="*/ 67 h 116"/>
              <a:gd name="T24" fmla="*/ 84 w 186"/>
              <a:gd name="T25" fmla="*/ 53 h 116"/>
              <a:gd name="T26" fmla="*/ 86 w 186"/>
              <a:gd name="T27" fmla="*/ 51 h 116"/>
              <a:gd name="T28" fmla="*/ 81 w 186"/>
              <a:gd name="T29" fmla="*/ 42 h 116"/>
              <a:gd name="T30" fmla="*/ 72 w 186"/>
              <a:gd name="T31" fmla="*/ 83 h 116"/>
              <a:gd name="T32" fmla="*/ 55 w 186"/>
              <a:gd name="T33" fmla="*/ 48 h 116"/>
              <a:gd name="T34" fmla="*/ 81 w 186"/>
              <a:gd name="T35" fmla="*/ 36 h 116"/>
              <a:gd name="T36" fmla="*/ 100 w 186"/>
              <a:gd name="T37" fmla="*/ 59 h 116"/>
              <a:gd name="T38" fmla="*/ 78 w 186"/>
              <a:gd name="T39" fmla="*/ 84 h 116"/>
              <a:gd name="T40" fmla="*/ 52 w 186"/>
              <a:gd name="T41" fmla="*/ 47 h 116"/>
              <a:gd name="T42" fmla="*/ 61 w 186"/>
              <a:gd name="T43" fmla="*/ 85 h 116"/>
              <a:gd name="T44" fmla="*/ 87 w 186"/>
              <a:gd name="T45" fmla="*/ 85 h 116"/>
              <a:gd name="T46" fmla="*/ 97 w 186"/>
              <a:gd name="T47" fmla="*/ 40 h 116"/>
              <a:gd name="T48" fmla="*/ 163 w 186"/>
              <a:gd name="T49" fmla="*/ 103 h 116"/>
              <a:gd name="T50" fmla="*/ 169 w 186"/>
              <a:gd name="T51" fmla="*/ 42 h 116"/>
              <a:gd name="T52" fmla="*/ 167 w 186"/>
              <a:gd name="T53" fmla="*/ 95 h 116"/>
              <a:gd name="T54" fmla="*/ 164 w 186"/>
              <a:gd name="T55" fmla="*/ 103 h 116"/>
              <a:gd name="T56" fmla="*/ 4 w 186"/>
              <a:gd name="T57" fmla="*/ 66 h 116"/>
              <a:gd name="T58" fmla="*/ 129 w 186"/>
              <a:gd name="T59" fmla="*/ 110 h 116"/>
              <a:gd name="T60" fmla="*/ 152 w 186"/>
              <a:gd name="T61" fmla="*/ 51 h 116"/>
              <a:gd name="T62" fmla="*/ 29 w 186"/>
              <a:gd name="T63" fmla="*/ 10 h 116"/>
              <a:gd name="T64" fmla="*/ 136 w 186"/>
              <a:gd name="T65" fmla="*/ 110 h 116"/>
              <a:gd name="T66" fmla="*/ 157 w 186"/>
              <a:gd name="T67" fmla="*/ 49 h 116"/>
              <a:gd name="T68" fmla="*/ 39 w 186"/>
              <a:gd name="T69" fmla="*/ 7 h 116"/>
              <a:gd name="T70" fmla="*/ 162 w 186"/>
              <a:gd name="T71" fmla="*/ 48 h 116"/>
              <a:gd name="T72" fmla="*/ 147 w 186"/>
              <a:gd name="T73" fmla="*/ 107 h 116"/>
              <a:gd name="T74" fmla="*/ 150 w 186"/>
              <a:gd name="T75" fmla="*/ 107 h 116"/>
              <a:gd name="T76" fmla="*/ 165 w 186"/>
              <a:gd name="T77" fmla="*/ 46 h 116"/>
              <a:gd name="T78" fmla="*/ 46 w 186"/>
              <a:gd name="T79" fmla="*/ 5 h 116"/>
              <a:gd name="T80" fmla="*/ 172 w 186"/>
              <a:gd name="T81" fmla="*/ 51 h 116"/>
              <a:gd name="T82" fmla="*/ 150 w 186"/>
              <a:gd name="T83" fmla="*/ 107 h 116"/>
              <a:gd name="T84" fmla="*/ 67 w 186"/>
              <a:gd name="T85" fmla="*/ 7 h 116"/>
              <a:gd name="T86" fmla="*/ 52 w 186"/>
              <a:gd name="T87" fmla="*/ 0 h 116"/>
              <a:gd name="T88" fmla="*/ 44 w 186"/>
              <a:gd name="T89" fmla="*/ 1 h 116"/>
              <a:gd name="T90" fmla="*/ 39 w 186"/>
              <a:gd name="T91" fmla="*/ 4 h 116"/>
              <a:gd name="T92" fmla="*/ 36 w 186"/>
              <a:gd name="T93" fmla="*/ 5 h 116"/>
              <a:gd name="T94" fmla="*/ 28 w 186"/>
              <a:gd name="T95" fmla="*/ 6 h 116"/>
              <a:gd name="T96" fmla="*/ 23 w 186"/>
              <a:gd name="T97" fmla="*/ 8 h 116"/>
              <a:gd name="T98" fmla="*/ 19 w 186"/>
              <a:gd name="T99" fmla="*/ 9 h 116"/>
              <a:gd name="T100" fmla="*/ 1 w 186"/>
              <a:gd name="T101" fmla="*/ 69 h 116"/>
              <a:gd name="T102" fmla="*/ 127 w 186"/>
              <a:gd name="T103" fmla="*/ 114 h 116"/>
              <a:gd name="T104" fmla="*/ 129 w 186"/>
              <a:gd name="T105" fmla="*/ 116 h 116"/>
              <a:gd name="T106" fmla="*/ 166 w 186"/>
              <a:gd name="T107" fmla="*/ 106 h 116"/>
              <a:gd name="T108" fmla="*/ 186 w 186"/>
              <a:gd name="T109" fmla="*/ 44 h 116"/>
              <a:gd name="T110" fmla="*/ 53 w 18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6" h="116">
                <a:moveTo>
                  <a:pt x="74" y="73"/>
                </a:moveTo>
                <a:cubicBezTo>
                  <a:pt x="75" y="70"/>
                  <a:pt x="76" y="67"/>
                  <a:pt x="77" y="64"/>
                </a:cubicBezTo>
                <a:cubicBezTo>
                  <a:pt x="78" y="65"/>
                  <a:pt x="79" y="67"/>
                  <a:pt x="79" y="68"/>
                </a:cubicBezTo>
                <a:cubicBezTo>
                  <a:pt x="79" y="70"/>
                  <a:pt x="78" y="72"/>
                  <a:pt x="76" y="73"/>
                </a:cubicBezTo>
                <a:cubicBezTo>
                  <a:pt x="75" y="73"/>
                  <a:pt x="75" y="73"/>
                  <a:pt x="74" y="73"/>
                </a:cubicBezTo>
                <a:moveTo>
                  <a:pt x="75" y="58"/>
                </a:moveTo>
                <a:cubicBezTo>
                  <a:pt x="74" y="56"/>
                  <a:pt x="73" y="55"/>
                  <a:pt x="73" y="54"/>
                </a:cubicBezTo>
                <a:cubicBezTo>
                  <a:pt x="73" y="52"/>
                  <a:pt x="73" y="50"/>
                  <a:pt x="74" y="49"/>
                </a:cubicBezTo>
                <a:cubicBezTo>
                  <a:pt x="75" y="49"/>
                  <a:pt x="76" y="49"/>
                  <a:pt x="76" y="49"/>
                </a:cubicBezTo>
                <a:cubicBezTo>
                  <a:pt x="77" y="49"/>
                  <a:pt x="77" y="49"/>
                  <a:pt x="78" y="49"/>
                </a:cubicBezTo>
                <a:cubicBezTo>
                  <a:pt x="77" y="52"/>
                  <a:pt x="76" y="55"/>
                  <a:pt x="75" y="58"/>
                </a:cubicBezTo>
                <a:moveTo>
                  <a:pt x="81" y="42"/>
                </a:moveTo>
                <a:cubicBezTo>
                  <a:pt x="80" y="42"/>
                  <a:pt x="79" y="42"/>
                  <a:pt x="79" y="43"/>
                </a:cubicBezTo>
                <a:cubicBezTo>
                  <a:pt x="79" y="44"/>
                  <a:pt x="79" y="45"/>
                  <a:pt x="79" y="45"/>
                </a:cubicBezTo>
                <a:cubicBezTo>
                  <a:pt x="78" y="45"/>
                  <a:pt x="77" y="45"/>
                  <a:pt x="76" y="45"/>
                </a:cubicBezTo>
                <a:cubicBezTo>
                  <a:pt x="75" y="45"/>
                  <a:pt x="73" y="46"/>
                  <a:pt x="72" y="47"/>
                </a:cubicBezTo>
                <a:cubicBezTo>
                  <a:pt x="70" y="48"/>
                  <a:pt x="69" y="52"/>
                  <a:pt x="70" y="55"/>
                </a:cubicBezTo>
                <a:cubicBezTo>
                  <a:pt x="70" y="57"/>
                  <a:pt x="71" y="59"/>
                  <a:pt x="74" y="61"/>
                </a:cubicBezTo>
                <a:cubicBezTo>
                  <a:pt x="74" y="62"/>
                  <a:pt x="74" y="62"/>
                  <a:pt x="74" y="62"/>
                </a:cubicBezTo>
                <a:cubicBezTo>
                  <a:pt x="73" y="65"/>
                  <a:pt x="72" y="69"/>
                  <a:pt x="70" y="72"/>
                </a:cubicBezTo>
                <a:cubicBezTo>
                  <a:pt x="70" y="72"/>
                  <a:pt x="70" y="72"/>
                  <a:pt x="70" y="72"/>
                </a:cubicBezTo>
                <a:cubicBezTo>
                  <a:pt x="68" y="71"/>
                  <a:pt x="66" y="70"/>
                  <a:pt x="64" y="67"/>
                </a:cubicBezTo>
                <a:cubicBezTo>
                  <a:pt x="64" y="67"/>
                  <a:pt x="63" y="67"/>
                  <a:pt x="63" y="67"/>
                </a:cubicBezTo>
                <a:cubicBezTo>
                  <a:pt x="63" y="67"/>
                  <a:pt x="62" y="67"/>
                  <a:pt x="62" y="67"/>
                </a:cubicBezTo>
                <a:cubicBezTo>
                  <a:pt x="61" y="67"/>
                  <a:pt x="61" y="69"/>
                  <a:pt x="61" y="69"/>
                </a:cubicBezTo>
                <a:cubicBezTo>
                  <a:pt x="63" y="72"/>
                  <a:pt x="66" y="74"/>
                  <a:pt x="68" y="75"/>
                </a:cubicBezTo>
                <a:cubicBezTo>
                  <a:pt x="69" y="76"/>
                  <a:pt x="69" y="76"/>
                  <a:pt x="69" y="76"/>
                </a:cubicBezTo>
                <a:cubicBezTo>
                  <a:pt x="68" y="76"/>
                  <a:pt x="68" y="77"/>
                  <a:pt x="68" y="78"/>
                </a:cubicBezTo>
                <a:cubicBezTo>
                  <a:pt x="67" y="79"/>
                  <a:pt x="67" y="80"/>
                  <a:pt x="68" y="80"/>
                </a:cubicBezTo>
                <a:cubicBezTo>
                  <a:pt x="68" y="80"/>
                  <a:pt x="68" y="80"/>
                  <a:pt x="68" y="80"/>
                </a:cubicBezTo>
                <a:cubicBezTo>
                  <a:pt x="69" y="80"/>
                  <a:pt x="69" y="80"/>
                  <a:pt x="69" y="80"/>
                </a:cubicBezTo>
                <a:cubicBezTo>
                  <a:pt x="70" y="80"/>
                  <a:pt x="70" y="80"/>
                  <a:pt x="71" y="79"/>
                </a:cubicBezTo>
                <a:cubicBezTo>
                  <a:pt x="71" y="79"/>
                  <a:pt x="72" y="78"/>
                  <a:pt x="72" y="77"/>
                </a:cubicBezTo>
                <a:cubicBezTo>
                  <a:pt x="73" y="77"/>
                  <a:pt x="73" y="77"/>
                  <a:pt x="74" y="77"/>
                </a:cubicBezTo>
                <a:cubicBezTo>
                  <a:pt x="75" y="77"/>
                  <a:pt x="76" y="76"/>
                  <a:pt x="78" y="76"/>
                </a:cubicBezTo>
                <a:cubicBezTo>
                  <a:pt x="81" y="74"/>
                  <a:pt x="83" y="71"/>
                  <a:pt x="83" y="67"/>
                </a:cubicBezTo>
                <a:cubicBezTo>
                  <a:pt x="82" y="64"/>
                  <a:pt x="80" y="62"/>
                  <a:pt x="78" y="60"/>
                </a:cubicBezTo>
                <a:cubicBezTo>
                  <a:pt x="79" y="57"/>
                  <a:pt x="80" y="54"/>
                  <a:pt x="81" y="51"/>
                </a:cubicBezTo>
                <a:cubicBezTo>
                  <a:pt x="82" y="52"/>
                  <a:pt x="83" y="52"/>
                  <a:pt x="84" y="53"/>
                </a:cubicBezTo>
                <a:cubicBezTo>
                  <a:pt x="84" y="54"/>
                  <a:pt x="85" y="54"/>
                  <a:pt x="85" y="54"/>
                </a:cubicBezTo>
                <a:cubicBezTo>
                  <a:pt x="86" y="54"/>
                  <a:pt x="86" y="54"/>
                  <a:pt x="86" y="53"/>
                </a:cubicBezTo>
                <a:cubicBezTo>
                  <a:pt x="87" y="53"/>
                  <a:pt x="87" y="52"/>
                  <a:pt x="86" y="51"/>
                </a:cubicBezTo>
                <a:cubicBezTo>
                  <a:pt x="85" y="50"/>
                  <a:pt x="84" y="48"/>
                  <a:pt x="82" y="47"/>
                </a:cubicBezTo>
                <a:cubicBezTo>
                  <a:pt x="82" y="46"/>
                  <a:pt x="82" y="45"/>
                  <a:pt x="83" y="44"/>
                </a:cubicBezTo>
                <a:cubicBezTo>
                  <a:pt x="83" y="43"/>
                  <a:pt x="82" y="42"/>
                  <a:pt x="81" y="42"/>
                </a:cubicBezTo>
                <a:cubicBezTo>
                  <a:pt x="81" y="42"/>
                  <a:pt x="81" y="42"/>
                  <a:pt x="81" y="42"/>
                </a:cubicBezTo>
                <a:moveTo>
                  <a:pt x="78" y="84"/>
                </a:moveTo>
                <a:cubicBezTo>
                  <a:pt x="76" y="84"/>
                  <a:pt x="74" y="83"/>
                  <a:pt x="72" y="83"/>
                </a:cubicBezTo>
                <a:cubicBezTo>
                  <a:pt x="67" y="83"/>
                  <a:pt x="62" y="82"/>
                  <a:pt x="59" y="80"/>
                </a:cubicBezTo>
                <a:cubicBezTo>
                  <a:pt x="57" y="77"/>
                  <a:pt x="55" y="73"/>
                  <a:pt x="54" y="68"/>
                </a:cubicBezTo>
                <a:cubicBezTo>
                  <a:pt x="53" y="60"/>
                  <a:pt x="53" y="54"/>
                  <a:pt x="55" y="48"/>
                </a:cubicBezTo>
                <a:cubicBezTo>
                  <a:pt x="58" y="42"/>
                  <a:pt x="63" y="37"/>
                  <a:pt x="69" y="36"/>
                </a:cubicBezTo>
                <a:cubicBezTo>
                  <a:pt x="70" y="35"/>
                  <a:pt x="72" y="35"/>
                  <a:pt x="73" y="35"/>
                </a:cubicBezTo>
                <a:cubicBezTo>
                  <a:pt x="76" y="35"/>
                  <a:pt x="78" y="35"/>
                  <a:pt x="81" y="36"/>
                </a:cubicBezTo>
                <a:cubicBezTo>
                  <a:pt x="84" y="37"/>
                  <a:pt x="86" y="37"/>
                  <a:pt x="88" y="38"/>
                </a:cubicBezTo>
                <a:cubicBezTo>
                  <a:pt x="91" y="39"/>
                  <a:pt x="93" y="41"/>
                  <a:pt x="95" y="43"/>
                </a:cubicBezTo>
                <a:cubicBezTo>
                  <a:pt x="99" y="47"/>
                  <a:pt x="101" y="53"/>
                  <a:pt x="100" y="59"/>
                </a:cubicBezTo>
                <a:cubicBezTo>
                  <a:pt x="99" y="64"/>
                  <a:pt x="97" y="70"/>
                  <a:pt x="93" y="75"/>
                </a:cubicBezTo>
                <a:cubicBezTo>
                  <a:pt x="91" y="79"/>
                  <a:pt x="88" y="81"/>
                  <a:pt x="86" y="82"/>
                </a:cubicBezTo>
                <a:cubicBezTo>
                  <a:pt x="83" y="83"/>
                  <a:pt x="81" y="84"/>
                  <a:pt x="78" y="84"/>
                </a:cubicBezTo>
                <a:moveTo>
                  <a:pt x="74" y="32"/>
                </a:moveTo>
                <a:cubicBezTo>
                  <a:pt x="72" y="32"/>
                  <a:pt x="70" y="32"/>
                  <a:pt x="68" y="32"/>
                </a:cubicBezTo>
                <a:cubicBezTo>
                  <a:pt x="61" y="34"/>
                  <a:pt x="55" y="39"/>
                  <a:pt x="52" y="47"/>
                </a:cubicBezTo>
                <a:cubicBezTo>
                  <a:pt x="50" y="53"/>
                  <a:pt x="49" y="60"/>
                  <a:pt x="50" y="68"/>
                </a:cubicBezTo>
                <a:cubicBezTo>
                  <a:pt x="51" y="75"/>
                  <a:pt x="54" y="80"/>
                  <a:pt x="57" y="82"/>
                </a:cubicBezTo>
                <a:cubicBezTo>
                  <a:pt x="58" y="83"/>
                  <a:pt x="59" y="84"/>
                  <a:pt x="61" y="85"/>
                </a:cubicBezTo>
                <a:cubicBezTo>
                  <a:pt x="64" y="86"/>
                  <a:pt x="68" y="86"/>
                  <a:pt x="72" y="87"/>
                </a:cubicBezTo>
                <a:cubicBezTo>
                  <a:pt x="74" y="87"/>
                  <a:pt x="76" y="87"/>
                  <a:pt x="78" y="87"/>
                </a:cubicBezTo>
                <a:cubicBezTo>
                  <a:pt x="81" y="87"/>
                  <a:pt x="84" y="87"/>
                  <a:pt x="87" y="85"/>
                </a:cubicBezTo>
                <a:cubicBezTo>
                  <a:pt x="91" y="83"/>
                  <a:pt x="94" y="80"/>
                  <a:pt x="96" y="77"/>
                </a:cubicBezTo>
                <a:cubicBezTo>
                  <a:pt x="100" y="71"/>
                  <a:pt x="103" y="65"/>
                  <a:pt x="103" y="59"/>
                </a:cubicBezTo>
                <a:cubicBezTo>
                  <a:pt x="104" y="52"/>
                  <a:pt x="102" y="45"/>
                  <a:pt x="97" y="40"/>
                </a:cubicBezTo>
                <a:cubicBezTo>
                  <a:pt x="94" y="36"/>
                  <a:pt x="89" y="34"/>
                  <a:pt x="81" y="32"/>
                </a:cubicBezTo>
                <a:cubicBezTo>
                  <a:pt x="79" y="32"/>
                  <a:pt x="77" y="32"/>
                  <a:pt x="74" y="32"/>
                </a:cubicBezTo>
                <a:moveTo>
                  <a:pt x="163" y="103"/>
                </a:moveTo>
                <a:cubicBezTo>
                  <a:pt x="175" y="52"/>
                  <a:pt x="175" y="52"/>
                  <a:pt x="175" y="52"/>
                </a:cubicBezTo>
                <a:cubicBezTo>
                  <a:pt x="176" y="51"/>
                  <a:pt x="176" y="48"/>
                  <a:pt x="175" y="46"/>
                </a:cubicBezTo>
                <a:cubicBezTo>
                  <a:pt x="174" y="43"/>
                  <a:pt x="171" y="42"/>
                  <a:pt x="169" y="42"/>
                </a:cubicBezTo>
                <a:cubicBezTo>
                  <a:pt x="159" y="38"/>
                  <a:pt x="149" y="34"/>
                  <a:pt x="139" y="30"/>
                </a:cubicBezTo>
                <a:cubicBezTo>
                  <a:pt x="182" y="44"/>
                  <a:pt x="182" y="44"/>
                  <a:pt x="182" y="44"/>
                </a:cubicBezTo>
                <a:cubicBezTo>
                  <a:pt x="167" y="95"/>
                  <a:pt x="167" y="95"/>
                  <a:pt x="167" y="95"/>
                </a:cubicBezTo>
                <a:cubicBezTo>
                  <a:pt x="167" y="95"/>
                  <a:pt x="167" y="95"/>
                  <a:pt x="167" y="96"/>
                </a:cubicBezTo>
                <a:cubicBezTo>
                  <a:pt x="167" y="97"/>
                  <a:pt x="166" y="99"/>
                  <a:pt x="165" y="101"/>
                </a:cubicBezTo>
                <a:cubicBezTo>
                  <a:pt x="165" y="101"/>
                  <a:pt x="164" y="102"/>
                  <a:pt x="164" y="103"/>
                </a:cubicBezTo>
                <a:cubicBezTo>
                  <a:pt x="163" y="103"/>
                  <a:pt x="163" y="103"/>
                  <a:pt x="163" y="103"/>
                </a:cubicBezTo>
                <a:moveTo>
                  <a:pt x="129" y="110"/>
                </a:moveTo>
                <a:cubicBezTo>
                  <a:pt x="4" y="66"/>
                  <a:pt x="4" y="66"/>
                  <a:pt x="4" y="66"/>
                </a:cubicBezTo>
                <a:cubicBezTo>
                  <a:pt x="22" y="13"/>
                  <a:pt x="22" y="13"/>
                  <a:pt x="22" y="13"/>
                </a:cubicBezTo>
                <a:cubicBezTo>
                  <a:pt x="148" y="53"/>
                  <a:pt x="148" y="53"/>
                  <a:pt x="148" y="53"/>
                </a:cubicBezTo>
                <a:cubicBezTo>
                  <a:pt x="129" y="110"/>
                  <a:pt x="129" y="110"/>
                  <a:pt x="129" y="110"/>
                </a:cubicBezTo>
                <a:moveTo>
                  <a:pt x="132" y="111"/>
                </a:moveTo>
                <a:cubicBezTo>
                  <a:pt x="152" y="52"/>
                  <a:pt x="152" y="52"/>
                  <a:pt x="152" y="52"/>
                </a:cubicBezTo>
                <a:cubicBezTo>
                  <a:pt x="152" y="52"/>
                  <a:pt x="152" y="51"/>
                  <a:pt x="152" y="51"/>
                </a:cubicBezTo>
                <a:cubicBezTo>
                  <a:pt x="151" y="50"/>
                  <a:pt x="151" y="50"/>
                  <a:pt x="150" y="50"/>
                </a:cubicBezTo>
                <a:cubicBezTo>
                  <a:pt x="28" y="11"/>
                  <a:pt x="28" y="11"/>
                  <a:pt x="28" y="11"/>
                </a:cubicBezTo>
                <a:cubicBezTo>
                  <a:pt x="28" y="11"/>
                  <a:pt x="29" y="11"/>
                  <a:pt x="29" y="10"/>
                </a:cubicBezTo>
                <a:cubicBezTo>
                  <a:pt x="71" y="22"/>
                  <a:pt x="113" y="35"/>
                  <a:pt x="153" y="50"/>
                </a:cubicBezTo>
                <a:cubicBezTo>
                  <a:pt x="149" y="70"/>
                  <a:pt x="143" y="90"/>
                  <a:pt x="136" y="109"/>
                </a:cubicBezTo>
                <a:cubicBezTo>
                  <a:pt x="136" y="109"/>
                  <a:pt x="136" y="110"/>
                  <a:pt x="136" y="110"/>
                </a:cubicBezTo>
                <a:cubicBezTo>
                  <a:pt x="132" y="111"/>
                  <a:pt x="132" y="111"/>
                  <a:pt x="132" y="111"/>
                </a:cubicBezTo>
                <a:moveTo>
                  <a:pt x="139" y="109"/>
                </a:moveTo>
                <a:cubicBezTo>
                  <a:pt x="147" y="90"/>
                  <a:pt x="153" y="70"/>
                  <a:pt x="157" y="49"/>
                </a:cubicBezTo>
                <a:cubicBezTo>
                  <a:pt x="157" y="48"/>
                  <a:pt x="156" y="47"/>
                  <a:pt x="156" y="47"/>
                </a:cubicBezTo>
                <a:cubicBezTo>
                  <a:pt x="116" y="33"/>
                  <a:pt x="76" y="20"/>
                  <a:pt x="36" y="9"/>
                </a:cubicBezTo>
                <a:cubicBezTo>
                  <a:pt x="37" y="8"/>
                  <a:pt x="38" y="8"/>
                  <a:pt x="39" y="7"/>
                </a:cubicBezTo>
                <a:cubicBezTo>
                  <a:pt x="39" y="7"/>
                  <a:pt x="39" y="7"/>
                  <a:pt x="39" y="7"/>
                </a:cubicBezTo>
                <a:cubicBezTo>
                  <a:pt x="157" y="45"/>
                  <a:pt x="157" y="45"/>
                  <a:pt x="157" y="45"/>
                </a:cubicBezTo>
                <a:cubicBezTo>
                  <a:pt x="159" y="46"/>
                  <a:pt x="161" y="47"/>
                  <a:pt x="162" y="48"/>
                </a:cubicBezTo>
                <a:cubicBezTo>
                  <a:pt x="162" y="49"/>
                  <a:pt x="162" y="51"/>
                  <a:pt x="162" y="53"/>
                </a:cubicBezTo>
                <a:cubicBezTo>
                  <a:pt x="160" y="58"/>
                  <a:pt x="159" y="62"/>
                  <a:pt x="158" y="67"/>
                </a:cubicBezTo>
                <a:cubicBezTo>
                  <a:pt x="155" y="80"/>
                  <a:pt x="151" y="94"/>
                  <a:pt x="147" y="107"/>
                </a:cubicBezTo>
                <a:cubicBezTo>
                  <a:pt x="147" y="108"/>
                  <a:pt x="147" y="108"/>
                  <a:pt x="147" y="108"/>
                </a:cubicBezTo>
                <a:cubicBezTo>
                  <a:pt x="139" y="109"/>
                  <a:pt x="139" y="109"/>
                  <a:pt x="139" y="109"/>
                </a:cubicBezTo>
                <a:moveTo>
                  <a:pt x="150" y="107"/>
                </a:moveTo>
                <a:cubicBezTo>
                  <a:pt x="155" y="94"/>
                  <a:pt x="158" y="80"/>
                  <a:pt x="161" y="67"/>
                </a:cubicBezTo>
                <a:cubicBezTo>
                  <a:pt x="163" y="63"/>
                  <a:pt x="164" y="58"/>
                  <a:pt x="165" y="54"/>
                </a:cubicBezTo>
                <a:cubicBezTo>
                  <a:pt x="165" y="52"/>
                  <a:pt x="166" y="49"/>
                  <a:pt x="165" y="46"/>
                </a:cubicBezTo>
                <a:cubicBezTo>
                  <a:pt x="164" y="44"/>
                  <a:pt x="161" y="43"/>
                  <a:pt x="158" y="42"/>
                </a:cubicBezTo>
                <a:cubicBezTo>
                  <a:pt x="44" y="6"/>
                  <a:pt x="44" y="6"/>
                  <a:pt x="44" y="6"/>
                </a:cubicBezTo>
                <a:cubicBezTo>
                  <a:pt x="45" y="5"/>
                  <a:pt x="45" y="5"/>
                  <a:pt x="46" y="5"/>
                </a:cubicBezTo>
                <a:cubicBezTo>
                  <a:pt x="87" y="16"/>
                  <a:pt x="128" y="30"/>
                  <a:pt x="168" y="45"/>
                </a:cubicBezTo>
                <a:cubicBezTo>
                  <a:pt x="170" y="46"/>
                  <a:pt x="172" y="46"/>
                  <a:pt x="172" y="48"/>
                </a:cubicBezTo>
                <a:cubicBezTo>
                  <a:pt x="173" y="49"/>
                  <a:pt x="172" y="50"/>
                  <a:pt x="172" y="51"/>
                </a:cubicBezTo>
                <a:cubicBezTo>
                  <a:pt x="159" y="105"/>
                  <a:pt x="159" y="105"/>
                  <a:pt x="159" y="105"/>
                </a:cubicBezTo>
                <a:cubicBezTo>
                  <a:pt x="158" y="105"/>
                  <a:pt x="158" y="105"/>
                  <a:pt x="158" y="105"/>
                </a:cubicBezTo>
                <a:cubicBezTo>
                  <a:pt x="150" y="107"/>
                  <a:pt x="150" y="107"/>
                  <a:pt x="150" y="107"/>
                </a:cubicBezTo>
                <a:moveTo>
                  <a:pt x="75" y="9"/>
                </a:moveTo>
                <a:cubicBezTo>
                  <a:pt x="69" y="8"/>
                  <a:pt x="62" y="6"/>
                  <a:pt x="56" y="4"/>
                </a:cubicBezTo>
                <a:cubicBezTo>
                  <a:pt x="60" y="5"/>
                  <a:pt x="63" y="6"/>
                  <a:pt x="67" y="7"/>
                </a:cubicBezTo>
                <a:cubicBezTo>
                  <a:pt x="75" y="9"/>
                  <a:pt x="75" y="9"/>
                  <a:pt x="75" y="9"/>
                </a:cubicBezTo>
                <a:moveTo>
                  <a:pt x="53" y="0"/>
                </a:moveTo>
                <a:cubicBezTo>
                  <a:pt x="53" y="0"/>
                  <a:pt x="52" y="0"/>
                  <a:pt x="52" y="0"/>
                </a:cubicBezTo>
                <a:cubicBezTo>
                  <a:pt x="50" y="0"/>
                  <a:pt x="48" y="1"/>
                  <a:pt x="46" y="1"/>
                </a:cubicBezTo>
                <a:cubicBezTo>
                  <a:pt x="46" y="1"/>
                  <a:pt x="45" y="1"/>
                  <a:pt x="44" y="1"/>
                </a:cubicBezTo>
                <a:cubicBezTo>
                  <a:pt x="44" y="1"/>
                  <a:pt x="44" y="1"/>
                  <a:pt x="44" y="1"/>
                </a:cubicBezTo>
                <a:cubicBezTo>
                  <a:pt x="43" y="1"/>
                  <a:pt x="42" y="1"/>
                  <a:pt x="42" y="2"/>
                </a:cubicBezTo>
                <a:cubicBezTo>
                  <a:pt x="42" y="2"/>
                  <a:pt x="42" y="2"/>
                  <a:pt x="42" y="2"/>
                </a:cubicBezTo>
                <a:cubicBezTo>
                  <a:pt x="41" y="3"/>
                  <a:pt x="40" y="3"/>
                  <a:pt x="39" y="4"/>
                </a:cubicBezTo>
                <a:cubicBezTo>
                  <a:pt x="38" y="3"/>
                  <a:pt x="38" y="3"/>
                  <a:pt x="38" y="3"/>
                </a:cubicBezTo>
                <a:cubicBezTo>
                  <a:pt x="38" y="3"/>
                  <a:pt x="37" y="3"/>
                  <a:pt x="37" y="3"/>
                </a:cubicBezTo>
                <a:cubicBezTo>
                  <a:pt x="37" y="3"/>
                  <a:pt x="36" y="4"/>
                  <a:pt x="36" y="5"/>
                </a:cubicBezTo>
                <a:cubicBezTo>
                  <a:pt x="36" y="5"/>
                  <a:pt x="36" y="5"/>
                  <a:pt x="36" y="5"/>
                </a:cubicBezTo>
                <a:cubicBezTo>
                  <a:pt x="34" y="6"/>
                  <a:pt x="31" y="6"/>
                  <a:pt x="29" y="7"/>
                </a:cubicBezTo>
                <a:cubicBezTo>
                  <a:pt x="28" y="6"/>
                  <a:pt x="28" y="6"/>
                  <a:pt x="28" y="6"/>
                </a:cubicBezTo>
                <a:cubicBezTo>
                  <a:pt x="28" y="6"/>
                  <a:pt x="28" y="6"/>
                  <a:pt x="28" y="6"/>
                </a:cubicBezTo>
                <a:cubicBezTo>
                  <a:pt x="27" y="6"/>
                  <a:pt x="27" y="7"/>
                  <a:pt x="26" y="7"/>
                </a:cubicBezTo>
                <a:cubicBezTo>
                  <a:pt x="25" y="7"/>
                  <a:pt x="24" y="8"/>
                  <a:pt x="23" y="8"/>
                </a:cubicBezTo>
                <a:cubicBezTo>
                  <a:pt x="22" y="8"/>
                  <a:pt x="21" y="8"/>
                  <a:pt x="21" y="7"/>
                </a:cubicBezTo>
                <a:cubicBezTo>
                  <a:pt x="21" y="7"/>
                  <a:pt x="21" y="7"/>
                  <a:pt x="20" y="7"/>
                </a:cubicBezTo>
                <a:cubicBezTo>
                  <a:pt x="20" y="7"/>
                  <a:pt x="19" y="8"/>
                  <a:pt x="19" y="9"/>
                </a:cubicBezTo>
                <a:cubicBezTo>
                  <a:pt x="19" y="9"/>
                  <a:pt x="19" y="10"/>
                  <a:pt x="19" y="10"/>
                </a:cubicBezTo>
                <a:cubicBezTo>
                  <a:pt x="0" y="67"/>
                  <a:pt x="0" y="67"/>
                  <a:pt x="0" y="67"/>
                </a:cubicBezTo>
                <a:cubicBezTo>
                  <a:pt x="0" y="68"/>
                  <a:pt x="0" y="68"/>
                  <a:pt x="1" y="69"/>
                </a:cubicBezTo>
                <a:cubicBezTo>
                  <a:pt x="1" y="69"/>
                  <a:pt x="1" y="69"/>
                  <a:pt x="1" y="69"/>
                </a:cubicBezTo>
                <a:cubicBezTo>
                  <a:pt x="127" y="113"/>
                  <a:pt x="127" y="113"/>
                  <a:pt x="127" y="113"/>
                </a:cubicBezTo>
                <a:cubicBezTo>
                  <a:pt x="127" y="113"/>
                  <a:pt x="127" y="114"/>
                  <a:pt x="127" y="114"/>
                </a:cubicBezTo>
                <a:cubicBezTo>
                  <a:pt x="127" y="115"/>
                  <a:pt x="128" y="115"/>
                  <a:pt x="128" y="116"/>
                </a:cubicBezTo>
                <a:cubicBezTo>
                  <a:pt x="128" y="116"/>
                  <a:pt x="129" y="116"/>
                  <a:pt x="129" y="116"/>
                </a:cubicBezTo>
                <a:cubicBezTo>
                  <a:pt x="129" y="116"/>
                  <a:pt x="129" y="116"/>
                  <a:pt x="129" y="116"/>
                </a:cubicBezTo>
                <a:cubicBezTo>
                  <a:pt x="159" y="108"/>
                  <a:pt x="159" y="108"/>
                  <a:pt x="159" y="108"/>
                </a:cubicBezTo>
                <a:cubicBezTo>
                  <a:pt x="160" y="108"/>
                  <a:pt x="162" y="108"/>
                  <a:pt x="164" y="107"/>
                </a:cubicBezTo>
                <a:cubicBezTo>
                  <a:pt x="165" y="106"/>
                  <a:pt x="165" y="106"/>
                  <a:pt x="166" y="106"/>
                </a:cubicBezTo>
                <a:cubicBezTo>
                  <a:pt x="169" y="103"/>
                  <a:pt x="170" y="99"/>
                  <a:pt x="171" y="96"/>
                </a:cubicBezTo>
                <a:cubicBezTo>
                  <a:pt x="173" y="87"/>
                  <a:pt x="173" y="87"/>
                  <a:pt x="173" y="87"/>
                </a:cubicBezTo>
                <a:cubicBezTo>
                  <a:pt x="186" y="44"/>
                  <a:pt x="186" y="44"/>
                  <a:pt x="186" y="44"/>
                </a:cubicBezTo>
                <a:cubicBezTo>
                  <a:pt x="186" y="43"/>
                  <a:pt x="186" y="42"/>
                  <a:pt x="185" y="41"/>
                </a:cubicBezTo>
                <a:cubicBezTo>
                  <a:pt x="68" y="4"/>
                  <a:pt x="68" y="4"/>
                  <a:pt x="68" y="4"/>
                </a:cubicBezTo>
                <a:cubicBezTo>
                  <a:pt x="64" y="2"/>
                  <a:pt x="58" y="0"/>
                  <a:pt x="53"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0" name="Freeform 114">
            <a:extLst>
              <a:ext uri="{FF2B5EF4-FFF2-40B4-BE49-F238E27FC236}">
                <a16:creationId xmlns:a16="http://schemas.microsoft.com/office/drawing/2014/main" id="{D7F07F68-0937-46DF-8046-BCF524001955}"/>
              </a:ext>
            </a:extLst>
          </p:cNvPr>
          <p:cNvSpPr>
            <a:spLocks noEditPoints="1"/>
          </p:cNvSpPr>
          <p:nvPr/>
        </p:nvSpPr>
        <p:spPr bwMode="auto">
          <a:xfrm>
            <a:off x="9393238" y="1835150"/>
            <a:ext cx="608013" cy="946150"/>
          </a:xfrm>
          <a:custGeom>
            <a:avLst/>
            <a:gdLst>
              <a:gd name="T0" fmla="*/ 94 w 170"/>
              <a:gd name="T1" fmla="*/ 131 h 264"/>
              <a:gd name="T2" fmla="*/ 50 w 170"/>
              <a:gd name="T3" fmla="*/ 71 h 264"/>
              <a:gd name="T4" fmla="*/ 28 w 170"/>
              <a:gd name="T5" fmla="*/ 44 h 264"/>
              <a:gd name="T6" fmla="*/ 105 w 170"/>
              <a:gd name="T7" fmla="*/ 93 h 264"/>
              <a:gd name="T8" fmla="*/ 109 w 170"/>
              <a:gd name="T9" fmla="*/ 155 h 264"/>
              <a:gd name="T10" fmla="*/ 30 w 170"/>
              <a:gd name="T11" fmla="*/ 37 h 264"/>
              <a:gd name="T12" fmla="*/ 101 w 170"/>
              <a:gd name="T13" fmla="*/ 33 h 264"/>
              <a:gd name="T14" fmla="*/ 125 w 170"/>
              <a:gd name="T15" fmla="*/ 57 h 264"/>
              <a:gd name="T16" fmla="*/ 138 w 170"/>
              <a:gd name="T17" fmla="*/ 156 h 264"/>
              <a:gd name="T18" fmla="*/ 140 w 170"/>
              <a:gd name="T19" fmla="*/ 160 h 264"/>
              <a:gd name="T20" fmla="*/ 148 w 170"/>
              <a:gd name="T21" fmla="*/ 156 h 264"/>
              <a:gd name="T22" fmla="*/ 151 w 170"/>
              <a:gd name="T23" fmla="*/ 169 h 264"/>
              <a:gd name="T24" fmla="*/ 149 w 170"/>
              <a:gd name="T25" fmla="*/ 170 h 264"/>
              <a:gd name="T26" fmla="*/ 114 w 170"/>
              <a:gd name="T27" fmla="*/ 157 h 264"/>
              <a:gd name="T28" fmla="*/ 115 w 170"/>
              <a:gd name="T29" fmla="*/ 153 h 264"/>
              <a:gd name="T30" fmla="*/ 109 w 170"/>
              <a:gd name="T31" fmla="*/ 91 h 264"/>
              <a:gd name="T32" fmla="*/ 33 w 170"/>
              <a:gd name="T33" fmla="*/ 40 h 264"/>
              <a:gd name="T34" fmla="*/ 32 w 170"/>
              <a:gd name="T35" fmla="*/ 36 h 264"/>
              <a:gd name="T36" fmla="*/ 30 w 170"/>
              <a:gd name="T37" fmla="*/ 37 h 264"/>
              <a:gd name="T38" fmla="*/ 19 w 170"/>
              <a:gd name="T39" fmla="*/ 1 h 264"/>
              <a:gd name="T40" fmla="*/ 18 w 170"/>
              <a:gd name="T41" fmla="*/ 3 h 264"/>
              <a:gd name="T42" fmla="*/ 1 w 170"/>
              <a:gd name="T43" fmla="*/ 62 h 264"/>
              <a:gd name="T44" fmla="*/ 0 w 170"/>
              <a:gd name="T45" fmla="*/ 65 h 264"/>
              <a:gd name="T46" fmla="*/ 48 w 170"/>
              <a:gd name="T47" fmla="*/ 75 h 264"/>
              <a:gd name="T48" fmla="*/ 90 w 170"/>
              <a:gd name="T49" fmla="*/ 133 h 264"/>
              <a:gd name="T50" fmla="*/ 93 w 170"/>
              <a:gd name="T51" fmla="*/ 171 h 264"/>
              <a:gd name="T52" fmla="*/ 96 w 170"/>
              <a:gd name="T53" fmla="*/ 171 h 264"/>
              <a:gd name="T54" fmla="*/ 145 w 170"/>
              <a:gd name="T55" fmla="*/ 174 h 264"/>
              <a:gd name="T56" fmla="*/ 153 w 170"/>
              <a:gd name="T57" fmla="*/ 174 h 264"/>
              <a:gd name="T58" fmla="*/ 153 w 170"/>
              <a:gd name="T59" fmla="*/ 156 h 264"/>
              <a:gd name="T60" fmla="*/ 163 w 170"/>
              <a:gd name="T61" fmla="*/ 173 h 264"/>
              <a:gd name="T62" fmla="*/ 100 w 170"/>
              <a:gd name="T63" fmla="*/ 229 h 264"/>
              <a:gd name="T64" fmla="*/ 97 w 170"/>
              <a:gd name="T65" fmla="*/ 227 h 264"/>
              <a:gd name="T66" fmla="*/ 88 w 170"/>
              <a:gd name="T67" fmla="*/ 227 h 264"/>
              <a:gd name="T68" fmla="*/ 66 w 170"/>
              <a:gd name="T69" fmla="*/ 229 h 264"/>
              <a:gd name="T70" fmla="*/ 64 w 170"/>
              <a:gd name="T71" fmla="*/ 231 h 264"/>
              <a:gd name="T72" fmla="*/ 67 w 170"/>
              <a:gd name="T73" fmla="*/ 234 h 264"/>
              <a:gd name="T74" fmla="*/ 69 w 170"/>
              <a:gd name="T75" fmla="*/ 233 h 264"/>
              <a:gd name="T76" fmla="*/ 69 w 170"/>
              <a:gd name="T77" fmla="*/ 237 h 264"/>
              <a:gd name="T78" fmla="*/ 68 w 170"/>
              <a:gd name="T79" fmla="*/ 239 h 264"/>
              <a:gd name="T80" fmla="*/ 71 w 170"/>
              <a:gd name="T81" fmla="*/ 242 h 264"/>
              <a:gd name="T82" fmla="*/ 74 w 170"/>
              <a:gd name="T83" fmla="*/ 240 h 264"/>
              <a:gd name="T84" fmla="*/ 91 w 170"/>
              <a:gd name="T85" fmla="*/ 233 h 264"/>
              <a:gd name="T86" fmla="*/ 85 w 170"/>
              <a:gd name="T87" fmla="*/ 237 h 264"/>
              <a:gd name="T88" fmla="*/ 73 w 170"/>
              <a:gd name="T89" fmla="*/ 247 h 264"/>
              <a:gd name="T90" fmla="*/ 76 w 170"/>
              <a:gd name="T91" fmla="*/ 248 h 264"/>
              <a:gd name="T92" fmla="*/ 80 w 170"/>
              <a:gd name="T93" fmla="*/ 245 h 264"/>
              <a:gd name="T94" fmla="*/ 89 w 170"/>
              <a:gd name="T95" fmla="*/ 239 h 264"/>
              <a:gd name="T96" fmla="*/ 81 w 170"/>
              <a:gd name="T97" fmla="*/ 254 h 264"/>
              <a:gd name="T98" fmla="*/ 81 w 170"/>
              <a:gd name="T99" fmla="*/ 255 h 264"/>
              <a:gd name="T100" fmla="*/ 81 w 170"/>
              <a:gd name="T101" fmla="*/ 258 h 264"/>
              <a:gd name="T102" fmla="*/ 84 w 170"/>
              <a:gd name="T103" fmla="*/ 257 h 264"/>
              <a:gd name="T104" fmla="*/ 92 w 170"/>
              <a:gd name="T105" fmla="*/ 253 h 264"/>
              <a:gd name="T106" fmla="*/ 90 w 170"/>
              <a:gd name="T107" fmla="*/ 261 h 264"/>
              <a:gd name="T108" fmla="*/ 92 w 170"/>
              <a:gd name="T109" fmla="*/ 264 h 264"/>
              <a:gd name="T110" fmla="*/ 94 w 170"/>
              <a:gd name="T111" fmla="*/ 262 h 264"/>
              <a:gd name="T112" fmla="*/ 96 w 170"/>
              <a:gd name="T113" fmla="*/ 254 h 264"/>
              <a:gd name="T114" fmla="*/ 157 w 170"/>
              <a:gd name="T115" fmla="*/ 187 h 264"/>
              <a:gd name="T116" fmla="*/ 160 w 170"/>
              <a:gd name="T117" fmla="*/ 154 h 264"/>
              <a:gd name="T118" fmla="*/ 129 w 170"/>
              <a:gd name="T119" fmla="*/ 56 h 264"/>
              <a:gd name="T120" fmla="*/ 102 w 170"/>
              <a:gd name="T121" fmla="*/ 28 h 264"/>
              <a:gd name="T122" fmla="*/ 20 w 170"/>
              <a:gd name="T123"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 h="264">
                <a:moveTo>
                  <a:pt x="98" y="163"/>
                </a:moveTo>
                <a:cubicBezTo>
                  <a:pt x="100" y="151"/>
                  <a:pt x="97" y="139"/>
                  <a:pt x="94" y="131"/>
                </a:cubicBezTo>
                <a:cubicBezTo>
                  <a:pt x="90" y="119"/>
                  <a:pt x="83" y="109"/>
                  <a:pt x="75" y="98"/>
                </a:cubicBezTo>
                <a:cubicBezTo>
                  <a:pt x="67" y="87"/>
                  <a:pt x="60" y="78"/>
                  <a:pt x="50" y="71"/>
                </a:cubicBezTo>
                <a:cubicBezTo>
                  <a:pt x="37" y="64"/>
                  <a:pt x="22" y="62"/>
                  <a:pt x="8" y="62"/>
                </a:cubicBezTo>
                <a:cubicBezTo>
                  <a:pt x="28" y="44"/>
                  <a:pt x="28" y="44"/>
                  <a:pt x="28" y="44"/>
                </a:cubicBezTo>
                <a:cubicBezTo>
                  <a:pt x="29" y="44"/>
                  <a:pt x="29" y="44"/>
                  <a:pt x="29" y="44"/>
                </a:cubicBezTo>
                <a:cubicBezTo>
                  <a:pt x="59" y="46"/>
                  <a:pt x="89" y="65"/>
                  <a:pt x="105" y="93"/>
                </a:cubicBezTo>
                <a:cubicBezTo>
                  <a:pt x="111" y="104"/>
                  <a:pt x="115" y="115"/>
                  <a:pt x="116" y="125"/>
                </a:cubicBezTo>
                <a:cubicBezTo>
                  <a:pt x="116" y="136"/>
                  <a:pt x="114" y="147"/>
                  <a:pt x="109" y="155"/>
                </a:cubicBezTo>
                <a:cubicBezTo>
                  <a:pt x="98" y="163"/>
                  <a:pt x="98" y="163"/>
                  <a:pt x="98" y="163"/>
                </a:cubicBezTo>
                <a:moveTo>
                  <a:pt x="30" y="37"/>
                </a:moveTo>
                <a:cubicBezTo>
                  <a:pt x="23" y="6"/>
                  <a:pt x="23" y="6"/>
                  <a:pt x="23" y="6"/>
                </a:cubicBezTo>
                <a:cubicBezTo>
                  <a:pt x="49" y="15"/>
                  <a:pt x="75" y="24"/>
                  <a:pt x="101" y="33"/>
                </a:cubicBezTo>
                <a:cubicBezTo>
                  <a:pt x="109" y="35"/>
                  <a:pt x="116" y="38"/>
                  <a:pt x="120" y="43"/>
                </a:cubicBezTo>
                <a:cubicBezTo>
                  <a:pt x="122" y="47"/>
                  <a:pt x="124" y="52"/>
                  <a:pt x="125" y="57"/>
                </a:cubicBezTo>
                <a:cubicBezTo>
                  <a:pt x="147" y="152"/>
                  <a:pt x="147" y="152"/>
                  <a:pt x="147" y="152"/>
                </a:cubicBezTo>
                <a:cubicBezTo>
                  <a:pt x="144" y="152"/>
                  <a:pt x="140" y="154"/>
                  <a:pt x="138" y="156"/>
                </a:cubicBezTo>
                <a:cubicBezTo>
                  <a:pt x="137" y="157"/>
                  <a:pt x="137" y="159"/>
                  <a:pt x="138" y="160"/>
                </a:cubicBezTo>
                <a:cubicBezTo>
                  <a:pt x="138" y="160"/>
                  <a:pt x="139" y="160"/>
                  <a:pt x="140" y="160"/>
                </a:cubicBezTo>
                <a:cubicBezTo>
                  <a:pt x="140" y="160"/>
                  <a:pt x="141" y="160"/>
                  <a:pt x="141" y="160"/>
                </a:cubicBezTo>
                <a:cubicBezTo>
                  <a:pt x="143" y="158"/>
                  <a:pt x="146" y="156"/>
                  <a:pt x="148" y="156"/>
                </a:cubicBezTo>
                <a:cubicBezTo>
                  <a:pt x="151" y="165"/>
                  <a:pt x="151" y="165"/>
                  <a:pt x="151" y="165"/>
                </a:cubicBezTo>
                <a:cubicBezTo>
                  <a:pt x="151" y="167"/>
                  <a:pt x="151" y="168"/>
                  <a:pt x="151" y="169"/>
                </a:cubicBezTo>
                <a:cubicBezTo>
                  <a:pt x="151" y="170"/>
                  <a:pt x="150" y="170"/>
                  <a:pt x="150" y="170"/>
                </a:cubicBezTo>
                <a:cubicBezTo>
                  <a:pt x="150" y="170"/>
                  <a:pt x="150" y="170"/>
                  <a:pt x="149" y="170"/>
                </a:cubicBezTo>
                <a:cubicBezTo>
                  <a:pt x="149" y="170"/>
                  <a:pt x="148" y="170"/>
                  <a:pt x="147" y="170"/>
                </a:cubicBezTo>
                <a:cubicBezTo>
                  <a:pt x="114" y="157"/>
                  <a:pt x="114" y="157"/>
                  <a:pt x="114" y="157"/>
                </a:cubicBezTo>
                <a:cubicBezTo>
                  <a:pt x="114" y="156"/>
                  <a:pt x="114" y="156"/>
                  <a:pt x="114" y="156"/>
                </a:cubicBezTo>
                <a:cubicBezTo>
                  <a:pt x="115" y="156"/>
                  <a:pt x="115" y="154"/>
                  <a:pt x="115" y="153"/>
                </a:cubicBezTo>
                <a:cubicBezTo>
                  <a:pt x="119" y="145"/>
                  <a:pt x="121" y="135"/>
                  <a:pt x="120" y="124"/>
                </a:cubicBezTo>
                <a:cubicBezTo>
                  <a:pt x="119" y="114"/>
                  <a:pt x="115" y="102"/>
                  <a:pt x="109" y="91"/>
                </a:cubicBezTo>
                <a:cubicBezTo>
                  <a:pt x="93" y="63"/>
                  <a:pt x="63" y="43"/>
                  <a:pt x="33" y="40"/>
                </a:cubicBezTo>
                <a:cubicBezTo>
                  <a:pt x="33" y="40"/>
                  <a:pt x="33" y="40"/>
                  <a:pt x="33" y="40"/>
                </a:cubicBezTo>
                <a:cubicBezTo>
                  <a:pt x="34" y="39"/>
                  <a:pt x="34" y="38"/>
                  <a:pt x="33" y="37"/>
                </a:cubicBezTo>
                <a:cubicBezTo>
                  <a:pt x="33" y="36"/>
                  <a:pt x="32" y="36"/>
                  <a:pt x="32" y="36"/>
                </a:cubicBezTo>
                <a:cubicBezTo>
                  <a:pt x="31" y="36"/>
                  <a:pt x="31" y="36"/>
                  <a:pt x="30" y="37"/>
                </a:cubicBezTo>
                <a:cubicBezTo>
                  <a:pt x="30" y="37"/>
                  <a:pt x="30" y="37"/>
                  <a:pt x="30" y="37"/>
                </a:cubicBezTo>
                <a:moveTo>
                  <a:pt x="20" y="0"/>
                </a:moveTo>
                <a:cubicBezTo>
                  <a:pt x="20" y="0"/>
                  <a:pt x="19" y="0"/>
                  <a:pt x="19" y="1"/>
                </a:cubicBezTo>
                <a:cubicBezTo>
                  <a:pt x="18" y="1"/>
                  <a:pt x="18" y="2"/>
                  <a:pt x="18" y="2"/>
                </a:cubicBezTo>
                <a:cubicBezTo>
                  <a:pt x="18" y="3"/>
                  <a:pt x="18" y="3"/>
                  <a:pt x="18" y="3"/>
                </a:cubicBezTo>
                <a:cubicBezTo>
                  <a:pt x="26" y="40"/>
                  <a:pt x="26" y="40"/>
                  <a:pt x="26" y="40"/>
                </a:cubicBezTo>
                <a:cubicBezTo>
                  <a:pt x="1" y="62"/>
                  <a:pt x="1" y="62"/>
                  <a:pt x="1" y="62"/>
                </a:cubicBezTo>
                <a:cubicBezTo>
                  <a:pt x="0" y="62"/>
                  <a:pt x="0" y="63"/>
                  <a:pt x="0" y="63"/>
                </a:cubicBezTo>
                <a:cubicBezTo>
                  <a:pt x="0" y="65"/>
                  <a:pt x="0" y="65"/>
                  <a:pt x="0" y="65"/>
                </a:cubicBezTo>
                <a:cubicBezTo>
                  <a:pt x="1" y="65"/>
                  <a:pt x="1" y="66"/>
                  <a:pt x="2" y="66"/>
                </a:cubicBezTo>
                <a:cubicBezTo>
                  <a:pt x="17" y="66"/>
                  <a:pt x="34" y="67"/>
                  <a:pt x="48" y="75"/>
                </a:cubicBezTo>
                <a:cubicBezTo>
                  <a:pt x="57" y="81"/>
                  <a:pt x="64" y="90"/>
                  <a:pt x="71" y="100"/>
                </a:cubicBezTo>
                <a:cubicBezTo>
                  <a:pt x="79" y="111"/>
                  <a:pt x="86" y="121"/>
                  <a:pt x="90" y="133"/>
                </a:cubicBezTo>
                <a:cubicBezTo>
                  <a:pt x="95" y="145"/>
                  <a:pt x="96" y="158"/>
                  <a:pt x="92" y="168"/>
                </a:cubicBezTo>
                <a:cubicBezTo>
                  <a:pt x="92" y="169"/>
                  <a:pt x="92" y="170"/>
                  <a:pt x="93" y="171"/>
                </a:cubicBezTo>
                <a:cubicBezTo>
                  <a:pt x="93" y="171"/>
                  <a:pt x="94" y="171"/>
                  <a:pt x="94" y="171"/>
                </a:cubicBezTo>
                <a:cubicBezTo>
                  <a:pt x="95" y="171"/>
                  <a:pt x="95" y="171"/>
                  <a:pt x="96" y="171"/>
                </a:cubicBezTo>
                <a:cubicBezTo>
                  <a:pt x="109" y="160"/>
                  <a:pt x="109" y="160"/>
                  <a:pt x="109" y="160"/>
                </a:cubicBezTo>
                <a:cubicBezTo>
                  <a:pt x="145" y="174"/>
                  <a:pt x="145" y="174"/>
                  <a:pt x="145" y="174"/>
                </a:cubicBezTo>
                <a:cubicBezTo>
                  <a:pt x="146" y="174"/>
                  <a:pt x="148" y="175"/>
                  <a:pt x="149" y="175"/>
                </a:cubicBezTo>
                <a:cubicBezTo>
                  <a:pt x="150" y="175"/>
                  <a:pt x="152" y="175"/>
                  <a:pt x="153" y="174"/>
                </a:cubicBezTo>
                <a:cubicBezTo>
                  <a:pt x="154" y="173"/>
                  <a:pt x="156" y="170"/>
                  <a:pt x="155" y="164"/>
                </a:cubicBezTo>
                <a:cubicBezTo>
                  <a:pt x="153" y="156"/>
                  <a:pt x="153" y="156"/>
                  <a:pt x="153" y="156"/>
                </a:cubicBezTo>
                <a:cubicBezTo>
                  <a:pt x="155" y="156"/>
                  <a:pt x="156" y="157"/>
                  <a:pt x="158" y="157"/>
                </a:cubicBezTo>
                <a:cubicBezTo>
                  <a:pt x="163" y="161"/>
                  <a:pt x="165" y="167"/>
                  <a:pt x="163" y="173"/>
                </a:cubicBezTo>
                <a:cubicBezTo>
                  <a:pt x="162" y="177"/>
                  <a:pt x="158" y="180"/>
                  <a:pt x="154" y="184"/>
                </a:cubicBezTo>
                <a:cubicBezTo>
                  <a:pt x="137" y="200"/>
                  <a:pt x="118" y="215"/>
                  <a:pt x="100" y="229"/>
                </a:cubicBezTo>
                <a:cubicBezTo>
                  <a:pt x="99" y="228"/>
                  <a:pt x="98" y="227"/>
                  <a:pt x="97" y="227"/>
                </a:cubicBezTo>
                <a:cubicBezTo>
                  <a:pt x="97" y="227"/>
                  <a:pt x="97" y="227"/>
                  <a:pt x="97" y="227"/>
                </a:cubicBezTo>
                <a:cubicBezTo>
                  <a:pt x="97" y="227"/>
                  <a:pt x="96" y="228"/>
                  <a:pt x="96" y="228"/>
                </a:cubicBezTo>
                <a:cubicBezTo>
                  <a:pt x="94" y="227"/>
                  <a:pt x="92" y="227"/>
                  <a:pt x="88" y="227"/>
                </a:cubicBezTo>
                <a:cubicBezTo>
                  <a:pt x="86" y="227"/>
                  <a:pt x="84" y="227"/>
                  <a:pt x="82" y="227"/>
                </a:cubicBezTo>
                <a:cubicBezTo>
                  <a:pt x="66" y="229"/>
                  <a:pt x="66" y="229"/>
                  <a:pt x="66" y="229"/>
                </a:cubicBezTo>
                <a:cubicBezTo>
                  <a:pt x="65" y="229"/>
                  <a:pt x="64" y="230"/>
                  <a:pt x="64" y="231"/>
                </a:cubicBezTo>
                <a:cubicBezTo>
                  <a:pt x="64" y="231"/>
                  <a:pt x="64" y="231"/>
                  <a:pt x="64" y="231"/>
                </a:cubicBezTo>
                <a:cubicBezTo>
                  <a:pt x="64" y="232"/>
                  <a:pt x="65" y="233"/>
                  <a:pt x="66" y="233"/>
                </a:cubicBezTo>
                <a:cubicBezTo>
                  <a:pt x="67" y="234"/>
                  <a:pt x="67" y="234"/>
                  <a:pt x="67" y="234"/>
                </a:cubicBezTo>
                <a:cubicBezTo>
                  <a:pt x="67" y="234"/>
                  <a:pt x="67" y="234"/>
                  <a:pt x="68" y="234"/>
                </a:cubicBezTo>
                <a:cubicBezTo>
                  <a:pt x="68" y="234"/>
                  <a:pt x="69" y="233"/>
                  <a:pt x="69" y="233"/>
                </a:cubicBezTo>
                <a:cubicBezTo>
                  <a:pt x="80" y="232"/>
                  <a:pt x="80" y="232"/>
                  <a:pt x="80" y="232"/>
                </a:cubicBezTo>
                <a:cubicBezTo>
                  <a:pt x="76" y="233"/>
                  <a:pt x="73" y="235"/>
                  <a:pt x="69" y="237"/>
                </a:cubicBezTo>
                <a:cubicBezTo>
                  <a:pt x="69" y="238"/>
                  <a:pt x="69" y="238"/>
                  <a:pt x="68" y="239"/>
                </a:cubicBezTo>
                <a:cubicBezTo>
                  <a:pt x="68" y="239"/>
                  <a:pt x="68" y="239"/>
                  <a:pt x="68" y="239"/>
                </a:cubicBezTo>
                <a:cubicBezTo>
                  <a:pt x="68" y="240"/>
                  <a:pt x="69" y="241"/>
                  <a:pt x="70" y="241"/>
                </a:cubicBezTo>
                <a:cubicBezTo>
                  <a:pt x="71" y="242"/>
                  <a:pt x="71" y="242"/>
                  <a:pt x="71" y="242"/>
                </a:cubicBezTo>
                <a:cubicBezTo>
                  <a:pt x="71" y="242"/>
                  <a:pt x="71" y="242"/>
                  <a:pt x="72" y="242"/>
                </a:cubicBezTo>
                <a:cubicBezTo>
                  <a:pt x="73" y="242"/>
                  <a:pt x="73" y="241"/>
                  <a:pt x="74" y="240"/>
                </a:cubicBezTo>
                <a:cubicBezTo>
                  <a:pt x="74" y="240"/>
                  <a:pt x="74" y="240"/>
                  <a:pt x="74" y="240"/>
                </a:cubicBezTo>
                <a:cubicBezTo>
                  <a:pt x="79" y="236"/>
                  <a:pt x="85" y="234"/>
                  <a:pt x="91" y="233"/>
                </a:cubicBezTo>
                <a:cubicBezTo>
                  <a:pt x="90" y="234"/>
                  <a:pt x="89" y="235"/>
                  <a:pt x="88" y="235"/>
                </a:cubicBezTo>
                <a:cubicBezTo>
                  <a:pt x="86" y="236"/>
                  <a:pt x="85" y="236"/>
                  <a:pt x="85" y="237"/>
                </a:cubicBezTo>
                <a:cubicBezTo>
                  <a:pt x="81" y="239"/>
                  <a:pt x="77" y="241"/>
                  <a:pt x="74" y="244"/>
                </a:cubicBezTo>
                <a:cubicBezTo>
                  <a:pt x="73" y="245"/>
                  <a:pt x="73" y="246"/>
                  <a:pt x="73" y="247"/>
                </a:cubicBezTo>
                <a:cubicBezTo>
                  <a:pt x="74" y="248"/>
                  <a:pt x="74" y="248"/>
                  <a:pt x="75" y="248"/>
                </a:cubicBezTo>
                <a:cubicBezTo>
                  <a:pt x="75" y="248"/>
                  <a:pt x="76" y="248"/>
                  <a:pt x="76" y="248"/>
                </a:cubicBezTo>
                <a:cubicBezTo>
                  <a:pt x="79" y="246"/>
                  <a:pt x="79" y="246"/>
                  <a:pt x="79" y="246"/>
                </a:cubicBezTo>
                <a:cubicBezTo>
                  <a:pt x="80" y="246"/>
                  <a:pt x="80" y="245"/>
                  <a:pt x="80" y="245"/>
                </a:cubicBezTo>
                <a:cubicBezTo>
                  <a:pt x="82" y="243"/>
                  <a:pt x="85" y="242"/>
                  <a:pt x="87" y="240"/>
                </a:cubicBezTo>
                <a:cubicBezTo>
                  <a:pt x="88" y="240"/>
                  <a:pt x="88" y="240"/>
                  <a:pt x="89" y="239"/>
                </a:cubicBezTo>
                <a:cubicBezTo>
                  <a:pt x="90" y="239"/>
                  <a:pt x="91" y="239"/>
                  <a:pt x="91" y="238"/>
                </a:cubicBezTo>
                <a:cubicBezTo>
                  <a:pt x="88" y="244"/>
                  <a:pt x="85" y="249"/>
                  <a:pt x="81" y="254"/>
                </a:cubicBezTo>
                <a:cubicBezTo>
                  <a:pt x="81" y="254"/>
                  <a:pt x="81" y="254"/>
                  <a:pt x="81" y="254"/>
                </a:cubicBezTo>
                <a:cubicBezTo>
                  <a:pt x="81" y="255"/>
                  <a:pt x="81" y="255"/>
                  <a:pt x="81" y="255"/>
                </a:cubicBezTo>
                <a:cubicBezTo>
                  <a:pt x="80" y="255"/>
                  <a:pt x="80" y="255"/>
                  <a:pt x="80" y="256"/>
                </a:cubicBezTo>
                <a:cubicBezTo>
                  <a:pt x="80" y="257"/>
                  <a:pt x="80" y="257"/>
                  <a:pt x="81" y="258"/>
                </a:cubicBezTo>
                <a:cubicBezTo>
                  <a:pt x="81" y="258"/>
                  <a:pt x="82" y="258"/>
                  <a:pt x="82" y="258"/>
                </a:cubicBezTo>
                <a:cubicBezTo>
                  <a:pt x="83" y="258"/>
                  <a:pt x="84" y="258"/>
                  <a:pt x="84" y="257"/>
                </a:cubicBezTo>
                <a:cubicBezTo>
                  <a:pt x="88" y="253"/>
                  <a:pt x="91" y="248"/>
                  <a:pt x="94" y="243"/>
                </a:cubicBezTo>
                <a:cubicBezTo>
                  <a:pt x="94" y="246"/>
                  <a:pt x="93" y="250"/>
                  <a:pt x="92" y="253"/>
                </a:cubicBezTo>
                <a:cubicBezTo>
                  <a:pt x="91" y="255"/>
                  <a:pt x="91" y="255"/>
                  <a:pt x="91" y="255"/>
                </a:cubicBezTo>
                <a:cubicBezTo>
                  <a:pt x="91" y="257"/>
                  <a:pt x="90" y="259"/>
                  <a:pt x="90" y="261"/>
                </a:cubicBezTo>
                <a:cubicBezTo>
                  <a:pt x="90" y="261"/>
                  <a:pt x="90" y="261"/>
                  <a:pt x="90" y="261"/>
                </a:cubicBezTo>
                <a:cubicBezTo>
                  <a:pt x="90" y="262"/>
                  <a:pt x="91" y="263"/>
                  <a:pt x="92" y="264"/>
                </a:cubicBezTo>
                <a:cubicBezTo>
                  <a:pt x="92" y="264"/>
                  <a:pt x="92" y="264"/>
                  <a:pt x="92" y="264"/>
                </a:cubicBezTo>
                <a:cubicBezTo>
                  <a:pt x="93" y="264"/>
                  <a:pt x="94" y="263"/>
                  <a:pt x="94" y="262"/>
                </a:cubicBezTo>
                <a:cubicBezTo>
                  <a:pt x="95" y="260"/>
                  <a:pt x="95" y="258"/>
                  <a:pt x="96" y="256"/>
                </a:cubicBezTo>
                <a:cubicBezTo>
                  <a:pt x="96" y="254"/>
                  <a:pt x="96" y="254"/>
                  <a:pt x="96" y="254"/>
                </a:cubicBezTo>
                <a:cubicBezTo>
                  <a:pt x="98" y="248"/>
                  <a:pt x="99" y="241"/>
                  <a:pt x="99" y="235"/>
                </a:cubicBezTo>
                <a:cubicBezTo>
                  <a:pt x="119" y="220"/>
                  <a:pt x="139" y="204"/>
                  <a:pt x="157" y="187"/>
                </a:cubicBezTo>
                <a:cubicBezTo>
                  <a:pt x="161" y="184"/>
                  <a:pt x="165" y="180"/>
                  <a:pt x="167" y="174"/>
                </a:cubicBezTo>
                <a:cubicBezTo>
                  <a:pt x="170" y="167"/>
                  <a:pt x="167" y="158"/>
                  <a:pt x="160" y="154"/>
                </a:cubicBezTo>
                <a:cubicBezTo>
                  <a:pt x="157" y="152"/>
                  <a:pt x="155" y="151"/>
                  <a:pt x="152" y="151"/>
                </a:cubicBezTo>
                <a:cubicBezTo>
                  <a:pt x="129" y="56"/>
                  <a:pt x="129" y="56"/>
                  <a:pt x="129" y="56"/>
                </a:cubicBezTo>
                <a:cubicBezTo>
                  <a:pt x="128" y="51"/>
                  <a:pt x="127" y="45"/>
                  <a:pt x="123" y="41"/>
                </a:cubicBezTo>
                <a:cubicBezTo>
                  <a:pt x="118" y="34"/>
                  <a:pt x="111" y="31"/>
                  <a:pt x="102" y="28"/>
                </a:cubicBezTo>
                <a:cubicBezTo>
                  <a:pt x="75" y="19"/>
                  <a:pt x="48" y="10"/>
                  <a:pt x="21" y="0"/>
                </a:cubicBezTo>
                <a:cubicBezTo>
                  <a:pt x="21" y="0"/>
                  <a:pt x="20" y="0"/>
                  <a:pt x="20"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1" name="Freeform 115">
            <a:extLst>
              <a:ext uri="{FF2B5EF4-FFF2-40B4-BE49-F238E27FC236}">
                <a16:creationId xmlns:a16="http://schemas.microsoft.com/office/drawing/2014/main" id="{6B05F11D-2A70-4648-9789-CE978C36C2CC}"/>
              </a:ext>
            </a:extLst>
          </p:cNvPr>
          <p:cNvSpPr>
            <a:spLocks noEditPoints="1"/>
          </p:cNvSpPr>
          <p:nvPr/>
        </p:nvSpPr>
        <p:spPr bwMode="auto">
          <a:xfrm>
            <a:off x="4949825" y="1673225"/>
            <a:ext cx="358775" cy="487363"/>
          </a:xfrm>
          <a:custGeom>
            <a:avLst/>
            <a:gdLst>
              <a:gd name="T0" fmla="*/ 46 w 100"/>
              <a:gd name="T1" fmla="*/ 107 h 136"/>
              <a:gd name="T2" fmla="*/ 42 w 100"/>
              <a:gd name="T3" fmla="*/ 92 h 136"/>
              <a:gd name="T4" fmla="*/ 44 w 100"/>
              <a:gd name="T5" fmla="*/ 84 h 136"/>
              <a:gd name="T6" fmla="*/ 49 w 100"/>
              <a:gd name="T7" fmla="*/ 74 h 136"/>
              <a:gd name="T8" fmla="*/ 54 w 100"/>
              <a:gd name="T9" fmla="*/ 74 h 136"/>
              <a:gd name="T10" fmla="*/ 56 w 100"/>
              <a:gd name="T11" fmla="*/ 80 h 136"/>
              <a:gd name="T12" fmla="*/ 59 w 100"/>
              <a:gd name="T13" fmla="*/ 90 h 136"/>
              <a:gd name="T14" fmla="*/ 58 w 100"/>
              <a:gd name="T15" fmla="*/ 106 h 136"/>
              <a:gd name="T16" fmla="*/ 52 w 100"/>
              <a:gd name="T17" fmla="*/ 69 h 136"/>
              <a:gd name="T18" fmla="*/ 42 w 100"/>
              <a:gd name="T19" fmla="*/ 79 h 136"/>
              <a:gd name="T20" fmla="*/ 40 w 100"/>
              <a:gd name="T21" fmla="*/ 88 h 136"/>
              <a:gd name="T22" fmla="*/ 37 w 100"/>
              <a:gd name="T23" fmla="*/ 96 h 136"/>
              <a:gd name="T24" fmla="*/ 51 w 100"/>
              <a:gd name="T25" fmla="*/ 112 h 136"/>
              <a:gd name="T26" fmla="*/ 64 w 100"/>
              <a:gd name="T27" fmla="*/ 93 h 136"/>
              <a:gd name="T28" fmla="*/ 59 w 100"/>
              <a:gd name="T29" fmla="*/ 83 h 136"/>
              <a:gd name="T30" fmla="*/ 59 w 100"/>
              <a:gd name="T31" fmla="*/ 78 h 136"/>
              <a:gd name="T32" fmla="*/ 52 w 100"/>
              <a:gd name="T33" fmla="*/ 69 h 136"/>
              <a:gd name="T34" fmla="*/ 6 w 100"/>
              <a:gd name="T35" fmla="*/ 128 h 136"/>
              <a:gd name="T36" fmla="*/ 97 w 100"/>
              <a:gd name="T37" fmla="*/ 47 h 136"/>
              <a:gd name="T38" fmla="*/ 22 w 100"/>
              <a:gd name="T39" fmla="*/ 44 h 136"/>
              <a:gd name="T40" fmla="*/ 25 w 100"/>
              <a:gd name="T41" fmla="*/ 16 h 136"/>
              <a:gd name="T42" fmla="*/ 49 w 100"/>
              <a:gd name="T43" fmla="*/ 4 h 136"/>
              <a:gd name="T44" fmla="*/ 78 w 100"/>
              <a:gd name="T45" fmla="*/ 43 h 136"/>
              <a:gd name="T46" fmla="*/ 49 w 100"/>
              <a:gd name="T47" fmla="*/ 0 h 136"/>
              <a:gd name="T48" fmla="*/ 18 w 100"/>
              <a:gd name="T49" fmla="*/ 44 h 136"/>
              <a:gd name="T50" fmla="*/ 1 w 100"/>
              <a:gd name="T51" fmla="*/ 45 h 136"/>
              <a:gd name="T52" fmla="*/ 3 w 100"/>
              <a:gd name="T53" fmla="*/ 130 h 136"/>
              <a:gd name="T54" fmla="*/ 98 w 100"/>
              <a:gd name="T55" fmla="*/ 136 h 136"/>
              <a:gd name="T56" fmla="*/ 100 w 100"/>
              <a:gd name="T57" fmla="*/ 135 h 136"/>
              <a:gd name="T58" fmla="*/ 100 w 100"/>
              <a:gd name="T59" fmla="*/ 45 h 136"/>
              <a:gd name="T60" fmla="*/ 99 w 100"/>
              <a:gd name="T61" fmla="*/ 43 h 136"/>
              <a:gd name="T62" fmla="*/ 76 w 100"/>
              <a:gd name="T63" fmla="*/ 16 h 136"/>
              <a:gd name="T64" fmla="*/ 49 w 100"/>
              <a:gd name="T6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36">
                <a:moveTo>
                  <a:pt x="51" y="108"/>
                </a:moveTo>
                <a:cubicBezTo>
                  <a:pt x="49" y="108"/>
                  <a:pt x="48" y="108"/>
                  <a:pt x="46" y="107"/>
                </a:cubicBezTo>
                <a:cubicBezTo>
                  <a:pt x="42" y="105"/>
                  <a:pt x="40" y="100"/>
                  <a:pt x="41" y="96"/>
                </a:cubicBezTo>
                <a:cubicBezTo>
                  <a:pt x="41" y="95"/>
                  <a:pt x="42" y="93"/>
                  <a:pt x="42" y="92"/>
                </a:cubicBezTo>
                <a:cubicBezTo>
                  <a:pt x="43" y="91"/>
                  <a:pt x="43" y="90"/>
                  <a:pt x="43" y="89"/>
                </a:cubicBezTo>
                <a:cubicBezTo>
                  <a:pt x="44" y="87"/>
                  <a:pt x="44" y="85"/>
                  <a:pt x="44" y="84"/>
                </a:cubicBezTo>
                <a:cubicBezTo>
                  <a:pt x="45" y="83"/>
                  <a:pt x="45" y="81"/>
                  <a:pt x="45" y="80"/>
                </a:cubicBezTo>
                <a:cubicBezTo>
                  <a:pt x="46" y="77"/>
                  <a:pt x="47" y="75"/>
                  <a:pt x="49" y="74"/>
                </a:cubicBezTo>
                <a:cubicBezTo>
                  <a:pt x="50" y="73"/>
                  <a:pt x="51" y="73"/>
                  <a:pt x="52" y="73"/>
                </a:cubicBezTo>
                <a:cubicBezTo>
                  <a:pt x="53" y="73"/>
                  <a:pt x="54" y="73"/>
                  <a:pt x="54" y="74"/>
                </a:cubicBezTo>
                <a:cubicBezTo>
                  <a:pt x="55" y="74"/>
                  <a:pt x="56" y="76"/>
                  <a:pt x="56" y="78"/>
                </a:cubicBezTo>
                <a:cubicBezTo>
                  <a:pt x="56" y="78"/>
                  <a:pt x="56" y="79"/>
                  <a:pt x="56" y="80"/>
                </a:cubicBezTo>
                <a:cubicBezTo>
                  <a:pt x="56" y="81"/>
                  <a:pt x="56" y="82"/>
                  <a:pt x="56" y="84"/>
                </a:cubicBezTo>
                <a:cubicBezTo>
                  <a:pt x="56" y="86"/>
                  <a:pt x="58" y="88"/>
                  <a:pt x="59" y="90"/>
                </a:cubicBezTo>
                <a:cubicBezTo>
                  <a:pt x="60" y="92"/>
                  <a:pt x="60" y="93"/>
                  <a:pt x="61" y="94"/>
                </a:cubicBezTo>
                <a:cubicBezTo>
                  <a:pt x="62" y="98"/>
                  <a:pt x="61" y="103"/>
                  <a:pt x="58" y="106"/>
                </a:cubicBezTo>
                <a:cubicBezTo>
                  <a:pt x="56" y="107"/>
                  <a:pt x="54" y="108"/>
                  <a:pt x="51" y="108"/>
                </a:cubicBezTo>
                <a:moveTo>
                  <a:pt x="52" y="69"/>
                </a:moveTo>
                <a:cubicBezTo>
                  <a:pt x="50" y="69"/>
                  <a:pt x="48" y="70"/>
                  <a:pt x="47" y="71"/>
                </a:cubicBezTo>
                <a:cubicBezTo>
                  <a:pt x="44" y="73"/>
                  <a:pt x="42" y="75"/>
                  <a:pt x="42" y="79"/>
                </a:cubicBezTo>
                <a:cubicBezTo>
                  <a:pt x="41" y="81"/>
                  <a:pt x="41" y="82"/>
                  <a:pt x="41" y="83"/>
                </a:cubicBezTo>
                <a:cubicBezTo>
                  <a:pt x="41" y="85"/>
                  <a:pt x="40" y="86"/>
                  <a:pt x="40" y="88"/>
                </a:cubicBezTo>
                <a:cubicBezTo>
                  <a:pt x="40" y="89"/>
                  <a:pt x="39" y="90"/>
                  <a:pt x="39" y="91"/>
                </a:cubicBezTo>
                <a:cubicBezTo>
                  <a:pt x="38" y="92"/>
                  <a:pt x="38" y="94"/>
                  <a:pt x="37" y="96"/>
                </a:cubicBezTo>
                <a:cubicBezTo>
                  <a:pt x="36" y="101"/>
                  <a:pt x="39" y="107"/>
                  <a:pt x="44" y="110"/>
                </a:cubicBezTo>
                <a:cubicBezTo>
                  <a:pt x="46" y="111"/>
                  <a:pt x="49" y="112"/>
                  <a:pt x="51" y="112"/>
                </a:cubicBezTo>
                <a:cubicBezTo>
                  <a:pt x="54" y="112"/>
                  <a:pt x="58" y="111"/>
                  <a:pt x="60" y="109"/>
                </a:cubicBezTo>
                <a:cubicBezTo>
                  <a:pt x="65" y="105"/>
                  <a:pt x="66" y="99"/>
                  <a:pt x="64" y="93"/>
                </a:cubicBezTo>
                <a:cubicBezTo>
                  <a:pt x="64" y="92"/>
                  <a:pt x="63" y="90"/>
                  <a:pt x="62" y="88"/>
                </a:cubicBezTo>
                <a:cubicBezTo>
                  <a:pt x="61" y="87"/>
                  <a:pt x="60" y="85"/>
                  <a:pt x="59" y="83"/>
                </a:cubicBezTo>
                <a:cubicBezTo>
                  <a:pt x="59" y="82"/>
                  <a:pt x="59" y="81"/>
                  <a:pt x="59" y="80"/>
                </a:cubicBezTo>
                <a:cubicBezTo>
                  <a:pt x="59" y="79"/>
                  <a:pt x="59" y="78"/>
                  <a:pt x="59" y="78"/>
                </a:cubicBezTo>
                <a:cubicBezTo>
                  <a:pt x="59" y="75"/>
                  <a:pt x="58" y="73"/>
                  <a:pt x="57" y="71"/>
                </a:cubicBezTo>
                <a:cubicBezTo>
                  <a:pt x="56" y="70"/>
                  <a:pt x="54" y="69"/>
                  <a:pt x="52" y="69"/>
                </a:cubicBezTo>
                <a:moveTo>
                  <a:pt x="97" y="132"/>
                </a:moveTo>
                <a:cubicBezTo>
                  <a:pt x="6" y="128"/>
                  <a:pt x="6" y="128"/>
                  <a:pt x="6" y="128"/>
                </a:cubicBezTo>
                <a:cubicBezTo>
                  <a:pt x="4" y="48"/>
                  <a:pt x="4" y="48"/>
                  <a:pt x="4" y="48"/>
                </a:cubicBezTo>
                <a:cubicBezTo>
                  <a:pt x="97" y="47"/>
                  <a:pt x="97" y="47"/>
                  <a:pt x="97" y="47"/>
                </a:cubicBezTo>
                <a:cubicBezTo>
                  <a:pt x="97" y="132"/>
                  <a:pt x="97" y="132"/>
                  <a:pt x="97" y="132"/>
                </a:cubicBezTo>
                <a:moveTo>
                  <a:pt x="22" y="44"/>
                </a:moveTo>
                <a:cubicBezTo>
                  <a:pt x="22" y="44"/>
                  <a:pt x="22" y="44"/>
                  <a:pt x="22" y="44"/>
                </a:cubicBezTo>
                <a:cubicBezTo>
                  <a:pt x="18" y="35"/>
                  <a:pt x="19" y="24"/>
                  <a:pt x="25" y="16"/>
                </a:cubicBezTo>
                <a:cubicBezTo>
                  <a:pt x="30" y="9"/>
                  <a:pt x="39" y="4"/>
                  <a:pt x="49" y="4"/>
                </a:cubicBezTo>
                <a:cubicBezTo>
                  <a:pt x="49" y="4"/>
                  <a:pt x="49" y="4"/>
                  <a:pt x="49" y="4"/>
                </a:cubicBezTo>
                <a:cubicBezTo>
                  <a:pt x="59" y="4"/>
                  <a:pt x="68" y="10"/>
                  <a:pt x="73" y="18"/>
                </a:cubicBezTo>
                <a:cubicBezTo>
                  <a:pt x="77" y="24"/>
                  <a:pt x="79" y="32"/>
                  <a:pt x="78" y="43"/>
                </a:cubicBezTo>
                <a:cubicBezTo>
                  <a:pt x="22" y="44"/>
                  <a:pt x="22" y="44"/>
                  <a:pt x="22" y="44"/>
                </a:cubicBezTo>
                <a:moveTo>
                  <a:pt x="49" y="0"/>
                </a:moveTo>
                <a:cubicBezTo>
                  <a:pt x="38" y="0"/>
                  <a:pt x="28" y="6"/>
                  <a:pt x="22" y="14"/>
                </a:cubicBezTo>
                <a:cubicBezTo>
                  <a:pt x="16" y="23"/>
                  <a:pt x="15" y="34"/>
                  <a:pt x="18" y="44"/>
                </a:cubicBezTo>
                <a:cubicBezTo>
                  <a:pt x="2" y="44"/>
                  <a:pt x="2" y="44"/>
                  <a:pt x="2" y="44"/>
                </a:cubicBezTo>
                <a:cubicBezTo>
                  <a:pt x="2" y="44"/>
                  <a:pt x="1" y="45"/>
                  <a:pt x="1" y="45"/>
                </a:cubicBezTo>
                <a:cubicBezTo>
                  <a:pt x="1" y="45"/>
                  <a:pt x="0" y="46"/>
                  <a:pt x="0" y="46"/>
                </a:cubicBezTo>
                <a:cubicBezTo>
                  <a:pt x="3" y="130"/>
                  <a:pt x="3" y="130"/>
                  <a:pt x="3" y="130"/>
                </a:cubicBezTo>
                <a:cubicBezTo>
                  <a:pt x="3" y="131"/>
                  <a:pt x="4" y="132"/>
                  <a:pt x="4" y="132"/>
                </a:cubicBezTo>
                <a:cubicBezTo>
                  <a:pt x="98" y="136"/>
                  <a:pt x="98" y="136"/>
                  <a:pt x="98" y="136"/>
                </a:cubicBezTo>
                <a:cubicBezTo>
                  <a:pt x="98" y="136"/>
                  <a:pt x="98" y="136"/>
                  <a:pt x="98" y="136"/>
                </a:cubicBezTo>
                <a:cubicBezTo>
                  <a:pt x="99" y="136"/>
                  <a:pt x="99" y="136"/>
                  <a:pt x="100" y="135"/>
                </a:cubicBezTo>
                <a:cubicBezTo>
                  <a:pt x="100" y="135"/>
                  <a:pt x="100" y="134"/>
                  <a:pt x="100" y="134"/>
                </a:cubicBezTo>
                <a:cubicBezTo>
                  <a:pt x="100" y="45"/>
                  <a:pt x="100" y="45"/>
                  <a:pt x="100" y="45"/>
                </a:cubicBezTo>
                <a:cubicBezTo>
                  <a:pt x="100" y="45"/>
                  <a:pt x="100" y="44"/>
                  <a:pt x="100" y="44"/>
                </a:cubicBezTo>
                <a:cubicBezTo>
                  <a:pt x="99" y="43"/>
                  <a:pt x="99" y="43"/>
                  <a:pt x="99" y="43"/>
                </a:cubicBezTo>
                <a:cubicBezTo>
                  <a:pt x="82" y="43"/>
                  <a:pt x="82" y="43"/>
                  <a:pt x="82" y="43"/>
                </a:cubicBezTo>
                <a:cubicBezTo>
                  <a:pt x="82" y="32"/>
                  <a:pt x="80" y="23"/>
                  <a:pt x="76" y="16"/>
                </a:cubicBezTo>
                <a:cubicBezTo>
                  <a:pt x="71" y="7"/>
                  <a:pt x="60" y="1"/>
                  <a:pt x="49" y="0"/>
                </a:cubicBezTo>
                <a:cubicBezTo>
                  <a:pt x="49" y="0"/>
                  <a:pt x="49" y="0"/>
                  <a:pt x="49"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2" name="Freeform 116">
            <a:extLst>
              <a:ext uri="{FF2B5EF4-FFF2-40B4-BE49-F238E27FC236}">
                <a16:creationId xmlns:a16="http://schemas.microsoft.com/office/drawing/2014/main" id="{51BAB130-1D58-46F6-8AAB-6EB72D094E8D}"/>
              </a:ext>
            </a:extLst>
          </p:cNvPr>
          <p:cNvSpPr>
            <a:spLocks noEditPoints="1"/>
          </p:cNvSpPr>
          <p:nvPr/>
        </p:nvSpPr>
        <p:spPr bwMode="auto">
          <a:xfrm>
            <a:off x="3149600" y="1738313"/>
            <a:ext cx="533400" cy="430213"/>
          </a:xfrm>
          <a:custGeom>
            <a:avLst/>
            <a:gdLst>
              <a:gd name="T0" fmla="*/ 35 w 149"/>
              <a:gd name="T1" fmla="*/ 94 h 120"/>
              <a:gd name="T2" fmla="*/ 5 w 149"/>
              <a:gd name="T3" fmla="*/ 83 h 120"/>
              <a:gd name="T4" fmla="*/ 20 w 149"/>
              <a:gd name="T5" fmla="*/ 30 h 120"/>
              <a:gd name="T6" fmla="*/ 27 w 149"/>
              <a:gd name="T7" fmla="*/ 22 h 120"/>
              <a:gd name="T8" fmla="*/ 32 w 149"/>
              <a:gd name="T9" fmla="*/ 23 h 120"/>
              <a:gd name="T10" fmla="*/ 63 w 149"/>
              <a:gd name="T11" fmla="*/ 37 h 120"/>
              <a:gd name="T12" fmla="*/ 48 w 149"/>
              <a:gd name="T13" fmla="*/ 93 h 120"/>
              <a:gd name="T14" fmla="*/ 42 w 149"/>
              <a:gd name="T15" fmla="*/ 95 h 120"/>
              <a:gd name="T16" fmla="*/ 108 w 149"/>
              <a:gd name="T17" fmla="*/ 115 h 120"/>
              <a:gd name="T18" fmla="*/ 52 w 149"/>
              <a:gd name="T19" fmla="*/ 93 h 120"/>
              <a:gd name="T20" fmla="*/ 65 w 149"/>
              <a:gd name="T21" fmla="*/ 50 h 120"/>
              <a:gd name="T22" fmla="*/ 95 w 149"/>
              <a:gd name="T23" fmla="*/ 21 h 120"/>
              <a:gd name="T24" fmla="*/ 104 w 149"/>
              <a:gd name="T25" fmla="*/ 8 h 120"/>
              <a:gd name="T26" fmla="*/ 116 w 149"/>
              <a:gd name="T27" fmla="*/ 6 h 120"/>
              <a:gd name="T28" fmla="*/ 109 w 149"/>
              <a:gd name="T29" fmla="*/ 45 h 120"/>
              <a:gd name="T30" fmla="*/ 110 w 149"/>
              <a:gd name="T31" fmla="*/ 47 h 120"/>
              <a:gd name="T32" fmla="*/ 145 w 149"/>
              <a:gd name="T33" fmla="*/ 64 h 120"/>
              <a:gd name="T34" fmla="*/ 137 w 149"/>
              <a:gd name="T35" fmla="*/ 73 h 120"/>
              <a:gd name="T36" fmla="*/ 131 w 149"/>
              <a:gd name="T37" fmla="*/ 71 h 120"/>
              <a:gd name="T38" fmla="*/ 129 w 149"/>
              <a:gd name="T39" fmla="*/ 71 h 120"/>
              <a:gd name="T40" fmla="*/ 133 w 149"/>
              <a:gd name="T41" fmla="*/ 76 h 120"/>
              <a:gd name="T42" fmla="*/ 135 w 149"/>
              <a:gd name="T43" fmla="*/ 85 h 120"/>
              <a:gd name="T44" fmla="*/ 128 w 149"/>
              <a:gd name="T45" fmla="*/ 90 h 120"/>
              <a:gd name="T46" fmla="*/ 122 w 149"/>
              <a:gd name="T47" fmla="*/ 88 h 120"/>
              <a:gd name="T48" fmla="*/ 120 w 149"/>
              <a:gd name="T49" fmla="*/ 89 h 120"/>
              <a:gd name="T50" fmla="*/ 125 w 149"/>
              <a:gd name="T51" fmla="*/ 93 h 120"/>
              <a:gd name="T52" fmla="*/ 127 w 149"/>
              <a:gd name="T53" fmla="*/ 101 h 120"/>
              <a:gd name="T54" fmla="*/ 120 w 149"/>
              <a:gd name="T55" fmla="*/ 105 h 120"/>
              <a:gd name="T56" fmla="*/ 116 w 149"/>
              <a:gd name="T57" fmla="*/ 103 h 120"/>
              <a:gd name="T58" fmla="*/ 114 w 149"/>
              <a:gd name="T59" fmla="*/ 104 h 120"/>
              <a:gd name="T60" fmla="*/ 117 w 149"/>
              <a:gd name="T61" fmla="*/ 108 h 120"/>
              <a:gd name="T62" fmla="*/ 117 w 149"/>
              <a:gd name="T63" fmla="*/ 116 h 120"/>
              <a:gd name="T64" fmla="*/ 112 w 149"/>
              <a:gd name="T65" fmla="*/ 0 h 120"/>
              <a:gd name="T66" fmla="*/ 95 w 149"/>
              <a:gd name="T67" fmla="*/ 15 h 120"/>
              <a:gd name="T68" fmla="*/ 67 w 149"/>
              <a:gd name="T69" fmla="*/ 38 h 120"/>
              <a:gd name="T70" fmla="*/ 54 w 149"/>
              <a:gd name="T71" fmla="*/ 27 h 120"/>
              <a:gd name="T72" fmla="*/ 27 w 149"/>
              <a:gd name="T73" fmla="*/ 18 h 120"/>
              <a:gd name="T74" fmla="*/ 16 w 149"/>
              <a:gd name="T75" fmla="*/ 28 h 120"/>
              <a:gd name="T76" fmla="*/ 1 w 149"/>
              <a:gd name="T77" fmla="*/ 84 h 120"/>
              <a:gd name="T78" fmla="*/ 10 w 149"/>
              <a:gd name="T79" fmla="*/ 90 h 120"/>
              <a:gd name="T80" fmla="*/ 42 w 149"/>
              <a:gd name="T81" fmla="*/ 99 h 120"/>
              <a:gd name="T82" fmla="*/ 49 w 149"/>
              <a:gd name="T83" fmla="*/ 97 h 120"/>
              <a:gd name="T84" fmla="*/ 107 w 149"/>
              <a:gd name="T85" fmla="*/ 119 h 120"/>
              <a:gd name="T86" fmla="*/ 119 w 149"/>
              <a:gd name="T87" fmla="*/ 119 h 120"/>
              <a:gd name="T88" fmla="*/ 122 w 149"/>
              <a:gd name="T89" fmla="*/ 108 h 120"/>
              <a:gd name="T90" fmla="*/ 130 w 149"/>
              <a:gd name="T91" fmla="*/ 102 h 120"/>
              <a:gd name="T92" fmla="*/ 130 w 149"/>
              <a:gd name="T93" fmla="*/ 93 h 120"/>
              <a:gd name="T94" fmla="*/ 138 w 149"/>
              <a:gd name="T95" fmla="*/ 77 h 120"/>
              <a:gd name="T96" fmla="*/ 142 w 149"/>
              <a:gd name="T97" fmla="*/ 76 h 120"/>
              <a:gd name="T98" fmla="*/ 138 w 149"/>
              <a:gd name="T99" fmla="*/ 52 h 120"/>
              <a:gd name="T100" fmla="*/ 120 w 149"/>
              <a:gd name="T101" fmla="*/ 21 h 120"/>
              <a:gd name="T102" fmla="*/ 112 w 149"/>
              <a:gd name="T10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9" h="120">
                <a:moveTo>
                  <a:pt x="42" y="95"/>
                </a:moveTo>
                <a:cubicBezTo>
                  <a:pt x="40" y="95"/>
                  <a:pt x="38" y="94"/>
                  <a:pt x="35" y="94"/>
                </a:cubicBezTo>
                <a:cubicBezTo>
                  <a:pt x="11" y="87"/>
                  <a:pt x="11" y="87"/>
                  <a:pt x="11" y="87"/>
                </a:cubicBezTo>
                <a:cubicBezTo>
                  <a:pt x="9" y="86"/>
                  <a:pt x="6" y="85"/>
                  <a:pt x="5" y="83"/>
                </a:cubicBezTo>
                <a:cubicBezTo>
                  <a:pt x="4" y="81"/>
                  <a:pt x="5" y="78"/>
                  <a:pt x="5" y="76"/>
                </a:cubicBezTo>
                <a:cubicBezTo>
                  <a:pt x="20" y="30"/>
                  <a:pt x="20" y="30"/>
                  <a:pt x="20" y="30"/>
                </a:cubicBezTo>
                <a:cubicBezTo>
                  <a:pt x="21" y="26"/>
                  <a:pt x="22" y="23"/>
                  <a:pt x="25" y="22"/>
                </a:cubicBezTo>
                <a:cubicBezTo>
                  <a:pt x="25" y="22"/>
                  <a:pt x="26" y="22"/>
                  <a:pt x="27" y="22"/>
                </a:cubicBezTo>
                <a:cubicBezTo>
                  <a:pt x="28" y="22"/>
                  <a:pt x="29" y="22"/>
                  <a:pt x="30" y="22"/>
                </a:cubicBezTo>
                <a:cubicBezTo>
                  <a:pt x="31" y="23"/>
                  <a:pt x="31" y="23"/>
                  <a:pt x="32" y="23"/>
                </a:cubicBezTo>
                <a:cubicBezTo>
                  <a:pt x="53" y="31"/>
                  <a:pt x="53" y="31"/>
                  <a:pt x="53" y="31"/>
                </a:cubicBezTo>
                <a:cubicBezTo>
                  <a:pt x="57" y="32"/>
                  <a:pt x="61" y="34"/>
                  <a:pt x="63" y="37"/>
                </a:cubicBezTo>
                <a:cubicBezTo>
                  <a:pt x="64" y="40"/>
                  <a:pt x="63" y="45"/>
                  <a:pt x="62" y="49"/>
                </a:cubicBezTo>
                <a:cubicBezTo>
                  <a:pt x="48" y="93"/>
                  <a:pt x="48" y="93"/>
                  <a:pt x="48" y="93"/>
                </a:cubicBezTo>
                <a:cubicBezTo>
                  <a:pt x="46" y="95"/>
                  <a:pt x="45" y="95"/>
                  <a:pt x="43" y="95"/>
                </a:cubicBezTo>
                <a:cubicBezTo>
                  <a:pt x="43" y="95"/>
                  <a:pt x="42" y="95"/>
                  <a:pt x="42" y="95"/>
                </a:cubicBezTo>
                <a:moveTo>
                  <a:pt x="114" y="117"/>
                </a:moveTo>
                <a:cubicBezTo>
                  <a:pt x="112" y="117"/>
                  <a:pt x="110" y="116"/>
                  <a:pt x="108" y="115"/>
                </a:cubicBezTo>
                <a:cubicBezTo>
                  <a:pt x="64" y="102"/>
                  <a:pt x="64" y="102"/>
                  <a:pt x="64" y="102"/>
                </a:cubicBezTo>
                <a:cubicBezTo>
                  <a:pt x="58" y="101"/>
                  <a:pt x="53" y="98"/>
                  <a:pt x="52" y="93"/>
                </a:cubicBezTo>
                <a:cubicBezTo>
                  <a:pt x="52" y="93"/>
                  <a:pt x="52" y="93"/>
                  <a:pt x="52" y="93"/>
                </a:cubicBezTo>
                <a:cubicBezTo>
                  <a:pt x="65" y="50"/>
                  <a:pt x="65" y="50"/>
                  <a:pt x="65" y="50"/>
                </a:cubicBezTo>
                <a:cubicBezTo>
                  <a:pt x="66" y="47"/>
                  <a:pt x="67" y="44"/>
                  <a:pt x="67" y="41"/>
                </a:cubicBezTo>
                <a:cubicBezTo>
                  <a:pt x="79" y="39"/>
                  <a:pt x="89" y="31"/>
                  <a:pt x="95" y="21"/>
                </a:cubicBezTo>
                <a:cubicBezTo>
                  <a:pt x="96" y="20"/>
                  <a:pt x="97" y="18"/>
                  <a:pt x="98" y="17"/>
                </a:cubicBezTo>
                <a:cubicBezTo>
                  <a:pt x="100" y="13"/>
                  <a:pt x="101" y="10"/>
                  <a:pt x="104" y="8"/>
                </a:cubicBezTo>
                <a:cubicBezTo>
                  <a:pt x="106" y="6"/>
                  <a:pt x="109" y="4"/>
                  <a:pt x="112" y="4"/>
                </a:cubicBezTo>
                <a:cubicBezTo>
                  <a:pt x="113" y="4"/>
                  <a:pt x="115" y="5"/>
                  <a:pt x="116" y="6"/>
                </a:cubicBezTo>
                <a:cubicBezTo>
                  <a:pt x="120" y="9"/>
                  <a:pt x="118" y="16"/>
                  <a:pt x="117" y="21"/>
                </a:cubicBezTo>
                <a:cubicBezTo>
                  <a:pt x="109" y="45"/>
                  <a:pt x="109" y="45"/>
                  <a:pt x="109" y="45"/>
                </a:cubicBezTo>
                <a:cubicBezTo>
                  <a:pt x="109" y="45"/>
                  <a:pt x="109" y="46"/>
                  <a:pt x="109" y="46"/>
                </a:cubicBezTo>
                <a:cubicBezTo>
                  <a:pt x="109" y="47"/>
                  <a:pt x="110" y="47"/>
                  <a:pt x="110" y="47"/>
                </a:cubicBezTo>
                <a:cubicBezTo>
                  <a:pt x="119" y="49"/>
                  <a:pt x="128" y="51"/>
                  <a:pt x="136" y="55"/>
                </a:cubicBezTo>
                <a:cubicBezTo>
                  <a:pt x="141" y="58"/>
                  <a:pt x="144" y="61"/>
                  <a:pt x="145" y="64"/>
                </a:cubicBezTo>
                <a:cubicBezTo>
                  <a:pt x="145" y="68"/>
                  <a:pt x="144" y="71"/>
                  <a:pt x="141" y="72"/>
                </a:cubicBezTo>
                <a:cubicBezTo>
                  <a:pt x="140" y="73"/>
                  <a:pt x="139" y="73"/>
                  <a:pt x="137" y="73"/>
                </a:cubicBezTo>
                <a:cubicBezTo>
                  <a:pt x="137" y="73"/>
                  <a:pt x="136" y="73"/>
                  <a:pt x="135" y="73"/>
                </a:cubicBezTo>
                <a:cubicBezTo>
                  <a:pt x="134" y="72"/>
                  <a:pt x="133" y="71"/>
                  <a:pt x="131" y="71"/>
                </a:cubicBezTo>
                <a:cubicBezTo>
                  <a:pt x="131" y="71"/>
                  <a:pt x="131" y="70"/>
                  <a:pt x="131" y="70"/>
                </a:cubicBezTo>
                <a:cubicBezTo>
                  <a:pt x="130" y="70"/>
                  <a:pt x="129" y="71"/>
                  <a:pt x="129" y="71"/>
                </a:cubicBezTo>
                <a:cubicBezTo>
                  <a:pt x="129" y="72"/>
                  <a:pt x="129" y="73"/>
                  <a:pt x="129" y="74"/>
                </a:cubicBezTo>
                <a:cubicBezTo>
                  <a:pt x="130" y="75"/>
                  <a:pt x="132" y="76"/>
                  <a:pt x="133" y="76"/>
                </a:cubicBezTo>
                <a:cubicBezTo>
                  <a:pt x="134" y="77"/>
                  <a:pt x="135" y="78"/>
                  <a:pt x="135" y="79"/>
                </a:cubicBezTo>
                <a:cubicBezTo>
                  <a:pt x="136" y="81"/>
                  <a:pt x="136" y="84"/>
                  <a:pt x="135" y="85"/>
                </a:cubicBezTo>
                <a:cubicBezTo>
                  <a:pt x="134" y="87"/>
                  <a:pt x="132" y="89"/>
                  <a:pt x="129" y="89"/>
                </a:cubicBezTo>
                <a:cubicBezTo>
                  <a:pt x="129" y="90"/>
                  <a:pt x="128" y="90"/>
                  <a:pt x="128" y="90"/>
                </a:cubicBezTo>
                <a:cubicBezTo>
                  <a:pt x="127" y="90"/>
                  <a:pt x="127" y="90"/>
                  <a:pt x="126" y="90"/>
                </a:cubicBezTo>
                <a:cubicBezTo>
                  <a:pt x="125" y="89"/>
                  <a:pt x="124" y="88"/>
                  <a:pt x="122" y="88"/>
                </a:cubicBezTo>
                <a:cubicBezTo>
                  <a:pt x="122" y="88"/>
                  <a:pt x="122" y="88"/>
                  <a:pt x="122" y="88"/>
                </a:cubicBezTo>
                <a:cubicBezTo>
                  <a:pt x="121" y="88"/>
                  <a:pt x="120" y="88"/>
                  <a:pt x="120" y="89"/>
                </a:cubicBezTo>
                <a:cubicBezTo>
                  <a:pt x="120" y="90"/>
                  <a:pt x="120" y="91"/>
                  <a:pt x="121" y="91"/>
                </a:cubicBezTo>
                <a:cubicBezTo>
                  <a:pt x="122" y="92"/>
                  <a:pt x="123" y="93"/>
                  <a:pt x="125" y="93"/>
                </a:cubicBezTo>
                <a:cubicBezTo>
                  <a:pt x="125" y="94"/>
                  <a:pt x="126" y="94"/>
                  <a:pt x="126" y="95"/>
                </a:cubicBezTo>
                <a:cubicBezTo>
                  <a:pt x="127" y="97"/>
                  <a:pt x="127" y="99"/>
                  <a:pt x="127" y="101"/>
                </a:cubicBezTo>
                <a:cubicBezTo>
                  <a:pt x="126" y="102"/>
                  <a:pt x="124" y="104"/>
                  <a:pt x="122" y="104"/>
                </a:cubicBezTo>
                <a:cubicBezTo>
                  <a:pt x="122" y="105"/>
                  <a:pt x="121" y="105"/>
                  <a:pt x="120" y="105"/>
                </a:cubicBezTo>
                <a:cubicBezTo>
                  <a:pt x="120" y="105"/>
                  <a:pt x="119" y="105"/>
                  <a:pt x="119" y="105"/>
                </a:cubicBezTo>
                <a:cubicBezTo>
                  <a:pt x="118" y="104"/>
                  <a:pt x="117" y="104"/>
                  <a:pt x="116" y="103"/>
                </a:cubicBezTo>
                <a:cubicBezTo>
                  <a:pt x="116" y="103"/>
                  <a:pt x="116" y="103"/>
                  <a:pt x="116" y="103"/>
                </a:cubicBezTo>
                <a:cubicBezTo>
                  <a:pt x="115" y="103"/>
                  <a:pt x="114" y="104"/>
                  <a:pt x="114" y="104"/>
                </a:cubicBezTo>
                <a:cubicBezTo>
                  <a:pt x="113" y="105"/>
                  <a:pt x="114" y="106"/>
                  <a:pt x="114" y="107"/>
                </a:cubicBezTo>
                <a:cubicBezTo>
                  <a:pt x="115" y="107"/>
                  <a:pt x="116" y="108"/>
                  <a:pt x="117" y="108"/>
                </a:cubicBezTo>
                <a:cubicBezTo>
                  <a:pt x="118" y="109"/>
                  <a:pt x="119" y="110"/>
                  <a:pt x="119" y="111"/>
                </a:cubicBezTo>
                <a:cubicBezTo>
                  <a:pt x="119" y="113"/>
                  <a:pt x="118" y="115"/>
                  <a:pt x="117" y="116"/>
                </a:cubicBezTo>
                <a:cubicBezTo>
                  <a:pt x="116" y="116"/>
                  <a:pt x="115" y="117"/>
                  <a:pt x="114" y="117"/>
                </a:cubicBezTo>
                <a:moveTo>
                  <a:pt x="112" y="0"/>
                </a:moveTo>
                <a:cubicBezTo>
                  <a:pt x="108" y="0"/>
                  <a:pt x="104" y="2"/>
                  <a:pt x="101" y="5"/>
                </a:cubicBezTo>
                <a:cubicBezTo>
                  <a:pt x="98" y="8"/>
                  <a:pt x="96" y="11"/>
                  <a:pt x="95" y="15"/>
                </a:cubicBezTo>
                <a:cubicBezTo>
                  <a:pt x="94" y="16"/>
                  <a:pt x="93" y="18"/>
                  <a:pt x="92" y="19"/>
                </a:cubicBezTo>
                <a:cubicBezTo>
                  <a:pt x="87" y="28"/>
                  <a:pt x="77" y="35"/>
                  <a:pt x="67" y="38"/>
                </a:cubicBezTo>
                <a:cubicBezTo>
                  <a:pt x="67" y="37"/>
                  <a:pt x="66" y="36"/>
                  <a:pt x="66" y="35"/>
                </a:cubicBezTo>
                <a:cubicBezTo>
                  <a:pt x="64" y="31"/>
                  <a:pt x="59" y="29"/>
                  <a:pt x="54" y="27"/>
                </a:cubicBezTo>
                <a:cubicBezTo>
                  <a:pt x="33" y="19"/>
                  <a:pt x="33" y="19"/>
                  <a:pt x="33" y="19"/>
                </a:cubicBezTo>
                <a:cubicBezTo>
                  <a:pt x="32" y="19"/>
                  <a:pt x="29" y="18"/>
                  <a:pt x="27" y="18"/>
                </a:cubicBezTo>
                <a:cubicBezTo>
                  <a:pt x="26" y="18"/>
                  <a:pt x="25" y="18"/>
                  <a:pt x="23" y="19"/>
                </a:cubicBezTo>
                <a:cubicBezTo>
                  <a:pt x="19" y="20"/>
                  <a:pt x="17" y="26"/>
                  <a:pt x="16" y="28"/>
                </a:cubicBezTo>
                <a:cubicBezTo>
                  <a:pt x="2" y="75"/>
                  <a:pt x="2" y="75"/>
                  <a:pt x="2" y="75"/>
                </a:cubicBezTo>
                <a:cubicBezTo>
                  <a:pt x="1" y="78"/>
                  <a:pt x="0" y="81"/>
                  <a:pt x="1" y="84"/>
                </a:cubicBezTo>
                <a:cubicBezTo>
                  <a:pt x="3" y="88"/>
                  <a:pt x="6" y="89"/>
                  <a:pt x="10" y="90"/>
                </a:cubicBezTo>
                <a:cubicBezTo>
                  <a:pt x="10" y="90"/>
                  <a:pt x="10" y="90"/>
                  <a:pt x="10" y="90"/>
                </a:cubicBezTo>
                <a:cubicBezTo>
                  <a:pt x="34" y="97"/>
                  <a:pt x="34" y="97"/>
                  <a:pt x="34" y="97"/>
                </a:cubicBezTo>
                <a:cubicBezTo>
                  <a:pt x="37" y="98"/>
                  <a:pt x="39" y="99"/>
                  <a:pt x="42" y="99"/>
                </a:cubicBezTo>
                <a:cubicBezTo>
                  <a:pt x="42" y="99"/>
                  <a:pt x="43" y="99"/>
                  <a:pt x="43" y="99"/>
                </a:cubicBezTo>
                <a:cubicBezTo>
                  <a:pt x="45" y="99"/>
                  <a:pt x="47" y="98"/>
                  <a:pt x="49" y="97"/>
                </a:cubicBezTo>
                <a:cubicBezTo>
                  <a:pt x="52" y="102"/>
                  <a:pt x="58" y="104"/>
                  <a:pt x="63" y="106"/>
                </a:cubicBezTo>
                <a:cubicBezTo>
                  <a:pt x="107" y="119"/>
                  <a:pt x="107" y="119"/>
                  <a:pt x="107" y="119"/>
                </a:cubicBezTo>
                <a:cubicBezTo>
                  <a:pt x="109" y="120"/>
                  <a:pt x="111" y="120"/>
                  <a:pt x="114" y="120"/>
                </a:cubicBezTo>
                <a:cubicBezTo>
                  <a:pt x="115" y="120"/>
                  <a:pt x="117" y="120"/>
                  <a:pt x="119" y="119"/>
                </a:cubicBezTo>
                <a:cubicBezTo>
                  <a:pt x="122" y="118"/>
                  <a:pt x="123" y="114"/>
                  <a:pt x="123" y="110"/>
                </a:cubicBezTo>
                <a:cubicBezTo>
                  <a:pt x="123" y="110"/>
                  <a:pt x="122" y="109"/>
                  <a:pt x="122" y="108"/>
                </a:cubicBezTo>
                <a:cubicBezTo>
                  <a:pt x="123" y="108"/>
                  <a:pt x="123" y="108"/>
                  <a:pt x="123" y="108"/>
                </a:cubicBezTo>
                <a:cubicBezTo>
                  <a:pt x="127" y="107"/>
                  <a:pt x="129" y="105"/>
                  <a:pt x="130" y="102"/>
                </a:cubicBezTo>
                <a:cubicBezTo>
                  <a:pt x="131" y="99"/>
                  <a:pt x="131" y="96"/>
                  <a:pt x="130" y="93"/>
                </a:cubicBezTo>
                <a:cubicBezTo>
                  <a:pt x="130" y="93"/>
                  <a:pt x="130" y="93"/>
                  <a:pt x="130" y="93"/>
                </a:cubicBezTo>
                <a:cubicBezTo>
                  <a:pt x="134" y="92"/>
                  <a:pt x="137" y="90"/>
                  <a:pt x="138" y="87"/>
                </a:cubicBezTo>
                <a:cubicBezTo>
                  <a:pt x="140" y="84"/>
                  <a:pt x="140" y="81"/>
                  <a:pt x="138" y="77"/>
                </a:cubicBezTo>
                <a:cubicBezTo>
                  <a:pt x="138" y="77"/>
                  <a:pt x="138" y="77"/>
                  <a:pt x="138" y="77"/>
                </a:cubicBezTo>
                <a:cubicBezTo>
                  <a:pt x="140" y="77"/>
                  <a:pt x="141" y="77"/>
                  <a:pt x="142" y="76"/>
                </a:cubicBezTo>
                <a:cubicBezTo>
                  <a:pt x="147" y="74"/>
                  <a:pt x="149" y="69"/>
                  <a:pt x="148" y="64"/>
                </a:cubicBezTo>
                <a:cubicBezTo>
                  <a:pt x="148" y="59"/>
                  <a:pt x="144" y="55"/>
                  <a:pt x="138" y="52"/>
                </a:cubicBezTo>
                <a:cubicBezTo>
                  <a:pt x="130" y="48"/>
                  <a:pt x="122" y="46"/>
                  <a:pt x="113" y="44"/>
                </a:cubicBezTo>
                <a:cubicBezTo>
                  <a:pt x="120" y="21"/>
                  <a:pt x="120" y="21"/>
                  <a:pt x="120" y="21"/>
                </a:cubicBezTo>
                <a:cubicBezTo>
                  <a:pt x="122" y="16"/>
                  <a:pt x="124" y="8"/>
                  <a:pt x="119" y="3"/>
                </a:cubicBezTo>
                <a:cubicBezTo>
                  <a:pt x="117" y="1"/>
                  <a:pt x="114" y="0"/>
                  <a:pt x="112"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3" name="Freeform 117">
            <a:extLst>
              <a:ext uri="{FF2B5EF4-FFF2-40B4-BE49-F238E27FC236}">
                <a16:creationId xmlns:a16="http://schemas.microsoft.com/office/drawing/2014/main" id="{8BE6E8E4-1E3D-486A-9C74-7EFD1C470CB6}"/>
              </a:ext>
            </a:extLst>
          </p:cNvPr>
          <p:cNvSpPr>
            <a:spLocks noEditPoints="1"/>
          </p:cNvSpPr>
          <p:nvPr/>
        </p:nvSpPr>
        <p:spPr bwMode="auto">
          <a:xfrm>
            <a:off x="4270375" y="1752600"/>
            <a:ext cx="633413" cy="547688"/>
          </a:xfrm>
          <a:custGeom>
            <a:avLst/>
            <a:gdLst>
              <a:gd name="T0" fmla="*/ 109 w 177"/>
              <a:gd name="T1" fmla="*/ 108 h 153"/>
              <a:gd name="T2" fmla="*/ 113 w 177"/>
              <a:gd name="T3" fmla="*/ 91 h 153"/>
              <a:gd name="T4" fmla="*/ 113 w 177"/>
              <a:gd name="T5" fmla="*/ 91 h 153"/>
              <a:gd name="T6" fmla="*/ 114 w 177"/>
              <a:gd name="T7" fmla="*/ 86 h 153"/>
              <a:gd name="T8" fmla="*/ 113 w 177"/>
              <a:gd name="T9" fmla="*/ 80 h 153"/>
              <a:gd name="T10" fmla="*/ 85 w 177"/>
              <a:gd name="T11" fmla="*/ 66 h 153"/>
              <a:gd name="T12" fmla="*/ 98 w 177"/>
              <a:gd name="T13" fmla="*/ 83 h 153"/>
              <a:gd name="T14" fmla="*/ 105 w 177"/>
              <a:gd name="T15" fmla="*/ 111 h 153"/>
              <a:gd name="T16" fmla="*/ 98 w 177"/>
              <a:gd name="T17" fmla="*/ 119 h 153"/>
              <a:gd name="T18" fmla="*/ 108 w 177"/>
              <a:gd name="T19" fmla="*/ 65 h 153"/>
              <a:gd name="T20" fmla="*/ 85 w 177"/>
              <a:gd name="T21" fmla="*/ 62 h 153"/>
              <a:gd name="T22" fmla="*/ 107 w 177"/>
              <a:gd name="T23" fmla="*/ 61 h 153"/>
              <a:gd name="T24" fmla="*/ 106 w 177"/>
              <a:gd name="T25" fmla="*/ 45 h 153"/>
              <a:gd name="T26" fmla="*/ 88 w 177"/>
              <a:gd name="T27" fmla="*/ 124 h 153"/>
              <a:gd name="T28" fmla="*/ 99 w 177"/>
              <a:gd name="T29" fmla="*/ 123 h 153"/>
              <a:gd name="T30" fmla="*/ 123 w 177"/>
              <a:gd name="T31" fmla="*/ 108 h 153"/>
              <a:gd name="T32" fmla="*/ 106 w 177"/>
              <a:gd name="T33" fmla="*/ 45 h 153"/>
              <a:gd name="T34" fmla="*/ 67 w 177"/>
              <a:gd name="T35" fmla="*/ 107 h 153"/>
              <a:gd name="T36" fmla="*/ 62 w 177"/>
              <a:gd name="T37" fmla="*/ 87 h 153"/>
              <a:gd name="T38" fmla="*/ 70 w 177"/>
              <a:gd name="T39" fmla="*/ 76 h 153"/>
              <a:gd name="T40" fmla="*/ 57 w 177"/>
              <a:gd name="T41" fmla="*/ 68 h 153"/>
              <a:gd name="T42" fmla="*/ 30 w 177"/>
              <a:gd name="T43" fmla="*/ 44 h 153"/>
              <a:gd name="T44" fmla="*/ 49 w 177"/>
              <a:gd name="T45" fmla="*/ 47 h 153"/>
              <a:gd name="T46" fmla="*/ 55 w 177"/>
              <a:gd name="T47" fmla="*/ 73 h 153"/>
              <a:gd name="T48" fmla="*/ 59 w 177"/>
              <a:gd name="T49" fmla="*/ 128 h 153"/>
              <a:gd name="T50" fmla="*/ 61 w 177"/>
              <a:gd name="T51" fmla="*/ 39 h 153"/>
              <a:gd name="T52" fmla="*/ 38 w 177"/>
              <a:gd name="T53" fmla="*/ 37 h 153"/>
              <a:gd name="T54" fmla="*/ 60 w 177"/>
              <a:gd name="T55" fmla="*/ 35 h 153"/>
              <a:gd name="T56" fmla="*/ 59 w 177"/>
              <a:gd name="T57" fmla="*/ 20 h 153"/>
              <a:gd name="T58" fmla="*/ 50 w 177"/>
              <a:gd name="T59" fmla="*/ 135 h 153"/>
              <a:gd name="T60" fmla="*/ 64 w 177"/>
              <a:gd name="T61" fmla="*/ 131 h 153"/>
              <a:gd name="T62" fmla="*/ 84 w 177"/>
              <a:gd name="T63" fmla="*/ 115 h 153"/>
              <a:gd name="T64" fmla="*/ 3 w 177"/>
              <a:gd name="T65" fmla="*/ 11 h 153"/>
              <a:gd name="T66" fmla="*/ 8 w 177"/>
              <a:gd name="T67" fmla="*/ 53 h 153"/>
              <a:gd name="T68" fmla="*/ 33 w 177"/>
              <a:gd name="T69" fmla="*/ 153 h 153"/>
              <a:gd name="T70" fmla="*/ 143 w 177"/>
              <a:gd name="T71" fmla="*/ 134 h 153"/>
              <a:gd name="T72" fmla="*/ 137 w 177"/>
              <a:gd name="T73" fmla="*/ 118 h 153"/>
              <a:gd name="T74" fmla="*/ 16 w 177"/>
              <a:gd name="T75" fmla="*/ 47 h 153"/>
              <a:gd name="T76" fmla="*/ 6 w 177"/>
              <a:gd name="T77" fmla="*/ 12 h 153"/>
              <a:gd name="T78" fmla="*/ 158 w 177"/>
              <a:gd name="T79" fmla="*/ 105 h 153"/>
              <a:gd name="T80" fmla="*/ 152 w 177"/>
              <a:gd name="T81" fmla="*/ 75 h 153"/>
              <a:gd name="T82" fmla="*/ 155 w 177"/>
              <a:gd name="T83" fmla="*/ 45 h 153"/>
              <a:gd name="T84" fmla="*/ 154 w 177"/>
              <a:gd name="T85" fmla="*/ 46 h 153"/>
              <a:gd name="T86" fmla="*/ 139 w 177"/>
              <a:gd name="T87" fmla="*/ 109 h 153"/>
              <a:gd name="T88" fmla="*/ 136 w 177"/>
              <a:gd name="T89" fmla="*/ 27 h 153"/>
              <a:gd name="T90" fmla="*/ 142 w 177"/>
              <a:gd name="T91" fmla="*/ 52 h 153"/>
              <a:gd name="T92" fmla="*/ 147 w 177"/>
              <a:gd name="T93" fmla="*/ 108 h 153"/>
              <a:gd name="T94" fmla="*/ 140 w 177"/>
              <a:gd name="T95" fmla="*/ 27 h 153"/>
              <a:gd name="T96" fmla="*/ 125 w 177"/>
              <a:gd name="T97" fmla="*/ 15 h 153"/>
              <a:gd name="T98" fmla="*/ 146 w 177"/>
              <a:gd name="T99" fmla="*/ 8 h 153"/>
              <a:gd name="T100" fmla="*/ 132 w 177"/>
              <a:gd name="T101" fmla="*/ 17 h 153"/>
              <a:gd name="T102" fmla="*/ 136 w 177"/>
              <a:gd name="T103" fmla="*/ 113 h 153"/>
              <a:gd name="T104" fmla="*/ 148 w 177"/>
              <a:gd name="T105" fmla="*/ 112 h 153"/>
              <a:gd name="T106" fmla="*/ 171 w 177"/>
              <a:gd name="T107" fmla="*/ 9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7" h="153">
                <a:moveTo>
                  <a:pt x="110" y="116"/>
                </a:moveTo>
                <a:cubicBezTo>
                  <a:pt x="110" y="115"/>
                  <a:pt x="110" y="114"/>
                  <a:pt x="110" y="112"/>
                </a:cubicBezTo>
                <a:cubicBezTo>
                  <a:pt x="119" y="105"/>
                  <a:pt x="119" y="105"/>
                  <a:pt x="119" y="105"/>
                </a:cubicBezTo>
                <a:cubicBezTo>
                  <a:pt x="119" y="104"/>
                  <a:pt x="119" y="104"/>
                  <a:pt x="119" y="104"/>
                </a:cubicBezTo>
                <a:cubicBezTo>
                  <a:pt x="119" y="105"/>
                  <a:pt x="119" y="105"/>
                  <a:pt x="119" y="106"/>
                </a:cubicBezTo>
                <a:cubicBezTo>
                  <a:pt x="110" y="116"/>
                  <a:pt x="110" y="116"/>
                  <a:pt x="110" y="116"/>
                </a:cubicBezTo>
                <a:moveTo>
                  <a:pt x="109" y="108"/>
                </a:moveTo>
                <a:cubicBezTo>
                  <a:pt x="108" y="106"/>
                  <a:pt x="108" y="104"/>
                  <a:pt x="107" y="102"/>
                </a:cubicBezTo>
                <a:cubicBezTo>
                  <a:pt x="117" y="95"/>
                  <a:pt x="117" y="95"/>
                  <a:pt x="117" y="95"/>
                </a:cubicBezTo>
                <a:cubicBezTo>
                  <a:pt x="117" y="97"/>
                  <a:pt x="118" y="99"/>
                  <a:pt x="118" y="102"/>
                </a:cubicBezTo>
                <a:cubicBezTo>
                  <a:pt x="118" y="102"/>
                  <a:pt x="118" y="101"/>
                  <a:pt x="117" y="101"/>
                </a:cubicBezTo>
                <a:cubicBezTo>
                  <a:pt x="117" y="101"/>
                  <a:pt x="117" y="102"/>
                  <a:pt x="116" y="102"/>
                </a:cubicBezTo>
                <a:cubicBezTo>
                  <a:pt x="109" y="108"/>
                  <a:pt x="109" y="108"/>
                  <a:pt x="109" y="108"/>
                </a:cubicBezTo>
                <a:moveTo>
                  <a:pt x="113" y="91"/>
                </a:moveTo>
                <a:cubicBezTo>
                  <a:pt x="114" y="91"/>
                  <a:pt x="115" y="91"/>
                  <a:pt x="115" y="90"/>
                </a:cubicBezTo>
                <a:cubicBezTo>
                  <a:pt x="115" y="90"/>
                  <a:pt x="115" y="90"/>
                  <a:pt x="115" y="90"/>
                </a:cubicBezTo>
                <a:cubicBezTo>
                  <a:pt x="115" y="90"/>
                  <a:pt x="115" y="91"/>
                  <a:pt x="116" y="91"/>
                </a:cubicBezTo>
                <a:cubicBezTo>
                  <a:pt x="115" y="92"/>
                  <a:pt x="115" y="92"/>
                  <a:pt x="115" y="92"/>
                </a:cubicBezTo>
                <a:cubicBezTo>
                  <a:pt x="106" y="98"/>
                  <a:pt x="106" y="98"/>
                  <a:pt x="106" y="98"/>
                </a:cubicBezTo>
                <a:cubicBezTo>
                  <a:pt x="106" y="98"/>
                  <a:pt x="106" y="97"/>
                  <a:pt x="106" y="97"/>
                </a:cubicBezTo>
                <a:cubicBezTo>
                  <a:pt x="113" y="91"/>
                  <a:pt x="113" y="91"/>
                  <a:pt x="113" y="91"/>
                </a:cubicBezTo>
                <a:cubicBezTo>
                  <a:pt x="113" y="91"/>
                  <a:pt x="113" y="91"/>
                  <a:pt x="113" y="91"/>
                </a:cubicBezTo>
                <a:moveTo>
                  <a:pt x="105" y="93"/>
                </a:moveTo>
                <a:cubicBezTo>
                  <a:pt x="104" y="92"/>
                  <a:pt x="104" y="92"/>
                  <a:pt x="104" y="92"/>
                </a:cubicBezTo>
                <a:cubicBezTo>
                  <a:pt x="104" y="91"/>
                  <a:pt x="104" y="91"/>
                  <a:pt x="104" y="90"/>
                </a:cubicBezTo>
                <a:cubicBezTo>
                  <a:pt x="107" y="89"/>
                  <a:pt x="111" y="87"/>
                  <a:pt x="114" y="84"/>
                </a:cubicBezTo>
                <a:cubicBezTo>
                  <a:pt x="114" y="85"/>
                  <a:pt x="114" y="86"/>
                  <a:pt x="114" y="86"/>
                </a:cubicBezTo>
                <a:cubicBezTo>
                  <a:pt x="114" y="86"/>
                  <a:pt x="114" y="86"/>
                  <a:pt x="114" y="86"/>
                </a:cubicBezTo>
                <a:cubicBezTo>
                  <a:pt x="113" y="86"/>
                  <a:pt x="113" y="86"/>
                  <a:pt x="113" y="87"/>
                </a:cubicBezTo>
                <a:cubicBezTo>
                  <a:pt x="105" y="93"/>
                  <a:pt x="105" y="93"/>
                  <a:pt x="105" y="93"/>
                </a:cubicBezTo>
                <a:moveTo>
                  <a:pt x="103" y="86"/>
                </a:moveTo>
                <a:cubicBezTo>
                  <a:pt x="103" y="86"/>
                  <a:pt x="103" y="85"/>
                  <a:pt x="102" y="85"/>
                </a:cubicBezTo>
                <a:cubicBezTo>
                  <a:pt x="112" y="77"/>
                  <a:pt x="112" y="77"/>
                  <a:pt x="112" y="77"/>
                </a:cubicBezTo>
                <a:cubicBezTo>
                  <a:pt x="112" y="77"/>
                  <a:pt x="112" y="77"/>
                  <a:pt x="112" y="77"/>
                </a:cubicBezTo>
                <a:cubicBezTo>
                  <a:pt x="112" y="78"/>
                  <a:pt x="112" y="79"/>
                  <a:pt x="113" y="80"/>
                </a:cubicBezTo>
                <a:cubicBezTo>
                  <a:pt x="112" y="81"/>
                  <a:pt x="112" y="81"/>
                  <a:pt x="112" y="81"/>
                </a:cubicBezTo>
                <a:cubicBezTo>
                  <a:pt x="109" y="83"/>
                  <a:pt x="106" y="85"/>
                  <a:pt x="103" y="86"/>
                </a:cubicBezTo>
                <a:moveTo>
                  <a:pt x="91" y="120"/>
                </a:moveTo>
                <a:cubicBezTo>
                  <a:pt x="87" y="98"/>
                  <a:pt x="86" y="96"/>
                  <a:pt x="81" y="80"/>
                </a:cubicBezTo>
                <a:cubicBezTo>
                  <a:pt x="80" y="77"/>
                  <a:pt x="79" y="74"/>
                  <a:pt x="77" y="69"/>
                </a:cubicBezTo>
                <a:cubicBezTo>
                  <a:pt x="80" y="68"/>
                  <a:pt x="82" y="66"/>
                  <a:pt x="85" y="66"/>
                </a:cubicBezTo>
                <a:cubicBezTo>
                  <a:pt x="85" y="66"/>
                  <a:pt x="85" y="66"/>
                  <a:pt x="85" y="66"/>
                </a:cubicBezTo>
                <a:cubicBezTo>
                  <a:pt x="86" y="66"/>
                  <a:pt x="86" y="65"/>
                  <a:pt x="87" y="65"/>
                </a:cubicBezTo>
                <a:cubicBezTo>
                  <a:pt x="89" y="65"/>
                  <a:pt x="91" y="66"/>
                  <a:pt x="93" y="67"/>
                </a:cubicBezTo>
                <a:cubicBezTo>
                  <a:pt x="94" y="68"/>
                  <a:pt x="95" y="70"/>
                  <a:pt x="95" y="71"/>
                </a:cubicBezTo>
                <a:cubicBezTo>
                  <a:pt x="95" y="72"/>
                  <a:pt x="95" y="72"/>
                  <a:pt x="95" y="73"/>
                </a:cubicBezTo>
                <a:cubicBezTo>
                  <a:pt x="96" y="73"/>
                  <a:pt x="96" y="73"/>
                  <a:pt x="96" y="73"/>
                </a:cubicBezTo>
                <a:cubicBezTo>
                  <a:pt x="96" y="73"/>
                  <a:pt x="96" y="74"/>
                  <a:pt x="96" y="75"/>
                </a:cubicBezTo>
                <a:cubicBezTo>
                  <a:pt x="97" y="78"/>
                  <a:pt x="98" y="81"/>
                  <a:pt x="98" y="83"/>
                </a:cubicBezTo>
                <a:cubicBezTo>
                  <a:pt x="97" y="84"/>
                  <a:pt x="97" y="85"/>
                  <a:pt x="98" y="86"/>
                </a:cubicBezTo>
                <a:cubicBezTo>
                  <a:pt x="99" y="86"/>
                  <a:pt x="99" y="86"/>
                  <a:pt x="99" y="86"/>
                </a:cubicBezTo>
                <a:cubicBezTo>
                  <a:pt x="100" y="89"/>
                  <a:pt x="100" y="91"/>
                  <a:pt x="101" y="93"/>
                </a:cubicBezTo>
                <a:cubicBezTo>
                  <a:pt x="101" y="94"/>
                  <a:pt x="101" y="94"/>
                  <a:pt x="101" y="95"/>
                </a:cubicBezTo>
                <a:cubicBezTo>
                  <a:pt x="101" y="96"/>
                  <a:pt x="101" y="97"/>
                  <a:pt x="101" y="98"/>
                </a:cubicBezTo>
                <a:cubicBezTo>
                  <a:pt x="102" y="98"/>
                  <a:pt x="102" y="98"/>
                  <a:pt x="102" y="98"/>
                </a:cubicBezTo>
                <a:cubicBezTo>
                  <a:pt x="103" y="101"/>
                  <a:pt x="104" y="105"/>
                  <a:pt x="105" y="111"/>
                </a:cubicBezTo>
                <a:cubicBezTo>
                  <a:pt x="105" y="111"/>
                  <a:pt x="105" y="111"/>
                  <a:pt x="105" y="111"/>
                </a:cubicBezTo>
                <a:cubicBezTo>
                  <a:pt x="104" y="112"/>
                  <a:pt x="104" y="113"/>
                  <a:pt x="105" y="114"/>
                </a:cubicBezTo>
                <a:cubicBezTo>
                  <a:pt x="106" y="114"/>
                  <a:pt x="106" y="114"/>
                  <a:pt x="106" y="114"/>
                </a:cubicBezTo>
                <a:cubicBezTo>
                  <a:pt x="106" y="115"/>
                  <a:pt x="106" y="116"/>
                  <a:pt x="105" y="117"/>
                </a:cubicBezTo>
                <a:cubicBezTo>
                  <a:pt x="105" y="118"/>
                  <a:pt x="104" y="118"/>
                  <a:pt x="103" y="118"/>
                </a:cubicBezTo>
                <a:cubicBezTo>
                  <a:pt x="102" y="119"/>
                  <a:pt x="100" y="119"/>
                  <a:pt x="99" y="119"/>
                </a:cubicBezTo>
                <a:cubicBezTo>
                  <a:pt x="99" y="119"/>
                  <a:pt x="98" y="119"/>
                  <a:pt x="98" y="119"/>
                </a:cubicBezTo>
                <a:cubicBezTo>
                  <a:pt x="98" y="119"/>
                  <a:pt x="98" y="119"/>
                  <a:pt x="98" y="119"/>
                </a:cubicBezTo>
                <a:cubicBezTo>
                  <a:pt x="96" y="119"/>
                  <a:pt x="95" y="119"/>
                  <a:pt x="94" y="119"/>
                </a:cubicBezTo>
                <a:cubicBezTo>
                  <a:pt x="92" y="119"/>
                  <a:pt x="92" y="120"/>
                  <a:pt x="91" y="120"/>
                </a:cubicBezTo>
                <a:moveTo>
                  <a:pt x="101" y="80"/>
                </a:moveTo>
                <a:cubicBezTo>
                  <a:pt x="101" y="79"/>
                  <a:pt x="100" y="76"/>
                  <a:pt x="100" y="74"/>
                </a:cubicBezTo>
                <a:cubicBezTo>
                  <a:pt x="100" y="73"/>
                  <a:pt x="100" y="73"/>
                  <a:pt x="99" y="72"/>
                </a:cubicBezTo>
                <a:cubicBezTo>
                  <a:pt x="108" y="65"/>
                  <a:pt x="108" y="65"/>
                  <a:pt x="108" y="65"/>
                </a:cubicBezTo>
                <a:cubicBezTo>
                  <a:pt x="109" y="68"/>
                  <a:pt x="110" y="71"/>
                  <a:pt x="110" y="73"/>
                </a:cubicBezTo>
                <a:cubicBezTo>
                  <a:pt x="110" y="73"/>
                  <a:pt x="110" y="73"/>
                  <a:pt x="109" y="74"/>
                </a:cubicBezTo>
                <a:cubicBezTo>
                  <a:pt x="101" y="80"/>
                  <a:pt x="101" y="80"/>
                  <a:pt x="101" y="80"/>
                </a:cubicBezTo>
                <a:moveTo>
                  <a:pt x="80" y="63"/>
                </a:moveTo>
                <a:cubicBezTo>
                  <a:pt x="82" y="61"/>
                  <a:pt x="84" y="59"/>
                  <a:pt x="87" y="57"/>
                </a:cubicBezTo>
                <a:cubicBezTo>
                  <a:pt x="85" y="60"/>
                  <a:pt x="85" y="60"/>
                  <a:pt x="85" y="60"/>
                </a:cubicBezTo>
                <a:cubicBezTo>
                  <a:pt x="84" y="61"/>
                  <a:pt x="85" y="61"/>
                  <a:pt x="85" y="62"/>
                </a:cubicBezTo>
                <a:cubicBezTo>
                  <a:pt x="84" y="62"/>
                  <a:pt x="84" y="62"/>
                  <a:pt x="84" y="62"/>
                </a:cubicBezTo>
                <a:cubicBezTo>
                  <a:pt x="83" y="62"/>
                  <a:pt x="81" y="63"/>
                  <a:pt x="80" y="63"/>
                </a:cubicBezTo>
                <a:moveTo>
                  <a:pt x="98" y="68"/>
                </a:moveTo>
                <a:cubicBezTo>
                  <a:pt x="97" y="67"/>
                  <a:pt x="97" y="66"/>
                  <a:pt x="95" y="65"/>
                </a:cubicBezTo>
                <a:cubicBezTo>
                  <a:pt x="95" y="64"/>
                  <a:pt x="95" y="64"/>
                  <a:pt x="95" y="64"/>
                </a:cubicBezTo>
                <a:cubicBezTo>
                  <a:pt x="105" y="53"/>
                  <a:pt x="105" y="53"/>
                  <a:pt x="105" y="53"/>
                </a:cubicBezTo>
                <a:cubicBezTo>
                  <a:pt x="106" y="56"/>
                  <a:pt x="107" y="58"/>
                  <a:pt x="107" y="61"/>
                </a:cubicBezTo>
                <a:cubicBezTo>
                  <a:pt x="98" y="68"/>
                  <a:pt x="98" y="68"/>
                  <a:pt x="98" y="68"/>
                </a:cubicBezTo>
                <a:moveTo>
                  <a:pt x="91" y="62"/>
                </a:moveTo>
                <a:cubicBezTo>
                  <a:pt x="90" y="62"/>
                  <a:pt x="89" y="62"/>
                  <a:pt x="88" y="62"/>
                </a:cubicBezTo>
                <a:cubicBezTo>
                  <a:pt x="94" y="53"/>
                  <a:pt x="94" y="53"/>
                  <a:pt x="94" y="53"/>
                </a:cubicBezTo>
                <a:cubicBezTo>
                  <a:pt x="97" y="51"/>
                  <a:pt x="100" y="50"/>
                  <a:pt x="103" y="50"/>
                </a:cubicBezTo>
                <a:cubicBezTo>
                  <a:pt x="91" y="62"/>
                  <a:pt x="91" y="62"/>
                  <a:pt x="91" y="62"/>
                </a:cubicBezTo>
                <a:moveTo>
                  <a:pt x="106" y="45"/>
                </a:moveTo>
                <a:cubicBezTo>
                  <a:pt x="106" y="45"/>
                  <a:pt x="105" y="45"/>
                  <a:pt x="105" y="45"/>
                </a:cubicBezTo>
                <a:cubicBezTo>
                  <a:pt x="101" y="46"/>
                  <a:pt x="97" y="47"/>
                  <a:pt x="93" y="49"/>
                </a:cubicBezTo>
                <a:cubicBezTo>
                  <a:pt x="93" y="49"/>
                  <a:pt x="92" y="49"/>
                  <a:pt x="92" y="50"/>
                </a:cubicBezTo>
                <a:cubicBezTo>
                  <a:pt x="84" y="53"/>
                  <a:pt x="77" y="59"/>
                  <a:pt x="73" y="67"/>
                </a:cubicBezTo>
                <a:cubicBezTo>
                  <a:pt x="72" y="68"/>
                  <a:pt x="73" y="69"/>
                  <a:pt x="73" y="69"/>
                </a:cubicBezTo>
                <a:cubicBezTo>
                  <a:pt x="75" y="74"/>
                  <a:pt x="76" y="78"/>
                  <a:pt x="77" y="82"/>
                </a:cubicBezTo>
                <a:cubicBezTo>
                  <a:pt x="83" y="98"/>
                  <a:pt x="83" y="99"/>
                  <a:pt x="88" y="124"/>
                </a:cubicBezTo>
                <a:cubicBezTo>
                  <a:pt x="88" y="125"/>
                  <a:pt x="89" y="126"/>
                  <a:pt x="89" y="126"/>
                </a:cubicBezTo>
                <a:cubicBezTo>
                  <a:pt x="90" y="126"/>
                  <a:pt x="90" y="126"/>
                  <a:pt x="90" y="126"/>
                </a:cubicBezTo>
                <a:cubicBezTo>
                  <a:pt x="91" y="126"/>
                  <a:pt x="91" y="125"/>
                  <a:pt x="91" y="125"/>
                </a:cubicBezTo>
                <a:cubicBezTo>
                  <a:pt x="92" y="124"/>
                  <a:pt x="92" y="123"/>
                  <a:pt x="94" y="123"/>
                </a:cubicBezTo>
                <a:cubicBezTo>
                  <a:pt x="95" y="123"/>
                  <a:pt x="96" y="123"/>
                  <a:pt x="98" y="123"/>
                </a:cubicBezTo>
                <a:cubicBezTo>
                  <a:pt x="98" y="123"/>
                  <a:pt x="98" y="123"/>
                  <a:pt x="98" y="123"/>
                </a:cubicBezTo>
                <a:cubicBezTo>
                  <a:pt x="98" y="123"/>
                  <a:pt x="99" y="123"/>
                  <a:pt x="99" y="123"/>
                </a:cubicBezTo>
                <a:cubicBezTo>
                  <a:pt x="101" y="123"/>
                  <a:pt x="102" y="122"/>
                  <a:pt x="104" y="122"/>
                </a:cubicBezTo>
                <a:cubicBezTo>
                  <a:pt x="105" y="122"/>
                  <a:pt x="106" y="121"/>
                  <a:pt x="107" y="120"/>
                </a:cubicBezTo>
                <a:cubicBezTo>
                  <a:pt x="108" y="121"/>
                  <a:pt x="108" y="121"/>
                  <a:pt x="108" y="121"/>
                </a:cubicBezTo>
                <a:cubicBezTo>
                  <a:pt x="108" y="121"/>
                  <a:pt x="108" y="121"/>
                  <a:pt x="109" y="121"/>
                </a:cubicBezTo>
                <a:cubicBezTo>
                  <a:pt x="109" y="121"/>
                  <a:pt x="109" y="121"/>
                  <a:pt x="109" y="121"/>
                </a:cubicBezTo>
                <a:cubicBezTo>
                  <a:pt x="110" y="121"/>
                  <a:pt x="110" y="121"/>
                  <a:pt x="110" y="121"/>
                </a:cubicBezTo>
                <a:cubicBezTo>
                  <a:pt x="123" y="108"/>
                  <a:pt x="123" y="108"/>
                  <a:pt x="123" y="108"/>
                </a:cubicBezTo>
                <a:cubicBezTo>
                  <a:pt x="123" y="108"/>
                  <a:pt x="124" y="107"/>
                  <a:pt x="123" y="106"/>
                </a:cubicBezTo>
                <a:cubicBezTo>
                  <a:pt x="119" y="90"/>
                  <a:pt x="117" y="83"/>
                  <a:pt x="115" y="76"/>
                </a:cubicBezTo>
                <a:cubicBezTo>
                  <a:pt x="114" y="70"/>
                  <a:pt x="112" y="63"/>
                  <a:pt x="108" y="50"/>
                </a:cubicBezTo>
                <a:cubicBezTo>
                  <a:pt x="109" y="49"/>
                  <a:pt x="109" y="48"/>
                  <a:pt x="108" y="48"/>
                </a:cubicBezTo>
                <a:cubicBezTo>
                  <a:pt x="108" y="47"/>
                  <a:pt x="108" y="47"/>
                  <a:pt x="108" y="47"/>
                </a:cubicBezTo>
                <a:cubicBezTo>
                  <a:pt x="107" y="47"/>
                  <a:pt x="107" y="47"/>
                  <a:pt x="107" y="47"/>
                </a:cubicBezTo>
                <a:cubicBezTo>
                  <a:pt x="107" y="46"/>
                  <a:pt x="106" y="45"/>
                  <a:pt x="106" y="45"/>
                </a:cubicBezTo>
                <a:moveTo>
                  <a:pt x="70" y="125"/>
                </a:moveTo>
                <a:cubicBezTo>
                  <a:pt x="71" y="123"/>
                  <a:pt x="70" y="121"/>
                  <a:pt x="70" y="119"/>
                </a:cubicBezTo>
                <a:cubicBezTo>
                  <a:pt x="68" y="111"/>
                  <a:pt x="68" y="111"/>
                  <a:pt x="68" y="111"/>
                </a:cubicBezTo>
                <a:cubicBezTo>
                  <a:pt x="77" y="104"/>
                  <a:pt x="77" y="104"/>
                  <a:pt x="77" y="104"/>
                </a:cubicBezTo>
                <a:cubicBezTo>
                  <a:pt x="80" y="115"/>
                  <a:pt x="80" y="115"/>
                  <a:pt x="80" y="115"/>
                </a:cubicBezTo>
                <a:cubicBezTo>
                  <a:pt x="70" y="125"/>
                  <a:pt x="70" y="125"/>
                  <a:pt x="70" y="125"/>
                </a:cubicBezTo>
                <a:moveTo>
                  <a:pt x="67" y="107"/>
                </a:moveTo>
                <a:cubicBezTo>
                  <a:pt x="65" y="99"/>
                  <a:pt x="65" y="99"/>
                  <a:pt x="65" y="99"/>
                </a:cubicBezTo>
                <a:cubicBezTo>
                  <a:pt x="69" y="98"/>
                  <a:pt x="72" y="96"/>
                  <a:pt x="75" y="93"/>
                </a:cubicBezTo>
                <a:cubicBezTo>
                  <a:pt x="76" y="100"/>
                  <a:pt x="76" y="100"/>
                  <a:pt x="76" y="100"/>
                </a:cubicBezTo>
                <a:cubicBezTo>
                  <a:pt x="76" y="101"/>
                  <a:pt x="76" y="101"/>
                  <a:pt x="76" y="101"/>
                </a:cubicBezTo>
                <a:cubicBezTo>
                  <a:pt x="67" y="107"/>
                  <a:pt x="67" y="107"/>
                  <a:pt x="67" y="107"/>
                </a:cubicBezTo>
                <a:moveTo>
                  <a:pt x="64" y="95"/>
                </a:moveTo>
                <a:cubicBezTo>
                  <a:pt x="62" y="87"/>
                  <a:pt x="62" y="87"/>
                  <a:pt x="62" y="87"/>
                </a:cubicBezTo>
                <a:cubicBezTo>
                  <a:pt x="71" y="80"/>
                  <a:pt x="71" y="80"/>
                  <a:pt x="71" y="80"/>
                </a:cubicBezTo>
                <a:cubicBezTo>
                  <a:pt x="74" y="89"/>
                  <a:pt x="74" y="89"/>
                  <a:pt x="74" y="89"/>
                </a:cubicBezTo>
                <a:cubicBezTo>
                  <a:pt x="73" y="90"/>
                  <a:pt x="73" y="90"/>
                  <a:pt x="73" y="90"/>
                </a:cubicBezTo>
                <a:cubicBezTo>
                  <a:pt x="70" y="92"/>
                  <a:pt x="67" y="94"/>
                  <a:pt x="64" y="95"/>
                </a:cubicBezTo>
                <a:moveTo>
                  <a:pt x="66" y="66"/>
                </a:moveTo>
                <a:cubicBezTo>
                  <a:pt x="67" y="66"/>
                  <a:pt x="67" y="65"/>
                  <a:pt x="68" y="65"/>
                </a:cubicBezTo>
                <a:cubicBezTo>
                  <a:pt x="70" y="76"/>
                  <a:pt x="70" y="76"/>
                  <a:pt x="70" y="76"/>
                </a:cubicBezTo>
                <a:cubicBezTo>
                  <a:pt x="70" y="76"/>
                  <a:pt x="70" y="76"/>
                  <a:pt x="70" y="76"/>
                </a:cubicBezTo>
                <a:cubicBezTo>
                  <a:pt x="70" y="76"/>
                  <a:pt x="69" y="76"/>
                  <a:pt x="69" y="77"/>
                </a:cubicBezTo>
                <a:cubicBezTo>
                  <a:pt x="61" y="83"/>
                  <a:pt x="61" y="83"/>
                  <a:pt x="61" y="83"/>
                </a:cubicBezTo>
                <a:cubicBezTo>
                  <a:pt x="58" y="72"/>
                  <a:pt x="58" y="72"/>
                  <a:pt x="58" y="72"/>
                </a:cubicBezTo>
                <a:cubicBezTo>
                  <a:pt x="66" y="66"/>
                  <a:pt x="66" y="66"/>
                  <a:pt x="66" y="66"/>
                </a:cubicBezTo>
                <a:cubicBezTo>
                  <a:pt x="66" y="66"/>
                  <a:pt x="66" y="66"/>
                  <a:pt x="66" y="66"/>
                </a:cubicBezTo>
                <a:moveTo>
                  <a:pt x="57" y="68"/>
                </a:moveTo>
                <a:cubicBezTo>
                  <a:pt x="55" y="59"/>
                  <a:pt x="55" y="59"/>
                  <a:pt x="55" y="59"/>
                </a:cubicBezTo>
                <a:cubicBezTo>
                  <a:pt x="64" y="52"/>
                  <a:pt x="64" y="52"/>
                  <a:pt x="64" y="52"/>
                </a:cubicBezTo>
                <a:cubicBezTo>
                  <a:pt x="66" y="61"/>
                  <a:pt x="66" y="61"/>
                  <a:pt x="66" y="61"/>
                </a:cubicBezTo>
                <a:cubicBezTo>
                  <a:pt x="65" y="61"/>
                  <a:pt x="65" y="61"/>
                  <a:pt x="65" y="61"/>
                </a:cubicBezTo>
                <a:cubicBezTo>
                  <a:pt x="57" y="68"/>
                  <a:pt x="57" y="68"/>
                  <a:pt x="57" y="68"/>
                </a:cubicBezTo>
                <a:moveTo>
                  <a:pt x="52" y="129"/>
                </a:moveTo>
                <a:cubicBezTo>
                  <a:pt x="46" y="100"/>
                  <a:pt x="39" y="72"/>
                  <a:pt x="30" y="44"/>
                </a:cubicBezTo>
                <a:cubicBezTo>
                  <a:pt x="33" y="42"/>
                  <a:pt x="35" y="41"/>
                  <a:pt x="38" y="40"/>
                </a:cubicBezTo>
                <a:cubicBezTo>
                  <a:pt x="38" y="40"/>
                  <a:pt x="38" y="40"/>
                  <a:pt x="38" y="40"/>
                </a:cubicBezTo>
                <a:cubicBezTo>
                  <a:pt x="39" y="40"/>
                  <a:pt x="39" y="40"/>
                  <a:pt x="40" y="40"/>
                </a:cubicBezTo>
                <a:cubicBezTo>
                  <a:pt x="42" y="40"/>
                  <a:pt x="44" y="41"/>
                  <a:pt x="46" y="42"/>
                </a:cubicBezTo>
                <a:cubicBezTo>
                  <a:pt x="47" y="43"/>
                  <a:pt x="48" y="44"/>
                  <a:pt x="48" y="46"/>
                </a:cubicBezTo>
                <a:cubicBezTo>
                  <a:pt x="48" y="46"/>
                  <a:pt x="48" y="47"/>
                  <a:pt x="48" y="47"/>
                </a:cubicBezTo>
                <a:cubicBezTo>
                  <a:pt x="49" y="47"/>
                  <a:pt x="49" y="47"/>
                  <a:pt x="49" y="47"/>
                </a:cubicBezTo>
                <a:cubicBezTo>
                  <a:pt x="49" y="48"/>
                  <a:pt x="49" y="49"/>
                  <a:pt x="49" y="49"/>
                </a:cubicBezTo>
                <a:cubicBezTo>
                  <a:pt x="51" y="58"/>
                  <a:pt x="51" y="58"/>
                  <a:pt x="51" y="58"/>
                </a:cubicBezTo>
                <a:cubicBezTo>
                  <a:pt x="50" y="59"/>
                  <a:pt x="50" y="60"/>
                  <a:pt x="51" y="61"/>
                </a:cubicBezTo>
                <a:cubicBezTo>
                  <a:pt x="52" y="61"/>
                  <a:pt x="52" y="61"/>
                  <a:pt x="52" y="61"/>
                </a:cubicBezTo>
                <a:cubicBezTo>
                  <a:pt x="54" y="70"/>
                  <a:pt x="54" y="70"/>
                  <a:pt x="54" y="70"/>
                </a:cubicBezTo>
                <a:cubicBezTo>
                  <a:pt x="54" y="71"/>
                  <a:pt x="54" y="72"/>
                  <a:pt x="54" y="72"/>
                </a:cubicBezTo>
                <a:cubicBezTo>
                  <a:pt x="55" y="73"/>
                  <a:pt x="55" y="73"/>
                  <a:pt x="55" y="73"/>
                </a:cubicBezTo>
                <a:cubicBezTo>
                  <a:pt x="58" y="86"/>
                  <a:pt x="58" y="86"/>
                  <a:pt x="58" y="86"/>
                </a:cubicBezTo>
                <a:cubicBezTo>
                  <a:pt x="57" y="87"/>
                  <a:pt x="57" y="88"/>
                  <a:pt x="58" y="88"/>
                </a:cubicBezTo>
                <a:cubicBezTo>
                  <a:pt x="59" y="89"/>
                  <a:pt x="59" y="89"/>
                  <a:pt x="59" y="89"/>
                </a:cubicBezTo>
                <a:cubicBezTo>
                  <a:pt x="66" y="120"/>
                  <a:pt x="66" y="120"/>
                  <a:pt x="66" y="120"/>
                </a:cubicBezTo>
                <a:cubicBezTo>
                  <a:pt x="67" y="122"/>
                  <a:pt x="67" y="125"/>
                  <a:pt x="66" y="126"/>
                </a:cubicBezTo>
                <a:cubicBezTo>
                  <a:pt x="65" y="127"/>
                  <a:pt x="62" y="128"/>
                  <a:pt x="60" y="128"/>
                </a:cubicBezTo>
                <a:cubicBezTo>
                  <a:pt x="59" y="128"/>
                  <a:pt x="59" y="128"/>
                  <a:pt x="59" y="128"/>
                </a:cubicBezTo>
                <a:cubicBezTo>
                  <a:pt x="59" y="128"/>
                  <a:pt x="59" y="128"/>
                  <a:pt x="58" y="128"/>
                </a:cubicBezTo>
                <a:cubicBezTo>
                  <a:pt x="57" y="128"/>
                  <a:pt x="56" y="128"/>
                  <a:pt x="54" y="128"/>
                </a:cubicBezTo>
                <a:cubicBezTo>
                  <a:pt x="53" y="128"/>
                  <a:pt x="52" y="129"/>
                  <a:pt x="52" y="129"/>
                </a:cubicBezTo>
                <a:moveTo>
                  <a:pt x="54" y="55"/>
                </a:moveTo>
                <a:cubicBezTo>
                  <a:pt x="53" y="49"/>
                  <a:pt x="53" y="49"/>
                  <a:pt x="53" y="49"/>
                </a:cubicBezTo>
                <a:cubicBezTo>
                  <a:pt x="53" y="48"/>
                  <a:pt x="52" y="47"/>
                  <a:pt x="52" y="47"/>
                </a:cubicBezTo>
                <a:cubicBezTo>
                  <a:pt x="61" y="39"/>
                  <a:pt x="61" y="39"/>
                  <a:pt x="61" y="39"/>
                </a:cubicBezTo>
                <a:cubicBezTo>
                  <a:pt x="63" y="48"/>
                  <a:pt x="63" y="48"/>
                  <a:pt x="63" y="48"/>
                </a:cubicBezTo>
                <a:cubicBezTo>
                  <a:pt x="62" y="48"/>
                  <a:pt x="62" y="48"/>
                  <a:pt x="62" y="48"/>
                </a:cubicBezTo>
                <a:cubicBezTo>
                  <a:pt x="54" y="55"/>
                  <a:pt x="54" y="55"/>
                  <a:pt x="54" y="55"/>
                </a:cubicBezTo>
                <a:moveTo>
                  <a:pt x="33" y="38"/>
                </a:moveTo>
                <a:cubicBezTo>
                  <a:pt x="35" y="36"/>
                  <a:pt x="37" y="34"/>
                  <a:pt x="39" y="32"/>
                </a:cubicBezTo>
                <a:cubicBezTo>
                  <a:pt x="38" y="35"/>
                  <a:pt x="38" y="35"/>
                  <a:pt x="38" y="35"/>
                </a:cubicBezTo>
                <a:cubicBezTo>
                  <a:pt x="37" y="35"/>
                  <a:pt x="37" y="36"/>
                  <a:pt x="38" y="37"/>
                </a:cubicBezTo>
                <a:cubicBezTo>
                  <a:pt x="37" y="37"/>
                  <a:pt x="37" y="37"/>
                  <a:pt x="37" y="37"/>
                </a:cubicBezTo>
                <a:cubicBezTo>
                  <a:pt x="36" y="37"/>
                  <a:pt x="34" y="37"/>
                  <a:pt x="33" y="38"/>
                </a:cubicBezTo>
                <a:moveTo>
                  <a:pt x="51" y="43"/>
                </a:moveTo>
                <a:cubicBezTo>
                  <a:pt x="50" y="42"/>
                  <a:pt x="49" y="40"/>
                  <a:pt x="48" y="39"/>
                </a:cubicBezTo>
                <a:cubicBezTo>
                  <a:pt x="48" y="39"/>
                  <a:pt x="48" y="39"/>
                  <a:pt x="48" y="39"/>
                </a:cubicBezTo>
                <a:cubicBezTo>
                  <a:pt x="58" y="28"/>
                  <a:pt x="58" y="28"/>
                  <a:pt x="58" y="28"/>
                </a:cubicBezTo>
                <a:cubicBezTo>
                  <a:pt x="60" y="35"/>
                  <a:pt x="60" y="35"/>
                  <a:pt x="60" y="35"/>
                </a:cubicBezTo>
                <a:cubicBezTo>
                  <a:pt x="51" y="43"/>
                  <a:pt x="51" y="43"/>
                  <a:pt x="51" y="43"/>
                </a:cubicBezTo>
                <a:moveTo>
                  <a:pt x="44" y="37"/>
                </a:moveTo>
                <a:cubicBezTo>
                  <a:pt x="43" y="37"/>
                  <a:pt x="42" y="36"/>
                  <a:pt x="41" y="36"/>
                </a:cubicBezTo>
                <a:cubicBezTo>
                  <a:pt x="47" y="27"/>
                  <a:pt x="47" y="27"/>
                  <a:pt x="47" y="27"/>
                </a:cubicBezTo>
                <a:cubicBezTo>
                  <a:pt x="50" y="26"/>
                  <a:pt x="53" y="25"/>
                  <a:pt x="56" y="24"/>
                </a:cubicBezTo>
                <a:cubicBezTo>
                  <a:pt x="44" y="37"/>
                  <a:pt x="44" y="37"/>
                  <a:pt x="44" y="37"/>
                </a:cubicBezTo>
                <a:moveTo>
                  <a:pt x="59" y="20"/>
                </a:moveTo>
                <a:cubicBezTo>
                  <a:pt x="58" y="20"/>
                  <a:pt x="58" y="20"/>
                  <a:pt x="58" y="20"/>
                </a:cubicBezTo>
                <a:cubicBezTo>
                  <a:pt x="54" y="21"/>
                  <a:pt x="50" y="22"/>
                  <a:pt x="46" y="24"/>
                </a:cubicBezTo>
                <a:cubicBezTo>
                  <a:pt x="45" y="24"/>
                  <a:pt x="45" y="24"/>
                  <a:pt x="45" y="24"/>
                </a:cubicBezTo>
                <a:cubicBezTo>
                  <a:pt x="37" y="28"/>
                  <a:pt x="30" y="34"/>
                  <a:pt x="26" y="42"/>
                </a:cubicBezTo>
                <a:cubicBezTo>
                  <a:pt x="25" y="42"/>
                  <a:pt x="26" y="44"/>
                  <a:pt x="26" y="44"/>
                </a:cubicBezTo>
                <a:cubicBezTo>
                  <a:pt x="36" y="73"/>
                  <a:pt x="43" y="103"/>
                  <a:pt x="49" y="134"/>
                </a:cubicBezTo>
                <a:cubicBezTo>
                  <a:pt x="49" y="134"/>
                  <a:pt x="49" y="135"/>
                  <a:pt x="50" y="135"/>
                </a:cubicBezTo>
                <a:cubicBezTo>
                  <a:pt x="51" y="135"/>
                  <a:pt x="51" y="135"/>
                  <a:pt x="51" y="135"/>
                </a:cubicBezTo>
                <a:cubicBezTo>
                  <a:pt x="51" y="135"/>
                  <a:pt x="52" y="135"/>
                  <a:pt x="52" y="134"/>
                </a:cubicBezTo>
                <a:cubicBezTo>
                  <a:pt x="52" y="134"/>
                  <a:pt x="53" y="133"/>
                  <a:pt x="55" y="132"/>
                </a:cubicBezTo>
                <a:cubicBezTo>
                  <a:pt x="56" y="132"/>
                  <a:pt x="57" y="132"/>
                  <a:pt x="58" y="132"/>
                </a:cubicBezTo>
                <a:cubicBezTo>
                  <a:pt x="59" y="132"/>
                  <a:pt x="59" y="132"/>
                  <a:pt x="59" y="132"/>
                </a:cubicBezTo>
                <a:cubicBezTo>
                  <a:pt x="59" y="132"/>
                  <a:pt x="60" y="132"/>
                  <a:pt x="60" y="132"/>
                </a:cubicBezTo>
                <a:cubicBezTo>
                  <a:pt x="61" y="132"/>
                  <a:pt x="63" y="132"/>
                  <a:pt x="64" y="131"/>
                </a:cubicBezTo>
                <a:cubicBezTo>
                  <a:pt x="66" y="131"/>
                  <a:pt x="67" y="130"/>
                  <a:pt x="68" y="129"/>
                </a:cubicBezTo>
                <a:cubicBezTo>
                  <a:pt x="68" y="130"/>
                  <a:pt x="68" y="130"/>
                  <a:pt x="68" y="130"/>
                </a:cubicBezTo>
                <a:cubicBezTo>
                  <a:pt x="69" y="130"/>
                  <a:pt x="69" y="130"/>
                  <a:pt x="70" y="130"/>
                </a:cubicBezTo>
                <a:cubicBezTo>
                  <a:pt x="70" y="130"/>
                  <a:pt x="70" y="130"/>
                  <a:pt x="70" y="130"/>
                </a:cubicBezTo>
                <a:cubicBezTo>
                  <a:pt x="71" y="130"/>
                  <a:pt x="71" y="130"/>
                  <a:pt x="71" y="130"/>
                </a:cubicBezTo>
                <a:cubicBezTo>
                  <a:pt x="84" y="117"/>
                  <a:pt x="84" y="117"/>
                  <a:pt x="84" y="117"/>
                </a:cubicBezTo>
                <a:cubicBezTo>
                  <a:pt x="84" y="117"/>
                  <a:pt x="84" y="116"/>
                  <a:pt x="84" y="115"/>
                </a:cubicBezTo>
                <a:cubicBezTo>
                  <a:pt x="61" y="25"/>
                  <a:pt x="61" y="25"/>
                  <a:pt x="61" y="25"/>
                </a:cubicBezTo>
                <a:cubicBezTo>
                  <a:pt x="62" y="24"/>
                  <a:pt x="62" y="23"/>
                  <a:pt x="61" y="22"/>
                </a:cubicBezTo>
                <a:cubicBezTo>
                  <a:pt x="61" y="22"/>
                  <a:pt x="61" y="22"/>
                  <a:pt x="61" y="22"/>
                </a:cubicBezTo>
                <a:cubicBezTo>
                  <a:pt x="60" y="21"/>
                  <a:pt x="60" y="21"/>
                  <a:pt x="60" y="21"/>
                </a:cubicBezTo>
                <a:cubicBezTo>
                  <a:pt x="60" y="21"/>
                  <a:pt x="59" y="20"/>
                  <a:pt x="59" y="20"/>
                </a:cubicBezTo>
                <a:moveTo>
                  <a:pt x="4" y="11"/>
                </a:moveTo>
                <a:cubicBezTo>
                  <a:pt x="4" y="11"/>
                  <a:pt x="3" y="11"/>
                  <a:pt x="3" y="11"/>
                </a:cubicBezTo>
                <a:cubicBezTo>
                  <a:pt x="3" y="11"/>
                  <a:pt x="3" y="11"/>
                  <a:pt x="3" y="11"/>
                </a:cubicBezTo>
                <a:cubicBezTo>
                  <a:pt x="2" y="12"/>
                  <a:pt x="2" y="12"/>
                  <a:pt x="2" y="12"/>
                </a:cubicBezTo>
                <a:cubicBezTo>
                  <a:pt x="1" y="12"/>
                  <a:pt x="1" y="13"/>
                  <a:pt x="1" y="14"/>
                </a:cubicBezTo>
                <a:cubicBezTo>
                  <a:pt x="1" y="14"/>
                  <a:pt x="0" y="15"/>
                  <a:pt x="0" y="16"/>
                </a:cubicBezTo>
                <a:cubicBezTo>
                  <a:pt x="1" y="20"/>
                  <a:pt x="3" y="25"/>
                  <a:pt x="5" y="29"/>
                </a:cubicBezTo>
                <a:cubicBezTo>
                  <a:pt x="6" y="36"/>
                  <a:pt x="6" y="44"/>
                  <a:pt x="6" y="51"/>
                </a:cubicBezTo>
                <a:cubicBezTo>
                  <a:pt x="6" y="52"/>
                  <a:pt x="7" y="53"/>
                  <a:pt x="8" y="53"/>
                </a:cubicBezTo>
                <a:cubicBezTo>
                  <a:pt x="8" y="53"/>
                  <a:pt x="8" y="53"/>
                  <a:pt x="8" y="53"/>
                </a:cubicBezTo>
                <a:cubicBezTo>
                  <a:pt x="9" y="53"/>
                  <a:pt x="10" y="52"/>
                  <a:pt x="10" y="51"/>
                </a:cubicBezTo>
                <a:cubicBezTo>
                  <a:pt x="10" y="47"/>
                  <a:pt x="10" y="43"/>
                  <a:pt x="10" y="38"/>
                </a:cubicBezTo>
                <a:cubicBezTo>
                  <a:pt x="10" y="39"/>
                  <a:pt x="10" y="39"/>
                  <a:pt x="10" y="39"/>
                </a:cubicBezTo>
                <a:cubicBezTo>
                  <a:pt x="21" y="76"/>
                  <a:pt x="28" y="113"/>
                  <a:pt x="31" y="151"/>
                </a:cubicBezTo>
                <a:cubicBezTo>
                  <a:pt x="31" y="152"/>
                  <a:pt x="32" y="152"/>
                  <a:pt x="32" y="153"/>
                </a:cubicBezTo>
                <a:cubicBezTo>
                  <a:pt x="33" y="153"/>
                  <a:pt x="33" y="153"/>
                  <a:pt x="33" y="153"/>
                </a:cubicBezTo>
                <a:cubicBezTo>
                  <a:pt x="33" y="153"/>
                  <a:pt x="34" y="153"/>
                  <a:pt x="34" y="153"/>
                </a:cubicBezTo>
                <a:cubicBezTo>
                  <a:pt x="147" y="128"/>
                  <a:pt x="147" y="128"/>
                  <a:pt x="147" y="128"/>
                </a:cubicBezTo>
                <a:cubicBezTo>
                  <a:pt x="145" y="129"/>
                  <a:pt x="143" y="130"/>
                  <a:pt x="141" y="131"/>
                </a:cubicBezTo>
                <a:cubicBezTo>
                  <a:pt x="140" y="132"/>
                  <a:pt x="140" y="133"/>
                  <a:pt x="141" y="134"/>
                </a:cubicBezTo>
                <a:cubicBezTo>
                  <a:pt x="141" y="135"/>
                  <a:pt x="142" y="135"/>
                  <a:pt x="142" y="135"/>
                </a:cubicBezTo>
                <a:cubicBezTo>
                  <a:pt x="142" y="135"/>
                  <a:pt x="143" y="135"/>
                  <a:pt x="143" y="135"/>
                </a:cubicBezTo>
                <a:cubicBezTo>
                  <a:pt x="143" y="134"/>
                  <a:pt x="143" y="134"/>
                  <a:pt x="143" y="134"/>
                </a:cubicBezTo>
                <a:cubicBezTo>
                  <a:pt x="153" y="127"/>
                  <a:pt x="164" y="123"/>
                  <a:pt x="175" y="122"/>
                </a:cubicBezTo>
                <a:cubicBezTo>
                  <a:pt x="176" y="122"/>
                  <a:pt x="177" y="121"/>
                  <a:pt x="177" y="121"/>
                </a:cubicBezTo>
                <a:cubicBezTo>
                  <a:pt x="177" y="120"/>
                  <a:pt x="177" y="120"/>
                  <a:pt x="177" y="119"/>
                </a:cubicBezTo>
                <a:cubicBezTo>
                  <a:pt x="177" y="118"/>
                  <a:pt x="177" y="117"/>
                  <a:pt x="176" y="117"/>
                </a:cubicBezTo>
                <a:cubicBezTo>
                  <a:pt x="139" y="116"/>
                  <a:pt x="139" y="116"/>
                  <a:pt x="139" y="116"/>
                </a:cubicBezTo>
                <a:cubicBezTo>
                  <a:pt x="139" y="116"/>
                  <a:pt x="139" y="116"/>
                  <a:pt x="139" y="116"/>
                </a:cubicBezTo>
                <a:cubicBezTo>
                  <a:pt x="138" y="116"/>
                  <a:pt x="138" y="117"/>
                  <a:pt x="137" y="118"/>
                </a:cubicBezTo>
                <a:cubicBezTo>
                  <a:pt x="137" y="119"/>
                  <a:pt x="138" y="120"/>
                  <a:pt x="139" y="120"/>
                </a:cubicBezTo>
                <a:cubicBezTo>
                  <a:pt x="143" y="121"/>
                  <a:pt x="143" y="121"/>
                  <a:pt x="143" y="121"/>
                </a:cubicBezTo>
                <a:cubicBezTo>
                  <a:pt x="143" y="121"/>
                  <a:pt x="143" y="121"/>
                  <a:pt x="143" y="121"/>
                </a:cubicBezTo>
                <a:cubicBezTo>
                  <a:pt x="144" y="121"/>
                  <a:pt x="144" y="121"/>
                  <a:pt x="144" y="120"/>
                </a:cubicBezTo>
                <a:cubicBezTo>
                  <a:pt x="160" y="121"/>
                  <a:pt x="160" y="121"/>
                  <a:pt x="160" y="121"/>
                </a:cubicBezTo>
                <a:cubicBezTo>
                  <a:pt x="35" y="149"/>
                  <a:pt x="35" y="149"/>
                  <a:pt x="35" y="149"/>
                </a:cubicBezTo>
                <a:cubicBezTo>
                  <a:pt x="32" y="114"/>
                  <a:pt x="25" y="81"/>
                  <a:pt x="16" y="47"/>
                </a:cubicBezTo>
                <a:cubicBezTo>
                  <a:pt x="17" y="48"/>
                  <a:pt x="17" y="48"/>
                  <a:pt x="17" y="48"/>
                </a:cubicBezTo>
                <a:cubicBezTo>
                  <a:pt x="17" y="48"/>
                  <a:pt x="18" y="49"/>
                  <a:pt x="18" y="49"/>
                </a:cubicBezTo>
                <a:cubicBezTo>
                  <a:pt x="18" y="49"/>
                  <a:pt x="18" y="49"/>
                  <a:pt x="19" y="49"/>
                </a:cubicBezTo>
                <a:cubicBezTo>
                  <a:pt x="19" y="48"/>
                  <a:pt x="19" y="48"/>
                  <a:pt x="19" y="48"/>
                </a:cubicBezTo>
                <a:cubicBezTo>
                  <a:pt x="20" y="47"/>
                  <a:pt x="20" y="46"/>
                  <a:pt x="20" y="45"/>
                </a:cubicBezTo>
                <a:cubicBezTo>
                  <a:pt x="17" y="43"/>
                  <a:pt x="15" y="40"/>
                  <a:pt x="13" y="38"/>
                </a:cubicBezTo>
                <a:cubicBezTo>
                  <a:pt x="11" y="29"/>
                  <a:pt x="8" y="21"/>
                  <a:pt x="6" y="12"/>
                </a:cubicBezTo>
                <a:cubicBezTo>
                  <a:pt x="5" y="12"/>
                  <a:pt x="5" y="11"/>
                  <a:pt x="4" y="11"/>
                </a:cubicBezTo>
                <a:moveTo>
                  <a:pt x="158" y="105"/>
                </a:moveTo>
                <a:cubicBezTo>
                  <a:pt x="158" y="103"/>
                  <a:pt x="158" y="101"/>
                  <a:pt x="158" y="99"/>
                </a:cubicBezTo>
                <a:cubicBezTo>
                  <a:pt x="156" y="91"/>
                  <a:pt x="156" y="91"/>
                  <a:pt x="156" y="91"/>
                </a:cubicBezTo>
                <a:cubicBezTo>
                  <a:pt x="165" y="84"/>
                  <a:pt x="165" y="84"/>
                  <a:pt x="165" y="84"/>
                </a:cubicBezTo>
                <a:cubicBezTo>
                  <a:pt x="168" y="95"/>
                  <a:pt x="168" y="95"/>
                  <a:pt x="168" y="95"/>
                </a:cubicBezTo>
                <a:cubicBezTo>
                  <a:pt x="158" y="105"/>
                  <a:pt x="158" y="105"/>
                  <a:pt x="158" y="105"/>
                </a:cubicBezTo>
                <a:moveTo>
                  <a:pt x="155" y="87"/>
                </a:moveTo>
                <a:cubicBezTo>
                  <a:pt x="153" y="79"/>
                  <a:pt x="153" y="79"/>
                  <a:pt x="153" y="79"/>
                </a:cubicBezTo>
                <a:cubicBezTo>
                  <a:pt x="156" y="78"/>
                  <a:pt x="159" y="76"/>
                  <a:pt x="162" y="73"/>
                </a:cubicBezTo>
                <a:cubicBezTo>
                  <a:pt x="164" y="80"/>
                  <a:pt x="164" y="80"/>
                  <a:pt x="164" y="80"/>
                </a:cubicBezTo>
                <a:cubicBezTo>
                  <a:pt x="163" y="81"/>
                  <a:pt x="163" y="81"/>
                  <a:pt x="163" y="81"/>
                </a:cubicBezTo>
                <a:cubicBezTo>
                  <a:pt x="155" y="87"/>
                  <a:pt x="155" y="87"/>
                  <a:pt x="155" y="87"/>
                </a:cubicBezTo>
                <a:moveTo>
                  <a:pt x="152" y="75"/>
                </a:moveTo>
                <a:cubicBezTo>
                  <a:pt x="150" y="67"/>
                  <a:pt x="150" y="67"/>
                  <a:pt x="150" y="67"/>
                </a:cubicBezTo>
                <a:cubicBezTo>
                  <a:pt x="159" y="60"/>
                  <a:pt x="159" y="60"/>
                  <a:pt x="159" y="60"/>
                </a:cubicBezTo>
                <a:cubicBezTo>
                  <a:pt x="161" y="69"/>
                  <a:pt x="161" y="69"/>
                  <a:pt x="161" y="69"/>
                </a:cubicBezTo>
                <a:cubicBezTo>
                  <a:pt x="160" y="70"/>
                  <a:pt x="160" y="70"/>
                  <a:pt x="160" y="70"/>
                </a:cubicBezTo>
                <a:cubicBezTo>
                  <a:pt x="158" y="72"/>
                  <a:pt x="155" y="74"/>
                  <a:pt x="152" y="75"/>
                </a:cubicBezTo>
                <a:moveTo>
                  <a:pt x="154" y="46"/>
                </a:moveTo>
                <a:cubicBezTo>
                  <a:pt x="154" y="46"/>
                  <a:pt x="155" y="45"/>
                  <a:pt x="155" y="45"/>
                </a:cubicBezTo>
                <a:cubicBezTo>
                  <a:pt x="158" y="56"/>
                  <a:pt x="158" y="56"/>
                  <a:pt x="158" y="56"/>
                </a:cubicBezTo>
                <a:cubicBezTo>
                  <a:pt x="158" y="56"/>
                  <a:pt x="158" y="56"/>
                  <a:pt x="158" y="56"/>
                </a:cubicBezTo>
                <a:cubicBezTo>
                  <a:pt x="157" y="56"/>
                  <a:pt x="157" y="56"/>
                  <a:pt x="157" y="57"/>
                </a:cubicBezTo>
                <a:cubicBezTo>
                  <a:pt x="149" y="63"/>
                  <a:pt x="149" y="63"/>
                  <a:pt x="149" y="63"/>
                </a:cubicBezTo>
                <a:cubicBezTo>
                  <a:pt x="146" y="52"/>
                  <a:pt x="146" y="52"/>
                  <a:pt x="146" y="52"/>
                </a:cubicBezTo>
                <a:cubicBezTo>
                  <a:pt x="154" y="46"/>
                  <a:pt x="154" y="46"/>
                  <a:pt x="154" y="46"/>
                </a:cubicBezTo>
                <a:cubicBezTo>
                  <a:pt x="154" y="46"/>
                  <a:pt x="154" y="46"/>
                  <a:pt x="154" y="46"/>
                </a:cubicBezTo>
                <a:moveTo>
                  <a:pt x="145" y="47"/>
                </a:moveTo>
                <a:cubicBezTo>
                  <a:pt x="143" y="39"/>
                  <a:pt x="143" y="39"/>
                  <a:pt x="143" y="39"/>
                </a:cubicBezTo>
                <a:cubicBezTo>
                  <a:pt x="152" y="32"/>
                  <a:pt x="152" y="32"/>
                  <a:pt x="152" y="32"/>
                </a:cubicBezTo>
                <a:cubicBezTo>
                  <a:pt x="154" y="41"/>
                  <a:pt x="154" y="41"/>
                  <a:pt x="154" y="41"/>
                </a:cubicBezTo>
                <a:cubicBezTo>
                  <a:pt x="153" y="41"/>
                  <a:pt x="153" y="41"/>
                  <a:pt x="153" y="41"/>
                </a:cubicBezTo>
                <a:cubicBezTo>
                  <a:pt x="145" y="47"/>
                  <a:pt x="145" y="47"/>
                  <a:pt x="145" y="47"/>
                </a:cubicBezTo>
                <a:moveTo>
                  <a:pt x="139" y="109"/>
                </a:moveTo>
                <a:cubicBezTo>
                  <a:pt x="134" y="80"/>
                  <a:pt x="127" y="52"/>
                  <a:pt x="118" y="24"/>
                </a:cubicBezTo>
                <a:cubicBezTo>
                  <a:pt x="120" y="22"/>
                  <a:pt x="123" y="21"/>
                  <a:pt x="125" y="20"/>
                </a:cubicBezTo>
                <a:cubicBezTo>
                  <a:pt x="125" y="20"/>
                  <a:pt x="125" y="20"/>
                  <a:pt x="125" y="20"/>
                </a:cubicBezTo>
                <a:cubicBezTo>
                  <a:pt x="126" y="20"/>
                  <a:pt x="127" y="20"/>
                  <a:pt x="128" y="20"/>
                </a:cubicBezTo>
                <a:cubicBezTo>
                  <a:pt x="130" y="20"/>
                  <a:pt x="132" y="21"/>
                  <a:pt x="133" y="22"/>
                </a:cubicBezTo>
                <a:cubicBezTo>
                  <a:pt x="134" y="23"/>
                  <a:pt x="135" y="24"/>
                  <a:pt x="136" y="26"/>
                </a:cubicBezTo>
                <a:cubicBezTo>
                  <a:pt x="136" y="26"/>
                  <a:pt x="136" y="27"/>
                  <a:pt x="136" y="27"/>
                </a:cubicBezTo>
                <a:cubicBezTo>
                  <a:pt x="136" y="27"/>
                  <a:pt x="136" y="27"/>
                  <a:pt x="136" y="27"/>
                </a:cubicBezTo>
                <a:cubicBezTo>
                  <a:pt x="136" y="28"/>
                  <a:pt x="136" y="29"/>
                  <a:pt x="137" y="29"/>
                </a:cubicBezTo>
                <a:cubicBezTo>
                  <a:pt x="139" y="38"/>
                  <a:pt x="139" y="38"/>
                  <a:pt x="139" y="38"/>
                </a:cubicBezTo>
                <a:cubicBezTo>
                  <a:pt x="138" y="39"/>
                  <a:pt x="138" y="40"/>
                  <a:pt x="139" y="41"/>
                </a:cubicBezTo>
                <a:cubicBezTo>
                  <a:pt x="139" y="41"/>
                  <a:pt x="139" y="41"/>
                  <a:pt x="139" y="41"/>
                </a:cubicBezTo>
                <a:cubicBezTo>
                  <a:pt x="142" y="50"/>
                  <a:pt x="142" y="50"/>
                  <a:pt x="142" y="50"/>
                </a:cubicBezTo>
                <a:cubicBezTo>
                  <a:pt x="141" y="51"/>
                  <a:pt x="141" y="52"/>
                  <a:pt x="142" y="52"/>
                </a:cubicBezTo>
                <a:cubicBezTo>
                  <a:pt x="142" y="53"/>
                  <a:pt x="142" y="53"/>
                  <a:pt x="142" y="53"/>
                </a:cubicBezTo>
                <a:cubicBezTo>
                  <a:pt x="145" y="66"/>
                  <a:pt x="145" y="66"/>
                  <a:pt x="145" y="66"/>
                </a:cubicBezTo>
                <a:cubicBezTo>
                  <a:pt x="145" y="67"/>
                  <a:pt x="145" y="68"/>
                  <a:pt x="146" y="68"/>
                </a:cubicBezTo>
                <a:cubicBezTo>
                  <a:pt x="146" y="69"/>
                  <a:pt x="146" y="69"/>
                  <a:pt x="146" y="69"/>
                </a:cubicBezTo>
                <a:cubicBezTo>
                  <a:pt x="154" y="100"/>
                  <a:pt x="154" y="100"/>
                  <a:pt x="154" y="100"/>
                </a:cubicBezTo>
                <a:cubicBezTo>
                  <a:pt x="154" y="102"/>
                  <a:pt x="155" y="104"/>
                  <a:pt x="154" y="106"/>
                </a:cubicBezTo>
                <a:cubicBezTo>
                  <a:pt x="153" y="107"/>
                  <a:pt x="150" y="108"/>
                  <a:pt x="147" y="108"/>
                </a:cubicBezTo>
                <a:cubicBezTo>
                  <a:pt x="147" y="108"/>
                  <a:pt x="147" y="108"/>
                  <a:pt x="147" y="108"/>
                </a:cubicBezTo>
                <a:cubicBezTo>
                  <a:pt x="146" y="108"/>
                  <a:pt x="146" y="108"/>
                  <a:pt x="146" y="108"/>
                </a:cubicBezTo>
                <a:cubicBezTo>
                  <a:pt x="144" y="108"/>
                  <a:pt x="143" y="108"/>
                  <a:pt x="142" y="108"/>
                </a:cubicBezTo>
                <a:cubicBezTo>
                  <a:pt x="141" y="108"/>
                  <a:pt x="140" y="109"/>
                  <a:pt x="139" y="109"/>
                </a:cubicBezTo>
                <a:moveTo>
                  <a:pt x="142" y="35"/>
                </a:moveTo>
                <a:cubicBezTo>
                  <a:pt x="140" y="28"/>
                  <a:pt x="140" y="28"/>
                  <a:pt x="140" y="28"/>
                </a:cubicBezTo>
                <a:cubicBezTo>
                  <a:pt x="140" y="28"/>
                  <a:pt x="140" y="27"/>
                  <a:pt x="140" y="27"/>
                </a:cubicBezTo>
                <a:cubicBezTo>
                  <a:pt x="149" y="19"/>
                  <a:pt x="149" y="19"/>
                  <a:pt x="149" y="19"/>
                </a:cubicBezTo>
                <a:cubicBezTo>
                  <a:pt x="151" y="28"/>
                  <a:pt x="151" y="28"/>
                  <a:pt x="151" y="28"/>
                </a:cubicBezTo>
                <a:cubicBezTo>
                  <a:pt x="150" y="28"/>
                  <a:pt x="150" y="28"/>
                  <a:pt x="150" y="28"/>
                </a:cubicBezTo>
                <a:cubicBezTo>
                  <a:pt x="142" y="35"/>
                  <a:pt x="142" y="35"/>
                  <a:pt x="142" y="35"/>
                </a:cubicBezTo>
                <a:moveTo>
                  <a:pt x="121" y="18"/>
                </a:moveTo>
                <a:cubicBezTo>
                  <a:pt x="123" y="16"/>
                  <a:pt x="125" y="14"/>
                  <a:pt x="127" y="12"/>
                </a:cubicBezTo>
                <a:cubicBezTo>
                  <a:pt x="125" y="15"/>
                  <a:pt x="125" y="15"/>
                  <a:pt x="125" y="15"/>
                </a:cubicBezTo>
                <a:cubicBezTo>
                  <a:pt x="125" y="15"/>
                  <a:pt x="125" y="16"/>
                  <a:pt x="125" y="17"/>
                </a:cubicBezTo>
                <a:cubicBezTo>
                  <a:pt x="124" y="17"/>
                  <a:pt x="124" y="17"/>
                  <a:pt x="124" y="17"/>
                </a:cubicBezTo>
                <a:cubicBezTo>
                  <a:pt x="123" y="17"/>
                  <a:pt x="122" y="17"/>
                  <a:pt x="121" y="18"/>
                </a:cubicBezTo>
                <a:moveTo>
                  <a:pt x="138" y="23"/>
                </a:moveTo>
                <a:cubicBezTo>
                  <a:pt x="138" y="21"/>
                  <a:pt x="137" y="20"/>
                  <a:pt x="136" y="19"/>
                </a:cubicBezTo>
                <a:cubicBezTo>
                  <a:pt x="135" y="19"/>
                  <a:pt x="135" y="19"/>
                  <a:pt x="135" y="19"/>
                </a:cubicBezTo>
                <a:cubicBezTo>
                  <a:pt x="146" y="8"/>
                  <a:pt x="146" y="8"/>
                  <a:pt x="146" y="8"/>
                </a:cubicBezTo>
                <a:cubicBezTo>
                  <a:pt x="148" y="15"/>
                  <a:pt x="148" y="15"/>
                  <a:pt x="148" y="15"/>
                </a:cubicBezTo>
                <a:cubicBezTo>
                  <a:pt x="138" y="23"/>
                  <a:pt x="138" y="23"/>
                  <a:pt x="138" y="23"/>
                </a:cubicBezTo>
                <a:moveTo>
                  <a:pt x="132" y="17"/>
                </a:moveTo>
                <a:cubicBezTo>
                  <a:pt x="131" y="17"/>
                  <a:pt x="130" y="16"/>
                  <a:pt x="129" y="16"/>
                </a:cubicBezTo>
                <a:cubicBezTo>
                  <a:pt x="135" y="7"/>
                  <a:pt x="135" y="7"/>
                  <a:pt x="135" y="7"/>
                </a:cubicBezTo>
                <a:cubicBezTo>
                  <a:pt x="138" y="6"/>
                  <a:pt x="141" y="5"/>
                  <a:pt x="144" y="4"/>
                </a:cubicBezTo>
                <a:cubicBezTo>
                  <a:pt x="132" y="17"/>
                  <a:pt x="132" y="17"/>
                  <a:pt x="132" y="17"/>
                </a:cubicBezTo>
                <a:moveTo>
                  <a:pt x="146" y="0"/>
                </a:moveTo>
                <a:cubicBezTo>
                  <a:pt x="146" y="0"/>
                  <a:pt x="146" y="0"/>
                  <a:pt x="146" y="0"/>
                </a:cubicBezTo>
                <a:cubicBezTo>
                  <a:pt x="142" y="1"/>
                  <a:pt x="137" y="2"/>
                  <a:pt x="133" y="4"/>
                </a:cubicBezTo>
                <a:cubicBezTo>
                  <a:pt x="133" y="4"/>
                  <a:pt x="133" y="4"/>
                  <a:pt x="133" y="4"/>
                </a:cubicBezTo>
                <a:cubicBezTo>
                  <a:pt x="125" y="8"/>
                  <a:pt x="118" y="14"/>
                  <a:pt x="113" y="22"/>
                </a:cubicBezTo>
                <a:cubicBezTo>
                  <a:pt x="113" y="22"/>
                  <a:pt x="113" y="24"/>
                  <a:pt x="114" y="24"/>
                </a:cubicBezTo>
                <a:cubicBezTo>
                  <a:pt x="123" y="53"/>
                  <a:pt x="131" y="83"/>
                  <a:pt x="136" y="113"/>
                </a:cubicBezTo>
                <a:cubicBezTo>
                  <a:pt x="136" y="114"/>
                  <a:pt x="137" y="115"/>
                  <a:pt x="138" y="115"/>
                </a:cubicBezTo>
                <a:cubicBezTo>
                  <a:pt x="138" y="115"/>
                  <a:pt x="138" y="115"/>
                  <a:pt x="138" y="115"/>
                </a:cubicBezTo>
                <a:cubicBezTo>
                  <a:pt x="139" y="115"/>
                  <a:pt x="140" y="114"/>
                  <a:pt x="140" y="114"/>
                </a:cubicBezTo>
                <a:cubicBezTo>
                  <a:pt x="140" y="114"/>
                  <a:pt x="140" y="112"/>
                  <a:pt x="143" y="112"/>
                </a:cubicBezTo>
                <a:cubicBezTo>
                  <a:pt x="144" y="112"/>
                  <a:pt x="145" y="112"/>
                  <a:pt x="146" y="112"/>
                </a:cubicBezTo>
                <a:cubicBezTo>
                  <a:pt x="146" y="112"/>
                  <a:pt x="146" y="112"/>
                  <a:pt x="146" y="112"/>
                </a:cubicBezTo>
                <a:cubicBezTo>
                  <a:pt x="147" y="112"/>
                  <a:pt x="147" y="112"/>
                  <a:pt x="148" y="112"/>
                </a:cubicBezTo>
                <a:cubicBezTo>
                  <a:pt x="149" y="112"/>
                  <a:pt x="151" y="112"/>
                  <a:pt x="152" y="111"/>
                </a:cubicBezTo>
                <a:cubicBezTo>
                  <a:pt x="154" y="111"/>
                  <a:pt x="155" y="110"/>
                  <a:pt x="156" y="109"/>
                </a:cubicBezTo>
                <a:cubicBezTo>
                  <a:pt x="156" y="110"/>
                  <a:pt x="156" y="110"/>
                  <a:pt x="156" y="110"/>
                </a:cubicBezTo>
                <a:cubicBezTo>
                  <a:pt x="156" y="110"/>
                  <a:pt x="157" y="110"/>
                  <a:pt x="157" y="110"/>
                </a:cubicBezTo>
                <a:cubicBezTo>
                  <a:pt x="157" y="110"/>
                  <a:pt x="158" y="110"/>
                  <a:pt x="158" y="110"/>
                </a:cubicBezTo>
                <a:cubicBezTo>
                  <a:pt x="159" y="110"/>
                  <a:pt x="159" y="110"/>
                  <a:pt x="159" y="110"/>
                </a:cubicBezTo>
                <a:cubicBezTo>
                  <a:pt x="171" y="97"/>
                  <a:pt x="171" y="97"/>
                  <a:pt x="171" y="97"/>
                </a:cubicBezTo>
                <a:cubicBezTo>
                  <a:pt x="172" y="97"/>
                  <a:pt x="172" y="96"/>
                  <a:pt x="172" y="95"/>
                </a:cubicBezTo>
                <a:cubicBezTo>
                  <a:pt x="149" y="5"/>
                  <a:pt x="149" y="5"/>
                  <a:pt x="149" y="5"/>
                </a:cubicBezTo>
                <a:cubicBezTo>
                  <a:pt x="149" y="4"/>
                  <a:pt x="149" y="3"/>
                  <a:pt x="149" y="2"/>
                </a:cubicBezTo>
                <a:cubicBezTo>
                  <a:pt x="148" y="2"/>
                  <a:pt x="148" y="2"/>
                  <a:pt x="148" y="2"/>
                </a:cubicBezTo>
                <a:cubicBezTo>
                  <a:pt x="148" y="1"/>
                  <a:pt x="148" y="1"/>
                  <a:pt x="148" y="1"/>
                </a:cubicBezTo>
                <a:cubicBezTo>
                  <a:pt x="148" y="0"/>
                  <a:pt x="147" y="0"/>
                  <a:pt x="146"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4" name="Freeform 118">
            <a:extLst>
              <a:ext uri="{FF2B5EF4-FFF2-40B4-BE49-F238E27FC236}">
                <a16:creationId xmlns:a16="http://schemas.microsoft.com/office/drawing/2014/main" id="{1D614F9B-396F-4A81-8754-C705BFE2CECC}"/>
              </a:ext>
            </a:extLst>
          </p:cNvPr>
          <p:cNvSpPr>
            <a:spLocks noEditPoints="1"/>
          </p:cNvSpPr>
          <p:nvPr/>
        </p:nvSpPr>
        <p:spPr bwMode="auto">
          <a:xfrm>
            <a:off x="8916988" y="3957638"/>
            <a:ext cx="579438" cy="660400"/>
          </a:xfrm>
          <a:custGeom>
            <a:avLst/>
            <a:gdLst>
              <a:gd name="T0" fmla="*/ 67 w 162"/>
              <a:gd name="T1" fmla="*/ 167 h 184"/>
              <a:gd name="T2" fmla="*/ 54 w 162"/>
              <a:gd name="T3" fmla="*/ 151 h 184"/>
              <a:gd name="T4" fmla="*/ 85 w 162"/>
              <a:gd name="T5" fmla="*/ 165 h 184"/>
              <a:gd name="T6" fmla="*/ 96 w 162"/>
              <a:gd name="T7" fmla="*/ 155 h 184"/>
              <a:gd name="T8" fmla="*/ 104 w 162"/>
              <a:gd name="T9" fmla="*/ 134 h 184"/>
              <a:gd name="T10" fmla="*/ 112 w 162"/>
              <a:gd name="T11" fmla="*/ 149 h 184"/>
              <a:gd name="T12" fmla="*/ 105 w 162"/>
              <a:gd name="T13" fmla="*/ 129 h 184"/>
              <a:gd name="T14" fmla="*/ 91 w 162"/>
              <a:gd name="T15" fmla="*/ 156 h 184"/>
              <a:gd name="T16" fmla="*/ 113 w 162"/>
              <a:gd name="T17" fmla="*/ 153 h 184"/>
              <a:gd name="T18" fmla="*/ 105 w 162"/>
              <a:gd name="T19" fmla="*/ 129 h 184"/>
              <a:gd name="T20" fmla="*/ 141 w 162"/>
              <a:gd name="T21" fmla="*/ 137 h 184"/>
              <a:gd name="T22" fmla="*/ 136 w 162"/>
              <a:gd name="T23" fmla="*/ 118 h 184"/>
              <a:gd name="T24" fmla="*/ 123 w 162"/>
              <a:gd name="T25" fmla="*/ 146 h 184"/>
              <a:gd name="T26" fmla="*/ 146 w 162"/>
              <a:gd name="T27" fmla="*/ 139 h 184"/>
              <a:gd name="T28" fmla="*/ 48 w 162"/>
              <a:gd name="T29" fmla="*/ 124 h 184"/>
              <a:gd name="T30" fmla="*/ 54 w 162"/>
              <a:gd name="T31" fmla="*/ 138 h 184"/>
              <a:gd name="T32" fmla="*/ 43 w 162"/>
              <a:gd name="T33" fmla="*/ 124 h 184"/>
              <a:gd name="T34" fmla="*/ 72 w 162"/>
              <a:gd name="T35" fmla="*/ 137 h 184"/>
              <a:gd name="T36" fmla="*/ 85 w 162"/>
              <a:gd name="T37" fmla="*/ 126 h 184"/>
              <a:gd name="T38" fmla="*/ 93 w 162"/>
              <a:gd name="T39" fmla="*/ 107 h 184"/>
              <a:gd name="T40" fmla="*/ 90 w 162"/>
              <a:gd name="T41" fmla="*/ 103 h 184"/>
              <a:gd name="T42" fmla="*/ 84 w 162"/>
              <a:gd name="T43" fmla="*/ 131 h 184"/>
              <a:gd name="T44" fmla="*/ 104 w 162"/>
              <a:gd name="T45" fmla="*/ 121 h 184"/>
              <a:gd name="T46" fmla="*/ 148 w 162"/>
              <a:gd name="T47" fmla="*/ 103 h 184"/>
              <a:gd name="T48" fmla="*/ 109 w 162"/>
              <a:gd name="T49" fmla="*/ 100 h 184"/>
              <a:gd name="T50" fmla="*/ 125 w 162"/>
              <a:gd name="T51" fmla="*/ 89 h 184"/>
              <a:gd name="T52" fmla="*/ 114 w 162"/>
              <a:gd name="T53" fmla="*/ 119 h 184"/>
              <a:gd name="T54" fmla="*/ 136 w 162"/>
              <a:gd name="T55" fmla="*/ 109 h 184"/>
              <a:gd name="T56" fmla="*/ 53 w 162"/>
              <a:gd name="T57" fmla="*/ 91 h 184"/>
              <a:gd name="T58" fmla="*/ 54 w 162"/>
              <a:gd name="T59" fmla="*/ 86 h 184"/>
              <a:gd name="T60" fmla="*/ 40 w 162"/>
              <a:gd name="T61" fmla="*/ 115 h 184"/>
              <a:gd name="T62" fmla="*/ 64 w 162"/>
              <a:gd name="T63" fmla="*/ 107 h 184"/>
              <a:gd name="T64" fmla="*/ 68 w 162"/>
              <a:gd name="T65" fmla="*/ 84 h 184"/>
              <a:gd name="T66" fmla="*/ 73 w 162"/>
              <a:gd name="T67" fmla="*/ 99 h 184"/>
              <a:gd name="T68" fmla="*/ 63 w 162"/>
              <a:gd name="T69" fmla="*/ 84 h 184"/>
              <a:gd name="T70" fmla="*/ 93 w 162"/>
              <a:gd name="T71" fmla="*/ 96 h 184"/>
              <a:gd name="T72" fmla="*/ 83 w 162"/>
              <a:gd name="T73" fmla="*/ 74 h 184"/>
              <a:gd name="T74" fmla="*/ 103 w 162"/>
              <a:gd name="T75" fmla="*/ 88 h 184"/>
              <a:gd name="T76" fmla="*/ 93 w 162"/>
              <a:gd name="T77" fmla="*/ 72 h 184"/>
              <a:gd name="T78" fmla="*/ 103 w 162"/>
              <a:gd name="T79" fmla="*/ 92 h 184"/>
              <a:gd name="T80" fmla="*/ 114 w 162"/>
              <a:gd name="T81" fmla="*/ 61 h 184"/>
              <a:gd name="T82" fmla="*/ 97 w 162"/>
              <a:gd name="T83" fmla="*/ 43 h 184"/>
              <a:gd name="T84" fmla="*/ 24 w 162"/>
              <a:gd name="T85" fmla="*/ 50 h 184"/>
              <a:gd name="T86" fmla="*/ 33 w 162"/>
              <a:gd name="T87" fmla="*/ 73 h 184"/>
              <a:gd name="T88" fmla="*/ 95 w 162"/>
              <a:gd name="T89" fmla="*/ 26 h 184"/>
              <a:gd name="T90" fmla="*/ 1 w 162"/>
              <a:gd name="T91" fmla="*/ 42 h 184"/>
              <a:gd name="T92" fmla="*/ 57 w 162"/>
              <a:gd name="T93" fmla="*/ 184 h 184"/>
              <a:gd name="T94" fmla="*/ 153 w 162"/>
              <a:gd name="T95" fmla="*/ 117 h 184"/>
              <a:gd name="T96" fmla="*/ 156 w 162"/>
              <a:gd name="T97" fmla="*/ 141 h 184"/>
              <a:gd name="T98" fmla="*/ 47 w 162"/>
              <a:gd name="T99" fmla="*/ 157 h 184"/>
              <a:gd name="T100" fmla="*/ 146 w 162"/>
              <a:gd name="T101" fmla="*/ 9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2" h="184">
                <a:moveTo>
                  <a:pt x="67" y="167"/>
                </a:moveTo>
                <a:cubicBezTo>
                  <a:pt x="59" y="151"/>
                  <a:pt x="59" y="151"/>
                  <a:pt x="59" y="151"/>
                </a:cubicBezTo>
                <a:cubicBezTo>
                  <a:pt x="74" y="146"/>
                  <a:pt x="74" y="146"/>
                  <a:pt x="74" y="146"/>
                </a:cubicBezTo>
                <a:cubicBezTo>
                  <a:pt x="81" y="162"/>
                  <a:pt x="81" y="162"/>
                  <a:pt x="81" y="162"/>
                </a:cubicBezTo>
                <a:cubicBezTo>
                  <a:pt x="67" y="167"/>
                  <a:pt x="67" y="167"/>
                  <a:pt x="67" y="167"/>
                </a:cubicBezTo>
                <a:moveTo>
                  <a:pt x="76" y="141"/>
                </a:moveTo>
                <a:cubicBezTo>
                  <a:pt x="75" y="141"/>
                  <a:pt x="75" y="142"/>
                  <a:pt x="75" y="142"/>
                </a:cubicBezTo>
                <a:cubicBezTo>
                  <a:pt x="56" y="148"/>
                  <a:pt x="56" y="148"/>
                  <a:pt x="56" y="148"/>
                </a:cubicBezTo>
                <a:cubicBezTo>
                  <a:pt x="55" y="148"/>
                  <a:pt x="55" y="148"/>
                  <a:pt x="54" y="149"/>
                </a:cubicBezTo>
                <a:cubicBezTo>
                  <a:pt x="54" y="150"/>
                  <a:pt x="54" y="150"/>
                  <a:pt x="54" y="151"/>
                </a:cubicBezTo>
                <a:cubicBezTo>
                  <a:pt x="63" y="171"/>
                  <a:pt x="63" y="171"/>
                  <a:pt x="63" y="171"/>
                </a:cubicBezTo>
                <a:cubicBezTo>
                  <a:pt x="64" y="172"/>
                  <a:pt x="65" y="172"/>
                  <a:pt x="66" y="172"/>
                </a:cubicBezTo>
                <a:cubicBezTo>
                  <a:pt x="66" y="172"/>
                  <a:pt x="66" y="172"/>
                  <a:pt x="66" y="172"/>
                </a:cubicBezTo>
                <a:cubicBezTo>
                  <a:pt x="66" y="172"/>
                  <a:pt x="66" y="172"/>
                  <a:pt x="66" y="172"/>
                </a:cubicBezTo>
                <a:cubicBezTo>
                  <a:pt x="85" y="165"/>
                  <a:pt x="85" y="165"/>
                  <a:pt x="85" y="165"/>
                </a:cubicBezTo>
                <a:cubicBezTo>
                  <a:pt x="86" y="165"/>
                  <a:pt x="86" y="164"/>
                  <a:pt x="86" y="164"/>
                </a:cubicBezTo>
                <a:cubicBezTo>
                  <a:pt x="87" y="163"/>
                  <a:pt x="87" y="162"/>
                  <a:pt x="86" y="162"/>
                </a:cubicBezTo>
                <a:cubicBezTo>
                  <a:pt x="78" y="143"/>
                  <a:pt x="78" y="143"/>
                  <a:pt x="78" y="143"/>
                </a:cubicBezTo>
                <a:cubicBezTo>
                  <a:pt x="77" y="142"/>
                  <a:pt x="76" y="141"/>
                  <a:pt x="76" y="141"/>
                </a:cubicBezTo>
                <a:moveTo>
                  <a:pt x="96" y="155"/>
                </a:moveTo>
                <a:cubicBezTo>
                  <a:pt x="96" y="155"/>
                  <a:pt x="95" y="155"/>
                  <a:pt x="95" y="155"/>
                </a:cubicBezTo>
                <a:cubicBezTo>
                  <a:pt x="95" y="155"/>
                  <a:pt x="95" y="155"/>
                  <a:pt x="95" y="155"/>
                </a:cubicBezTo>
                <a:cubicBezTo>
                  <a:pt x="95" y="154"/>
                  <a:pt x="95" y="154"/>
                  <a:pt x="95" y="154"/>
                </a:cubicBezTo>
                <a:cubicBezTo>
                  <a:pt x="89" y="140"/>
                  <a:pt x="89" y="140"/>
                  <a:pt x="89" y="140"/>
                </a:cubicBezTo>
                <a:cubicBezTo>
                  <a:pt x="104" y="134"/>
                  <a:pt x="104" y="134"/>
                  <a:pt x="104" y="134"/>
                </a:cubicBezTo>
                <a:cubicBezTo>
                  <a:pt x="105" y="134"/>
                  <a:pt x="105" y="134"/>
                  <a:pt x="105" y="134"/>
                </a:cubicBezTo>
                <a:cubicBezTo>
                  <a:pt x="105" y="134"/>
                  <a:pt x="106" y="134"/>
                  <a:pt x="106" y="135"/>
                </a:cubicBezTo>
                <a:cubicBezTo>
                  <a:pt x="112" y="148"/>
                  <a:pt x="112" y="148"/>
                  <a:pt x="112" y="148"/>
                </a:cubicBezTo>
                <a:cubicBezTo>
                  <a:pt x="112" y="148"/>
                  <a:pt x="112" y="148"/>
                  <a:pt x="112" y="148"/>
                </a:cubicBezTo>
                <a:cubicBezTo>
                  <a:pt x="112" y="149"/>
                  <a:pt x="112" y="149"/>
                  <a:pt x="112" y="149"/>
                </a:cubicBezTo>
                <a:cubicBezTo>
                  <a:pt x="97" y="154"/>
                  <a:pt x="97" y="154"/>
                  <a:pt x="97" y="154"/>
                </a:cubicBezTo>
                <a:cubicBezTo>
                  <a:pt x="98" y="157"/>
                  <a:pt x="98" y="157"/>
                  <a:pt x="98" y="157"/>
                </a:cubicBezTo>
                <a:cubicBezTo>
                  <a:pt x="97" y="154"/>
                  <a:pt x="97" y="154"/>
                  <a:pt x="97" y="154"/>
                </a:cubicBezTo>
                <a:cubicBezTo>
                  <a:pt x="96" y="155"/>
                  <a:pt x="96" y="155"/>
                  <a:pt x="96" y="155"/>
                </a:cubicBezTo>
                <a:moveTo>
                  <a:pt x="105" y="129"/>
                </a:moveTo>
                <a:cubicBezTo>
                  <a:pt x="104" y="129"/>
                  <a:pt x="103" y="130"/>
                  <a:pt x="102" y="130"/>
                </a:cubicBezTo>
                <a:cubicBezTo>
                  <a:pt x="85" y="136"/>
                  <a:pt x="85" y="136"/>
                  <a:pt x="85" y="136"/>
                </a:cubicBezTo>
                <a:cubicBezTo>
                  <a:pt x="85" y="136"/>
                  <a:pt x="84" y="137"/>
                  <a:pt x="84" y="137"/>
                </a:cubicBezTo>
                <a:cubicBezTo>
                  <a:pt x="84" y="138"/>
                  <a:pt x="84" y="138"/>
                  <a:pt x="84" y="139"/>
                </a:cubicBezTo>
                <a:cubicBezTo>
                  <a:pt x="91" y="156"/>
                  <a:pt x="91" y="156"/>
                  <a:pt x="91" y="156"/>
                </a:cubicBezTo>
                <a:cubicBezTo>
                  <a:pt x="91" y="156"/>
                  <a:pt x="92" y="158"/>
                  <a:pt x="93" y="159"/>
                </a:cubicBezTo>
                <a:cubicBezTo>
                  <a:pt x="94" y="159"/>
                  <a:pt x="95" y="159"/>
                  <a:pt x="96" y="159"/>
                </a:cubicBezTo>
                <a:cubicBezTo>
                  <a:pt x="97" y="159"/>
                  <a:pt x="98" y="159"/>
                  <a:pt x="99" y="159"/>
                </a:cubicBezTo>
                <a:cubicBezTo>
                  <a:pt x="99" y="159"/>
                  <a:pt x="99" y="159"/>
                  <a:pt x="99" y="159"/>
                </a:cubicBezTo>
                <a:cubicBezTo>
                  <a:pt x="113" y="153"/>
                  <a:pt x="113" y="153"/>
                  <a:pt x="113" y="153"/>
                </a:cubicBezTo>
                <a:cubicBezTo>
                  <a:pt x="114" y="153"/>
                  <a:pt x="116" y="152"/>
                  <a:pt x="116" y="150"/>
                </a:cubicBezTo>
                <a:cubicBezTo>
                  <a:pt x="117" y="148"/>
                  <a:pt x="116" y="147"/>
                  <a:pt x="116" y="146"/>
                </a:cubicBezTo>
                <a:cubicBezTo>
                  <a:pt x="110" y="134"/>
                  <a:pt x="110" y="134"/>
                  <a:pt x="110" y="134"/>
                </a:cubicBezTo>
                <a:cubicBezTo>
                  <a:pt x="110" y="132"/>
                  <a:pt x="109" y="130"/>
                  <a:pt x="106" y="130"/>
                </a:cubicBezTo>
                <a:cubicBezTo>
                  <a:pt x="106" y="129"/>
                  <a:pt x="106" y="129"/>
                  <a:pt x="105" y="129"/>
                </a:cubicBezTo>
                <a:moveTo>
                  <a:pt x="125" y="142"/>
                </a:moveTo>
                <a:cubicBezTo>
                  <a:pt x="125" y="141"/>
                  <a:pt x="125" y="141"/>
                  <a:pt x="125" y="141"/>
                </a:cubicBezTo>
                <a:cubicBezTo>
                  <a:pt x="120" y="128"/>
                  <a:pt x="120" y="128"/>
                  <a:pt x="120" y="128"/>
                </a:cubicBezTo>
                <a:cubicBezTo>
                  <a:pt x="136" y="123"/>
                  <a:pt x="136" y="123"/>
                  <a:pt x="136" y="123"/>
                </a:cubicBezTo>
                <a:cubicBezTo>
                  <a:pt x="141" y="137"/>
                  <a:pt x="141" y="137"/>
                  <a:pt x="141" y="137"/>
                </a:cubicBezTo>
                <a:cubicBezTo>
                  <a:pt x="126" y="142"/>
                  <a:pt x="126" y="142"/>
                  <a:pt x="126" y="142"/>
                </a:cubicBezTo>
                <a:cubicBezTo>
                  <a:pt x="125" y="142"/>
                  <a:pt x="125" y="142"/>
                  <a:pt x="125" y="142"/>
                </a:cubicBezTo>
                <a:cubicBezTo>
                  <a:pt x="125" y="142"/>
                  <a:pt x="125" y="142"/>
                  <a:pt x="125" y="142"/>
                </a:cubicBezTo>
                <a:moveTo>
                  <a:pt x="137" y="118"/>
                </a:moveTo>
                <a:cubicBezTo>
                  <a:pt x="137" y="118"/>
                  <a:pt x="136" y="118"/>
                  <a:pt x="136" y="118"/>
                </a:cubicBezTo>
                <a:cubicBezTo>
                  <a:pt x="117" y="125"/>
                  <a:pt x="117" y="125"/>
                  <a:pt x="117" y="125"/>
                </a:cubicBezTo>
                <a:cubicBezTo>
                  <a:pt x="117" y="125"/>
                  <a:pt x="117" y="125"/>
                  <a:pt x="117" y="125"/>
                </a:cubicBezTo>
                <a:cubicBezTo>
                  <a:pt x="115" y="125"/>
                  <a:pt x="115" y="126"/>
                  <a:pt x="115" y="128"/>
                </a:cubicBezTo>
                <a:cubicBezTo>
                  <a:pt x="121" y="143"/>
                  <a:pt x="121" y="143"/>
                  <a:pt x="121" y="143"/>
                </a:cubicBezTo>
                <a:cubicBezTo>
                  <a:pt x="121" y="144"/>
                  <a:pt x="122" y="146"/>
                  <a:pt x="123" y="146"/>
                </a:cubicBezTo>
                <a:cubicBezTo>
                  <a:pt x="124" y="146"/>
                  <a:pt x="124" y="146"/>
                  <a:pt x="125" y="146"/>
                </a:cubicBezTo>
                <a:cubicBezTo>
                  <a:pt x="126" y="146"/>
                  <a:pt x="126" y="146"/>
                  <a:pt x="127" y="146"/>
                </a:cubicBezTo>
                <a:cubicBezTo>
                  <a:pt x="145" y="140"/>
                  <a:pt x="145" y="140"/>
                  <a:pt x="145" y="140"/>
                </a:cubicBezTo>
                <a:cubicBezTo>
                  <a:pt x="145" y="140"/>
                  <a:pt x="145" y="140"/>
                  <a:pt x="145" y="140"/>
                </a:cubicBezTo>
                <a:cubicBezTo>
                  <a:pt x="146" y="140"/>
                  <a:pt x="146" y="139"/>
                  <a:pt x="146" y="139"/>
                </a:cubicBezTo>
                <a:cubicBezTo>
                  <a:pt x="147" y="138"/>
                  <a:pt x="147" y="138"/>
                  <a:pt x="146" y="137"/>
                </a:cubicBezTo>
                <a:cubicBezTo>
                  <a:pt x="139" y="119"/>
                  <a:pt x="139" y="119"/>
                  <a:pt x="139" y="119"/>
                </a:cubicBezTo>
                <a:cubicBezTo>
                  <a:pt x="139" y="118"/>
                  <a:pt x="138" y="118"/>
                  <a:pt x="137" y="118"/>
                </a:cubicBezTo>
                <a:moveTo>
                  <a:pt x="54" y="138"/>
                </a:moveTo>
                <a:cubicBezTo>
                  <a:pt x="48" y="124"/>
                  <a:pt x="48" y="124"/>
                  <a:pt x="48" y="124"/>
                </a:cubicBezTo>
                <a:cubicBezTo>
                  <a:pt x="64" y="118"/>
                  <a:pt x="64" y="118"/>
                  <a:pt x="64" y="118"/>
                </a:cubicBezTo>
                <a:cubicBezTo>
                  <a:pt x="70" y="131"/>
                  <a:pt x="70" y="131"/>
                  <a:pt x="70" y="131"/>
                </a:cubicBezTo>
                <a:cubicBezTo>
                  <a:pt x="71" y="132"/>
                  <a:pt x="71" y="133"/>
                  <a:pt x="71" y="133"/>
                </a:cubicBezTo>
                <a:cubicBezTo>
                  <a:pt x="71" y="133"/>
                  <a:pt x="70" y="133"/>
                  <a:pt x="70" y="133"/>
                </a:cubicBezTo>
                <a:cubicBezTo>
                  <a:pt x="54" y="138"/>
                  <a:pt x="54" y="138"/>
                  <a:pt x="54" y="138"/>
                </a:cubicBezTo>
                <a:moveTo>
                  <a:pt x="65" y="113"/>
                </a:moveTo>
                <a:cubicBezTo>
                  <a:pt x="65" y="113"/>
                  <a:pt x="65" y="113"/>
                  <a:pt x="65" y="114"/>
                </a:cubicBezTo>
                <a:cubicBezTo>
                  <a:pt x="44" y="121"/>
                  <a:pt x="44" y="121"/>
                  <a:pt x="44" y="121"/>
                </a:cubicBezTo>
                <a:cubicBezTo>
                  <a:pt x="43" y="121"/>
                  <a:pt x="43" y="122"/>
                  <a:pt x="43" y="122"/>
                </a:cubicBezTo>
                <a:cubicBezTo>
                  <a:pt x="42" y="123"/>
                  <a:pt x="42" y="124"/>
                  <a:pt x="43" y="124"/>
                </a:cubicBezTo>
                <a:cubicBezTo>
                  <a:pt x="51" y="142"/>
                  <a:pt x="51" y="142"/>
                  <a:pt x="51" y="142"/>
                </a:cubicBezTo>
                <a:cubicBezTo>
                  <a:pt x="52" y="142"/>
                  <a:pt x="52" y="143"/>
                  <a:pt x="53" y="143"/>
                </a:cubicBezTo>
                <a:cubicBezTo>
                  <a:pt x="53" y="143"/>
                  <a:pt x="54" y="143"/>
                  <a:pt x="54" y="143"/>
                </a:cubicBezTo>
                <a:cubicBezTo>
                  <a:pt x="71" y="137"/>
                  <a:pt x="71" y="137"/>
                  <a:pt x="71" y="137"/>
                </a:cubicBezTo>
                <a:cubicBezTo>
                  <a:pt x="72" y="137"/>
                  <a:pt x="72" y="137"/>
                  <a:pt x="72" y="137"/>
                </a:cubicBezTo>
                <a:cubicBezTo>
                  <a:pt x="72" y="137"/>
                  <a:pt x="73" y="136"/>
                  <a:pt x="74" y="136"/>
                </a:cubicBezTo>
                <a:cubicBezTo>
                  <a:pt x="76" y="133"/>
                  <a:pt x="74" y="130"/>
                  <a:pt x="74" y="129"/>
                </a:cubicBezTo>
                <a:cubicBezTo>
                  <a:pt x="67" y="115"/>
                  <a:pt x="67" y="115"/>
                  <a:pt x="67" y="115"/>
                </a:cubicBezTo>
                <a:cubicBezTo>
                  <a:pt x="67" y="114"/>
                  <a:pt x="66" y="113"/>
                  <a:pt x="65" y="113"/>
                </a:cubicBezTo>
                <a:moveTo>
                  <a:pt x="85" y="126"/>
                </a:moveTo>
                <a:cubicBezTo>
                  <a:pt x="78" y="113"/>
                  <a:pt x="78" y="113"/>
                  <a:pt x="78" y="113"/>
                </a:cubicBezTo>
                <a:cubicBezTo>
                  <a:pt x="78" y="113"/>
                  <a:pt x="78" y="113"/>
                  <a:pt x="78" y="113"/>
                </a:cubicBezTo>
                <a:cubicBezTo>
                  <a:pt x="91" y="107"/>
                  <a:pt x="91" y="107"/>
                  <a:pt x="91" y="107"/>
                </a:cubicBezTo>
                <a:cubicBezTo>
                  <a:pt x="92" y="107"/>
                  <a:pt x="92" y="107"/>
                  <a:pt x="93" y="107"/>
                </a:cubicBezTo>
                <a:cubicBezTo>
                  <a:pt x="93" y="107"/>
                  <a:pt x="93" y="107"/>
                  <a:pt x="93" y="107"/>
                </a:cubicBezTo>
                <a:cubicBezTo>
                  <a:pt x="94" y="107"/>
                  <a:pt x="94" y="108"/>
                  <a:pt x="94" y="109"/>
                </a:cubicBezTo>
                <a:cubicBezTo>
                  <a:pt x="99" y="121"/>
                  <a:pt x="99" y="121"/>
                  <a:pt x="99" y="121"/>
                </a:cubicBezTo>
                <a:cubicBezTo>
                  <a:pt x="85" y="126"/>
                  <a:pt x="85" y="126"/>
                  <a:pt x="85" y="126"/>
                </a:cubicBezTo>
                <a:moveTo>
                  <a:pt x="93" y="103"/>
                </a:moveTo>
                <a:cubicBezTo>
                  <a:pt x="92" y="103"/>
                  <a:pt x="91" y="103"/>
                  <a:pt x="90" y="103"/>
                </a:cubicBezTo>
                <a:cubicBezTo>
                  <a:pt x="76" y="109"/>
                  <a:pt x="76" y="109"/>
                  <a:pt x="76" y="109"/>
                </a:cubicBezTo>
                <a:cubicBezTo>
                  <a:pt x="76" y="109"/>
                  <a:pt x="75" y="109"/>
                  <a:pt x="74" y="110"/>
                </a:cubicBezTo>
                <a:cubicBezTo>
                  <a:pt x="73" y="111"/>
                  <a:pt x="73" y="113"/>
                  <a:pt x="74" y="115"/>
                </a:cubicBezTo>
                <a:cubicBezTo>
                  <a:pt x="82" y="130"/>
                  <a:pt x="82" y="130"/>
                  <a:pt x="82" y="130"/>
                </a:cubicBezTo>
                <a:cubicBezTo>
                  <a:pt x="82" y="131"/>
                  <a:pt x="83" y="131"/>
                  <a:pt x="84" y="131"/>
                </a:cubicBezTo>
                <a:cubicBezTo>
                  <a:pt x="84" y="131"/>
                  <a:pt x="84" y="131"/>
                  <a:pt x="84" y="131"/>
                </a:cubicBezTo>
                <a:cubicBezTo>
                  <a:pt x="103" y="124"/>
                  <a:pt x="103" y="124"/>
                  <a:pt x="103" y="124"/>
                </a:cubicBezTo>
                <a:cubicBezTo>
                  <a:pt x="103" y="124"/>
                  <a:pt x="103" y="124"/>
                  <a:pt x="103" y="124"/>
                </a:cubicBezTo>
                <a:cubicBezTo>
                  <a:pt x="104" y="124"/>
                  <a:pt x="104" y="123"/>
                  <a:pt x="104" y="123"/>
                </a:cubicBezTo>
                <a:cubicBezTo>
                  <a:pt x="105" y="122"/>
                  <a:pt x="105" y="122"/>
                  <a:pt x="104" y="121"/>
                </a:cubicBezTo>
                <a:cubicBezTo>
                  <a:pt x="98" y="107"/>
                  <a:pt x="98" y="107"/>
                  <a:pt x="98" y="107"/>
                </a:cubicBezTo>
                <a:cubicBezTo>
                  <a:pt x="98" y="106"/>
                  <a:pt x="97" y="104"/>
                  <a:pt x="95" y="103"/>
                </a:cubicBezTo>
                <a:cubicBezTo>
                  <a:pt x="94" y="103"/>
                  <a:pt x="93" y="103"/>
                  <a:pt x="93" y="103"/>
                </a:cubicBezTo>
                <a:moveTo>
                  <a:pt x="148" y="102"/>
                </a:moveTo>
                <a:cubicBezTo>
                  <a:pt x="148" y="103"/>
                  <a:pt x="148" y="103"/>
                  <a:pt x="148" y="103"/>
                </a:cubicBezTo>
                <a:cubicBezTo>
                  <a:pt x="147" y="105"/>
                  <a:pt x="146" y="108"/>
                  <a:pt x="147" y="109"/>
                </a:cubicBezTo>
                <a:cubicBezTo>
                  <a:pt x="148" y="111"/>
                  <a:pt x="150" y="112"/>
                  <a:pt x="152" y="113"/>
                </a:cubicBezTo>
                <a:cubicBezTo>
                  <a:pt x="148" y="102"/>
                  <a:pt x="148" y="102"/>
                  <a:pt x="148" y="102"/>
                </a:cubicBezTo>
                <a:moveTo>
                  <a:pt x="115" y="114"/>
                </a:moveTo>
                <a:cubicBezTo>
                  <a:pt x="112" y="110"/>
                  <a:pt x="110" y="105"/>
                  <a:pt x="109" y="100"/>
                </a:cubicBezTo>
                <a:cubicBezTo>
                  <a:pt x="125" y="94"/>
                  <a:pt x="125" y="94"/>
                  <a:pt x="125" y="94"/>
                </a:cubicBezTo>
                <a:cubicBezTo>
                  <a:pt x="131" y="108"/>
                  <a:pt x="131" y="108"/>
                  <a:pt x="131" y="108"/>
                </a:cubicBezTo>
                <a:cubicBezTo>
                  <a:pt x="115" y="114"/>
                  <a:pt x="115" y="114"/>
                  <a:pt x="115" y="114"/>
                </a:cubicBezTo>
                <a:moveTo>
                  <a:pt x="126" y="89"/>
                </a:moveTo>
                <a:cubicBezTo>
                  <a:pt x="126" y="89"/>
                  <a:pt x="125" y="89"/>
                  <a:pt x="125" y="89"/>
                </a:cubicBezTo>
                <a:cubicBezTo>
                  <a:pt x="106" y="96"/>
                  <a:pt x="106" y="96"/>
                  <a:pt x="106" y="96"/>
                </a:cubicBezTo>
                <a:cubicBezTo>
                  <a:pt x="105" y="96"/>
                  <a:pt x="104" y="98"/>
                  <a:pt x="104" y="99"/>
                </a:cubicBezTo>
                <a:cubicBezTo>
                  <a:pt x="106" y="106"/>
                  <a:pt x="108" y="112"/>
                  <a:pt x="112" y="118"/>
                </a:cubicBezTo>
                <a:cubicBezTo>
                  <a:pt x="112" y="119"/>
                  <a:pt x="113" y="119"/>
                  <a:pt x="114" y="119"/>
                </a:cubicBezTo>
                <a:cubicBezTo>
                  <a:pt x="114" y="119"/>
                  <a:pt x="114" y="119"/>
                  <a:pt x="114" y="119"/>
                </a:cubicBezTo>
                <a:cubicBezTo>
                  <a:pt x="134" y="112"/>
                  <a:pt x="134" y="112"/>
                  <a:pt x="134" y="112"/>
                </a:cubicBezTo>
                <a:cubicBezTo>
                  <a:pt x="134" y="112"/>
                  <a:pt x="134" y="112"/>
                  <a:pt x="134" y="112"/>
                </a:cubicBezTo>
                <a:cubicBezTo>
                  <a:pt x="135" y="112"/>
                  <a:pt x="135" y="112"/>
                  <a:pt x="135" y="112"/>
                </a:cubicBezTo>
                <a:cubicBezTo>
                  <a:pt x="135" y="112"/>
                  <a:pt x="136" y="111"/>
                  <a:pt x="136" y="111"/>
                </a:cubicBezTo>
                <a:cubicBezTo>
                  <a:pt x="136" y="110"/>
                  <a:pt x="136" y="109"/>
                  <a:pt x="136" y="109"/>
                </a:cubicBezTo>
                <a:cubicBezTo>
                  <a:pt x="128" y="90"/>
                  <a:pt x="128" y="90"/>
                  <a:pt x="128" y="90"/>
                </a:cubicBezTo>
                <a:cubicBezTo>
                  <a:pt x="127" y="89"/>
                  <a:pt x="127" y="89"/>
                  <a:pt x="126" y="89"/>
                </a:cubicBezTo>
                <a:moveTo>
                  <a:pt x="43" y="111"/>
                </a:moveTo>
                <a:cubicBezTo>
                  <a:pt x="37" y="96"/>
                  <a:pt x="37" y="96"/>
                  <a:pt x="37" y="96"/>
                </a:cubicBezTo>
                <a:cubicBezTo>
                  <a:pt x="53" y="91"/>
                  <a:pt x="53" y="91"/>
                  <a:pt x="53" y="91"/>
                </a:cubicBezTo>
                <a:cubicBezTo>
                  <a:pt x="59" y="104"/>
                  <a:pt x="59" y="104"/>
                  <a:pt x="59" y="104"/>
                </a:cubicBezTo>
                <a:cubicBezTo>
                  <a:pt x="60" y="105"/>
                  <a:pt x="60" y="105"/>
                  <a:pt x="60" y="105"/>
                </a:cubicBezTo>
                <a:cubicBezTo>
                  <a:pt x="59" y="105"/>
                  <a:pt x="59" y="105"/>
                  <a:pt x="59" y="105"/>
                </a:cubicBezTo>
                <a:cubicBezTo>
                  <a:pt x="43" y="111"/>
                  <a:pt x="43" y="111"/>
                  <a:pt x="43" y="111"/>
                </a:cubicBezTo>
                <a:moveTo>
                  <a:pt x="54" y="86"/>
                </a:moveTo>
                <a:cubicBezTo>
                  <a:pt x="54" y="86"/>
                  <a:pt x="54" y="86"/>
                  <a:pt x="53" y="86"/>
                </a:cubicBezTo>
                <a:cubicBezTo>
                  <a:pt x="34" y="92"/>
                  <a:pt x="34" y="92"/>
                  <a:pt x="34" y="92"/>
                </a:cubicBezTo>
                <a:cubicBezTo>
                  <a:pt x="33" y="93"/>
                  <a:pt x="33" y="93"/>
                  <a:pt x="32" y="94"/>
                </a:cubicBezTo>
                <a:cubicBezTo>
                  <a:pt x="32" y="94"/>
                  <a:pt x="32" y="95"/>
                  <a:pt x="32" y="95"/>
                </a:cubicBezTo>
                <a:cubicBezTo>
                  <a:pt x="40" y="115"/>
                  <a:pt x="40" y="115"/>
                  <a:pt x="40" y="115"/>
                </a:cubicBezTo>
                <a:cubicBezTo>
                  <a:pt x="40" y="116"/>
                  <a:pt x="41" y="116"/>
                  <a:pt x="42" y="116"/>
                </a:cubicBezTo>
                <a:cubicBezTo>
                  <a:pt x="42" y="116"/>
                  <a:pt x="43" y="116"/>
                  <a:pt x="43" y="116"/>
                </a:cubicBezTo>
                <a:cubicBezTo>
                  <a:pt x="43" y="116"/>
                  <a:pt x="43" y="116"/>
                  <a:pt x="43" y="116"/>
                </a:cubicBezTo>
                <a:cubicBezTo>
                  <a:pt x="61" y="109"/>
                  <a:pt x="61" y="109"/>
                  <a:pt x="61" y="109"/>
                </a:cubicBezTo>
                <a:cubicBezTo>
                  <a:pt x="62" y="109"/>
                  <a:pt x="63" y="108"/>
                  <a:pt x="64" y="107"/>
                </a:cubicBezTo>
                <a:cubicBezTo>
                  <a:pt x="65" y="105"/>
                  <a:pt x="64" y="103"/>
                  <a:pt x="63" y="103"/>
                </a:cubicBezTo>
                <a:cubicBezTo>
                  <a:pt x="56" y="87"/>
                  <a:pt x="56" y="87"/>
                  <a:pt x="56" y="87"/>
                </a:cubicBezTo>
                <a:cubicBezTo>
                  <a:pt x="56" y="86"/>
                  <a:pt x="55" y="86"/>
                  <a:pt x="54" y="86"/>
                </a:cubicBezTo>
                <a:moveTo>
                  <a:pt x="73" y="99"/>
                </a:moveTo>
                <a:cubicBezTo>
                  <a:pt x="68" y="84"/>
                  <a:pt x="68" y="84"/>
                  <a:pt x="68" y="84"/>
                </a:cubicBezTo>
                <a:cubicBezTo>
                  <a:pt x="83" y="79"/>
                  <a:pt x="83" y="79"/>
                  <a:pt x="83" y="79"/>
                </a:cubicBezTo>
                <a:cubicBezTo>
                  <a:pt x="83" y="79"/>
                  <a:pt x="83" y="79"/>
                  <a:pt x="83" y="79"/>
                </a:cubicBezTo>
                <a:cubicBezTo>
                  <a:pt x="84" y="79"/>
                  <a:pt x="84" y="79"/>
                  <a:pt x="84" y="79"/>
                </a:cubicBezTo>
                <a:cubicBezTo>
                  <a:pt x="89" y="93"/>
                  <a:pt x="89" y="93"/>
                  <a:pt x="89" y="93"/>
                </a:cubicBezTo>
                <a:cubicBezTo>
                  <a:pt x="73" y="99"/>
                  <a:pt x="73" y="99"/>
                  <a:pt x="73" y="99"/>
                </a:cubicBezTo>
                <a:moveTo>
                  <a:pt x="83" y="74"/>
                </a:moveTo>
                <a:cubicBezTo>
                  <a:pt x="82" y="74"/>
                  <a:pt x="82" y="75"/>
                  <a:pt x="81" y="75"/>
                </a:cubicBezTo>
                <a:cubicBezTo>
                  <a:pt x="64" y="81"/>
                  <a:pt x="64" y="81"/>
                  <a:pt x="64" y="81"/>
                </a:cubicBezTo>
                <a:cubicBezTo>
                  <a:pt x="63" y="81"/>
                  <a:pt x="63" y="81"/>
                  <a:pt x="63" y="82"/>
                </a:cubicBezTo>
                <a:cubicBezTo>
                  <a:pt x="62" y="83"/>
                  <a:pt x="62" y="83"/>
                  <a:pt x="63" y="84"/>
                </a:cubicBezTo>
                <a:cubicBezTo>
                  <a:pt x="70" y="102"/>
                  <a:pt x="70" y="102"/>
                  <a:pt x="70" y="102"/>
                </a:cubicBezTo>
                <a:cubicBezTo>
                  <a:pt x="70" y="103"/>
                  <a:pt x="71" y="104"/>
                  <a:pt x="72" y="104"/>
                </a:cubicBezTo>
                <a:cubicBezTo>
                  <a:pt x="72" y="104"/>
                  <a:pt x="73" y="104"/>
                  <a:pt x="73" y="104"/>
                </a:cubicBezTo>
                <a:cubicBezTo>
                  <a:pt x="93" y="96"/>
                  <a:pt x="93" y="96"/>
                  <a:pt x="93" y="96"/>
                </a:cubicBezTo>
                <a:cubicBezTo>
                  <a:pt x="93" y="96"/>
                  <a:pt x="93" y="96"/>
                  <a:pt x="93" y="96"/>
                </a:cubicBezTo>
                <a:cubicBezTo>
                  <a:pt x="93" y="96"/>
                  <a:pt x="94" y="96"/>
                  <a:pt x="94" y="95"/>
                </a:cubicBezTo>
                <a:cubicBezTo>
                  <a:pt x="94" y="95"/>
                  <a:pt x="94" y="94"/>
                  <a:pt x="94" y="94"/>
                </a:cubicBezTo>
                <a:cubicBezTo>
                  <a:pt x="88" y="78"/>
                  <a:pt x="88" y="78"/>
                  <a:pt x="88" y="78"/>
                </a:cubicBezTo>
                <a:cubicBezTo>
                  <a:pt x="87" y="77"/>
                  <a:pt x="87" y="75"/>
                  <a:pt x="85" y="75"/>
                </a:cubicBezTo>
                <a:cubicBezTo>
                  <a:pt x="85" y="74"/>
                  <a:pt x="84" y="74"/>
                  <a:pt x="83" y="74"/>
                </a:cubicBezTo>
                <a:moveTo>
                  <a:pt x="103" y="88"/>
                </a:moveTo>
                <a:cubicBezTo>
                  <a:pt x="98" y="73"/>
                  <a:pt x="98" y="73"/>
                  <a:pt x="98" y="73"/>
                </a:cubicBezTo>
                <a:cubicBezTo>
                  <a:pt x="113" y="67"/>
                  <a:pt x="113" y="67"/>
                  <a:pt x="113" y="67"/>
                </a:cubicBezTo>
                <a:cubicBezTo>
                  <a:pt x="120" y="81"/>
                  <a:pt x="120" y="81"/>
                  <a:pt x="120" y="81"/>
                </a:cubicBezTo>
                <a:cubicBezTo>
                  <a:pt x="103" y="88"/>
                  <a:pt x="103" y="88"/>
                  <a:pt x="103" y="88"/>
                </a:cubicBezTo>
                <a:moveTo>
                  <a:pt x="114" y="61"/>
                </a:moveTo>
                <a:cubicBezTo>
                  <a:pt x="114" y="61"/>
                  <a:pt x="113" y="62"/>
                  <a:pt x="113" y="62"/>
                </a:cubicBezTo>
                <a:cubicBezTo>
                  <a:pt x="113" y="62"/>
                  <a:pt x="113" y="62"/>
                  <a:pt x="113" y="62"/>
                </a:cubicBezTo>
                <a:cubicBezTo>
                  <a:pt x="94" y="69"/>
                  <a:pt x="94" y="69"/>
                  <a:pt x="94" y="69"/>
                </a:cubicBezTo>
                <a:cubicBezTo>
                  <a:pt x="93" y="70"/>
                  <a:pt x="92" y="71"/>
                  <a:pt x="93" y="72"/>
                </a:cubicBezTo>
                <a:cubicBezTo>
                  <a:pt x="100" y="91"/>
                  <a:pt x="100" y="91"/>
                  <a:pt x="100" y="91"/>
                </a:cubicBezTo>
                <a:cubicBezTo>
                  <a:pt x="100" y="92"/>
                  <a:pt x="101" y="92"/>
                  <a:pt x="101" y="92"/>
                </a:cubicBezTo>
                <a:cubicBezTo>
                  <a:pt x="102" y="92"/>
                  <a:pt x="102" y="93"/>
                  <a:pt x="102" y="93"/>
                </a:cubicBezTo>
                <a:cubicBezTo>
                  <a:pt x="103" y="93"/>
                  <a:pt x="103" y="92"/>
                  <a:pt x="103" y="92"/>
                </a:cubicBezTo>
                <a:cubicBezTo>
                  <a:pt x="103" y="92"/>
                  <a:pt x="103" y="92"/>
                  <a:pt x="103" y="92"/>
                </a:cubicBezTo>
                <a:cubicBezTo>
                  <a:pt x="123" y="84"/>
                  <a:pt x="123" y="84"/>
                  <a:pt x="123" y="84"/>
                </a:cubicBezTo>
                <a:cubicBezTo>
                  <a:pt x="124" y="84"/>
                  <a:pt x="124" y="83"/>
                  <a:pt x="125" y="83"/>
                </a:cubicBezTo>
                <a:cubicBezTo>
                  <a:pt x="125" y="82"/>
                  <a:pt x="125" y="82"/>
                  <a:pt x="125" y="81"/>
                </a:cubicBezTo>
                <a:cubicBezTo>
                  <a:pt x="116" y="63"/>
                  <a:pt x="116" y="63"/>
                  <a:pt x="116" y="63"/>
                </a:cubicBezTo>
                <a:cubicBezTo>
                  <a:pt x="116" y="62"/>
                  <a:pt x="115" y="61"/>
                  <a:pt x="114" y="61"/>
                </a:cubicBezTo>
                <a:moveTo>
                  <a:pt x="34" y="68"/>
                </a:moveTo>
                <a:cubicBezTo>
                  <a:pt x="27" y="54"/>
                  <a:pt x="27" y="54"/>
                  <a:pt x="27" y="54"/>
                </a:cubicBezTo>
                <a:cubicBezTo>
                  <a:pt x="92" y="30"/>
                  <a:pt x="92" y="30"/>
                  <a:pt x="92" y="30"/>
                </a:cubicBezTo>
                <a:cubicBezTo>
                  <a:pt x="97" y="41"/>
                  <a:pt x="97" y="41"/>
                  <a:pt x="97" y="41"/>
                </a:cubicBezTo>
                <a:cubicBezTo>
                  <a:pt x="97" y="41"/>
                  <a:pt x="97" y="43"/>
                  <a:pt x="97" y="43"/>
                </a:cubicBezTo>
                <a:cubicBezTo>
                  <a:pt x="97" y="44"/>
                  <a:pt x="96" y="44"/>
                  <a:pt x="95" y="44"/>
                </a:cubicBezTo>
                <a:cubicBezTo>
                  <a:pt x="34" y="68"/>
                  <a:pt x="34" y="68"/>
                  <a:pt x="34" y="68"/>
                </a:cubicBezTo>
                <a:moveTo>
                  <a:pt x="93" y="25"/>
                </a:moveTo>
                <a:cubicBezTo>
                  <a:pt x="92" y="25"/>
                  <a:pt x="92" y="25"/>
                  <a:pt x="92" y="25"/>
                </a:cubicBezTo>
                <a:cubicBezTo>
                  <a:pt x="24" y="50"/>
                  <a:pt x="24" y="50"/>
                  <a:pt x="24" y="50"/>
                </a:cubicBezTo>
                <a:cubicBezTo>
                  <a:pt x="23" y="50"/>
                  <a:pt x="23" y="51"/>
                  <a:pt x="22" y="52"/>
                </a:cubicBezTo>
                <a:cubicBezTo>
                  <a:pt x="22" y="52"/>
                  <a:pt x="22" y="53"/>
                  <a:pt x="22" y="53"/>
                </a:cubicBezTo>
                <a:cubicBezTo>
                  <a:pt x="30" y="72"/>
                  <a:pt x="30" y="72"/>
                  <a:pt x="30" y="72"/>
                </a:cubicBezTo>
                <a:cubicBezTo>
                  <a:pt x="31" y="73"/>
                  <a:pt x="32" y="73"/>
                  <a:pt x="33" y="73"/>
                </a:cubicBezTo>
                <a:cubicBezTo>
                  <a:pt x="33" y="73"/>
                  <a:pt x="33" y="73"/>
                  <a:pt x="33" y="73"/>
                </a:cubicBezTo>
                <a:cubicBezTo>
                  <a:pt x="33" y="73"/>
                  <a:pt x="33" y="73"/>
                  <a:pt x="33" y="73"/>
                </a:cubicBezTo>
                <a:cubicBezTo>
                  <a:pt x="97" y="49"/>
                  <a:pt x="97" y="49"/>
                  <a:pt x="97" y="49"/>
                </a:cubicBezTo>
                <a:cubicBezTo>
                  <a:pt x="98" y="48"/>
                  <a:pt x="101" y="47"/>
                  <a:pt x="101" y="45"/>
                </a:cubicBezTo>
                <a:cubicBezTo>
                  <a:pt x="102" y="42"/>
                  <a:pt x="101" y="40"/>
                  <a:pt x="101" y="39"/>
                </a:cubicBezTo>
                <a:cubicBezTo>
                  <a:pt x="95" y="26"/>
                  <a:pt x="95" y="26"/>
                  <a:pt x="95" y="26"/>
                </a:cubicBezTo>
                <a:cubicBezTo>
                  <a:pt x="94" y="25"/>
                  <a:pt x="94" y="25"/>
                  <a:pt x="93" y="25"/>
                </a:cubicBezTo>
                <a:moveTo>
                  <a:pt x="109" y="0"/>
                </a:moveTo>
                <a:cubicBezTo>
                  <a:pt x="109" y="0"/>
                  <a:pt x="108" y="0"/>
                  <a:pt x="108" y="0"/>
                </a:cubicBezTo>
                <a:cubicBezTo>
                  <a:pt x="108" y="0"/>
                  <a:pt x="108" y="0"/>
                  <a:pt x="108" y="0"/>
                </a:cubicBezTo>
                <a:cubicBezTo>
                  <a:pt x="1" y="42"/>
                  <a:pt x="1" y="42"/>
                  <a:pt x="1" y="42"/>
                </a:cubicBezTo>
                <a:cubicBezTo>
                  <a:pt x="0" y="42"/>
                  <a:pt x="0" y="43"/>
                  <a:pt x="0" y="44"/>
                </a:cubicBezTo>
                <a:cubicBezTo>
                  <a:pt x="9" y="84"/>
                  <a:pt x="26" y="122"/>
                  <a:pt x="43" y="159"/>
                </a:cubicBezTo>
                <a:cubicBezTo>
                  <a:pt x="54" y="183"/>
                  <a:pt x="54" y="183"/>
                  <a:pt x="54" y="183"/>
                </a:cubicBezTo>
                <a:cubicBezTo>
                  <a:pt x="54" y="183"/>
                  <a:pt x="55" y="184"/>
                  <a:pt x="56" y="184"/>
                </a:cubicBezTo>
                <a:cubicBezTo>
                  <a:pt x="56" y="184"/>
                  <a:pt x="56" y="184"/>
                  <a:pt x="57" y="184"/>
                </a:cubicBezTo>
                <a:cubicBezTo>
                  <a:pt x="154" y="147"/>
                  <a:pt x="154" y="147"/>
                  <a:pt x="154" y="147"/>
                </a:cubicBezTo>
                <a:cubicBezTo>
                  <a:pt x="154" y="147"/>
                  <a:pt x="154" y="147"/>
                  <a:pt x="154" y="147"/>
                </a:cubicBezTo>
                <a:cubicBezTo>
                  <a:pt x="156" y="146"/>
                  <a:pt x="159" y="145"/>
                  <a:pt x="160" y="143"/>
                </a:cubicBezTo>
                <a:cubicBezTo>
                  <a:pt x="162" y="140"/>
                  <a:pt x="160" y="136"/>
                  <a:pt x="160" y="134"/>
                </a:cubicBezTo>
                <a:cubicBezTo>
                  <a:pt x="153" y="117"/>
                  <a:pt x="153" y="117"/>
                  <a:pt x="153" y="117"/>
                </a:cubicBezTo>
                <a:cubicBezTo>
                  <a:pt x="153" y="117"/>
                  <a:pt x="153" y="117"/>
                  <a:pt x="153" y="117"/>
                </a:cubicBezTo>
                <a:cubicBezTo>
                  <a:pt x="152" y="117"/>
                  <a:pt x="152" y="117"/>
                  <a:pt x="152" y="117"/>
                </a:cubicBezTo>
                <a:cubicBezTo>
                  <a:pt x="151" y="116"/>
                  <a:pt x="149" y="116"/>
                  <a:pt x="148" y="115"/>
                </a:cubicBezTo>
                <a:cubicBezTo>
                  <a:pt x="155" y="135"/>
                  <a:pt x="155" y="135"/>
                  <a:pt x="155" y="135"/>
                </a:cubicBezTo>
                <a:cubicBezTo>
                  <a:pt x="156" y="137"/>
                  <a:pt x="157" y="139"/>
                  <a:pt x="156" y="141"/>
                </a:cubicBezTo>
                <a:cubicBezTo>
                  <a:pt x="155" y="142"/>
                  <a:pt x="154" y="142"/>
                  <a:pt x="153" y="143"/>
                </a:cubicBezTo>
                <a:cubicBezTo>
                  <a:pt x="153" y="145"/>
                  <a:pt x="153" y="145"/>
                  <a:pt x="153" y="145"/>
                </a:cubicBezTo>
                <a:cubicBezTo>
                  <a:pt x="152" y="143"/>
                  <a:pt x="152" y="143"/>
                  <a:pt x="152" y="143"/>
                </a:cubicBezTo>
                <a:cubicBezTo>
                  <a:pt x="57" y="179"/>
                  <a:pt x="57" y="179"/>
                  <a:pt x="57" y="179"/>
                </a:cubicBezTo>
                <a:cubicBezTo>
                  <a:pt x="47" y="157"/>
                  <a:pt x="47" y="157"/>
                  <a:pt x="47" y="157"/>
                </a:cubicBezTo>
                <a:cubicBezTo>
                  <a:pt x="31" y="121"/>
                  <a:pt x="14" y="84"/>
                  <a:pt x="5" y="45"/>
                </a:cubicBezTo>
                <a:cubicBezTo>
                  <a:pt x="108" y="5"/>
                  <a:pt x="108" y="5"/>
                  <a:pt x="108" y="5"/>
                </a:cubicBezTo>
                <a:cubicBezTo>
                  <a:pt x="144" y="104"/>
                  <a:pt x="144" y="104"/>
                  <a:pt x="144" y="104"/>
                </a:cubicBezTo>
                <a:cubicBezTo>
                  <a:pt x="144" y="103"/>
                  <a:pt x="144" y="102"/>
                  <a:pt x="144" y="101"/>
                </a:cubicBezTo>
                <a:cubicBezTo>
                  <a:pt x="146" y="97"/>
                  <a:pt x="146" y="97"/>
                  <a:pt x="146" y="97"/>
                </a:cubicBezTo>
                <a:cubicBezTo>
                  <a:pt x="111" y="2"/>
                  <a:pt x="111" y="2"/>
                  <a:pt x="111" y="2"/>
                </a:cubicBezTo>
                <a:cubicBezTo>
                  <a:pt x="111" y="1"/>
                  <a:pt x="110" y="1"/>
                  <a:pt x="110" y="0"/>
                </a:cubicBezTo>
                <a:cubicBezTo>
                  <a:pt x="110" y="0"/>
                  <a:pt x="109" y="0"/>
                  <a:pt x="109"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5" name="Freeform 119">
            <a:extLst>
              <a:ext uri="{FF2B5EF4-FFF2-40B4-BE49-F238E27FC236}">
                <a16:creationId xmlns:a16="http://schemas.microsoft.com/office/drawing/2014/main" id="{06B2C660-51B3-4722-9FE3-B659267C4EF8}"/>
              </a:ext>
            </a:extLst>
          </p:cNvPr>
          <p:cNvSpPr>
            <a:spLocks noEditPoints="1"/>
          </p:cNvSpPr>
          <p:nvPr/>
        </p:nvSpPr>
        <p:spPr bwMode="auto">
          <a:xfrm>
            <a:off x="8323263" y="4019550"/>
            <a:ext cx="533400" cy="530225"/>
          </a:xfrm>
          <a:custGeom>
            <a:avLst/>
            <a:gdLst>
              <a:gd name="T0" fmla="*/ 91 w 149"/>
              <a:gd name="T1" fmla="*/ 71 h 148"/>
              <a:gd name="T2" fmla="*/ 79 w 149"/>
              <a:gd name="T3" fmla="*/ 83 h 148"/>
              <a:gd name="T4" fmla="*/ 82 w 149"/>
              <a:gd name="T5" fmla="*/ 83 h 148"/>
              <a:gd name="T6" fmla="*/ 95 w 149"/>
              <a:gd name="T7" fmla="*/ 76 h 148"/>
              <a:gd name="T8" fmla="*/ 103 w 149"/>
              <a:gd name="T9" fmla="*/ 89 h 148"/>
              <a:gd name="T10" fmla="*/ 92 w 149"/>
              <a:gd name="T11" fmla="*/ 92 h 148"/>
              <a:gd name="T12" fmla="*/ 88 w 149"/>
              <a:gd name="T13" fmla="*/ 94 h 148"/>
              <a:gd name="T14" fmla="*/ 93 w 149"/>
              <a:gd name="T15" fmla="*/ 97 h 148"/>
              <a:gd name="T16" fmla="*/ 104 w 149"/>
              <a:gd name="T17" fmla="*/ 105 h 148"/>
              <a:gd name="T18" fmla="*/ 98 w 149"/>
              <a:gd name="T19" fmla="*/ 119 h 148"/>
              <a:gd name="T20" fmla="*/ 86 w 149"/>
              <a:gd name="T21" fmla="*/ 116 h 148"/>
              <a:gd name="T22" fmla="*/ 75 w 149"/>
              <a:gd name="T23" fmla="*/ 102 h 148"/>
              <a:gd name="T24" fmla="*/ 73 w 149"/>
              <a:gd name="T25" fmla="*/ 105 h 148"/>
              <a:gd name="T26" fmla="*/ 92 w 149"/>
              <a:gd name="T27" fmla="*/ 124 h 148"/>
              <a:gd name="T28" fmla="*/ 100 w 149"/>
              <a:gd name="T29" fmla="*/ 123 h 148"/>
              <a:gd name="T30" fmla="*/ 108 w 149"/>
              <a:gd name="T31" fmla="*/ 103 h 148"/>
              <a:gd name="T32" fmla="*/ 107 w 149"/>
              <a:gd name="T33" fmla="*/ 92 h 148"/>
              <a:gd name="T34" fmla="*/ 95 w 149"/>
              <a:gd name="T35" fmla="*/ 71 h 148"/>
              <a:gd name="T36" fmla="*/ 47 w 149"/>
              <a:gd name="T37" fmla="*/ 64 h 148"/>
              <a:gd name="T38" fmla="*/ 39 w 149"/>
              <a:gd name="T39" fmla="*/ 81 h 148"/>
              <a:gd name="T40" fmla="*/ 42 w 149"/>
              <a:gd name="T41" fmla="*/ 79 h 148"/>
              <a:gd name="T42" fmla="*/ 55 w 149"/>
              <a:gd name="T43" fmla="*/ 67 h 148"/>
              <a:gd name="T44" fmla="*/ 63 w 149"/>
              <a:gd name="T45" fmla="*/ 84 h 148"/>
              <a:gd name="T46" fmla="*/ 47 w 149"/>
              <a:gd name="T47" fmla="*/ 97 h 148"/>
              <a:gd name="T48" fmla="*/ 34 w 149"/>
              <a:gd name="T49" fmla="*/ 113 h 148"/>
              <a:gd name="T50" fmla="*/ 62 w 149"/>
              <a:gd name="T51" fmla="*/ 120 h 148"/>
              <a:gd name="T52" fmla="*/ 62 w 149"/>
              <a:gd name="T53" fmla="*/ 120 h 148"/>
              <a:gd name="T54" fmla="*/ 63 w 149"/>
              <a:gd name="T55" fmla="*/ 115 h 148"/>
              <a:gd name="T56" fmla="*/ 41 w 149"/>
              <a:gd name="T57" fmla="*/ 105 h 148"/>
              <a:gd name="T58" fmla="*/ 50 w 149"/>
              <a:gd name="T59" fmla="*/ 100 h 148"/>
              <a:gd name="T60" fmla="*/ 64 w 149"/>
              <a:gd name="T61" fmla="*/ 65 h 148"/>
              <a:gd name="T62" fmla="*/ 123 w 149"/>
              <a:gd name="T63" fmla="*/ 143 h 148"/>
              <a:gd name="T64" fmla="*/ 19 w 149"/>
              <a:gd name="T65" fmla="*/ 48 h 148"/>
              <a:gd name="T66" fmla="*/ 123 w 149"/>
              <a:gd name="T67" fmla="*/ 143 h 148"/>
              <a:gd name="T68" fmla="*/ 20 w 149"/>
              <a:gd name="T69" fmla="*/ 44 h 148"/>
              <a:gd name="T70" fmla="*/ 47 w 149"/>
              <a:gd name="T71" fmla="*/ 18 h 148"/>
              <a:gd name="T72" fmla="*/ 47 w 149"/>
              <a:gd name="T73" fmla="*/ 31 h 148"/>
              <a:gd name="T74" fmla="*/ 47 w 149"/>
              <a:gd name="T75" fmla="*/ 31 h 148"/>
              <a:gd name="T76" fmla="*/ 52 w 149"/>
              <a:gd name="T77" fmla="*/ 19 h 148"/>
              <a:gd name="T78" fmla="*/ 111 w 149"/>
              <a:gd name="T79" fmla="*/ 41 h 148"/>
              <a:gd name="T80" fmla="*/ 113 w 149"/>
              <a:gd name="T81" fmla="*/ 44 h 148"/>
              <a:gd name="T82" fmla="*/ 115 w 149"/>
              <a:gd name="T83" fmla="*/ 42 h 148"/>
              <a:gd name="T84" fmla="*/ 144 w 149"/>
              <a:gd name="T85" fmla="*/ 35 h 148"/>
              <a:gd name="T86" fmla="*/ 53 w 149"/>
              <a:gd name="T87" fmla="*/ 0 h 148"/>
              <a:gd name="T88" fmla="*/ 48 w 149"/>
              <a:gd name="T89" fmla="*/ 13 h 148"/>
              <a:gd name="T90" fmla="*/ 21 w 149"/>
              <a:gd name="T91" fmla="*/ 9 h 148"/>
              <a:gd name="T92" fmla="*/ 19 w 149"/>
              <a:gd name="T93" fmla="*/ 11 h 148"/>
              <a:gd name="T94" fmla="*/ 15 w 149"/>
              <a:gd name="T95" fmla="*/ 45 h 148"/>
              <a:gd name="T96" fmla="*/ 0 w 149"/>
              <a:gd name="T97" fmla="*/ 122 h 148"/>
              <a:gd name="T98" fmla="*/ 2 w 149"/>
              <a:gd name="T99" fmla="*/ 125 h 148"/>
              <a:gd name="T100" fmla="*/ 124 w 149"/>
              <a:gd name="T101" fmla="*/ 148 h 148"/>
              <a:gd name="T102" fmla="*/ 126 w 149"/>
              <a:gd name="T103" fmla="*/ 146 h 148"/>
              <a:gd name="T104" fmla="*/ 146 w 149"/>
              <a:gd name="T105" fmla="*/ 68 h 148"/>
              <a:gd name="T106" fmla="*/ 149 w 149"/>
              <a:gd name="T107" fmla="*/ 33 h 148"/>
              <a:gd name="T108" fmla="*/ 118 w 149"/>
              <a:gd name="T109" fmla="*/ 26 h 148"/>
              <a:gd name="T110" fmla="*/ 116 w 149"/>
              <a:gd name="T111" fmla="*/ 12 h 148"/>
              <a:gd name="T112" fmla="*/ 114 w 149"/>
              <a:gd name="T113" fmla="*/ 14 h 148"/>
              <a:gd name="T114" fmla="*/ 53 w 149"/>
              <a:gd name="T115" fmla="*/ 14 h 148"/>
              <a:gd name="T116" fmla="*/ 53 w 149"/>
              <a:gd name="T11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 h="148">
                <a:moveTo>
                  <a:pt x="95" y="71"/>
                </a:moveTo>
                <a:cubicBezTo>
                  <a:pt x="94" y="71"/>
                  <a:pt x="92" y="71"/>
                  <a:pt x="91" y="71"/>
                </a:cubicBezTo>
                <a:cubicBezTo>
                  <a:pt x="87" y="72"/>
                  <a:pt x="82" y="75"/>
                  <a:pt x="78" y="80"/>
                </a:cubicBezTo>
                <a:cubicBezTo>
                  <a:pt x="78" y="81"/>
                  <a:pt x="78" y="82"/>
                  <a:pt x="79" y="83"/>
                </a:cubicBezTo>
                <a:cubicBezTo>
                  <a:pt x="79" y="83"/>
                  <a:pt x="80" y="83"/>
                  <a:pt x="80" y="83"/>
                </a:cubicBezTo>
                <a:cubicBezTo>
                  <a:pt x="81" y="83"/>
                  <a:pt x="81" y="83"/>
                  <a:pt x="82" y="83"/>
                </a:cubicBezTo>
                <a:cubicBezTo>
                  <a:pt x="85" y="79"/>
                  <a:pt x="88" y="77"/>
                  <a:pt x="92" y="76"/>
                </a:cubicBezTo>
                <a:cubicBezTo>
                  <a:pt x="93" y="76"/>
                  <a:pt x="94" y="76"/>
                  <a:pt x="95" y="76"/>
                </a:cubicBezTo>
                <a:cubicBezTo>
                  <a:pt x="98" y="76"/>
                  <a:pt x="101" y="77"/>
                  <a:pt x="103" y="79"/>
                </a:cubicBezTo>
                <a:cubicBezTo>
                  <a:pt x="105" y="82"/>
                  <a:pt x="106" y="86"/>
                  <a:pt x="103" y="89"/>
                </a:cubicBezTo>
                <a:cubicBezTo>
                  <a:pt x="101" y="92"/>
                  <a:pt x="98" y="92"/>
                  <a:pt x="94" y="92"/>
                </a:cubicBezTo>
                <a:cubicBezTo>
                  <a:pt x="93" y="92"/>
                  <a:pt x="92" y="92"/>
                  <a:pt x="92" y="92"/>
                </a:cubicBezTo>
                <a:cubicBezTo>
                  <a:pt x="91" y="92"/>
                  <a:pt x="91" y="92"/>
                  <a:pt x="90" y="92"/>
                </a:cubicBezTo>
                <a:cubicBezTo>
                  <a:pt x="89" y="92"/>
                  <a:pt x="88" y="93"/>
                  <a:pt x="88" y="94"/>
                </a:cubicBezTo>
                <a:cubicBezTo>
                  <a:pt x="88" y="96"/>
                  <a:pt x="89" y="97"/>
                  <a:pt x="90" y="97"/>
                </a:cubicBezTo>
                <a:cubicBezTo>
                  <a:pt x="91" y="97"/>
                  <a:pt x="92" y="97"/>
                  <a:pt x="93" y="97"/>
                </a:cubicBezTo>
                <a:cubicBezTo>
                  <a:pt x="93" y="97"/>
                  <a:pt x="93" y="97"/>
                  <a:pt x="94" y="97"/>
                </a:cubicBezTo>
                <a:cubicBezTo>
                  <a:pt x="98" y="97"/>
                  <a:pt x="103" y="101"/>
                  <a:pt x="104" y="105"/>
                </a:cubicBezTo>
                <a:cubicBezTo>
                  <a:pt x="105" y="108"/>
                  <a:pt x="105" y="111"/>
                  <a:pt x="104" y="113"/>
                </a:cubicBezTo>
                <a:cubicBezTo>
                  <a:pt x="103" y="116"/>
                  <a:pt x="101" y="118"/>
                  <a:pt x="98" y="119"/>
                </a:cubicBezTo>
                <a:cubicBezTo>
                  <a:pt x="97" y="119"/>
                  <a:pt x="96" y="119"/>
                  <a:pt x="95" y="119"/>
                </a:cubicBezTo>
                <a:cubicBezTo>
                  <a:pt x="92" y="119"/>
                  <a:pt x="88" y="118"/>
                  <a:pt x="86" y="116"/>
                </a:cubicBezTo>
                <a:cubicBezTo>
                  <a:pt x="82" y="112"/>
                  <a:pt x="79" y="108"/>
                  <a:pt x="77" y="104"/>
                </a:cubicBezTo>
                <a:cubicBezTo>
                  <a:pt x="77" y="103"/>
                  <a:pt x="76" y="102"/>
                  <a:pt x="75" y="102"/>
                </a:cubicBezTo>
                <a:cubicBezTo>
                  <a:pt x="75" y="102"/>
                  <a:pt x="75" y="102"/>
                  <a:pt x="74" y="102"/>
                </a:cubicBezTo>
                <a:cubicBezTo>
                  <a:pt x="73" y="103"/>
                  <a:pt x="73" y="104"/>
                  <a:pt x="73" y="105"/>
                </a:cubicBezTo>
                <a:cubicBezTo>
                  <a:pt x="75" y="110"/>
                  <a:pt x="78" y="115"/>
                  <a:pt x="83" y="119"/>
                </a:cubicBezTo>
                <a:cubicBezTo>
                  <a:pt x="86" y="121"/>
                  <a:pt x="89" y="123"/>
                  <a:pt x="92" y="124"/>
                </a:cubicBezTo>
                <a:cubicBezTo>
                  <a:pt x="93" y="124"/>
                  <a:pt x="94" y="124"/>
                  <a:pt x="95" y="124"/>
                </a:cubicBezTo>
                <a:cubicBezTo>
                  <a:pt x="97" y="124"/>
                  <a:pt x="98" y="123"/>
                  <a:pt x="100" y="123"/>
                </a:cubicBezTo>
                <a:cubicBezTo>
                  <a:pt x="103" y="122"/>
                  <a:pt x="106" y="119"/>
                  <a:pt x="108" y="115"/>
                </a:cubicBezTo>
                <a:cubicBezTo>
                  <a:pt x="110" y="112"/>
                  <a:pt x="110" y="107"/>
                  <a:pt x="108" y="103"/>
                </a:cubicBezTo>
                <a:cubicBezTo>
                  <a:pt x="107" y="100"/>
                  <a:pt x="105" y="97"/>
                  <a:pt x="102" y="95"/>
                </a:cubicBezTo>
                <a:cubicBezTo>
                  <a:pt x="104" y="95"/>
                  <a:pt x="105" y="94"/>
                  <a:pt x="107" y="92"/>
                </a:cubicBezTo>
                <a:cubicBezTo>
                  <a:pt x="110" y="88"/>
                  <a:pt x="110" y="81"/>
                  <a:pt x="106" y="76"/>
                </a:cubicBezTo>
                <a:cubicBezTo>
                  <a:pt x="104" y="73"/>
                  <a:pt x="99" y="71"/>
                  <a:pt x="95" y="71"/>
                </a:cubicBezTo>
                <a:moveTo>
                  <a:pt x="55" y="62"/>
                </a:moveTo>
                <a:cubicBezTo>
                  <a:pt x="52" y="62"/>
                  <a:pt x="49" y="63"/>
                  <a:pt x="47" y="64"/>
                </a:cubicBezTo>
                <a:cubicBezTo>
                  <a:pt x="42" y="67"/>
                  <a:pt x="39" y="72"/>
                  <a:pt x="37" y="78"/>
                </a:cubicBezTo>
                <a:cubicBezTo>
                  <a:pt x="37" y="80"/>
                  <a:pt x="38" y="81"/>
                  <a:pt x="39" y="81"/>
                </a:cubicBezTo>
                <a:cubicBezTo>
                  <a:pt x="39" y="81"/>
                  <a:pt x="39" y="81"/>
                  <a:pt x="39" y="81"/>
                </a:cubicBezTo>
                <a:cubicBezTo>
                  <a:pt x="40" y="81"/>
                  <a:pt x="41" y="80"/>
                  <a:pt x="42" y="79"/>
                </a:cubicBezTo>
                <a:cubicBezTo>
                  <a:pt x="43" y="74"/>
                  <a:pt x="45" y="70"/>
                  <a:pt x="49" y="68"/>
                </a:cubicBezTo>
                <a:cubicBezTo>
                  <a:pt x="51" y="67"/>
                  <a:pt x="53" y="67"/>
                  <a:pt x="55" y="67"/>
                </a:cubicBezTo>
                <a:cubicBezTo>
                  <a:pt x="57" y="67"/>
                  <a:pt x="60" y="67"/>
                  <a:pt x="61" y="69"/>
                </a:cubicBezTo>
                <a:cubicBezTo>
                  <a:pt x="66" y="72"/>
                  <a:pt x="65" y="80"/>
                  <a:pt x="63" y="84"/>
                </a:cubicBezTo>
                <a:cubicBezTo>
                  <a:pt x="59" y="90"/>
                  <a:pt x="53" y="94"/>
                  <a:pt x="48" y="96"/>
                </a:cubicBezTo>
                <a:cubicBezTo>
                  <a:pt x="47" y="97"/>
                  <a:pt x="47" y="97"/>
                  <a:pt x="47" y="97"/>
                </a:cubicBezTo>
                <a:cubicBezTo>
                  <a:pt x="44" y="98"/>
                  <a:pt x="41" y="99"/>
                  <a:pt x="38" y="101"/>
                </a:cubicBezTo>
                <a:cubicBezTo>
                  <a:pt x="35" y="105"/>
                  <a:pt x="33" y="109"/>
                  <a:pt x="34" y="113"/>
                </a:cubicBezTo>
                <a:cubicBezTo>
                  <a:pt x="34" y="114"/>
                  <a:pt x="35" y="114"/>
                  <a:pt x="35" y="115"/>
                </a:cubicBezTo>
                <a:cubicBezTo>
                  <a:pt x="62" y="120"/>
                  <a:pt x="62" y="120"/>
                  <a:pt x="62" y="120"/>
                </a:cubicBezTo>
                <a:cubicBezTo>
                  <a:pt x="62" y="120"/>
                  <a:pt x="62" y="120"/>
                  <a:pt x="62" y="120"/>
                </a:cubicBezTo>
                <a:cubicBezTo>
                  <a:pt x="62" y="120"/>
                  <a:pt x="62" y="120"/>
                  <a:pt x="62" y="120"/>
                </a:cubicBezTo>
                <a:cubicBezTo>
                  <a:pt x="63" y="120"/>
                  <a:pt x="64" y="119"/>
                  <a:pt x="64" y="118"/>
                </a:cubicBezTo>
                <a:cubicBezTo>
                  <a:pt x="65" y="117"/>
                  <a:pt x="64" y="116"/>
                  <a:pt x="63" y="115"/>
                </a:cubicBezTo>
                <a:cubicBezTo>
                  <a:pt x="38" y="110"/>
                  <a:pt x="38" y="110"/>
                  <a:pt x="38" y="110"/>
                </a:cubicBezTo>
                <a:cubicBezTo>
                  <a:pt x="38" y="108"/>
                  <a:pt x="40" y="106"/>
                  <a:pt x="41" y="105"/>
                </a:cubicBezTo>
                <a:cubicBezTo>
                  <a:pt x="43" y="103"/>
                  <a:pt x="46" y="102"/>
                  <a:pt x="49" y="101"/>
                </a:cubicBezTo>
                <a:cubicBezTo>
                  <a:pt x="50" y="100"/>
                  <a:pt x="50" y="100"/>
                  <a:pt x="50" y="100"/>
                </a:cubicBezTo>
                <a:cubicBezTo>
                  <a:pt x="56" y="97"/>
                  <a:pt x="63" y="94"/>
                  <a:pt x="67" y="87"/>
                </a:cubicBezTo>
                <a:cubicBezTo>
                  <a:pt x="70" y="80"/>
                  <a:pt x="70" y="71"/>
                  <a:pt x="64" y="65"/>
                </a:cubicBezTo>
                <a:cubicBezTo>
                  <a:pt x="62" y="63"/>
                  <a:pt x="58" y="62"/>
                  <a:pt x="55" y="62"/>
                </a:cubicBezTo>
                <a:moveTo>
                  <a:pt x="123" y="143"/>
                </a:moveTo>
                <a:cubicBezTo>
                  <a:pt x="5" y="121"/>
                  <a:pt x="5" y="121"/>
                  <a:pt x="5" y="121"/>
                </a:cubicBezTo>
                <a:cubicBezTo>
                  <a:pt x="11" y="97"/>
                  <a:pt x="16" y="73"/>
                  <a:pt x="19" y="48"/>
                </a:cubicBezTo>
                <a:cubicBezTo>
                  <a:pt x="140" y="69"/>
                  <a:pt x="140" y="69"/>
                  <a:pt x="140" y="69"/>
                </a:cubicBezTo>
                <a:cubicBezTo>
                  <a:pt x="136" y="94"/>
                  <a:pt x="130" y="119"/>
                  <a:pt x="123" y="143"/>
                </a:cubicBezTo>
                <a:moveTo>
                  <a:pt x="140" y="64"/>
                </a:moveTo>
                <a:cubicBezTo>
                  <a:pt x="20" y="44"/>
                  <a:pt x="20" y="44"/>
                  <a:pt x="20" y="44"/>
                </a:cubicBezTo>
                <a:cubicBezTo>
                  <a:pt x="21" y="34"/>
                  <a:pt x="23" y="24"/>
                  <a:pt x="23" y="13"/>
                </a:cubicBezTo>
                <a:cubicBezTo>
                  <a:pt x="47" y="18"/>
                  <a:pt x="47" y="18"/>
                  <a:pt x="47" y="18"/>
                </a:cubicBezTo>
                <a:cubicBezTo>
                  <a:pt x="45" y="29"/>
                  <a:pt x="45" y="29"/>
                  <a:pt x="45" y="29"/>
                </a:cubicBezTo>
                <a:cubicBezTo>
                  <a:pt x="45" y="30"/>
                  <a:pt x="46" y="31"/>
                  <a:pt x="47" y="31"/>
                </a:cubicBezTo>
                <a:cubicBezTo>
                  <a:pt x="47" y="31"/>
                  <a:pt x="47" y="31"/>
                  <a:pt x="47" y="31"/>
                </a:cubicBezTo>
                <a:cubicBezTo>
                  <a:pt x="47" y="31"/>
                  <a:pt x="47" y="31"/>
                  <a:pt x="47" y="31"/>
                </a:cubicBezTo>
                <a:cubicBezTo>
                  <a:pt x="48" y="31"/>
                  <a:pt x="49" y="31"/>
                  <a:pt x="50" y="30"/>
                </a:cubicBezTo>
                <a:cubicBezTo>
                  <a:pt x="52" y="19"/>
                  <a:pt x="52" y="19"/>
                  <a:pt x="52" y="19"/>
                </a:cubicBezTo>
                <a:cubicBezTo>
                  <a:pt x="113" y="29"/>
                  <a:pt x="113" y="29"/>
                  <a:pt x="113" y="29"/>
                </a:cubicBezTo>
                <a:cubicBezTo>
                  <a:pt x="113" y="33"/>
                  <a:pt x="112" y="37"/>
                  <a:pt x="111" y="41"/>
                </a:cubicBezTo>
                <a:cubicBezTo>
                  <a:pt x="111" y="42"/>
                  <a:pt x="112" y="43"/>
                  <a:pt x="113" y="44"/>
                </a:cubicBezTo>
                <a:cubicBezTo>
                  <a:pt x="113" y="44"/>
                  <a:pt x="113" y="44"/>
                  <a:pt x="113" y="44"/>
                </a:cubicBezTo>
                <a:cubicBezTo>
                  <a:pt x="113" y="44"/>
                  <a:pt x="113" y="44"/>
                  <a:pt x="113" y="44"/>
                </a:cubicBezTo>
                <a:cubicBezTo>
                  <a:pt x="114" y="44"/>
                  <a:pt x="115" y="43"/>
                  <a:pt x="115" y="42"/>
                </a:cubicBezTo>
                <a:cubicBezTo>
                  <a:pt x="116" y="38"/>
                  <a:pt x="117" y="34"/>
                  <a:pt x="117" y="30"/>
                </a:cubicBezTo>
                <a:cubicBezTo>
                  <a:pt x="144" y="35"/>
                  <a:pt x="144" y="35"/>
                  <a:pt x="144" y="35"/>
                </a:cubicBezTo>
                <a:cubicBezTo>
                  <a:pt x="143" y="45"/>
                  <a:pt x="142" y="55"/>
                  <a:pt x="140" y="64"/>
                </a:cubicBezTo>
                <a:moveTo>
                  <a:pt x="53" y="0"/>
                </a:moveTo>
                <a:cubicBezTo>
                  <a:pt x="52" y="0"/>
                  <a:pt x="51" y="0"/>
                  <a:pt x="51" y="1"/>
                </a:cubicBezTo>
                <a:cubicBezTo>
                  <a:pt x="48" y="13"/>
                  <a:pt x="48" y="13"/>
                  <a:pt x="48" y="13"/>
                </a:cubicBezTo>
                <a:cubicBezTo>
                  <a:pt x="22" y="9"/>
                  <a:pt x="22" y="9"/>
                  <a:pt x="22" y="9"/>
                </a:cubicBezTo>
                <a:cubicBezTo>
                  <a:pt x="22" y="9"/>
                  <a:pt x="21" y="9"/>
                  <a:pt x="21" y="9"/>
                </a:cubicBezTo>
                <a:cubicBezTo>
                  <a:pt x="21" y="9"/>
                  <a:pt x="20" y="9"/>
                  <a:pt x="20" y="9"/>
                </a:cubicBezTo>
                <a:cubicBezTo>
                  <a:pt x="19" y="9"/>
                  <a:pt x="19" y="10"/>
                  <a:pt x="19" y="11"/>
                </a:cubicBezTo>
                <a:cubicBezTo>
                  <a:pt x="18" y="22"/>
                  <a:pt x="17" y="33"/>
                  <a:pt x="16" y="44"/>
                </a:cubicBezTo>
                <a:cubicBezTo>
                  <a:pt x="15" y="44"/>
                  <a:pt x="15" y="45"/>
                  <a:pt x="15" y="45"/>
                </a:cubicBezTo>
                <a:cubicBezTo>
                  <a:pt x="15" y="46"/>
                  <a:pt x="15" y="46"/>
                  <a:pt x="15" y="47"/>
                </a:cubicBezTo>
                <a:cubicBezTo>
                  <a:pt x="12" y="72"/>
                  <a:pt x="7" y="97"/>
                  <a:pt x="0" y="122"/>
                </a:cubicBezTo>
                <a:cubicBezTo>
                  <a:pt x="0" y="122"/>
                  <a:pt x="0" y="123"/>
                  <a:pt x="1" y="124"/>
                </a:cubicBezTo>
                <a:cubicBezTo>
                  <a:pt x="1" y="124"/>
                  <a:pt x="1" y="125"/>
                  <a:pt x="2" y="125"/>
                </a:cubicBezTo>
                <a:cubicBezTo>
                  <a:pt x="124" y="148"/>
                  <a:pt x="124" y="148"/>
                  <a:pt x="124" y="148"/>
                </a:cubicBezTo>
                <a:cubicBezTo>
                  <a:pt x="124" y="148"/>
                  <a:pt x="124" y="148"/>
                  <a:pt x="124" y="148"/>
                </a:cubicBezTo>
                <a:cubicBezTo>
                  <a:pt x="124" y="148"/>
                  <a:pt x="124" y="148"/>
                  <a:pt x="124" y="148"/>
                </a:cubicBezTo>
                <a:cubicBezTo>
                  <a:pt x="125" y="148"/>
                  <a:pt x="126" y="147"/>
                  <a:pt x="126" y="146"/>
                </a:cubicBezTo>
                <a:cubicBezTo>
                  <a:pt x="134" y="121"/>
                  <a:pt x="140" y="95"/>
                  <a:pt x="144" y="69"/>
                </a:cubicBezTo>
                <a:cubicBezTo>
                  <a:pt x="145" y="69"/>
                  <a:pt x="146" y="69"/>
                  <a:pt x="146" y="68"/>
                </a:cubicBezTo>
                <a:cubicBezTo>
                  <a:pt x="146" y="67"/>
                  <a:pt x="146" y="66"/>
                  <a:pt x="145" y="65"/>
                </a:cubicBezTo>
                <a:cubicBezTo>
                  <a:pt x="146" y="55"/>
                  <a:pt x="148" y="44"/>
                  <a:pt x="149" y="33"/>
                </a:cubicBezTo>
                <a:cubicBezTo>
                  <a:pt x="149" y="32"/>
                  <a:pt x="148" y="31"/>
                  <a:pt x="147" y="31"/>
                </a:cubicBezTo>
                <a:cubicBezTo>
                  <a:pt x="118" y="26"/>
                  <a:pt x="118" y="26"/>
                  <a:pt x="118" y="26"/>
                </a:cubicBezTo>
                <a:cubicBezTo>
                  <a:pt x="118" y="22"/>
                  <a:pt x="118" y="18"/>
                  <a:pt x="118" y="14"/>
                </a:cubicBezTo>
                <a:cubicBezTo>
                  <a:pt x="118" y="13"/>
                  <a:pt x="117" y="12"/>
                  <a:pt x="116" y="12"/>
                </a:cubicBezTo>
                <a:cubicBezTo>
                  <a:pt x="116" y="12"/>
                  <a:pt x="116" y="12"/>
                  <a:pt x="116" y="12"/>
                </a:cubicBezTo>
                <a:cubicBezTo>
                  <a:pt x="115" y="12"/>
                  <a:pt x="114" y="13"/>
                  <a:pt x="114" y="14"/>
                </a:cubicBezTo>
                <a:cubicBezTo>
                  <a:pt x="114" y="18"/>
                  <a:pt x="114" y="21"/>
                  <a:pt x="114" y="25"/>
                </a:cubicBezTo>
                <a:cubicBezTo>
                  <a:pt x="53" y="14"/>
                  <a:pt x="53" y="14"/>
                  <a:pt x="53" y="14"/>
                </a:cubicBezTo>
                <a:cubicBezTo>
                  <a:pt x="55" y="2"/>
                  <a:pt x="55" y="2"/>
                  <a:pt x="55" y="2"/>
                </a:cubicBezTo>
                <a:cubicBezTo>
                  <a:pt x="55" y="1"/>
                  <a:pt x="55" y="0"/>
                  <a:pt x="53" y="0"/>
                </a:cubicBezTo>
                <a:cubicBezTo>
                  <a:pt x="53" y="0"/>
                  <a:pt x="53" y="0"/>
                  <a:pt x="53"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6" name="Freeform 120">
            <a:extLst>
              <a:ext uri="{FF2B5EF4-FFF2-40B4-BE49-F238E27FC236}">
                <a16:creationId xmlns:a16="http://schemas.microsoft.com/office/drawing/2014/main" id="{CDB8BCCA-D57E-4F39-8254-FB9EB353800D}"/>
              </a:ext>
            </a:extLst>
          </p:cNvPr>
          <p:cNvSpPr>
            <a:spLocks noEditPoints="1"/>
          </p:cNvSpPr>
          <p:nvPr/>
        </p:nvSpPr>
        <p:spPr bwMode="auto">
          <a:xfrm>
            <a:off x="7716838" y="3832225"/>
            <a:ext cx="523875" cy="609600"/>
          </a:xfrm>
          <a:custGeom>
            <a:avLst/>
            <a:gdLst>
              <a:gd name="T0" fmla="*/ 14 w 146"/>
              <a:gd name="T1" fmla="*/ 124 h 170"/>
              <a:gd name="T2" fmla="*/ 16 w 146"/>
              <a:gd name="T3" fmla="*/ 128 h 170"/>
              <a:gd name="T4" fmla="*/ 31 w 146"/>
              <a:gd name="T5" fmla="*/ 113 h 170"/>
              <a:gd name="T6" fmla="*/ 126 w 146"/>
              <a:gd name="T7" fmla="*/ 96 h 170"/>
              <a:gd name="T8" fmla="*/ 144 w 146"/>
              <a:gd name="T9" fmla="*/ 105 h 170"/>
              <a:gd name="T10" fmla="*/ 144 w 146"/>
              <a:gd name="T11" fmla="*/ 101 h 170"/>
              <a:gd name="T12" fmla="*/ 2 w 146"/>
              <a:gd name="T13" fmla="*/ 49 h 170"/>
              <a:gd name="T14" fmla="*/ 20 w 146"/>
              <a:gd name="T15" fmla="*/ 58 h 170"/>
              <a:gd name="T16" fmla="*/ 22 w 146"/>
              <a:gd name="T17" fmla="*/ 56 h 170"/>
              <a:gd name="T18" fmla="*/ 20 w 146"/>
              <a:gd name="T19" fmla="*/ 54 h 170"/>
              <a:gd name="T20" fmla="*/ 70 w 146"/>
              <a:gd name="T21" fmla="*/ 141 h 170"/>
              <a:gd name="T22" fmla="*/ 98 w 146"/>
              <a:gd name="T23" fmla="*/ 149 h 170"/>
              <a:gd name="T24" fmla="*/ 87 w 146"/>
              <a:gd name="T25" fmla="*/ 155 h 170"/>
              <a:gd name="T26" fmla="*/ 98 w 146"/>
              <a:gd name="T27" fmla="*/ 161 h 170"/>
              <a:gd name="T28" fmla="*/ 83 w 146"/>
              <a:gd name="T29" fmla="*/ 165 h 170"/>
              <a:gd name="T30" fmla="*/ 79 w 146"/>
              <a:gd name="T31" fmla="*/ 144 h 170"/>
              <a:gd name="T32" fmla="*/ 79 w 146"/>
              <a:gd name="T33" fmla="*/ 139 h 170"/>
              <a:gd name="T34" fmla="*/ 72 w 146"/>
              <a:gd name="T35" fmla="*/ 104 h 170"/>
              <a:gd name="T36" fmla="*/ 84 w 146"/>
              <a:gd name="T37" fmla="*/ 90 h 170"/>
              <a:gd name="T38" fmla="*/ 64 w 146"/>
              <a:gd name="T39" fmla="*/ 85 h 170"/>
              <a:gd name="T40" fmla="*/ 59 w 146"/>
              <a:gd name="T41" fmla="*/ 75 h 170"/>
              <a:gd name="T42" fmla="*/ 62 w 146"/>
              <a:gd name="T43" fmla="*/ 76 h 170"/>
              <a:gd name="T44" fmla="*/ 77 w 146"/>
              <a:gd name="T45" fmla="*/ 83 h 170"/>
              <a:gd name="T46" fmla="*/ 76 w 146"/>
              <a:gd name="T47" fmla="*/ 75 h 170"/>
              <a:gd name="T48" fmla="*/ 79 w 146"/>
              <a:gd name="T49" fmla="*/ 77 h 170"/>
              <a:gd name="T50" fmla="*/ 89 w 146"/>
              <a:gd name="T51" fmla="*/ 85 h 170"/>
              <a:gd name="T52" fmla="*/ 94 w 146"/>
              <a:gd name="T53" fmla="*/ 70 h 170"/>
              <a:gd name="T54" fmla="*/ 97 w 146"/>
              <a:gd name="T55" fmla="*/ 74 h 170"/>
              <a:gd name="T56" fmla="*/ 63 w 146"/>
              <a:gd name="T57" fmla="*/ 131 h 170"/>
              <a:gd name="T58" fmla="*/ 51 w 146"/>
              <a:gd name="T59" fmla="*/ 115 h 170"/>
              <a:gd name="T60" fmla="*/ 45 w 146"/>
              <a:gd name="T61" fmla="*/ 48 h 170"/>
              <a:gd name="T62" fmla="*/ 83 w 146"/>
              <a:gd name="T63" fmla="*/ 35 h 170"/>
              <a:gd name="T64" fmla="*/ 107 w 146"/>
              <a:gd name="T65" fmla="*/ 108 h 170"/>
              <a:gd name="T66" fmla="*/ 100 w 146"/>
              <a:gd name="T67" fmla="*/ 126 h 170"/>
              <a:gd name="T68" fmla="*/ 97 w 146"/>
              <a:gd name="T69" fmla="*/ 127 h 170"/>
              <a:gd name="T70" fmla="*/ 91 w 146"/>
              <a:gd name="T71" fmla="*/ 89 h 170"/>
              <a:gd name="T72" fmla="*/ 94 w 146"/>
              <a:gd name="T73" fmla="*/ 65 h 170"/>
              <a:gd name="T74" fmla="*/ 85 w 146"/>
              <a:gd name="T75" fmla="*/ 86 h 170"/>
              <a:gd name="T76" fmla="*/ 84 w 146"/>
              <a:gd name="T77" fmla="*/ 76 h 170"/>
              <a:gd name="T78" fmla="*/ 73 w 146"/>
              <a:gd name="T79" fmla="*/ 71 h 170"/>
              <a:gd name="T80" fmla="*/ 69 w 146"/>
              <a:gd name="T81" fmla="*/ 86 h 170"/>
              <a:gd name="T82" fmla="*/ 60 w 146"/>
              <a:gd name="T83" fmla="*/ 70 h 170"/>
              <a:gd name="T84" fmla="*/ 55 w 146"/>
              <a:gd name="T85" fmla="*/ 82 h 170"/>
              <a:gd name="T86" fmla="*/ 71 w 146"/>
              <a:gd name="T87" fmla="*/ 131 h 170"/>
              <a:gd name="T88" fmla="*/ 66 w 146"/>
              <a:gd name="T89" fmla="*/ 131 h 170"/>
              <a:gd name="T90" fmla="*/ 77 w 146"/>
              <a:gd name="T91" fmla="*/ 30 h 170"/>
              <a:gd name="T92" fmla="*/ 46 w 146"/>
              <a:gd name="T93" fmla="*/ 117 h 170"/>
              <a:gd name="T94" fmla="*/ 57 w 146"/>
              <a:gd name="T95" fmla="*/ 129 h 170"/>
              <a:gd name="T96" fmla="*/ 65 w 146"/>
              <a:gd name="T97" fmla="*/ 141 h 170"/>
              <a:gd name="T98" fmla="*/ 68 w 146"/>
              <a:gd name="T99" fmla="*/ 153 h 170"/>
              <a:gd name="T100" fmla="*/ 91 w 146"/>
              <a:gd name="T101" fmla="*/ 170 h 170"/>
              <a:gd name="T102" fmla="*/ 103 w 146"/>
              <a:gd name="T103" fmla="*/ 153 h 170"/>
              <a:gd name="T104" fmla="*/ 101 w 146"/>
              <a:gd name="T105" fmla="*/ 131 h 170"/>
              <a:gd name="T106" fmla="*/ 105 w 146"/>
              <a:gd name="T107" fmla="*/ 127 h 170"/>
              <a:gd name="T108" fmla="*/ 113 w 146"/>
              <a:gd name="T109" fmla="*/ 107 h 170"/>
              <a:gd name="T110" fmla="*/ 77 w 146"/>
              <a:gd name="T111" fmla="*/ 30 h 170"/>
              <a:gd name="T112" fmla="*/ 116 w 146"/>
              <a:gd name="T113" fmla="*/ 41 h 170"/>
              <a:gd name="T114" fmla="*/ 118 w 146"/>
              <a:gd name="T115" fmla="*/ 44 h 170"/>
              <a:gd name="T116" fmla="*/ 134 w 146"/>
              <a:gd name="T117" fmla="*/ 29 h 170"/>
              <a:gd name="T118" fmla="*/ 64 w 146"/>
              <a:gd name="T119" fmla="*/ 0 h 170"/>
              <a:gd name="T120" fmla="*/ 66 w 146"/>
              <a:gd name="T121" fmla="*/ 23 h 170"/>
              <a:gd name="T122" fmla="*/ 68 w 146"/>
              <a:gd name="T123" fmla="*/ 2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70">
                <a:moveTo>
                  <a:pt x="29" y="112"/>
                </a:moveTo>
                <a:cubicBezTo>
                  <a:pt x="29" y="112"/>
                  <a:pt x="28" y="113"/>
                  <a:pt x="28" y="113"/>
                </a:cubicBezTo>
                <a:cubicBezTo>
                  <a:pt x="14" y="124"/>
                  <a:pt x="14" y="124"/>
                  <a:pt x="14" y="124"/>
                </a:cubicBezTo>
                <a:cubicBezTo>
                  <a:pt x="13" y="125"/>
                  <a:pt x="13" y="127"/>
                  <a:pt x="14" y="128"/>
                </a:cubicBezTo>
                <a:cubicBezTo>
                  <a:pt x="14" y="128"/>
                  <a:pt x="15" y="128"/>
                  <a:pt x="15" y="128"/>
                </a:cubicBezTo>
                <a:cubicBezTo>
                  <a:pt x="15" y="128"/>
                  <a:pt x="15" y="128"/>
                  <a:pt x="16" y="128"/>
                </a:cubicBezTo>
                <a:cubicBezTo>
                  <a:pt x="16" y="128"/>
                  <a:pt x="16" y="128"/>
                  <a:pt x="17" y="128"/>
                </a:cubicBezTo>
                <a:cubicBezTo>
                  <a:pt x="31" y="116"/>
                  <a:pt x="31" y="116"/>
                  <a:pt x="31" y="116"/>
                </a:cubicBezTo>
                <a:cubicBezTo>
                  <a:pt x="31" y="116"/>
                  <a:pt x="32" y="114"/>
                  <a:pt x="31" y="113"/>
                </a:cubicBezTo>
                <a:cubicBezTo>
                  <a:pt x="30" y="113"/>
                  <a:pt x="30" y="112"/>
                  <a:pt x="29" y="112"/>
                </a:cubicBezTo>
                <a:moveTo>
                  <a:pt x="129" y="95"/>
                </a:moveTo>
                <a:cubicBezTo>
                  <a:pt x="128" y="95"/>
                  <a:pt x="127" y="95"/>
                  <a:pt x="126" y="96"/>
                </a:cubicBezTo>
                <a:cubicBezTo>
                  <a:pt x="126" y="97"/>
                  <a:pt x="127" y="99"/>
                  <a:pt x="128" y="99"/>
                </a:cubicBezTo>
                <a:cubicBezTo>
                  <a:pt x="143" y="105"/>
                  <a:pt x="143" y="105"/>
                  <a:pt x="143" y="105"/>
                </a:cubicBezTo>
                <a:cubicBezTo>
                  <a:pt x="143" y="105"/>
                  <a:pt x="143" y="105"/>
                  <a:pt x="144" y="105"/>
                </a:cubicBezTo>
                <a:cubicBezTo>
                  <a:pt x="144" y="105"/>
                  <a:pt x="144" y="105"/>
                  <a:pt x="144" y="105"/>
                </a:cubicBezTo>
                <a:cubicBezTo>
                  <a:pt x="145" y="105"/>
                  <a:pt x="145" y="104"/>
                  <a:pt x="146" y="103"/>
                </a:cubicBezTo>
                <a:cubicBezTo>
                  <a:pt x="146" y="102"/>
                  <a:pt x="145" y="101"/>
                  <a:pt x="144" y="101"/>
                </a:cubicBezTo>
                <a:cubicBezTo>
                  <a:pt x="129" y="95"/>
                  <a:pt x="129" y="95"/>
                  <a:pt x="129" y="95"/>
                </a:cubicBezTo>
                <a:cubicBezTo>
                  <a:pt x="129" y="95"/>
                  <a:pt x="129" y="95"/>
                  <a:pt x="129" y="95"/>
                </a:cubicBezTo>
                <a:moveTo>
                  <a:pt x="2" y="49"/>
                </a:moveTo>
                <a:cubicBezTo>
                  <a:pt x="1" y="49"/>
                  <a:pt x="1" y="49"/>
                  <a:pt x="0" y="49"/>
                </a:cubicBezTo>
                <a:cubicBezTo>
                  <a:pt x="0" y="50"/>
                  <a:pt x="0" y="52"/>
                  <a:pt x="1" y="53"/>
                </a:cubicBezTo>
                <a:cubicBezTo>
                  <a:pt x="6" y="56"/>
                  <a:pt x="13" y="58"/>
                  <a:pt x="20" y="58"/>
                </a:cubicBezTo>
                <a:cubicBezTo>
                  <a:pt x="20" y="58"/>
                  <a:pt x="20" y="58"/>
                  <a:pt x="20" y="58"/>
                </a:cubicBezTo>
                <a:cubicBezTo>
                  <a:pt x="20" y="58"/>
                  <a:pt x="20" y="58"/>
                  <a:pt x="20" y="58"/>
                </a:cubicBezTo>
                <a:cubicBezTo>
                  <a:pt x="22" y="58"/>
                  <a:pt x="22" y="57"/>
                  <a:pt x="22" y="56"/>
                </a:cubicBezTo>
                <a:cubicBezTo>
                  <a:pt x="22" y="55"/>
                  <a:pt x="21" y="54"/>
                  <a:pt x="20" y="54"/>
                </a:cubicBezTo>
                <a:cubicBezTo>
                  <a:pt x="20" y="54"/>
                  <a:pt x="20" y="54"/>
                  <a:pt x="20" y="54"/>
                </a:cubicBezTo>
                <a:cubicBezTo>
                  <a:pt x="20" y="54"/>
                  <a:pt x="20" y="54"/>
                  <a:pt x="20" y="54"/>
                </a:cubicBezTo>
                <a:cubicBezTo>
                  <a:pt x="14" y="54"/>
                  <a:pt x="8" y="52"/>
                  <a:pt x="3" y="49"/>
                </a:cubicBezTo>
                <a:cubicBezTo>
                  <a:pt x="3" y="49"/>
                  <a:pt x="3" y="49"/>
                  <a:pt x="2" y="49"/>
                </a:cubicBezTo>
                <a:moveTo>
                  <a:pt x="70" y="141"/>
                </a:moveTo>
                <a:cubicBezTo>
                  <a:pt x="70" y="139"/>
                  <a:pt x="69" y="137"/>
                  <a:pt x="69" y="135"/>
                </a:cubicBezTo>
                <a:cubicBezTo>
                  <a:pt x="97" y="131"/>
                  <a:pt x="97" y="131"/>
                  <a:pt x="97" y="131"/>
                </a:cubicBezTo>
                <a:cubicBezTo>
                  <a:pt x="98" y="149"/>
                  <a:pt x="98" y="149"/>
                  <a:pt x="98" y="149"/>
                </a:cubicBezTo>
                <a:cubicBezTo>
                  <a:pt x="87" y="150"/>
                  <a:pt x="87" y="150"/>
                  <a:pt x="87" y="150"/>
                </a:cubicBezTo>
                <a:cubicBezTo>
                  <a:pt x="86" y="150"/>
                  <a:pt x="85" y="151"/>
                  <a:pt x="85" y="153"/>
                </a:cubicBezTo>
                <a:cubicBezTo>
                  <a:pt x="85" y="154"/>
                  <a:pt x="86" y="155"/>
                  <a:pt x="87" y="155"/>
                </a:cubicBezTo>
                <a:cubicBezTo>
                  <a:pt x="87" y="155"/>
                  <a:pt x="87" y="155"/>
                  <a:pt x="88" y="155"/>
                </a:cubicBezTo>
                <a:cubicBezTo>
                  <a:pt x="99" y="154"/>
                  <a:pt x="99" y="154"/>
                  <a:pt x="99" y="154"/>
                </a:cubicBezTo>
                <a:cubicBezTo>
                  <a:pt x="99" y="156"/>
                  <a:pt x="99" y="159"/>
                  <a:pt x="98" y="161"/>
                </a:cubicBezTo>
                <a:cubicBezTo>
                  <a:pt x="97" y="163"/>
                  <a:pt x="94" y="165"/>
                  <a:pt x="91" y="166"/>
                </a:cubicBezTo>
                <a:cubicBezTo>
                  <a:pt x="91" y="166"/>
                  <a:pt x="90" y="166"/>
                  <a:pt x="89" y="166"/>
                </a:cubicBezTo>
                <a:cubicBezTo>
                  <a:pt x="87" y="166"/>
                  <a:pt x="85" y="166"/>
                  <a:pt x="83" y="165"/>
                </a:cubicBezTo>
                <a:cubicBezTo>
                  <a:pt x="78" y="163"/>
                  <a:pt x="75" y="158"/>
                  <a:pt x="72" y="152"/>
                </a:cubicBezTo>
                <a:cubicBezTo>
                  <a:pt x="71" y="149"/>
                  <a:pt x="71" y="147"/>
                  <a:pt x="71" y="145"/>
                </a:cubicBezTo>
                <a:cubicBezTo>
                  <a:pt x="79" y="144"/>
                  <a:pt x="79" y="144"/>
                  <a:pt x="79" y="144"/>
                </a:cubicBezTo>
                <a:cubicBezTo>
                  <a:pt x="80" y="144"/>
                  <a:pt x="81" y="142"/>
                  <a:pt x="81" y="141"/>
                </a:cubicBezTo>
                <a:cubicBezTo>
                  <a:pt x="81" y="140"/>
                  <a:pt x="80" y="139"/>
                  <a:pt x="79" y="139"/>
                </a:cubicBezTo>
                <a:cubicBezTo>
                  <a:pt x="79" y="139"/>
                  <a:pt x="79" y="139"/>
                  <a:pt x="79" y="139"/>
                </a:cubicBezTo>
                <a:cubicBezTo>
                  <a:pt x="70" y="141"/>
                  <a:pt x="70" y="141"/>
                  <a:pt x="70" y="141"/>
                </a:cubicBezTo>
                <a:moveTo>
                  <a:pt x="76" y="130"/>
                </a:moveTo>
                <a:cubicBezTo>
                  <a:pt x="75" y="121"/>
                  <a:pt x="74" y="112"/>
                  <a:pt x="72" y="104"/>
                </a:cubicBezTo>
                <a:cubicBezTo>
                  <a:pt x="70" y="90"/>
                  <a:pt x="70" y="90"/>
                  <a:pt x="70" y="90"/>
                </a:cubicBezTo>
                <a:cubicBezTo>
                  <a:pt x="72" y="90"/>
                  <a:pt x="75" y="89"/>
                  <a:pt x="77" y="88"/>
                </a:cubicBezTo>
                <a:cubicBezTo>
                  <a:pt x="79" y="89"/>
                  <a:pt x="82" y="90"/>
                  <a:pt x="84" y="90"/>
                </a:cubicBezTo>
                <a:cubicBezTo>
                  <a:pt x="83" y="103"/>
                  <a:pt x="84" y="116"/>
                  <a:pt x="87" y="128"/>
                </a:cubicBezTo>
                <a:cubicBezTo>
                  <a:pt x="76" y="130"/>
                  <a:pt x="76" y="130"/>
                  <a:pt x="76" y="130"/>
                </a:cubicBezTo>
                <a:moveTo>
                  <a:pt x="64" y="85"/>
                </a:moveTo>
                <a:cubicBezTo>
                  <a:pt x="62" y="84"/>
                  <a:pt x="60" y="82"/>
                  <a:pt x="59" y="80"/>
                </a:cubicBezTo>
                <a:cubicBezTo>
                  <a:pt x="58" y="79"/>
                  <a:pt x="58" y="77"/>
                  <a:pt x="58" y="76"/>
                </a:cubicBezTo>
                <a:cubicBezTo>
                  <a:pt x="59" y="75"/>
                  <a:pt x="59" y="75"/>
                  <a:pt x="59" y="75"/>
                </a:cubicBezTo>
                <a:cubicBezTo>
                  <a:pt x="59" y="75"/>
                  <a:pt x="59" y="75"/>
                  <a:pt x="59" y="75"/>
                </a:cubicBezTo>
                <a:cubicBezTo>
                  <a:pt x="60" y="75"/>
                  <a:pt x="60" y="75"/>
                  <a:pt x="60" y="75"/>
                </a:cubicBezTo>
                <a:cubicBezTo>
                  <a:pt x="60" y="75"/>
                  <a:pt x="61" y="75"/>
                  <a:pt x="62" y="76"/>
                </a:cubicBezTo>
                <a:cubicBezTo>
                  <a:pt x="63" y="78"/>
                  <a:pt x="63" y="79"/>
                  <a:pt x="63" y="81"/>
                </a:cubicBezTo>
                <a:cubicBezTo>
                  <a:pt x="64" y="85"/>
                  <a:pt x="64" y="85"/>
                  <a:pt x="64" y="85"/>
                </a:cubicBezTo>
                <a:moveTo>
                  <a:pt x="77" y="83"/>
                </a:moveTo>
                <a:cubicBezTo>
                  <a:pt x="77" y="82"/>
                  <a:pt x="77" y="82"/>
                  <a:pt x="77" y="82"/>
                </a:cubicBezTo>
                <a:cubicBezTo>
                  <a:pt x="75" y="81"/>
                  <a:pt x="74" y="79"/>
                  <a:pt x="74" y="77"/>
                </a:cubicBezTo>
                <a:cubicBezTo>
                  <a:pt x="74" y="76"/>
                  <a:pt x="75" y="75"/>
                  <a:pt x="76" y="75"/>
                </a:cubicBezTo>
                <a:cubicBezTo>
                  <a:pt x="76" y="74"/>
                  <a:pt x="76" y="74"/>
                  <a:pt x="77" y="74"/>
                </a:cubicBezTo>
                <a:cubicBezTo>
                  <a:pt x="77" y="74"/>
                  <a:pt x="77" y="74"/>
                  <a:pt x="77" y="74"/>
                </a:cubicBezTo>
                <a:cubicBezTo>
                  <a:pt x="78" y="74"/>
                  <a:pt x="79" y="76"/>
                  <a:pt x="79" y="77"/>
                </a:cubicBezTo>
                <a:cubicBezTo>
                  <a:pt x="80" y="79"/>
                  <a:pt x="79" y="81"/>
                  <a:pt x="78" y="81"/>
                </a:cubicBezTo>
                <a:cubicBezTo>
                  <a:pt x="78" y="82"/>
                  <a:pt x="77" y="82"/>
                  <a:pt x="77" y="83"/>
                </a:cubicBezTo>
                <a:moveTo>
                  <a:pt x="89" y="85"/>
                </a:moveTo>
                <a:cubicBezTo>
                  <a:pt x="90" y="81"/>
                  <a:pt x="90" y="78"/>
                  <a:pt x="91" y="75"/>
                </a:cubicBezTo>
                <a:cubicBezTo>
                  <a:pt x="91" y="73"/>
                  <a:pt x="92" y="70"/>
                  <a:pt x="94" y="70"/>
                </a:cubicBezTo>
                <a:cubicBezTo>
                  <a:pt x="94" y="70"/>
                  <a:pt x="94" y="70"/>
                  <a:pt x="94" y="70"/>
                </a:cubicBezTo>
                <a:cubicBezTo>
                  <a:pt x="94" y="70"/>
                  <a:pt x="94" y="70"/>
                  <a:pt x="94" y="70"/>
                </a:cubicBezTo>
                <a:cubicBezTo>
                  <a:pt x="94" y="70"/>
                  <a:pt x="95" y="70"/>
                  <a:pt x="95" y="70"/>
                </a:cubicBezTo>
                <a:cubicBezTo>
                  <a:pt x="96" y="71"/>
                  <a:pt x="97" y="73"/>
                  <a:pt x="97" y="74"/>
                </a:cubicBezTo>
                <a:cubicBezTo>
                  <a:pt x="97" y="79"/>
                  <a:pt x="93" y="83"/>
                  <a:pt x="89" y="85"/>
                </a:cubicBezTo>
                <a:moveTo>
                  <a:pt x="64" y="132"/>
                </a:moveTo>
                <a:cubicBezTo>
                  <a:pt x="64" y="131"/>
                  <a:pt x="63" y="131"/>
                  <a:pt x="63" y="131"/>
                </a:cubicBezTo>
                <a:cubicBezTo>
                  <a:pt x="62" y="130"/>
                  <a:pt x="62" y="129"/>
                  <a:pt x="62" y="127"/>
                </a:cubicBezTo>
                <a:cubicBezTo>
                  <a:pt x="61" y="126"/>
                  <a:pt x="61" y="126"/>
                  <a:pt x="60" y="125"/>
                </a:cubicBezTo>
                <a:cubicBezTo>
                  <a:pt x="58" y="120"/>
                  <a:pt x="55" y="118"/>
                  <a:pt x="51" y="115"/>
                </a:cubicBezTo>
                <a:cubicBezTo>
                  <a:pt x="50" y="115"/>
                  <a:pt x="49" y="114"/>
                  <a:pt x="48" y="113"/>
                </a:cubicBezTo>
                <a:cubicBezTo>
                  <a:pt x="35" y="103"/>
                  <a:pt x="29" y="84"/>
                  <a:pt x="33" y="68"/>
                </a:cubicBezTo>
                <a:cubicBezTo>
                  <a:pt x="35" y="60"/>
                  <a:pt x="40" y="54"/>
                  <a:pt x="45" y="48"/>
                </a:cubicBezTo>
                <a:cubicBezTo>
                  <a:pt x="52" y="41"/>
                  <a:pt x="61" y="36"/>
                  <a:pt x="71" y="35"/>
                </a:cubicBezTo>
                <a:cubicBezTo>
                  <a:pt x="73" y="34"/>
                  <a:pt x="75" y="34"/>
                  <a:pt x="76" y="34"/>
                </a:cubicBezTo>
                <a:cubicBezTo>
                  <a:pt x="79" y="34"/>
                  <a:pt x="81" y="34"/>
                  <a:pt x="83" y="35"/>
                </a:cubicBezTo>
                <a:cubicBezTo>
                  <a:pt x="96" y="37"/>
                  <a:pt x="108" y="46"/>
                  <a:pt x="114" y="59"/>
                </a:cubicBezTo>
                <a:cubicBezTo>
                  <a:pt x="120" y="72"/>
                  <a:pt x="118" y="90"/>
                  <a:pt x="109" y="105"/>
                </a:cubicBezTo>
                <a:cubicBezTo>
                  <a:pt x="108" y="106"/>
                  <a:pt x="108" y="107"/>
                  <a:pt x="107" y="108"/>
                </a:cubicBezTo>
                <a:cubicBezTo>
                  <a:pt x="106" y="110"/>
                  <a:pt x="104" y="113"/>
                  <a:pt x="103" y="115"/>
                </a:cubicBezTo>
                <a:cubicBezTo>
                  <a:pt x="101" y="118"/>
                  <a:pt x="100" y="122"/>
                  <a:pt x="101" y="126"/>
                </a:cubicBezTo>
                <a:cubicBezTo>
                  <a:pt x="100" y="126"/>
                  <a:pt x="100" y="126"/>
                  <a:pt x="100" y="126"/>
                </a:cubicBezTo>
                <a:cubicBezTo>
                  <a:pt x="100" y="126"/>
                  <a:pt x="99" y="126"/>
                  <a:pt x="99" y="126"/>
                </a:cubicBezTo>
                <a:cubicBezTo>
                  <a:pt x="98" y="126"/>
                  <a:pt x="98" y="126"/>
                  <a:pt x="98" y="126"/>
                </a:cubicBezTo>
                <a:cubicBezTo>
                  <a:pt x="98" y="126"/>
                  <a:pt x="97" y="126"/>
                  <a:pt x="97" y="127"/>
                </a:cubicBezTo>
                <a:cubicBezTo>
                  <a:pt x="91" y="127"/>
                  <a:pt x="91" y="127"/>
                  <a:pt x="91" y="127"/>
                </a:cubicBezTo>
                <a:cubicBezTo>
                  <a:pt x="89" y="115"/>
                  <a:pt x="88" y="102"/>
                  <a:pt x="89" y="90"/>
                </a:cubicBezTo>
                <a:cubicBezTo>
                  <a:pt x="90" y="90"/>
                  <a:pt x="90" y="89"/>
                  <a:pt x="91" y="89"/>
                </a:cubicBezTo>
                <a:cubicBezTo>
                  <a:pt x="97" y="87"/>
                  <a:pt x="101" y="81"/>
                  <a:pt x="101" y="75"/>
                </a:cubicBezTo>
                <a:cubicBezTo>
                  <a:pt x="101" y="72"/>
                  <a:pt x="100" y="69"/>
                  <a:pt x="98" y="67"/>
                </a:cubicBezTo>
                <a:cubicBezTo>
                  <a:pt x="97" y="66"/>
                  <a:pt x="95" y="65"/>
                  <a:pt x="94" y="65"/>
                </a:cubicBezTo>
                <a:cubicBezTo>
                  <a:pt x="94" y="65"/>
                  <a:pt x="93" y="65"/>
                  <a:pt x="93" y="65"/>
                </a:cubicBezTo>
                <a:cubicBezTo>
                  <a:pt x="91" y="66"/>
                  <a:pt x="88" y="67"/>
                  <a:pt x="87" y="74"/>
                </a:cubicBezTo>
                <a:cubicBezTo>
                  <a:pt x="86" y="78"/>
                  <a:pt x="85" y="82"/>
                  <a:pt x="85" y="86"/>
                </a:cubicBezTo>
                <a:cubicBezTo>
                  <a:pt x="83" y="86"/>
                  <a:pt x="82" y="85"/>
                  <a:pt x="81" y="85"/>
                </a:cubicBezTo>
                <a:cubicBezTo>
                  <a:pt x="81" y="84"/>
                  <a:pt x="81" y="84"/>
                  <a:pt x="81" y="84"/>
                </a:cubicBezTo>
                <a:cubicBezTo>
                  <a:pt x="83" y="82"/>
                  <a:pt x="84" y="79"/>
                  <a:pt x="84" y="76"/>
                </a:cubicBezTo>
                <a:cubicBezTo>
                  <a:pt x="83" y="73"/>
                  <a:pt x="81" y="70"/>
                  <a:pt x="78" y="70"/>
                </a:cubicBezTo>
                <a:cubicBezTo>
                  <a:pt x="78" y="70"/>
                  <a:pt x="77" y="70"/>
                  <a:pt x="77" y="70"/>
                </a:cubicBezTo>
                <a:cubicBezTo>
                  <a:pt x="76" y="70"/>
                  <a:pt x="74" y="70"/>
                  <a:pt x="73" y="71"/>
                </a:cubicBezTo>
                <a:cubicBezTo>
                  <a:pt x="71" y="72"/>
                  <a:pt x="70" y="74"/>
                  <a:pt x="70" y="76"/>
                </a:cubicBezTo>
                <a:cubicBezTo>
                  <a:pt x="70" y="79"/>
                  <a:pt x="71" y="82"/>
                  <a:pt x="73" y="85"/>
                </a:cubicBezTo>
                <a:cubicBezTo>
                  <a:pt x="72" y="86"/>
                  <a:pt x="70" y="86"/>
                  <a:pt x="69" y="86"/>
                </a:cubicBezTo>
                <a:cubicBezTo>
                  <a:pt x="68" y="80"/>
                  <a:pt x="68" y="80"/>
                  <a:pt x="68" y="80"/>
                </a:cubicBezTo>
                <a:cubicBezTo>
                  <a:pt x="68" y="78"/>
                  <a:pt x="67" y="76"/>
                  <a:pt x="65" y="74"/>
                </a:cubicBezTo>
                <a:cubicBezTo>
                  <a:pt x="64" y="72"/>
                  <a:pt x="62" y="70"/>
                  <a:pt x="60" y="70"/>
                </a:cubicBezTo>
                <a:cubicBezTo>
                  <a:pt x="59" y="70"/>
                  <a:pt x="58" y="71"/>
                  <a:pt x="57" y="71"/>
                </a:cubicBezTo>
                <a:cubicBezTo>
                  <a:pt x="56" y="72"/>
                  <a:pt x="55" y="73"/>
                  <a:pt x="54" y="74"/>
                </a:cubicBezTo>
                <a:cubicBezTo>
                  <a:pt x="53" y="77"/>
                  <a:pt x="54" y="80"/>
                  <a:pt x="55" y="82"/>
                </a:cubicBezTo>
                <a:cubicBezTo>
                  <a:pt x="57" y="86"/>
                  <a:pt x="61" y="89"/>
                  <a:pt x="65" y="90"/>
                </a:cubicBezTo>
                <a:cubicBezTo>
                  <a:pt x="68" y="105"/>
                  <a:pt x="68" y="105"/>
                  <a:pt x="68" y="105"/>
                </a:cubicBezTo>
                <a:cubicBezTo>
                  <a:pt x="69" y="113"/>
                  <a:pt x="71" y="122"/>
                  <a:pt x="71" y="131"/>
                </a:cubicBezTo>
                <a:cubicBezTo>
                  <a:pt x="69" y="131"/>
                  <a:pt x="69" y="131"/>
                  <a:pt x="69" y="131"/>
                </a:cubicBezTo>
                <a:cubicBezTo>
                  <a:pt x="68" y="131"/>
                  <a:pt x="68" y="131"/>
                  <a:pt x="68" y="131"/>
                </a:cubicBezTo>
                <a:cubicBezTo>
                  <a:pt x="67" y="131"/>
                  <a:pt x="67" y="131"/>
                  <a:pt x="66" y="131"/>
                </a:cubicBezTo>
                <a:cubicBezTo>
                  <a:pt x="65" y="131"/>
                  <a:pt x="65" y="131"/>
                  <a:pt x="65" y="131"/>
                </a:cubicBezTo>
                <a:cubicBezTo>
                  <a:pt x="64" y="132"/>
                  <a:pt x="64" y="132"/>
                  <a:pt x="64" y="132"/>
                </a:cubicBezTo>
                <a:moveTo>
                  <a:pt x="77" y="30"/>
                </a:moveTo>
                <a:cubicBezTo>
                  <a:pt x="64" y="30"/>
                  <a:pt x="51" y="35"/>
                  <a:pt x="42" y="45"/>
                </a:cubicBezTo>
                <a:cubicBezTo>
                  <a:pt x="37" y="51"/>
                  <a:pt x="31" y="58"/>
                  <a:pt x="29" y="67"/>
                </a:cubicBezTo>
                <a:cubicBezTo>
                  <a:pt x="24" y="85"/>
                  <a:pt x="31" y="105"/>
                  <a:pt x="46" y="117"/>
                </a:cubicBezTo>
                <a:cubicBezTo>
                  <a:pt x="46" y="117"/>
                  <a:pt x="47" y="118"/>
                  <a:pt x="48" y="119"/>
                </a:cubicBezTo>
                <a:cubicBezTo>
                  <a:pt x="52" y="121"/>
                  <a:pt x="55" y="123"/>
                  <a:pt x="56" y="127"/>
                </a:cubicBezTo>
                <a:cubicBezTo>
                  <a:pt x="57" y="127"/>
                  <a:pt x="57" y="128"/>
                  <a:pt x="57" y="129"/>
                </a:cubicBezTo>
                <a:cubicBezTo>
                  <a:pt x="58" y="130"/>
                  <a:pt x="59" y="132"/>
                  <a:pt x="60" y="134"/>
                </a:cubicBezTo>
                <a:cubicBezTo>
                  <a:pt x="61" y="135"/>
                  <a:pt x="63" y="136"/>
                  <a:pt x="65" y="136"/>
                </a:cubicBezTo>
                <a:cubicBezTo>
                  <a:pt x="65" y="138"/>
                  <a:pt x="65" y="140"/>
                  <a:pt x="65" y="141"/>
                </a:cubicBezTo>
                <a:cubicBezTo>
                  <a:pt x="65" y="142"/>
                  <a:pt x="64" y="143"/>
                  <a:pt x="64" y="144"/>
                </a:cubicBezTo>
                <a:cubicBezTo>
                  <a:pt x="65" y="144"/>
                  <a:pt x="65" y="145"/>
                  <a:pt x="66" y="145"/>
                </a:cubicBezTo>
                <a:cubicBezTo>
                  <a:pt x="67" y="148"/>
                  <a:pt x="67" y="151"/>
                  <a:pt x="68" y="153"/>
                </a:cubicBezTo>
                <a:cubicBezTo>
                  <a:pt x="71" y="161"/>
                  <a:pt x="75" y="166"/>
                  <a:pt x="81" y="169"/>
                </a:cubicBezTo>
                <a:cubicBezTo>
                  <a:pt x="84" y="170"/>
                  <a:pt x="86" y="170"/>
                  <a:pt x="89" y="170"/>
                </a:cubicBezTo>
                <a:cubicBezTo>
                  <a:pt x="90" y="170"/>
                  <a:pt x="90" y="170"/>
                  <a:pt x="91" y="170"/>
                </a:cubicBezTo>
                <a:cubicBezTo>
                  <a:pt x="92" y="170"/>
                  <a:pt x="92" y="170"/>
                  <a:pt x="93" y="170"/>
                </a:cubicBezTo>
                <a:cubicBezTo>
                  <a:pt x="97" y="169"/>
                  <a:pt x="100" y="166"/>
                  <a:pt x="102" y="163"/>
                </a:cubicBezTo>
                <a:cubicBezTo>
                  <a:pt x="103" y="160"/>
                  <a:pt x="103" y="156"/>
                  <a:pt x="103" y="153"/>
                </a:cubicBezTo>
                <a:cubicBezTo>
                  <a:pt x="104" y="152"/>
                  <a:pt x="104" y="152"/>
                  <a:pt x="104" y="151"/>
                </a:cubicBezTo>
                <a:cubicBezTo>
                  <a:pt x="104" y="150"/>
                  <a:pt x="103" y="150"/>
                  <a:pt x="103" y="149"/>
                </a:cubicBezTo>
                <a:cubicBezTo>
                  <a:pt x="101" y="131"/>
                  <a:pt x="101" y="131"/>
                  <a:pt x="101" y="131"/>
                </a:cubicBezTo>
                <a:cubicBezTo>
                  <a:pt x="104" y="130"/>
                  <a:pt x="104" y="130"/>
                  <a:pt x="104" y="130"/>
                </a:cubicBezTo>
                <a:cubicBezTo>
                  <a:pt x="104" y="130"/>
                  <a:pt x="105" y="130"/>
                  <a:pt x="105" y="129"/>
                </a:cubicBezTo>
                <a:cubicBezTo>
                  <a:pt x="106" y="129"/>
                  <a:pt x="106" y="128"/>
                  <a:pt x="105" y="127"/>
                </a:cubicBezTo>
                <a:cubicBezTo>
                  <a:pt x="104" y="124"/>
                  <a:pt x="106" y="120"/>
                  <a:pt x="107" y="117"/>
                </a:cubicBezTo>
                <a:cubicBezTo>
                  <a:pt x="108" y="115"/>
                  <a:pt x="109" y="113"/>
                  <a:pt x="111" y="110"/>
                </a:cubicBezTo>
                <a:cubicBezTo>
                  <a:pt x="112" y="109"/>
                  <a:pt x="112" y="108"/>
                  <a:pt x="113" y="107"/>
                </a:cubicBezTo>
                <a:cubicBezTo>
                  <a:pt x="123" y="91"/>
                  <a:pt x="125" y="72"/>
                  <a:pt x="118" y="57"/>
                </a:cubicBezTo>
                <a:cubicBezTo>
                  <a:pt x="112" y="43"/>
                  <a:pt x="98" y="33"/>
                  <a:pt x="83" y="30"/>
                </a:cubicBezTo>
                <a:cubicBezTo>
                  <a:pt x="81" y="30"/>
                  <a:pt x="79" y="30"/>
                  <a:pt x="77" y="30"/>
                </a:cubicBezTo>
                <a:moveTo>
                  <a:pt x="132" y="28"/>
                </a:moveTo>
                <a:cubicBezTo>
                  <a:pt x="132" y="28"/>
                  <a:pt x="131" y="28"/>
                  <a:pt x="131" y="28"/>
                </a:cubicBezTo>
                <a:cubicBezTo>
                  <a:pt x="125" y="31"/>
                  <a:pt x="120" y="36"/>
                  <a:pt x="116" y="41"/>
                </a:cubicBezTo>
                <a:cubicBezTo>
                  <a:pt x="116" y="41"/>
                  <a:pt x="116" y="43"/>
                  <a:pt x="117" y="44"/>
                </a:cubicBezTo>
                <a:cubicBezTo>
                  <a:pt x="117" y="44"/>
                  <a:pt x="118" y="44"/>
                  <a:pt x="118" y="44"/>
                </a:cubicBezTo>
                <a:cubicBezTo>
                  <a:pt x="118" y="44"/>
                  <a:pt x="118" y="44"/>
                  <a:pt x="118" y="44"/>
                </a:cubicBezTo>
                <a:cubicBezTo>
                  <a:pt x="119" y="44"/>
                  <a:pt x="119" y="44"/>
                  <a:pt x="120" y="43"/>
                </a:cubicBezTo>
                <a:cubicBezTo>
                  <a:pt x="124" y="39"/>
                  <a:pt x="128" y="35"/>
                  <a:pt x="133" y="32"/>
                </a:cubicBezTo>
                <a:cubicBezTo>
                  <a:pt x="134" y="31"/>
                  <a:pt x="135" y="30"/>
                  <a:pt x="134" y="29"/>
                </a:cubicBezTo>
                <a:cubicBezTo>
                  <a:pt x="134" y="28"/>
                  <a:pt x="133" y="28"/>
                  <a:pt x="132" y="28"/>
                </a:cubicBezTo>
                <a:moveTo>
                  <a:pt x="64" y="0"/>
                </a:moveTo>
                <a:cubicBezTo>
                  <a:pt x="64" y="0"/>
                  <a:pt x="64" y="0"/>
                  <a:pt x="64" y="0"/>
                </a:cubicBezTo>
                <a:cubicBezTo>
                  <a:pt x="62" y="0"/>
                  <a:pt x="61" y="1"/>
                  <a:pt x="62" y="3"/>
                </a:cubicBezTo>
                <a:cubicBezTo>
                  <a:pt x="63" y="21"/>
                  <a:pt x="63" y="21"/>
                  <a:pt x="63" y="21"/>
                </a:cubicBezTo>
                <a:cubicBezTo>
                  <a:pt x="64" y="22"/>
                  <a:pt x="65" y="23"/>
                  <a:pt x="66" y="23"/>
                </a:cubicBezTo>
                <a:cubicBezTo>
                  <a:pt x="66" y="23"/>
                  <a:pt x="66" y="23"/>
                  <a:pt x="66" y="23"/>
                </a:cubicBezTo>
                <a:cubicBezTo>
                  <a:pt x="66" y="23"/>
                  <a:pt x="66" y="23"/>
                  <a:pt x="66" y="23"/>
                </a:cubicBezTo>
                <a:cubicBezTo>
                  <a:pt x="67" y="23"/>
                  <a:pt x="68" y="22"/>
                  <a:pt x="68" y="20"/>
                </a:cubicBezTo>
                <a:cubicBezTo>
                  <a:pt x="66" y="2"/>
                  <a:pt x="66" y="2"/>
                  <a:pt x="66" y="2"/>
                </a:cubicBezTo>
                <a:cubicBezTo>
                  <a:pt x="66" y="1"/>
                  <a:pt x="65" y="0"/>
                  <a:pt x="64"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7" name="Freeform 121">
            <a:extLst>
              <a:ext uri="{FF2B5EF4-FFF2-40B4-BE49-F238E27FC236}">
                <a16:creationId xmlns:a16="http://schemas.microsoft.com/office/drawing/2014/main" id="{382A27D1-F694-43EB-821C-742DB95B3FB1}"/>
              </a:ext>
            </a:extLst>
          </p:cNvPr>
          <p:cNvSpPr>
            <a:spLocks noEditPoints="1"/>
          </p:cNvSpPr>
          <p:nvPr/>
        </p:nvSpPr>
        <p:spPr bwMode="auto">
          <a:xfrm>
            <a:off x="9818688" y="3168650"/>
            <a:ext cx="666750" cy="412750"/>
          </a:xfrm>
          <a:custGeom>
            <a:avLst/>
            <a:gdLst>
              <a:gd name="T0" fmla="*/ 79 w 186"/>
              <a:gd name="T1" fmla="*/ 67 h 115"/>
              <a:gd name="T2" fmla="*/ 75 w 186"/>
              <a:gd name="T3" fmla="*/ 57 h 115"/>
              <a:gd name="T4" fmla="*/ 76 w 186"/>
              <a:gd name="T5" fmla="*/ 48 h 115"/>
              <a:gd name="T6" fmla="*/ 80 w 186"/>
              <a:gd name="T7" fmla="*/ 41 h 115"/>
              <a:gd name="T8" fmla="*/ 76 w 186"/>
              <a:gd name="T9" fmla="*/ 45 h 115"/>
              <a:gd name="T10" fmla="*/ 73 w 186"/>
              <a:gd name="T11" fmla="*/ 60 h 115"/>
              <a:gd name="T12" fmla="*/ 69 w 186"/>
              <a:gd name="T13" fmla="*/ 72 h 115"/>
              <a:gd name="T14" fmla="*/ 61 w 186"/>
              <a:gd name="T15" fmla="*/ 66 h 115"/>
              <a:gd name="T16" fmla="*/ 68 w 186"/>
              <a:gd name="T17" fmla="*/ 75 h 115"/>
              <a:gd name="T18" fmla="*/ 68 w 186"/>
              <a:gd name="T19" fmla="*/ 80 h 115"/>
              <a:gd name="T20" fmla="*/ 72 w 186"/>
              <a:gd name="T21" fmla="*/ 76 h 115"/>
              <a:gd name="T22" fmla="*/ 82 w 186"/>
              <a:gd name="T23" fmla="*/ 67 h 115"/>
              <a:gd name="T24" fmla="*/ 83 w 186"/>
              <a:gd name="T25" fmla="*/ 53 h 115"/>
              <a:gd name="T26" fmla="*/ 86 w 186"/>
              <a:gd name="T27" fmla="*/ 50 h 115"/>
              <a:gd name="T28" fmla="*/ 81 w 186"/>
              <a:gd name="T29" fmla="*/ 41 h 115"/>
              <a:gd name="T30" fmla="*/ 72 w 186"/>
              <a:gd name="T31" fmla="*/ 83 h 115"/>
              <a:gd name="T32" fmla="*/ 55 w 186"/>
              <a:gd name="T33" fmla="*/ 48 h 115"/>
              <a:gd name="T34" fmla="*/ 80 w 186"/>
              <a:gd name="T35" fmla="*/ 35 h 115"/>
              <a:gd name="T36" fmla="*/ 100 w 186"/>
              <a:gd name="T37" fmla="*/ 58 h 115"/>
              <a:gd name="T38" fmla="*/ 78 w 186"/>
              <a:gd name="T39" fmla="*/ 83 h 115"/>
              <a:gd name="T40" fmla="*/ 52 w 186"/>
              <a:gd name="T41" fmla="*/ 46 h 115"/>
              <a:gd name="T42" fmla="*/ 60 w 186"/>
              <a:gd name="T43" fmla="*/ 84 h 115"/>
              <a:gd name="T44" fmla="*/ 87 w 186"/>
              <a:gd name="T45" fmla="*/ 85 h 115"/>
              <a:gd name="T46" fmla="*/ 97 w 186"/>
              <a:gd name="T47" fmla="*/ 40 h 115"/>
              <a:gd name="T48" fmla="*/ 163 w 186"/>
              <a:gd name="T49" fmla="*/ 102 h 115"/>
              <a:gd name="T50" fmla="*/ 169 w 186"/>
              <a:gd name="T51" fmla="*/ 41 h 115"/>
              <a:gd name="T52" fmla="*/ 167 w 186"/>
              <a:gd name="T53" fmla="*/ 95 h 115"/>
              <a:gd name="T54" fmla="*/ 128 w 186"/>
              <a:gd name="T55" fmla="*/ 109 h 115"/>
              <a:gd name="T56" fmla="*/ 147 w 186"/>
              <a:gd name="T57" fmla="*/ 52 h 115"/>
              <a:gd name="T58" fmla="*/ 151 w 186"/>
              <a:gd name="T59" fmla="*/ 52 h 115"/>
              <a:gd name="T60" fmla="*/ 27 w 186"/>
              <a:gd name="T61" fmla="*/ 10 h 115"/>
              <a:gd name="T62" fmla="*/ 135 w 186"/>
              <a:gd name="T63" fmla="*/ 108 h 115"/>
              <a:gd name="T64" fmla="*/ 139 w 186"/>
              <a:gd name="T65" fmla="*/ 109 h 115"/>
              <a:gd name="T66" fmla="*/ 35 w 186"/>
              <a:gd name="T67" fmla="*/ 8 h 115"/>
              <a:gd name="T68" fmla="*/ 157 w 186"/>
              <a:gd name="T69" fmla="*/ 44 h 115"/>
              <a:gd name="T70" fmla="*/ 158 w 186"/>
              <a:gd name="T71" fmla="*/ 66 h 115"/>
              <a:gd name="T72" fmla="*/ 139 w 186"/>
              <a:gd name="T73" fmla="*/ 109 h 115"/>
              <a:gd name="T74" fmla="*/ 165 w 186"/>
              <a:gd name="T75" fmla="*/ 53 h 115"/>
              <a:gd name="T76" fmla="*/ 44 w 186"/>
              <a:gd name="T77" fmla="*/ 5 h 115"/>
              <a:gd name="T78" fmla="*/ 172 w 186"/>
              <a:gd name="T79" fmla="*/ 47 h 115"/>
              <a:gd name="T80" fmla="*/ 158 w 186"/>
              <a:gd name="T81" fmla="*/ 104 h 115"/>
              <a:gd name="T82" fmla="*/ 56 w 186"/>
              <a:gd name="T83" fmla="*/ 3 h 115"/>
              <a:gd name="T84" fmla="*/ 53 w 186"/>
              <a:gd name="T85" fmla="*/ 0 h 115"/>
              <a:gd name="T86" fmla="*/ 44 w 186"/>
              <a:gd name="T87" fmla="*/ 0 h 115"/>
              <a:gd name="T88" fmla="*/ 42 w 186"/>
              <a:gd name="T89" fmla="*/ 2 h 115"/>
              <a:gd name="T90" fmla="*/ 37 w 186"/>
              <a:gd name="T91" fmla="*/ 3 h 115"/>
              <a:gd name="T92" fmla="*/ 29 w 186"/>
              <a:gd name="T93" fmla="*/ 6 h 115"/>
              <a:gd name="T94" fmla="*/ 26 w 186"/>
              <a:gd name="T95" fmla="*/ 7 h 115"/>
              <a:gd name="T96" fmla="*/ 20 w 186"/>
              <a:gd name="T97" fmla="*/ 7 h 115"/>
              <a:gd name="T98" fmla="*/ 0 w 186"/>
              <a:gd name="T99" fmla="*/ 66 h 115"/>
              <a:gd name="T100" fmla="*/ 127 w 186"/>
              <a:gd name="T101" fmla="*/ 112 h 115"/>
              <a:gd name="T102" fmla="*/ 129 w 186"/>
              <a:gd name="T103" fmla="*/ 115 h 115"/>
              <a:gd name="T104" fmla="*/ 165 w 186"/>
              <a:gd name="T105" fmla="*/ 105 h 115"/>
              <a:gd name="T106" fmla="*/ 184 w 186"/>
              <a:gd name="T107" fmla="*/ 4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115">
                <a:moveTo>
                  <a:pt x="73" y="72"/>
                </a:moveTo>
                <a:cubicBezTo>
                  <a:pt x="75" y="70"/>
                  <a:pt x="76" y="67"/>
                  <a:pt x="77" y="64"/>
                </a:cubicBezTo>
                <a:cubicBezTo>
                  <a:pt x="78" y="65"/>
                  <a:pt x="79" y="66"/>
                  <a:pt x="79" y="67"/>
                </a:cubicBezTo>
                <a:cubicBezTo>
                  <a:pt x="79" y="69"/>
                  <a:pt x="78" y="71"/>
                  <a:pt x="76" y="72"/>
                </a:cubicBezTo>
                <a:cubicBezTo>
                  <a:pt x="75" y="72"/>
                  <a:pt x="74" y="72"/>
                  <a:pt x="73" y="72"/>
                </a:cubicBezTo>
                <a:moveTo>
                  <a:pt x="75" y="57"/>
                </a:moveTo>
                <a:cubicBezTo>
                  <a:pt x="74" y="56"/>
                  <a:pt x="73" y="54"/>
                  <a:pt x="73" y="53"/>
                </a:cubicBezTo>
                <a:cubicBezTo>
                  <a:pt x="72" y="51"/>
                  <a:pt x="73" y="50"/>
                  <a:pt x="74" y="49"/>
                </a:cubicBezTo>
                <a:cubicBezTo>
                  <a:pt x="74" y="48"/>
                  <a:pt x="75" y="48"/>
                  <a:pt x="76" y="48"/>
                </a:cubicBezTo>
                <a:cubicBezTo>
                  <a:pt x="76" y="48"/>
                  <a:pt x="77" y="48"/>
                  <a:pt x="77" y="48"/>
                </a:cubicBezTo>
                <a:cubicBezTo>
                  <a:pt x="77" y="51"/>
                  <a:pt x="76" y="54"/>
                  <a:pt x="75" y="57"/>
                </a:cubicBezTo>
                <a:moveTo>
                  <a:pt x="80" y="41"/>
                </a:moveTo>
                <a:cubicBezTo>
                  <a:pt x="80" y="41"/>
                  <a:pt x="79" y="42"/>
                  <a:pt x="79" y="43"/>
                </a:cubicBezTo>
                <a:cubicBezTo>
                  <a:pt x="78" y="43"/>
                  <a:pt x="78" y="44"/>
                  <a:pt x="78" y="45"/>
                </a:cubicBezTo>
                <a:cubicBezTo>
                  <a:pt x="77" y="45"/>
                  <a:pt x="77" y="45"/>
                  <a:pt x="76" y="45"/>
                </a:cubicBezTo>
                <a:cubicBezTo>
                  <a:pt x="74" y="45"/>
                  <a:pt x="73" y="45"/>
                  <a:pt x="72" y="46"/>
                </a:cubicBezTo>
                <a:cubicBezTo>
                  <a:pt x="69" y="48"/>
                  <a:pt x="68" y="51"/>
                  <a:pt x="69" y="54"/>
                </a:cubicBezTo>
                <a:cubicBezTo>
                  <a:pt x="70" y="56"/>
                  <a:pt x="71" y="58"/>
                  <a:pt x="73" y="60"/>
                </a:cubicBezTo>
                <a:cubicBezTo>
                  <a:pt x="74" y="61"/>
                  <a:pt x="74" y="61"/>
                  <a:pt x="74" y="61"/>
                </a:cubicBezTo>
                <a:cubicBezTo>
                  <a:pt x="73" y="65"/>
                  <a:pt x="71" y="68"/>
                  <a:pt x="70" y="72"/>
                </a:cubicBezTo>
                <a:cubicBezTo>
                  <a:pt x="69" y="72"/>
                  <a:pt x="69" y="72"/>
                  <a:pt x="69" y="72"/>
                </a:cubicBezTo>
                <a:cubicBezTo>
                  <a:pt x="67" y="71"/>
                  <a:pt x="66" y="69"/>
                  <a:pt x="64" y="67"/>
                </a:cubicBezTo>
                <a:cubicBezTo>
                  <a:pt x="64" y="66"/>
                  <a:pt x="63" y="66"/>
                  <a:pt x="63" y="66"/>
                </a:cubicBezTo>
                <a:cubicBezTo>
                  <a:pt x="62" y="66"/>
                  <a:pt x="62" y="66"/>
                  <a:pt x="61" y="66"/>
                </a:cubicBezTo>
                <a:cubicBezTo>
                  <a:pt x="61" y="67"/>
                  <a:pt x="60" y="68"/>
                  <a:pt x="61" y="69"/>
                </a:cubicBezTo>
                <a:cubicBezTo>
                  <a:pt x="63" y="72"/>
                  <a:pt x="65" y="74"/>
                  <a:pt x="68" y="75"/>
                </a:cubicBezTo>
                <a:cubicBezTo>
                  <a:pt x="68" y="75"/>
                  <a:pt x="68" y="75"/>
                  <a:pt x="68" y="75"/>
                </a:cubicBezTo>
                <a:cubicBezTo>
                  <a:pt x="68" y="76"/>
                  <a:pt x="68" y="76"/>
                  <a:pt x="67" y="77"/>
                </a:cubicBezTo>
                <a:cubicBezTo>
                  <a:pt x="67" y="78"/>
                  <a:pt x="67" y="79"/>
                  <a:pt x="68" y="80"/>
                </a:cubicBezTo>
                <a:cubicBezTo>
                  <a:pt x="68" y="80"/>
                  <a:pt x="68" y="80"/>
                  <a:pt x="68" y="80"/>
                </a:cubicBezTo>
                <a:cubicBezTo>
                  <a:pt x="68" y="80"/>
                  <a:pt x="69" y="80"/>
                  <a:pt x="69" y="80"/>
                </a:cubicBezTo>
                <a:cubicBezTo>
                  <a:pt x="69" y="80"/>
                  <a:pt x="70" y="79"/>
                  <a:pt x="70" y="79"/>
                </a:cubicBezTo>
                <a:cubicBezTo>
                  <a:pt x="71" y="78"/>
                  <a:pt x="71" y="77"/>
                  <a:pt x="72" y="76"/>
                </a:cubicBezTo>
                <a:cubicBezTo>
                  <a:pt x="72" y="76"/>
                  <a:pt x="73" y="76"/>
                  <a:pt x="73" y="76"/>
                </a:cubicBezTo>
                <a:cubicBezTo>
                  <a:pt x="75" y="76"/>
                  <a:pt x="76" y="76"/>
                  <a:pt x="77" y="75"/>
                </a:cubicBezTo>
                <a:cubicBezTo>
                  <a:pt x="81" y="74"/>
                  <a:pt x="83" y="70"/>
                  <a:pt x="82" y="67"/>
                </a:cubicBezTo>
                <a:cubicBezTo>
                  <a:pt x="82" y="64"/>
                  <a:pt x="80" y="62"/>
                  <a:pt x="78" y="60"/>
                </a:cubicBezTo>
                <a:cubicBezTo>
                  <a:pt x="79" y="57"/>
                  <a:pt x="80" y="53"/>
                  <a:pt x="81" y="50"/>
                </a:cubicBezTo>
                <a:cubicBezTo>
                  <a:pt x="82" y="51"/>
                  <a:pt x="83" y="52"/>
                  <a:pt x="83" y="53"/>
                </a:cubicBezTo>
                <a:cubicBezTo>
                  <a:pt x="84" y="53"/>
                  <a:pt x="84" y="53"/>
                  <a:pt x="85" y="53"/>
                </a:cubicBezTo>
                <a:cubicBezTo>
                  <a:pt x="85" y="53"/>
                  <a:pt x="86" y="53"/>
                  <a:pt x="86" y="53"/>
                </a:cubicBezTo>
                <a:cubicBezTo>
                  <a:pt x="87" y="52"/>
                  <a:pt x="87" y="51"/>
                  <a:pt x="86" y="50"/>
                </a:cubicBezTo>
                <a:cubicBezTo>
                  <a:pt x="85" y="49"/>
                  <a:pt x="83" y="47"/>
                  <a:pt x="81" y="46"/>
                </a:cubicBezTo>
                <a:cubicBezTo>
                  <a:pt x="82" y="45"/>
                  <a:pt x="82" y="44"/>
                  <a:pt x="82" y="43"/>
                </a:cubicBezTo>
                <a:cubicBezTo>
                  <a:pt x="82" y="42"/>
                  <a:pt x="82" y="41"/>
                  <a:pt x="81" y="41"/>
                </a:cubicBezTo>
                <a:cubicBezTo>
                  <a:pt x="81" y="41"/>
                  <a:pt x="80" y="41"/>
                  <a:pt x="80" y="41"/>
                </a:cubicBezTo>
                <a:moveTo>
                  <a:pt x="78" y="83"/>
                </a:moveTo>
                <a:cubicBezTo>
                  <a:pt x="76" y="83"/>
                  <a:pt x="74" y="83"/>
                  <a:pt x="72" y="83"/>
                </a:cubicBezTo>
                <a:cubicBezTo>
                  <a:pt x="67" y="82"/>
                  <a:pt x="62" y="81"/>
                  <a:pt x="59" y="79"/>
                </a:cubicBezTo>
                <a:cubicBezTo>
                  <a:pt x="56" y="77"/>
                  <a:pt x="54" y="73"/>
                  <a:pt x="53" y="67"/>
                </a:cubicBezTo>
                <a:cubicBezTo>
                  <a:pt x="52" y="60"/>
                  <a:pt x="53" y="53"/>
                  <a:pt x="55" y="48"/>
                </a:cubicBezTo>
                <a:cubicBezTo>
                  <a:pt x="58" y="41"/>
                  <a:pt x="63" y="36"/>
                  <a:pt x="69" y="35"/>
                </a:cubicBezTo>
                <a:cubicBezTo>
                  <a:pt x="70" y="35"/>
                  <a:pt x="71" y="35"/>
                  <a:pt x="73" y="35"/>
                </a:cubicBezTo>
                <a:cubicBezTo>
                  <a:pt x="75" y="35"/>
                  <a:pt x="78" y="35"/>
                  <a:pt x="80" y="35"/>
                </a:cubicBezTo>
                <a:cubicBezTo>
                  <a:pt x="83" y="36"/>
                  <a:pt x="86" y="37"/>
                  <a:pt x="88" y="38"/>
                </a:cubicBezTo>
                <a:cubicBezTo>
                  <a:pt x="90" y="39"/>
                  <a:pt x="93" y="40"/>
                  <a:pt x="94" y="42"/>
                </a:cubicBezTo>
                <a:cubicBezTo>
                  <a:pt x="98" y="46"/>
                  <a:pt x="100" y="52"/>
                  <a:pt x="100" y="58"/>
                </a:cubicBezTo>
                <a:cubicBezTo>
                  <a:pt x="99" y="64"/>
                  <a:pt x="97" y="69"/>
                  <a:pt x="93" y="75"/>
                </a:cubicBezTo>
                <a:cubicBezTo>
                  <a:pt x="90" y="78"/>
                  <a:pt x="88" y="80"/>
                  <a:pt x="85" y="81"/>
                </a:cubicBezTo>
                <a:cubicBezTo>
                  <a:pt x="83" y="83"/>
                  <a:pt x="80" y="83"/>
                  <a:pt x="78" y="83"/>
                </a:cubicBezTo>
                <a:moveTo>
                  <a:pt x="73" y="31"/>
                </a:moveTo>
                <a:cubicBezTo>
                  <a:pt x="71" y="31"/>
                  <a:pt x="70" y="31"/>
                  <a:pt x="68" y="32"/>
                </a:cubicBezTo>
                <a:cubicBezTo>
                  <a:pt x="61" y="33"/>
                  <a:pt x="55" y="39"/>
                  <a:pt x="52" y="46"/>
                </a:cubicBezTo>
                <a:cubicBezTo>
                  <a:pt x="49" y="52"/>
                  <a:pt x="49" y="60"/>
                  <a:pt x="50" y="68"/>
                </a:cubicBezTo>
                <a:cubicBezTo>
                  <a:pt x="51" y="74"/>
                  <a:pt x="53" y="79"/>
                  <a:pt x="57" y="82"/>
                </a:cubicBezTo>
                <a:cubicBezTo>
                  <a:pt x="58" y="83"/>
                  <a:pt x="59" y="83"/>
                  <a:pt x="60" y="84"/>
                </a:cubicBezTo>
                <a:cubicBezTo>
                  <a:pt x="64" y="85"/>
                  <a:pt x="67" y="86"/>
                  <a:pt x="71" y="86"/>
                </a:cubicBezTo>
                <a:cubicBezTo>
                  <a:pt x="73" y="86"/>
                  <a:pt x="75" y="86"/>
                  <a:pt x="77" y="86"/>
                </a:cubicBezTo>
                <a:cubicBezTo>
                  <a:pt x="81" y="86"/>
                  <a:pt x="84" y="86"/>
                  <a:pt x="87" y="85"/>
                </a:cubicBezTo>
                <a:cubicBezTo>
                  <a:pt x="91" y="83"/>
                  <a:pt x="94" y="79"/>
                  <a:pt x="96" y="77"/>
                </a:cubicBezTo>
                <a:cubicBezTo>
                  <a:pt x="100" y="71"/>
                  <a:pt x="103" y="65"/>
                  <a:pt x="103" y="59"/>
                </a:cubicBezTo>
                <a:cubicBezTo>
                  <a:pt x="104" y="51"/>
                  <a:pt x="102" y="44"/>
                  <a:pt x="97" y="40"/>
                </a:cubicBezTo>
                <a:cubicBezTo>
                  <a:pt x="93" y="36"/>
                  <a:pt x="88" y="33"/>
                  <a:pt x="81" y="32"/>
                </a:cubicBezTo>
                <a:cubicBezTo>
                  <a:pt x="79" y="31"/>
                  <a:pt x="76" y="31"/>
                  <a:pt x="73" y="31"/>
                </a:cubicBezTo>
                <a:moveTo>
                  <a:pt x="163" y="102"/>
                </a:moveTo>
                <a:cubicBezTo>
                  <a:pt x="175" y="52"/>
                  <a:pt x="175" y="52"/>
                  <a:pt x="175" y="52"/>
                </a:cubicBezTo>
                <a:cubicBezTo>
                  <a:pt x="175" y="50"/>
                  <a:pt x="176" y="48"/>
                  <a:pt x="175" y="45"/>
                </a:cubicBezTo>
                <a:cubicBezTo>
                  <a:pt x="174" y="43"/>
                  <a:pt x="171" y="42"/>
                  <a:pt x="169" y="41"/>
                </a:cubicBezTo>
                <a:cubicBezTo>
                  <a:pt x="159" y="37"/>
                  <a:pt x="149" y="33"/>
                  <a:pt x="139" y="30"/>
                </a:cubicBezTo>
                <a:cubicBezTo>
                  <a:pt x="181" y="44"/>
                  <a:pt x="181" y="44"/>
                  <a:pt x="181" y="44"/>
                </a:cubicBezTo>
                <a:cubicBezTo>
                  <a:pt x="167" y="95"/>
                  <a:pt x="167" y="95"/>
                  <a:pt x="167" y="95"/>
                </a:cubicBezTo>
                <a:cubicBezTo>
                  <a:pt x="166" y="98"/>
                  <a:pt x="165" y="101"/>
                  <a:pt x="163" y="102"/>
                </a:cubicBezTo>
                <a:cubicBezTo>
                  <a:pt x="163" y="102"/>
                  <a:pt x="163" y="102"/>
                  <a:pt x="163" y="102"/>
                </a:cubicBezTo>
                <a:moveTo>
                  <a:pt x="128" y="109"/>
                </a:moveTo>
                <a:cubicBezTo>
                  <a:pt x="4" y="65"/>
                  <a:pt x="4" y="65"/>
                  <a:pt x="4" y="65"/>
                </a:cubicBezTo>
                <a:cubicBezTo>
                  <a:pt x="22" y="12"/>
                  <a:pt x="22" y="12"/>
                  <a:pt x="22" y="12"/>
                </a:cubicBezTo>
                <a:cubicBezTo>
                  <a:pt x="147" y="52"/>
                  <a:pt x="147" y="52"/>
                  <a:pt x="147" y="52"/>
                </a:cubicBezTo>
                <a:cubicBezTo>
                  <a:pt x="128" y="109"/>
                  <a:pt x="128" y="109"/>
                  <a:pt x="128" y="109"/>
                </a:cubicBezTo>
                <a:moveTo>
                  <a:pt x="131" y="111"/>
                </a:moveTo>
                <a:cubicBezTo>
                  <a:pt x="151" y="52"/>
                  <a:pt x="151" y="52"/>
                  <a:pt x="151" y="52"/>
                </a:cubicBezTo>
                <a:cubicBezTo>
                  <a:pt x="151" y="51"/>
                  <a:pt x="151" y="51"/>
                  <a:pt x="151" y="50"/>
                </a:cubicBezTo>
                <a:cubicBezTo>
                  <a:pt x="151" y="50"/>
                  <a:pt x="151" y="49"/>
                  <a:pt x="150" y="49"/>
                </a:cubicBezTo>
                <a:cubicBezTo>
                  <a:pt x="27" y="10"/>
                  <a:pt x="27" y="10"/>
                  <a:pt x="27" y="10"/>
                </a:cubicBezTo>
                <a:cubicBezTo>
                  <a:pt x="28" y="10"/>
                  <a:pt x="28" y="10"/>
                  <a:pt x="29" y="10"/>
                </a:cubicBezTo>
                <a:cubicBezTo>
                  <a:pt x="71" y="21"/>
                  <a:pt x="112" y="34"/>
                  <a:pt x="153" y="49"/>
                </a:cubicBezTo>
                <a:cubicBezTo>
                  <a:pt x="149" y="69"/>
                  <a:pt x="143" y="89"/>
                  <a:pt x="135" y="108"/>
                </a:cubicBezTo>
                <a:cubicBezTo>
                  <a:pt x="135" y="109"/>
                  <a:pt x="135" y="109"/>
                  <a:pt x="136" y="110"/>
                </a:cubicBezTo>
                <a:cubicBezTo>
                  <a:pt x="131" y="111"/>
                  <a:pt x="131" y="111"/>
                  <a:pt x="131" y="111"/>
                </a:cubicBezTo>
                <a:moveTo>
                  <a:pt x="139" y="109"/>
                </a:moveTo>
                <a:cubicBezTo>
                  <a:pt x="147" y="89"/>
                  <a:pt x="153" y="69"/>
                  <a:pt x="156" y="48"/>
                </a:cubicBezTo>
                <a:cubicBezTo>
                  <a:pt x="157" y="47"/>
                  <a:pt x="156" y="47"/>
                  <a:pt x="155" y="46"/>
                </a:cubicBezTo>
                <a:cubicBezTo>
                  <a:pt x="116" y="32"/>
                  <a:pt x="76" y="19"/>
                  <a:pt x="35" y="8"/>
                </a:cubicBezTo>
                <a:cubicBezTo>
                  <a:pt x="36" y="8"/>
                  <a:pt x="37" y="7"/>
                  <a:pt x="38" y="7"/>
                </a:cubicBezTo>
                <a:cubicBezTo>
                  <a:pt x="38" y="7"/>
                  <a:pt x="38" y="7"/>
                  <a:pt x="38" y="7"/>
                </a:cubicBezTo>
                <a:cubicBezTo>
                  <a:pt x="157" y="44"/>
                  <a:pt x="157" y="44"/>
                  <a:pt x="157" y="44"/>
                </a:cubicBezTo>
                <a:cubicBezTo>
                  <a:pt x="159" y="45"/>
                  <a:pt x="161" y="46"/>
                  <a:pt x="161" y="47"/>
                </a:cubicBezTo>
                <a:cubicBezTo>
                  <a:pt x="162" y="49"/>
                  <a:pt x="162" y="51"/>
                  <a:pt x="161" y="52"/>
                </a:cubicBezTo>
                <a:cubicBezTo>
                  <a:pt x="160" y="57"/>
                  <a:pt x="159" y="61"/>
                  <a:pt x="158" y="66"/>
                </a:cubicBezTo>
                <a:cubicBezTo>
                  <a:pt x="154" y="79"/>
                  <a:pt x="151" y="93"/>
                  <a:pt x="146" y="106"/>
                </a:cubicBezTo>
                <a:cubicBezTo>
                  <a:pt x="146" y="107"/>
                  <a:pt x="146" y="107"/>
                  <a:pt x="146" y="107"/>
                </a:cubicBezTo>
                <a:cubicBezTo>
                  <a:pt x="139" y="109"/>
                  <a:pt x="139" y="109"/>
                  <a:pt x="139" y="109"/>
                </a:cubicBezTo>
                <a:moveTo>
                  <a:pt x="150" y="106"/>
                </a:moveTo>
                <a:cubicBezTo>
                  <a:pt x="154" y="93"/>
                  <a:pt x="158" y="80"/>
                  <a:pt x="161" y="67"/>
                </a:cubicBezTo>
                <a:cubicBezTo>
                  <a:pt x="162" y="62"/>
                  <a:pt x="163" y="58"/>
                  <a:pt x="165" y="53"/>
                </a:cubicBezTo>
                <a:cubicBezTo>
                  <a:pt x="165" y="51"/>
                  <a:pt x="166" y="48"/>
                  <a:pt x="165" y="46"/>
                </a:cubicBezTo>
                <a:cubicBezTo>
                  <a:pt x="163" y="43"/>
                  <a:pt x="160" y="42"/>
                  <a:pt x="158" y="41"/>
                </a:cubicBezTo>
                <a:cubicBezTo>
                  <a:pt x="44" y="5"/>
                  <a:pt x="44" y="5"/>
                  <a:pt x="44" y="5"/>
                </a:cubicBezTo>
                <a:cubicBezTo>
                  <a:pt x="44" y="5"/>
                  <a:pt x="45" y="5"/>
                  <a:pt x="46" y="4"/>
                </a:cubicBezTo>
                <a:cubicBezTo>
                  <a:pt x="87" y="16"/>
                  <a:pt x="128" y="29"/>
                  <a:pt x="168" y="44"/>
                </a:cubicBezTo>
                <a:cubicBezTo>
                  <a:pt x="169" y="45"/>
                  <a:pt x="171" y="46"/>
                  <a:pt x="172" y="47"/>
                </a:cubicBezTo>
                <a:cubicBezTo>
                  <a:pt x="172" y="48"/>
                  <a:pt x="172" y="49"/>
                  <a:pt x="171" y="51"/>
                </a:cubicBezTo>
                <a:cubicBezTo>
                  <a:pt x="159" y="104"/>
                  <a:pt x="159" y="104"/>
                  <a:pt x="159" y="104"/>
                </a:cubicBezTo>
                <a:cubicBezTo>
                  <a:pt x="158" y="104"/>
                  <a:pt x="158" y="104"/>
                  <a:pt x="158" y="104"/>
                </a:cubicBezTo>
                <a:cubicBezTo>
                  <a:pt x="150" y="106"/>
                  <a:pt x="150" y="106"/>
                  <a:pt x="150" y="106"/>
                </a:cubicBezTo>
                <a:moveTo>
                  <a:pt x="74" y="9"/>
                </a:moveTo>
                <a:cubicBezTo>
                  <a:pt x="68" y="7"/>
                  <a:pt x="62" y="5"/>
                  <a:pt x="56" y="3"/>
                </a:cubicBezTo>
                <a:cubicBezTo>
                  <a:pt x="59" y="4"/>
                  <a:pt x="63" y="5"/>
                  <a:pt x="67" y="6"/>
                </a:cubicBezTo>
                <a:cubicBezTo>
                  <a:pt x="74" y="9"/>
                  <a:pt x="74" y="9"/>
                  <a:pt x="74" y="9"/>
                </a:cubicBezTo>
                <a:moveTo>
                  <a:pt x="53" y="0"/>
                </a:moveTo>
                <a:cubicBezTo>
                  <a:pt x="52" y="0"/>
                  <a:pt x="52" y="0"/>
                  <a:pt x="52" y="0"/>
                </a:cubicBezTo>
                <a:cubicBezTo>
                  <a:pt x="50" y="0"/>
                  <a:pt x="48" y="0"/>
                  <a:pt x="46" y="1"/>
                </a:cubicBezTo>
                <a:cubicBezTo>
                  <a:pt x="45" y="0"/>
                  <a:pt x="45" y="0"/>
                  <a:pt x="44" y="0"/>
                </a:cubicBezTo>
                <a:cubicBezTo>
                  <a:pt x="44" y="0"/>
                  <a:pt x="44" y="0"/>
                  <a:pt x="44" y="0"/>
                </a:cubicBezTo>
                <a:cubicBezTo>
                  <a:pt x="43" y="0"/>
                  <a:pt x="42" y="1"/>
                  <a:pt x="42" y="1"/>
                </a:cubicBezTo>
                <a:cubicBezTo>
                  <a:pt x="42" y="2"/>
                  <a:pt x="42" y="2"/>
                  <a:pt x="42" y="2"/>
                </a:cubicBezTo>
                <a:cubicBezTo>
                  <a:pt x="41" y="2"/>
                  <a:pt x="39" y="3"/>
                  <a:pt x="38" y="3"/>
                </a:cubicBezTo>
                <a:cubicBezTo>
                  <a:pt x="37" y="3"/>
                  <a:pt x="37" y="3"/>
                  <a:pt x="37" y="3"/>
                </a:cubicBezTo>
                <a:cubicBezTo>
                  <a:pt x="37" y="3"/>
                  <a:pt x="37" y="3"/>
                  <a:pt x="37" y="3"/>
                </a:cubicBezTo>
                <a:cubicBezTo>
                  <a:pt x="36" y="3"/>
                  <a:pt x="35" y="3"/>
                  <a:pt x="35" y="4"/>
                </a:cubicBezTo>
                <a:cubicBezTo>
                  <a:pt x="35" y="4"/>
                  <a:pt x="35" y="4"/>
                  <a:pt x="35" y="4"/>
                </a:cubicBezTo>
                <a:cubicBezTo>
                  <a:pt x="33" y="5"/>
                  <a:pt x="31" y="6"/>
                  <a:pt x="29" y="6"/>
                </a:cubicBezTo>
                <a:cubicBezTo>
                  <a:pt x="28" y="6"/>
                  <a:pt x="28" y="6"/>
                  <a:pt x="28" y="6"/>
                </a:cubicBezTo>
                <a:cubicBezTo>
                  <a:pt x="28" y="6"/>
                  <a:pt x="28" y="6"/>
                  <a:pt x="28" y="6"/>
                </a:cubicBezTo>
                <a:cubicBezTo>
                  <a:pt x="27" y="6"/>
                  <a:pt x="26" y="6"/>
                  <a:pt x="26" y="7"/>
                </a:cubicBezTo>
                <a:cubicBezTo>
                  <a:pt x="25" y="7"/>
                  <a:pt x="24" y="7"/>
                  <a:pt x="23" y="7"/>
                </a:cubicBezTo>
                <a:cubicBezTo>
                  <a:pt x="22" y="7"/>
                  <a:pt x="21" y="7"/>
                  <a:pt x="20" y="7"/>
                </a:cubicBezTo>
                <a:cubicBezTo>
                  <a:pt x="20" y="7"/>
                  <a:pt x="20" y="7"/>
                  <a:pt x="20" y="7"/>
                </a:cubicBezTo>
                <a:cubicBezTo>
                  <a:pt x="19" y="7"/>
                  <a:pt x="18" y="7"/>
                  <a:pt x="18" y="8"/>
                </a:cubicBezTo>
                <a:cubicBezTo>
                  <a:pt x="18" y="9"/>
                  <a:pt x="18" y="9"/>
                  <a:pt x="19" y="10"/>
                </a:cubicBezTo>
                <a:cubicBezTo>
                  <a:pt x="0" y="66"/>
                  <a:pt x="0" y="66"/>
                  <a:pt x="0" y="66"/>
                </a:cubicBezTo>
                <a:cubicBezTo>
                  <a:pt x="0" y="67"/>
                  <a:pt x="0" y="68"/>
                  <a:pt x="1" y="68"/>
                </a:cubicBezTo>
                <a:cubicBezTo>
                  <a:pt x="1" y="68"/>
                  <a:pt x="1" y="68"/>
                  <a:pt x="1" y="68"/>
                </a:cubicBezTo>
                <a:cubicBezTo>
                  <a:pt x="127" y="112"/>
                  <a:pt x="127" y="112"/>
                  <a:pt x="127" y="112"/>
                </a:cubicBezTo>
                <a:cubicBezTo>
                  <a:pt x="127" y="113"/>
                  <a:pt x="127" y="113"/>
                  <a:pt x="127" y="114"/>
                </a:cubicBezTo>
                <a:cubicBezTo>
                  <a:pt x="127" y="114"/>
                  <a:pt x="127" y="115"/>
                  <a:pt x="128" y="115"/>
                </a:cubicBezTo>
                <a:cubicBezTo>
                  <a:pt x="128" y="115"/>
                  <a:pt x="128" y="115"/>
                  <a:pt x="129" y="115"/>
                </a:cubicBezTo>
                <a:cubicBezTo>
                  <a:pt x="129" y="115"/>
                  <a:pt x="129" y="115"/>
                  <a:pt x="129" y="115"/>
                </a:cubicBezTo>
                <a:cubicBezTo>
                  <a:pt x="158" y="108"/>
                  <a:pt x="158" y="108"/>
                  <a:pt x="158" y="108"/>
                </a:cubicBezTo>
                <a:cubicBezTo>
                  <a:pt x="161" y="107"/>
                  <a:pt x="163" y="107"/>
                  <a:pt x="165" y="105"/>
                </a:cubicBezTo>
                <a:cubicBezTo>
                  <a:pt x="168" y="102"/>
                  <a:pt x="170" y="98"/>
                  <a:pt x="170" y="96"/>
                </a:cubicBezTo>
                <a:cubicBezTo>
                  <a:pt x="185" y="43"/>
                  <a:pt x="185" y="43"/>
                  <a:pt x="185" y="43"/>
                </a:cubicBezTo>
                <a:cubicBezTo>
                  <a:pt x="186" y="42"/>
                  <a:pt x="185" y="41"/>
                  <a:pt x="184" y="41"/>
                </a:cubicBezTo>
                <a:cubicBezTo>
                  <a:pt x="68" y="3"/>
                  <a:pt x="68" y="3"/>
                  <a:pt x="68" y="3"/>
                </a:cubicBezTo>
                <a:cubicBezTo>
                  <a:pt x="63" y="1"/>
                  <a:pt x="58" y="0"/>
                  <a:pt x="53"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8" name="Freeform 122">
            <a:extLst>
              <a:ext uri="{FF2B5EF4-FFF2-40B4-BE49-F238E27FC236}">
                <a16:creationId xmlns:a16="http://schemas.microsoft.com/office/drawing/2014/main" id="{D3C2ADDD-5C29-4754-83A7-CBFF65A3669E}"/>
              </a:ext>
            </a:extLst>
          </p:cNvPr>
          <p:cNvSpPr>
            <a:spLocks noEditPoints="1"/>
          </p:cNvSpPr>
          <p:nvPr/>
        </p:nvSpPr>
        <p:spPr bwMode="auto">
          <a:xfrm>
            <a:off x="9775825" y="3530600"/>
            <a:ext cx="358775" cy="484188"/>
          </a:xfrm>
          <a:custGeom>
            <a:avLst/>
            <a:gdLst>
              <a:gd name="T0" fmla="*/ 46 w 100"/>
              <a:gd name="T1" fmla="*/ 107 h 135"/>
              <a:gd name="T2" fmla="*/ 42 w 100"/>
              <a:gd name="T3" fmla="*/ 91 h 135"/>
              <a:gd name="T4" fmla="*/ 44 w 100"/>
              <a:gd name="T5" fmla="*/ 83 h 135"/>
              <a:gd name="T6" fmla="*/ 48 w 100"/>
              <a:gd name="T7" fmla="*/ 73 h 135"/>
              <a:gd name="T8" fmla="*/ 54 w 100"/>
              <a:gd name="T9" fmla="*/ 73 h 135"/>
              <a:gd name="T10" fmla="*/ 55 w 100"/>
              <a:gd name="T11" fmla="*/ 79 h 135"/>
              <a:gd name="T12" fmla="*/ 58 w 100"/>
              <a:gd name="T13" fmla="*/ 90 h 135"/>
              <a:gd name="T14" fmla="*/ 57 w 100"/>
              <a:gd name="T15" fmla="*/ 105 h 135"/>
              <a:gd name="T16" fmla="*/ 51 w 100"/>
              <a:gd name="T17" fmla="*/ 69 h 135"/>
              <a:gd name="T18" fmla="*/ 41 w 100"/>
              <a:gd name="T19" fmla="*/ 79 h 135"/>
              <a:gd name="T20" fmla="*/ 39 w 100"/>
              <a:gd name="T21" fmla="*/ 87 h 135"/>
              <a:gd name="T22" fmla="*/ 37 w 100"/>
              <a:gd name="T23" fmla="*/ 95 h 135"/>
              <a:gd name="T24" fmla="*/ 51 w 100"/>
              <a:gd name="T25" fmla="*/ 111 h 135"/>
              <a:gd name="T26" fmla="*/ 64 w 100"/>
              <a:gd name="T27" fmla="*/ 93 h 135"/>
              <a:gd name="T28" fmla="*/ 59 w 100"/>
              <a:gd name="T29" fmla="*/ 83 h 135"/>
              <a:gd name="T30" fmla="*/ 59 w 100"/>
              <a:gd name="T31" fmla="*/ 77 h 135"/>
              <a:gd name="T32" fmla="*/ 51 w 100"/>
              <a:gd name="T33" fmla="*/ 69 h 135"/>
              <a:gd name="T34" fmla="*/ 6 w 100"/>
              <a:gd name="T35" fmla="*/ 128 h 135"/>
              <a:gd name="T36" fmla="*/ 96 w 100"/>
              <a:gd name="T37" fmla="*/ 46 h 135"/>
              <a:gd name="T38" fmla="*/ 22 w 100"/>
              <a:gd name="T39" fmla="*/ 44 h 135"/>
              <a:gd name="T40" fmla="*/ 24 w 100"/>
              <a:gd name="T41" fmla="*/ 16 h 135"/>
              <a:gd name="T42" fmla="*/ 49 w 100"/>
              <a:gd name="T43" fmla="*/ 3 h 135"/>
              <a:gd name="T44" fmla="*/ 78 w 100"/>
              <a:gd name="T45" fmla="*/ 43 h 135"/>
              <a:gd name="T46" fmla="*/ 48 w 100"/>
              <a:gd name="T47" fmla="*/ 0 h 135"/>
              <a:gd name="T48" fmla="*/ 18 w 100"/>
              <a:gd name="T49" fmla="*/ 44 h 135"/>
              <a:gd name="T50" fmla="*/ 0 w 100"/>
              <a:gd name="T51" fmla="*/ 44 h 135"/>
              <a:gd name="T52" fmla="*/ 2 w 100"/>
              <a:gd name="T53" fmla="*/ 130 h 135"/>
              <a:gd name="T54" fmla="*/ 98 w 100"/>
              <a:gd name="T55" fmla="*/ 135 h 135"/>
              <a:gd name="T56" fmla="*/ 99 w 100"/>
              <a:gd name="T57" fmla="*/ 135 h 135"/>
              <a:gd name="T58" fmla="*/ 100 w 100"/>
              <a:gd name="T59" fmla="*/ 45 h 135"/>
              <a:gd name="T60" fmla="*/ 98 w 100"/>
              <a:gd name="T61" fmla="*/ 43 h 135"/>
              <a:gd name="T62" fmla="*/ 76 w 100"/>
              <a:gd name="T63" fmla="*/ 15 h 135"/>
              <a:gd name="T64" fmla="*/ 48 w 100"/>
              <a:gd name="T6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35">
                <a:moveTo>
                  <a:pt x="51" y="108"/>
                </a:moveTo>
                <a:cubicBezTo>
                  <a:pt x="49" y="108"/>
                  <a:pt x="47" y="107"/>
                  <a:pt x="46" y="107"/>
                </a:cubicBezTo>
                <a:cubicBezTo>
                  <a:pt x="42" y="104"/>
                  <a:pt x="40" y="100"/>
                  <a:pt x="40" y="96"/>
                </a:cubicBezTo>
                <a:cubicBezTo>
                  <a:pt x="41" y="94"/>
                  <a:pt x="41" y="93"/>
                  <a:pt x="42" y="91"/>
                </a:cubicBezTo>
                <a:cubicBezTo>
                  <a:pt x="42" y="90"/>
                  <a:pt x="43" y="89"/>
                  <a:pt x="43" y="88"/>
                </a:cubicBezTo>
                <a:cubicBezTo>
                  <a:pt x="43" y="87"/>
                  <a:pt x="44" y="85"/>
                  <a:pt x="44" y="83"/>
                </a:cubicBezTo>
                <a:cubicBezTo>
                  <a:pt x="44" y="82"/>
                  <a:pt x="44" y="81"/>
                  <a:pt x="45" y="80"/>
                </a:cubicBezTo>
                <a:cubicBezTo>
                  <a:pt x="45" y="77"/>
                  <a:pt x="47" y="74"/>
                  <a:pt x="48" y="73"/>
                </a:cubicBezTo>
                <a:cubicBezTo>
                  <a:pt x="49" y="73"/>
                  <a:pt x="50" y="72"/>
                  <a:pt x="51" y="72"/>
                </a:cubicBezTo>
                <a:cubicBezTo>
                  <a:pt x="52" y="72"/>
                  <a:pt x="53" y="73"/>
                  <a:pt x="54" y="73"/>
                </a:cubicBezTo>
                <a:cubicBezTo>
                  <a:pt x="55" y="74"/>
                  <a:pt x="55" y="75"/>
                  <a:pt x="55" y="77"/>
                </a:cubicBezTo>
                <a:cubicBezTo>
                  <a:pt x="55" y="78"/>
                  <a:pt x="55" y="79"/>
                  <a:pt x="55" y="79"/>
                </a:cubicBezTo>
                <a:cubicBezTo>
                  <a:pt x="55" y="81"/>
                  <a:pt x="55" y="82"/>
                  <a:pt x="55" y="83"/>
                </a:cubicBezTo>
                <a:cubicBezTo>
                  <a:pt x="56" y="86"/>
                  <a:pt x="57" y="88"/>
                  <a:pt x="58" y="90"/>
                </a:cubicBezTo>
                <a:cubicBezTo>
                  <a:pt x="59" y="91"/>
                  <a:pt x="60" y="93"/>
                  <a:pt x="61" y="94"/>
                </a:cubicBezTo>
                <a:cubicBezTo>
                  <a:pt x="62" y="98"/>
                  <a:pt x="61" y="103"/>
                  <a:pt x="57" y="105"/>
                </a:cubicBezTo>
                <a:cubicBezTo>
                  <a:pt x="56" y="107"/>
                  <a:pt x="53" y="108"/>
                  <a:pt x="51" y="108"/>
                </a:cubicBezTo>
                <a:moveTo>
                  <a:pt x="51" y="69"/>
                </a:moveTo>
                <a:cubicBezTo>
                  <a:pt x="49" y="69"/>
                  <a:pt x="48" y="69"/>
                  <a:pt x="46" y="70"/>
                </a:cubicBezTo>
                <a:cubicBezTo>
                  <a:pt x="44" y="72"/>
                  <a:pt x="42" y="75"/>
                  <a:pt x="41" y="79"/>
                </a:cubicBezTo>
                <a:cubicBezTo>
                  <a:pt x="41" y="80"/>
                  <a:pt x="41" y="81"/>
                  <a:pt x="40" y="83"/>
                </a:cubicBezTo>
                <a:cubicBezTo>
                  <a:pt x="40" y="84"/>
                  <a:pt x="40" y="86"/>
                  <a:pt x="39" y="87"/>
                </a:cubicBezTo>
                <a:cubicBezTo>
                  <a:pt x="39" y="88"/>
                  <a:pt x="39" y="89"/>
                  <a:pt x="38" y="90"/>
                </a:cubicBezTo>
                <a:cubicBezTo>
                  <a:pt x="38" y="92"/>
                  <a:pt x="37" y="93"/>
                  <a:pt x="37" y="95"/>
                </a:cubicBezTo>
                <a:cubicBezTo>
                  <a:pt x="36" y="101"/>
                  <a:pt x="39" y="107"/>
                  <a:pt x="44" y="110"/>
                </a:cubicBezTo>
                <a:cubicBezTo>
                  <a:pt x="46" y="111"/>
                  <a:pt x="48" y="111"/>
                  <a:pt x="51" y="111"/>
                </a:cubicBezTo>
                <a:cubicBezTo>
                  <a:pt x="54" y="111"/>
                  <a:pt x="57" y="110"/>
                  <a:pt x="60" y="108"/>
                </a:cubicBezTo>
                <a:cubicBezTo>
                  <a:pt x="64" y="105"/>
                  <a:pt x="66" y="98"/>
                  <a:pt x="64" y="93"/>
                </a:cubicBezTo>
                <a:cubicBezTo>
                  <a:pt x="63" y="91"/>
                  <a:pt x="62" y="90"/>
                  <a:pt x="62" y="88"/>
                </a:cubicBezTo>
                <a:cubicBezTo>
                  <a:pt x="60" y="86"/>
                  <a:pt x="59" y="85"/>
                  <a:pt x="59" y="83"/>
                </a:cubicBezTo>
                <a:cubicBezTo>
                  <a:pt x="59" y="82"/>
                  <a:pt x="59" y="80"/>
                  <a:pt x="59" y="79"/>
                </a:cubicBezTo>
                <a:cubicBezTo>
                  <a:pt x="59" y="79"/>
                  <a:pt x="59" y="78"/>
                  <a:pt x="59" y="77"/>
                </a:cubicBezTo>
                <a:cubicBezTo>
                  <a:pt x="59" y="74"/>
                  <a:pt x="58" y="72"/>
                  <a:pt x="57" y="71"/>
                </a:cubicBezTo>
                <a:cubicBezTo>
                  <a:pt x="55" y="69"/>
                  <a:pt x="53" y="69"/>
                  <a:pt x="51" y="69"/>
                </a:cubicBezTo>
                <a:moveTo>
                  <a:pt x="96" y="132"/>
                </a:moveTo>
                <a:cubicBezTo>
                  <a:pt x="6" y="128"/>
                  <a:pt x="6" y="128"/>
                  <a:pt x="6" y="128"/>
                </a:cubicBezTo>
                <a:cubicBezTo>
                  <a:pt x="4" y="48"/>
                  <a:pt x="4" y="48"/>
                  <a:pt x="4" y="48"/>
                </a:cubicBezTo>
                <a:cubicBezTo>
                  <a:pt x="96" y="46"/>
                  <a:pt x="96" y="46"/>
                  <a:pt x="96" y="46"/>
                </a:cubicBezTo>
                <a:cubicBezTo>
                  <a:pt x="96" y="132"/>
                  <a:pt x="96" y="132"/>
                  <a:pt x="96" y="132"/>
                </a:cubicBezTo>
                <a:moveTo>
                  <a:pt x="22" y="44"/>
                </a:moveTo>
                <a:cubicBezTo>
                  <a:pt x="22" y="43"/>
                  <a:pt x="22" y="43"/>
                  <a:pt x="22" y="43"/>
                </a:cubicBezTo>
                <a:cubicBezTo>
                  <a:pt x="18" y="35"/>
                  <a:pt x="19" y="24"/>
                  <a:pt x="24" y="16"/>
                </a:cubicBezTo>
                <a:cubicBezTo>
                  <a:pt x="30" y="8"/>
                  <a:pt x="39" y="3"/>
                  <a:pt x="48" y="3"/>
                </a:cubicBezTo>
                <a:cubicBezTo>
                  <a:pt x="48" y="3"/>
                  <a:pt x="49" y="3"/>
                  <a:pt x="49" y="3"/>
                </a:cubicBezTo>
                <a:cubicBezTo>
                  <a:pt x="58" y="4"/>
                  <a:pt x="68" y="9"/>
                  <a:pt x="73" y="17"/>
                </a:cubicBezTo>
                <a:cubicBezTo>
                  <a:pt x="77" y="24"/>
                  <a:pt x="78" y="32"/>
                  <a:pt x="78" y="43"/>
                </a:cubicBezTo>
                <a:cubicBezTo>
                  <a:pt x="22" y="44"/>
                  <a:pt x="22" y="44"/>
                  <a:pt x="22" y="44"/>
                </a:cubicBezTo>
                <a:moveTo>
                  <a:pt x="48" y="0"/>
                </a:moveTo>
                <a:cubicBezTo>
                  <a:pt x="38" y="0"/>
                  <a:pt x="27" y="5"/>
                  <a:pt x="21" y="14"/>
                </a:cubicBezTo>
                <a:cubicBezTo>
                  <a:pt x="16" y="22"/>
                  <a:pt x="14" y="34"/>
                  <a:pt x="18" y="44"/>
                </a:cubicBezTo>
                <a:cubicBezTo>
                  <a:pt x="2" y="44"/>
                  <a:pt x="2" y="44"/>
                  <a:pt x="2" y="44"/>
                </a:cubicBezTo>
                <a:cubicBezTo>
                  <a:pt x="1" y="44"/>
                  <a:pt x="1" y="44"/>
                  <a:pt x="0" y="44"/>
                </a:cubicBezTo>
                <a:cubicBezTo>
                  <a:pt x="0" y="45"/>
                  <a:pt x="0" y="45"/>
                  <a:pt x="0" y="46"/>
                </a:cubicBezTo>
                <a:cubicBezTo>
                  <a:pt x="2" y="130"/>
                  <a:pt x="2" y="130"/>
                  <a:pt x="2" y="130"/>
                </a:cubicBezTo>
                <a:cubicBezTo>
                  <a:pt x="2" y="131"/>
                  <a:pt x="3" y="131"/>
                  <a:pt x="4" y="131"/>
                </a:cubicBezTo>
                <a:cubicBezTo>
                  <a:pt x="98" y="135"/>
                  <a:pt x="98" y="135"/>
                  <a:pt x="98" y="135"/>
                </a:cubicBezTo>
                <a:cubicBezTo>
                  <a:pt x="98" y="135"/>
                  <a:pt x="98" y="135"/>
                  <a:pt x="98" y="135"/>
                </a:cubicBezTo>
                <a:cubicBezTo>
                  <a:pt x="99" y="135"/>
                  <a:pt x="99" y="135"/>
                  <a:pt x="99" y="135"/>
                </a:cubicBezTo>
                <a:cubicBezTo>
                  <a:pt x="100" y="134"/>
                  <a:pt x="100" y="134"/>
                  <a:pt x="100" y="133"/>
                </a:cubicBezTo>
                <a:cubicBezTo>
                  <a:pt x="100" y="45"/>
                  <a:pt x="100" y="45"/>
                  <a:pt x="100" y="45"/>
                </a:cubicBezTo>
                <a:cubicBezTo>
                  <a:pt x="100" y="44"/>
                  <a:pt x="100" y="44"/>
                  <a:pt x="99" y="43"/>
                </a:cubicBezTo>
                <a:cubicBezTo>
                  <a:pt x="98" y="43"/>
                  <a:pt x="98" y="43"/>
                  <a:pt x="98" y="43"/>
                </a:cubicBezTo>
                <a:cubicBezTo>
                  <a:pt x="81" y="43"/>
                  <a:pt x="81" y="43"/>
                  <a:pt x="81" y="43"/>
                </a:cubicBezTo>
                <a:cubicBezTo>
                  <a:pt x="82" y="31"/>
                  <a:pt x="80" y="22"/>
                  <a:pt x="76" y="15"/>
                </a:cubicBezTo>
                <a:cubicBezTo>
                  <a:pt x="70" y="6"/>
                  <a:pt x="60" y="0"/>
                  <a:pt x="49" y="0"/>
                </a:cubicBezTo>
                <a:cubicBezTo>
                  <a:pt x="49" y="0"/>
                  <a:pt x="48" y="0"/>
                  <a:pt x="48"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9" name="Freeform 123">
            <a:extLst>
              <a:ext uri="{FF2B5EF4-FFF2-40B4-BE49-F238E27FC236}">
                <a16:creationId xmlns:a16="http://schemas.microsoft.com/office/drawing/2014/main" id="{5999CE9A-4C78-464C-916F-05651A302FB5}"/>
              </a:ext>
            </a:extLst>
          </p:cNvPr>
          <p:cNvSpPr>
            <a:spLocks noEditPoints="1"/>
          </p:cNvSpPr>
          <p:nvPr/>
        </p:nvSpPr>
        <p:spPr bwMode="auto">
          <a:xfrm>
            <a:off x="9428163" y="4054475"/>
            <a:ext cx="533400" cy="430213"/>
          </a:xfrm>
          <a:custGeom>
            <a:avLst/>
            <a:gdLst>
              <a:gd name="T0" fmla="*/ 19 w 149"/>
              <a:gd name="T1" fmla="*/ 29 h 120"/>
              <a:gd name="T2" fmla="*/ 26 w 149"/>
              <a:gd name="T3" fmla="*/ 22 h 120"/>
              <a:gd name="T4" fmla="*/ 32 w 149"/>
              <a:gd name="T5" fmla="*/ 23 h 120"/>
              <a:gd name="T6" fmla="*/ 62 w 149"/>
              <a:gd name="T7" fmla="*/ 37 h 120"/>
              <a:gd name="T8" fmla="*/ 47 w 149"/>
              <a:gd name="T9" fmla="*/ 93 h 120"/>
              <a:gd name="T10" fmla="*/ 42 w 149"/>
              <a:gd name="T11" fmla="*/ 95 h 120"/>
              <a:gd name="T12" fmla="*/ 11 w 149"/>
              <a:gd name="T13" fmla="*/ 86 h 120"/>
              <a:gd name="T14" fmla="*/ 4 w 149"/>
              <a:gd name="T15" fmla="*/ 82 h 120"/>
              <a:gd name="T16" fmla="*/ 5 w 149"/>
              <a:gd name="T17" fmla="*/ 75 h 120"/>
              <a:gd name="T18" fmla="*/ 107 w 149"/>
              <a:gd name="T19" fmla="*/ 115 h 120"/>
              <a:gd name="T20" fmla="*/ 51 w 149"/>
              <a:gd name="T21" fmla="*/ 93 h 120"/>
              <a:gd name="T22" fmla="*/ 65 w 149"/>
              <a:gd name="T23" fmla="*/ 50 h 120"/>
              <a:gd name="T24" fmla="*/ 95 w 149"/>
              <a:gd name="T25" fmla="*/ 21 h 120"/>
              <a:gd name="T26" fmla="*/ 103 w 149"/>
              <a:gd name="T27" fmla="*/ 7 h 120"/>
              <a:gd name="T28" fmla="*/ 116 w 149"/>
              <a:gd name="T29" fmla="*/ 6 h 120"/>
              <a:gd name="T30" fmla="*/ 108 w 149"/>
              <a:gd name="T31" fmla="*/ 45 h 120"/>
              <a:gd name="T32" fmla="*/ 110 w 149"/>
              <a:gd name="T33" fmla="*/ 47 h 120"/>
              <a:gd name="T34" fmla="*/ 144 w 149"/>
              <a:gd name="T35" fmla="*/ 64 h 120"/>
              <a:gd name="T36" fmla="*/ 137 w 149"/>
              <a:gd name="T37" fmla="*/ 73 h 120"/>
              <a:gd name="T38" fmla="*/ 131 w 149"/>
              <a:gd name="T39" fmla="*/ 70 h 120"/>
              <a:gd name="T40" fmla="*/ 129 w 149"/>
              <a:gd name="T41" fmla="*/ 71 h 120"/>
              <a:gd name="T42" fmla="*/ 133 w 149"/>
              <a:gd name="T43" fmla="*/ 76 h 120"/>
              <a:gd name="T44" fmla="*/ 134 w 149"/>
              <a:gd name="T45" fmla="*/ 85 h 120"/>
              <a:gd name="T46" fmla="*/ 127 w 149"/>
              <a:gd name="T47" fmla="*/ 89 h 120"/>
              <a:gd name="T48" fmla="*/ 122 w 149"/>
              <a:gd name="T49" fmla="*/ 88 h 120"/>
              <a:gd name="T50" fmla="*/ 120 w 149"/>
              <a:gd name="T51" fmla="*/ 89 h 120"/>
              <a:gd name="T52" fmla="*/ 124 w 149"/>
              <a:gd name="T53" fmla="*/ 93 h 120"/>
              <a:gd name="T54" fmla="*/ 126 w 149"/>
              <a:gd name="T55" fmla="*/ 100 h 120"/>
              <a:gd name="T56" fmla="*/ 120 w 149"/>
              <a:gd name="T57" fmla="*/ 105 h 120"/>
              <a:gd name="T58" fmla="*/ 115 w 149"/>
              <a:gd name="T59" fmla="*/ 103 h 120"/>
              <a:gd name="T60" fmla="*/ 113 w 149"/>
              <a:gd name="T61" fmla="*/ 104 h 120"/>
              <a:gd name="T62" fmla="*/ 117 w 149"/>
              <a:gd name="T63" fmla="*/ 108 h 120"/>
              <a:gd name="T64" fmla="*/ 116 w 149"/>
              <a:gd name="T65" fmla="*/ 116 h 120"/>
              <a:gd name="T66" fmla="*/ 111 w 149"/>
              <a:gd name="T67" fmla="*/ 0 h 120"/>
              <a:gd name="T68" fmla="*/ 94 w 149"/>
              <a:gd name="T69" fmla="*/ 15 h 120"/>
              <a:gd name="T70" fmla="*/ 66 w 149"/>
              <a:gd name="T71" fmla="*/ 37 h 120"/>
              <a:gd name="T72" fmla="*/ 54 w 149"/>
              <a:gd name="T73" fmla="*/ 27 h 120"/>
              <a:gd name="T74" fmla="*/ 26 w 149"/>
              <a:gd name="T75" fmla="*/ 18 h 120"/>
              <a:gd name="T76" fmla="*/ 16 w 149"/>
              <a:gd name="T77" fmla="*/ 28 h 120"/>
              <a:gd name="T78" fmla="*/ 1 w 149"/>
              <a:gd name="T79" fmla="*/ 74 h 120"/>
              <a:gd name="T80" fmla="*/ 1 w 149"/>
              <a:gd name="T81" fmla="*/ 84 h 120"/>
              <a:gd name="T82" fmla="*/ 9 w 149"/>
              <a:gd name="T83" fmla="*/ 90 h 120"/>
              <a:gd name="T84" fmla="*/ 10 w 149"/>
              <a:gd name="T85" fmla="*/ 90 h 120"/>
              <a:gd name="T86" fmla="*/ 42 w 149"/>
              <a:gd name="T87" fmla="*/ 99 h 120"/>
              <a:gd name="T88" fmla="*/ 49 w 149"/>
              <a:gd name="T89" fmla="*/ 97 h 120"/>
              <a:gd name="T90" fmla="*/ 106 w 149"/>
              <a:gd name="T91" fmla="*/ 119 h 120"/>
              <a:gd name="T92" fmla="*/ 118 w 149"/>
              <a:gd name="T93" fmla="*/ 119 h 120"/>
              <a:gd name="T94" fmla="*/ 122 w 149"/>
              <a:gd name="T95" fmla="*/ 108 h 120"/>
              <a:gd name="T96" fmla="*/ 130 w 149"/>
              <a:gd name="T97" fmla="*/ 102 h 120"/>
              <a:gd name="T98" fmla="*/ 130 w 149"/>
              <a:gd name="T99" fmla="*/ 93 h 120"/>
              <a:gd name="T100" fmla="*/ 138 w 149"/>
              <a:gd name="T101" fmla="*/ 77 h 120"/>
              <a:gd name="T102" fmla="*/ 142 w 149"/>
              <a:gd name="T103" fmla="*/ 76 h 120"/>
              <a:gd name="T104" fmla="*/ 138 w 149"/>
              <a:gd name="T105" fmla="*/ 52 h 120"/>
              <a:gd name="T106" fmla="*/ 120 w 149"/>
              <a:gd name="T107" fmla="*/ 21 h 120"/>
              <a:gd name="T108" fmla="*/ 111 w 149"/>
              <a:gd name="T10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 h="120">
                <a:moveTo>
                  <a:pt x="5" y="75"/>
                </a:moveTo>
                <a:cubicBezTo>
                  <a:pt x="19" y="29"/>
                  <a:pt x="19" y="29"/>
                  <a:pt x="19" y="29"/>
                </a:cubicBezTo>
                <a:cubicBezTo>
                  <a:pt x="20" y="26"/>
                  <a:pt x="22" y="23"/>
                  <a:pt x="24" y="22"/>
                </a:cubicBezTo>
                <a:cubicBezTo>
                  <a:pt x="25" y="22"/>
                  <a:pt x="26" y="22"/>
                  <a:pt x="26" y="22"/>
                </a:cubicBezTo>
                <a:cubicBezTo>
                  <a:pt x="27" y="22"/>
                  <a:pt x="28" y="22"/>
                  <a:pt x="30" y="22"/>
                </a:cubicBezTo>
                <a:cubicBezTo>
                  <a:pt x="30" y="22"/>
                  <a:pt x="31" y="23"/>
                  <a:pt x="32" y="23"/>
                </a:cubicBezTo>
                <a:cubicBezTo>
                  <a:pt x="53" y="30"/>
                  <a:pt x="53" y="30"/>
                  <a:pt x="53" y="30"/>
                </a:cubicBezTo>
                <a:cubicBezTo>
                  <a:pt x="57" y="32"/>
                  <a:pt x="60" y="33"/>
                  <a:pt x="62" y="37"/>
                </a:cubicBezTo>
                <a:cubicBezTo>
                  <a:pt x="64" y="40"/>
                  <a:pt x="63" y="44"/>
                  <a:pt x="61" y="49"/>
                </a:cubicBezTo>
                <a:cubicBezTo>
                  <a:pt x="47" y="93"/>
                  <a:pt x="47" y="93"/>
                  <a:pt x="47" y="93"/>
                </a:cubicBezTo>
                <a:cubicBezTo>
                  <a:pt x="46" y="94"/>
                  <a:pt x="44" y="95"/>
                  <a:pt x="42" y="95"/>
                </a:cubicBezTo>
                <a:cubicBezTo>
                  <a:pt x="42" y="95"/>
                  <a:pt x="42" y="95"/>
                  <a:pt x="42" y="95"/>
                </a:cubicBezTo>
                <a:cubicBezTo>
                  <a:pt x="40" y="95"/>
                  <a:pt x="37" y="94"/>
                  <a:pt x="35" y="94"/>
                </a:cubicBezTo>
                <a:cubicBezTo>
                  <a:pt x="11" y="86"/>
                  <a:pt x="11" y="86"/>
                  <a:pt x="11" y="86"/>
                </a:cubicBezTo>
                <a:cubicBezTo>
                  <a:pt x="10" y="86"/>
                  <a:pt x="10" y="86"/>
                  <a:pt x="9" y="86"/>
                </a:cubicBezTo>
                <a:cubicBezTo>
                  <a:pt x="7" y="85"/>
                  <a:pt x="5" y="84"/>
                  <a:pt x="4" y="82"/>
                </a:cubicBezTo>
                <a:cubicBezTo>
                  <a:pt x="3" y="81"/>
                  <a:pt x="4" y="78"/>
                  <a:pt x="5" y="76"/>
                </a:cubicBezTo>
                <a:cubicBezTo>
                  <a:pt x="5" y="75"/>
                  <a:pt x="5" y="75"/>
                  <a:pt x="5" y="75"/>
                </a:cubicBezTo>
                <a:moveTo>
                  <a:pt x="113" y="116"/>
                </a:moveTo>
                <a:cubicBezTo>
                  <a:pt x="111" y="116"/>
                  <a:pt x="109" y="116"/>
                  <a:pt x="107" y="115"/>
                </a:cubicBezTo>
                <a:cubicBezTo>
                  <a:pt x="63" y="102"/>
                  <a:pt x="63" y="102"/>
                  <a:pt x="63" y="102"/>
                </a:cubicBezTo>
                <a:cubicBezTo>
                  <a:pt x="58" y="100"/>
                  <a:pt x="52" y="98"/>
                  <a:pt x="51" y="93"/>
                </a:cubicBezTo>
                <a:cubicBezTo>
                  <a:pt x="51" y="93"/>
                  <a:pt x="51" y="93"/>
                  <a:pt x="51" y="93"/>
                </a:cubicBezTo>
                <a:cubicBezTo>
                  <a:pt x="65" y="50"/>
                  <a:pt x="65" y="50"/>
                  <a:pt x="65" y="50"/>
                </a:cubicBezTo>
                <a:cubicBezTo>
                  <a:pt x="66" y="47"/>
                  <a:pt x="67" y="44"/>
                  <a:pt x="67" y="41"/>
                </a:cubicBezTo>
                <a:cubicBezTo>
                  <a:pt x="78" y="39"/>
                  <a:pt x="89" y="31"/>
                  <a:pt x="95" y="21"/>
                </a:cubicBezTo>
                <a:cubicBezTo>
                  <a:pt x="96" y="20"/>
                  <a:pt x="97" y="18"/>
                  <a:pt x="98" y="17"/>
                </a:cubicBezTo>
                <a:cubicBezTo>
                  <a:pt x="99" y="13"/>
                  <a:pt x="101" y="10"/>
                  <a:pt x="103" y="7"/>
                </a:cubicBezTo>
                <a:cubicBezTo>
                  <a:pt x="106" y="5"/>
                  <a:pt x="109" y="4"/>
                  <a:pt x="111" y="4"/>
                </a:cubicBezTo>
                <a:cubicBezTo>
                  <a:pt x="113" y="4"/>
                  <a:pt x="115" y="5"/>
                  <a:pt x="116" y="6"/>
                </a:cubicBezTo>
                <a:cubicBezTo>
                  <a:pt x="119" y="9"/>
                  <a:pt x="118" y="15"/>
                  <a:pt x="116" y="20"/>
                </a:cubicBezTo>
                <a:cubicBezTo>
                  <a:pt x="108" y="45"/>
                  <a:pt x="108" y="45"/>
                  <a:pt x="108" y="45"/>
                </a:cubicBezTo>
                <a:cubicBezTo>
                  <a:pt x="108" y="45"/>
                  <a:pt x="108" y="46"/>
                  <a:pt x="109" y="46"/>
                </a:cubicBezTo>
                <a:cubicBezTo>
                  <a:pt x="109" y="47"/>
                  <a:pt x="109" y="47"/>
                  <a:pt x="110" y="47"/>
                </a:cubicBezTo>
                <a:cubicBezTo>
                  <a:pt x="119" y="49"/>
                  <a:pt x="128" y="51"/>
                  <a:pt x="136" y="55"/>
                </a:cubicBezTo>
                <a:cubicBezTo>
                  <a:pt x="141" y="58"/>
                  <a:pt x="144" y="61"/>
                  <a:pt x="144" y="64"/>
                </a:cubicBezTo>
                <a:cubicBezTo>
                  <a:pt x="145" y="67"/>
                  <a:pt x="143" y="71"/>
                  <a:pt x="140" y="72"/>
                </a:cubicBezTo>
                <a:cubicBezTo>
                  <a:pt x="139" y="73"/>
                  <a:pt x="138" y="73"/>
                  <a:pt x="137" y="73"/>
                </a:cubicBezTo>
                <a:cubicBezTo>
                  <a:pt x="136" y="73"/>
                  <a:pt x="136" y="73"/>
                  <a:pt x="135" y="73"/>
                </a:cubicBezTo>
                <a:cubicBezTo>
                  <a:pt x="134" y="72"/>
                  <a:pt x="132" y="71"/>
                  <a:pt x="131" y="70"/>
                </a:cubicBezTo>
                <a:cubicBezTo>
                  <a:pt x="130" y="70"/>
                  <a:pt x="130" y="70"/>
                  <a:pt x="130" y="70"/>
                </a:cubicBezTo>
                <a:cubicBezTo>
                  <a:pt x="129" y="70"/>
                  <a:pt x="129" y="71"/>
                  <a:pt x="129" y="71"/>
                </a:cubicBezTo>
                <a:cubicBezTo>
                  <a:pt x="128" y="72"/>
                  <a:pt x="128" y="73"/>
                  <a:pt x="129" y="73"/>
                </a:cubicBezTo>
                <a:cubicBezTo>
                  <a:pt x="130" y="75"/>
                  <a:pt x="131" y="76"/>
                  <a:pt x="133" y="76"/>
                </a:cubicBezTo>
                <a:cubicBezTo>
                  <a:pt x="134" y="77"/>
                  <a:pt x="134" y="78"/>
                  <a:pt x="134" y="79"/>
                </a:cubicBezTo>
                <a:cubicBezTo>
                  <a:pt x="135" y="81"/>
                  <a:pt x="135" y="83"/>
                  <a:pt x="134" y="85"/>
                </a:cubicBezTo>
                <a:cubicBezTo>
                  <a:pt x="133" y="87"/>
                  <a:pt x="131" y="89"/>
                  <a:pt x="129" y="89"/>
                </a:cubicBezTo>
                <a:cubicBezTo>
                  <a:pt x="128" y="89"/>
                  <a:pt x="128" y="89"/>
                  <a:pt x="127" y="89"/>
                </a:cubicBezTo>
                <a:cubicBezTo>
                  <a:pt x="127" y="89"/>
                  <a:pt x="126" y="89"/>
                  <a:pt x="126" y="89"/>
                </a:cubicBezTo>
                <a:cubicBezTo>
                  <a:pt x="125" y="88"/>
                  <a:pt x="123" y="88"/>
                  <a:pt x="122" y="88"/>
                </a:cubicBezTo>
                <a:cubicBezTo>
                  <a:pt x="121" y="88"/>
                  <a:pt x="121" y="88"/>
                  <a:pt x="121" y="88"/>
                </a:cubicBezTo>
                <a:cubicBezTo>
                  <a:pt x="121" y="88"/>
                  <a:pt x="120" y="88"/>
                  <a:pt x="120" y="89"/>
                </a:cubicBezTo>
                <a:cubicBezTo>
                  <a:pt x="119" y="89"/>
                  <a:pt x="119" y="90"/>
                  <a:pt x="120" y="91"/>
                </a:cubicBezTo>
                <a:cubicBezTo>
                  <a:pt x="121" y="92"/>
                  <a:pt x="123" y="92"/>
                  <a:pt x="124" y="93"/>
                </a:cubicBezTo>
                <a:cubicBezTo>
                  <a:pt x="125" y="93"/>
                  <a:pt x="125" y="94"/>
                  <a:pt x="126" y="95"/>
                </a:cubicBezTo>
                <a:cubicBezTo>
                  <a:pt x="127" y="97"/>
                  <a:pt x="127" y="99"/>
                  <a:pt x="126" y="100"/>
                </a:cubicBezTo>
                <a:cubicBezTo>
                  <a:pt x="126" y="102"/>
                  <a:pt x="124" y="104"/>
                  <a:pt x="122" y="104"/>
                </a:cubicBezTo>
                <a:cubicBezTo>
                  <a:pt x="121" y="104"/>
                  <a:pt x="120" y="105"/>
                  <a:pt x="120" y="105"/>
                </a:cubicBezTo>
                <a:cubicBezTo>
                  <a:pt x="119" y="105"/>
                  <a:pt x="119" y="105"/>
                  <a:pt x="118" y="104"/>
                </a:cubicBezTo>
                <a:cubicBezTo>
                  <a:pt x="118" y="104"/>
                  <a:pt x="117" y="103"/>
                  <a:pt x="115" y="103"/>
                </a:cubicBezTo>
                <a:cubicBezTo>
                  <a:pt x="115" y="103"/>
                  <a:pt x="115" y="103"/>
                  <a:pt x="115" y="103"/>
                </a:cubicBezTo>
                <a:cubicBezTo>
                  <a:pt x="114" y="103"/>
                  <a:pt x="114" y="104"/>
                  <a:pt x="113" y="104"/>
                </a:cubicBezTo>
                <a:cubicBezTo>
                  <a:pt x="113" y="105"/>
                  <a:pt x="113" y="106"/>
                  <a:pt x="114" y="107"/>
                </a:cubicBezTo>
                <a:cubicBezTo>
                  <a:pt x="115" y="107"/>
                  <a:pt x="116" y="108"/>
                  <a:pt x="117" y="108"/>
                </a:cubicBezTo>
                <a:cubicBezTo>
                  <a:pt x="118" y="109"/>
                  <a:pt x="118" y="110"/>
                  <a:pt x="119" y="111"/>
                </a:cubicBezTo>
                <a:cubicBezTo>
                  <a:pt x="119" y="113"/>
                  <a:pt x="118" y="115"/>
                  <a:pt x="116" y="116"/>
                </a:cubicBezTo>
                <a:cubicBezTo>
                  <a:pt x="115" y="116"/>
                  <a:pt x="114" y="116"/>
                  <a:pt x="113" y="116"/>
                </a:cubicBezTo>
                <a:moveTo>
                  <a:pt x="111" y="0"/>
                </a:moveTo>
                <a:cubicBezTo>
                  <a:pt x="108" y="0"/>
                  <a:pt x="104" y="2"/>
                  <a:pt x="101" y="5"/>
                </a:cubicBezTo>
                <a:cubicBezTo>
                  <a:pt x="98" y="8"/>
                  <a:pt x="96" y="11"/>
                  <a:pt x="94" y="15"/>
                </a:cubicBezTo>
                <a:cubicBezTo>
                  <a:pt x="93" y="16"/>
                  <a:pt x="93" y="18"/>
                  <a:pt x="92" y="19"/>
                </a:cubicBezTo>
                <a:cubicBezTo>
                  <a:pt x="86" y="28"/>
                  <a:pt x="77" y="35"/>
                  <a:pt x="66" y="37"/>
                </a:cubicBezTo>
                <a:cubicBezTo>
                  <a:pt x="66" y="37"/>
                  <a:pt x="66" y="36"/>
                  <a:pt x="65" y="35"/>
                </a:cubicBezTo>
                <a:cubicBezTo>
                  <a:pt x="63" y="31"/>
                  <a:pt x="58" y="29"/>
                  <a:pt x="54" y="27"/>
                </a:cubicBezTo>
                <a:cubicBezTo>
                  <a:pt x="33" y="19"/>
                  <a:pt x="33" y="19"/>
                  <a:pt x="33" y="19"/>
                </a:cubicBezTo>
                <a:cubicBezTo>
                  <a:pt x="31" y="19"/>
                  <a:pt x="29" y="18"/>
                  <a:pt x="26" y="18"/>
                </a:cubicBezTo>
                <a:cubicBezTo>
                  <a:pt x="25" y="18"/>
                  <a:pt x="24" y="18"/>
                  <a:pt x="23" y="18"/>
                </a:cubicBezTo>
                <a:cubicBezTo>
                  <a:pt x="18" y="20"/>
                  <a:pt x="17" y="25"/>
                  <a:pt x="16" y="28"/>
                </a:cubicBezTo>
                <a:cubicBezTo>
                  <a:pt x="3" y="70"/>
                  <a:pt x="3" y="70"/>
                  <a:pt x="3" y="70"/>
                </a:cubicBezTo>
                <a:cubicBezTo>
                  <a:pt x="1" y="74"/>
                  <a:pt x="1" y="74"/>
                  <a:pt x="1" y="74"/>
                </a:cubicBezTo>
                <a:cubicBezTo>
                  <a:pt x="1" y="75"/>
                  <a:pt x="1" y="76"/>
                  <a:pt x="1" y="77"/>
                </a:cubicBezTo>
                <a:cubicBezTo>
                  <a:pt x="0" y="79"/>
                  <a:pt x="0" y="82"/>
                  <a:pt x="1" y="84"/>
                </a:cubicBezTo>
                <a:cubicBezTo>
                  <a:pt x="2" y="86"/>
                  <a:pt x="3" y="87"/>
                  <a:pt x="5" y="88"/>
                </a:cubicBezTo>
                <a:cubicBezTo>
                  <a:pt x="6" y="89"/>
                  <a:pt x="8" y="89"/>
                  <a:pt x="9" y="90"/>
                </a:cubicBezTo>
                <a:cubicBezTo>
                  <a:pt x="10" y="90"/>
                  <a:pt x="10" y="90"/>
                  <a:pt x="10" y="90"/>
                </a:cubicBezTo>
                <a:cubicBezTo>
                  <a:pt x="10" y="90"/>
                  <a:pt x="10" y="90"/>
                  <a:pt x="10" y="90"/>
                </a:cubicBezTo>
                <a:cubicBezTo>
                  <a:pt x="34" y="97"/>
                  <a:pt x="34" y="97"/>
                  <a:pt x="34" y="97"/>
                </a:cubicBezTo>
                <a:cubicBezTo>
                  <a:pt x="36" y="98"/>
                  <a:pt x="39" y="99"/>
                  <a:pt x="42" y="99"/>
                </a:cubicBezTo>
                <a:cubicBezTo>
                  <a:pt x="42" y="99"/>
                  <a:pt x="42" y="99"/>
                  <a:pt x="42" y="99"/>
                </a:cubicBezTo>
                <a:cubicBezTo>
                  <a:pt x="45" y="99"/>
                  <a:pt x="47" y="98"/>
                  <a:pt x="49" y="97"/>
                </a:cubicBezTo>
                <a:cubicBezTo>
                  <a:pt x="51" y="102"/>
                  <a:pt x="57" y="104"/>
                  <a:pt x="62" y="106"/>
                </a:cubicBezTo>
                <a:cubicBezTo>
                  <a:pt x="106" y="119"/>
                  <a:pt x="106" y="119"/>
                  <a:pt x="106" y="119"/>
                </a:cubicBezTo>
                <a:cubicBezTo>
                  <a:pt x="108" y="120"/>
                  <a:pt x="111" y="120"/>
                  <a:pt x="113" y="120"/>
                </a:cubicBezTo>
                <a:cubicBezTo>
                  <a:pt x="115" y="120"/>
                  <a:pt x="116" y="120"/>
                  <a:pt x="118" y="119"/>
                </a:cubicBezTo>
                <a:cubicBezTo>
                  <a:pt x="121" y="117"/>
                  <a:pt x="123" y="114"/>
                  <a:pt x="122" y="110"/>
                </a:cubicBezTo>
                <a:cubicBezTo>
                  <a:pt x="122" y="109"/>
                  <a:pt x="122" y="109"/>
                  <a:pt x="122" y="108"/>
                </a:cubicBezTo>
                <a:cubicBezTo>
                  <a:pt x="122" y="108"/>
                  <a:pt x="123" y="108"/>
                  <a:pt x="123" y="108"/>
                </a:cubicBezTo>
                <a:cubicBezTo>
                  <a:pt x="126" y="107"/>
                  <a:pt x="129" y="105"/>
                  <a:pt x="130" y="102"/>
                </a:cubicBezTo>
                <a:cubicBezTo>
                  <a:pt x="131" y="99"/>
                  <a:pt x="131" y="96"/>
                  <a:pt x="129" y="93"/>
                </a:cubicBezTo>
                <a:cubicBezTo>
                  <a:pt x="130" y="93"/>
                  <a:pt x="130" y="93"/>
                  <a:pt x="130" y="93"/>
                </a:cubicBezTo>
                <a:cubicBezTo>
                  <a:pt x="133" y="92"/>
                  <a:pt x="136" y="90"/>
                  <a:pt x="138" y="87"/>
                </a:cubicBezTo>
                <a:cubicBezTo>
                  <a:pt x="139" y="84"/>
                  <a:pt x="139" y="80"/>
                  <a:pt x="138" y="77"/>
                </a:cubicBezTo>
                <a:cubicBezTo>
                  <a:pt x="138" y="77"/>
                  <a:pt x="138" y="77"/>
                  <a:pt x="138" y="77"/>
                </a:cubicBezTo>
                <a:cubicBezTo>
                  <a:pt x="139" y="77"/>
                  <a:pt x="141" y="76"/>
                  <a:pt x="142" y="76"/>
                </a:cubicBezTo>
                <a:cubicBezTo>
                  <a:pt x="146" y="73"/>
                  <a:pt x="149" y="68"/>
                  <a:pt x="148" y="64"/>
                </a:cubicBezTo>
                <a:cubicBezTo>
                  <a:pt x="147" y="59"/>
                  <a:pt x="144" y="55"/>
                  <a:pt x="138" y="52"/>
                </a:cubicBezTo>
                <a:cubicBezTo>
                  <a:pt x="130" y="48"/>
                  <a:pt x="121" y="46"/>
                  <a:pt x="113" y="44"/>
                </a:cubicBezTo>
                <a:cubicBezTo>
                  <a:pt x="120" y="21"/>
                  <a:pt x="120" y="21"/>
                  <a:pt x="120" y="21"/>
                </a:cubicBezTo>
                <a:cubicBezTo>
                  <a:pt x="122" y="16"/>
                  <a:pt x="123" y="8"/>
                  <a:pt x="118" y="3"/>
                </a:cubicBezTo>
                <a:cubicBezTo>
                  <a:pt x="116" y="1"/>
                  <a:pt x="114" y="0"/>
                  <a:pt x="111"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0" name="Freeform 124">
            <a:extLst>
              <a:ext uri="{FF2B5EF4-FFF2-40B4-BE49-F238E27FC236}">
                <a16:creationId xmlns:a16="http://schemas.microsoft.com/office/drawing/2014/main" id="{B5D45DDF-A02E-4183-AF6E-6B8F63005A8B}"/>
              </a:ext>
            </a:extLst>
          </p:cNvPr>
          <p:cNvSpPr>
            <a:spLocks noEditPoints="1"/>
          </p:cNvSpPr>
          <p:nvPr/>
        </p:nvSpPr>
        <p:spPr bwMode="auto">
          <a:xfrm>
            <a:off x="7693025" y="2066925"/>
            <a:ext cx="533400" cy="431800"/>
          </a:xfrm>
          <a:custGeom>
            <a:avLst/>
            <a:gdLst>
              <a:gd name="T0" fmla="*/ 25 w 149"/>
              <a:gd name="T1" fmla="*/ 22 h 120"/>
              <a:gd name="T2" fmla="*/ 30 w 149"/>
              <a:gd name="T3" fmla="*/ 22 h 120"/>
              <a:gd name="T4" fmla="*/ 53 w 149"/>
              <a:gd name="T5" fmla="*/ 31 h 120"/>
              <a:gd name="T6" fmla="*/ 62 w 149"/>
              <a:gd name="T7" fmla="*/ 49 h 120"/>
              <a:gd name="T8" fmla="*/ 43 w 149"/>
              <a:gd name="T9" fmla="*/ 95 h 120"/>
              <a:gd name="T10" fmla="*/ 35 w 149"/>
              <a:gd name="T11" fmla="*/ 94 h 120"/>
              <a:gd name="T12" fmla="*/ 5 w 149"/>
              <a:gd name="T13" fmla="*/ 83 h 120"/>
              <a:gd name="T14" fmla="*/ 10 w 149"/>
              <a:gd name="T15" fmla="*/ 62 h 120"/>
              <a:gd name="T16" fmla="*/ 15 w 149"/>
              <a:gd name="T17" fmla="*/ 46 h 120"/>
              <a:gd name="T18" fmla="*/ 18 w 149"/>
              <a:gd name="T19" fmla="*/ 36 h 120"/>
              <a:gd name="T20" fmla="*/ 20 w 149"/>
              <a:gd name="T21" fmla="*/ 28 h 120"/>
              <a:gd name="T22" fmla="*/ 108 w 149"/>
              <a:gd name="T23" fmla="*/ 115 h 120"/>
              <a:gd name="T24" fmla="*/ 52 w 149"/>
              <a:gd name="T25" fmla="*/ 93 h 120"/>
              <a:gd name="T26" fmla="*/ 65 w 149"/>
              <a:gd name="T27" fmla="*/ 50 h 120"/>
              <a:gd name="T28" fmla="*/ 95 w 149"/>
              <a:gd name="T29" fmla="*/ 21 h 120"/>
              <a:gd name="T30" fmla="*/ 104 w 149"/>
              <a:gd name="T31" fmla="*/ 8 h 120"/>
              <a:gd name="T32" fmla="*/ 116 w 149"/>
              <a:gd name="T33" fmla="*/ 6 h 120"/>
              <a:gd name="T34" fmla="*/ 109 w 149"/>
              <a:gd name="T35" fmla="*/ 45 h 120"/>
              <a:gd name="T36" fmla="*/ 110 w 149"/>
              <a:gd name="T37" fmla="*/ 47 h 120"/>
              <a:gd name="T38" fmla="*/ 145 w 149"/>
              <a:gd name="T39" fmla="*/ 64 h 120"/>
              <a:gd name="T40" fmla="*/ 137 w 149"/>
              <a:gd name="T41" fmla="*/ 73 h 120"/>
              <a:gd name="T42" fmla="*/ 131 w 149"/>
              <a:gd name="T43" fmla="*/ 71 h 120"/>
              <a:gd name="T44" fmla="*/ 129 w 149"/>
              <a:gd name="T45" fmla="*/ 71 h 120"/>
              <a:gd name="T46" fmla="*/ 133 w 149"/>
              <a:gd name="T47" fmla="*/ 76 h 120"/>
              <a:gd name="T48" fmla="*/ 135 w 149"/>
              <a:gd name="T49" fmla="*/ 85 h 120"/>
              <a:gd name="T50" fmla="*/ 128 w 149"/>
              <a:gd name="T51" fmla="*/ 90 h 120"/>
              <a:gd name="T52" fmla="*/ 122 w 149"/>
              <a:gd name="T53" fmla="*/ 88 h 120"/>
              <a:gd name="T54" fmla="*/ 120 w 149"/>
              <a:gd name="T55" fmla="*/ 89 h 120"/>
              <a:gd name="T56" fmla="*/ 125 w 149"/>
              <a:gd name="T57" fmla="*/ 93 h 120"/>
              <a:gd name="T58" fmla="*/ 127 w 149"/>
              <a:gd name="T59" fmla="*/ 101 h 120"/>
              <a:gd name="T60" fmla="*/ 120 w 149"/>
              <a:gd name="T61" fmla="*/ 105 h 120"/>
              <a:gd name="T62" fmla="*/ 116 w 149"/>
              <a:gd name="T63" fmla="*/ 103 h 120"/>
              <a:gd name="T64" fmla="*/ 114 w 149"/>
              <a:gd name="T65" fmla="*/ 105 h 120"/>
              <a:gd name="T66" fmla="*/ 117 w 149"/>
              <a:gd name="T67" fmla="*/ 108 h 120"/>
              <a:gd name="T68" fmla="*/ 117 w 149"/>
              <a:gd name="T69" fmla="*/ 116 h 120"/>
              <a:gd name="T70" fmla="*/ 112 w 149"/>
              <a:gd name="T71" fmla="*/ 0 h 120"/>
              <a:gd name="T72" fmla="*/ 95 w 149"/>
              <a:gd name="T73" fmla="*/ 15 h 120"/>
              <a:gd name="T74" fmla="*/ 67 w 149"/>
              <a:gd name="T75" fmla="*/ 38 h 120"/>
              <a:gd name="T76" fmla="*/ 54 w 149"/>
              <a:gd name="T77" fmla="*/ 27 h 120"/>
              <a:gd name="T78" fmla="*/ 27 w 149"/>
              <a:gd name="T79" fmla="*/ 18 h 120"/>
              <a:gd name="T80" fmla="*/ 19 w 149"/>
              <a:gd name="T81" fmla="*/ 22 h 120"/>
              <a:gd name="T82" fmla="*/ 16 w 149"/>
              <a:gd name="T83" fmla="*/ 28 h 120"/>
              <a:gd name="T84" fmla="*/ 14 w 149"/>
              <a:gd name="T85" fmla="*/ 37 h 120"/>
              <a:gd name="T86" fmla="*/ 10 w 149"/>
              <a:gd name="T87" fmla="*/ 47 h 120"/>
              <a:gd name="T88" fmla="*/ 6 w 149"/>
              <a:gd name="T89" fmla="*/ 60 h 120"/>
              <a:gd name="T90" fmla="*/ 1 w 149"/>
              <a:gd name="T91" fmla="*/ 84 h 120"/>
              <a:gd name="T92" fmla="*/ 10 w 149"/>
              <a:gd name="T93" fmla="*/ 90 h 120"/>
              <a:gd name="T94" fmla="*/ 42 w 149"/>
              <a:gd name="T95" fmla="*/ 99 h 120"/>
              <a:gd name="T96" fmla="*/ 49 w 149"/>
              <a:gd name="T97" fmla="*/ 97 h 120"/>
              <a:gd name="T98" fmla="*/ 107 w 149"/>
              <a:gd name="T99" fmla="*/ 119 h 120"/>
              <a:gd name="T100" fmla="*/ 119 w 149"/>
              <a:gd name="T101" fmla="*/ 119 h 120"/>
              <a:gd name="T102" fmla="*/ 122 w 149"/>
              <a:gd name="T103" fmla="*/ 108 h 120"/>
              <a:gd name="T104" fmla="*/ 130 w 149"/>
              <a:gd name="T105" fmla="*/ 102 h 120"/>
              <a:gd name="T106" fmla="*/ 130 w 149"/>
              <a:gd name="T107" fmla="*/ 93 h 120"/>
              <a:gd name="T108" fmla="*/ 138 w 149"/>
              <a:gd name="T109" fmla="*/ 77 h 120"/>
              <a:gd name="T110" fmla="*/ 142 w 149"/>
              <a:gd name="T111" fmla="*/ 76 h 120"/>
              <a:gd name="T112" fmla="*/ 138 w 149"/>
              <a:gd name="T113" fmla="*/ 52 h 120"/>
              <a:gd name="T114" fmla="*/ 120 w 149"/>
              <a:gd name="T115" fmla="*/ 21 h 120"/>
              <a:gd name="T116" fmla="*/ 112 w 149"/>
              <a:gd name="T11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 h="120">
                <a:moveTo>
                  <a:pt x="20" y="28"/>
                </a:moveTo>
                <a:cubicBezTo>
                  <a:pt x="21" y="25"/>
                  <a:pt x="23" y="23"/>
                  <a:pt x="25" y="22"/>
                </a:cubicBezTo>
                <a:cubicBezTo>
                  <a:pt x="25" y="22"/>
                  <a:pt x="26" y="22"/>
                  <a:pt x="27" y="22"/>
                </a:cubicBezTo>
                <a:cubicBezTo>
                  <a:pt x="28" y="22"/>
                  <a:pt x="29" y="22"/>
                  <a:pt x="30" y="22"/>
                </a:cubicBezTo>
                <a:cubicBezTo>
                  <a:pt x="31" y="23"/>
                  <a:pt x="31" y="23"/>
                  <a:pt x="32" y="23"/>
                </a:cubicBezTo>
                <a:cubicBezTo>
                  <a:pt x="53" y="31"/>
                  <a:pt x="53" y="31"/>
                  <a:pt x="53" y="31"/>
                </a:cubicBezTo>
                <a:cubicBezTo>
                  <a:pt x="57" y="32"/>
                  <a:pt x="61" y="34"/>
                  <a:pt x="63" y="37"/>
                </a:cubicBezTo>
                <a:cubicBezTo>
                  <a:pt x="64" y="40"/>
                  <a:pt x="63" y="45"/>
                  <a:pt x="62" y="49"/>
                </a:cubicBezTo>
                <a:cubicBezTo>
                  <a:pt x="48" y="94"/>
                  <a:pt x="48" y="94"/>
                  <a:pt x="48" y="94"/>
                </a:cubicBezTo>
                <a:cubicBezTo>
                  <a:pt x="46" y="95"/>
                  <a:pt x="45" y="95"/>
                  <a:pt x="43" y="95"/>
                </a:cubicBezTo>
                <a:cubicBezTo>
                  <a:pt x="43" y="95"/>
                  <a:pt x="42" y="95"/>
                  <a:pt x="42" y="95"/>
                </a:cubicBezTo>
                <a:cubicBezTo>
                  <a:pt x="40" y="95"/>
                  <a:pt x="38" y="95"/>
                  <a:pt x="35" y="94"/>
                </a:cubicBezTo>
                <a:cubicBezTo>
                  <a:pt x="11" y="87"/>
                  <a:pt x="11" y="87"/>
                  <a:pt x="11" y="87"/>
                </a:cubicBezTo>
                <a:cubicBezTo>
                  <a:pt x="9" y="86"/>
                  <a:pt x="6" y="85"/>
                  <a:pt x="5" y="83"/>
                </a:cubicBezTo>
                <a:cubicBezTo>
                  <a:pt x="4" y="81"/>
                  <a:pt x="5" y="78"/>
                  <a:pt x="5" y="76"/>
                </a:cubicBezTo>
                <a:cubicBezTo>
                  <a:pt x="10" y="62"/>
                  <a:pt x="10" y="62"/>
                  <a:pt x="10" y="62"/>
                </a:cubicBezTo>
                <a:cubicBezTo>
                  <a:pt x="11" y="58"/>
                  <a:pt x="11" y="58"/>
                  <a:pt x="11" y="58"/>
                </a:cubicBezTo>
                <a:cubicBezTo>
                  <a:pt x="15" y="46"/>
                  <a:pt x="15" y="46"/>
                  <a:pt x="15" y="46"/>
                </a:cubicBezTo>
                <a:cubicBezTo>
                  <a:pt x="16" y="41"/>
                  <a:pt x="16" y="41"/>
                  <a:pt x="16" y="41"/>
                </a:cubicBezTo>
                <a:cubicBezTo>
                  <a:pt x="18" y="36"/>
                  <a:pt x="18" y="36"/>
                  <a:pt x="18" y="36"/>
                </a:cubicBezTo>
                <a:cubicBezTo>
                  <a:pt x="20" y="30"/>
                  <a:pt x="20" y="30"/>
                  <a:pt x="20" y="30"/>
                </a:cubicBezTo>
                <a:cubicBezTo>
                  <a:pt x="20" y="29"/>
                  <a:pt x="20" y="28"/>
                  <a:pt x="20" y="28"/>
                </a:cubicBezTo>
                <a:moveTo>
                  <a:pt x="114" y="117"/>
                </a:moveTo>
                <a:cubicBezTo>
                  <a:pt x="112" y="117"/>
                  <a:pt x="110" y="116"/>
                  <a:pt x="108" y="115"/>
                </a:cubicBezTo>
                <a:cubicBezTo>
                  <a:pt x="64" y="102"/>
                  <a:pt x="64" y="102"/>
                  <a:pt x="64" y="102"/>
                </a:cubicBezTo>
                <a:cubicBezTo>
                  <a:pt x="58" y="101"/>
                  <a:pt x="53" y="98"/>
                  <a:pt x="52" y="93"/>
                </a:cubicBezTo>
                <a:cubicBezTo>
                  <a:pt x="52" y="93"/>
                  <a:pt x="52" y="93"/>
                  <a:pt x="52" y="93"/>
                </a:cubicBezTo>
                <a:cubicBezTo>
                  <a:pt x="65" y="50"/>
                  <a:pt x="65" y="50"/>
                  <a:pt x="65" y="50"/>
                </a:cubicBezTo>
                <a:cubicBezTo>
                  <a:pt x="66" y="47"/>
                  <a:pt x="67" y="44"/>
                  <a:pt x="67" y="41"/>
                </a:cubicBezTo>
                <a:cubicBezTo>
                  <a:pt x="79" y="39"/>
                  <a:pt x="89" y="31"/>
                  <a:pt x="95" y="21"/>
                </a:cubicBezTo>
                <a:cubicBezTo>
                  <a:pt x="96" y="20"/>
                  <a:pt x="97" y="18"/>
                  <a:pt x="98" y="17"/>
                </a:cubicBezTo>
                <a:cubicBezTo>
                  <a:pt x="100" y="13"/>
                  <a:pt x="101" y="10"/>
                  <a:pt x="104" y="8"/>
                </a:cubicBezTo>
                <a:cubicBezTo>
                  <a:pt x="106" y="6"/>
                  <a:pt x="109" y="4"/>
                  <a:pt x="112" y="4"/>
                </a:cubicBezTo>
                <a:cubicBezTo>
                  <a:pt x="113" y="4"/>
                  <a:pt x="115" y="5"/>
                  <a:pt x="116" y="6"/>
                </a:cubicBezTo>
                <a:cubicBezTo>
                  <a:pt x="120" y="9"/>
                  <a:pt x="118" y="16"/>
                  <a:pt x="117" y="21"/>
                </a:cubicBezTo>
                <a:cubicBezTo>
                  <a:pt x="109" y="45"/>
                  <a:pt x="109" y="45"/>
                  <a:pt x="109" y="45"/>
                </a:cubicBezTo>
                <a:cubicBezTo>
                  <a:pt x="109" y="45"/>
                  <a:pt x="109" y="46"/>
                  <a:pt x="109" y="46"/>
                </a:cubicBezTo>
                <a:cubicBezTo>
                  <a:pt x="109" y="47"/>
                  <a:pt x="110" y="47"/>
                  <a:pt x="110" y="47"/>
                </a:cubicBezTo>
                <a:cubicBezTo>
                  <a:pt x="119" y="49"/>
                  <a:pt x="128" y="51"/>
                  <a:pt x="136" y="55"/>
                </a:cubicBezTo>
                <a:cubicBezTo>
                  <a:pt x="141" y="58"/>
                  <a:pt x="144" y="61"/>
                  <a:pt x="145" y="64"/>
                </a:cubicBezTo>
                <a:cubicBezTo>
                  <a:pt x="145" y="68"/>
                  <a:pt x="144" y="71"/>
                  <a:pt x="141" y="73"/>
                </a:cubicBezTo>
                <a:cubicBezTo>
                  <a:pt x="140" y="73"/>
                  <a:pt x="139" y="73"/>
                  <a:pt x="137" y="73"/>
                </a:cubicBezTo>
                <a:cubicBezTo>
                  <a:pt x="137" y="73"/>
                  <a:pt x="136" y="73"/>
                  <a:pt x="135" y="73"/>
                </a:cubicBezTo>
                <a:cubicBezTo>
                  <a:pt x="134" y="72"/>
                  <a:pt x="133" y="71"/>
                  <a:pt x="131" y="71"/>
                </a:cubicBezTo>
                <a:cubicBezTo>
                  <a:pt x="131" y="71"/>
                  <a:pt x="131" y="71"/>
                  <a:pt x="131" y="71"/>
                </a:cubicBezTo>
                <a:cubicBezTo>
                  <a:pt x="130" y="71"/>
                  <a:pt x="129" y="71"/>
                  <a:pt x="129" y="71"/>
                </a:cubicBezTo>
                <a:cubicBezTo>
                  <a:pt x="129" y="72"/>
                  <a:pt x="129" y="73"/>
                  <a:pt x="129" y="74"/>
                </a:cubicBezTo>
                <a:cubicBezTo>
                  <a:pt x="130" y="75"/>
                  <a:pt x="132" y="76"/>
                  <a:pt x="133" y="76"/>
                </a:cubicBezTo>
                <a:cubicBezTo>
                  <a:pt x="134" y="77"/>
                  <a:pt x="135" y="78"/>
                  <a:pt x="135" y="79"/>
                </a:cubicBezTo>
                <a:cubicBezTo>
                  <a:pt x="136" y="81"/>
                  <a:pt x="136" y="84"/>
                  <a:pt x="135" y="85"/>
                </a:cubicBezTo>
                <a:cubicBezTo>
                  <a:pt x="134" y="87"/>
                  <a:pt x="132" y="89"/>
                  <a:pt x="129" y="89"/>
                </a:cubicBezTo>
                <a:cubicBezTo>
                  <a:pt x="129" y="90"/>
                  <a:pt x="128" y="90"/>
                  <a:pt x="128" y="90"/>
                </a:cubicBezTo>
                <a:cubicBezTo>
                  <a:pt x="127" y="90"/>
                  <a:pt x="127" y="90"/>
                  <a:pt x="126" y="90"/>
                </a:cubicBezTo>
                <a:cubicBezTo>
                  <a:pt x="125" y="89"/>
                  <a:pt x="124" y="88"/>
                  <a:pt x="122" y="88"/>
                </a:cubicBezTo>
                <a:cubicBezTo>
                  <a:pt x="122" y="88"/>
                  <a:pt x="122" y="88"/>
                  <a:pt x="122" y="88"/>
                </a:cubicBezTo>
                <a:cubicBezTo>
                  <a:pt x="121" y="88"/>
                  <a:pt x="120" y="88"/>
                  <a:pt x="120" y="89"/>
                </a:cubicBezTo>
                <a:cubicBezTo>
                  <a:pt x="120" y="90"/>
                  <a:pt x="120" y="91"/>
                  <a:pt x="121" y="91"/>
                </a:cubicBezTo>
                <a:cubicBezTo>
                  <a:pt x="122" y="92"/>
                  <a:pt x="123" y="93"/>
                  <a:pt x="125" y="93"/>
                </a:cubicBezTo>
                <a:cubicBezTo>
                  <a:pt x="125" y="94"/>
                  <a:pt x="126" y="94"/>
                  <a:pt x="126" y="95"/>
                </a:cubicBezTo>
                <a:cubicBezTo>
                  <a:pt x="127" y="97"/>
                  <a:pt x="127" y="99"/>
                  <a:pt x="127" y="101"/>
                </a:cubicBezTo>
                <a:cubicBezTo>
                  <a:pt x="126" y="102"/>
                  <a:pt x="124" y="104"/>
                  <a:pt x="122" y="104"/>
                </a:cubicBezTo>
                <a:cubicBezTo>
                  <a:pt x="122" y="105"/>
                  <a:pt x="121" y="105"/>
                  <a:pt x="120" y="105"/>
                </a:cubicBezTo>
                <a:cubicBezTo>
                  <a:pt x="120" y="105"/>
                  <a:pt x="119" y="105"/>
                  <a:pt x="119" y="105"/>
                </a:cubicBezTo>
                <a:cubicBezTo>
                  <a:pt x="118" y="104"/>
                  <a:pt x="117" y="104"/>
                  <a:pt x="116" y="103"/>
                </a:cubicBezTo>
                <a:cubicBezTo>
                  <a:pt x="116" y="103"/>
                  <a:pt x="116" y="103"/>
                  <a:pt x="116" y="103"/>
                </a:cubicBezTo>
                <a:cubicBezTo>
                  <a:pt x="115" y="103"/>
                  <a:pt x="114" y="104"/>
                  <a:pt x="114" y="105"/>
                </a:cubicBezTo>
                <a:cubicBezTo>
                  <a:pt x="113" y="105"/>
                  <a:pt x="114" y="106"/>
                  <a:pt x="114" y="107"/>
                </a:cubicBezTo>
                <a:cubicBezTo>
                  <a:pt x="115" y="107"/>
                  <a:pt x="116" y="108"/>
                  <a:pt x="117" y="108"/>
                </a:cubicBezTo>
                <a:cubicBezTo>
                  <a:pt x="118" y="109"/>
                  <a:pt x="119" y="110"/>
                  <a:pt x="119" y="111"/>
                </a:cubicBezTo>
                <a:cubicBezTo>
                  <a:pt x="119" y="113"/>
                  <a:pt x="118" y="115"/>
                  <a:pt x="117" y="116"/>
                </a:cubicBezTo>
                <a:cubicBezTo>
                  <a:pt x="116" y="116"/>
                  <a:pt x="115" y="117"/>
                  <a:pt x="114" y="117"/>
                </a:cubicBezTo>
                <a:moveTo>
                  <a:pt x="112" y="0"/>
                </a:moveTo>
                <a:cubicBezTo>
                  <a:pt x="108" y="0"/>
                  <a:pt x="104" y="2"/>
                  <a:pt x="101" y="5"/>
                </a:cubicBezTo>
                <a:cubicBezTo>
                  <a:pt x="98" y="8"/>
                  <a:pt x="96" y="11"/>
                  <a:pt x="95" y="15"/>
                </a:cubicBezTo>
                <a:cubicBezTo>
                  <a:pt x="94" y="16"/>
                  <a:pt x="93" y="18"/>
                  <a:pt x="92" y="19"/>
                </a:cubicBezTo>
                <a:cubicBezTo>
                  <a:pt x="87" y="28"/>
                  <a:pt x="77" y="35"/>
                  <a:pt x="67" y="38"/>
                </a:cubicBezTo>
                <a:cubicBezTo>
                  <a:pt x="67" y="37"/>
                  <a:pt x="66" y="36"/>
                  <a:pt x="66" y="35"/>
                </a:cubicBezTo>
                <a:cubicBezTo>
                  <a:pt x="64" y="31"/>
                  <a:pt x="59" y="29"/>
                  <a:pt x="54" y="27"/>
                </a:cubicBezTo>
                <a:cubicBezTo>
                  <a:pt x="33" y="19"/>
                  <a:pt x="33" y="19"/>
                  <a:pt x="33" y="19"/>
                </a:cubicBezTo>
                <a:cubicBezTo>
                  <a:pt x="31" y="19"/>
                  <a:pt x="29" y="18"/>
                  <a:pt x="27" y="18"/>
                </a:cubicBezTo>
                <a:cubicBezTo>
                  <a:pt x="26" y="18"/>
                  <a:pt x="25" y="18"/>
                  <a:pt x="23" y="19"/>
                </a:cubicBezTo>
                <a:cubicBezTo>
                  <a:pt x="22" y="19"/>
                  <a:pt x="20" y="20"/>
                  <a:pt x="19" y="22"/>
                </a:cubicBezTo>
                <a:cubicBezTo>
                  <a:pt x="18" y="24"/>
                  <a:pt x="17" y="27"/>
                  <a:pt x="16" y="28"/>
                </a:cubicBezTo>
                <a:cubicBezTo>
                  <a:pt x="16" y="28"/>
                  <a:pt x="16" y="28"/>
                  <a:pt x="16" y="28"/>
                </a:cubicBezTo>
                <a:cubicBezTo>
                  <a:pt x="15" y="33"/>
                  <a:pt x="15" y="33"/>
                  <a:pt x="15" y="33"/>
                </a:cubicBezTo>
                <a:cubicBezTo>
                  <a:pt x="14" y="37"/>
                  <a:pt x="14" y="37"/>
                  <a:pt x="14" y="37"/>
                </a:cubicBezTo>
                <a:cubicBezTo>
                  <a:pt x="12" y="42"/>
                  <a:pt x="12" y="42"/>
                  <a:pt x="12" y="42"/>
                </a:cubicBezTo>
                <a:cubicBezTo>
                  <a:pt x="10" y="47"/>
                  <a:pt x="10" y="47"/>
                  <a:pt x="10" y="47"/>
                </a:cubicBezTo>
                <a:cubicBezTo>
                  <a:pt x="8" y="56"/>
                  <a:pt x="8" y="56"/>
                  <a:pt x="8" y="56"/>
                </a:cubicBezTo>
                <a:cubicBezTo>
                  <a:pt x="6" y="60"/>
                  <a:pt x="6" y="60"/>
                  <a:pt x="6" y="60"/>
                </a:cubicBezTo>
                <a:cubicBezTo>
                  <a:pt x="2" y="75"/>
                  <a:pt x="2" y="75"/>
                  <a:pt x="2" y="75"/>
                </a:cubicBezTo>
                <a:cubicBezTo>
                  <a:pt x="1" y="78"/>
                  <a:pt x="0" y="81"/>
                  <a:pt x="1" y="84"/>
                </a:cubicBezTo>
                <a:cubicBezTo>
                  <a:pt x="3" y="88"/>
                  <a:pt x="6" y="89"/>
                  <a:pt x="10" y="90"/>
                </a:cubicBezTo>
                <a:cubicBezTo>
                  <a:pt x="10" y="90"/>
                  <a:pt x="10" y="90"/>
                  <a:pt x="10" y="90"/>
                </a:cubicBezTo>
                <a:cubicBezTo>
                  <a:pt x="34" y="97"/>
                  <a:pt x="34" y="97"/>
                  <a:pt x="34" y="97"/>
                </a:cubicBezTo>
                <a:cubicBezTo>
                  <a:pt x="37" y="98"/>
                  <a:pt x="39" y="99"/>
                  <a:pt x="42" y="99"/>
                </a:cubicBezTo>
                <a:cubicBezTo>
                  <a:pt x="42" y="99"/>
                  <a:pt x="43" y="99"/>
                  <a:pt x="43" y="99"/>
                </a:cubicBezTo>
                <a:cubicBezTo>
                  <a:pt x="45" y="99"/>
                  <a:pt x="47" y="98"/>
                  <a:pt x="49" y="97"/>
                </a:cubicBezTo>
                <a:cubicBezTo>
                  <a:pt x="52" y="102"/>
                  <a:pt x="58" y="104"/>
                  <a:pt x="63" y="106"/>
                </a:cubicBezTo>
                <a:cubicBezTo>
                  <a:pt x="107" y="119"/>
                  <a:pt x="107" y="119"/>
                  <a:pt x="107" y="119"/>
                </a:cubicBezTo>
                <a:cubicBezTo>
                  <a:pt x="109" y="120"/>
                  <a:pt x="111" y="120"/>
                  <a:pt x="114" y="120"/>
                </a:cubicBezTo>
                <a:cubicBezTo>
                  <a:pt x="115" y="120"/>
                  <a:pt x="117" y="120"/>
                  <a:pt x="119" y="119"/>
                </a:cubicBezTo>
                <a:cubicBezTo>
                  <a:pt x="122" y="118"/>
                  <a:pt x="123" y="114"/>
                  <a:pt x="123" y="110"/>
                </a:cubicBezTo>
                <a:cubicBezTo>
                  <a:pt x="123" y="110"/>
                  <a:pt x="122" y="109"/>
                  <a:pt x="122" y="108"/>
                </a:cubicBezTo>
                <a:cubicBezTo>
                  <a:pt x="123" y="108"/>
                  <a:pt x="123" y="108"/>
                  <a:pt x="123" y="108"/>
                </a:cubicBezTo>
                <a:cubicBezTo>
                  <a:pt x="127" y="107"/>
                  <a:pt x="129" y="105"/>
                  <a:pt x="130" y="102"/>
                </a:cubicBezTo>
                <a:cubicBezTo>
                  <a:pt x="131" y="99"/>
                  <a:pt x="131" y="96"/>
                  <a:pt x="130" y="93"/>
                </a:cubicBezTo>
                <a:cubicBezTo>
                  <a:pt x="130" y="93"/>
                  <a:pt x="130" y="93"/>
                  <a:pt x="130" y="93"/>
                </a:cubicBezTo>
                <a:cubicBezTo>
                  <a:pt x="134" y="92"/>
                  <a:pt x="137" y="90"/>
                  <a:pt x="138" y="87"/>
                </a:cubicBezTo>
                <a:cubicBezTo>
                  <a:pt x="140" y="84"/>
                  <a:pt x="140" y="81"/>
                  <a:pt x="138" y="77"/>
                </a:cubicBezTo>
                <a:cubicBezTo>
                  <a:pt x="138" y="77"/>
                  <a:pt x="138" y="77"/>
                  <a:pt x="138" y="77"/>
                </a:cubicBezTo>
                <a:cubicBezTo>
                  <a:pt x="140" y="77"/>
                  <a:pt x="141" y="77"/>
                  <a:pt x="142" y="76"/>
                </a:cubicBezTo>
                <a:cubicBezTo>
                  <a:pt x="147" y="74"/>
                  <a:pt x="149" y="69"/>
                  <a:pt x="148" y="64"/>
                </a:cubicBezTo>
                <a:cubicBezTo>
                  <a:pt x="148" y="59"/>
                  <a:pt x="144" y="55"/>
                  <a:pt x="138" y="52"/>
                </a:cubicBezTo>
                <a:cubicBezTo>
                  <a:pt x="130" y="48"/>
                  <a:pt x="122" y="46"/>
                  <a:pt x="113" y="44"/>
                </a:cubicBezTo>
                <a:cubicBezTo>
                  <a:pt x="120" y="21"/>
                  <a:pt x="120" y="21"/>
                  <a:pt x="120" y="21"/>
                </a:cubicBezTo>
                <a:cubicBezTo>
                  <a:pt x="122" y="16"/>
                  <a:pt x="124" y="8"/>
                  <a:pt x="119" y="3"/>
                </a:cubicBezTo>
                <a:cubicBezTo>
                  <a:pt x="117" y="1"/>
                  <a:pt x="114" y="0"/>
                  <a:pt x="112"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1" name="Freeform 125">
            <a:extLst>
              <a:ext uri="{FF2B5EF4-FFF2-40B4-BE49-F238E27FC236}">
                <a16:creationId xmlns:a16="http://schemas.microsoft.com/office/drawing/2014/main" id="{0E69EBC3-92AD-4F00-BCB8-31F1F4C2A0A9}"/>
              </a:ext>
            </a:extLst>
          </p:cNvPr>
          <p:cNvSpPr>
            <a:spLocks noEditPoints="1"/>
          </p:cNvSpPr>
          <p:nvPr/>
        </p:nvSpPr>
        <p:spPr bwMode="auto">
          <a:xfrm>
            <a:off x="6253163" y="3983038"/>
            <a:ext cx="633413" cy="549275"/>
          </a:xfrm>
          <a:custGeom>
            <a:avLst/>
            <a:gdLst>
              <a:gd name="T0" fmla="*/ 109 w 177"/>
              <a:gd name="T1" fmla="*/ 116 h 153"/>
              <a:gd name="T2" fmla="*/ 116 w 177"/>
              <a:gd name="T3" fmla="*/ 102 h 153"/>
              <a:gd name="T4" fmla="*/ 114 w 177"/>
              <a:gd name="T5" fmla="*/ 91 h 153"/>
              <a:gd name="T6" fmla="*/ 104 w 177"/>
              <a:gd name="T7" fmla="*/ 92 h 153"/>
              <a:gd name="T8" fmla="*/ 104 w 177"/>
              <a:gd name="T9" fmla="*/ 92 h 153"/>
              <a:gd name="T10" fmla="*/ 111 w 177"/>
              <a:gd name="T11" fmla="*/ 80 h 153"/>
              <a:gd name="T12" fmla="*/ 87 w 177"/>
              <a:gd name="T13" fmla="*/ 65 h 153"/>
              <a:gd name="T14" fmla="*/ 98 w 177"/>
              <a:gd name="T15" fmla="*/ 83 h 153"/>
              <a:gd name="T16" fmla="*/ 102 w 177"/>
              <a:gd name="T17" fmla="*/ 98 h 153"/>
              <a:gd name="T18" fmla="*/ 102 w 177"/>
              <a:gd name="T19" fmla="*/ 118 h 153"/>
              <a:gd name="T20" fmla="*/ 101 w 177"/>
              <a:gd name="T21" fmla="*/ 80 h 153"/>
              <a:gd name="T22" fmla="*/ 101 w 177"/>
              <a:gd name="T23" fmla="*/ 80 h 153"/>
              <a:gd name="T24" fmla="*/ 80 w 177"/>
              <a:gd name="T25" fmla="*/ 63 h 153"/>
              <a:gd name="T26" fmla="*/ 97 w 177"/>
              <a:gd name="T27" fmla="*/ 68 h 153"/>
              <a:gd name="T28" fmla="*/ 105 w 177"/>
              <a:gd name="T29" fmla="*/ 45 h 153"/>
              <a:gd name="T30" fmla="*/ 77 w 177"/>
              <a:gd name="T31" fmla="*/ 81 h 153"/>
              <a:gd name="T32" fmla="*/ 97 w 177"/>
              <a:gd name="T33" fmla="*/ 122 h 153"/>
              <a:gd name="T34" fmla="*/ 108 w 177"/>
              <a:gd name="T35" fmla="*/ 121 h 153"/>
              <a:gd name="T36" fmla="*/ 108 w 177"/>
              <a:gd name="T37" fmla="*/ 50 h 153"/>
              <a:gd name="T38" fmla="*/ 69 w 177"/>
              <a:gd name="T39" fmla="*/ 119 h 153"/>
              <a:gd name="T40" fmla="*/ 65 w 177"/>
              <a:gd name="T41" fmla="*/ 99 h 153"/>
              <a:gd name="T42" fmla="*/ 62 w 177"/>
              <a:gd name="T43" fmla="*/ 87 h 153"/>
              <a:gd name="T44" fmla="*/ 67 w 177"/>
              <a:gd name="T45" fmla="*/ 65 h 153"/>
              <a:gd name="T46" fmla="*/ 66 w 177"/>
              <a:gd name="T47" fmla="*/ 66 h 153"/>
              <a:gd name="T48" fmla="*/ 65 w 177"/>
              <a:gd name="T49" fmla="*/ 61 h 153"/>
              <a:gd name="T50" fmla="*/ 45 w 177"/>
              <a:gd name="T51" fmla="*/ 42 h 153"/>
              <a:gd name="T52" fmla="*/ 51 w 177"/>
              <a:gd name="T53" fmla="*/ 60 h 153"/>
              <a:gd name="T54" fmla="*/ 57 w 177"/>
              <a:gd name="T55" fmla="*/ 88 h 153"/>
              <a:gd name="T56" fmla="*/ 58 w 177"/>
              <a:gd name="T57" fmla="*/ 128 h 153"/>
              <a:gd name="T58" fmla="*/ 61 w 177"/>
              <a:gd name="T59" fmla="*/ 39 h 153"/>
              <a:gd name="T60" fmla="*/ 37 w 177"/>
              <a:gd name="T61" fmla="*/ 34 h 153"/>
              <a:gd name="T62" fmla="*/ 47 w 177"/>
              <a:gd name="T63" fmla="*/ 39 h 153"/>
              <a:gd name="T64" fmla="*/ 47 w 177"/>
              <a:gd name="T65" fmla="*/ 27 h 153"/>
              <a:gd name="T66" fmla="*/ 45 w 177"/>
              <a:gd name="T67" fmla="*/ 24 h 153"/>
              <a:gd name="T68" fmla="*/ 52 w 177"/>
              <a:gd name="T69" fmla="*/ 134 h 153"/>
              <a:gd name="T70" fmla="*/ 68 w 177"/>
              <a:gd name="T71" fmla="*/ 129 h 153"/>
              <a:gd name="T72" fmla="*/ 84 w 177"/>
              <a:gd name="T73" fmla="*/ 115 h 153"/>
              <a:gd name="T74" fmla="*/ 3 w 177"/>
              <a:gd name="T75" fmla="*/ 11 h 153"/>
              <a:gd name="T76" fmla="*/ 4 w 177"/>
              <a:gd name="T77" fmla="*/ 29 h 153"/>
              <a:gd name="T78" fmla="*/ 9 w 177"/>
              <a:gd name="T79" fmla="*/ 39 h 153"/>
              <a:gd name="T80" fmla="*/ 141 w 177"/>
              <a:gd name="T81" fmla="*/ 131 h 153"/>
              <a:gd name="T82" fmla="*/ 176 w 177"/>
              <a:gd name="T83" fmla="*/ 120 h 153"/>
              <a:gd name="T84" fmla="*/ 139 w 177"/>
              <a:gd name="T85" fmla="*/ 120 h 153"/>
              <a:gd name="T86" fmla="*/ 16 w 177"/>
              <a:gd name="T87" fmla="*/ 47 h 153"/>
              <a:gd name="T88" fmla="*/ 13 w 177"/>
              <a:gd name="T89" fmla="*/ 37 h 153"/>
              <a:gd name="T90" fmla="*/ 165 w 177"/>
              <a:gd name="T91" fmla="*/ 84 h 153"/>
              <a:gd name="T92" fmla="*/ 164 w 177"/>
              <a:gd name="T93" fmla="*/ 80 h 153"/>
              <a:gd name="T94" fmla="*/ 161 w 177"/>
              <a:gd name="T95" fmla="*/ 69 h 153"/>
              <a:gd name="T96" fmla="*/ 157 w 177"/>
              <a:gd name="T97" fmla="*/ 56 h 153"/>
              <a:gd name="T98" fmla="*/ 144 w 177"/>
              <a:gd name="T99" fmla="*/ 47 h 153"/>
              <a:gd name="T100" fmla="*/ 139 w 177"/>
              <a:gd name="T101" fmla="*/ 109 h 153"/>
              <a:gd name="T102" fmla="*/ 135 w 177"/>
              <a:gd name="T103" fmla="*/ 26 h 153"/>
              <a:gd name="T104" fmla="*/ 139 w 177"/>
              <a:gd name="T105" fmla="*/ 41 h 153"/>
              <a:gd name="T106" fmla="*/ 146 w 177"/>
              <a:gd name="T107" fmla="*/ 68 h 153"/>
              <a:gd name="T108" fmla="*/ 141 w 177"/>
              <a:gd name="T109" fmla="*/ 108 h 153"/>
              <a:gd name="T110" fmla="*/ 150 w 177"/>
              <a:gd name="T111" fmla="*/ 28 h 153"/>
              <a:gd name="T112" fmla="*/ 125 w 177"/>
              <a:gd name="T113" fmla="*/ 16 h 153"/>
              <a:gd name="T114" fmla="*/ 145 w 177"/>
              <a:gd name="T115" fmla="*/ 8 h 153"/>
              <a:gd name="T116" fmla="*/ 143 w 177"/>
              <a:gd name="T117" fmla="*/ 4 h 153"/>
              <a:gd name="T118" fmla="*/ 113 w 177"/>
              <a:gd name="T119" fmla="*/ 21 h 153"/>
              <a:gd name="T120" fmla="*/ 142 w 177"/>
              <a:gd name="T121" fmla="*/ 112 h 153"/>
              <a:gd name="T122" fmla="*/ 155 w 177"/>
              <a:gd name="T123" fmla="*/ 110 h 153"/>
              <a:gd name="T124" fmla="*/ 148 w 177"/>
              <a:gd name="T125" fmla="*/ 4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7" h="153">
                <a:moveTo>
                  <a:pt x="109" y="116"/>
                </a:moveTo>
                <a:cubicBezTo>
                  <a:pt x="109" y="115"/>
                  <a:pt x="109" y="113"/>
                  <a:pt x="109" y="112"/>
                </a:cubicBezTo>
                <a:cubicBezTo>
                  <a:pt x="118" y="105"/>
                  <a:pt x="118" y="105"/>
                  <a:pt x="118" y="105"/>
                </a:cubicBezTo>
                <a:cubicBezTo>
                  <a:pt x="118" y="104"/>
                  <a:pt x="118" y="104"/>
                  <a:pt x="118" y="104"/>
                </a:cubicBezTo>
                <a:cubicBezTo>
                  <a:pt x="119" y="105"/>
                  <a:pt x="119" y="105"/>
                  <a:pt x="119" y="106"/>
                </a:cubicBezTo>
                <a:cubicBezTo>
                  <a:pt x="109" y="116"/>
                  <a:pt x="109" y="116"/>
                  <a:pt x="109" y="116"/>
                </a:cubicBezTo>
                <a:moveTo>
                  <a:pt x="108" y="108"/>
                </a:moveTo>
                <a:cubicBezTo>
                  <a:pt x="108" y="106"/>
                  <a:pt x="107" y="104"/>
                  <a:pt x="107" y="102"/>
                </a:cubicBezTo>
                <a:cubicBezTo>
                  <a:pt x="116" y="95"/>
                  <a:pt x="116" y="95"/>
                  <a:pt x="116" y="95"/>
                </a:cubicBezTo>
                <a:cubicBezTo>
                  <a:pt x="117" y="97"/>
                  <a:pt x="117" y="99"/>
                  <a:pt x="118" y="102"/>
                </a:cubicBezTo>
                <a:cubicBezTo>
                  <a:pt x="117" y="101"/>
                  <a:pt x="117" y="101"/>
                  <a:pt x="117" y="101"/>
                </a:cubicBezTo>
                <a:cubicBezTo>
                  <a:pt x="116" y="101"/>
                  <a:pt x="116" y="101"/>
                  <a:pt x="116" y="102"/>
                </a:cubicBezTo>
                <a:cubicBezTo>
                  <a:pt x="108" y="108"/>
                  <a:pt x="108" y="108"/>
                  <a:pt x="108" y="108"/>
                </a:cubicBezTo>
                <a:moveTo>
                  <a:pt x="113" y="91"/>
                </a:moveTo>
                <a:cubicBezTo>
                  <a:pt x="113" y="91"/>
                  <a:pt x="114" y="90"/>
                  <a:pt x="114" y="90"/>
                </a:cubicBezTo>
                <a:cubicBezTo>
                  <a:pt x="115" y="89"/>
                  <a:pt x="115" y="89"/>
                  <a:pt x="115" y="89"/>
                </a:cubicBezTo>
                <a:cubicBezTo>
                  <a:pt x="115" y="90"/>
                  <a:pt x="115" y="90"/>
                  <a:pt x="115" y="91"/>
                </a:cubicBezTo>
                <a:cubicBezTo>
                  <a:pt x="114" y="91"/>
                  <a:pt x="114" y="91"/>
                  <a:pt x="114" y="91"/>
                </a:cubicBezTo>
                <a:cubicBezTo>
                  <a:pt x="106" y="98"/>
                  <a:pt x="106" y="98"/>
                  <a:pt x="106" y="98"/>
                </a:cubicBezTo>
                <a:cubicBezTo>
                  <a:pt x="105" y="97"/>
                  <a:pt x="105" y="97"/>
                  <a:pt x="105" y="97"/>
                </a:cubicBezTo>
                <a:cubicBezTo>
                  <a:pt x="113" y="91"/>
                  <a:pt x="113" y="91"/>
                  <a:pt x="113" y="91"/>
                </a:cubicBezTo>
                <a:cubicBezTo>
                  <a:pt x="113" y="91"/>
                  <a:pt x="113" y="91"/>
                  <a:pt x="113" y="91"/>
                </a:cubicBezTo>
                <a:moveTo>
                  <a:pt x="104" y="92"/>
                </a:moveTo>
                <a:cubicBezTo>
                  <a:pt x="104" y="92"/>
                  <a:pt x="104" y="92"/>
                  <a:pt x="104" y="92"/>
                </a:cubicBezTo>
                <a:cubicBezTo>
                  <a:pt x="104" y="91"/>
                  <a:pt x="104" y="91"/>
                  <a:pt x="103" y="90"/>
                </a:cubicBezTo>
                <a:cubicBezTo>
                  <a:pt x="107" y="89"/>
                  <a:pt x="110" y="87"/>
                  <a:pt x="113" y="84"/>
                </a:cubicBezTo>
                <a:cubicBezTo>
                  <a:pt x="113" y="85"/>
                  <a:pt x="113" y="85"/>
                  <a:pt x="114" y="86"/>
                </a:cubicBezTo>
                <a:cubicBezTo>
                  <a:pt x="113" y="86"/>
                  <a:pt x="113" y="86"/>
                  <a:pt x="113" y="86"/>
                </a:cubicBezTo>
                <a:cubicBezTo>
                  <a:pt x="113" y="86"/>
                  <a:pt x="112" y="86"/>
                  <a:pt x="112" y="86"/>
                </a:cubicBezTo>
                <a:cubicBezTo>
                  <a:pt x="104" y="92"/>
                  <a:pt x="104" y="92"/>
                  <a:pt x="104" y="92"/>
                </a:cubicBezTo>
                <a:moveTo>
                  <a:pt x="102" y="86"/>
                </a:moveTo>
                <a:cubicBezTo>
                  <a:pt x="102" y="86"/>
                  <a:pt x="102" y="85"/>
                  <a:pt x="102" y="84"/>
                </a:cubicBezTo>
                <a:cubicBezTo>
                  <a:pt x="111" y="77"/>
                  <a:pt x="111" y="77"/>
                  <a:pt x="111" y="77"/>
                </a:cubicBezTo>
                <a:cubicBezTo>
                  <a:pt x="111" y="77"/>
                  <a:pt x="111" y="77"/>
                  <a:pt x="111" y="77"/>
                </a:cubicBezTo>
                <a:cubicBezTo>
                  <a:pt x="111" y="78"/>
                  <a:pt x="112" y="79"/>
                  <a:pt x="112" y="80"/>
                </a:cubicBezTo>
                <a:cubicBezTo>
                  <a:pt x="111" y="80"/>
                  <a:pt x="111" y="80"/>
                  <a:pt x="111" y="80"/>
                </a:cubicBezTo>
                <a:cubicBezTo>
                  <a:pt x="109" y="83"/>
                  <a:pt x="106" y="85"/>
                  <a:pt x="102" y="86"/>
                </a:cubicBezTo>
                <a:moveTo>
                  <a:pt x="90" y="120"/>
                </a:moveTo>
                <a:cubicBezTo>
                  <a:pt x="86" y="98"/>
                  <a:pt x="86" y="96"/>
                  <a:pt x="81" y="80"/>
                </a:cubicBezTo>
                <a:cubicBezTo>
                  <a:pt x="80" y="77"/>
                  <a:pt x="78" y="73"/>
                  <a:pt x="77" y="69"/>
                </a:cubicBezTo>
                <a:cubicBezTo>
                  <a:pt x="79" y="68"/>
                  <a:pt x="82" y="66"/>
                  <a:pt x="84" y="66"/>
                </a:cubicBezTo>
                <a:cubicBezTo>
                  <a:pt x="85" y="65"/>
                  <a:pt x="86" y="65"/>
                  <a:pt x="87" y="65"/>
                </a:cubicBezTo>
                <a:cubicBezTo>
                  <a:pt x="89" y="65"/>
                  <a:pt x="91" y="66"/>
                  <a:pt x="92" y="67"/>
                </a:cubicBezTo>
                <a:cubicBezTo>
                  <a:pt x="93" y="68"/>
                  <a:pt x="94" y="70"/>
                  <a:pt x="95" y="71"/>
                </a:cubicBezTo>
                <a:cubicBezTo>
                  <a:pt x="94" y="71"/>
                  <a:pt x="95" y="72"/>
                  <a:pt x="95" y="72"/>
                </a:cubicBezTo>
                <a:cubicBezTo>
                  <a:pt x="95" y="72"/>
                  <a:pt x="95" y="72"/>
                  <a:pt x="95" y="72"/>
                </a:cubicBezTo>
                <a:cubicBezTo>
                  <a:pt x="95" y="73"/>
                  <a:pt x="95" y="74"/>
                  <a:pt x="96" y="75"/>
                </a:cubicBezTo>
                <a:cubicBezTo>
                  <a:pt x="96" y="78"/>
                  <a:pt x="97" y="81"/>
                  <a:pt x="98" y="83"/>
                </a:cubicBezTo>
                <a:cubicBezTo>
                  <a:pt x="97" y="84"/>
                  <a:pt x="97" y="85"/>
                  <a:pt x="98" y="86"/>
                </a:cubicBezTo>
                <a:cubicBezTo>
                  <a:pt x="98" y="86"/>
                  <a:pt x="98" y="86"/>
                  <a:pt x="98" y="86"/>
                </a:cubicBezTo>
                <a:cubicBezTo>
                  <a:pt x="99" y="89"/>
                  <a:pt x="100" y="91"/>
                  <a:pt x="100" y="93"/>
                </a:cubicBezTo>
                <a:cubicBezTo>
                  <a:pt x="100" y="94"/>
                  <a:pt x="101" y="94"/>
                  <a:pt x="101" y="95"/>
                </a:cubicBezTo>
                <a:cubicBezTo>
                  <a:pt x="100" y="96"/>
                  <a:pt x="100" y="97"/>
                  <a:pt x="101" y="98"/>
                </a:cubicBezTo>
                <a:cubicBezTo>
                  <a:pt x="102" y="98"/>
                  <a:pt x="102" y="98"/>
                  <a:pt x="102" y="98"/>
                </a:cubicBezTo>
                <a:cubicBezTo>
                  <a:pt x="102" y="101"/>
                  <a:pt x="103" y="105"/>
                  <a:pt x="105" y="111"/>
                </a:cubicBezTo>
                <a:cubicBezTo>
                  <a:pt x="105" y="111"/>
                  <a:pt x="105" y="111"/>
                  <a:pt x="105" y="111"/>
                </a:cubicBezTo>
                <a:cubicBezTo>
                  <a:pt x="104" y="111"/>
                  <a:pt x="104" y="113"/>
                  <a:pt x="105" y="113"/>
                </a:cubicBezTo>
                <a:cubicBezTo>
                  <a:pt x="105" y="114"/>
                  <a:pt x="105" y="114"/>
                  <a:pt x="105" y="114"/>
                </a:cubicBezTo>
                <a:cubicBezTo>
                  <a:pt x="105" y="115"/>
                  <a:pt x="105" y="116"/>
                  <a:pt x="105" y="117"/>
                </a:cubicBezTo>
                <a:cubicBezTo>
                  <a:pt x="104" y="117"/>
                  <a:pt x="103" y="118"/>
                  <a:pt x="102" y="118"/>
                </a:cubicBezTo>
                <a:cubicBezTo>
                  <a:pt x="101" y="119"/>
                  <a:pt x="100" y="119"/>
                  <a:pt x="99" y="119"/>
                </a:cubicBezTo>
                <a:cubicBezTo>
                  <a:pt x="98" y="119"/>
                  <a:pt x="98" y="119"/>
                  <a:pt x="98" y="119"/>
                </a:cubicBezTo>
                <a:cubicBezTo>
                  <a:pt x="97" y="119"/>
                  <a:pt x="97" y="119"/>
                  <a:pt x="97" y="119"/>
                </a:cubicBezTo>
                <a:cubicBezTo>
                  <a:pt x="96" y="119"/>
                  <a:pt x="94" y="119"/>
                  <a:pt x="93" y="119"/>
                </a:cubicBezTo>
                <a:cubicBezTo>
                  <a:pt x="92" y="119"/>
                  <a:pt x="91" y="120"/>
                  <a:pt x="90" y="120"/>
                </a:cubicBezTo>
                <a:moveTo>
                  <a:pt x="101" y="80"/>
                </a:moveTo>
                <a:cubicBezTo>
                  <a:pt x="100" y="78"/>
                  <a:pt x="100" y="76"/>
                  <a:pt x="99" y="74"/>
                </a:cubicBezTo>
                <a:cubicBezTo>
                  <a:pt x="99" y="73"/>
                  <a:pt x="99" y="72"/>
                  <a:pt x="99" y="72"/>
                </a:cubicBezTo>
                <a:cubicBezTo>
                  <a:pt x="108" y="65"/>
                  <a:pt x="108" y="65"/>
                  <a:pt x="108" y="65"/>
                </a:cubicBezTo>
                <a:cubicBezTo>
                  <a:pt x="109" y="68"/>
                  <a:pt x="109" y="70"/>
                  <a:pt x="110" y="73"/>
                </a:cubicBezTo>
                <a:cubicBezTo>
                  <a:pt x="110" y="73"/>
                  <a:pt x="109" y="73"/>
                  <a:pt x="109" y="73"/>
                </a:cubicBezTo>
                <a:cubicBezTo>
                  <a:pt x="101" y="80"/>
                  <a:pt x="101" y="80"/>
                  <a:pt x="101" y="80"/>
                </a:cubicBezTo>
                <a:moveTo>
                  <a:pt x="80" y="63"/>
                </a:moveTo>
                <a:cubicBezTo>
                  <a:pt x="82" y="61"/>
                  <a:pt x="84" y="59"/>
                  <a:pt x="86" y="57"/>
                </a:cubicBezTo>
                <a:cubicBezTo>
                  <a:pt x="84" y="60"/>
                  <a:pt x="84" y="60"/>
                  <a:pt x="84" y="60"/>
                </a:cubicBezTo>
                <a:cubicBezTo>
                  <a:pt x="84" y="60"/>
                  <a:pt x="84" y="61"/>
                  <a:pt x="84" y="62"/>
                </a:cubicBezTo>
                <a:cubicBezTo>
                  <a:pt x="83" y="62"/>
                  <a:pt x="83" y="62"/>
                  <a:pt x="83" y="62"/>
                </a:cubicBezTo>
                <a:cubicBezTo>
                  <a:pt x="82" y="62"/>
                  <a:pt x="81" y="63"/>
                  <a:pt x="80" y="63"/>
                </a:cubicBezTo>
                <a:moveTo>
                  <a:pt x="97" y="68"/>
                </a:moveTo>
                <a:cubicBezTo>
                  <a:pt x="97" y="67"/>
                  <a:pt x="96" y="65"/>
                  <a:pt x="95" y="64"/>
                </a:cubicBezTo>
                <a:cubicBezTo>
                  <a:pt x="94" y="64"/>
                  <a:pt x="94" y="64"/>
                  <a:pt x="94" y="64"/>
                </a:cubicBezTo>
                <a:cubicBezTo>
                  <a:pt x="105" y="53"/>
                  <a:pt x="105" y="53"/>
                  <a:pt x="105" y="53"/>
                </a:cubicBezTo>
                <a:cubicBezTo>
                  <a:pt x="105" y="56"/>
                  <a:pt x="106" y="58"/>
                  <a:pt x="107" y="60"/>
                </a:cubicBezTo>
                <a:cubicBezTo>
                  <a:pt x="97" y="68"/>
                  <a:pt x="97" y="68"/>
                  <a:pt x="97" y="68"/>
                </a:cubicBezTo>
                <a:moveTo>
                  <a:pt x="91" y="62"/>
                </a:moveTo>
                <a:cubicBezTo>
                  <a:pt x="90" y="62"/>
                  <a:pt x="89" y="62"/>
                  <a:pt x="88" y="62"/>
                </a:cubicBezTo>
                <a:cubicBezTo>
                  <a:pt x="94" y="52"/>
                  <a:pt x="94" y="52"/>
                  <a:pt x="94" y="52"/>
                </a:cubicBezTo>
                <a:cubicBezTo>
                  <a:pt x="97" y="51"/>
                  <a:pt x="100" y="50"/>
                  <a:pt x="103" y="49"/>
                </a:cubicBezTo>
                <a:cubicBezTo>
                  <a:pt x="91" y="62"/>
                  <a:pt x="91" y="62"/>
                  <a:pt x="91" y="62"/>
                </a:cubicBezTo>
                <a:moveTo>
                  <a:pt x="105" y="45"/>
                </a:moveTo>
                <a:cubicBezTo>
                  <a:pt x="105" y="45"/>
                  <a:pt x="105" y="45"/>
                  <a:pt x="105" y="45"/>
                </a:cubicBezTo>
                <a:cubicBezTo>
                  <a:pt x="101" y="46"/>
                  <a:pt x="96" y="47"/>
                  <a:pt x="92" y="49"/>
                </a:cubicBezTo>
                <a:cubicBezTo>
                  <a:pt x="92" y="49"/>
                  <a:pt x="92" y="49"/>
                  <a:pt x="91" y="49"/>
                </a:cubicBezTo>
                <a:cubicBezTo>
                  <a:pt x="84" y="53"/>
                  <a:pt x="77" y="59"/>
                  <a:pt x="72" y="67"/>
                </a:cubicBezTo>
                <a:cubicBezTo>
                  <a:pt x="72" y="68"/>
                  <a:pt x="72" y="69"/>
                  <a:pt x="73" y="69"/>
                </a:cubicBezTo>
                <a:cubicBezTo>
                  <a:pt x="75" y="74"/>
                  <a:pt x="76" y="78"/>
                  <a:pt x="77" y="81"/>
                </a:cubicBezTo>
                <a:cubicBezTo>
                  <a:pt x="82" y="98"/>
                  <a:pt x="83" y="99"/>
                  <a:pt x="87" y="124"/>
                </a:cubicBezTo>
                <a:cubicBezTo>
                  <a:pt x="87" y="125"/>
                  <a:pt x="88" y="126"/>
                  <a:pt x="89" y="126"/>
                </a:cubicBezTo>
                <a:cubicBezTo>
                  <a:pt x="90" y="126"/>
                  <a:pt x="90" y="126"/>
                  <a:pt x="90" y="126"/>
                </a:cubicBezTo>
                <a:cubicBezTo>
                  <a:pt x="90" y="126"/>
                  <a:pt x="91" y="125"/>
                  <a:pt x="91" y="125"/>
                </a:cubicBezTo>
                <a:cubicBezTo>
                  <a:pt x="91" y="124"/>
                  <a:pt x="91" y="123"/>
                  <a:pt x="94" y="123"/>
                </a:cubicBezTo>
                <a:cubicBezTo>
                  <a:pt x="95" y="123"/>
                  <a:pt x="96" y="122"/>
                  <a:pt x="97" y="122"/>
                </a:cubicBezTo>
                <a:cubicBezTo>
                  <a:pt x="97" y="122"/>
                  <a:pt x="97" y="122"/>
                  <a:pt x="97" y="122"/>
                </a:cubicBezTo>
                <a:cubicBezTo>
                  <a:pt x="98" y="122"/>
                  <a:pt x="98" y="122"/>
                  <a:pt x="99" y="122"/>
                </a:cubicBezTo>
                <a:cubicBezTo>
                  <a:pt x="100" y="122"/>
                  <a:pt x="102" y="122"/>
                  <a:pt x="103" y="122"/>
                </a:cubicBezTo>
                <a:cubicBezTo>
                  <a:pt x="105" y="122"/>
                  <a:pt x="106" y="121"/>
                  <a:pt x="107" y="120"/>
                </a:cubicBezTo>
                <a:cubicBezTo>
                  <a:pt x="107" y="121"/>
                  <a:pt x="107" y="121"/>
                  <a:pt x="107" y="121"/>
                </a:cubicBezTo>
                <a:cubicBezTo>
                  <a:pt x="107" y="121"/>
                  <a:pt x="108" y="121"/>
                  <a:pt x="108" y="121"/>
                </a:cubicBezTo>
                <a:cubicBezTo>
                  <a:pt x="108" y="121"/>
                  <a:pt x="109" y="121"/>
                  <a:pt x="109" y="121"/>
                </a:cubicBezTo>
                <a:cubicBezTo>
                  <a:pt x="110" y="121"/>
                  <a:pt x="110" y="121"/>
                  <a:pt x="110" y="121"/>
                </a:cubicBezTo>
                <a:cubicBezTo>
                  <a:pt x="122" y="108"/>
                  <a:pt x="122" y="108"/>
                  <a:pt x="122" y="108"/>
                </a:cubicBezTo>
                <a:cubicBezTo>
                  <a:pt x="123" y="107"/>
                  <a:pt x="123" y="107"/>
                  <a:pt x="123" y="106"/>
                </a:cubicBezTo>
                <a:cubicBezTo>
                  <a:pt x="119" y="90"/>
                  <a:pt x="117" y="83"/>
                  <a:pt x="115" y="76"/>
                </a:cubicBezTo>
                <a:cubicBezTo>
                  <a:pt x="113" y="70"/>
                  <a:pt x="111" y="63"/>
                  <a:pt x="108" y="50"/>
                </a:cubicBezTo>
                <a:cubicBezTo>
                  <a:pt x="108" y="49"/>
                  <a:pt x="108" y="48"/>
                  <a:pt x="108" y="47"/>
                </a:cubicBezTo>
                <a:cubicBezTo>
                  <a:pt x="107" y="47"/>
                  <a:pt x="107" y="47"/>
                  <a:pt x="107" y="47"/>
                </a:cubicBezTo>
                <a:cubicBezTo>
                  <a:pt x="107" y="47"/>
                  <a:pt x="107" y="47"/>
                  <a:pt x="107" y="47"/>
                </a:cubicBezTo>
                <a:cubicBezTo>
                  <a:pt x="107" y="46"/>
                  <a:pt x="106" y="45"/>
                  <a:pt x="105" y="45"/>
                </a:cubicBezTo>
                <a:moveTo>
                  <a:pt x="70" y="125"/>
                </a:moveTo>
                <a:cubicBezTo>
                  <a:pt x="70" y="123"/>
                  <a:pt x="70" y="121"/>
                  <a:pt x="69" y="119"/>
                </a:cubicBezTo>
                <a:cubicBezTo>
                  <a:pt x="67" y="111"/>
                  <a:pt x="67" y="111"/>
                  <a:pt x="67" y="111"/>
                </a:cubicBezTo>
                <a:cubicBezTo>
                  <a:pt x="77" y="104"/>
                  <a:pt x="77" y="104"/>
                  <a:pt x="77" y="104"/>
                </a:cubicBezTo>
                <a:cubicBezTo>
                  <a:pt x="80" y="115"/>
                  <a:pt x="80" y="115"/>
                  <a:pt x="80" y="115"/>
                </a:cubicBezTo>
                <a:cubicBezTo>
                  <a:pt x="70" y="125"/>
                  <a:pt x="70" y="125"/>
                  <a:pt x="70" y="125"/>
                </a:cubicBezTo>
                <a:moveTo>
                  <a:pt x="66" y="107"/>
                </a:moveTo>
                <a:cubicBezTo>
                  <a:pt x="65" y="99"/>
                  <a:pt x="65" y="99"/>
                  <a:pt x="65" y="99"/>
                </a:cubicBezTo>
                <a:cubicBezTo>
                  <a:pt x="68" y="98"/>
                  <a:pt x="71" y="96"/>
                  <a:pt x="74" y="93"/>
                </a:cubicBezTo>
                <a:cubicBezTo>
                  <a:pt x="76" y="100"/>
                  <a:pt x="76" y="100"/>
                  <a:pt x="76" y="100"/>
                </a:cubicBezTo>
                <a:cubicBezTo>
                  <a:pt x="75" y="101"/>
                  <a:pt x="75" y="101"/>
                  <a:pt x="75" y="101"/>
                </a:cubicBezTo>
                <a:cubicBezTo>
                  <a:pt x="66" y="107"/>
                  <a:pt x="66" y="107"/>
                  <a:pt x="66" y="107"/>
                </a:cubicBezTo>
                <a:moveTo>
                  <a:pt x="64" y="95"/>
                </a:moveTo>
                <a:cubicBezTo>
                  <a:pt x="62" y="87"/>
                  <a:pt x="62" y="87"/>
                  <a:pt x="62" y="87"/>
                </a:cubicBezTo>
                <a:cubicBezTo>
                  <a:pt x="71" y="80"/>
                  <a:pt x="71" y="80"/>
                  <a:pt x="71" y="80"/>
                </a:cubicBezTo>
                <a:cubicBezTo>
                  <a:pt x="73" y="89"/>
                  <a:pt x="73" y="89"/>
                  <a:pt x="73" y="89"/>
                </a:cubicBezTo>
                <a:cubicBezTo>
                  <a:pt x="72" y="90"/>
                  <a:pt x="72" y="90"/>
                  <a:pt x="72" y="90"/>
                </a:cubicBezTo>
                <a:cubicBezTo>
                  <a:pt x="70" y="92"/>
                  <a:pt x="67" y="94"/>
                  <a:pt x="64" y="95"/>
                </a:cubicBezTo>
                <a:moveTo>
                  <a:pt x="66" y="66"/>
                </a:moveTo>
                <a:cubicBezTo>
                  <a:pt x="66" y="66"/>
                  <a:pt x="67" y="65"/>
                  <a:pt x="67" y="65"/>
                </a:cubicBezTo>
                <a:cubicBezTo>
                  <a:pt x="70" y="76"/>
                  <a:pt x="70" y="76"/>
                  <a:pt x="70" y="76"/>
                </a:cubicBezTo>
                <a:cubicBezTo>
                  <a:pt x="70" y="76"/>
                  <a:pt x="70" y="76"/>
                  <a:pt x="70" y="76"/>
                </a:cubicBezTo>
                <a:cubicBezTo>
                  <a:pt x="69" y="76"/>
                  <a:pt x="69" y="76"/>
                  <a:pt x="69" y="76"/>
                </a:cubicBezTo>
                <a:cubicBezTo>
                  <a:pt x="61" y="83"/>
                  <a:pt x="61" y="83"/>
                  <a:pt x="61" y="83"/>
                </a:cubicBezTo>
                <a:cubicBezTo>
                  <a:pt x="58" y="71"/>
                  <a:pt x="58" y="71"/>
                  <a:pt x="58" y="71"/>
                </a:cubicBezTo>
                <a:cubicBezTo>
                  <a:pt x="66" y="66"/>
                  <a:pt x="66" y="66"/>
                  <a:pt x="66" y="66"/>
                </a:cubicBezTo>
                <a:cubicBezTo>
                  <a:pt x="66" y="66"/>
                  <a:pt x="66" y="66"/>
                  <a:pt x="66" y="66"/>
                </a:cubicBezTo>
                <a:moveTo>
                  <a:pt x="57" y="67"/>
                </a:moveTo>
                <a:cubicBezTo>
                  <a:pt x="55" y="59"/>
                  <a:pt x="55" y="59"/>
                  <a:pt x="55" y="59"/>
                </a:cubicBezTo>
                <a:cubicBezTo>
                  <a:pt x="64" y="52"/>
                  <a:pt x="64" y="52"/>
                  <a:pt x="64" y="52"/>
                </a:cubicBezTo>
                <a:cubicBezTo>
                  <a:pt x="66" y="61"/>
                  <a:pt x="66" y="61"/>
                  <a:pt x="66" y="61"/>
                </a:cubicBezTo>
                <a:cubicBezTo>
                  <a:pt x="65" y="61"/>
                  <a:pt x="65" y="61"/>
                  <a:pt x="65" y="61"/>
                </a:cubicBezTo>
                <a:cubicBezTo>
                  <a:pt x="57" y="67"/>
                  <a:pt x="57" y="67"/>
                  <a:pt x="57" y="67"/>
                </a:cubicBezTo>
                <a:moveTo>
                  <a:pt x="51" y="129"/>
                </a:moveTo>
                <a:cubicBezTo>
                  <a:pt x="46" y="100"/>
                  <a:pt x="39" y="72"/>
                  <a:pt x="30" y="44"/>
                </a:cubicBezTo>
                <a:cubicBezTo>
                  <a:pt x="32" y="42"/>
                  <a:pt x="35" y="41"/>
                  <a:pt x="37" y="40"/>
                </a:cubicBezTo>
                <a:cubicBezTo>
                  <a:pt x="38" y="40"/>
                  <a:pt x="39" y="40"/>
                  <a:pt x="40" y="40"/>
                </a:cubicBezTo>
                <a:cubicBezTo>
                  <a:pt x="42" y="40"/>
                  <a:pt x="44" y="41"/>
                  <a:pt x="45" y="42"/>
                </a:cubicBezTo>
                <a:cubicBezTo>
                  <a:pt x="46" y="43"/>
                  <a:pt x="47" y="44"/>
                  <a:pt x="47" y="46"/>
                </a:cubicBezTo>
                <a:cubicBezTo>
                  <a:pt x="47" y="46"/>
                  <a:pt x="48" y="47"/>
                  <a:pt x="48" y="47"/>
                </a:cubicBezTo>
                <a:cubicBezTo>
                  <a:pt x="48" y="47"/>
                  <a:pt x="48" y="47"/>
                  <a:pt x="48" y="47"/>
                </a:cubicBezTo>
                <a:cubicBezTo>
                  <a:pt x="48" y="48"/>
                  <a:pt x="48" y="49"/>
                  <a:pt x="49" y="49"/>
                </a:cubicBezTo>
                <a:cubicBezTo>
                  <a:pt x="51" y="58"/>
                  <a:pt x="51" y="58"/>
                  <a:pt x="51" y="58"/>
                </a:cubicBezTo>
                <a:cubicBezTo>
                  <a:pt x="50" y="59"/>
                  <a:pt x="50" y="60"/>
                  <a:pt x="51" y="60"/>
                </a:cubicBezTo>
                <a:cubicBezTo>
                  <a:pt x="51" y="61"/>
                  <a:pt x="51" y="61"/>
                  <a:pt x="51" y="61"/>
                </a:cubicBezTo>
                <a:cubicBezTo>
                  <a:pt x="54" y="70"/>
                  <a:pt x="54" y="70"/>
                  <a:pt x="54" y="70"/>
                </a:cubicBezTo>
                <a:cubicBezTo>
                  <a:pt x="53" y="71"/>
                  <a:pt x="53" y="72"/>
                  <a:pt x="54" y="72"/>
                </a:cubicBezTo>
                <a:cubicBezTo>
                  <a:pt x="54" y="73"/>
                  <a:pt x="54" y="73"/>
                  <a:pt x="54" y="73"/>
                </a:cubicBezTo>
                <a:cubicBezTo>
                  <a:pt x="57" y="86"/>
                  <a:pt x="57" y="86"/>
                  <a:pt x="57" y="86"/>
                </a:cubicBezTo>
                <a:cubicBezTo>
                  <a:pt x="57" y="87"/>
                  <a:pt x="57" y="87"/>
                  <a:pt x="57" y="88"/>
                </a:cubicBezTo>
                <a:cubicBezTo>
                  <a:pt x="58" y="89"/>
                  <a:pt x="58" y="89"/>
                  <a:pt x="58" y="89"/>
                </a:cubicBezTo>
                <a:cubicBezTo>
                  <a:pt x="66" y="120"/>
                  <a:pt x="66" y="120"/>
                  <a:pt x="66" y="120"/>
                </a:cubicBezTo>
                <a:cubicBezTo>
                  <a:pt x="66" y="122"/>
                  <a:pt x="67" y="124"/>
                  <a:pt x="66" y="126"/>
                </a:cubicBezTo>
                <a:cubicBezTo>
                  <a:pt x="65" y="127"/>
                  <a:pt x="62" y="128"/>
                  <a:pt x="59" y="128"/>
                </a:cubicBezTo>
                <a:cubicBezTo>
                  <a:pt x="59" y="128"/>
                  <a:pt x="59" y="128"/>
                  <a:pt x="58" y="128"/>
                </a:cubicBezTo>
                <a:cubicBezTo>
                  <a:pt x="58" y="128"/>
                  <a:pt x="58" y="128"/>
                  <a:pt x="58" y="128"/>
                </a:cubicBezTo>
                <a:cubicBezTo>
                  <a:pt x="56" y="128"/>
                  <a:pt x="55" y="128"/>
                  <a:pt x="54" y="128"/>
                </a:cubicBezTo>
                <a:cubicBezTo>
                  <a:pt x="53" y="128"/>
                  <a:pt x="52" y="129"/>
                  <a:pt x="51" y="129"/>
                </a:cubicBezTo>
                <a:moveTo>
                  <a:pt x="54" y="55"/>
                </a:moveTo>
                <a:cubicBezTo>
                  <a:pt x="52" y="48"/>
                  <a:pt x="52" y="48"/>
                  <a:pt x="52" y="48"/>
                </a:cubicBezTo>
                <a:cubicBezTo>
                  <a:pt x="52" y="48"/>
                  <a:pt x="52" y="47"/>
                  <a:pt x="52" y="46"/>
                </a:cubicBezTo>
                <a:cubicBezTo>
                  <a:pt x="61" y="39"/>
                  <a:pt x="61" y="39"/>
                  <a:pt x="61" y="39"/>
                </a:cubicBezTo>
                <a:cubicBezTo>
                  <a:pt x="63" y="48"/>
                  <a:pt x="63" y="48"/>
                  <a:pt x="63" y="48"/>
                </a:cubicBezTo>
                <a:cubicBezTo>
                  <a:pt x="62" y="48"/>
                  <a:pt x="62" y="48"/>
                  <a:pt x="62" y="48"/>
                </a:cubicBezTo>
                <a:cubicBezTo>
                  <a:pt x="54" y="55"/>
                  <a:pt x="54" y="55"/>
                  <a:pt x="54" y="55"/>
                </a:cubicBezTo>
                <a:moveTo>
                  <a:pt x="33" y="38"/>
                </a:moveTo>
                <a:cubicBezTo>
                  <a:pt x="35" y="36"/>
                  <a:pt x="37" y="34"/>
                  <a:pt x="39" y="32"/>
                </a:cubicBezTo>
                <a:cubicBezTo>
                  <a:pt x="37" y="34"/>
                  <a:pt x="37" y="34"/>
                  <a:pt x="37" y="34"/>
                </a:cubicBezTo>
                <a:cubicBezTo>
                  <a:pt x="37" y="35"/>
                  <a:pt x="37" y="36"/>
                  <a:pt x="37" y="36"/>
                </a:cubicBezTo>
                <a:cubicBezTo>
                  <a:pt x="36" y="37"/>
                  <a:pt x="36" y="37"/>
                  <a:pt x="36" y="37"/>
                </a:cubicBezTo>
                <a:cubicBezTo>
                  <a:pt x="35" y="37"/>
                  <a:pt x="34" y="37"/>
                  <a:pt x="33" y="38"/>
                </a:cubicBezTo>
                <a:moveTo>
                  <a:pt x="50" y="43"/>
                </a:moveTo>
                <a:cubicBezTo>
                  <a:pt x="50" y="41"/>
                  <a:pt x="49" y="40"/>
                  <a:pt x="48" y="39"/>
                </a:cubicBezTo>
                <a:cubicBezTo>
                  <a:pt x="47" y="39"/>
                  <a:pt x="47" y="39"/>
                  <a:pt x="47" y="39"/>
                </a:cubicBezTo>
                <a:cubicBezTo>
                  <a:pt x="58" y="28"/>
                  <a:pt x="58" y="28"/>
                  <a:pt x="58" y="28"/>
                </a:cubicBezTo>
                <a:cubicBezTo>
                  <a:pt x="59" y="35"/>
                  <a:pt x="59" y="35"/>
                  <a:pt x="59" y="35"/>
                </a:cubicBezTo>
                <a:cubicBezTo>
                  <a:pt x="50" y="43"/>
                  <a:pt x="50" y="43"/>
                  <a:pt x="50" y="43"/>
                </a:cubicBezTo>
                <a:moveTo>
                  <a:pt x="44" y="37"/>
                </a:moveTo>
                <a:cubicBezTo>
                  <a:pt x="43" y="36"/>
                  <a:pt x="42" y="36"/>
                  <a:pt x="41" y="36"/>
                </a:cubicBezTo>
                <a:cubicBezTo>
                  <a:pt x="47" y="27"/>
                  <a:pt x="47" y="27"/>
                  <a:pt x="47" y="27"/>
                </a:cubicBezTo>
                <a:cubicBezTo>
                  <a:pt x="50" y="26"/>
                  <a:pt x="53" y="25"/>
                  <a:pt x="56" y="24"/>
                </a:cubicBezTo>
                <a:cubicBezTo>
                  <a:pt x="44" y="37"/>
                  <a:pt x="44" y="37"/>
                  <a:pt x="44" y="37"/>
                </a:cubicBezTo>
                <a:moveTo>
                  <a:pt x="58" y="20"/>
                </a:moveTo>
                <a:cubicBezTo>
                  <a:pt x="58" y="20"/>
                  <a:pt x="58" y="20"/>
                  <a:pt x="58" y="20"/>
                </a:cubicBezTo>
                <a:cubicBezTo>
                  <a:pt x="53" y="20"/>
                  <a:pt x="49" y="22"/>
                  <a:pt x="45" y="24"/>
                </a:cubicBezTo>
                <a:cubicBezTo>
                  <a:pt x="45" y="24"/>
                  <a:pt x="45" y="24"/>
                  <a:pt x="45" y="24"/>
                </a:cubicBezTo>
                <a:cubicBezTo>
                  <a:pt x="37" y="28"/>
                  <a:pt x="30" y="34"/>
                  <a:pt x="25" y="41"/>
                </a:cubicBezTo>
                <a:cubicBezTo>
                  <a:pt x="25" y="42"/>
                  <a:pt x="25" y="43"/>
                  <a:pt x="26" y="44"/>
                </a:cubicBezTo>
                <a:cubicBezTo>
                  <a:pt x="35" y="73"/>
                  <a:pt x="43" y="103"/>
                  <a:pt x="48" y="133"/>
                </a:cubicBezTo>
                <a:cubicBezTo>
                  <a:pt x="48" y="134"/>
                  <a:pt x="49" y="135"/>
                  <a:pt x="50" y="135"/>
                </a:cubicBezTo>
                <a:cubicBezTo>
                  <a:pt x="50" y="135"/>
                  <a:pt x="50" y="135"/>
                  <a:pt x="50" y="135"/>
                </a:cubicBezTo>
                <a:cubicBezTo>
                  <a:pt x="51" y="135"/>
                  <a:pt x="51" y="134"/>
                  <a:pt x="52" y="134"/>
                </a:cubicBezTo>
                <a:cubicBezTo>
                  <a:pt x="52" y="133"/>
                  <a:pt x="52" y="132"/>
                  <a:pt x="55" y="132"/>
                </a:cubicBezTo>
                <a:cubicBezTo>
                  <a:pt x="56" y="132"/>
                  <a:pt x="57" y="132"/>
                  <a:pt x="58" y="132"/>
                </a:cubicBezTo>
                <a:cubicBezTo>
                  <a:pt x="58" y="132"/>
                  <a:pt x="58" y="132"/>
                  <a:pt x="58" y="132"/>
                </a:cubicBezTo>
                <a:cubicBezTo>
                  <a:pt x="59" y="132"/>
                  <a:pt x="59" y="132"/>
                  <a:pt x="60" y="132"/>
                </a:cubicBezTo>
                <a:cubicBezTo>
                  <a:pt x="61" y="132"/>
                  <a:pt x="62" y="131"/>
                  <a:pt x="64" y="131"/>
                </a:cubicBezTo>
                <a:cubicBezTo>
                  <a:pt x="65" y="131"/>
                  <a:pt x="67" y="130"/>
                  <a:pt x="68" y="129"/>
                </a:cubicBezTo>
                <a:cubicBezTo>
                  <a:pt x="68" y="130"/>
                  <a:pt x="68" y="130"/>
                  <a:pt x="68" y="130"/>
                </a:cubicBezTo>
                <a:cubicBezTo>
                  <a:pt x="68" y="130"/>
                  <a:pt x="69" y="130"/>
                  <a:pt x="69" y="130"/>
                </a:cubicBezTo>
                <a:cubicBezTo>
                  <a:pt x="69" y="130"/>
                  <a:pt x="69" y="130"/>
                  <a:pt x="70" y="130"/>
                </a:cubicBezTo>
                <a:cubicBezTo>
                  <a:pt x="71" y="130"/>
                  <a:pt x="71" y="130"/>
                  <a:pt x="71" y="130"/>
                </a:cubicBezTo>
                <a:cubicBezTo>
                  <a:pt x="83" y="117"/>
                  <a:pt x="83" y="117"/>
                  <a:pt x="83" y="117"/>
                </a:cubicBezTo>
                <a:cubicBezTo>
                  <a:pt x="84" y="116"/>
                  <a:pt x="84" y="116"/>
                  <a:pt x="84" y="115"/>
                </a:cubicBezTo>
                <a:cubicBezTo>
                  <a:pt x="61" y="25"/>
                  <a:pt x="61" y="25"/>
                  <a:pt x="61" y="25"/>
                </a:cubicBezTo>
                <a:cubicBezTo>
                  <a:pt x="61" y="24"/>
                  <a:pt x="61" y="23"/>
                  <a:pt x="60" y="22"/>
                </a:cubicBezTo>
                <a:cubicBezTo>
                  <a:pt x="60" y="22"/>
                  <a:pt x="60" y="22"/>
                  <a:pt x="60" y="22"/>
                </a:cubicBezTo>
                <a:cubicBezTo>
                  <a:pt x="60" y="21"/>
                  <a:pt x="60" y="21"/>
                  <a:pt x="60" y="21"/>
                </a:cubicBezTo>
                <a:cubicBezTo>
                  <a:pt x="60" y="20"/>
                  <a:pt x="59" y="20"/>
                  <a:pt x="58" y="20"/>
                </a:cubicBezTo>
                <a:moveTo>
                  <a:pt x="3" y="11"/>
                </a:moveTo>
                <a:cubicBezTo>
                  <a:pt x="3" y="11"/>
                  <a:pt x="3" y="11"/>
                  <a:pt x="3" y="11"/>
                </a:cubicBezTo>
                <a:cubicBezTo>
                  <a:pt x="2" y="11"/>
                  <a:pt x="2" y="11"/>
                  <a:pt x="2" y="11"/>
                </a:cubicBezTo>
                <a:cubicBezTo>
                  <a:pt x="2" y="11"/>
                  <a:pt x="2" y="11"/>
                  <a:pt x="2" y="11"/>
                </a:cubicBezTo>
                <a:cubicBezTo>
                  <a:pt x="1" y="12"/>
                  <a:pt x="0" y="13"/>
                  <a:pt x="1" y="14"/>
                </a:cubicBezTo>
                <a:cubicBezTo>
                  <a:pt x="0" y="14"/>
                  <a:pt x="0" y="15"/>
                  <a:pt x="0" y="16"/>
                </a:cubicBezTo>
                <a:cubicBezTo>
                  <a:pt x="1" y="20"/>
                  <a:pt x="2" y="25"/>
                  <a:pt x="4" y="29"/>
                </a:cubicBezTo>
                <a:cubicBezTo>
                  <a:pt x="5" y="36"/>
                  <a:pt x="6" y="44"/>
                  <a:pt x="5" y="51"/>
                </a:cubicBezTo>
                <a:cubicBezTo>
                  <a:pt x="5" y="52"/>
                  <a:pt x="6" y="53"/>
                  <a:pt x="7" y="53"/>
                </a:cubicBezTo>
                <a:cubicBezTo>
                  <a:pt x="8" y="53"/>
                  <a:pt x="8" y="53"/>
                  <a:pt x="8" y="53"/>
                </a:cubicBezTo>
                <a:cubicBezTo>
                  <a:pt x="9" y="53"/>
                  <a:pt x="9" y="52"/>
                  <a:pt x="9" y="51"/>
                </a:cubicBezTo>
                <a:cubicBezTo>
                  <a:pt x="9" y="47"/>
                  <a:pt x="9" y="43"/>
                  <a:pt x="9" y="38"/>
                </a:cubicBezTo>
                <a:cubicBezTo>
                  <a:pt x="9" y="39"/>
                  <a:pt x="9" y="39"/>
                  <a:pt x="9" y="39"/>
                </a:cubicBezTo>
                <a:cubicBezTo>
                  <a:pt x="20" y="76"/>
                  <a:pt x="27" y="113"/>
                  <a:pt x="31" y="151"/>
                </a:cubicBezTo>
                <a:cubicBezTo>
                  <a:pt x="31" y="152"/>
                  <a:pt x="31" y="152"/>
                  <a:pt x="32" y="152"/>
                </a:cubicBezTo>
                <a:cubicBezTo>
                  <a:pt x="32" y="153"/>
                  <a:pt x="32" y="153"/>
                  <a:pt x="33" y="153"/>
                </a:cubicBezTo>
                <a:cubicBezTo>
                  <a:pt x="33" y="153"/>
                  <a:pt x="33" y="153"/>
                  <a:pt x="33" y="153"/>
                </a:cubicBezTo>
                <a:cubicBezTo>
                  <a:pt x="146" y="128"/>
                  <a:pt x="146" y="128"/>
                  <a:pt x="146" y="128"/>
                </a:cubicBezTo>
                <a:cubicBezTo>
                  <a:pt x="144" y="129"/>
                  <a:pt x="142" y="130"/>
                  <a:pt x="141" y="131"/>
                </a:cubicBezTo>
                <a:cubicBezTo>
                  <a:pt x="140" y="132"/>
                  <a:pt x="140" y="133"/>
                  <a:pt x="140" y="134"/>
                </a:cubicBezTo>
                <a:cubicBezTo>
                  <a:pt x="141" y="134"/>
                  <a:pt x="141" y="135"/>
                  <a:pt x="142" y="135"/>
                </a:cubicBezTo>
                <a:cubicBezTo>
                  <a:pt x="142" y="135"/>
                  <a:pt x="142" y="135"/>
                  <a:pt x="142" y="135"/>
                </a:cubicBezTo>
                <a:cubicBezTo>
                  <a:pt x="143" y="134"/>
                  <a:pt x="143" y="134"/>
                  <a:pt x="143" y="134"/>
                </a:cubicBezTo>
                <a:cubicBezTo>
                  <a:pt x="152" y="127"/>
                  <a:pt x="163" y="123"/>
                  <a:pt x="175" y="122"/>
                </a:cubicBezTo>
                <a:cubicBezTo>
                  <a:pt x="175" y="122"/>
                  <a:pt x="176" y="121"/>
                  <a:pt x="176" y="120"/>
                </a:cubicBezTo>
                <a:cubicBezTo>
                  <a:pt x="177" y="120"/>
                  <a:pt x="177" y="120"/>
                  <a:pt x="177" y="119"/>
                </a:cubicBezTo>
                <a:cubicBezTo>
                  <a:pt x="177" y="118"/>
                  <a:pt x="176" y="117"/>
                  <a:pt x="175" y="117"/>
                </a:cubicBezTo>
                <a:cubicBezTo>
                  <a:pt x="139" y="116"/>
                  <a:pt x="139" y="116"/>
                  <a:pt x="139" y="116"/>
                </a:cubicBezTo>
                <a:cubicBezTo>
                  <a:pt x="139" y="116"/>
                  <a:pt x="139" y="116"/>
                  <a:pt x="139" y="116"/>
                </a:cubicBezTo>
                <a:cubicBezTo>
                  <a:pt x="138" y="116"/>
                  <a:pt x="137" y="117"/>
                  <a:pt x="137" y="118"/>
                </a:cubicBezTo>
                <a:cubicBezTo>
                  <a:pt x="137" y="119"/>
                  <a:pt x="138" y="120"/>
                  <a:pt x="139" y="120"/>
                </a:cubicBezTo>
                <a:cubicBezTo>
                  <a:pt x="142" y="121"/>
                  <a:pt x="142" y="121"/>
                  <a:pt x="142" y="121"/>
                </a:cubicBezTo>
                <a:cubicBezTo>
                  <a:pt x="143" y="121"/>
                  <a:pt x="143" y="121"/>
                  <a:pt x="143" y="121"/>
                </a:cubicBezTo>
                <a:cubicBezTo>
                  <a:pt x="143" y="121"/>
                  <a:pt x="144" y="120"/>
                  <a:pt x="144" y="120"/>
                </a:cubicBezTo>
                <a:cubicBezTo>
                  <a:pt x="159" y="121"/>
                  <a:pt x="159" y="121"/>
                  <a:pt x="159" y="121"/>
                </a:cubicBezTo>
                <a:cubicBezTo>
                  <a:pt x="35" y="148"/>
                  <a:pt x="35" y="148"/>
                  <a:pt x="35" y="148"/>
                </a:cubicBezTo>
                <a:cubicBezTo>
                  <a:pt x="31" y="114"/>
                  <a:pt x="25" y="80"/>
                  <a:pt x="16" y="47"/>
                </a:cubicBezTo>
                <a:cubicBezTo>
                  <a:pt x="16" y="48"/>
                  <a:pt x="16" y="48"/>
                  <a:pt x="16" y="48"/>
                </a:cubicBezTo>
                <a:cubicBezTo>
                  <a:pt x="17" y="48"/>
                  <a:pt x="17" y="48"/>
                  <a:pt x="18" y="48"/>
                </a:cubicBezTo>
                <a:cubicBezTo>
                  <a:pt x="18" y="48"/>
                  <a:pt x="18" y="48"/>
                  <a:pt x="18" y="48"/>
                </a:cubicBezTo>
                <a:cubicBezTo>
                  <a:pt x="19" y="48"/>
                  <a:pt x="19" y="48"/>
                  <a:pt x="19" y="48"/>
                </a:cubicBezTo>
                <a:cubicBezTo>
                  <a:pt x="20" y="47"/>
                  <a:pt x="20" y="46"/>
                  <a:pt x="19" y="45"/>
                </a:cubicBezTo>
                <a:cubicBezTo>
                  <a:pt x="17" y="43"/>
                  <a:pt x="15" y="40"/>
                  <a:pt x="13" y="37"/>
                </a:cubicBezTo>
                <a:cubicBezTo>
                  <a:pt x="11" y="29"/>
                  <a:pt x="8" y="21"/>
                  <a:pt x="5" y="12"/>
                </a:cubicBezTo>
                <a:cubicBezTo>
                  <a:pt x="5" y="11"/>
                  <a:pt x="4" y="11"/>
                  <a:pt x="3" y="11"/>
                </a:cubicBezTo>
                <a:moveTo>
                  <a:pt x="158" y="105"/>
                </a:moveTo>
                <a:cubicBezTo>
                  <a:pt x="158" y="103"/>
                  <a:pt x="157" y="101"/>
                  <a:pt x="157" y="99"/>
                </a:cubicBezTo>
                <a:cubicBezTo>
                  <a:pt x="155" y="91"/>
                  <a:pt x="155" y="91"/>
                  <a:pt x="155" y="91"/>
                </a:cubicBezTo>
                <a:cubicBezTo>
                  <a:pt x="165" y="84"/>
                  <a:pt x="165" y="84"/>
                  <a:pt x="165" y="84"/>
                </a:cubicBezTo>
                <a:cubicBezTo>
                  <a:pt x="167" y="95"/>
                  <a:pt x="167" y="95"/>
                  <a:pt x="167" y="95"/>
                </a:cubicBezTo>
                <a:cubicBezTo>
                  <a:pt x="158" y="105"/>
                  <a:pt x="158" y="105"/>
                  <a:pt x="158" y="105"/>
                </a:cubicBezTo>
                <a:moveTo>
                  <a:pt x="154" y="87"/>
                </a:moveTo>
                <a:cubicBezTo>
                  <a:pt x="152" y="79"/>
                  <a:pt x="152" y="79"/>
                  <a:pt x="152" y="79"/>
                </a:cubicBezTo>
                <a:cubicBezTo>
                  <a:pt x="156" y="78"/>
                  <a:pt x="159" y="76"/>
                  <a:pt x="162" y="73"/>
                </a:cubicBezTo>
                <a:cubicBezTo>
                  <a:pt x="164" y="80"/>
                  <a:pt x="164" y="80"/>
                  <a:pt x="164" y="80"/>
                </a:cubicBezTo>
                <a:cubicBezTo>
                  <a:pt x="163" y="80"/>
                  <a:pt x="163" y="80"/>
                  <a:pt x="163" y="80"/>
                </a:cubicBezTo>
                <a:cubicBezTo>
                  <a:pt x="154" y="87"/>
                  <a:pt x="154" y="87"/>
                  <a:pt x="154" y="87"/>
                </a:cubicBezTo>
                <a:moveTo>
                  <a:pt x="151" y="75"/>
                </a:moveTo>
                <a:cubicBezTo>
                  <a:pt x="149" y="67"/>
                  <a:pt x="149" y="67"/>
                  <a:pt x="149" y="67"/>
                </a:cubicBezTo>
                <a:cubicBezTo>
                  <a:pt x="158" y="60"/>
                  <a:pt x="158" y="60"/>
                  <a:pt x="158" y="60"/>
                </a:cubicBezTo>
                <a:cubicBezTo>
                  <a:pt x="161" y="69"/>
                  <a:pt x="161" y="69"/>
                  <a:pt x="161" y="69"/>
                </a:cubicBezTo>
                <a:cubicBezTo>
                  <a:pt x="160" y="69"/>
                  <a:pt x="160" y="69"/>
                  <a:pt x="160" y="69"/>
                </a:cubicBezTo>
                <a:cubicBezTo>
                  <a:pt x="157" y="72"/>
                  <a:pt x="154" y="74"/>
                  <a:pt x="151" y="75"/>
                </a:cubicBezTo>
                <a:moveTo>
                  <a:pt x="153" y="45"/>
                </a:moveTo>
                <a:cubicBezTo>
                  <a:pt x="154" y="45"/>
                  <a:pt x="154" y="45"/>
                  <a:pt x="155" y="45"/>
                </a:cubicBezTo>
                <a:cubicBezTo>
                  <a:pt x="157" y="56"/>
                  <a:pt x="157" y="56"/>
                  <a:pt x="157" y="56"/>
                </a:cubicBezTo>
                <a:cubicBezTo>
                  <a:pt x="157" y="56"/>
                  <a:pt x="157" y="56"/>
                  <a:pt x="157" y="56"/>
                </a:cubicBezTo>
                <a:cubicBezTo>
                  <a:pt x="157" y="56"/>
                  <a:pt x="157" y="56"/>
                  <a:pt x="156" y="56"/>
                </a:cubicBezTo>
                <a:cubicBezTo>
                  <a:pt x="148" y="63"/>
                  <a:pt x="148" y="63"/>
                  <a:pt x="148" y="63"/>
                </a:cubicBezTo>
                <a:cubicBezTo>
                  <a:pt x="145" y="51"/>
                  <a:pt x="145" y="51"/>
                  <a:pt x="145" y="51"/>
                </a:cubicBezTo>
                <a:cubicBezTo>
                  <a:pt x="153" y="45"/>
                  <a:pt x="153" y="45"/>
                  <a:pt x="153" y="45"/>
                </a:cubicBezTo>
                <a:cubicBezTo>
                  <a:pt x="153" y="45"/>
                  <a:pt x="153" y="45"/>
                  <a:pt x="153" y="45"/>
                </a:cubicBezTo>
                <a:moveTo>
                  <a:pt x="144" y="47"/>
                </a:moveTo>
                <a:cubicBezTo>
                  <a:pt x="142" y="39"/>
                  <a:pt x="142" y="39"/>
                  <a:pt x="142" y="39"/>
                </a:cubicBezTo>
                <a:cubicBezTo>
                  <a:pt x="151" y="32"/>
                  <a:pt x="151" y="32"/>
                  <a:pt x="151" y="32"/>
                </a:cubicBezTo>
                <a:cubicBezTo>
                  <a:pt x="154" y="41"/>
                  <a:pt x="154" y="41"/>
                  <a:pt x="154" y="41"/>
                </a:cubicBezTo>
                <a:cubicBezTo>
                  <a:pt x="153" y="41"/>
                  <a:pt x="153" y="41"/>
                  <a:pt x="153" y="41"/>
                </a:cubicBezTo>
                <a:cubicBezTo>
                  <a:pt x="144" y="47"/>
                  <a:pt x="144" y="47"/>
                  <a:pt x="144" y="47"/>
                </a:cubicBezTo>
                <a:moveTo>
                  <a:pt x="139" y="109"/>
                </a:moveTo>
                <a:cubicBezTo>
                  <a:pt x="134" y="80"/>
                  <a:pt x="126" y="51"/>
                  <a:pt x="117" y="24"/>
                </a:cubicBezTo>
                <a:cubicBezTo>
                  <a:pt x="120" y="22"/>
                  <a:pt x="122" y="21"/>
                  <a:pt x="125" y="20"/>
                </a:cubicBezTo>
                <a:cubicBezTo>
                  <a:pt x="125" y="20"/>
                  <a:pt x="125" y="20"/>
                  <a:pt x="125" y="20"/>
                </a:cubicBezTo>
                <a:cubicBezTo>
                  <a:pt x="126" y="20"/>
                  <a:pt x="126" y="20"/>
                  <a:pt x="127" y="20"/>
                </a:cubicBezTo>
                <a:cubicBezTo>
                  <a:pt x="129" y="20"/>
                  <a:pt x="131" y="20"/>
                  <a:pt x="133" y="22"/>
                </a:cubicBezTo>
                <a:cubicBezTo>
                  <a:pt x="134" y="23"/>
                  <a:pt x="135" y="24"/>
                  <a:pt x="135" y="26"/>
                </a:cubicBezTo>
                <a:cubicBezTo>
                  <a:pt x="135" y="26"/>
                  <a:pt x="135" y="27"/>
                  <a:pt x="136" y="27"/>
                </a:cubicBezTo>
                <a:cubicBezTo>
                  <a:pt x="136" y="27"/>
                  <a:pt x="136" y="27"/>
                  <a:pt x="136" y="27"/>
                </a:cubicBezTo>
                <a:cubicBezTo>
                  <a:pt x="136" y="28"/>
                  <a:pt x="136" y="29"/>
                  <a:pt x="136" y="29"/>
                </a:cubicBezTo>
                <a:cubicBezTo>
                  <a:pt x="138" y="38"/>
                  <a:pt x="138" y="38"/>
                  <a:pt x="138" y="38"/>
                </a:cubicBezTo>
                <a:cubicBezTo>
                  <a:pt x="138" y="39"/>
                  <a:pt x="137" y="40"/>
                  <a:pt x="138" y="40"/>
                </a:cubicBezTo>
                <a:cubicBezTo>
                  <a:pt x="139" y="41"/>
                  <a:pt x="139" y="41"/>
                  <a:pt x="139" y="41"/>
                </a:cubicBezTo>
                <a:cubicBezTo>
                  <a:pt x="141" y="50"/>
                  <a:pt x="141" y="50"/>
                  <a:pt x="141" y="50"/>
                </a:cubicBezTo>
                <a:cubicBezTo>
                  <a:pt x="141" y="51"/>
                  <a:pt x="141" y="52"/>
                  <a:pt x="141" y="52"/>
                </a:cubicBezTo>
                <a:cubicBezTo>
                  <a:pt x="142" y="52"/>
                  <a:pt x="142" y="52"/>
                  <a:pt x="142" y="52"/>
                </a:cubicBezTo>
                <a:cubicBezTo>
                  <a:pt x="145" y="66"/>
                  <a:pt x="145" y="66"/>
                  <a:pt x="145" y="66"/>
                </a:cubicBezTo>
                <a:cubicBezTo>
                  <a:pt x="145" y="66"/>
                  <a:pt x="144" y="67"/>
                  <a:pt x="145" y="68"/>
                </a:cubicBezTo>
                <a:cubicBezTo>
                  <a:pt x="146" y="68"/>
                  <a:pt x="146" y="68"/>
                  <a:pt x="146" y="68"/>
                </a:cubicBezTo>
                <a:cubicBezTo>
                  <a:pt x="153" y="100"/>
                  <a:pt x="153" y="100"/>
                  <a:pt x="153" y="100"/>
                </a:cubicBezTo>
                <a:cubicBezTo>
                  <a:pt x="154" y="102"/>
                  <a:pt x="154" y="104"/>
                  <a:pt x="153" y="106"/>
                </a:cubicBezTo>
                <a:cubicBezTo>
                  <a:pt x="152" y="107"/>
                  <a:pt x="149" y="108"/>
                  <a:pt x="147" y="108"/>
                </a:cubicBezTo>
                <a:cubicBezTo>
                  <a:pt x="146" y="108"/>
                  <a:pt x="146" y="108"/>
                  <a:pt x="146" y="108"/>
                </a:cubicBezTo>
                <a:cubicBezTo>
                  <a:pt x="146" y="108"/>
                  <a:pt x="146" y="108"/>
                  <a:pt x="145" y="108"/>
                </a:cubicBezTo>
                <a:cubicBezTo>
                  <a:pt x="144" y="108"/>
                  <a:pt x="143" y="108"/>
                  <a:pt x="141" y="108"/>
                </a:cubicBezTo>
                <a:cubicBezTo>
                  <a:pt x="140" y="108"/>
                  <a:pt x="139" y="109"/>
                  <a:pt x="139" y="109"/>
                </a:cubicBezTo>
                <a:moveTo>
                  <a:pt x="141" y="35"/>
                </a:moveTo>
                <a:cubicBezTo>
                  <a:pt x="140" y="28"/>
                  <a:pt x="140" y="28"/>
                  <a:pt x="140" y="28"/>
                </a:cubicBezTo>
                <a:cubicBezTo>
                  <a:pt x="140" y="28"/>
                  <a:pt x="140" y="27"/>
                  <a:pt x="139" y="26"/>
                </a:cubicBezTo>
                <a:cubicBezTo>
                  <a:pt x="148" y="19"/>
                  <a:pt x="148" y="19"/>
                  <a:pt x="148" y="19"/>
                </a:cubicBezTo>
                <a:cubicBezTo>
                  <a:pt x="150" y="28"/>
                  <a:pt x="150" y="28"/>
                  <a:pt x="150" y="28"/>
                </a:cubicBezTo>
                <a:cubicBezTo>
                  <a:pt x="149" y="28"/>
                  <a:pt x="149" y="28"/>
                  <a:pt x="149" y="28"/>
                </a:cubicBezTo>
                <a:cubicBezTo>
                  <a:pt x="141" y="35"/>
                  <a:pt x="141" y="35"/>
                  <a:pt x="141" y="35"/>
                </a:cubicBezTo>
                <a:moveTo>
                  <a:pt x="120" y="18"/>
                </a:moveTo>
                <a:cubicBezTo>
                  <a:pt x="122" y="16"/>
                  <a:pt x="124" y="14"/>
                  <a:pt x="127" y="12"/>
                </a:cubicBezTo>
                <a:cubicBezTo>
                  <a:pt x="125" y="14"/>
                  <a:pt x="125" y="14"/>
                  <a:pt x="125" y="14"/>
                </a:cubicBezTo>
                <a:cubicBezTo>
                  <a:pt x="124" y="15"/>
                  <a:pt x="125" y="16"/>
                  <a:pt x="125" y="16"/>
                </a:cubicBezTo>
                <a:cubicBezTo>
                  <a:pt x="124" y="16"/>
                  <a:pt x="124" y="16"/>
                  <a:pt x="124" y="16"/>
                </a:cubicBezTo>
                <a:cubicBezTo>
                  <a:pt x="123" y="17"/>
                  <a:pt x="121" y="17"/>
                  <a:pt x="120" y="18"/>
                </a:cubicBezTo>
                <a:moveTo>
                  <a:pt x="138" y="23"/>
                </a:moveTo>
                <a:cubicBezTo>
                  <a:pt x="137" y="21"/>
                  <a:pt x="137" y="20"/>
                  <a:pt x="135" y="19"/>
                </a:cubicBezTo>
                <a:cubicBezTo>
                  <a:pt x="135" y="19"/>
                  <a:pt x="135" y="19"/>
                  <a:pt x="135" y="19"/>
                </a:cubicBezTo>
                <a:cubicBezTo>
                  <a:pt x="145" y="8"/>
                  <a:pt x="145" y="8"/>
                  <a:pt x="145" y="8"/>
                </a:cubicBezTo>
                <a:cubicBezTo>
                  <a:pt x="147" y="15"/>
                  <a:pt x="147" y="15"/>
                  <a:pt x="147" y="15"/>
                </a:cubicBezTo>
                <a:cubicBezTo>
                  <a:pt x="138" y="23"/>
                  <a:pt x="138" y="23"/>
                  <a:pt x="138" y="23"/>
                </a:cubicBezTo>
                <a:moveTo>
                  <a:pt x="131" y="17"/>
                </a:moveTo>
                <a:cubicBezTo>
                  <a:pt x="130" y="16"/>
                  <a:pt x="129" y="16"/>
                  <a:pt x="128" y="16"/>
                </a:cubicBezTo>
                <a:cubicBezTo>
                  <a:pt x="134" y="7"/>
                  <a:pt x="134" y="7"/>
                  <a:pt x="134" y="7"/>
                </a:cubicBezTo>
                <a:cubicBezTo>
                  <a:pt x="137" y="6"/>
                  <a:pt x="140" y="5"/>
                  <a:pt x="143" y="4"/>
                </a:cubicBezTo>
                <a:cubicBezTo>
                  <a:pt x="131" y="17"/>
                  <a:pt x="131" y="17"/>
                  <a:pt x="131" y="17"/>
                </a:cubicBezTo>
                <a:moveTo>
                  <a:pt x="146" y="0"/>
                </a:moveTo>
                <a:cubicBezTo>
                  <a:pt x="146" y="0"/>
                  <a:pt x="145" y="0"/>
                  <a:pt x="145" y="0"/>
                </a:cubicBezTo>
                <a:cubicBezTo>
                  <a:pt x="141" y="0"/>
                  <a:pt x="137" y="2"/>
                  <a:pt x="133" y="4"/>
                </a:cubicBezTo>
                <a:cubicBezTo>
                  <a:pt x="132" y="4"/>
                  <a:pt x="132" y="4"/>
                  <a:pt x="132" y="4"/>
                </a:cubicBezTo>
                <a:cubicBezTo>
                  <a:pt x="124" y="8"/>
                  <a:pt x="117" y="14"/>
                  <a:pt x="113" y="21"/>
                </a:cubicBezTo>
                <a:cubicBezTo>
                  <a:pt x="112" y="22"/>
                  <a:pt x="113" y="23"/>
                  <a:pt x="113" y="24"/>
                </a:cubicBezTo>
                <a:cubicBezTo>
                  <a:pt x="123" y="53"/>
                  <a:pt x="130" y="83"/>
                  <a:pt x="136" y="113"/>
                </a:cubicBezTo>
                <a:cubicBezTo>
                  <a:pt x="136" y="114"/>
                  <a:pt x="136" y="115"/>
                  <a:pt x="137" y="115"/>
                </a:cubicBezTo>
                <a:cubicBezTo>
                  <a:pt x="138" y="115"/>
                  <a:pt x="138" y="115"/>
                  <a:pt x="138" y="115"/>
                </a:cubicBezTo>
                <a:cubicBezTo>
                  <a:pt x="139" y="115"/>
                  <a:pt x="139" y="114"/>
                  <a:pt x="139" y="114"/>
                </a:cubicBezTo>
                <a:cubicBezTo>
                  <a:pt x="139" y="113"/>
                  <a:pt x="140" y="112"/>
                  <a:pt x="142" y="112"/>
                </a:cubicBezTo>
                <a:cubicBezTo>
                  <a:pt x="143" y="112"/>
                  <a:pt x="144" y="111"/>
                  <a:pt x="145" y="111"/>
                </a:cubicBezTo>
                <a:cubicBezTo>
                  <a:pt x="146" y="111"/>
                  <a:pt x="146" y="111"/>
                  <a:pt x="146" y="111"/>
                </a:cubicBezTo>
                <a:cubicBezTo>
                  <a:pt x="146" y="111"/>
                  <a:pt x="147" y="111"/>
                  <a:pt x="147" y="111"/>
                </a:cubicBezTo>
                <a:cubicBezTo>
                  <a:pt x="149" y="111"/>
                  <a:pt x="150" y="111"/>
                  <a:pt x="151" y="111"/>
                </a:cubicBezTo>
                <a:cubicBezTo>
                  <a:pt x="153" y="111"/>
                  <a:pt x="154" y="110"/>
                  <a:pt x="155" y="109"/>
                </a:cubicBezTo>
                <a:cubicBezTo>
                  <a:pt x="155" y="110"/>
                  <a:pt x="155" y="110"/>
                  <a:pt x="155" y="110"/>
                </a:cubicBezTo>
                <a:cubicBezTo>
                  <a:pt x="156" y="110"/>
                  <a:pt x="156" y="110"/>
                  <a:pt x="157" y="110"/>
                </a:cubicBezTo>
                <a:cubicBezTo>
                  <a:pt x="157" y="110"/>
                  <a:pt x="157" y="110"/>
                  <a:pt x="157" y="110"/>
                </a:cubicBezTo>
                <a:cubicBezTo>
                  <a:pt x="158" y="110"/>
                  <a:pt x="158" y="110"/>
                  <a:pt x="158" y="110"/>
                </a:cubicBezTo>
                <a:cubicBezTo>
                  <a:pt x="171" y="97"/>
                  <a:pt x="171" y="97"/>
                  <a:pt x="171" y="97"/>
                </a:cubicBezTo>
                <a:cubicBezTo>
                  <a:pt x="171" y="96"/>
                  <a:pt x="171" y="96"/>
                  <a:pt x="171" y="95"/>
                </a:cubicBezTo>
                <a:cubicBezTo>
                  <a:pt x="148" y="4"/>
                  <a:pt x="148" y="4"/>
                  <a:pt x="148" y="4"/>
                </a:cubicBezTo>
                <a:cubicBezTo>
                  <a:pt x="149" y="4"/>
                  <a:pt x="149" y="3"/>
                  <a:pt x="148" y="2"/>
                </a:cubicBezTo>
                <a:cubicBezTo>
                  <a:pt x="148" y="2"/>
                  <a:pt x="148" y="2"/>
                  <a:pt x="148" y="2"/>
                </a:cubicBezTo>
                <a:cubicBezTo>
                  <a:pt x="148" y="1"/>
                  <a:pt x="148" y="1"/>
                  <a:pt x="148" y="1"/>
                </a:cubicBezTo>
                <a:cubicBezTo>
                  <a:pt x="147" y="0"/>
                  <a:pt x="147" y="0"/>
                  <a:pt x="146"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2" name="Freeform 126">
            <a:extLst>
              <a:ext uri="{FF2B5EF4-FFF2-40B4-BE49-F238E27FC236}">
                <a16:creationId xmlns:a16="http://schemas.microsoft.com/office/drawing/2014/main" id="{9C1C84D5-C0AB-4E55-8516-BA0CA50D4A38}"/>
              </a:ext>
            </a:extLst>
          </p:cNvPr>
          <p:cNvSpPr>
            <a:spLocks noEditPoints="1"/>
          </p:cNvSpPr>
          <p:nvPr/>
        </p:nvSpPr>
        <p:spPr bwMode="auto">
          <a:xfrm>
            <a:off x="1857375" y="2347913"/>
            <a:ext cx="412750" cy="490538"/>
          </a:xfrm>
          <a:custGeom>
            <a:avLst/>
            <a:gdLst>
              <a:gd name="T0" fmla="*/ 62 w 115"/>
              <a:gd name="T1" fmla="*/ 131 h 137"/>
              <a:gd name="T2" fmla="*/ 58 w 115"/>
              <a:gd name="T3" fmla="*/ 114 h 137"/>
              <a:gd name="T4" fmla="*/ 68 w 115"/>
              <a:gd name="T5" fmla="*/ 115 h 137"/>
              <a:gd name="T6" fmla="*/ 62 w 115"/>
              <a:gd name="T7" fmla="*/ 131 h 137"/>
              <a:gd name="T8" fmla="*/ 58 w 115"/>
              <a:gd name="T9" fmla="*/ 131 h 137"/>
              <a:gd name="T10" fmla="*/ 39 w 115"/>
              <a:gd name="T11" fmla="*/ 111 h 137"/>
              <a:gd name="T12" fmla="*/ 103 w 115"/>
              <a:gd name="T13" fmla="*/ 19 h 137"/>
              <a:gd name="T14" fmla="*/ 94 w 115"/>
              <a:gd name="T15" fmla="*/ 37 h 137"/>
              <a:gd name="T16" fmla="*/ 53 w 115"/>
              <a:gd name="T17" fmla="*/ 111 h 137"/>
              <a:gd name="T18" fmla="*/ 52 w 115"/>
              <a:gd name="T19" fmla="*/ 113 h 137"/>
              <a:gd name="T20" fmla="*/ 53 w 115"/>
              <a:gd name="T21" fmla="*/ 114 h 137"/>
              <a:gd name="T22" fmla="*/ 54 w 115"/>
              <a:gd name="T23" fmla="*/ 114 h 137"/>
              <a:gd name="T24" fmla="*/ 58 w 115"/>
              <a:gd name="T25" fmla="*/ 131 h 137"/>
              <a:gd name="T26" fmla="*/ 7 w 115"/>
              <a:gd name="T27" fmla="*/ 108 h 137"/>
              <a:gd name="T28" fmla="*/ 99 w 115"/>
              <a:gd name="T29" fmla="*/ 18 h 137"/>
              <a:gd name="T30" fmla="*/ 37 w 115"/>
              <a:gd name="T31" fmla="*/ 108 h 137"/>
              <a:gd name="T32" fmla="*/ 37 w 115"/>
              <a:gd name="T33" fmla="*/ 108 h 137"/>
              <a:gd name="T34" fmla="*/ 7 w 115"/>
              <a:gd name="T35" fmla="*/ 108 h 137"/>
              <a:gd name="T36" fmla="*/ 77 w 115"/>
              <a:gd name="T37" fmla="*/ 112 h 137"/>
              <a:gd name="T38" fmla="*/ 58 w 115"/>
              <a:gd name="T39" fmla="*/ 110 h 137"/>
              <a:gd name="T40" fmla="*/ 97 w 115"/>
              <a:gd name="T41" fmla="*/ 38 h 137"/>
              <a:gd name="T42" fmla="*/ 111 w 115"/>
              <a:gd name="T43" fmla="*/ 11 h 137"/>
              <a:gd name="T44" fmla="*/ 94 w 115"/>
              <a:gd name="T45" fmla="*/ 111 h 137"/>
              <a:gd name="T46" fmla="*/ 77 w 115"/>
              <a:gd name="T47" fmla="*/ 112 h 137"/>
              <a:gd name="T48" fmla="*/ 113 w 115"/>
              <a:gd name="T49" fmla="*/ 0 h 137"/>
              <a:gd name="T50" fmla="*/ 112 w 115"/>
              <a:gd name="T51" fmla="*/ 0 h 137"/>
              <a:gd name="T52" fmla="*/ 1 w 115"/>
              <a:gd name="T53" fmla="*/ 108 h 137"/>
              <a:gd name="T54" fmla="*/ 0 w 115"/>
              <a:gd name="T55" fmla="*/ 110 h 137"/>
              <a:gd name="T56" fmla="*/ 2 w 115"/>
              <a:gd name="T57" fmla="*/ 111 h 137"/>
              <a:gd name="T58" fmla="*/ 36 w 115"/>
              <a:gd name="T59" fmla="*/ 111 h 137"/>
              <a:gd name="T60" fmla="*/ 36 w 115"/>
              <a:gd name="T61" fmla="*/ 112 h 137"/>
              <a:gd name="T62" fmla="*/ 59 w 115"/>
              <a:gd name="T63" fmla="*/ 136 h 137"/>
              <a:gd name="T64" fmla="*/ 60 w 115"/>
              <a:gd name="T65" fmla="*/ 137 h 137"/>
              <a:gd name="T66" fmla="*/ 61 w 115"/>
              <a:gd name="T67" fmla="*/ 137 h 137"/>
              <a:gd name="T68" fmla="*/ 63 w 115"/>
              <a:gd name="T69" fmla="*/ 136 h 137"/>
              <a:gd name="T70" fmla="*/ 72 w 115"/>
              <a:gd name="T71" fmla="*/ 115 h 137"/>
              <a:gd name="T72" fmla="*/ 78 w 115"/>
              <a:gd name="T73" fmla="*/ 115 h 137"/>
              <a:gd name="T74" fmla="*/ 95 w 115"/>
              <a:gd name="T75" fmla="*/ 114 h 137"/>
              <a:gd name="T76" fmla="*/ 97 w 115"/>
              <a:gd name="T77" fmla="*/ 113 h 137"/>
              <a:gd name="T78" fmla="*/ 115 w 115"/>
              <a:gd name="T79" fmla="*/ 2 h 137"/>
              <a:gd name="T80" fmla="*/ 115 w 115"/>
              <a:gd name="T81" fmla="*/ 2 h 137"/>
              <a:gd name="T82" fmla="*/ 115 w 115"/>
              <a:gd name="T83" fmla="*/ 2 h 137"/>
              <a:gd name="T84" fmla="*/ 115 w 115"/>
              <a:gd name="T85" fmla="*/ 1 h 137"/>
              <a:gd name="T86" fmla="*/ 114 w 115"/>
              <a:gd name="T87" fmla="*/ 0 h 137"/>
              <a:gd name="T88" fmla="*/ 113 w 115"/>
              <a:gd name="T8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137">
                <a:moveTo>
                  <a:pt x="62" y="131"/>
                </a:moveTo>
                <a:cubicBezTo>
                  <a:pt x="58" y="114"/>
                  <a:pt x="58" y="114"/>
                  <a:pt x="58" y="114"/>
                </a:cubicBezTo>
                <a:cubicBezTo>
                  <a:pt x="61" y="114"/>
                  <a:pt x="65" y="115"/>
                  <a:pt x="68" y="115"/>
                </a:cubicBezTo>
                <a:cubicBezTo>
                  <a:pt x="67" y="120"/>
                  <a:pt x="64" y="126"/>
                  <a:pt x="62" y="131"/>
                </a:cubicBezTo>
                <a:moveTo>
                  <a:pt x="58" y="131"/>
                </a:moveTo>
                <a:cubicBezTo>
                  <a:pt x="51" y="125"/>
                  <a:pt x="45" y="118"/>
                  <a:pt x="39" y="111"/>
                </a:cubicBezTo>
                <a:cubicBezTo>
                  <a:pt x="59" y="79"/>
                  <a:pt x="80" y="48"/>
                  <a:pt x="103" y="19"/>
                </a:cubicBezTo>
                <a:cubicBezTo>
                  <a:pt x="94" y="37"/>
                  <a:pt x="94" y="37"/>
                  <a:pt x="94" y="37"/>
                </a:cubicBezTo>
                <a:cubicBezTo>
                  <a:pt x="81" y="62"/>
                  <a:pt x="68" y="88"/>
                  <a:pt x="53" y="111"/>
                </a:cubicBezTo>
                <a:cubicBezTo>
                  <a:pt x="52" y="112"/>
                  <a:pt x="52" y="112"/>
                  <a:pt x="52" y="113"/>
                </a:cubicBezTo>
                <a:cubicBezTo>
                  <a:pt x="52" y="113"/>
                  <a:pt x="53" y="114"/>
                  <a:pt x="53" y="114"/>
                </a:cubicBezTo>
                <a:cubicBezTo>
                  <a:pt x="54" y="114"/>
                  <a:pt x="54" y="114"/>
                  <a:pt x="54" y="114"/>
                </a:cubicBezTo>
                <a:cubicBezTo>
                  <a:pt x="58" y="131"/>
                  <a:pt x="58" y="131"/>
                  <a:pt x="58" y="131"/>
                </a:cubicBezTo>
                <a:moveTo>
                  <a:pt x="7" y="108"/>
                </a:moveTo>
                <a:cubicBezTo>
                  <a:pt x="99" y="18"/>
                  <a:pt x="99" y="18"/>
                  <a:pt x="99" y="18"/>
                </a:cubicBezTo>
                <a:cubicBezTo>
                  <a:pt x="77" y="47"/>
                  <a:pt x="56" y="77"/>
                  <a:pt x="37" y="108"/>
                </a:cubicBezTo>
                <a:cubicBezTo>
                  <a:pt x="37" y="108"/>
                  <a:pt x="37" y="108"/>
                  <a:pt x="37" y="108"/>
                </a:cubicBezTo>
                <a:cubicBezTo>
                  <a:pt x="7" y="108"/>
                  <a:pt x="7" y="108"/>
                  <a:pt x="7" y="108"/>
                </a:cubicBezTo>
                <a:moveTo>
                  <a:pt x="77" y="112"/>
                </a:moveTo>
                <a:cubicBezTo>
                  <a:pt x="71" y="112"/>
                  <a:pt x="64" y="111"/>
                  <a:pt x="58" y="110"/>
                </a:cubicBezTo>
                <a:cubicBezTo>
                  <a:pt x="72" y="87"/>
                  <a:pt x="85" y="62"/>
                  <a:pt x="97" y="38"/>
                </a:cubicBezTo>
                <a:cubicBezTo>
                  <a:pt x="111" y="11"/>
                  <a:pt x="111" y="11"/>
                  <a:pt x="111" y="11"/>
                </a:cubicBezTo>
                <a:cubicBezTo>
                  <a:pt x="107" y="45"/>
                  <a:pt x="102" y="78"/>
                  <a:pt x="94" y="111"/>
                </a:cubicBezTo>
                <a:cubicBezTo>
                  <a:pt x="88" y="111"/>
                  <a:pt x="83" y="112"/>
                  <a:pt x="77" y="112"/>
                </a:cubicBezTo>
                <a:moveTo>
                  <a:pt x="113" y="0"/>
                </a:moveTo>
                <a:cubicBezTo>
                  <a:pt x="113" y="0"/>
                  <a:pt x="112" y="0"/>
                  <a:pt x="112" y="0"/>
                </a:cubicBezTo>
                <a:cubicBezTo>
                  <a:pt x="1" y="108"/>
                  <a:pt x="1" y="108"/>
                  <a:pt x="1" y="108"/>
                </a:cubicBezTo>
                <a:cubicBezTo>
                  <a:pt x="0" y="109"/>
                  <a:pt x="0" y="110"/>
                  <a:pt x="0" y="110"/>
                </a:cubicBezTo>
                <a:cubicBezTo>
                  <a:pt x="1" y="111"/>
                  <a:pt x="1" y="111"/>
                  <a:pt x="2" y="111"/>
                </a:cubicBezTo>
                <a:cubicBezTo>
                  <a:pt x="36" y="111"/>
                  <a:pt x="36" y="111"/>
                  <a:pt x="36" y="111"/>
                </a:cubicBezTo>
                <a:cubicBezTo>
                  <a:pt x="36" y="112"/>
                  <a:pt x="36" y="112"/>
                  <a:pt x="36" y="112"/>
                </a:cubicBezTo>
                <a:cubicBezTo>
                  <a:pt x="42" y="121"/>
                  <a:pt x="50" y="129"/>
                  <a:pt x="59" y="136"/>
                </a:cubicBezTo>
                <a:cubicBezTo>
                  <a:pt x="59" y="136"/>
                  <a:pt x="60" y="137"/>
                  <a:pt x="60" y="137"/>
                </a:cubicBezTo>
                <a:cubicBezTo>
                  <a:pt x="60" y="137"/>
                  <a:pt x="61" y="137"/>
                  <a:pt x="61" y="137"/>
                </a:cubicBezTo>
                <a:cubicBezTo>
                  <a:pt x="62" y="137"/>
                  <a:pt x="62" y="137"/>
                  <a:pt x="63" y="136"/>
                </a:cubicBezTo>
                <a:cubicBezTo>
                  <a:pt x="67" y="130"/>
                  <a:pt x="70" y="123"/>
                  <a:pt x="72" y="115"/>
                </a:cubicBezTo>
                <a:cubicBezTo>
                  <a:pt x="74" y="115"/>
                  <a:pt x="76" y="115"/>
                  <a:pt x="78" y="115"/>
                </a:cubicBezTo>
                <a:cubicBezTo>
                  <a:pt x="84" y="115"/>
                  <a:pt x="90" y="115"/>
                  <a:pt x="95" y="114"/>
                </a:cubicBezTo>
                <a:cubicBezTo>
                  <a:pt x="96" y="114"/>
                  <a:pt x="97" y="113"/>
                  <a:pt x="97" y="113"/>
                </a:cubicBezTo>
                <a:cubicBezTo>
                  <a:pt x="106" y="77"/>
                  <a:pt x="112" y="40"/>
                  <a:pt x="115" y="2"/>
                </a:cubicBezTo>
                <a:cubicBezTo>
                  <a:pt x="115" y="2"/>
                  <a:pt x="115" y="2"/>
                  <a:pt x="115" y="2"/>
                </a:cubicBezTo>
                <a:cubicBezTo>
                  <a:pt x="115" y="2"/>
                  <a:pt x="115" y="2"/>
                  <a:pt x="115" y="2"/>
                </a:cubicBezTo>
                <a:cubicBezTo>
                  <a:pt x="115" y="1"/>
                  <a:pt x="115" y="1"/>
                  <a:pt x="115" y="1"/>
                </a:cubicBezTo>
                <a:cubicBezTo>
                  <a:pt x="115" y="1"/>
                  <a:pt x="115" y="0"/>
                  <a:pt x="114" y="0"/>
                </a:cubicBezTo>
                <a:cubicBezTo>
                  <a:pt x="114" y="0"/>
                  <a:pt x="113" y="0"/>
                  <a:pt x="113"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3" name="Freeform 127">
            <a:extLst>
              <a:ext uri="{FF2B5EF4-FFF2-40B4-BE49-F238E27FC236}">
                <a16:creationId xmlns:a16="http://schemas.microsoft.com/office/drawing/2014/main" id="{550DBD94-A2B2-4DE7-8740-A9C91C03EB88}"/>
              </a:ext>
            </a:extLst>
          </p:cNvPr>
          <p:cNvSpPr>
            <a:spLocks noEditPoints="1"/>
          </p:cNvSpPr>
          <p:nvPr/>
        </p:nvSpPr>
        <p:spPr bwMode="auto">
          <a:xfrm>
            <a:off x="9798050" y="2544763"/>
            <a:ext cx="519113" cy="515938"/>
          </a:xfrm>
          <a:custGeom>
            <a:avLst/>
            <a:gdLst>
              <a:gd name="T0" fmla="*/ 32 w 145"/>
              <a:gd name="T1" fmla="*/ 126 h 144"/>
              <a:gd name="T2" fmla="*/ 40 w 145"/>
              <a:gd name="T3" fmla="*/ 103 h 144"/>
              <a:gd name="T4" fmla="*/ 59 w 145"/>
              <a:gd name="T5" fmla="*/ 136 h 144"/>
              <a:gd name="T6" fmla="*/ 85 w 145"/>
              <a:gd name="T7" fmla="*/ 138 h 144"/>
              <a:gd name="T8" fmla="*/ 104 w 145"/>
              <a:gd name="T9" fmla="*/ 101 h 144"/>
              <a:gd name="T10" fmla="*/ 91 w 145"/>
              <a:gd name="T11" fmla="*/ 137 h 144"/>
              <a:gd name="T12" fmla="*/ 74 w 145"/>
              <a:gd name="T13" fmla="*/ 137 h 144"/>
              <a:gd name="T14" fmla="*/ 51 w 145"/>
              <a:gd name="T15" fmla="*/ 118 h 144"/>
              <a:gd name="T16" fmla="*/ 74 w 145"/>
              <a:gd name="T17" fmla="*/ 95 h 144"/>
              <a:gd name="T18" fmla="*/ 100 w 145"/>
              <a:gd name="T19" fmla="*/ 100 h 144"/>
              <a:gd name="T20" fmla="*/ 78 w 145"/>
              <a:gd name="T21" fmla="*/ 137 h 144"/>
              <a:gd name="T22" fmla="*/ 74 w 145"/>
              <a:gd name="T23" fmla="*/ 137 h 144"/>
              <a:gd name="T24" fmla="*/ 105 w 145"/>
              <a:gd name="T25" fmla="*/ 97 h 144"/>
              <a:gd name="T26" fmla="*/ 140 w 145"/>
              <a:gd name="T27" fmla="*/ 73 h 144"/>
              <a:gd name="T28" fmla="*/ 128 w 145"/>
              <a:gd name="T29" fmla="*/ 111 h 144"/>
              <a:gd name="T30" fmla="*/ 40 w 145"/>
              <a:gd name="T31" fmla="*/ 73 h 144"/>
              <a:gd name="T32" fmla="*/ 101 w 145"/>
              <a:gd name="T33" fmla="*/ 95 h 144"/>
              <a:gd name="T34" fmla="*/ 74 w 145"/>
              <a:gd name="T35" fmla="*/ 91 h 144"/>
              <a:gd name="T36" fmla="*/ 18 w 145"/>
              <a:gd name="T37" fmla="*/ 112 h 144"/>
              <a:gd name="T38" fmla="*/ 5 w 145"/>
              <a:gd name="T39" fmla="*/ 73 h 144"/>
              <a:gd name="T40" fmla="*/ 39 w 145"/>
              <a:gd name="T41" fmla="*/ 99 h 144"/>
              <a:gd name="T42" fmla="*/ 103 w 145"/>
              <a:gd name="T43" fmla="*/ 68 h 144"/>
              <a:gd name="T44" fmla="*/ 43 w 145"/>
              <a:gd name="T45" fmla="*/ 42 h 144"/>
              <a:gd name="T46" fmla="*/ 73 w 145"/>
              <a:gd name="T47" fmla="*/ 48 h 144"/>
              <a:gd name="T48" fmla="*/ 103 w 145"/>
              <a:gd name="T49" fmla="*/ 68 h 144"/>
              <a:gd name="T50" fmla="*/ 5 w 145"/>
              <a:gd name="T51" fmla="*/ 68 h 144"/>
              <a:gd name="T52" fmla="*/ 21 w 145"/>
              <a:gd name="T53" fmla="*/ 29 h 144"/>
              <a:gd name="T54" fmla="*/ 35 w 145"/>
              <a:gd name="T55" fmla="*/ 68 h 144"/>
              <a:gd name="T56" fmla="*/ 108 w 145"/>
              <a:gd name="T57" fmla="*/ 68 h 144"/>
              <a:gd name="T58" fmla="*/ 123 w 145"/>
              <a:gd name="T59" fmla="*/ 28 h 144"/>
              <a:gd name="T60" fmla="*/ 140 w 145"/>
              <a:gd name="T61" fmla="*/ 68 h 144"/>
              <a:gd name="T62" fmla="*/ 24 w 145"/>
              <a:gd name="T63" fmla="*/ 25 h 144"/>
              <a:gd name="T64" fmla="*/ 55 w 145"/>
              <a:gd name="T65" fmla="*/ 7 h 144"/>
              <a:gd name="T66" fmla="*/ 40 w 145"/>
              <a:gd name="T67" fmla="*/ 36 h 144"/>
              <a:gd name="T68" fmla="*/ 100 w 145"/>
              <a:gd name="T69" fmla="*/ 27 h 144"/>
              <a:gd name="T70" fmla="*/ 86 w 145"/>
              <a:gd name="T71" fmla="*/ 6 h 144"/>
              <a:gd name="T72" fmla="*/ 120 w 145"/>
              <a:gd name="T73" fmla="*/ 25 h 144"/>
              <a:gd name="T74" fmla="*/ 71 w 145"/>
              <a:gd name="T75" fmla="*/ 44 h 144"/>
              <a:gd name="T76" fmla="*/ 50 w 145"/>
              <a:gd name="T77" fmla="*/ 23 h 144"/>
              <a:gd name="T78" fmla="*/ 70 w 145"/>
              <a:gd name="T79" fmla="*/ 5 h 144"/>
              <a:gd name="T80" fmla="*/ 85 w 145"/>
              <a:gd name="T81" fmla="*/ 11 h 144"/>
              <a:gd name="T82" fmla="*/ 99 w 145"/>
              <a:gd name="T83" fmla="*/ 38 h 144"/>
              <a:gd name="T84" fmla="*/ 71 w 145"/>
              <a:gd name="T85" fmla="*/ 44 h 144"/>
              <a:gd name="T86" fmla="*/ 67 w 145"/>
              <a:gd name="T87" fmla="*/ 1 h 144"/>
              <a:gd name="T88" fmla="*/ 8 w 145"/>
              <a:gd name="T89" fmla="*/ 41 h 144"/>
              <a:gd name="T90" fmla="*/ 0 w 145"/>
              <a:gd name="T91" fmla="*/ 71 h 144"/>
              <a:gd name="T92" fmla="*/ 4 w 145"/>
              <a:gd name="T93" fmla="*/ 93 h 144"/>
              <a:gd name="T94" fmla="*/ 73 w 145"/>
              <a:gd name="T95" fmla="*/ 144 h 144"/>
              <a:gd name="T96" fmla="*/ 129 w 145"/>
              <a:gd name="T97" fmla="*/ 117 h 144"/>
              <a:gd name="T98" fmla="*/ 131 w 145"/>
              <a:gd name="T99" fmla="*/ 116 h 144"/>
              <a:gd name="T100" fmla="*/ 139 w 145"/>
              <a:gd name="T101" fmla="*/ 100 h 144"/>
              <a:gd name="T102" fmla="*/ 145 w 145"/>
              <a:gd name="T103" fmla="*/ 71 h 144"/>
              <a:gd name="T104" fmla="*/ 135 w 145"/>
              <a:gd name="T105" fmla="*/ 37 h 144"/>
              <a:gd name="T106" fmla="*/ 125 w 145"/>
              <a:gd name="T107" fmla="*/ 23 h 144"/>
              <a:gd name="T108" fmla="*/ 109 w 145"/>
              <a:gd name="T109" fmla="*/ 10 h 144"/>
              <a:gd name="T110" fmla="*/ 71 w 145"/>
              <a:gd name="T11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5" h="144">
                <a:moveTo>
                  <a:pt x="63" y="139"/>
                </a:moveTo>
                <a:cubicBezTo>
                  <a:pt x="52" y="137"/>
                  <a:pt x="41" y="133"/>
                  <a:pt x="32" y="126"/>
                </a:cubicBezTo>
                <a:cubicBezTo>
                  <a:pt x="28" y="123"/>
                  <a:pt x="24" y="120"/>
                  <a:pt x="21" y="116"/>
                </a:cubicBezTo>
                <a:cubicBezTo>
                  <a:pt x="27" y="110"/>
                  <a:pt x="33" y="106"/>
                  <a:pt x="40" y="103"/>
                </a:cubicBezTo>
                <a:cubicBezTo>
                  <a:pt x="42" y="109"/>
                  <a:pt x="44" y="114"/>
                  <a:pt x="47" y="120"/>
                </a:cubicBezTo>
                <a:cubicBezTo>
                  <a:pt x="49" y="125"/>
                  <a:pt x="53" y="132"/>
                  <a:pt x="59" y="136"/>
                </a:cubicBezTo>
                <a:cubicBezTo>
                  <a:pt x="60" y="137"/>
                  <a:pt x="62" y="138"/>
                  <a:pt x="63" y="139"/>
                </a:cubicBezTo>
                <a:moveTo>
                  <a:pt x="85" y="138"/>
                </a:moveTo>
                <a:cubicBezTo>
                  <a:pt x="91" y="134"/>
                  <a:pt x="94" y="127"/>
                  <a:pt x="97" y="122"/>
                </a:cubicBezTo>
                <a:cubicBezTo>
                  <a:pt x="100" y="115"/>
                  <a:pt x="102" y="108"/>
                  <a:pt x="104" y="101"/>
                </a:cubicBezTo>
                <a:cubicBezTo>
                  <a:pt x="112" y="104"/>
                  <a:pt x="119" y="109"/>
                  <a:pt x="125" y="114"/>
                </a:cubicBezTo>
                <a:cubicBezTo>
                  <a:pt x="116" y="125"/>
                  <a:pt x="104" y="133"/>
                  <a:pt x="91" y="137"/>
                </a:cubicBezTo>
                <a:cubicBezTo>
                  <a:pt x="89" y="138"/>
                  <a:pt x="87" y="138"/>
                  <a:pt x="85" y="138"/>
                </a:cubicBezTo>
                <a:moveTo>
                  <a:pt x="74" y="137"/>
                </a:moveTo>
                <a:cubicBezTo>
                  <a:pt x="70" y="137"/>
                  <a:pt x="65" y="136"/>
                  <a:pt x="62" y="133"/>
                </a:cubicBezTo>
                <a:cubicBezTo>
                  <a:pt x="57" y="129"/>
                  <a:pt x="53" y="123"/>
                  <a:pt x="51" y="118"/>
                </a:cubicBezTo>
                <a:cubicBezTo>
                  <a:pt x="48" y="112"/>
                  <a:pt x="46" y="107"/>
                  <a:pt x="44" y="101"/>
                </a:cubicBezTo>
                <a:cubicBezTo>
                  <a:pt x="54" y="97"/>
                  <a:pt x="64" y="95"/>
                  <a:pt x="74" y="95"/>
                </a:cubicBezTo>
                <a:cubicBezTo>
                  <a:pt x="74" y="95"/>
                  <a:pt x="74" y="95"/>
                  <a:pt x="74" y="95"/>
                </a:cubicBezTo>
                <a:cubicBezTo>
                  <a:pt x="83" y="95"/>
                  <a:pt x="91" y="97"/>
                  <a:pt x="100" y="100"/>
                </a:cubicBezTo>
                <a:cubicBezTo>
                  <a:pt x="98" y="107"/>
                  <a:pt x="96" y="114"/>
                  <a:pt x="93" y="120"/>
                </a:cubicBezTo>
                <a:cubicBezTo>
                  <a:pt x="89" y="130"/>
                  <a:pt x="84" y="135"/>
                  <a:pt x="78" y="137"/>
                </a:cubicBezTo>
                <a:cubicBezTo>
                  <a:pt x="77" y="137"/>
                  <a:pt x="75" y="137"/>
                  <a:pt x="74" y="137"/>
                </a:cubicBezTo>
                <a:cubicBezTo>
                  <a:pt x="74" y="137"/>
                  <a:pt x="74" y="137"/>
                  <a:pt x="74" y="137"/>
                </a:cubicBezTo>
                <a:moveTo>
                  <a:pt x="128" y="111"/>
                </a:moveTo>
                <a:cubicBezTo>
                  <a:pt x="121" y="105"/>
                  <a:pt x="113" y="100"/>
                  <a:pt x="105" y="97"/>
                </a:cubicBezTo>
                <a:cubicBezTo>
                  <a:pt x="107" y="89"/>
                  <a:pt x="107" y="81"/>
                  <a:pt x="108" y="73"/>
                </a:cubicBezTo>
                <a:cubicBezTo>
                  <a:pt x="140" y="73"/>
                  <a:pt x="140" y="73"/>
                  <a:pt x="140" y="73"/>
                </a:cubicBezTo>
                <a:cubicBezTo>
                  <a:pt x="140" y="81"/>
                  <a:pt x="138" y="90"/>
                  <a:pt x="135" y="98"/>
                </a:cubicBezTo>
                <a:cubicBezTo>
                  <a:pt x="133" y="102"/>
                  <a:pt x="131" y="107"/>
                  <a:pt x="128" y="111"/>
                </a:cubicBezTo>
                <a:moveTo>
                  <a:pt x="43" y="97"/>
                </a:moveTo>
                <a:cubicBezTo>
                  <a:pt x="41" y="89"/>
                  <a:pt x="40" y="81"/>
                  <a:pt x="40" y="73"/>
                </a:cubicBezTo>
                <a:cubicBezTo>
                  <a:pt x="103" y="73"/>
                  <a:pt x="103" y="73"/>
                  <a:pt x="103" y="73"/>
                </a:cubicBezTo>
                <a:cubicBezTo>
                  <a:pt x="103" y="80"/>
                  <a:pt x="102" y="88"/>
                  <a:pt x="101" y="95"/>
                </a:cubicBezTo>
                <a:cubicBezTo>
                  <a:pt x="92" y="92"/>
                  <a:pt x="83" y="91"/>
                  <a:pt x="74" y="91"/>
                </a:cubicBezTo>
                <a:cubicBezTo>
                  <a:pt x="74" y="91"/>
                  <a:pt x="74" y="91"/>
                  <a:pt x="74" y="91"/>
                </a:cubicBezTo>
                <a:cubicBezTo>
                  <a:pt x="63" y="91"/>
                  <a:pt x="53" y="93"/>
                  <a:pt x="43" y="97"/>
                </a:cubicBezTo>
                <a:moveTo>
                  <a:pt x="18" y="112"/>
                </a:moveTo>
                <a:cubicBezTo>
                  <a:pt x="14" y="106"/>
                  <a:pt x="10" y="99"/>
                  <a:pt x="8" y="92"/>
                </a:cubicBezTo>
                <a:cubicBezTo>
                  <a:pt x="6" y="86"/>
                  <a:pt x="5" y="79"/>
                  <a:pt x="5" y="73"/>
                </a:cubicBezTo>
                <a:cubicBezTo>
                  <a:pt x="35" y="73"/>
                  <a:pt x="35" y="73"/>
                  <a:pt x="35" y="73"/>
                </a:cubicBezTo>
                <a:cubicBezTo>
                  <a:pt x="35" y="82"/>
                  <a:pt x="37" y="90"/>
                  <a:pt x="39" y="99"/>
                </a:cubicBezTo>
                <a:cubicBezTo>
                  <a:pt x="31" y="102"/>
                  <a:pt x="24" y="107"/>
                  <a:pt x="18" y="112"/>
                </a:cubicBezTo>
                <a:moveTo>
                  <a:pt x="103" y="68"/>
                </a:moveTo>
                <a:cubicBezTo>
                  <a:pt x="40" y="68"/>
                  <a:pt x="40" y="68"/>
                  <a:pt x="40" y="68"/>
                </a:cubicBezTo>
                <a:cubicBezTo>
                  <a:pt x="40" y="59"/>
                  <a:pt x="41" y="51"/>
                  <a:pt x="43" y="42"/>
                </a:cubicBezTo>
                <a:cubicBezTo>
                  <a:pt x="52" y="46"/>
                  <a:pt x="62" y="48"/>
                  <a:pt x="72" y="48"/>
                </a:cubicBezTo>
                <a:cubicBezTo>
                  <a:pt x="72" y="48"/>
                  <a:pt x="73" y="48"/>
                  <a:pt x="73" y="48"/>
                </a:cubicBezTo>
                <a:cubicBezTo>
                  <a:pt x="82" y="48"/>
                  <a:pt x="91" y="46"/>
                  <a:pt x="100" y="43"/>
                </a:cubicBezTo>
                <a:cubicBezTo>
                  <a:pt x="102" y="51"/>
                  <a:pt x="103" y="60"/>
                  <a:pt x="103" y="68"/>
                </a:cubicBezTo>
                <a:moveTo>
                  <a:pt x="35" y="68"/>
                </a:moveTo>
                <a:cubicBezTo>
                  <a:pt x="5" y="68"/>
                  <a:pt x="5" y="68"/>
                  <a:pt x="5" y="68"/>
                </a:cubicBezTo>
                <a:cubicBezTo>
                  <a:pt x="6" y="59"/>
                  <a:pt x="8" y="51"/>
                  <a:pt x="12" y="43"/>
                </a:cubicBezTo>
                <a:cubicBezTo>
                  <a:pt x="14" y="38"/>
                  <a:pt x="17" y="33"/>
                  <a:pt x="21" y="29"/>
                </a:cubicBezTo>
                <a:cubicBezTo>
                  <a:pt x="26" y="33"/>
                  <a:pt x="32" y="37"/>
                  <a:pt x="39" y="40"/>
                </a:cubicBezTo>
                <a:cubicBezTo>
                  <a:pt x="36" y="49"/>
                  <a:pt x="35" y="59"/>
                  <a:pt x="35" y="68"/>
                </a:cubicBezTo>
                <a:moveTo>
                  <a:pt x="140" y="68"/>
                </a:moveTo>
                <a:cubicBezTo>
                  <a:pt x="108" y="68"/>
                  <a:pt x="108" y="68"/>
                  <a:pt x="108" y="68"/>
                </a:cubicBezTo>
                <a:cubicBezTo>
                  <a:pt x="107" y="59"/>
                  <a:pt x="106" y="50"/>
                  <a:pt x="104" y="41"/>
                </a:cubicBezTo>
                <a:cubicBezTo>
                  <a:pt x="111" y="38"/>
                  <a:pt x="118" y="33"/>
                  <a:pt x="123" y="28"/>
                </a:cubicBezTo>
                <a:cubicBezTo>
                  <a:pt x="126" y="31"/>
                  <a:pt x="129" y="35"/>
                  <a:pt x="131" y="39"/>
                </a:cubicBezTo>
                <a:cubicBezTo>
                  <a:pt x="136" y="48"/>
                  <a:pt x="139" y="58"/>
                  <a:pt x="140" y="68"/>
                </a:cubicBezTo>
                <a:moveTo>
                  <a:pt x="40" y="36"/>
                </a:moveTo>
                <a:cubicBezTo>
                  <a:pt x="34" y="33"/>
                  <a:pt x="29" y="30"/>
                  <a:pt x="24" y="25"/>
                </a:cubicBezTo>
                <a:cubicBezTo>
                  <a:pt x="31" y="18"/>
                  <a:pt x="39" y="13"/>
                  <a:pt x="48" y="9"/>
                </a:cubicBezTo>
                <a:cubicBezTo>
                  <a:pt x="50" y="8"/>
                  <a:pt x="53" y="8"/>
                  <a:pt x="55" y="7"/>
                </a:cubicBezTo>
                <a:cubicBezTo>
                  <a:pt x="52" y="11"/>
                  <a:pt x="48" y="15"/>
                  <a:pt x="45" y="21"/>
                </a:cubicBezTo>
                <a:cubicBezTo>
                  <a:pt x="43" y="26"/>
                  <a:pt x="41" y="31"/>
                  <a:pt x="40" y="36"/>
                </a:cubicBezTo>
                <a:moveTo>
                  <a:pt x="103" y="37"/>
                </a:moveTo>
                <a:cubicBezTo>
                  <a:pt x="102" y="33"/>
                  <a:pt x="101" y="30"/>
                  <a:pt x="100" y="27"/>
                </a:cubicBezTo>
                <a:cubicBezTo>
                  <a:pt x="98" y="22"/>
                  <a:pt x="94" y="14"/>
                  <a:pt x="88" y="8"/>
                </a:cubicBezTo>
                <a:cubicBezTo>
                  <a:pt x="88" y="8"/>
                  <a:pt x="87" y="7"/>
                  <a:pt x="86" y="6"/>
                </a:cubicBezTo>
                <a:cubicBezTo>
                  <a:pt x="93" y="8"/>
                  <a:pt x="100" y="10"/>
                  <a:pt x="107" y="14"/>
                </a:cubicBezTo>
                <a:cubicBezTo>
                  <a:pt x="112" y="17"/>
                  <a:pt x="116" y="21"/>
                  <a:pt x="120" y="25"/>
                </a:cubicBezTo>
                <a:cubicBezTo>
                  <a:pt x="115" y="30"/>
                  <a:pt x="109" y="33"/>
                  <a:pt x="103" y="37"/>
                </a:cubicBezTo>
                <a:moveTo>
                  <a:pt x="71" y="44"/>
                </a:moveTo>
                <a:cubicBezTo>
                  <a:pt x="62" y="44"/>
                  <a:pt x="53" y="42"/>
                  <a:pt x="44" y="38"/>
                </a:cubicBezTo>
                <a:cubicBezTo>
                  <a:pt x="45" y="33"/>
                  <a:pt x="47" y="28"/>
                  <a:pt x="50" y="23"/>
                </a:cubicBezTo>
                <a:cubicBezTo>
                  <a:pt x="55" y="13"/>
                  <a:pt x="61" y="6"/>
                  <a:pt x="68" y="5"/>
                </a:cubicBezTo>
                <a:cubicBezTo>
                  <a:pt x="68" y="5"/>
                  <a:pt x="69" y="5"/>
                  <a:pt x="70" y="5"/>
                </a:cubicBezTo>
                <a:cubicBezTo>
                  <a:pt x="71" y="5"/>
                  <a:pt x="71" y="5"/>
                  <a:pt x="71" y="5"/>
                </a:cubicBezTo>
                <a:cubicBezTo>
                  <a:pt x="76" y="5"/>
                  <a:pt x="81" y="7"/>
                  <a:pt x="85" y="11"/>
                </a:cubicBezTo>
                <a:cubicBezTo>
                  <a:pt x="90" y="17"/>
                  <a:pt x="94" y="24"/>
                  <a:pt x="96" y="29"/>
                </a:cubicBezTo>
                <a:cubicBezTo>
                  <a:pt x="97" y="32"/>
                  <a:pt x="98" y="35"/>
                  <a:pt x="99" y="38"/>
                </a:cubicBezTo>
                <a:cubicBezTo>
                  <a:pt x="91" y="42"/>
                  <a:pt x="82" y="43"/>
                  <a:pt x="73" y="44"/>
                </a:cubicBezTo>
                <a:cubicBezTo>
                  <a:pt x="72" y="44"/>
                  <a:pt x="72" y="44"/>
                  <a:pt x="71" y="44"/>
                </a:cubicBezTo>
                <a:moveTo>
                  <a:pt x="71" y="0"/>
                </a:moveTo>
                <a:cubicBezTo>
                  <a:pt x="70" y="0"/>
                  <a:pt x="68" y="1"/>
                  <a:pt x="67" y="1"/>
                </a:cubicBezTo>
                <a:cubicBezTo>
                  <a:pt x="60" y="1"/>
                  <a:pt x="53" y="3"/>
                  <a:pt x="46" y="5"/>
                </a:cubicBezTo>
                <a:cubicBezTo>
                  <a:pt x="30" y="12"/>
                  <a:pt x="16" y="25"/>
                  <a:pt x="8" y="41"/>
                </a:cubicBezTo>
                <a:cubicBezTo>
                  <a:pt x="4" y="50"/>
                  <a:pt x="1" y="59"/>
                  <a:pt x="1" y="69"/>
                </a:cubicBezTo>
                <a:cubicBezTo>
                  <a:pt x="1" y="69"/>
                  <a:pt x="0" y="70"/>
                  <a:pt x="0" y="71"/>
                </a:cubicBezTo>
                <a:cubicBezTo>
                  <a:pt x="0" y="71"/>
                  <a:pt x="0" y="72"/>
                  <a:pt x="1" y="72"/>
                </a:cubicBezTo>
                <a:cubicBezTo>
                  <a:pt x="1" y="79"/>
                  <a:pt x="2" y="86"/>
                  <a:pt x="4" y="93"/>
                </a:cubicBezTo>
                <a:cubicBezTo>
                  <a:pt x="8" y="108"/>
                  <a:pt x="17" y="121"/>
                  <a:pt x="30" y="130"/>
                </a:cubicBezTo>
                <a:cubicBezTo>
                  <a:pt x="42" y="139"/>
                  <a:pt x="57" y="144"/>
                  <a:pt x="73" y="144"/>
                </a:cubicBezTo>
                <a:cubicBezTo>
                  <a:pt x="79" y="144"/>
                  <a:pt x="86" y="143"/>
                  <a:pt x="92" y="141"/>
                </a:cubicBezTo>
                <a:cubicBezTo>
                  <a:pt x="106" y="137"/>
                  <a:pt x="119" y="128"/>
                  <a:pt x="129" y="117"/>
                </a:cubicBezTo>
                <a:cubicBezTo>
                  <a:pt x="129" y="117"/>
                  <a:pt x="129" y="117"/>
                  <a:pt x="129" y="117"/>
                </a:cubicBezTo>
                <a:cubicBezTo>
                  <a:pt x="130" y="117"/>
                  <a:pt x="130" y="116"/>
                  <a:pt x="131" y="116"/>
                </a:cubicBezTo>
                <a:cubicBezTo>
                  <a:pt x="131" y="115"/>
                  <a:pt x="131" y="114"/>
                  <a:pt x="131" y="114"/>
                </a:cubicBezTo>
                <a:cubicBezTo>
                  <a:pt x="134" y="109"/>
                  <a:pt x="137" y="105"/>
                  <a:pt x="139" y="100"/>
                </a:cubicBezTo>
                <a:cubicBezTo>
                  <a:pt x="143" y="91"/>
                  <a:pt x="144" y="82"/>
                  <a:pt x="144" y="72"/>
                </a:cubicBezTo>
                <a:cubicBezTo>
                  <a:pt x="145" y="72"/>
                  <a:pt x="145" y="71"/>
                  <a:pt x="145" y="71"/>
                </a:cubicBezTo>
                <a:cubicBezTo>
                  <a:pt x="145" y="70"/>
                  <a:pt x="145" y="69"/>
                  <a:pt x="144" y="69"/>
                </a:cubicBezTo>
                <a:cubicBezTo>
                  <a:pt x="144" y="58"/>
                  <a:pt x="141" y="47"/>
                  <a:pt x="135" y="37"/>
                </a:cubicBezTo>
                <a:cubicBezTo>
                  <a:pt x="133" y="32"/>
                  <a:pt x="129" y="28"/>
                  <a:pt x="126" y="24"/>
                </a:cubicBezTo>
                <a:cubicBezTo>
                  <a:pt x="126" y="24"/>
                  <a:pt x="126" y="23"/>
                  <a:pt x="125" y="23"/>
                </a:cubicBezTo>
                <a:cubicBezTo>
                  <a:pt x="125" y="23"/>
                  <a:pt x="125" y="23"/>
                  <a:pt x="125" y="23"/>
                </a:cubicBezTo>
                <a:cubicBezTo>
                  <a:pt x="120" y="18"/>
                  <a:pt x="115" y="14"/>
                  <a:pt x="109" y="10"/>
                </a:cubicBezTo>
                <a:cubicBezTo>
                  <a:pt x="98" y="4"/>
                  <a:pt x="85" y="1"/>
                  <a:pt x="73" y="1"/>
                </a:cubicBezTo>
                <a:cubicBezTo>
                  <a:pt x="72" y="0"/>
                  <a:pt x="71" y="0"/>
                  <a:pt x="71"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4" name="Freeform 128">
            <a:extLst>
              <a:ext uri="{FF2B5EF4-FFF2-40B4-BE49-F238E27FC236}">
                <a16:creationId xmlns:a16="http://schemas.microsoft.com/office/drawing/2014/main" id="{87FCC9CD-EC82-4E00-8D19-052E7D3E1769}"/>
              </a:ext>
            </a:extLst>
          </p:cNvPr>
          <p:cNvSpPr>
            <a:spLocks noEditPoints="1"/>
          </p:cNvSpPr>
          <p:nvPr/>
        </p:nvSpPr>
        <p:spPr bwMode="auto">
          <a:xfrm>
            <a:off x="5541963" y="3994150"/>
            <a:ext cx="725488" cy="444500"/>
          </a:xfrm>
          <a:custGeom>
            <a:avLst/>
            <a:gdLst>
              <a:gd name="T0" fmla="*/ 53 w 203"/>
              <a:gd name="T1" fmla="*/ 75 h 124"/>
              <a:gd name="T2" fmla="*/ 48 w 203"/>
              <a:gd name="T3" fmla="*/ 69 h 124"/>
              <a:gd name="T4" fmla="*/ 124 w 203"/>
              <a:gd name="T5" fmla="*/ 17 h 124"/>
              <a:gd name="T6" fmla="*/ 144 w 203"/>
              <a:gd name="T7" fmla="*/ 71 h 124"/>
              <a:gd name="T8" fmla="*/ 73 w 203"/>
              <a:gd name="T9" fmla="*/ 76 h 124"/>
              <a:gd name="T10" fmla="*/ 124 w 203"/>
              <a:gd name="T11" fmla="*/ 11 h 124"/>
              <a:gd name="T12" fmla="*/ 42 w 203"/>
              <a:gd name="T13" fmla="*/ 15 h 124"/>
              <a:gd name="T14" fmla="*/ 45 w 203"/>
              <a:gd name="T15" fmla="*/ 77 h 124"/>
              <a:gd name="T16" fmla="*/ 67 w 203"/>
              <a:gd name="T17" fmla="*/ 81 h 124"/>
              <a:gd name="T18" fmla="*/ 84 w 203"/>
              <a:gd name="T19" fmla="*/ 80 h 124"/>
              <a:gd name="T20" fmla="*/ 150 w 203"/>
              <a:gd name="T21" fmla="*/ 73 h 124"/>
              <a:gd name="T22" fmla="*/ 147 w 203"/>
              <a:gd name="T23" fmla="*/ 12 h 124"/>
              <a:gd name="T24" fmla="*/ 124 w 203"/>
              <a:gd name="T25" fmla="*/ 11 h 124"/>
              <a:gd name="T26" fmla="*/ 79 w 203"/>
              <a:gd name="T27" fmla="*/ 113 h 124"/>
              <a:gd name="T28" fmla="*/ 88 w 203"/>
              <a:gd name="T29" fmla="*/ 108 h 124"/>
              <a:gd name="T30" fmla="*/ 110 w 203"/>
              <a:gd name="T31" fmla="*/ 106 h 124"/>
              <a:gd name="T32" fmla="*/ 122 w 203"/>
              <a:gd name="T33" fmla="*/ 115 h 124"/>
              <a:gd name="T34" fmla="*/ 10 w 203"/>
              <a:gd name="T35" fmla="*/ 119 h 124"/>
              <a:gd name="T36" fmla="*/ 159 w 203"/>
              <a:gd name="T37" fmla="*/ 87 h 124"/>
              <a:gd name="T38" fmla="*/ 127 w 203"/>
              <a:gd name="T39" fmla="*/ 114 h 124"/>
              <a:gd name="T40" fmla="*/ 110 w 203"/>
              <a:gd name="T41" fmla="*/ 101 h 124"/>
              <a:gd name="T42" fmla="*/ 87 w 203"/>
              <a:gd name="T43" fmla="*/ 103 h 124"/>
              <a:gd name="T44" fmla="*/ 75 w 203"/>
              <a:gd name="T45" fmla="*/ 110 h 124"/>
              <a:gd name="T46" fmla="*/ 70 w 203"/>
              <a:gd name="T47" fmla="*/ 117 h 124"/>
              <a:gd name="T48" fmla="*/ 39 w 203"/>
              <a:gd name="T49" fmla="*/ 85 h 124"/>
              <a:gd name="T50" fmla="*/ 150 w 203"/>
              <a:gd name="T51" fmla="*/ 5 h 124"/>
              <a:gd name="T52" fmla="*/ 153 w 203"/>
              <a:gd name="T53" fmla="*/ 5 h 124"/>
              <a:gd name="T54" fmla="*/ 159 w 203"/>
              <a:gd name="T55" fmla="*/ 82 h 124"/>
              <a:gd name="T56" fmla="*/ 151 w 203"/>
              <a:gd name="T57" fmla="*/ 0 h 124"/>
              <a:gd name="T58" fmla="*/ 32 w 203"/>
              <a:gd name="T59" fmla="*/ 5 h 124"/>
              <a:gd name="T60" fmla="*/ 2 w 203"/>
              <a:gd name="T61" fmla="*/ 119 h 124"/>
              <a:gd name="T62" fmla="*/ 1 w 203"/>
              <a:gd name="T63" fmla="*/ 123 h 124"/>
              <a:gd name="T64" fmla="*/ 3 w 203"/>
              <a:gd name="T65" fmla="*/ 124 h 124"/>
              <a:gd name="T66" fmla="*/ 160 w 203"/>
              <a:gd name="T67" fmla="*/ 118 h 124"/>
              <a:gd name="T68" fmla="*/ 203 w 203"/>
              <a:gd name="T69" fmla="*/ 116 h 124"/>
              <a:gd name="T70" fmla="*/ 161 w 203"/>
              <a:gd name="T71" fmla="*/ 13 h 124"/>
              <a:gd name="T72" fmla="*/ 151 w 203"/>
              <a:gd name="T7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3" h="124">
                <a:moveTo>
                  <a:pt x="67" y="76"/>
                </a:moveTo>
                <a:cubicBezTo>
                  <a:pt x="61" y="76"/>
                  <a:pt x="57" y="76"/>
                  <a:pt x="53" y="75"/>
                </a:cubicBezTo>
                <a:cubicBezTo>
                  <a:pt x="51" y="75"/>
                  <a:pt x="50" y="74"/>
                  <a:pt x="49" y="73"/>
                </a:cubicBezTo>
                <a:cubicBezTo>
                  <a:pt x="48" y="72"/>
                  <a:pt x="48" y="71"/>
                  <a:pt x="48" y="69"/>
                </a:cubicBezTo>
                <a:cubicBezTo>
                  <a:pt x="48" y="20"/>
                  <a:pt x="48" y="20"/>
                  <a:pt x="48" y="20"/>
                </a:cubicBezTo>
                <a:cubicBezTo>
                  <a:pt x="73" y="18"/>
                  <a:pt x="99" y="17"/>
                  <a:pt x="124" y="17"/>
                </a:cubicBezTo>
                <a:cubicBezTo>
                  <a:pt x="130" y="17"/>
                  <a:pt x="136" y="17"/>
                  <a:pt x="142" y="17"/>
                </a:cubicBezTo>
                <a:cubicBezTo>
                  <a:pt x="142" y="35"/>
                  <a:pt x="143" y="53"/>
                  <a:pt x="144" y="71"/>
                </a:cubicBezTo>
                <a:cubicBezTo>
                  <a:pt x="83" y="75"/>
                  <a:pt x="83" y="75"/>
                  <a:pt x="83" y="75"/>
                </a:cubicBezTo>
                <a:cubicBezTo>
                  <a:pt x="80" y="75"/>
                  <a:pt x="76" y="76"/>
                  <a:pt x="73" y="76"/>
                </a:cubicBezTo>
                <a:cubicBezTo>
                  <a:pt x="71" y="76"/>
                  <a:pt x="69" y="76"/>
                  <a:pt x="67" y="76"/>
                </a:cubicBezTo>
                <a:moveTo>
                  <a:pt x="124" y="11"/>
                </a:moveTo>
                <a:cubicBezTo>
                  <a:pt x="98" y="11"/>
                  <a:pt x="71" y="13"/>
                  <a:pt x="45" y="15"/>
                </a:cubicBezTo>
                <a:cubicBezTo>
                  <a:pt x="42" y="15"/>
                  <a:pt x="42" y="15"/>
                  <a:pt x="42" y="15"/>
                </a:cubicBezTo>
                <a:cubicBezTo>
                  <a:pt x="43" y="69"/>
                  <a:pt x="43" y="69"/>
                  <a:pt x="43" y="69"/>
                </a:cubicBezTo>
                <a:cubicBezTo>
                  <a:pt x="43" y="71"/>
                  <a:pt x="43" y="74"/>
                  <a:pt x="45" y="77"/>
                </a:cubicBezTo>
                <a:cubicBezTo>
                  <a:pt x="47" y="79"/>
                  <a:pt x="49" y="80"/>
                  <a:pt x="52" y="80"/>
                </a:cubicBezTo>
                <a:cubicBezTo>
                  <a:pt x="56" y="81"/>
                  <a:pt x="61" y="81"/>
                  <a:pt x="67" y="81"/>
                </a:cubicBezTo>
                <a:cubicBezTo>
                  <a:pt x="69" y="81"/>
                  <a:pt x="71" y="81"/>
                  <a:pt x="73" y="81"/>
                </a:cubicBezTo>
                <a:cubicBezTo>
                  <a:pt x="77" y="81"/>
                  <a:pt x="80" y="81"/>
                  <a:pt x="84" y="80"/>
                </a:cubicBezTo>
                <a:cubicBezTo>
                  <a:pt x="150" y="76"/>
                  <a:pt x="150" y="76"/>
                  <a:pt x="150" y="76"/>
                </a:cubicBezTo>
                <a:cubicBezTo>
                  <a:pt x="150" y="73"/>
                  <a:pt x="150" y="73"/>
                  <a:pt x="150" y="73"/>
                </a:cubicBezTo>
                <a:cubicBezTo>
                  <a:pt x="148" y="54"/>
                  <a:pt x="147" y="34"/>
                  <a:pt x="147" y="14"/>
                </a:cubicBezTo>
                <a:cubicBezTo>
                  <a:pt x="147" y="12"/>
                  <a:pt x="147" y="12"/>
                  <a:pt x="147" y="12"/>
                </a:cubicBezTo>
                <a:cubicBezTo>
                  <a:pt x="145" y="12"/>
                  <a:pt x="145" y="12"/>
                  <a:pt x="145" y="12"/>
                </a:cubicBezTo>
                <a:cubicBezTo>
                  <a:pt x="138" y="12"/>
                  <a:pt x="131" y="11"/>
                  <a:pt x="124" y="11"/>
                </a:cubicBezTo>
                <a:moveTo>
                  <a:pt x="77" y="116"/>
                </a:moveTo>
                <a:cubicBezTo>
                  <a:pt x="78" y="115"/>
                  <a:pt x="79" y="114"/>
                  <a:pt x="79" y="113"/>
                </a:cubicBezTo>
                <a:cubicBezTo>
                  <a:pt x="80" y="111"/>
                  <a:pt x="81" y="110"/>
                  <a:pt x="82" y="109"/>
                </a:cubicBezTo>
                <a:cubicBezTo>
                  <a:pt x="83" y="108"/>
                  <a:pt x="85" y="108"/>
                  <a:pt x="88" y="108"/>
                </a:cubicBezTo>
                <a:cubicBezTo>
                  <a:pt x="107" y="107"/>
                  <a:pt x="107" y="107"/>
                  <a:pt x="107" y="107"/>
                </a:cubicBezTo>
                <a:cubicBezTo>
                  <a:pt x="108" y="106"/>
                  <a:pt x="109" y="106"/>
                  <a:pt x="110" y="106"/>
                </a:cubicBezTo>
                <a:cubicBezTo>
                  <a:pt x="112" y="106"/>
                  <a:pt x="114" y="107"/>
                  <a:pt x="116" y="108"/>
                </a:cubicBezTo>
                <a:cubicBezTo>
                  <a:pt x="118" y="109"/>
                  <a:pt x="120" y="112"/>
                  <a:pt x="122" y="115"/>
                </a:cubicBezTo>
                <a:cubicBezTo>
                  <a:pt x="107" y="115"/>
                  <a:pt x="92" y="116"/>
                  <a:pt x="77" y="116"/>
                </a:cubicBezTo>
                <a:moveTo>
                  <a:pt x="10" y="119"/>
                </a:moveTo>
                <a:cubicBezTo>
                  <a:pt x="38" y="90"/>
                  <a:pt x="38" y="90"/>
                  <a:pt x="38" y="90"/>
                </a:cubicBezTo>
                <a:cubicBezTo>
                  <a:pt x="159" y="87"/>
                  <a:pt x="159" y="87"/>
                  <a:pt x="159" y="87"/>
                </a:cubicBezTo>
                <a:cubicBezTo>
                  <a:pt x="189" y="112"/>
                  <a:pt x="189" y="112"/>
                  <a:pt x="189" y="112"/>
                </a:cubicBezTo>
                <a:cubicBezTo>
                  <a:pt x="169" y="113"/>
                  <a:pt x="148" y="114"/>
                  <a:pt x="127" y="114"/>
                </a:cubicBezTo>
                <a:cubicBezTo>
                  <a:pt x="125" y="111"/>
                  <a:pt x="123" y="105"/>
                  <a:pt x="118" y="103"/>
                </a:cubicBezTo>
                <a:cubicBezTo>
                  <a:pt x="116" y="102"/>
                  <a:pt x="113" y="101"/>
                  <a:pt x="110" y="101"/>
                </a:cubicBezTo>
                <a:cubicBezTo>
                  <a:pt x="109" y="101"/>
                  <a:pt x="108" y="101"/>
                  <a:pt x="106" y="101"/>
                </a:cubicBezTo>
                <a:cubicBezTo>
                  <a:pt x="87" y="103"/>
                  <a:pt x="87" y="103"/>
                  <a:pt x="87" y="103"/>
                </a:cubicBezTo>
                <a:cubicBezTo>
                  <a:pt x="85" y="103"/>
                  <a:pt x="82" y="103"/>
                  <a:pt x="79" y="105"/>
                </a:cubicBezTo>
                <a:cubicBezTo>
                  <a:pt x="77" y="107"/>
                  <a:pt x="76" y="109"/>
                  <a:pt x="75" y="110"/>
                </a:cubicBezTo>
                <a:cubicBezTo>
                  <a:pt x="74" y="112"/>
                  <a:pt x="73" y="114"/>
                  <a:pt x="71" y="114"/>
                </a:cubicBezTo>
                <a:cubicBezTo>
                  <a:pt x="71" y="115"/>
                  <a:pt x="70" y="116"/>
                  <a:pt x="70" y="117"/>
                </a:cubicBezTo>
                <a:cubicBezTo>
                  <a:pt x="50" y="117"/>
                  <a:pt x="30" y="118"/>
                  <a:pt x="10" y="119"/>
                </a:cubicBezTo>
                <a:moveTo>
                  <a:pt x="39" y="85"/>
                </a:moveTo>
                <a:cubicBezTo>
                  <a:pt x="37" y="10"/>
                  <a:pt x="37" y="10"/>
                  <a:pt x="37" y="10"/>
                </a:cubicBezTo>
                <a:cubicBezTo>
                  <a:pt x="150" y="5"/>
                  <a:pt x="150" y="5"/>
                  <a:pt x="150" y="5"/>
                </a:cubicBezTo>
                <a:cubicBezTo>
                  <a:pt x="150" y="5"/>
                  <a:pt x="151" y="5"/>
                  <a:pt x="151" y="5"/>
                </a:cubicBezTo>
                <a:cubicBezTo>
                  <a:pt x="152" y="5"/>
                  <a:pt x="152" y="5"/>
                  <a:pt x="153" y="5"/>
                </a:cubicBezTo>
                <a:cubicBezTo>
                  <a:pt x="155" y="6"/>
                  <a:pt x="156" y="9"/>
                  <a:pt x="156" y="13"/>
                </a:cubicBezTo>
                <a:cubicBezTo>
                  <a:pt x="159" y="82"/>
                  <a:pt x="159" y="82"/>
                  <a:pt x="159" y="82"/>
                </a:cubicBezTo>
                <a:cubicBezTo>
                  <a:pt x="39" y="85"/>
                  <a:pt x="39" y="85"/>
                  <a:pt x="39" y="85"/>
                </a:cubicBezTo>
                <a:moveTo>
                  <a:pt x="151" y="0"/>
                </a:moveTo>
                <a:cubicBezTo>
                  <a:pt x="151" y="0"/>
                  <a:pt x="150" y="0"/>
                  <a:pt x="150" y="0"/>
                </a:cubicBezTo>
                <a:cubicBezTo>
                  <a:pt x="32" y="5"/>
                  <a:pt x="32" y="5"/>
                  <a:pt x="32" y="5"/>
                </a:cubicBezTo>
                <a:cubicBezTo>
                  <a:pt x="34" y="87"/>
                  <a:pt x="34" y="87"/>
                  <a:pt x="34" y="87"/>
                </a:cubicBezTo>
                <a:cubicBezTo>
                  <a:pt x="2" y="119"/>
                  <a:pt x="2" y="119"/>
                  <a:pt x="2" y="119"/>
                </a:cubicBezTo>
                <a:cubicBezTo>
                  <a:pt x="1" y="120"/>
                  <a:pt x="1" y="120"/>
                  <a:pt x="1" y="120"/>
                </a:cubicBezTo>
                <a:cubicBezTo>
                  <a:pt x="0" y="121"/>
                  <a:pt x="1" y="123"/>
                  <a:pt x="1" y="123"/>
                </a:cubicBezTo>
                <a:cubicBezTo>
                  <a:pt x="2" y="124"/>
                  <a:pt x="3" y="124"/>
                  <a:pt x="3" y="124"/>
                </a:cubicBezTo>
                <a:cubicBezTo>
                  <a:pt x="3" y="124"/>
                  <a:pt x="3" y="124"/>
                  <a:pt x="3" y="124"/>
                </a:cubicBezTo>
                <a:cubicBezTo>
                  <a:pt x="4" y="124"/>
                  <a:pt x="4" y="124"/>
                  <a:pt x="4" y="124"/>
                </a:cubicBezTo>
                <a:cubicBezTo>
                  <a:pt x="56" y="122"/>
                  <a:pt x="108" y="120"/>
                  <a:pt x="160" y="118"/>
                </a:cubicBezTo>
                <a:cubicBezTo>
                  <a:pt x="172" y="118"/>
                  <a:pt x="184" y="117"/>
                  <a:pt x="196" y="116"/>
                </a:cubicBezTo>
                <a:cubicBezTo>
                  <a:pt x="203" y="116"/>
                  <a:pt x="203" y="116"/>
                  <a:pt x="203" y="116"/>
                </a:cubicBezTo>
                <a:cubicBezTo>
                  <a:pt x="164" y="84"/>
                  <a:pt x="164" y="84"/>
                  <a:pt x="164" y="84"/>
                </a:cubicBezTo>
                <a:cubicBezTo>
                  <a:pt x="161" y="13"/>
                  <a:pt x="161" y="13"/>
                  <a:pt x="161" y="13"/>
                </a:cubicBezTo>
                <a:cubicBezTo>
                  <a:pt x="161" y="9"/>
                  <a:pt x="160" y="3"/>
                  <a:pt x="155" y="1"/>
                </a:cubicBezTo>
                <a:cubicBezTo>
                  <a:pt x="154" y="0"/>
                  <a:pt x="152" y="0"/>
                  <a:pt x="151"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5" name="Freeform 129">
            <a:extLst>
              <a:ext uri="{FF2B5EF4-FFF2-40B4-BE49-F238E27FC236}">
                <a16:creationId xmlns:a16="http://schemas.microsoft.com/office/drawing/2014/main" id="{6B524B88-562D-4538-AD5F-4BD09ACBCC68}"/>
              </a:ext>
            </a:extLst>
          </p:cNvPr>
          <p:cNvSpPr>
            <a:spLocks noEditPoints="1"/>
          </p:cNvSpPr>
          <p:nvPr/>
        </p:nvSpPr>
        <p:spPr bwMode="auto">
          <a:xfrm>
            <a:off x="8891588" y="1709738"/>
            <a:ext cx="504825" cy="484188"/>
          </a:xfrm>
          <a:custGeom>
            <a:avLst/>
            <a:gdLst>
              <a:gd name="T0" fmla="*/ 48 w 141"/>
              <a:gd name="T1" fmla="*/ 67 h 135"/>
              <a:gd name="T2" fmla="*/ 47 w 141"/>
              <a:gd name="T3" fmla="*/ 70 h 135"/>
              <a:gd name="T4" fmla="*/ 48 w 141"/>
              <a:gd name="T5" fmla="*/ 75 h 135"/>
              <a:gd name="T6" fmla="*/ 51 w 141"/>
              <a:gd name="T7" fmla="*/ 77 h 135"/>
              <a:gd name="T8" fmla="*/ 57 w 141"/>
              <a:gd name="T9" fmla="*/ 68 h 135"/>
              <a:gd name="T10" fmla="*/ 50 w 141"/>
              <a:gd name="T11" fmla="*/ 66 h 135"/>
              <a:gd name="T12" fmla="*/ 52 w 141"/>
              <a:gd name="T13" fmla="*/ 17 h 135"/>
              <a:gd name="T14" fmla="*/ 33 w 141"/>
              <a:gd name="T15" fmla="*/ 29 h 135"/>
              <a:gd name="T16" fmla="*/ 35 w 141"/>
              <a:gd name="T17" fmla="*/ 33 h 135"/>
              <a:gd name="T18" fmla="*/ 48 w 141"/>
              <a:gd name="T19" fmla="*/ 22 h 135"/>
              <a:gd name="T20" fmla="*/ 63 w 141"/>
              <a:gd name="T21" fmla="*/ 25 h 135"/>
              <a:gd name="T22" fmla="*/ 58 w 141"/>
              <a:gd name="T23" fmla="*/ 46 h 135"/>
              <a:gd name="T24" fmla="*/ 48 w 141"/>
              <a:gd name="T25" fmla="*/ 61 h 135"/>
              <a:gd name="T26" fmla="*/ 51 w 141"/>
              <a:gd name="T27" fmla="*/ 63 h 135"/>
              <a:gd name="T28" fmla="*/ 58 w 141"/>
              <a:gd name="T29" fmla="*/ 51 h 135"/>
              <a:gd name="T30" fmla="*/ 69 w 141"/>
              <a:gd name="T31" fmla="*/ 41 h 135"/>
              <a:gd name="T32" fmla="*/ 52 w 141"/>
              <a:gd name="T33" fmla="*/ 17 h 135"/>
              <a:gd name="T34" fmla="*/ 53 w 141"/>
              <a:gd name="T35" fmla="*/ 88 h 135"/>
              <a:gd name="T36" fmla="*/ 112 w 141"/>
              <a:gd name="T37" fmla="*/ 39 h 135"/>
              <a:gd name="T38" fmla="*/ 135 w 141"/>
              <a:gd name="T39" fmla="*/ 84 h 135"/>
              <a:gd name="T40" fmla="*/ 115 w 141"/>
              <a:gd name="T41" fmla="*/ 103 h 135"/>
              <a:gd name="T42" fmla="*/ 98 w 141"/>
              <a:gd name="T43" fmla="*/ 111 h 135"/>
              <a:gd name="T44" fmla="*/ 96 w 141"/>
              <a:gd name="T45" fmla="*/ 109 h 135"/>
              <a:gd name="T46" fmla="*/ 14 w 141"/>
              <a:gd name="T47" fmla="*/ 109 h 135"/>
              <a:gd name="T48" fmla="*/ 33 w 141"/>
              <a:gd name="T49" fmla="*/ 78 h 135"/>
              <a:gd name="T50" fmla="*/ 9 w 141"/>
              <a:gd name="T51" fmla="*/ 46 h 135"/>
              <a:gd name="T52" fmla="*/ 62 w 141"/>
              <a:gd name="T53" fmla="*/ 4 h 135"/>
              <a:gd name="T54" fmla="*/ 96 w 141"/>
              <a:gd name="T55" fmla="*/ 13 h 135"/>
              <a:gd name="T56" fmla="*/ 93 w 141"/>
              <a:gd name="T57" fmla="*/ 60 h 135"/>
              <a:gd name="T58" fmla="*/ 50 w 141"/>
              <a:gd name="T59" fmla="*/ 83 h 135"/>
              <a:gd name="T60" fmla="*/ 47 w 141"/>
              <a:gd name="T61" fmla="*/ 82 h 135"/>
              <a:gd name="T62" fmla="*/ 47 w 141"/>
              <a:gd name="T63" fmla="*/ 85 h 135"/>
              <a:gd name="T64" fmla="*/ 14 w 141"/>
              <a:gd name="T65" fmla="*/ 109 h 135"/>
              <a:gd name="T66" fmla="*/ 30 w 141"/>
              <a:gd name="T67" fmla="*/ 7 h 135"/>
              <a:gd name="T68" fmla="*/ 28 w 141"/>
              <a:gd name="T69" fmla="*/ 81 h 135"/>
              <a:gd name="T70" fmla="*/ 0 w 141"/>
              <a:gd name="T71" fmla="*/ 113 h 135"/>
              <a:gd name="T72" fmla="*/ 3 w 141"/>
              <a:gd name="T73" fmla="*/ 115 h 135"/>
              <a:gd name="T74" fmla="*/ 93 w 141"/>
              <a:gd name="T75" fmla="*/ 114 h 135"/>
              <a:gd name="T76" fmla="*/ 134 w 141"/>
              <a:gd name="T77" fmla="*/ 135 h 135"/>
              <a:gd name="T78" fmla="*/ 139 w 141"/>
              <a:gd name="T79" fmla="*/ 133 h 135"/>
              <a:gd name="T80" fmla="*/ 119 w 141"/>
              <a:gd name="T81" fmla="*/ 105 h 135"/>
              <a:gd name="T82" fmla="*/ 133 w 141"/>
              <a:gd name="T83" fmla="*/ 56 h 135"/>
              <a:gd name="T84" fmla="*/ 113 w 141"/>
              <a:gd name="T85" fmla="*/ 30 h 135"/>
              <a:gd name="T86" fmla="*/ 75 w 141"/>
              <a:gd name="T87" fmla="*/ 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135">
                <a:moveTo>
                  <a:pt x="50" y="66"/>
                </a:moveTo>
                <a:cubicBezTo>
                  <a:pt x="49" y="66"/>
                  <a:pt x="48" y="66"/>
                  <a:pt x="48" y="67"/>
                </a:cubicBezTo>
                <a:cubicBezTo>
                  <a:pt x="48" y="67"/>
                  <a:pt x="47" y="68"/>
                  <a:pt x="47" y="68"/>
                </a:cubicBezTo>
                <a:cubicBezTo>
                  <a:pt x="47" y="70"/>
                  <a:pt x="47" y="70"/>
                  <a:pt x="47" y="70"/>
                </a:cubicBezTo>
                <a:cubicBezTo>
                  <a:pt x="47" y="70"/>
                  <a:pt x="47" y="70"/>
                  <a:pt x="47" y="70"/>
                </a:cubicBezTo>
                <a:cubicBezTo>
                  <a:pt x="46" y="72"/>
                  <a:pt x="46" y="74"/>
                  <a:pt x="48" y="75"/>
                </a:cubicBezTo>
                <a:cubicBezTo>
                  <a:pt x="48" y="76"/>
                  <a:pt x="50" y="77"/>
                  <a:pt x="51" y="77"/>
                </a:cubicBezTo>
                <a:cubicBezTo>
                  <a:pt x="51" y="77"/>
                  <a:pt x="51" y="77"/>
                  <a:pt x="51" y="77"/>
                </a:cubicBezTo>
                <a:cubicBezTo>
                  <a:pt x="53" y="77"/>
                  <a:pt x="54" y="76"/>
                  <a:pt x="55" y="75"/>
                </a:cubicBezTo>
                <a:cubicBezTo>
                  <a:pt x="56" y="73"/>
                  <a:pt x="57" y="71"/>
                  <a:pt x="57" y="68"/>
                </a:cubicBezTo>
                <a:cubicBezTo>
                  <a:pt x="56" y="67"/>
                  <a:pt x="56" y="66"/>
                  <a:pt x="55" y="66"/>
                </a:cubicBezTo>
                <a:cubicBezTo>
                  <a:pt x="50" y="66"/>
                  <a:pt x="50" y="66"/>
                  <a:pt x="50" y="66"/>
                </a:cubicBezTo>
                <a:cubicBezTo>
                  <a:pt x="50" y="66"/>
                  <a:pt x="50" y="66"/>
                  <a:pt x="50" y="66"/>
                </a:cubicBezTo>
                <a:moveTo>
                  <a:pt x="52" y="17"/>
                </a:moveTo>
                <a:cubicBezTo>
                  <a:pt x="51" y="17"/>
                  <a:pt x="49" y="17"/>
                  <a:pt x="47" y="17"/>
                </a:cubicBezTo>
                <a:cubicBezTo>
                  <a:pt x="41" y="19"/>
                  <a:pt x="36" y="23"/>
                  <a:pt x="33" y="29"/>
                </a:cubicBezTo>
                <a:cubicBezTo>
                  <a:pt x="32" y="31"/>
                  <a:pt x="33" y="32"/>
                  <a:pt x="34" y="32"/>
                </a:cubicBezTo>
                <a:cubicBezTo>
                  <a:pt x="34" y="32"/>
                  <a:pt x="35" y="33"/>
                  <a:pt x="35" y="33"/>
                </a:cubicBezTo>
                <a:cubicBezTo>
                  <a:pt x="36" y="33"/>
                  <a:pt x="37" y="32"/>
                  <a:pt x="37" y="31"/>
                </a:cubicBezTo>
                <a:cubicBezTo>
                  <a:pt x="39" y="27"/>
                  <a:pt x="43" y="23"/>
                  <a:pt x="48" y="22"/>
                </a:cubicBezTo>
                <a:cubicBezTo>
                  <a:pt x="50" y="21"/>
                  <a:pt x="51" y="21"/>
                  <a:pt x="52" y="21"/>
                </a:cubicBezTo>
                <a:cubicBezTo>
                  <a:pt x="56" y="21"/>
                  <a:pt x="60" y="23"/>
                  <a:pt x="63" y="25"/>
                </a:cubicBezTo>
                <a:cubicBezTo>
                  <a:pt x="66" y="29"/>
                  <a:pt x="67" y="35"/>
                  <a:pt x="65" y="39"/>
                </a:cubicBezTo>
                <a:cubicBezTo>
                  <a:pt x="63" y="42"/>
                  <a:pt x="61" y="44"/>
                  <a:pt x="58" y="46"/>
                </a:cubicBezTo>
                <a:cubicBezTo>
                  <a:pt x="57" y="46"/>
                  <a:pt x="56" y="47"/>
                  <a:pt x="55" y="48"/>
                </a:cubicBezTo>
                <a:cubicBezTo>
                  <a:pt x="50" y="52"/>
                  <a:pt x="47" y="56"/>
                  <a:pt x="48" y="61"/>
                </a:cubicBezTo>
                <a:cubicBezTo>
                  <a:pt x="48" y="62"/>
                  <a:pt x="49" y="63"/>
                  <a:pt x="50" y="63"/>
                </a:cubicBezTo>
                <a:cubicBezTo>
                  <a:pt x="51" y="63"/>
                  <a:pt x="51" y="63"/>
                  <a:pt x="51" y="63"/>
                </a:cubicBezTo>
                <a:cubicBezTo>
                  <a:pt x="52" y="63"/>
                  <a:pt x="53" y="62"/>
                  <a:pt x="53" y="61"/>
                </a:cubicBezTo>
                <a:cubicBezTo>
                  <a:pt x="52" y="57"/>
                  <a:pt x="56" y="53"/>
                  <a:pt x="58" y="51"/>
                </a:cubicBezTo>
                <a:cubicBezTo>
                  <a:pt x="59" y="50"/>
                  <a:pt x="60" y="50"/>
                  <a:pt x="61" y="49"/>
                </a:cubicBezTo>
                <a:cubicBezTo>
                  <a:pt x="64" y="47"/>
                  <a:pt x="67" y="45"/>
                  <a:pt x="69" y="41"/>
                </a:cubicBezTo>
                <a:cubicBezTo>
                  <a:pt x="72" y="35"/>
                  <a:pt x="71" y="27"/>
                  <a:pt x="66" y="22"/>
                </a:cubicBezTo>
                <a:cubicBezTo>
                  <a:pt x="62" y="19"/>
                  <a:pt x="57" y="17"/>
                  <a:pt x="52" y="17"/>
                </a:cubicBezTo>
                <a:moveTo>
                  <a:pt x="93" y="110"/>
                </a:moveTo>
                <a:cubicBezTo>
                  <a:pt x="77" y="110"/>
                  <a:pt x="62" y="101"/>
                  <a:pt x="53" y="88"/>
                </a:cubicBezTo>
                <a:cubicBezTo>
                  <a:pt x="69" y="82"/>
                  <a:pt x="83" y="74"/>
                  <a:pt x="96" y="63"/>
                </a:cubicBezTo>
                <a:cubicBezTo>
                  <a:pt x="105" y="55"/>
                  <a:pt x="110" y="47"/>
                  <a:pt x="112" y="39"/>
                </a:cubicBezTo>
                <a:cubicBezTo>
                  <a:pt x="118" y="45"/>
                  <a:pt x="124" y="51"/>
                  <a:pt x="129" y="58"/>
                </a:cubicBezTo>
                <a:cubicBezTo>
                  <a:pt x="134" y="67"/>
                  <a:pt x="136" y="76"/>
                  <a:pt x="135" y="84"/>
                </a:cubicBezTo>
                <a:cubicBezTo>
                  <a:pt x="133" y="93"/>
                  <a:pt x="125" y="100"/>
                  <a:pt x="117" y="101"/>
                </a:cubicBezTo>
                <a:cubicBezTo>
                  <a:pt x="116" y="101"/>
                  <a:pt x="115" y="102"/>
                  <a:pt x="115" y="103"/>
                </a:cubicBezTo>
                <a:cubicBezTo>
                  <a:pt x="114" y="113"/>
                  <a:pt x="118" y="123"/>
                  <a:pt x="126" y="130"/>
                </a:cubicBezTo>
                <a:cubicBezTo>
                  <a:pt x="115" y="128"/>
                  <a:pt x="104" y="121"/>
                  <a:pt x="98" y="111"/>
                </a:cubicBezTo>
                <a:cubicBezTo>
                  <a:pt x="98" y="110"/>
                  <a:pt x="97" y="109"/>
                  <a:pt x="96" y="109"/>
                </a:cubicBezTo>
                <a:cubicBezTo>
                  <a:pt x="96" y="109"/>
                  <a:pt x="96" y="109"/>
                  <a:pt x="96" y="109"/>
                </a:cubicBezTo>
                <a:cubicBezTo>
                  <a:pt x="95" y="110"/>
                  <a:pt x="94" y="110"/>
                  <a:pt x="93" y="110"/>
                </a:cubicBezTo>
                <a:moveTo>
                  <a:pt x="14" y="109"/>
                </a:moveTo>
                <a:cubicBezTo>
                  <a:pt x="24" y="102"/>
                  <a:pt x="31" y="92"/>
                  <a:pt x="33" y="80"/>
                </a:cubicBezTo>
                <a:cubicBezTo>
                  <a:pt x="33" y="79"/>
                  <a:pt x="33" y="79"/>
                  <a:pt x="33" y="78"/>
                </a:cubicBezTo>
                <a:cubicBezTo>
                  <a:pt x="32" y="78"/>
                  <a:pt x="32" y="77"/>
                  <a:pt x="31" y="77"/>
                </a:cubicBezTo>
                <a:cubicBezTo>
                  <a:pt x="18" y="74"/>
                  <a:pt x="8" y="60"/>
                  <a:pt x="9" y="46"/>
                </a:cubicBezTo>
                <a:cubicBezTo>
                  <a:pt x="9" y="32"/>
                  <a:pt x="18" y="19"/>
                  <a:pt x="32" y="11"/>
                </a:cubicBezTo>
                <a:cubicBezTo>
                  <a:pt x="41" y="7"/>
                  <a:pt x="51" y="4"/>
                  <a:pt x="62" y="4"/>
                </a:cubicBezTo>
                <a:cubicBezTo>
                  <a:pt x="66" y="4"/>
                  <a:pt x="71" y="5"/>
                  <a:pt x="75" y="5"/>
                </a:cubicBezTo>
                <a:cubicBezTo>
                  <a:pt x="84" y="6"/>
                  <a:pt x="91" y="9"/>
                  <a:pt x="96" y="13"/>
                </a:cubicBezTo>
                <a:cubicBezTo>
                  <a:pt x="103" y="17"/>
                  <a:pt x="108" y="24"/>
                  <a:pt x="108" y="31"/>
                </a:cubicBezTo>
                <a:cubicBezTo>
                  <a:pt x="110" y="42"/>
                  <a:pt x="100" y="53"/>
                  <a:pt x="93" y="60"/>
                </a:cubicBezTo>
                <a:cubicBezTo>
                  <a:pt x="81" y="70"/>
                  <a:pt x="66" y="79"/>
                  <a:pt x="51" y="84"/>
                </a:cubicBezTo>
                <a:cubicBezTo>
                  <a:pt x="51" y="83"/>
                  <a:pt x="51" y="83"/>
                  <a:pt x="50" y="83"/>
                </a:cubicBezTo>
                <a:cubicBezTo>
                  <a:pt x="50" y="82"/>
                  <a:pt x="49" y="81"/>
                  <a:pt x="48" y="81"/>
                </a:cubicBezTo>
                <a:cubicBezTo>
                  <a:pt x="48" y="81"/>
                  <a:pt x="48" y="82"/>
                  <a:pt x="47" y="82"/>
                </a:cubicBezTo>
                <a:cubicBezTo>
                  <a:pt x="46" y="82"/>
                  <a:pt x="46" y="84"/>
                  <a:pt x="46" y="85"/>
                </a:cubicBezTo>
                <a:cubicBezTo>
                  <a:pt x="47" y="85"/>
                  <a:pt x="47" y="85"/>
                  <a:pt x="47" y="85"/>
                </a:cubicBezTo>
                <a:cubicBezTo>
                  <a:pt x="46" y="86"/>
                  <a:pt x="46" y="86"/>
                  <a:pt x="46" y="86"/>
                </a:cubicBezTo>
                <a:cubicBezTo>
                  <a:pt x="39" y="98"/>
                  <a:pt x="27" y="106"/>
                  <a:pt x="14" y="109"/>
                </a:cubicBezTo>
                <a:moveTo>
                  <a:pt x="62" y="0"/>
                </a:moveTo>
                <a:cubicBezTo>
                  <a:pt x="50" y="0"/>
                  <a:pt x="39" y="2"/>
                  <a:pt x="30" y="7"/>
                </a:cubicBezTo>
                <a:cubicBezTo>
                  <a:pt x="15" y="15"/>
                  <a:pt x="5" y="30"/>
                  <a:pt x="4" y="45"/>
                </a:cubicBezTo>
                <a:cubicBezTo>
                  <a:pt x="3" y="61"/>
                  <a:pt x="14" y="77"/>
                  <a:pt x="28" y="81"/>
                </a:cubicBezTo>
                <a:cubicBezTo>
                  <a:pt x="25" y="94"/>
                  <a:pt x="14" y="106"/>
                  <a:pt x="2" y="111"/>
                </a:cubicBezTo>
                <a:cubicBezTo>
                  <a:pt x="1" y="111"/>
                  <a:pt x="0" y="112"/>
                  <a:pt x="0" y="113"/>
                </a:cubicBezTo>
                <a:cubicBezTo>
                  <a:pt x="1" y="114"/>
                  <a:pt x="2" y="115"/>
                  <a:pt x="3" y="115"/>
                </a:cubicBezTo>
                <a:cubicBezTo>
                  <a:pt x="3" y="115"/>
                  <a:pt x="3" y="115"/>
                  <a:pt x="3" y="115"/>
                </a:cubicBezTo>
                <a:cubicBezTo>
                  <a:pt x="21" y="115"/>
                  <a:pt x="39" y="105"/>
                  <a:pt x="49" y="89"/>
                </a:cubicBezTo>
                <a:cubicBezTo>
                  <a:pt x="58" y="104"/>
                  <a:pt x="76" y="114"/>
                  <a:pt x="93" y="114"/>
                </a:cubicBezTo>
                <a:cubicBezTo>
                  <a:pt x="94" y="114"/>
                  <a:pt x="94" y="114"/>
                  <a:pt x="95" y="114"/>
                </a:cubicBezTo>
                <a:cubicBezTo>
                  <a:pt x="103" y="127"/>
                  <a:pt x="118" y="135"/>
                  <a:pt x="134" y="135"/>
                </a:cubicBezTo>
                <a:cubicBezTo>
                  <a:pt x="134" y="135"/>
                  <a:pt x="135" y="135"/>
                  <a:pt x="136" y="135"/>
                </a:cubicBezTo>
                <a:cubicBezTo>
                  <a:pt x="138" y="135"/>
                  <a:pt x="138" y="134"/>
                  <a:pt x="139" y="133"/>
                </a:cubicBezTo>
                <a:cubicBezTo>
                  <a:pt x="139" y="132"/>
                  <a:pt x="138" y="131"/>
                  <a:pt x="137" y="131"/>
                </a:cubicBezTo>
                <a:cubicBezTo>
                  <a:pt x="126" y="127"/>
                  <a:pt x="118" y="116"/>
                  <a:pt x="119" y="105"/>
                </a:cubicBezTo>
                <a:cubicBezTo>
                  <a:pt x="129" y="104"/>
                  <a:pt x="137" y="95"/>
                  <a:pt x="139" y="85"/>
                </a:cubicBezTo>
                <a:cubicBezTo>
                  <a:pt x="141" y="76"/>
                  <a:pt x="139" y="65"/>
                  <a:pt x="133" y="56"/>
                </a:cubicBezTo>
                <a:cubicBezTo>
                  <a:pt x="127" y="47"/>
                  <a:pt x="120" y="41"/>
                  <a:pt x="113" y="34"/>
                </a:cubicBezTo>
                <a:cubicBezTo>
                  <a:pt x="113" y="33"/>
                  <a:pt x="113" y="31"/>
                  <a:pt x="113" y="30"/>
                </a:cubicBezTo>
                <a:cubicBezTo>
                  <a:pt x="112" y="22"/>
                  <a:pt x="107" y="14"/>
                  <a:pt x="99" y="9"/>
                </a:cubicBezTo>
                <a:cubicBezTo>
                  <a:pt x="93" y="5"/>
                  <a:pt x="85" y="2"/>
                  <a:pt x="75" y="1"/>
                </a:cubicBezTo>
                <a:cubicBezTo>
                  <a:pt x="71" y="0"/>
                  <a:pt x="67" y="0"/>
                  <a:pt x="62"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6" name="Freeform 130">
            <a:extLst>
              <a:ext uri="{FF2B5EF4-FFF2-40B4-BE49-F238E27FC236}">
                <a16:creationId xmlns:a16="http://schemas.microsoft.com/office/drawing/2014/main" id="{7C5C4433-5299-4D37-A9B5-1D2493DAE685}"/>
              </a:ext>
            </a:extLst>
          </p:cNvPr>
          <p:cNvSpPr>
            <a:spLocks noEditPoints="1"/>
          </p:cNvSpPr>
          <p:nvPr/>
        </p:nvSpPr>
        <p:spPr bwMode="auto">
          <a:xfrm>
            <a:off x="4406900" y="4119563"/>
            <a:ext cx="500063" cy="484188"/>
          </a:xfrm>
          <a:custGeom>
            <a:avLst/>
            <a:gdLst>
              <a:gd name="T0" fmla="*/ 47 w 140"/>
              <a:gd name="T1" fmla="*/ 67 h 135"/>
              <a:gd name="T2" fmla="*/ 47 w 140"/>
              <a:gd name="T3" fmla="*/ 70 h 135"/>
              <a:gd name="T4" fmla="*/ 47 w 140"/>
              <a:gd name="T5" fmla="*/ 75 h 135"/>
              <a:gd name="T6" fmla="*/ 51 w 140"/>
              <a:gd name="T7" fmla="*/ 77 h 135"/>
              <a:gd name="T8" fmla="*/ 56 w 140"/>
              <a:gd name="T9" fmla="*/ 68 h 135"/>
              <a:gd name="T10" fmla="*/ 49 w 140"/>
              <a:gd name="T11" fmla="*/ 66 h 135"/>
              <a:gd name="T12" fmla="*/ 52 w 140"/>
              <a:gd name="T13" fmla="*/ 17 h 135"/>
              <a:gd name="T14" fmla="*/ 32 w 140"/>
              <a:gd name="T15" fmla="*/ 29 h 135"/>
              <a:gd name="T16" fmla="*/ 34 w 140"/>
              <a:gd name="T17" fmla="*/ 33 h 135"/>
              <a:gd name="T18" fmla="*/ 48 w 140"/>
              <a:gd name="T19" fmla="*/ 22 h 135"/>
              <a:gd name="T20" fmla="*/ 62 w 140"/>
              <a:gd name="T21" fmla="*/ 25 h 135"/>
              <a:gd name="T22" fmla="*/ 57 w 140"/>
              <a:gd name="T23" fmla="*/ 46 h 135"/>
              <a:gd name="T24" fmla="*/ 48 w 140"/>
              <a:gd name="T25" fmla="*/ 61 h 135"/>
              <a:gd name="T26" fmla="*/ 50 w 140"/>
              <a:gd name="T27" fmla="*/ 63 h 135"/>
              <a:gd name="T28" fmla="*/ 57 w 140"/>
              <a:gd name="T29" fmla="*/ 51 h 135"/>
              <a:gd name="T30" fmla="*/ 68 w 140"/>
              <a:gd name="T31" fmla="*/ 41 h 135"/>
              <a:gd name="T32" fmla="*/ 52 w 140"/>
              <a:gd name="T33" fmla="*/ 17 h 135"/>
              <a:gd name="T34" fmla="*/ 53 w 140"/>
              <a:gd name="T35" fmla="*/ 88 h 135"/>
              <a:gd name="T36" fmla="*/ 111 w 140"/>
              <a:gd name="T37" fmla="*/ 39 h 135"/>
              <a:gd name="T38" fmla="*/ 134 w 140"/>
              <a:gd name="T39" fmla="*/ 84 h 135"/>
              <a:gd name="T40" fmla="*/ 114 w 140"/>
              <a:gd name="T41" fmla="*/ 103 h 135"/>
              <a:gd name="T42" fmla="*/ 98 w 140"/>
              <a:gd name="T43" fmla="*/ 111 h 135"/>
              <a:gd name="T44" fmla="*/ 95 w 140"/>
              <a:gd name="T45" fmla="*/ 109 h 135"/>
              <a:gd name="T46" fmla="*/ 13 w 140"/>
              <a:gd name="T47" fmla="*/ 109 h 135"/>
              <a:gd name="T48" fmla="*/ 32 w 140"/>
              <a:gd name="T49" fmla="*/ 78 h 135"/>
              <a:gd name="T50" fmla="*/ 8 w 140"/>
              <a:gd name="T51" fmla="*/ 46 h 135"/>
              <a:gd name="T52" fmla="*/ 62 w 140"/>
              <a:gd name="T53" fmla="*/ 4 h 135"/>
              <a:gd name="T54" fmla="*/ 96 w 140"/>
              <a:gd name="T55" fmla="*/ 13 h 135"/>
              <a:gd name="T56" fmla="*/ 92 w 140"/>
              <a:gd name="T57" fmla="*/ 60 h 135"/>
              <a:gd name="T58" fmla="*/ 50 w 140"/>
              <a:gd name="T59" fmla="*/ 83 h 135"/>
              <a:gd name="T60" fmla="*/ 47 w 140"/>
              <a:gd name="T61" fmla="*/ 82 h 135"/>
              <a:gd name="T62" fmla="*/ 46 w 140"/>
              <a:gd name="T63" fmla="*/ 85 h 135"/>
              <a:gd name="T64" fmla="*/ 13 w 140"/>
              <a:gd name="T65" fmla="*/ 109 h 135"/>
              <a:gd name="T66" fmla="*/ 29 w 140"/>
              <a:gd name="T67" fmla="*/ 7 h 135"/>
              <a:gd name="T68" fmla="*/ 28 w 140"/>
              <a:gd name="T69" fmla="*/ 81 h 135"/>
              <a:gd name="T70" fmla="*/ 0 w 140"/>
              <a:gd name="T71" fmla="*/ 113 h 135"/>
              <a:gd name="T72" fmla="*/ 2 w 140"/>
              <a:gd name="T73" fmla="*/ 115 h 135"/>
              <a:gd name="T74" fmla="*/ 93 w 140"/>
              <a:gd name="T75" fmla="*/ 114 h 135"/>
              <a:gd name="T76" fmla="*/ 133 w 140"/>
              <a:gd name="T77" fmla="*/ 135 h 135"/>
              <a:gd name="T78" fmla="*/ 138 w 140"/>
              <a:gd name="T79" fmla="*/ 133 h 135"/>
              <a:gd name="T80" fmla="*/ 119 w 140"/>
              <a:gd name="T81" fmla="*/ 105 h 135"/>
              <a:gd name="T82" fmla="*/ 132 w 140"/>
              <a:gd name="T83" fmla="*/ 56 h 135"/>
              <a:gd name="T84" fmla="*/ 112 w 140"/>
              <a:gd name="T85" fmla="*/ 30 h 135"/>
              <a:gd name="T86" fmla="*/ 75 w 140"/>
              <a:gd name="T87" fmla="*/ 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 h="135">
                <a:moveTo>
                  <a:pt x="49" y="66"/>
                </a:moveTo>
                <a:cubicBezTo>
                  <a:pt x="48" y="66"/>
                  <a:pt x="48" y="66"/>
                  <a:pt x="47" y="67"/>
                </a:cubicBezTo>
                <a:cubicBezTo>
                  <a:pt x="47" y="67"/>
                  <a:pt x="47" y="68"/>
                  <a:pt x="47" y="68"/>
                </a:cubicBezTo>
                <a:cubicBezTo>
                  <a:pt x="47" y="70"/>
                  <a:pt x="47" y="70"/>
                  <a:pt x="47" y="70"/>
                </a:cubicBezTo>
                <a:cubicBezTo>
                  <a:pt x="46" y="70"/>
                  <a:pt x="46" y="70"/>
                  <a:pt x="46" y="70"/>
                </a:cubicBezTo>
                <a:cubicBezTo>
                  <a:pt x="45" y="72"/>
                  <a:pt x="46" y="74"/>
                  <a:pt x="47" y="75"/>
                </a:cubicBezTo>
                <a:cubicBezTo>
                  <a:pt x="48" y="76"/>
                  <a:pt x="49" y="77"/>
                  <a:pt x="50" y="77"/>
                </a:cubicBezTo>
                <a:cubicBezTo>
                  <a:pt x="51" y="77"/>
                  <a:pt x="51" y="77"/>
                  <a:pt x="51" y="77"/>
                </a:cubicBezTo>
                <a:cubicBezTo>
                  <a:pt x="52" y="77"/>
                  <a:pt x="54" y="76"/>
                  <a:pt x="55" y="75"/>
                </a:cubicBezTo>
                <a:cubicBezTo>
                  <a:pt x="56" y="73"/>
                  <a:pt x="56" y="71"/>
                  <a:pt x="56" y="68"/>
                </a:cubicBezTo>
                <a:cubicBezTo>
                  <a:pt x="56" y="67"/>
                  <a:pt x="55" y="66"/>
                  <a:pt x="54" y="66"/>
                </a:cubicBezTo>
                <a:cubicBezTo>
                  <a:pt x="49" y="66"/>
                  <a:pt x="49" y="66"/>
                  <a:pt x="49" y="66"/>
                </a:cubicBezTo>
                <a:cubicBezTo>
                  <a:pt x="49" y="66"/>
                  <a:pt x="49" y="66"/>
                  <a:pt x="49" y="66"/>
                </a:cubicBezTo>
                <a:moveTo>
                  <a:pt x="52" y="17"/>
                </a:moveTo>
                <a:cubicBezTo>
                  <a:pt x="50" y="17"/>
                  <a:pt x="48" y="17"/>
                  <a:pt x="47" y="17"/>
                </a:cubicBezTo>
                <a:cubicBezTo>
                  <a:pt x="40" y="19"/>
                  <a:pt x="35" y="23"/>
                  <a:pt x="32" y="29"/>
                </a:cubicBezTo>
                <a:cubicBezTo>
                  <a:pt x="32" y="31"/>
                  <a:pt x="32" y="32"/>
                  <a:pt x="34" y="32"/>
                </a:cubicBezTo>
                <a:cubicBezTo>
                  <a:pt x="34" y="32"/>
                  <a:pt x="34" y="33"/>
                  <a:pt x="34" y="33"/>
                </a:cubicBezTo>
                <a:cubicBezTo>
                  <a:pt x="35" y="33"/>
                  <a:pt x="36" y="32"/>
                  <a:pt x="36" y="31"/>
                </a:cubicBezTo>
                <a:cubicBezTo>
                  <a:pt x="39" y="27"/>
                  <a:pt x="43" y="23"/>
                  <a:pt x="48" y="22"/>
                </a:cubicBezTo>
                <a:cubicBezTo>
                  <a:pt x="49" y="21"/>
                  <a:pt x="50" y="21"/>
                  <a:pt x="52" y="21"/>
                </a:cubicBezTo>
                <a:cubicBezTo>
                  <a:pt x="56" y="21"/>
                  <a:pt x="60" y="23"/>
                  <a:pt x="62" y="25"/>
                </a:cubicBezTo>
                <a:cubicBezTo>
                  <a:pt x="66" y="29"/>
                  <a:pt x="67" y="35"/>
                  <a:pt x="64" y="39"/>
                </a:cubicBezTo>
                <a:cubicBezTo>
                  <a:pt x="63" y="42"/>
                  <a:pt x="60" y="44"/>
                  <a:pt x="57" y="46"/>
                </a:cubicBezTo>
                <a:cubicBezTo>
                  <a:pt x="56" y="46"/>
                  <a:pt x="56" y="47"/>
                  <a:pt x="55" y="48"/>
                </a:cubicBezTo>
                <a:cubicBezTo>
                  <a:pt x="49" y="52"/>
                  <a:pt x="47" y="56"/>
                  <a:pt x="48" y="61"/>
                </a:cubicBezTo>
                <a:cubicBezTo>
                  <a:pt x="48" y="62"/>
                  <a:pt x="49" y="63"/>
                  <a:pt x="50" y="63"/>
                </a:cubicBezTo>
                <a:cubicBezTo>
                  <a:pt x="50" y="63"/>
                  <a:pt x="50" y="63"/>
                  <a:pt x="50" y="63"/>
                </a:cubicBezTo>
                <a:cubicBezTo>
                  <a:pt x="51" y="63"/>
                  <a:pt x="52" y="62"/>
                  <a:pt x="52" y="61"/>
                </a:cubicBezTo>
                <a:cubicBezTo>
                  <a:pt x="51" y="57"/>
                  <a:pt x="55" y="53"/>
                  <a:pt x="57" y="51"/>
                </a:cubicBezTo>
                <a:cubicBezTo>
                  <a:pt x="58" y="50"/>
                  <a:pt x="59" y="50"/>
                  <a:pt x="60" y="49"/>
                </a:cubicBezTo>
                <a:cubicBezTo>
                  <a:pt x="63" y="47"/>
                  <a:pt x="66" y="45"/>
                  <a:pt x="68" y="41"/>
                </a:cubicBezTo>
                <a:cubicBezTo>
                  <a:pt x="71" y="35"/>
                  <a:pt x="70" y="27"/>
                  <a:pt x="65" y="22"/>
                </a:cubicBezTo>
                <a:cubicBezTo>
                  <a:pt x="62" y="19"/>
                  <a:pt x="57" y="17"/>
                  <a:pt x="52" y="17"/>
                </a:cubicBezTo>
                <a:moveTo>
                  <a:pt x="93" y="110"/>
                </a:moveTo>
                <a:cubicBezTo>
                  <a:pt x="77" y="110"/>
                  <a:pt x="61" y="101"/>
                  <a:pt x="53" y="88"/>
                </a:cubicBezTo>
                <a:cubicBezTo>
                  <a:pt x="68" y="82"/>
                  <a:pt x="83" y="74"/>
                  <a:pt x="95" y="63"/>
                </a:cubicBezTo>
                <a:cubicBezTo>
                  <a:pt x="104" y="55"/>
                  <a:pt x="109" y="47"/>
                  <a:pt x="111" y="39"/>
                </a:cubicBezTo>
                <a:cubicBezTo>
                  <a:pt x="118" y="45"/>
                  <a:pt x="124" y="51"/>
                  <a:pt x="128" y="58"/>
                </a:cubicBezTo>
                <a:cubicBezTo>
                  <a:pt x="134" y="67"/>
                  <a:pt x="136" y="76"/>
                  <a:pt x="134" y="84"/>
                </a:cubicBezTo>
                <a:cubicBezTo>
                  <a:pt x="132" y="93"/>
                  <a:pt x="125" y="100"/>
                  <a:pt x="116" y="101"/>
                </a:cubicBezTo>
                <a:cubicBezTo>
                  <a:pt x="115" y="101"/>
                  <a:pt x="115" y="102"/>
                  <a:pt x="114" y="103"/>
                </a:cubicBezTo>
                <a:cubicBezTo>
                  <a:pt x="113" y="113"/>
                  <a:pt x="118" y="123"/>
                  <a:pt x="126" y="130"/>
                </a:cubicBezTo>
                <a:cubicBezTo>
                  <a:pt x="114" y="128"/>
                  <a:pt x="104" y="121"/>
                  <a:pt x="98" y="111"/>
                </a:cubicBezTo>
                <a:cubicBezTo>
                  <a:pt x="97" y="110"/>
                  <a:pt x="96" y="109"/>
                  <a:pt x="96" y="109"/>
                </a:cubicBezTo>
                <a:cubicBezTo>
                  <a:pt x="96" y="109"/>
                  <a:pt x="95" y="109"/>
                  <a:pt x="95" y="109"/>
                </a:cubicBezTo>
                <a:cubicBezTo>
                  <a:pt x="95" y="110"/>
                  <a:pt x="94" y="110"/>
                  <a:pt x="93" y="110"/>
                </a:cubicBezTo>
                <a:moveTo>
                  <a:pt x="13" y="109"/>
                </a:moveTo>
                <a:cubicBezTo>
                  <a:pt x="23" y="102"/>
                  <a:pt x="30" y="92"/>
                  <a:pt x="32" y="80"/>
                </a:cubicBezTo>
                <a:cubicBezTo>
                  <a:pt x="33" y="79"/>
                  <a:pt x="32" y="79"/>
                  <a:pt x="32" y="78"/>
                </a:cubicBezTo>
                <a:cubicBezTo>
                  <a:pt x="32" y="78"/>
                  <a:pt x="31" y="77"/>
                  <a:pt x="31" y="77"/>
                </a:cubicBezTo>
                <a:cubicBezTo>
                  <a:pt x="18" y="74"/>
                  <a:pt x="7" y="60"/>
                  <a:pt x="8" y="46"/>
                </a:cubicBezTo>
                <a:cubicBezTo>
                  <a:pt x="9" y="32"/>
                  <a:pt x="18" y="19"/>
                  <a:pt x="31" y="11"/>
                </a:cubicBezTo>
                <a:cubicBezTo>
                  <a:pt x="40" y="7"/>
                  <a:pt x="50" y="4"/>
                  <a:pt x="62" y="4"/>
                </a:cubicBezTo>
                <a:cubicBezTo>
                  <a:pt x="66" y="4"/>
                  <a:pt x="70" y="5"/>
                  <a:pt x="74" y="5"/>
                </a:cubicBezTo>
                <a:cubicBezTo>
                  <a:pt x="83" y="6"/>
                  <a:pt x="90" y="9"/>
                  <a:pt x="96" y="13"/>
                </a:cubicBezTo>
                <a:cubicBezTo>
                  <a:pt x="103" y="17"/>
                  <a:pt x="107" y="24"/>
                  <a:pt x="108" y="31"/>
                </a:cubicBezTo>
                <a:cubicBezTo>
                  <a:pt x="109" y="42"/>
                  <a:pt x="100" y="53"/>
                  <a:pt x="92" y="60"/>
                </a:cubicBezTo>
                <a:cubicBezTo>
                  <a:pt x="80" y="70"/>
                  <a:pt x="66" y="79"/>
                  <a:pt x="50" y="84"/>
                </a:cubicBezTo>
                <a:cubicBezTo>
                  <a:pt x="50" y="83"/>
                  <a:pt x="50" y="83"/>
                  <a:pt x="50" y="83"/>
                </a:cubicBezTo>
                <a:cubicBezTo>
                  <a:pt x="49" y="82"/>
                  <a:pt x="49" y="81"/>
                  <a:pt x="48" y="81"/>
                </a:cubicBezTo>
                <a:cubicBezTo>
                  <a:pt x="47" y="81"/>
                  <a:pt x="47" y="82"/>
                  <a:pt x="47" y="82"/>
                </a:cubicBezTo>
                <a:cubicBezTo>
                  <a:pt x="46" y="82"/>
                  <a:pt x="45" y="84"/>
                  <a:pt x="46" y="85"/>
                </a:cubicBezTo>
                <a:cubicBezTo>
                  <a:pt x="46" y="85"/>
                  <a:pt x="46" y="85"/>
                  <a:pt x="46" y="85"/>
                </a:cubicBezTo>
                <a:cubicBezTo>
                  <a:pt x="45" y="86"/>
                  <a:pt x="45" y="86"/>
                  <a:pt x="45" y="86"/>
                </a:cubicBezTo>
                <a:cubicBezTo>
                  <a:pt x="38" y="98"/>
                  <a:pt x="26" y="106"/>
                  <a:pt x="13" y="109"/>
                </a:cubicBezTo>
                <a:moveTo>
                  <a:pt x="62" y="0"/>
                </a:moveTo>
                <a:cubicBezTo>
                  <a:pt x="50" y="0"/>
                  <a:pt x="39" y="2"/>
                  <a:pt x="29" y="7"/>
                </a:cubicBezTo>
                <a:cubicBezTo>
                  <a:pt x="14" y="15"/>
                  <a:pt x="4" y="30"/>
                  <a:pt x="4" y="45"/>
                </a:cubicBezTo>
                <a:cubicBezTo>
                  <a:pt x="3" y="61"/>
                  <a:pt x="13" y="77"/>
                  <a:pt x="28" y="81"/>
                </a:cubicBezTo>
                <a:cubicBezTo>
                  <a:pt x="24" y="94"/>
                  <a:pt x="14" y="106"/>
                  <a:pt x="1" y="111"/>
                </a:cubicBezTo>
                <a:cubicBezTo>
                  <a:pt x="0" y="111"/>
                  <a:pt x="0" y="112"/>
                  <a:pt x="0" y="113"/>
                </a:cubicBezTo>
                <a:cubicBezTo>
                  <a:pt x="0" y="114"/>
                  <a:pt x="1" y="115"/>
                  <a:pt x="2" y="115"/>
                </a:cubicBezTo>
                <a:cubicBezTo>
                  <a:pt x="2" y="115"/>
                  <a:pt x="2" y="115"/>
                  <a:pt x="2" y="115"/>
                </a:cubicBezTo>
                <a:cubicBezTo>
                  <a:pt x="20" y="115"/>
                  <a:pt x="39" y="105"/>
                  <a:pt x="49" y="89"/>
                </a:cubicBezTo>
                <a:cubicBezTo>
                  <a:pt x="58" y="104"/>
                  <a:pt x="75" y="114"/>
                  <a:pt x="93" y="114"/>
                </a:cubicBezTo>
                <a:cubicBezTo>
                  <a:pt x="93" y="114"/>
                  <a:pt x="94" y="114"/>
                  <a:pt x="94" y="114"/>
                </a:cubicBezTo>
                <a:cubicBezTo>
                  <a:pt x="103" y="127"/>
                  <a:pt x="118" y="135"/>
                  <a:pt x="133" y="135"/>
                </a:cubicBezTo>
                <a:cubicBezTo>
                  <a:pt x="134" y="135"/>
                  <a:pt x="135" y="135"/>
                  <a:pt x="136" y="135"/>
                </a:cubicBezTo>
                <a:cubicBezTo>
                  <a:pt x="137" y="135"/>
                  <a:pt x="138" y="134"/>
                  <a:pt x="138" y="133"/>
                </a:cubicBezTo>
                <a:cubicBezTo>
                  <a:pt x="138" y="132"/>
                  <a:pt x="137" y="131"/>
                  <a:pt x="136" y="131"/>
                </a:cubicBezTo>
                <a:cubicBezTo>
                  <a:pt x="126" y="127"/>
                  <a:pt x="118" y="116"/>
                  <a:pt x="119" y="105"/>
                </a:cubicBezTo>
                <a:cubicBezTo>
                  <a:pt x="128" y="104"/>
                  <a:pt x="136" y="95"/>
                  <a:pt x="138" y="85"/>
                </a:cubicBezTo>
                <a:cubicBezTo>
                  <a:pt x="140" y="76"/>
                  <a:pt x="138" y="65"/>
                  <a:pt x="132" y="56"/>
                </a:cubicBezTo>
                <a:cubicBezTo>
                  <a:pt x="127" y="47"/>
                  <a:pt x="119" y="41"/>
                  <a:pt x="112" y="34"/>
                </a:cubicBezTo>
                <a:cubicBezTo>
                  <a:pt x="112" y="33"/>
                  <a:pt x="112" y="31"/>
                  <a:pt x="112" y="30"/>
                </a:cubicBezTo>
                <a:cubicBezTo>
                  <a:pt x="111" y="22"/>
                  <a:pt x="106" y="14"/>
                  <a:pt x="98" y="9"/>
                </a:cubicBezTo>
                <a:cubicBezTo>
                  <a:pt x="92" y="5"/>
                  <a:pt x="85" y="2"/>
                  <a:pt x="75" y="1"/>
                </a:cubicBezTo>
                <a:cubicBezTo>
                  <a:pt x="70" y="0"/>
                  <a:pt x="66" y="0"/>
                  <a:pt x="62"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7" name="Freeform 131">
            <a:extLst>
              <a:ext uri="{FF2B5EF4-FFF2-40B4-BE49-F238E27FC236}">
                <a16:creationId xmlns:a16="http://schemas.microsoft.com/office/drawing/2014/main" id="{CF9C80DC-CA98-48CE-8826-B65F94564C10}"/>
              </a:ext>
            </a:extLst>
          </p:cNvPr>
          <p:cNvSpPr>
            <a:spLocks noEditPoints="1"/>
          </p:cNvSpPr>
          <p:nvPr/>
        </p:nvSpPr>
        <p:spPr bwMode="auto">
          <a:xfrm>
            <a:off x="2151063" y="4073525"/>
            <a:ext cx="633413" cy="527050"/>
          </a:xfrm>
          <a:custGeom>
            <a:avLst/>
            <a:gdLst>
              <a:gd name="T0" fmla="*/ 63 w 177"/>
              <a:gd name="T1" fmla="*/ 112 h 147"/>
              <a:gd name="T2" fmla="*/ 144 w 177"/>
              <a:gd name="T3" fmla="*/ 99 h 147"/>
              <a:gd name="T4" fmla="*/ 142 w 177"/>
              <a:gd name="T5" fmla="*/ 82 h 147"/>
              <a:gd name="T6" fmla="*/ 64 w 177"/>
              <a:gd name="T7" fmla="*/ 103 h 147"/>
              <a:gd name="T8" fmla="*/ 145 w 177"/>
              <a:gd name="T9" fmla="*/ 84 h 147"/>
              <a:gd name="T10" fmla="*/ 61 w 177"/>
              <a:gd name="T11" fmla="*/ 83 h 147"/>
              <a:gd name="T12" fmla="*/ 137 w 177"/>
              <a:gd name="T13" fmla="*/ 75 h 147"/>
              <a:gd name="T14" fmla="*/ 144 w 177"/>
              <a:gd name="T15" fmla="*/ 74 h 147"/>
              <a:gd name="T16" fmla="*/ 62 w 177"/>
              <a:gd name="T17" fmla="*/ 47 h 147"/>
              <a:gd name="T18" fmla="*/ 49 w 177"/>
              <a:gd name="T19" fmla="*/ 51 h 147"/>
              <a:gd name="T20" fmla="*/ 47 w 177"/>
              <a:gd name="T21" fmla="*/ 56 h 147"/>
              <a:gd name="T22" fmla="*/ 55 w 177"/>
              <a:gd name="T23" fmla="*/ 78 h 147"/>
              <a:gd name="T24" fmla="*/ 62 w 177"/>
              <a:gd name="T25" fmla="*/ 74 h 147"/>
              <a:gd name="T26" fmla="*/ 67 w 177"/>
              <a:gd name="T27" fmla="*/ 74 h 147"/>
              <a:gd name="T28" fmla="*/ 62 w 177"/>
              <a:gd name="T29" fmla="*/ 47 h 147"/>
              <a:gd name="T30" fmla="*/ 68 w 177"/>
              <a:gd name="T31" fmla="*/ 47 h 147"/>
              <a:gd name="T32" fmla="*/ 69 w 177"/>
              <a:gd name="T33" fmla="*/ 61 h 147"/>
              <a:gd name="T34" fmla="*/ 73 w 177"/>
              <a:gd name="T35" fmla="*/ 74 h 147"/>
              <a:gd name="T36" fmla="*/ 88 w 177"/>
              <a:gd name="T37" fmla="*/ 70 h 147"/>
              <a:gd name="T38" fmla="*/ 75 w 177"/>
              <a:gd name="T39" fmla="*/ 61 h 147"/>
              <a:gd name="T40" fmla="*/ 80 w 177"/>
              <a:gd name="T41" fmla="*/ 62 h 147"/>
              <a:gd name="T42" fmla="*/ 79 w 177"/>
              <a:gd name="T43" fmla="*/ 55 h 147"/>
              <a:gd name="T44" fmla="*/ 80 w 177"/>
              <a:gd name="T45" fmla="*/ 50 h 147"/>
              <a:gd name="T46" fmla="*/ 113 w 177"/>
              <a:gd name="T47" fmla="*/ 36 h 147"/>
              <a:gd name="T48" fmla="*/ 100 w 177"/>
              <a:gd name="T49" fmla="*/ 47 h 147"/>
              <a:gd name="T50" fmla="*/ 95 w 177"/>
              <a:gd name="T51" fmla="*/ 56 h 147"/>
              <a:gd name="T52" fmla="*/ 84 w 177"/>
              <a:gd name="T53" fmla="*/ 44 h 147"/>
              <a:gd name="T54" fmla="*/ 96 w 177"/>
              <a:gd name="T55" fmla="*/ 67 h 147"/>
              <a:gd name="T56" fmla="*/ 107 w 177"/>
              <a:gd name="T57" fmla="*/ 62 h 147"/>
              <a:gd name="T58" fmla="*/ 111 w 177"/>
              <a:gd name="T59" fmla="*/ 66 h 147"/>
              <a:gd name="T60" fmla="*/ 114 w 177"/>
              <a:gd name="T61" fmla="*/ 61 h 147"/>
              <a:gd name="T62" fmla="*/ 115 w 177"/>
              <a:gd name="T63" fmla="*/ 34 h 147"/>
              <a:gd name="T64" fmla="*/ 126 w 177"/>
              <a:gd name="T65" fmla="*/ 50 h 147"/>
              <a:gd name="T66" fmla="*/ 131 w 177"/>
              <a:gd name="T67" fmla="*/ 53 h 147"/>
              <a:gd name="T68" fmla="*/ 122 w 177"/>
              <a:gd name="T69" fmla="*/ 61 h 147"/>
              <a:gd name="T70" fmla="*/ 138 w 177"/>
              <a:gd name="T71" fmla="*/ 51 h 147"/>
              <a:gd name="T72" fmla="*/ 124 w 177"/>
              <a:gd name="T73" fmla="*/ 43 h 147"/>
              <a:gd name="T74" fmla="*/ 137 w 177"/>
              <a:gd name="T75" fmla="*/ 38 h 147"/>
              <a:gd name="T76" fmla="*/ 124 w 177"/>
              <a:gd name="T77" fmla="*/ 23 h 147"/>
              <a:gd name="T78" fmla="*/ 136 w 177"/>
              <a:gd name="T79" fmla="*/ 19 h 147"/>
              <a:gd name="T80" fmla="*/ 161 w 177"/>
              <a:gd name="T81" fmla="*/ 46 h 147"/>
              <a:gd name="T82" fmla="*/ 39 w 177"/>
              <a:gd name="T83" fmla="*/ 140 h 147"/>
              <a:gd name="T84" fmla="*/ 122 w 177"/>
              <a:gd name="T85" fmla="*/ 22 h 147"/>
              <a:gd name="T86" fmla="*/ 16 w 177"/>
              <a:gd name="T87" fmla="*/ 117 h 147"/>
              <a:gd name="T88" fmla="*/ 22 w 177"/>
              <a:gd name="T89" fmla="*/ 23 h 147"/>
              <a:gd name="T90" fmla="*/ 132 w 177"/>
              <a:gd name="T91" fmla="*/ 14 h 147"/>
              <a:gd name="T92" fmla="*/ 23 w 177"/>
              <a:gd name="T93" fmla="*/ 40 h 147"/>
              <a:gd name="T94" fmla="*/ 117 w 177"/>
              <a:gd name="T95" fmla="*/ 0 h 147"/>
              <a:gd name="T96" fmla="*/ 2 w 177"/>
              <a:gd name="T97" fmla="*/ 46 h 147"/>
              <a:gd name="T98" fmla="*/ 27 w 177"/>
              <a:gd name="T99" fmla="*/ 145 h 147"/>
              <a:gd name="T100" fmla="*/ 153 w 177"/>
              <a:gd name="T101" fmla="*/ 127 h 147"/>
              <a:gd name="T102" fmla="*/ 160 w 177"/>
              <a:gd name="T103" fmla="*/ 24 h 147"/>
              <a:gd name="T104" fmla="*/ 124 w 177"/>
              <a:gd name="T105"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7" h="147">
                <a:moveTo>
                  <a:pt x="144" y="93"/>
                </a:moveTo>
                <a:cubicBezTo>
                  <a:pt x="144" y="93"/>
                  <a:pt x="143" y="93"/>
                  <a:pt x="143" y="93"/>
                </a:cubicBezTo>
                <a:cubicBezTo>
                  <a:pt x="65" y="109"/>
                  <a:pt x="65" y="109"/>
                  <a:pt x="65" y="109"/>
                </a:cubicBezTo>
                <a:cubicBezTo>
                  <a:pt x="64" y="109"/>
                  <a:pt x="63" y="111"/>
                  <a:pt x="63" y="112"/>
                </a:cubicBezTo>
                <a:cubicBezTo>
                  <a:pt x="63" y="114"/>
                  <a:pt x="64" y="115"/>
                  <a:pt x="66" y="115"/>
                </a:cubicBezTo>
                <a:cubicBezTo>
                  <a:pt x="66" y="115"/>
                  <a:pt x="66" y="114"/>
                  <a:pt x="66" y="114"/>
                </a:cubicBezTo>
                <a:cubicBezTo>
                  <a:pt x="66" y="114"/>
                  <a:pt x="66" y="114"/>
                  <a:pt x="66" y="114"/>
                </a:cubicBezTo>
                <a:cubicBezTo>
                  <a:pt x="144" y="99"/>
                  <a:pt x="144" y="99"/>
                  <a:pt x="144" y="99"/>
                </a:cubicBezTo>
                <a:cubicBezTo>
                  <a:pt x="146" y="98"/>
                  <a:pt x="147" y="97"/>
                  <a:pt x="146" y="95"/>
                </a:cubicBezTo>
                <a:cubicBezTo>
                  <a:pt x="146" y="94"/>
                  <a:pt x="145" y="93"/>
                  <a:pt x="144" y="93"/>
                </a:cubicBezTo>
                <a:moveTo>
                  <a:pt x="143" y="82"/>
                </a:moveTo>
                <a:cubicBezTo>
                  <a:pt x="143" y="82"/>
                  <a:pt x="142" y="82"/>
                  <a:pt x="142" y="82"/>
                </a:cubicBezTo>
                <a:cubicBezTo>
                  <a:pt x="142" y="82"/>
                  <a:pt x="142" y="82"/>
                  <a:pt x="142" y="82"/>
                </a:cubicBezTo>
                <a:cubicBezTo>
                  <a:pt x="63" y="97"/>
                  <a:pt x="63" y="97"/>
                  <a:pt x="63" y="97"/>
                </a:cubicBezTo>
                <a:cubicBezTo>
                  <a:pt x="62" y="98"/>
                  <a:pt x="61" y="99"/>
                  <a:pt x="61" y="101"/>
                </a:cubicBezTo>
                <a:cubicBezTo>
                  <a:pt x="61" y="102"/>
                  <a:pt x="62" y="103"/>
                  <a:pt x="64" y="103"/>
                </a:cubicBezTo>
                <a:cubicBezTo>
                  <a:pt x="64" y="103"/>
                  <a:pt x="64" y="103"/>
                  <a:pt x="64" y="103"/>
                </a:cubicBezTo>
                <a:cubicBezTo>
                  <a:pt x="64" y="103"/>
                  <a:pt x="64" y="103"/>
                  <a:pt x="64" y="103"/>
                </a:cubicBezTo>
                <a:cubicBezTo>
                  <a:pt x="143" y="87"/>
                  <a:pt x="143" y="87"/>
                  <a:pt x="143" y="87"/>
                </a:cubicBezTo>
                <a:cubicBezTo>
                  <a:pt x="145" y="87"/>
                  <a:pt x="146" y="86"/>
                  <a:pt x="145" y="84"/>
                </a:cubicBezTo>
                <a:cubicBezTo>
                  <a:pt x="145" y="83"/>
                  <a:pt x="144" y="82"/>
                  <a:pt x="143" y="82"/>
                </a:cubicBezTo>
                <a:moveTo>
                  <a:pt x="142" y="69"/>
                </a:moveTo>
                <a:cubicBezTo>
                  <a:pt x="142" y="69"/>
                  <a:pt x="142" y="69"/>
                  <a:pt x="142" y="69"/>
                </a:cubicBezTo>
                <a:cubicBezTo>
                  <a:pt x="61" y="83"/>
                  <a:pt x="61" y="83"/>
                  <a:pt x="61" y="83"/>
                </a:cubicBezTo>
                <a:cubicBezTo>
                  <a:pt x="59" y="83"/>
                  <a:pt x="58" y="85"/>
                  <a:pt x="59" y="86"/>
                </a:cubicBezTo>
                <a:cubicBezTo>
                  <a:pt x="59" y="88"/>
                  <a:pt x="60" y="88"/>
                  <a:pt x="61" y="88"/>
                </a:cubicBezTo>
                <a:cubicBezTo>
                  <a:pt x="62" y="88"/>
                  <a:pt x="62" y="88"/>
                  <a:pt x="62" y="88"/>
                </a:cubicBezTo>
                <a:cubicBezTo>
                  <a:pt x="137" y="75"/>
                  <a:pt x="137" y="75"/>
                  <a:pt x="137" y="75"/>
                </a:cubicBezTo>
                <a:cubicBezTo>
                  <a:pt x="138" y="76"/>
                  <a:pt x="138" y="76"/>
                  <a:pt x="139" y="76"/>
                </a:cubicBezTo>
                <a:cubicBezTo>
                  <a:pt x="139" y="76"/>
                  <a:pt x="139" y="76"/>
                  <a:pt x="140" y="76"/>
                </a:cubicBezTo>
                <a:cubicBezTo>
                  <a:pt x="140" y="76"/>
                  <a:pt x="140" y="76"/>
                  <a:pt x="140" y="76"/>
                </a:cubicBezTo>
                <a:cubicBezTo>
                  <a:pt x="144" y="74"/>
                  <a:pt x="144" y="74"/>
                  <a:pt x="144" y="74"/>
                </a:cubicBezTo>
                <a:cubicBezTo>
                  <a:pt x="145" y="73"/>
                  <a:pt x="145" y="72"/>
                  <a:pt x="145" y="71"/>
                </a:cubicBezTo>
                <a:cubicBezTo>
                  <a:pt x="145" y="70"/>
                  <a:pt x="144" y="69"/>
                  <a:pt x="142" y="69"/>
                </a:cubicBezTo>
                <a:moveTo>
                  <a:pt x="62" y="47"/>
                </a:moveTo>
                <a:cubicBezTo>
                  <a:pt x="62" y="47"/>
                  <a:pt x="62" y="47"/>
                  <a:pt x="62" y="47"/>
                </a:cubicBezTo>
                <a:cubicBezTo>
                  <a:pt x="61" y="47"/>
                  <a:pt x="59" y="48"/>
                  <a:pt x="60" y="50"/>
                </a:cubicBezTo>
                <a:cubicBezTo>
                  <a:pt x="61" y="63"/>
                  <a:pt x="61" y="63"/>
                  <a:pt x="61" y="63"/>
                </a:cubicBezTo>
                <a:cubicBezTo>
                  <a:pt x="51" y="52"/>
                  <a:pt x="51" y="52"/>
                  <a:pt x="51" y="52"/>
                </a:cubicBezTo>
                <a:cubicBezTo>
                  <a:pt x="51" y="52"/>
                  <a:pt x="50" y="51"/>
                  <a:pt x="49" y="51"/>
                </a:cubicBezTo>
                <a:cubicBezTo>
                  <a:pt x="48" y="51"/>
                  <a:pt x="48" y="51"/>
                  <a:pt x="47" y="52"/>
                </a:cubicBezTo>
                <a:cubicBezTo>
                  <a:pt x="46" y="53"/>
                  <a:pt x="46" y="55"/>
                  <a:pt x="47" y="56"/>
                </a:cubicBezTo>
                <a:cubicBezTo>
                  <a:pt x="47" y="56"/>
                  <a:pt x="47" y="56"/>
                  <a:pt x="47" y="56"/>
                </a:cubicBezTo>
                <a:cubicBezTo>
                  <a:pt x="47" y="56"/>
                  <a:pt x="47" y="56"/>
                  <a:pt x="47" y="56"/>
                </a:cubicBezTo>
                <a:cubicBezTo>
                  <a:pt x="52" y="76"/>
                  <a:pt x="52" y="76"/>
                  <a:pt x="52" y="76"/>
                </a:cubicBezTo>
                <a:cubicBezTo>
                  <a:pt x="52" y="77"/>
                  <a:pt x="53" y="78"/>
                  <a:pt x="54" y="78"/>
                </a:cubicBezTo>
                <a:cubicBezTo>
                  <a:pt x="55" y="78"/>
                  <a:pt x="55" y="78"/>
                  <a:pt x="55" y="78"/>
                </a:cubicBezTo>
                <a:cubicBezTo>
                  <a:pt x="55" y="78"/>
                  <a:pt x="55" y="78"/>
                  <a:pt x="55" y="78"/>
                </a:cubicBezTo>
                <a:cubicBezTo>
                  <a:pt x="57" y="78"/>
                  <a:pt x="57" y="76"/>
                  <a:pt x="57" y="75"/>
                </a:cubicBezTo>
                <a:cubicBezTo>
                  <a:pt x="55" y="65"/>
                  <a:pt x="55" y="65"/>
                  <a:pt x="55" y="65"/>
                </a:cubicBezTo>
                <a:cubicBezTo>
                  <a:pt x="61" y="72"/>
                  <a:pt x="61" y="72"/>
                  <a:pt x="61" y="72"/>
                </a:cubicBezTo>
                <a:cubicBezTo>
                  <a:pt x="62" y="74"/>
                  <a:pt x="62" y="74"/>
                  <a:pt x="62" y="74"/>
                </a:cubicBezTo>
                <a:cubicBezTo>
                  <a:pt x="62" y="75"/>
                  <a:pt x="63" y="76"/>
                  <a:pt x="64" y="76"/>
                </a:cubicBezTo>
                <a:cubicBezTo>
                  <a:pt x="64" y="76"/>
                  <a:pt x="64" y="76"/>
                  <a:pt x="65" y="76"/>
                </a:cubicBezTo>
                <a:cubicBezTo>
                  <a:pt x="65" y="76"/>
                  <a:pt x="65" y="76"/>
                  <a:pt x="65" y="76"/>
                </a:cubicBezTo>
                <a:cubicBezTo>
                  <a:pt x="66" y="76"/>
                  <a:pt x="67" y="75"/>
                  <a:pt x="67" y="74"/>
                </a:cubicBezTo>
                <a:cubicBezTo>
                  <a:pt x="68" y="73"/>
                  <a:pt x="68" y="71"/>
                  <a:pt x="67" y="70"/>
                </a:cubicBezTo>
                <a:cubicBezTo>
                  <a:pt x="67" y="70"/>
                  <a:pt x="67" y="70"/>
                  <a:pt x="67" y="70"/>
                </a:cubicBezTo>
                <a:cubicBezTo>
                  <a:pt x="65" y="49"/>
                  <a:pt x="65" y="49"/>
                  <a:pt x="65" y="49"/>
                </a:cubicBezTo>
                <a:cubicBezTo>
                  <a:pt x="65" y="48"/>
                  <a:pt x="64" y="47"/>
                  <a:pt x="62" y="47"/>
                </a:cubicBezTo>
                <a:moveTo>
                  <a:pt x="79" y="45"/>
                </a:moveTo>
                <a:cubicBezTo>
                  <a:pt x="79" y="45"/>
                  <a:pt x="79" y="45"/>
                  <a:pt x="79" y="45"/>
                </a:cubicBezTo>
                <a:cubicBezTo>
                  <a:pt x="71" y="45"/>
                  <a:pt x="71" y="45"/>
                  <a:pt x="71" y="45"/>
                </a:cubicBezTo>
                <a:cubicBezTo>
                  <a:pt x="69" y="45"/>
                  <a:pt x="69" y="46"/>
                  <a:pt x="68" y="47"/>
                </a:cubicBezTo>
                <a:cubicBezTo>
                  <a:pt x="68" y="47"/>
                  <a:pt x="67" y="48"/>
                  <a:pt x="67" y="49"/>
                </a:cubicBezTo>
                <a:cubicBezTo>
                  <a:pt x="69" y="57"/>
                  <a:pt x="69" y="57"/>
                  <a:pt x="69" y="57"/>
                </a:cubicBezTo>
                <a:cubicBezTo>
                  <a:pt x="68" y="58"/>
                  <a:pt x="68" y="58"/>
                  <a:pt x="68" y="59"/>
                </a:cubicBezTo>
                <a:cubicBezTo>
                  <a:pt x="68" y="60"/>
                  <a:pt x="69" y="61"/>
                  <a:pt x="69" y="61"/>
                </a:cubicBezTo>
                <a:cubicBezTo>
                  <a:pt x="71" y="70"/>
                  <a:pt x="71" y="70"/>
                  <a:pt x="71" y="70"/>
                </a:cubicBezTo>
                <a:cubicBezTo>
                  <a:pt x="71" y="71"/>
                  <a:pt x="71" y="71"/>
                  <a:pt x="71" y="71"/>
                </a:cubicBezTo>
                <a:cubicBezTo>
                  <a:pt x="71" y="71"/>
                  <a:pt x="71" y="71"/>
                  <a:pt x="71" y="72"/>
                </a:cubicBezTo>
                <a:cubicBezTo>
                  <a:pt x="71" y="73"/>
                  <a:pt x="72" y="74"/>
                  <a:pt x="73" y="74"/>
                </a:cubicBezTo>
                <a:cubicBezTo>
                  <a:pt x="74" y="74"/>
                  <a:pt x="74" y="74"/>
                  <a:pt x="74" y="74"/>
                </a:cubicBezTo>
                <a:cubicBezTo>
                  <a:pt x="86" y="73"/>
                  <a:pt x="86" y="73"/>
                  <a:pt x="86" y="73"/>
                </a:cubicBezTo>
                <a:cubicBezTo>
                  <a:pt x="86" y="73"/>
                  <a:pt x="86" y="73"/>
                  <a:pt x="86" y="73"/>
                </a:cubicBezTo>
                <a:cubicBezTo>
                  <a:pt x="87" y="73"/>
                  <a:pt x="88" y="71"/>
                  <a:pt x="88" y="70"/>
                </a:cubicBezTo>
                <a:cubicBezTo>
                  <a:pt x="88" y="69"/>
                  <a:pt x="87" y="68"/>
                  <a:pt x="85" y="68"/>
                </a:cubicBezTo>
                <a:cubicBezTo>
                  <a:pt x="85" y="68"/>
                  <a:pt x="85" y="68"/>
                  <a:pt x="85" y="68"/>
                </a:cubicBezTo>
                <a:cubicBezTo>
                  <a:pt x="76" y="69"/>
                  <a:pt x="76" y="69"/>
                  <a:pt x="76" y="69"/>
                </a:cubicBezTo>
                <a:cubicBezTo>
                  <a:pt x="75" y="61"/>
                  <a:pt x="75" y="61"/>
                  <a:pt x="75" y="61"/>
                </a:cubicBezTo>
                <a:cubicBezTo>
                  <a:pt x="78" y="61"/>
                  <a:pt x="78" y="61"/>
                  <a:pt x="78" y="61"/>
                </a:cubicBezTo>
                <a:cubicBezTo>
                  <a:pt x="78" y="61"/>
                  <a:pt x="79" y="62"/>
                  <a:pt x="80" y="62"/>
                </a:cubicBezTo>
                <a:cubicBezTo>
                  <a:pt x="80" y="62"/>
                  <a:pt x="80" y="62"/>
                  <a:pt x="80" y="62"/>
                </a:cubicBezTo>
                <a:cubicBezTo>
                  <a:pt x="80" y="62"/>
                  <a:pt x="80" y="62"/>
                  <a:pt x="80" y="62"/>
                </a:cubicBezTo>
                <a:cubicBezTo>
                  <a:pt x="82" y="61"/>
                  <a:pt x="83" y="60"/>
                  <a:pt x="82" y="58"/>
                </a:cubicBezTo>
                <a:cubicBezTo>
                  <a:pt x="82" y="58"/>
                  <a:pt x="82" y="58"/>
                  <a:pt x="82" y="58"/>
                </a:cubicBezTo>
                <a:cubicBezTo>
                  <a:pt x="82" y="56"/>
                  <a:pt x="81" y="55"/>
                  <a:pt x="80" y="55"/>
                </a:cubicBezTo>
                <a:cubicBezTo>
                  <a:pt x="80" y="55"/>
                  <a:pt x="79" y="55"/>
                  <a:pt x="79" y="55"/>
                </a:cubicBezTo>
                <a:cubicBezTo>
                  <a:pt x="74" y="56"/>
                  <a:pt x="74" y="56"/>
                  <a:pt x="74" y="56"/>
                </a:cubicBezTo>
                <a:cubicBezTo>
                  <a:pt x="73" y="50"/>
                  <a:pt x="73" y="50"/>
                  <a:pt x="73" y="50"/>
                </a:cubicBezTo>
                <a:cubicBezTo>
                  <a:pt x="80" y="50"/>
                  <a:pt x="80" y="50"/>
                  <a:pt x="80" y="50"/>
                </a:cubicBezTo>
                <a:cubicBezTo>
                  <a:pt x="80" y="50"/>
                  <a:pt x="80" y="50"/>
                  <a:pt x="80" y="50"/>
                </a:cubicBezTo>
                <a:cubicBezTo>
                  <a:pt x="81" y="50"/>
                  <a:pt x="82" y="49"/>
                  <a:pt x="82" y="47"/>
                </a:cubicBezTo>
                <a:cubicBezTo>
                  <a:pt x="82" y="46"/>
                  <a:pt x="81" y="45"/>
                  <a:pt x="79" y="45"/>
                </a:cubicBezTo>
                <a:moveTo>
                  <a:pt x="115" y="34"/>
                </a:moveTo>
                <a:cubicBezTo>
                  <a:pt x="114" y="34"/>
                  <a:pt x="113" y="35"/>
                  <a:pt x="113" y="36"/>
                </a:cubicBezTo>
                <a:cubicBezTo>
                  <a:pt x="108" y="56"/>
                  <a:pt x="108" y="56"/>
                  <a:pt x="108" y="56"/>
                </a:cubicBezTo>
                <a:cubicBezTo>
                  <a:pt x="103" y="50"/>
                  <a:pt x="103" y="50"/>
                  <a:pt x="103" y="50"/>
                </a:cubicBezTo>
                <a:cubicBezTo>
                  <a:pt x="103" y="48"/>
                  <a:pt x="102" y="47"/>
                  <a:pt x="101" y="47"/>
                </a:cubicBezTo>
                <a:cubicBezTo>
                  <a:pt x="101" y="47"/>
                  <a:pt x="100" y="47"/>
                  <a:pt x="100" y="47"/>
                </a:cubicBezTo>
                <a:cubicBezTo>
                  <a:pt x="99" y="47"/>
                  <a:pt x="98" y="47"/>
                  <a:pt x="98" y="48"/>
                </a:cubicBezTo>
                <a:cubicBezTo>
                  <a:pt x="97" y="48"/>
                  <a:pt x="97" y="48"/>
                  <a:pt x="97" y="48"/>
                </a:cubicBezTo>
                <a:cubicBezTo>
                  <a:pt x="97" y="49"/>
                  <a:pt x="96" y="50"/>
                  <a:pt x="97" y="51"/>
                </a:cubicBezTo>
                <a:cubicBezTo>
                  <a:pt x="95" y="56"/>
                  <a:pt x="95" y="56"/>
                  <a:pt x="95" y="56"/>
                </a:cubicBezTo>
                <a:cubicBezTo>
                  <a:pt x="89" y="42"/>
                  <a:pt x="89" y="42"/>
                  <a:pt x="89" y="42"/>
                </a:cubicBezTo>
                <a:cubicBezTo>
                  <a:pt x="89" y="40"/>
                  <a:pt x="88" y="40"/>
                  <a:pt x="87" y="40"/>
                </a:cubicBezTo>
                <a:cubicBezTo>
                  <a:pt x="86" y="40"/>
                  <a:pt x="86" y="40"/>
                  <a:pt x="86" y="40"/>
                </a:cubicBezTo>
                <a:cubicBezTo>
                  <a:pt x="84" y="41"/>
                  <a:pt x="84" y="42"/>
                  <a:pt x="84" y="44"/>
                </a:cubicBezTo>
                <a:cubicBezTo>
                  <a:pt x="93" y="65"/>
                  <a:pt x="93" y="65"/>
                  <a:pt x="93" y="65"/>
                </a:cubicBezTo>
                <a:cubicBezTo>
                  <a:pt x="93" y="66"/>
                  <a:pt x="94" y="67"/>
                  <a:pt x="95" y="67"/>
                </a:cubicBezTo>
                <a:cubicBezTo>
                  <a:pt x="96" y="67"/>
                  <a:pt x="96" y="67"/>
                  <a:pt x="96" y="67"/>
                </a:cubicBezTo>
                <a:cubicBezTo>
                  <a:pt x="96" y="67"/>
                  <a:pt x="96" y="67"/>
                  <a:pt x="96" y="67"/>
                </a:cubicBezTo>
                <a:cubicBezTo>
                  <a:pt x="97" y="67"/>
                  <a:pt x="98" y="66"/>
                  <a:pt x="98" y="65"/>
                </a:cubicBezTo>
                <a:cubicBezTo>
                  <a:pt x="99" y="64"/>
                  <a:pt x="99" y="64"/>
                  <a:pt x="99" y="64"/>
                </a:cubicBezTo>
                <a:cubicBezTo>
                  <a:pt x="101" y="56"/>
                  <a:pt x="101" y="56"/>
                  <a:pt x="101" y="56"/>
                </a:cubicBezTo>
                <a:cubicBezTo>
                  <a:pt x="107" y="62"/>
                  <a:pt x="107" y="62"/>
                  <a:pt x="107" y="62"/>
                </a:cubicBezTo>
                <a:cubicBezTo>
                  <a:pt x="107" y="63"/>
                  <a:pt x="108" y="64"/>
                  <a:pt x="109" y="65"/>
                </a:cubicBezTo>
                <a:cubicBezTo>
                  <a:pt x="109" y="65"/>
                  <a:pt x="109" y="65"/>
                  <a:pt x="109" y="65"/>
                </a:cubicBezTo>
                <a:cubicBezTo>
                  <a:pt x="109" y="65"/>
                  <a:pt x="109" y="65"/>
                  <a:pt x="109" y="65"/>
                </a:cubicBezTo>
                <a:cubicBezTo>
                  <a:pt x="110" y="66"/>
                  <a:pt x="111" y="66"/>
                  <a:pt x="111" y="66"/>
                </a:cubicBezTo>
                <a:cubicBezTo>
                  <a:pt x="111" y="66"/>
                  <a:pt x="112" y="66"/>
                  <a:pt x="112" y="66"/>
                </a:cubicBezTo>
                <a:cubicBezTo>
                  <a:pt x="112" y="66"/>
                  <a:pt x="112" y="66"/>
                  <a:pt x="112" y="66"/>
                </a:cubicBezTo>
                <a:cubicBezTo>
                  <a:pt x="113" y="65"/>
                  <a:pt x="114" y="64"/>
                  <a:pt x="114" y="63"/>
                </a:cubicBezTo>
                <a:cubicBezTo>
                  <a:pt x="114" y="61"/>
                  <a:pt x="114" y="61"/>
                  <a:pt x="114" y="61"/>
                </a:cubicBezTo>
                <a:cubicBezTo>
                  <a:pt x="114" y="61"/>
                  <a:pt x="113" y="60"/>
                  <a:pt x="113" y="59"/>
                </a:cubicBezTo>
                <a:cubicBezTo>
                  <a:pt x="118" y="38"/>
                  <a:pt x="118" y="38"/>
                  <a:pt x="118" y="38"/>
                </a:cubicBezTo>
                <a:cubicBezTo>
                  <a:pt x="118" y="36"/>
                  <a:pt x="117" y="35"/>
                  <a:pt x="116" y="34"/>
                </a:cubicBezTo>
                <a:cubicBezTo>
                  <a:pt x="116" y="34"/>
                  <a:pt x="116" y="34"/>
                  <a:pt x="115" y="34"/>
                </a:cubicBezTo>
                <a:moveTo>
                  <a:pt x="135" y="32"/>
                </a:moveTo>
                <a:cubicBezTo>
                  <a:pt x="132" y="32"/>
                  <a:pt x="128" y="33"/>
                  <a:pt x="124" y="35"/>
                </a:cubicBezTo>
                <a:cubicBezTo>
                  <a:pt x="120" y="37"/>
                  <a:pt x="118" y="40"/>
                  <a:pt x="119" y="44"/>
                </a:cubicBezTo>
                <a:cubicBezTo>
                  <a:pt x="120" y="47"/>
                  <a:pt x="122" y="49"/>
                  <a:pt x="126" y="50"/>
                </a:cubicBezTo>
                <a:cubicBezTo>
                  <a:pt x="127" y="50"/>
                  <a:pt x="127" y="50"/>
                  <a:pt x="128" y="50"/>
                </a:cubicBezTo>
                <a:cubicBezTo>
                  <a:pt x="129" y="50"/>
                  <a:pt x="131" y="51"/>
                  <a:pt x="131" y="51"/>
                </a:cubicBezTo>
                <a:cubicBezTo>
                  <a:pt x="132" y="51"/>
                  <a:pt x="133" y="52"/>
                  <a:pt x="133" y="53"/>
                </a:cubicBezTo>
                <a:cubicBezTo>
                  <a:pt x="132" y="53"/>
                  <a:pt x="132" y="53"/>
                  <a:pt x="131" y="53"/>
                </a:cubicBezTo>
                <a:cubicBezTo>
                  <a:pt x="121" y="55"/>
                  <a:pt x="121" y="55"/>
                  <a:pt x="121" y="55"/>
                </a:cubicBezTo>
                <a:cubicBezTo>
                  <a:pt x="120" y="56"/>
                  <a:pt x="119" y="57"/>
                  <a:pt x="119" y="59"/>
                </a:cubicBezTo>
                <a:cubicBezTo>
                  <a:pt x="119" y="60"/>
                  <a:pt x="120" y="61"/>
                  <a:pt x="122" y="61"/>
                </a:cubicBezTo>
                <a:cubicBezTo>
                  <a:pt x="122" y="61"/>
                  <a:pt x="122" y="61"/>
                  <a:pt x="122" y="61"/>
                </a:cubicBezTo>
                <a:cubicBezTo>
                  <a:pt x="122" y="61"/>
                  <a:pt x="122" y="61"/>
                  <a:pt x="122" y="61"/>
                </a:cubicBezTo>
                <a:cubicBezTo>
                  <a:pt x="132" y="59"/>
                  <a:pt x="132" y="59"/>
                  <a:pt x="132" y="59"/>
                </a:cubicBezTo>
                <a:cubicBezTo>
                  <a:pt x="133" y="58"/>
                  <a:pt x="136" y="58"/>
                  <a:pt x="137" y="56"/>
                </a:cubicBezTo>
                <a:cubicBezTo>
                  <a:pt x="138" y="54"/>
                  <a:pt x="138" y="53"/>
                  <a:pt x="138" y="51"/>
                </a:cubicBezTo>
                <a:cubicBezTo>
                  <a:pt x="137" y="49"/>
                  <a:pt x="136" y="47"/>
                  <a:pt x="134" y="46"/>
                </a:cubicBezTo>
                <a:cubicBezTo>
                  <a:pt x="132" y="45"/>
                  <a:pt x="130" y="45"/>
                  <a:pt x="129" y="45"/>
                </a:cubicBezTo>
                <a:cubicBezTo>
                  <a:pt x="128" y="45"/>
                  <a:pt x="128" y="45"/>
                  <a:pt x="127" y="44"/>
                </a:cubicBezTo>
                <a:cubicBezTo>
                  <a:pt x="126" y="44"/>
                  <a:pt x="124" y="43"/>
                  <a:pt x="124" y="43"/>
                </a:cubicBezTo>
                <a:cubicBezTo>
                  <a:pt x="124" y="42"/>
                  <a:pt x="125" y="41"/>
                  <a:pt x="127" y="40"/>
                </a:cubicBezTo>
                <a:cubicBezTo>
                  <a:pt x="129" y="38"/>
                  <a:pt x="132" y="38"/>
                  <a:pt x="135" y="38"/>
                </a:cubicBezTo>
                <a:cubicBezTo>
                  <a:pt x="136" y="38"/>
                  <a:pt x="136" y="38"/>
                  <a:pt x="137" y="38"/>
                </a:cubicBezTo>
                <a:cubicBezTo>
                  <a:pt x="137" y="38"/>
                  <a:pt x="137" y="38"/>
                  <a:pt x="137" y="38"/>
                </a:cubicBezTo>
                <a:cubicBezTo>
                  <a:pt x="138" y="38"/>
                  <a:pt x="139" y="37"/>
                  <a:pt x="139" y="35"/>
                </a:cubicBezTo>
                <a:cubicBezTo>
                  <a:pt x="140" y="34"/>
                  <a:pt x="138" y="32"/>
                  <a:pt x="137" y="32"/>
                </a:cubicBezTo>
                <a:cubicBezTo>
                  <a:pt x="136" y="32"/>
                  <a:pt x="136" y="32"/>
                  <a:pt x="135" y="32"/>
                </a:cubicBezTo>
                <a:moveTo>
                  <a:pt x="124" y="23"/>
                </a:moveTo>
                <a:cubicBezTo>
                  <a:pt x="125" y="23"/>
                  <a:pt x="126" y="23"/>
                  <a:pt x="126" y="23"/>
                </a:cubicBezTo>
                <a:cubicBezTo>
                  <a:pt x="127" y="21"/>
                  <a:pt x="129" y="21"/>
                  <a:pt x="131" y="20"/>
                </a:cubicBezTo>
                <a:cubicBezTo>
                  <a:pt x="135" y="19"/>
                  <a:pt x="135" y="19"/>
                  <a:pt x="135" y="19"/>
                </a:cubicBezTo>
                <a:cubicBezTo>
                  <a:pt x="136" y="19"/>
                  <a:pt x="136" y="19"/>
                  <a:pt x="136" y="19"/>
                </a:cubicBezTo>
                <a:cubicBezTo>
                  <a:pt x="137" y="19"/>
                  <a:pt x="138" y="19"/>
                  <a:pt x="139" y="19"/>
                </a:cubicBezTo>
                <a:cubicBezTo>
                  <a:pt x="140" y="19"/>
                  <a:pt x="141" y="19"/>
                  <a:pt x="142" y="19"/>
                </a:cubicBezTo>
                <a:cubicBezTo>
                  <a:pt x="147" y="20"/>
                  <a:pt x="152" y="23"/>
                  <a:pt x="155" y="27"/>
                </a:cubicBezTo>
                <a:cubicBezTo>
                  <a:pt x="159" y="32"/>
                  <a:pt x="160" y="39"/>
                  <a:pt x="161" y="46"/>
                </a:cubicBezTo>
                <a:cubicBezTo>
                  <a:pt x="169" y="94"/>
                  <a:pt x="169" y="94"/>
                  <a:pt x="169" y="94"/>
                </a:cubicBezTo>
                <a:cubicBezTo>
                  <a:pt x="170" y="101"/>
                  <a:pt x="171" y="109"/>
                  <a:pt x="167" y="114"/>
                </a:cubicBezTo>
                <a:cubicBezTo>
                  <a:pt x="164" y="119"/>
                  <a:pt x="156" y="121"/>
                  <a:pt x="149" y="122"/>
                </a:cubicBezTo>
                <a:cubicBezTo>
                  <a:pt x="39" y="140"/>
                  <a:pt x="39" y="140"/>
                  <a:pt x="39" y="140"/>
                </a:cubicBezTo>
                <a:cubicBezTo>
                  <a:pt x="43" y="137"/>
                  <a:pt x="44" y="131"/>
                  <a:pt x="44" y="126"/>
                </a:cubicBezTo>
                <a:cubicBezTo>
                  <a:pt x="47" y="97"/>
                  <a:pt x="41" y="68"/>
                  <a:pt x="29" y="41"/>
                </a:cubicBezTo>
                <a:cubicBezTo>
                  <a:pt x="122" y="22"/>
                  <a:pt x="122" y="22"/>
                  <a:pt x="122" y="22"/>
                </a:cubicBezTo>
                <a:cubicBezTo>
                  <a:pt x="122" y="22"/>
                  <a:pt x="122" y="22"/>
                  <a:pt x="122" y="22"/>
                </a:cubicBezTo>
                <a:cubicBezTo>
                  <a:pt x="123" y="23"/>
                  <a:pt x="124" y="23"/>
                  <a:pt x="124" y="23"/>
                </a:cubicBezTo>
                <a:moveTo>
                  <a:pt x="30" y="139"/>
                </a:moveTo>
                <a:cubicBezTo>
                  <a:pt x="27" y="139"/>
                  <a:pt x="23" y="137"/>
                  <a:pt x="21" y="134"/>
                </a:cubicBezTo>
                <a:cubicBezTo>
                  <a:pt x="18" y="129"/>
                  <a:pt x="17" y="123"/>
                  <a:pt x="16" y="117"/>
                </a:cubicBezTo>
                <a:cubicBezTo>
                  <a:pt x="7" y="45"/>
                  <a:pt x="7" y="45"/>
                  <a:pt x="7" y="45"/>
                </a:cubicBezTo>
                <a:cubicBezTo>
                  <a:pt x="6" y="39"/>
                  <a:pt x="6" y="32"/>
                  <a:pt x="10" y="27"/>
                </a:cubicBezTo>
                <a:cubicBezTo>
                  <a:pt x="13" y="25"/>
                  <a:pt x="17" y="23"/>
                  <a:pt x="22" y="23"/>
                </a:cubicBezTo>
                <a:cubicBezTo>
                  <a:pt x="22" y="23"/>
                  <a:pt x="22" y="23"/>
                  <a:pt x="22" y="23"/>
                </a:cubicBezTo>
                <a:cubicBezTo>
                  <a:pt x="105" y="7"/>
                  <a:pt x="105" y="7"/>
                  <a:pt x="105" y="7"/>
                </a:cubicBezTo>
                <a:cubicBezTo>
                  <a:pt x="109" y="6"/>
                  <a:pt x="113" y="5"/>
                  <a:pt x="117" y="5"/>
                </a:cubicBezTo>
                <a:cubicBezTo>
                  <a:pt x="119" y="5"/>
                  <a:pt x="121" y="5"/>
                  <a:pt x="123" y="6"/>
                </a:cubicBezTo>
                <a:cubicBezTo>
                  <a:pt x="127" y="7"/>
                  <a:pt x="131" y="10"/>
                  <a:pt x="132" y="14"/>
                </a:cubicBezTo>
                <a:cubicBezTo>
                  <a:pt x="131" y="14"/>
                  <a:pt x="130" y="14"/>
                  <a:pt x="130" y="15"/>
                </a:cubicBezTo>
                <a:cubicBezTo>
                  <a:pt x="25" y="36"/>
                  <a:pt x="25" y="36"/>
                  <a:pt x="25" y="36"/>
                </a:cubicBezTo>
                <a:cubicBezTo>
                  <a:pt x="24" y="36"/>
                  <a:pt x="23" y="37"/>
                  <a:pt x="23" y="38"/>
                </a:cubicBezTo>
                <a:cubicBezTo>
                  <a:pt x="22" y="38"/>
                  <a:pt x="22" y="39"/>
                  <a:pt x="23" y="40"/>
                </a:cubicBezTo>
                <a:cubicBezTo>
                  <a:pt x="36" y="67"/>
                  <a:pt x="41" y="96"/>
                  <a:pt x="39" y="126"/>
                </a:cubicBezTo>
                <a:cubicBezTo>
                  <a:pt x="38" y="130"/>
                  <a:pt x="38" y="135"/>
                  <a:pt x="34" y="138"/>
                </a:cubicBezTo>
                <a:cubicBezTo>
                  <a:pt x="33" y="139"/>
                  <a:pt x="32" y="139"/>
                  <a:pt x="30" y="139"/>
                </a:cubicBezTo>
                <a:moveTo>
                  <a:pt x="117" y="0"/>
                </a:moveTo>
                <a:cubicBezTo>
                  <a:pt x="112" y="0"/>
                  <a:pt x="108" y="1"/>
                  <a:pt x="104" y="1"/>
                </a:cubicBezTo>
                <a:cubicBezTo>
                  <a:pt x="21" y="17"/>
                  <a:pt x="21" y="17"/>
                  <a:pt x="21" y="17"/>
                </a:cubicBezTo>
                <a:cubicBezTo>
                  <a:pt x="15" y="18"/>
                  <a:pt x="10" y="20"/>
                  <a:pt x="6" y="24"/>
                </a:cubicBezTo>
                <a:cubicBezTo>
                  <a:pt x="0" y="30"/>
                  <a:pt x="1" y="38"/>
                  <a:pt x="2" y="46"/>
                </a:cubicBezTo>
                <a:cubicBezTo>
                  <a:pt x="11" y="118"/>
                  <a:pt x="11" y="118"/>
                  <a:pt x="11" y="118"/>
                </a:cubicBezTo>
                <a:cubicBezTo>
                  <a:pt x="11" y="124"/>
                  <a:pt x="12" y="131"/>
                  <a:pt x="17" y="137"/>
                </a:cubicBezTo>
                <a:cubicBezTo>
                  <a:pt x="19" y="141"/>
                  <a:pt x="23" y="143"/>
                  <a:pt x="27" y="144"/>
                </a:cubicBezTo>
                <a:cubicBezTo>
                  <a:pt x="27" y="144"/>
                  <a:pt x="27" y="145"/>
                  <a:pt x="27" y="145"/>
                </a:cubicBezTo>
                <a:cubicBezTo>
                  <a:pt x="27" y="147"/>
                  <a:pt x="28" y="147"/>
                  <a:pt x="30" y="147"/>
                </a:cubicBezTo>
                <a:cubicBezTo>
                  <a:pt x="30" y="147"/>
                  <a:pt x="30" y="147"/>
                  <a:pt x="30" y="147"/>
                </a:cubicBezTo>
                <a:cubicBezTo>
                  <a:pt x="150" y="127"/>
                  <a:pt x="150" y="127"/>
                  <a:pt x="150" y="127"/>
                </a:cubicBezTo>
                <a:cubicBezTo>
                  <a:pt x="151" y="127"/>
                  <a:pt x="152" y="127"/>
                  <a:pt x="153" y="127"/>
                </a:cubicBezTo>
                <a:cubicBezTo>
                  <a:pt x="160" y="126"/>
                  <a:pt x="168" y="123"/>
                  <a:pt x="172" y="117"/>
                </a:cubicBezTo>
                <a:cubicBezTo>
                  <a:pt x="177" y="110"/>
                  <a:pt x="176" y="102"/>
                  <a:pt x="175" y="93"/>
                </a:cubicBezTo>
                <a:cubicBezTo>
                  <a:pt x="167" y="45"/>
                  <a:pt x="167" y="45"/>
                  <a:pt x="167" y="45"/>
                </a:cubicBezTo>
                <a:cubicBezTo>
                  <a:pt x="166" y="38"/>
                  <a:pt x="164" y="30"/>
                  <a:pt x="160" y="24"/>
                </a:cubicBezTo>
                <a:cubicBezTo>
                  <a:pt x="156" y="18"/>
                  <a:pt x="150" y="15"/>
                  <a:pt x="142" y="13"/>
                </a:cubicBezTo>
                <a:cubicBezTo>
                  <a:pt x="141" y="13"/>
                  <a:pt x="140" y="13"/>
                  <a:pt x="138" y="13"/>
                </a:cubicBezTo>
                <a:cubicBezTo>
                  <a:pt x="138" y="13"/>
                  <a:pt x="137" y="13"/>
                  <a:pt x="137" y="13"/>
                </a:cubicBezTo>
                <a:cubicBezTo>
                  <a:pt x="136" y="7"/>
                  <a:pt x="130" y="2"/>
                  <a:pt x="124" y="1"/>
                </a:cubicBezTo>
                <a:cubicBezTo>
                  <a:pt x="122" y="0"/>
                  <a:pt x="119" y="0"/>
                  <a:pt x="117"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8" name="Freeform 132">
            <a:extLst>
              <a:ext uri="{FF2B5EF4-FFF2-40B4-BE49-F238E27FC236}">
                <a16:creationId xmlns:a16="http://schemas.microsoft.com/office/drawing/2014/main" id="{A49C162A-90AE-4EF3-A0F3-CD5E4408CF61}"/>
              </a:ext>
            </a:extLst>
          </p:cNvPr>
          <p:cNvSpPr>
            <a:spLocks noEditPoints="1"/>
          </p:cNvSpPr>
          <p:nvPr/>
        </p:nvSpPr>
        <p:spPr bwMode="auto">
          <a:xfrm>
            <a:off x="6321425" y="1773238"/>
            <a:ext cx="630238" cy="531813"/>
          </a:xfrm>
          <a:custGeom>
            <a:avLst/>
            <a:gdLst>
              <a:gd name="T0" fmla="*/ 62 w 176"/>
              <a:gd name="T1" fmla="*/ 113 h 148"/>
              <a:gd name="T2" fmla="*/ 144 w 176"/>
              <a:gd name="T3" fmla="*/ 99 h 148"/>
              <a:gd name="T4" fmla="*/ 142 w 176"/>
              <a:gd name="T5" fmla="*/ 83 h 148"/>
              <a:gd name="T6" fmla="*/ 63 w 176"/>
              <a:gd name="T7" fmla="*/ 103 h 148"/>
              <a:gd name="T8" fmla="*/ 145 w 176"/>
              <a:gd name="T9" fmla="*/ 85 h 148"/>
              <a:gd name="T10" fmla="*/ 60 w 176"/>
              <a:gd name="T11" fmla="*/ 84 h 148"/>
              <a:gd name="T12" fmla="*/ 136 w 176"/>
              <a:gd name="T13" fmla="*/ 76 h 148"/>
              <a:gd name="T14" fmla="*/ 143 w 176"/>
              <a:gd name="T15" fmla="*/ 75 h 148"/>
              <a:gd name="T16" fmla="*/ 61 w 176"/>
              <a:gd name="T17" fmla="*/ 47 h 148"/>
              <a:gd name="T18" fmla="*/ 48 w 176"/>
              <a:gd name="T19" fmla="*/ 52 h 148"/>
              <a:gd name="T20" fmla="*/ 46 w 176"/>
              <a:gd name="T21" fmla="*/ 57 h 148"/>
              <a:gd name="T22" fmla="*/ 54 w 176"/>
              <a:gd name="T23" fmla="*/ 79 h 148"/>
              <a:gd name="T24" fmla="*/ 61 w 176"/>
              <a:gd name="T25" fmla="*/ 75 h 148"/>
              <a:gd name="T26" fmla="*/ 66 w 176"/>
              <a:gd name="T27" fmla="*/ 74 h 148"/>
              <a:gd name="T28" fmla="*/ 62 w 176"/>
              <a:gd name="T29" fmla="*/ 47 h 148"/>
              <a:gd name="T30" fmla="*/ 67 w 176"/>
              <a:gd name="T31" fmla="*/ 48 h 148"/>
              <a:gd name="T32" fmla="*/ 68 w 176"/>
              <a:gd name="T33" fmla="*/ 62 h 148"/>
              <a:gd name="T34" fmla="*/ 73 w 176"/>
              <a:gd name="T35" fmla="*/ 75 h 148"/>
              <a:gd name="T36" fmla="*/ 87 w 176"/>
              <a:gd name="T37" fmla="*/ 71 h 148"/>
              <a:gd name="T38" fmla="*/ 74 w 176"/>
              <a:gd name="T39" fmla="*/ 62 h 148"/>
              <a:gd name="T40" fmla="*/ 80 w 176"/>
              <a:gd name="T41" fmla="*/ 62 h 148"/>
              <a:gd name="T42" fmla="*/ 79 w 176"/>
              <a:gd name="T43" fmla="*/ 56 h 148"/>
              <a:gd name="T44" fmla="*/ 79 w 176"/>
              <a:gd name="T45" fmla="*/ 51 h 148"/>
              <a:gd name="T46" fmla="*/ 112 w 176"/>
              <a:gd name="T47" fmla="*/ 37 h 148"/>
              <a:gd name="T48" fmla="*/ 99 w 176"/>
              <a:gd name="T49" fmla="*/ 47 h 148"/>
              <a:gd name="T50" fmla="*/ 94 w 176"/>
              <a:gd name="T51" fmla="*/ 57 h 148"/>
              <a:gd name="T52" fmla="*/ 83 w 176"/>
              <a:gd name="T53" fmla="*/ 44 h 148"/>
              <a:gd name="T54" fmla="*/ 96 w 176"/>
              <a:gd name="T55" fmla="*/ 68 h 148"/>
              <a:gd name="T56" fmla="*/ 106 w 176"/>
              <a:gd name="T57" fmla="*/ 63 h 148"/>
              <a:gd name="T58" fmla="*/ 110 w 176"/>
              <a:gd name="T59" fmla="*/ 67 h 148"/>
              <a:gd name="T60" fmla="*/ 113 w 176"/>
              <a:gd name="T61" fmla="*/ 62 h 148"/>
              <a:gd name="T62" fmla="*/ 115 w 176"/>
              <a:gd name="T63" fmla="*/ 35 h 148"/>
              <a:gd name="T64" fmla="*/ 125 w 176"/>
              <a:gd name="T65" fmla="*/ 50 h 148"/>
              <a:gd name="T66" fmla="*/ 130 w 176"/>
              <a:gd name="T67" fmla="*/ 54 h 148"/>
              <a:gd name="T68" fmla="*/ 121 w 176"/>
              <a:gd name="T69" fmla="*/ 61 h 148"/>
              <a:gd name="T70" fmla="*/ 137 w 176"/>
              <a:gd name="T71" fmla="*/ 52 h 148"/>
              <a:gd name="T72" fmla="*/ 123 w 176"/>
              <a:gd name="T73" fmla="*/ 43 h 148"/>
              <a:gd name="T74" fmla="*/ 136 w 176"/>
              <a:gd name="T75" fmla="*/ 38 h 148"/>
              <a:gd name="T76" fmla="*/ 124 w 176"/>
              <a:gd name="T77" fmla="*/ 24 h 148"/>
              <a:gd name="T78" fmla="*/ 135 w 176"/>
              <a:gd name="T79" fmla="*/ 20 h 148"/>
              <a:gd name="T80" fmla="*/ 161 w 176"/>
              <a:gd name="T81" fmla="*/ 46 h 148"/>
              <a:gd name="T82" fmla="*/ 39 w 176"/>
              <a:gd name="T83" fmla="*/ 141 h 148"/>
              <a:gd name="T84" fmla="*/ 121 w 176"/>
              <a:gd name="T85" fmla="*/ 23 h 148"/>
              <a:gd name="T86" fmla="*/ 15 w 176"/>
              <a:gd name="T87" fmla="*/ 118 h 148"/>
              <a:gd name="T88" fmla="*/ 21 w 176"/>
              <a:gd name="T89" fmla="*/ 23 h 148"/>
              <a:gd name="T90" fmla="*/ 131 w 176"/>
              <a:gd name="T91" fmla="*/ 15 h 148"/>
              <a:gd name="T92" fmla="*/ 22 w 176"/>
              <a:gd name="T93" fmla="*/ 41 h 148"/>
              <a:gd name="T94" fmla="*/ 116 w 176"/>
              <a:gd name="T95" fmla="*/ 0 h 148"/>
              <a:gd name="T96" fmla="*/ 1 w 176"/>
              <a:gd name="T97" fmla="*/ 47 h 148"/>
              <a:gd name="T98" fmla="*/ 26 w 176"/>
              <a:gd name="T99" fmla="*/ 146 h 148"/>
              <a:gd name="T100" fmla="*/ 152 w 176"/>
              <a:gd name="T101" fmla="*/ 128 h 148"/>
              <a:gd name="T102" fmla="*/ 159 w 176"/>
              <a:gd name="T103" fmla="*/ 24 h 148"/>
              <a:gd name="T104" fmla="*/ 123 w 176"/>
              <a:gd name="T105"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6" h="148">
                <a:moveTo>
                  <a:pt x="143" y="94"/>
                </a:moveTo>
                <a:cubicBezTo>
                  <a:pt x="143" y="94"/>
                  <a:pt x="143" y="94"/>
                  <a:pt x="142" y="94"/>
                </a:cubicBezTo>
                <a:cubicBezTo>
                  <a:pt x="64" y="110"/>
                  <a:pt x="64" y="110"/>
                  <a:pt x="64" y="110"/>
                </a:cubicBezTo>
                <a:cubicBezTo>
                  <a:pt x="63" y="110"/>
                  <a:pt x="62" y="112"/>
                  <a:pt x="62" y="113"/>
                </a:cubicBezTo>
                <a:cubicBezTo>
                  <a:pt x="62" y="114"/>
                  <a:pt x="64" y="115"/>
                  <a:pt x="65" y="115"/>
                </a:cubicBezTo>
                <a:cubicBezTo>
                  <a:pt x="65" y="115"/>
                  <a:pt x="65" y="115"/>
                  <a:pt x="65" y="115"/>
                </a:cubicBezTo>
                <a:cubicBezTo>
                  <a:pt x="65" y="115"/>
                  <a:pt x="65" y="115"/>
                  <a:pt x="65" y="115"/>
                </a:cubicBezTo>
                <a:cubicBezTo>
                  <a:pt x="144" y="99"/>
                  <a:pt x="144" y="99"/>
                  <a:pt x="144" y="99"/>
                </a:cubicBezTo>
                <a:cubicBezTo>
                  <a:pt x="145" y="99"/>
                  <a:pt x="146" y="97"/>
                  <a:pt x="146" y="96"/>
                </a:cubicBezTo>
                <a:cubicBezTo>
                  <a:pt x="145" y="95"/>
                  <a:pt x="144" y="94"/>
                  <a:pt x="143" y="94"/>
                </a:cubicBezTo>
                <a:moveTo>
                  <a:pt x="142" y="83"/>
                </a:moveTo>
                <a:cubicBezTo>
                  <a:pt x="142" y="83"/>
                  <a:pt x="142" y="83"/>
                  <a:pt x="142" y="83"/>
                </a:cubicBezTo>
                <a:cubicBezTo>
                  <a:pt x="141" y="83"/>
                  <a:pt x="141" y="83"/>
                  <a:pt x="141" y="83"/>
                </a:cubicBezTo>
                <a:cubicBezTo>
                  <a:pt x="62" y="98"/>
                  <a:pt x="62" y="98"/>
                  <a:pt x="62" y="98"/>
                </a:cubicBezTo>
                <a:cubicBezTo>
                  <a:pt x="61" y="98"/>
                  <a:pt x="60" y="100"/>
                  <a:pt x="60" y="101"/>
                </a:cubicBezTo>
                <a:cubicBezTo>
                  <a:pt x="60" y="102"/>
                  <a:pt x="62" y="103"/>
                  <a:pt x="63" y="103"/>
                </a:cubicBezTo>
                <a:cubicBezTo>
                  <a:pt x="63" y="103"/>
                  <a:pt x="63" y="103"/>
                  <a:pt x="63" y="103"/>
                </a:cubicBezTo>
                <a:cubicBezTo>
                  <a:pt x="63" y="103"/>
                  <a:pt x="63" y="103"/>
                  <a:pt x="63" y="103"/>
                </a:cubicBezTo>
                <a:cubicBezTo>
                  <a:pt x="143" y="88"/>
                  <a:pt x="143" y="88"/>
                  <a:pt x="143" y="88"/>
                </a:cubicBezTo>
                <a:cubicBezTo>
                  <a:pt x="144" y="88"/>
                  <a:pt x="145" y="86"/>
                  <a:pt x="145" y="85"/>
                </a:cubicBezTo>
                <a:cubicBezTo>
                  <a:pt x="144" y="84"/>
                  <a:pt x="143" y="83"/>
                  <a:pt x="142" y="83"/>
                </a:cubicBezTo>
                <a:moveTo>
                  <a:pt x="142" y="70"/>
                </a:moveTo>
                <a:cubicBezTo>
                  <a:pt x="141" y="70"/>
                  <a:pt x="141" y="70"/>
                  <a:pt x="141" y="70"/>
                </a:cubicBezTo>
                <a:cubicBezTo>
                  <a:pt x="60" y="84"/>
                  <a:pt x="60" y="84"/>
                  <a:pt x="60" y="84"/>
                </a:cubicBezTo>
                <a:cubicBezTo>
                  <a:pt x="58" y="84"/>
                  <a:pt x="58" y="85"/>
                  <a:pt x="58" y="87"/>
                </a:cubicBezTo>
                <a:cubicBezTo>
                  <a:pt x="58" y="88"/>
                  <a:pt x="59" y="89"/>
                  <a:pt x="61" y="89"/>
                </a:cubicBezTo>
                <a:cubicBezTo>
                  <a:pt x="61" y="89"/>
                  <a:pt x="61" y="89"/>
                  <a:pt x="61" y="89"/>
                </a:cubicBezTo>
                <a:cubicBezTo>
                  <a:pt x="136" y="76"/>
                  <a:pt x="136" y="76"/>
                  <a:pt x="136" y="76"/>
                </a:cubicBezTo>
                <a:cubicBezTo>
                  <a:pt x="137" y="77"/>
                  <a:pt x="138" y="77"/>
                  <a:pt x="138" y="77"/>
                </a:cubicBezTo>
                <a:cubicBezTo>
                  <a:pt x="139" y="77"/>
                  <a:pt x="139" y="77"/>
                  <a:pt x="139" y="77"/>
                </a:cubicBezTo>
                <a:cubicBezTo>
                  <a:pt x="140" y="77"/>
                  <a:pt x="140" y="77"/>
                  <a:pt x="140" y="77"/>
                </a:cubicBezTo>
                <a:cubicBezTo>
                  <a:pt x="143" y="75"/>
                  <a:pt x="143" y="75"/>
                  <a:pt x="143" y="75"/>
                </a:cubicBezTo>
                <a:cubicBezTo>
                  <a:pt x="144" y="74"/>
                  <a:pt x="145" y="73"/>
                  <a:pt x="144" y="71"/>
                </a:cubicBezTo>
                <a:cubicBezTo>
                  <a:pt x="144" y="70"/>
                  <a:pt x="143" y="70"/>
                  <a:pt x="142" y="70"/>
                </a:cubicBezTo>
                <a:moveTo>
                  <a:pt x="62" y="47"/>
                </a:moveTo>
                <a:cubicBezTo>
                  <a:pt x="61" y="47"/>
                  <a:pt x="61" y="47"/>
                  <a:pt x="61" y="47"/>
                </a:cubicBezTo>
                <a:cubicBezTo>
                  <a:pt x="60" y="48"/>
                  <a:pt x="59" y="49"/>
                  <a:pt x="59" y="50"/>
                </a:cubicBezTo>
                <a:cubicBezTo>
                  <a:pt x="60" y="64"/>
                  <a:pt x="60" y="64"/>
                  <a:pt x="60" y="64"/>
                </a:cubicBezTo>
                <a:cubicBezTo>
                  <a:pt x="50" y="53"/>
                  <a:pt x="50" y="53"/>
                  <a:pt x="50" y="53"/>
                </a:cubicBezTo>
                <a:cubicBezTo>
                  <a:pt x="50" y="52"/>
                  <a:pt x="49" y="52"/>
                  <a:pt x="48" y="52"/>
                </a:cubicBezTo>
                <a:cubicBezTo>
                  <a:pt x="48" y="52"/>
                  <a:pt x="47" y="52"/>
                  <a:pt x="47" y="53"/>
                </a:cubicBezTo>
                <a:cubicBezTo>
                  <a:pt x="45" y="54"/>
                  <a:pt x="45" y="55"/>
                  <a:pt x="46" y="56"/>
                </a:cubicBezTo>
                <a:cubicBezTo>
                  <a:pt x="46" y="57"/>
                  <a:pt x="46" y="57"/>
                  <a:pt x="46" y="57"/>
                </a:cubicBezTo>
                <a:cubicBezTo>
                  <a:pt x="46" y="57"/>
                  <a:pt x="46" y="57"/>
                  <a:pt x="46" y="57"/>
                </a:cubicBezTo>
                <a:cubicBezTo>
                  <a:pt x="51" y="77"/>
                  <a:pt x="51" y="77"/>
                  <a:pt x="51" y="77"/>
                </a:cubicBezTo>
                <a:cubicBezTo>
                  <a:pt x="51" y="78"/>
                  <a:pt x="52" y="79"/>
                  <a:pt x="54" y="79"/>
                </a:cubicBezTo>
                <a:cubicBezTo>
                  <a:pt x="54" y="79"/>
                  <a:pt x="54" y="79"/>
                  <a:pt x="54" y="79"/>
                </a:cubicBezTo>
                <a:cubicBezTo>
                  <a:pt x="54" y="79"/>
                  <a:pt x="54" y="79"/>
                  <a:pt x="54" y="79"/>
                </a:cubicBezTo>
                <a:cubicBezTo>
                  <a:pt x="56" y="78"/>
                  <a:pt x="57" y="77"/>
                  <a:pt x="56" y="75"/>
                </a:cubicBezTo>
                <a:cubicBezTo>
                  <a:pt x="54" y="65"/>
                  <a:pt x="54" y="65"/>
                  <a:pt x="54" y="65"/>
                </a:cubicBezTo>
                <a:cubicBezTo>
                  <a:pt x="61" y="73"/>
                  <a:pt x="61" y="73"/>
                  <a:pt x="61" y="73"/>
                </a:cubicBezTo>
                <a:cubicBezTo>
                  <a:pt x="61" y="75"/>
                  <a:pt x="61" y="75"/>
                  <a:pt x="61" y="75"/>
                </a:cubicBezTo>
                <a:cubicBezTo>
                  <a:pt x="61" y="76"/>
                  <a:pt x="62" y="77"/>
                  <a:pt x="64" y="77"/>
                </a:cubicBezTo>
                <a:cubicBezTo>
                  <a:pt x="64" y="77"/>
                  <a:pt x="64" y="77"/>
                  <a:pt x="64" y="77"/>
                </a:cubicBezTo>
                <a:cubicBezTo>
                  <a:pt x="64" y="77"/>
                  <a:pt x="64" y="77"/>
                  <a:pt x="64" y="77"/>
                </a:cubicBezTo>
                <a:cubicBezTo>
                  <a:pt x="65" y="77"/>
                  <a:pt x="66" y="76"/>
                  <a:pt x="66" y="74"/>
                </a:cubicBezTo>
                <a:cubicBezTo>
                  <a:pt x="67" y="73"/>
                  <a:pt x="67" y="72"/>
                  <a:pt x="66" y="71"/>
                </a:cubicBezTo>
                <a:cubicBezTo>
                  <a:pt x="66" y="71"/>
                  <a:pt x="66" y="71"/>
                  <a:pt x="66" y="71"/>
                </a:cubicBezTo>
                <a:cubicBezTo>
                  <a:pt x="64" y="50"/>
                  <a:pt x="64" y="50"/>
                  <a:pt x="64" y="50"/>
                </a:cubicBezTo>
                <a:cubicBezTo>
                  <a:pt x="64" y="48"/>
                  <a:pt x="63" y="47"/>
                  <a:pt x="62" y="47"/>
                </a:cubicBezTo>
                <a:moveTo>
                  <a:pt x="79" y="45"/>
                </a:moveTo>
                <a:cubicBezTo>
                  <a:pt x="79" y="45"/>
                  <a:pt x="79" y="45"/>
                  <a:pt x="78" y="45"/>
                </a:cubicBezTo>
                <a:cubicBezTo>
                  <a:pt x="70" y="46"/>
                  <a:pt x="70" y="46"/>
                  <a:pt x="70" y="46"/>
                </a:cubicBezTo>
                <a:cubicBezTo>
                  <a:pt x="69" y="46"/>
                  <a:pt x="68" y="46"/>
                  <a:pt x="67" y="48"/>
                </a:cubicBezTo>
                <a:cubicBezTo>
                  <a:pt x="67" y="48"/>
                  <a:pt x="66" y="49"/>
                  <a:pt x="66" y="50"/>
                </a:cubicBezTo>
                <a:cubicBezTo>
                  <a:pt x="68" y="58"/>
                  <a:pt x="68" y="58"/>
                  <a:pt x="68" y="58"/>
                </a:cubicBezTo>
                <a:cubicBezTo>
                  <a:pt x="67" y="58"/>
                  <a:pt x="67" y="59"/>
                  <a:pt x="67" y="60"/>
                </a:cubicBezTo>
                <a:cubicBezTo>
                  <a:pt x="67" y="61"/>
                  <a:pt x="68" y="61"/>
                  <a:pt x="68" y="62"/>
                </a:cubicBezTo>
                <a:cubicBezTo>
                  <a:pt x="70" y="71"/>
                  <a:pt x="70" y="71"/>
                  <a:pt x="70" y="71"/>
                </a:cubicBezTo>
                <a:cubicBezTo>
                  <a:pt x="70" y="71"/>
                  <a:pt x="70" y="71"/>
                  <a:pt x="70" y="71"/>
                </a:cubicBezTo>
                <a:cubicBezTo>
                  <a:pt x="70" y="72"/>
                  <a:pt x="70" y="72"/>
                  <a:pt x="70" y="72"/>
                </a:cubicBezTo>
                <a:cubicBezTo>
                  <a:pt x="70" y="74"/>
                  <a:pt x="71" y="75"/>
                  <a:pt x="73" y="75"/>
                </a:cubicBezTo>
                <a:cubicBezTo>
                  <a:pt x="73" y="75"/>
                  <a:pt x="73" y="75"/>
                  <a:pt x="73" y="75"/>
                </a:cubicBezTo>
                <a:cubicBezTo>
                  <a:pt x="85" y="74"/>
                  <a:pt x="85" y="74"/>
                  <a:pt x="85" y="74"/>
                </a:cubicBezTo>
                <a:cubicBezTo>
                  <a:pt x="85" y="74"/>
                  <a:pt x="85" y="74"/>
                  <a:pt x="85" y="74"/>
                </a:cubicBezTo>
                <a:cubicBezTo>
                  <a:pt x="87" y="73"/>
                  <a:pt x="88" y="72"/>
                  <a:pt x="87" y="71"/>
                </a:cubicBezTo>
                <a:cubicBezTo>
                  <a:pt x="87" y="69"/>
                  <a:pt x="86" y="68"/>
                  <a:pt x="85" y="68"/>
                </a:cubicBezTo>
                <a:cubicBezTo>
                  <a:pt x="85" y="68"/>
                  <a:pt x="84" y="68"/>
                  <a:pt x="84" y="68"/>
                </a:cubicBezTo>
                <a:cubicBezTo>
                  <a:pt x="75" y="69"/>
                  <a:pt x="75" y="69"/>
                  <a:pt x="75" y="69"/>
                </a:cubicBezTo>
                <a:cubicBezTo>
                  <a:pt x="74" y="62"/>
                  <a:pt x="74" y="62"/>
                  <a:pt x="74" y="62"/>
                </a:cubicBezTo>
                <a:cubicBezTo>
                  <a:pt x="77" y="62"/>
                  <a:pt x="77" y="62"/>
                  <a:pt x="77" y="62"/>
                </a:cubicBezTo>
                <a:cubicBezTo>
                  <a:pt x="78" y="62"/>
                  <a:pt x="78" y="62"/>
                  <a:pt x="79" y="62"/>
                </a:cubicBezTo>
                <a:cubicBezTo>
                  <a:pt x="79" y="62"/>
                  <a:pt x="79" y="62"/>
                  <a:pt x="79" y="62"/>
                </a:cubicBezTo>
                <a:cubicBezTo>
                  <a:pt x="80" y="62"/>
                  <a:pt x="80" y="62"/>
                  <a:pt x="80" y="62"/>
                </a:cubicBezTo>
                <a:cubicBezTo>
                  <a:pt x="81" y="62"/>
                  <a:pt x="82" y="61"/>
                  <a:pt x="82" y="59"/>
                </a:cubicBezTo>
                <a:cubicBezTo>
                  <a:pt x="82" y="58"/>
                  <a:pt x="82" y="58"/>
                  <a:pt x="82" y="58"/>
                </a:cubicBezTo>
                <a:cubicBezTo>
                  <a:pt x="81" y="57"/>
                  <a:pt x="80" y="56"/>
                  <a:pt x="79" y="56"/>
                </a:cubicBezTo>
                <a:cubicBezTo>
                  <a:pt x="79" y="56"/>
                  <a:pt x="79" y="56"/>
                  <a:pt x="79" y="56"/>
                </a:cubicBezTo>
                <a:cubicBezTo>
                  <a:pt x="73" y="56"/>
                  <a:pt x="73" y="56"/>
                  <a:pt x="73" y="56"/>
                </a:cubicBezTo>
                <a:cubicBezTo>
                  <a:pt x="72" y="51"/>
                  <a:pt x="72" y="51"/>
                  <a:pt x="72" y="51"/>
                </a:cubicBezTo>
                <a:cubicBezTo>
                  <a:pt x="79" y="51"/>
                  <a:pt x="79" y="51"/>
                  <a:pt x="79" y="51"/>
                </a:cubicBezTo>
                <a:cubicBezTo>
                  <a:pt x="79" y="51"/>
                  <a:pt x="79" y="51"/>
                  <a:pt x="79" y="51"/>
                </a:cubicBezTo>
                <a:cubicBezTo>
                  <a:pt x="80" y="50"/>
                  <a:pt x="81" y="49"/>
                  <a:pt x="81" y="48"/>
                </a:cubicBezTo>
                <a:cubicBezTo>
                  <a:pt x="81" y="46"/>
                  <a:pt x="80" y="45"/>
                  <a:pt x="79" y="45"/>
                </a:cubicBezTo>
                <a:moveTo>
                  <a:pt x="115" y="35"/>
                </a:moveTo>
                <a:cubicBezTo>
                  <a:pt x="113" y="35"/>
                  <a:pt x="112" y="36"/>
                  <a:pt x="112" y="37"/>
                </a:cubicBezTo>
                <a:cubicBezTo>
                  <a:pt x="107" y="56"/>
                  <a:pt x="107" y="56"/>
                  <a:pt x="107" y="56"/>
                </a:cubicBezTo>
                <a:cubicBezTo>
                  <a:pt x="102" y="50"/>
                  <a:pt x="102" y="50"/>
                  <a:pt x="102" y="50"/>
                </a:cubicBezTo>
                <a:cubicBezTo>
                  <a:pt x="102" y="49"/>
                  <a:pt x="101" y="48"/>
                  <a:pt x="100" y="47"/>
                </a:cubicBezTo>
                <a:cubicBezTo>
                  <a:pt x="100" y="47"/>
                  <a:pt x="99" y="47"/>
                  <a:pt x="99" y="47"/>
                </a:cubicBezTo>
                <a:cubicBezTo>
                  <a:pt x="98" y="47"/>
                  <a:pt x="98" y="48"/>
                  <a:pt x="97" y="48"/>
                </a:cubicBezTo>
                <a:cubicBezTo>
                  <a:pt x="97" y="49"/>
                  <a:pt x="97" y="49"/>
                  <a:pt x="97" y="49"/>
                </a:cubicBezTo>
                <a:cubicBezTo>
                  <a:pt x="96" y="49"/>
                  <a:pt x="96" y="51"/>
                  <a:pt x="96" y="52"/>
                </a:cubicBezTo>
                <a:cubicBezTo>
                  <a:pt x="94" y="57"/>
                  <a:pt x="94" y="57"/>
                  <a:pt x="94" y="57"/>
                </a:cubicBezTo>
                <a:cubicBezTo>
                  <a:pt x="88" y="42"/>
                  <a:pt x="88" y="42"/>
                  <a:pt x="88" y="42"/>
                </a:cubicBezTo>
                <a:cubicBezTo>
                  <a:pt x="88" y="41"/>
                  <a:pt x="87" y="41"/>
                  <a:pt x="86" y="41"/>
                </a:cubicBezTo>
                <a:cubicBezTo>
                  <a:pt x="86" y="41"/>
                  <a:pt x="85" y="41"/>
                  <a:pt x="85" y="41"/>
                </a:cubicBezTo>
                <a:cubicBezTo>
                  <a:pt x="84" y="41"/>
                  <a:pt x="83" y="43"/>
                  <a:pt x="83" y="44"/>
                </a:cubicBezTo>
                <a:cubicBezTo>
                  <a:pt x="92" y="66"/>
                  <a:pt x="92" y="66"/>
                  <a:pt x="92" y="66"/>
                </a:cubicBezTo>
                <a:cubicBezTo>
                  <a:pt x="92" y="67"/>
                  <a:pt x="94" y="68"/>
                  <a:pt x="95" y="68"/>
                </a:cubicBezTo>
                <a:cubicBezTo>
                  <a:pt x="95" y="68"/>
                  <a:pt x="95" y="68"/>
                  <a:pt x="95" y="68"/>
                </a:cubicBezTo>
                <a:cubicBezTo>
                  <a:pt x="96" y="68"/>
                  <a:pt x="96" y="68"/>
                  <a:pt x="96" y="68"/>
                </a:cubicBezTo>
                <a:cubicBezTo>
                  <a:pt x="97" y="67"/>
                  <a:pt x="97" y="66"/>
                  <a:pt x="97" y="65"/>
                </a:cubicBezTo>
                <a:cubicBezTo>
                  <a:pt x="98" y="65"/>
                  <a:pt x="98" y="65"/>
                  <a:pt x="98" y="65"/>
                </a:cubicBezTo>
                <a:cubicBezTo>
                  <a:pt x="100" y="57"/>
                  <a:pt x="100" y="57"/>
                  <a:pt x="100" y="57"/>
                </a:cubicBezTo>
                <a:cubicBezTo>
                  <a:pt x="106" y="63"/>
                  <a:pt x="106" y="63"/>
                  <a:pt x="106" y="63"/>
                </a:cubicBezTo>
                <a:cubicBezTo>
                  <a:pt x="106" y="64"/>
                  <a:pt x="107" y="65"/>
                  <a:pt x="108" y="65"/>
                </a:cubicBezTo>
                <a:cubicBezTo>
                  <a:pt x="108" y="65"/>
                  <a:pt x="108" y="65"/>
                  <a:pt x="108" y="65"/>
                </a:cubicBezTo>
                <a:cubicBezTo>
                  <a:pt x="108" y="66"/>
                  <a:pt x="108" y="66"/>
                  <a:pt x="108" y="66"/>
                </a:cubicBezTo>
                <a:cubicBezTo>
                  <a:pt x="109" y="66"/>
                  <a:pt x="110" y="67"/>
                  <a:pt x="110" y="67"/>
                </a:cubicBezTo>
                <a:cubicBezTo>
                  <a:pt x="111" y="67"/>
                  <a:pt x="111" y="67"/>
                  <a:pt x="111" y="67"/>
                </a:cubicBezTo>
                <a:cubicBezTo>
                  <a:pt x="112" y="67"/>
                  <a:pt x="112" y="67"/>
                  <a:pt x="112" y="67"/>
                </a:cubicBezTo>
                <a:cubicBezTo>
                  <a:pt x="113" y="66"/>
                  <a:pt x="113" y="65"/>
                  <a:pt x="113" y="64"/>
                </a:cubicBezTo>
                <a:cubicBezTo>
                  <a:pt x="113" y="62"/>
                  <a:pt x="113" y="62"/>
                  <a:pt x="113" y="62"/>
                </a:cubicBezTo>
                <a:cubicBezTo>
                  <a:pt x="113" y="61"/>
                  <a:pt x="113" y="61"/>
                  <a:pt x="112" y="60"/>
                </a:cubicBezTo>
                <a:cubicBezTo>
                  <a:pt x="117" y="38"/>
                  <a:pt x="117" y="38"/>
                  <a:pt x="117" y="38"/>
                </a:cubicBezTo>
                <a:cubicBezTo>
                  <a:pt x="118" y="37"/>
                  <a:pt x="117" y="35"/>
                  <a:pt x="115" y="35"/>
                </a:cubicBezTo>
                <a:cubicBezTo>
                  <a:pt x="115" y="35"/>
                  <a:pt x="115" y="35"/>
                  <a:pt x="115" y="35"/>
                </a:cubicBezTo>
                <a:moveTo>
                  <a:pt x="135" y="33"/>
                </a:moveTo>
                <a:cubicBezTo>
                  <a:pt x="131" y="33"/>
                  <a:pt x="127" y="34"/>
                  <a:pt x="124" y="36"/>
                </a:cubicBezTo>
                <a:cubicBezTo>
                  <a:pt x="120" y="38"/>
                  <a:pt x="118" y="41"/>
                  <a:pt x="118" y="44"/>
                </a:cubicBezTo>
                <a:cubicBezTo>
                  <a:pt x="119" y="47"/>
                  <a:pt x="121" y="50"/>
                  <a:pt x="125" y="50"/>
                </a:cubicBezTo>
                <a:cubicBezTo>
                  <a:pt x="126" y="51"/>
                  <a:pt x="126" y="51"/>
                  <a:pt x="127" y="51"/>
                </a:cubicBezTo>
                <a:cubicBezTo>
                  <a:pt x="128" y="51"/>
                  <a:pt x="130" y="51"/>
                  <a:pt x="131" y="52"/>
                </a:cubicBezTo>
                <a:cubicBezTo>
                  <a:pt x="131" y="52"/>
                  <a:pt x="132" y="53"/>
                  <a:pt x="132" y="53"/>
                </a:cubicBezTo>
                <a:cubicBezTo>
                  <a:pt x="132" y="53"/>
                  <a:pt x="131" y="54"/>
                  <a:pt x="130" y="54"/>
                </a:cubicBezTo>
                <a:cubicBezTo>
                  <a:pt x="120" y="56"/>
                  <a:pt x="120" y="56"/>
                  <a:pt x="120" y="56"/>
                </a:cubicBezTo>
                <a:cubicBezTo>
                  <a:pt x="119" y="56"/>
                  <a:pt x="118" y="58"/>
                  <a:pt x="118" y="59"/>
                </a:cubicBezTo>
                <a:cubicBezTo>
                  <a:pt x="118" y="61"/>
                  <a:pt x="120" y="61"/>
                  <a:pt x="121" y="61"/>
                </a:cubicBezTo>
                <a:cubicBezTo>
                  <a:pt x="121" y="61"/>
                  <a:pt x="121" y="61"/>
                  <a:pt x="121" y="61"/>
                </a:cubicBezTo>
                <a:cubicBezTo>
                  <a:pt x="121" y="61"/>
                  <a:pt x="121" y="61"/>
                  <a:pt x="121" y="61"/>
                </a:cubicBezTo>
                <a:cubicBezTo>
                  <a:pt x="131" y="59"/>
                  <a:pt x="131" y="59"/>
                  <a:pt x="131" y="59"/>
                </a:cubicBezTo>
                <a:cubicBezTo>
                  <a:pt x="132" y="59"/>
                  <a:pt x="135" y="58"/>
                  <a:pt x="136" y="56"/>
                </a:cubicBezTo>
                <a:cubicBezTo>
                  <a:pt x="137" y="55"/>
                  <a:pt x="137" y="53"/>
                  <a:pt x="137" y="52"/>
                </a:cubicBezTo>
                <a:cubicBezTo>
                  <a:pt x="137" y="50"/>
                  <a:pt x="135" y="48"/>
                  <a:pt x="133" y="47"/>
                </a:cubicBezTo>
                <a:cubicBezTo>
                  <a:pt x="131" y="46"/>
                  <a:pt x="130" y="46"/>
                  <a:pt x="128" y="45"/>
                </a:cubicBezTo>
                <a:cubicBezTo>
                  <a:pt x="127" y="45"/>
                  <a:pt x="127" y="45"/>
                  <a:pt x="126" y="45"/>
                </a:cubicBezTo>
                <a:cubicBezTo>
                  <a:pt x="125" y="45"/>
                  <a:pt x="124" y="44"/>
                  <a:pt x="123" y="43"/>
                </a:cubicBezTo>
                <a:cubicBezTo>
                  <a:pt x="123" y="43"/>
                  <a:pt x="124" y="41"/>
                  <a:pt x="126" y="40"/>
                </a:cubicBezTo>
                <a:cubicBezTo>
                  <a:pt x="129" y="39"/>
                  <a:pt x="132" y="38"/>
                  <a:pt x="135" y="38"/>
                </a:cubicBezTo>
                <a:cubicBezTo>
                  <a:pt x="135" y="38"/>
                  <a:pt x="135" y="38"/>
                  <a:pt x="136" y="38"/>
                </a:cubicBezTo>
                <a:cubicBezTo>
                  <a:pt x="136" y="38"/>
                  <a:pt x="136" y="38"/>
                  <a:pt x="136" y="38"/>
                </a:cubicBezTo>
                <a:cubicBezTo>
                  <a:pt x="137" y="38"/>
                  <a:pt x="139" y="37"/>
                  <a:pt x="139" y="36"/>
                </a:cubicBezTo>
                <a:cubicBezTo>
                  <a:pt x="139" y="34"/>
                  <a:pt x="138" y="33"/>
                  <a:pt x="136" y="33"/>
                </a:cubicBezTo>
                <a:cubicBezTo>
                  <a:pt x="136" y="33"/>
                  <a:pt x="135" y="33"/>
                  <a:pt x="135" y="33"/>
                </a:cubicBezTo>
                <a:moveTo>
                  <a:pt x="124" y="24"/>
                </a:moveTo>
                <a:cubicBezTo>
                  <a:pt x="124" y="24"/>
                  <a:pt x="125" y="24"/>
                  <a:pt x="125" y="23"/>
                </a:cubicBezTo>
                <a:cubicBezTo>
                  <a:pt x="127" y="22"/>
                  <a:pt x="128" y="21"/>
                  <a:pt x="130" y="21"/>
                </a:cubicBezTo>
                <a:cubicBezTo>
                  <a:pt x="134" y="20"/>
                  <a:pt x="134" y="20"/>
                  <a:pt x="134" y="20"/>
                </a:cubicBezTo>
                <a:cubicBezTo>
                  <a:pt x="135" y="20"/>
                  <a:pt x="135" y="20"/>
                  <a:pt x="135" y="20"/>
                </a:cubicBezTo>
                <a:cubicBezTo>
                  <a:pt x="136" y="19"/>
                  <a:pt x="137" y="19"/>
                  <a:pt x="138" y="19"/>
                </a:cubicBezTo>
                <a:cubicBezTo>
                  <a:pt x="139" y="19"/>
                  <a:pt x="140" y="19"/>
                  <a:pt x="141" y="20"/>
                </a:cubicBezTo>
                <a:cubicBezTo>
                  <a:pt x="147" y="20"/>
                  <a:pt x="152" y="23"/>
                  <a:pt x="155" y="28"/>
                </a:cubicBezTo>
                <a:cubicBezTo>
                  <a:pt x="158" y="33"/>
                  <a:pt x="159" y="40"/>
                  <a:pt x="161" y="46"/>
                </a:cubicBezTo>
                <a:cubicBezTo>
                  <a:pt x="168" y="95"/>
                  <a:pt x="168" y="95"/>
                  <a:pt x="168" y="95"/>
                </a:cubicBezTo>
                <a:cubicBezTo>
                  <a:pt x="170" y="102"/>
                  <a:pt x="170" y="110"/>
                  <a:pt x="167" y="115"/>
                </a:cubicBezTo>
                <a:cubicBezTo>
                  <a:pt x="163" y="120"/>
                  <a:pt x="155" y="122"/>
                  <a:pt x="148" y="123"/>
                </a:cubicBezTo>
                <a:cubicBezTo>
                  <a:pt x="39" y="141"/>
                  <a:pt x="39" y="141"/>
                  <a:pt x="39" y="141"/>
                </a:cubicBezTo>
                <a:cubicBezTo>
                  <a:pt x="42" y="137"/>
                  <a:pt x="43" y="132"/>
                  <a:pt x="43" y="127"/>
                </a:cubicBezTo>
                <a:cubicBezTo>
                  <a:pt x="46" y="98"/>
                  <a:pt x="41" y="68"/>
                  <a:pt x="28" y="42"/>
                </a:cubicBezTo>
                <a:cubicBezTo>
                  <a:pt x="121" y="22"/>
                  <a:pt x="121" y="22"/>
                  <a:pt x="121" y="22"/>
                </a:cubicBezTo>
                <a:cubicBezTo>
                  <a:pt x="121" y="23"/>
                  <a:pt x="121" y="23"/>
                  <a:pt x="121" y="23"/>
                </a:cubicBezTo>
                <a:cubicBezTo>
                  <a:pt x="122" y="23"/>
                  <a:pt x="123" y="24"/>
                  <a:pt x="124" y="24"/>
                </a:cubicBezTo>
                <a:moveTo>
                  <a:pt x="30" y="140"/>
                </a:moveTo>
                <a:cubicBezTo>
                  <a:pt x="26" y="140"/>
                  <a:pt x="23" y="138"/>
                  <a:pt x="20" y="135"/>
                </a:cubicBezTo>
                <a:cubicBezTo>
                  <a:pt x="17" y="130"/>
                  <a:pt x="16" y="124"/>
                  <a:pt x="15" y="118"/>
                </a:cubicBezTo>
                <a:cubicBezTo>
                  <a:pt x="6" y="46"/>
                  <a:pt x="6" y="46"/>
                  <a:pt x="6" y="46"/>
                </a:cubicBezTo>
                <a:cubicBezTo>
                  <a:pt x="6" y="39"/>
                  <a:pt x="5" y="32"/>
                  <a:pt x="9" y="28"/>
                </a:cubicBezTo>
                <a:cubicBezTo>
                  <a:pt x="12" y="25"/>
                  <a:pt x="16" y="24"/>
                  <a:pt x="21" y="23"/>
                </a:cubicBezTo>
                <a:cubicBezTo>
                  <a:pt x="21" y="23"/>
                  <a:pt x="21" y="23"/>
                  <a:pt x="21" y="23"/>
                </a:cubicBezTo>
                <a:cubicBezTo>
                  <a:pt x="104" y="7"/>
                  <a:pt x="104" y="7"/>
                  <a:pt x="104" y="7"/>
                </a:cubicBezTo>
                <a:cubicBezTo>
                  <a:pt x="108" y="7"/>
                  <a:pt x="112" y="6"/>
                  <a:pt x="116" y="6"/>
                </a:cubicBezTo>
                <a:cubicBezTo>
                  <a:pt x="118" y="6"/>
                  <a:pt x="120" y="6"/>
                  <a:pt x="122" y="7"/>
                </a:cubicBezTo>
                <a:cubicBezTo>
                  <a:pt x="126" y="8"/>
                  <a:pt x="130" y="11"/>
                  <a:pt x="131" y="15"/>
                </a:cubicBezTo>
                <a:cubicBezTo>
                  <a:pt x="130" y="15"/>
                  <a:pt x="129" y="15"/>
                  <a:pt x="129" y="15"/>
                </a:cubicBezTo>
                <a:cubicBezTo>
                  <a:pt x="24" y="37"/>
                  <a:pt x="24" y="37"/>
                  <a:pt x="24" y="37"/>
                </a:cubicBezTo>
                <a:cubicBezTo>
                  <a:pt x="23" y="37"/>
                  <a:pt x="22" y="38"/>
                  <a:pt x="22" y="38"/>
                </a:cubicBezTo>
                <a:cubicBezTo>
                  <a:pt x="22" y="39"/>
                  <a:pt x="22" y="40"/>
                  <a:pt x="22" y="41"/>
                </a:cubicBezTo>
                <a:cubicBezTo>
                  <a:pt x="35" y="67"/>
                  <a:pt x="40" y="97"/>
                  <a:pt x="38" y="127"/>
                </a:cubicBezTo>
                <a:cubicBezTo>
                  <a:pt x="38" y="131"/>
                  <a:pt x="37" y="136"/>
                  <a:pt x="34" y="138"/>
                </a:cubicBezTo>
                <a:cubicBezTo>
                  <a:pt x="32" y="139"/>
                  <a:pt x="31" y="140"/>
                  <a:pt x="30" y="140"/>
                </a:cubicBezTo>
                <a:moveTo>
                  <a:pt x="116" y="0"/>
                </a:moveTo>
                <a:cubicBezTo>
                  <a:pt x="112" y="0"/>
                  <a:pt x="107" y="1"/>
                  <a:pt x="103" y="2"/>
                </a:cubicBezTo>
                <a:cubicBezTo>
                  <a:pt x="20" y="18"/>
                  <a:pt x="20" y="18"/>
                  <a:pt x="20" y="18"/>
                </a:cubicBezTo>
                <a:cubicBezTo>
                  <a:pt x="14" y="19"/>
                  <a:pt x="9" y="20"/>
                  <a:pt x="5" y="24"/>
                </a:cubicBezTo>
                <a:cubicBezTo>
                  <a:pt x="0" y="30"/>
                  <a:pt x="0" y="39"/>
                  <a:pt x="1" y="47"/>
                </a:cubicBezTo>
                <a:cubicBezTo>
                  <a:pt x="10" y="118"/>
                  <a:pt x="10" y="118"/>
                  <a:pt x="10" y="118"/>
                </a:cubicBezTo>
                <a:cubicBezTo>
                  <a:pt x="11" y="125"/>
                  <a:pt x="12" y="132"/>
                  <a:pt x="16" y="138"/>
                </a:cubicBezTo>
                <a:cubicBezTo>
                  <a:pt x="19" y="141"/>
                  <a:pt x="22" y="144"/>
                  <a:pt x="26" y="145"/>
                </a:cubicBezTo>
                <a:cubicBezTo>
                  <a:pt x="26" y="145"/>
                  <a:pt x="26" y="145"/>
                  <a:pt x="26" y="146"/>
                </a:cubicBezTo>
                <a:cubicBezTo>
                  <a:pt x="26" y="147"/>
                  <a:pt x="27" y="148"/>
                  <a:pt x="29" y="148"/>
                </a:cubicBezTo>
                <a:cubicBezTo>
                  <a:pt x="29" y="148"/>
                  <a:pt x="29" y="148"/>
                  <a:pt x="29" y="148"/>
                </a:cubicBezTo>
                <a:cubicBezTo>
                  <a:pt x="149" y="128"/>
                  <a:pt x="149" y="128"/>
                  <a:pt x="149" y="128"/>
                </a:cubicBezTo>
                <a:cubicBezTo>
                  <a:pt x="150" y="128"/>
                  <a:pt x="151" y="128"/>
                  <a:pt x="152" y="128"/>
                </a:cubicBezTo>
                <a:cubicBezTo>
                  <a:pt x="160" y="126"/>
                  <a:pt x="167" y="124"/>
                  <a:pt x="171" y="118"/>
                </a:cubicBezTo>
                <a:cubicBezTo>
                  <a:pt x="176" y="111"/>
                  <a:pt x="175" y="102"/>
                  <a:pt x="174" y="94"/>
                </a:cubicBezTo>
                <a:cubicBezTo>
                  <a:pt x="166" y="45"/>
                  <a:pt x="166" y="45"/>
                  <a:pt x="166" y="45"/>
                </a:cubicBezTo>
                <a:cubicBezTo>
                  <a:pt x="165" y="39"/>
                  <a:pt x="164" y="31"/>
                  <a:pt x="159" y="24"/>
                </a:cubicBezTo>
                <a:cubicBezTo>
                  <a:pt x="155" y="19"/>
                  <a:pt x="149" y="15"/>
                  <a:pt x="142" y="14"/>
                </a:cubicBezTo>
                <a:cubicBezTo>
                  <a:pt x="140" y="14"/>
                  <a:pt x="139" y="14"/>
                  <a:pt x="137" y="14"/>
                </a:cubicBezTo>
                <a:cubicBezTo>
                  <a:pt x="137" y="14"/>
                  <a:pt x="137" y="14"/>
                  <a:pt x="136" y="14"/>
                </a:cubicBezTo>
                <a:cubicBezTo>
                  <a:pt x="135" y="8"/>
                  <a:pt x="129" y="3"/>
                  <a:pt x="123" y="1"/>
                </a:cubicBezTo>
                <a:cubicBezTo>
                  <a:pt x="121" y="1"/>
                  <a:pt x="118" y="0"/>
                  <a:pt x="116"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9" name="Freeform 133">
            <a:extLst>
              <a:ext uri="{FF2B5EF4-FFF2-40B4-BE49-F238E27FC236}">
                <a16:creationId xmlns:a16="http://schemas.microsoft.com/office/drawing/2014/main" id="{71774898-FC25-47FD-8DF5-83C27345E63F}"/>
              </a:ext>
            </a:extLst>
          </p:cNvPr>
          <p:cNvSpPr>
            <a:spLocks noEditPoints="1"/>
          </p:cNvSpPr>
          <p:nvPr/>
        </p:nvSpPr>
        <p:spPr bwMode="auto">
          <a:xfrm>
            <a:off x="1928813" y="3495675"/>
            <a:ext cx="441325" cy="530225"/>
          </a:xfrm>
          <a:custGeom>
            <a:avLst/>
            <a:gdLst>
              <a:gd name="T0" fmla="*/ 70 w 123"/>
              <a:gd name="T1" fmla="*/ 15 h 148"/>
              <a:gd name="T2" fmla="*/ 115 w 123"/>
              <a:gd name="T3" fmla="*/ 119 h 148"/>
              <a:gd name="T4" fmla="*/ 105 w 123"/>
              <a:gd name="T5" fmla="*/ 111 h 148"/>
              <a:gd name="T6" fmla="*/ 112 w 123"/>
              <a:gd name="T7" fmla="*/ 106 h 148"/>
              <a:gd name="T8" fmla="*/ 111 w 123"/>
              <a:gd name="T9" fmla="*/ 102 h 148"/>
              <a:gd name="T10" fmla="*/ 94 w 123"/>
              <a:gd name="T11" fmla="*/ 89 h 148"/>
              <a:gd name="T12" fmla="*/ 99 w 123"/>
              <a:gd name="T13" fmla="*/ 90 h 148"/>
              <a:gd name="T14" fmla="*/ 104 w 123"/>
              <a:gd name="T15" fmla="*/ 88 h 148"/>
              <a:gd name="T16" fmla="*/ 95 w 123"/>
              <a:gd name="T17" fmla="*/ 85 h 148"/>
              <a:gd name="T18" fmla="*/ 87 w 123"/>
              <a:gd name="T19" fmla="*/ 75 h 148"/>
              <a:gd name="T20" fmla="*/ 96 w 123"/>
              <a:gd name="T21" fmla="*/ 73 h 148"/>
              <a:gd name="T22" fmla="*/ 91 w 123"/>
              <a:gd name="T23" fmla="*/ 67 h 148"/>
              <a:gd name="T24" fmla="*/ 90 w 123"/>
              <a:gd name="T25" fmla="*/ 63 h 148"/>
              <a:gd name="T26" fmla="*/ 75 w 123"/>
              <a:gd name="T27" fmla="*/ 52 h 148"/>
              <a:gd name="T28" fmla="*/ 86 w 123"/>
              <a:gd name="T29" fmla="*/ 55 h 148"/>
              <a:gd name="T30" fmla="*/ 69 w 123"/>
              <a:gd name="T31" fmla="*/ 43 h 148"/>
              <a:gd name="T32" fmla="*/ 80 w 123"/>
              <a:gd name="T33" fmla="*/ 46 h 148"/>
              <a:gd name="T34" fmla="*/ 82 w 123"/>
              <a:gd name="T35" fmla="*/ 50 h 148"/>
              <a:gd name="T36" fmla="*/ 72 w 123"/>
              <a:gd name="T37" fmla="*/ 47 h 148"/>
              <a:gd name="T38" fmla="*/ 75 w 123"/>
              <a:gd name="T39" fmla="*/ 40 h 148"/>
              <a:gd name="T40" fmla="*/ 88 w 123"/>
              <a:gd name="T41" fmla="*/ 29 h 148"/>
              <a:gd name="T42" fmla="*/ 94 w 123"/>
              <a:gd name="T43" fmla="*/ 25 h 148"/>
              <a:gd name="T44" fmla="*/ 94 w 123"/>
              <a:gd name="T45" fmla="*/ 22 h 148"/>
              <a:gd name="T46" fmla="*/ 82 w 123"/>
              <a:gd name="T47" fmla="*/ 27 h 148"/>
              <a:gd name="T48" fmla="*/ 93 w 123"/>
              <a:gd name="T49" fmla="*/ 22 h 148"/>
              <a:gd name="T50" fmla="*/ 82 w 123"/>
              <a:gd name="T51" fmla="*/ 27 h 148"/>
              <a:gd name="T52" fmla="*/ 84 w 123"/>
              <a:gd name="T53" fmla="*/ 19 h 148"/>
              <a:gd name="T54" fmla="*/ 67 w 123"/>
              <a:gd name="T55" fmla="*/ 22 h 148"/>
              <a:gd name="T56" fmla="*/ 69 w 123"/>
              <a:gd name="T57" fmla="*/ 15 h 148"/>
              <a:gd name="T58" fmla="*/ 70 w 123"/>
              <a:gd name="T59" fmla="*/ 15 h 148"/>
              <a:gd name="T60" fmla="*/ 75 w 123"/>
              <a:gd name="T61" fmla="*/ 16 h 148"/>
              <a:gd name="T62" fmla="*/ 70 w 123"/>
              <a:gd name="T63" fmla="*/ 15 h 148"/>
              <a:gd name="T64" fmla="*/ 9 w 123"/>
              <a:gd name="T65" fmla="*/ 50 h 148"/>
              <a:gd name="T66" fmla="*/ 21 w 123"/>
              <a:gd name="T67" fmla="*/ 12 h 148"/>
              <a:gd name="T68" fmla="*/ 39 w 123"/>
              <a:gd name="T69" fmla="*/ 18 h 148"/>
              <a:gd name="T70" fmla="*/ 66 w 123"/>
              <a:gd name="T71" fmla="*/ 40 h 148"/>
              <a:gd name="T72" fmla="*/ 88 w 123"/>
              <a:gd name="T73" fmla="*/ 85 h 148"/>
              <a:gd name="T74" fmla="*/ 103 w 123"/>
              <a:gd name="T75" fmla="*/ 114 h 148"/>
              <a:gd name="T76" fmla="*/ 108 w 123"/>
              <a:gd name="T77" fmla="*/ 123 h 148"/>
              <a:gd name="T78" fmla="*/ 23 w 123"/>
              <a:gd name="T79" fmla="*/ 61 h 148"/>
              <a:gd name="T80" fmla="*/ 50 w 123"/>
              <a:gd name="T81" fmla="*/ 17 h 148"/>
              <a:gd name="T82" fmla="*/ 58 w 123"/>
              <a:gd name="T83" fmla="*/ 12 h 148"/>
              <a:gd name="T84" fmla="*/ 50 w 123"/>
              <a:gd name="T85" fmla="*/ 17 h 148"/>
              <a:gd name="T86" fmla="*/ 45 w 123"/>
              <a:gd name="T87" fmla="*/ 7 h 148"/>
              <a:gd name="T88" fmla="*/ 40 w 123"/>
              <a:gd name="T89" fmla="*/ 14 h 148"/>
              <a:gd name="T90" fmla="*/ 43 w 123"/>
              <a:gd name="T91" fmla="*/ 8 h 148"/>
              <a:gd name="T92" fmla="*/ 25 w 123"/>
              <a:gd name="T93" fmla="*/ 10 h 148"/>
              <a:gd name="T94" fmla="*/ 36 w 123"/>
              <a:gd name="T95" fmla="*/ 7 h 148"/>
              <a:gd name="T96" fmla="*/ 23 w 123"/>
              <a:gd name="T97" fmla="*/ 7 h 148"/>
              <a:gd name="T98" fmla="*/ 20 w 123"/>
              <a:gd name="T99" fmla="*/ 7 h 148"/>
              <a:gd name="T100" fmla="*/ 6 w 123"/>
              <a:gd name="T101" fmla="*/ 49 h 148"/>
              <a:gd name="T102" fmla="*/ 2 w 123"/>
              <a:gd name="T103" fmla="*/ 75 h 148"/>
              <a:gd name="T104" fmla="*/ 66 w 123"/>
              <a:gd name="T105" fmla="*/ 145 h 148"/>
              <a:gd name="T106" fmla="*/ 109 w 123"/>
              <a:gd name="T107" fmla="*/ 126 h 148"/>
              <a:gd name="T108" fmla="*/ 122 w 123"/>
              <a:gd name="T109" fmla="*/ 118 h 148"/>
              <a:gd name="T110" fmla="*/ 101 w 123"/>
              <a:gd name="T111" fmla="*/ 74 h 148"/>
              <a:gd name="T112" fmla="*/ 86 w 123"/>
              <a:gd name="T113" fmla="*/ 34 h 148"/>
              <a:gd name="T114" fmla="*/ 89 w 123"/>
              <a:gd name="T115" fmla="*/ 32 h 148"/>
              <a:gd name="T116" fmla="*/ 102 w 123"/>
              <a:gd name="T117" fmla="*/ 21 h 148"/>
              <a:gd name="T118" fmla="*/ 93 w 123"/>
              <a:gd name="T119" fmla="*/ 18 h 148"/>
              <a:gd name="T120" fmla="*/ 90 w 123"/>
              <a:gd name="T121" fmla="*/ 17 h 148"/>
              <a:gd name="T122" fmla="*/ 36 w 123"/>
              <a:gd name="T12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48">
                <a:moveTo>
                  <a:pt x="70" y="15"/>
                </a:moveTo>
                <a:cubicBezTo>
                  <a:pt x="70" y="15"/>
                  <a:pt x="70" y="15"/>
                  <a:pt x="70" y="15"/>
                </a:cubicBezTo>
                <a:cubicBezTo>
                  <a:pt x="70" y="15"/>
                  <a:pt x="70" y="15"/>
                  <a:pt x="70" y="15"/>
                </a:cubicBezTo>
                <a:moveTo>
                  <a:pt x="111" y="121"/>
                </a:moveTo>
                <a:cubicBezTo>
                  <a:pt x="108" y="116"/>
                  <a:pt x="108" y="116"/>
                  <a:pt x="108" y="116"/>
                </a:cubicBezTo>
                <a:cubicBezTo>
                  <a:pt x="111" y="117"/>
                  <a:pt x="113" y="118"/>
                  <a:pt x="115" y="119"/>
                </a:cubicBezTo>
                <a:cubicBezTo>
                  <a:pt x="111" y="121"/>
                  <a:pt x="111" y="121"/>
                  <a:pt x="111" y="121"/>
                </a:cubicBezTo>
                <a:moveTo>
                  <a:pt x="118" y="116"/>
                </a:moveTo>
                <a:cubicBezTo>
                  <a:pt x="114" y="114"/>
                  <a:pt x="110" y="113"/>
                  <a:pt x="105" y="111"/>
                </a:cubicBezTo>
                <a:cubicBezTo>
                  <a:pt x="101" y="103"/>
                  <a:pt x="101" y="103"/>
                  <a:pt x="101" y="103"/>
                </a:cubicBezTo>
                <a:cubicBezTo>
                  <a:pt x="111" y="105"/>
                  <a:pt x="111" y="105"/>
                  <a:pt x="111" y="105"/>
                </a:cubicBezTo>
                <a:cubicBezTo>
                  <a:pt x="111" y="106"/>
                  <a:pt x="112" y="106"/>
                  <a:pt x="112" y="106"/>
                </a:cubicBezTo>
                <a:cubicBezTo>
                  <a:pt x="113" y="106"/>
                  <a:pt x="113" y="106"/>
                  <a:pt x="113" y="106"/>
                </a:cubicBezTo>
                <a:cubicBezTo>
                  <a:pt x="118" y="116"/>
                  <a:pt x="118" y="116"/>
                  <a:pt x="118" y="116"/>
                </a:cubicBezTo>
                <a:moveTo>
                  <a:pt x="111" y="102"/>
                </a:moveTo>
                <a:cubicBezTo>
                  <a:pt x="99" y="98"/>
                  <a:pt x="99" y="98"/>
                  <a:pt x="99" y="98"/>
                </a:cubicBezTo>
                <a:cubicBezTo>
                  <a:pt x="94" y="89"/>
                  <a:pt x="94" y="89"/>
                  <a:pt x="94" y="89"/>
                </a:cubicBezTo>
                <a:cubicBezTo>
                  <a:pt x="94" y="89"/>
                  <a:pt x="94" y="89"/>
                  <a:pt x="94" y="89"/>
                </a:cubicBezTo>
                <a:cubicBezTo>
                  <a:pt x="95" y="89"/>
                  <a:pt x="95" y="89"/>
                  <a:pt x="95" y="89"/>
                </a:cubicBezTo>
                <a:cubicBezTo>
                  <a:pt x="96" y="89"/>
                  <a:pt x="96" y="89"/>
                  <a:pt x="96" y="89"/>
                </a:cubicBezTo>
                <a:cubicBezTo>
                  <a:pt x="97" y="89"/>
                  <a:pt x="98" y="90"/>
                  <a:pt x="99" y="90"/>
                </a:cubicBezTo>
                <a:cubicBezTo>
                  <a:pt x="106" y="93"/>
                  <a:pt x="106" y="93"/>
                  <a:pt x="106" y="93"/>
                </a:cubicBezTo>
                <a:cubicBezTo>
                  <a:pt x="111" y="102"/>
                  <a:pt x="111" y="102"/>
                  <a:pt x="111" y="102"/>
                </a:cubicBezTo>
                <a:moveTo>
                  <a:pt x="104" y="88"/>
                </a:moveTo>
                <a:cubicBezTo>
                  <a:pt x="100" y="87"/>
                  <a:pt x="100" y="87"/>
                  <a:pt x="100" y="87"/>
                </a:cubicBezTo>
                <a:cubicBezTo>
                  <a:pt x="99" y="86"/>
                  <a:pt x="98" y="86"/>
                  <a:pt x="97" y="86"/>
                </a:cubicBezTo>
                <a:cubicBezTo>
                  <a:pt x="96" y="85"/>
                  <a:pt x="96" y="85"/>
                  <a:pt x="95" y="85"/>
                </a:cubicBezTo>
                <a:cubicBezTo>
                  <a:pt x="95" y="85"/>
                  <a:pt x="95" y="85"/>
                  <a:pt x="95" y="85"/>
                </a:cubicBezTo>
                <a:cubicBezTo>
                  <a:pt x="94" y="85"/>
                  <a:pt x="93" y="85"/>
                  <a:pt x="92" y="85"/>
                </a:cubicBezTo>
                <a:cubicBezTo>
                  <a:pt x="87" y="75"/>
                  <a:pt x="87" y="75"/>
                  <a:pt x="87" y="75"/>
                </a:cubicBezTo>
                <a:cubicBezTo>
                  <a:pt x="91" y="76"/>
                  <a:pt x="94" y="77"/>
                  <a:pt x="98" y="77"/>
                </a:cubicBezTo>
                <a:cubicBezTo>
                  <a:pt x="104" y="88"/>
                  <a:pt x="104" y="88"/>
                  <a:pt x="104" y="88"/>
                </a:cubicBezTo>
                <a:moveTo>
                  <a:pt x="96" y="73"/>
                </a:moveTo>
                <a:cubicBezTo>
                  <a:pt x="92" y="72"/>
                  <a:pt x="88" y="72"/>
                  <a:pt x="85" y="71"/>
                </a:cubicBezTo>
                <a:cubicBezTo>
                  <a:pt x="81" y="64"/>
                  <a:pt x="81" y="64"/>
                  <a:pt x="81" y="64"/>
                </a:cubicBezTo>
                <a:cubicBezTo>
                  <a:pt x="85" y="65"/>
                  <a:pt x="88" y="66"/>
                  <a:pt x="91" y="67"/>
                </a:cubicBezTo>
                <a:cubicBezTo>
                  <a:pt x="92" y="66"/>
                  <a:pt x="92" y="66"/>
                  <a:pt x="92" y="66"/>
                </a:cubicBezTo>
                <a:cubicBezTo>
                  <a:pt x="96" y="73"/>
                  <a:pt x="96" y="73"/>
                  <a:pt x="96" y="73"/>
                </a:cubicBezTo>
                <a:moveTo>
                  <a:pt x="90" y="63"/>
                </a:moveTo>
                <a:cubicBezTo>
                  <a:pt x="86" y="62"/>
                  <a:pt x="83" y="61"/>
                  <a:pt x="79" y="60"/>
                </a:cubicBezTo>
                <a:cubicBezTo>
                  <a:pt x="74" y="52"/>
                  <a:pt x="74" y="52"/>
                  <a:pt x="74" y="52"/>
                </a:cubicBezTo>
                <a:cubicBezTo>
                  <a:pt x="75" y="52"/>
                  <a:pt x="75" y="52"/>
                  <a:pt x="75" y="52"/>
                </a:cubicBezTo>
                <a:cubicBezTo>
                  <a:pt x="77" y="52"/>
                  <a:pt x="79" y="53"/>
                  <a:pt x="80" y="54"/>
                </a:cubicBezTo>
                <a:cubicBezTo>
                  <a:pt x="86" y="56"/>
                  <a:pt x="86" y="56"/>
                  <a:pt x="86" y="56"/>
                </a:cubicBezTo>
                <a:cubicBezTo>
                  <a:pt x="86" y="55"/>
                  <a:pt x="86" y="55"/>
                  <a:pt x="86" y="55"/>
                </a:cubicBezTo>
                <a:cubicBezTo>
                  <a:pt x="90" y="63"/>
                  <a:pt x="90" y="63"/>
                  <a:pt x="90" y="63"/>
                </a:cubicBezTo>
                <a:moveTo>
                  <a:pt x="72" y="47"/>
                </a:moveTo>
                <a:cubicBezTo>
                  <a:pt x="69" y="43"/>
                  <a:pt x="69" y="43"/>
                  <a:pt x="69" y="43"/>
                </a:cubicBezTo>
                <a:cubicBezTo>
                  <a:pt x="73" y="41"/>
                  <a:pt x="73" y="41"/>
                  <a:pt x="73" y="41"/>
                </a:cubicBezTo>
                <a:cubicBezTo>
                  <a:pt x="72" y="43"/>
                  <a:pt x="72" y="43"/>
                  <a:pt x="72" y="43"/>
                </a:cubicBezTo>
                <a:cubicBezTo>
                  <a:pt x="75" y="44"/>
                  <a:pt x="77" y="45"/>
                  <a:pt x="80" y="46"/>
                </a:cubicBezTo>
                <a:cubicBezTo>
                  <a:pt x="80" y="44"/>
                  <a:pt x="80" y="44"/>
                  <a:pt x="80" y="44"/>
                </a:cubicBezTo>
                <a:cubicBezTo>
                  <a:pt x="84" y="52"/>
                  <a:pt x="84" y="52"/>
                  <a:pt x="84" y="52"/>
                </a:cubicBezTo>
                <a:cubicBezTo>
                  <a:pt x="82" y="50"/>
                  <a:pt x="82" y="50"/>
                  <a:pt x="82" y="50"/>
                </a:cubicBezTo>
                <a:cubicBezTo>
                  <a:pt x="80" y="50"/>
                  <a:pt x="78" y="49"/>
                  <a:pt x="76" y="48"/>
                </a:cubicBezTo>
                <a:cubicBezTo>
                  <a:pt x="76" y="48"/>
                  <a:pt x="75" y="48"/>
                  <a:pt x="75" y="48"/>
                </a:cubicBezTo>
                <a:cubicBezTo>
                  <a:pt x="74" y="48"/>
                  <a:pt x="73" y="47"/>
                  <a:pt x="72" y="47"/>
                </a:cubicBezTo>
                <a:cubicBezTo>
                  <a:pt x="72" y="47"/>
                  <a:pt x="72" y="47"/>
                  <a:pt x="72" y="47"/>
                </a:cubicBezTo>
                <a:moveTo>
                  <a:pt x="79" y="41"/>
                </a:moveTo>
                <a:cubicBezTo>
                  <a:pt x="77" y="41"/>
                  <a:pt x="76" y="40"/>
                  <a:pt x="75" y="40"/>
                </a:cubicBezTo>
                <a:cubicBezTo>
                  <a:pt x="77" y="38"/>
                  <a:pt x="77" y="38"/>
                  <a:pt x="77" y="38"/>
                </a:cubicBezTo>
                <a:cubicBezTo>
                  <a:pt x="79" y="41"/>
                  <a:pt x="79" y="41"/>
                  <a:pt x="79" y="41"/>
                </a:cubicBezTo>
                <a:moveTo>
                  <a:pt x="88" y="29"/>
                </a:moveTo>
                <a:cubicBezTo>
                  <a:pt x="86" y="28"/>
                  <a:pt x="86" y="28"/>
                  <a:pt x="86" y="28"/>
                </a:cubicBezTo>
                <a:cubicBezTo>
                  <a:pt x="87" y="28"/>
                  <a:pt x="88" y="28"/>
                  <a:pt x="89" y="27"/>
                </a:cubicBezTo>
                <a:cubicBezTo>
                  <a:pt x="91" y="26"/>
                  <a:pt x="93" y="26"/>
                  <a:pt x="94" y="25"/>
                </a:cubicBezTo>
                <a:cubicBezTo>
                  <a:pt x="88" y="29"/>
                  <a:pt x="88" y="29"/>
                  <a:pt x="88" y="29"/>
                </a:cubicBezTo>
                <a:moveTo>
                  <a:pt x="94" y="25"/>
                </a:moveTo>
                <a:cubicBezTo>
                  <a:pt x="94" y="22"/>
                  <a:pt x="94" y="22"/>
                  <a:pt x="94" y="22"/>
                </a:cubicBezTo>
                <a:cubicBezTo>
                  <a:pt x="98" y="23"/>
                  <a:pt x="98" y="23"/>
                  <a:pt x="98" y="23"/>
                </a:cubicBezTo>
                <a:cubicBezTo>
                  <a:pt x="94" y="25"/>
                  <a:pt x="94" y="25"/>
                  <a:pt x="94" y="25"/>
                </a:cubicBezTo>
                <a:moveTo>
                  <a:pt x="82" y="27"/>
                </a:moveTo>
                <a:cubicBezTo>
                  <a:pt x="76" y="25"/>
                  <a:pt x="76" y="25"/>
                  <a:pt x="76" y="25"/>
                </a:cubicBezTo>
                <a:cubicBezTo>
                  <a:pt x="90" y="21"/>
                  <a:pt x="90" y="21"/>
                  <a:pt x="90" y="21"/>
                </a:cubicBezTo>
                <a:cubicBezTo>
                  <a:pt x="93" y="22"/>
                  <a:pt x="93" y="22"/>
                  <a:pt x="93" y="22"/>
                </a:cubicBezTo>
                <a:cubicBezTo>
                  <a:pt x="91" y="22"/>
                  <a:pt x="89" y="23"/>
                  <a:pt x="88" y="24"/>
                </a:cubicBezTo>
                <a:cubicBezTo>
                  <a:pt x="86" y="25"/>
                  <a:pt x="84" y="25"/>
                  <a:pt x="82" y="26"/>
                </a:cubicBezTo>
                <a:cubicBezTo>
                  <a:pt x="82" y="27"/>
                  <a:pt x="82" y="27"/>
                  <a:pt x="82" y="27"/>
                </a:cubicBezTo>
                <a:moveTo>
                  <a:pt x="80" y="18"/>
                </a:moveTo>
                <a:cubicBezTo>
                  <a:pt x="80" y="18"/>
                  <a:pt x="80" y="18"/>
                  <a:pt x="79" y="18"/>
                </a:cubicBezTo>
                <a:cubicBezTo>
                  <a:pt x="84" y="19"/>
                  <a:pt x="84" y="19"/>
                  <a:pt x="84" y="19"/>
                </a:cubicBezTo>
                <a:cubicBezTo>
                  <a:pt x="72" y="23"/>
                  <a:pt x="72" y="23"/>
                  <a:pt x="72" y="23"/>
                </a:cubicBezTo>
                <a:cubicBezTo>
                  <a:pt x="73" y="24"/>
                  <a:pt x="73" y="24"/>
                  <a:pt x="73" y="24"/>
                </a:cubicBezTo>
                <a:cubicBezTo>
                  <a:pt x="67" y="22"/>
                  <a:pt x="67" y="22"/>
                  <a:pt x="67" y="22"/>
                </a:cubicBezTo>
                <a:cubicBezTo>
                  <a:pt x="71" y="21"/>
                  <a:pt x="76" y="20"/>
                  <a:pt x="80" y="18"/>
                </a:cubicBezTo>
                <a:cubicBezTo>
                  <a:pt x="80" y="18"/>
                  <a:pt x="80" y="18"/>
                  <a:pt x="80" y="18"/>
                </a:cubicBezTo>
                <a:moveTo>
                  <a:pt x="69" y="15"/>
                </a:moveTo>
                <a:cubicBezTo>
                  <a:pt x="69" y="15"/>
                  <a:pt x="69" y="15"/>
                  <a:pt x="69" y="15"/>
                </a:cubicBezTo>
                <a:cubicBezTo>
                  <a:pt x="68" y="14"/>
                  <a:pt x="68" y="14"/>
                  <a:pt x="68" y="14"/>
                </a:cubicBezTo>
                <a:cubicBezTo>
                  <a:pt x="70" y="15"/>
                  <a:pt x="70" y="15"/>
                  <a:pt x="70" y="15"/>
                </a:cubicBezTo>
                <a:cubicBezTo>
                  <a:pt x="71" y="15"/>
                  <a:pt x="71" y="15"/>
                  <a:pt x="71" y="15"/>
                </a:cubicBezTo>
                <a:cubicBezTo>
                  <a:pt x="71" y="15"/>
                  <a:pt x="71" y="15"/>
                  <a:pt x="71" y="15"/>
                </a:cubicBezTo>
                <a:cubicBezTo>
                  <a:pt x="75" y="16"/>
                  <a:pt x="75" y="16"/>
                  <a:pt x="75" y="16"/>
                </a:cubicBezTo>
                <a:cubicBezTo>
                  <a:pt x="70" y="17"/>
                  <a:pt x="65" y="19"/>
                  <a:pt x="61" y="20"/>
                </a:cubicBezTo>
                <a:cubicBezTo>
                  <a:pt x="56" y="19"/>
                  <a:pt x="56" y="19"/>
                  <a:pt x="56" y="19"/>
                </a:cubicBezTo>
                <a:cubicBezTo>
                  <a:pt x="60" y="18"/>
                  <a:pt x="65" y="16"/>
                  <a:pt x="70" y="15"/>
                </a:cubicBezTo>
                <a:cubicBezTo>
                  <a:pt x="70" y="15"/>
                  <a:pt x="70" y="15"/>
                  <a:pt x="69" y="15"/>
                </a:cubicBezTo>
                <a:moveTo>
                  <a:pt x="4" y="71"/>
                </a:moveTo>
                <a:cubicBezTo>
                  <a:pt x="6" y="64"/>
                  <a:pt x="7" y="57"/>
                  <a:pt x="9" y="50"/>
                </a:cubicBezTo>
                <a:cubicBezTo>
                  <a:pt x="21" y="12"/>
                  <a:pt x="21" y="12"/>
                  <a:pt x="21" y="12"/>
                </a:cubicBezTo>
                <a:cubicBezTo>
                  <a:pt x="21" y="12"/>
                  <a:pt x="21" y="12"/>
                  <a:pt x="21" y="12"/>
                </a:cubicBezTo>
                <a:cubicBezTo>
                  <a:pt x="21" y="12"/>
                  <a:pt x="21" y="12"/>
                  <a:pt x="21" y="12"/>
                </a:cubicBezTo>
                <a:cubicBezTo>
                  <a:pt x="21" y="12"/>
                  <a:pt x="21" y="12"/>
                  <a:pt x="21" y="12"/>
                </a:cubicBezTo>
                <a:cubicBezTo>
                  <a:pt x="39" y="18"/>
                  <a:pt x="39" y="18"/>
                  <a:pt x="39" y="18"/>
                </a:cubicBezTo>
                <a:cubicBezTo>
                  <a:pt x="39" y="18"/>
                  <a:pt x="39" y="18"/>
                  <a:pt x="39" y="18"/>
                </a:cubicBezTo>
                <a:cubicBezTo>
                  <a:pt x="39" y="18"/>
                  <a:pt x="39" y="18"/>
                  <a:pt x="39" y="18"/>
                </a:cubicBezTo>
                <a:cubicBezTo>
                  <a:pt x="83" y="31"/>
                  <a:pt x="83" y="31"/>
                  <a:pt x="83" y="31"/>
                </a:cubicBezTo>
                <a:cubicBezTo>
                  <a:pt x="66" y="40"/>
                  <a:pt x="66" y="40"/>
                  <a:pt x="66" y="40"/>
                </a:cubicBezTo>
                <a:cubicBezTo>
                  <a:pt x="66" y="41"/>
                  <a:pt x="66" y="41"/>
                  <a:pt x="66" y="41"/>
                </a:cubicBezTo>
                <a:cubicBezTo>
                  <a:pt x="65" y="42"/>
                  <a:pt x="65" y="42"/>
                  <a:pt x="65" y="42"/>
                </a:cubicBezTo>
                <a:cubicBezTo>
                  <a:pt x="88" y="85"/>
                  <a:pt x="88" y="85"/>
                  <a:pt x="88" y="85"/>
                </a:cubicBezTo>
                <a:cubicBezTo>
                  <a:pt x="88" y="86"/>
                  <a:pt x="88" y="86"/>
                  <a:pt x="88" y="87"/>
                </a:cubicBezTo>
                <a:cubicBezTo>
                  <a:pt x="88" y="88"/>
                  <a:pt x="89" y="88"/>
                  <a:pt x="89" y="88"/>
                </a:cubicBezTo>
                <a:cubicBezTo>
                  <a:pt x="103" y="114"/>
                  <a:pt x="103" y="114"/>
                  <a:pt x="103" y="114"/>
                </a:cubicBezTo>
                <a:cubicBezTo>
                  <a:pt x="103" y="114"/>
                  <a:pt x="103" y="114"/>
                  <a:pt x="103" y="114"/>
                </a:cubicBezTo>
                <a:cubicBezTo>
                  <a:pt x="103" y="114"/>
                  <a:pt x="103" y="114"/>
                  <a:pt x="103" y="114"/>
                </a:cubicBezTo>
                <a:cubicBezTo>
                  <a:pt x="108" y="123"/>
                  <a:pt x="108" y="123"/>
                  <a:pt x="108" y="123"/>
                </a:cubicBezTo>
                <a:cubicBezTo>
                  <a:pt x="69" y="143"/>
                  <a:pt x="69" y="143"/>
                  <a:pt x="69" y="143"/>
                </a:cubicBezTo>
                <a:cubicBezTo>
                  <a:pt x="25" y="60"/>
                  <a:pt x="25" y="60"/>
                  <a:pt x="25" y="60"/>
                </a:cubicBezTo>
                <a:cubicBezTo>
                  <a:pt x="23" y="61"/>
                  <a:pt x="23" y="61"/>
                  <a:pt x="23" y="61"/>
                </a:cubicBezTo>
                <a:cubicBezTo>
                  <a:pt x="23" y="61"/>
                  <a:pt x="23" y="61"/>
                  <a:pt x="23" y="61"/>
                </a:cubicBezTo>
                <a:cubicBezTo>
                  <a:pt x="4" y="71"/>
                  <a:pt x="4" y="71"/>
                  <a:pt x="4" y="71"/>
                </a:cubicBezTo>
                <a:moveTo>
                  <a:pt x="50" y="17"/>
                </a:moveTo>
                <a:cubicBezTo>
                  <a:pt x="46" y="16"/>
                  <a:pt x="46" y="16"/>
                  <a:pt x="46" y="16"/>
                </a:cubicBezTo>
                <a:cubicBezTo>
                  <a:pt x="47" y="15"/>
                  <a:pt x="48" y="15"/>
                  <a:pt x="49" y="15"/>
                </a:cubicBezTo>
                <a:cubicBezTo>
                  <a:pt x="52" y="13"/>
                  <a:pt x="55" y="12"/>
                  <a:pt x="58" y="12"/>
                </a:cubicBezTo>
                <a:cubicBezTo>
                  <a:pt x="58" y="11"/>
                  <a:pt x="58" y="11"/>
                  <a:pt x="58" y="11"/>
                </a:cubicBezTo>
                <a:cubicBezTo>
                  <a:pt x="64" y="13"/>
                  <a:pt x="64" y="13"/>
                  <a:pt x="64" y="13"/>
                </a:cubicBezTo>
                <a:cubicBezTo>
                  <a:pt x="59" y="14"/>
                  <a:pt x="55" y="15"/>
                  <a:pt x="50" y="17"/>
                </a:cubicBezTo>
                <a:cubicBezTo>
                  <a:pt x="50" y="17"/>
                  <a:pt x="50" y="17"/>
                  <a:pt x="50" y="17"/>
                </a:cubicBezTo>
                <a:moveTo>
                  <a:pt x="44" y="9"/>
                </a:moveTo>
                <a:cubicBezTo>
                  <a:pt x="45" y="7"/>
                  <a:pt x="45" y="7"/>
                  <a:pt x="45" y="7"/>
                </a:cubicBezTo>
                <a:cubicBezTo>
                  <a:pt x="52" y="9"/>
                  <a:pt x="52" y="9"/>
                  <a:pt x="52" y="9"/>
                </a:cubicBezTo>
                <a:cubicBezTo>
                  <a:pt x="50" y="10"/>
                  <a:pt x="49" y="11"/>
                  <a:pt x="47" y="11"/>
                </a:cubicBezTo>
                <a:cubicBezTo>
                  <a:pt x="45" y="12"/>
                  <a:pt x="42" y="13"/>
                  <a:pt x="40" y="14"/>
                </a:cubicBezTo>
                <a:cubicBezTo>
                  <a:pt x="33" y="12"/>
                  <a:pt x="33" y="12"/>
                  <a:pt x="33" y="12"/>
                </a:cubicBezTo>
                <a:cubicBezTo>
                  <a:pt x="34" y="11"/>
                  <a:pt x="36" y="11"/>
                  <a:pt x="37" y="10"/>
                </a:cubicBezTo>
                <a:cubicBezTo>
                  <a:pt x="39" y="10"/>
                  <a:pt x="41" y="9"/>
                  <a:pt x="43" y="8"/>
                </a:cubicBezTo>
                <a:cubicBezTo>
                  <a:pt x="44" y="9"/>
                  <a:pt x="44" y="9"/>
                  <a:pt x="44" y="9"/>
                </a:cubicBezTo>
                <a:moveTo>
                  <a:pt x="28" y="10"/>
                </a:moveTo>
                <a:cubicBezTo>
                  <a:pt x="25" y="10"/>
                  <a:pt x="25" y="10"/>
                  <a:pt x="25" y="10"/>
                </a:cubicBezTo>
                <a:cubicBezTo>
                  <a:pt x="36" y="4"/>
                  <a:pt x="36" y="4"/>
                  <a:pt x="36" y="4"/>
                </a:cubicBezTo>
                <a:cubicBezTo>
                  <a:pt x="40" y="5"/>
                  <a:pt x="40" y="5"/>
                  <a:pt x="40" y="5"/>
                </a:cubicBezTo>
                <a:cubicBezTo>
                  <a:pt x="39" y="6"/>
                  <a:pt x="37" y="6"/>
                  <a:pt x="36" y="7"/>
                </a:cubicBezTo>
                <a:cubicBezTo>
                  <a:pt x="33" y="8"/>
                  <a:pt x="30" y="9"/>
                  <a:pt x="28" y="10"/>
                </a:cubicBezTo>
                <a:moveTo>
                  <a:pt x="36" y="0"/>
                </a:moveTo>
                <a:cubicBezTo>
                  <a:pt x="23" y="7"/>
                  <a:pt x="23" y="7"/>
                  <a:pt x="23" y="7"/>
                </a:cubicBezTo>
                <a:cubicBezTo>
                  <a:pt x="21" y="8"/>
                  <a:pt x="21" y="8"/>
                  <a:pt x="21" y="8"/>
                </a:cubicBezTo>
                <a:cubicBezTo>
                  <a:pt x="20" y="7"/>
                  <a:pt x="20" y="7"/>
                  <a:pt x="20" y="7"/>
                </a:cubicBezTo>
                <a:cubicBezTo>
                  <a:pt x="20" y="7"/>
                  <a:pt x="20" y="7"/>
                  <a:pt x="20" y="7"/>
                </a:cubicBezTo>
                <a:cubicBezTo>
                  <a:pt x="20" y="7"/>
                  <a:pt x="20" y="7"/>
                  <a:pt x="20" y="7"/>
                </a:cubicBezTo>
                <a:cubicBezTo>
                  <a:pt x="19" y="7"/>
                  <a:pt x="19" y="7"/>
                  <a:pt x="19" y="7"/>
                </a:cubicBezTo>
                <a:cubicBezTo>
                  <a:pt x="6" y="49"/>
                  <a:pt x="6" y="49"/>
                  <a:pt x="6" y="49"/>
                </a:cubicBezTo>
                <a:cubicBezTo>
                  <a:pt x="4" y="56"/>
                  <a:pt x="2" y="63"/>
                  <a:pt x="1" y="70"/>
                </a:cubicBezTo>
                <a:cubicBezTo>
                  <a:pt x="0" y="74"/>
                  <a:pt x="0" y="74"/>
                  <a:pt x="0" y="74"/>
                </a:cubicBezTo>
                <a:cubicBezTo>
                  <a:pt x="2" y="75"/>
                  <a:pt x="2" y="75"/>
                  <a:pt x="2" y="75"/>
                </a:cubicBezTo>
                <a:cubicBezTo>
                  <a:pt x="2" y="76"/>
                  <a:pt x="2" y="76"/>
                  <a:pt x="2" y="76"/>
                </a:cubicBezTo>
                <a:cubicBezTo>
                  <a:pt x="23" y="65"/>
                  <a:pt x="23" y="65"/>
                  <a:pt x="23" y="65"/>
                </a:cubicBezTo>
                <a:cubicBezTo>
                  <a:pt x="66" y="145"/>
                  <a:pt x="66" y="145"/>
                  <a:pt x="66" y="145"/>
                </a:cubicBezTo>
                <a:cubicBezTo>
                  <a:pt x="65" y="145"/>
                  <a:pt x="65" y="145"/>
                  <a:pt x="65" y="145"/>
                </a:cubicBezTo>
                <a:cubicBezTo>
                  <a:pt x="67" y="148"/>
                  <a:pt x="67" y="148"/>
                  <a:pt x="67" y="148"/>
                </a:cubicBezTo>
                <a:cubicBezTo>
                  <a:pt x="109" y="126"/>
                  <a:pt x="109" y="126"/>
                  <a:pt x="109" y="126"/>
                </a:cubicBezTo>
                <a:cubicBezTo>
                  <a:pt x="109" y="126"/>
                  <a:pt x="109" y="126"/>
                  <a:pt x="109" y="126"/>
                </a:cubicBezTo>
                <a:cubicBezTo>
                  <a:pt x="123" y="119"/>
                  <a:pt x="123" y="119"/>
                  <a:pt x="123" y="119"/>
                </a:cubicBezTo>
                <a:cubicBezTo>
                  <a:pt x="122" y="118"/>
                  <a:pt x="122" y="118"/>
                  <a:pt x="122" y="118"/>
                </a:cubicBezTo>
                <a:cubicBezTo>
                  <a:pt x="123" y="117"/>
                  <a:pt x="123" y="117"/>
                  <a:pt x="123" y="117"/>
                </a:cubicBezTo>
                <a:cubicBezTo>
                  <a:pt x="101" y="75"/>
                  <a:pt x="101" y="75"/>
                  <a:pt x="101" y="75"/>
                </a:cubicBezTo>
                <a:cubicBezTo>
                  <a:pt x="101" y="74"/>
                  <a:pt x="101" y="74"/>
                  <a:pt x="101" y="74"/>
                </a:cubicBezTo>
                <a:cubicBezTo>
                  <a:pt x="100" y="74"/>
                  <a:pt x="100" y="74"/>
                  <a:pt x="100" y="74"/>
                </a:cubicBezTo>
                <a:cubicBezTo>
                  <a:pt x="81" y="37"/>
                  <a:pt x="81" y="37"/>
                  <a:pt x="81" y="37"/>
                </a:cubicBezTo>
                <a:cubicBezTo>
                  <a:pt x="86" y="34"/>
                  <a:pt x="86" y="34"/>
                  <a:pt x="86" y="34"/>
                </a:cubicBezTo>
                <a:cubicBezTo>
                  <a:pt x="86" y="34"/>
                  <a:pt x="86" y="34"/>
                  <a:pt x="86" y="34"/>
                </a:cubicBezTo>
                <a:cubicBezTo>
                  <a:pt x="87" y="33"/>
                  <a:pt x="87" y="33"/>
                  <a:pt x="87" y="33"/>
                </a:cubicBezTo>
                <a:cubicBezTo>
                  <a:pt x="89" y="32"/>
                  <a:pt x="89" y="32"/>
                  <a:pt x="89" y="32"/>
                </a:cubicBezTo>
                <a:cubicBezTo>
                  <a:pt x="89" y="32"/>
                  <a:pt x="89" y="32"/>
                  <a:pt x="89" y="32"/>
                </a:cubicBezTo>
                <a:cubicBezTo>
                  <a:pt x="104" y="24"/>
                  <a:pt x="104" y="24"/>
                  <a:pt x="104" y="24"/>
                </a:cubicBezTo>
                <a:cubicBezTo>
                  <a:pt x="102" y="21"/>
                  <a:pt x="102" y="21"/>
                  <a:pt x="102" y="21"/>
                </a:cubicBezTo>
                <a:cubicBezTo>
                  <a:pt x="102" y="21"/>
                  <a:pt x="102" y="21"/>
                  <a:pt x="102" y="21"/>
                </a:cubicBezTo>
                <a:cubicBezTo>
                  <a:pt x="102" y="21"/>
                  <a:pt x="102" y="21"/>
                  <a:pt x="102" y="21"/>
                </a:cubicBezTo>
                <a:cubicBezTo>
                  <a:pt x="93" y="18"/>
                  <a:pt x="93" y="18"/>
                  <a:pt x="93" y="18"/>
                </a:cubicBezTo>
                <a:cubicBezTo>
                  <a:pt x="92" y="17"/>
                  <a:pt x="92" y="17"/>
                  <a:pt x="92" y="17"/>
                </a:cubicBezTo>
                <a:cubicBezTo>
                  <a:pt x="90" y="17"/>
                  <a:pt x="90" y="17"/>
                  <a:pt x="90" y="17"/>
                </a:cubicBezTo>
                <a:cubicBezTo>
                  <a:pt x="90" y="17"/>
                  <a:pt x="90" y="17"/>
                  <a:pt x="90" y="17"/>
                </a:cubicBezTo>
                <a:cubicBezTo>
                  <a:pt x="36" y="0"/>
                  <a:pt x="36" y="0"/>
                  <a:pt x="36" y="0"/>
                </a:cubicBezTo>
                <a:cubicBezTo>
                  <a:pt x="36" y="1"/>
                  <a:pt x="36" y="1"/>
                  <a:pt x="36" y="1"/>
                </a:cubicBezTo>
                <a:cubicBezTo>
                  <a:pt x="36" y="0"/>
                  <a:pt x="36" y="0"/>
                  <a:pt x="36"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0" name="Freeform 134">
            <a:extLst>
              <a:ext uri="{FF2B5EF4-FFF2-40B4-BE49-F238E27FC236}">
                <a16:creationId xmlns:a16="http://schemas.microsoft.com/office/drawing/2014/main" id="{80A2690D-55C4-4251-A8F8-D87733E5C306}"/>
              </a:ext>
            </a:extLst>
          </p:cNvPr>
          <p:cNvSpPr>
            <a:spLocks noEditPoints="1"/>
          </p:cNvSpPr>
          <p:nvPr/>
        </p:nvSpPr>
        <p:spPr bwMode="auto">
          <a:xfrm>
            <a:off x="4978400" y="4108450"/>
            <a:ext cx="527050" cy="415925"/>
          </a:xfrm>
          <a:custGeom>
            <a:avLst/>
            <a:gdLst>
              <a:gd name="T0" fmla="*/ 8 w 147"/>
              <a:gd name="T1" fmla="*/ 48 h 116"/>
              <a:gd name="T2" fmla="*/ 5 w 147"/>
              <a:gd name="T3" fmla="*/ 63 h 116"/>
              <a:gd name="T4" fmla="*/ 12 w 147"/>
              <a:gd name="T5" fmla="*/ 47 h 116"/>
              <a:gd name="T6" fmla="*/ 17 w 147"/>
              <a:gd name="T7" fmla="*/ 39 h 116"/>
              <a:gd name="T8" fmla="*/ 11 w 147"/>
              <a:gd name="T9" fmla="*/ 58 h 116"/>
              <a:gd name="T10" fmla="*/ 143 w 147"/>
              <a:gd name="T11" fmla="*/ 39 h 116"/>
              <a:gd name="T12" fmla="*/ 20 w 147"/>
              <a:gd name="T13" fmla="*/ 45 h 116"/>
              <a:gd name="T14" fmla="*/ 26 w 147"/>
              <a:gd name="T15" fmla="*/ 31 h 116"/>
              <a:gd name="T16" fmla="*/ 20 w 147"/>
              <a:gd name="T17" fmla="*/ 48 h 116"/>
              <a:gd name="T18" fmla="*/ 58 w 147"/>
              <a:gd name="T19" fmla="*/ 30 h 116"/>
              <a:gd name="T20" fmla="*/ 62 w 147"/>
              <a:gd name="T21" fmla="*/ 32 h 116"/>
              <a:gd name="T22" fmla="*/ 67 w 147"/>
              <a:gd name="T23" fmla="*/ 32 h 116"/>
              <a:gd name="T24" fmla="*/ 60 w 147"/>
              <a:gd name="T25" fmla="*/ 39 h 116"/>
              <a:gd name="T26" fmla="*/ 55 w 147"/>
              <a:gd name="T27" fmla="*/ 36 h 116"/>
              <a:gd name="T28" fmla="*/ 66 w 147"/>
              <a:gd name="T29" fmla="*/ 38 h 116"/>
              <a:gd name="T30" fmla="*/ 74 w 147"/>
              <a:gd name="T31" fmla="*/ 30 h 116"/>
              <a:gd name="T32" fmla="*/ 65 w 147"/>
              <a:gd name="T33" fmla="*/ 39 h 116"/>
              <a:gd name="T34" fmla="*/ 86 w 147"/>
              <a:gd name="T35" fmla="*/ 30 h 116"/>
              <a:gd name="T36" fmla="*/ 80 w 147"/>
              <a:gd name="T37" fmla="*/ 39 h 116"/>
              <a:gd name="T38" fmla="*/ 111 w 147"/>
              <a:gd name="T39" fmla="*/ 30 h 116"/>
              <a:gd name="T40" fmla="*/ 105 w 147"/>
              <a:gd name="T41" fmla="*/ 36 h 116"/>
              <a:gd name="T42" fmla="*/ 92 w 147"/>
              <a:gd name="T43" fmla="*/ 39 h 116"/>
              <a:gd name="T44" fmla="*/ 108 w 147"/>
              <a:gd name="T45" fmla="*/ 38 h 116"/>
              <a:gd name="T46" fmla="*/ 117 w 147"/>
              <a:gd name="T47" fmla="*/ 30 h 116"/>
              <a:gd name="T48" fmla="*/ 107 w 147"/>
              <a:gd name="T49" fmla="*/ 39 h 116"/>
              <a:gd name="T50" fmla="*/ 131 w 147"/>
              <a:gd name="T51" fmla="*/ 30 h 116"/>
              <a:gd name="T52" fmla="*/ 123 w 147"/>
              <a:gd name="T53" fmla="*/ 39 h 116"/>
              <a:gd name="T54" fmla="*/ 31 w 147"/>
              <a:gd name="T55" fmla="*/ 26 h 116"/>
              <a:gd name="T56" fmla="*/ 31 w 147"/>
              <a:gd name="T57" fmla="*/ 37 h 116"/>
              <a:gd name="T58" fmla="*/ 30 w 147"/>
              <a:gd name="T59" fmla="*/ 27 h 116"/>
              <a:gd name="T60" fmla="*/ 19 w 147"/>
              <a:gd name="T61" fmla="*/ 55 h 116"/>
              <a:gd name="T62" fmla="*/ 52 w 147"/>
              <a:gd name="T63" fmla="*/ 41 h 116"/>
              <a:gd name="T64" fmla="*/ 102 w 147"/>
              <a:gd name="T65" fmla="*/ 44 h 116"/>
              <a:gd name="T66" fmla="*/ 133 w 147"/>
              <a:gd name="T67" fmla="*/ 43 h 116"/>
              <a:gd name="T68" fmla="*/ 143 w 147"/>
              <a:gd name="T69" fmla="*/ 43 h 116"/>
              <a:gd name="T70" fmla="*/ 50 w 147"/>
              <a:gd name="T71" fmla="*/ 89 h 116"/>
              <a:gd name="T72" fmla="*/ 33 w 147"/>
              <a:gd name="T73" fmla="*/ 96 h 116"/>
              <a:gd name="T74" fmla="*/ 6 w 147"/>
              <a:gd name="T75" fmla="*/ 68 h 116"/>
              <a:gd name="T76" fmla="*/ 19 w 147"/>
              <a:gd name="T77" fmla="*/ 55 h 116"/>
              <a:gd name="T78" fmla="*/ 40 w 147"/>
              <a:gd name="T79" fmla="*/ 16 h 116"/>
              <a:gd name="T80" fmla="*/ 36 w 147"/>
              <a:gd name="T81" fmla="*/ 32 h 116"/>
              <a:gd name="T82" fmla="*/ 50 w 147"/>
              <a:gd name="T83" fmla="*/ 18 h 116"/>
              <a:gd name="T84" fmla="*/ 51 w 147"/>
              <a:gd name="T85" fmla="*/ 17 h 116"/>
              <a:gd name="T86" fmla="*/ 45 w 147"/>
              <a:gd name="T87" fmla="*/ 11 h 116"/>
              <a:gd name="T88" fmla="*/ 46 w 147"/>
              <a:gd name="T89" fmla="*/ 21 h 116"/>
              <a:gd name="T90" fmla="*/ 51 w 147"/>
              <a:gd name="T91" fmla="*/ 9 h 116"/>
              <a:gd name="T92" fmla="*/ 51 w 147"/>
              <a:gd name="T93" fmla="*/ 9 h 116"/>
              <a:gd name="T94" fmla="*/ 42 w 147"/>
              <a:gd name="T95" fmla="*/ 7 h 116"/>
              <a:gd name="T96" fmla="*/ 2 w 147"/>
              <a:gd name="T97" fmla="*/ 49 h 116"/>
              <a:gd name="T98" fmla="*/ 1 w 147"/>
              <a:gd name="T99" fmla="*/ 64 h 116"/>
              <a:gd name="T100" fmla="*/ 1 w 147"/>
              <a:gd name="T101" fmla="*/ 67 h 116"/>
              <a:gd name="T102" fmla="*/ 31 w 147"/>
              <a:gd name="T103" fmla="*/ 99 h 116"/>
              <a:gd name="T104" fmla="*/ 52 w 147"/>
              <a:gd name="T105" fmla="*/ 114 h 116"/>
              <a:gd name="T106" fmla="*/ 144 w 147"/>
              <a:gd name="T107" fmla="*/ 90 h 116"/>
              <a:gd name="T108" fmla="*/ 147 w 147"/>
              <a:gd name="T109" fmla="*/ 43 h 116"/>
              <a:gd name="T110" fmla="*/ 146 w 147"/>
              <a:gd name="T111" fmla="*/ 27 h 116"/>
              <a:gd name="T112" fmla="*/ 97 w 147"/>
              <a:gd name="T113" fmla="*/ 26 h 116"/>
              <a:gd name="T114" fmla="*/ 55 w 147"/>
              <a:gd name="T115" fmla="*/ 21 h 116"/>
              <a:gd name="T116" fmla="*/ 55 w 147"/>
              <a:gd name="T117" fmla="*/ 18 h 116"/>
              <a:gd name="T118" fmla="*/ 51 w 147"/>
              <a:gd name="T11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7" h="116">
                <a:moveTo>
                  <a:pt x="5" y="63"/>
                </a:moveTo>
                <a:cubicBezTo>
                  <a:pt x="5" y="52"/>
                  <a:pt x="5" y="52"/>
                  <a:pt x="5" y="52"/>
                </a:cubicBezTo>
                <a:cubicBezTo>
                  <a:pt x="8" y="48"/>
                  <a:pt x="8" y="48"/>
                  <a:pt x="8" y="48"/>
                </a:cubicBezTo>
                <a:cubicBezTo>
                  <a:pt x="8" y="50"/>
                  <a:pt x="8" y="51"/>
                  <a:pt x="8" y="52"/>
                </a:cubicBezTo>
                <a:cubicBezTo>
                  <a:pt x="7" y="55"/>
                  <a:pt x="7" y="58"/>
                  <a:pt x="7" y="61"/>
                </a:cubicBezTo>
                <a:cubicBezTo>
                  <a:pt x="5" y="63"/>
                  <a:pt x="5" y="63"/>
                  <a:pt x="5" y="63"/>
                </a:cubicBezTo>
                <a:moveTo>
                  <a:pt x="11" y="58"/>
                </a:moveTo>
                <a:cubicBezTo>
                  <a:pt x="11" y="56"/>
                  <a:pt x="11" y="55"/>
                  <a:pt x="11" y="53"/>
                </a:cubicBezTo>
                <a:cubicBezTo>
                  <a:pt x="12" y="51"/>
                  <a:pt x="12" y="49"/>
                  <a:pt x="12" y="47"/>
                </a:cubicBezTo>
                <a:cubicBezTo>
                  <a:pt x="13" y="47"/>
                  <a:pt x="13" y="47"/>
                  <a:pt x="13" y="47"/>
                </a:cubicBezTo>
                <a:cubicBezTo>
                  <a:pt x="12" y="45"/>
                  <a:pt x="12" y="45"/>
                  <a:pt x="12" y="45"/>
                </a:cubicBezTo>
                <a:cubicBezTo>
                  <a:pt x="17" y="39"/>
                  <a:pt x="17" y="39"/>
                  <a:pt x="17" y="39"/>
                </a:cubicBezTo>
                <a:cubicBezTo>
                  <a:pt x="17" y="41"/>
                  <a:pt x="17" y="43"/>
                  <a:pt x="17" y="45"/>
                </a:cubicBezTo>
                <a:cubicBezTo>
                  <a:pt x="16" y="47"/>
                  <a:pt x="16" y="50"/>
                  <a:pt x="16" y="53"/>
                </a:cubicBezTo>
                <a:cubicBezTo>
                  <a:pt x="11" y="58"/>
                  <a:pt x="11" y="58"/>
                  <a:pt x="11" y="58"/>
                </a:cubicBezTo>
                <a:moveTo>
                  <a:pt x="138" y="39"/>
                </a:moveTo>
                <a:cubicBezTo>
                  <a:pt x="140" y="37"/>
                  <a:pt x="142" y="36"/>
                  <a:pt x="143" y="34"/>
                </a:cubicBezTo>
                <a:cubicBezTo>
                  <a:pt x="143" y="39"/>
                  <a:pt x="143" y="39"/>
                  <a:pt x="143" y="39"/>
                </a:cubicBezTo>
                <a:cubicBezTo>
                  <a:pt x="138" y="39"/>
                  <a:pt x="138" y="39"/>
                  <a:pt x="138" y="39"/>
                </a:cubicBezTo>
                <a:moveTo>
                  <a:pt x="20" y="48"/>
                </a:moveTo>
                <a:cubicBezTo>
                  <a:pt x="20" y="47"/>
                  <a:pt x="20" y="46"/>
                  <a:pt x="20" y="45"/>
                </a:cubicBezTo>
                <a:cubicBezTo>
                  <a:pt x="21" y="41"/>
                  <a:pt x="21" y="38"/>
                  <a:pt x="22" y="35"/>
                </a:cubicBezTo>
                <a:cubicBezTo>
                  <a:pt x="22" y="35"/>
                  <a:pt x="22" y="35"/>
                  <a:pt x="22" y="35"/>
                </a:cubicBezTo>
                <a:cubicBezTo>
                  <a:pt x="26" y="31"/>
                  <a:pt x="26" y="31"/>
                  <a:pt x="26" y="31"/>
                </a:cubicBezTo>
                <a:cubicBezTo>
                  <a:pt x="25" y="35"/>
                  <a:pt x="24" y="40"/>
                  <a:pt x="23" y="44"/>
                </a:cubicBezTo>
                <a:cubicBezTo>
                  <a:pt x="24" y="45"/>
                  <a:pt x="24" y="45"/>
                  <a:pt x="24" y="45"/>
                </a:cubicBezTo>
                <a:cubicBezTo>
                  <a:pt x="20" y="48"/>
                  <a:pt x="20" y="48"/>
                  <a:pt x="20" y="48"/>
                </a:cubicBezTo>
                <a:moveTo>
                  <a:pt x="55" y="34"/>
                </a:moveTo>
                <a:cubicBezTo>
                  <a:pt x="55" y="30"/>
                  <a:pt x="55" y="30"/>
                  <a:pt x="55" y="30"/>
                </a:cubicBezTo>
                <a:cubicBezTo>
                  <a:pt x="58" y="30"/>
                  <a:pt x="58" y="30"/>
                  <a:pt x="58" y="30"/>
                </a:cubicBezTo>
                <a:cubicBezTo>
                  <a:pt x="57" y="31"/>
                  <a:pt x="56" y="33"/>
                  <a:pt x="55" y="34"/>
                </a:cubicBezTo>
                <a:moveTo>
                  <a:pt x="57" y="37"/>
                </a:moveTo>
                <a:cubicBezTo>
                  <a:pt x="58" y="35"/>
                  <a:pt x="60" y="33"/>
                  <a:pt x="62" y="32"/>
                </a:cubicBezTo>
                <a:cubicBezTo>
                  <a:pt x="61" y="30"/>
                  <a:pt x="61" y="30"/>
                  <a:pt x="61" y="30"/>
                </a:cubicBezTo>
                <a:cubicBezTo>
                  <a:pt x="70" y="30"/>
                  <a:pt x="70" y="30"/>
                  <a:pt x="70" y="30"/>
                </a:cubicBezTo>
                <a:cubicBezTo>
                  <a:pt x="67" y="32"/>
                  <a:pt x="67" y="32"/>
                  <a:pt x="67" y="32"/>
                </a:cubicBezTo>
                <a:cubicBezTo>
                  <a:pt x="66" y="33"/>
                  <a:pt x="64" y="34"/>
                  <a:pt x="63" y="36"/>
                </a:cubicBezTo>
                <a:cubicBezTo>
                  <a:pt x="63" y="36"/>
                  <a:pt x="62" y="37"/>
                  <a:pt x="62" y="37"/>
                </a:cubicBezTo>
                <a:cubicBezTo>
                  <a:pt x="61" y="38"/>
                  <a:pt x="61" y="39"/>
                  <a:pt x="60" y="39"/>
                </a:cubicBezTo>
                <a:cubicBezTo>
                  <a:pt x="60" y="39"/>
                  <a:pt x="60" y="39"/>
                  <a:pt x="60" y="39"/>
                </a:cubicBezTo>
                <a:cubicBezTo>
                  <a:pt x="55" y="39"/>
                  <a:pt x="55" y="39"/>
                  <a:pt x="55" y="39"/>
                </a:cubicBezTo>
                <a:cubicBezTo>
                  <a:pt x="55" y="36"/>
                  <a:pt x="55" y="36"/>
                  <a:pt x="55" y="36"/>
                </a:cubicBezTo>
                <a:cubicBezTo>
                  <a:pt x="57" y="37"/>
                  <a:pt x="57" y="37"/>
                  <a:pt x="57" y="37"/>
                </a:cubicBezTo>
                <a:moveTo>
                  <a:pt x="65" y="39"/>
                </a:moveTo>
                <a:cubicBezTo>
                  <a:pt x="66" y="38"/>
                  <a:pt x="66" y="38"/>
                  <a:pt x="66" y="38"/>
                </a:cubicBezTo>
                <a:cubicBezTo>
                  <a:pt x="67" y="37"/>
                  <a:pt x="68" y="36"/>
                  <a:pt x="70" y="35"/>
                </a:cubicBezTo>
                <a:cubicBezTo>
                  <a:pt x="74" y="31"/>
                  <a:pt x="74" y="31"/>
                  <a:pt x="74" y="31"/>
                </a:cubicBezTo>
                <a:cubicBezTo>
                  <a:pt x="74" y="30"/>
                  <a:pt x="74" y="30"/>
                  <a:pt x="74" y="30"/>
                </a:cubicBezTo>
                <a:cubicBezTo>
                  <a:pt x="82" y="30"/>
                  <a:pt x="82" y="30"/>
                  <a:pt x="82" y="30"/>
                </a:cubicBezTo>
                <a:cubicBezTo>
                  <a:pt x="80" y="33"/>
                  <a:pt x="77" y="36"/>
                  <a:pt x="75" y="39"/>
                </a:cubicBezTo>
                <a:cubicBezTo>
                  <a:pt x="65" y="39"/>
                  <a:pt x="65" y="39"/>
                  <a:pt x="65" y="39"/>
                </a:cubicBezTo>
                <a:moveTo>
                  <a:pt x="80" y="39"/>
                </a:moveTo>
                <a:cubicBezTo>
                  <a:pt x="82" y="36"/>
                  <a:pt x="84" y="34"/>
                  <a:pt x="87" y="31"/>
                </a:cubicBezTo>
                <a:cubicBezTo>
                  <a:pt x="86" y="30"/>
                  <a:pt x="86" y="30"/>
                  <a:pt x="86" y="30"/>
                </a:cubicBezTo>
                <a:cubicBezTo>
                  <a:pt x="94" y="30"/>
                  <a:pt x="94" y="30"/>
                  <a:pt x="94" y="30"/>
                </a:cubicBezTo>
                <a:cubicBezTo>
                  <a:pt x="92" y="33"/>
                  <a:pt x="89" y="36"/>
                  <a:pt x="87" y="39"/>
                </a:cubicBezTo>
                <a:cubicBezTo>
                  <a:pt x="80" y="39"/>
                  <a:pt x="80" y="39"/>
                  <a:pt x="80" y="39"/>
                </a:cubicBezTo>
                <a:moveTo>
                  <a:pt x="92" y="39"/>
                </a:moveTo>
                <a:cubicBezTo>
                  <a:pt x="94" y="36"/>
                  <a:pt x="96" y="33"/>
                  <a:pt x="99" y="30"/>
                </a:cubicBezTo>
                <a:cubicBezTo>
                  <a:pt x="111" y="30"/>
                  <a:pt x="111" y="30"/>
                  <a:pt x="111" y="30"/>
                </a:cubicBezTo>
                <a:cubicBezTo>
                  <a:pt x="108" y="32"/>
                  <a:pt x="108" y="32"/>
                  <a:pt x="108" y="32"/>
                </a:cubicBezTo>
                <a:cubicBezTo>
                  <a:pt x="107" y="33"/>
                  <a:pt x="106" y="34"/>
                  <a:pt x="106" y="35"/>
                </a:cubicBezTo>
                <a:cubicBezTo>
                  <a:pt x="105" y="35"/>
                  <a:pt x="105" y="36"/>
                  <a:pt x="105" y="36"/>
                </a:cubicBezTo>
                <a:cubicBezTo>
                  <a:pt x="104" y="37"/>
                  <a:pt x="104" y="37"/>
                  <a:pt x="104" y="37"/>
                </a:cubicBezTo>
                <a:cubicBezTo>
                  <a:pt x="104" y="38"/>
                  <a:pt x="103" y="38"/>
                  <a:pt x="103" y="39"/>
                </a:cubicBezTo>
                <a:cubicBezTo>
                  <a:pt x="92" y="39"/>
                  <a:pt x="92" y="39"/>
                  <a:pt x="92" y="39"/>
                </a:cubicBezTo>
                <a:moveTo>
                  <a:pt x="107" y="39"/>
                </a:moveTo>
                <a:cubicBezTo>
                  <a:pt x="108" y="39"/>
                  <a:pt x="108" y="39"/>
                  <a:pt x="108" y="39"/>
                </a:cubicBezTo>
                <a:cubicBezTo>
                  <a:pt x="108" y="38"/>
                  <a:pt x="108" y="38"/>
                  <a:pt x="108" y="38"/>
                </a:cubicBezTo>
                <a:cubicBezTo>
                  <a:pt x="109" y="37"/>
                  <a:pt x="109" y="37"/>
                  <a:pt x="109" y="37"/>
                </a:cubicBezTo>
                <a:cubicBezTo>
                  <a:pt x="109" y="36"/>
                  <a:pt x="110" y="36"/>
                  <a:pt x="110" y="35"/>
                </a:cubicBezTo>
                <a:cubicBezTo>
                  <a:pt x="117" y="30"/>
                  <a:pt x="117" y="30"/>
                  <a:pt x="117" y="30"/>
                </a:cubicBezTo>
                <a:cubicBezTo>
                  <a:pt x="126" y="30"/>
                  <a:pt x="126" y="30"/>
                  <a:pt x="126" y="30"/>
                </a:cubicBezTo>
                <a:cubicBezTo>
                  <a:pt x="118" y="39"/>
                  <a:pt x="118" y="39"/>
                  <a:pt x="118" y="39"/>
                </a:cubicBezTo>
                <a:cubicBezTo>
                  <a:pt x="107" y="39"/>
                  <a:pt x="107" y="39"/>
                  <a:pt x="107" y="39"/>
                </a:cubicBezTo>
                <a:moveTo>
                  <a:pt x="123" y="39"/>
                </a:moveTo>
                <a:cubicBezTo>
                  <a:pt x="130" y="32"/>
                  <a:pt x="130" y="32"/>
                  <a:pt x="130" y="32"/>
                </a:cubicBezTo>
                <a:cubicBezTo>
                  <a:pt x="130" y="31"/>
                  <a:pt x="130" y="31"/>
                  <a:pt x="131" y="30"/>
                </a:cubicBezTo>
                <a:cubicBezTo>
                  <a:pt x="142" y="30"/>
                  <a:pt x="142" y="30"/>
                  <a:pt x="142" y="30"/>
                </a:cubicBezTo>
                <a:cubicBezTo>
                  <a:pt x="139" y="33"/>
                  <a:pt x="136" y="36"/>
                  <a:pt x="132" y="39"/>
                </a:cubicBezTo>
                <a:cubicBezTo>
                  <a:pt x="123" y="39"/>
                  <a:pt x="123" y="39"/>
                  <a:pt x="123" y="39"/>
                </a:cubicBezTo>
                <a:moveTo>
                  <a:pt x="29" y="27"/>
                </a:moveTo>
                <a:cubicBezTo>
                  <a:pt x="31" y="26"/>
                  <a:pt x="31" y="26"/>
                  <a:pt x="31" y="26"/>
                </a:cubicBezTo>
                <a:cubicBezTo>
                  <a:pt x="31" y="26"/>
                  <a:pt x="31" y="26"/>
                  <a:pt x="31" y="26"/>
                </a:cubicBezTo>
                <a:cubicBezTo>
                  <a:pt x="31" y="25"/>
                  <a:pt x="31" y="25"/>
                  <a:pt x="31" y="25"/>
                </a:cubicBezTo>
                <a:cubicBezTo>
                  <a:pt x="34" y="23"/>
                  <a:pt x="34" y="23"/>
                  <a:pt x="34" y="23"/>
                </a:cubicBezTo>
                <a:cubicBezTo>
                  <a:pt x="33" y="27"/>
                  <a:pt x="32" y="32"/>
                  <a:pt x="31" y="37"/>
                </a:cubicBezTo>
                <a:cubicBezTo>
                  <a:pt x="27" y="41"/>
                  <a:pt x="27" y="41"/>
                  <a:pt x="27" y="41"/>
                </a:cubicBezTo>
                <a:cubicBezTo>
                  <a:pt x="28" y="36"/>
                  <a:pt x="29" y="31"/>
                  <a:pt x="30" y="26"/>
                </a:cubicBezTo>
                <a:cubicBezTo>
                  <a:pt x="30" y="26"/>
                  <a:pt x="30" y="27"/>
                  <a:pt x="30" y="27"/>
                </a:cubicBezTo>
                <a:cubicBezTo>
                  <a:pt x="29" y="27"/>
                  <a:pt x="29" y="27"/>
                  <a:pt x="29" y="27"/>
                </a:cubicBezTo>
                <a:moveTo>
                  <a:pt x="19" y="55"/>
                </a:moveTo>
                <a:cubicBezTo>
                  <a:pt x="19" y="55"/>
                  <a:pt x="19" y="55"/>
                  <a:pt x="19" y="55"/>
                </a:cubicBezTo>
                <a:cubicBezTo>
                  <a:pt x="51" y="22"/>
                  <a:pt x="51" y="22"/>
                  <a:pt x="51" y="22"/>
                </a:cubicBezTo>
                <a:cubicBezTo>
                  <a:pt x="51" y="41"/>
                  <a:pt x="51" y="41"/>
                  <a:pt x="51" y="41"/>
                </a:cubicBezTo>
                <a:cubicBezTo>
                  <a:pt x="52" y="41"/>
                  <a:pt x="52" y="41"/>
                  <a:pt x="52" y="41"/>
                </a:cubicBezTo>
                <a:cubicBezTo>
                  <a:pt x="52" y="43"/>
                  <a:pt x="52" y="43"/>
                  <a:pt x="52" y="43"/>
                </a:cubicBezTo>
                <a:cubicBezTo>
                  <a:pt x="101" y="43"/>
                  <a:pt x="101" y="43"/>
                  <a:pt x="101" y="43"/>
                </a:cubicBezTo>
                <a:cubicBezTo>
                  <a:pt x="101" y="43"/>
                  <a:pt x="102" y="44"/>
                  <a:pt x="102" y="44"/>
                </a:cubicBezTo>
                <a:cubicBezTo>
                  <a:pt x="103" y="44"/>
                  <a:pt x="103" y="44"/>
                  <a:pt x="103" y="44"/>
                </a:cubicBezTo>
                <a:cubicBezTo>
                  <a:pt x="103" y="44"/>
                  <a:pt x="104" y="43"/>
                  <a:pt x="104" y="43"/>
                </a:cubicBezTo>
                <a:cubicBezTo>
                  <a:pt x="133" y="43"/>
                  <a:pt x="133" y="43"/>
                  <a:pt x="133" y="43"/>
                </a:cubicBezTo>
                <a:cubicBezTo>
                  <a:pt x="133" y="43"/>
                  <a:pt x="133" y="43"/>
                  <a:pt x="133" y="43"/>
                </a:cubicBezTo>
                <a:cubicBezTo>
                  <a:pt x="133" y="43"/>
                  <a:pt x="133" y="43"/>
                  <a:pt x="133" y="43"/>
                </a:cubicBezTo>
                <a:cubicBezTo>
                  <a:pt x="143" y="43"/>
                  <a:pt x="143" y="43"/>
                  <a:pt x="143" y="43"/>
                </a:cubicBezTo>
                <a:cubicBezTo>
                  <a:pt x="144" y="86"/>
                  <a:pt x="144" y="86"/>
                  <a:pt x="144" y="86"/>
                </a:cubicBezTo>
                <a:cubicBezTo>
                  <a:pt x="50" y="87"/>
                  <a:pt x="50" y="87"/>
                  <a:pt x="50" y="87"/>
                </a:cubicBezTo>
                <a:cubicBezTo>
                  <a:pt x="50" y="89"/>
                  <a:pt x="50" y="89"/>
                  <a:pt x="50" y="89"/>
                </a:cubicBezTo>
                <a:cubicBezTo>
                  <a:pt x="50" y="89"/>
                  <a:pt x="50" y="89"/>
                  <a:pt x="50" y="89"/>
                </a:cubicBezTo>
                <a:cubicBezTo>
                  <a:pt x="50" y="110"/>
                  <a:pt x="50" y="110"/>
                  <a:pt x="50" y="110"/>
                </a:cubicBezTo>
                <a:cubicBezTo>
                  <a:pt x="44" y="106"/>
                  <a:pt x="39" y="101"/>
                  <a:pt x="33" y="96"/>
                </a:cubicBezTo>
                <a:cubicBezTo>
                  <a:pt x="5" y="68"/>
                  <a:pt x="5" y="68"/>
                  <a:pt x="5" y="68"/>
                </a:cubicBezTo>
                <a:cubicBezTo>
                  <a:pt x="5" y="68"/>
                  <a:pt x="5" y="68"/>
                  <a:pt x="5" y="68"/>
                </a:cubicBezTo>
                <a:cubicBezTo>
                  <a:pt x="6" y="68"/>
                  <a:pt x="6" y="68"/>
                  <a:pt x="6" y="68"/>
                </a:cubicBezTo>
                <a:cubicBezTo>
                  <a:pt x="6" y="68"/>
                  <a:pt x="6" y="68"/>
                  <a:pt x="6" y="68"/>
                </a:cubicBezTo>
                <a:cubicBezTo>
                  <a:pt x="19" y="55"/>
                  <a:pt x="19" y="55"/>
                  <a:pt x="19" y="55"/>
                </a:cubicBezTo>
                <a:cubicBezTo>
                  <a:pt x="19" y="55"/>
                  <a:pt x="19" y="55"/>
                  <a:pt x="19" y="55"/>
                </a:cubicBezTo>
                <a:moveTo>
                  <a:pt x="37" y="19"/>
                </a:moveTo>
                <a:cubicBezTo>
                  <a:pt x="37" y="19"/>
                  <a:pt x="37" y="19"/>
                  <a:pt x="37" y="19"/>
                </a:cubicBezTo>
                <a:cubicBezTo>
                  <a:pt x="40" y="16"/>
                  <a:pt x="40" y="16"/>
                  <a:pt x="40" y="16"/>
                </a:cubicBezTo>
                <a:cubicBezTo>
                  <a:pt x="38" y="28"/>
                  <a:pt x="38" y="28"/>
                  <a:pt x="38" y="28"/>
                </a:cubicBezTo>
                <a:cubicBezTo>
                  <a:pt x="40" y="28"/>
                  <a:pt x="40" y="28"/>
                  <a:pt x="40" y="28"/>
                </a:cubicBezTo>
                <a:cubicBezTo>
                  <a:pt x="36" y="32"/>
                  <a:pt x="36" y="32"/>
                  <a:pt x="36" y="32"/>
                </a:cubicBezTo>
                <a:cubicBezTo>
                  <a:pt x="36" y="28"/>
                  <a:pt x="37" y="23"/>
                  <a:pt x="38" y="19"/>
                </a:cubicBezTo>
                <a:cubicBezTo>
                  <a:pt x="38" y="19"/>
                  <a:pt x="38" y="19"/>
                  <a:pt x="37" y="19"/>
                </a:cubicBezTo>
                <a:moveTo>
                  <a:pt x="50" y="18"/>
                </a:moveTo>
                <a:cubicBezTo>
                  <a:pt x="50" y="17"/>
                  <a:pt x="50" y="16"/>
                  <a:pt x="50" y="15"/>
                </a:cubicBezTo>
                <a:cubicBezTo>
                  <a:pt x="50" y="13"/>
                  <a:pt x="50" y="11"/>
                  <a:pt x="51" y="9"/>
                </a:cubicBezTo>
                <a:cubicBezTo>
                  <a:pt x="51" y="17"/>
                  <a:pt x="51" y="17"/>
                  <a:pt x="51" y="17"/>
                </a:cubicBezTo>
                <a:cubicBezTo>
                  <a:pt x="50" y="18"/>
                  <a:pt x="50" y="18"/>
                  <a:pt x="50" y="18"/>
                </a:cubicBezTo>
                <a:moveTo>
                  <a:pt x="43" y="25"/>
                </a:moveTo>
                <a:cubicBezTo>
                  <a:pt x="45" y="11"/>
                  <a:pt x="45" y="11"/>
                  <a:pt x="45" y="11"/>
                </a:cubicBezTo>
                <a:cubicBezTo>
                  <a:pt x="47" y="9"/>
                  <a:pt x="47" y="9"/>
                  <a:pt x="47" y="9"/>
                </a:cubicBezTo>
                <a:cubicBezTo>
                  <a:pt x="47" y="11"/>
                  <a:pt x="47" y="13"/>
                  <a:pt x="46" y="15"/>
                </a:cubicBezTo>
                <a:cubicBezTo>
                  <a:pt x="46" y="17"/>
                  <a:pt x="46" y="19"/>
                  <a:pt x="46" y="21"/>
                </a:cubicBezTo>
                <a:cubicBezTo>
                  <a:pt x="47" y="21"/>
                  <a:pt x="47" y="21"/>
                  <a:pt x="47" y="21"/>
                </a:cubicBezTo>
                <a:cubicBezTo>
                  <a:pt x="43" y="25"/>
                  <a:pt x="43" y="25"/>
                  <a:pt x="43" y="25"/>
                </a:cubicBezTo>
                <a:moveTo>
                  <a:pt x="51" y="9"/>
                </a:moveTo>
                <a:cubicBezTo>
                  <a:pt x="48" y="8"/>
                  <a:pt x="48" y="8"/>
                  <a:pt x="48" y="8"/>
                </a:cubicBezTo>
                <a:cubicBezTo>
                  <a:pt x="51" y="5"/>
                  <a:pt x="51" y="5"/>
                  <a:pt x="51" y="5"/>
                </a:cubicBezTo>
                <a:cubicBezTo>
                  <a:pt x="51" y="9"/>
                  <a:pt x="51" y="9"/>
                  <a:pt x="51" y="9"/>
                </a:cubicBezTo>
                <a:moveTo>
                  <a:pt x="51" y="0"/>
                </a:moveTo>
                <a:cubicBezTo>
                  <a:pt x="43" y="7"/>
                  <a:pt x="43" y="7"/>
                  <a:pt x="43" y="7"/>
                </a:cubicBezTo>
                <a:cubicBezTo>
                  <a:pt x="42" y="7"/>
                  <a:pt x="42" y="7"/>
                  <a:pt x="42" y="7"/>
                </a:cubicBezTo>
                <a:cubicBezTo>
                  <a:pt x="41" y="10"/>
                  <a:pt x="41" y="10"/>
                  <a:pt x="41" y="10"/>
                </a:cubicBezTo>
                <a:cubicBezTo>
                  <a:pt x="41" y="10"/>
                  <a:pt x="41" y="10"/>
                  <a:pt x="41" y="10"/>
                </a:cubicBezTo>
                <a:cubicBezTo>
                  <a:pt x="2" y="49"/>
                  <a:pt x="2" y="49"/>
                  <a:pt x="2" y="49"/>
                </a:cubicBezTo>
                <a:cubicBezTo>
                  <a:pt x="2" y="50"/>
                  <a:pt x="2" y="50"/>
                  <a:pt x="2" y="50"/>
                </a:cubicBezTo>
                <a:cubicBezTo>
                  <a:pt x="1" y="50"/>
                  <a:pt x="1" y="50"/>
                  <a:pt x="1" y="50"/>
                </a:cubicBezTo>
                <a:cubicBezTo>
                  <a:pt x="1" y="64"/>
                  <a:pt x="1" y="64"/>
                  <a:pt x="1" y="64"/>
                </a:cubicBezTo>
                <a:cubicBezTo>
                  <a:pt x="2" y="66"/>
                  <a:pt x="2" y="66"/>
                  <a:pt x="2" y="66"/>
                </a:cubicBezTo>
                <a:cubicBezTo>
                  <a:pt x="1" y="67"/>
                  <a:pt x="1" y="67"/>
                  <a:pt x="1" y="67"/>
                </a:cubicBezTo>
                <a:cubicBezTo>
                  <a:pt x="1" y="67"/>
                  <a:pt x="1" y="67"/>
                  <a:pt x="1" y="67"/>
                </a:cubicBezTo>
                <a:cubicBezTo>
                  <a:pt x="1" y="67"/>
                  <a:pt x="1" y="67"/>
                  <a:pt x="1" y="67"/>
                </a:cubicBezTo>
                <a:cubicBezTo>
                  <a:pt x="0" y="68"/>
                  <a:pt x="0" y="68"/>
                  <a:pt x="0" y="68"/>
                </a:cubicBezTo>
                <a:cubicBezTo>
                  <a:pt x="31" y="99"/>
                  <a:pt x="31" y="99"/>
                  <a:pt x="31" y="99"/>
                </a:cubicBezTo>
                <a:cubicBezTo>
                  <a:pt x="36" y="104"/>
                  <a:pt x="42" y="109"/>
                  <a:pt x="48" y="113"/>
                </a:cubicBezTo>
                <a:cubicBezTo>
                  <a:pt x="51" y="116"/>
                  <a:pt x="51" y="116"/>
                  <a:pt x="51" y="116"/>
                </a:cubicBezTo>
                <a:cubicBezTo>
                  <a:pt x="52" y="114"/>
                  <a:pt x="52" y="114"/>
                  <a:pt x="52" y="114"/>
                </a:cubicBezTo>
                <a:cubicBezTo>
                  <a:pt x="53" y="114"/>
                  <a:pt x="53" y="114"/>
                  <a:pt x="53" y="114"/>
                </a:cubicBezTo>
                <a:cubicBezTo>
                  <a:pt x="53" y="91"/>
                  <a:pt x="53" y="91"/>
                  <a:pt x="53" y="91"/>
                </a:cubicBezTo>
                <a:cubicBezTo>
                  <a:pt x="144" y="90"/>
                  <a:pt x="144" y="90"/>
                  <a:pt x="144" y="90"/>
                </a:cubicBezTo>
                <a:cubicBezTo>
                  <a:pt x="144" y="91"/>
                  <a:pt x="144" y="91"/>
                  <a:pt x="144" y="91"/>
                </a:cubicBezTo>
                <a:cubicBezTo>
                  <a:pt x="147" y="91"/>
                  <a:pt x="147" y="91"/>
                  <a:pt x="147" y="91"/>
                </a:cubicBezTo>
                <a:cubicBezTo>
                  <a:pt x="147" y="43"/>
                  <a:pt x="147" y="43"/>
                  <a:pt x="147" y="43"/>
                </a:cubicBezTo>
                <a:cubicBezTo>
                  <a:pt x="147" y="43"/>
                  <a:pt x="147" y="43"/>
                  <a:pt x="147" y="43"/>
                </a:cubicBezTo>
                <a:cubicBezTo>
                  <a:pt x="147" y="27"/>
                  <a:pt x="147" y="27"/>
                  <a:pt x="147" y="27"/>
                </a:cubicBezTo>
                <a:cubicBezTo>
                  <a:pt x="146" y="27"/>
                  <a:pt x="146" y="27"/>
                  <a:pt x="146" y="27"/>
                </a:cubicBezTo>
                <a:cubicBezTo>
                  <a:pt x="146" y="26"/>
                  <a:pt x="146" y="26"/>
                  <a:pt x="146" y="26"/>
                </a:cubicBezTo>
                <a:cubicBezTo>
                  <a:pt x="98" y="26"/>
                  <a:pt x="98" y="26"/>
                  <a:pt x="98" y="26"/>
                </a:cubicBezTo>
                <a:cubicBezTo>
                  <a:pt x="97" y="26"/>
                  <a:pt x="97" y="26"/>
                  <a:pt x="97" y="26"/>
                </a:cubicBezTo>
                <a:cubicBezTo>
                  <a:pt x="97" y="26"/>
                  <a:pt x="97" y="26"/>
                  <a:pt x="97" y="26"/>
                </a:cubicBezTo>
                <a:cubicBezTo>
                  <a:pt x="55" y="27"/>
                  <a:pt x="55" y="27"/>
                  <a:pt x="55" y="27"/>
                </a:cubicBezTo>
                <a:cubicBezTo>
                  <a:pt x="55" y="21"/>
                  <a:pt x="55" y="21"/>
                  <a:pt x="55" y="21"/>
                </a:cubicBezTo>
                <a:cubicBezTo>
                  <a:pt x="55" y="20"/>
                  <a:pt x="55" y="20"/>
                  <a:pt x="55" y="20"/>
                </a:cubicBezTo>
                <a:cubicBezTo>
                  <a:pt x="55" y="19"/>
                  <a:pt x="55" y="19"/>
                  <a:pt x="55" y="19"/>
                </a:cubicBezTo>
                <a:cubicBezTo>
                  <a:pt x="55" y="18"/>
                  <a:pt x="55" y="18"/>
                  <a:pt x="55" y="18"/>
                </a:cubicBezTo>
                <a:cubicBezTo>
                  <a:pt x="55" y="18"/>
                  <a:pt x="55" y="18"/>
                  <a:pt x="55" y="18"/>
                </a:cubicBezTo>
                <a:cubicBezTo>
                  <a:pt x="54" y="0"/>
                  <a:pt x="54" y="0"/>
                  <a:pt x="54" y="0"/>
                </a:cubicBezTo>
                <a:cubicBezTo>
                  <a:pt x="51" y="0"/>
                  <a:pt x="51" y="0"/>
                  <a:pt x="51" y="0"/>
                </a:cubicBezTo>
                <a:cubicBezTo>
                  <a:pt x="51" y="0"/>
                  <a:pt x="51" y="0"/>
                  <a:pt x="51" y="0"/>
                </a:cubicBezTo>
                <a:cubicBezTo>
                  <a:pt x="51" y="0"/>
                  <a:pt x="51" y="0"/>
                  <a:pt x="51" y="0"/>
                </a:cubicBezTo>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17" name="Group 216">
            <a:extLst>
              <a:ext uri="{FF2B5EF4-FFF2-40B4-BE49-F238E27FC236}">
                <a16:creationId xmlns:a16="http://schemas.microsoft.com/office/drawing/2014/main" id="{7AACC4B3-1EF4-4F84-BE00-9516B5CAB886}"/>
              </a:ext>
            </a:extLst>
          </p:cNvPr>
          <p:cNvGrpSpPr/>
          <p:nvPr/>
        </p:nvGrpSpPr>
        <p:grpSpPr>
          <a:xfrm>
            <a:off x="2054225" y="2078038"/>
            <a:ext cx="8072438" cy="2170113"/>
            <a:chOff x="2054225" y="2078038"/>
            <a:chExt cx="8072438" cy="2170113"/>
          </a:xfrm>
          <a:effectLst>
            <a:outerShdw blurRad="190500" dist="88900" dir="2700000" algn="tl" rotWithShape="0">
              <a:prstClr val="black">
                <a:alpha val="24000"/>
              </a:prstClr>
            </a:outerShdw>
          </a:effectLst>
        </p:grpSpPr>
        <p:sp>
          <p:nvSpPr>
            <p:cNvPr id="141" name="Freeform 135">
              <a:extLst>
                <a:ext uri="{FF2B5EF4-FFF2-40B4-BE49-F238E27FC236}">
                  <a16:creationId xmlns:a16="http://schemas.microsoft.com/office/drawing/2014/main" id="{10E9F366-F808-401B-8DD3-FA3BEB2B5BB6}"/>
                </a:ext>
              </a:extLst>
            </p:cNvPr>
            <p:cNvSpPr>
              <a:spLocks noEditPoints="1"/>
            </p:cNvSpPr>
            <p:nvPr/>
          </p:nvSpPr>
          <p:spPr bwMode="auto">
            <a:xfrm>
              <a:off x="2073275" y="2100263"/>
              <a:ext cx="8032750" cy="2130425"/>
            </a:xfrm>
            <a:custGeom>
              <a:avLst/>
              <a:gdLst>
                <a:gd name="T0" fmla="*/ 2240 w 2244"/>
                <a:gd name="T1" fmla="*/ 320 h 594"/>
                <a:gd name="T2" fmla="*/ 2242 w 2244"/>
                <a:gd name="T3" fmla="*/ 313 h 594"/>
                <a:gd name="T4" fmla="*/ 2244 w 2244"/>
                <a:gd name="T5" fmla="*/ 307 h 594"/>
                <a:gd name="T6" fmla="*/ 2244 w 2244"/>
                <a:gd name="T7" fmla="*/ 300 h 594"/>
                <a:gd name="T8" fmla="*/ 2244 w 2244"/>
                <a:gd name="T9" fmla="*/ 293 h 594"/>
                <a:gd name="T10" fmla="*/ 2244 w 2244"/>
                <a:gd name="T11" fmla="*/ 286 h 594"/>
                <a:gd name="T12" fmla="*/ 2242 w 2244"/>
                <a:gd name="T13" fmla="*/ 280 h 594"/>
                <a:gd name="T14" fmla="*/ 2240 w 2244"/>
                <a:gd name="T15" fmla="*/ 274 h 594"/>
                <a:gd name="T16" fmla="*/ 2238 w 2244"/>
                <a:gd name="T17" fmla="*/ 268 h 594"/>
                <a:gd name="T18" fmla="*/ 2235 w 2244"/>
                <a:gd name="T19" fmla="*/ 262 h 594"/>
                <a:gd name="T20" fmla="*/ 2044 w 2244"/>
                <a:gd name="T21" fmla="*/ 0 h 594"/>
                <a:gd name="T22" fmla="*/ 1721 w 2244"/>
                <a:gd name="T23" fmla="*/ 34 h 594"/>
                <a:gd name="T24" fmla="*/ 1577 w 2244"/>
                <a:gd name="T25" fmla="*/ 34 h 594"/>
                <a:gd name="T26" fmla="*/ 1254 w 2244"/>
                <a:gd name="T27" fmla="*/ 0 h 594"/>
                <a:gd name="T28" fmla="*/ 1122 w 2244"/>
                <a:gd name="T29" fmla="*/ 159 h 594"/>
                <a:gd name="T30" fmla="*/ 990 w 2244"/>
                <a:gd name="T31" fmla="*/ 0 h 594"/>
                <a:gd name="T32" fmla="*/ 667 w 2244"/>
                <a:gd name="T33" fmla="*/ 34 h 594"/>
                <a:gd name="T34" fmla="*/ 523 w 2244"/>
                <a:gd name="T35" fmla="*/ 34 h 594"/>
                <a:gd name="T36" fmla="*/ 200 w 2244"/>
                <a:gd name="T37" fmla="*/ 0 h 594"/>
                <a:gd name="T38" fmla="*/ 9 w 2244"/>
                <a:gd name="T39" fmla="*/ 262 h 594"/>
                <a:gd name="T40" fmla="*/ 6 w 2244"/>
                <a:gd name="T41" fmla="*/ 268 h 594"/>
                <a:gd name="T42" fmla="*/ 4 w 2244"/>
                <a:gd name="T43" fmla="*/ 274 h 594"/>
                <a:gd name="T44" fmla="*/ 2 w 2244"/>
                <a:gd name="T45" fmla="*/ 280 h 594"/>
                <a:gd name="T46" fmla="*/ 1 w 2244"/>
                <a:gd name="T47" fmla="*/ 286 h 594"/>
                <a:gd name="T48" fmla="*/ 0 w 2244"/>
                <a:gd name="T49" fmla="*/ 293 h 594"/>
                <a:gd name="T50" fmla="*/ 0 w 2244"/>
                <a:gd name="T51" fmla="*/ 300 h 594"/>
                <a:gd name="T52" fmla="*/ 1 w 2244"/>
                <a:gd name="T53" fmla="*/ 307 h 594"/>
                <a:gd name="T54" fmla="*/ 2 w 2244"/>
                <a:gd name="T55" fmla="*/ 313 h 594"/>
                <a:gd name="T56" fmla="*/ 4 w 2244"/>
                <a:gd name="T57" fmla="*/ 320 h 594"/>
                <a:gd name="T58" fmla="*/ 6 w 2244"/>
                <a:gd name="T59" fmla="*/ 326 h 594"/>
                <a:gd name="T60" fmla="*/ 9 w 2244"/>
                <a:gd name="T61" fmla="*/ 331 h 594"/>
                <a:gd name="T62" fmla="*/ 200 w 2244"/>
                <a:gd name="T63" fmla="*/ 594 h 594"/>
                <a:gd name="T64" fmla="*/ 523 w 2244"/>
                <a:gd name="T65" fmla="*/ 559 h 594"/>
                <a:gd name="T66" fmla="*/ 667 w 2244"/>
                <a:gd name="T67" fmla="*/ 559 h 594"/>
                <a:gd name="T68" fmla="*/ 990 w 2244"/>
                <a:gd name="T69" fmla="*/ 594 h 594"/>
                <a:gd name="T70" fmla="*/ 1122 w 2244"/>
                <a:gd name="T71" fmla="*/ 434 h 594"/>
                <a:gd name="T72" fmla="*/ 1254 w 2244"/>
                <a:gd name="T73" fmla="*/ 594 h 594"/>
                <a:gd name="T74" fmla="*/ 1577 w 2244"/>
                <a:gd name="T75" fmla="*/ 559 h 594"/>
                <a:gd name="T76" fmla="*/ 1721 w 2244"/>
                <a:gd name="T77" fmla="*/ 559 h 594"/>
                <a:gd name="T78" fmla="*/ 2044 w 2244"/>
                <a:gd name="T79" fmla="*/ 594 h 594"/>
                <a:gd name="T80" fmla="*/ 2235 w 2244"/>
                <a:gd name="T81" fmla="*/ 331 h 594"/>
                <a:gd name="T82" fmla="*/ 2238 w 2244"/>
                <a:gd name="T83" fmla="*/ 326 h 594"/>
                <a:gd name="T84" fmla="*/ 424 w 2244"/>
                <a:gd name="T85" fmla="*/ 456 h 594"/>
                <a:gd name="T86" fmla="*/ 148 w 2244"/>
                <a:gd name="T87" fmla="*/ 297 h 594"/>
                <a:gd name="T88" fmla="*/ 424 w 2244"/>
                <a:gd name="T89" fmla="*/ 137 h 594"/>
                <a:gd name="T90" fmla="*/ 424 w 2244"/>
                <a:gd name="T91" fmla="*/ 456 h 594"/>
                <a:gd name="T92" fmla="*/ 767 w 2244"/>
                <a:gd name="T93" fmla="*/ 456 h 594"/>
                <a:gd name="T94" fmla="*/ 767 w 2244"/>
                <a:gd name="T95" fmla="*/ 137 h 594"/>
                <a:gd name="T96" fmla="*/ 1043 w 2244"/>
                <a:gd name="T97" fmla="*/ 297 h 594"/>
                <a:gd name="T98" fmla="*/ 1477 w 2244"/>
                <a:gd name="T99" fmla="*/ 456 h 594"/>
                <a:gd name="T100" fmla="*/ 1202 w 2244"/>
                <a:gd name="T101" fmla="*/ 297 h 594"/>
                <a:gd name="T102" fmla="*/ 1477 w 2244"/>
                <a:gd name="T103" fmla="*/ 137 h 594"/>
                <a:gd name="T104" fmla="*/ 1477 w 2244"/>
                <a:gd name="T105" fmla="*/ 456 h 594"/>
                <a:gd name="T106" fmla="*/ 1820 w 2244"/>
                <a:gd name="T107" fmla="*/ 456 h 594"/>
                <a:gd name="T108" fmla="*/ 1820 w 2244"/>
                <a:gd name="T109" fmla="*/ 137 h 594"/>
                <a:gd name="T110" fmla="*/ 2096 w 2244"/>
                <a:gd name="T111" fmla="*/ 29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4" h="594">
                  <a:moveTo>
                    <a:pt x="2239" y="323"/>
                  </a:moveTo>
                  <a:cubicBezTo>
                    <a:pt x="2240" y="322"/>
                    <a:pt x="2240" y="321"/>
                    <a:pt x="2240" y="320"/>
                  </a:cubicBezTo>
                  <a:cubicBezTo>
                    <a:pt x="2241" y="318"/>
                    <a:pt x="2241" y="317"/>
                    <a:pt x="2241" y="316"/>
                  </a:cubicBezTo>
                  <a:cubicBezTo>
                    <a:pt x="2242" y="315"/>
                    <a:pt x="2242" y="314"/>
                    <a:pt x="2242" y="313"/>
                  </a:cubicBezTo>
                  <a:cubicBezTo>
                    <a:pt x="2243" y="312"/>
                    <a:pt x="2243" y="311"/>
                    <a:pt x="2243" y="310"/>
                  </a:cubicBezTo>
                  <a:cubicBezTo>
                    <a:pt x="2243" y="309"/>
                    <a:pt x="2243" y="308"/>
                    <a:pt x="2244" y="307"/>
                  </a:cubicBezTo>
                  <a:cubicBezTo>
                    <a:pt x="2244" y="306"/>
                    <a:pt x="2244" y="304"/>
                    <a:pt x="2244" y="303"/>
                  </a:cubicBezTo>
                  <a:cubicBezTo>
                    <a:pt x="2244" y="302"/>
                    <a:pt x="2244" y="301"/>
                    <a:pt x="2244" y="300"/>
                  </a:cubicBezTo>
                  <a:cubicBezTo>
                    <a:pt x="2244" y="299"/>
                    <a:pt x="2244" y="298"/>
                    <a:pt x="2244" y="297"/>
                  </a:cubicBezTo>
                  <a:cubicBezTo>
                    <a:pt x="2244" y="296"/>
                    <a:pt x="2244" y="294"/>
                    <a:pt x="2244" y="293"/>
                  </a:cubicBezTo>
                  <a:cubicBezTo>
                    <a:pt x="2244" y="292"/>
                    <a:pt x="2244" y="291"/>
                    <a:pt x="2244" y="290"/>
                  </a:cubicBezTo>
                  <a:cubicBezTo>
                    <a:pt x="2244" y="289"/>
                    <a:pt x="2244" y="288"/>
                    <a:pt x="2244" y="286"/>
                  </a:cubicBezTo>
                  <a:cubicBezTo>
                    <a:pt x="2243" y="286"/>
                    <a:pt x="2243" y="285"/>
                    <a:pt x="2243" y="284"/>
                  </a:cubicBezTo>
                  <a:cubicBezTo>
                    <a:pt x="2243" y="282"/>
                    <a:pt x="2243" y="281"/>
                    <a:pt x="2242" y="280"/>
                  </a:cubicBezTo>
                  <a:cubicBezTo>
                    <a:pt x="2242" y="279"/>
                    <a:pt x="2242" y="278"/>
                    <a:pt x="2241" y="277"/>
                  </a:cubicBezTo>
                  <a:cubicBezTo>
                    <a:pt x="2241" y="276"/>
                    <a:pt x="2241" y="275"/>
                    <a:pt x="2240" y="274"/>
                  </a:cubicBezTo>
                  <a:cubicBezTo>
                    <a:pt x="2240" y="273"/>
                    <a:pt x="2240" y="272"/>
                    <a:pt x="2239" y="271"/>
                  </a:cubicBezTo>
                  <a:cubicBezTo>
                    <a:pt x="2239" y="270"/>
                    <a:pt x="2238" y="269"/>
                    <a:pt x="2238" y="268"/>
                  </a:cubicBezTo>
                  <a:cubicBezTo>
                    <a:pt x="2237" y="266"/>
                    <a:pt x="2237" y="265"/>
                    <a:pt x="2236" y="264"/>
                  </a:cubicBezTo>
                  <a:cubicBezTo>
                    <a:pt x="2236" y="263"/>
                    <a:pt x="2235" y="263"/>
                    <a:pt x="2235" y="262"/>
                  </a:cubicBezTo>
                  <a:cubicBezTo>
                    <a:pt x="2103" y="34"/>
                    <a:pt x="2103" y="34"/>
                    <a:pt x="2103" y="34"/>
                  </a:cubicBezTo>
                  <a:cubicBezTo>
                    <a:pt x="2091" y="13"/>
                    <a:pt x="2068" y="0"/>
                    <a:pt x="2044" y="0"/>
                  </a:cubicBezTo>
                  <a:cubicBezTo>
                    <a:pt x="1780" y="0"/>
                    <a:pt x="1780" y="0"/>
                    <a:pt x="1780" y="0"/>
                  </a:cubicBezTo>
                  <a:cubicBezTo>
                    <a:pt x="1756" y="0"/>
                    <a:pt x="1733" y="13"/>
                    <a:pt x="1721" y="34"/>
                  </a:cubicBezTo>
                  <a:cubicBezTo>
                    <a:pt x="1649" y="159"/>
                    <a:pt x="1649" y="159"/>
                    <a:pt x="1649" y="159"/>
                  </a:cubicBezTo>
                  <a:cubicBezTo>
                    <a:pt x="1577" y="34"/>
                    <a:pt x="1577" y="34"/>
                    <a:pt x="1577" y="34"/>
                  </a:cubicBezTo>
                  <a:cubicBezTo>
                    <a:pt x="1564" y="13"/>
                    <a:pt x="1542" y="0"/>
                    <a:pt x="1517" y="0"/>
                  </a:cubicBezTo>
                  <a:cubicBezTo>
                    <a:pt x="1254" y="0"/>
                    <a:pt x="1254" y="0"/>
                    <a:pt x="1254" y="0"/>
                  </a:cubicBezTo>
                  <a:cubicBezTo>
                    <a:pt x="1229" y="0"/>
                    <a:pt x="1206" y="13"/>
                    <a:pt x="1194" y="34"/>
                  </a:cubicBezTo>
                  <a:cubicBezTo>
                    <a:pt x="1122" y="159"/>
                    <a:pt x="1122" y="159"/>
                    <a:pt x="1122" y="159"/>
                  </a:cubicBezTo>
                  <a:cubicBezTo>
                    <a:pt x="1050" y="34"/>
                    <a:pt x="1050" y="34"/>
                    <a:pt x="1050" y="34"/>
                  </a:cubicBezTo>
                  <a:cubicBezTo>
                    <a:pt x="1038" y="13"/>
                    <a:pt x="1015" y="0"/>
                    <a:pt x="990" y="0"/>
                  </a:cubicBezTo>
                  <a:cubicBezTo>
                    <a:pt x="727" y="0"/>
                    <a:pt x="727" y="0"/>
                    <a:pt x="727" y="0"/>
                  </a:cubicBezTo>
                  <a:cubicBezTo>
                    <a:pt x="703" y="0"/>
                    <a:pt x="680" y="13"/>
                    <a:pt x="667" y="34"/>
                  </a:cubicBezTo>
                  <a:cubicBezTo>
                    <a:pt x="595" y="159"/>
                    <a:pt x="595" y="159"/>
                    <a:pt x="595" y="159"/>
                  </a:cubicBezTo>
                  <a:cubicBezTo>
                    <a:pt x="523" y="34"/>
                    <a:pt x="523" y="34"/>
                    <a:pt x="523" y="34"/>
                  </a:cubicBezTo>
                  <a:cubicBezTo>
                    <a:pt x="511" y="13"/>
                    <a:pt x="488" y="0"/>
                    <a:pt x="464" y="0"/>
                  </a:cubicBezTo>
                  <a:cubicBezTo>
                    <a:pt x="200" y="0"/>
                    <a:pt x="200" y="0"/>
                    <a:pt x="200" y="0"/>
                  </a:cubicBezTo>
                  <a:cubicBezTo>
                    <a:pt x="176" y="0"/>
                    <a:pt x="153" y="13"/>
                    <a:pt x="141" y="34"/>
                  </a:cubicBezTo>
                  <a:cubicBezTo>
                    <a:pt x="9" y="262"/>
                    <a:pt x="9" y="262"/>
                    <a:pt x="9" y="262"/>
                  </a:cubicBezTo>
                  <a:cubicBezTo>
                    <a:pt x="9" y="263"/>
                    <a:pt x="9" y="263"/>
                    <a:pt x="8" y="264"/>
                  </a:cubicBezTo>
                  <a:cubicBezTo>
                    <a:pt x="8" y="265"/>
                    <a:pt x="7" y="266"/>
                    <a:pt x="6" y="268"/>
                  </a:cubicBezTo>
                  <a:cubicBezTo>
                    <a:pt x="6" y="269"/>
                    <a:pt x="6" y="270"/>
                    <a:pt x="5" y="271"/>
                  </a:cubicBezTo>
                  <a:cubicBezTo>
                    <a:pt x="5" y="272"/>
                    <a:pt x="4" y="273"/>
                    <a:pt x="4" y="274"/>
                  </a:cubicBezTo>
                  <a:cubicBezTo>
                    <a:pt x="3" y="275"/>
                    <a:pt x="3" y="276"/>
                    <a:pt x="3" y="277"/>
                  </a:cubicBezTo>
                  <a:cubicBezTo>
                    <a:pt x="3" y="278"/>
                    <a:pt x="2" y="279"/>
                    <a:pt x="2" y="280"/>
                  </a:cubicBezTo>
                  <a:cubicBezTo>
                    <a:pt x="2" y="281"/>
                    <a:pt x="1" y="282"/>
                    <a:pt x="1" y="284"/>
                  </a:cubicBezTo>
                  <a:cubicBezTo>
                    <a:pt x="1" y="285"/>
                    <a:pt x="1" y="286"/>
                    <a:pt x="1" y="286"/>
                  </a:cubicBezTo>
                  <a:cubicBezTo>
                    <a:pt x="1" y="288"/>
                    <a:pt x="0" y="289"/>
                    <a:pt x="0" y="290"/>
                  </a:cubicBezTo>
                  <a:cubicBezTo>
                    <a:pt x="0" y="291"/>
                    <a:pt x="0" y="292"/>
                    <a:pt x="0" y="293"/>
                  </a:cubicBezTo>
                  <a:cubicBezTo>
                    <a:pt x="0" y="294"/>
                    <a:pt x="0" y="296"/>
                    <a:pt x="0" y="297"/>
                  </a:cubicBezTo>
                  <a:cubicBezTo>
                    <a:pt x="0" y="298"/>
                    <a:pt x="0" y="299"/>
                    <a:pt x="0" y="300"/>
                  </a:cubicBezTo>
                  <a:cubicBezTo>
                    <a:pt x="0" y="301"/>
                    <a:pt x="0" y="302"/>
                    <a:pt x="0" y="303"/>
                  </a:cubicBezTo>
                  <a:cubicBezTo>
                    <a:pt x="0" y="304"/>
                    <a:pt x="1" y="306"/>
                    <a:pt x="1" y="307"/>
                  </a:cubicBezTo>
                  <a:cubicBezTo>
                    <a:pt x="1" y="308"/>
                    <a:pt x="1" y="309"/>
                    <a:pt x="1" y="310"/>
                  </a:cubicBezTo>
                  <a:cubicBezTo>
                    <a:pt x="1" y="311"/>
                    <a:pt x="2" y="312"/>
                    <a:pt x="2" y="313"/>
                  </a:cubicBezTo>
                  <a:cubicBezTo>
                    <a:pt x="2" y="314"/>
                    <a:pt x="3" y="315"/>
                    <a:pt x="3" y="316"/>
                  </a:cubicBezTo>
                  <a:cubicBezTo>
                    <a:pt x="3" y="317"/>
                    <a:pt x="3" y="318"/>
                    <a:pt x="4" y="320"/>
                  </a:cubicBezTo>
                  <a:cubicBezTo>
                    <a:pt x="4" y="321"/>
                    <a:pt x="5" y="322"/>
                    <a:pt x="5" y="323"/>
                  </a:cubicBezTo>
                  <a:cubicBezTo>
                    <a:pt x="6" y="324"/>
                    <a:pt x="6" y="325"/>
                    <a:pt x="6" y="326"/>
                  </a:cubicBezTo>
                  <a:cubicBezTo>
                    <a:pt x="7" y="327"/>
                    <a:pt x="8" y="328"/>
                    <a:pt x="8" y="329"/>
                  </a:cubicBezTo>
                  <a:cubicBezTo>
                    <a:pt x="9" y="330"/>
                    <a:pt x="9" y="331"/>
                    <a:pt x="9" y="331"/>
                  </a:cubicBezTo>
                  <a:cubicBezTo>
                    <a:pt x="141" y="559"/>
                    <a:pt x="141" y="559"/>
                    <a:pt x="141" y="559"/>
                  </a:cubicBezTo>
                  <a:cubicBezTo>
                    <a:pt x="153" y="580"/>
                    <a:pt x="176" y="594"/>
                    <a:pt x="200" y="594"/>
                  </a:cubicBezTo>
                  <a:cubicBezTo>
                    <a:pt x="464" y="594"/>
                    <a:pt x="464" y="594"/>
                    <a:pt x="464" y="594"/>
                  </a:cubicBezTo>
                  <a:cubicBezTo>
                    <a:pt x="488" y="594"/>
                    <a:pt x="511" y="580"/>
                    <a:pt x="523" y="559"/>
                  </a:cubicBezTo>
                  <a:cubicBezTo>
                    <a:pt x="595" y="434"/>
                    <a:pt x="595" y="434"/>
                    <a:pt x="595" y="434"/>
                  </a:cubicBezTo>
                  <a:cubicBezTo>
                    <a:pt x="667" y="559"/>
                    <a:pt x="667" y="559"/>
                    <a:pt x="667" y="559"/>
                  </a:cubicBezTo>
                  <a:cubicBezTo>
                    <a:pt x="680" y="580"/>
                    <a:pt x="703" y="594"/>
                    <a:pt x="727" y="594"/>
                  </a:cubicBezTo>
                  <a:cubicBezTo>
                    <a:pt x="990" y="594"/>
                    <a:pt x="990" y="594"/>
                    <a:pt x="990" y="594"/>
                  </a:cubicBezTo>
                  <a:cubicBezTo>
                    <a:pt x="1015" y="594"/>
                    <a:pt x="1038" y="580"/>
                    <a:pt x="1050" y="559"/>
                  </a:cubicBezTo>
                  <a:cubicBezTo>
                    <a:pt x="1122" y="434"/>
                    <a:pt x="1122" y="434"/>
                    <a:pt x="1122" y="434"/>
                  </a:cubicBezTo>
                  <a:cubicBezTo>
                    <a:pt x="1194" y="559"/>
                    <a:pt x="1194" y="559"/>
                    <a:pt x="1194" y="559"/>
                  </a:cubicBezTo>
                  <a:cubicBezTo>
                    <a:pt x="1206" y="580"/>
                    <a:pt x="1229" y="594"/>
                    <a:pt x="1254" y="594"/>
                  </a:cubicBezTo>
                  <a:cubicBezTo>
                    <a:pt x="1517" y="594"/>
                    <a:pt x="1517" y="594"/>
                    <a:pt x="1517" y="594"/>
                  </a:cubicBezTo>
                  <a:cubicBezTo>
                    <a:pt x="1542" y="594"/>
                    <a:pt x="1564" y="580"/>
                    <a:pt x="1577" y="559"/>
                  </a:cubicBezTo>
                  <a:cubicBezTo>
                    <a:pt x="1649" y="434"/>
                    <a:pt x="1649" y="434"/>
                    <a:pt x="1649" y="434"/>
                  </a:cubicBezTo>
                  <a:cubicBezTo>
                    <a:pt x="1721" y="559"/>
                    <a:pt x="1721" y="559"/>
                    <a:pt x="1721" y="559"/>
                  </a:cubicBezTo>
                  <a:cubicBezTo>
                    <a:pt x="1733" y="580"/>
                    <a:pt x="1756" y="594"/>
                    <a:pt x="1780" y="594"/>
                  </a:cubicBezTo>
                  <a:cubicBezTo>
                    <a:pt x="2044" y="594"/>
                    <a:pt x="2044" y="594"/>
                    <a:pt x="2044" y="594"/>
                  </a:cubicBezTo>
                  <a:cubicBezTo>
                    <a:pt x="2068" y="594"/>
                    <a:pt x="2091" y="580"/>
                    <a:pt x="2103" y="559"/>
                  </a:cubicBezTo>
                  <a:cubicBezTo>
                    <a:pt x="2235" y="331"/>
                    <a:pt x="2235" y="331"/>
                    <a:pt x="2235" y="331"/>
                  </a:cubicBezTo>
                  <a:cubicBezTo>
                    <a:pt x="2235" y="331"/>
                    <a:pt x="2236" y="330"/>
                    <a:pt x="2236" y="329"/>
                  </a:cubicBezTo>
                  <a:cubicBezTo>
                    <a:pt x="2237" y="328"/>
                    <a:pt x="2237" y="327"/>
                    <a:pt x="2238" y="326"/>
                  </a:cubicBezTo>
                  <a:cubicBezTo>
                    <a:pt x="2238" y="325"/>
                    <a:pt x="2239" y="324"/>
                    <a:pt x="2239" y="323"/>
                  </a:cubicBezTo>
                  <a:close/>
                  <a:moveTo>
                    <a:pt x="424" y="456"/>
                  </a:moveTo>
                  <a:cubicBezTo>
                    <a:pt x="240" y="456"/>
                    <a:pt x="240" y="456"/>
                    <a:pt x="240" y="456"/>
                  </a:cubicBezTo>
                  <a:cubicBezTo>
                    <a:pt x="148" y="297"/>
                    <a:pt x="148" y="297"/>
                    <a:pt x="148" y="297"/>
                  </a:cubicBezTo>
                  <a:cubicBezTo>
                    <a:pt x="240" y="137"/>
                    <a:pt x="240" y="137"/>
                    <a:pt x="240" y="137"/>
                  </a:cubicBezTo>
                  <a:cubicBezTo>
                    <a:pt x="424" y="137"/>
                    <a:pt x="424" y="137"/>
                    <a:pt x="424" y="137"/>
                  </a:cubicBezTo>
                  <a:cubicBezTo>
                    <a:pt x="516" y="297"/>
                    <a:pt x="516" y="297"/>
                    <a:pt x="516" y="297"/>
                  </a:cubicBezTo>
                  <a:lnTo>
                    <a:pt x="424" y="456"/>
                  </a:lnTo>
                  <a:close/>
                  <a:moveTo>
                    <a:pt x="951" y="456"/>
                  </a:moveTo>
                  <a:cubicBezTo>
                    <a:pt x="767" y="456"/>
                    <a:pt x="767" y="456"/>
                    <a:pt x="767" y="456"/>
                  </a:cubicBezTo>
                  <a:cubicBezTo>
                    <a:pt x="675" y="297"/>
                    <a:pt x="675" y="297"/>
                    <a:pt x="675" y="297"/>
                  </a:cubicBezTo>
                  <a:cubicBezTo>
                    <a:pt x="767" y="137"/>
                    <a:pt x="767" y="137"/>
                    <a:pt x="767" y="137"/>
                  </a:cubicBezTo>
                  <a:cubicBezTo>
                    <a:pt x="951" y="137"/>
                    <a:pt x="951" y="137"/>
                    <a:pt x="951" y="137"/>
                  </a:cubicBezTo>
                  <a:cubicBezTo>
                    <a:pt x="1043" y="297"/>
                    <a:pt x="1043" y="297"/>
                    <a:pt x="1043" y="297"/>
                  </a:cubicBezTo>
                  <a:lnTo>
                    <a:pt x="951" y="456"/>
                  </a:lnTo>
                  <a:close/>
                  <a:moveTo>
                    <a:pt x="1477" y="456"/>
                  </a:moveTo>
                  <a:cubicBezTo>
                    <a:pt x="1294" y="456"/>
                    <a:pt x="1294" y="456"/>
                    <a:pt x="1294" y="456"/>
                  </a:cubicBezTo>
                  <a:cubicBezTo>
                    <a:pt x="1202" y="297"/>
                    <a:pt x="1202" y="297"/>
                    <a:pt x="1202" y="297"/>
                  </a:cubicBezTo>
                  <a:cubicBezTo>
                    <a:pt x="1294" y="137"/>
                    <a:pt x="1294" y="137"/>
                    <a:pt x="1294" y="137"/>
                  </a:cubicBezTo>
                  <a:cubicBezTo>
                    <a:pt x="1477" y="137"/>
                    <a:pt x="1477" y="137"/>
                    <a:pt x="1477" y="137"/>
                  </a:cubicBezTo>
                  <a:cubicBezTo>
                    <a:pt x="1569" y="297"/>
                    <a:pt x="1569" y="297"/>
                    <a:pt x="1569" y="297"/>
                  </a:cubicBezTo>
                  <a:lnTo>
                    <a:pt x="1477" y="456"/>
                  </a:lnTo>
                  <a:close/>
                  <a:moveTo>
                    <a:pt x="2004" y="456"/>
                  </a:moveTo>
                  <a:cubicBezTo>
                    <a:pt x="1820" y="456"/>
                    <a:pt x="1820" y="456"/>
                    <a:pt x="1820" y="456"/>
                  </a:cubicBezTo>
                  <a:cubicBezTo>
                    <a:pt x="1728" y="297"/>
                    <a:pt x="1728" y="297"/>
                    <a:pt x="1728" y="297"/>
                  </a:cubicBezTo>
                  <a:cubicBezTo>
                    <a:pt x="1820" y="137"/>
                    <a:pt x="1820" y="137"/>
                    <a:pt x="1820" y="137"/>
                  </a:cubicBezTo>
                  <a:cubicBezTo>
                    <a:pt x="2004" y="137"/>
                    <a:pt x="2004" y="137"/>
                    <a:pt x="2004" y="137"/>
                  </a:cubicBezTo>
                  <a:cubicBezTo>
                    <a:pt x="2096" y="297"/>
                    <a:pt x="2096" y="297"/>
                    <a:pt x="2096" y="297"/>
                  </a:cubicBezTo>
                  <a:lnTo>
                    <a:pt x="2004" y="456"/>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2" name="Freeform 136">
              <a:extLst>
                <a:ext uri="{FF2B5EF4-FFF2-40B4-BE49-F238E27FC236}">
                  <a16:creationId xmlns:a16="http://schemas.microsoft.com/office/drawing/2014/main" id="{65198663-083F-4324-8780-C759C7BBCD91}"/>
                </a:ext>
              </a:extLst>
            </p:cNvPr>
            <p:cNvSpPr>
              <a:spLocks/>
            </p:cNvSpPr>
            <p:nvPr/>
          </p:nvSpPr>
          <p:spPr bwMode="auto">
            <a:xfrm>
              <a:off x="8280400" y="2182813"/>
              <a:ext cx="1846263" cy="2065338"/>
            </a:xfrm>
            <a:custGeom>
              <a:avLst/>
              <a:gdLst>
                <a:gd name="T0" fmla="*/ 516 w 516"/>
                <a:gd name="T1" fmla="*/ 276 h 576"/>
                <a:gd name="T2" fmla="*/ 515 w 516"/>
                <a:gd name="T3" fmla="*/ 273 h 576"/>
                <a:gd name="T4" fmla="*/ 515 w 516"/>
                <a:gd name="T5" fmla="*/ 269 h 576"/>
                <a:gd name="T6" fmla="*/ 514 w 516"/>
                <a:gd name="T7" fmla="*/ 266 h 576"/>
                <a:gd name="T8" fmla="*/ 514 w 516"/>
                <a:gd name="T9" fmla="*/ 262 h 576"/>
                <a:gd name="T10" fmla="*/ 513 w 516"/>
                <a:gd name="T11" fmla="*/ 260 h 576"/>
                <a:gd name="T12" fmla="*/ 512 w 516"/>
                <a:gd name="T13" fmla="*/ 256 h 576"/>
                <a:gd name="T14" fmla="*/ 510 w 516"/>
                <a:gd name="T15" fmla="*/ 253 h 576"/>
                <a:gd name="T16" fmla="*/ 509 w 516"/>
                <a:gd name="T17" fmla="*/ 250 h 576"/>
                <a:gd name="T18" fmla="*/ 507 w 516"/>
                <a:gd name="T19" fmla="*/ 246 h 576"/>
                <a:gd name="T20" fmla="*/ 506 w 516"/>
                <a:gd name="T21" fmla="*/ 245 h 576"/>
                <a:gd name="T22" fmla="*/ 375 w 516"/>
                <a:gd name="T23" fmla="*/ 16 h 576"/>
                <a:gd name="T24" fmla="*/ 361 w 516"/>
                <a:gd name="T25" fmla="*/ 0 h 576"/>
                <a:gd name="T26" fmla="*/ 369 w 516"/>
                <a:gd name="T27" fmla="*/ 11 h 576"/>
                <a:gd name="T28" fmla="*/ 501 w 516"/>
                <a:gd name="T29" fmla="*/ 239 h 576"/>
                <a:gd name="T30" fmla="*/ 502 w 516"/>
                <a:gd name="T31" fmla="*/ 241 h 576"/>
                <a:gd name="T32" fmla="*/ 504 w 516"/>
                <a:gd name="T33" fmla="*/ 245 h 576"/>
                <a:gd name="T34" fmla="*/ 505 w 516"/>
                <a:gd name="T35" fmla="*/ 248 h 576"/>
                <a:gd name="T36" fmla="*/ 506 w 516"/>
                <a:gd name="T37" fmla="*/ 251 h 576"/>
                <a:gd name="T38" fmla="*/ 507 w 516"/>
                <a:gd name="T39" fmla="*/ 254 h 576"/>
                <a:gd name="T40" fmla="*/ 508 w 516"/>
                <a:gd name="T41" fmla="*/ 257 h 576"/>
                <a:gd name="T42" fmla="*/ 509 w 516"/>
                <a:gd name="T43" fmla="*/ 261 h 576"/>
                <a:gd name="T44" fmla="*/ 510 w 516"/>
                <a:gd name="T45" fmla="*/ 263 h 576"/>
                <a:gd name="T46" fmla="*/ 510 w 516"/>
                <a:gd name="T47" fmla="*/ 267 h 576"/>
                <a:gd name="T48" fmla="*/ 510 w 516"/>
                <a:gd name="T49" fmla="*/ 270 h 576"/>
                <a:gd name="T50" fmla="*/ 510 w 516"/>
                <a:gd name="T51" fmla="*/ 274 h 576"/>
                <a:gd name="T52" fmla="*/ 510 w 516"/>
                <a:gd name="T53" fmla="*/ 277 h 576"/>
                <a:gd name="T54" fmla="*/ 510 w 516"/>
                <a:gd name="T55" fmla="*/ 280 h 576"/>
                <a:gd name="T56" fmla="*/ 510 w 516"/>
                <a:gd name="T57" fmla="*/ 284 h 576"/>
                <a:gd name="T58" fmla="*/ 509 w 516"/>
                <a:gd name="T59" fmla="*/ 287 h 576"/>
                <a:gd name="T60" fmla="*/ 508 w 516"/>
                <a:gd name="T61" fmla="*/ 290 h 576"/>
                <a:gd name="T62" fmla="*/ 507 w 516"/>
                <a:gd name="T63" fmla="*/ 293 h 576"/>
                <a:gd name="T64" fmla="*/ 506 w 516"/>
                <a:gd name="T65" fmla="*/ 297 h 576"/>
                <a:gd name="T66" fmla="*/ 505 w 516"/>
                <a:gd name="T67" fmla="*/ 300 h 576"/>
                <a:gd name="T68" fmla="*/ 504 w 516"/>
                <a:gd name="T69" fmla="*/ 303 h 576"/>
                <a:gd name="T70" fmla="*/ 502 w 516"/>
                <a:gd name="T71" fmla="*/ 306 h 576"/>
                <a:gd name="T72" fmla="*/ 501 w 516"/>
                <a:gd name="T73" fmla="*/ 308 h 576"/>
                <a:gd name="T74" fmla="*/ 369 w 516"/>
                <a:gd name="T75" fmla="*/ 536 h 576"/>
                <a:gd name="T76" fmla="*/ 310 w 516"/>
                <a:gd name="T77" fmla="*/ 571 h 576"/>
                <a:gd name="T78" fmla="*/ 46 w 516"/>
                <a:gd name="T79" fmla="*/ 571 h 576"/>
                <a:gd name="T80" fmla="*/ 0 w 516"/>
                <a:gd name="T81" fmla="*/ 553 h 576"/>
                <a:gd name="T82" fmla="*/ 52 w 516"/>
                <a:gd name="T83" fmla="*/ 576 h 576"/>
                <a:gd name="T84" fmla="*/ 315 w 516"/>
                <a:gd name="T85" fmla="*/ 576 h 576"/>
                <a:gd name="T86" fmla="*/ 375 w 516"/>
                <a:gd name="T87" fmla="*/ 541 h 576"/>
                <a:gd name="T88" fmla="*/ 506 w 516"/>
                <a:gd name="T89" fmla="*/ 313 h 576"/>
                <a:gd name="T90" fmla="*/ 507 w 516"/>
                <a:gd name="T91" fmla="*/ 312 h 576"/>
                <a:gd name="T92" fmla="*/ 509 w 516"/>
                <a:gd name="T93" fmla="*/ 308 h 576"/>
                <a:gd name="T94" fmla="*/ 510 w 516"/>
                <a:gd name="T95" fmla="*/ 305 h 576"/>
                <a:gd name="T96" fmla="*/ 512 w 516"/>
                <a:gd name="T97" fmla="*/ 302 h 576"/>
                <a:gd name="T98" fmla="*/ 513 w 516"/>
                <a:gd name="T99" fmla="*/ 298 h 576"/>
                <a:gd name="T100" fmla="*/ 514 w 516"/>
                <a:gd name="T101" fmla="*/ 296 h 576"/>
                <a:gd name="T102" fmla="*/ 514 w 516"/>
                <a:gd name="T103" fmla="*/ 292 h 576"/>
                <a:gd name="T104" fmla="*/ 515 w 516"/>
                <a:gd name="T105" fmla="*/ 289 h 576"/>
                <a:gd name="T106" fmla="*/ 515 w 516"/>
                <a:gd name="T107" fmla="*/ 285 h 576"/>
                <a:gd name="T108" fmla="*/ 516 w 516"/>
                <a:gd name="T109" fmla="*/ 282 h 576"/>
                <a:gd name="T110" fmla="*/ 516 w 516"/>
                <a:gd name="T111" fmla="*/ 279 h 576"/>
                <a:gd name="T112" fmla="*/ 516 w 516"/>
                <a:gd name="T113" fmla="*/ 276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6" h="576">
                  <a:moveTo>
                    <a:pt x="516" y="276"/>
                  </a:moveTo>
                  <a:cubicBezTo>
                    <a:pt x="515" y="275"/>
                    <a:pt x="515" y="274"/>
                    <a:pt x="515" y="273"/>
                  </a:cubicBezTo>
                  <a:cubicBezTo>
                    <a:pt x="515" y="271"/>
                    <a:pt x="515" y="270"/>
                    <a:pt x="515" y="269"/>
                  </a:cubicBezTo>
                  <a:cubicBezTo>
                    <a:pt x="515" y="268"/>
                    <a:pt x="515" y="267"/>
                    <a:pt x="514" y="266"/>
                  </a:cubicBezTo>
                  <a:cubicBezTo>
                    <a:pt x="514" y="265"/>
                    <a:pt x="514" y="263"/>
                    <a:pt x="514" y="262"/>
                  </a:cubicBezTo>
                  <a:cubicBezTo>
                    <a:pt x="513" y="261"/>
                    <a:pt x="513" y="260"/>
                    <a:pt x="513" y="260"/>
                  </a:cubicBezTo>
                  <a:cubicBezTo>
                    <a:pt x="512" y="258"/>
                    <a:pt x="512" y="257"/>
                    <a:pt x="512" y="256"/>
                  </a:cubicBezTo>
                  <a:cubicBezTo>
                    <a:pt x="511" y="255"/>
                    <a:pt x="511" y="254"/>
                    <a:pt x="510" y="253"/>
                  </a:cubicBezTo>
                  <a:cubicBezTo>
                    <a:pt x="510" y="252"/>
                    <a:pt x="510" y="251"/>
                    <a:pt x="509" y="250"/>
                  </a:cubicBezTo>
                  <a:cubicBezTo>
                    <a:pt x="509" y="249"/>
                    <a:pt x="508" y="247"/>
                    <a:pt x="507" y="246"/>
                  </a:cubicBezTo>
                  <a:cubicBezTo>
                    <a:pt x="507" y="246"/>
                    <a:pt x="507" y="245"/>
                    <a:pt x="506" y="245"/>
                  </a:cubicBezTo>
                  <a:cubicBezTo>
                    <a:pt x="375" y="16"/>
                    <a:pt x="375" y="16"/>
                    <a:pt x="375" y="16"/>
                  </a:cubicBezTo>
                  <a:cubicBezTo>
                    <a:pt x="371" y="10"/>
                    <a:pt x="366" y="4"/>
                    <a:pt x="361" y="0"/>
                  </a:cubicBezTo>
                  <a:cubicBezTo>
                    <a:pt x="364" y="3"/>
                    <a:pt x="367" y="7"/>
                    <a:pt x="369" y="11"/>
                  </a:cubicBezTo>
                  <a:cubicBezTo>
                    <a:pt x="501" y="239"/>
                    <a:pt x="501" y="239"/>
                    <a:pt x="501" y="239"/>
                  </a:cubicBezTo>
                  <a:cubicBezTo>
                    <a:pt x="501" y="240"/>
                    <a:pt x="502" y="240"/>
                    <a:pt x="502" y="241"/>
                  </a:cubicBezTo>
                  <a:cubicBezTo>
                    <a:pt x="503" y="242"/>
                    <a:pt x="503" y="243"/>
                    <a:pt x="504" y="245"/>
                  </a:cubicBezTo>
                  <a:cubicBezTo>
                    <a:pt x="504" y="246"/>
                    <a:pt x="505" y="247"/>
                    <a:pt x="505" y="248"/>
                  </a:cubicBezTo>
                  <a:cubicBezTo>
                    <a:pt x="506" y="249"/>
                    <a:pt x="506" y="250"/>
                    <a:pt x="506" y="251"/>
                  </a:cubicBezTo>
                  <a:cubicBezTo>
                    <a:pt x="507" y="252"/>
                    <a:pt x="507" y="253"/>
                    <a:pt x="507" y="254"/>
                  </a:cubicBezTo>
                  <a:cubicBezTo>
                    <a:pt x="508" y="255"/>
                    <a:pt x="508" y="256"/>
                    <a:pt x="508" y="257"/>
                  </a:cubicBezTo>
                  <a:cubicBezTo>
                    <a:pt x="509" y="258"/>
                    <a:pt x="509" y="259"/>
                    <a:pt x="509" y="261"/>
                  </a:cubicBezTo>
                  <a:cubicBezTo>
                    <a:pt x="509" y="262"/>
                    <a:pt x="509" y="263"/>
                    <a:pt x="510" y="263"/>
                  </a:cubicBezTo>
                  <a:cubicBezTo>
                    <a:pt x="510" y="265"/>
                    <a:pt x="510" y="266"/>
                    <a:pt x="510" y="267"/>
                  </a:cubicBezTo>
                  <a:cubicBezTo>
                    <a:pt x="510" y="268"/>
                    <a:pt x="510" y="269"/>
                    <a:pt x="510" y="270"/>
                  </a:cubicBezTo>
                  <a:cubicBezTo>
                    <a:pt x="510" y="271"/>
                    <a:pt x="510" y="273"/>
                    <a:pt x="510" y="274"/>
                  </a:cubicBezTo>
                  <a:cubicBezTo>
                    <a:pt x="510" y="275"/>
                    <a:pt x="510" y="276"/>
                    <a:pt x="510" y="277"/>
                  </a:cubicBezTo>
                  <a:cubicBezTo>
                    <a:pt x="510" y="278"/>
                    <a:pt x="510" y="279"/>
                    <a:pt x="510" y="280"/>
                  </a:cubicBezTo>
                  <a:cubicBezTo>
                    <a:pt x="510" y="281"/>
                    <a:pt x="510" y="283"/>
                    <a:pt x="510" y="284"/>
                  </a:cubicBezTo>
                  <a:cubicBezTo>
                    <a:pt x="509" y="285"/>
                    <a:pt x="509" y="286"/>
                    <a:pt x="509" y="287"/>
                  </a:cubicBezTo>
                  <a:cubicBezTo>
                    <a:pt x="509" y="288"/>
                    <a:pt x="509" y="289"/>
                    <a:pt x="508" y="290"/>
                  </a:cubicBezTo>
                  <a:cubicBezTo>
                    <a:pt x="508" y="291"/>
                    <a:pt x="508" y="292"/>
                    <a:pt x="507" y="293"/>
                  </a:cubicBezTo>
                  <a:cubicBezTo>
                    <a:pt x="507" y="294"/>
                    <a:pt x="507" y="295"/>
                    <a:pt x="506" y="297"/>
                  </a:cubicBezTo>
                  <a:cubicBezTo>
                    <a:pt x="506" y="298"/>
                    <a:pt x="506" y="299"/>
                    <a:pt x="505" y="300"/>
                  </a:cubicBezTo>
                  <a:cubicBezTo>
                    <a:pt x="505" y="301"/>
                    <a:pt x="504" y="302"/>
                    <a:pt x="504" y="303"/>
                  </a:cubicBezTo>
                  <a:cubicBezTo>
                    <a:pt x="503" y="304"/>
                    <a:pt x="503" y="305"/>
                    <a:pt x="502" y="306"/>
                  </a:cubicBezTo>
                  <a:cubicBezTo>
                    <a:pt x="502" y="307"/>
                    <a:pt x="501" y="308"/>
                    <a:pt x="501" y="308"/>
                  </a:cubicBezTo>
                  <a:cubicBezTo>
                    <a:pt x="369" y="536"/>
                    <a:pt x="369" y="536"/>
                    <a:pt x="369" y="536"/>
                  </a:cubicBezTo>
                  <a:cubicBezTo>
                    <a:pt x="357" y="557"/>
                    <a:pt x="334" y="571"/>
                    <a:pt x="310" y="571"/>
                  </a:cubicBezTo>
                  <a:cubicBezTo>
                    <a:pt x="46" y="571"/>
                    <a:pt x="46" y="571"/>
                    <a:pt x="46" y="571"/>
                  </a:cubicBezTo>
                  <a:cubicBezTo>
                    <a:pt x="29" y="571"/>
                    <a:pt x="13" y="564"/>
                    <a:pt x="0" y="553"/>
                  </a:cubicBezTo>
                  <a:cubicBezTo>
                    <a:pt x="13" y="567"/>
                    <a:pt x="32" y="576"/>
                    <a:pt x="52" y="576"/>
                  </a:cubicBezTo>
                  <a:cubicBezTo>
                    <a:pt x="315" y="576"/>
                    <a:pt x="315" y="576"/>
                    <a:pt x="315" y="576"/>
                  </a:cubicBezTo>
                  <a:cubicBezTo>
                    <a:pt x="340" y="576"/>
                    <a:pt x="362" y="563"/>
                    <a:pt x="375" y="541"/>
                  </a:cubicBezTo>
                  <a:cubicBezTo>
                    <a:pt x="506" y="313"/>
                    <a:pt x="506" y="313"/>
                    <a:pt x="506" y="313"/>
                  </a:cubicBezTo>
                  <a:cubicBezTo>
                    <a:pt x="507" y="313"/>
                    <a:pt x="507" y="312"/>
                    <a:pt x="507" y="312"/>
                  </a:cubicBezTo>
                  <a:cubicBezTo>
                    <a:pt x="508" y="310"/>
                    <a:pt x="509" y="309"/>
                    <a:pt x="509" y="308"/>
                  </a:cubicBezTo>
                  <a:cubicBezTo>
                    <a:pt x="510" y="307"/>
                    <a:pt x="510" y="306"/>
                    <a:pt x="510" y="305"/>
                  </a:cubicBezTo>
                  <a:cubicBezTo>
                    <a:pt x="511" y="304"/>
                    <a:pt x="511" y="303"/>
                    <a:pt x="512" y="302"/>
                  </a:cubicBezTo>
                  <a:cubicBezTo>
                    <a:pt x="512" y="301"/>
                    <a:pt x="512" y="300"/>
                    <a:pt x="513" y="298"/>
                  </a:cubicBezTo>
                  <a:cubicBezTo>
                    <a:pt x="513" y="297"/>
                    <a:pt x="513" y="297"/>
                    <a:pt x="514" y="296"/>
                  </a:cubicBezTo>
                  <a:cubicBezTo>
                    <a:pt x="514" y="294"/>
                    <a:pt x="514" y="293"/>
                    <a:pt x="514" y="292"/>
                  </a:cubicBezTo>
                  <a:cubicBezTo>
                    <a:pt x="515" y="291"/>
                    <a:pt x="515" y="290"/>
                    <a:pt x="515" y="289"/>
                  </a:cubicBezTo>
                  <a:cubicBezTo>
                    <a:pt x="515" y="288"/>
                    <a:pt x="515" y="287"/>
                    <a:pt x="515" y="285"/>
                  </a:cubicBezTo>
                  <a:cubicBezTo>
                    <a:pt x="515" y="284"/>
                    <a:pt x="515" y="283"/>
                    <a:pt x="516" y="282"/>
                  </a:cubicBezTo>
                  <a:cubicBezTo>
                    <a:pt x="516" y="281"/>
                    <a:pt x="516" y="280"/>
                    <a:pt x="516" y="279"/>
                  </a:cubicBezTo>
                  <a:cubicBezTo>
                    <a:pt x="516" y="278"/>
                    <a:pt x="516" y="277"/>
                    <a:pt x="516" y="276"/>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3" name="Freeform 137">
              <a:extLst>
                <a:ext uri="{FF2B5EF4-FFF2-40B4-BE49-F238E27FC236}">
                  <a16:creationId xmlns:a16="http://schemas.microsoft.com/office/drawing/2014/main" id="{3A4C945E-94AE-4F3C-95E8-1C4BA8A736C1}"/>
                </a:ext>
              </a:extLst>
            </p:cNvPr>
            <p:cNvSpPr>
              <a:spLocks/>
            </p:cNvSpPr>
            <p:nvPr/>
          </p:nvSpPr>
          <p:spPr bwMode="auto">
            <a:xfrm>
              <a:off x="4489450" y="2590800"/>
              <a:ext cx="998538" cy="1144588"/>
            </a:xfrm>
            <a:custGeom>
              <a:avLst/>
              <a:gdLst>
                <a:gd name="T0" fmla="*/ 212 w 629"/>
                <a:gd name="T1" fmla="*/ 721 h 721"/>
                <a:gd name="T2" fmla="*/ 11 w 629"/>
                <a:gd name="T3" fmla="*/ 373 h 721"/>
                <a:gd name="T4" fmla="*/ 218 w 629"/>
                <a:gd name="T5" fmla="*/ 14 h 721"/>
                <a:gd name="T6" fmla="*/ 629 w 629"/>
                <a:gd name="T7" fmla="*/ 14 h 721"/>
                <a:gd name="T8" fmla="*/ 622 w 629"/>
                <a:gd name="T9" fmla="*/ 0 h 721"/>
                <a:gd name="T10" fmla="*/ 207 w 629"/>
                <a:gd name="T11" fmla="*/ 0 h 721"/>
                <a:gd name="T12" fmla="*/ 0 w 629"/>
                <a:gd name="T13" fmla="*/ 362 h 721"/>
                <a:gd name="T14" fmla="*/ 207 w 629"/>
                <a:gd name="T15" fmla="*/ 721 h 721"/>
                <a:gd name="T16" fmla="*/ 212 w 629"/>
                <a:gd name="T1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9" h="721">
                  <a:moveTo>
                    <a:pt x="212" y="721"/>
                  </a:moveTo>
                  <a:lnTo>
                    <a:pt x="11" y="373"/>
                  </a:lnTo>
                  <a:lnTo>
                    <a:pt x="218" y="14"/>
                  </a:lnTo>
                  <a:lnTo>
                    <a:pt x="629" y="14"/>
                  </a:lnTo>
                  <a:lnTo>
                    <a:pt x="622" y="0"/>
                  </a:lnTo>
                  <a:lnTo>
                    <a:pt x="207" y="0"/>
                  </a:lnTo>
                  <a:lnTo>
                    <a:pt x="0" y="362"/>
                  </a:lnTo>
                  <a:lnTo>
                    <a:pt x="207" y="721"/>
                  </a:lnTo>
                  <a:lnTo>
                    <a:pt x="212" y="721"/>
                  </a:ln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6" name="Freeform 140">
              <a:extLst>
                <a:ext uri="{FF2B5EF4-FFF2-40B4-BE49-F238E27FC236}">
                  <a16:creationId xmlns:a16="http://schemas.microsoft.com/office/drawing/2014/main" id="{D8D53DC7-5C4B-40EC-89FB-D41E3911EAE5}"/>
                </a:ext>
              </a:extLst>
            </p:cNvPr>
            <p:cNvSpPr>
              <a:spLocks/>
            </p:cNvSpPr>
            <p:nvPr/>
          </p:nvSpPr>
          <p:spPr bwMode="auto">
            <a:xfrm>
              <a:off x="8258175" y="2590800"/>
              <a:ext cx="998538" cy="1144588"/>
            </a:xfrm>
            <a:custGeom>
              <a:avLst/>
              <a:gdLst>
                <a:gd name="T0" fmla="*/ 212 w 629"/>
                <a:gd name="T1" fmla="*/ 721 h 721"/>
                <a:gd name="T2" fmla="*/ 14 w 629"/>
                <a:gd name="T3" fmla="*/ 373 h 721"/>
                <a:gd name="T4" fmla="*/ 221 w 629"/>
                <a:gd name="T5" fmla="*/ 14 h 721"/>
                <a:gd name="T6" fmla="*/ 629 w 629"/>
                <a:gd name="T7" fmla="*/ 14 h 721"/>
                <a:gd name="T8" fmla="*/ 622 w 629"/>
                <a:gd name="T9" fmla="*/ 0 h 721"/>
                <a:gd name="T10" fmla="*/ 207 w 629"/>
                <a:gd name="T11" fmla="*/ 0 h 721"/>
                <a:gd name="T12" fmla="*/ 0 w 629"/>
                <a:gd name="T13" fmla="*/ 362 h 721"/>
                <a:gd name="T14" fmla="*/ 207 w 629"/>
                <a:gd name="T15" fmla="*/ 721 h 721"/>
                <a:gd name="T16" fmla="*/ 212 w 629"/>
                <a:gd name="T1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9" h="721">
                  <a:moveTo>
                    <a:pt x="212" y="721"/>
                  </a:moveTo>
                  <a:lnTo>
                    <a:pt x="14" y="373"/>
                  </a:lnTo>
                  <a:lnTo>
                    <a:pt x="221" y="14"/>
                  </a:lnTo>
                  <a:lnTo>
                    <a:pt x="629" y="14"/>
                  </a:lnTo>
                  <a:lnTo>
                    <a:pt x="622" y="0"/>
                  </a:lnTo>
                  <a:lnTo>
                    <a:pt x="207" y="0"/>
                  </a:lnTo>
                  <a:lnTo>
                    <a:pt x="0" y="362"/>
                  </a:lnTo>
                  <a:lnTo>
                    <a:pt x="207" y="721"/>
                  </a:lnTo>
                  <a:lnTo>
                    <a:pt x="212" y="721"/>
                  </a:ln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7" name="Freeform 141">
              <a:extLst>
                <a:ext uri="{FF2B5EF4-FFF2-40B4-BE49-F238E27FC236}">
                  <a16:creationId xmlns:a16="http://schemas.microsoft.com/office/drawing/2014/main" id="{32C769A0-008A-4D6F-83ED-CCAFEC5DF0C2}"/>
                </a:ext>
              </a:extLst>
            </p:cNvPr>
            <p:cNvSpPr>
              <a:spLocks/>
            </p:cNvSpPr>
            <p:nvPr/>
          </p:nvSpPr>
          <p:spPr bwMode="auto">
            <a:xfrm>
              <a:off x="6375400" y="2590800"/>
              <a:ext cx="995363" cy="1144588"/>
            </a:xfrm>
            <a:custGeom>
              <a:avLst/>
              <a:gdLst>
                <a:gd name="T0" fmla="*/ 212 w 627"/>
                <a:gd name="T1" fmla="*/ 721 h 721"/>
                <a:gd name="T2" fmla="*/ 11 w 627"/>
                <a:gd name="T3" fmla="*/ 373 h 721"/>
                <a:gd name="T4" fmla="*/ 219 w 627"/>
                <a:gd name="T5" fmla="*/ 14 h 721"/>
                <a:gd name="T6" fmla="*/ 627 w 627"/>
                <a:gd name="T7" fmla="*/ 14 h 721"/>
                <a:gd name="T8" fmla="*/ 620 w 627"/>
                <a:gd name="T9" fmla="*/ 0 h 721"/>
                <a:gd name="T10" fmla="*/ 207 w 627"/>
                <a:gd name="T11" fmla="*/ 0 h 721"/>
                <a:gd name="T12" fmla="*/ 0 w 627"/>
                <a:gd name="T13" fmla="*/ 362 h 721"/>
                <a:gd name="T14" fmla="*/ 207 w 627"/>
                <a:gd name="T15" fmla="*/ 721 h 721"/>
                <a:gd name="T16" fmla="*/ 212 w 627"/>
                <a:gd name="T1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7" h="721">
                  <a:moveTo>
                    <a:pt x="212" y="721"/>
                  </a:moveTo>
                  <a:lnTo>
                    <a:pt x="11" y="373"/>
                  </a:lnTo>
                  <a:lnTo>
                    <a:pt x="219" y="14"/>
                  </a:lnTo>
                  <a:lnTo>
                    <a:pt x="627" y="14"/>
                  </a:lnTo>
                  <a:lnTo>
                    <a:pt x="620" y="0"/>
                  </a:lnTo>
                  <a:lnTo>
                    <a:pt x="207" y="0"/>
                  </a:lnTo>
                  <a:lnTo>
                    <a:pt x="0" y="362"/>
                  </a:lnTo>
                  <a:lnTo>
                    <a:pt x="207" y="721"/>
                  </a:lnTo>
                  <a:lnTo>
                    <a:pt x="212" y="721"/>
                  </a:ln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08" name="Group 207">
              <a:extLst>
                <a:ext uri="{FF2B5EF4-FFF2-40B4-BE49-F238E27FC236}">
                  <a16:creationId xmlns:a16="http://schemas.microsoft.com/office/drawing/2014/main" id="{3A018D9F-D26F-4DD6-9EFC-255AB6CB18F3}"/>
                </a:ext>
              </a:extLst>
            </p:cNvPr>
            <p:cNvGrpSpPr/>
            <p:nvPr/>
          </p:nvGrpSpPr>
          <p:grpSpPr>
            <a:xfrm>
              <a:off x="2624138" y="3165475"/>
              <a:ext cx="1879600" cy="1082676"/>
              <a:chOff x="2624138" y="3165475"/>
              <a:chExt cx="1879600" cy="1082676"/>
            </a:xfrm>
            <a:solidFill>
              <a:schemeClr val="bg2">
                <a:lumMod val="75000"/>
              </a:schemeClr>
            </a:solidFill>
          </p:grpSpPr>
          <p:sp>
            <p:nvSpPr>
              <p:cNvPr id="151" name="Freeform 145">
                <a:extLst>
                  <a:ext uri="{FF2B5EF4-FFF2-40B4-BE49-F238E27FC236}">
                    <a16:creationId xmlns:a16="http://schemas.microsoft.com/office/drawing/2014/main" id="{02325E1B-6057-40EB-859C-37DC088300E2}"/>
                  </a:ext>
                </a:extLst>
              </p:cNvPr>
              <p:cNvSpPr>
                <a:spLocks/>
              </p:cNvSpPr>
              <p:nvPr/>
            </p:nvSpPr>
            <p:spPr bwMode="auto">
              <a:xfrm>
                <a:off x="2624138" y="3656013"/>
                <a:ext cx="1595438" cy="592138"/>
              </a:xfrm>
              <a:custGeom>
                <a:avLst/>
                <a:gdLst>
                  <a:gd name="T0" fmla="*/ 441 w 446"/>
                  <a:gd name="T1" fmla="*/ 0 h 165"/>
                  <a:gd name="T2" fmla="*/ 369 w 446"/>
                  <a:gd name="T3" fmla="*/ 125 h 165"/>
                  <a:gd name="T4" fmla="*/ 310 w 446"/>
                  <a:gd name="T5" fmla="*/ 160 h 165"/>
                  <a:gd name="T6" fmla="*/ 46 w 446"/>
                  <a:gd name="T7" fmla="*/ 160 h 165"/>
                  <a:gd name="T8" fmla="*/ 0 w 446"/>
                  <a:gd name="T9" fmla="*/ 142 h 165"/>
                  <a:gd name="T10" fmla="*/ 52 w 446"/>
                  <a:gd name="T11" fmla="*/ 165 h 165"/>
                  <a:gd name="T12" fmla="*/ 315 w 446"/>
                  <a:gd name="T13" fmla="*/ 165 h 165"/>
                  <a:gd name="T14" fmla="*/ 375 w 446"/>
                  <a:gd name="T15" fmla="*/ 130 h 165"/>
                  <a:gd name="T16" fmla="*/ 446 w 446"/>
                  <a:gd name="T17" fmla="*/ 8 h 165"/>
                  <a:gd name="T18" fmla="*/ 441 w 446"/>
                  <a:gd name="T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6" h="165">
                    <a:moveTo>
                      <a:pt x="441" y="0"/>
                    </a:moveTo>
                    <a:cubicBezTo>
                      <a:pt x="369" y="125"/>
                      <a:pt x="369" y="125"/>
                      <a:pt x="369" y="125"/>
                    </a:cubicBezTo>
                    <a:cubicBezTo>
                      <a:pt x="357" y="146"/>
                      <a:pt x="334" y="160"/>
                      <a:pt x="310" y="160"/>
                    </a:cubicBezTo>
                    <a:cubicBezTo>
                      <a:pt x="46" y="160"/>
                      <a:pt x="46" y="160"/>
                      <a:pt x="46" y="160"/>
                    </a:cubicBezTo>
                    <a:cubicBezTo>
                      <a:pt x="29" y="160"/>
                      <a:pt x="13" y="153"/>
                      <a:pt x="0" y="142"/>
                    </a:cubicBezTo>
                    <a:cubicBezTo>
                      <a:pt x="13" y="156"/>
                      <a:pt x="32" y="165"/>
                      <a:pt x="52" y="165"/>
                    </a:cubicBezTo>
                    <a:cubicBezTo>
                      <a:pt x="315" y="165"/>
                      <a:pt x="315" y="165"/>
                      <a:pt x="315" y="165"/>
                    </a:cubicBezTo>
                    <a:cubicBezTo>
                      <a:pt x="340" y="165"/>
                      <a:pt x="362" y="152"/>
                      <a:pt x="375" y="130"/>
                    </a:cubicBezTo>
                    <a:cubicBezTo>
                      <a:pt x="446" y="8"/>
                      <a:pt x="446" y="8"/>
                      <a:pt x="446" y="8"/>
                    </a:cubicBezTo>
                    <a:lnTo>
                      <a:pt x="4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2" name="Freeform 146">
                <a:extLst>
                  <a:ext uri="{FF2B5EF4-FFF2-40B4-BE49-F238E27FC236}">
                    <a16:creationId xmlns:a16="http://schemas.microsoft.com/office/drawing/2014/main" id="{7BDE5AC2-CACE-4E1C-BF9D-9A93E3575C46}"/>
                  </a:ext>
                </a:extLst>
              </p:cNvPr>
              <p:cNvSpPr>
                <a:spLocks/>
              </p:cNvSpPr>
              <p:nvPr/>
            </p:nvSpPr>
            <p:spPr bwMode="auto">
              <a:xfrm>
                <a:off x="4198938" y="3165475"/>
                <a:ext cx="304800" cy="527050"/>
              </a:xfrm>
              <a:custGeom>
                <a:avLst/>
                <a:gdLst>
                  <a:gd name="T0" fmla="*/ 183 w 192"/>
                  <a:gd name="T1" fmla="*/ 0 h 332"/>
                  <a:gd name="T2" fmla="*/ 0 w 192"/>
                  <a:gd name="T3" fmla="*/ 316 h 332"/>
                  <a:gd name="T4" fmla="*/ 9 w 192"/>
                  <a:gd name="T5" fmla="*/ 332 h 332"/>
                  <a:gd name="T6" fmla="*/ 192 w 192"/>
                  <a:gd name="T7" fmla="*/ 16 h 332"/>
                  <a:gd name="T8" fmla="*/ 183 w 192"/>
                  <a:gd name="T9" fmla="*/ 0 h 332"/>
                </a:gdLst>
                <a:ahLst/>
                <a:cxnLst>
                  <a:cxn ang="0">
                    <a:pos x="T0" y="T1"/>
                  </a:cxn>
                  <a:cxn ang="0">
                    <a:pos x="T2" y="T3"/>
                  </a:cxn>
                  <a:cxn ang="0">
                    <a:pos x="T4" y="T5"/>
                  </a:cxn>
                  <a:cxn ang="0">
                    <a:pos x="T6" y="T7"/>
                  </a:cxn>
                  <a:cxn ang="0">
                    <a:pos x="T8" y="T9"/>
                  </a:cxn>
                </a:cxnLst>
                <a:rect l="0" t="0" r="r" b="b"/>
                <a:pathLst>
                  <a:path w="192" h="332">
                    <a:moveTo>
                      <a:pt x="183" y="0"/>
                    </a:moveTo>
                    <a:lnTo>
                      <a:pt x="0" y="316"/>
                    </a:lnTo>
                    <a:lnTo>
                      <a:pt x="9" y="332"/>
                    </a:lnTo>
                    <a:lnTo>
                      <a:pt x="192" y="16"/>
                    </a:lnTo>
                    <a:lnTo>
                      <a:pt x="1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09" name="Group 208">
              <a:extLst>
                <a:ext uri="{FF2B5EF4-FFF2-40B4-BE49-F238E27FC236}">
                  <a16:creationId xmlns:a16="http://schemas.microsoft.com/office/drawing/2014/main" id="{79C85BC3-2639-4D38-80DC-FD405061FBEA}"/>
                </a:ext>
              </a:extLst>
            </p:cNvPr>
            <p:cNvGrpSpPr/>
            <p:nvPr/>
          </p:nvGrpSpPr>
          <p:grpSpPr>
            <a:xfrm>
              <a:off x="4510088" y="3165475"/>
              <a:ext cx="1879600" cy="1082676"/>
              <a:chOff x="4510088" y="3165475"/>
              <a:chExt cx="1879600" cy="1082676"/>
            </a:xfrm>
            <a:solidFill>
              <a:schemeClr val="bg2">
                <a:lumMod val="75000"/>
              </a:schemeClr>
            </a:solidFill>
          </p:grpSpPr>
          <p:sp>
            <p:nvSpPr>
              <p:cNvPr id="150" name="Freeform 144">
                <a:extLst>
                  <a:ext uri="{FF2B5EF4-FFF2-40B4-BE49-F238E27FC236}">
                    <a16:creationId xmlns:a16="http://schemas.microsoft.com/office/drawing/2014/main" id="{062F2E5E-6BA8-4F1C-8603-D4CDF05D3492}"/>
                  </a:ext>
                </a:extLst>
              </p:cNvPr>
              <p:cNvSpPr>
                <a:spLocks/>
              </p:cNvSpPr>
              <p:nvPr/>
            </p:nvSpPr>
            <p:spPr bwMode="auto">
              <a:xfrm>
                <a:off x="4510088" y="3656013"/>
                <a:ext cx="1593850" cy="592138"/>
              </a:xfrm>
              <a:custGeom>
                <a:avLst/>
                <a:gdLst>
                  <a:gd name="T0" fmla="*/ 441 w 445"/>
                  <a:gd name="T1" fmla="*/ 0 h 165"/>
                  <a:gd name="T2" fmla="*/ 369 w 445"/>
                  <a:gd name="T3" fmla="*/ 125 h 165"/>
                  <a:gd name="T4" fmla="*/ 309 w 445"/>
                  <a:gd name="T5" fmla="*/ 160 h 165"/>
                  <a:gd name="T6" fmla="*/ 46 w 445"/>
                  <a:gd name="T7" fmla="*/ 160 h 165"/>
                  <a:gd name="T8" fmla="*/ 0 w 445"/>
                  <a:gd name="T9" fmla="*/ 142 h 165"/>
                  <a:gd name="T10" fmla="*/ 51 w 445"/>
                  <a:gd name="T11" fmla="*/ 165 h 165"/>
                  <a:gd name="T12" fmla="*/ 315 w 445"/>
                  <a:gd name="T13" fmla="*/ 165 h 165"/>
                  <a:gd name="T14" fmla="*/ 374 w 445"/>
                  <a:gd name="T15" fmla="*/ 130 h 165"/>
                  <a:gd name="T16" fmla="*/ 445 w 445"/>
                  <a:gd name="T17" fmla="*/ 8 h 165"/>
                  <a:gd name="T18" fmla="*/ 441 w 445"/>
                  <a:gd name="T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5" h="165">
                    <a:moveTo>
                      <a:pt x="441" y="0"/>
                    </a:moveTo>
                    <a:cubicBezTo>
                      <a:pt x="369" y="125"/>
                      <a:pt x="369" y="125"/>
                      <a:pt x="369" y="125"/>
                    </a:cubicBezTo>
                    <a:cubicBezTo>
                      <a:pt x="357" y="146"/>
                      <a:pt x="334" y="160"/>
                      <a:pt x="309" y="160"/>
                    </a:cubicBezTo>
                    <a:cubicBezTo>
                      <a:pt x="46" y="160"/>
                      <a:pt x="46" y="160"/>
                      <a:pt x="46" y="160"/>
                    </a:cubicBezTo>
                    <a:cubicBezTo>
                      <a:pt x="29" y="160"/>
                      <a:pt x="13" y="153"/>
                      <a:pt x="0" y="142"/>
                    </a:cubicBezTo>
                    <a:cubicBezTo>
                      <a:pt x="13" y="156"/>
                      <a:pt x="32" y="165"/>
                      <a:pt x="51" y="165"/>
                    </a:cubicBezTo>
                    <a:cubicBezTo>
                      <a:pt x="315" y="165"/>
                      <a:pt x="315" y="165"/>
                      <a:pt x="315" y="165"/>
                    </a:cubicBezTo>
                    <a:cubicBezTo>
                      <a:pt x="339" y="165"/>
                      <a:pt x="362" y="152"/>
                      <a:pt x="374" y="130"/>
                    </a:cubicBezTo>
                    <a:cubicBezTo>
                      <a:pt x="445" y="8"/>
                      <a:pt x="445" y="8"/>
                      <a:pt x="445" y="8"/>
                    </a:cubicBezTo>
                    <a:lnTo>
                      <a:pt x="4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3" name="Freeform 147">
                <a:extLst>
                  <a:ext uri="{FF2B5EF4-FFF2-40B4-BE49-F238E27FC236}">
                    <a16:creationId xmlns:a16="http://schemas.microsoft.com/office/drawing/2014/main" id="{47D14FC7-EB1A-4B8D-B1C5-07B3731AD131}"/>
                  </a:ext>
                </a:extLst>
              </p:cNvPr>
              <p:cNvSpPr>
                <a:spLocks/>
              </p:cNvSpPr>
              <p:nvPr/>
            </p:nvSpPr>
            <p:spPr bwMode="auto">
              <a:xfrm>
                <a:off x="6081713" y="3165475"/>
                <a:ext cx="307975" cy="530225"/>
              </a:xfrm>
              <a:custGeom>
                <a:avLst/>
                <a:gdLst>
                  <a:gd name="T0" fmla="*/ 185 w 194"/>
                  <a:gd name="T1" fmla="*/ 0 h 334"/>
                  <a:gd name="T2" fmla="*/ 0 w 194"/>
                  <a:gd name="T3" fmla="*/ 319 h 334"/>
                  <a:gd name="T4" fmla="*/ 9 w 194"/>
                  <a:gd name="T5" fmla="*/ 334 h 334"/>
                  <a:gd name="T6" fmla="*/ 194 w 194"/>
                  <a:gd name="T7" fmla="*/ 16 h 334"/>
                  <a:gd name="T8" fmla="*/ 185 w 194"/>
                  <a:gd name="T9" fmla="*/ 0 h 334"/>
                </a:gdLst>
                <a:ahLst/>
                <a:cxnLst>
                  <a:cxn ang="0">
                    <a:pos x="T0" y="T1"/>
                  </a:cxn>
                  <a:cxn ang="0">
                    <a:pos x="T2" y="T3"/>
                  </a:cxn>
                  <a:cxn ang="0">
                    <a:pos x="T4" y="T5"/>
                  </a:cxn>
                  <a:cxn ang="0">
                    <a:pos x="T6" y="T7"/>
                  </a:cxn>
                  <a:cxn ang="0">
                    <a:pos x="T8" y="T9"/>
                  </a:cxn>
                </a:cxnLst>
                <a:rect l="0" t="0" r="r" b="b"/>
                <a:pathLst>
                  <a:path w="194" h="334">
                    <a:moveTo>
                      <a:pt x="185" y="0"/>
                    </a:moveTo>
                    <a:lnTo>
                      <a:pt x="0" y="319"/>
                    </a:lnTo>
                    <a:lnTo>
                      <a:pt x="9" y="334"/>
                    </a:lnTo>
                    <a:lnTo>
                      <a:pt x="194" y="16"/>
                    </a:lnTo>
                    <a:lnTo>
                      <a:pt x="1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10" name="Group 209">
              <a:extLst>
                <a:ext uri="{FF2B5EF4-FFF2-40B4-BE49-F238E27FC236}">
                  <a16:creationId xmlns:a16="http://schemas.microsoft.com/office/drawing/2014/main" id="{A1C77033-911B-4C59-B0C5-0F58CE9A130B}"/>
                </a:ext>
              </a:extLst>
            </p:cNvPr>
            <p:cNvGrpSpPr/>
            <p:nvPr/>
          </p:nvGrpSpPr>
          <p:grpSpPr>
            <a:xfrm>
              <a:off x="6396038" y="3165475"/>
              <a:ext cx="1879600" cy="1082676"/>
              <a:chOff x="6396038" y="3165475"/>
              <a:chExt cx="1879600" cy="1082676"/>
            </a:xfrm>
            <a:solidFill>
              <a:schemeClr val="bg2">
                <a:lumMod val="75000"/>
              </a:schemeClr>
            </a:solidFill>
          </p:grpSpPr>
          <p:sp>
            <p:nvSpPr>
              <p:cNvPr id="149" name="Freeform 143">
                <a:extLst>
                  <a:ext uri="{FF2B5EF4-FFF2-40B4-BE49-F238E27FC236}">
                    <a16:creationId xmlns:a16="http://schemas.microsoft.com/office/drawing/2014/main" id="{4DAB50CD-7153-488B-B5CC-C82477A0E902}"/>
                  </a:ext>
                </a:extLst>
              </p:cNvPr>
              <p:cNvSpPr>
                <a:spLocks/>
              </p:cNvSpPr>
              <p:nvPr/>
            </p:nvSpPr>
            <p:spPr bwMode="auto">
              <a:xfrm>
                <a:off x="6396038" y="3656013"/>
                <a:ext cx="1593850" cy="592138"/>
              </a:xfrm>
              <a:custGeom>
                <a:avLst/>
                <a:gdLst>
                  <a:gd name="T0" fmla="*/ 441 w 445"/>
                  <a:gd name="T1" fmla="*/ 0 h 165"/>
                  <a:gd name="T2" fmla="*/ 369 w 445"/>
                  <a:gd name="T3" fmla="*/ 125 h 165"/>
                  <a:gd name="T4" fmla="*/ 309 w 445"/>
                  <a:gd name="T5" fmla="*/ 160 h 165"/>
                  <a:gd name="T6" fmla="*/ 46 w 445"/>
                  <a:gd name="T7" fmla="*/ 160 h 165"/>
                  <a:gd name="T8" fmla="*/ 0 w 445"/>
                  <a:gd name="T9" fmla="*/ 142 h 165"/>
                  <a:gd name="T10" fmla="*/ 51 w 445"/>
                  <a:gd name="T11" fmla="*/ 165 h 165"/>
                  <a:gd name="T12" fmla="*/ 314 w 445"/>
                  <a:gd name="T13" fmla="*/ 165 h 165"/>
                  <a:gd name="T14" fmla="*/ 374 w 445"/>
                  <a:gd name="T15" fmla="*/ 130 h 165"/>
                  <a:gd name="T16" fmla="*/ 445 w 445"/>
                  <a:gd name="T17" fmla="*/ 8 h 165"/>
                  <a:gd name="T18" fmla="*/ 441 w 445"/>
                  <a:gd name="T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5" h="165">
                    <a:moveTo>
                      <a:pt x="441" y="0"/>
                    </a:moveTo>
                    <a:cubicBezTo>
                      <a:pt x="369" y="125"/>
                      <a:pt x="369" y="125"/>
                      <a:pt x="369" y="125"/>
                    </a:cubicBezTo>
                    <a:cubicBezTo>
                      <a:pt x="356" y="146"/>
                      <a:pt x="334" y="160"/>
                      <a:pt x="309" y="160"/>
                    </a:cubicBezTo>
                    <a:cubicBezTo>
                      <a:pt x="46" y="160"/>
                      <a:pt x="46" y="160"/>
                      <a:pt x="46" y="160"/>
                    </a:cubicBezTo>
                    <a:cubicBezTo>
                      <a:pt x="29" y="160"/>
                      <a:pt x="12" y="153"/>
                      <a:pt x="0" y="142"/>
                    </a:cubicBezTo>
                    <a:cubicBezTo>
                      <a:pt x="13" y="156"/>
                      <a:pt x="31" y="165"/>
                      <a:pt x="51" y="165"/>
                    </a:cubicBezTo>
                    <a:cubicBezTo>
                      <a:pt x="314" y="165"/>
                      <a:pt x="314" y="165"/>
                      <a:pt x="314" y="165"/>
                    </a:cubicBezTo>
                    <a:cubicBezTo>
                      <a:pt x="339" y="165"/>
                      <a:pt x="362" y="152"/>
                      <a:pt x="374" y="130"/>
                    </a:cubicBezTo>
                    <a:cubicBezTo>
                      <a:pt x="445" y="8"/>
                      <a:pt x="445" y="8"/>
                      <a:pt x="445" y="8"/>
                    </a:cubicBezTo>
                    <a:lnTo>
                      <a:pt x="4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4" name="Freeform 148">
                <a:extLst>
                  <a:ext uri="{FF2B5EF4-FFF2-40B4-BE49-F238E27FC236}">
                    <a16:creationId xmlns:a16="http://schemas.microsoft.com/office/drawing/2014/main" id="{B66EF944-80C7-48C2-A301-F628ABB3444F}"/>
                  </a:ext>
                </a:extLst>
              </p:cNvPr>
              <p:cNvSpPr>
                <a:spLocks/>
              </p:cNvSpPr>
              <p:nvPr/>
            </p:nvSpPr>
            <p:spPr bwMode="auto">
              <a:xfrm>
                <a:off x="7967663" y="3165475"/>
                <a:ext cx="307975" cy="527050"/>
              </a:xfrm>
              <a:custGeom>
                <a:avLst/>
                <a:gdLst>
                  <a:gd name="T0" fmla="*/ 183 w 194"/>
                  <a:gd name="T1" fmla="*/ 0 h 332"/>
                  <a:gd name="T2" fmla="*/ 0 w 194"/>
                  <a:gd name="T3" fmla="*/ 316 h 332"/>
                  <a:gd name="T4" fmla="*/ 9 w 194"/>
                  <a:gd name="T5" fmla="*/ 332 h 332"/>
                  <a:gd name="T6" fmla="*/ 194 w 194"/>
                  <a:gd name="T7" fmla="*/ 16 h 332"/>
                  <a:gd name="T8" fmla="*/ 183 w 194"/>
                  <a:gd name="T9" fmla="*/ 0 h 332"/>
                </a:gdLst>
                <a:ahLst/>
                <a:cxnLst>
                  <a:cxn ang="0">
                    <a:pos x="T0" y="T1"/>
                  </a:cxn>
                  <a:cxn ang="0">
                    <a:pos x="T2" y="T3"/>
                  </a:cxn>
                  <a:cxn ang="0">
                    <a:pos x="T4" y="T5"/>
                  </a:cxn>
                  <a:cxn ang="0">
                    <a:pos x="T6" y="T7"/>
                  </a:cxn>
                  <a:cxn ang="0">
                    <a:pos x="T8" y="T9"/>
                  </a:cxn>
                </a:cxnLst>
                <a:rect l="0" t="0" r="r" b="b"/>
                <a:pathLst>
                  <a:path w="194" h="332">
                    <a:moveTo>
                      <a:pt x="183" y="0"/>
                    </a:moveTo>
                    <a:lnTo>
                      <a:pt x="0" y="316"/>
                    </a:lnTo>
                    <a:lnTo>
                      <a:pt x="9" y="332"/>
                    </a:lnTo>
                    <a:lnTo>
                      <a:pt x="194" y="16"/>
                    </a:lnTo>
                    <a:lnTo>
                      <a:pt x="1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155" name="Freeform 149">
              <a:extLst>
                <a:ext uri="{FF2B5EF4-FFF2-40B4-BE49-F238E27FC236}">
                  <a16:creationId xmlns:a16="http://schemas.microsoft.com/office/drawing/2014/main" id="{062838AD-1965-4126-B6CC-A2FE731B648A}"/>
                </a:ext>
              </a:extLst>
            </p:cNvPr>
            <p:cNvSpPr>
              <a:spLocks/>
            </p:cNvSpPr>
            <p:nvPr/>
          </p:nvSpPr>
          <p:spPr bwMode="auto">
            <a:xfrm>
              <a:off x="2601913" y="2590800"/>
              <a:ext cx="998538" cy="1144588"/>
            </a:xfrm>
            <a:custGeom>
              <a:avLst/>
              <a:gdLst>
                <a:gd name="T0" fmla="*/ 212 w 629"/>
                <a:gd name="T1" fmla="*/ 721 h 721"/>
                <a:gd name="T2" fmla="*/ 14 w 629"/>
                <a:gd name="T3" fmla="*/ 373 h 721"/>
                <a:gd name="T4" fmla="*/ 219 w 629"/>
                <a:gd name="T5" fmla="*/ 14 h 721"/>
                <a:gd name="T6" fmla="*/ 629 w 629"/>
                <a:gd name="T7" fmla="*/ 14 h 721"/>
                <a:gd name="T8" fmla="*/ 623 w 629"/>
                <a:gd name="T9" fmla="*/ 0 h 721"/>
                <a:gd name="T10" fmla="*/ 208 w 629"/>
                <a:gd name="T11" fmla="*/ 0 h 721"/>
                <a:gd name="T12" fmla="*/ 0 w 629"/>
                <a:gd name="T13" fmla="*/ 362 h 721"/>
                <a:gd name="T14" fmla="*/ 208 w 629"/>
                <a:gd name="T15" fmla="*/ 721 h 721"/>
                <a:gd name="T16" fmla="*/ 212 w 629"/>
                <a:gd name="T1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9" h="721">
                  <a:moveTo>
                    <a:pt x="212" y="721"/>
                  </a:moveTo>
                  <a:lnTo>
                    <a:pt x="14" y="373"/>
                  </a:lnTo>
                  <a:lnTo>
                    <a:pt x="219" y="14"/>
                  </a:lnTo>
                  <a:lnTo>
                    <a:pt x="629" y="14"/>
                  </a:lnTo>
                  <a:lnTo>
                    <a:pt x="623" y="0"/>
                  </a:lnTo>
                  <a:lnTo>
                    <a:pt x="208" y="0"/>
                  </a:lnTo>
                  <a:lnTo>
                    <a:pt x="0" y="362"/>
                  </a:lnTo>
                  <a:lnTo>
                    <a:pt x="208" y="721"/>
                  </a:lnTo>
                  <a:lnTo>
                    <a:pt x="212" y="721"/>
                  </a:ln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6" name="Freeform 150">
              <a:extLst>
                <a:ext uri="{FF2B5EF4-FFF2-40B4-BE49-F238E27FC236}">
                  <a16:creationId xmlns:a16="http://schemas.microsoft.com/office/drawing/2014/main" id="{A5237039-4F18-466B-9524-E152D4602191}"/>
                </a:ext>
              </a:extLst>
            </p:cNvPr>
            <p:cNvSpPr>
              <a:spLocks/>
            </p:cNvSpPr>
            <p:nvPr/>
          </p:nvSpPr>
          <p:spPr bwMode="auto">
            <a:xfrm>
              <a:off x="4806950" y="2590800"/>
              <a:ext cx="998538" cy="1144588"/>
            </a:xfrm>
            <a:custGeom>
              <a:avLst/>
              <a:gdLst>
                <a:gd name="T0" fmla="*/ 422 w 629"/>
                <a:gd name="T1" fmla="*/ 721 h 721"/>
                <a:gd name="T2" fmla="*/ 629 w 629"/>
                <a:gd name="T3" fmla="*/ 362 h 721"/>
                <a:gd name="T4" fmla="*/ 422 w 629"/>
                <a:gd name="T5" fmla="*/ 0 h 721"/>
                <a:gd name="T6" fmla="*/ 415 w 629"/>
                <a:gd name="T7" fmla="*/ 0 h 721"/>
                <a:gd name="T8" fmla="*/ 616 w 629"/>
                <a:gd name="T9" fmla="*/ 348 h 721"/>
                <a:gd name="T10" fmla="*/ 408 w 629"/>
                <a:gd name="T11" fmla="*/ 710 h 721"/>
                <a:gd name="T12" fmla="*/ 0 w 629"/>
                <a:gd name="T13" fmla="*/ 710 h 721"/>
                <a:gd name="T14" fmla="*/ 7 w 629"/>
                <a:gd name="T15" fmla="*/ 721 h 721"/>
                <a:gd name="T16" fmla="*/ 422 w 629"/>
                <a:gd name="T1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9" h="721">
                  <a:moveTo>
                    <a:pt x="422" y="721"/>
                  </a:moveTo>
                  <a:lnTo>
                    <a:pt x="629" y="362"/>
                  </a:lnTo>
                  <a:lnTo>
                    <a:pt x="422" y="0"/>
                  </a:lnTo>
                  <a:lnTo>
                    <a:pt x="415" y="0"/>
                  </a:lnTo>
                  <a:lnTo>
                    <a:pt x="616" y="348"/>
                  </a:lnTo>
                  <a:lnTo>
                    <a:pt x="408" y="710"/>
                  </a:lnTo>
                  <a:lnTo>
                    <a:pt x="0" y="710"/>
                  </a:lnTo>
                  <a:lnTo>
                    <a:pt x="7" y="721"/>
                  </a:lnTo>
                  <a:lnTo>
                    <a:pt x="422" y="7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11" name="Group 210">
              <a:extLst>
                <a:ext uri="{FF2B5EF4-FFF2-40B4-BE49-F238E27FC236}">
                  <a16:creationId xmlns:a16="http://schemas.microsoft.com/office/drawing/2014/main" id="{B438484B-1DCE-405E-82E3-C57A8501CF62}"/>
                </a:ext>
              </a:extLst>
            </p:cNvPr>
            <p:cNvGrpSpPr/>
            <p:nvPr/>
          </p:nvGrpSpPr>
          <p:grpSpPr>
            <a:xfrm>
              <a:off x="3905250" y="2078038"/>
              <a:ext cx="1876425" cy="1087437"/>
              <a:chOff x="3905250" y="2078038"/>
              <a:chExt cx="1876425" cy="1087437"/>
            </a:xfrm>
            <a:solidFill>
              <a:schemeClr val="bg2"/>
            </a:solidFill>
          </p:grpSpPr>
          <p:sp>
            <p:nvSpPr>
              <p:cNvPr id="157" name="Freeform 151">
                <a:extLst>
                  <a:ext uri="{FF2B5EF4-FFF2-40B4-BE49-F238E27FC236}">
                    <a16:creationId xmlns:a16="http://schemas.microsoft.com/office/drawing/2014/main" id="{D84F7FE4-6E38-4F9B-9AB5-D1BD4F43067B}"/>
                  </a:ext>
                </a:extLst>
              </p:cNvPr>
              <p:cNvSpPr>
                <a:spLocks/>
              </p:cNvSpPr>
              <p:nvPr/>
            </p:nvSpPr>
            <p:spPr bwMode="auto">
              <a:xfrm>
                <a:off x="3905250" y="2644775"/>
                <a:ext cx="296863" cy="520700"/>
              </a:xfrm>
              <a:custGeom>
                <a:avLst/>
                <a:gdLst>
                  <a:gd name="T0" fmla="*/ 0 w 187"/>
                  <a:gd name="T1" fmla="*/ 310 h 328"/>
                  <a:gd name="T2" fmla="*/ 9 w 187"/>
                  <a:gd name="T3" fmla="*/ 328 h 328"/>
                  <a:gd name="T4" fmla="*/ 187 w 187"/>
                  <a:gd name="T5" fmla="*/ 16 h 328"/>
                  <a:gd name="T6" fmla="*/ 178 w 187"/>
                  <a:gd name="T7" fmla="*/ 0 h 328"/>
                  <a:gd name="T8" fmla="*/ 0 w 187"/>
                  <a:gd name="T9" fmla="*/ 310 h 328"/>
                </a:gdLst>
                <a:ahLst/>
                <a:cxnLst>
                  <a:cxn ang="0">
                    <a:pos x="T0" y="T1"/>
                  </a:cxn>
                  <a:cxn ang="0">
                    <a:pos x="T2" y="T3"/>
                  </a:cxn>
                  <a:cxn ang="0">
                    <a:pos x="T4" y="T5"/>
                  </a:cxn>
                  <a:cxn ang="0">
                    <a:pos x="T6" y="T7"/>
                  </a:cxn>
                  <a:cxn ang="0">
                    <a:pos x="T8" y="T9"/>
                  </a:cxn>
                </a:cxnLst>
                <a:rect l="0" t="0" r="r" b="b"/>
                <a:pathLst>
                  <a:path w="187" h="328">
                    <a:moveTo>
                      <a:pt x="0" y="310"/>
                    </a:moveTo>
                    <a:lnTo>
                      <a:pt x="9" y="328"/>
                    </a:lnTo>
                    <a:lnTo>
                      <a:pt x="187" y="16"/>
                    </a:lnTo>
                    <a:lnTo>
                      <a:pt x="178" y="0"/>
                    </a:lnTo>
                    <a:lnTo>
                      <a:pt x="0" y="3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0" name="Freeform 154">
                <a:extLst>
                  <a:ext uri="{FF2B5EF4-FFF2-40B4-BE49-F238E27FC236}">
                    <a16:creationId xmlns:a16="http://schemas.microsoft.com/office/drawing/2014/main" id="{4417BB5E-6FD2-4C8D-A069-FEDAAB681842}"/>
                  </a:ext>
                </a:extLst>
              </p:cNvPr>
              <p:cNvSpPr>
                <a:spLocks/>
              </p:cNvSpPr>
              <p:nvPr/>
            </p:nvSpPr>
            <p:spPr bwMode="auto">
              <a:xfrm>
                <a:off x="4187825" y="2078038"/>
                <a:ext cx="1593850" cy="592138"/>
              </a:xfrm>
              <a:custGeom>
                <a:avLst/>
                <a:gdLst>
                  <a:gd name="T0" fmla="*/ 4 w 445"/>
                  <a:gd name="T1" fmla="*/ 165 h 165"/>
                  <a:gd name="T2" fmla="*/ 76 w 445"/>
                  <a:gd name="T3" fmla="*/ 40 h 165"/>
                  <a:gd name="T4" fmla="*/ 136 w 445"/>
                  <a:gd name="T5" fmla="*/ 6 h 165"/>
                  <a:gd name="T6" fmla="*/ 399 w 445"/>
                  <a:gd name="T7" fmla="*/ 6 h 165"/>
                  <a:gd name="T8" fmla="*/ 445 w 445"/>
                  <a:gd name="T9" fmla="*/ 23 h 165"/>
                  <a:gd name="T10" fmla="*/ 394 w 445"/>
                  <a:gd name="T11" fmla="*/ 0 h 165"/>
                  <a:gd name="T12" fmla="*/ 131 w 445"/>
                  <a:gd name="T13" fmla="*/ 0 h 165"/>
                  <a:gd name="T14" fmla="*/ 71 w 445"/>
                  <a:gd name="T15" fmla="*/ 35 h 165"/>
                  <a:gd name="T16" fmla="*/ 0 w 445"/>
                  <a:gd name="T17" fmla="*/ 158 h 165"/>
                  <a:gd name="T18" fmla="*/ 4 w 445"/>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5" h="165">
                    <a:moveTo>
                      <a:pt x="4" y="165"/>
                    </a:moveTo>
                    <a:cubicBezTo>
                      <a:pt x="76" y="40"/>
                      <a:pt x="76" y="40"/>
                      <a:pt x="76" y="40"/>
                    </a:cubicBezTo>
                    <a:cubicBezTo>
                      <a:pt x="89" y="19"/>
                      <a:pt x="112" y="6"/>
                      <a:pt x="136" y="6"/>
                    </a:cubicBezTo>
                    <a:cubicBezTo>
                      <a:pt x="399" y="6"/>
                      <a:pt x="399" y="6"/>
                      <a:pt x="399" y="6"/>
                    </a:cubicBezTo>
                    <a:cubicBezTo>
                      <a:pt x="417" y="6"/>
                      <a:pt x="433" y="12"/>
                      <a:pt x="445" y="23"/>
                    </a:cubicBezTo>
                    <a:cubicBezTo>
                      <a:pt x="433" y="9"/>
                      <a:pt x="414" y="0"/>
                      <a:pt x="394" y="0"/>
                    </a:cubicBezTo>
                    <a:cubicBezTo>
                      <a:pt x="131" y="0"/>
                      <a:pt x="131" y="0"/>
                      <a:pt x="131" y="0"/>
                    </a:cubicBezTo>
                    <a:cubicBezTo>
                      <a:pt x="106" y="0"/>
                      <a:pt x="83" y="14"/>
                      <a:pt x="71" y="35"/>
                    </a:cubicBezTo>
                    <a:cubicBezTo>
                      <a:pt x="0" y="158"/>
                      <a:pt x="0" y="158"/>
                      <a:pt x="0" y="158"/>
                    </a:cubicBezTo>
                    <a:lnTo>
                      <a:pt x="4"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12" name="Group 211">
              <a:extLst>
                <a:ext uri="{FF2B5EF4-FFF2-40B4-BE49-F238E27FC236}">
                  <a16:creationId xmlns:a16="http://schemas.microsoft.com/office/drawing/2014/main" id="{600CB7D1-512B-41F6-A150-D262C7DAE030}"/>
                </a:ext>
              </a:extLst>
            </p:cNvPr>
            <p:cNvGrpSpPr/>
            <p:nvPr/>
          </p:nvGrpSpPr>
          <p:grpSpPr>
            <a:xfrm>
              <a:off x="5788025" y="2078038"/>
              <a:ext cx="1879600" cy="1087437"/>
              <a:chOff x="5788025" y="2078038"/>
              <a:chExt cx="1879600" cy="1087437"/>
            </a:xfrm>
            <a:solidFill>
              <a:schemeClr val="bg2"/>
            </a:solidFill>
          </p:grpSpPr>
          <p:sp>
            <p:nvSpPr>
              <p:cNvPr id="158" name="Freeform 152">
                <a:extLst>
                  <a:ext uri="{FF2B5EF4-FFF2-40B4-BE49-F238E27FC236}">
                    <a16:creationId xmlns:a16="http://schemas.microsoft.com/office/drawing/2014/main" id="{86C57FAA-C0CC-42ED-A228-899C8588FAC1}"/>
                  </a:ext>
                </a:extLst>
              </p:cNvPr>
              <p:cNvSpPr>
                <a:spLocks/>
              </p:cNvSpPr>
              <p:nvPr/>
            </p:nvSpPr>
            <p:spPr bwMode="auto">
              <a:xfrm>
                <a:off x="5788025" y="2644775"/>
                <a:ext cx="301625" cy="520700"/>
              </a:xfrm>
              <a:custGeom>
                <a:avLst/>
                <a:gdLst>
                  <a:gd name="T0" fmla="*/ 0 w 190"/>
                  <a:gd name="T1" fmla="*/ 310 h 328"/>
                  <a:gd name="T2" fmla="*/ 11 w 190"/>
                  <a:gd name="T3" fmla="*/ 328 h 328"/>
                  <a:gd name="T4" fmla="*/ 190 w 190"/>
                  <a:gd name="T5" fmla="*/ 16 h 328"/>
                  <a:gd name="T6" fmla="*/ 180 w 190"/>
                  <a:gd name="T7" fmla="*/ 0 h 328"/>
                  <a:gd name="T8" fmla="*/ 0 w 190"/>
                  <a:gd name="T9" fmla="*/ 310 h 328"/>
                </a:gdLst>
                <a:ahLst/>
                <a:cxnLst>
                  <a:cxn ang="0">
                    <a:pos x="T0" y="T1"/>
                  </a:cxn>
                  <a:cxn ang="0">
                    <a:pos x="T2" y="T3"/>
                  </a:cxn>
                  <a:cxn ang="0">
                    <a:pos x="T4" y="T5"/>
                  </a:cxn>
                  <a:cxn ang="0">
                    <a:pos x="T6" y="T7"/>
                  </a:cxn>
                  <a:cxn ang="0">
                    <a:pos x="T8" y="T9"/>
                  </a:cxn>
                </a:cxnLst>
                <a:rect l="0" t="0" r="r" b="b"/>
                <a:pathLst>
                  <a:path w="190" h="328">
                    <a:moveTo>
                      <a:pt x="0" y="310"/>
                    </a:moveTo>
                    <a:lnTo>
                      <a:pt x="11" y="328"/>
                    </a:lnTo>
                    <a:lnTo>
                      <a:pt x="190" y="16"/>
                    </a:lnTo>
                    <a:lnTo>
                      <a:pt x="180" y="0"/>
                    </a:lnTo>
                    <a:lnTo>
                      <a:pt x="0" y="3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1" name="Freeform 155">
                <a:extLst>
                  <a:ext uri="{FF2B5EF4-FFF2-40B4-BE49-F238E27FC236}">
                    <a16:creationId xmlns:a16="http://schemas.microsoft.com/office/drawing/2014/main" id="{EDF1FD05-C861-4945-B90D-79CD8CC168CD}"/>
                  </a:ext>
                </a:extLst>
              </p:cNvPr>
              <p:cNvSpPr>
                <a:spLocks/>
              </p:cNvSpPr>
              <p:nvPr/>
            </p:nvSpPr>
            <p:spPr bwMode="auto">
              <a:xfrm>
                <a:off x="6073775" y="2078038"/>
                <a:ext cx="1593850" cy="592138"/>
              </a:xfrm>
              <a:custGeom>
                <a:avLst/>
                <a:gdLst>
                  <a:gd name="T0" fmla="*/ 4 w 445"/>
                  <a:gd name="T1" fmla="*/ 165 h 165"/>
                  <a:gd name="T2" fmla="*/ 76 w 445"/>
                  <a:gd name="T3" fmla="*/ 40 h 165"/>
                  <a:gd name="T4" fmla="*/ 136 w 445"/>
                  <a:gd name="T5" fmla="*/ 6 h 165"/>
                  <a:gd name="T6" fmla="*/ 399 w 445"/>
                  <a:gd name="T7" fmla="*/ 6 h 165"/>
                  <a:gd name="T8" fmla="*/ 445 w 445"/>
                  <a:gd name="T9" fmla="*/ 23 h 165"/>
                  <a:gd name="T10" fmla="*/ 394 w 445"/>
                  <a:gd name="T11" fmla="*/ 0 h 165"/>
                  <a:gd name="T12" fmla="*/ 130 w 445"/>
                  <a:gd name="T13" fmla="*/ 0 h 165"/>
                  <a:gd name="T14" fmla="*/ 71 w 445"/>
                  <a:gd name="T15" fmla="*/ 35 h 165"/>
                  <a:gd name="T16" fmla="*/ 0 w 445"/>
                  <a:gd name="T17" fmla="*/ 158 h 165"/>
                  <a:gd name="T18" fmla="*/ 4 w 445"/>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5" h="165">
                    <a:moveTo>
                      <a:pt x="4" y="165"/>
                    </a:moveTo>
                    <a:cubicBezTo>
                      <a:pt x="76" y="40"/>
                      <a:pt x="76" y="40"/>
                      <a:pt x="76" y="40"/>
                    </a:cubicBezTo>
                    <a:cubicBezTo>
                      <a:pt x="88" y="19"/>
                      <a:pt x="111" y="6"/>
                      <a:pt x="136" y="6"/>
                    </a:cubicBezTo>
                    <a:cubicBezTo>
                      <a:pt x="399" y="6"/>
                      <a:pt x="399" y="6"/>
                      <a:pt x="399" y="6"/>
                    </a:cubicBezTo>
                    <a:cubicBezTo>
                      <a:pt x="416" y="6"/>
                      <a:pt x="433" y="12"/>
                      <a:pt x="445" y="23"/>
                    </a:cubicBezTo>
                    <a:cubicBezTo>
                      <a:pt x="432" y="9"/>
                      <a:pt x="414" y="0"/>
                      <a:pt x="394" y="0"/>
                    </a:cubicBezTo>
                    <a:cubicBezTo>
                      <a:pt x="130" y="0"/>
                      <a:pt x="130" y="0"/>
                      <a:pt x="130" y="0"/>
                    </a:cubicBezTo>
                    <a:cubicBezTo>
                      <a:pt x="106" y="0"/>
                      <a:pt x="83" y="14"/>
                      <a:pt x="71" y="35"/>
                    </a:cubicBezTo>
                    <a:cubicBezTo>
                      <a:pt x="0" y="158"/>
                      <a:pt x="0" y="158"/>
                      <a:pt x="0" y="158"/>
                    </a:cubicBezTo>
                    <a:lnTo>
                      <a:pt x="4"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162" name="Freeform 156">
              <a:extLst>
                <a:ext uri="{FF2B5EF4-FFF2-40B4-BE49-F238E27FC236}">
                  <a16:creationId xmlns:a16="http://schemas.microsoft.com/office/drawing/2014/main" id="{56F8F93A-7F8C-432F-BD30-8841779C56DD}"/>
                </a:ext>
              </a:extLst>
            </p:cNvPr>
            <p:cNvSpPr>
              <a:spLocks/>
            </p:cNvSpPr>
            <p:nvPr/>
          </p:nvSpPr>
          <p:spPr bwMode="auto">
            <a:xfrm>
              <a:off x="6689725" y="2590800"/>
              <a:ext cx="998538" cy="1144588"/>
            </a:xfrm>
            <a:custGeom>
              <a:avLst/>
              <a:gdLst>
                <a:gd name="T0" fmla="*/ 422 w 629"/>
                <a:gd name="T1" fmla="*/ 721 h 721"/>
                <a:gd name="T2" fmla="*/ 629 w 629"/>
                <a:gd name="T3" fmla="*/ 362 h 721"/>
                <a:gd name="T4" fmla="*/ 422 w 629"/>
                <a:gd name="T5" fmla="*/ 0 h 721"/>
                <a:gd name="T6" fmla="*/ 417 w 629"/>
                <a:gd name="T7" fmla="*/ 0 h 721"/>
                <a:gd name="T8" fmla="*/ 618 w 629"/>
                <a:gd name="T9" fmla="*/ 348 h 721"/>
                <a:gd name="T10" fmla="*/ 411 w 629"/>
                <a:gd name="T11" fmla="*/ 710 h 721"/>
                <a:gd name="T12" fmla="*/ 0 w 629"/>
                <a:gd name="T13" fmla="*/ 710 h 721"/>
                <a:gd name="T14" fmla="*/ 9 w 629"/>
                <a:gd name="T15" fmla="*/ 721 h 721"/>
                <a:gd name="T16" fmla="*/ 422 w 629"/>
                <a:gd name="T1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9" h="721">
                  <a:moveTo>
                    <a:pt x="422" y="721"/>
                  </a:moveTo>
                  <a:lnTo>
                    <a:pt x="629" y="362"/>
                  </a:lnTo>
                  <a:lnTo>
                    <a:pt x="422" y="0"/>
                  </a:lnTo>
                  <a:lnTo>
                    <a:pt x="417" y="0"/>
                  </a:lnTo>
                  <a:lnTo>
                    <a:pt x="618" y="348"/>
                  </a:lnTo>
                  <a:lnTo>
                    <a:pt x="411" y="710"/>
                  </a:lnTo>
                  <a:lnTo>
                    <a:pt x="0" y="710"/>
                  </a:lnTo>
                  <a:lnTo>
                    <a:pt x="9" y="721"/>
                  </a:lnTo>
                  <a:lnTo>
                    <a:pt x="422" y="7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4" name="Freeform 158">
              <a:extLst>
                <a:ext uri="{FF2B5EF4-FFF2-40B4-BE49-F238E27FC236}">
                  <a16:creationId xmlns:a16="http://schemas.microsoft.com/office/drawing/2014/main" id="{BFBA33D6-7512-4936-80A0-8E70E57E571D}"/>
                </a:ext>
              </a:extLst>
            </p:cNvPr>
            <p:cNvSpPr>
              <a:spLocks/>
            </p:cNvSpPr>
            <p:nvPr/>
          </p:nvSpPr>
          <p:spPr bwMode="auto">
            <a:xfrm>
              <a:off x="8577263" y="2590800"/>
              <a:ext cx="998538" cy="1144588"/>
            </a:xfrm>
            <a:custGeom>
              <a:avLst/>
              <a:gdLst>
                <a:gd name="T0" fmla="*/ 421 w 629"/>
                <a:gd name="T1" fmla="*/ 721 h 721"/>
                <a:gd name="T2" fmla="*/ 629 w 629"/>
                <a:gd name="T3" fmla="*/ 362 h 721"/>
                <a:gd name="T4" fmla="*/ 421 w 629"/>
                <a:gd name="T5" fmla="*/ 0 h 721"/>
                <a:gd name="T6" fmla="*/ 417 w 629"/>
                <a:gd name="T7" fmla="*/ 0 h 721"/>
                <a:gd name="T8" fmla="*/ 618 w 629"/>
                <a:gd name="T9" fmla="*/ 348 h 721"/>
                <a:gd name="T10" fmla="*/ 410 w 629"/>
                <a:gd name="T11" fmla="*/ 710 h 721"/>
                <a:gd name="T12" fmla="*/ 0 w 629"/>
                <a:gd name="T13" fmla="*/ 710 h 721"/>
                <a:gd name="T14" fmla="*/ 6 w 629"/>
                <a:gd name="T15" fmla="*/ 721 h 721"/>
                <a:gd name="T16" fmla="*/ 421 w 629"/>
                <a:gd name="T1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9" h="721">
                  <a:moveTo>
                    <a:pt x="421" y="721"/>
                  </a:moveTo>
                  <a:lnTo>
                    <a:pt x="629" y="362"/>
                  </a:lnTo>
                  <a:lnTo>
                    <a:pt x="421" y="0"/>
                  </a:lnTo>
                  <a:lnTo>
                    <a:pt x="417" y="0"/>
                  </a:lnTo>
                  <a:lnTo>
                    <a:pt x="618" y="348"/>
                  </a:lnTo>
                  <a:lnTo>
                    <a:pt x="410" y="710"/>
                  </a:lnTo>
                  <a:lnTo>
                    <a:pt x="0" y="710"/>
                  </a:lnTo>
                  <a:lnTo>
                    <a:pt x="6" y="721"/>
                  </a:lnTo>
                  <a:lnTo>
                    <a:pt x="421" y="7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7" name="Freeform 161">
              <a:extLst>
                <a:ext uri="{FF2B5EF4-FFF2-40B4-BE49-F238E27FC236}">
                  <a16:creationId xmlns:a16="http://schemas.microsoft.com/office/drawing/2014/main" id="{48399E72-BCA1-4BFF-9682-983AC4B2E305}"/>
                </a:ext>
              </a:extLst>
            </p:cNvPr>
            <p:cNvSpPr>
              <a:spLocks/>
            </p:cNvSpPr>
            <p:nvPr/>
          </p:nvSpPr>
          <p:spPr bwMode="auto">
            <a:xfrm>
              <a:off x="6084888" y="3656013"/>
              <a:ext cx="4763" cy="7938"/>
            </a:xfrm>
            <a:custGeom>
              <a:avLst/>
              <a:gdLst>
                <a:gd name="T0" fmla="*/ 3 w 3"/>
                <a:gd name="T1" fmla="*/ 0 h 5"/>
                <a:gd name="T2" fmla="*/ 3 w 3"/>
                <a:gd name="T3" fmla="*/ 0 h 5"/>
                <a:gd name="T4" fmla="*/ 0 w 3"/>
                <a:gd name="T5" fmla="*/ 5 h 5"/>
                <a:gd name="T6" fmla="*/ 0 w 3"/>
                <a:gd name="T7" fmla="*/ 5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lnTo>
                    <a:pt x="3" y="0"/>
                  </a:lnTo>
                  <a:lnTo>
                    <a:pt x="0" y="5"/>
                  </a:lnTo>
                  <a:lnTo>
                    <a:pt x="0" y="5"/>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8" name="Freeform 162">
              <a:extLst>
                <a:ext uri="{FF2B5EF4-FFF2-40B4-BE49-F238E27FC236}">
                  <a16:creationId xmlns:a16="http://schemas.microsoft.com/office/drawing/2014/main" id="{D333B72A-F559-4850-BF6A-02BED2455A70}"/>
                </a:ext>
              </a:extLst>
            </p:cNvPr>
            <p:cNvSpPr>
              <a:spLocks/>
            </p:cNvSpPr>
            <p:nvPr/>
          </p:nvSpPr>
          <p:spPr bwMode="auto">
            <a:xfrm>
              <a:off x="2921000" y="2590800"/>
              <a:ext cx="998538" cy="1144588"/>
            </a:xfrm>
            <a:custGeom>
              <a:avLst/>
              <a:gdLst>
                <a:gd name="T0" fmla="*/ 422 w 629"/>
                <a:gd name="T1" fmla="*/ 721 h 721"/>
                <a:gd name="T2" fmla="*/ 629 w 629"/>
                <a:gd name="T3" fmla="*/ 362 h 721"/>
                <a:gd name="T4" fmla="*/ 422 w 629"/>
                <a:gd name="T5" fmla="*/ 0 h 721"/>
                <a:gd name="T6" fmla="*/ 417 w 629"/>
                <a:gd name="T7" fmla="*/ 0 h 721"/>
                <a:gd name="T8" fmla="*/ 618 w 629"/>
                <a:gd name="T9" fmla="*/ 348 h 721"/>
                <a:gd name="T10" fmla="*/ 410 w 629"/>
                <a:gd name="T11" fmla="*/ 710 h 721"/>
                <a:gd name="T12" fmla="*/ 0 w 629"/>
                <a:gd name="T13" fmla="*/ 710 h 721"/>
                <a:gd name="T14" fmla="*/ 7 w 629"/>
                <a:gd name="T15" fmla="*/ 721 h 721"/>
                <a:gd name="T16" fmla="*/ 422 w 629"/>
                <a:gd name="T1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9" h="721">
                  <a:moveTo>
                    <a:pt x="422" y="721"/>
                  </a:moveTo>
                  <a:lnTo>
                    <a:pt x="629" y="362"/>
                  </a:lnTo>
                  <a:lnTo>
                    <a:pt x="422" y="0"/>
                  </a:lnTo>
                  <a:lnTo>
                    <a:pt x="417" y="0"/>
                  </a:lnTo>
                  <a:lnTo>
                    <a:pt x="618" y="348"/>
                  </a:lnTo>
                  <a:lnTo>
                    <a:pt x="410" y="710"/>
                  </a:lnTo>
                  <a:lnTo>
                    <a:pt x="0" y="710"/>
                  </a:lnTo>
                  <a:lnTo>
                    <a:pt x="7" y="721"/>
                  </a:lnTo>
                  <a:lnTo>
                    <a:pt x="422" y="7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9" name="Freeform 163">
              <a:extLst>
                <a:ext uri="{FF2B5EF4-FFF2-40B4-BE49-F238E27FC236}">
                  <a16:creationId xmlns:a16="http://schemas.microsoft.com/office/drawing/2014/main" id="{145586DA-2271-4863-8F41-2DDFD3E8A4AE}"/>
                </a:ext>
              </a:extLst>
            </p:cNvPr>
            <p:cNvSpPr>
              <a:spLocks/>
            </p:cNvSpPr>
            <p:nvPr/>
          </p:nvSpPr>
          <p:spPr bwMode="auto">
            <a:xfrm>
              <a:off x="2054225" y="2078038"/>
              <a:ext cx="1844675" cy="2070100"/>
            </a:xfrm>
            <a:custGeom>
              <a:avLst/>
              <a:gdLst>
                <a:gd name="T0" fmla="*/ 146 w 515"/>
                <a:gd name="T1" fmla="*/ 565 h 577"/>
                <a:gd name="T2" fmla="*/ 14 w 515"/>
                <a:gd name="T3" fmla="*/ 337 h 577"/>
                <a:gd name="T4" fmla="*/ 13 w 515"/>
                <a:gd name="T5" fmla="*/ 335 h 577"/>
                <a:gd name="T6" fmla="*/ 11 w 515"/>
                <a:gd name="T7" fmla="*/ 332 h 577"/>
                <a:gd name="T8" fmla="*/ 10 w 515"/>
                <a:gd name="T9" fmla="*/ 329 h 577"/>
                <a:gd name="T10" fmla="*/ 9 w 515"/>
                <a:gd name="T11" fmla="*/ 326 h 577"/>
                <a:gd name="T12" fmla="*/ 8 w 515"/>
                <a:gd name="T13" fmla="*/ 322 h 577"/>
                <a:gd name="T14" fmla="*/ 7 w 515"/>
                <a:gd name="T15" fmla="*/ 319 h 577"/>
                <a:gd name="T16" fmla="*/ 6 w 515"/>
                <a:gd name="T17" fmla="*/ 316 h 577"/>
                <a:gd name="T18" fmla="*/ 6 w 515"/>
                <a:gd name="T19" fmla="*/ 313 h 577"/>
                <a:gd name="T20" fmla="*/ 5 w 515"/>
                <a:gd name="T21" fmla="*/ 309 h 577"/>
                <a:gd name="T22" fmla="*/ 5 w 515"/>
                <a:gd name="T23" fmla="*/ 306 h 577"/>
                <a:gd name="T24" fmla="*/ 5 w 515"/>
                <a:gd name="T25" fmla="*/ 303 h 577"/>
                <a:gd name="T26" fmla="*/ 5 w 515"/>
                <a:gd name="T27" fmla="*/ 299 h 577"/>
                <a:gd name="T28" fmla="*/ 5 w 515"/>
                <a:gd name="T29" fmla="*/ 296 h 577"/>
                <a:gd name="T30" fmla="*/ 6 w 515"/>
                <a:gd name="T31" fmla="*/ 292 h 577"/>
                <a:gd name="T32" fmla="*/ 6 w 515"/>
                <a:gd name="T33" fmla="*/ 290 h 577"/>
                <a:gd name="T34" fmla="*/ 7 w 515"/>
                <a:gd name="T35" fmla="*/ 286 h 577"/>
                <a:gd name="T36" fmla="*/ 8 w 515"/>
                <a:gd name="T37" fmla="*/ 283 h 577"/>
                <a:gd name="T38" fmla="*/ 9 w 515"/>
                <a:gd name="T39" fmla="*/ 280 h 577"/>
                <a:gd name="T40" fmla="*/ 10 w 515"/>
                <a:gd name="T41" fmla="*/ 277 h 577"/>
                <a:gd name="T42" fmla="*/ 11 w 515"/>
                <a:gd name="T43" fmla="*/ 274 h 577"/>
                <a:gd name="T44" fmla="*/ 13 w 515"/>
                <a:gd name="T45" fmla="*/ 270 h 577"/>
                <a:gd name="T46" fmla="*/ 14 w 515"/>
                <a:gd name="T47" fmla="*/ 268 h 577"/>
                <a:gd name="T48" fmla="*/ 146 w 515"/>
                <a:gd name="T49" fmla="*/ 40 h 577"/>
                <a:gd name="T50" fmla="*/ 205 w 515"/>
                <a:gd name="T51" fmla="*/ 6 h 577"/>
                <a:gd name="T52" fmla="*/ 469 w 515"/>
                <a:gd name="T53" fmla="*/ 6 h 577"/>
                <a:gd name="T54" fmla="*/ 515 w 515"/>
                <a:gd name="T55" fmla="*/ 23 h 577"/>
                <a:gd name="T56" fmla="*/ 463 w 515"/>
                <a:gd name="T57" fmla="*/ 0 h 577"/>
                <a:gd name="T58" fmla="*/ 200 w 515"/>
                <a:gd name="T59" fmla="*/ 0 h 577"/>
                <a:gd name="T60" fmla="*/ 141 w 515"/>
                <a:gd name="T61" fmla="*/ 35 h 577"/>
                <a:gd name="T62" fmla="*/ 9 w 515"/>
                <a:gd name="T63" fmla="*/ 263 h 577"/>
                <a:gd name="T64" fmla="*/ 8 w 515"/>
                <a:gd name="T65" fmla="*/ 265 h 577"/>
                <a:gd name="T66" fmla="*/ 6 w 515"/>
                <a:gd name="T67" fmla="*/ 268 h 577"/>
                <a:gd name="T68" fmla="*/ 5 w 515"/>
                <a:gd name="T69" fmla="*/ 271 h 577"/>
                <a:gd name="T70" fmla="*/ 4 w 515"/>
                <a:gd name="T71" fmla="*/ 274 h 577"/>
                <a:gd name="T72" fmla="*/ 2 w 515"/>
                <a:gd name="T73" fmla="*/ 278 h 577"/>
                <a:gd name="T74" fmla="*/ 2 w 515"/>
                <a:gd name="T75" fmla="*/ 281 h 577"/>
                <a:gd name="T76" fmla="*/ 1 w 515"/>
                <a:gd name="T77" fmla="*/ 284 h 577"/>
                <a:gd name="T78" fmla="*/ 0 w 515"/>
                <a:gd name="T79" fmla="*/ 287 h 577"/>
                <a:gd name="T80" fmla="*/ 0 w 515"/>
                <a:gd name="T81" fmla="*/ 291 h 577"/>
                <a:gd name="T82" fmla="*/ 0 w 515"/>
                <a:gd name="T83" fmla="*/ 294 h 577"/>
                <a:gd name="T84" fmla="*/ 0 w 515"/>
                <a:gd name="T85" fmla="*/ 297 h 577"/>
                <a:gd name="T86" fmla="*/ 0 w 515"/>
                <a:gd name="T87" fmla="*/ 301 h 577"/>
                <a:gd name="T88" fmla="*/ 0 w 515"/>
                <a:gd name="T89" fmla="*/ 304 h 577"/>
                <a:gd name="T90" fmla="*/ 0 w 515"/>
                <a:gd name="T91" fmla="*/ 308 h 577"/>
                <a:gd name="T92" fmla="*/ 1 w 515"/>
                <a:gd name="T93" fmla="*/ 310 h 577"/>
                <a:gd name="T94" fmla="*/ 2 w 515"/>
                <a:gd name="T95" fmla="*/ 314 h 577"/>
                <a:gd name="T96" fmla="*/ 2 w 515"/>
                <a:gd name="T97" fmla="*/ 317 h 577"/>
                <a:gd name="T98" fmla="*/ 4 w 515"/>
                <a:gd name="T99" fmla="*/ 320 h 577"/>
                <a:gd name="T100" fmla="*/ 5 w 515"/>
                <a:gd name="T101" fmla="*/ 324 h 577"/>
                <a:gd name="T102" fmla="*/ 6 w 515"/>
                <a:gd name="T103" fmla="*/ 326 h 577"/>
                <a:gd name="T104" fmla="*/ 8 w 515"/>
                <a:gd name="T105" fmla="*/ 330 h 577"/>
                <a:gd name="T106" fmla="*/ 9 w 515"/>
                <a:gd name="T107" fmla="*/ 332 h 577"/>
                <a:gd name="T108" fmla="*/ 141 w 515"/>
                <a:gd name="T109" fmla="*/ 560 h 577"/>
                <a:gd name="T110" fmla="*/ 154 w 515"/>
                <a:gd name="T111" fmla="*/ 577 h 577"/>
                <a:gd name="T112" fmla="*/ 146 w 515"/>
                <a:gd name="T113" fmla="*/ 565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5" h="577">
                  <a:moveTo>
                    <a:pt x="146" y="565"/>
                  </a:moveTo>
                  <a:cubicBezTo>
                    <a:pt x="14" y="337"/>
                    <a:pt x="14" y="337"/>
                    <a:pt x="14" y="337"/>
                  </a:cubicBezTo>
                  <a:cubicBezTo>
                    <a:pt x="14" y="337"/>
                    <a:pt x="14" y="336"/>
                    <a:pt x="13" y="335"/>
                  </a:cubicBezTo>
                  <a:cubicBezTo>
                    <a:pt x="13" y="334"/>
                    <a:pt x="12" y="333"/>
                    <a:pt x="11" y="332"/>
                  </a:cubicBezTo>
                  <a:cubicBezTo>
                    <a:pt x="11" y="331"/>
                    <a:pt x="11" y="330"/>
                    <a:pt x="10" y="329"/>
                  </a:cubicBezTo>
                  <a:cubicBezTo>
                    <a:pt x="10" y="328"/>
                    <a:pt x="9" y="327"/>
                    <a:pt x="9" y="326"/>
                  </a:cubicBezTo>
                  <a:cubicBezTo>
                    <a:pt x="8" y="324"/>
                    <a:pt x="8" y="323"/>
                    <a:pt x="8" y="322"/>
                  </a:cubicBezTo>
                  <a:cubicBezTo>
                    <a:pt x="8" y="321"/>
                    <a:pt x="7" y="320"/>
                    <a:pt x="7" y="319"/>
                  </a:cubicBezTo>
                  <a:cubicBezTo>
                    <a:pt x="7" y="318"/>
                    <a:pt x="6" y="317"/>
                    <a:pt x="6" y="316"/>
                  </a:cubicBezTo>
                  <a:cubicBezTo>
                    <a:pt x="6" y="315"/>
                    <a:pt x="6" y="314"/>
                    <a:pt x="6" y="313"/>
                  </a:cubicBezTo>
                  <a:cubicBezTo>
                    <a:pt x="6" y="312"/>
                    <a:pt x="5" y="310"/>
                    <a:pt x="5" y="309"/>
                  </a:cubicBezTo>
                  <a:cubicBezTo>
                    <a:pt x="5" y="308"/>
                    <a:pt x="5" y="307"/>
                    <a:pt x="5" y="306"/>
                  </a:cubicBezTo>
                  <a:cubicBezTo>
                    <a:pt x="5" y="305"/>
                    <a:pt x="5" y="304"/>
                    <a:pt x="5" y="303"/>
                  </a:cubicBezTo>
                  <a:cubicBezTo>
                    <a:pt x="5" y="302"/>
                    <a:pt x="5" y="300"/>
                    <a:pt x="5" y="299"/>
                  </a:cubicBezTo>
                  <a:cubicBezTo>
                    <a:pt x="5" y="298"/>
                    <a:pt x="5" y="297"/>
                    <a:pt x="5" y="296"/>
                  </a:cubicBezTo>
                  <a:cubicBezTo>
                    <a:pt x="5" y="295"/>
                    <a:pt x="6" y="294"/>
                    <a:pt x="6" y="292"/>
                  </a:cubicBezTo>
                  <a:cubicBezTo>
                    <a:pt x="6" y="292"/>
                    <a:pt x="6" y="291"/>
                    <a:pt x="6" y="290"/>
                  </a:cubicBezTo>
                  <a:cubicBezTo>
                    <a:pt x="6" y="288"/>
                    <a:pt x="7" y="287"/>
                    <a:pt x="7" y="286"/>
                  </a:cubicBezTo>
                  <a:cubicBezTo>
                    <a:pt x="7" y="285"/>
                    <a:pt x="8" y="284"/>
                    <a:pt x="8" y="283"/>
                  </a:cubicBezTo>
                  <a:cubicBezTo>
                    <a:pt x="8" y="282"/>
                    <a:pt x="8" y="281"/>
                    <a:pt x="9" y="280"/>
                  </a:cubicBezTo>
                  <a:cubicBezTo>
                    <a:pt x="9" y="279"/>
                    <a:pt x="10" y="278"/>
                    <a:pt x="10" y="277"/>
                  </a:cubicBezTo>
                  <a:cubicBezTo>
                    <a:pt x="11" y="276"/>
                    <a:pt x="11" y="275"/>
                    <a:pt x="11" y="274"/>
                  </a:cubicBezTo>
                  <a:cubicBezTo>
                    <a:pt x="12" y="272"/>
                    <a:pt x="13" y="271"/>
                    <a:pt x="13" y="270"/>
                  </a:cubicBezTo>
                  <a:cubicBezTo>
                    <a:pt x="14" y="269"/>
                    <a:pt x="14" y="269"/>
                    <a:pt x="14" y="268"/>
                  </a:cubicBezTo>
                  <a:cubicBezTo>
                    <a:pt x="146" y="40"/>
                    <a:pt x="146" y="40"/>
                    <a:pt x="146" y="40"/>
                  </a:cubicBezTo>
                  <a:cubicBezTo>
                    <a:pt x="158" y="19"/>
                    <a:pt x="181" y="6"/>
                    <a:pt x="205" y="6"/>
                  </a:cubicBezTo>
                  <a:cubicBezTo>
                    <a:pt x="469" y="6"/>
                    <a:pt x="469" y="6"/>
                    <a:pt x="469" y="6"/>
                  </a:cubicBezTo>
                  <a:cubicBezTo>
                    <a:pt x="486" y="6"/>
                    <a:pt x="502" y="12"/>
                    <a:pt x="515" y="23"/>
                  </a:cubicBezTo>
                  <a:cubicBezTo>
                    <a:pt x="502" y="9"/>
                    <a:pt x="483" y="0"/>
                    <a:pt x="463" y="0"/>
                  </a:cubicBezTo>
                  <a:cubicBezTo>
                    <a:pt x="200" y="0"/>
                    <a:pt x="200" y="0"/>
                    <a:pt x="200" y="0"/>
                  </a:cubicBezTo>
                  <a:cubicBezTo>
                    <a:pt x="176" y="0"/>
                    <a:pt x="153" y="14"/>
                    <a:pt x="141" y="35"/>
                  </a:cubicBezTo>
                  <a:cubicBezTo>
                    <a:pt x="9" y="263"/>
                    <a:pt x="9" y="263"/>
                    <a:pt x="9" y="263"/>
                  </a:cubicBezTo>
                  <a:cubicBezTo>
                    <a:pt x="9" y="263"/>
                    <a:pt x="8" y="264"/>
                    <a:pt x="8" y="265"/>
                  </a:cubicBezTo>
                  <a:cubicBezTo>
                    <a:pt x="7" y="266"/>
                    <a:pt x="7" y="267"/>
                    <a:pt x="6" y="268"/>
                  </a:cubicBezTo>
                  <a:cubicBezTo>
                    <a:pt x="6" y="269"/>
                    <a:pt x="5" y="270"/>
                    <a:pt x="5" y="271"/>
                  </a:cubicBezTo>
                  <a:cubicBezTo>
                    <a:pt x="4" y="272"/>
                    <a:pt x="4" y="273"/>
                    <a:pt x="4" y="274"/>
                  </a:cubicBezTo>
                  <a:cubicBezTo>
                    <a:pt x="3" y="276"/>
                    <a:pt x="3" y="277"/>
                    <a:pt x="2" y="278"/>
                  </a:cubicBezTo>
                  <a:cubicBezTo>
                    <a:pt x="2" y="279"/>
                    <a:pt x="2" y="280"/>
                    <a:pt x="2" y="281"/>
                  </a:cubicBezTo>
                  <a:cubicBezTo>
                    <a:pt x="1" y="282"/>
                    <a:pt x="1" y="283"/>
                    <a:pt x="1" y="284"/>
                  </a:cubicBezTo>
                  <a:cubicBezTo>
                    <a:pt x="1" y="285"/>
                    <a:pt x="1" y="286"/>
                    <a:pt x="0" y="287"/>
                  </a:cubicBezTo>
                  <a:cubicBezTo>
                    <a:pt x="0" y="288"/>
                    <a:pt x="0" y="290"/>
                    <a:pt x="0" y="291"/>
                  </a:cubicBezTo>
                  <a:cubicBezTo>
                    <a:pt x="0" y="292"/>
                    <a:pt x="0" y="293"/>
                    <a:pt x="0" y="294"/>
                  </a:cubicBezTo>
                  <a:cubicBezTo>
                    <a:pt x="0" y="295"/>
                    <a:pt x="0" y="296"/>
                    <a:pt x="0" y="297"/>
                  </a:cubicBezTo>
                  <a:cubicBezTo>
                    <a:pt x="0" y="298"/>
                    <a:pt x="0" y="300"/>
                    <a:pt x="0" y="301"/>
                  </a:cubicBezTo>
                  <a:cubicBezTo>
                    <a:pt x="0" y="302"/>
                    <a:pt x="0" y="303"/>
                    <a:pt x="0" y="304"/>
                  </a:cubicBezTo>
                  <a:cubicBezTo>
                    <a:pt x="0" y="305"/>
                    <a:pt x="0" y="306"/>
                    <a:pt x="0" y="308"/>
                  </a:cubicBezTo>
                  <a:cubicBezTo>
                    <a:pt x="1" y="308"/>
                    <a:pt x="1" y="309"/>
                    <a:pt x="1" y="310"/>
                  </a:cubicBezTo>
                  <a:cubicBezTo>
                    <a:pt x="1" y="312"/>
                    <a:pt x="1" y="313"/>
                    <a:pt x="2" y="314"/>
                  </a:cubicBezTo>
                  <a:cubicBezTo>
                    <a:pt x="2" y="315"/>
                    <a:pt x="2" y="316"/>
                    <a:pt x="2" y="317"/>
                  </a:cubicBezTo>
                  <a:cubicBezTo>
                    <a:pt x="3" y="318"/>
                    <a:pt x="3" y="319"/>
                    <a:pt x="4" y="320"/>
                  </a:cubicBezTo>
                  <a:cubicBezTo>
                    <a:pt x="4" y="321"/>
                    <a:pt x="4" y="322"/>
                    <a:pt x="5" y="324"/>
                  </a:cubicBezTo>
                  <a:cubicBezTo>
                    <a:pt x="5" y="324"/>
                    <a:pt x="6" y="325"/>
                    <a:pt x="6" y="326"/>
                  </a:cubicBezTo>
                  <a:cubicBezTo>
                    <a:pt x="7" y="328"/>
                    <a:pt x="7" y="329"/>
                    <a:pt x="8" y="330"/>
                  </a:cubicBezTo>
                  <a:cubicBezTo>
                    <a:pt x="8" y="331"/>
                    <a:pt x="9" y="331"/>
                    <a:pt x="9" y="332"/>
                  </a:cubicBezTo>
                  <a:cubicBezTo>
                    <a:pt x="141" y="560"/>
                    <a:pt x="141" y="560"/>
                    <a:pt x="141" y="560"/>
                  </a:cubicBezTo>
                  <a:cubicBezTo>
                    <a:pt x="144" y="566"/>
                    <a:pt x="149" y="572"/>
                    <a:pt x="154" y="577"/>
                  </a:cubicBezTo>
                  <a:cubicBezTo>
                    <a:pt x="151" y="573"/>
                    <a:pt x="148" y="569"/>
                    <a:pt x="146" y="565"/>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70" name="Freeform 164">
              <a:extLst>
                <a:ext uri="{FF2B5EF4-FFF2-40B4-BE49-F238E27FC236}">
                  <a16:creationId xmlns:a16="http://schemas.microsoft.com/office/drawing/2014/main" id="{2637642B-A81C-4287-98BC-7ED26B3B76C6}"/>
                </a:ext>
              </a:extLst>
            </p:cNvPr>
            <p:cNvSpPr>
              <a:spLocks/>
            </p:cNvSpPr>
            <p:nvPr/>
          </p:nvSpPr>
          <p:spPr bwMode="auto">
            <a:xfrm>
              <a:off x="4198938" y="3656013"/>
              <a:ext cx="3175" cy="7938"/>
            </a:xfrm>
            <a:custGeom>
              <a:avLst/>
              <a:gdLst>
                <a:gd name="T0" fmla="*/ 2 w 2"/>
                <a:gd name="T1" fmla="*/ 0 h 5"/>
                <a:gd name="T2" fmla="*/ 2 w 2"/>
                <a:gd name="T3" fmla="*/ 0 h 5"/>
                <a:gd name="T4" fmla="*/ 0 w 2"/>
                <a:gd name="T5" fmla="*/ 5 h 5"/>
                <a:gd name="T6" fmla="*/ 0 w 2"/>
                <a:gd name="T7" fmla="*/ 5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lnTo>
                    <a:pt x="2" y="0"/>
                  </a:lnTo>
                  <a:lnTo>
                    <a:pt x="0" y="5"/>
                  </a:lnTo>
                  <a:lnTo>
                    <a:pt x="0" y="5"/>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2" name="Freeform 166">
              <a:extLst>
                <a:ext uri="{FF2B5EF4-FFF2-40B4-BE49-F238E27FC236}">
                  <a16:creationId xmlns:a16="http://schemas.microsoft.com/office/drawing/2014/main" id="{9284572A-FE6A-4DB0-AB45-AB55E2389D98}"/>
                </a:ext>
              </a:extLst>
            </p:cNvPr>
            <p:cNvSpPr>
              <a:spLocks/>
            </p:cNvSpPr>
            <p:nvPr/>
          </p:nvSpPr>
          <p:spPr bwMode="auto">
            <a:xfrm>
              <a:off x="3768725" y="2408238"/>
              <a:ext cx="419100" cy="728663"/>
            </a:xfrm>
            <a:custGeom>
              <a:avLst/>
              <a:gdLst>
                <a:gd name="T0" fmla="*/ 181 w 264"/>
                <a:gd name="T1" fmla="*/ 0 h 459"/>
                <a:gd name="T2" fmla="*/ 0 w 264"/>
                <a:gd name="T3" fmla="*/ 312 h 459"/>
                <a:gd name="T4" fmla="*/ 86 w 264"/>
                <a:gd name="T5" fmla="*/ 459 h 459"/>
                <a:gd name="T6" fmla="*/ 264 w 264"/>
                <a:gd name="T7" fmla="*/ 149 h 459"/>
                <a:gd name="T8" fmla="*/ 181 w 264"/>
                <a:gd name="T9" fmla="*/ 0 h 459"/>
              </a:gdLst>
              <a:ahLst/>
              <a:cxnLst>
                <a:cxn ang="0">
                  <a:pos x="T0" y="T1"/>
                </a:cxn>
                <a:cxn ang="0">
                  <a:pos x="T2" y="T3"/>
                </a:cxn>
                <a:cxn ang="0">
                  <a:pos x="T4" y="T5"/>
                </a:cxn>
                <a:cxn ang="0">
                  <a:pos x="T6" y="T7"/>
                </a:cxn>
                <a:cxn ang="0">
                  <a:pos x="T8" y="T9"/>
                </a:cxn>
              </a:cxnLst>
              <a:rect l="0" t="0" r="r" b="b"/>
              <a:pathLst>
                <a:path w="264" h="459">
                  <a:moveTo>
                    <a:pt x="181" y="0"/>
                  </a:moveTo>
                  <a:lnTo>
                    <a:pt x="0" y="312"/>
                  </a:lnTo>
                  <a:lnTo>
                    <a:pt x="86" y="459"/>
                  </a:lnTo>
                  <a:lnTo>
                    <a:pt x="264" y="149"/>
                  </a:lnTo>
                  <a:lnTo>
                    <a:pt x="181" y="0"/>
                  </a:lnTo>
                  <a:close/>
                </a:path>
              </a:pathLst>
            </a:custGeom>
            <a:gradFill flip="none" rotWithShape="1">
              <a:gsLst>
                <a:gs pos="23000">
                  <a:srgbClr val="828282"/>
                </a:gs>
                <a:gs pos="58000">
                  <a:schemeClr val="bg2">
                    <a:lumMod val="95000"/>
                    <a:alpha val="0"/>
                  </a:schemeClr>
                </a:gs>
              </a:gsLst>
              <a:lin ang="126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73" name="Freeform 167">
              <a:extLst>
                <a:ext uri="{FF2B5EF4-FFF2-40B4-BE49-F238E27FC236}">
                  <a16:creationId xmlns:a16="http://schemas.microsoft.com/office/drawing/2014/main" id="{4980A5B6-A47F-42AE-AC43-B2AD588A415C}"/>
                </a:ext>
              </a:extLst>
            </p:cNvPr>
            <p:cNvSpPr>
              <a:spLocks/>
            </p:cNvSpPr>
            <p:nvPr/>
          </p:nvSpPr>
          <p:spPr bwMode="auto">
            <a:xfrm>
              <a:off x="4219575" y="3190875"/>
              <a:ext cx="412750" cy="717550"/>
            </a:xfrm>
            <a:custGeom>
              <a:avLst/>
              <a:gdLst>
                <a:gd name="T0" fmla="*/ 260 w 260"/>
                <a:gd name="T1" fmla="*/ 140 h 452"/>
                <a:gd name="T2" fmla="*/ 179 w 260"/>
                <a:gd name="T3" fmla="*/ 0 h 452"/>
                <a:gd name="T4" fmla="*/ 0 w 260"/>
                <a:gd name="T5" fmla="*/ 312 h 452"/>
                <a:gd name="T6" fmla="*/ 82 w 260"/>
                <a:gd name="T7" fmla="*/ 452 h 452"/>
                <a:gd name="T8" fmla="*/ 260 w 260"/>
                <a:gd name="T9" fmla="*/ 140 h 452"/>
              </a:gdLst>
              <a:ahLst/>
              <a:cxnLst>
                <a:cxn ang="0">
                  <a:pos x="T0" y="T1"/>
                </a:cxn>
                <a:cxn ang="0">
                  <a:pos x="T2" y="T3"/>
                </a:cxn>
                <a:cxn ang="0">
                  <a:pos x="T4" y="T5"/>
                </a:cxn>
                <a:cxn ang="0">
                  <a:pos x="T6" y="T7"/>
                </a:cxn>
                <a:cxn ang="0">
                  <a:pos x="T8" y="T9"/>
                </a:cxn>
              </a:cxnLst>
              <a:rect l="0" t="0" r="r" b="b"/>
              <a:pathLst>
                <a:path w="260" h="452">
                  <a:moveTo>
                    <a:pt x="260" y="140"/>
                  </a:moveTo>
                  <a:lnTo>
                    <a:pt x="179" y="0"/>
                  </a:lnTo>
                  <a:lnTo>
                    <a:pt x="0" y="312"/>
                  </a:lnTo>
                  <a:lnTo>
                    <a:pt x="82" y="452"/>
                  </a:lnTo>
                  <a:lnTo>
                    <a:pt x="260" y="140"/>
                  </a:lnTo>
                  <a:close/>
                </a:path>
              </a:pathLst>
            </a:custGeom>
            <a:gradFill flip="none" rotWithShape="1">
              <a:gsLst>
                <a:gs pos="81000">
                  <a:srgbClr val="828282"/>
                </a:gs>
                <a:gs pos="30000">
                  <a:schemeClr val="bg2">
                    <a:lumMod val="95000"/>
                    <a:alpha val="0"/>
                  </a:schemeClr>
                </a:gs>
              </a:gsLst>
              <a:lin ang="126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74" name="Freeform 168">
              <a:extLst>
                <a:ext uri="{FF2B5EF4-FFF2-40B4-BE49-F238E27FC236}">
                  <a16:creationId xmlns:a16="http://schemas.microsoft.com/office/drawing/2014/main" id="{900BBD7B-3ED1-45A5-B1A2-DB277082592B}"/>
                </a:ext>
              </a:extLst>
            </p:cNvPr>
            <p:cNvSpPr>
              <a:spLocks/>
            </p:cNvSpPr>
            <p:nvPr/>
          </p:nvSpPr>
          <p:spPr bwMode="auto">
            <a:xfrm>
              <a:off x="5648325" y="2397125"/>
              <a:ext cx="425450" cy="739775"/>
            </a:xfrm>
            <a:custGeom>
              <a:avLst/>
              <a:gdLst>
                <a:gd name="T0" fmla="*/ 178 w 268"/>
                <a:gd name="T1" fmla="*/ 0 h 466"/>
                <a:gd name="T2" fmla="*/ 0 w 268"/>
                <a:gd name="T3" fmla="*/ 312 h 466"/>
                <a:gd name="T4" fmla="*/ 88 w 268"/>
                <a:gd name="T5" fmla="*/ 466 h 466"/>
                <a:gd name="T6" fmla="*/ 268 w 268"/>
                <a:gd name="T7" fmla="*/ 156 h 466"/>
                <a:gd name="T8" fmla="*/ 178 w 268"/>
                <a:gd name="T9" fmla="*/ 0 h 466"/>
              </a:gdLst>
              <a:ahLst/>
              <a:cxnLst>
                <a:cxn ang="0">
                  <a:pos x="T0" y="T1"/>
                </a:cxn>
                <a:cxn ang="0">
                  <a:pos x="T2" y="T3"/>
                </a:cxn>
                <a:cxn ang="0">
                  <a:pos x="T4" y="T5"/>
                </a:cxn>
                <a:cxn ang="0">
                  <a:pos x="T6" y="T7"/>
                </a:cxn>
                <a:cxn ang="0">
                  <a:pos x="T8" y="T9"/>
                </a:cxn>
              </a:cxnLst>
              <a:rect l="0" t="0" r="r" b="b"/>
              <a:pathLst>
                <a:path w="268" h="466">
                  <a:moveTo>
                    <a:pt x="178" y="0"/>
                  </a:moveTo>
                  <a:lnTo>
                    <a:pt x="0" y="312"/>
                  </a:lnTo>
                  <a:lnTo>
                    <a:pt x="88" y="466"/>
                  </a:lnTo>
                  <a:lnTo>
                    <a:pt x="268" y="156"/>
                  </a:lnTo>
                  <a:lnTo>
                    <a:pt x="178" y="0"/>
                  </a:lnTo>
                  <a:close/>
                </a:path>
              </a:pathLst>
            </a:custGeom>
            <a:gradFill flip="none" rotWithShape="1">
              <a:gsLst>
                <a:gs pos="23000">
                  <a:srgbClr val="828282"/>
                </a:gs>
                <a:gs pos="58000">
                  <a:schemeClr val="bg2">
                    <a:lumMod val="95000"/>
                    <a:alpha val="0"/>
                  </a:schemeClr>
                </a:gs>
              </a:gsLst>
              <a:lin ang="126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75" name="Freeform 169">
              <a:extLst>
                <a:ext uri="{FF2B5EF4-FFF2-40B4-BE49-F238E27FC236}">
                  <a16:creationId xmlns:a16="http://schemas.microsoft.com/office/drawing/2014/main" id="{823F4087-D370-4211-B6A3-96CAB2B48E2F}"/>
                </a:ext>
              </a:extLst>
            </p:cNvPr>
            <p:cNvSpPr>
              <a:spLocks/>
            </p:cNvSpPr>
            <p:nvPr/>
          </p:nvSpPr>
          <p:spPr bwMode="auto">
            <a:xfrm>
              <a:off x="6103938" y="3190875"/>
              <a:ext cx="411163" cy="709613"/>
            </a:xfrm>
            <a:custGeom>
              <a:avLst/>
              <a:gdLst>
                <a:gd name="T0" fmla="*/ 259 w 259"/>
                <a:gd name="T1" fmla="*/ 135 h 447"/>
                <a:gd name="T2" fmla="*/ 180 w 259"/>
                <a:gd name="T3" fmla="*/ 0 h 447"/>
                <a:gd name="T4" fmla="*/ 0 w 259"/>
                <a:gd name="T5" fmla="*/ 312 h 447"/>
                <a:gd name="T6" fmla="*/ 78 w 259"/>
                <a:gd name="T7" fmla="*/ 447 h 447"/>
                <a:gd name="T8" fmla="*/ 259 w 259"/>
                <a:gd name="T9" fmla="*/ 135 h 447"/>
              </a:gdLst>
              <a:ahLst/>
              <a:cxnLst>
                <a:cxn ang="0">
                  <a:pos x="T0" y="T1"/>
                </a:cxn>
                <a:cxn ang="0">
                  <a:pos x="T2" y="T3"/>
                </a:cxn>
                <a:cxn ang="0">
                  <a:pos x="T4" y="T5"/>
                </a:cxn>
                <a:cxn ang="0">
                  <a:pos x="T6" y="T7"/>
                </a:cxn>
                <a:cxn ang="0">
                  <a:pos x="T8" y="T9"/>
                </a:cxn>
              </a:cxnLst>
              <a:rect l="0" t="0" r="r" b="b"/>
              <a:pathLst>
                <a:path w="259" h="447">
                  <a:moveTo>
                    <a:pt x="259" y="135"/>
                  </a:moveTo>
                  <a:lnTo>
                    <a:pt x="180" y="0"/>
                  </a:lnTo>
                  <a:lnTo>
                    <a:pt x="0" y="312"/>
                  </a:lnTo>
                  <a:lnTo>
                    <a:pt x="78" y="447"/>
                  </a:lnTo>
                  <a:lnTo>
                    <a:pt x="259" y="135"/>
                  </a:lnTo>
                  <a:close/>
                </a:path>
              </a:pathLst>
            </a:custGeom>
            <a:gradFill flip="none" rotWithShape="1">
              <a:gsLst>
                <a:gs pos="81000">
                  <a:srgbClr val="828282"/>
                </a:gs>
                <a:gs pos="30000">
                  <a:schemeClr val="bg2">
                    <a:lumMod val="95000"/>
                    <a:alpha val="0"/>
                  </a:schemeClr>
                </a:gs>
              </a:gsLst>
              <a:lin ang="126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214" name="Group 213">
              <a:extLst>
                <a:ext uri="{FF2B5EF4-FFF2-40B4-BE49-F238E27FC236}">
                  <a16:creationId xmlns:a16="http://schemas.microsoft.com/office/drawing/2014/main" id="{5A42E6A4-3C9A-4073-A73F-FB32D79F99EA}"/>
                </a:ext>
              </a:extLst>
            </p:cNvPr>
            <p:cNvGrpSpPr/>
            <p:nvPr/>
          </p:nvGrpSpPr>
          <p:grpSpPr>
            <a:xfrm>
              <a:off x="7673975" y="2078038"/>
              <a:ext cx="1879601" cy="1087437"/>
              <a:chOff x="7673975" y="2078038"/>
              <a:chExt cx="1879601" cy="1087437"/>
            </a:xfrm>
            <a:solidFill>
              <a:schemeClr val="bg2"/>
            </a:solidFill>
          </p:grpSpPr>
          <p:sp>
            <p:nvSpPr>
              <p:cNvPr id="159" name="Freeform 153">
                <a:extLst>
                  <a:ext uri="{FF2B5EF4-FFF2-40B4-BE49-F238E27FC236}">
                    <a16:creationId xmlns:a16="http://schemas.microsoft.com/office/drawing/2014/main" id="{5D126217-A5A0-4020-BE55-2864E3C9E5F1}"/>
                  </a:ext>
                </a:extLst>
              </p:cNvPr>
              <p:cNvSpPr>
                <a:spLocks/>
              </p:cNvSpPr>
              <p:nvPr/>
            </p:nvSpPr>
            <p:spPr bwMode="auto">
              <a:xfrm>
                <a:off x="7673975" y="2644775"/>
                <a:ext cx="301625" cy="520700"/>
              </a:xfrm>
              <a:custGeom>
                <a:avLst/>
                <a:gdLst>
                  <a:gd name="T0" fmla="*/ 0 w 190"/>
                  <a:gd name="T1" fmla="*/ 310 h 328"/>
                  <a:gd name="T2" fmla="*/ 9 w 190"/>
                  <a:gd name="T3" fmla="*/ 328 h 328"/>
                  <a:gd name="T4" fmla="*/ 190 w 190"/>
                  <a:gd name="T5" fmla="*/ 16 h 328"/>
                  <a:gd name="T6" fmla="*/ 181 w 190"/>
                  <a:gd name="T7" fmla="*/ 0 h 328"/>
                  <a:gd name="T8" fmla="*/ 0 w 190"/>
                  <a:gd name="T9" fmla="*/ 310 h 328"/>
                </a:gdLst>
                <a:ahLst/>
                <a:cxnLst>
                  <a:cxn ang="0">
                    <a:pos x="T0" y="T1"/>
                  </a:cxn>
                  <a:cxn ang="0">
                    <a:pos x="T2" y="T3"/>
                  </a:cxn>
                  <a:cxn ang="0">
                    <a:pos x="T4" y="T5"/>
                  </a:cxn>
                  <a:cxn ang="0">
                    <a:pos x="T6" y="T7"/>
                  </a:cxn>
                  <a:cxn ang="0">
                    <a:pos x="T8" y="T9"/>
                  </a:cxn>
                </a:cxnLst>
                <a:rect l="0" t="0" r="r" b="b"/>
                <a:pathLst>
                  <a:path w="190" h="328">
                    <a:moveTo>
                      <a:pt x="0" y="310"/>
                    </a:moveTo>
                    <a:lnTo>
                      <a:pt x="9" y="328"/>
                    </a:lnTo>
                    <a:lnTo>
                      <a:pt x="190" y="16"/>
                    </a:lnTo>
                    <a:lnTo>
                      <a:pt x="181" y="0"/>
                    </a:lnTo>
                    <a:lnTo>
                      <a:pt x="0" y="3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3" name="Freeform 157">
                <a:extLst>
                  <a:ext uri="{FF2B5EF4-FFF2-40B4-BE49-F238E27FC236}">
                    <a16:creationId xmlns:a16="http://schemas.microsoft.com/office/drawing/2014/main" id="{B6297A36-CD3C-47C8-8E7C-BA0E17AD5CE7}"/>
                  </a:ext>
                </a:extLst>
              </p:cNvPr>
              <p:cNvSpPr>
                <a:spLocks/>
              </p:cNvSpPr>
              <p:nvPr/>
            </p:nvSpPr>
            <p:spPr bwMode="auto">
              <a:xfrm>
                <a:off x="7961313" y="2078038"/>
                <a:ext cx="1592263" cy="592138"/>
              </a:xfrm>
              <a:custGeom>
                <a:avLst/>
                <a:gdLst>
                  <a:gd name="T0" fmla="*/ 4 w 445"/>
                  <a:gd name="T1" fmla="*/ 165 h 165"/>
                  <a:gd name="T2" fmla="*/ 76 w 445"/>
                  <a:gd name="T3" fmla="*/ 40 h 165"/>
                  <a:gd name="T4" fmla="*/ 135 w 445"/>
                  <a:gd name="T5" fmla="*/ 6 h 165"/>
                  <a:gd name="T6" fmla="*/ 399 w 445"/>
                  <a:gd name="T7" fmla="*/ 6 h 165"/>
                  <a:gd name="T8" fmla="*/ 445 w 445"/>
                  <a:gd name="T9" fmla="*/ 23 h 165"/>
                  <a:gd name="T10" fmla="*/ 394 w 445"/>
                  <a:gd name="T11" fmla="*/ 0 h 165"/>
                  <a:gd name="T12" fmla="*/ 130 w 445"/>
                  <a:gd name="T13" fmla="*/ 0 h 165"/>
                  <a:gd name="T14" fmla="*/ 71 w 445"/>
                  <a:gd name="T15" fmla="*/ 35 h 165"/>
                  <a:gd name="T16" fmla="*/ 0 w 445"/>
                  <a:gd name="T17" fmla="*/ 158 h 165"/>
                  <a:gd name="T18" fmla="*/ 4 w 445"/>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5" h="165">
                    <a:moveTo>
                      <a:pt x="4" y="165"/>
                    </a:moveTo>
                    <a:cubicBezTo>
                      <a:pt x="76" y="40"/>
                      <a:pt x="76" y="40"/>
                      <a:pt x="76" y="40"/>
                    </a:cubicBezTo>
                    <a:cubicBezTo>
                      <a:pt x="88" y="19"/>
                      <a:pt x="111" y="6"/>
                      <a:pt x="135" y="6"/>
                    </a:cubicBezTo>
                    <a:cubicBezTo>
                      <a:pt x="399" y="6"/>
                      <a:pt x="399" y="6"/>
                      <a:pt x="399" y="6"/>
                    </a:cubicBezTo>
                    <a:cubicBezTo>
                      <a:pt x="416" y="6"/>
                      <a:pt x="432" y="12"/>
                      <a:pt x="445" y="23"/>
                    </a:cubicBezTo>
                    <a:cubicBezTo>
                      <a:pt x="432" y="9"/>
                      <a:pt x="413" y="0"/>
                      <a:pt x="394" y="0"/>
                    </a:cubicBezTo>
                    <a:cubicBezTo>
                      <a:pt x="130" y="0"/>
                      <a:pt x="130" y="0"/>
                      <a:pt x="130" y="0"/>
                    </a:cubicBezTo>
                    <a:cubicBezTo>
                      <a:pt x="106" y="0"/>
                      <a:pt x="83" y="14"/>
                      <a:pt x="71" y="35"/>
                    </a:cubicBezTo>
                    <a:cubicBezTo>
                      <a:pt x="0" y="158"/>
                      <a:pt x="0" y="158"/>
                      <a:pt x="0" y="158"/>
                    </a:cubicBezTo>
                    <a:lnTo>
                      <a:pt x="4"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176" name="Freeform 170">
              <a:extLst>
                <a:ext uri="{FF2B5EF4-FFF2-40B4-BE49-F238E27FC236}">
                  <a16:creationId xmlns:a16="http://schemas.microsoft.com/office/drawing/2014/main" id="{09D84C78-7F36-4FA4-9583-4D116B2C2831}"/>
                </a:ext>
              </a:extLst>
            </p:cNvPr>
            <p:cNvSpPr>
              <a:spLocks/>
            </p:cNvSpPr>
            <p:nvPr/>
          </p:nvSpPr>
          <p:spPr bwMode="auto">
            <a:xfrm>
              <a:off x="7550150" y="2430463"/>
              <a:ext cx="411163" cy="706438"/>
            </a:xfrm>
            <a:custGeom>
              <a:avLst/>
              <a:gdLst>
                <a:gd name="T0" fmla="*/ 180 w 259"/>
                <a:gd name="T1" fmla="*/ 0 h 445"/>
                <a:gd name="T2" fmla="*/ 0 w 259"/>
                <a:gd name="T3" fmla="*/ 309 h 445"/>
                <a:gd name="T4" fmla="*/ 78 w 259"/>
                <a:gd name="T5" fmla="*/ 445 h 445"/>
                <a:gd name="T6" fmla="*/ 259 w 259"/>
                <a:gd name="T7" fmla="*/ 135 h 445"/>
                <a:gd name="T8" fmla="*/ 180 w 259"/>
                <a:gd name="T9" fmla="*/ 0 h 445"/>
              </a:gdLst>
              <a:ahLst/>
              <a:cxnLst>
                <a:cxn ang="0">
                  <a:pos x="T0" y="T1"/>
                </a:cxn>
                <a:cxn ang="0">
                  <a:pos x="T2" y="T3"/>
                </a:cxn>
                <a:cxn ang="0">
                  <a:pos x="T4" y="T5"/>
                </a:cxn>
                <a:cxn ang="0">
                  <a:pos x="T6" y="T7"/>
                </a:cxn>
                <a:cxn ang="0">
                  <a:pos x="T8" y="T9"/>
                </a:cxn>
              </a:cxnLst>
              <a:rect l="0" t="0" r="r" b="b"/>
              <a:pathLst>
                <a:path w="259" h="445">
                  <a:moveTo>
                    <a:pt x="180" y="0"/>
                  </a:moveTo>
                  <a:lnTo>
                    <a:pt x="0" y="309"/>
                  </a:lnTo>
                  <a:lnTo>
                    <a:pt x="78" y="445"/>
                  </a:lnTo>
                  <a:lnTo>
                    <a:pt x="259" y="135"/>
                  </a:lnTo>
                  <a:lnTo>
                    <a:pt x="180" y="0"/>
                  </a:lnTo>
                  <a:close/>
                </a:path>
              </a:pathLst>
            </a:custGeom>
            <a:gradFill flip="none" rotWithShape="1">
              <a:gsLst>
                <a:gs pos="23000">
                  <a:srgbClr val="828282"/>
                </a:gs>
                <a:gs pos="58000">
                  <a:schemeClr val="bg2">
                    <a:lumMod val="95000"/>
                    <a:alpha val="0"/>
                  </a:schemeClr>
                </a:gs>
              </a:gsLst>
              <a:lin ang="126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77" name="Freeform 171">
              <a:extLst>
                <a:ext uri="{FF2B5EF4-FFF2-40B4-BE49-F238E27FC236}">
                  <a16:creationId xmlns:a16="http://schemas.microsoft.com/office/drawing/2014/main" id="{DD628EE3-55F4-4C82-AD2C-0EA9CF8A47B2}"/>
                </a:ext>
              </a:extLst>
            </p:cNvPr>
            <p:cNvSpPr>
              <a:spLocks/>
            </p:cNvSpPr>
            <p:nvPr/>
          </p:nvSpPr>
          <p:spPr bwMode="auto">
            <a:xfrm>
              <a:off x="7989888" y="3190875"/>
              <a:ext cx="404813" cy="698500"/>
            </a:xfrm>
            <a:custGeom>
              <a:avLst/>
              <a:gdLst>
                <a:gd name="T0" fmla="*/ 255 w 255"/>
                <a:gd name="T1" fmla="*/ 131 h 440"/>
                <a:gd name="T2" fmla="*/ 180 w 255"/>
                <a:gd name="T3" fmla="*/ 0 h 440"/>
                <a:gd name="T4" fmla="*/ 0 w 255"/>
                <a:gd name="T5" fmla="*/ 312 h 440"/>
                <a:gd name="T6" fmla="*/ 74 w 255"/>
                <a:gd name="T7" fmla="*/ 440 h 440"/>
                <a:gd name="T8" fmla="*/ 255 w 255"/>
                <a:gd name="T9" fmla="*/ 131 h 440"/>
              </a:gdLst>
              <a:ahLst/>
              <a:cxnLst>
                <a:cxn ang="0">
                  <a:pos x="T0" y="T1"/>
                </a:cxn>
                <a:cxn ang="0">
                  <a:pos x="T2" y="T3"/>
                </a:cxn>
                <a:cxn ang="0">
                  <a:pos x="T4" y="T5"/>
                </a:cxn>
                <a:cxn ang="0">
                  <a:pos x="T6" y="T7"/>
                </a:cxn>
                <a:cxn ang="0">
                  <a:pos x="T8" y="T9"/>
                </a:cxn>
              </a:cxnLst>
              <a:rect l="0" t="0" r="r" b="b"/>
              <a:pathLst>
                <a:path w="255" h="440">
                  <a:moveTo>
                    <a:pt x="255" y="131"/>
                  </a:moveTo>
                  <a:lnTo>
                    <a:pt x="180" y="0"/>
                  </a:lnTo>
                  <a:lnTo>
                    <a:pt x="0" y="312"/>
                  </a:lnTo>
                  <a:lnTo>
                    <a:pt x="74" y="440"/>
                  </a:lnTo>
                  <a:lnTo>
                    <a:pt x="255" y="131"/>
                  </a:lnTo>
                  <a:close/>
                </a:path>
              </a:pathLst>
            </a:custGeom>
            <a:gradFill flip="none" rotWithShape="1">
              <a:gsLst>
                <a:gs pos="81000">
                  <a:srgbClr val="828282"/>
                </a:gs>
                <a:gs pos="30000">
                  <a:schemeClr val="bg2">
                    <a:lumMod val="95000"/>
                    <a:alpha val="0"/>
                  </a:schemeClr>
                </a:gs>
              </a:gsLst>
              <a:lin ang="126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05" name="Group 204">
            <a:extLst>
              <a:ext uri="{FF2B5EF4-FFF2-40B4-BE49-F238E27FC236}">
                <a16:creationId xmlns:a16="http://schemas.microsoft.com/office/drawing/2014/main" id="{DE0386CB-B1E3-4752-9704-8A2291B3E0A3}"/>
              </a:ext>
            </a:extLst>
          </p:cNvPr>
          <p:cNvGrpSpPr/>
          <p:nvPr/>
        </p:nvGrpSpPr>
        <p:grpSpPr>
          <a:xfrm>
            <a:off x="6375400" y="2584450"/>
            <a:ext cx="1309688" cy="1150938"/>
            <a:chOff x="6375400" y="2584450"/>
            <a:chExt cx="1309688" cy="1150938"/>
          </a:xfrm>
          <a:effectLst>
            <a:outerShdw blurRad="152400" dist="63500" dir="2700000" algn="tl" rotWithShape="0">
              <a:prstClr val="black">
                <a:alpha val="34000"/>
              </a:prstClr>
            </a:outerShdw>
          </a:effectLst>
        </p:grpSpPr>
        <p:sp>
          <p:nvSpPr>
            <p:cNvPr id="178" name="Freeform 172">
              <a:extLst>
                <a:ext uri="{FF2B5EF4-FFF2-40B4-BE49-F238E27FC236}">
                  <a16:creationId xmlns:a16="http://schemas.microsoft.com/office/drawing/2014/main" id="{E7D3B2A5-751F-45F1-9D4B-A6D1D13E9DD7}"/>
                </a:ext>
              </a:extLst>
            </p:cNvPr>
            <p:cNvSpPr>
              <a:spLocks/>
            </p:cNvSpPr>
            <p:nvPr/>
          </p:nvSpPr>
          <p:spPr bwMode="auto">
            <a:xfrm>
              <a:off x="6375400" y="2584450"/>
              <a:ext cx="1309688" cy="1150938"/>
            </a:xfrm>
            <a:custGeom>
              <a:avLst/>
              <a:gdLst>
                <a:gd name="T0" fmla="*/ 100 w 366"/>
                <a:gd name="T1" fmla="*/ 321 h 321"/>
                <a:gd name="T2" fmla="*/ 86 w 366"/>
                <a:gd name="T3" fmla="*/ 313 h 321"/>
                <a:gd name="T4" fmla="*/ 3 w 366"/>
                <a:gd name="T5" fmla="*/ 169 h 321"/>
                <a:gd name="T6" fmla="*/ 3 w 366"/>
                <a:gd name="T7" fmla="*/ 152 h 321"/>
                <a:gd name="T8" fmla="*/ 86 w 366"/>
                <a:gd name="T9" fmla="*/ 9 h 321"/>
                <a:gd name="T10" fmla="*/ 100 w 366"/>
                <a:gd name="T11" fmla="*/ 0 h 321"/>
                <a:gd name="T12" fmla="*/ 266 w 366"/>
                <a:gd name="T13" fmla="*/ 0 h 321"/>
                <a:gd name="T14" fmla="*/ 281 w 366"/>
                <a:gd name="T15" fmla="*/ 9 h 321"/>
                <a:gd name="T16" fmla="*/ 364 w 366"/>
                <a:gd name="T17" fmla="*/ 152 h 321"/>
                <a:gd name="T18" fmla="*/ 364 w 366"/>
                <a:gd name="T19" fmla="*/ 169 h 321"/>
                <a:gd name="T20" fmla="*/ 281 w 366"/>
                <a:gd name="T21" fmla="*/ 313 h 321"/>
                <a:gd name="T22" fmla="*/ 266 w 366"/>
                <a:gd name="T23" fmla="*/ 321 h 321"/>
                <a:gd name="T24" fmla="*/ 100 w 366"/>
                <a:gd name="T25" fmla="*/ 32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6" h="321">
                  <a:moveTo>
                    <a:pt x="100" y="321"/>
                  </a:moveTo>
                  <a:cubicBezTo>
                    <a:pt x="95" y="321"/>
                    <a:pt x="88" y="318"/>
                    <a:pt x="86" y="313"/>
                  </a:cubicBezTo>
                  <a:cubicBezTo>
                    <a:pt x="3" y="169"/>
                    <a:pt x="3" y="169"/>
                    <a:pt x="3" y="169"/>
                  </a:cubicBezTo>
                  <a:cubicBezTo>
                    <a:pt x="0" y="165"/>
                    <a:pt x="0" y="157"/>
                    <a:pt x="3" y="152"/>
                  </a:cubicBezTo>
                  <a:cubicBezTo>
                    <a:pt x="86" y="9"/>
                    <a:pt x="86" y="9"/>
                    <a:pt x="86" y="9"/>
                  </a:cubicBezTo>
                  <a:cubicBezTo>
                    <a:pt x="88" y="4"/>
                    <a:pt x="95" y="0"/>
                    <a:pt x="100" y="0"/>
                  </a:cubicBezTo>
                  <a:cubicBezTo>
                    <a:pt x="266" y="0"/>
                    <a:pt x="266" y="0"/>
                    <a:pt x="266" y="0"/>
                  </a:cubicBezTo>
                  <a:cubicBezTo>
                    <a:pt x="272" y="0"/>
                    <a:pt x="278" y="4"/>
                    <a:pt x="281" y="9"/>
                  </a:cubicBezTo>
                  <a:cubicBezTo>
                    <a:pt x="364" y="152"/>
                    <a:pt x="364" y="152"/>
                    <a:pt x="364" y="152"/>
                  </a:cubicBezTo>
                  <a:cubicBezTo>
                    <a:pt x="366" y="157"/>
                    <a:pt x="366" y="165"/>
                    <a:pt x="364" y="169"/>
                  </a:cubicBezTo>
                  <a:cubicBezTo>
                    <a:pt x="281" y="313"/>
                    <a:pt x="281" y="313"/>
                    <a:pt x="281" y="313"/>
                  </a:cubicBezTo>
                  <a:cubicBezTo>
                    <a:pt x="278" y="318"/>
                    <a:pt x="272" y="321"/>
                    <a:pt x="266" y="321"/>
                  </a:cubicBezTo>
                  <a:lnTo>
                    <a:pt x="100" y="321"/>
                  </a:lnTo>
                  <a:close/>
                </a:path>
              </a:pathLst>
            </a:custGeom>
            <a:gradFill flip="none" rotWithShape="1">
              <a:gsLst>
                <a:gs pos="100000">
                  <a:schemeClr val="accent3">
                    <a:lumMod val="75000"/>
                  </a:schemeClr>
                </a:gs>
                <a:gs pos="0">
                  <a:schemeClr val="accent3"/>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79" name="Freeform 173">
              <a:extLst>
                <a:ext uri="{FF2B5EF4-FFF2-40B4-BE49-F238E27FC236}">
                  <a16:creationId xmlns:a16="http://schemas.microsoft.com/office/drawing/2014/main" id="{D9B8E75C-B7F3-4EAE-BA09-CD0CB6CDD7AD}"/>
                </a:ext>
              </a:extLst>
            </p:cNvPr>
            <p:cNvSpPr>
              <a:spLocks/>
            </p:cNvSpPr>
            <p:nvPr/>
          </p:nvSpPr>
          <p:spPr bwMode="auto">
            <a:xfrm>
              <a:off x="6403975" y="2609850"/>
              <a:ext cx="1252538" cy="1100138"/>
            </a:xfrm>
            <a:custGeom>
              <a:avLst/>
              <a:gdLst>
                <a:gd name="T0" fmla="*/ 96 w 350"/>
                <a:gd name="T1" fmla="*/ 307 h 307"/>
                <a:gd name="T2" fmla="*/ 82 w 350"/>
                <a:gd name="T3" fmla="*/ 299 h 307"/>
                <a:gd name="T4" fmla="*/ 3 w 350"/>
                <a:gd name="T5" fmla="*/ 162 h 307"/>
                <a:gd name="T6" fmla="*/ 3 w 350"/>
                <a:gd name="T7" fmla="*/ 145 h 307"/>
                <a:gd name="T8" fmla="*/ 82 w 350"/>
                <a:gd name="T9" fmla="*/ 9 h 307"/>
                <a:gd name="T10" fmla="*/ 96 w 350"/>
                <a:gd name="T11" fmla="*/ 0 h 307"/>
                <a:gd name="T12" fmla="*/ 254 w 350"/>
                <a:gd name="T13" fmla="*/ 0 h 307"/>
                <a:gd name="T14" fmla="*/ 269 w 350"/>
                <a:gd name="T15" fmla="*/ 9 h 307"/>
                <a:gd name="T16" fmla="*/ 347 w 350"/>
                <a:gd name="T17" fmla="*/ 145 h 307"/>
                <a:gd name="T18" fmla="*/ 347 w 350"/>
                <a:gd name="T19" fmla="*/ 162 h 307"/>
                <a:gd name="T20" fmla="*/ 269 w 350"/>
                <a:gd name="T21" fmla="*/ 299 h 307"/>
                <a:gd name="T22" fmla="*/ 254 w 350"/>
                <a:gd name="T23" fmla="*/ 307 h 307"/>
                <a:gd name="T24" fmla="*/ 96 w 350"/>
                <a:gd name="T25"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307">
                  <a:moveTo>
                    <a:pt x="96" y="307"/>
                  </a:moveTo>
                  <a:cubicBezTo>
                    <a:pt x="91" y="307"/>
                    <a:pt x="84" y="303"/>
                    <a:pt x="82" y="299"/>
                  </a:cubicBezTo>
                  <a:cubicBezTo>
                    <a:pt x="3" y="162"/>
                    <a:pt x="3" y="162"/>
                    <a:pt x="3" y="162"/>
                  </a:cubicBezTo>
                  <a:cubicBezTo>
                    <a:pt x="0" y="158"/>
                    <a:pt x="0" y="150"/>
                    <a:pt x="3" y="145"/>
                  </a:cubicBezTo>
                  <a:cubicBezTo>
                    <a:pt x="82" y="9"/>
                    <a:pt x="82" y="9"/>
                    <a:pt x="82" y="9"/>
                  </a:cubicBezTo>
                  <a:cubicBezTo>
                    <a:pt x="84" y="4"/>
                    <a:pt x="91" y="0"/>
                    <a:pt x="96" y="0"/>
                  </a:cubicBezTo>
                  <a:cubicBezTo>
                    <a:pt x="254" y="0"/>
                    <a:pt x="254" y="0"/>
                    <a:pt x="254" y="0"/>
                  </a:cubicBezTo>
                  <a:cubicBezTo>
                    <a:pt x="259" y="0"/>
                    <a:pt x="266" y="4"/>
                    <a:pt x="269" y="9"/>
                  </a:cubicBezTo>
                  <a:cubicBezTo>
                    <a:pt x="347" y="145"/>
                    <a:pt x="347" y="145"/>
                    <a:pt x="347" y="145"/>
                  </a:cubicBezTo>
                  <a:cubicBezTo>
                    <a:pt x="350" y="150"/>
                    <a:pt x="350" y="158"/>
                    <a:pt x="347" y="162"/>
                  </a:cubicBezTo>
                  <a:cubicBezTo>
                    <a:pt x="269" y="299"/>
                    <a:pt x="269" y="299"/>
                    <a:pt x="269" y="299"/>
                  </a:cubicBezTo>
                  <a:cubicBezTo>
                    <a:pt x="266" y="303"/>
                    <a:pt x="259" y="307"/>
                    <a:pt x="254" y="307"/>
                  </a:cubicBezTo>
                  <a:lnTo>
                    <a:pt x="96" y="307"/>
                  </a:lnTo>
                  <a:close/>
                </a:path>
              </a:pathLst>
            </a:custGeom>
            <a:gradFill flip="none" rotWithShape="1">
              <a:gsLst>
                <a:gs pos="0">
                  <a:schemeClr val="accent3">
                    <a:lumMod val="75000"/>
                  </a:schemeClr>
                </a:gs>
                <a:gs pos="100000">
                  <a:schemeClr val="accent3"/>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06" name="Group 205">
            <a:extLst>
              <a:ext uri="{FF2B5EF4-FFF2-40B4-BE49-F238E27FC236}">
                <a16:creationId xmlns:a16="http://schemas.microsoft.com/office/drawing/2014/main" id="{8C22AA35-4035-4862-80BD-809AC032D02D}"/>
              </a:ext>
            </a:extLst>
          </p:cNvPr>
          <p:cNvGrpSpPr/>
          <p:nvPr/>
        </p:nvGrpSpPr>
        <p:grpSpPr>
          <a:xfrm>
            <a:off x="8258175" y="2584450"/>
            <a:ext cx="1309688" cy="1150938"/>
            <a:chOff x="8258175" y="2584450"/>
            <a:chExt cx="1309688" cy="1150938"/>
          </a:xfrm>
          <a:effectLst>
            <a:outerShdw blurRad="152400" dist="63500" dir="2700000" algn="tl" rotWithShape="0">
              <a:prstClr val="black">
                <a:alpha val="34000"/>
              </a:prstClr>
            </a:outerShdw>
          </a:effectLst>
        </p:grpSpPr>
        <p:sp>
          <p:nvSpPr>
            <p:cNvPr id="180" name="Freeform 174">
              <a:extLst>
                <a:ext uri="{FF2B5EF4-FFF2-40B4-BE49-F238E27FC236}">
                  <a16:creationId xmlns:a16="http://schemas.microsoft.com/office/drawing/2014/main" id="{0FC35E1D-A4A8-47AE-AA55-9BEB4A137C30}"/>
                </a:ext>
              </a:extLst>
            </p:cNvPr>
            <p:cNvSpPr>
              <a:spLocks/>
            </p:cNvSpPr>
            <p:nvPr/>
          </p:nvSpPr>
          <p:spPr bwMode="auto">
            <a:xfrm>
              <a:off x="8258175" y="2584450"/>
              <a:ext cx="1309688" cy="1150938"/>
            </a:xfrm>
            <a:custGeom>
              <a:avLst/>
              <a:gdLst>
                <a:gd name="T0" fmla="*/ 100 w 366"/>
                <a:gd name="T1" fmla="*/ 321 h 321"/>
                <a:gd name="T2" fmla="*/ 85 w 366"/>
                <a:gd name="T3" fmla="*/ 313 h 321"/>
                <a:gd name="T4" fmla="*/ 3 w 366"/>
                <a:gd name="T5" fmla="*/ 169 h 321"/>
                <a:gd name="T6" fmla="*/ 3 w 366"/>
                <a:gd name="T7" fmla="*/ 152 h 321"/>
                <a:gd name="T8" fmla="*/ 85 w 366"/>
                <a:gd name="T9" fmla="*/ 9 h 321"/>
                <a:gd name="T10" fmla="*/ 100 w 366"/>
                <a:gd name="T11" fmla="*/ 0 h 321"/>
                <a:gd name="T12" fmla="*/ 266 w 366"/>
                <a:gd name="T13" fmla="*/ 0 h 321"/>
                <a:gd name="T14" fmla="*/ 281 w 366"/>
                <a:gd name="T15" fmla="*/ 9 h 321"/>
                <a:gd name="T16" fmla="*/ 364 w 366"/>
                <a:gd name="T17" fmla="*/ 152 h 321"/>
                <a:gd name="T18" fmla="*/ 364 w 366"/>
                <a:gd name="T19" fmla="*/ 169 h 321"/>
                <a:gd name="T20" fmla="*/ 281 w 366"/>
                <a:gd name="T21" fmla="*/ 313 h 321"/>
                <a:gd name="T22" fmla="*/ 266 w 366"/>
                <a:gd name="T23" fmla="*/ 321 h 321"/>
                <a:gd name="T24" fmla="*/ 100 w 366"/>
                <a:gd name="T25" fmla="*/ 32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6" h="321">
                  <a:moveTo>
                    <a:pt x="100" y="321"/>
                  </a:moveTo>
                  <a:cubicBezTo>
                    <a:pt x="95" y="321"/>
                    <a:pt x="88" y="318"/>
                    <a:pt x="85" y="313"/>
                  </a:cubicBezTo>
                  <a:cubicBezTo>
                    <a:pt x="3" y="169"/>
                    <a:pt x="3" y="169"/>
                    <a:pt x="3" y="169"/>
                  </a:cubicBezTo>
                  <a:cubicBezTo>
                    <a:pt x="0" y="165"/>
                    <a:pt x="0" y="157"/>
                    <a:pt x="3" y="152"/>
                  </a:cubicBezTo>
                  <a:cubicBezTo>
                    <a:pt x="85" y="9"/>
                    <a:pt x="85" y="9"/>
                    <a:pt x="85" y="9"/>
                  </a:cubicBezTo>
                  <a:cubicBezTo>
                    <a:pt x="88" y="4"/>
                    <a:pt x="95" y="0"/>
                    <a:pt x="100" y="0"/>
                  </a:cubicBezTo>
                  <a:cubicBezTo>
                    <a:pt x="266" y="0"/>
                    <a:pt x="266" y="0"/>
                    <a:pt x="266" y="0"/>
                  </a:cubicBezTo>
                  <a:cubicBezTo>
                    <a:pt x="271" y="0"/>
                    <a:pt x="278" y="4"/>
                    <a:pt x="281" y="9"/>
                  </a:cubicBezTo>
                  <a:cubicBezTo>
                    <a:pt x="364" y="152"/>
                    <a:pt x="364" y="152"/>
                    <a:pt x="364" y="152"/>
                  </a:cubicBezTo>
                  <a:cubicBezTo>
                    <a:pt x="366" y="157"/>
                    <a:pt x="366" y="165"/>
                    <a:pt x="364" y="169"/>
                  </a:cubicBezTo>
                  <a:cubicBezTo>
                    <a:pt x="281" y="313"/>
                    <a:pt x="281" y="313"/>
                    <a:pt x="281" y="313"/>
                  </a:cubicBezTo>
                  <a:cubicBezTo>
                    <a:pt x="278" y="318"/>
                    <a:pt x="271" y="321"/>
                    <a:pt x="266" y="321"/>
                  </a:cubicBezTo>
                  <a:lnTo>
                    <a:pt x="100" y="321"/>
                  </a:lnTo>
                  <a:close/>
                </a:path>
              </a:pathLst>
            </a:custGeom>
            <a:gradFill flip="none" rotWithShape="1">
              <a:gsLst>
                <a:gs pos="100000">
                  <a:schemeClr val="accent4">
                    <a:lumMod val="75000"/>
                  </a:schemeClr>
                </a:gs>
                <a:gs pos="0">
                  <a:schemeClr val="accent4"/>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81" name="Freeform 175">
              <a:extLst>
                <a:ext uri="{FF2B5EF4-FFF2-40B4-BE49-F238E27FC236}">
                  <a16:creationId xmlns:a16="http://schemas.microsoft.com/office/drawing/2014/main" id="{8411740F-5E6B-4623-A2EC-D561BE88C197}"/>
                </a:ext>
              </a:extLst>
            </p:cNvPr>
            <p:cNvSpPr>
              <a:spLocks/>
            </p:cNvSpPr>
            <p:nvPr/>
          </p:nvSpPr>
          <p:spPr bwMode="auto">
            <a:xfrm>
              <a:off x="8286750" y="2609850"/>
              <a:ext cx="1252538" cy="1100138"/>
            </a:xfrm>
            <a:custGeom>
              <a:avLst/>
              <a:gdLst>
                <a:gd name="T0" fmla="*/ 96 w 350"/>
                <a:gd name="T1" fmla="*/ 307 h 307"/>
                <a:gd name="T2" fmla="*/ 82 w 350"/>
                <a:gd name="T3" fmla="*/ 299 h 307"/>
                <a:gd name="T4" fmla="*/ 3 w 350"/>
                <a:gd name="T5" fmla="*/ 162 h 307"/>
                <a:gd name="T6" fmla="*/ 3 w 350"/>
                <a:gd name="T7" fmla="*/ 145 h 307"/>
                <a:gd name="T8" fmla="*/ 82 w 350"/>
                <a:gd name="T9" fmla="*/ 9 h 307"/>
                <a:gd name="T10" fmla="*/ 96 w 350"/>
                <a:gd name="T11" fmla="*/ 0 h 307"/>
                <a:gd name="T12" fmla="*/ 254 w 350"/>
                <a:gd name="T13" fmla="*/ 0 h 307"/>
                <a:gd name="T14" fmla="*/ 269 w 350"/>
                <a:gd name="T15" fmla="*/ 9 h 307"/>
                <a:gd name="T16" fmla="*/ 347 w 350"/>
                <a:gd name="T17" fmla="*/ 145 h 307"/>
                <a:gd name="T18" fmla="*/ 347 w 350"/>
                <a:gd name="T19" fmla="*/ 162 h 307"/>
                <a:gd name="T20" fmla="*/ 269 w 350"/>
                <a:gd name="T21" fmla="*/ 299 h 307"/>
                <a:gd name="T22" fmla="*/ 254 w 350"/>
                <a:gd name="T23" fmla="*/ 307 h 307"/>
                <a:gd name="T24" fmla="*/ 96 w 350"/>
                <a:gd name="T25"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307">
                  <a:moveTo>
                    <a:pt x="96" y="307"/>
                  </a:moveTo>
                  <a:cubicBezTo>
                    <a:pt x="91" y="307"/>
                    <a:pt x="84" y="303"/>
                    <a:pt x="82" y="299"/>
                  </a:cubicBezTo>
                  <a:cubicBezTo>
                    <a:pt x="3" y="162"/>
                    <a:pt x="3" y="162"/>
                    <a:pt x="3" y="162"/>
                  </a:cubicBezTo>
                  <a:cubicBezTo>
                    <a:pt x="0" y="158"/>
                    <a:pt x="0" y="150"/>
                    <a:pt x="3" y="145"/>
                  </a:cubicBezTo>
                  <a:cubicBezTo>
                    <a:pt x="82" y="9"/>
                    <a:pt x="82" y="9"/>
                    <a:pt x="82" y="9"/>
                  </a:cubicBezTo>
                  <a:cubicBezTo>
                    <a:pt x="84" y="4"/>
                    <a:pt x="91" y="0"/>
                    <a:pt x="96" y="0"/>
                  </a:cubicBezTo>
                  <a:cubicBezTo>
                    <a:pt x="254" y="0"/>
                    <a:pt x="254" y="0"/>
                    <a:pt x="254" y="0"/>
                  </a:cubicBezTo>
                  <a:cubicBezTo>
                    <a:pt x="259" y="0"/>
                    <a:pt x="266" y="4"/>
                    <a:pt x="269" y="9"/>
                  </a:cubicBezTo>
                  <a:cubicBezTo>
                    <a:pt x="347" y="145"/>
                    <a:pt x="347" y="145"/>
                    <a:pt x="347" y="145"/>
                  </a:cubicBezTo>
                  <a:cubicBezTo>
                    <a:pt x="350" y="150"/>
                    <a:pt x="350" y="158"/>
                    <a:pt x="347" y="162"/>
                  </a:cubicBezTo>
                  <a:cubicBezTo>
                    <a:pt x="269" y="299"/>
                    <a:pt x="269" y="299"/>
                    <a:pt x="269" y="299"/>
                  </a:cubicBezTo>
                  <a:cubicBezTo>
                    <a:pt x="266" y="303"/>
                    <a:pt x="259" y="307"/>
                    <a:pt x="254" y="307"/>
                  </a:cubicBezTo>
                  <a:lnTo>
                    <a:pt x="96" y="307"/>
                  </a:lnTo>
                  <a:close/>
                </a:path>
              </a:pathLst>
            </a:custGeom>
            <a:gradFill flip="none" rotWithShape="1">
              <a:gsLst>
                <a:gs pos="0">
                  <a:schemeClr val="accent4">
                    <a:lumMod val="75000"/>
                  </a:schemeClr>
                </a:gs>
                <a:gs pos="100000">
                  <a:schemeClr val="accent4"/>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04" name="Group 203">
            <a:extLst>
              <a:ext uri="{FF2B5EF4-FFF2-40B4-BE49-F238E27FC236}">
                <a16:creationId xmlns:a16="http://schemas.microsoft.com/office/drawing/2014/main" id="{D70610DE-32F4-47BE-AD0E-2A46451C87B7}"/>
              </a:ext>
            </a:extLst>
          </p:cNvPr>
          <p:cNvGrpSpPr/>
          <p:nvPr/>
        </p:nvGrpSpPr>
        <p:grpSpPr>
          <a:xfrm>
            <a:off x="4492625" y="2584450"/>
            <a:ext cx="1309688" cy="1150938"/>
            <a:chOff x="4492625" y="2584450"/>
            <a:chExt cx="1309688" cy="1150938"/>
          </a:xfrm>
          <a:effectLst>
            <a:outerShdw blurRad="152400" dist="63500" dir="2700000" algn="tl" rotWithShape="0">
              <a:prstClr val="black">
                <a:alpha val="34000"/>
              </a:prstClr>
            </a:outerShdw>
          </a:effectLst>
        </p:grpSpPr>
        <p:sp>
          <p:nvSpPr>
            <p:cNvPr id="182" name="Freeform 176">
              <a:extLst>
                <a:ext uri="{FF2B5EF4-FFF2-40B4-BE49-F238E27FC236}">
                  <a16:creationId xmlns:a16="http://schemas.microsoft.com/office/drawing/2014/main" id="{93F55AED-AEFB-49BA-B7D3-CB095B3C4038}"/>
                </a:ext>
              </a:extLst>
            </p:cNvPr>
            <p:cNvSpPr>
              <a:spLocks/>
            </p:cNvSpPr>
            <p:nvPr/>
          </p:nvSpPr>
          <p:spPr bwMode="auto">
            <a:xfrm>
              <a:off x="4492625" y="2584450"/>
              <a:ext cx="1309688" cy="1150938"/>
            </a:xfrm>
            <a:custGeom>
              <a:avLst/>
              <a:gdLst>
                <a:gd name="T0" fmla="*/ 100 w 366"/>
                <a:gd name="T1" fmla="*/ 321 h 321"/>
                <a:gd name="T2" fmla="*/ 85 w 366"/>
                <a:gd name="T3" fmla="*/ 313 h 321"/>
                <a:gd name="T4" fmla="*/ 2 w 366"/>
                <a:gd name="T5" fmla="*/ 169 h 321"/>
                <a:gd name="T6" fmla="*/ 2 w 366"/>
                <a:gd name="T7" fmla="*/ 152 h 321"/>
                <a:gd name="T8" fmla="*/ 85 w 366"/>
                <a:gd name="T9" fmla="*/ 9 h 321"/>
                <a:gd name="T10" fmla="*/ 100 w 366"/>
                <a:gd name="T11" fmla="*/ 0 h 321"/>
                <a:gd name="T12" fmla="*/ 266 w 366"/>
                <a:gd name="T13" fmla="*/ 0 h 321"/>
                <a:gd name="T14" fmla="*/ 281 w 366"/>
                <a:gd name="T15" fmla="*/ 9 h 321"/>
                <a:gd name="T16" fmla="*/ 364 w 366"/>
                <a:gd name="T17" fmla="*/ 152 h 321"/>
                <a:gd name="T18" fmla="*/ 364 w 366"/>
                <a:gd name="T19" fmla="*/ 169 h 321"/>
                <a:gd name="T20" fmla="*/ 281 w 366"/>
                <a:gd name="T21" fmla="*/ 313 h 321"/>
                <a:gd name="T22" fmla="*/ 266 w 366"/>
                <a:gd name="T23" fmla="*/ 321 h 321"/>
                <a:gd name="T24" fmla="*/ 100 w 366"/>
                <a:gd name="T25" fmla="*/ 32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6" h="321">
                  <a:moveTo>
                    <a:pt x="100" y="321"/>
                  </a:moveTo>
                  <a:cubicBezTo>
                    <a:pt x="95" y="321"/>
                    <a:pt x="88" y="318"/>
                    <a:pt x="85" y="313"/>
                  </a:cubicBezTo>
                  <a:cubicBezTo>
                    <a:pt x="2" y="169"/>
                    <a:pt x="2" y="169"/>
                    <a:pt x="2" y="169"/>
                  </a:cubicBezTo>
                  <a:cubicBezTo>
                    <a:pt x="0" y="165"/>
                    <a:pt x="0" y="157"/>
                    <a:pt x="2" y="152"/>
                  </a:cubicBezTo>
                  <a:cubicBezTo>
                    <a:pt x="85" y="9"/>
                    <a:pt x="85" y="9"/>
                    <a:pt x="85" y="9"/>
                  </a:cubicBezTo>
                  <a:cubicBezTo>
                    <a:pt x="88" y="4"/>
                    <a:pt x="95" y="0"/>
                    <a:pt x="100" y="0"/>
                  </a:cubicBezTo>
                  <a:cubicBezTo>
                    <a:pt x="266" y="0"/>
                    <a:pt x="266" y="0"/>
                    <a:pt x="266" y="0"/>
                  </a:cubicBezTo>
                  <a:cubicBezTo>
                    <a:pt x="271" y="0"/>
                    <a:pt x="278" y="4"/>
                    <a:pt x="281" y="9"/>
                  </a:cubicBezTo>
                  <a:cubicBezTo>
                    <a:pt x="364" y="152"/>
                    <a:pt x="364" y="152"/>
                    <a:pt x="364" y="152"/>
                  </a:cubicBezTo>
                  <a:cubicBezTo>
                    <a:pt x="366" y="157"/>
                    <a:pt x="366" y="165"/>
                    <a:pt x="364" y="169"/>
                  </a:cubicBezTo>
                  <a:cubicBezTo>
                    <a:pt x="281" y="313"/>
                    <a:pt x="281" y="313"/>
                    <a:pt x="281" y="313"/>
                  </a:cubicBezTo>
                  <a:cubicBezTo>
                    <a:pt x="278" y="318"/>
                    <a:pt x="271" y="321"/>
                    <a:pt x="266" y="321"/>
                  </a:cubicBezTo>
                  <a:lnTo>
                    <a:pt x="100" y="321"/>
                  </a:lnTo>
                  <a:close/>
                </a:path>
              </a:pathLst>
            </a:custGeom>
            <a:gradFill flip="none" rotWithShape="1">
              <a:gsLst>
                <a:gs pos="100000">
                  <a:schemeClr val="accent1">
                    <a:shade val="30000"/>
                    <a:satMod val="115000"/>
                  </a:schemeClr>
                </a:gs>
                <a:gs pos="0">
                  <a:schemeClr val="accent1">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83" name="Freeform 177">
              <a:extLst>
                <a:ext uri="{FF2B5EF4-FFF2-40B4-BE49-F238E27FC236}">
                  <a16:creationId xmlns:a16="http://schemas.microsoft.com/office/drawing/2014/main" id="{787F4974-F9B0-4077-8044-3A688F4C16E4}"/>
                </a:ext>
              </a:extLst>
            </p:cNvPr>
            <p:cNvSpPr>
              <a:spLocks/>
            </p:cNvSpPr>
            <p:nvPr/>
          </p:nvSpPr>
          <p:spPr bwMode="auto">
            <a:xfrm>
              <a:off x="4521200" y="2609850"/>
              <a:ext cx="1252538" cy="1100138"/>
            </a:xfrm>
            <a:custGeom>
              <a:avLst/>
              <a:gdLst>
                <a:gd name="T0" fmla="*/ 96 w 350"/>
                <a:gd name="T1" fmla="*/ 307 h 307"/>
                <a:gd name="T2" fmla="*/ 81 w 350"/>
                <a:gd name="T3" fmla="*/ 299 h 307"/>
                <a:gd name="T4" fmla="*/ 3 w 350"/>
                <a:gd name="T5" fmla="*/ 162 h 307"/>
                <a:gd name="T6" fmla="*/ 3 w 350"/>
                <a:gd name="T7" fmla="*/ 145 h 307"/>
                <a:gd name="T8" fmla="*/ 81 w 350"/>
                <a:gd name="T9" fmla="*/ 9 h 307"/>
                <a:gd name="T10" fmla="*/ 96 w 350"/>
                <a:gd name="T11" fmla="*/ 0 h 307"/>
                <a:gd name="T12" fmla="*/ 254 w 350"/>
                <a:gd name="T13" fmla="*/ 0 h 307"/>
                <a:gd name="T14" fmla="*/ 268 w 350"/>
                <a:gd name="T15" fmla="*/ 9 h 307"/>
                <a:gd name="T16" fmla="*/ 347 w 350"/>
                <a:gd name="T17" fmla="*/ 145 h 307"/>
                <a:gd name="T18" fmla="*/ 347 w 350"/>
                <a:gd name="T19" fmla="*/ 162 h 307"/>
                <a:gd name="T20" fmla="*/ 268 w 350"/>
                <a:gd name="T21" fmla="*/ 299 h 307"/>
                <a:gd name="T22" fmla="*/ 254 w 350"/>
                <a:gd name="T23" fmla="*/ 307 h 307"/>
                <a:gd name="T24" fmla="*/ 96 w 350"/>
                <a:gd name="T25"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307">
                  <a:moveTo>
                    <a:pt x="96" y="307"/>
                  </a:moveTo>
                  <a:cubicBezTo>
                    <a:pt x="91" y="307"/>
                    <a:pt x="84" y="303"/>
                    <a:pt x="81" y="299"/>
                  </a:cubicBezTo>
                  <a:cubicBezTo>
                    <a:pt x="3" y="162"/>
                    <a:pt x="3" y="162"/>
                    <a:pt x="3" y="162"/>
                  </a:cubicBezTo>
                  <a:cubicBezTo>
                    <a:pt x="0" y="158"/>
                    <a:pt x="0" y="150"/>
                    <a:pt x="3" y="145"/>
                  </a:cubicBezTo>
                  <a:cubicBezTo>
                    <a:pt x="81" y="9"/>
                    <a:pt x="81" y="9"/>
                    <a:pt x="81" y="9"/>
                  </a:cubicBezTo>
                  <a:cubicBezTo>
                    <a:pt x="84" y="4"/>
                    <a:pt x="91" y="0"/>
                    <a:pt x="96" y="0"/>
                  </a:cubicBezTo>
                  <a:cubicBezTo>
                    <a:pt x="254" y="0"/>
                    <a:pt x="254" y="0"/>
                    <a:pt x="254" y="0"/>
                  </a:cubicBezTo>
                  <a:cubicBezTo>
                    <a:pt x="259" y="0"/>
                    <a:pt x="266" y="4"/>
                    <a:pt x="268" y="9"/>
                  </a:cubicBezTo>
                  <a:cubicBezTo>
                    <a:pt x="347" y="145"/>
                    <a:pt x="347" y="145"/>
                    <a:pt x="347" y="145"/>
                  </a:cubicBezTo>
                  <a:cubicBezTo>
                    <a:pt x="350" y="150"/>
                    <a:pt x="350" y="158"/>
                    <a:pt x="347" y="162"/>
                  </a:cubicBezTo>
                  <a:cubicBezTo>
                    <a:pt x="268" y="299"/>
                    <a:pt x="268" y="299"/>
                    <a:pt x="268" y="299"/>
                  </a:cubicBezTo>
                  <a:cubicBezTo>
                    <a:pt x="266" y="303"/>
                    <a:pt x="259" y="307"/>
                    <a:pt x="254" y="307"/>
                  </a:cubicBezTo>
                  <a:lnTo>
                    <a:pt x="96" y="307"/>
                  </a:lnTo>
                  <a:close/>
                </a:path>
              </a:pathLst>
            </a:custGeom>
            <a:gradFill flip="none" rotWithShape="1">
              <a:gsLst>
                <a:gs pos="0">
                  <a:schemeClr val="accent1">
                    <a:shade val="30000"/>
                    <a:satMod val="115000"/>
                  </a:schemeClr>
                </a:gs>
                <a:gs pos="100000">
                  <a:schemeClr val="accent1">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03" name="Group 202">
            <a:extLst>
              <a:ext uri="{FF2B5EF4-FFF2-40B4-BE49-F238E27FC236}">
                <a16:creationId xmlns:a16="http://schemas.microsoft.com/office/drawing/2014/main" id="{C0249445-BEDB-4A05-8EFC-F095ECBE0FA1}"/>
              </a:ext>
            </a:extLst>
          </p:cNvPr>
          <p:cNvGrpSpPr/>
          <p:nvPr/>
        </p:nvGrpSpPr>
        <p:grpSpPr>
          <a:xfrm>
            <a:off x="2601913" y="2584450"/>
            <a:ext cx="1311275" cy="1150938"/>
            <a:chOff x="2601913" y="2584450"/>
            <a:chExt cx="1311275" cy="1150938"/>
          </a:xfrm>
          <a:effectLst>
            <a:outerShdw blurRad="152400" dist="63500" dir="2700000" algn="tl" rotWithShape="0">
              <a:prstClr val="black">
                <a:alpha val="34000"/>
              </a:prstClr>
            </a:outerShdw>
          </a:effectLst>
        </p:grpSpPr>
        <p:sp>
          <p:nvSpPr>
            <p:cNvPr id="184" name="Freeform 178">
              <a:extLst>
                <a:ext uri="{FF2B5EF4-FFF2-40B4-BE49-F238E27FC236}">
                  <a16:creationId xmlns:a16="http://schemas.microsoft.com/office/drawing/2014/main" id="{3FBD2A8F-2A91-444B-A0D2-E7A4B861A6DA}"/>
                </a:ext>
              </a:extLst>
            </p:cNvPr>
            <p:cNvSpPr>
              <a:spLocks/>
            </p:cNvSpPr>
            <p:nvPr/>
          </p:nvSpPr>
          <p:spPr bwMode="auto">
            <a:xfrm>
              <a:off x="2601913" y="2584450"/>
              <a:ext cx="1311275" cy="1150938"/>
            </a:xfrm>
            <a:custGeom>
              <a:avLst/>
              <a:gdLst>
                <a:gd name="T0" fmla="*/ 100 w 366"/>
                <a:gd name="T1" fmla="*/ 321 h 321"/>
                <a:gd name="T2" fmla="*/ 85 w 366"/>
                <a:gd name="T3" fmla="*/ 313 h 321"/>
                <a:gd name="T4" fmla="*/ 3 w 366"/>
                <a:gd name="T5" fmla="*/ 169 h 321"/>
                <a:gd name="T6" fmla="*/ 3 w 366"/>
                <a:gd name="T7" fmla="*/ 152 h 321"/>
                <a:gd name="T8" fmla="*/ 85 w 366"/>
                <a:gd name="T9" fmla="*/ 9 h 321"/>
                <a:gd name="T10" fmla="*/ 100 w 366"/>
                <a:gd name="T11" fmla="*/ 0 h 321"/>
                <a:gd name="T12" fmla="*/ 266 w 366"/>
                <a:gd name="T13" fmla="*/ 0 h 321"/>
                <a:gd name="T14" fmla="*/ 281 w 366"/>
                <a:gd name="T15" fmla="*/ 9 h 321"/>
                <a:gd name="T16" fmla="*/ 364 w 366"/>
                <a:gd name="T17" fmla="*/ 152 h 321"/>
                <a:gd name="T18" fmla="*/ 364 w 366"/>
                <a:gd name="T19" fmla="*/ 169 h 321"/>
                <a:gd name="T20" fmla="*/ 281 w 366"/>
                <a:gd name="T21" fmla="*/ 313 h 321"/>
                <a:gd name="T22" fmla="*/ 266 w 366"/>
                <a:gd name="T23" fmla="*/ 321 h 321"/>
                <a:gd name="T24" fmla="*/ 100 w 366"/>
                <a:gd name="T25" fmla="*/ 32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6" h="321">
                  <a:moveTo>
                    <a:pt x="100" y="321"/>
                  </a:moveTo>
                  <a:cubicBezTo>
                    <a:pt x="95" y="321"/>
                    <a:pt x="88" y="318"/>
                    <a:pt x="85" y="313"/>
                  </a:cubicBezTo>
                  <a:cubicBezTo>
                    <a:pt x="3" y="169"/>
                    <a:pt x="3" y="169"/>
                    <a:pt x="3" y="169"/>
                  </a:cubicBezTo>
                  <a:cubicBezTo>
                    <a:pt x="0" y="165"/>
                    <a:pt x="0" y="157"/>
                    <a:pt x="3" y="152"/>
                  </a:cubicBezTo>
                  <a:cubicBezTo>
                    <a:pt x="85" y="9"/>
                    <a:pt x="85" y="9"/>
                    <a:pt x="85" y="9"/>
                  </a:cubicBezTo>
                  <a:cubicBezTo>
                    <a:pt x="88" y="4"/>
                    <a:pt x="95" y="0"/>
                    <a:pt x="100" y="0"/>
                  </a:cubicBezTo>
                  <a:cubicBezTo>
                    <a:pt x="266" y="0"/>
                    <a:pt x="266" y="0"/>
                    <a:pt x="266" y="0"/>
                  </a:cubicBezTo>
                  <a:cubicBezTo>
                    <a:pt x="271" y="0"/>
                    <a:pt x="278" y="4"/>
                    <a:pt x="281" y="9"/>
                  </a:cubicBezTo>
                  <a:cubicBezTo>
                    <a:pt x="364" y="152"/>
                    <a:pt x="364" y="152"/>
                    <a:pt x="364" y="152"/>
                  </a:cubicBezTo>
                  <a:cubicBezTo>
                    <a:pt x="366" y="157"/>
                    <a:pt x="366" y="165"/>
                    <a:pt x="364" y="169"/>
                  </a:cubicBezTo>
                  <a:cubicBezTo>
                    <a:pt x="281" y="313"/>
                    <a:pt x="281" y="313"/>
                    <a:pt x="281" y="313"/>
                  </a:cubicBezTo>
                  <a:cubicBezTo>
                    <a:pt x="278" y="318"/>
                    <a:pt x="271" y="321"/>
                    <a:pt x="266" y="321"/>
                  </a:cubicBezTo>
                  <a:lnTo>
                    <a:pt x="100" y="321"/>
                  </a:lnTo>
                  <a:close/>
                </a:path>
              </a:pathLst>
            </a:custGeom>
            <a:gradFill flip="none" rotWithShape="1">
              <a:gsLst>
                <a:gs pos="100000">
                  <a:schemeClr val="accent6">
                    <a:shade val="30000"/>
                    <a:satMod val="115000"/>
                  </a:schemeClr>
                </a:gs>
                <a:gs pos="0">
                  <a:schemeClr val="accent6">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85" name="Freeform 179">
              <a:extLst>
                <a:ext uri="{FF2B5EF4-FFF2-40B4-BE49-F238E27FC236}">
                  <a16:creationId xmlns:a16="http://schemas.microsoft.com/office/drawing/2014/main" id="{56CE866F-94D7-487E-AD10-70CAF48F90BD}"/>
                </a:ext>
              </a:extLst>
            </p:cNvPr>
            <p:cNvSpPr>
              <a:spLocks/>
            </p:cNvSpPr>
            <p:nvPr/>
          </p:nvSpPr>
          <p:spPr bwMode="auto">
            <a:xfrm>
              <a:off x="2630488" y="2609850"/>
              <a:ext cx="1252538" cy="1100138"/>
            </a:xfrm>
            <a:custGeom>
              <a:avLst/>
              <a:gdLst>
                <a:gd name="T0" fmla="*/ 96 w 350"/>
                <a:gd name="T1" fmla="*/ 307 h 307"/>
                <a:gd name="T2" fmla="*/ 82 w 350"/>
                <a:gd name="T3" fmla="*/ 299 h 307"/>
                <a:gd name="T4" fmla="*/ 3 w 350"/>
                <a:gd name="T5" fmla="*/ 162 h 307"/>
                <a:gd name="T6" fmla="*/ 3 w 350"/>
                <a:gd name="T7" fmla="*/ 145 h 307"/>
                <a:gd name="T8" fmla="*/ 82 w 350"/>
                <a:gd name="T9" fmla="*/ 9 h 307"/>
                <a:gd name="T10" fmla="*/ 96 w 350"/>
                <a:gd name="T11" fmla="*/ 0 h 307"/>
                <a:gd name="T12" fmla="*/ 254 w 350"/>
                <a:gd name="T13" fmla="*/ 0 h 307"/>
                <a:gd name="T14" fmla="*/ 269 w 350"/>
                <a:gd name="T15" fmla="*/ 9 h 307"/>
                <a:gd name="T16" fmla="*/ 347 w 350"/>
                <a:gd name="T17" fmla="*/ 145 h 307"/>
                <a:gd name="T18" fmla="*/ 347 w 350"/>
                <a:gd name="T19" fmla="*/ 162 h 307"/>
                <a:gd name="T20" fmla="*/ 269 w 350"/>
                <a:gd name="T21" fmla="*/ 299 h 307"/>
                <a:gd name="T22" fmla="*/ 254 w 350"/>
                <a:gd name="T23" fmla="*/ 307 h 307"/>
                <a:gd name="T24" fmla="*/ 96 w 350"/>
                <a:gd name="T25"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307">
                  <a:moveTo>
                    <a:pt x="96" y="307"/>
                  </a:moveTo>
                  <a:cubicBezTo>
                    <a:pt x="91" y="307"/>
                    <a:pt x="84" y="303"/>
                    <a:pt x="82" y="299"/>
                  </a:cubicBezTo>
                  <a:cubicBezTo>
                    <a:pt x="3" y="162"/>
                    <a:pt x="3" y="162"/>
                    <a:pt x="3" y="162"/>
                  </a:cubicBezTo>
                  <a:cubicBezTo>
                    <a:pt x="0" y="158"/>
                    <a:pt x="0" y="150"/>
                    <a:pt x="3" y="145"/>
                  </a:cubicBezTo>
                  <a:cubicBezTo>
                    <a:pt x="82" y="9"/>
                    <a:pt x="82" y="9"/>
                    <a:pt x="82" y="9"/>
                  </a:cubicBezTo>
                  <a:cubicBezTo>
                    <a:pt x="84" y="4"/>
                    <a:pt x="91" y="0"/>
                    <a:pt x="96" y="0"/>
                  </a:cubicBezTo>
                  <a:cubicBezTo>
                    <a:pt x="254" y="0"/>
                    <a:pt x="254" y="0"/>
                    <a:pt x="254" y="0"/>
                  </a:cubicBezTo>
                  <a:cubicBezTo>
                    <a:pt x="259" y="0"/>
                    <a:pt x="266" y="4"/>
                    <a:pt x="269" y="9"/>
                  </a:cubicBezTo>
                  <a:cubicBezTo>
                    <a:pt x="347" y="145"/>
                    <a:pt x="347" y="145"/>
                    <a:pt x="347" y="145"/>
                  </a:cubicBezTo>
                  <a:cubicBezTo>
                    <a:pt x="350" y="150"/>
                    <a:pt x="350" y="158"/>
                    <a:pt x="347" y="162"/>
                  </a:cubicBezTo>
                  <a:cubicBezTo>
                    <a:pt x="269" y="299"/>
                    <a:pt x="269" y="299"/>
                    <a:pt x="269" y="299"/>
                  </a:cubicBezTo>
                  <a:cubicBezTo>
                    <a:pt x="266" y="303"/>
                    <a:pt x="259" y="307"/>
                    <a:pt x="254" y="307"/>
                  </a:cubicBezTo>
                  <a:lnTo>
                    <a:pt x="96" y="307"/>
                  </a:lnTo>
                  <a:close/>
                </a:path>
              </a:pathLst>
            </a:custGeom>
            <a:gradFill flip="none" rotWithShape="1">
              <a:gsLst>
                <a:gs pos="0">
                  <a:schemeClr val="accent6">
                    <a:shade val="30000"/>
                    <a:satMod val="115000"/>
                  </a:schemeClr>
                </a:gs>
                <a:gs pos="100000">
                  <a:schemeClr val="accent6">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186" name="Rectangle 180">
            <a:extLst>
              <a:ext uri="{FF2B5EF4-FFF2-40B4-BE49-F238E27FC236}">
                <a16:creationId xmlns:a16="http://schemas.microsoft.com/office/drawing/2014/main" id="{8B1CE4C4-2D34-41A1-89B3-95BAAF0F62FA}"/>
              </a:ext>
            </a:extLst>
          </p:cNvPr>
          <p:cNvSpPr>
            <a:spLocks noChangeArrowheads="1"/>
          </p:cNvSpPr>
          <p:nvPr/>
        </p:nvSpPr>
        <p:spPr bwMode="auto">
          <a:xfrm>
            <a:off x="2811051" y="4954588"/>
            <a:ext cx="90569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accent1"/>
                </a:solidFill>
                <a:effectLst/>
                <a:latin typeface="Open Sans" panose="020B0606030504020204" pitchFamily="34" charset="0"/>
              </a:rPr>
              <a:t>STEP 01</a:t>
            </a:r>
            <a:endParaRPr kumimoji="0" lang="ru-UA" altLang="ru-UA" sz="1800" b="0" i="0" u="none" strike="noStrike" cap="none" normalizeH="0" baseline="0">
              <a:ln>
                <a:noFill/>
              </a:ln>
              <a:solidFill>
                <a:schemeClr val="accent1"/>
              </a:solidFill>
              <a:effectLst/>
            </a:endParaRPr>
          </a:p>
        </p:txBody>
      </p:sp>
      <p:sp>
        <p:nvSpPr>
          <p:cNvPr id="187" name="Rectangle 181">
            <a:extLst>
              <a:ext uri="{FF2B5EF4-FFF2-40B4-BE49-F238E27FC236}">
                <a16:creationId xmlns:a16="http://schemas.microsoft.com/office/drawing/2014/main" id="{5ED9847F-F488-43F7-9E77-AA37D802236A}"/>
              </a:ext>
            </a:extLst>
          </p:cNvPr>
          <p:cNvSpPr>
            <a:spLocks noChangeArrowheads="1"/>
          </p:cNvSpPr>
          <p:nvPr/>
        </p:nvSpPr>
        <p:spPr bwMode="auto">
          <a:xfrm>
            <a:off x="8467313" y="4954588"/>
            <a:ext cx="90569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accent4"/>
                </a:solidFill>
                <a:effectLst/>
                <a:latin typeface="Open Sans" panose="020B0606030504020204" pitchFamily="34" charset="0"/>
              </a:rPr>
              <a:t>STEP 04</a:t>
            </a:r>
            <a:endParaRPr kumimoji="0" lang="ru-UA" altLang="ru-UA" sz="1800" b="0" i="0" u="none" strike="noStrike" cap="none" normalizeH="0" baseline="0">
              <a:ln>
                <a:noFill/>
              </a:ln>
              <a:solidFill>
                <a:schemeClr val="accent4"/>
              </a:solidFill>
              <a:effectLst/>
            </a:endParaRPr>
          </a:p>
        </p:txBody>
      </p:sp>
      <p:sp>
        <p:nvSpPr>
          <p:cNvPr id="188" name="Rectangle 182">
            <a:extLst>
              <a:ext uri="{FF2B5EF4-FFF2-40B4-BE49-F238E27FC236}">
                <a16:creationId xmlns:a16="http://schemas.microsoft.com/office/drawing/2014/main" id="{53B77947-208B-41CE-8AC8-5AEB0367B068}"/>
              </a:ext>
            </a:extLst>
          </p:cNvPr>
          <p:cNvSpPr>
            <a:spLocks noChangeArrowheads="1"/>
          </p:cNvSpPr>
          <p:nvPr/>
        </p:nvSpPr>
        <p:spPr bwMode="auto">
          <a:xfrm>
            <a:off x="6581363" y="4954588"/>
            <a:ext cx="90569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accent3"/>
                </a:solidFill>
                <a:effectLst/>
                <a:latin typeface="Open Sans" panose="020B0606030504020204" pitchFamily="34" charset="0"/>
              </a:rPr>
              <a:t>STEP 03</a:t>
            </a:r>
            <a:endParaRPr kumimoji="0" lang="ru-UA" altLang="ru-UA" sz="1800" b="0" i="0" u="none" strike="noStrike" cap="none" normalizeH="0" baseline="0">
              <a:ln>
                <a:noFill/>
              </a:ln>
              <a:solidFill>
                <a:schemeClr val="accent3"/>
              </a:solidFill>
              <a:effectLst/>
            </a:endParaRPr>
          </a:p>
        </p:txBody>
      </p:sp>
      <p:sp>
        <p:nvSpPr>
          <p:cNvPr id="189" name="Rectangle 183">
            <a:extLst>
              <a:ext uri="{FF2B5EF4-FFF2-40B4-BE49-F238E27FC236}">
                <a16:creationId xmlns:a16="http://schemas.microsoft.com/office/drawing/2014/main" id="{55802C42-B3C4-4A09-A02F-F40FC63DFF74}"/>
              </a:ext>
            </a:extLst>
          </p:cNvPr>
          <p:cNvSpPr>
            <a:spLocks noChangeArrowheads="1"/>
          </p:cNvSpPr>
          <p:nvPr/>
        </p:nvSpPr>
        <p:spPr bwMode="auto">
          <a:xfrm>
            <a:off x="4698588" y="4954588"/>
            <a:ext cx="90569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accent2"/>
                </a:solidFill>
                <a:effectLst/>
                <a:latin typeface="Open Sans" panose="020B0606030504020204" pitchFamily="34" charset="0"/>
              </a:rPr>
              <a:t>STEP 02</a:t>
            </a:r>
            <a:endParaRPr kumimoji="0" lang="ru-UA" altLang="ru-UA" sz="1800" b="0" i="0" u="none" strike="noStrike" cap="none" normalizeH="0" baseline="0">
              <a:ln>
                <a:noFill/>
              </a:ln>
              <a:solidFill>
                <a:schemeClr val="accent2"/>
              </a:solidFill>
              <a:effectLst/>
            </a:endParaRPr>
          </a:p>
        </p:txBody>
      </p:sp>
      <p:grpSp>
        <p:nvGrpSpPr>
          <p:cNvPr id="200" name="Group 199">
            <a:extLst>
              <a:ext uri="{FF2B5EF4-FFF2-40B4-BE49-F238E27FC236}">
                <a16:creationId xmlns:a16="http://schemas.microsoft.com/office/drawing/2014/main" id="{9839192A-F82A-435D-B6AF-3D894031AA60}"/>
              </a:ext>
            </a:extLst>
          </p:cNvPr>
          <p:cNvGrpSpPr/>
          <p:nvPr/>
        </p:nvGrpSpPr>
        <p:grpSpPr>
          <a:xfrm>
            <a:off x="6715125" y="2906713"/>
            <a:ext cx="863600" cy="831850"/>
            <a:chOff x="6715125" y="2906713"/>
            <a:chExt cx="863600" cy="831850"/>
          </a:xfrm>
        </p:grpSpPr>
        <p:sp>
          <p:nvSpPr>
            <p:cNvPr id="190" name="Freeform 184">
              <a:extLst>
                <a:ext uri="{FF2B5EF4-FFF2-40B4-BE49-F238E27FC236}">
                  <a16:creationId xmlns:a16="http://schemas.microsoft.com/office/drawing/2014/main" id="{8A1033DA-5AEE-4269-808A-290F324A613F}"/>
                </a:ext>
              </a:extLst>
            </p:cNvPr>
            <p:cNvSpPr>
              <a:spLocks/>
            </p:cNvSpPr>
            <p:nvPr/>
          </p:nvSpPr>
          <p:spPr bwMode="auto">
            <a:xfrm>
              <a:off x="6715125" y="2906713"/>
              <a:ext cx="863600" cy="831850"/>
            </a:xfrm>
            <a:custGeom>
              <a:avLst/>
              <a:gdLst>
                <a:gd name="T0" fmla="*/ 151 w 241"/>
                <a:gd name="T1" fmla="*/ 6 h 232"/>
                <a:gd name="T2" fmla="*/ 241 w 241"/>
                <a:gd name="T3" fmla="*/ 95 h 232"/>
                <a:gd name="T4" fmla="*/ 104 w 241"/>
                <a:gd name="T5" fmla="*/ 232 h 232"/>
                <a:gd name="T6" fmla="*/ 24 w 241"/>
                <a:gd name="T7" fmla="*/ 152 h 232"/>
                <a:gd name="T8" fmla="*/ 38 w 241"/>
                <a:gd name="T9" fmla="*/ 61 h 232"/>
                <a:gd name="T10" fmla="*/ 37 w 241"/>
                <a:gd name="T11" fmla="*/ 61 h 232"/>
                <a:gd name="T12" fmla="*/ 21 w 241"/>
                <a:gd name="T13" fmla="*/ 44 h 232"/>
                <a:gd name="T14" fmla="*/ 21 w 241"/>
                <a:gd name="T15" fmla="*/ 41 h 232"/>
                <a:gd name="T16" fmla="*/ 42 w 241"/>
                <a:gd name="T17" fmla="*/ 38 h 232"/>
                <a:gd name="T18" fmla="*/ 24 w 241"/>
                <a:gd name="T19" fmla="*/ 20 h 232"/>
                <a:gd name="T20" fmla="*/ 26 w 241"/>
                <a:gd name="T21" fmla="*/ 4 h 232"/>
                <a:gd name="T22" fmla="*/ 47 w 241"/>
                <a:gd name="T23" fmla="*/ 3 h 232"/>
                <a:gd name="T24" fmla="*/ 66 w 241"/>
                <a:gd name="T25" fmla="*/ 22 h 232"/>
                <a:gd name="T26" fmla="*/ 66 w 241"/>
                <a:gd name="T27" fmla="*/ 20 h 232"/>
                <a:gd name="T28" fmla="*/ 52 w 241"/>
                <a:gd name="T29" fmla="*/ 6 h 232"/>
                <a:gd name="T30" fmla="*/ 52 w 241"/>
                <a:gd name="T31" fmla="*/ 2 h 232"/>
                <a:gd name="T32" fmla="*/ 85 w 241"/>
                <a:gd name="T33" fmla="*/ 2 h 232"/>
                <a:gd name="T34" fmla="*/ 92 w 241"/>
                <a:gd name="T35" fmla="*/ 8 h 232"/>
                <a:gd name="T36" fmla="*/ 92 w 241"/>
                <a:gd name="T37" fmla="*/ 2 h 232"/>
                <a:gd name="T38" fmla="*/ 116 w 241"/>
                <a:gd name="T39" fmla="*/ 2 h 232"/>
                <a:gd name="T40" fmla="*/ 126 w 241"/>
                <a:gd name="T41" fmla="*/ 12 h 232"/>
                <a:gd name="T42" fmla="*/ 126 w 241"/>
                <a:gd name="T43" fmla="*/ 3 h 232"/>
                <a:gd name="T44" fmla="*/ 151 w 241"/>
                <a:gd name="T45" fmla="*/ 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1" h="232">
                  <a:moveTo>
                    <a:pt x="151" y="6"/>
                  </a:moveTo>
                  <a:cubicBezTo>
                    <a:pt x="241" y="95"/>
                    <a:pt x="241" y="95"/>
                    <a:pt x="241" y="95"/>
                  </a:cubicBezTo>
                  <a:cubicBezTo>
                    <a:pt x="104" y="232"/>
                    <a:pt x="104" y="232"/>
                    <a:pt x="104" y="232"/>
                  </a:cubicBezTo>
                  <a:cubicBezTo>
                    <a:pt x="24" y="152"/>
                    <a:pt x="24" y="152"/>
                    <a:pt x="24" y="152"/>
                  </a:cubicBezTo>
                  <a:cubicBezTo>
                    <a:pt x="24" y="152"/>
                    <a:pt x="0" y="80"/>
                    <a:pt x="38" y="61"/>
                  </a:cubicBezTo>
                  <a:cubicBezTo>
                    <a:pt x="37" y="61"/>
                    <a:pt x="37" y="61"/>
                    <a:pt x="37" y="61"/>
                  </a:cubicBezTo>
                  <a:cubicBezTo>
                    <a:pt x="21" y="44"/>
                    <a:pt x="21" y="44"/>
                    <a:pt x="21" y="44"/>
                  </a:cubicBezTo>
                  <a:cubicBezTo>
                    <a:pt x="21" y="41"/>
                    <a:pt x="21" y="41"/>
                    <a:pt x="21" y="41"/>
                  </a:cubicBezTo>
                  <a:cubicBezTo>
                    <a:pt x="21" y="41"/>
                    <a:pt x="39" y="46"/>
                    <a:pt x="42" y="38"/>
                  </a:cubicBezTo>
                  <a:cubicBezTo>
                    <a:pt x="39" y="35"/>
                    <a:pt x="24" y="20"/>
                    <a:pt x="24" y="20"/>
                  </a:cubicBezTo>
                  <a:cubicBezTo>
                    <a:pt x="24" y="20"/>
                    <a:pt x="20" y="8"/>
                    <a:pt x="26" y="4"/>
                  </a:cubicBezTo>
                  <a:cubicBezTo>
                    <a:pt x="29" y="3"/>
                    <a:pt x="30" y="0"/>
                    <a:pt x="47" y="3"/>
                  </a:cubicBezTo>
                  <a:cubicBezTo>
                    <a:pt x="56" y="12"/>
                    <a:pt x="66" y="22"/>
                    <a:pt x="66" y="22"/>
                  </a:cubicBezTo>
                  <a:cubicBezTo>
                    <a:pt x="66" y="20"/>
                    <a:pt x="66" y="20"/>
                    <a:pt x="66" y="20"/>
                  </a:cubicBezTo>
                  <a:cubicBezTo>
                    <a:pt x="52" y="6"/>
                    <a:pt x="52" y="6"/>
                    <a:pt x="52" y="6"/>
                  </a:cubicBezTo>
                  <a:cubicBezTo>
                    <a:pt x="52" y="2"/>
                    <a:pt x="52" y="2"/>
                    <a:pt x="52" y="2"/>
                  </a:cubicBezTo>
                  <a:cubicBezTo>
                    <a:pt x="85" y="2"/>
                    <a:pt x="85" y="2"/>
                    <a:pt x="85" y="2"/>
                  </a:cubicBezTo>
                  <a:cubicBezTo>
                    <a:pt x="92" y="8"/>
                    <a:pt x="92" y="8"/>
                    <a:pt x="92" y="8"/>
                  </a:cubicBezTo>
                  <a:cubicBezTo>
                    <a:pt x="92" y="2"/>
                    <a:pt x="92" y="2"/>
                    <a:pt x="92" y="2"/>
                  </a:cubicBezTo>
                  <a:cubicBezTo>
                    <a:pt x="116" y="2"/>
                    <a:pt x="116" y="2"/>
                    <a:pt x="116" y="2"/>
                  </a:cubicBezTo>
                  <a:cubicBezTo>
                    <a:pt x="126" y="12"/>
                    <a:pt x="126" y="12"/>
                    <a:pt x="126" y="12"/>
                  </a:cubicBezTo>
                  <a:cubicBezTo>
                    <a:pt x="126" y="3"/>
                    <a:pt x="126" y="3"/>
                    <a:pt x="126" y="3"/>
                  </a:cubicBezTo>
                  <a:cubicBezTo>
                    <a:pt x="126" y="3"/>
                    <a:pt x="140" y="1"/>
                    <a:pt x="151" y="6"/>
                  </a:cubicBezTo>
                  <a:close/>
                </a:path>
              </a:pathLst>
            </a:custGeom>
            <a:gradFill flip="none" rotWithShape="1">
              <a:gsLst>
                <a:gs pos="13000">
                  <a:schemeClr val="accent3">
                    <a:lumMod val="50000"/>
                  </a:schemeClr>
                </a:gs>
                <a:gs pos="74000">
                  <a:schemeClr val="accent3">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1" name="Freeform 185">
              <a:extLst>
                <a:ext uri="{FF2B5EF4-FFF2-40B4-BE49-F238E27FC236}">
                  <a16:creationId xmlns:a16="http://schemas.microsoft.com/office/drawing/2014/main" id="{8AF33754-12DD-4180-96D2-E89F71A205A2}"/>
                </a:ext>
              </a:extLst>
            </p:cNvPr>
            <p:cNvSpPr>
              <a:spLocks noEditPoints="1"/>
            </p:cNvSpPr>
            <p:nvPr/>
          </p:nvSpPr>
          <p:spPr bwMode="auto">
            <a:xfrm>
              <a:off x="6761163" y="2909888"/>
              <a:ext cx="530225" cy="582613"/>
            </a:xfrm>
            <a:custGeom>
              <a:avLst/>
              <a:gdLst>
                <a:gd name="T0" fmla="*/ 31 w 148"/>
                <a:gd name="T1" fmla="*/ 42 h 162"/>
                <a:gd name="T2" fmla="*/ 8 w 148"/>
                <a:gd name="T3" fmla="*/ 43 h 162"/>
                <a:gd name="T4" fmla="*/ 13 w 148"/>
                <a:gd name="T5" fmla="*/ 40 h 162"/>
                <a:gd name="T6" fmla="*/ 28 w 148"/>
                <a:gd name="T7" fmla="*/ 39 h 162"/>
                <a:gd name="T8" fmla="*/ 29 w 148"/>
                <a:gd name="T9" fmla="*/ 30 h 162"/>
                <a:gd name="T10" fmla="*/ 20 w 148"/>
                <a:gd name="T11" fmla="*/ 24 h 162"/>
                <a:gd name="T12" fmla="*/ 8 w 148"/>
                <a:gd name="T13" fmla="*/ 11 h 162"/>
                <a:gd name="T14" fmla="*/ 22 w 148"/>
                <a:gd name="T15" fmla="*/ 0 h 162"/>
                <a:gd name="T16" fmla="*/ 33 w 148"/>
                <a:gd name="T17" fmla="*/ 7 h 162"/>
                <a:gd name="T18" fmla="*/ 16 w 148"/>
                <a:gd name="T19" fmla="*/ 6 h 162"/>
                <a:gd name="T20" fmla="*/ 14 w 148"/>
                <a:gd name="T21" fmla="*/ 15 h 162"/>
                <a:gd name="T22" fmla="*/ 23 w 148"/>
                <a:gd name="T23" fmla="*/ 20 h 162"/>
                <a:gd name="T24" fmla="*/ 35 w 148"/>
                <a:gd name="T25" fmla="*/ 33 h 162"/>
                <a:gd name="T26" fmla="*/ 53 w 148"/>
                <a:gd name="T27" fmla="*/ 45 h 162"/>
                <a:gd name="T28" fmla="*/ 39 w 148"/>
                <a:gd name="T29" fmla="*/ 5 h 162"/>
                <a:gd name="T30" fmla="*/ 72 w 148"/>
                <a:gd name="T31" fmla="*/ 1 h 162"/>
                <a:gd name="T32" fmla="*/ 58 w 148"/>
                <a:gd name="T33" fmla="*/ 5 h 162"/>
                <a:gd name="T34" fmla="*/ 103 w 148"/>
                <a:gd name="T35" fmla="*/ 45 h 162"/>
                <a:gd name="T36" fmla="*/ 79 w 148"/>
                <a:gd name="T37" fmla="*/ 1 h 162"/>
                <a:gd name="T38" fmla="*/ 103 w 148"/>
                <a:gd name="T39" fmla="*/ 5 h 162"/>
                <a:gd name="T40" fmla="*/ 84 w 148"/>
                <a:gd name="T41" fmla="*/ 19 h 162"/>
                <a:gd name="T42" fmla="*/ 102 w 148"/>
                <a:gd name="T43" fmla="*/ 24 h 162"/>
                <a:gd name="T44" fmla="*/ 84 w 148"/>
                <a:gd name="T45" fmla="*/ 40 h 162"/>
                <a:gd name="T46" fmla="*/ 103 w 148"/>
                <a:gd name="T47" fmla="*/ 45 h 162"/>
                <a:gd name="T48" fmla="*/ 136 w 148"/>
                <a:gd name="T49" fmla="*/ 24 h 162"/>
                <a:gd name="T50" fmla="*/ 118 w 148"/>
                <a:gd name="T51" fmla="*/ 27 h 162"/>
                <a:gd name="T52" fmla="*/ 113 w 148"/>
                <a:gd name="T53" fmla="*/ 45 h 162"/>
                <a:gd name="T54" fmla="*/ 124 w 148"/>
                <a:gd name="T55" fmla="*/ 1 h 162"/>
                <a:gd name="T56" fmla="*/ 118 w 148"/>
                <a:gd name="T57" fmla="*/ 23 h 162"/>
                <a:gd name="T58" fmla="*/ 133 w 148"/>
                <a:gd name="T59" fmla="*/ 21 h 162"/>
                <a:gd name="T60" fmla="*/ 133 w 148"/>
                <a:gd name="T61" fmla="*/ 7 h 162"/>
                <a:gd name="T62" fmla="*/ 118 w 148"/>
                <a:gd name="T63" fmla="*/ 5 h 162"/>
                <a:gd name="T64" fmla="*/ 69 w 148"/>
                <a:gd name="T65" fmla="*/ 110 h 162"/>
                <a:gd name="T66" fmla="*/ 34 w 148"/>
                <a:gd name="T67" fmla="*/ 162 h 162"/>
                <a:gd name="T68" fmla="*/ 0 w 148"/>
                <a:gd name="T69" fmla="*/ 110 h 162"/>
                <a:gd name="T70" fmla="*/ 34 w 148"/>
                <a:gd name="T71" fmla="*/ 58 h 162"/>
                <a:gd name="T72" fmla="*/ 69 w 148"/>
                <a:gd name="T73" fmla="*/ 110 h 162"/>
                <a:gd name="T74" fmla="*/ 21 w 148"/>
                <a:gd name="T75" fmla="*/ 140 h 162"/>
                <a:gd name="T76" fmla="*/ 48 w 148"/>
                <a:gd name="T77" fmla="*/ 140 h 162"/>
                <a:gd name="T78" fmla="*/ 48 w 148"/>
                <a:gd name="T79" fmla="*/ 81 h 162"/>
                <a:gd name="T80" fmla="*/ 21 w 148"/>
                <a:gd name="T81" fmla="*/ 81 h 162"/>
                <a:gd name="T82" fmla="*/ 145 w 148"/>
                <a:gd name="T83" fmla="*/ 83 h 162"/>
                <a:gd name="T84" fmla="*/ 124 w 148"/>
                <a:gd name="T85" fmla="*/ 108 h 162"/>
                <a:gd name="T86" fmla="*/ 142 w 148"/>
                <a:gd name="T87" fmla="*/ 116 h 162"/>
                <a:gd name="T88" fmla="*/ 138 w 148"/>
                <a:gd name="T89" fmla="*/ 154 h 162"/>
                <a:gd name="T90" fmla="*/ 81 w 148"/>
                <a:gd name="T91" fmla="*/ 157 h 162"/>
                <a:gd name="T92" fmla="*/ 94 w 148"/>
                <a:gd name="T93" fmla="*/ 147 h 162"/>
                <a:gd name="T94" fmla="*/ 126 w 148"/>
                <a:gd name="T95" fmla="*/ 145 h 162"/>
                <a:gd name="T96" fmla="*/ 125 w 148"/>
                <a:gd name="T97" fmla="*/ 119 h 162"/>
                <a:gd name="T98" fmla="*/ 96 w 148"/>
                <a:gd name="T99" fmla="*/ 115 h 162"/>
                <a:gd name="T100" fmla="*/ 105 w 148"/>
                <a:gd name="T101" fmla="*/ 102 h 162"/>
                <a:gd name="T102" fmla="*/ 125 w 148"/>
                <a:gd name="T103" fmla="*/ 76 h 162"/>
                <a:gd name="T104" fmla="*/ 101 w 148"/>
                <a:gd name="T105" fmla="*/ 74 h 162"/>
                <a:gd name="T106" fmla="*/ 81 w 148"/>
                <a:gd name="T107" fmla="*/ 69 h 162"/>
                <a:gd name="T108" fmla="*/ 137 w 148"/>
                <a:gd name="T109" fmla="*/ 6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 h="162">
                  <a:moveTo>
                    <a:pt x="35" y="33"/>
                  </a:moveTo>
                  <a:cubicBezTo>
                    <a:pt x="35" y="37"/>
                    <a:pt x="34" y="40"/>
                    <a:pt x="31" y="42"/>
                  </a:cubicBezTo>
                  <a:cubicBezTo>
                    <a:pt x="28" y="44"/>
                    <a:pt x="24" y="45"/>
                    <a:pt x="20" y="45"/>
                  </a:cubicBezTo>
                  <a:cubicBezTo>
                    <a:pt x="14" y="45"/>
                    <a:pt x="10" y="45"/>
                    <a:pt x="8" y="43"/>
                  </a:cubicBezTo>
                  <a:cubicBezTo>
                    <a:pt x="8" y="38"/>
                    <a:pt x="8" y="38"/>
                    <a:pt x="8" y="38"/>
                  </a:cubicBezTo>
                  <a:cubicBezTo>
                    <a:pt x="9" y="39"/>
                    <a:pt x="11" y="40"/>
                    <a:pt x="13" y="40"/>
                  </a:cubicBezTo>
                  <a:cubicBezTo>
                    <a:pt x="16" y="41"/>
                    <a:pt x="18" y="41"/>
                    <a:pt x="20" y="41"/>
                  </a:cubicBezTo>
                  <a:cubicBezTo>
                    <a:pt x="23" y="41"/>
                    <a:pt x="26" y="40"/>
                    <a:pt x="28" y="39"/>
                  </a:cubicBezTo>
                  <a:cubicBezTo>
                    <a:pt x="29" y="38"/>
                    <a:pt x="30" y="36"/>
                    <a:pt x="30" y="34"/>
                  </a:cubicBezTo>
                  <a:cubicBezTo>
                    <a:pt x="30" y="32"/>
                    <a:pt x="30" y="31"/>
                    <a:pt x="29" y="30"/>
                  </a:cubicBezTo>
                  <a:cubicBezTo>
                    <a:pt x="29" y="29"/>
                    <a:pt x="28" y="28"/>
                    <a:pt x="26" y="27"/>
                  </a:cubicBezTo>
                  <a:cubicBezTo>
                    <a:pt x="25" y="26"/>
                    <a:pt x="23" y="25"/>
                    <a:pt x="20" y="24"/>
                  </a:cubicBezTo>
                  <a:cubicBezTo>
                    <a:pt x="15" y="23"/>
                    <a:pt x="12" y="21"/>
                    <a:pt x="11" y="19"/>
                  </a:cubicBezTo>
                  <a:cubicBezTo>
                    <a:pt x="9" y="17"/>
                    <a:pt x="8" y="14"/>
                    <a:pt x="8" y="11"/>
                  </a:cubicBezTo>
                  <a:cubicBezTo>
                    <a:pt x="8" y="8"/>
                    <a:pt x="9" y="5"/>
                    <a:pt x="12" y="3"/>
                  </a:cubicBezTo>
                  <a:cubicBezTo>
                    <a:pt x="15" y="1"/>
                    <a:pt x="18" y="0"/>
                    <a:pt x="22" y="0"/>
                  </a:cubicBezTo>
                  <a:cubicBezTo>
                    <a:pt x="26" y="0"/>
                    <a:pt x="31" y="1"/>
                    <a:pt x="34" y="2"/>
                  </a:cubicBezTo>
                  <a:cubicBezTo>
                    <a:pt x="33" y="7"/>
                    <a:pt x="33" y="7"/>
                    <a:pt x="33" y="7"/>
                  </a:cubicBezTo>
                  <a:cubicBezTo>
                    <a:pt x="29" y="5"/>
                    <a:pt x="25" y="5"/>
                    <a:pt x="22" y="5"/>
                  </a:cubicBezTo>
                  <a:cubicBezTo>
                    <a:pt x="19" y="5"/>
                    <a:pt x="17" y="5"/>
                    <a:pt x="16" y="6"/>
                  </a:cubicBezTo>
                  <a:cubicBezTo>
                    <a:pt x="14" y="8"/>
                    <a:pt x="13" y="9"/>
                    <a:pt x="13" y="11"/>
                  </a:cubicBezTo>
                  <a:cubicBezTo>
                    <a:pt x="13" y="13"/>
                    <a:pt x="14" y="14"/>
                    <a:pt x="14" y="15"/>
                  </a:cubicBezTo>
                  <a:cubicBezTo>
                    <a:pt x="15" y="16"/>
                    <a:pt x="16" y="17"/>
                    <a:pt x="17" y="18"/>
                  </a:cubicBezTo>
                  <a:cubicBezTo>
                    <a:pt x="18" y="18"/>
                    <a:pt x="20" y="19"/>
                    <a:pt x="23" y="20"/>
                  </a:cubicBezTo>
                  <a:cubicBezTo>
                    <a:pt x="28" y="22"/>
                    <a:pt x="31" y="24"/>
                    <a:pt x="33" y="26"/>
                  </a:cubicBezTo>
                  <a:cubicBezTo>
                    <a:pt x="34" y="28"/>
                    <a:pt x="35" y="30"/>
                    <a:pt x="35"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4"/>
                  </a:moveTo>
                  <a:cubicBezTo>
                    <a:pt x="141" y="18"/>
                    <a:pt x="139" y="21"/>
                    <a:pt x="136" y="24"/>
                  </a:cubicBezTo>
                  <a:cubicBezTo>
                    <a:pt x="133"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4" y="1"/>
                    <a:pt x="124" y="1"/>
                    <a:pt x="124" y="1"/>
                  </a:cubicBezTo>
                  <a:cubicBezTo>
                    <a:pt x="135" y="1"/>
                    <a:pt x="141" y="5"/>
                    <a:pt x="141" y="14"/>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2"/>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45" y="83"/>
                  </a:moveTo>
                  <a:cubicBezTo>
                    <a:pt x="145" y="89"/>
                    <a:pt x="144" y="95"/>
                    <a:pt x="140" y="99"/>
                  </a:cubicBezTo>
                  <a:cubicBezTo>
                    <a:pt x="136" y="103"/>
                    <a:pt x="131" y="106"/>
                    <a:pt x="124" y="108"/>
                  </a:cubicBezTo>
                  <a:cubicBezTo>
                    <a:pt x="124" y="108"/>
                    <a:pt x="124" y="108"/>
                    <a:pt x="124" y="108"/>
                  </a:cubicBezTo>
                  <a:cubicBezTo>
                    <a:pt x="132" y="109"/>
                    <a:pt x="138" y="112"/>
                    <a:pt x="142" y="116"/>
                  </a:cubicBezTo>
                  <a:cubicBezTo>
                    <a:pt x="146" y="120"/>
                    <a:pt x="148" y="125"/>
                    <a:pt x="148" y="132"/>
                  </a:cubicBezTo>
                  <a:cubicBezTo>
                    <a:pt x="148" y="141"/>
                    <a:pt x="145" y="149"/>
                    <a:pt x="138" y="154"/>
                  </a:cubicBezTo>
                  <a:cubicBezTo>
                    <a:pt x="131" y="159"/>
                    <a:pt x="122" y="162"/>
                    <a:pt x="109" y="162"/>
                  </a:cubicBezTo>
                  <a:cubicBezTo>
                    <a:pt x="98" y="162"/>
                    <a:pt x="88" y="160"/>
                    <a:pt x="81" y="157"/>
                  </a:cubicBezTo>
                  <a:cubicBezTo>
                    <a:pt x="81" y="142"/>
                    <a:pt x="81" y="142"/>
                    <a:pt x="81" y="142"/>
                  </a:cubicBezTo>
                  <a:cubicBezTo>
                    <a:pt x="85" y="144"/>
                    <a:pt x="89" y="146"/>
                    <a:pt x="94" y="147"/>
                  </a:cubicBezTo>
                  <a:cubicBezTo>
                    <a:pt x="99" y="148"/>
                    <a:pt x="104" y="149"/>
                    <a:pt x="108" y="149"/>
                  </a:cubicBezTo>
                  <a:cubicBezTo>
                    <a:pt x="116" y="149"/>
                    <a:pt x="122" y="147"/>
                    <a:pt x="126" y="145"/>
                  </a:cubicBezTo>
                  <a:cubicBezTo>
                    <a:pt x="129" y="142"/>
                    <a:pt x="131" y="137"/>
                    <a:pt x="131" y="131"/>
                  </a:cubicBezTo>
                  <a:cubicBezTo>
                    <a:pt x="131" y="126"/>
                    <a:pt x="129" y="122"/>
                    <a:pt x="125" y="119"/>
                  </a:cubicBezTo>
                  <a:cubicBezTo>
                    <a:pt x="121" y="117"/>
                    <a:pt x="114" y="115"/>
                    <a:pt x="105" y="115"/>
                  </a:cubicBezTo>
                  <a:cubicBezTo>
                    <a:pt x="96" y="115"/>
                    <a:pt x="96" y="115"/>
                    <a:pt x="96" y="115"/>
                  </a:cubicBezTo>
                  <a:cubicBezTo>
                    <a:pt x="96" y="102"/>
                    <a:pt x="96" y="102"/>
                    <a:pt x="96" y="102"/>
                  </a:cubicBezTo>
                  <a:cubicBezTo>
                    <a:pt x="105" y="102"/>
                    <a:pt x="105" y="102"/>
                    <a:pt x="105" y="102"/>
                  </a:cubicBezTo>
                  <a:cubicBezTo>
                    <a:pt x="121" y="102"/>
                    <a:pt x="129" y="97"/>
                    <a:pt x="129" y="85"/>
                  </a:cubicBezTo>
                  <a:cubicBezTo>
                    <a:pt x="129" y="81"/>
                    <a:pt x="128" y="78"/>
                    <a:pt x="125" y="76"/>
                  </a:cubicBezTo>
                  <a:cubicBezTo>
                    <a:pt x="122" y="73"/>
                    <a:pt x="118" y="72"/>
                    <a:pt x="112" y="72"/>
                  </a:cubicBezTo>
                  <a:cubicBezTo>
                    <a:pt x="109" y="72"/>
                    <a:pt x="105" y="73"/>
                    <a:pt x="101" y="74"/>
                  </a:cubicBezTo>
                  <a:cubicBezTo>
                    <a:pt x="98" y="75"/>
                    <a:pt x="94" y="77"/>
                    <a:pt x="89" y="80"/>
                  </a:cubicBezTo>
                  <a:cubicBezTo>
                    <a:pt x="81" y="69"/>
                    <a:pt x="81" y="69"/>
                    <a:pt x="81" y="69"/>
                  </a:cubicBezTo>
                  <a:cubicBezTo>
                    <a:pt x="90" y="62"/>
                    <a:pt x="101" y="58"/>
                    <a:pt x="113" y="58"/>
                  </a:cubicBezTo>
                  <a:cubicBezTo>
                    <a:pt x="123" y="58"/>
                    <a:pt x="131" y="61"/>
                    <a:pt x="137" y="65"/>
                  </a:cubicBezTo>
                  <a:cubicBezTo>
                    <a:pt x="143" y="69"/>
                    <a:pt x="145" y="75"/>
                    <a:pt x="145"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98" name="Group 197">
            <a:extLst>
              <a:ext uri="{FF2B5EF4-FFF2-40B4-BE49-F238E27FC236}">
                <a16:creationId xmlns:a16="http://schemas.microsoft.com/office/drawing/2014/main" id="{B8037FAF-7C11-4659-AADA-B036404D6C3F}"/>
              </a:ext>
            </a:extLst>
          </p:cNvPr>
          <p:cNvGrpSpPr/>
          <p:nvPr/>
        </p:nvGrpSpPr>
        <p:grpSpPr>
          <a:xfrm>
            <a:off x="2974975" y="2886075"/>
            <a:ext cx="815975" cy="846138"/>
            <a:chOff x="2974975" y="2886075"/>
            <a:chExt cx="815975" cy="846138"/>
          </a:xfrm>
        </p:grpSpPr>
        <p:sp>
          <p:nvSpPr>
            <p:cNvPr id="192" name="Freeform 186">
              <a:extLst>
                <a:ext uri="{FF2B5EF4-FFF2-40B4-BE49-F238E27FC236}">
                  <a16:creationId xmlns:a16="http://schemas.microsoft.com/office/drawing/2014/main" id="{FAD5BCBD-5503-4C2C-8DD2-A76631DFC020}"/>
                </a:ext>
              </a:extLst>
            </p:cNvPr>
            <p:cNvSpPr>
              <a:spLocks/>
            </p:cNvSpPr>
            <p:nvPr/>
          </p:nvSpPr>
          <p:spPr bwMode="auto">
            <a:xfrm>
              <a:off x="2974975" y="2886075"/>
              <a:ext cx="815975" cy="846138"/>
            </a:xfrm>
            <a:custGeom>
              <a:avLst/>
              <a:gdLst>
                <a:gd name="T0" fmla="*/ 138 w 228"/>
                <a:gd name="T1" fmla="*/ 13 h 236"/>
                <a:gd name="T2" fmla="*/ 228 w 228"/>
                <a:gd name="T3" fmla="*/ 104 h 236"/>
                <a:gd name="T4" fmla="*/ 95 w 228"/>
                <a:gd name="T5" fmla="*/ 236 h 236"/>
                <a:gd name="T6" fmla="*/ 20 w 228"/>
                <a:gd name="T7" fmla="*/ 159 h 236"/>
                <a:gd name="T8" fmla="*/ 26 w 228"/>
                <a:gd name="T9" fmla="*/ 70 h 236"/>
                <a:gd name="T10" fmla="*/ 7 w 228"/>
                <a:gd name="T11" fmla="*/ 50 h 236"/>
                <a:gd name="T12" fmla="*/ 8 w 228"/>
                <a:gd name="T13" fmla="*/ 46 h 236"/>
                <a:gd name="T14" fmla="*/ 29 w 228"/>
                <a:gd name="T15" fmla="*/ 45 h 236"/>
                <a:gd name="T16" fmla="*/ 11 w 228"/>
                <a:gd name="T17" fmla="*/ 27 h 236"/>
                <a:gd name="T18" fmla="*/ 33 w 228"/>
                <a:gd name="T19" fmla="*/ 10 h 236"/>
                <a:gd name="T20" fmla="*/ 52 w 228"/>
                <a:gd name="T21" fmla="*/ 29 h 236"/>
                <a:gd name="T22" fmla="*/ 52 w 228"/>
                <a:gd name="T23" fmla="*/ 25 h 236"/>
                <a:gd name="T24" fmla="*/ 38 w 228"/>
                <a:gd name="T25" fmla="*/ 12 h 236"/>
                <a:gd name="T26" fmla="*/ 38 w 228"/>
                <a:gd name="T27" fmla="*/ 8 h 236"/>
                <a:gd name="T28" fmla="*/ 71 w 228"/>
                <a:gd name="T29" fmla="*/ 8 h 236"/>
                <a:gd name="T30" fmla="*/ 79 w 228"/>
                <a:gd name="T31" fmla="*/ 15 h 236"/>
                <a:gd name="T32" fmla="*/ 79 w 228"/>
                <a:gd name="T33" fmla="*/ 8 h 236"/>
                <a:gd name="T34" fmla="*/ 103 w 228"/>
                <a:gd name="T35" fmla="*/ 8 h 236"/>
                <a:gd name="T36" fmla="*/ 113 w 228"/>
                <a:gd name="T37" fmla="*/ 19 h 236"/>
                <a:gd name="T38" fmla="*/ 113 w 228"/>
                <a:gd name="T39" fmla="*/ 8 h 236"/>
                <a:gd name="T40" fmla="*/ 138 w 228"/>
                <a:gd name="T41"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236">
                  <a:moveTo>
                    <a:pt x="138" y="13"/>
                  </a:moveTo>
                  <a:cubicBezTo>
                    <a:pt x="228" y="104"/>
                    <a:pt x="228" y="104"/>
                    <a:pt x="228" y="104"/>
                  </a:cubicBezTo>
                  <a:cubicBezTo>
                    <a:pt x="95" y="236"/>
                    <a:pt x="95" y="236"/>
                    <a:pt x="95" y="236"/>
                  </a:cubicBezTo>
                  <a:cubicBezTo>
                    <a:pt x="20" y="159"/>
                    <a:pt x="20" y="159"/>
                    <a:pt x="20" y="159"/>
                  </a:cubicBezTo>
                  <a:cubicBezTo>
                    <a:pt x="20" y="159"/>
                    <a:pt x="0" y="108"/>
                    <a:pt x="26" y="70"/>
                  </a:cubicBezTo>
                  <a:cubicBezTo>
                    <a:pt x="21" y="64"/>
                    <a:pt x="7" y="50"/>
                    <a:pt x="7" y="50"/>
                  </a:cubicBezTo>
                  <a:cubicBezTo>
                    <a:pt x="8" y="46"/>
                    <a:pt x="8" y="46"/>
                    <a:pt x="8" y="46"/>
                  </a:cubicBezTo>
                  <a:cubicBezTo>
                    <a:pt x="8" y="46"/>
                    <a:pt x="23" y="53"/>
                    <a:pt x="29" y="45"/>
                  </a:cubicBezTo>
                  <a:cubicBezTo>
                    <a:pt x="29" y="44"/>
                    <a:pt x="11" y="27"/>
                    <a:pt x="11" y="27"/>
                  </a:cubicBezTo>
                  <a:cubicBezTo>
                    <a:pt x="11" y="27"/>
                    <a:pt x="0" y="0"/>
                    <a:pt x="33" y="10"/>
                  </a:cubicBezTo>
                  <a:cubicBezTo>
                    <a:pt x="34" y="11"/>
                    <a:pt x="52" y="29"/>
                    <a:pt x="52" y="29"/>
                  </a:cubicBezTo>
                  <a:cubicBezTo>
                    <a:pt x="52" y="25"/>
                    <a:pt x="52" y="25"/>
                    <a:pt x="52" y="25"/>
                  </a:cubicBezTo>
                  <a:cubicBezTo>
                    <a:pt x="38" y="12"/>
                    <a:pt x="38" y="12"/>
                    <a:pt x="38" y="12"/>
                  </a:cubicBezTo>
                  <a:cubicBezTo>
                    <a:pt x="38" y="8"/>
                    <a:pt x="38" y="8"/>
                    <a:pt x="38" y="8"/>
                  </a:cubicBezTo>
                  <a:cubicBezTo>
                    <a:pt x="71" y="8"/>
                    <a:pt x="71" y="8"/>
                    <a:pt x="71" y="8"/>
                  </a:cubicBezTo>
                  <a:cubicBezTo>
                    <a:pt x="79" y="15"/>
                    <a:pt x="79" y="15"/>
                    <a:pt x="79" y="15"/>
                  </a:cubicBezTo>
                  <a:cubicBezTo>
                    <a:pt x="79" y="8"/>
                    <a:pt x="79" y="8"/>
                    <a:pt x="79" y="8"/>
                  </a:cubicBezTo>
                  <a:cubicBezTo>
                    <a:pt x="103" y="8"/>
                    <a:pt x="103" y="8"/>
                    <a:pt x="103" y="8"/>
                  </a:cubicBezTo>
                  <a:cubicBezTo>
                    <a:pt x="113" y="19"/>
                    <a:pt x="113" y="19"/>
                    <a:pt x="113" y="19"/>
                  </a:cubicBezTo>
                  <a:cubicBezTo>
                    <a:pt x="113" y="8"/>
                    <a:pt x="113" y="8"/>
                    <a:pt x="113" y="8"/>
                  </a:cubicBezTo>
                  <a:cubicBezTo>
                    <a:pt x="113" y="8"/>
                    <a:pt x="125" y="8"/>
                    <a:pt x="138" y="13"/>
                  </a:cubicBezTo>
                  <a:close/>
                </a:path>
              </a:pathLst>
            </a:custGeom>
            <a:gradFill flip="none" rotWithShape="1">
              <a:gsLst>
                <a:gs pos="0">
                  <a:schemeClr val="accent6">
                    <a:lumMod val="50000"/>
                  </a:schemeClr>
                </a:gs>
                <a:gs pos="100000">
                  <a:schemeClr val="accent6">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3" name="Freeform 187">
              <a:extLst>
                <a:ext uri="{FF2B5EF4-FFF2-40B4-BE49-F238E27FC236}">
                  <a16:creationId xmlns:a16="http://schemas.microsoft.com/office/drawing/2014/main" id="{B69102A3-4B08-4C85-922A-887A0D2D5582}"/>
                </a:ext>
              </a:extLst>
            </p:cNvPr>
            <p:cNvSpPr>
              <a:spLocks noEditPoints="1"/>
            </p:cNvSpPr>
            <p:nvPr/>
          </p:nvSpPr>
          <p:spPr bwMode="auto">
            <a:xfrm>
              <a:off x="3000375" y="2909888"/>
              <a:ext cx="474663" cy="582613"/>
            </a:xfrm>
            <a:custGeom>
              <a:avLst/>
              <a:gdLst>
                <a:gd name="T0" fmla="*/ 24 w 133"/>
                <a:gd name="T1" fmla="*/ 42 h 162"/>
                <a:gd name="T2" fmla="*/ 0 w 133"/>
                <a:gd name="T3" fmla="*/ 43 h 162"/>
                <a:gd name="T4" fmla="*/ 6 w 133"/>
                <a:gd name="T5" fmla="*/ 40 h 162"/>
                <a:gd name="T6" fmla="*/ 20 w 133"/>
                <a:gd name="T7" fmla="*/ 39 h 162"/>
                <a:gd name="T8" fmla="*/ 22 w 133"/>
                <a:gd name="T9" fmla="*/ 30 h 162"/>
                <a:gd name="T10" fmla="*/ 12 w 133"/>
                <a:gd name="T11" fmla="*/ 24 h 162"/>
                <a:gd name="T12" fmla="*/ 1 w 133"/>
                <a:gd name="T13" fmla="*/ 11 h 162"/>
                <a:gd name="T14" fmla="*/ 14 w 133"/>
                <a:gd name="T15" fmla="*/ 0 h 162"/>
                <a:gd name="T16" fmla="*/ 25 w 133"/>
                <a:gd name="T17" fmla="*/ 7 h 162"/>
                <a:gd name="T18" fmla="*/ 8 w 133"/>
                <a:gd name="T19" fmla="*/ 6 h 162"/>
                <a:gd name="T20" fmla="*/ 7 w 133"/>
                <a:gd name="T21" fmla="*/ 15 h 162"/>
                <a:gd name="T22" fmla="*/ 16 w 133"/>
                <a:gd name="T23" fmla="*/ 20 h 162"/>
                <a:gd name="T24" fmla="*/ 28 w 133"/>
                <a:gd name="T25" fmla="*/ 33 h 162"/>
                <a:gd name="T26" fmla="*/ 45 w 133"/>
                <a:gd name="T27" fmla="*/ 45 h 162"/>
                <a:gd name="T28" fmla="*/ 31 w 133"/>
                <a:gd name="T29" fmla="*/ 5 h 162"/>
                <a:gd name="T30" fmla="*/ 64 w 133"/>
                <a:gd name="T31" fmla="*/ 1 h 162"/>
                <a:gd name="T32" fmla="*/ 50 w 133"/>
                <a:gd name="T33" fmla="*/ 5 h 162"/>
                <a:gd name="T34" fmla="*/ 96 w 133"/>
                <a:gd name="T35" fmla="*/ 45 h 162"/>
                <a:gd name="T36" fmla="*/ 71 w 133"/>
                <a:gd name="T37" fmla="*/ 1 h 162"/>
                <a:gd name="T38" fmla="*/ 96 w 133"/>
                <a:gd name="T39" fmla="*/ 5 h 162"/>
                <a:gd name="T40" fmla="*/ 76 w 133"/>
                <a:gd name="T41" fmla="*/ 19 h 162"/>
                <a:gd name="T42" fmla="*/ 94 w 133"/>
                <a:gd name="T43" fmla="*/ 24 h 162"/>
                <a:gd name="T44" fmla="*/ 76 w 133"/>
                <a:gd name="T45" fmla="*/ 40 h 162"/>
                <a:gd name="T46" fmla="*/ 96 w 133"/>
                <a:gd name="T47" fmla="*/ 45 h 162"/>
                <a:gd name="T48" fmla="*/ 129 w 133"/>
                <a:gd name="T49" fmla="*/ 24 h 162"/>
                <a:gd name="T50" fmla="*/ 111 w 133"/>
                <a:gd name="T51" fmla="*/ 27 h 162"/>
                <a:gd name="T52" fmla="*/ 105 w 133"/>
                <a:gd name="T53" fmla="*/ 45 h 162"/>
                <a:gd name="T54" fmla="*/ 117 w 133"/>
                <a:gd name="T55" fmla="*/ 1 h 162"/>
                <a:gd name="T56" fmla="*/ 111 w 133"/>
                <a:gd name="T57" fmla="*/ 23 h 162"/>
                <a:gd name="T58" fmla="*/ 125 w 133"/>
                <a:gd name="T59" fmla="*/ 21 h 162"/>
                <a:gd name="T60" fmla="*/ 125 w 133"/>
                <a:gd name="T61" fmla="*/ 7 h 162"/>
                <a:gd name="T62" fmla="*/ 111 w 133"/>
                <a:gd name="T63" fmla="*/ 5 h 162"/>
                <a:gd name="T64" fmla="*/ 71 w 133"/>
                <a:gd name="T65" fmla="*/ 110 h 162"/>
                <a:gd name="T66" fmla="*/ 37 w 133"/>
                <a:gd name="T67" fmla="*/ 162 h 162"/>
                <a:gd name="T68" fmla="*/ 2 w 133"/>
                <a:gd name="T69" fmla="*/ 110 h 162"/>
                <a:gd name="T70" fmla="*/ 37 w 133"/>
                <a:gd name="T71" fmla="*/ 58 h 162"/>
                <a:gd name="T72" fmla="*/ 71 w 133"/>
                <a:gd name="T73" fmla="*/ 110 h 162"/>
                <a:gd name="T74" fmla="*/ 23 w 133"/>
                <a:gd name="T75" fmla="*/ 140 h 162"/>
                <a:gd name="T76" fmla="*/ 50 w 133"/>
                <a:gd name="T77" fmla="*/ 140 h 162"/>
                <a:gd name="T78" fmla="*/ 50 w 133"/>
                <a:gd name="T79" fmla="*/ 81 h 162"/>
                <a:gd name="T80" fmla="*/ 23 w 133"/>
                <a:gd name="T81" fmla="*/ 81 h 162"/>
                <a:gd name="T82" fmla="*/ 131 w 133"/>
                <a:gd name="T83" fmla="*/ 161 h 162"/>
                <a:gd name="T84" fmla="*/ 115 w 133"/>
                <a:gd name="T85" fmla="*/ 96 h 162"/>
                <a:gd name="T86" fmla="*/ 111 w 133"/>
                <a:gd name="T87" fmla="*/ 81 h 162"/>
                <a:gd name="T88" fmla="*/ 88 w 133"/>
                <a:gd name="T89" fmla="*/ 83 h 162"/>
                <a:gd name="T90" fmla="*/ 131 w 133"/>
                <a:gd name="T91"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62">
                  <a:moveTo>
                    <a:pt x="28" y="33"/>
                  </a:moveTo>
                  <a:cubicBezTo>
                    <a:pt x="28" y="37"/>
                    <a:pt x="26" y="40"/>
                    <a:pt x="24" y="42"/>
                  </a:cubicBezTo>
                  <a:cubicBezTo>
                    <a:pt x="21" y="44"/>
                    <a:pt x="17" y="45"/>
                    <a:pt x="12" y="45"/>
                  </a:cubicBezTo>
                  <a:cubicBezTo>
                    <a:pt x="7" y="45"/>
                    <a:pt x="3" y="45"/>
                    <a:pt x="0" y="43"/>
                  </a:cubicBezTo>
                  <a:cubicBezTo>
                    <a:pt x="0" y="38"/>
                    <a:pt x="0" y="38"/>
                    <a:pt x="0" y="38"/>
                  </a:cubicBezTo>
                  <a:cubicBezTo>
                    <a:pt x="2" y="39"/>
                    <a:pt x="4" y="40"/>
                    <a:pt x="6" y="40"/>
                  </a:cubicBezTo>
                  <a:cubicBezTo>
                    <a:pt x="8" y="41"/>
                    <a:pt x="10" y="41"/>
                    <a:pt x="12" y="41"/>
                  </a:cubicBezTo>
                  <a:cubicBezTo>
                    <a:pt x="16" y="41"/>
                    <a:pt x="18" y="40"/>
                    <a:pt x="20" y="39"/>
                  </a:cubicBezTo>
                  <a:cubicBezTo>
                    <a:pt x="22" y="38"/>
                    <a:pt x="23" y="36"/>
                    <a:pt x="23" y="33"/>
                  </a:cubicBezTo>
                  <a:cubicBezTo>
                    <a:pt x="23" y="32"/>
                    <a:pt x="22" y="31"/>
                    <a:pt x="22" y="30"/>
                  </a:cubicBezTo>
                  <a:cubicBezTo>
                    <a:pt x="21" y="29"/>
                    <a:pt x="20" y="28"/>
                    <a:pt x="19" y="27"/>
                  </a:cubicBezTo>
                  <a:cubicBezTo>
                    <a:pt x="17" y="26"/>
                    <a:pt x="15" y="25"/>
                    <a:pt x="12" y="24"/>
                  </a:cubicBezTo>
                  <a:cubicBezTo>
                    <a:pt x="8" y="23"/>
                    <a:pt x="5" y="21"/>
                    <a:pt x="3" y="19"/>
                  </a:cubicBezTo>
                  <a:cubicBezTo>
                    <a:pt x="1" y="17"/>
                    <a:pt x="1" y="14"/>
                    <a:pt x="1" y="11"/>
                  </a:cubicBezTo>
                  <a:cubicBezTo>
                    <a:pt x="1" y="8"/>
                    <a:pt x="2" y="5"/>
                    <a:pt x="4" y="3"/>
                  </a:cubicBezTo>
                  <a:cubicBezTo>
                    <a:pt x="7" y="1"/>
                    <a:pt x="10" y="0"/>
                    <a:pt x="14" y="0"/>
                  </a:cubicBezTo>
                  <a:cubicBezTo>
                    <a:pt x="19" y="0"/>
                    <a:pt x="23" y="1"/>
                    <a:pt x="27" y="2"/>
                  </a:cubicBezTo>
                  <a:cubicBezTo>
                    <a:pt x="25" y="7"/>
                    <a:pt x="25" y="7"/>
                    <a:pt x="25" y="7"/>
                  </a:cubicBezTo>
                  <a:cubicBezTo>
                    <a:pt x="21" y="5"/>
                    <a:pt x="18" y="5"/>
                    <a:pt x="14" y="5"/>
                  </a:cubicBezTo>
                  <a:cubicBezTo>
                    <a:pt x="12" y="5"/>
                    <a:pt x="10" y="5"/>
                    <a:pt x="8" y="6"/>
                  </a:cubicBezTo>
                  <a:cubicBezTo>
                    <a:pt x="6" y="7"/>
                    <a:pt x="6" y="9"/>
                    <a:pt x="6" y="11"/>
                  </a:cubicBezTo>
                  <a:cubicBezTo>
                    <a:pt x="6" y="13"/>
                    <a:pt x="6" y="14"/>
                    <a:pt x="7" y="15"/>
                  </a:cubicBezTo>
                  <a:cubicBezTo>
                    <a:pt x="7" y="16"/>
                    <a:pt x="8" y="17"/>
                    <a:pt x="9" y="18"/>
                  </a:cubicBezTo>
                  <a:cubicBezTo>
                    <a:pt x="11" y="18"/>
                    <a:pt x="13" y="19"/>
                    <a:pt x="16" y="20"/>
                  </a:cubicBezTo>
                  <a:cubicBezTo>
                    <a:pt x="20" y="22"/>
                    <a:pt x="23" y="24"/>
                    <a:pt x="25" y="26"/>
                  </a:cubicBezTo>
                  <a:cubicBezTo>
                    <a:pt x="27" y="28"/>
                    <a:pt x="28" y="30"/>
                    <a:pt x="28" y="33"/>
                  </a:cubicBezTo>
                  <a:close/>
                  <a:moveTo>
                    <a:pt x="50" y="45"/>
                  </a:moveTo>
                  <a:cubicBezTo>
                    <a:pt x="45" y="45"/>
                    <a:pt x="45" y="45"/>
                    <a:pt x="45" y="45"/>
                  </a:cubicBezTo>
                  <a:cubicBezTo>
                    <a:pt x="45" y="5"/>
                    <a:pt x="45" y="5"/>
                    <a:pt x="45" y="5"/>
                  </a:cubicBezTo>
                  <a:cubicBezTo>
                    <a:pt x="31" y="5"/>
                    <a:pt x="31" y="5"/>
                    <a:pt x="31" y="5"/>
                  </a:cubicBezTo>
                  <a:cubicBezTo>
                    <a:pt x="31" y="1"/>
                    <a:pt x="31" y="1"/>
                    <a:pt x="31" y="1"/>
                  </a:cubicBezTo>
                  <a:cubicBezTo>
                    <a:pt x="64" y="1"/>
                    <a:pt x="64" y="1"/>
                    <a:pt x="64" y="1"/>
                  </a:cubicBezTo>
                  <a:cubicBezTo>
                    <a:pt x="64" y="5"/>
                    <a:pt x="64" y="5"/>
                    <a:pt x="64" y="5"/>
                  </a:cubicBezTo>
                  <a:cubicBezTo>
                    <a:pt x="50" y="5"/>
                    <a:pt x="50" y="5"/>
                    <a:pt x="50" y="5"/>
                  </a:cubicBezTo>
                  <a:lnTo>
                    <a:pt x="50" y="45"/>
                  </a:lnTo>
                  <a:close/>
                  <a:moveTo>
                    <a:pt x="96" y="45"/>
                  </a:moveTo>
                  <a:cubicBezTo>
                    <a:pt x="71" y="45"/>
                    <a:pt x="71" y="45"/>
                    <a:pt x="71" y="45"/>
                  </a:cubicBezTo>
                  <a:cubicBezTo>
                    <a:pt x="71" y="1"/>
                    <a:pt x="71" y="1"/>
                    <a:pt x="71" y="1"/>
                  </a:cubicBezTo>
                  <a:cubicBezTo>
                    <a:pt x="96" y="1"/>
                    <a:pt x="96" y="1"/>
                    <a:pt x="96" y="1"/>
                  </a:cubicBezTo>
                  <a:cubicBezTo>
                    <a:pt x="96" y="5"/>
                    <a:pt x="96" y="5"/>
                    <a:pt x="96" y="5"/>
                  </a:cubicBezTo>
                  <a:cubicBezTo>
                    <a:pt x="76" y="5"/>
                    <a:pt x="76" y="5"/>
                    <a:pt x="76" y="5"/>
                  </a:cubicBezTo>
                  <a:cubicBezTo>
                    <a:pt x="76" y="19"/>
                    <a:pt x="76" y="19"/>
                    <a:pt x="76" y="19"/>
                  </a:cubicBezTo>
                  <a:cubicBezTo>
                    <a:pt x="94" y="19"/>
                    <a:pt x="94" y="19"/>
                    <a:pt x="94" y="19"/>
                  </a:cubicBezTo>
                  <a:cubicBezTo>
                    <a:pt x="94" y="24"/>
                    <a:pt x="94" y="24"/>
                    <a:pt x="94" y="24"/>
                  </a:cubicBezTo>
                  <a:cubicBezTo>
                    <a:pt x="76" y="24"/>
                    <a:pt x="76" y="24"/>
                    <a:pt x="76" y="24"/>
                  </a:cubicBezTo>
                  <a:cubicBezTo>
                    <a:pt x="76" y="40"/>
                    <a:pt x="76" y="40"/>
                    <a:pt x="76" y="40"/>
                  </a:cubicBezTo>
                  <a:cubicBezTo>
                    <a:pt x="96" y="40"/>
                    <a:pt x="96" y="40"/>
                    <a:pt x="96" y="40"/>
                  </a:cubicBezTo>
                  <a:lnTo>
                    <a:pt x="96" y="45"/>
                  </a:lnTo>
                  <a:close/>
                  <a:moveTo>
                    <a:pt x="133" y="13"/>
                  </a:moveTo>
                  <a:cubicBezTo>
                    <a:pt x="133" y="18"/>
                    <a:pt x="132" y="21"/>
                    <a:pt x="129" y="24"/>
                  </a:cubicBezTo>
                  <a:cubicBezTo>
                    <a:pt x="126" y="26"/>
                    <a:pt x="121" y="27"/>
                    <a:pt x="116" y="27"/>
                  </a:cubicBezTo>
                  <a:cubicBezTo>
                    <a:pt x="111" y="27"/>
                    <a:pt x="111" y="27"/>
                    <a:pt x="111" y="27"/>
                  </a:cubicBezTo>
                  <a:cubicBezTo>
                    <a:pt x="111" y="45"/>
                    <a:pt x="111" y="45"/>
                    <a:pt x="111" y="45"/>
                  </a:cubicBezTo>
                  <a:cubicBezTo>
                    <a:pt x="105" y="45"/>
                    <a:pt x="105" y="45"/>
                    <a:pt x="105" y="45"/>
                  </a:cubicBezTo>
                  <a:cubicBezTo>
                    <a:pt x="105" y="1"/>
                    <a:pt x="105" y="1"/>
                    <a:pt x="105" y="1"/>
                  </a:cubicBezTo>
                  <a:cubicBezTo>
                    <a:pt x="117" y="1"/>
                    <a:pt x="117" y="1"/>
                    <a:pt x="117" y="1"/>
                  </a:cubicBezTo>
                  <a:cubicBezTo>
                    <a:pt x="128" y="1"/>
                    <a:pt x="133" y="5"/>
                    <a:pt x="133" y="13"/>
                  </a:cubicBezTo>
                  <a:close/>
                  <a:moveTo>
                    <a:pt x="111" y="23"/>
                  </a:moveTo>
                  <a:cubicBezTo>
                    <a:pt x="115" y="23"/>
                    <a:pt x="115" y="23"/>
                    <a:pt x="115" y="23"/>
                  </a:cubicBezTo>
                  <a:cubicBezTo>
                    <a:pt x="120" y="23"/>
                    <a:pt x="123" y="22"/>
                    <a:pt x="125" y="21"/>
                  </a:cubicBezTo>
                  <a:cubicBezTo>
                    <a:pt x="127" y="19"/>
                    <a:pt x="128" y="17"/>
                    <a:pt x="128" y="14"/>
                  </a:cubicBezTo>
                  <a:cubicBezTo>
                    <a:pt x="128" y="11"/>
                    <a:pt x="127" y="9"/>
                    <a:pt x="125" y="7"/>
                  </a:cubicBezTo>
                  <a:cubicBezTo>
                    <a:pt x="123" y="6"/>
                    <a:pt x="120" y="5"/>
                    <a:pt x="116" y="5"/>
                  </a:cubicBezTo>
                  <a:cubicBezTo>
                    <a:pt x="111" y="5"/>
                    <a:pt x="111" y="5"/>
                    <a:pt x="111" y="5"/>
                  </a:cubicBezTo>
                  <a:lnTo>
                    <a:pt x="111" y="23"/>
                  </a:lnTo>
                  <a:close/>
                  <a:moveTo>
                    <a:pt x="71" y="110"/>
                  </a:moveTo>
                  <a:cubicBezTo>
                    <a:pt x="71" y="128"/>
                    <a:pt x="68" y="141"/>
                    <a:pt x="63" y="149"/>
                  </a:cubicBezTo>
                  <a:cubicBezTo>
                    <a:pt x="57" y="158"/>
                    <a:pt x="48" y="162"/>
                    <a:pt x="37" y="162"/>
                  </a:cubicBezTo>
                  <a:cubicBezTo>
                    <a:pt x="25" y="162"/>
                    <a:pt x="17" y="158"/>
                    <a:pt x="11" y="149"/>
                  </a:cubicBezTo>
                  <a:cubicBezTo>
                    <a:pt x="5" y="140"/>
                    <a:pt x="2" y="127"/>
                    <a:pt x="2" y="110"/>
                  </a:cubicBezTo>
                  <a:cubicBezTo>
                    <a:pt x="2" y="92"/>
                    <a:pt x="5" y="79"/>
                    <a:pt x="11" y="71"/>
                  </a:cubicBezTo>
                  <a:cubicBezTo>
                    <a:pt x="17" y="62"/>
                    <a:pt x="25" y="58"/>
                    <a:pt x="37" y="58"/>
                  </a:cubicBezTo>
                  <a:cubicBezTo>
                    <a:pt x="48" y="58"/>
                    <a:pt x="56" y="63"/>
                    <a:pt x="62" y="71"/>
                  </a:cubicBezTo>
                  <a:cubicBezTo>
                    <a:pt x="68" y="80"/>
                    <a:pt x="71" y="93"/>
                    <a:pt x="71" y="110"/>
                  </a:cubicBezTo>
                  <a:close/>
                  <a:moveTo>
                    <a:pt x="19" y="110"/>
                  </a:moveTo>
                  <a:cubicBezTo>
                    <a:pt x="19" y="124"/>
                    <a:pt x="20" y="134"/>
                    <a:pt x="23" y="140"/>
                  </a:cubicBezTo>
                  <a:cubicBezTo>
                    <a:pt x="26" y="146"/>
                    <a:pt x="30" y="149"/>
                    <a:pt x="37" y="149"/>
                  </a:cubicBezTo>
                  <a:cubicBezTo>
                    <a:pt x="43" y="149"/>
                    <a:pt x="47" y="146"/>
                    <a:pt x="50" y="140"/>
                  </a:cubicBezTo>
                  <a:cubicBezTo>
                    <a:pt x="53" y="134"/>
                    <a:pt x="55" y="124"/>
                    <a:pt x="55" y="110"/>
                  </a:cubicBezTo>
                  <a:cubicBezTo>
                    <a:pt x="55" y="97"/>
                    <a:pt x="53" y="87"/>
                    <a:pt x="50" y="81"/>
                  </a:cubicBezTo>
                  <a:cubicBezTo>
                    <a:pt x="47" y="75"/>
                    <a:pt x="43" y="72"/>
                    <a:pt x="37" y="72"/>
                  </a:cubicBezTo>
                  <a:cubicBezTo>
                    <a:pt x="30" y="72"/>
                    <a:pt x="26" y="75"/>
                    <a:pt x="23" y="81"/>
                  </a:cubicBezTo>
                  <a:cubicBezTo>
                    <a:pt x="20" y="87"/>
                    <a:pt x="19" y="97"/>
                    <a:pt x="19" y="110"/>
                  </a:cubicBezTo>
                  <a:close/>
                  <a:moveTo>
                    <a:pt x="131" y="161"/>
                  </a:moveTo>
                  <a:cubicBezTo>
                    <a:pt x="115" y="161"/>
                    <a:pt x="115" y="161"/>
                    <a:pt x="115" y="161"/>
                  </a:cubicBezTo>
                  <a:cubicBezTo>
                    <a:pt x="115" y="96"/>
                    <a:pt x="115" y="96"/>
                    <a:pt x="115" y="96"/>
                  </a:cubicBezTo>
                  <a:cubicBezTo>
                    <a:pt x="115" y="88"/>
                    <a:pt x="115" y="82"/>
                    <a:pt x="115" y="77"/>
                  </a:cubicBezTo>
                  <a:cubicBezTo>
                    <a:pt x="114" y="78"/>
                    <a:pt x="113" y="79"/>
                    <a:pt x="111" y="81"/>
                  </a:cubicBezTo>
                  <a:cubicBezTo>
                    <a:pt x="110" y="82"/>
                    <a:pt x="105" y="86"/>
                    <a:pt x="96" y="93"/>
                  </a:cubicBezTo>
                  <a:cubicBezTo>
                    <a:pt x="88" y="83"/>
                    <a:pt x="88" y="83"/>
                    <a:pt x="88" y="83"/>
                  </a:cubicBezTo>
                  <a:cubicBezTo>
                    <a:pt x="117" y="60"/>
                    <a:pt x="117" y="60"/>
                    <a:pt x="117" y="60"/>
                  </a:cubicBezTo>
                  <a:cubicBezTo>
                    <a:pt x="131" y="60"/>
                    <a:pt x="131" y="60"/>
                    <a:pt x="131" y="60"/>
                  </a:cubicBezTo>
                  <a:lnTo>
                    <a:pt x="131"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99" name="Group 198">
            <a:extLst>
              <a:ext uri="{FF2B5EF4-FFF2-40B4-BE49-F238E27FC236}">
                <a16:creationId xmlns:a16="http://schemas.microsoft.com/office/drawing/2014/main" id="{60ADC5DF-DA8F-402D-8CD7-7065423A2E4B}"/>
              </a:ext>
            </a:extLst>
          </p:cNvPr>
          <p:cNvGrpSpPr/>
          <p:nvPr/>
        </p:nvGrpSpPr>
        <p:grpSpPr>
          <a:xfrm>
            <a:off x="4843463" y="2909888"/>
            <a:ext cx="884238" cy="828675"/>
            <a:chOff x="4843463" y="2909888"/>
            <a:chExt cx="884238" cy="828675"/>
          </a:xfrm>
        </p:grpSpPr>
        <p:sp>
          <p:nvSpPr>
            <p:cNvPr id="194" name="Freeform 188">
              <a:extLst>
                <a:ext uri="{FF2B5EF4-FFF2-40B4-BE49-F238E27FC236}">
                  <a16:creationId xmlns:a16="http://schemas.microsoft.com/office/drawing/2014/main" id="{985739FF-074B-46FE-A6C7-A79D64672A26}"/>
                </a:ext>
              </a:extLst>
            </p:cNvPr>
            <p:cNvSpPr>
              <a:spLocks/>
            </p:cNvSpPr>
            <p:nvPr/>
          </p:nvSpPr>
          <p:spPr bwMode="auto">
            <a:xfrm>
              <a:off x="4843463" y="2909888"/>
              <a:ext cx="884238" cy="828675"/>
            </a:xfrm>
            <a:custGeom>
              <a:avLst/>
              <a:gdLst>
                <a:gd name="T0" fmla="*/ 154 w 247"/>
                <a:gd name="T1" fmla="*/ 5 h 231"/>
                <a:gd name="T2" fmla="*/ 247 w 247"/>
                <a:gd name="T3" fmla="*/ 93 h 231"/>
                <a:gd name="T4" fmla="*/ 110 w 247"/>
                <a:gd name="T5" fmla="*/ 231 h 231"/>
                <a:gd name="T6" fmla="*/ 27 w 247"/>
                <a:gd name="T7" fmla="*/ 153 h 231"/>
                <a:gd name="T8" fmla="*/ 40 w 247"/>
                <a:gd name="T9" fmla="*/ 59 h 231"/>
                <a:gd name="T10" fmla="*/ 23 w 247"/>
                <a:gd name="T11" fmla="*/ 43 h 231"/>
                <a:gd name="T12" fmla="*/ 23 w 247"/>
                <a:gd name="T13" fmla="*/ 39 h 231"/>
                <a:gd name="T14" fmla="*/ 45 w 247"/>
                <a:gd name="T15" fmla="*/ 38 h 231"/>
                <a:gd name="T16" fmla="*/ 44 w 247"/>
                <a:gd name="T17" fmla="*/ 37 h 231"/>
                <a:gd name="T18" fmla="*/ 27 w 247"/>
                <a:gd name="T19" fmla="*/ 20 h 231"/>
                <a:gd name="T20" fmla="*/ 30 w 247"/>
                <a:gd name="T21" fmla="*/ 2 h 231"/>
                <a:gd name="T22" fmla="*/ 49 w 247"/>
                <a:gd name="T23" fmla="*/ 2 h 231"/>
                <a:gd name="T24" fmla="*/ 68 w 247"/>
                <a:gd name="T25" fmla="*/ 21 h 231"/>
                <a:gd name="T26" fmla="*/ 68 w 247"/>
                <a:gd name="T27" fmla="*/ 18 h 231"/>
                <a:gd name="T28" fmla="*/ 54 w 247"/>
                <a:gd name="T29" fmla="*/ 5 h 231"/>
                <a:gd name="T30" fmla="*/ 54 w 247"/>
                <a:gd name="T31" fmla="*/ 1 h 231"/>
                <a:gd name="T32" fmla="*/ 87 w 247"/>
                <a:gd name="T33" fmla="*/ 1 h 231"/>
                <a:gd name="T34" fmla="*/ 94 w 247"/>
                <a:gd name="T35" fmla="*/ 8 h 231"/>
                <a:gd name="T36" fmla="*/ 94 w 247"/>
                <a:gd name="T37" fmla="*/ 1 h 231"/>
                <a:gd name="T38" fmla="*/ 118 w 247"/>
                <a:gd name="T39" fmla="*/ 1 h 231"/>
                <a:gd name="T40" fmla="*/ 129 w 247"/>
                <a:gd name="T41" fmla="*/ 11 h 231"/>
                <a:gd name="T42" fmla="*/ 129 w 247"/>
                <a:gd name="T43" fmla="*/ 1 h 231"/>
                <a:gd name="T44" fmla="*/ 154 w 247"/>
                <a:gd name="T45"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7" h="231">
                  <a:moveTo>
                    <a:pt x="154" y="5"/>
                  </a:moveTo>
                  <a:cubicBezTo>
                    <a:pt x="247" y="93"/>
                    <a:pt x="247" y="93"/>
                    <a:pt x="247" y="93"/>
                  </a:cubicBezTo>
                  <a:cubicBezTo>
                    <a:pt x="110" y="231"/>
                    <a:pt x="110" y="231"/>
                    <a:pt x="110" y="231"/>
                  </a:cubicBezTo>
                  <a:cubicBezTo>
                    <a:pt x="27" y="153"/>
                    <a:pt x="27" y="153"/>
                    <a:pt x="27" y="153"/>
                  </a:cubicBezTo>
                  <a:cubicBezTo>
                    <a:pt x="27" y="153"/>
                    <a:pt x="0" y="84"/>
                    <a:pt x="40" y="59"/>
                  </a:cubicBezTo>
                  <a:cubicBezTo>
                    <a:pt x="27" y="46"/>
                    <a:pt x="23" y="43"/>
                    <a:pt x="23" y="43"/>
                  </a:cubicBezTo>
                  <a:cubicBezTo>
                    <a:pt x="23" y="39"/>
                    <a:pt x="23" y="39"/>
                    <a:pt x="23" y="39"/>
                  </a:cubicBezTo>
                  <a:cubicBezTo>
                    <a:pt x="23" y="39"/>
                    <a:pt x="38" y="45"/>
                    <a:pt x="45" y="38"/>
                  </a:cubicBezTo>
                  <a:cubicBezTo>
                    <a:pt x="44" y="37"/>
                    <a:pt x="44" y="37"/>
                    <a:pt x="44" y="37"/>
                  </a:cubicBezTo>
                  <a:cubicBezTo>
                    <a:pt x="27" y="20"/>
                    <a:pt x="27" y="20"/>
                    <a:pt x="27" y="20"/>
                  </a:cubicBezTo>
                  <a:cubicBezTo>
                    <a:pt x="27" y="20"/>
                    <a:pt x="20" y="8"/>
                    <a:pt x="30" y="2"/>
                  </a:cubicBezTo>
                  <a:cubicBezTo>
                    <a:pt x="34" y="1"/>
                    <a:pt x="41" y="0"/>
                    <a:pt x="49" y="2"/>
                  </a:cubicBezTo>
                  <a:cubicBezTo>
                    <a:pt x="54" y="8"/>
                    <a:pt x="68" y="21"/>
                    <a:pt x="68" y="21"/>
                  </a:cubicBezTo>
                  <a:cubicBezTo>
                    <a:pt x="68" y="18"/>
                    <a:pt x="68" y="18"/>
                    <a:pt x="68" y="18"/>
                  </a:cubicBezTo>
                  <a:cubicBezTo>
                    <a:pt x="54" y="5"/>
                    <a:pt x="54" y="5"/>
                    <a:pt x="54" y="5"/>
                  </a:cubicBezTo>
                  <a:cubicBezTo>
                    <a:pt x="54" y="1"/>
                    <a:pt x="54" y="1"/>
                    <a:pt x="54" y="1"/>
                  </a:cubicBezTo>
                  <a:cubicBezTo>
                    <a:pt x="87" y="1"/>
                    <a:pt x="87" y="1"/>
                    <a:pt x="87" y="1"/>
                  </a:cubicBezTo>
                  <a:cubicBezTo>
                    <a:pt x="94" y="8"/>
                    <a:pt x="94" y="8"/>
                    <a:pt x="94" y="8"/>
                  </a:cubicBezTo>
                  <a:cubicBezTo>
                    <a:pt x="94" y="1"/>
                    <a:pt x="94" y="1"/>
                    <a:pt x="94" y="1"/>
                  </a:cubicBezTo>
                  <a:cubicBezTo>
                    <a:pt x="118" y="1"/>
                    <a:pt x="118" y="1"/>
                    <a:pt x="118" y="1"/>
                  </a:cubicBezTo>
                  <a:cubicBezTo>
                    <a:pt x="129" y="11"/>
                    <a:pt x="129" y="11"/>
                    <a:pt x="129" y="11"/>
                  </a:cubicBezTo>
                  <a:cubicBezTo>
                    <a:pt x="129" y="1"/>
                    <a:pt x="129" y="1"/>
                    <a:pt x="129" y="1"/>
                  </a:cubicBezTo>
                  <a:lnTo>
                    <a:pt x="154" y="5"/>
                  </a:lnTo>
                  <a:close/>
                </a:path>
              </a:pathLst>
            </a:custGeom>
            <a:gradFill flip="none" rotWithShape="1">
              <a:gsLst>
                <a:gs pos="22000">
                  <a:schemeClr val="accent1">
                    <a:lumMod val="50000"/>
                  </a:schemeClr>
                </a:gs>
                <a:gs pos="78000">
                  <a:schemeClr val="accent1">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5" name="Freeform 189">
              <a:extLst>
                <a:ext uri="{FF2B5EF4-FFF2-40B4-BE49-F238E27FC236}">
                  <a16:creationId xmlns:a16="http://schemas.microsoft.com/office/drawing/2014/main" id="{BED28BCF-56E1-47E7-B298-6B90370EDB85}"/>
                </a:ext>
              </a:extLst>
            </p:cNvPr>
            <p:cNvSpPr>
              <a:spLocks noEditPoints="1"/>
            </p:cNvSpPr>
            <p:nvPr/>
          </p:nvSpPr>
          <p:spPr bwMode="auto">
            <a:xfrm>
              <a:off x="4897438" y="2909888"/>
              <a:ext cx="533400" cy="582613"/>
            </a:xfrm>
            <a:custGeom>
              <a:avLst/>
              <a:gdLst>
                <a:gd name="T0" fmla="*/ 31 w 149"/>
                <a:gd name="T1" fmla="*/ 42 h 162"/>
                <a:gd name="T2" fmla="*/ 8 w 149"/>
                <a:gd name="T3" fmla="*/ 43 h 162"/>
                <a:gd name="T4" fmla="*/ 14 w 149"/>
                <a:gd name="T5" fmla="*/ 40 h 162"/>
                <a:gd name="T6" fmla="*/ 28 w 149"/>
                <a:gd name="T7" fmla="*/ 39 h 162"/>
                <a:gd name="T8" fmla="*/ 29 w 149"/>
                <a:gd name="T9" fmla="*/ 30 h 162"/>
                <a:gd name="T10" fmla="*/ 20 w 149"/>
                <a:gd name="T11" fmla="*/ 24 h 162"/>
                <a:gd name="T12" fmla="*/ 8 w 149"/>
                <a:gd name="T13" fmla="*/ 11 h 162"/>
                <a:gd name="T14" fmla="*/ 22 w 149"/>
                <a:gd name="T15" fmla="*/ 0 h 162"/>
                <a:gd name="T16" fmla="*/ 33 w 149"/>
                <a:gd name="T17" fmla="*/ 7 h 162"/>
                <a:gd name="T18" fmla="*/ 16 w 149"/>
                <a:gd name="T19" fmla="*/ 6 h 162"/>
                <a:gd name="T20" fmla="*/ 14 w 149"/>
                <a:gd name="T21" fmla="*/ 15 h 162"/>
                <a:gd name="T22" fmla="*/ 23 w 149"/>
                <a:gd name="T23" fmla="*/ 20 h 162"/>
                <a:gd name="T24" fmla="*/ 36 w 149"/>
                <a:gd name="T25" fmla="*/ 33 h 162"/>
                <a:gd name="T26" fmla="*/ 53 w 149"/>
                <a:gd name="T27" fmla="*/ 45 h 162"/>
                <a:gd name="T28" fmla="*/ 39 w 149"/>
                <a:gd name="T29" fmla="*/ 5 h 162"/>
                <a:gd name="T30" fmla="*/ 72 w 149"/>
                <a:gd name="T31" fmla="*/ 1 h 162"/>
                <a:gd name="T32" fmla="*/ 58 w 149"/>
                <a:gd name="T33" fmla="*/ 5 h 162"/>
                <a:gd name="T34" fmla="*/ 103 w 149"/>
                <a:gd name="T35" fmla="*/ 45 h 162"/>
                <a:gd name="T36" fmla="*/ 79 w 149"/>
                <a:gd name="T37" fmla="*/ 1 h 162"/>
                <a:gd name="T38" fmla="*/ 103 w 149"/>
                <a:gd name="T39" fmla="*/ 5 h 162"/>
                <a:gd name="T40" fmla="*/ 84 w 149"/>
                <a:gd name="T41" fmla="*/ 19 h 162"/>
                <a:gd name="T42" fmla="*/ 102 w 149"/>
                <a:gd name="T43" fmla="*/ 24 h 162"/>
                <a:gd name="T44" fmla="*/ 84 w 149"/>
                <a:gd name="T45" fmla="*/ 40 h 162"/>
                <a:gd name="T46" fmla="*/ 103 w 149"/>
                <a:gd name="T47" fmla="*/ 45 h 162"/>
                <a:gd name="T48" fmla="*/ 137 w 149"/>
                <a:gd name="T49" fmla="*/ 24 h 162"/>
                <a:gd name="T50" fmla="*/ 118 w 149"/>
                <a:gd name="T51" fmla="*/ 27 h 162"/>
                <a:gd name="T52" fmla="*/ 113 w 149"/>
                <a:gd name="T53" fmla="*/ 45 h 162"/>
                <a:gd name="T54" fmla="*/ 125 w 149"/>
                <a:gd name="T55" fmla="*/ 1 h 162"/>
                <a:gd name="T56" fmla="*/ 118 w 149"/>
                <a:gd name="T57" fmla="*/ 23 h 162"/>
                <a:gd name="T58" fmla="*/ 133 w 149"/>
                <a:gd name="T59" fmla="*/ 21 h 162"/>
                <a:gd name="T60" fmla="*/ 133 w 149"/>
                <a:gd name="T61" fmla="*/ 7 h 162"/>
                <a:gd name="T62" fmla="*/ 118 w 149"/>
                <a:gd name="T63" fmla="*/ 5 h 162"/>
                <a:gd name="T64" fmla="*/ 68 w 149"/>
                <a:gd name="T65" fmla="*/ 110 h 162"/>
                <a:gd name="T66" fmla="*/ 34 w 149"/>
                <a:gd name="T67" fmla="*/ 162 h 162"/>
                <a:gd name="T68" fmla="*/ 0 w 149"/>
                <a:gd name="T69" fmla="*/ 110 h 162"/>
                <a:gd name="T70" fmla="*/ 34 w 149"/>
                <a:gd name="T71" fmla="*/ 58 h 162"/>
                <a:gd name="T72" fmla="*/ 68 w 149"/>
                <a:gd name="T73" fmla="*/ 110 h 162"/>
                <a:gd name="T74" fmla="*/ 21 w 149"/>
                <a:gd name="T75" fmla="*/ 140 h 162"/>
                <a:gd name="T76" fmla="*/ 48 w 149"/>
                <a:gd name="T77" fmla="*/ 140 h 162"/>
                <a:gd name="T78" fmla="*/ 48 w 149"/>
                <a:gd name="T79" fmla="*/ 81 h 162"/>
                <a:gd name="T80" fmla="*/ 21 w 149"/>
                <a:gd name="T81" fmla="*/ 81 h 162"/>
                <a:gd name="T82" fmla="*/ 149 w 149"/>
                <a:gd name="T83" fmla="*/ 161 h 162"/>
                <a:gd name="T84" fmla="*/ 81 w 149"/>
                <a:gd name="T85" fmla="*/ 148 h 162"/>
                <a:gd name="T86" fmla="*/ 122 w 149"/>
                <a:gd name="T87" fmla="*/ 106 h 162"/>
                <a:gd name="T88" fmla="*/ 129 w 149"/>
                <a:gd name="T89" fmla="*/ 87 h 162"/>
                <a:gd name="T90" fmla="*/ 114 w 149"/>
                <a:gd name="T91" fmla="*/ 72 h 162"/>
                <a:gd name="T92" fmla="*/ 90 w 149"/>
                <a:gd name="T93" fmla="*/ 82 h 162"/>
                <a:gd name="T94" fmla="*/ 98 w 149"/>
                <a:gd name="T95" fmla="*/ 61 h 162"/>
                <a:gd name="T96" fmla="*/ 137 w 149"/>
                <a:gd name="T97" fmla="*/ 66 h 162"/>
                <a:gd name="T98" fmla="*/ 143 w 149"/>
                <a:gd name="T99" fmla="*/ 98 h 162"/>
                <a:gd name="T100" fmla="*/ 119 w 149"/>
                <a:gd name="T101" fmla="*/ 129 h 162"/>
                <a:gd name="T102" fmla="*/ 101 w 149"/>
                <a:gd name="T103" fmla="*/ 146 h 162"/>
                <a:gd name="T104" fmla="*/ 149 w 149"/>
                <a:gd name="T105"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162">
                  <a:moveTo>
                    <a:pt x="36" y="33"/>
                  </a:moveTo>
                  <a:cubicBezTo>
                    <a:pt x="36" y="37"/>
                    <a:pt x="34" y="40"/>
                    <a:pt x="31" y="42"/>
                  </a:cubicBezTo>
                  <a:cubicBezTo>
                    <a:pt x="29" y="44"/>
                    <a:pt x="25" y="45"/>
                    <a:pt x="20" y="45"/>
                  </a:cubicBezTo>
                  <a:cubicBezTo>
                    <a:pt x="15" y="45"/>
                    <a:pt x="11" y="45"/>
                    <a:pt x="8" y="43"/>
                  </a:cubicBezTo>
                  <a:cubicBezTo>
                    <a:pt x="8" y="38"/>
                    <a:pt x="8" y="38"/>
                    <a:pt x="8" y="38"/>
                  </a:cubicBezTo>
                  <a:cubicBezTo>
                    <a:pt x="10" y="39"/>
                    <a:pt x="11" y="40"/>
                    <a:pt x="14" y="40"/>
                  </a:cubicBezTo>
                  <a:cubicBezTo>
                    <a:pt x="16" y="41"/>
                    <a:pt x="18" y="41"/>
                    <a:pt x="20" y="41"/>
                  </a:cubicBezTo>
                  <a:cubicBezTo>
                    <a:pt x="23" y="41"/>
                    <a:pt x="26" y="40"/>
                    <a:pt x="28" y="39"/>
                  </a:cubicBezTo>
                  <a:cubicBezTo>
                    <a:pt x="29" y="38"/>
                    <a:pt x="30" y="36"/>
                    <a:pt x="30" y="33"/>
                  </a:cubicBezTo>
                  <a:cubicBezTo>
                    <a:pt x="30" y="32"/>
                    <a:pt x="30" y="31"/>
                    <a:pt x="29" y="30"/>
                  </a:cubicBezTo>
                  <a:cubicBezTo>
                    <a:pt x="29" y="29"/>
                    <a:pt x="28" y="28"/>
                    <a:pt x="26" y="27"/>
                  </a:cubicBezTo>
                  <a:cubicBezTo>
                    <a:pt x="25" y="26"/>
                    <a:pt x="23" y="25"/>
                    <a:pt x="20" y="24"/>
                  </a:cubicBezTo>
                  <a:cubicBezTo>
                    <a:pt x="16" y="23"/>
                    <a:pt x="13" y="21"/>
                    <a:pt x="11" y="19"/>
                  </a:cubicBezTo>
                  <a:cubicBezTo>
                    <a:pt x="9" y="17"/>
                    <a:pt x="8" y="14"/>
                    <a:pt x="8" y="11"/>
                  </a:cubicBezTo>
                  <a:cubicBezTo>
                    <a:pt x="8" y="8"/>
                    <a:pt x="10" y="5"/>
                    <a:pt x="12" y="3"/>
                  </a:cubicBezTo>
                  <a:cubicBezTo>
                    <a:pt x="15" y="1"/>
                    <a:pt x="18" y="0"/>
                    <a:pt x="22" y="0"/>
                  </a:cubicBezTo>
                  <a:cubicBezTo>
                    <a:pt x="27" y="0"/>
                    <a:pt x="31" y="1"/>
                    <a:pt x="34" y="2"/>
                  </a:cubicBezTo>
                  <a:cubicBezTo>
                    <a:pt x="33" y="7"/>
                    <a:pt x="33" y="7"/>
                    <a:pt x="33" y="7"/>
                  </a:cubicBezTo>
                  <a:cubicBezTo>
                    <a:pt x="29" y="5"/>
                    <a:pt x="26" y="4"/>
                    <a:pt x="22" y="4"/>
                  </a:cubicBezTo>
                  <a:cubicBezTo>
                    <a:pt x="19" y="4"/>
                    <a:pt x="17" y="5"/>
                    <a:pt x="16" y="6"/>
                  </a:cubicBezTo>
                  <a:cubicBezTo>
                    <a:pt x="14" y="7"/>
                    <a:pt x="14" y="9"/>
                    <a:pt x="14" y="11"/>
                  </a:cubicBezTo>
                  <a:cubicBezTo>
                    <a:pt x="14" y="13"/>
                    <a:pt x="14" y="14"/>
                    <a:pt x="14" y="15"/>
                  </a:cubicBezTo>
                  <a:cubicBezTo>
                    <a:pt x="15" y="16"/>
                    <a:pt x="16" y="17"/>
                    <a:pt x="17" y="18"/>
                  </a:cubicBezTo>
                  <a:cubicBezTo>
                    <a:pt x="19" y="18"/>
                    <a:pt x="21" y="19"/>
                    <a:pt x="23" y="20"/>
                  </a:cubicBezTo>
                  <a:cubicBezTo>
                    <a:pt x="28" y="22"/>
                    <a:pt x="31" y="24"/>
                    <a:pt x="33" y="26"/>
                  </a:cubicBezTo>
                  <a:cubicBezTo>
                    <a:pt x="35" y="28"/>
                    <a:pt x="36" y="30"/>
                    <a:pt x="36"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3"/>
                  </a:moveTo>
                  <a:cubicBezTo>
                    <a:pt x="141" y="18"/>
                    <a:pt x="140" y="21"/>
                    <a:pt x="137" y="24"/>
                  </a:cubicBezTo>
                  <a:cubicBezTo>
                    <a:pt x="134"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5" y="1"/>
                    <a:pt x="125" y="1"/>
                    <a:pt x="125" y="1"/>
                  </a:cubicBezTo>
                  <a:cubicBezTo>
                    <a:pt x="136" y="1"/>
                    <a:pt x="141" y="5"/>
                    <a:pt x="141" y="13"/>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8" y="110"/>
                  </a:moveTo>
                  <a:cubicBezTo>
                    <a:pt x="68" y="128"/>
                    <a:pt x="66" y="141"/>
                    <a:pt x="60" y="149"/>
                  </a:cubicBezTo>
                  <a:cubicBezTo>
                    <a:pt x="54" y="158"/>
                    <a:pt x="46" y="162"/>
                    <a:pt x="34" y="162"/>
                  </a:cubicBezTo>
                  <a:cubicBezTo>
                    <a:pt x="23" y="162"/>
                    <a:pt x="14" y="158"/>
                    <a:pt x="9" y="149"/>
                  </a:cubicBezTo>
                  <a:cubicBezTo>
                    <a:pt x="3" y="140"/>
                    <a:pt x="0" y="127"/>
                    <a:pt x="0" y="110"/>
                  </a:cubicBezTo>
                  <a:cubicBezTo>
                    <a:pt x="0" y="93"/>
                    <a:pt x="3" y="79"/>
                    <a:pt x="8" y="71"/>
                  </a:cubicBezTo>
                  <a:cubicBezTo>
                    <a:pt x="14" y="62"/>
                    <a:pt x="23" y="58"/>
                    <a:pt x="34" y="58"/>
                  </a:cubicBezTo>
                  <a:cubicBezTo>
                    <a:pt x="45" y="58"/>
                    <a:pt x="54" y="63"/>
                    <a:pt x="60" y="71"/>
                  </a:cubicBezTo>
                  <a:cubicBezTo>
                    <a:pt x="65" y="80"/>
                    <a:pt x="68" y="93"/>
                    <a:pt x="68" y="110"/>
                  </a:cubicBezTo>
                  <a:close/>
                  <a:moveTo>
                    <a:pt x="16" y="110"/>
                  </a:moveTo>
                  <a:cubicBezTo>
                    <a:pt x="16" y="124"/>
                    <a:pt x="18" y="134"/>
                    <a:pt x="21" y="140"/>
                  </a:cubicBezTo>
                  <a:cubicBezTo>
                    <a:pt x="23" y="146"/>
                    <a:pt x="28" y="149"/>
                    <a:pt x="34" y="149"/>
                  </a:cubicBezTo>
                  <a:cubicBezTo>
                    <a:pt x="40" y="149"/>
                    <a:pt x="45" y="146"/>
                    <a:pt x="48" y="140"/>
                  </a:cubicBezTo>
                  <a:cubicBezTo>
                    <a:pt x="51" y="134"/>
                    <a:pt x="52" y="124"/>
                    <a:pt x="52" y="110"/>
                  </a:cubicBezTo>
                  <a:cubicBezTo>
                    <a:pt x="52" y="97"/>
                    <a:pt x="51" y="87"/>
                    <a:pt x="48" y="81"/>
                  </a:cubicBezTo>
                  <a:cubicBezTo>
                    <a:pt x="45" y="75"/>
                    <a:pt x="40" y="72"/>
                    <a:pt x="34" y="72"/>
                  </a:cubicBezTo>
                  <a:cubicBezTo>
                    <a:pt x="28" y="72"/>
                    <a:pt x="23" y="75"/>
                    <a:pt x="21" y="81"/>
                  </a:cubicBezTo>
                  <a:cubicBezTo>
                    <a:pt x="18" y="87"/>
                    <a:pt x="16" y="96"/>
                    <a:pt x="16" y="110"/>
                  </a:cubicBezTo>
                  <a:close/>
                  <a:moveTo>
                    <a:pt x="149" y="161"/>
                  </a:moveTo>
                  <a:cubicBezTo>
                    <a:pt x="81" y="161"/>
                    <a:pt x="81" y="161"/>
                    <a:pt x="81" y="161"/>
                  </a:cubicBezTo>
                  <a:cubicBezTo>
                    <a:pt x="81" y="148"/>
                    <a:pt x="81" y="148"/>
                    <a:pt x="81" y="148"/>
                  </a:cubicBezTo>
                  <a:cubicBezTo>
                    <a:pt x="107" y="122"/>
                    <a:pt x="107" y="122"/>
                    <a:pt x="107" y="122"/>
                  </a:cubicBezTo>
                  <a:cubicBezTo>
                    <a:pt x="114" y="114"/>
                    <a:pt x="119" y="109"/>
                    <a:pt x="122" y="106"/>
                  </a:cubicBezTo>
                  <a:cubicBezTo>
                    <a:pt x="124" y="102"/>
                    <a:pt x="126" y="99"/>
                    <a:pt x="127" y="96"/>
                  </a:cubicBezTo>
                  <a:cubicBezTo>
                    <a:pt x="129" y="93"/>
                    <a:pt x="129" y="90"/>
                    <a:pt x="129" y="87"/>
                  </a:cubicBezTo>
                  <a:cubicBezTo>
                    <a:pt x="129" y="82"/>
                    <a:pt x="128" y="79"/>
                    <a:pt x="125" y="76"/>
                  </a:cubicBezTo>
                  <a:cubicBezTo>
                    <a:pt x="122" y="74"/>
                    <a:pt x="119" y="72"/>
                    <a:pt x="114" y="72"/>
                  </a:cubicBezTo>
                  <a:cubicBezTo>
                    <a:pt x="110" y="72"/>
                    <a:pt x="106" y="73"/>
                    <a:pt x="103" y="74"/>
                  </a:cubicBezTo>
                  <a:cubicBezTo>
                    <a:pt x="99" y="76"/>
                    <a:pt x="95" y="78"/>
                    <a:pt x="90" y="82"/>
                  </a:cubicBezTo>
                  <a:cubicBezTo>
                    <a:pt x="81" y="71"/>
                    <a:pt x="81" y="71"/>
                    <a:pt x="81" y="71"/>
                  </a:cubicBezTo>
                  <a:cubicBezTo>
                    <a:pt x="87" y="67"/>
                    <a:pt x="92" y="63"/>
                    <a:pt x="98" y="61"/>
                  </a:cubicBezTo>
                  <a:cubicBezTo>
                    <a:pt x="103" y="59"/>
                    <a:pt x="108" y="58"/>
                    <a:pt x="114" y="58"/>
                  </a:cubicBezTo>
                  <a:cubicBezTo>
                    <a:pt x="124" y="58"/>
                    <a:pt x="131" y="61"/>
                    <a:pt x="137" y="66"/>
                  </a:cubicBezTo>
                  <a:cubicBezTo>
                    <a:pt x="143" y="71"/>
                    <a:pt x="146" y="77"/>
                    <a:pt x="146" y="85"/>
                  </a:cubicBezTo>
                  <a:cubicBezTo>
                    <a:pt x="146" y="90"/>
                    <a:pt x="145" y="94"/>
                    <a:pt x="143" y="98"/>
                  </a:cubicBezTo>
                  <a:cubicBezTo>
                    <a:pt x="141" y="103"/>
                    <a:pt x="139" y="107"/>
                    <a:pt x="135" y="111"/>
                  </a:cubicBezTo>
                  <a:cubicBezTo>
                    <a:pt x="132" y="115"/>
                    <a:pt x="127" y="121"/>
                    <a:pt x="119" y="129"/>
                  </a:cubicBezTo>
                  <a:cubicBezTo>
                    <a:pt x="101" y="146"/>
                    <a:pt x="101" y="146"/>
                    <a:pt x="101" y="146"/>
                  </a:cubicBezTo>
                  <a:cubicBezTo>
                    <a:pt x="101" y="146"/>
                    <a:pt x="101" y="146"/>
                    <a:pt x="101" y="146"/>
                  </a:cubicBezTo>
                  <a:cubicBezTo>
                    <a:pt x="149" y="146"/>
                    <a:pt x="149" y="146"/>
                    <a:pt x="149" y="146"/>
                  </a:cubicBezTo>
                  <a:lnTo>
                    <a:pt x="149"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01" name="Group 200">
            <a:extLst>
              <a:ext uri="{FF2B5EF4-FFF2-40B4-BE49-F238E27FC236}">
                <a16:creationId xmlns:a16="http://schemas.microsoft.com/office/drawing/2014/main" id="{A8F28C22-C517-4649-987B-B373EE4756A1}"/>
              </a:ext>
            </a:extLst>
          </p:cNvPr>
          <p:cNvGrpSpPr/>
          <p:nvPr/>
        </p:nvGrpSpPr>
        <p:grpSpPr>
          <a:xfrm>
            <a:off x="8605838" y="2909888"/>
            <a:ext cx="869950" cy="825500"/>
            <a:chOff x="8605838" y="2909888"/>
            <a:chExt cx="869950" cy="825500"/>
          </a:xfrm>
        </p:grpSpPr>
        <p:sp>
          <p:nvSpPr>
            <p:cNvPr id="196" name="Freeform 190">
              <a:extLst>
                <a:ext uri="{FF2B5EF4-FFF2-40B4-BE49-F238E27FC236}">
                  <a16:creationId xmlns:a16="http://schemas.microsoft.com/office/drawing/2014/main" id="{F1D83D11-24FA-42C1-82D3-FCB07614D1F4}"/>
                </a:ext>
              </a:extLst>
            </p:cNvPr>
            <p:cNvSpPr>
              <a:spLocks/>
            </p:cNvSpPr>
            <p:nvPr/>
          </p:nvSpPr>
          <p:spPr bwMode="auto">
            <a:xfrm>
              <a:off x="8605838" y="2909888"/>
              <a:ext cx="869950" cy="825500"/>
            </a:xfrm>
            <a:custGeom>
              <a:avLst/>
              <a:gdLst>
                <a:gd name="T0" fmla="*/ 154 w 243"/>
                <a:gd name="T1" fmla="*/ 5 h 230"/>
                <a:gd name="T2" fmla="*/ 243 w 243"/>
                <a:gd name="T3" fmla="*/ 92 h 230"/>
                <a:gd name="T4" fmla="*/ 104 w 243"/>
                <a:gd name="T5" fmla="*/ 230 h 230"/>
                <a:gd name="T6" fmla="*/ 25 w 243"/>
                <a:gd name="T7" fmla="*/ 152 h 230"/>
                <a:gd name="T8" fmla="*/ 41 w 243"/>
                <a:gd name="T9" fmla="*/ 60 h 230"/>
                <a:gd name="T10" fmla="*/ 40 w 243"/>
                <a:gd name="T11" fmla="*/ 59 h 230"/>
                <a:gd name="T12" fmla="*/ 24 w 243"/>
                <a:gd name="T13" fmla="*/ 43 h 230"/>
                <a:gd name="T14" fmla="*/ 24 w 243"/>
                <a:gd name="T15" fmla="*/ 40 h 230"/>
                <a:gd name="T16" fmla="*/ 46 w 243"/>
                <a:gd name="T17" fmla="*/ 38 h 230"/>
                <a:gd name="T18" fmla="*/ 27 w 243"/>
                <a:gd name="T19" fmla="*/ 20 h 230"/>
                <a:gd name="T20" fmla="*/ 33 w 243"/>
                <a:gd name="T21" fmla="*/ 2 h 230"/>
                <a:gd name="T22" fmla="*/ 50 w 243"/>
                <a:gd name="T23" fmla="*/ 2 h 230"/>
                <a:gd name="T24" fmla="*/ 69 w 243"/>
                <a:gd name="T25" fmla="*/ 21 h 230"/>
                <a:gd name="T26" fmla="*/ 69 w 243"/>
                <a:gd name="T27" fmla="*/ 19 h 230"/>
                <a:gd name="T28" fmla="*/ 55 w 243"/>
                <a:gd name="T29" fmla="*/ 5 h 230"/>
                <a:gd name="T30" fmla="*/ 55 w 243"/>
                <a:gd name="T31" fmla="*/ 1 h 230"/>
                <a:gd name="T32" fmla="*/ 88 w 243"/>
                <a:gd name="T33" fmla="*/ 1 h 230"/>
                <a:gd name="T34" fmla="*/ 95 w 243"/>
                <a:gd name="T35" fmla="*/ 7 h 230"/>
                <a:gd name="T36" fmla="*/ 95 w 243"/>
                <a:gd name="T37" fmla="*/ 1 h 230"/>
                <a:gd name="T38" fmla="*/ 119 w 243"/>
                <a:gd name="T39" fmla="*/ 1 h 230"/>
                <a:gd name="T40" fmla="*/ 129 w 243"/>
                <a:gd name="T41" fmla="*/ 10 h 230"/>
                <a:gd name="T42" fmla="*/ 129 w 243"/>
                <a:gd name="T43" fmla="*/ 2 h 230"/>
                <a:gd name="T44" fmla="*/ 154 w 243"/>
                <a:gd name="T45" fmla="*/ 5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3" h="230">
                  <a:moveTo>
                    <a:pt x="154" y="5"/>
                  </a:moveTo>
                  <a:cubicBezTo>
                    <a:pt x="243" y="92"/>
                    <a:pt x="243" y="92"/>
                    <a:pt x="243" y="92"/>
                  </a:cubicBezTo>
                  <a:cubicBezTo>
                    <a:pt x="104" y="230"/>
                    <a:pt x="104" y="230"/>
                    <a:pt x="104" y="230"/>
                  </a:cubicBezTo>
                  <a:cubicBezTo>
                    <a:pt x="25" y="152"/>
                    <a:pt x="25" y="152"/>
                    <a:pt x="25" y="152"/>
                  </a:cubicBezTo>
                  <a:cubicBezTo>
                    <a:pt x="25" y="152"/>
                    <a:pt x="0" y="78"/>
                    <a:pt x="41" y="60"/>
                  </a:cubicBezTo>
                  <a:cubicBezTo>
                    <a:pt x="40" y="59"/>
                    <a:pt x="40" y="59"/>
                    <a:pt x="40" y="59"/>
                  </a:cubicBezTo>
                  <a:cubicBezTo>
                    <a:pt x="24" y="43"/>
                    <a:pt x="24" y="43"/>
                    <a:pt x="24" y="43"/>
                  </a:cubicBezTo>
                  <a:cubicBezTo>
                    <a:pt x="24" y="40"/>
                    <a:pt x="24" y="40"/>
                    <a:pt x="24" y="40"/>
                  </a:cubicBezTo>
                  <a:cubicBezTo>
                    <a:pt x="24" y="40"/>
                    <a:pt x="39" y="46"/>
                    <a:pt x="46" y="38"/>
                  </a:cubicBezTo>
                  <a:cubicBezTo>
                    <a:pt x="27" y="20"/>
                    <a:pt x="27" y="20"/>
                    <a:pt x="27" y="20"/>
                  </a:cubicBezTo>
                  <a:cubicBezTo>
                    <a:pt x="27" y="20"/>
                    <a:pt x="23" y="4"/>
                    <a:pt x="33" y="2"/>
                  </a:cubicBezTo>
                  <a:cubicBezTo>
                    <a:pt x="40" y="1"/>
                    <a:pt x="50" y="2"/>
                    <a:pt x="50" y="2"/>
                  </a:cubicBezTo>
                  <a:cubicBezTo>
                    <a:pt x="69" y="21"/>
                    <a:pt x="69" y="21"/>
                    <a:pt x="69" y="21"/>
                  </a:cubicBezTo>
                  <a:cubicBezTo>
                    <a:pt x="69" y="19"/>
                    <a:pt x="69" y="19"/>
                    <a:pt x="69" y="19"/>
                  </a:cubicBezTo>
                  <a:cubicBezTo>
                    <a:pt x="55" y="5"/>
                    <a:pt x="55" y="5"/>
                    <a:pt x="55" y="5"/>
                  </a:cubicBezTo>
                  <a:cubicBezTo>
                    <a:pt x="55" y="1"/>
                    <a:pt x="55" y="1"/>
                    <a:pt x="55" y="1"/>
                  </a:cubicBezTo>
                  <a:cubicBezTo>
                    <a:pt x="88" y="1"/>
                    <a:pt x="88" y="1"/>
                    <a:pt x="88" y="1"/>
                  </a:cubicBezTo>
                  <a:cubicBezTo>
                    <a:pt x="95" y="7"/>
                    <a:pt x="95" y="7"/>
                    <a:pt x="95" y="7"/>
                  </a:cubicBezTo>
                  <a:cubicBezTo>
                    <a:pt x="95" y="1"/>
                    <a:pt x="95" y="1"/>
                    <a:pt x="95" y="1"/>
                  </a:cubicBezTo>
                  <a:cubicBezTo>
                    <a:pt x="119" y="1"/>
                    <a:pt x="119" y="1"/>
                    <a:pt x="119" y="1"/>
                  </a:cubicBezTo>
                  <a:cubicBezTo>
                    <a:pt x="129" y="10"/>
                    <a:pt x="129" y="10"/>
                    <a:pt x="129" y="10"/>
                  </a:cubicBezTo>
                  <a:cubicBezTo>
                    <a:pt x="129" y="2"/>
                    <a:pt x="129" y="2"/>
                    <a:pt x="129" y="2"/>
                  </a:cubicBezTo>
                  <a:cubicBezTo>
                    <a:pt x="129" y="2"/>
                    <a:pt x="143" y="0"/>
                    <a:pt x="154" y="5"/>
                  </a:cubicBezTo>
                  <a:close/>
                </a:path>
              </a:pathLst>
            </a:custGeom>
            <a:gradFill flip="none" rotWithShape="1">
              <a:gsLst>
                <a:gs pos="13000">
                  <a:schemeClr val="accent4">
                    <a:lumMod val="50000"/>
                  </a:schemeClr>
                </a:gs>
                <a:gs pos="74000">
                  <a:schemeClr val="accent4">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7" name="Freeform 191">
              <a:extLst>
                <a:ext uri="{FF2B5EF4-FFF2-40B4-BE49-F238E27FC236}">
                  <a16:creationId xmlns:a16="http://schemas.microsoft.com/office/drawing/2014/main" id="{4EBA76E1-745F-4234-A3E2-EF0CD692B6EA}"/>
                </a:ext>
              </a:extLst>
            </p:cNvPr>
            <p:cNvSpPr>
              <a:spLocks noEditPoints="1"/>
            </p:cNvSpPr>
            <p:nvPr/>
          </p:nvSpPr>
          <p:spPr bwMode="auto">
            <a:xfrm>
              <a:off x="8655050" y="2909888"/>
              <a:ext cx="547688" cy="582613"/>
            </a:xfrm>
            <a:custGeom>
              <a:avLst/>
              <a:gdLst>
                <a:gd name="T0" fmla="*/ 33 w 153"/>
                <a:gd name="T1" fmla="*/ 42 h 162"/>
                <a:gd name="T2" fmla="*/ 10 w 153"/>
                <a:gd name="T3" fmla="*/ 43 h 162"/>
                <a:gd name="T4" fmla="*/ 16 w 153"/>
                <a:gd name="T5" fmla="*/ 40 h 162"/>
                <a:gd name="T6" fmla="*/ 30 w 153"/>
                <a:gd name="T7" fmla="*/ 39 h 162"/>
                <a:gd name="T8" fmla="*/ 31 w 153"/>
                <a:gd name="T9" fmla="*/ 30 h 162"/>
                <a:gd name="T10" fmla="*/ 22 w 153"/>
                <a:gd name="T11" fmla="*/ 24 h 162"/>
                <a:gd name="T12" fmla="*/ 10 w 153"/>
                <a:gd name="T13" fmla="*/ 11 h 162"/>
                <a:gd name="T14" fmla="*/ 24 w 153"/>
                <a:gd name="T15" fmla="*/ 0 h 162"/>
                <a:gd name="T16" fmla="*/ 35 w 153"/>
                <a:gd name="T17" fmla="*/ 7 h 162"/>
                <a:gd name="T18" fmla="*/ 18 w 153"/>
                <a:gd name="T19" fmla="*/ 6 h 162"/>
                <a:gd name="T20" fmla="*/ 16 w 153"/>
                <a:gd name="T21" fmla="*/ 15 h 162"/>
                <a:gd name="T22" fmla="*/ 25 w 153"/>
                <a:gd name="T23" fmla="*/ 20 h 162"/>
                <a:gd name="T24" fmla="*/ 38 w 153"/>
                <a:gd name="T25" fmla="*/ 33 h 162"/>
                <a:gd name="T26" fmla="*/ 55 w 153"/>
                <a:gd name="T27" fmla="*/ 45 h 162"/>
                <a:gd name="T28" fmla="*/ 41 w 153"/>
                <a:gd name="T29" fmla="*/ 5 h 162"/>
                <a:gd name="T30" fmla="*/ 74 w 153"/>
                <a:gd name="T31" fmla="*/ 1 h 162"/>
                <a:gd name="T32" fmla="*/ 60 w 153"/>
                <a:gd name="T33" fmla="*/ 5 h 162"/>
                <a:gd name="T34" fmla="*/ 105 w 153"/>
                <a:gd name="T35" fmla="*/ 45 h 162"/>
                <a:gd name="T36" fmla="*/ 81 w 153"/>
                <a:gd name="T37" fmla="*/ 1 h 162"/>
                <a:gd name="T38" fmla="*/ 105 w 153"/>
                <a:gd name="T39" fmla="*/ 5 h 162"/>
                <a:gd name="T40" fmla="*/ 86 w 153"/>
                <a:gd name="T41" fmla="*/ 19 h 162"/>
                <a:gd name="T42" fmla="*/ 104 w 153"/>
                <a:gd name="T43" fmla="*/ 24 h 162"/>
                <a:gd name="T44" fmla="*/ 86 w 153"/>
                <a:gd name="T45" fmla="*/ 40 h 162"/>
                <a:gd name="T46" fmla="*/ 105 w 153"/>
                <a:gd name="T47" fmla="*/ 45 h 162"/>
                <a:gd name="T48" fmla="*/ 139 w 153"/>
                <a:gd name="T49" fmla="*/ 24 h 162"/>
                <a:gd name="T50" fmla="*/ 120 w 153"/>
                <a:gd name="T51" fmla="*/ 27 h 162"/>
                <a:gd name="T52" fmla="*/ 115 w 153"/>
                <a:gd name="T53" fmla="*/ 45 h 162"/>
                <a:gd name="T54" fmla="*/ 127 w 153"/>
                <a:gd name="T55" fmla="*/ 1 h 162"/>
                <a:gd name="T56" fmla="*/ 120 w 153"/>
                <a:gd name="T57" fmla="*/ 23 h 162"/>
                <a:gd name="T58" fmla="*/ 135 w 153"/>
                <a:gd name="T59" fmla="*/ 21 h 162"/>
                <a:gd name="T60" fmla="*/ 135 w 153"/>
                <a:gd name="T61" fmla="*/ 7 h 162"/>
                <a:gd name="T62" fmla="*/ 120 w 153"/>
                <a:gd name="T63" fmla="*/ 5 h 162"/>
                <a:gd name="T64" fmla="*/ 69 w 153"/>
                <a:gd name="T65" fmla="*/ 110 h 162"/>
                <a:gd name="T66" fmla="*/ 34 w 153"/>
                <a:gd name="T67" fmla="*/ 162 h 162"/>
                <a:gd name="T68" fmla="*/ 0 w 153"/>
                <a:gd name="T69" fmla="*/ 110 h 162"/>
                <a:gd name="T70" fmla="*/ 34 w 153"/>
                <a:gd name="T71" fmla="*/ 58 h 162"/>
                <a:gd name="T72" fmla="*/ 69 w 153"/>
                <a:gd name="T73" fmla="*/ 110 h 162"/>
                <a:gd name="T74" fmla="*/ 21 w 153"/>
                <a:gd name="T75" fmla="*/ 140 h 162"/>
                <a:gd name="T76" fmla="*/ 48 w 153"/>
                <a:gd name="T77" fmla="*/ 140 h 162"/>
                <a:gd name="T78" fmla="*/ 48 w 153"/>
                <a:gd name="T79" fmla="*/ 81 h 162"/>
                <a:gd name="T80" fmla="*/ 21 w 153"/>
                <a:gd name="T81" fmla="*/ 81 h 162"/>
                <a:gd name="T82" fmla="*/ 153 w 153"/>
                <a:gd name="T83" fmla="*/ 139 h 162"/>
                <a:gd name="T84" fmla="*/ 139 w 153"/>
                <a:gd name="T85" fmla="*/ 161 h 162"/>
                <a:gd name="T86" fmla="*/ 123 w 153"/>
                <a:gd name="T87" fmla="*/ 139 h 162"/>
                <a:gd name="T88" fmla="*/ 77 w 153"/>
                <a:gd name="T89" fmla="*/ 126 h 162"/>
                <a:gd name="T90" fmla="*/ 139 w 153"/>
                <a:gd name="T91" fmla="*/ 60 h 162"/>
                <a:gd name="T92" fmla="*/ 153 w 153"/>
                <a:gd name="T93" fmla="*/ 125 h 162"/>
                <a:gd name="T94" fmla="*/ 123 w 153"/>
                <a:gd name="T95" fmla="*/ 125 h 162"/>
                <a:gd name="T96" fmla="*/ 124 w 153"/>
                <a:gd name="T97" fmla="*/ 78 h 162"/>
                <a:gd name="T98" fmla="*/ 118 w 153"/>
                <a:gd name="T99" fmla="*/ 89 h 162"/>
                <a:gd name="T100" fmla="*/ 123 w 153"/>
                <a:gd name="T101" fmla="*/ 12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62">
                  <a:moveTo>
                    <a:pt x="38" y="33"/>
                  </a:moveTo>
                  <a:cubicBezTo>
                    <a:pt x="38" y="37"/>
                    <a:pt x="36" y="40"/>
                    <a:pt x="33" y="42"/>
                  </a:cubicBezTo>
                  <a:cubicBezTo>
                    <a:pt x="31" y="44"/>
                    <a:pt x="27" y="45"/>
                    <a:pt x="22" y="45"/>
                  </a:cubicBezTo>
                  <a:cubicBezTo>
                    <a:pt x="17" y="45"/>
                    <a:pt x="13" y="45"/>
                    <a:pt x="10" y="43"/>
                  </a:cubicBezTo>
                  <a:cubicBezTo>
                    <a:pt x="10" y="38"/>
                    <a:pt x="10" y="38"/>
                    <a:pt x="10" y="38"/>
                  </a:cubicBezTo>
                  <a:cubicBezTo>
                    <a:pt x="12" y="39"/>
                    <a:pt x="14" y="40"/>
                    <a:pt x="16" y="40"/>
                  </a:cubicBezTo>
                  <a:cubicBezTo>
                    <a:pt x="18" y="41"/>
                    <a:pt x="20" y="41"/>
                    <a:pt x="22" y="41"/>
                  </a:cubicBezTo>
                  <a:cubicBezTo>
                    <a:pt x="25" y="41"/>
                    <a:pt x="28" y="40"/>
                    <a:pt x="30" y="39"/>
                  </a:cubicBezTo>
                  <a:cubicBezTo>
                    <a:pt x="32" y="38"/>
                    <a:pt x="32" y="36"/>
                    <a:pt x="32" y="34"/>
                  </a:cubicBezTo>
                  <a:cubicBezTo>
                    <a:pt x="32" y="32"/>
                    <a:pt x="32" y="31"/>
                    <a:pt x="31" y="30"/>
                  </a:cubicBezTo>
                  <a:cubicBezTo>
                    <a:pt x="31" y="29"/>
                    <a:pt x="30" y="28"/>
                    <a:pt x="28" y="27"/>
                  </a:cubicBezTo>
                  <a:cubicBezTo>
                    <a:pt x="27" y="26"/>
                    <a:pt x="25" y="25"/>
                    <a:pt x="22" y="24"/>
                  </a:cubicBezTo>
                  <a:cubicBezTo>
                    <a:pt x="18" y="23"/>
                    <a:pt x="15" y="21"/>
                    <a:pt x="13" y="19"/>
                  </a:cubicBezTo>
                  <a:cubicBezTo>
                    <a:pt x="11" y="17"/>
                    <a:pt x="10" y="14"/>
                    <a:pt x="10" y="11"/>
                  </a:cubicBezTo>
                  <a:cubicBezTo>
                    <a:pt x="10" y="8"/>
                    <a:pt x="12" y="5"/>
                    <a:pt x="14" y="3"/>
                  </a:cubicBezTo>
                  <a:cubicBezTo>
                    <a:pt x="17" y="1"/>
                    <a:pt x="20" y="0"/>
                    <a:pt x="24" y="0"/>
                  </a:cubicBezTo>
                  <a:cubicBezTo>
                    <a:pt x="29" y="0"/>
                    <a:pt x="33" y="1"/>
                    <a:pt x="36" y="2"/>
                  </a:cubicBezTo>
                  <a:cubicBezTo>
                    <a:pt x="35" y="7"/>
                    <a:pt x="35" y="7"/>
                    <a:pt x="35" y="7"/>
                  </a:cubicBezTo>
                  <a:cubicBezTo>
                    <a:pt x="31" y="5"/>
                    <a:pt x="28" y="5"/>
                    <a:pt x="24" y="5"/>
                  </a:cubicBezTo>
                  <a:cubicBezTo>
                    <a:pt x="21" y="5"/>
                    <a:pt x="19" y="5"/>
                    <a:pt x="18" y="6"/>
                  </a:cubicBezTo>
                  <a:cubicBezTo>
                    <a:pt x="16" y="8"/>
                    <a:pt x="16" y="9"/>
                    <a:pt x="16" y="11"/>
                  </a:cubicBezTo>
                  <a:cubicBezTo>
                    <a:pt x="16" y="13"/>
                    <a:pt x="16" y="14"/>
                    <a:pt x="16" y="15"/>
                  </a:cubicBezTo>
                  <a:cubicBezTo>
                    <a:pt x="17" y="16"/>
                    <a:pt x="18" y="17"/>
                    <a:pt x="19" y="18"/>
                  </a:cubicBezTo>
                  <a:cubicBezTo>
                    <a:pt x="21" y="19"/>
                    <a:pt x="23" y="19"/>
                    <a:pt x="25" y="20"/>
                  </a:cubicBezTo>
                  <a:cubicBezTo>
                    <a:pt x="30" y="22"/>
                    <a:pt x="33" y="24"/>
                    <a:pt x="35" y="26"/>
                  </a:cubicBezTo>
                  <a:cubicBezTo>
                    <a:pt x="37" y="28"/>
                    <a:pt x="38" y="30"/>
                    <a:pt x="38" y="33"/>
                  </a:cubicBezTo>
                  <a:close/>
                  <a:moveTo>
                    <a:pt x="60" y="45"/>
                  </a:moveTo>
                  <a:cubicBezTo>
                    <a:pt x="55" y="45"/>
                    <a:pt x="55" y="45"/>
                    <a:pt x="55" y="45"/>
                  </a:cubicBezTo>
                  <a:cubicBezTo>
                    <a:pt x="55" y="5"/>
                    <a:pt x="55" y="5"/>
                    <a:pt x="55" y="5"/>
                  </a:cubicBezTo>
                  <a:cubicBezTo>
                    <a:pt x="41" y="5"/>
                    <a:pt x="41" y="5"/>
                    <a:pt x="41" y="5"/>
                  </a:cubicBezTo>
                  <a:cubicBezTo>
                    <a:pt x="41" y="1"/>
                    <a:pt x="41" y="1"/>
                    <a:pt x="41" y="1"/>
                  </a:cubicBezTo>
                  <a:cubicBezTo>
                    <a:pt x="74" y="1"/>
                    <a:pt x="74" y="1"/>
                    <a:pt x="74" y="1"/>
                  </a:cubicBezTo>
                  <a:cubicBezTo>
                    <a:pt x="74" y="5"/>
                    <a:pt x="74" y="5"/>
                    <a:pt x="74" y="5"/>
                  </a:cubicBezTo>
                  <a:cubicBezTo>
                    <a:pt x="60" y="5"/>
                    <a:pt x="60" y="5"/>
                    <a:pt x="60" y="5"/>
                  </a:cubicBezTo>
                  <a:lnTo>
                    <a:pt x="60" y="45"/>
                  </a:lnTo>
                  <a:close/>
                  <a:moveTo>
                    <a:pt x="105" y="45"/>
                  </a:moveTo>
                  <a:cubicBezTo>
                    <a:pt x="81" y="45"/>
                    <a:pt x="81" y="45"/>
                    <a:pt x="81" y="45"/>
                  </a:cubicBezTo>
                  <a:cubicBezTo>
                    <a:pt x="81" y="1"/>
                    <a:pt x="81" y="1"/>
                    <a:pt x="81" y="1"/>
                  </a:cubicBezTo>
                  <a:cubicBezTo>
                    <a:pt x="105" y="1"/>
                    <a:pt x="105" y="1"/>
                    <a:pt x="105" y="1"/>
                  </a:cubicBezTo>
                  <a:cubicBezTo>
                    <a:pt x="105" y="5"/>
                    <a:pt x="105" y="5"/>
                    <a:pt x="105" y="5"/>
                  </a:cubicBezTo>
                  <a:cubicBezTo>
                    <a:pt x="86" y="5"/>
                    <a:pt x="86" y="5"/>
                    <a:pt x="86" y="5"/>
                  </a:cubicBezTo>
                  <a:cubicBezTo>
                    <a:pt x="86" y="19"/>
                    <a:pt x="86" y="19"/>
                    <a:pt x="86" y="19"/>
                  </a:cubicBezTo>
                  <a:cubicBezTo>
                    <a:pt x="104" y="19"/>
                    <a:pt x="104" y="19"/>
                    <a:pt x="104" y="19"/>
                  </a:cubicBezTo>
                  <a:cubicBezTo>
                    <a:pt x="104" y="24"/>
                    <a:pt x="104" y="24"/>
                    <a:pt x="104" y="24"/>
                  </a:cubicBezTo>
                  <a:cubicBezTo>
                    <a:pt x="86" y="24"/>
                    <a:pt x="86" y="24"/>
                    <a:pt x="86" y="24"/>
                  </a:cubicBezTo>
                  <a:cubicBezTo>
                    <a:pt x="86" y="40"/>
                    <a:pt x="86" y="40"/>
                    <a:pt x="86" y="40"/>
                  </a:cubicBezTo>
                  <a:cubicBezTo>
                    <a:pt x="105" y="40"/>
                    <a:pt x="105" y="40"/>
                    <a:pt x="105" y="40"/>
                  </a:cubicBezTo>
                  <a:lnTo>
                    <a:pt x="105" y="45"/>
                  </a:lnTo>
                  <a:close/>
                  <a:moveTo>
                    <a:pt x="143" y="14"/>
                  </a:moveTo>
                  <a:cubicBezTo>
                    <a:pt x="143" y="18"/>
                    <a:pt x="142" y="21"/>
                    <a:pt x="139" y="24"/>
                  </a:cubicBezTo>
                  <a:cubicBezTo>
                    <a:pt x="136" y="26"/>
                    <a:pt x="131" y="27"/>
                    <a:pt x="126" y="27"/>
                  </a:cubicBezTo>
                  <a:cubicBezTo>
                    <a:pt x="120" y="27"/>
                    <a:pt x="120" y="27"/>
                    <a:pt x="120" y="27"/>
                  </a:cubicBezTo>
                  <a:cubicBezTo>
                    <a:pt x="120" y="45"/>
                    <a:pt x="120" y="45"/>
                    <a:pt x="120" y="45"/>
                  </a:cubicBezTo>
                  <a:cubicBezTo>
                    <a:pt x="115" y="45"/>
                    <a:pt x="115" y="45"/>
                    <a:pt x="115" y="45"/>
                  </a:cubicBezTo>
                  <a:cubicBezTo>
                    <a:pt x="115" y="1"/>
                    <a:pt x="115" y="1"/>
                    <a:pt x="115" y="1"/>
                  </a:cubicBezTo>
                  <a:cubicBezTo>
                    <a:pt x="127" y="1"/>
                    <a:pt x="127" y="1"/>
                    <a:pt x="127" y="1"/>
                  </a:cubicBezTo>
                  <a:cubicBezTo>
                    <a:pt x="138" y="1"/>
                    <a:pt x="143" y="5"/>
                    <a:pt x="143" y="14"/>
                  </a:cubicBezTo>
                  <a:close/>
                  <a:moveTo>
                    <a:pt x="120" y="23"/>
                  </a:moveTo>
                  <a:cubicBezTo>
                    <a:pt x="125" y="23"/>
                    <a:pt x="125" y="23"/>
                    <a:pt x="125" y="23"/>
                  </a:cubicBezTo>
                  <a:cubicBezTo>
                    <a:pt x="130" y="23"/>
                    <a:pt x="133" y="22"/>
                    <a:pt x="135" y="21"/>
                  </a:cubicBezTo>
                  <a:cubicBezTo>
                    <a:pt x="137" y="19"/>
                    <a:pt x="138" y="17"/>
                    <a:pt x="138" y="14"/>
                  </a:cubicBezTo>
                  <a:cubicBezTo>
                    <a:pt x="138" y="11"/>
                    <a:pt x="137" y="9"/>
                    <a:pt x="135" y="7"/>
                  </a:cubicBezTo>
                  <a:cubicBezTo>
                    <a:pt x="133" y="6"/>
                    <a:pt x="130" y="5"/>
                    <a:pt x="126" y="5"/>
                  </a:cubicBezTo>
                  <a:cubicBezTo>
                    <a:pt x="120" y="5"/>
                    <a:pt x="120" y="5"/>
                    <a:pt x="120" y="5"/>
                  </a:cubicBezTo>
                  <a:lnTo>
                    <a:pt x="120"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3"/>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53" y="139"/>
                  </a:moveTo>
                  <a:cubicBezTo>
                    <a:pt x="139" y="139"/>
                    <a:pt x="139" y="139"/>
                    <a:pt x="139" y="139"/>
                  </a:cubicBezTo>
                  <a:cubicBezTo>
                    <a:pt x="139" y="161"/>
                    <a:pt x="139" y="161"/>
                    <a:pt x="139" y="161"/>
                  </a:cubicBezTo>
                  <a:cubicBezTo>
                    <a:pt x="123" y="161"/>
                    <a:pt x="123" y="161"/>
                    <a:pt x="123" y="161"/>
                  </a:cubicBezTo>
                  <a:cubicBezTo>
                    <a:pt x="123" y="139"/>
                    <a:pt x="123" y="139"/>
                    <a:pt x="123" y="139"/>
                  </a:cubicBezTo>
                  <a:cubicBezTo>
                    <a:pt x="77" y="139"/>
                    <a:pt x="77" y="139"/>
                    <a:pt x="77" y="139"/>
                  </a:cubicBezTo>
                  <a:cubicBezTo>
                    <a:pt x="77" y="126"/>
                    <a:pt x="77" y="126"/>
                    <a:pt x="77" y="126"/>
                  </a:cubicBezTo>
                  <a:cubicBezTo>
                    <a:pt x="123" y="60"/>
                    <a:pt x="123" y="60"/>
                    <a:pt x="123" y="60"/>
                  </a:cubicBezTo>
                  <a:cubicBezTo>
                    <a:pt x="139" y="60"/>
                    <a:pt x="139" y="60"/>
                    <a:pt x="139" y="60"/>
                  </a:cubicBezTo>
                  <a:cubicBezTo>
                    <a:pt x="139" y="125"/>
                    <a:pt x="139" y="125"/>
                    <a:pt x="139" y="125"/>
                  </a:cubicBezTo>
                  <a:cubicBezTo>
                    <a:pt x="153" y="125"/>
                    <a:pt x="153" y="125"/>
                    <a:pt x="153" y="125"/>
                  </a:cubicBezTo>
                  <a:lnTo>
                    <a:pt x="153" y="139"/>
                  </a:lnTo>
                  <a:close/>
                  <a:moveTo>
                    <a:pt x="123" y="125"/>
                  </a:moveTo>
                  <a:cubicBezTo>
                    <a:pt x="123" y="100"/>
                    <a:pt x="123" y="100"/>
                    <a:pt x="123" y="100"/>
                  </a:cubicBezTo>
                  <a:cubicBezTo>
                    <a:pt x="123" y="91"/>
                    <a:pt x="124" y="84"/>
                    <a:pt x="124" y="78"/>
                  </a:cubicBezTo>
                  <a:cubicBezTo>
                    <a:pt x="124" y="78"/>
                    <a:pt x="124" y="78"/>
                    <a:pt x="124" y="78"/>
                  </a:cubicBezTo>
                  <a:cubicBezTo>
                    <a:pt x="122" y="81"/>
                    <a:pt x="120" y="84"/>
                    <a:pt x="118" y="89"/>
                  </a:cubicBezTo>
                  <a:cubicBezTo>
                    <a:pt x="93" y="125"/>
                    <a:pt x="93" y="125"/>
                    <a:pt x="93" y="125"/>
                  </a:cubicBezTo>
                  <a:lnTo>
                    <a:pt x="123" y="1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218" name="Text Placeholder 33">
            <a:extLst>
              <a:ext uri="{FF2B5EF4-FFF2-40B4-BE49-F238E27FC236}">
                <a16:creationId xmlns:a16="http://schemas.microsoft.com/office/drawing/2014/main" id="{4CF01B96-0272-4155-AB92-C4BF58081DBE}"/>
              </a:ext>
            </a:extLst>
          </p:cNvPr>
          <p:cNvSpPr txBox="1">
            <a:spLocks/>
          </p:cNvSpPr>
          <p:nvPr/>
        </p:nvSpPr>
        <p:spPr>
          <a:xfrm>
            <a:off x="2377033" y="5246976"/>
            <a:ext cx="1773732"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050"/>
              <a:t>Lorem ipsum dolor sit amet, consectetur adipiscing elit, sed do eiusmod tempor incididunt ut labore et</a:t>
            </a:r>
          </a:p>
        </p:txBody>
      </p:sp>
      <p:sp>
        <p:nvSpPr>
          <p:cNvPr id="219" name="Text Placeholder 33">
            <a:extLst>
              <a:ext uri="{FF2B5EF4-FFF2-40B4-BE49-F238E27FC236}">
                <a16:creationId xmlns:a16="http://schemas.microsoft.com/office/drawing/2014/main" id="{14FEFED6-C512-4219-9A33-377EDE3DB322}"/>
              </a:ext>
            </a:extLst>
          </p:cNvPr>
          <p:cNvSpPr txBox="1">
            <a:spLocks/>
          </p:cNvSpPr>
          <p:nvPr/>
        </p:nvSpPr>
        <p:spPr>
          <a:xfrm>
            <a:off x="4265038" y="5246976"/>
            <a:ext cx="1773732"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050"/>
              <a:t>Lorem ipsum dolor sit amet, consectetur adipiscing elit, sed do eiusmod tempor incididunt ut labore et</a:t>
            </a:r>
          </a:p>
        </p:txBody>
      </p:sp>
      <p:sp>
        <p:nvSpPr>
          <p:cNvPr id="220" name="Text Placeholder 33">
            <a:extLst>
              <a:ext uri="{FF2B5EF4-FFF2-40B4-BE49-F238E27FC236}">
                <a16:creationId xmlns:a16="http://schemas.microsoft.com/office/drawing/2014/main" id="{43F6DF88-BDBC-41A1-B7BF-D67A3A4CB307}"/>
              </a:ext>
            </a:extLst>
          </p:cNvPr>
          <p:cNvSpPr txBox="1">
            <a:spLocks/>
          </p:cNvSpPr>
          <p:nvPr/>
        </p:nvSpPr>
        <p:spPr>
          <a:xfrm>
            <a:off x="6139887" y="5246976"/>
            <a:ext cx="1773732"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050"/>
              <a:t>Lorem ipsum dolor sit amet, consectetur adipiscing elit, sed do eiusmod tempor incididunt ut labore et</a:t>
            </a:r>
          </a:p>
        </p:txBody>
      </p:sp>
      <p:sp>
        <p:nvSpPr>
          <p:cNvPr id="221" name="Text Placeholder 33">
            <a:extLst>
              <a:ext uri="{FF2B5EF4-FFF2-40B4-BE49-F238E27FC236}">
                <a16:creationId xmlns:a16="http://schemas.microsoft.com/office/drawing/2014/main" id="{19D247BF-0CE9-4298-9848-5BDFD75304A6}"/>
              </a:ext>
            </a:extLst>
          </p:cNvPr>
          <p:cNvSpPr txBox="1">
            <a:spLocks/>
          </p:cNvSpPr>
          <p:nvPr/>
        </p:nvSpPr>
        <p:spPr>
          <a:xfrm>
            <a:off x="8067363" y="5246976"/>
            <a:ext cx="1773732"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050"/>
              <a:t>Lorem ipsum dolor sit amet, consectetur adipiscing elit, sed do eiusmod tempor incididunt ut labore et</a:t>
            </a:r>
          </a:p>
        </p:txBody>
      </p:sp>
    </p:spTree>
    <p:extLst>
      <p:ext uri="{BB962C8B-B14F-4D97-AF65-F5344CB8AC3E}">
        <p14:creationId xmlns:p14="http://schemas.microsoft.com/office/powerpoint/2010/main" val="80150657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wipe(left)">
                                          <p:cBhvr>
                                            <p:cTn id="7" dur="1500"/>
                                            <p:tgtEl>
                                              <p:spTgt spid="217"/>
                                            </p:tgtEl>
                                          </p:cBhvr>
                                        </p:animEffect>
                                      </p:childTnLst>
                                    </p:cTn>
                                  </p:par>
                                  <p:par>
                                    <p:cTn id="8" presetID="53" presetClass="entr" presetSubtype="16" fill="hold" nodeType="withEffect">
                                      <p:stCondLst>
                                        <p:cond delay="0"/>
                                      </p:stCondLst>
                                      <p:childTnLst>
                                        <p:set>
                                          <p:cBhvr>
                                            <p:cTn id="9" dur="1" fill="hold">
                                              <p:stCondLst>
                                                <p:cond delay="0"/>
                                              </p:stCondLst>
                                            </p:cTn>
                                            <p:tgtEl>
                                              <p:spTgt spid="203"/>
                                            </p:tgtEl>
                                            <p:attrNameLst>
                                              <p:attrName>style.visibility</p:attrName>
                                            </p:attrNameLst>
                                          </p:cBhvr>
                                          <p:to>
                                            <p:strVal val="visible"/>
                                          </p:to>
                                        </p:set>
                                        <p:anim calcmode="lin" valueType="num">
                                          <p:cBhvr>
                                            <p:cTn id="10" dur="750" fill="hold"/>
                                            <p:tgtEl>
                                              <p:spTgt spid="203"/>
                                            </p:tgtEl>
                                            <p:attrNameLst>
                                              <p:attrName>ppt_w</p:attrName>
                                            </p:attrNameLst>
                                          </p:cBhvr>
                                          <p:tavLst>
                                            <p:tav tm="0">
                                              <p:val>
                                                <p:fltVal val="0"/>
                                              </p:val>
                                            </p:tav>
                                            <p:tav tm="100000">
                                              <p:val>
                                                <p:strVal val="#ppt_w"/>
                                              </p:val>
                                            </p:tav>
                                          </p:tavLst>
                                        </p:anim>
                                        <p:anim calcmode="lin" valueType="num">
                                          <p:cBhvr>
                                            <p:cTn id="11" dur="750" fill="hold"/>
                                            <p:tgtEl>
                                              <p:spTgt spid="203"/>
                                            </p:tgtEl>
                                            <p:attrNameLst>
                                              <p:attrName>ppt_h</p:attrName>
                                            </p:attrNameLst>
                                          </p:cBhvr>
                                          <p:tavLst>
                                            <p:tav tm="0">
                                              <p:val>
                                                <p:fltVal val="0"/>
                                              </p:val>
                                            </p:tav>
                                            <p:tav tm="100000">
                                              <p:val>
                                                <p:strVal val="#ppt_h"/>
                                              </p:val>
                                            </p:tav>
                                          </p:tavLst>
                                        </p:anim>
                                        <p:animEffect transition="in" filter="fade">
                                          <p:cBhvr>
                                            <p:cTn id="12" dur="750"/>
                                            <p:tgtEl>
                                              <p:spTgt spid="203"/>
                                            </p:tgtEl>
                                          </p:cBhvr>
                                        </p:animEffect>
                                      </p:childTnLst>
                                    </p:cTn>
                                  </p:par>
                                  <p:par>
                                    <p:cTn id="13" presetID="53" presetClass="entr" presetSubtype="16" fill="hold" nodeType="withEffect">
                                      <p:stCondLst>
                                        <p:cond delay="150"/>
                                      </p:stCondLst>
                                      <p:childTnLst>
                                        <p:set>
                                          <p:cBhvr>
                                            <p:cTn id="14" dur="1" fill="hold">
                                              <p:stCondLst>
                                                <p:cond delay="0"/>
                                              </p:stCondLst>
                                            </p:cTn>
                                            <p:tgtEl>
                                              <p:spTgt spid="204"/>
                                            </p:tgtEl>
                                            <p:attrNameLst>
                                              <p:attrName>style.visibility</p:attrName>
                                            </p:attrNameLst>
                                          </p:cBhvr>
                                          <p:to>
                                            <p:strVal val="visible"/>
                                          </p:to>
                                        </p:set>
                                        <p:anim calcmode="lin" valueType="num">
                                          <p:cBhvr>
                                            <p:cTn id="15" dur="750" fill="hold"/>
                                            <p:tgtEl>
                                              <p:spTgt spid="204"/>
                                            </p:tgtEl>
                                            <p:attrNameLst>
                                              <p:attrName>ppt_w</p:attrName>
                                            </p:attrNameLst>
                                          </p:cBhvr>
                                          <p:tavLst>
                                            <p:tav tm="0">
                                              <p:val>
                                                <p:fltVal val="0"/>
                                              </p:val>
                                            </p:tav>
                                            <p:tav tm="100000">
                                              <p:val>
                                                <p:strVal val="#ppt_w"/>
                                              </p:val>
                                            </p:tav>
                                          </p:tavLst>
                                        </p:anim>
                                        <p:anim calcmode="lin" valueType="num">
                                          <p:cBhvr>
                                            <p:cTn id="16" dur="750" fill="hold"/>
                                            <p:tgtEl>
                                              <p:spTgt spid="204"/>
                                            </p:tgtEl>
                                            <p:attrNameLst>
                                              <p:attrName>ppt_h</p:attrName>
                                            </p:attrNameLst>
                                          </p:cBhvr>
                                          <p:tavLst>
                                            <p:tav tm="0">
                                              <p:val>
                                                <p:fltVal val="0"/>
                                              </p:val>
                                            </p:tav>
                                            <p:tav tm="100000">
                                              <p:val>
                                                <p:strVal val="#ppt_h"/>
                                              </p:val>
                                            </p:tav>
                                          </p:tavLst>
                                        </p:anim>
                                        <p:animEffect transition="in" filter="fade">
                                          <p:cBhvr>
                                            <p:cTn id="17" dur="750"/>
                                            <p:tgtEl>
                                              <p:spTgt spid="204"/>
                                            </p:tgtEl>
                                          </p:cBhvr>
                                        </p:animEffect>
                                      </p:childTnLst>
                                    </p:cTn>
                                  </p:par>
                                  <p:par>
                                    <p:cTn id="18" presetID="53" presetClass="entr" presetSubtype="16" fill="hold" nodeType="withEffect">
                                      <p:stCondLst>
                                        <p:cond delay="300"/>
                                      </p:stCondLst>
                                      <p:childTnLst>
                                        <p:set>
                                          <p:cBhvr>
                                            <p:cTn id="19" dur="1" fill="hold">
                                              <p:stCondLst>
                                                <p:cond delay="0"/>
                                              </p:stCondLst>
                                            </p:cTn>
                                            <p:tgtEl>
                                              <p:spTgt spid="205"/>
                                            </p:tgtEl>
                                            <p:attrNameLst>
                                              <p:attrName>style.visibility</p:attrName>
                                            </p:attrNameLst>
                                          </p:cBhvr>
                                          <p:to>
                                            <p:strVal val="visible"/>
                                          </p:to>
                                        </p:set>
                                        <p:anim calcmode="lin" valueType="num">
                                          <p:cBhvr>
                                            <p:cTn id="20" dur="750" fill="hold"/>
                                            <p:tgtEl>
                                              <p:spTgt spid="205"/>
                                            </p:tgtEl>
                                            <p:attrNameLst>
                                              <p:attrName>ppt_w</p:attrName>
                                            </p:attrNameLst>
                                          </p:cBhvr>
                                          <p:tavLst>
                                            <p:tav tm="0">
                                              <p:val>
                                                <p:fltVal val="0"/>
                                              </p:val>
                                            </p:tav>
                                            <p:tav tm="100000">
                                              <p:val>
                                                <p:strVal val="#ppt_w"/>
                                              </p:val>
                                            </p:tav>
                                          </p:tavLst>
                                        </p:anim>
                                        <p:anim calcmode="lin" valueType="num">
                                          <p:cBhvr>
                                            <p:cTn id="21" dur="750" fill="hold"/>
                                            <p:tgtEl>
                                              <p:spTgt spid="205"/>
                                            </p:tgtEl>
                                            <p:attrNameLst>
                                              <p:attrName>ppt_h</p:attrName>
                                            </p:attrNameLst>
                                          </p:cBhvr>
                                          <p:tavLst>
                                            <p:tav tm="0">
                                              <p:val>
                                                <p:fltVal val="0"/>
                                              </p:val>
                                            </p:tav>
                                            <p:tav tm="100000">
                                              <p:val>
                                                <p:strVal val="#ppt_h"/>
                                              </p:val>
                                            </p:tav>
                                          </p:tavLst>
                                        </p:anim>
                                        <p:animEffect transition="in" filter="fade">
                                          <p:cBhvr>
                                            <p:cTn id="22" dur="750"/>
                                            <p:tgtEl>
                                              <p:spTgt spid="205"/>
                                            </p:tgtEl>
                                          </p:cBhvr>
                                        </p:animEffect>
                                      </p:childTnLst>
                                    </p:cTn>
                                  </p:par>
                                  <p:par>
                                    <p:cTn id="23" presetID="53" presetClass="entr" presetSubtype="16" fill="hold" nodeType="withEffect">
                                      <p:stCondLst>
                                        <p:cond delay="450"/>
                                      </p:stCondLst>
                                      <p:childTnLst>
                                        <p:set>
                                          <p:cBhvr>
                                            <p:cTn id="24" dur="1" fill="hold">
                                              <p:stCondLst>
                                                <p:cond delay="0"/>
                                              </p:stCondLst>
                                            </p:cTn>
                                            <p:tgtEl>
                                              <p:spTgt spid="206"/>
                                            </p:tgtEl>
                                            <p:attrNameLst>
                                              <p:attrName>style.visibility</p:attrName>
                                            </p:attrNameLst>
                                          </p:cBhvr>
                                          <p:to>
                                            <p:strVal val="visible"/>
                                          </p:to>
                                        </p:set>
                                        <p:anim calcmode="lin" valueType="num">
                                          <p:cBhvr>
                                            <p:cTn id="25" dur="750" fill="hold"/>
                                            <p:tgtEl>
                                              <p:spTgt spid="206"/>
                                            </p:tgtEl>
                                            <p:attrNameLst>
                                              <p:attrName>ppt_w</p:attrName>
                                            </p:attrNameLst>
                                          </p:cBhvr>
                                          <p:tavLst>
                                            <p:tav tm="0">
                                              <p:val>
                                                <p:fltVal val="0"/>
                                              </p:val>
                                            </p:tav>
                                            <p:tav tm="100000">
                                              <p:val>
                                                <p:strVal val="#ppt_w"/>
                                              </p:val>
                                            </p:tav>
                                          </p:tavLst>
                                        </p:anim>
                                        <p:anim calcmode="lin" valueType="num">
                                          <p:cBhvr>
                                            <p:cTn id="26" dur="750" fill="hold"/>
                                            <p:tgtEl>
                                              <p:spTgt spid="206"/>
                                            </p:tgtEl>
                                            <p:attrNameLst>
                                              <p:attrName>ppt_h</p:attrName>
                                            </p:attrNameLst>
                                          </p:cBhvr>
                                          <p:tavLst>
                                            <p:tav tm="0">
                                              <p:val>
                                                <p:fltVal val="0"/>
                                              </p:val>
                                            </p:tav>
                                            <p:tav tm="100000">
                                              <p:val>
                                                <p:strVal val="#ppt_h"/>
                                              </p:val>
                                            </p:tav>
                                          </p:tavLst>
                                        </p:anim>
                                        <p:animEffect transition="in" filter="fade">
                                          <p:cBhvr>
                                            <p:cTn id="27" dur="750"/>
                                            <p:tgtEl>
                                              <p:spTgt spid="206"/>
                                            </p:tgtEl>
                                          </p:cBhvr>
                                        </p:animEffect>
                                      </p:childTnLst>
                                    </p:cTn>
                                  </p:par>
                                  <p:par>
                                    <p:cTn id="28" presetID="53" presetClass="entr" presetSubtype="16" fill="hold" nodeType="withEffect">
                                      <p:stCondLst>
                                        <p:cond delay="150"/>
                                      </p:stCondLst>
                                      <p:childTnLst>
                                        <p:set>
                                          <p:cBhvr>
                                            <p:cTn id="29" dur="1" fill="hold">
                                              <p:stCondLst>
                                                <p:cond delay="0"/>
                                              </p:stCondLst>
                                            </p:cTn>
                                            <p:tgtEl>
                                              <p:spTgt spid="198"/>
                                            </p:tgtEl>
                                            <p:attrNameLst>
                                              <p:attrName>style.visibility</p:attrName>
                                            </p:attrNameLst>
                                          </p:cBhvr>
                                          <p:to>
                                            <p:strVal val="visible"/>
                                          </p:to>
                                        </p:set>
                                        <p:anim calcmode="lin" valueType="num">
                                          <p:cBhvr>
                                            <p:cTn id="30" dur="750" fill="hold"/>
                                            <p:tgtEl>
                                              <p:spTgt spid="198"/>
                                            </p:tgtEl>
                                            <p:attrNameLst>
                                              <p:attrName>ppt_w</p:attrName>
                                            </p:attrNameLst>
                                          </p:cBhvr>
                                          <p:tavLst>
                                            <p:tav tm="0">
                                              <p:val>
                                                <p:fltVal val="0"/>
                                              </p:val>
                                            </p:tav>
                                            <p:tav tm="100000">
                                              <p:val>
                                                <p:strVal val="#ppt_w"/>
                                              </p:val>
                                            </p:tav>
                                          </p:tavLst>
                                        </p:anim>
                                        <p:anim calcmode="lin" valueType="num">
                                          <p:cBhvr>
                                            <p:cTn id="31" dur="750" fill="hold"/>
                                            <p:tgtEl>
                                              <p:spTgt spid="198"/>
                                            </p:tgtEl>
                                            <p:attrNameLst>
                                              <p:attrName>ppt_h</p:attrName>
                                            </p:attrNameLst>
                                          </p:cBhvr>
                                          <p:tavLst>
                                            <p:tav tm="0">
                                              <p:val>
                                                <p:fltVal val="0"/>
                                              </p:val>
                                            </p:tav>
                                            <p:tav tm="100000">
                                              <p:val>
                                                <p:strVal val="#ppt_h"/>
                                              </p:val>
                                            </p:tav>
                                          </p:tavLst>
                                        </p:anim>
                                        <p:animEffect transition="in" filter="fade">
                                          <p:cBhvr>
                                            <p:cTn id="32" dur="750"/>
                                            <p:tgtEl>
                                              <p:spTgt spid="198"/>
                                            </p:tgtEl>
                                          </p:cBhvr>
                                        </p:animEffect>
                                      </p:childTnLst>
                                    </p:cTn>
                                  </p:par>
                                  <p:par>
                                    <p:cTn id="33" presetID="53" presetClass="entr" presetSubtype="16" fill="hold" nodeType="withEffect">
                                      <p:stCondLst>
                                        <p:cond delay="300"/>
                                      </p:stCondLst>
                                      <p:childTnLst>
                                        <p:set>
                                          <p:cBhvr>
                                            <p:cTn id="34" dur="1" fill="hold">
                                              <p:stCondLst>
                                                <p:cond delay="0"/>
                                              </p:stCondLst>
                                            </p:cTn>
                                            <p:tgtEl>
                                              <p:spTgt spid="199"/>
                                            </p:tgtEl>
                                            <p:attrNameLst>
                                              <p:attrName>style.visibility</p:attrName>
                                            </p:attrNameLst>
                                          </p:cBhvr>
                                          <p:to>
                                            <p:strVal val="visible"/>
                                          </p:to>
                                        </p:set>
                                        <p:anim calcmode="lin" valueType="num">
                                          <p:cBhvr>
                                            <p:cTn id="35" dur="750" fill="hold"/>
                                            <p:tgtEl>
                                              <p:spTgt spid="199"/>
                                            </p:tgtEl>
                                            <p:attrNameLst>
                                              <p:attrName>ppt_w</p:attrName>
                                            </p:attrNameLst>
                                          </p:cBhvr>
                                          <p:tavLst>
                                            <p:tav tm="0">
                                              <p:val>
                                                <p:fltVal val="0"/>
                                              </p:val>
                                            </p:tav>
                                            <p:tav tm="100000">
                                              <p:val>
                                                <p:strVal val="#ppt_w"/>
                                              </p:val>
                                            </p:tav>
                                          </p:tavLst>
                                        </p:anim>
                                        <p:anim calcmode="lin" valueType="num">
                                          <p:cBhvr>
                                            <p:cTn id="36" dur="750" fill="hold"/>
                                            <p:tgtEl>
                                              <p:spTgt spid="199"/>
                                            </p:tgtEl>
                                            <p:attrNameLst>
                                              <p:attrName>ppt_h</p:attrName>
                                            </p:attrNameLst>
                                          </p:cBhvr>
                                          <p:tavLst>
                                            <p:tav tm="0">
                                              <p:val>
                                                <p:fltVal val="0"/>
                                              </p:val>
                                            </p:tav>
                                            <p:tav tm="100000">
                                              <p:val>
                                                <p:strVal val="#ppt_h"/>
                                              </p:val>
                                            </p:tav>
                                          </p:tavLst>
                                        </p:anim>
                                        <p:animEffect transition="in" filter="fade">
                                          <p:cBhvr>
                                            <p:cTn id="37" dur="750"/>
                                            <p:tgtEl>
                                              <p:spTgt spid="199"/>
                                            </p:tgtEl>
                                          </p:cBhvr>
                                        </p:animEffect>
                                      </p:childTnLst>
                                    </p:cTn>
                                  </p:par>
                                  <p:par>
                                    <p:cTn id="38" presetID="53" presetClass="entr" presetSubtype="16" fill="hold" nodeType="withEffect">
                                      <p:stCondLst>
                                        <p:cond delay="450"/>
                                      </p:stCondLst>
                                      <p:childTnLst>
                                        <p:set>
                                          <p:cBhvr>
                                            <p:cTn id="39" dur="1" fill="hold">
                                              <p:stCondLst>
                                                <p:cond delay="0"/>
                                              </p:stCondLst>
                                            </p:cTn>
                                            <p:tgtEl>
                                              <p:spTgt spid="200"/>
                                            </p:tgtEl>
                                            <p:attrNameLst>
                                              <p:attrName>style.visibility</p:attrName>
                                            </p:attrNameLst>
                                          </p:cBhvr>
                                          <p:to>
                                            <p:strVal val="visible"/>
                                          </p:to>
                                        </p:set>
                                        <p:anim calcmode="lin" valueType="num">
                                          <p:cBhvr>
                                            <p:cTn id="40" dur="750" fill="hold"/>
                                            <p:tgtEl>
                                              <p:spTgt spid="200"/>
                                            </p:tgtEl>
                                            <p:attrNameLst>
                                              <p:attrName>ppt_w</p:attrName>
                                            </p:attrNameLst>
                                          </p:cBhvr>
                                          <p:tavLst>
                                            <p:tav tm="0">
                                              <p:val>
                                                <p:fltVal val="0"/>
                                              </p:val>
                                            </p:tav>
                                            <p:tav tm="100000">
                                              <p:val>
                                                <p:strVal val="#ppt_w"/>
                                              </p:val>
                                            </p:tav>
                                          </p:tavLst>
                                        </p:anim>
                                        <p:anim calcmode="lin" valueType="num">
                                          <p:cBhvr>
                                            <p:cTn id="41" dur="750" fill="hold"/>
                                            <p:tgtEl>
                                              <p:spTgt spid="200"/>
                                            </p:tgtEl>
                                            <p:attrNameLst>
                                              <p:attrName>ppt_h</p:attrName>
                                            </p:attrNameLst>
                                          </p:cBhvr>
                                          <p:tavLst>
                                            <p:tav tm="0">
                                              <p:val>
                                                <p:fltVal val="0"/>
                                              </p:val>
                                            </p:tav>
                                            <p:tav tm="100000">
                                              <p:val>
                                                <p:strVal val="#ppt_h"/>
                                              </p:val>
                                            </p:tav>
                                          </p:tavLst>
                                        </p:anim>
                                        <p:animEffect transition="in" filter="fade">
                                          <p:cBhvr>
                                            <p:cTn id="42" dur="750"/>
                                            <p:tgtEl>
                                              <p:spTgt spid="200"/>
                                            </p:tgtEl>
                                          </p:cBhvr>
                                        </p:animEffect>
                                      </p:childTnLst>
                                    </p:cTn>
                                  </p:par>
                                  <p:par>
                                    <p:cTn id="43" presetID="53" presetClass="entr" presetSubtype="16" fill="hold" nodeType="withEffect">
                                      <p:stCondLst>
                                        <p:cond delay="600"/>
                                      </p:stCondLst>
                                      <p:childTnLst>
                                        <p:set>
                                          <p:cBhvr>
                                            <p:cTn id="44" dur="1" fill="hold">
                                              <p:stCondLst>
                                                <p:cond delay="0"/>
                                              </p:stCondLst>
                                            </p:cTn>
                                            <p:tgtEl>
                                              <p:spTgt spid="201"/>
                                            </p:tgtEl>
                                            <p:attrNameLst>
                                              <p:attrName>style.visibility</p:attrName>
                                            </p:attrNameLst>
                                          </p:cBhvr>
                                          <p:to>
                                            <p:strVal val="visible"/>
                                          </p:to>
                                        </p:set>
                                        <p:anim calcmode="lin" valueType="num">
                                          <p:cBhvr>
                                            <p:cTn id="45" dur="750" fill="hold"/>
                                            <p:tgtEl>
                                              <p:spTgt spid="201"/>
                                            </p:tgtEl>
                                            <p:attrNameLst>
                                              <p:attrName>ppt_w</p:attrName>
                                            </p:attrNameLst>
                                          </p:cBhvr>
                                          <p:tavLst>
                                            <p:tav tm="0">
                                              <p:val>
                                                <p:fltVal val="0"/>
                                              </p:val>
                                            </p:tav>
                                            <p:tav tm="100000">
                                              <p:val>
                                                <p:strVal val="#ppt_w"/>
                                              </p:val>
                                            </p:tav>
                                          </p:tavLst>
                                        </p:anim>
                                        <p:anim calcmode="lin" valueType="num">
                                          <p:cBhvr>
                                            <p:cTn id="46" dur="750" fill="hold"/>
                                            <p:tgtEl>
                                              <p:spTgt spid="201"/>
                                            </p:tgtEl>
                                            <p:attrNameLst>
                                              <p:attrName>ppt_h</p:attrName>
                                            </p:attrNameLst>
                                          </p:cBhvr>
                                          <p:tavLst>
                                            <p:tav tm="0">
                                              <p:val>
                                                <p:fltVal val="0"/>
                                              </p:val>
                                            </p:tav>
                                            <p:tav tm="100000">
                                              <p:val>
                                                <p:strVal val="#ppt_h"/>
                                              </p:val>
                                            </p:tav>
                                          </p:tavLst>
                                        </p:anim>
                                        <p:animEffect transition="in" filter="fade">
                                          <p:cBhvr>
                                            <p:cTn id="47" dur="750"/>
                                            <p:tgtEl>
                                              <p:spTgt spid="201"/>
                                            </p:tgtEl>
                                          </p:cBhvr>
                                        </p:animEffect>
                                      </p:childTnLst>
                                    </p:cTn>
                                  </p:par>
                                  <p:par>
                                    <p:cTn id="48" presetID="53" presetClass="entr" presetSubtype="16" fill="hold" grpId="0" nodeType="withEffect">
                                      <p:stCondLst>
                                        <p:cond delay="200"/>
                                      </p:stCondLst>
                                      <p:childTnLst>
                                        <p:set>
                                          <p:cBhvr>
                                            <p:cTn id="49" dur="1" fill="hold">
                                              <p:stCondLst>
                                                <p:cond delay="0"/>
                                              </p:stCondLst>
                                            </p:cTn>
                                            <p:tgtEl>
                                              <p:spTgt spid="106"/>
                                            </p:tgtEl>
                                            <p:attrNameLst>
                                              <p:attrName>style.visibility</p:attrName>
                                            </p:attrNameLst>
                                          </p:cBhvr>
                                          <p:to>
                                            <p:strVal val="visible"/>
                                          </p:to>
                                        </p:set>
                                        <p:anim calcmode="lin" valueType="num">
                                          <p:cBhvr>
                                            <p:cTn id="50" dur="500" fill="hold"/>
                                            <p:tgtEl>
                                              <p:spTgt spid="106"/>
                                            </p:tgtEl>
                                            <p:attrNameLst>
                                              <p:attrName>ppt_w</p:attrName>
                                            </p:attrNameLst>
                                          </p:cBhvr>
                                          <p:tavLst>
                                            <p:tav tm="0">
                                              <p:val>
                                                <p:fltVal val="0"/>
                                              </p:val>
                                            </p:tav>
                                            <p:tav tm="100000">
                                              <p:val>
                                                <p:strVal val="#ppt_w"/>
                                              </p:val>
                                            </p:tav>
                                          </p:tavLst>
                                        </p:anim>
                                        <p:anim calcmode="lin" valueType="num">
                                          <p:cBhvr>
                                            <p:cTn id="51" dur="500" fill="hold"/>
                                            <p:tgtEl>
                                              <p:spTgt spid="106"/>
                                            </p:tgtEl>
                                            <p:attrNameLst>
                                              <p:attrName>ppt_h</p:attrName>
                                            </p:attrNameLst>
                                          </p:cBhvr>
                                          <p:tavLst>
                                            <p:tav tm="0">
                                              <p:val>
                                                <p:fltVal val="0"/>
                                              </p:val>
                                            </p:tav>
                                            <p:tav tm="100000">
                                              <p:val>
                                                <p:strVal val="#ppt_h"/>
                                              </p:val>
                                            </p:tav>
                                          </p:tavLst>
                                        </p:anim>
                                        <p:animEffect transition="in" filter="fade">
                                          <p:cBhvr>
                                            <p:cTn id="52" dur="500"/>
                                            <p:tgtEl>
                                              <p:spTgt spid="106"/>
                                            </p:tgtEl>
                                          </p:cBhvr>
                                        </p:animEffect>
                                      </p:childTnLst>
                                    </p:cTn>
                                  </p:par>
                                  <p:par>
                                    <p:cTn id="53" presetID="53" presetClass="entr" presetSubtype="16" fill="hold" grpId="0" nodeType="withEffect">
                                      <p:stCondLst>
                                        <p:cond delay="200"/>
                                      </p:stCondLst>
                                      <p:childTnLst>
                                        <p:set>
                                          <p:cBhvr>
                                            <p:cTn id="54" dur="1" fill="hold">
                                              <p:stCondLst>
                                                <p:cond delay="0"/>
                                              </p:stCondLst>
                                            </p:cTn>
                                            <p:tgtEl>
                                              <p:spTgt spid="107"/>
                                            </p:tgtEl>
                                            <p:attrNameLst>
                                              <p:attrName>style.visibility</p:attrName>
                                            </p:attrNameLst>
                                          </p:cBhvr>
                                          <p:to>
                                            <p:strVal val="visible"/>
                                          </p:to>
                                        </p:set>
                                        <p:anim calcmode="lin" valueType="num">
                                          <p:cBhvr>
                                            <p:cTn id="55" dur="500" fill="hold"/>
                                            <p:tgtEl>
                                              <p:spTgt spid="107"/>
                                            </p:tgtEl>
                                            <p:attrNameLst>
                                              <p:attrName>ppt_w</p:attrName>
                                            </p:attrNameLst>
                                          </p:cBhvr>
                                          <p:tavLst>
                                            <p:tav tm="0">
                                              <p:val>
                                                <p:fltVal val="0"/>
                                              </p:val>
                                            </p:tav>
                                            <p:tav tm="100000">
                                              <p:val>
                                                <p:strVal val="#ppt_w"/>
                                              </p:val>
                                            </p:tav>
                                          </p:tavLst>
                                        </p:anim>
                                        <p:anim calcmode="lin" valueType="num">
                                          <p:cBhvr>
                                            <p:cTn id="56" dur="500" fill="hold"/>
                                            <p:tgtEl>
                                              <p:spTgt spid="107"/>
                                            </p:tgtEl>
                                            <p:attrNameLst>
                                              <p:attrName>ppt_h</p:attrName>
                                            </p:attrNameLst>
                                          </p:cBhvr>
                                          <p:tavLst>
                                            <p:tav tm="0">
                                              <p:val>
                                                <p:fltVal val="0"/>
                                              </p:val>
                                            </p:tav>
                                            <p:tav tm="100000">
                                              <p:val>
                                                <p:strVal val="#ppt_h"/>
                                              </p:val>
                                            </p:tav>
                                          </p:tavLst>
                                        </p:anim>
                                        <p:animEffect transition="in" filter="fade">
                                          <p:cBhvr>
                                            <p:cTn id="57" dur="500"/>
                                            <p:tgtEl>
                                              <p:spTgt spid="107"/>
                                            </p:tgtEl>
                                          </p:cBhvr>
                                        </p:animEffect>
                                      </p:childTnLst>
                                    </p:cTn>
                                  </p:par>
                                  <p:par>
                                    <p:cTn id="58" presetID="53" presetClass="entr" presetSubtype="16" fill="hold" grpId="0" nodeType="withEffect">
                                      <p:stCondLst>
                                        <p:cond delay="200"/>
                                      </p:stCondLst>
                                      <p:childTnLst>
                                        <p:set>
                                          <p:cBhvr>
                                            <p:cTn id="59" dur="1" fill="hold">
                                              <p:stCondLst>
                                                <p:cond delay="0"/>
                                              </p:stCondLst>
                                            </p:cTn>
                                            <p:tgtEl>
                                              <p:spTgt spid="108"/>
                                            </p:tgtEl>
                                            <p:attrNameLst>
                                              <p:attrName>style.visibility</p:attrName>
                                            </p:attrNameLst>
                                          </p:cBhvr>
                                          <p:to>
                                            <p:strVal val="visible"/>
                                          </p:to>
                                        </p:set>
                                        <p:anim calcmode="lin" valueType="num">
                                          <p:cBhvr>
                                            <p:cTn id="60" dur="500" fill="hold"/>
                                            <p:tgtEl>
                                              <p:spTgt spid="108"/>
                                            </p:tgtEl>
                                            <p:attrNameLst>
                                              <p:attrName>ppt_w</p:attrName>
                                            </p:attrNameLst>
                                          </p:cBhvr>
                                          <p:tavLst>
                                            <p:tav tm="0">
                                              <p:val>
                                                <p:fltVal val="0"/>
                                              </p:val>
                                            </p:tav>
                                            <p:tav tm="100000">
                                              <p:val>
                                                <p:strVal val="#ppt_w"/>
                                              </p:val>
                                            </p:tav>
                                          </p:tavLst>
                                        </p:anim>
                                        <p:anim calcmode="lin" valueType="num">
                                          <p:cBhvr>
                                            <p:cTn id="61" dur="500" fill="hold"/>
                                            <p:tgtEl>
                                              <p:spTgt spid="108"/>
                                            </p:tgtEl>
                                            <p:attrNameLst>
                                              <p:attrName>ppt_h</p:attrName>
                                            </p:attrNameLst>
                                          </p:cBhvr>
                                          <p:tavLst>
                                            <p:tav tm="0">
                                              <p:val>
                                                <p:fltVal val="0"/>
                                              </p:val>
                                            </p:tav>
                                            <p:tav tm="100000">
                                              <p:val>
                                                <p:strVal val="#ppt_h"/>
                                              </p:val>
                                            </p:tav>
                                          </p:tavLst>
                                        </p:anim>
                                        <p:animEffect transition="in" filter="fade">
                                          <p:cBhvr>
                                            <p:cTn id="62" dur="500"/>
                                            <p:tgtEl>
                                              <p:spTgt spid="108"/>
                                            </p:tgtEl>
                                          </p:cBhvr>
                                        </p:animEffect>
                                      </p:childTnLst>
                                    </p:cTn>
                                  </p:par>
                                  <p:par>
                                    <p:cTn id="63" presetID="53" presetClass="entr" presetSubtype="16" fill="hold" grpId="0" nodeType="withEffect">
                                      <p:stCondLst>
                                        <p:cond delay="200"/>
                                      </p:stCondLst>
                                      <p:childTnLst>
                                        <p:set>
                                          <p:cBhvr>
                                            <p:cTn id="64" dur="1" fill="hold">
                                              <p:stCondLst>
                                                <p:cond delay="0"/>
                                              </p:stCondLst>
                                            </p:cTn>
                                            <p:tgtEl>
                                              <p:spTgt spid="109"/>
                                            </p:tgtEl>
                                            <p:attrNameLst>
                                              <p:attrName>style.visibility</p:attrName>
                                            </p:attrNameLst>
                                          </p:cBhvr>
                                          <p:to>
                                            <p:strVal val="visible"/>
                                          </p:to>
                                        </p:set>
                                        <p:anim calcmode="lin" valueType="num">
                                          <p:cBhvr>
                                            <p:cTn id="65" dur="500" fill="hold"/>
                                            <p:tgtEl>
                                              <p:spTgt spid="109"/>
                                            </p:tgtEl>
                                            <p:attrNameLst>
                                              <p:attrName>ppt_w</p:attrName>
                                            </p:attrNameLst>
                                          </p:cBhvr>
                                          <p:tavLst>
                                            <p:tav tm="0">
                                              <p:val>
                                                <p:fltVal val="0"/>
                                              </p:val>
                                            </p:tav>
                                            <p:tav tm="100000">
                                              <p:val>
                                                <p:strVal val="#ppt_w"/>
                                              </p:val>
                                            </p:tav>
                                          </p:tavLst>
                                        </p:anim>
                                        <p:anim calcmode="lin" valueType="num">
                                          <p:cBhvr>
                                            <p:cTn id="66" dur="500" fill="hold"/>
                                            <p:tgtEl>
                                              <p:spTgt spid="109"/>
                                            </p:tgtEl>
                                            <p:attrNameLst>
                                              <p:attrName>ppt_h</p:attrName>
                                            </p:attrNameLst>
                                          </p:cBhvr>
                                          <p:tavLst>
                                            <p:tav tm="0">
                                              <p:val>
                                                <p:fltVal val="0"/>
                                              </p:val>
                                            </p:tav>
                                            <p:tav tm="100000">
                                              <p:val>
                                                <p:strVal val="#ppt_h"/>
                                              </p:val>
                                            </p:tav>
                                          </p:tavLst>
                                        </p:anim>
                                        <p:animEffect transition="in" filter="fade">
                                          <p:cBhvr>
                                            <p:cTn id="67" dur="500"/>
                                            <p:tgtEl>
                                              <p:spTgt spid="109"/>
                                            </p:tgtEl>
                                          </p:cBhvr>
                                        </p:animEffect>
                                      </p:childTnLst>
                                    </p:cTn>
                                  </p:par>
                                  <p:par>
                                    <p:cTn id="68" presetID="53" presetClass="entr" presetSubtype="16" fill="hold" grpId="0" nodeType="withEffect">
                                      <p:stCondLst>
                                        <p:cond delay="200"/>
                                      </p:stCondLst>
                                      <p:childTnLst>
                                        <p:set>
                                          <p:cBhvr>
                                            <p:cTn id="69" dur="1" fill="hold">
                                              <p:stCondLst>
                                                <p:cond delay="0"/>
                                              </p:stCondLst>
                                            </p:cTn>
                                            <p:tgtEl>
                                              <p:spTgt spid="110"/>
                                            </p:tgtEl>
                                            <p:attrNameLst>
                                              <p:attrName>style.visibility</p:attrName>
                                            </p:attrNameLst>
                                          </p:cBhvr>
                                          <p:to>
                                            <p:strVal val="visible"/>
                                          </p:to>
                                        </p:set>
                                        <p:anim calcmode="lin" valueType="num">
                                          <p:cBhvr>
                                            <p:cTn id="70" dur="500" fill="hold"/>
                                            <p:tgtEl>
                                              <p:spTgt spid="110"/>
                                            </p:tgtEl>
                                            <p:attrNameLst>
                                              <p:attrName>ppt_w</p:attrName>
                                            </p:attrNameLst>
                                          </p:cBhvr>
                                          <p:tavLst>
                                            <p:tav tm="0">
                                              <p:val>
                                                <p:fltVal val="0"/>
                                              </p:val>
                                            </p:tav>
                                            <p:tav tm="100000">
                                              <p:val>
                                                <p:strVal val="#ppt_w"/>
                                              </p:val>
                                            </p:tav>
                                          </p:tavLst>
                                        </p:anim>
                                        <p:anim calcmode="lin" valueType="num">
                                          <p:cBhvr>
                                            <p:cTn id="71" dur="500" fill="hold"/>
                                            <p:tgtEl>
                                              <p:spTgt spid="110"/>
                                            </p:tgtEl>
                                            <p:attrNameLst>
                                              <p:attrName>ppt_h</p:attrName>
                                            </p:attrNameLst>
                                          </p:cBhvr>
                                          <p:tavLst>
                                            <p:tav tm="0">
                                              <p:val>
                                                <p:fltVal val="0"/>
                                              </p:val>
                                            </p:tav>
                                            <p:tav tm="100000">
                                              <p:val>
                                                <p:strVal val="#ppt_h"/>
                                              </p:val>
                                            </p:tav>
                                          </p:tavLst>
                                        </p:anim>
                                        <p:animEffect transition="in" filter="fade">
                                          <p:cBhvr>
                                            <p:cTn id="72" dur="500"/>
                                            <p:tgtEl>
                                              <p:spTgt spid="110"/>
                                            </p:tgtEl>
                                          </p:cBhvr>
                                        </p:animEffect>
                                      </p:childTnLst>
                                    </p:cTn>
                                  </p:par>
                                  <p:par>
                                    <p:cTn id="73" presetID="53" presetClass="entr" presetSubtype="16" fill="hold" grpId="0" nodeType="withEffect">
                                      <p:stCondLst>
                                        <p:cond delay="400"/>
                                      </p:stCondLst>
                                      <p:childTnLst>
                                        <p:set>
                                          <p:cBhvr>
                                            <p:cTn id="74" dur="1" fill="hold">
                                              <p:stCondLst>
                                                <p:cond delay="0"/>
                                              </p:stCondLst>
                                            </p:cTn>
                                            <p:tgtEl>
                                              <p:spTgt spid="111"/>
                                            </p:tgtEl>
                                            <p:attrNameLst>
                                              <p:attrName>style.visibility</p:attrName>
                                            </p:attrNameLst>
                                          </p:cBhvr>
                                          <p:to>
                                            <p:strVal val="visible"/>
                                          </p:to>
                                        </p:set>
                                        <p:anim calcmode="lin" valueType="num">
                                          <p:cBhvr>
                                            <p:cTn id="75" dur="500" fill="hold"/>
                                            <p:tgtEl>
                                              <p:spTgt spid="111"/>
                                            </p:tgtEl>
                                            <p:attrNameLst>
                                              <p:attrName>ppt_w</p:attrName>
                                            </p:attrNameLst>
                                          </p:cBhvr>
                                          <p:tavLst>
                                            <p:tav tm="0">
                                              <p:val>
                                                <p:fltVal val="0"/>
                                              </p:val>
                                            </p:tav>
                                            <p:tav tm="100000">
                                              <p:val>
                                                <p:strVal val="#ppt_w"/>
                                              </p:val>
                                            </p:tav>
                                          </p:tavLst>
                                        </p:anim>
                                        <p:anim calcmode="lin" valueType="num">
                                          <p:cBhvr>
                                            <p:cTn id="76" dur="500" fill="hold"/>
                                            <p:tgtEl>
                                              <p:spTgt spid="111"/>
                                            </p:tgtEl>
                                            <p:attrNameLst>
                                              <p:attrName>ppt_h</p:attrName>
                                            </p:attrNameLst>
                                          </p:cBhvr>
                                          <p:tavLst>
                                            <p:tav tm="0">
                                              <p:val>
                                                <p:fltVal val="0"/>
                                              </p:val>
                                            </p:tav>
                                            <p:tav tm="100000">
                                              <p:val>
                                                <p:strVal val="#ppt_h"/>
                                              </p:val>
                                            </p:tav>
                                          </p:tavLst>
                                        </p:anim>
                                        <p:animEffect transition="in" filter="fade">
                                          <p:cBhvr>
                                            <p:cTn id="77" dur="500"/>
                                            <p:tgtEl>
                                              <p:spTgt spid="111"/>
                                            </p:tgtEl>
                                          </p:cBhvr>
                                        </p:animEffect>
                                      </p:childTnLst>
                                    </p:cTn>
                                  </p:par>
                                  <p:par>
                                    <p:cTn id="78" presetID="53" presetClass="entr" presetSubtype="16" fill="hold" grpId="0" nodeType="withEffect">
                                      <p:stCondLst>
                                        <p:cond delay="400"/>
                                      </p:stCondLst>
                                      <p:childTnLst>
                                        <p:set>
                                          <p:cBhvr>
                                            <p:cTn id="79" dur="1" fill="hold">
                                              <p:stCondLst>
                                                <p:cond delay="0"/>
                                              </p:stCondLst>
                                            </p:cTn>
                                            <p:tgtEl>
                                              <p:spTgt spid="112"/>
                                            </p:tgtEl>
                                            <p:attrNameLst>
                                              <p:attrName>style.visibility</p:attrName>
                                            </p:attrNameLst>
                                          </p:cBhvr>
                                          <p:to>
                                            <p:strVal val="visible"/>
                                          </p:to>
                                        </p:set>
                                        <p:anim calcmode="lin" valueType="num">
                                          <p:cBhvr>
                                            <p:cTn id="80" dur="500" fill="hold"/>
                                            <p:tgtEl>
                                              <p:spTgt spid="112"/>
                                            </p:tgtEl>
                                            <p:attrNameLst>
                                              <p:attrName>ppt_w</p:attrName>
                                            </p:attrNameLst>
                                          </p:cBhvr>
                                          <p:tavLst>
                                            <p:tav tm="0">
                                              <p:val>
                                                <p:fltVal val="0"/>
                                              </p:val>
                                            </p:tav>
                                            <p:tav tm="100000">
                                              <p:val>
                                                <p:strVal val="#ppt_w"/>
                                              </p:val>
                                            </p:tav>
                                          </p:tavLst>
                                        </p:anim>
                                        <p:anim calcmode="lin" valueType="num">
                                          <p:cBhvr>
                                            <p:cTn id="81" dur="500" fill="hold"/>
                                            <p:tgtEl>
                                              <p:spTgt spid="112"/>
                                            </p:tgtEl>
                                            <p:attrNameLst>
                                              <p:attrName>ppt_h</p:attrName>
                                            </p:attrNameLst>
                                          </p:cBhvr>
                                          <p:tavLst>
                                            <p:tav tm="0">
                                              <p:val>
                                                <p:fltVal val="0"/>
                                              </p:val>
                                            </p:tav>
                                            <p:tav tm="100000">
                                              <p:val>
                                                <p:strVal val="#ppt_h"/>
                                              </p:val>
                                            </p:tav>
                                          </p:tavLst>
                                        </p:anim>
                                        <p:animEffect transition="in" filter="fade">
                                          <p:cBhvr>
                                            <p:cTn id="82" dur="500"/>
                                            <p:tgtEl>
                                              <p:spTgt spid="112"/>
                                            </p:tgtEl>
                                          </p:cBhvr>
                                        </p:animEffect>
                                      </p:childTnLst>
                                    </p:cTn>
                                  </p:par>
                                  <p:par>
                                    <p:cTn id="83" presetID="53" presetClass="entr" presetSubtype="16" fill="hold" grpId="0" nodeType="withEffect">
                                      <p:stCondLst>
                                        <p:cond delay="400"/>
                                      </p:stCondLst>
                                      <p:childTnLst>
                                        <p:set>
                                          <p:cBhvr>
                                            <p:cTn id="84" dur="1" fill="hold">
                                              <p:stCondLst>
                                                <p:cond delay="0"/>
                                              </p:stCondLst>
                                            </p:cTn>
                                            <p:tgtEl>
                                              <p:spTgt spid="113"/>
                                            </p:tgtEl>
                                            <p:attrNameLst>
                                              <p:attrName>style.visibility</p:attrName>
                                            </p:attrNameLst>
                                          </p:cBhvr>
                                          <p:to>
                                            <p:strVal val="visible"/>
                                          </p:to>
                                        </p:set>
                                        <p:anim calcmode="lin" valueType="num">
                                          <p:cBhvr>
                                            <p:cTn id="85" dur="500" fill="hold"/>
                                            <p:tgtEl>
                                              <p:spTgt spid="113"/>
                                            </p:tgtEl>
                                            <p:attrNameLst>
                                              <p:attrName>ppt_w</p:attrName>
                                            </p:attrNameLst>
                                          </p:cBhvr>
                                          <p:tavLst>
                                            <p:tav tm="0">
                                              <p:val>
                                                <p:fltVal val="0"/>
                                              </p:val>
                                            </p:tav>
                                            <p:tav tm="100000">
                                              <p:val>
                                                <p:strVal val="#ppt_w"/>
                                              </p:val>
                                            </p:tav>
                                          </p:tavLst>
                                        </p:anim>
                                        <p:anim calcmode="lin" valueType="num">
                                          <p:cBhvr>
                                            <p:cTn id="86" dur="500" fill="hold"/>
                                            <p:tgtEl>
                                              <p:spTgt spid="113"/>
                                            </p:tgtEl>
                                            <p:attrNameLst>
                                              <p:attrName>ppt_h</p:attrName>
                                            </p:attrNameLst>
                                          </p:cBhvr>
                                          <p:tavLst>
                                            <p:tav tm="0">
                                              <p:val>
                                                <p:fltVal val="0"/>
                                              </p:val>
                                            </p:tav>
                                            <p:tav tm="100000">
                                              <p:val>
                                                <p:strVal val="#ppt_h"/>
                                              </p:val>
                                            </p:tav>
                                          </p:tavLst>
                                        </p:anim>
                                        <p:animEffect transition="in" filter="fade">
                                          <p:cBhvr>
                                            <p:cTn id="87" dur="500"/>
                                            <p:tgtEl>
                                              <p:spTgt spid="113"/>
                                            </p:tgtEl>
                                          </p:cBhvr>
                                        </p:animEffect>
                                      </p:childTnLst>
                                    </p:cTn>
                                  </p:par>
                                  <p:par>
                                    <p:cTn id="88" presetID="53" presetClass="entr" presetSubtype="16" fill="hold" grpId="0" nodeType="withEffect">
                                      <p:stCondLst>
                                        <p:cond delay="400"/>
                                      </p:stCondLst>
                                      <p:childTnLst>
                                        <p:set>
                                          <p:cBhvr>
                                            <p:cTn id="89" dur="1" fill="hold">
                                              <p:stCondLst>
                                                <p:cond delay="0"/>
                                              </p:stCondLst>
                                            </p:cTn>
                                            <p:tgtEl>
                                              <p:spTgt spid="114"/>
                                            </p:tgtEl>
                                            <p:attrNameLst>
                                              <p:attrName>style.visibility</p:attrName>
                                            </p:attrNameLst>
                                          </p:cBhvr>
                                          <p:to>
                                            <p:strVal val="visible"/>
                                          </p:to>
                                        </p:set>
                                        <p:anim calcmode="lin" valueType="num">
                                          <p:cBhvr>
                                            <p:cTn id="90" dur="500" fill="hold"/>
                                            <p:tgtEl>
                                              <p:spTgt spid="114"/>
                                            </p:tgtEl>
                                            <p:attrNameLst>
                                              <p:attrName>ppt_w</p:attrName>
                                            </p:attrNameLst>
                                          </p:cBhvr>
                                          <p:tavLst>
                                            <p:tav tm="0">
                                              <p:val>
                                                <p:fltVal val="0"/>
                                              </p:val>
                                            </p:tav>
                                            <p:tav tm="100000">
                                              <p:val>
                                                <p:strVal val="#ppt_w"/>
                                              </p:val>
                                            </p:tav>
                                          </p:tavLst>
                                        </p:anim>
                                        <p:anim calcmode="lin" valueType="num">
                                          <p:cBhvr>
                                            <p:cTn id="91" dur="500" fill="hold"/>
                                            <p:tgtEl>
                                              <p:spTgt spid="114"/>
                                            </p:tgtEl>
                                            <p:attrNameLst>
                                              <p:attrName>ppt_h</p:attrName>
                                            </p:attrNameLst>
                                          </p:cBhvr>
                                          <p:tavLst>
                                            <p:tav tm="0">
                                              <p:val>
                                                <p:fltVal val="0"/>
                                              </p:val>
                                            </p:tav>
                                            <p:tav tm="100000">
                                              <p:val>
                                                <p:strVal val="#ppt_h"/>
                                              </p:val>
                                            </p:tav>
                                          </p:tavLst>
                                        </p:anim>
                                        <p:animEffect transition="in" filter="fade">
                                          <p:cBhvr>
                                            <p:cTn id="92" dur="500"/>
                                            <p:tgtEl>
                                              <p:spTgt spid="114"/>
                                            </p:tgtEl>
                                          </p:cBhvr>
                                        </p:animEffect>
                                      </p:childTnLst>
                                    </p:cTn>
                                  </p:par>
                                  <p:par>
                                    <p:cTn id="93" presetID="53" presetClass="entr" presetSubtype="16" fill="hold" grpId="0" nodeType="withEffect">
                                      <p:stCondLst>
                                        <p:cond delay="400"/>
                                      </p:stCondLst>
                                      <p:childTnLst>
                                        <p:set>
                                          <p:cBhvr>
                                            <p:cTn id="94" dur="1" fill="hold">
                                              <p:stCondLst>
                                                <p:cond delay="0"/>
                                              </p:stCondLst>
                                            </p:cTn>
                                            <p:tgtEl>
                                              <p:spTgt spid="115"/>
                                            </p:tgtEl>
                                            <p:attrNameLst>
                                              <p:attrName>style.visibility</p:attrName>
                                            </p:attrNameLst>
                                          </p:cBhvr>
                                          <p:to>
                                            <p:strVal val="visible"/>
                                          </p:to>
                                        </p:set>
                                        <p:anim calcmode="lin" valueType="num">
                                          <p:cBhvr>
                                            <p:cTn id="95" dur="500" fill="hold"/>
                                            <p:tgtEl>
                                              <p:spTgt spid="115"/>
                                            </p:tgtEl>
                                            <p:attrNameLst>
                                              <p:attrName>ppt_w</p:attrName>
                                            </p:attrNameLst>
                                          </p:cBhvr>
                                          <p:tavLst>
                                            <p:tav tm="0">
                                              <p:val>
                                                <p:fltVal val="0"/>
                                              </p:val>
                                            </p:tav>
                                            <p:tav tm="100000">
                                              <p:val>
                                                <p:strVal val="#ppt_w"/>
                                              </p:val>
                                            </p:tav>
                                          </p:tavLst>
                                        </p:anim>
                                        <p:anim calcmode="lin" valueType="num">
                                          <p:cBhvr>
                                            <p:cTn id="96" dur="500" fill="hold"/>
                                            <p:tgtEl>
                                              <p:spTgt spid="115"/>
                                            </p:tgtEl>
                                            <p:attrNameLst>
                                              <p:attrName>ppt_h</p:attrName>
                                            </p:attrNameLst>
                                          </p:cBhvr>
                                          <p:tavLst>
                                            <p:tav tm="0">
                                              <p:val>
                                                <p:fltVal val="0"/>
                                              </p:val>
                                            </p:tav>
                                            <p:tav tm="100000">
                                              <p:val>
                                                <p:strVal val="#ppt_h"/>
                                              </p:val>
                                            </p:tav>
                                          </p:tavLst>
                                        </p:anim>
                                        <p:animEffect transition="in" filter="fade">
                                          <p:cBhvr>
                                            <p:cTn id="97" dur="500"/>
                                            <p:tgtEl>
                                              <p:spTgt spid="115"/>
                                            </p:tgtEl>
                                          </p:cBhvr>
                                        </p:animEffect>
                                      </p:childTnLst>
                                    </p:cTn>
                                  </p:par>
                                  <p:par>
                                    <p:cTn id="98" presetID="53" presetClass="entr" presetSubtype="16" fill="hold" grpId="0" nodeType="withEffect">
                                      <p:stCondLst>
                                        <p:cond delay="400"/>
                                      </p:stCondLst>
                                      <p:childTnLst>
                                        <p:set>
                                          <p:cBhvr>
                                            <p:cTn id="99" dur="1" fill="hold">
                                              <p:stCondLst>
                                                <p:cond delay="0"/>
                                              </p:stCondLst>
                                            </p:cTn>
                                            <p:tgtEl>
                                              <p:spTgt spid="116"/>
                                            </p:tgtEl>
                                            <p:attrNameLst>
                                              <p:attrName>style.visibility</p:attrName>
                                            </p:attrNameLst>
                                          </p:cBhvr>
                                          <p:to>
                                            <p:strVal val="visible"/>
                                          </p:to>
                                        </p:set>
                                        <p:anim calcmode="lin" valueType="num">
                                          <p:cBhvr>
                                            <p:cTn id="100" dur="500" fill="hold"/>
                                            <p:tgtEl>
                                              <p:spTgt spid="116"/>
                                            </p:tgtEl>
                                            <p:attrNameLst>
                                              <p:attrName>ppt_w</p:attrName>
                                            </p:attrNameLst>
                                          </p:cBhvr>
                                          <p:tavLst>
                                            <p:tav tm="0">
                                              <p:val>
                                                <p:fltVal val="0"/>
                                              </p:val>
                                            </p:tav>
                                            <p:tav tm="100000">
                                              <p:val>
                                                <p:strVal val="#ppt_w"/>
                                              </p:val>
                                            </p:tav>
                                          </p:tavLst>
                                        </p:anim>
                                        <p:anim calcmode="lin" valueType="num">
                                          <p:cBhvr>
                                            <p:cTn id="101" dur="500" fill="hold"/>
                                            <p:tgtEl>
                                              <p:spTgt spid="116"/>
                                            </p:tgtEl>
                                            <p:attrNameLst>
                                              <p:attrName>ppt_h</p:attrName>
                                            </p:attrNameLst>
                                          </p:cBhvr>
                                          <p:tavLst>
                                            <p:tav tm="0">
                                              <p:val>
                                                <p:fltVal val="0"/>
                                              </p:val>
                                            </p:tav>
                                            <p:tav tm="100000">
                                              <p:val>
                                                <p:strVal val="#ppt_h"/>
                                              </p:val>
                                            </p:tav>
                                          </p:tavLst>
                                        </p:anim>
                                        <p:animEffect transition="in" filter="fade">
                                          <p:cBhvr>
                                            <p:cTn id="102" dur="500"/>
                                            <p:tgtEl>
                                              <p:spTgt spid="116"/>
                                            </p:tgtEl>
                                          </p:cBhvr>
                                        </p:animEffect>
                                      </p:childTnLst>
                                    </p:cTn>
                                  </p:par>
                                  <p:par>
                                    <p:cTn id="103" presetID="53" presetClass="entr" presetSubtype="16" fill="hold" grpId="0" nodeType="withEffect">
                                      <p:stCondLst>
                                        <p:cond delay="400"/>
                                      </p:stCondLst>
                                      <p:childTnLst>
                                        <p:set>
                                          <p:cBhvr>
                                            <p:cTn id="104" dur="1" fill="hold">
                                              <p:stCondLst>
                                                <p:cond delay="0"/>
                                              </p:stCondLst>
                                            </p:cTn>
                                            <p:tgtEl>
                                              <p:spTgt spid="117"/>
                                            </p:tgtEl>
                                            <p:attrNameLst>
                                              <p:attrName>style.visibility</p:attrName>
                                            </p:attrNameLst>
                                          </p:cBhvr>
                                          <p:to>
                                            <p:strVal val="visible"/>
                                          </p:to>
                                        </p:set>
                                        <p:anim calcmode="lin" valueType="num">
                                          <p:cBhvr>
                                            <p:cTn id="105" dur="500" fill="hold"/>
                                            <p:tgtEl>
                                              <p:spTgt spid="117"/>
                                            </p:tgtEl>
                                            <p:attrNameLst>
                                              <p:attrName>ppt_w</p:attrName>
                                            </p:attrNameLst>
                                          </p:cBhvr>
                                          <p:tavLst>
                                            <p:tav tm="0">
                                              <p:val>
                                                <p:fltVal val="0"/>
                                              </p:val>
                                            </p:tav>
                                            <p:tav tm="100000">
                                              <p:val>
                                                <p:strVal val="#ppt_w"/>
                                              </p:val>
                                            </p:tav>
                                          </p:tavLst>
                                        </p:anim>
                                        <p:anim calcmode="lin" valueType="num">
                                          <p:cBhvr>
                                            <p:cTn id="106" dur="500" fill="hold"/>
                                            <p:tgtEl>
                                              <p:spTgt spid="117"/>
                                            </p:tgtEl>
                                            <p:attrNameLst>
                                              <p:attrName>ppt_h</p:attrName>
                                            </p:attrNameLst>
                                          </p:cBhvr>
                                          <p:tavLst>
                                            <p:tav tm="0">
                                              <p:val>
                                                <p:fltVal val="0"/>
                                              </p:val>
                                            </p:tav>
                                            <p:tav tm="100000">
                                              <p:val>
                                                <p:strVal val="#ppt_h"/>
                                              </p:val>
                                            </p:tav>
                                          </p:tavLst>
                                        </p:anim>
                                        <p:animEffect transition="in" filter="fade">
                                          <p:cBhvr>
                                            <p:cTn id="107" dur="500"/>
                                            <p:tgtEl>
                                              <p:spTgt spid="117"/>
                                            </p:tgtEl>
                                          </p:cBhvr>
                                        </p:animEffect>
                                      </p:childTnLst>
                                    </p:cTn>
                                  </p:par>
                                  <p:par>
                                    <p:cTn id="108" presetID="53" presetClass="entr" presetSubtype="16" fill="hold" grpId="0" nodeType="withEffect">
                                      <p:stCondLst>
                                        <p:cond delay="400"/>
                                      </p:stCondLst>
                                      <p:childTnLst>
                                        <p:set>
                                          <p:cBhvr>
                                            <p:cTn id="109" dur="1" fill="hold">
                                              <p:stCondLst>
                                                <p:cond delay="0"/>
                                              </p:stCondLst>
                                            </p:cTn>
                                            <p:tgtEl>
                                              <p:spTgt spid="118"/>
                                            </p:tgtEl>
                                            <p:attrNameLst>
                                              <p:attrName>style.visibility</p:attrName>
                                            </p:attrNameLst>
                                          </p:cBhvr>
                                          <p:to>
                                            <p:strVal val="visible"/>
                                          </p:to>
                                        </p:set>
                                        <p:anim calcmode="lin" valueType="num">
                                          <p:cBhvr>
                                            <p:cTn id="110" dur="500" fill="hold"/>
                                            <p:tgtEl>
                                              <p:spTgt spid="118"/>
                                            </p:tgtEl>
                                            <p:attrNameLst>
                                              <p:attrName>ppt_w</p:attrName>
                                            </p:attrNameLst>
                                          </p:cBhvr>
                                          <p:tavLst>
                                            <p:tav tm="0">
                                              <p:val>
                                                <p:fltVal val="0"/>
                                              </p:val>
                                            </p:tav>
                                            <p:tav tm="100000">
                                              <p:val>
                                                <p:strVal val="#ppt_w"/>
                                              </p:val>
                                            </p:tav>
                                          </p:tavLst>
                                        </p:anim>
                                        <p:anim calcmode="lin" valueType="num">
                                          <p:cBhvr>
                                            <p:cTn id="111" dur="500" fill="hold"/>
                                            <p:tgtEl>
                                              <p:spTgt spid="118"/>
                                            </p:tgtEl>
                                            <p:attrNameLst>
                                              <p:attrName>ppt_h</p:attrName>
                                            </p:attrNameLst>
                                          </p:cBhvr>
                                          <p:tavLst>
                                            <p:tav tm="0">
                                              <p:val>
                                                <p:fltVal val="0"/>
                                              </p:val>
                                            </p:tav>
                                            <p:tav tm="100000">
                                              <p:val>
                                                <p:strVal val="#ppt_h"/>
                                              </p:val>
                                            </p:tav>
                                          </p:tavLst>
                                        </p:anim>
                                        <p:animEffect transition="in" filter="fade">
                                          <p:cBhvr>
                                            <p:cTn id="112" dur="500"/>
                                            <p:tgtEl>
                                              <p:spTgt spid="118"/>
                                            </p:tgtEl>
                                          </p:cBhvr>
                                        </p:animEffect>
                                      </p:childTnLst>
                                    </p:cTn>
                                  </p:par>
                                  <p:par>
                                    <p:cTn id="113" presetID="53" presetClass="entr" presetSubtype="16" fill="hold" grpId="0" nodeType="withEffect">
                                      <p:stCondLst>
                                        <p:cond delay="600"/>
                                      </p:stCondLst>
                                      <p:childTnLst>
                                        <p:set>
                                          <p:cBhvr>
                                            <p:cTn id="114" dur="1" fill="hold">
                                              <p:stCondLst>
                                                <p:cond delay="0"/>
                                              </p:stCondLst>
                                            </p:cTn>
                                            <p:tgtEl>
                                              <p:spTgt spid="119"/>
                                            </p:tgtEl>
                                            <p:attrNameLst>
                                              <p:attrName>style.visibility</p:attrName>
                                            </p:attrNameLst>
                                          </p:cBhvr>
                                          <p:to>
                                            <p:strVal val="visible"/>
                                          </p:to>
                                        </p:set>
                                        <p:anim calcmode="lin" valueType="num">
                                          <p:cBhvr>
                                            <p:cTn id="115" dur="500" fill="hold"/>
                                            <p:tgtEl>
                                              <p:spTgt spid="119"/>
                                            </p:tgtEl>
                                            <p:attrNameLst>
                                              <p:attrName>ppt_w</p:attrName>
                                            </p:attrNameLst>
                                          </p:cBhvr>
                                          <p:tavLst>
                                            <p:tav tm="0">
                                              <p:val>
                                                <p:fltVal val="0"/>
                                              </p:val>
                                            </p:tav>
                                            <p:tav tm="100000">
                                              <p:val>
                                                <p:strVal val="#ppt_w"/>
                                              </p:val>
                                            </p:tav>
                                          </p:tavLst>
                                        </p:anim>
                                        <p:anim calcmode="lin" valueType="num">
                                          <p:cBhvr>
                                            <p:cTn id="116" dur="500" fill="hold"/>
                                            <p:tgtEl>
                                              <p:spTgt spid="119"/>
                                            </p:tgtEl>
                                            <p:attrNameLst>
                                              <p:attrName>ppt_h</p:attrName>
                                            </p:attrNameLst>
                                          </p:cBhvr>
                                          <p:tavLst>
                                            <p:tav tm="0">
                                              <p:val>
                                                <p:fltVal val="0"/>
                                              </p:val>
                                            </p:tav>
                                            <p:tav tm="100000">
                                              <p:val>
                                                <p:strVal val="#ppt_h"/>
                                              </p:val>
                                            </p:tav>
                                          </p:tavLst>
                                        </p:anim>
                                        <p:animEffect transition="in" filter="fade">
                                          <p:cBhvr>
                                            <p:cTn id="117" dur="500"/>
                                            <p:tgtEl>
                                              <p:spTgt spid="119"/>
                                            </p:tgtEl>
                                          </p:cBhvr>
                                        </p:animEffect>
                                      </p:childTnLst>
                                    </p:cTn>
                                  </p:par>
                                  <p:par>
                                    <p:cTn id="118" presetID="53" presetClass="entr" presetSubtype="16" fill="hold" grpId="0" nodeType="withEffect">
                                      <p:stCondLst>
                                        <p:cond delay="600"/>
                                      </p:stCondLst>
                                      <p:childTnLst>
                                        <p:set>
                                          <p:cBhvr>
                                            <p:cTn id="119" dur="1" fill="hold">
                                              <p:stCondLst>
                                                <p:cond delay="0"/>
                                              </p:stCondLst>
                                            </p:cTn>
                                            <p:tgtEl>
                                              <p:spTgt spid="120"/>
                                            </p:tgtEl>
                                            <p:attrNameLst>
                                              <p:attrName>style.visibility</p:attrName>
                                            </p:attrNameLst>
                                          </p:cBhvr>
                                          <p:to>
                                            <p:strVal val="visible"/>
                                          </p:to>
                                        </p:set>
                                        <p:anim calcmode="lin" valueType="num">
                                          <p:cBhvr>
                                            <p:cTn id="120" dur="500" fill="hold"/>
                                            <p:tgtEl>
                                              <p:spTgt spid="120"/>
                                            </p:tgtEl>
                                            <p:attrNameLst>
                                              <p:attrName>ppt_w</p:attrName>
                                            </p:attrNameLst>
                                          </p:cBhvr>
                                          <p:tavLst>
                                            <p:tav tm="0">
                                              <p:val>
                                                <p:fltVal val="0"/>
                                              </p:val>
                                            </p:tav>
                                            <p:tav tm="100000">
                                              <p:val>
                                                <p:strVal val="#ppt_w"/>
                                              </p:val>
                                            </p:tav>
                                          </p:tavLst>
                                        </p:anim>
                                        <p:anim calcmode="lin" valueType="num">
                                          <p:cBhvr>
                                            <p:cTn id="121" dur="500" fill="hold"/>
                                            <p:tgtEl>
                                              <p:spTgt spid="120"/>
                                            </p:tgtEl>
                                            <p:attrNameLst>
                                              <p:attrName>ppt_h</p:attrName>
                                            </p:attrNameLst>
                                          </p:cBhvr>
                                          <p:tavLst>
                                            <p:tav tm="0">
                                              <p:val>
                                                <p:fltVal val="0"/>
                                              </p:val>
                                            </p:tav>
                                            <p:tav tm="100000">
                                              <p:val>
                                                <p:strVal val="#ppt_h"/>
                                              </p:val>
                                            </p:tav>
                                          </p:tavLst>
                                        </p:anim>
                                        <p:animEffect transition="in" filter="fade">
                                          <p:cBhvr>
                                            <p:cTn id="122" dur="500"/>
                                            <p:tgtEl>
                                              <p:spTgt spid="120"/>
                                            </p:tgtEl>
                                          </p:cBhvr>
                                        </p:animEffect>
                                      </p:childTnLst>
                                    </p:cTn>
                                  </p:par>
                                  <p:par>
                                    <p:cTn id="123" presetID="53" presetClass="entr" presetSubtype="16" fill="hold" grpId="0" nodeType="withEffect">
                                      <p:stCondLst>
                                        <p:cond delay="600"/>
                                      </p:stCondLst>
                                      <p:childTnLst>
                                        <p:set>
                                          <p:cBhvr>
                                            <p:cTn id="124" dur="1" fill="hold">
                                              <p:stCondLst>
                                                <p:cond delay="0"/>
                                              </p:stCondLst>
                                            </p:cTn>
                                            <p:tgtEl>
                                              <p:spTgt spid="121"/>
                                            </p:tgtEl>
                                            <p:attrNameLst>
                                              <p:attrName>style.visibility</p:attrName>
                                            </p:attrNameLst>
                                          </p:cBhvr>
                                          <p:to>
                                            <p:strVal val="visible"/>
                                          </p:to>
                                        </p:set>
                                        <p:anim calcmode="lin" valueType="num">
                                          <p:cBhvr>
                                            <p:cTn id="125" dur="500" fill="hold"/>
                                            <p:tgtEl>
                                              <p:spTgt spid="121"/>
                                            </p:tgtEl>
                                            <p:attrNameLst>
                                              <p:attrName>ppt_w</p:attrName>
                                            </p:attrNameLst>
                                          </p:cBhvr>
                                          <p:tavLst>
                                            <p:tav tm="0">
                                              <p:val>
                                                <p:fltVal val="0"/>
                                              </p:val>
                                            </p:tav>
                                            <p:tav tm="100000">
                                              <p:val>
                                                <p:strVal val="#ppt_w"/>
                                              </p:val>
                                            </p:tav>
                                          </p:tavLst>
                                        </p:anim>
                                        <p:anim calcmode="lin" valueType="num">
                                          <p:cBhvr>
                                            <p:cTn id="126" dur="500" fill="hold"/>
                                            <p:tgtEl>
                                              <p:spTgt spid="121"/>
                                            </p:tgtEl>
                                            <p:attrNameLst>
                                              <p:attrName>ppt_h</p:attrName>
                                            </p:attrNameLst>
                                          </p:cBhvr>
                                          <p:tavLst>
                                            <p:tav tm="0">
                                              <p:val>
                                                <p:fltVal val="0"/>
                                              </p:val>
                                            </p:tav>
                                            <p:tav tm="100000">
                                              <p:val>
                                                <p:strVal val="#ppt_h"/>
                                              </p:val>
                                            </p:tav>
                                          </p:tavLst>
                                        </p:anim>
                                        <p:animEffect transition="in" filter="fade">
                                          <p:cBhvr>
                                            <p:cTn id="127" dur="500"/>
                                            <p:tgtEl>
                                              <p:spTgt spid="121"/>
                                            </p:tgtEl>
                                          </p:cBhvr>
                                        </p:animEffect>
                                      </p:childTnLst>
                                    </p:cTn>
                                  </p:par>
                                  <p:par>
                                    <p:cTn id="128" presetID="53" presetClass="entr" presetSubtype="16" fill="hold" grpId="0" nodeType="withEffect">
                                      <p:stCondLst>
                                        <p:cond delay="600"/>
                                      </p:stCondLst>
                                      <p:childTnLst>
                                        <p:set>
                                          <p:cBhvr>
                                            <p:cTn id="129" dur="1" fill="hold">
                                              <p:stCondLst>
                                                <p:cond delay="0"/>
                                              </p:stCondLst>
                                            </p:cTn>
                                            <p:tgtEl>
                                              <p:spTgt spid="122"/>
                                            </p:tgtEl>
                                            <p:attrNameLst>
                                              <p:attrName>style.visibility</p:attrName>
                                            </p:attrNameLst>
                                          </p:cBhvr>
                                          <p:to>
                                            <p:strVal val="visible"/>
                                          </p:to>
                                        </p:set>
                                        <p:anim calcmode="lin" valueType="num">
                                          <p:cBhvr>
                                            <p:cTn id="130" dur="500" fill="hold"/>
                                            <p:tgtEl>
                                              <p:spTgt spid="122"/>
                                            </p:tgtEl>
                                            <p:attrNameLst>
                                              <p:attrName>ppt_w</p:attrName>
                                            </p:attrNameLst>
                                          </p:cBhvr>
                                          <p:tavLst>
                                            <p:tav tm="0">
                                              <p:val>
                                                <p:fltVal val="0"/>
                                              </p:val>
                                            </p:tav>
                                            <p:tav tm="100000">
                                              <p:val>
                                                <p:strVal val="#ppt_w"/>
                                              </p:val>
                                            </p:tav>
                                          </p:tavLst>
                                        </p:anim>
                                        <p:anim calcmode="lin" valueType="num">
                                          <p:cBhvr>
                                            <p:cTn id="131" dur="500" fill="hold"/>
                                            <p:tgtEl>
                                              <p:spTgt spid="122"/>
                                            </p:tgtEl>
                                            <p:attrNameLst>
                                              <p:attrName>ppt_h</p:attrName>
                                            </p:attrNameLst>
                                          </p:cBhvr>
                                          <p:tavLst>
                                            <p:tav tm="0">
                                              <p:val>
                                                <p:fltVal val="0"/>
                                              </p:val>
                                            </p:tav>
                                            <p:tav tm="100000">
                                              <p:val>
                                                <p:strVal val="#ppt_h"/>
                                              </p:val>
                                            </p:tav>
                                          </p:tavLst>
                                        </p:anim>
                                        <p:animEffect transition="in" filter="fade">
                                          <p:cBhvr>
                                            <p:cTn id="132" dur="500"/>
                                            <p:tgtEl>
                                              <p:spTgt spid="122"/>
                                            </p:tgtEl>
                                          </p:cBhvr>
                                        </p:animEffect>
                                      </p:childTnLst>
                                    </p:cTn>
                                  </p:par>
                                  <p:par>
                                    <p:cTn id="133" presetID="53" presetClass="entr" presetSubtype="16" fill="hold" grpId="0" nodeType="withEffect">
                                      <p:stCondLst>
                                        <p:cond delay="600"/>
                                      </p:stCondLst>
                                      <p:childTnLst>
                                        <p:set>
                                          <p:cBhvr>
                                            <p:cTn id="134" dur="1" fill="hold">
                                              <p:stCondLst>
                                                <p:cond delay="0"/>
                                              </p:stCondLst>
                                            </p:cTn>
                                            <p:tgtEl>
                                              <p:spTgt spid="123"/>
                                            </p:tgtEl>
                                            <p:attrNameLst>
                                              <p:attrName>style.visibility</p:attrName>
                                            </p:attrNameLst>
                                          </p:cBhvr>
                                          <p:to>
                                            <p:strVal val="visible"/>
                                          </p:to>
                                        </p:set>
                                        <p:anim calcmode="lin" valueType="num">
                                          <p:cBhvr>
                                            <p:cTn id="135" dur="500" fill="hold"/>
                                            <p:tgtEl>
                                              <p:spTgt spid="123"/>
                                            </p:tgtEl>
                                            <p:attrNameLst>
                                              <p:attrName>ppt_w</p:attrName>
                                            </p:attrNameLst>
                                          </p:cBhvr>
                                          <p:tavLst>
                                            <p:tav tm="0">
                                              <p:val>
                                                <p:fltVal val="0"/>
                                              </p:val>
                                            </p:tav>
                                            <p:tav tm="100000">
                                              <p:val>
                                                <p:strVal val="#ppt_w"/>
                                              </p:val>
                                            </p:tav>
                                          </p:tavLst>
                                        </p:anim>
                                        <p:anim calcmode="lin" valueType="num">
                                          <p:cBhvr>
                                            <p:cTn id="136" dur="500" fill="hold"/>
                                            <p:tgtEl>
                                              <p:spTgt spid="123"/>
                                            </p:tgtEl>
                                            <p:attrNameLst>
                                              <p:attrName>ppt_h</p:attrName>
                                            </p:attrNameLst>
                                          </p:cBhvr>
                                          <p:tavLst>
                                            <p:tav tm="0">
                                              <p:val>
                                                <p:fltVal val="0"/>
                                              </p:val>
                                            </p:tav>
                                            <p:tav tm="100000">
                                              <p:val>
                                                <p:strVal val="#ppt_h"/>
                                              </p:val>
                                            </p:tav>
                                          </p:tavLst>
                                        </p:anim>
                                        <p:animEffect transition="in" filter="fade">
                                          <p:cBhvr>
                                            <p:cTn id="137" dur="500"/>
                                            <p:tgtEl>
                                              <p:spTgt spid="123"/>
                                            </p:tgtEl>
                                          </p:cBhvr>
                                        </p:animEffect>
                                      </p:childTnLst>
                                    </p:cTn>
                                  </p:par>
                                  <p:par>
                                    <p:cTn id="138" presetID="53" presetClass="entr" presetSubtype="16" fill="hold" grpId="0" nodeType="withEffect">
                                      <p:stCondLst>
                                        <p:cond delay="600"/>
                                      </p:stCondLst>
                                      <p:childTnLst>
                                        <p:set>
                                          <p:cBhvr>
                                            <p:cTn id="139" dur="1" fill="hold">
                                              <p:stCondLst>
                                                <p:cond delay="0"/>
                                              </p:stCondLst>
                                            </p:cTn>
                                            <p:tgtEl>
                                              <p:spTgt spid="124"/>
                                            </p:tgtEl>
                                            <p:attrNameLst>
                                              <p:attrName>style.visibility</p:attrName>
                                            </p:attrNameLst>
                                          </p:cBhvr>
                                          <p:to>
                                            <p:strVal val="visible"/>
                                          </p:to>
                                        </p:set>
                                        <p:anim calcmode="lin" valueType="num">
                                          <p:cBhvr>
                                            <p:cTn id="140" dur="500" fill="hold"/>
                                            <p:tgtEl>
                                              <p:spTgt spid="124"/>
                                            </p:tgtEl>
                                            <p:attrNameLst>
                                              <p:attrName>ppt_w</p:attrName>
                                            </p:attrNameLst>
                                          </p:cBhvr>
                                          <p:tavLst>
                                            <p:tav tm="0">
                                              <p:val>
                                                <p:fltVal val="0"/>
                                              </p:val>
                                            </p:tav>
                                            <p:tav tm="100000">
                                              <p:val>
                                                <p:strVal val="#ppt_w"/>
                                              </p:val>
                                            </p:tav>
                                          </p:tavLst>
                                        </p:anim>
                                        <p:anim calcmode="lin" valueType="num">
                                          <p:cBhvr>
                                            <p:cTn id="141" dur="500" fill="hold"/>
                                            <p:tgtEl>
                                              <p:spTgt spid="124"/>
                                            </p:tgtEl>
                                            <p:attrNameLst>
                                              <p:attrName>ppt_h</p:attrName>
                                            </p:attrNameLst>
                                          </p:cBhvr>
                                          <p:tavLst>
                                            <p:tav tm="0">
                                              <p:val>
                                                <p:fltVal val="0"/>
                                              </p:val>
                                            </p:tav>
                                            <p:tav tm="100000">
                                              <p:val>
                                                <p:strVal val="#ppt_h"/>
                                              </p:val>
                                            </p:tav>
                                          </p:tavLst>
                                        </p:anim>
                                        <p:animEffect transition="in" filter="fade">
                                          <p:cBhvr>
                                            <p:cTn id="142" dur="500"/>
                                            <p:tgtEl>
                                              <p:spTgt spid="124"/>
                                            </p:tgtEl>
                                          </p:cBhvr>
                                        </p:animEffect>
                                      </p:childTnLst>
                                    </p:cTn>
                                  </p:par>
                                  <p:par>
                                    <p:cTn id="143" presetID="53" presetClass="entr" presetSubtype="16" fill="hold" grpId="0" nodeType="withEffect">
                                      <p:stCondLst>
                                        <p:cond delay="600"/>
                                      </p:stCondLst>
                                      <p:childTnLst>
                                        <p:set>
                                          <p:cBhvr>
                                            <p:cTn id="144" dur="1" fill="hold">
                                              <p:stCondLst>
                                                <p:cond delay="0"/>
                                              </p:stCondLst>
                                            </p:cTn>
                                            <p:tgtEl>
                                              <p:spTgt spid="125"/>
                                            </p:tgtEl>
                                            <p:attrNameLst>
                                              <p:attrName>style.visibility</p:attrName>
                                            </p:attrNameLst>
                                          </p:cBhvr>
                                          <p:to>
                                            <p:strVal val="visible"/>
                                          </p:to>
                                        </p:set>
                                        <p:anim calcmode="lin" valueType="num">
                                          <p:cBhvr>
                                            <p:cTn id="145" dur="500" fill="hold"/>
                                            <p:tgtEl>
                                              <p:spTgt spid="125"/>
                                            </p:tgtEl>
                                            <p:attrNameLst>
                                              <p:attrName>ppt_w</p:attrName>
                                            </p:attrNameLst>
                                          </p:cBhvr>
                                          <p:tavLst>
                                            <p:tav tm="0">
                                              <p:val>
                                                <p:fltVal val="0"/>
                                              </p:val>
                                            </p:tav>
                                            <p:tav tm="100000">
                                              <p:val>
                                                <p:strVal val="#ppt_w"/>
                                              </p:val>
                                            </p:tav>
                                          </p:tavLst>
                                        </p:anim>
                                        <p:anim calcmode="lin" valueType="num">
                                          <p:cBhvr>
                                            <p:cTn id="146" dur="500" fill="hold"/>
                                            <p:tgtEl>
                                              <p:spTgt spid="125"/>
                                            </p:tgtEl>
                                            <p:attrNameLst>
                                              <p:attrName>ppt_h</p:attrName>
                                            </p:attrNameLst>
                                          </p:cBhvr>
                                          <p:tavLst>
                                            <p:tav tm="0">
                                              <p:val>
                                                <p:fltVal val="0"/>
                                              </p:val>
                                            </p:tav>
                                            <p:tav tm="100000">
                                              <p:val>
                                                <p:strVal val="#ppt_h"/>
                                              </p:val>
                                            </p:tav>
                                          </p:tavLst>
                                        </p:anim>
                                        <p:animEffect transition="in" filter="fade">
                                          <p:cBhvr>
                                            <p:cTn id="147" dur="500"/>
                                            <p:tgtEl>
                                              <p:spTgt spid="125"/>
                                            </p:tgtEl>
                                          </p:cBhvr>
                                        </p:animEffect>
                                      </p:childTnLst>
                                    </p:cTn>
                                  </p:par>
                                  <p:par>
                                    <p:cTn id="148" presetID="53" presetClass="entr" presetSubtype="16" fill="hold" grpId="0" nodeType="withEffect">
                                      <p:stCondLst>
                                        <p:cond delay="600"/>
                                      </p:stCondLst>
                                      <p:childTnLst>
                                        <p:set>
                                          <p:cBhvr>
                                            <p:cTn id="149" dur="1" fill="hold">
                                              <p:stCondLst>
                                                <p:cond delay="0"/>
                                              </p:stCondLst>
                                            </p:cTn>
                                            <p:tgtEl>
                                              <p:spTgt spid="126"/>
                                            </p:tgtEl>
                                            <p:attrNameLst>
                                              <p:attrName>style.visibility</p:attrName>
                                            </p:attrNameLst>
                                          </p:cBhvr>
                                          <p:to>
                                            <p:strVal val="visible"/>
                                          </p:to>
                                        </p:set>
                                        <p:anim calcmode="lin" valueType="num">
                                          <p:cBhvr>
                                            <p:cTn id="150" dur="500" fill="hold"/>
                                            <p:tgtEl>
                                              <p:spTgt spid="126"/>
                                            </p:tgtEl>
                                            <p:attrNameLst>
                                              <p:attrName>ppt_w</p:attrName>
                                            </p:attrNameLst>
                                          </p:cBhvr>
                                          <p:tavLst>
                                            <p:tav tm="0">
                                              <p:val>
                                                <p:fltVal val="0"/>
                                              </p:val>
                                            </p:tav>
                                            <p:tav tm="100000">
                                              <p:val>
                                                <p:strVal val="#ppt_w"/>
                                              </p:val>
                                            </p:tav>
                                          </p:tavLst>
                                        </p:anim>
                                        <p:anim calcmode="lin" valueType="num">
                                          <p:cBhvr>
                                            <p:cTn id="151" dur="500" fill="hold"/>
                                            <p:tgtEl>
                                              <p:spTgt spid="126"/>
                                            </p:tgtEl>
                                            <p:attrNameLst>
                                              <p:attrName>ppt_h</p:attrName>
                                            </p:attrNameLst>
                                          </p:cBhvr>
                                          <p:tavLst>
                                            <p:tav tm="0">
                                              <p:val>
                                                <p:fltVal val="0"/>
                                              </p:val>
                                            </p:tav>
                                            <p:tav tm="100000">
                                              <p:val>
                                                <p:strVal val="#ppt_h"/>
                                              </p:val>
                                            </p:tav>
                                          </p:tavLst>
                                        </p:anim>
                                        <p:animEffect transition="in" filter="fade">
                                          <p:cBhvr>
                                            <p:cTn id="152" dur="500"/>
                                            <p:tgtEl>
                                              <p:spTgt spid="126"/>
                                            </p:tgtEl>
                                          </p:cBhvr>
                                        </p:animEffect>
                                      </p:childTnLst>
                                    </p:cTn>
                                  </p:par>
                                  <p:par>
                                    <p:cTn id="153" presetID="53" presetClass="entr" presetSubtype="16" fill="hold" grpId="0" nodeType="withEffect">
                                      <p:stCondLst>
                                        <p:cond delay="800"/>
                                      </p:stCondLst>
                                      <p:childTnLst>
                                        <p:set>
                                          <p:cBhvr>
                                            <p:cTn id="154" dur="1" fill="hold">
                                              <p:stCondLst>
                                                <p:cond delay="0"/>
                                              </p:stCondLst>
                                            </p:cTn>
                                            <p:tgtEl>
                                              <p:spTgt spid="127"/>
                                            </p:tgtEl>
                                            <p:attrNameLst>
                                              <p:attrName>style.visibility</p:attrName>
                                            </p:attrNameLst>
                                          </p:cBhvr>
                                          <p:to>
                                            <p:strVal val="visible"/>
                                          </p:to>
                                        </p:set>
                                        <p:anim calcmode="lin" valueType="num">
                                          <p:cBhvr>
                                            <p:cTn id="155" dur="500" fill="hold"/>
                                            <p:tgtEl>
                                              <p:spTgt spid="127"/>
                                            </p:tgtEl>
                                            <p:attrNameLst>
                                              <p:attrName>ppt_w</p:attrName>
                                            </p:attrNameLst>
                                          </p:cBhvr>
                                          <p:tavLst>
                                            <p:tav tm="0">
                                              <p:val>
                                                <p:fltVal val="0"/>
                                              </p:val>
                                            </p:tav>
                                            <p:tav tm="100000">
                                              <p:val>
                                                <p:strVal val="#ppt_w"/>
                                              </p:val>
                                            </p:tav>
                                          </p:tavLst>
                                        </p:anim>
                                        <p:anim calcmode="lin" valueType="num">
                                          <p:cBhvr>
                                            <p:cTn id="156" dur="500" fill="hold"/>
                                            <p:tgtEl>
                                              <p:spTgt spid="127"/>
                                            </p:tgtEl>
                                            <p:attrNameLst>
                                              <p:attrName>ppt_h</p:attrName>
                                            </p:attrNameLst>
                                          </p:cBhvr>
                                          <p:tavLst>
                                            <p:tav tm="0">
                                              <p:val>
                                                <p:fltVal val="0"/>
                                              </p:val>
                                            </p:tav>
                                            <p:tav tm="100000">
                                              <p:val>
                                                <p:strVal val="#ppt_h"/>
                                              </p:val>
                                            </p:tav>
                                          </p:tavLst>
                                        </p:anim>
                                        <p:animEffect transition="in" filter="fade">
                                          <p:cBhvr>
                                            <p:cTn id="157" dur="500"/>
                                            <p:tgtEl>
                                              <p:spTgt spid="127"/>
                                            </p:tgtEl>
                                          </p:cBhvr>
                                        </p:animEffect>
                                      </p:childTnLst>
                                    </p:cTn>
                                  </p:par>
                                  <p:par>
                                    <p:cTn id="158" presetID="53" presetClass="entr" presetSubtype="16" fill="hold" grpId="0" nodeType="withEffect">
                                      <p:stCondLst>
                                        <p:cond delay="800"/>
                                      </p:stCondLst>
                                      <p:childTnLst>
                                        <p:set>
                                          <p:cBhvr>
                                            <p:cTn id="159" dur="1" fill="hold">
                                              <p:stCondLst>
                                                <p:cond delay="0"/>
                                              </p:stCondLst>
                                            </p:cTn>
                                            <p:tgtEl>
                                              <p:spTgt spid="128"/>
                                            </p:tgtEl>
                                            <p:attrNameLst>
                                              <p:attrName>style.visibility</p:attrName>
                                            </p:attrNameLst>
                                          </p:cBhvr>
                                          <p:to>
                                            <p:strVal val="visible"/>
                                          </p:to>
                                        </p:set>
                                        <p:anim calcmode="lin" valueType="num">
                                          <p:cBhvr>
                                            <p:cTn id="160" dur="500" fill="hold"/>
                                            <p:tgtEl>
                                              <p:spTgt spid="128"/>
                                            </p:tgtEl>
                                            <p:attrNameLst>
                                              <p:attrName>ppt_w</p:attrName>
                                            </p:attrNameLst>
                                          </p:cBhvr>
                                          <p:tavLst>
                                            <p:tav tm="0">
                                              <p:val>
                                                <p:fltVal val="0"/>
                                              </p:val>
                                            </p:tav>
                                            <p:tav tm="100000">
                                              <p:val>
                                                <p:strVal val="#ppt_w"/>
                                              </p:val>
                                            </p:tav>
                                          </p:tavLst>
                                        </p:anim>
                                        <p:anim calcmode="lin" valueType="num">
                                          <p:cBhvr>
                                            <p:cTn id="161" dur="500" fill="hold"/>
                                            <p:tgtEl>
                                              <p:spTgt spid="128"/>
                                            </p:tgtEl>
                                            <p:attrNameLst>
                                              <p:attrName>ppt_h</p:attrName>
                                            </p:attrNameLst>
                                          </p:cBhvr>
                                          <p:tavLst>
                                            <p:tav tm="0">
                                              <p:val>
                                                <p:fltVal val="0"/>
                                              </p:val>
                                            </p:tav>
                                            <p:tav tm="100000">
                                              <p:val>
                                                <p:strVal val="#ppt_h"/>
                                              </p:val>
                                            </p:tav>
                                          </p:tavLst>
                                        </p:anim>
                                        <p:animEffect transition="in" filter="fade">
                                          <p:cBhvr>
                                            <p:cTn id="162" dur="500"/>
                                            <p:tgtEl>
                                              <p:spTgt spid="128"/>
                                            </p:tgtEl>
                                          </p:cBhvr>
                                        </p:animEffect>
                                      </p:childTnLst>
                                    </p:cTn>
                                  </p:par>
                                  <p:par>
                                    <p:cTn id="163" presetID="53" presetClass="entr" presetSubtype="16" fill="hold" grpId="0" nodeType="withEffect">
                                      <p:stCondLst>
                                        <p:cond delay="800"/>
                                      </p:stCondLst>
                                      <p:childTnLst>
                                        <p:set>
                                          <p:cBhvr>
                                            <p:cTn id="164" dur="1" fill="hold">
                                              <p:stCondLst>
                                                <p:cond delay="0"/>
                                              </p:stCondLst>
                                            </p:cTn>
                                            <p:tgtEl>
                                              <p:spTgt spid="129"/>
                                            </p:tgtEl>
                                            <p:attrNameLst>
                                              <p:attrName>style.visibility</p:attrName>
                                            </p:attrNameLst>
                                          </p:cBhvr>
                                          <p:to>
                                            <p:strVal val="visible"/>
                                          </p:to>
                                        </p:set>
                                        <p:anim calcmode="lin" valueType="num">
                                          <p:cBhvr>
                                            <p:cTn id="165" dur="500" fill="hold"/>
                                            <p:tgtEl>
                                              <p:spTgt spid="129"/>
                                            </p:tgtEl>
                                            <p:attrNameLst>
                                              <p:attrName>ppt_w</p:attrName>
                                            </p:attrNameLst>
                                          </p:cBhvr>
                                          <p:tavLst>
                                            <p:tav tm="0">
                                              <p:val>
                                                <p:fltVal val="0"/>
                                              </p:val>
                                            </p:tav>
                                            <p:tav tm="100000">
                                              <p:val>
                                                <p:strVal val="#ppt_w"/>
                                              </p:val>
                                            </p:tav>
                                          </p:tavLst>
                                        </p:anim>
                                        <p:anim calcmode="lin" valueType="num">
                                          <p:cBhvr>
                                            <p:cTn id="166" dur="500" fill="hold"/>
                                            <p:tgtEl>
                                              <p:spTgt spid="129"/>
                                            </p:tgtEl>
                                            <p:attrNameLst>
                                              <p:attrName>ppt_h</p:attrName>
                                            </p:attrNameLst>
                                          </p:cBhvr>
                                          <p:tavLst>
                                            <p:tav tm="0">
                                              <p:val>
                                                <p:fltVal val="0"/>
                                              </p:val>
                                            </p:tav>
                                            <p:tav tm="100000">
                                              <p:val>
                                                <p:strVal val="#ppt_h"/>
                                              </p:val>
                                            </p:tav>
                                          </p:tavLst>
                                        </p:anim>
                                        <p:animEffect transition="in" filter="fade">
                                          <p:cBhvr>
                                            <p:cTn id="167" dur="500"/>
                                            <p:tgtEl>
                                              <p:spTgt spid="129"/>
                                            </p:tgtEl>
                                          </p:cBhvr>
                                        </p:animEffect>
                                      </p:childTnLst>
                                    </p:cTn>
                                  </p:par>
                                  <p:par>
                                    <p:cTn id="168" presetID="53" presetClass="entr" presetSubtype="16" fill="hold" grpId="0" nodeType="withEffect">
                                      <p:stCondLst>
                                        <p:cond delay="800"/>
                                      </p:stCondLst>
                                      <p:childTnLst>
                                        <p:set>
                                          <p:cBhvr>
                                            <p:cTn id="169" dur="1" fill="hold">
                                              <p:stCondLst>
                                                <p:cond delay="0"/>
                                              </p:stCondLst>
                                            </p:cTn>
                                            <p:tgtEl>
                                              <p:spTgt spid="130"/>
                                            </p:tgtEl>
                                            <p:attrNameLst>
                                              <p:attrName>style.visibility</p:attrName>
                                            </p:attrNameLst>
                                          </p:cBhvr>
                                          <p:to>
                                            <p:strVal val="visible"/>
                                          </p:to>
                                        </p:set>
                                        <p:anim calcmode="lin" valueType="num">
                                          <p:cBhvr>
                                            <p:cTn id="170" dur="500" fill="hold"/>
                                            <p:tgtEl>
                                              <p:spTgt spid="130"/>
                                            </p:tgtEl>
                                            <p:attrNameLst>
                                              <p:attrName>ppt_w</p:attrName>
                                            </p:attrNameLst>
                                          </p:cBhvr>
                                          <p:tavLst>
                                            <p:tav tm="0">
                                              <p:val>
                                                <p:fltVal val="0"/>
                                              </p:val>
                                            </p:tav>
                                            <p:tav tm="100000">
                                              <p:val>
                                                <p:strVal val="#ppt_w"/>
                                              </p:val>
                                            </p:tav>
                                          </p:tavLst>
                                        </p:anim>
                                        <p:anim calcmode="lin" valueType="num">
                                          <p:cBhvr>
                                            <p:cTn id="171" dur="500" fill="hold"/>
                                            <p:tgtEl>
                                              <p:spTgt spid="130"/>
                                            </p:tgtEl>
                                            <p:attrNameLst>
                                              <p:attrName>ppt_h</p:attrName>
                                            </p:attrNameLst>
                                          </p:cBhvr>
                                          <p:tavLst>
                                            <p:tav tm="0">
                                              <p:val>
                                                <p:fltVal val="0"/>
                                              </p:val>
                                            </p:tav>
                                            <p:tav tm="100000">
                                              <p:val>
                                                <p:strVal val="#ppt_h"/>
                                              </p:val>
                                            </p:tav>
                                          </p:tavLst>
                                        </p:anim>
                                        <p:animEffect transition="in" filter="fade">
                                          <p:cBhvr>
                                            <p:cTn id="172" dur="500"/>
                                            <p:tgtEl>
                                              <p:spTgt spid="130"/>
                                            </p:tgtEl>
                                          </p:cBhvr>
                                        </p:animEffect>
                                      </p:childTnLst>
                                    </p:cTn>
                                  </p:par>
                                  <p:par>
                                    <p:cTn id="173" presetID="53" presetClass="entr" presetSubtype="16" fill="hold" grpId="0" nodeType="withEffect">
                                      <p:stCondLst>
                                        <p:cond delay="800"/>
                                      </p:stCondLst>
                                      <p:childTnLst>
                                        <p:set>
                                          <p:cBhvr>
                                            <p:cTn id="174" dur="1" fill="hold">
                                              <p:stCondLst>
                                                <p:cond delay="0"/>
                                              </p:stCondLst>
                                            </p:cTn>
                                            <p:tgtEl>
                                              <p:spTgt spid="131"/>
                                            </p:tgtEl>
                                            <p:attrNameLst>
                                              <p:attrName>style.visibility</p:attrName>
                                            </p:attrNameLst>
                                          </p:cBhvr>
                                          <p:to>
                                            <p:strVal val="visible"/>
                                          </p:to>
                                        </p:set>
                                        <p:anim calcmode="lin" valueType="num">
                                          <p:cBhvr>
                                            <p:cTn id="175" dur="500" fill="hold"/>
                                            <p:tgtEl>
                                              <p:spTgt spid="131"/>
                                            </p:tgtEl>
                                            <p:attrNameLst>
                                              <p:attrName>ppt_w</p:attrName>
                                            </p:attrNameLst>
                                          </p:cBhvr>
                                          <p:tavLst>
                                            <p:tav tm="0">
                                              <p:val>
                                                <p:fltVal val="0"/>
                                              </p:val>
                                            </p:tav>
                                            <p:tav tm="100000">
                                              <p:val>
                                                <p:strVal val="#ppt_w"/>
                                              </p:val>
                                            </p:tav>
                                          </p:tavLst>
                                        </p:anim>
                                        <p:anim calcmode="lin" valueType="num">
                                          <p:cBhvr>
                                            <p:cTn id="176" dur="500" fill="hold"/>
                                            <p:tgtEl>
                                              <p:spTgt spid="131"/>
                                            </p:tgtEl>
                                            <p:attrNameLst>
                                              <p:attrName>ppt_h</p:attrName>
                                            </p:attrNameLst>
                                          </p:cBhvr>
                                          <p:tavLst>
                                            <p:tav tm="0">
                                              <p:val>
                                                <p:fltVal val="0"/>
                                              </p:val>
                                            </p:tav>
                                            <p:tav tm="100000">
                                              <p:val>
                                                <p:strVal val="#ppt_h"/>
                                              </p:val>
                                            </p:tav>
                                          </p:tavLst>
                                        </p:anim>
                                        <p:animEffect transition="in" filter="fade">
                                          <p:cBhvr>
                                            <p:cTn id="177" dur="500"/>
                                            <p:tgtEl>
                                              <p:spTgt spid="131"/>
                                            </p:tgtEl>
                                          </p:cBhvr>
                                        </p:animEffect>
                                      </p:childTnLst>
                                    </p:cTn>
                                  </p:par>
                                  <p:par>
                                    <p:cTn id="178" presetID="53" presetClass="entr" presetSubtype="16" fill="hold" grpId="0" nodeType="withEffect">
                                      <p:stCondLst>
                                        <p:cond delay="800"/>
                                      </p:stCondLst>
                                      <p:childTnLst>
                                        <p:set>
                                          <p:cBhvr>
                                            <p:cTn id="179" dur="1" fill="hold">
                                              <p:stCondLst>
                                                <p:cond delay="0"/>
                                              </p:stCondLst>
                                            </p:cTn>
                                            <p:tgtEl>
                                              <p:spTgt spid="132"/>
                                            </p:tgtEl>
                                            <p:attrNameLst>
                                              <p:attrName>style.visibility</p:attrName>
                                            </p:attrNameLst>
                                          </p:cBhvr>
                                          <p:to>
                                            <p:strVal val="visible"/>
                                          </p:to>
                                        </p:set>
                                        <p:anim calcmode="lin" valueType="num">
                                          <p:cBhvr>
                                            <p:cTn id="180" dur="500" fill="hold"/>
                                            <p:tgtEl>
                                              <p:spTgt spid="132"/>
                                            </p:tgtEl>
                                            <p:attrNameLst>
                                              <p:attrName>ppt_w</p:attrName>
                                            </p:attrNameLst>
                                          </p:cBhvr>
                                          <p:tavLst>
                                            <p:tav tm="0">
                                              <p:val>
                                                <p:fltVal val="0"/>
                                              </p:val>
                                            </p:tav>
                                            <p:tav tm="100000">
                                              <p:val>
                                                <p:strVal val="#ppt_w"/>
                                              </p:val>
                                            </p:tav>
                                          </p:tavLst>
                                        </p:anim>
                                        <p:anim calcmode="lin" valueType="num">
                                          <p:cBhvr>
                                            <p:cTn id="181" dur="500" fill="hold"/>
                                            <p:tgtEl>
                                              <p:spTgt spid="132"/>
                                            </p:tgtEl>
                                            <p:attrNameLst>
                                              <p:attrName>ppt_h</p:attrName>
                                            </p:attrNameLst>
                                          </p:cBhvr>
                                          <p:tavLst>
                                            <p:tav tm="0">
                                              <p:val>
                                                <p:fltVal val="0"/>
                                              </p:val>
                                            </p:tav>
                                            <p:tav tm="100000">
                                              <p:val>
                                                <p:strVal val="#ppt_h"/>
                                              </p:val>
                                            </p:tav>
                                          </p:tavLst>
                                        </p:anim>
                                        <p:animEffect transition="in" filter="fade">
                                          <p:cBhvr>
                                            <p:cTn id="182" dur="500"/>
                                            <p:tgtEl>
                                              <p:spTgt spid="132"/>
                                            </p:tgtEl>
                                          </p:cBhvr>
                                        </p:animEffect>
                                      </p:childTnLst>
                                    </p:cTn>
                                  </p:par>
                                  <p:par>
                                    <p:cTn id="183" presetID="53" presetClass="entr" presetSubtype="16" fill="hold" grpId="0" nodeType="withEffect">
                                      <p:stCondLst>
                                        <p:cond delay="800"/>
                                      </p:stCondLst>
                                      <p:childTnLst>
                                        <p:set>
                                          <p:cBhvr>
                                            <p:cTn id="184" dur="1" fill="hold">
                                              <p:stCondLst>
                                                <p:cond delay="0"/>
                                              </p:stCondLst>
                                            </p:cTn>
                                            <p:tgtEl>
                                              <p:spTgt spid="133"/>
                                            </p:tgtEl>
                                            <p:attrNameLst>
                                              <p:attrName>style.visibility</p:attrName>
                                            </p:attrNameLst>
                                          </p:cBhvr>
                                          <p:to>
                                            <p:strVal val="visible"/>
                                          </p:to>
                                        </p:set>
                                        <p:anim calcmode="lin" valueType="num">
                                          <p:cBhvr>
                                            <p:cTn id="185" dur="500" fill="hold"/>
                                            <p:tgtEl>
                                              <p:spTgt spid="133"/>
                                            </p:tgtEl>
                                            <p:attrNameLst>
                                              <p:attrName>ppt_w</p:attrName>
                                            </p:attrNameLst>
                                          </p:cBhvr>
                                          <p:tavLst>
                                            <p:tav tm="0">
                                              <p:val>
                                                <p:fltVal val="0"/>
                                              </p:val>
                                            </p:tav>
                                            <p:tav tm="100000">
                                              <p:val>
                                                <p:strVal val="#ppt_w"/>
                                              </p:val>
                                            </p:tav>
                                          </p:tavLst>
                                        </p:anim>
                                        <p:anim calcmode="lin" valueType="num">
                                          <p:cBhvr>
                                            <p:cTn id="186" dur="500" fill="hold"/>
                                            <p:tgtEl>
                                              <p:spTgt spid="133"/>
                                            </p:tgtEl>
                                            <p:attrNameLst>
                                              <p:attrName>ppt_h</p:attrName>
                                            </p:attrNameLst>
                                          </p:cBhvr>
                                          <p:tavLst>
                                            <p:tav tm="0">
                                              <p:val>
                                                <p:fltVal val="0"/>
                                              </p:val>
                                            </p:tav>
                                            <p:tav tm="100000">
                                              <p:val>
                                                <p:strVal val="#ppt_h"/>
                                              </p:val>
                                            </p:tav>
                                          </p:tavLst>
                                        </p:anim>
                                        <p:animEffect transition="in" filter="fade">
                                          <p:cBhvr>
                                            <p:cTn id="187" dur="500"/>
                                            <p:tgtEl>
                                              <p:spTgt spid="133"/>
                                            </p:tgtEl>
                                          </p:cBhvr>
                                        </p:animEffect>
                                      </p:childTnLst>
                                    </p:cTn>
                                  </p:par>
                                  <p:par>
                                    <p:cTn id="188" presetID="53" presetClass="entr" presetSubtype="16" fill="hold" grpId="0" nodeType="withEffect">
                                      <p:stCondLst>
                                        <p:cond delay="1000"/>
                                      </p:stCondLst>
                                      <p:childTnLst>
                                        <p:set>
                                          <p:cBhvr>
                                            <p:cTn id="189" dur="1" fill="hold">
                                              <p:stCondLst>
                                                <p:cond delay="0"/>
                                              </p:stCondLst>
                                            </p:cTn>
                                            <p:tgtEl>
                                              <p:spTgt spid="134"/>
                                            </p:tgtEl>
                                            <p:attrNameLst>
                                              <p:attrName>style.visibility</p:attrName>
                                            </p:attrNameLst>
                                          </p:cBhvr>
                                          <p:to>
                                            <p:strVal val="visible"/>
                                          </p:to>
                                        </p:set>
                                        <p:anim calcmode="lin" valueType="num">
                                          <p:cBhvr>
                                            <p:cTn id="190" dur="500" fill="hold"/>
                                            <p:tgtEl>
                                              <p:spTgt spid="134"/>
                                            </p:tgtEl>
                                            <p:attrNameLst>
                                              <p:attrName>ppt_w</p:attrName>
                                            </p:attrNameLst>
                                          </p:cBhvr>
                                          <p:tavLst>
                                            <p:tav tm="0">
                                              <p:val>
                                                <p:fltVal val="0"/>
                                              </p:val>
                                            </p:tav>
                                            <p:tav tm="100000">
                                              <p:val>
                                                <p:strVal val="#ppt_w"/>
                                              </p:val>
                                            </p:tav>
                                          </p:tavLst>
                                        </p:anim>
                                        <p:anim calcmode="lin" valueType="num">
                                          <p:cBhvr>
                                            <p:cTn id="191" dur="500" fill="hold"/>
                                            <p:tgtEl>
                                              <p:spTgt spid="134"/>
                                            </p:tgtEl>
                                            <p:attrNameLst>
                                              <p:attrName>ppt_h</p:attrName>
                                            </p:attrNameLst>
                                          </p:cBhvr>
                                          <p:tavLst>
                                            <p:tav tm="0">
                                              <p:val>
                                                <p:fltVal val="0"/>
                                              </p:val>
                                            </p:tav>
                                            <p:tav tm="100000">
                                              <p:val>
                                                <p:strVal val="#ppt_h"/>
                                              </p:val>
                                            </p:tav>
                                          </p:tavLst>
                                        </p:anim>
                                        <p:animEffect transition="in" filter="fade">
                                          <p:cBhvr>
                                            <p:cTn id="192" dur="500"/>
                                            <p:tgtEl>
                                              <p:spTgt spid="134"/>
                                            </p:tgtEl>
                                          </p:cBhvr>
                                        </p:animEffect>
                                      </p:childTnLst>
                                    </p:cTn>
                                  </p:par>
                                  <p:par>
                                    <p:cTn id="193" presetID="53" presetClass="entr" presetSubtype="16" fill="hold" grpId="0" nodeType="withEffect">
                                      <p:stCondLst>
                                        <p:cond delay="1000"/>
                                      </p:stCondLst>
                                      <p:childTnLst>
                                        <p:set>
                                          <p:cBhvr>
                                            <p:cTn id="194" dur="1" fill="hold">
                                              <p:stCondLst>
                                                <p:cond delay="0"/>
                                              </p:stCondLst>
                                            </p:cTn>
                                            <p:tgtEl>
                                              <p:spTgt spid="135"/>
                                            </p:tgtEl>
                                            <p:attrNameLst>
                                              <p:attrName>style.visibility</p:attrName>
                                            </p:attrNameLst>
                                          </p:cBhvr>
                                          <p:to>
                                            <p:strVal val="visible"/>
                                          </p:to>
                                        </p:set>
                                        <p:anim calcmode="lin" valueType="num">
                                          <p:cBhvr>
                                            <p:cTn id="195" dur="500" fill="hold"/>
                                            <p:tgtEl>
                                              <p:spTgt spid="135"/>
                                            </p:tgtEl>
                                            <p:attrNameLst>
                                              <p:attrName>ppt_w</p:attrName>
                                            </p:attrNameLst>
                                          </p:cBhvr>
                                          <p:tavLst>
                                            <p:tav tm="0">
                                              <p:val>
                                                <p:fltVal val="0"/>
                                              </p:val>
                                            </p:tav>
                                            <p:tav tm="100000">
                                              <p:val>
                                                <p:strVal val="#ppt_w"/>
                                              </p:val>
                                            </p:tav>
                                          </p:tavLst>
                                        </p:anim>
                                        <p:anim calcmode="lin" valueType="num">
                                          <p:cBhvr>
                                            <p:cTn id="196" dur="500" fill="hold"/>
                                            <p:tgtEl>
                                              <p:spTgt spid="135"/>
                                            </p:tgtEl>
                                            <p:attrNameLst>
                                              <p:attrName>ppt_h</p:attrName>
                                            </p:attrNameLst>
                                          </p:cBhvr>
                                          <p:tavLst>
                                            <p:tav tm="0">
                                              <p:val>
                                                <p:fltVal val="0"/>
                                              </p:val>
                                            </p:tav>
                                            <p:tav tm="100000">
                                              <p:val>
                                                <p:strVal val="#ppt_h"/>
                                              </p:val>
                                            </p:tav>
                                          </p:tavLst>
                                        </p:anim>
                                        <p:animEffect transition="in" filter="fade">
                                          <p:cBhvr>
                                            <p:cTn id="197" dur="500"/>
                                            <p:tgtEl>
                                              <p:spTgt spid="135"/>
                                            </p:tgtEl>
                                          </p:cBhvr>
                                        </p:animEffect>
                                      </p:childTnLst>
                                    </p:cTn>
                                  </p:par>
                                  <p:par>
                                    <p:cTn id="198" presetID="53" presetClass="entr" presetSubtype="16" fill="hold" grpId="0" nodeType="withEffect">
                                      <p:stCondLst>
                                        <p:cond delay="1000"/>
                                      </p:stCondLst>
                                      <p:childTnLst>
                                        <p:set>
                                          <p:cBhvr>
                                            <p:cTn id="199" dur="1" fill="hold">
                                              <p:stCondLst>
                                                <p:cond delay="0"/>
                                              </p:stCondLst>
                                            </p:cTn>
                                            <p:tgtEl>
                                              <p:spTgt spid="136"/>
                                            </p:tgtEl>
                                            <p:attrNameLst>
                                              <p:attrName>style.visibility</p:attrName>
                                            </p:attrNameLst>
                                          </p:cBhvr>
                                          <p:to>
                                            <p:strVal val="visible"/>
                                          </p:to>
                                        </p:set>
                                        <p:anim calcmode="lin" valueType="num">
                                          <p:cBhvr>
                                            <p:cTn id="200" dur="500" fill="hold"/>
                                            <p:tgtEl>
                                              <p:spTgt spid="136"/>
                                            </p:tgtEl>
                                            <p:attrNameLst>
                                              <p:attrName>ppt_w</p:attrName>
                                            </p:attrNameLst>
                                          </p:cBhvr>
                                          <p:tavLst>
                                            <p:tav tm="0">
                                              <p:val>
                                                <p:fltVal val="0"/>
                                              </p:val>
                                            </p:tav>
                                            <p:tav tm="100000">
                                              <p:val>
                                                <p:strVal val="#ppt_w"/>
                                              </p:val>
                                            </p:tav>
                                          </p:tavLst>
                                        </p:anim>
                                        <p:anim calcmode="lin" valueType="num">
                                          <p:cBhvr>
                                            <p:cTn id="201" dur="500" fill="hold"/>
                                            <p:tgtEl>
                                              <p:spTgt spid="136"/>
                                            </p:tgtEl>
                                            <p:attrNameLst>
                                              <p:attrName>ppt_h</p:attrName>
                                            </p:attrNameLst>
                                          </p:cBhvr>
                                          <p:tavLst>
                                            <p:tav tm="0">
                                              <p:val>
                                                <p:fltVal val="0"/>
                                              </p:val>
                                            </p:tav>
                                            <p:tav tm="100000">
                                              <p:val>
                                                <p:strVal val="#ppt_h"/>
                                              </p:val>
                                            </p:tav>
                                          </p:tavLst>
                                        </p:anim>
                                        <p:animEffect transition="in" filter="fade">
                                          <p:cBhvr>
                                            <p:cTn id="202" dur="500"/>
                                            <p:tgtEl>
                                              <p:spTgt spid="136"/>
                                            </p:tgtEl>
                                          </p:cBhvr>
                                        </p:animEffect>
                                      </p:childTnLst>
                                    </p:cTn>
                                  </p:par>
                                  <p:par>
                                    <p:cTn id="203" presetID="53" presetClass="entr" presetSubtype="16" fill="hold" grpId="0" nodeType="withEffect">
                                      <p:stCondLst>
                                        <p:cond delay="1000"/>
                                      </p:stCondLst>
                                      <p:childTnLst>
                                        <p:set>
                                          <p:cBhvr>
                                            <p:cTn id="204" dur="1" fill="hold">
                                              <p:stCondLst>
                                                <p:cond delay="0"/>
                                              </p:stCondLst>
                                            </p:cTn>
                                            <p:tgtEl>
                                              <p:spTgt spid="137"/>
                                            </p:tgtEl>
                                            <p:attrNameLst>
                                              <p:attrName>style.visibility</p:attrName>
                                            </p:attrNameLst>
                                          </p:cBhvr>
                                          <p:to>
                                            <p:strVal val="visible"/>
                                          </p:to>
                                        </p:set>
                                        <p:anim calcmode="lin" valueType="num">
                                          <p:cBhvr>
                                            <p:cTn id="205" dur="500" fill="hold"/>
                                            <p:tgtEl>
                                              <p:spTgt spid="137"/>
                                            </p:tgtEl>
                                            <p:attrNameLst>
                                              <p:attrName>ppt_w</p:attrName>
                                            </p:attrNameLst>
                                          </p:cBhvr>
                                          <p:tavLst>
                                            <p:tav tm="0">
                                              <p:val>
                                                <p:fltVal val="0"/>
                                              </p:val>
                                            </p:tav>
                                            <p:tav tm="100000">
                                              <p:val>
                                                <p:strVal val="#ppt_w"/>
                                              </p:val>
                                            </p:tav>
                                          </p:tavLst>
                                        </p:anim>
                                        <p:anim calcmode="lin" valueType="num">
                                          <p:cBhvr>
                                            <p:cTn id="206" dur="500" fill="hold"/>
                                            <p:tgtEl>
                                              <p:spTgt spid="137"/>
                                            </p:tgtEl>
                                            <p:attrNameLst>
                                              <p:attrName>ppt_h</p:attrName>
                                            </p:attrNameLst>
                                          </p:cBhvr>
                                          <p:tavLst>
                                            <p:tav tm="0">
                                              <p:val>
                                                <p:fltVal val="0"/>
                                              </p:val>
                                            </p:tav>
                                            <p:tav tm="100000">
                                              <p:val>
                                                <p:strVal val="#ppt_h"/>
                                              </p:val>
                                            </p:tav>
                                          </p:tavLst>
                                        </p:anim>
                                        <p:animEffect transition="in" filter="fade">
                                          <p:cBhvr>
                                            <p:cTn id="207" dur="500"/>
                                            <p:tgtEl>
                                              <p:spTgt spid="137"/>
                                            </p:tgtEl>
                                          </p:cBhvr>
                                        </p:animEffect>
                                      </p:childTnLst>
                                    </p:cTn>
                                  </p:par>
                                  <p:par>
                                    <p:cTn id="208" presetID="53" presetClass="entr" presetSubtype="16" fill="hold" grpId="0" nodeType="withEffect">
                                      <p:stCondLst>
                                        <p:cond delay="1000"/>
                                      </p:stCondLst>
                                      <p:childTnLst>
                                        <p:set>
                                          <p:cBhvr>
                                            <p:cTn id="209" dur="1" fill="hold">
                                              <p:stCondLst>
                                                <p:cond delay="0"/>
                                              </p:stCondLst>
                                            </p:cTn>
                                            <p:tgtEl>
                                              <p:spTgt spid="138"/>
                                            </p:tgtEl>
                                            <p:attrNameLst>
                                              <p:attrName>style.visibility</p:attrName>
                                            </p:attrNameLst>
                                          </p:cBhvr>
                                          <p:to>
                                            <p:strVal val="visible"/>
                                          </p:to>
                                        </p:set>
                                        <p:anim calcmode="lin" valueType="num">
                                          <p:cBhvr>
                                            <p:cTn id="210" dur="500" fill="hold"/>
                                            <p:tgtEl>
                                              <p:spTgt spid="138"/>
                                            </p:tgtEl>
                                            <p:attrNameLst>
                                              <p:attrName>ppt_w</p:attrName>
                                            </p:attrNameLst>
                                          </p:cBhvr>
                                          <p:tavLst>
                                            <p:tav tm="0">
                                              <p:val>
                                                <p:fltVal val="0"/>
                                              </p:val>
                                            </p:tav>
                                            <p:tav tm="100000">
                                              <p:val>
                                                <p:strVal val="#ppt_w"/>
                                              </p:val>
                                            </p:tav>
                                          </p:tavLst>
                                        </p:anim>
                                        <p:anim calcmode="lin" valueType="num">
                                          <p:cBhvr>
                                            <p:cTn id="211" dur="500" fill="hold"/>
                                            <p:tgtEl>
                                              <p:spTgt spid="138"/>
                                            </p:tgtEl>
                                            <p:attrNameLst>
                                              <p:attrName>ppt_h</p:attrName>
                                            </p:attrNameLst>
                                          </p:cBhvr>
                                          <p:tavLst>
                                            <p:tav tm="0">
                                              <p:val>
                                                <p:fltVal val="0"/>
                                              </p:val>
                                            </p:tav>
                                            <p:tav tm="100000">
                                              <p:val>
                                                <p:strVal val="#ppt_h"/>
                                              </p:val>
                                            </p:tav>
                                          </p:tavLst>
                                        </p:anim>
                                        <p:animEffect transition="in" filter="fade">
                                          <p:cBhvr>
                                            <p:cTn id="212" dur="500"/>
                                            <p:tgtEl>
                                              <p:spTgt spid="138"/>
                                            </p:tgtEl>
                                          </p:cBhvr>
                                        </p:animEffect>
                                      </p:childTnLst>
                                    </p:cTn>
                                  </p:par>
                                  <p:par>
                                    <p:cTn id="213" presetID="53" presetClass="entr" presetSubtype="16" fill="hold" grpId="0" nodeType="withEffect">
                                      <p:stCondLst>
                                        <p:cond delay="1000"/>
                                      </p:stCondLst>
                                      <p:childTnLst>
                                        <p:set>
                                          <p:cBhvr>
                                            <p:cTn id="214" dur="1" fill="hold">
                                              <p:stCondLst>
                                                <p:cond delay="0"/>
                                              </p:stCondLst>
                                            </p:cTn>
                                            <p:tgtEl>
                                              <p:spTgt spid="139"/>
                                            </p:tgtEl>
                                            <p:attrNameLst>
                                              <p:attrName>style.visibility</p:attrName>
                                            </p:attrNameLst>
                                          </p:cBhvr>
                                          <p:to>
                                            <p:strVal val="visible"/>
                                          </p:to>
                                        </p:set>
                                        <p:anim calcmode="lin" valueType="num">
                                          <p:cBhvr>
                                            <p:cTn id="215" dur="500" fill="hold"/>
                                            <p:tgtEl>
                                              <p:spTgt spid="139"/>
                                            </p:tgtEl>
                                            <p:attrNameLst>
                                              <p:attrName>ppt_w</p:attrName>
                                            </p:attrNameLst>
                                          </p:cBhvr>
                                          <p:tavLst>
                                            <p:tav tm="0">
                                              <p:val>
                                                <p:fltVal val="0"/>
                                              </p:val>
                                            </p:tav>
                                            <p:tav tm="100000">
                                              <p:val>
                                                <p:strVal val="#ppt_w"/>
                                              </p:val>
                                            </p:tav>
                                          </p:tavLst>
                                        </p:anim>
                                        <p:anim calcmode="lin" valueType="num">
                                          <p:cBhvr>
                                            <p:cTn id="216" dur="500" fill="hold"/>
                                            <p:tgtEl>
                                              <p:spTgt spid="139"/>
                                            </p:tgtEl>
                                            <p:attrNameLst>
                                              <p:attrName>ppt_h</p:attrName>
                                            </p:attrNameLst>
                                          </p:cBhvr>
                                          <p:tavLst>
                                            <p:tav tm="0">
                                              <p:val>
                                                <p:fltVal val="0"/>
                                              </p:val>
                                            </p:tav>
                                            <p:tav tm="100000">
                                              <p:val>
                                                <p:strVal val="#ppt_h"/>
                                              </p:val>
                                            </p:tav>
                                          </p:tavLst>
                                        </p:anim>
                                        <p:animEffect transition="in" filter="fade">
                                          <p:cBhvr>
                                            <p:cTn id="217" dur="500"/>
                                            <p:tgtEl>
                                              <p:spTgt spid="139"/>
                                            </p:tgtEl>
                                          </p:cBhvr>
                                        </p:animEffect>
                                      </p:childTnLst>
                                    </p:cTn>
                                  </p:par>
                                  <p:par>
                                    <p:cTn id="218" presetID="53" presetClass="entr" presetSubtype="16" fill="hold" grpId="0" nodeType="withEffect">
                                      <p:stCondLst>
                                        <p:cond delay="1000"/>
                                      </p:stCondLst>
                                      <p:childTnLst>
                                        <p:set>
                                          <p:cBhvr>
                                            <p:cTn id="219" dur="1" fill="hold">
                                              <p:stCondLst>
                                                <p:cond delay="0"/>
                                              </p:stCondLst>
                                            </p:cTn>
                                            <p:tgtEl>
                                              <p:spTgt spid="140"/>
                                            </p:tgtEl>
                                            <p:attrNameLst>
                                              <p:attrName>style.visibility</p:attrName>
                                            </p:attrNameLst>
                                          </p:cBhvr>
                                          <p:to>
                                            <p:strVal val="visible"/>
                                          </p:to>
                                        </p:set>
                                        <p:anim calcmode="lin" valueType="num">
                                          <p:cBhvr>
                                            <p:cTn id="220" dur="500" fill="hold"/>
                                            <p:tgtEl>
                                              <p:spTgt spid="140"/>
                                            </p:tgtEl>
                                            <p:attrNameLst>
                                              <p:attrName>ppt_w</p:attrName>
                                            </p:attrNameLst>
                                          </p:cBhvr>
                                          <p:tavLst>
                                            <p:tav tm="0">
                                              <p:val>
                                                <p:fltVal val="0"/>
                                              </p:val>
                                            </p:tav>
                                            <p:tav tm="100000">
                                              <p:val>
                                                <p:strVal val="#ppt_w"/>
                                              </p:val>
                                            </p:tav>
                                          </p:tavLst>
                                        </p:anim>
                                        <p:anim calcmode="lin" valueType="num">
                                          <p:cBhvr>
                                            <p:cTn id="221" dur="500" fill="hold"/>
                                            <p:tgtEl>
                                              <p:spTgt spid="140"/>
                                            </p:tgtEl>
                                            <p:attrNameLst>
                                              <p:attrName>ppt_h</p:attrName>
                                            </p:attrNameLst>
                                          </p:cBhvr>
                                          <p:tavLst>
                                            <p:tav tm="0">
                                              <p:val>
                                                <p:fltVal val="0"/>
                                              </p:val>
                                            </p:tav>
                                            <p:tav tm="100000">
                                              <p:val>
                                                <p:strVal val="#ppt_h"/>
                                              </p:val>
                                            </p:tav>
                                          </p:tavLst>
                                        </p:anim>
                                        <p:animEffect transition="in" filter="fade">
                                          <p:cBhvr>
                                            <p:cTn id="222" dur="500"/>
                                            <p:tgtEl>
                                              <p:spTgt spid="140"/>
                                            </p:tgtEl>
                                          </p:cBhvr>
                                        </p:animEffect>
                                      </p:childTnLst>
                                    </p:cTn>
                                  </p:par>
                                  <p:par>
                                    <p:cTn id="223" presetID="2" presetClass="entr" presetSubtype="4" fill="hold" grpId="0" nodeType="withEffect" p14:presetBounceEnd="67000">
                                      <p:stCondLst>
                                        <p:cond delay="250"/>
                                      </p:stCondLst>
                                      <p:childTnLst>
                                        <p:set>
                                          <p:cBhvr>
                                            <p:cTn id="224" dur="1" fill="hold">
                                              <p:stCondLst>
                                                <p:cond delay="0"/>
                                              </p:stCondLst>
                                            </p:cTn>
                                            <p:tgtEl>
                                              <p:spTgt spid="218"/>
                                            </p:tgtEl>
                                            <p:attrNameLst>
                                              <p:attrName>style.visibility</p:attrName>
                                            </p:attrNameLst>
                                          </p:cBhvr>
                                          <p:to>
                                            <p:strVal val="visible"/>
                                          </p:to>
                                        </p:set>
                                        <p:anim calcmode="lin" valueType="num" p14:bounceEnd="67000">
                                          <p:cBhvr additive="base">
                                            <p:cTn id="225" dur="1000" fill="hold"/>
                                            <p:tgtEl>
                                              <p:spTgt spid="218"/>
                                            </p:tgtEl>
                                            <p:attrNameLst>
                                              <p:attrName>ppt_x</p:attrName>
                                            </p:attrNameLst>
                                          </p:cBhvr>
                                          <p:tavLst>
                                            <p:tav tm="0">
                                              <p:val>
                                                <p:strVal val="#ppt_x"/>
                                              </p:val>
                                            </p:tav>
                                            <p:tav tm="100000">
                                              <p:val>
                                                <p:strVal val="#ppt_x"/>
                                              </p:val>
                                            </p:tav>
                                          </p:tavLst>
                                        </p:anim>
                                        <p:anim calcmode="lin" valueType="num" p14:bounceEnd="67000">
                                          <p:cBhvr additive="base">
                                            <p:cTn id="226" dur="1000" fill="hold"/>
                                            <p:tgtEl>
                                              <p:spTgt spid="218"/>
                                            </p:tgtEl>
                                            <p:attrNameLst>
                                              <p:attrName>ppt_y</p:attrName>
                                            </p:attrNameLst>
                                          </p:cBhvr>
                                          <p:tavLst>
                                            <p:tav tm="0">
                                              <p:val>
                                                <p:strVal val="1+#ppt_h/2"/>
                                              </p:val>
                                            </p:tav>
                                            <p:tav tm="100000">
                                              <p:val>
                                                <p:strVal val="#ppt_y"/>
                                              </p:val>
                                            </p:tav>
                                          </p:tavLst>
                                        </p:anim>
                                      </p:childTnLst>
                                    </p:cTn>
                                  </p:par>
                                  <p:par>
                                    <p:cTn id="227" presetID="2" presetClass="entr" presetSubtype="4" fill="hold" grpId="0" nodeType="withEffect" p14:presetBounceEnd="67000">
                                      <p:stCondLst>
                                        <p:cond delay="250"/>
                                      </p:stCondLst>
                                      <p:childTnLst>
                                        <p:set>
                                          <p:cBhvr>
                                            <p:cTn id="228" dur="1" fill="hold">
                                              <p:stCondLst>
                                                <p:cond delay="0"/>
                                              </p:stCondLst>
                                            </p:cTn>
                                            <p:tgtEl>
                                              <p:spTgt spid="186"/>
                                            </p:tgtEl>
                                            <p:attrNameLst>
                                              <p:attrName>style.visibility</p:attrName>
                                            </p:attrNameLst>
                                          </p:cBhvr>
                                          <p:to>
                                            <p:strVal val="visible"/>
                                          </p:to>
                                        </p:set>
                                        <p:anim calcmode="lin" valueType="num" p14:bounceEnd="67000">
                                          <p:cBhvr additive="base">
                                            <p:cTn id="229" dur="1000" fill="hold"/>
                                            <p:tgtEl>
                                              <p:spTgt spid="186"/>
                                            </p:tgtEl>
                                            <p:attrNameLst>
                                              <p:attrName>ppt_x</p:attrName>
                                            </p:attrNameLst>
                                          </p:cBhvr>
                                          <p:tavLst>
                                            <p:tav tm="0">
                                              <p:val>
                                                <p:strVal val="#ppt_x"/>
                                              </p:val>
                                            </p:tav>
                                            <p:tav tm="100000">
                                              <p:val>
                                                <p:strVal val="#ppt_x"/>
                                              </p:val>
                                            </p:tav>
                                          </p:tavLst>
                                        </p:anim>
                                        <p:anim calcmode="lin" valueType="num" p14:bounceEnd="67000">
                                          <p:cBhvr additive="base">
                                            <p:cTn id="230" dur="1000" fill="hold"/>
                                            <p:tgtEl>
                                              <p:spTgt spid="186"/>
                                            </p:tgtEl>
                                            <p:attrNameLst>
                                              <p:attrName>ppt_y</p:attrName>
                                            </p:attrNameLst>
                                          </p:cBhvr>
                                          <p:tavLst>
                                            <p:tav tm="0">
                                              <p:val>
                                                <p:strVal val="1+#ppt_h/2"/>
                                              </p:val>
                                            </p:tav>
                                            <p:tav tm="100000">
                                              <p:val>
                                                <p:strVal val="#ppt_y"/>
                                              </p:val>
                                            </p:tav>
                                          </p:tavLst>
                                        </p:anim>
                                      </p:childTnLst>
                                    </p:cTn>
                                  </p:par>
                                  <p:par>
                                    <p:cTn id="231" presetID="2" presetClass="entr" presetSubtype="4" fill="hold" grpId="0" nodeType="withEffect" p14:presetBounceEnd="67000">
                                      <p:stCondLst>
                                        <p:cond delay="500"/>
                                      </p:stCondLst>
                                      <p:childTnLst>
                                        <p:set>
                                          <p:cBhvr>
                                            <p:cTn id="232" dur="1" fill="hold">
                                              <p:stCondLst>
                                                <p:cond delay="0"/>
                                              </p:stCondLst>
                                            </p:cTn>
                                            <p:tgtEl>
                                              <p:spTgt spid="189"/>
                                            </p:tgtEl>
                                            <p:attrNameLst>
                                              <p:attrName>style.visibility</p:attrName>
                                            </p:attrNameLst>
                                          </p:cBhvr>
                                          <p:to>
                                            <p:strVal val="visible"/>
                                          </p:to>
                                        </p:set>
                                        <p:anim calcmode="lin" valueType="num" p14:bounceEnd="67000">
                                          <p:cBhvr additive="base">
                                            <p:cTn id="233" dur="1000" fill="hold"/>
                                            <p:tgtEl>
                                              <p:spTgt spid="189"/>
                                            </p:tgtEl>
                                            <p:attrNameLst>
                                              <p:attrName>ppt_x</p:attrName>
                                            </p:attrNameLst>
                                          </p:cBhvr>
                                          <p:tavLst>
                                            <p:tav tm="0">
                                              <p:val>
                                                <p:strVal val="#ppt_x"/>
                                              </p:val>
                                            </p:tav>
                                            <p:tav tm="100000">
                                              <p:val>
                                                <p:strVal val="#ppt_x"/>
                                              </p:val>
                                            </p:tav>
                                          </p:tavLst>
                                        </p:anim>
                                        <p:anim calcmode="lin" valueType="num" p14:bounceEnd="67000">
                                          <p:cBhvr additive="base">
                                            <p:cTn id="234" dur="1000" fill="hold"/>
                                            <p:tgtEl>
                                              <p:spTgt spid="189"/>
                                            </p:tgtEl>
                                            <p:attrNameLst>
                                              <p:attrName>ppt_y</p:attrName>
                                            </p:attrNameLst>
                                          </p:cBhvr>
                                          <p:tavLst>
                                            <p:tav tm="0">
                                              <p:val>
                                                <p:strVal val="1+#ppt_h/2"/>
                                              </p:val>
                                            </p:tav>
                                            <p:tav tm="100000">
                                              <p:val>
                                                <p:strVal val="#ppt_y"/>
                                              </p:val>
                                            </p:tav>
                                          </p:tavLst>
                                        </p:anim>
                                      </p:childTnLst>
                                    </p:cTn>
                                  </p:par>
                                  <p:par>
                                    <p:cTn id="235" presetID="2" presetClass="entr" presetSubtype="4" fill="hold" grpId="0" nodeType="withEffect" p14:presetBounceEnd="67000">
                                      <p:stCondLst>
                                        <p:cond delay="500"/>
                                      </p:stCondLst>
                                      <p:childTnLst>
                                        <p:set>
                                          <p:cBhvr>
                                            <p:cTn id="236" dur="1" fill="hold">
                                              <p:stCondLst>
                                                <p:cond delay="0"/>
                                              </p:stCondLst>
                                            </p:cTn>
                                            <p:tgtEl>
                                              <p:spTgt spid="219"/>
                                            </p:tgtEl>
                                            <p:attrNameLst>
                                              <p:attrName>style.visibility</p:attrName>
                                            </p:attrNameLst>
                                          </p:cBhvr>
                                          <p:to>
                                            <p:strVal val="visible"/>
                                          </p:to>
                                        </p:set>
                                        <p:anim calcmode="lin" valueType="num" p14:bounceEnd="67000">
                                          <p:cBhvr additive="base">
                                            <p:cTn id="237" dur="1000" fill="hold"/>
                                            <p:tgtEl>
                                              <p:spTgt spid="219"/>
                                            </p:tgtEl>
                                            <p:attrNameLst>
                                              <p:attrName>ppt_x</p:attrName>
                                            </p:attrNameLst>
                                          </p:cBhvr>
                                          <p:tavLst>
                                            <p:tav tm="0">
                                              <p:val>
                                                <p:strVal val="#ppt_x"/>
                                              </p:val>
                                            </p:tav>
                                            <p:tav tm="100000">
                                              <p:val>
                                                <p:strVal val="#ppt_x"/>
                                              </p:val>
                                            </p:tav>
                                          </p:tavLst>
                                        </p:anim>
                                        <p:anim calcmode="lin" valueType="num" p14:bounceEnd="67000">
                                          <p:cBhvr additive="base">
                                            <p:cTn id="238" dur="1000" fill="hold"/>
                                            <p:tgtEl>
                                              <p:spTgt spid="219"/>
                                            </p:tgtEl>
                                            <p:attrNameLst>
                                              <p:attrName>ppt_y</p:attrName>
                                            </p:attrNameLst>
                                          </p:cBhvr>
                                          <p:tavLst>
                                            <p:tav tm="0">
                                              <p:val>
                                                <p:strVal val="1+#ppt_h/2"/>
                                              </p:val>
                                            </p:tav>
                                            <p:tav tm="100000">
                                              <p:val>
                                                <p:strVal val="#ppt_y"/>
                                              </p:val>
                                            </p:tav>
                                          </p:tavLst>
                                        </p:anim>
                                      </p:childTnLst>
                                    </p:cTn>
                                  </p:par>
                                  <p:par>
                                    <p:cTn id="239" presetID="2" presetClass="entr" presetSubtype="4" fill="hold" grpId="0" nodeType="withEffect" p14:presetBounceEnd="67000">
                                      <p:stCondLst>
                                        <p:cond delay="750"/>
                                      </p:stCondLst>
                                      <p:childTnLst>
                                        <p:set>
                                          <p:cBhvr>
                                            <p:cTn id="240" dur="1" fill="hold">
                                              <p:stCondLst>
                                                <p:cond delay="0"/>
                                              </p:stCondLst>
                                            </p:cTn>
                                            <p:tgtEl>
                                              <p:spTgt spid="188"/>
                                            </p:tgtEl>
                                            <p:attrNameLst>
                                              <p:attrName>style.visibility</p:attrName>
                                            </p:attrNameLst>
                                          </p:cBhvr>
                                          <p:to>
                                            <p:strVal val="visible"/>
                                          </p:to>
                                        </p:set>
                                        <p:anim calcmode="lin" valueType="num" p14:bounceEnd="67000">
                                          <p:cBhvr additive="base">
                                            <p:cTn id="241" dur="1000" fill="hold"/>
                                            <p:tgtEl>
                                              <p:spTgt spid="188"/>
                                            </p:tgtEl>
                                            <p:attrNameLst>
                                              <p:attrName>ppt_x</p:attrName>
                                            </p:attrNameLst>
                                          </p:cBhvr>
                                          <p:tavLst>
                                            <p:tav tm="0">
                                              <p:val>
                                                <p:strVal val="#ppt_x"/>
                                              </p:val>
                                            </p:tav>
                                            <p:tav tm="100000">
                                              <p:val>
                                                <p:strVal val="#ppt_x"/>
                                              </p:val>
                                            </p:tav>
                                          </p:tavLst>
                                        </p:anim>
                                        <p:anim calcmode="lin" valueType="num" p14:bounceEnd="67000">
                                          <p:cBhvr additive="base">
                                            <p:cTn id="242" dur="1000" fill="hold"/>
                                            <p:tgtEl>
                                              <p:spTgt spid="188"/>
                                            </p:tgtEl>
                                            <p:attrNameLst>
                                              <p:attrName>ppt_y</p:attrName>
                                            </p:attrNameLst>
                                          </p:cBhvr>
                                          <p:tavLst>
                                            <p:tav tm="0">
                                              <p:val>
                                                <p:strVal val="1+#ppt_h/2"/>
                                              </p:val>
                                            </p:tav>
                                            <p:tav tm="100000">
                                              <p:val>
                                                <p:strVal val="#ppt_y"/>
                                              </p:val>
                                            </p:tav>
                                          </p:tavLst>
                                        </p:anim>
                                      </p:childTnLst>
                                    </p:cTn>
                                  </p:par>
                                  <p:par>
                                    <p:cTn id="243" presetID="2" presetClass="entr" presetSubtype="4" fill="hold" grpId="0" nodeType="withEffect" p14:presetBounceEnd="67000">
                                      <p:stCondLst>
                                        <p:cond delay="750"/>
                                      </p:stCondLst>
                                      <p:childTnLst>
                                        <p:set>
                                          <p:cBhvr>
                                            <p:cTn id="244" dur="1" fill="hold">
                                              <p:stCondLst>
                                                <p:cond delay="0"/>
                                              </p:stCondLst>
                                            </p:cTn>
                                            <p:tgtEl>
                                              <p:spTgt spid="220"/>
                                            </p:tgtEl>
                                            <p:attrNameLst>
                                              <p:attrName>style.visibility</p:attrName>
                                            </p:attrNameLst>
                                          </p:cBhvr>
                                          <p:to>
                                            <p:strVal val="visible"/>
                                          </p:to>
                                        </p:set>
                                        <p:anim calcmode="lin" valueType="num" p14:bounceEnd="67000">
                                          <p:cBhvr additive="base">
                                            <p:cTn id="245" dur="1000" fill="hold"/>
                                            <p:tgtEl>
                                              <p:spTgt spid="220"/>
                                            </p:tgtEl>
                                            <p:attrNameLst>
                                              <p:attrName>ppt_x</p:attrName>
                                            </p:attrNameLst>
                                          </p:cBhvr>
                                          <p:tavLst>
                                            <p:tav tm="0">
                                              <p:val>
                                                <p:strVal val="#ppt_x"/>
                                              </p:val>
                                            </p:tav>
                                            <p:tav tm="100000">
                                              <p:val>
                                                <p:strVal val="#ppt_x"/>
                                              </p:val>
                                            </p:tav>
                                          </p:tavLst>
                                        </p:anim>
                                        <p:anim calcmode="lin" valueType="num" p14:bounceEnd="67000">
                                          <p:cBhvr additive="base">
                                            <p:cTn id="246" dur="1000" fill="hold"/>
                                            <p:tgtEl>
                                              <p:spTgt spid="220"/>
                                            </p:tgtEl>
                                            <p:attrNameLst>
                                              <p:attrName>ppt_y</p:attrName>
                                            </p:attrNameLst>
                                          </p:cBhvr>
                                          <p:tavLst>
                                            <p:tav tm="0">
                                              <p:val>
                                                <p:strVal val="1+#ppt_h/2"/>
                                              </p:val>
                                            </p:tav>
                                            <p:tav tm="100000">
                                              <p:val>
                                                <p:strVal val="#ppt_y"/>
                                              </p:val>
                                            </p:tav>
                                          </p:tavLst>
                                        </p:anim>
                                      </p:childTnLst>
                                    </p:cTn>
                                  </p:par>
                                  <p:par>
                                    <p:cTn id="247" presetID="2" presetClass="entr" presetSubtype="4" fill="hold" grpId="0" nodeType="withEffect" p14:presetBounceEnd="67000">
                                      <p:stCondLst>
                                        <p:cond delay="1000"/>
                                      </p:stCondLst>
                                      <p:childTnLst>
                                        <p:set>
                                          <p:cBhvr>
                                            <p:cTn id="248" dur="1" fill="hold">
                                              <p:stCondLst>
                                                <p:cond delay="0"/>
                                              </p:stCondLst>
                                            </p:cTn>
                                            <p:tgtEl>
                                              <p:spTgt spid="187"/>
                                            </p:tgtEl>
                                            <p:attrNameLst>
                                              <p:attrName>style.visibility</p:attrName>
                                            </p:attrNameLst>
                                          </p:cBhvr>
                                          <p:to>
                                            <p:strVal val="visible"/>
                                          </p:to>
                                        </p:set>
                                        <p:anim calcmode="lin" valueType="num" p14:bounceEnd="67000">
                                          <p:cBhvr additive="base">
                                            <p:cTn id="249" dur="1000" fill="hold"/>
                                            <p:tgtEl>
                                              <p:spTgt spid="187"/>
                                            </p:tgtEl>
                                            <p:attrNameLst>
                                              <p:attrName>ppt_x</p:attrName>
                                            </p:attrNameLst>
                                          </p:cBhvr>
                                          <p:tavLst>
                                            <p:tav tm="0">
                                              <p:val>
                                                <p:strVal val="#ppt_x"/>
                                              </p:val>
                                            </p:tav>
                                            <p:tav tm="100000">
                                              <p:val>
                                                <p:strVal val="#ppt_x"/>
                                              </p:val>
                                            </p:tav>
                                          </p:tavLst>
                                        </p:anim>
                                        <p:anim calcmode="lin" valueType="num" p14:bounceEnd="67000">
                                          <p:cBhvr additive="base">
                                            <p:cTn id="250" dur="1000" fill="hold"/>
                                            <p:tgtEl>
                                              <p:spTgt spid="187"/>
                                            </p:tgtEl>
                                            <p:attrNameLst>
                                              <p:attrName>ppt_y</p:attrName>
                                            </p:attrNameLst>
                                          </p:cBhvr>
                                          <p:tavLst>
                                            <p:tav tm="0">
                                              <p:val>
                                                <p:strVal val="1+#ppt_h/2"/>
                                              </p:val>
                                            </p:tav>
                                            <p:tav tm="100000">
                                              <p:val>
                                                <p:strVal val="#ppt_y"/>
                                              </p:val>
                                            </p:tav>
                                          </p:tavLst>
                                        </p:anim>
                                      </p:childTnLst>
                                    </p:cTn>
                                  </p:par>
                                  <p:par>
                                    <p:cTn id="251" presetID="2" presetClass="entr" presetSubtype="4" fill="hold" grpId="0" nodeType="withEffect" p14:presetBounceEnd="67000">
                                      <p:stCondLst>
                                        <p:cond delay="1000"/>
                                      </p:stCondLst>
                                      <p:childTnLst>
                                        <p:set>
                                          <p:cBhvr>
                                            <p:cTn id="252" dur="1" fill="hold">
                                              <p:stCondLst>
                                                <p:cond delay="0"/>
                                              </p:stCondLst>
                                            </p:cTn>
                                            <p:tgtEl>
                                              <p:spTgt spid="221"/>
                                            </p:tgtEl>
                                            <p:attrNameLst>
                                              <p:attrName>style.visibility</p:attrName>
                                            </p:attrNameLst>
                                          </p:cBhvr>
                                          <p:to>
                                            <p:strVal val="visible"/>
                                          </p:to>
                                        </p:set>
                                        <p:anim calcmode="lin" valueType="num" p14:bounceEnd="67000">
                                          <p:cBhvr additive="base">
                                            <p:cTn id="253" dur="1000" fill="hold"/>
                                            <p:tgtEl>
                                              <p:spTgt spid="221"/>
                                            </p:tgtEl>
                                            <p:attrNameLst>
                                              <p:attrName>ppt_x</p:attrName>
                                            </p:attrNameLst>
                                          </p:cBhvr>
                                          <p:tavLst>
                                            <p:tav tm="0">
                                              <p:val>
                                                <p:strVal val="#ppt_x"/>
                                              </p:val>
                                            </p:tav>
                                            <p:tav tm="100000">
                                              <p:val>
                                                <p:strVal val="#ppt_x"/>
                                              </p:val>
                                            </p:tav>
                                          </p:tavLst>
                                        </p:anim>
                                        <p:anim calcmode="lin" valueType="num" p14:bounceEnd="67000">
                                          <p:cBhvr additive="base">
                                            <p:cTn id="254" dur="1000" fill="hold"/>
                                            <p:tgtEl>
                                              <p:spTgt spid="2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86" grpId="0"/>
          <p:bldP spid="187" grpId="0"/>
          <p:bldP spid="188" grpId="0"/>
          <p:bldP spid="189" grpId="0"/>
          <p:bldP spid="218" grpId="0"/>
          <p:bldP spid="219" grpId="0"/>
          <p:bldP spid="220" grpId="0"/>
          <p:bldP spid="22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wipe(left)">
                                          <p:cBhvr>
                                            <p:cTn id="7" dur="1500"/>
                                            <p:tgtEl>
                                              <p:spTgt spid="217"/>
                                            </p:tgtEl>
                                          </p:cBhvr>
                                        </p:animEffect>
                                      </p:childTnLst>
                                    </p:cTn>
                                  </p:par>
                                  <p:par>
                                    <p:cTn id="8" presetID="53" presetClass="entr" presetSubtype="16" fill="hold" nodeType="withEffect">
                                      <p:stCondLst>
                                        <p:cond delay="0"/>
                                      </p:stCondLst>
                                      <p:childTnLst>
                                        <p:set>
                                          <p:cBhvr>
                                            <p:cTn id="9" dur="1" fill="hold">
                                              <p:stCondLst>
                                                <p:cond delay="0"/>
                                              </p:stCondLst>
                                            </p:cTn>
                                            <p:tgtEl>
                                              <p:spTgt spid="203"/>
                                            </p:tgtEl>
                                            <p:attrNameLst>
                                              <p:attrName>style.visibility</p:attrName>
                                            </p:attrNameLst>
                                          </p:cBhvr>
                                          <p:to>
                                            <p:strVal val="visible"/>
                                          </p:to>
                                        </p:set>
                                        <p:anim calcmode="lin" valueType="num">
                                          <p:cBhvr>
                                            <p:cTn id="10" dur="750" fill="hold"/>
                                            <p:tgtEl>
                                              <p:spTgt spid="203"/>
                                            </p:tgtEl>
                                            <p:attrNameLst>
                                              <p:attrName>ppt_w</p:attrName>
                                            </p:attrNameLst>
                                          </p:cBhvr>
                                          <p:tavLst>
                                            <p:tav tm="0">
                                              <p:val>
                                                <p:fltVal val="0"/>
                                              </p:val>
                                            </p:tav>
                                            <p:tav tm="100000">
                                              <p:val>
                                                <p:strVal val="#ppt_w"/>
                                              </p:val>
                                            </p:tav>
                                          </p:tavLst>
                                        </p:anim>
                                        <p:anim calcmode="lin" valueType="num">
                                          <p:cBhvr>
                                            <p:cTn id="11" dur="750" fill="hold"/>
                                            <p:tgtEl>
                                              <p:spTgt spid="203"/>
                                            </p:tgtEl>
                                            <p:attrNameLst>
                                              <p:attrName>ppt_h</p:attrName>
                                            </p:attrNameLst>
                                          </p:cBhvr>
                                          <p:tavLst>
                                            <p:tav tm="0">
                                              <p:val>
                                                <p:fltVal val="0"/>
                                              </p:val>
                                            </p:tav>
                                            <p:tav tm="100000">
                                              <p:val>
                                                <p:strVal val="#ppt_h"/>
                                              </p:val>
                                            </p:tav>
                                          </p:tavLst>
                                        </p:anim>
                                        <p:animEffect transition="in" filter="fade">
                                          <p:cBhvr>
                                            <p:cTn id="12" dur="750"/>
                                            <p:tgtEl>
                                              <p:spTgt spid="203"/>
                                            </p:tgtEl>
                                          </p:cBhvr>
                                        </p:animEffect>
                                      </p:childTnLst>
                                    </p:cTn>
                                  </p:par>
                                  <p:par>
                                    <p:cTn id="13" presetID="53" presetClass="entr" presetSubtype="16" fill="hold" nodeType="withEffect">
                                      <p:stCondLst>
                                        <p:cond delay="150"/>
                                      </p:stCondLst>
                                      <p:childTnLst>
                                        <p:set>
                                          <p:cBhvr>
                                            <p:cTn id="14" dur="1" fill="hold">
                                              <p:stCondLst>
                                                <p:cond delay="0"/>
                                              </p:stCondLst>
                                            </p:cTn>
                                            <p:tgtEl>
                                              <p:spTgt spid="204"/>
                                            </p:tgtEl>
                                            <p:attrNameLst>
                                              <p:attrName>style.visibility</p:attrName>
                                            </p:attrNameLst>
                                          </p:cBhvr>
                                          <p:to>
                                            <p:strVal val="visible"/>
                                          </p:to>
                                        </p:set>
                                        <p:anim calcmode="lin" valueType="num">
                                          <p:cBhvr>
                                            <p:cTn id="15" dur="750" fill="hold"/>
                                            <p:tgtEl>
                                              <p:spTgt spid="204"/>
                                            </p:tgtEl>
                                            <p:attrNameLst>
                                              <p:attrName>ppt_w</p:attrName>
                                            </p:attrNameLst>
                                          </p:cBhvr>
                                          <p:tavLst>
                                            <p:tav tm="0">
                                              <p:val>
                                                <p:fltVal val="0"/>
                                              </p:val>
                                            </p:tav>
                                            <p:tav tm="100000">
                                              <p:val>
                                                <p:strVal val="#ppt_w"/>
                                              </p:val>
                                            </p:tav>
                                          </p:tavLst>
                                        </p:anim>
                                        <p:anim calcmode="lin" valueType="num">
                                          <p:cBhvr>
                                            <p:cTn id="16" dur="750" fill="hold"/>
                                            <p:tgtEl>
                                              <p:spTgt spid="204"/>
                                            </p:tgtEl>
                                            <p:attrNameLst>
                                              <p:attrName>ppt_h</p:attrName>
                                            </p:attrNameLst>
                                          </p:cBhvr>
                                          <p:tavLst>
                                            <p:tav tm="0">
                                              <p:val>
                                                <p:fltVal val="0"/>
                                              </p:val>
                                            </p:tav>
                                            <p:tav tm="100000">
                                              <p:val>
                                                <p:strVal val="#ppt_h"/>
                                              </p:val>
                                            </p:tav>
                                          </p:tavLst>
                                        </p:anim>
                                        <p:animEffect transition="in" filter="fade">
                                          <p:cBhvr>
                                            <p:cTn id="17" dur="750"/>
                                            <p:tgtEl>
                                              <p:spTgt spid="204"/>
                                            </p:tgtEl>
                                          </p:cBhvr>
                                        </p:animEffect>
                                      </p:childTnLst>
                                    </p:cTn>
                                  </p:par>
                                  <p:par>
                                    <p:cTn id="18" presetID="53" presetClass="entr" presetSubtype="16" fill="hold" nodeType="withEffect">
                                      <p:stCondLst>
                                        <p:cond delay="300"/>
                                      </p:stCondLst>
                                      <p:childTnLst>
                                        <p:set>
                                          <p:cBhvr>
                                            <p:cTn id="19" dur="1" fill="hold">
                                              <p:stCondLst>
                                                <p:cond delay="0"/>
                                              </p:stCondLst>
                                            </p:cTn>
                                            <p:tgtEl>
                                              <p:spTgt spid="205"/>
                                            </p:tgtEl>
                                            <p:attrNameLst>
                                              <p:attrName>style.visibility</p:attrName>
                                            </p:attrNameLst>
                                          </p:cBhvr>
                                          <p:to>
                                            <p:strVal val="visible"/>
                                          </p:to>
                                        </p:set>
                                        <p:anim calcmode="lin" valueType="num">
                                          <p:cBhvr>
                                            <p:cTn id="20" dur="750" fill="hold"/>
                                            <p:tgtEl>
                                              <p:spTgt spid="205"/>
                                            </p:tgtEl>
                                            <p:attrNameLst>
                                              <p:attrName>ppt_w</p:attrName>
                                            </p:attrNameLst>
                                          </p:cBhvr>
                                          <p:tavLst>
                                            <p:tav tm="0">
                                              <p:val>
                                                <p:fltVal val="0"/>
                                              </p:val>
                                            </p:tav>
                                            <p:tav tm="100000">
                                              <p:val>
                                                <p:strVal val="#ppt_w"/>
                                              </p:val>
                                            </p:tav>
                                          </p:tavLst>
                                        </p:anim>
                                        <p:anim calcmode="lin" valueType="num">
                                          <p:cBhvr>
                                            <p:cTn id="21" dur="750" fill="hold"/>
                                            <p:tgtEl>
                                              <p:spTgt spid="205"/>
                                            </p:tgtEl>
                                            <p:attrNameLst>
                                              <p:attrName>ppt_h</p:attrName>
                                            </p:attrNameLst>
                                          </p:cBhvr>
                                          <p:tavLst>
                                            <p:tav tm="0">
                                              <p:val>
                                                <p:fltVal val="0"/>
                                              </p:val>
                                            </p:tav>
                                            <p:tav tm="100000">
                                              <p:val>
                                                <p:strVal val="#ppt_h"/>
                                              </p:val>
                                            </p:tav>
                                          </p:tavLst>
                                        </p:anim>
                                        <p:animEffect transition="in" filter="fade">
                                          <p:cBhvr>
                                            <p:cTn id="22" dur="750"/>
                                            <p:tgtEl>
                                              <p:spTgt spid="205"/>
                                            </p:tgtEl>
                                          </p:cBhvr>
                                        </p:animEffect>
                                      </p:childTnLst>
                                    </p:cTn>
                                  </p:par>
                                  <p:par>
                                    <p:cTn id="23" presetID="53" presetClass="entr" presetSubtype="16" fill="hold" nodeType="withEffect">
                                      <p:stCondLst>
                                        <p:cond delay="450"/>
                                      </p:stCondLst>
                                      <p:childTnLst>
                                        <p:set>
                                          <p:cBhvr>
                                            <p:cTn id="24" dur="1" fill="hold">
                                              <p:stCondLst>
                                                <p:cond delay="0"/>
                                              </p:stCondLst>
                                            </p:cTn>
                                            <p:tgtEl>
                                              <p:spTgt spid="206"/>
                                            </p:tgtEl>
                                            <p:attrNameLst>
                                              <p:attrName>style.visibility</p:attrName>
                                            </p:attrNameLst>
                                          </p:cBhvr>
                                          <p:to>
                                            <p:strVal val="visible"/>
                                          </p:to>
                                        </p:set>
                                        <p:anim calcmode="lin" valueType="num">
                                          <p:cBhvr>
                                            <p:cTn id="25" dur="750" fill="hold"/>
                                            <p:tgtEl>
                                              <p:spTgt spid="206"/>
                                            </p:tgtEl>
                                            <p:attrNameLst>
                                              <p:attrName>ppt_w</p:attrName>
                                            </p:attrNameLst>
                                          </p:cBhvr>
                                          <p:tavLst>
                                            <p:tav tm="0">
                                              <p:val>
                                                <p:fltVal val="0"/>
                                              </p:val>
                                            </p:tav>
                                            <p:tav tm="100000">
                                              <p:val>
                                                <p:strVal val="#ppt_w"/>
                                              </p:val>
                                            </p:tav>
                                          </p:tavLst>
                                        </p:anim>
                                        <p:anim calcmode="lin" valueType="num">
                                          <p:cBhvr>
                                            <p:cTn id="26" dur="750" fill="hold"/>
                                            <p:tgtEl>
                                              <p:spTgt spid="206"/>
                                            </p:tgtEl>
                                            <p:attrNameLst>
                                              <p:attrName>ppt_h</p:attrName>
                                            </p:attrNameLst>
                                          </p:cBhvr>
                                          <p:tavLst>
                                            <p:tav tm="0">
                                              <p:val>
                                                <p:fltVal val="0"/>
                                              </p:val>
                                            </p:tav>
                                            <p:tav tm="100000">
                                              <p:val>
                                                <p:strVal val="#ppt_h"/>
                                              </p:val>
                                            </p:tav>
                                          </p:tavLst>
                                        </p:anim>
                                        <p:animEffect transition="in" filter="fade">
                                          <p:cBhvr>
                                            <p:cTn id="27" dur="750"/>
                                            <p:tgtEl>
                                              <p:spTgt spid="206"/>
                                            </p:tgtEl>
                                          </p:cBhvr>
                                        </p:animEffect>
                                      </p:childTnLst>
                                    </p:cTn>
                                  </p:par>
                                  <p:par>
                                    <p:cTn id="28" presetID="53" presetClass="entr" presetSubtype="16" fill="hold" nodeType="withEffect">
                                      <p:stCondLst>
                                        <p:cond delay="150"/>
                                      </p:stCondLst>
                                      <p:childTnLst>
                                        <p:set>
                                          <p:cBhvr>
                                            <p:cTn id="29" dur="1" fill="hold">
                                              <p:stCondLst>
                                                <p:cond delay="0"/>
                                              </p:stCondLst>
                                            </p:cTn>
                                            <p:tgtEl>
                                              <p:spTgt spid="198"/>
                                            </p:tgtEl>
                                            <p:attrNameLst>
                                              <p:attrName>style.visibility</p:attrName>
                                            </p:attrNameLst>
                                          </p:cBhvr>
                                          <p:to>
                                            <p:strVal val="visible"/>
                                          </p:to>
                                        </p:set>
                                        <p:anim calcmode="lin" valueType="num">
                                          <p:cBhvr>
                                            <p:cTn id="30" dur="750" fill="hold"/>
                                            <p:tgtEl>
                                              <p:spTgt spid="198"/>
                                            </p:tgtEl>
                                            <p:attrNameLst>
                                              <p:attrName>ppt_w</p:attrName>
                                            </p:attrNameLst>
                                          </p:cBhvr>
                                          <p:tavLst>
                                            <p:tav tm="0">
                                              <p:val>
                                                <p:fltVal val="0"/>
                                              </p:val>
                                            </p:tav>
                                            <p:tav tm="100000">
                                              <p:val>
                                                <p:strVal val="#ppt_w"/>
                                              </p:val>
                                            </p:tav>
                                          </p:tavLst>
                                        </p:anim>
                                        <p:anim calcmode="lin" valueType="num">
                                          <p:cBhvr>
                                            <p:cTn id="31" dur="750" fill="hold"/>
                                            <p:tgtEl>
                                              <p:spTgt spid="198"/>
                                            </p:tgtEl>
                                            <p:attrNameLst>
                                              <p:attrName>ppt_h</p:attrName>
                                            </p:attrNameLst>
                                          </p:cBhvr>
                                          <p:tavLst>
                                            <p:tav tm="0">
                                              <p:val>
                                                <p:fltVal val="0"/>
                                              </p:val>
                                            </p:tav>
                                            <p:tav tm="100000">
                                              <p:val>
                                                <p:strVal val="#ppt_h"/>
                                              </p:val>
                                            </p:tav>
                                          </p:tavLst>
                                        </p:anim>
                                        <p:animEffect transition="in" filter="fade">
                                          <p:cBhvr>
                                            <p:cTn id="32" dur="750"/>
                                            <p:tgtEl>
                                              <p:spTgt spid="198"/>
                                            </p:tgtEl>
                                          </p:cBhvr>
                                        </p:animEffect>
                                      </p:childTnLst>
                                    </p:cTn>
                                  </p:par>
                                  <p:par>
                                    <p:cTn id="33" presetID="53" presetClass="entr" presetSubtype="16" fill="hold" nodeType="withEffect">
                                      <p:stCondLst>
                                        <p:cond delay="300"/>
                                      </p:stCondLst>
                                      <p:childTnLst>
                                        <p:set>
                                          <p:cBhvr>
                                            <p:cTn id="34" dur="1" fill="hold">
                                              <p:stCondLst>
                                                <p:cond delay="0"/>
                                              </p:stCondLst>
                                            </p:cTn>
                                            <p:tgtEl>
                                              <p:spTgt spid="199"/>
                                            </p:tgtEl>
                                            <p:attrNameLst>
                                              <p:attrName>style.visibility</p:attrName>
                                            </p:attrNameLst>
                                          </p:cBhvr>
                                          <p:to>
                                            <p:strVal val="visible"/>
                                          </p:to>
                                        </p:set>
                                        <p:anim calcmode="lin" valueType="num">
                                          <p:cBhvr>
                                            <p:cTn id="35" dur="750" fill="hold"/>
                                            <p:tgtEl>
                                              <p:spTgt spid="199"/>
                                            </p:tgtEl>
                                            <p:attrNameLst>
                                              <p:attrName>ppt_w</p:attrName>
                                            </p:attrNameLst>
                                          </p:cBhvr>
                                          <p:tavLst>
                                            <p:tav tm="0">
                                              <p:val>
                                                <p:fltVal val="0"/>
                                              </p:val>
                                            </p:tav>
                                            <p:tav tm="100000">
                                              <p:val>
                                                <p:strVal val="#ppt_w"/>
                                              </p:val>
                                            </p:tav>
                                          </p:tavLst>
                                        </p:anim>
                                        <p:anim calcmode="lin" valueType="num">
                                          <p:cBhvr>
                                            <p:cTn id="36" dur="750" fill="hold"/>
                                            <p:tgtEl>
                                              <p:spTgt spid="199"/>
                                            </p:tgtEl>
                                            <p:attrNameLst>
                                              <p:attrName>ppt_h</p:attrName>
                                            </p:attrNameLst>
                                          </p:cBhvr>
                                          <p:tavLst>
                                            <p:tav tm="0">
                                              <p:val>
                                                <p:fltVal val="0"/>
                                              </p:val>
                                            </p:tav>
                                            <p:tav tm="100000">
                                              <p:val>
                                                <p:strVal val="#ppt_h"/>
                                              </p:val>
                                            </p:tav>
                                          </p:tavLst>
                                        </p:anim>
                                        <p:animEffect transition="in" filter="fade">
                                          <p:cBhvr>
                                            <p:cTn id="37" dur="750"/>
                                            <p:tgtEl>
                                              <p:spTgt spid="199"/>
                                            </p:tgtEl>
                                          </p:cBhvr>
                                        </p:animEffect>
                                      </p:childTnLst>
                                    </p:cTn>
                                  </p:par>
                                  <p:par>
                                    <p:cTn id="38" presetID="53" presetClass="entr" presetSubtype="16" fill="hold" nodeType="withEffect">
                                      <p:stCondLst>
                                        <p:cond delay="450"/>
                                      </p:stCondLst>
                                      <p:childTnLst>
                                        <p:set>
                                          <p:cBhvr>
                                            <p:cTn id="39" dur="1" fill="hold">
                                              <p:stCondLst>
                                                <p:cond delay="0"/>
                                              </p:stCondLst>
                                            </p:cTn>
                                            <p:tgtEl>
                                              <p:spTgt spid="200"/>
                                            </p:tgtEl>
                                            <p:attrNameLst>
                                              <p:attrName>style.visibility</p:attrName>
                                            </p:attrNameLst>
                                          </p:cBhvr>
                                          <p:to>
                                            <p:strVal val="visible"/>
                                          </p:to>
                                        </p:set>
                                        <p:anim calcmode="lin" valueType="num">
                                          <p:cBhvr>
                                            <p:cTn id="40" dur="750" fill="hold"/>
                                            <p:tgtEl>
                                              <p:spTgt spid="200"/>
                                            </p:tgtEl>
                                            <p:attrNameLst>
                                              <p:attrName>ppt_w</p:attrName>
                                            </p:attrNameLst>
                                          </p:cBhvr>
                                          <p:tavLst>
                                            <p:tav tm="0">
                                              <p:val>
                                                <p:fltVal val="0"/>
                                              </p:val>
                                            </p:tav>
                                            <p:tav tm="100000">
                                              <p:val>
                                                <p:strVal val="#ppt_w"/>
                                              </p:val>
                                            </p:tav>
                                          </p:tavLst>
                                        </p:anim>
                                        <p:anim calcmode="lin" valueType="num">
                                          <p:cBhvr>
                                            <p:cTn id="41" dur="750" fill="hold"/>
                                            <p:tgtEl>
                                              <p:spTgt spid="200"/>
                                            </p:tgtEl>
                                            <p:attrNameLst>
                                              <p:attrName>ppt_h</p:attrName>
                                            </p:attrNameLst>
                                          </p:cBhvr>
                                          <p:tavLst>
                                            <p:tav tm="0">
                                              <p:val>
                                                <p:fltVal val="0"/>
                                              </p:val>
                                            </p:tav>
                                            <p:tav tm="100000">
                                              <p:val>
                                                <p:strVal val="#ppt_h"/>
                                              </p:val>
                                            </p:tav>
                                          </p:tavLst>
                                        </p:anim>
                                        <p:animEffect transition="in" filter="fade">
                                          <p:cBhvr>
                                            <p:cTn id="42" dur="750"/>
                                            <p:tgtEl>
                                              <p:spTgt spid="200"/>
                                            </p:tgtEl>
                                          </p:cBhvr>
                                        </p:animEffect>
                                      </p:childTnLst>
                                    </p:cTn>
                                  </p:par>
                                  <p:par>
                                    <p:cTn id="43" presetID="53" presetClass="entr" presetSubtype="16" fill="hold" nodeType="withEffect">
                                      <p:stCondLst>
                                        <p:cond delay="600"/>
                                      </p:stCondLst>
                                      <p:childTnLst>
                                        <p:set>
                                          <p:cBhvr>
                                            <p:cTn id="44" dur="1" fill="hold">
                                              <p:stCondLst>
                                                <p:cond delay="0"/>
                                              </p:stCondLst>
                                            </p:cTn>
                                            <p:tgtEl>
                                              <p:spTgt spid="201"/>
                                            </p:tgtEl>
                                            <p:attrNameLst>
                                              <p:attrName>style.visibility</p:attrName>
                                            </p:attrNameLst>
                                          </p:cBhvr>
                                          <p:to>
                                            <p:strVal val="visible"/>
                                          </p:to>
                                        </p:set>
                                        <p:anim calcmode="lin" valueType="num">
                                          <p:cBhvr>
                                            <p:cTn id="45" dur="750" fill="hold"/>
                                            <p:tgtEl>
                                              <p:spTgt spid="201"/>
                                            </p:tgtEl>
                                            <p:attrNameLst>
                                              <p:attrName>ppt_w</p:attrName>
                                            </p:attrNameLst>
                                          </p:cBhvr>
                                          <p:tavLst>
                                            <p:tav tm="0">
                                              <p:val>
                                                <p:fltVal val="0"/>
                                              </p:val>
                                            </p:tav>
                                            <p:tav tm="100000">
                                              <p:val>
                                                <p:strVal val="#ppt_w"/>
                                              </p:val>
                                            </p:tav>
                                          </p:tavLst>
                                        </p:anim>
                                        <p:anim calcmode="lin" valueType="num">
                                          <p:cBhvr>
                                            <p:cTn id="46" dur="750" fill="hold"/>
                                            <p:tgtEl>
                                              <p:spTgt spid="201"/>
                                            </p:tgtEl>
                                            <p:attrNameLst>
                                              <p:attrName>ppt_h</p:attrName>
                                            </p:attrNameLst>
                                          </p:cBhvr>
                                          <p:tavLst>
                                            <p:tav tm="0">
                                              <p:val>
                                                <p:fltVal val="0"/>
                                              </p:val>
                                            </p:tav>
                                            <p:tav tm="100000">
                                              <p:val>
                                                <p:strVal val="#ppt_h"/>
                                              </p:val>
                                            </p:tav>
                                          </p:tavLst>
                                        </p:anim>
                                        <p:animEffect transition="in" filter="fade">
                                          <p:cBhvr>
                                            <p:cTn id="47" dur="750"/>
                                            <p:tgtEl>
                                              <p:spTgt spid="201"/>
                                            </p:tgtEl>
                                          </p:cBhvr>
                                        </p:animEffect>
                                      </p:childTnLst>
                                    </p:cTn>
                                  </p:par>
                                  <p:par>
                                    <p:cTn id="48" presetID="53" presetClass="entr" presetSubtype="16" fill="hold" grpId="0" nodeType="withEffect">
                                      <p:stCondLst>
                                        <p:cond delay="200"/>
                                      </p:stCondLst>
                                      <p:childTnLst>
                                        <p:set>
                                          <p:cBhvr>
                                            <p:cTn id="49" dur="1" fill="hold">
                                              <p:stCondLst>
                                                <p:cond delay="0"/>
                                              </p:stCondLst>
                                            </p:cTn>
                                            <p:tgtEl>
                                              <p:spTgt spid="106"/>
                                            </p:tgtEl>
                                            <p:attrNameLst>
                                              <p:attrName>style.visibility</p:attrName>
                                            </p:attrNameLst>
                                          </p:cBhvr>
                                          <p:to>
                                            <p:strVal val="visible"/>
                                          </p:to>
                                        </p:set>
                                        <p:anim calcmode="lin" valueType="num">
                                          <p:cBhvr>
                                            <p:cTn id="50" dur="500" fill="hold"/>
                                            <p:tgtEl>
                                              <p:spTgt spid="106"/>
                                            </p:tgtEl>
                                            <p:attrNameLst>
                                              <p:attrName>ppt_w</p:attrName>
                                            </p:attrNameLst>
                                          </p:cBhvr>
                                          <p:tavLst>
                                            <p:tav tm="0">
                                              <p:val>
                                                <p:fltVal val="0"/>
                                              </p:val>
                                            </p:tav>
                                            <p:tav tm="100000">
                                              <p:val>
                                                <p:strVal val="#ppt_w"/>
                                              </p:val>
                                            </p:tav>
                                          </p:tavLst>
                                        </p:anim>
                                        <p:anim calcmode="lin" valueType="num">
                                          <p:cBhvr>
                                            <p:cTn id="51" dur="500" fill="hold"/>
                                            <p:tgtEl>
                                              <p:spTgt spid="106"/>
                                            </p:tgtEl>
                                            <p:attrNameLst>
                                              <p:attrName>ppt_h</p:attrName>
                                            </p:attrNameLst>
                                          </p:cBhvr>
                                          <p:tavLst>
                                            <p:tav tm="0">
                                              <p:val>
                                                <p:fltVal val="0"/>
                                              </p:val>
                                            </p:tav>
                                            <p:tav tm="100000">
                                              <p:val>
                                                <p:strVal val="#ppt_h"/>
                                              </p:val>
                                            </p:tav>
                                          </p:tavLst>
                                        </p:anim>
                                        <p:animEffect transition="in" filter="fade">
                                          <p:cBhvr>
                                            <p:cTn id="52" dur="500"/>
                                            <p:tgtEl>
                                              <p:spTgt spid="106"/>
                                            </p:tgtEl>
                                          </p:cBhvr>
                                        </p:animEffect>
                                      </p:childTnLst>
                                    </p:cTn>
                                  </p:par>
                                  <p:par>
                                    <p:cTn id="53" presetID="53" presetClass="entr" presetSubtype="16" fill="hold" grpId="0" nodeType="withEffect">
                                      <p:stCondLst>
                                        <p:cond delay="200"/>
                                      </p:stCondLst>
                                      <p:childTnLst>
                                        <p:set>
                                          <p:cBhvr>
                                            <p:cTn id="54" dur="1" fill="hold">
                                              <p:stCondLst>
                                                <p:cond delay="0"/>
                                              </p:stCondLst>
                                            </p:cTn>
                                            <p:tgtEl>
                                              <p:spTgt spid="107"/>
                                            </p:tgtEl>
                                            <p:attrNameLst>
                                              <p:attrName>style.visibility</p:attrName>
                                            </p:attrNameLst>
                                          </p:cBhvr>
                                          <p:to>
                                            <p:strVal val="visible"/>
                                          </p:to>
                                        </p:set>
                                        <p:anim calcmode="lin" valueType="num">
                                          <p:cBhvr>
                                            <p:cTn id="55" dur="500" fill="hold"/>
                                            <p:tgtEl>
                                              <p:spTgt spid="107"/>
                                            </p:tgtEl>
                                            <p:attrNameLst>
                                              <p:attrName>ppt_w</p:attrName>
                                            </p:attrNameLst>
                                          </p:cBhvr>
                                          <p:tavLst>
                                            <p:tav tm="0">
                                              <p:val>
                                                <p:fltVal val="0"/>
                                              </p:val>
                                            </p:tav>
                                            <p:tav tm="100000">
                                              <p:val>
                                                <p:strVal val="#ppt_w"/>
                                              </p:val>
                                            </p:tav>
                                          </p:tavLst>
                                        </p:anim>
                                        <p:anim calcmode="lin" valueType="num">
                                          <p:cBhvr>
                                            <p:cTn id="56" dur="500" fill="hold"/>
                                            <p:tgtEl>
                                              <p:spTgt spid="107"/>
                                            </p:tgtEl>
                                            <p:attrNameLst>
                                              <p:attrName>ppt_h</p:attrName>
                                            </p:attrNameLst>
                                          </p:cBhvr>
                                          <p:tavLst>
                                            <p:tav tm="0">
                                              <p:val>
                                                <p:fltVal val="0"/>
                                              </p:val>
                                            </p:tav>
                                            <p:tav tm="100000">
                                              <p:val>
                                                <p:strVal val="#ppt_h"/>
                                              </p:val>
                                            </p:tav>
                                          </p:tavLst>
                                        </p:anim>
                                        <p:animEffect transition="in" filter="fade">
                                          <p:cBhvr>
                                            <p:cTn id="57" dur="500"/>
                                            <p:tgtEl>
                                              <p:spTgt spid="107"/>
                                            </p:tgtEl>
                                          </p:cBhvr>
                                        </p:animEffect>
                                      </p:childTnLst>
                                    </p:cTn>
                                  </p:par>
                                  <p:par>
                                    <p:cTn id="58" presetID="53" presetClass="entr" presetSubtype="16" fill="hold" grpId="0" nodeType="withEffect">
                                      <p:stCondLst>
                                        <p:cond delay="200"/>
                                      </p:stCondLst>
                                      <p:childTnLst>
                                        <p:set>
                                          <p:cBhvr>
                                            <p:cTn id="59" dur="1" fill="hold">
                                              <p:stCondLst>
                                                <p:cond delay="0"/>
                                              </p:stCondLst>
                                            </p:cTn>
                                            <p:tgtEl>
                                              <p:spTgt spid="108"/>
                                            </p:tgtEl>
                                            <p:attrNameLst>
                                              <p:attrName>style.visibility</p:attrName>
                                            </p:attrNameLst>
                                          </p:cBhvr>
                                          <p:to>
                                            <p:strVal val="visible"/>
                                          </p:to>
                                        </p:set>
                                        <p:anim calcmode="lin" valueType="num">
                                          <p:cBhvr>
                                            <p:cTn id="60" dur="500" fill="hold"/>
                                            <p:tgtEl>
                                              <p:spTgt spid="108"/>
                                            </p:tgtEl>
                                            <p:attrNameLst>
                                              <p:attrName>ppt_w</p:attrName>
                                            </p:attrNameLst>
                                          </p:cBhvr>
                                          <p:tavLst>
                                            <p:tav tm="0">
                                              <p:val>
                                                <p:fltVal val="0"/>
                                              </p:val>
                                            </p:tav>
                                            <p:tav tm="100000">
                                              <p:val>
                                                <p:strVal val="#ppt_w"/>
                                              </p:val>
                                            </p:tav>
                                          </p:tavLst>
                                        </p:anim>
                                        <p:anim calcmode="lin" valueType="num">
                                          <p:cBhvr>
                                            <p:cTn id="61" dur="500" fill="hold"/>
                                            <p:tgtEl>
                                              <p:spTgt spid="108"/>
                                            </p:tgtEl>
                                            <p:attrNameLst>
                                              <p:attrName>ppt_h</p:attrName>
                                            </p:attrNameLst>
                                          </p:cBhvr>
                                          <p:tavLst>
                                            <p:tav tm="0">
                                              <p:val>
                                                <p:fltVal val="0"/>
                                              </p:val>
                                            </p:tav>
                                            <p:tav tm="100000">
                                              <p:val>
                                                <p:strVal val="#ppt_h"/>
                                              </p:val>
                                            </p:tav>
                                          </p:tavLst>
                                        </p:anim>
                                        <p:animEffect transition="in" filter="fade">
                                          <p:cBhvr>
                                            <p:cTn id="62" dur="500"/>
                                            <p:tgtEl>
                                              <p:spTgt spid="108"/>
                                            </p:tgtEl>
                                          </p:cBhvr>
                                        </p:animEffect>
                                      </p:childTnLst>
                                    </p:cTn>
                                  </p:par>
                                  <p:par>
                                    <p:cTn id="63" presetID="53" presetClass="entr" presetSubtype="16" fill="hold" grpId="0" nodeType="withEffect">
                                      <p:stCondLst>
                                        <p:cond delay="200"/>
                                      </p:stCondLst>
                                      <p:childTnLst>
                                        <p:set>
                                          <p:cBhvr>
                                            <p:cTn id="64" dur="1" fill="hold">
                                              <p:stCondLst>
                                                <p:cond delay="0"/>
                                              </p:stCondLst>
                                            </p:cTn>
                                            <p:tgtEl>
                                              <p:spTgt spid="109"/>
                                            </p:tgtEl>
                                            <p:attrNameLst>
                                              <p:attrName>style.visibility</p:attrName>
                                            </p:attrNameLst>
                                          </p:cBhvr>
                                          <p:to>
                                            <p:strVal val="visible"/>
                                          </p:to>
                                        </p:set>
                                        <p:anim calcmode="lin" valueType="num">
                                          <p:cBhvr>
                                            <p:cTn id="65" dur="500" fill="hold"/>
                                            <p:tgtEl>
                                              <p:spTgt spid="109"/>
                                            </p:tgtEl>
                                            <p:attrNameLst>
                                              <p:attrName>ppt_w</p:attrName>
                                            </p:attrNameLst>
                                          </p:cBhvr>
                                          <p:tavLst>
                                            <p:tav tm="0">
                                              <p:val>
                                                <p:fltVal val="0"/>
                                              </p:val>
                                            </p:tav>
                                            <p:tav tm="100000">
                                              <p:val>
                                                <p:strVal val="#ppt_w"/>
                                              </p:val>
                                            </p:tav>
                                          </p:tavLst>
                                        </p:anim>
                                        <p:anim calcmode="lin" valueType="num">
                                          <p:cBhvr>
                                            <p:cTn id="66" dur="500" fill="hold"/>
                                            <p:tgtEl>
                                              <p:spTgt spid="109"/>
                                            </p:tgtEl>
                                            <p:attrNameLst>
                                              <p:attrName>ppt_h</p:attrName>
                                            </p:attrNameLst>
                                          </p:cBhvr>
                                          <p:tavLst>
                                            <p:tav tm="0">
                                              <p:val>
                                                <p:fltVal val="0"/>
                                              </p:val>
                                            </p:tav>
                                            <p:tav tm="100000">
                                              <p:val>
                                                <p:strVal val="#ppt_h"/>
                                              </p:val>
                                            </p:tav>
                                          </p:tavLst>
                                        </p:anim>
                                        <p:animEffect transition="in" filter="fade">
                                          <p:cBhvr>
                                            <p:cTn id="67" dur="500"/>
                                            <p:tgtEl>
                                              <p:spTgt spid="109"/>
                                            </p:tgtEl>
                                          </p:cBhvr>
                                        </p:animEffect>
                                      </p:childTnLst>
                                    </p:cTn>
                                  </p:par>
                                  <p:par>
                                    <p:cTn id="68" presetID="53" presetClass="entr" presetSubtype="16" fill="hold" grpId="0" nodeType="withEffect">
                                      <p:stCondLst>
                                        <p:cond delay="200"/>
                                      </p:stCondLst>
                                      <p:childTnLst>
                                        <p:set>
                                          <p:cBhvr>
                                            <p:cTn id="69" dur="1" fill="hold">
                                              <p:stCondLst>
                                                <p:cond delay="0"/>
                                              </p:stCondLst>
                                            </p:cTn>
                                            <p:tgtEl>
                                              <p:spTgt spid="110"/>
                                            </p:tgtEl>
                                            <p:attrNameLst>
                                              <p:attrName>style.visibility</p:attrName>
                                            </p:attrNameLst>
                                          </p:cBhvr>
                                          <p:to>
                                            <p:strVal val="visible"/>
                                          </p:to>
                                        </p:set>
                                        <p:anim calcmode="lin" valueType="num">
                                          <p:cBhvr>
                                            <p:cTn id="70" dur="500" fill="hold"/>
                                            <p:tgtEl>
                                              <p:spTgt spid="110"/>
                                            </p:tgtEl>
                                            <p:attrNameLst>
                                              <p:attrName>ppt_w</p:attrName>
                                            </p:attrNameLst>
                                          </p:cBhvr>
                                          <p:tavLst>
                                            <p:tav tm="0">
                                              <p:val>
                                                <p:fltVal val="0"/>
                                              </p:val>
                                            </p:tav>
                                            <p:tav tm="100000">
                                              <p:val>
                                                <p:strVal val="#ppt_w"/>
                                              </p:val>
                                            </p:tav>
                                          </p:tavLst>
                                        </p:anim>
                                        <p:anim calcmode="lin" valueType="num">
                                          <p:cBhvr>
                                            <p:cTn id="71" dur="500" fill="hold"/>
                                            <p:tgtEl>
                                              <p:spTgt spid="110"/>
                                            </p:tgtEl>
                                            <p:attrNameLst>
                                              <p:attrName>ppt_h</p:attrName>
                                            </p:attrNameLst>
                                          </p:cBhvr>
                                          <p:tavLst>
                                            <p:tav tm="0">
                                              <p:val>
                                                <p:fltVal val="0"/>
                                              </p:val>
                                            </p:tav>
                                            <p:tav tm="100000">
                                              <p:val>
                                                <p:strVal val="#ppt_h"/>
                                              </p:val>
                                            </p:tav>
                                          </p:tavLst>
                                        </p:anim>
                                        <p:animEffect transition="in" filter="fade">
                                          <p:cBhvr>
                                            <p:cTn id="72" dur="500"/>
                                            <p:tgtEl>
                                              <p:spTgt spid="110"/>
                                            </p:tgtEl>
                                          </p:cBhvr>
                                        </p:animEffect>
                                      </p:childTnLst>
                                    </p:cTn>
                                  </p:par>
                                  <p:par>
                                    <p:cTn id="73" presetID="53" presetClass="entr" presetSubtype="16" fill="hold" grpId="0" nodeType="withEffect">
                                      <p:stCondLst>
                                        <p:cond delay="400"/>
                                      </p:stCondLst>
                                      <p:childTnLst>
                                        <p:set>
                                          <p:cBhvr>
                                            <p:cTn id="74" dur="1" fill="hold">
                                              <p:stCondLst>
                                                <p:cond delay="0"/>
                                              </p:stCondLst>
                                            </p:cTn>
                                            <p:tgtEl>
                                              <p:spTgt spid="111"/>
                                            </p:tgtEl>
                                            <p:attrNameLst>
                                              <p:attrName>style.visibility</p:attrName>
                                            </p:attrNameLst>
                                          </p:cBhvr>
                                          <p:to>
                                            <p:strVal val="visible"/>
                                          </p:to>
                                        </p:set>
                                        <p:anim calcmode="lin" valueType="num">
                                          <p:cBhvr>
                                            <p:cTn id="75" dur="500" fill="hold"/>
                                            <p:tgtEl>
                                              <p:spTgt spid="111"/>
                                            </p:tgtEl>
                                            <p:attrNameLst>
                                              <p:attrName>ppt_w</p:attrName>
                                            </p:attrNameLst>
                                          </p:cBhvr>
                                          <p:tavLst>
                                            <p:tav tm="0">
                                              <p:val>
                                                <p:fltVal val="0"/>
                                              </p:val>
                                            </p:tav>
                                            <p:tav tm="100000">
                                              <p:val>
                                                <p:strVal val="#ppt_w"/>
                                              </p:val>
                                            </p:tav>
                                          </p:tavLst>
                                        </p:anim>
                                        <p:anim calcmode="lin" valueType="num">
                                          <p:cBhvr>
                                            <p:cTn id="76" dur="500" fill="hold"/>
                                            <p:tgtEl>
                                              <p:spTgt spid="111"/>
                                            </p:tgtEl>
                                            <p:attrNameLst>
                                              <p:attrName>ppt_h</p:attrName>
                                            </p:attrNameLst>
                                          </p:cBhvr>
                                          <p:tavLst>
                                            <p:tav tm="0">
                                              <p:val>
                                                <p:fltVal val="0"/>
                                              </p:val>
                                            </p:tav>
                                            <p:tav tm="100000">
                                              <p:val>
                                                <p:strVal val="#ppt_h"/>
                                              </p:val>
                                            </p:tav>
                                          </p:tavLst>
                                        </p:anim>
                                        <p:animEffect transition="in" filter="fade">
                                          <p:cBhvr>
                                            <p:cTn id="77" dur="500"/>
                                            <p:tgtEl>
                                              <p:spTgt spid="111"/>
                                            </p:tgtEl>
                                          </p:cBhvr>
                                        </p:animEffect>
                                      </p:childTnLst>
                                    </p:cTn>
                                  </p:par>
                                  <p:par>
                                    <p:cTn id="78" presetID="53" presetClass="entr" presetSubtype="16" fill="hold" grpId="0" nodeType="withEffect">
                                      <p:stCondLst>
                                        <p:cond delay="400"/>
                                      </p:stCondLst>
                                      <p:childTnLst>
                                        <p:set>
                                          <p:cBhvr>
                                            <p:cTn id="79" dur="1" fill="hold">
                                              <p:stCondLst>
                                                <p:cond delay="0"/>
                                              </p:stCondLst>
                                            </p:cTn>
                                            <p:tgtEl>
                                              <p:spTgt spid="112"/>
                                            </p:tgtEl>
                                            <p:attrNameLst>
                                              <p:attrName>style.visibility</p:attrName>
                                            </p:attrNameLst>
                                          </p:cBhvr>
                                          <p:to>
                                            <p:strVal val="visible"/>
                                          </p:to>
                                        </p:set>
                                        <p:anim calcmode="lin" valueType="num">
                                          <p:cBhvr>
                                            <p:cTn id="80" dur="500" fill="hold"/>
                                            <p:tgtEl>
                                              <p:spTgt spid="112"/>
                                            </p:tgtEl>
                                            <p:attrNameLst>
                                              <p:attrName>ppt_w</p:attrName>
                                            </p:attrNameLst>
                                          </p:cBhvr>
                                          <p:tavLst>
                                            <p:tav tm="0">
                                              <p:val>
                                                <p:fltVal val="0"/>
                                              </p:val>
                                            </p:tav>
                                            <p:tav tm="100000">
                                              <p:val>
                                                <p:strVal val="#ppt_w"/>
                                              </p:val>
                                            </p:tav>
                                          </p:tavLst>
                                        </p:anim>
                                        <p:anim calcmode="lin" valueType="num">
                                          <p:cBhvr>
                                            <p:cTn id="81" dur="500" fill="hold"/>
                                            <p:tgtEl>
                                              <p:spTgt spid="112"/>
                                            </p:tgtEl>
                                            <p:attrNameLst>
                                              <p:attrName>ppt_h</p:attrName>
                                            </p:attrNameLst>
                                          </p:cBhvr>
                                          <p:tavLst>
                                            <p:tav tm="0">
                                              <p:val>
                                                <p:fltVal val="0"/>
                                              </p:val>
                                            </p:tav>
                                            <p:tav tm="100000">
                                              <p:val>
                                                <p:strVal val="#ppt_h"/>
                                              </p:val>
                                            </p:tav>
                                          </p:tavLst>
                                        </p:anim>
                                        <p:animEffect transition="in" filter="fade">
                                          <p:cBhvr>
                                            <p:cTn id="82" dur="500"/>
                                            <p:tgtEl>
                                              <p:spTgt spid="112"/>
                                            </p:tgtEl>
                                          </p:cBhvr>
                                        </p:animEffect>
                                      </p:childTnLst>
                                    </p:cTn>
                                  </p:par>
                                  <p:par>
                                    <p:cTn id="83" presetID="53" presetClass="entr" presetSubtype="16" fill="hold" grpId="0" nodeType="withEffect">
                                      <p:stCondLst>
                                        <p:cond delay="400"/>
                                      </p:stCondLst>
                                      <p:childTnLst>
                                        <p:set>
                                          <p:cBhvr>
                                            <p:cTn id="84" dur="1" fill="hold">
                                              <p:stCondLst>
                                                <p:cond delay="0"/>
                                              </p:stCondLst>
                                            </p:cTn>
                                            <p:tgtEl>
                                              <p:spTgt spid="113"/>
                                            </p:tgtEl>
                                            <p:attrNameLst>
                                              <p:attrName>style.visibility</p:attrName>
                                            </p:attrNameLst>
                                          </p:cBhvr>
                                          <p:to>
                                            <p:strVal val="visible"/>
                                          </p:to>
                                        </p:set>
                                        <p:anim calcmode="lin" valueType="num">
                                          <p:cBhvr>
                                            <p:cTn id="85" dur="500" fill="hold"/>
                                            <p:tgtEl>
                                              <p:spTgt spid="113"/>
                                            </p:tgtEl>
                                            <p:attrNameLst>
                                              <p:attrName>ppt_w</p:attrName>
                                            </p:attrNameLst>
                                          </p:cBhvr>
                                          <p:tavLst>
                                            <p:tav tm="0">
                                              <p:val>
                                                <p:fltVal val="0"/>
                                              </p:val>
                                            </p:tav>
                                            <p:tav tm="100000">
                                              <p:val>
                                                <p:strVal val="#ppt_w"/>
                                              </p:val>
                                            </p:tav>
                                          </p:tavLst>
                                        </p:anim>
                                        <p:anim calcmode="lin" valueType="num">
                                          <p:cBhvr>
                                            <p:cTn id="86" dur="500" fill="hold"/>
                                            <p:tgtEl>
                                              <p:spTgt spid="113"/>
                                            </p:tgtEl>
                                            <p:attrNameLst>
                                              <p:attrName>ppt_h</p:attrName>
                                            </p:attrNameLst>
                                          </p:cBhvr>
                                          <p:tavLst>
                                            <p:tav tm="0">
                                              <p:val>
                                                <p:fltVal val="0"/>
                                              </p:val>
                                            </p:tav>
                                            <p:tav tm="100000">
                                              <p:val>
                                                <p:strVal val="#ppt_h"/>
                                              </p:val>
                                            </p:tav>
                                          </p:tavLst>
                                        </p:anim>
                                        <p:animEffect transition="in" filter="fade">
                                          <p:cBhvr>
                                            <p:cTn id="87" dur="500"/>
                                            <p:tgtEl>
                                              <p:spTgt spid="113"/>
                                            </p:tgtEl>
                                          </p:cBhvr>
                                        </p:animEffect>
                                      </p:childTnLst>
                                    </p:cTn>
                                  </p:par>
                                  <p:par>
                                    <p:cTn id="88" presetID="53" presetClass="entr" presetSubtype="16" fill="hold" grpId="0" nodeType="withEffect">
                                      <p:stCondLst>
                                        <p:cond delay="400"/>
                                      </p:stCondLst>
                                      <p:childTnLst>
                                        <p:set>
                                          <p:cBhvr>
                                            <p:cTn id="89" dur="1" fill="hold">
                                              <p:stCondLst>
                                                <p:cond delay="0"/>
                                              </p:stCondLst>
                                            </p:cTn>
                                            <p:tgtEl>
                                              <p:spTgt spid="114"/>
                                            </p:tgtEl>
                                            <p:attrNameLst>
                                              <p:attrName>style.visibility</p:attrName>
                                            </p:attrNameLst>
                                          </p:cBhvr>
                                          <p:to>
                                            <p:strVal val="visible"/>
                                          </p:to>
                                        </p:set>
                                        <p:anim calcmode="lin" valueType="num">
                                          <p:cBhvr>
                                            <p:cTn id="90" dur="500" fill="hold"/>
                                            <p:tgtEl>
                                              <p:spTgt spid="114"/>
                                            </p:tgtEl>
                                            <p:attrNameLst>
                                              <p:attrName>ppt_w</p:attrName>
                                            </p:attrNameLst>
                                          </p:cBhvr>
                                          <p:tavLst>
                                            <p:tav tm="0">
                                              <p:val>
                                                <p:fltVal val="0"/>
                                              </p:val>
                                            </p:tav>
                                            <p:tav tm="100000">
                                              <p:val>
                                                <p:strVal val="#ppt_w"/>
                                              </p:val>
                                            </p:tav>
                                          </p:tavLst>
                                        </p:anim>
                                        <p:anim calcmode="lin" valueType="num">
                                          <p:cBhvr>
                                            <p:cTn id="91" dur="500" fill="hold"/>
                                            <p:tgtEl>
                                              <p:spTgt spid="114"/>
                                            </p:tgtEl>
                                            <p:attrNameLst>
                                              <p:attrName>ppt_h</p:attrName>
                                            </p:attrNameLst>
                                          </p:cBhvr>
                                          <p:tavLst>
                                            <p:tav tm="0">
                                              <p:val>
                                                <p:fltVal val="0"/>
                                              </p:val>
                                            </p:tav>
                                            <p:tav tm="100000">
                                              <p:val>
                                                <p:strVal val="#ppt_h"/>
                                              </p:val>
                                            </p:tav>
                                          </p:tavLst>
                                        </p:anim>
                                        <p:animEffect transition="in" filter="fade">
                                          <p:cBhvr>
                                            <p:cTn id="92" dur="500"/>
                                            <p:tgtEl>
                                              <p:spTgt spid="114"/>
                                            </p:tgtEl>
                                          </p:cBhvr>
                                        </p:animEffect>
                                      </p:childTnLst>
                                    </p:cTn>
                                  </p:par>
                                  <p:par>
                                    <p:cTn id="93" presetID="53" presetClass="entr" presetSubtype="16" fill="hold" grpId="0" nodeType="withEffect">
                                      <p:stCondLst>
                                        <p:cond delay="400"/>
                                      </p:stCondLst>
                                      <p:childTnLst>
                                        <p:set>
                                          <p:cBhvr>
                                            <p:cTn id="94" dur="1" fill="hold">
                                              <p:stCondLst>
                                                <p:cond delay="0"/>
                                              </p:stCondLst>
                                            </p:cTn>
                                            <p:tgtEl>
                                              <p:spTgt spid="115"/>
                                            </p:tgtEl>
                                            <p:attrNameLst>
                                              <p:attrName>style.visibility</p:attrName>
                                            </p:attrNameLst>
                                          </p:cBhvr>
                                          <p:to>
                                            <p:strVal val="visible"/>
                                          </p:to>
                                        </p:set>
                                        <p:anim calcmode="lin" valueType="num">
                                          <p:cBhvr>
                                            <p:cTn id="95" dur="500" fill="hold"/>
                                            <p:tgtEl>
                                              <p:spTgt spid="115"/>
                                            </p:tgtEl>
                                            <p:attrNameLst>
                                              <p:attrName>ppt_w</p:attrName>
                                            </p:attrNameLst>
                                          </p:cBhvr>
                                          <p:tavLst>
                                            <p:tav tm="0">
                                              <p:val>
                                                <p:fltVal val="0"/>
                                              </p:val>
                                            </p:tav>
                                            <p:tav tm="100000">
                                              <p:val>
                                                <p:strVal val="#ppt_w"/>
                                              </p:val>
                                            </p:tav>
                                          </p:tavLst>
                                        </p:anim>
                                        <p:anim calcmode="lin" valueType="num">
                                          <p:cBhvr>
                                            <p:cTn id="96" dur="500" fill="hold"/>
                                            <p:tgtEl>
                                              <p:spTgt spid="115"/>
                                            </p:tgtEl>
                                            <p:attrNameLst>
                                              <p:attrName>ppt_h</p:attrName>
                                            </p:attrNameLst>
                                          </p:cBhvr>
                                          <p:tavLst>
                                            <p:tav tm="0">
                                              <p:val>
                                                <p:fltVal val="0"/>
                                              </p:val>
                                            </p:tav>
                                            <p:tav tm="100000">
                                              <p:val>
                                                <p:strVal val="#ppt_h"/>
                                              </p:val>
                                            </p:tav>
                                          </p:tavLst>
                                        </p:anim>
                                        <p:animEffect transition="in" filter="fade">
                                          <p:cBhvr>
                                            <p:cTn id="97" dur="500"/>
                                            <p:tgtEl>
                                              <p:spTgt spid="115"/>
                                            </p:tgtEl>
                                          </p:cBhvr>
                                        </p:animEffect>
                                      </p:childTnLst>
                                    </p:cTn>
                                  </p:par>
                                  <p:par>
                                    <p:cTn id="98" presetID="53" presetClass="entr" presetSubtype="16" fill="hold" grpId="0" nodeType="withEffect">
                                      <p:stCondLst>
                                        <p:cond delay="400"/>
                                      </p:stCondLst>
                                      <p:childTnLst>
                                        <p:set>
                                          <p:cBhvr>
                                            <p:cTn id="99" dur="1" fill="hold">
                                              <p:stCondLst>
                                                <p:cond delay="0"/>
                                              </p:stCondLst>
                                            </p:cTn>
                                            <p:tgtEl>
                                              <p:spTgt spid="116"/>
                                            </p:tgtEl>
                                            <p:attrNameLst>
                                              <p:attrName>style.visibility</p:attrName>
                                            </p:attrNameLst>
                                          </p:cBhvr>
                                          <p:to>
                                            <p:strVal val="visible"/>
                                          </p:to>
                                        </p:set>
                                        <p:anim calcmode="lin" valueType="num">
                                          <p:cBhvr>
                                            <p:cTn id="100" dur="500" fill="hold"/>
                                            <p:tgtEl>
                                              <p:spTgt spid="116"/>
                                            </p:tgtEl>
                                            <p:attrNameLst>
                                              <p:attrName>ppt_w</p:attrName>
                                            </p:attrNameLst>
                                          </p:cBhvr>
                                          <p:tavLst>
                                            <p:tav tm="0">
                                              <p:val>
                                                <p:fltVal val="0"/>
                                              </p:val>
                                            </p:tav>
                                            <p:tav tm="100000">
                                              <p:val>
                                                <p:strVal val="#ppt_w"/>
                                              </p:val>
                                            </p:tav>
                                          </p:tavLst>
                                        </p:anim>
                                        <p:anim calcmode="lin" valueType="num">
                                          <p:cBhvr>
                                            <p:cTn id="101" dur="500" fill="hold"/>
                                            <p:tgtEl>
                                              <p:spTgt spid="116"/>
                                            </p:tgtEl>
                                            <p:attrNameLst>
                                              <p:attrName>ppt_h</p:attrName>
                                            </p:attrNameLst>
                                          </p:cBhvr>
                                          <p:tavLst>
                                            <p:tav tm="0">
                                              <p:val>
                                                <p:fltVal val="0"/>
                                              </p:val>
                                            </p:tav>
                                            <p:tav tm="100000">
                                              <p:val>
                                                <p:strVal val="#ppt_h"/>
                                              </p:val>
                                            </p:tav>
                                          </p:tavLst>
                                        </p:anim>
                                        <p:animEffect transition="in" filter="fade">
                                          <p:cBhvr>
                                            <p:cTn id="102" dur="500"/>
                                            <p:tgtEl>
                                              <p:spTgt spid="116"/>
                                            </p:tgtEl>
                                          </p:cBhvr>
                                        </p:animEffect>
                                      </p:childTnLst>
                                    </p:cTn>
                                  </p:par>
                                  <p:par>
                                    <p:cTn id="103" presetID="53" presetClass="entr" presetSubtype="16" fill="hold" grpId="0" nodeType="withEffect">
                                      <p:stCondLst>
                                        <p:cond delay="400"/>
                                      </p:stCondLst>
                                      <p:childTnLst>
                                        <p:set>
                                          <p:cBhvr>
                                            <p:cTn id="104" dur="1" fill="hold">
                                              <p:stCondLst>
                                                <p:cond delay="0"/>
                                              </p:stCondLst>
                                            </p:cTn>
                                            <p:tgtEl>
                                              <p:spTgt spid="117"/>
                                            </p:tgtEl>
                                            <p:attrNameLst>
                                              <p:attrName>style.visibility</p:attrName>
                                            </p:attrNameLst>
                                          </p:cBhvr>
                                          <p:to>
                                            <p:strVal val="visible"/>
                                          </p:to>
                                        </p:set>
                                        <p:anim calcmode="lin" valueType="num">
                                          <p:cBhvr>
                                            <p:cTn id="105" dur="500" fill="hold"/>
                                            <p:tgtEl>
                                              <p:spTgt spid="117"/>
                                            </p:tgtEl>
                                            <p:attrNameLst>
                                              <p:attrName>ppt_w</p:attrName>
                                            </p:attrNameLst>
                                          </p:cBhvr>
                                          <p:tavLst>
                                            <p:tav tm="0">
                                              <p:val>
                                                <p:fltVal val="0"/>
                                              </p:val>
                                            </p:tav>
                                            <p:tav tm="100000">
                                              <p:val>
                                                <p:strVal val="#ppt_w"/>
                                              </p:val>
                                            </p:tav>
                                          </p:tavLst>
                                        </p:anim>
                                        <p:anim calcmode="lin" valueType="num">
                                          <p:cBhvr>
                                            <p:cTn id="106" dur="500" fill="hold"/>
                                            <p:tgtEl>
                                              <p:spTgt spid="117"/>
                                            </p:tgtEl>
                                            <p:attrNameLst>
                                              <p:attrName>ppt_h</p:attrName>
                                            </p:attrNameLst>
                                          </p:cBhvr>
                                          <p:tavLst>
                                            <p:tav tm="0">
                                              <p:val>
                                                <p:fltVal val="0"/>
                                              </p:val>
                                            </p:tav>
                                            <p:tav tm="100000">
                                              <p:val>
                                                <p:strVal val="#ppt_h"/>
                                              </p:val>
                                            </p:tav>
                                          </p:tavLst>
                                        </p:anim>
                                        <p:animEffect transition="in" filter="fade">
                                          <p:cBhvr>
                                            <p:cTn id="107" dur="500"/>
                                            <p:tgtEl>
                                              <p:spTgt spid="117"/>
                                            </p:tgtEl>
                                          </p:cBhvr>
                                        </p:animEffect>
                                      </p:childTnLst>
                                    </p:cTn>
                                  </p:par>
                                  <p:par>
                                    <p:cTn id="108" presetID="53" presetClass="entr" presetSubtype="16" fill="hold" grpId="0" nodeType="withEffect">
                                      <p:stCondLst>
                                        <p:cond delay="400"/>
                                      </p:stCondLst>
                                      <p:childTnLst>
                                        <p:set>
                                          <p:cBhvr>
                                            <p:cTn id="109" dur="1" fill="hold">
                                              <p:stCondLst>
                                                <p:cond delay="0"/>
                                              </p:stCondLst>
                                            </p:cTn>
                                            <p:tgtEl>
                                              <p:spTgt spid="118"/>
                                            </p:tgtEl>
                                            <p:attrNameLst>
                                              <p:attrName>style.visibility</p:attrName>
                                            </p:attrNameLst>
                                          </p:cBhvr>
                                          <p:to>
                                            <p:strVal val="visible"/>
                                          </p:to>
                                        </p:set>
                                        <p:anim calcmode="lin" valueType="num">
                                          <p:cBhvr>
                                            <p:cTn id="110" dur="500" fill="hold"/>
                                            <p:tgtEl>
                                              <p:spTgt spid="118"/>
                                            </p:tgtEl>
                                            <p:attrNameLst>
                                              <p:attrName>ppt_w</p:attrName>
                                            </p:attrNameLst>
                                          </p:cBhvr>
                                          <p:tavLst>
                                            <p:tav tm="0">
                                              <p:val>
                                                <p:fltVal val="0"/>
                                              </p:val>
                                            </p:tav>
                                            <p:tav tm="100000">
                                              <p:val>
                                                <p:strVal val="#ppt_w"/>
                                              </p:val>
                                            </p:tav>
                                          </p:tavLst>
                                        </p:anim>
                                        <p:anim calcmode="lin" valueType="num">
                                          <p:cBhvr>
                                            <p:cTn id="111" dur="500" fill="hold"/>
                                            <p:tgtEl>
                                              <p:spTgt spid="118"/>
                                            </p:tgtEl>
                                            <p:attrNameLst>
                                              <p:attrName>ppt_h</p:attrName>
                                            </p:attrNameLst>
                                          </p:cBhvr>
                                          <p:tavLst>
                                            <p:tav tm="0">
                                              <p:val>
                                                <p:fltVal val="0"/>
                                              </p:val>
                                            </p:tav>
                                            <p:tav tm="100000">
                                              <p:val>
                                                <p:strVal val="#ppt_h"/>
                                              </p:val>
                                            </p:tav>
                                          </p:tavLst>
                                        </p:anim>
                                        <p:animEffect transition="in" filter="fade">
                                          <p:cBhvr>
                                            <p:cTn id="112" dur="500"/>
                                            <p:tgtEl>
                                              <p:spTgt spid="118"/>
                                            </p:tgtEl>
                                          </p:cBhvr>
                                        </p:animEffect>
                                      </p:childTnLst>
                                    </p:cTn>
                                  </p:par>
                                  <p:par>
                                    <p:cTn id="113" presetID="53" presetClass="entr" presetSubtype="16" fill="hold" grpId="0" nodeType="withEffect">
                                      <p:stCondLst>
                                        <p:cond delay="600"/>
                                      </p:stCondLst>
                                      <p:childTnLst>
                                        <p:set>
                                          <p:cBhvr>
                                            <p:cTn id="114" dur="1" fill="hold">
                                              <p:stCondLst>
                                                <p:cond delay="0"/>
                                              </p:stCondLst>
                                            </p:cTn>
                                            <p:tgtEl>
                                              <p:spTgt spid="119"/>
                                            </p:tgtEl>
                                            <p:attrNameLst>
                                              <p:attrName>style.visibility</p:attrName>
                                            </p:attrNameLst>
                                          </p:cBhvr>
                                          <p:to>
                                            <p:strVal val="visible"/>
                                          </p:to>
                                        </p:set>
                                        <p:anim calcmode="lin" valueType="num">
                                          <p:cBhvr>
                                            <p:cTn id="115" dur="500" fill="hold"/>
                                            <p:tgtEl>
                                              <p:spTgt spid="119"/>
                                            </p:tgtEl>
                                            <p:attrNameLst>
                                              <p:attrName>ppt_w</p:attrName>
                                            </p:attrNameLst>
                                          </p:cBhvr>
                                          <p:tavLst>
                                            <p:tav tm="0">
                                              <p:val>
                                                <p:fltVal val="0"/>
                                              </p:val>
                                            </p:tav>
                                            <p:tav tm="100000">
                                              <p:val>
                                                <p:strVal val="#ppt_w"/>
                                              </p:val>
                                            </p:tav>
                                          </p:tavLst>
                                        </p:anim>
                                        <p:anim calcmode="lin" valueType="num">
                                          <p:cBhvr>
                                            <p:cTn id="116" dur="500" fill="hold"/>
                                            <p:tgtEl>
                                              <p:spTgt spid="119"/>
                                            </p:tgtEl>
                                            <p:attrNameLst>
                                              <p:attrName>ppt_h</p:attrName>
                                            </p:attrNameLst>
                                          </p:cBhvr>
                                          <p:tavLst>
                                            <p:tav tm="0">
                                              <p:val>
                                                <p:fltVal val="0"/>
                                              </p:val>
                                            </p:tav>
                                            <p:tav tm="100000">
                                              <p:val>
                                                <p:strVal val="#ppt_h"/>
                                              </p:val>
                                            </p:tav>
                                          </p:tavLst>
                                        </p:anim>
                                        <p:animEffect transition="in" filter="fade">
                                          <p:cBhvr>
                                            <p:cTn id="117" dur="500"/>
                                            <p:tgtEl>
                                              <p:spTgt spid="119"/>
                                            </p:tgtEl>
                                          </p:cBhvr>
                                        </p:animEffect>
                                      </p:childTnLst>
                                    </p:cTn>
                                  </p:par>
                                  <p:par>
                                    <p:cTn id="118" presetID="53" presetClass="entr" presetSubtype="16" fill="hold" grpId="0" nodeType="withEffect">
                                      <p:stCondLst>
                                        <p:cond delay="600"/>
                                      </p:stCondLst>
                                      <p:childTnLst>
                                        <p:set>
                                          <p:cBhvr>
                                            <p:cTn id="119" dur="1" fill="hold">
                                              <p:stCondLst>
                                                <p:cond delay="0"/>
                                              </p:stCondLst>
                                            </p:cTn>
                                            <p:tgtEl>
                                              <p:spTgt spid="120"/>
                                            </p:tgtEl>
                                            <p:attrNameLst>
                                              <p:attrName>style.visibility</p:attrName>
                                            </p:attrNameLst>
                                          </p:cBhvr>
                                          <p:to>
                                            <p:strVal val="visible"/>
                                          </p:to>
                                        </p:set>
                                        <p:anim calcmode="lin" valueType="num">
                                          <p:cBhvr>
                                            <p:cTn id="120" dur="500" fill="hold"/>
                                            <p:tgtEl>
                                              <p:spTgt spid="120"/>
                                            </p:tgtEl>
                                            <p:attrNameLst>
                                              <p:attrName>ppt_w</p:attrName>
                                            </p:attrNameLst>
                                          </p:cBhvr>
                                          <p:tavLst>
                                            <p:tav tm="0">
                                              <p:val>
                                                <p:fltVal val="0"/>
                                              </p:val>
                                            </p:tav>
                                            <p:tav tm="100000">
                                              <p:val>
                                                <p:strVal val="#ppt_w"/>
                                              </p:val>
                                            </p:tav>
                                          </p:tavLst>
                                        </p:anim>
                                        <p:anim calcmode="lin" valueType="num">
                                          <p:cBhvr>
                                            <p:cTn id="121" dur="500" fill="hold"/>
                                            <p:tgtEl>
                                              <p:spTgt spid="120"/>
                                            </p:tgtEl>
                                            <p:attrNameLst>
                                              <p:attrName>ppt_h</p:attrName>
                                            </p:attrNameLst>
                                          </p:cBhvr>
                                          <p:tavLst>
                                            <p:tav tm="0">
                                              <p:val>
                                                <p:fltVal val="0"/>
                                              </p:val>
                                            </p:tav>
                                            <p:tav tm="100000">
                                              <p:val>
                                                <p:strVal val="#ppt_h"/>
                                              </p:val>
                                            </p:tav>
                                          </p:tavLst>
                                        </p:anim>
                                        <p:animEffect transition="in" filter="fade">
                                          <p:cBhvr>
                                            <p:cTn id="122" dur="500"/>
                                            <p:tgtEl>
                                              <p:spTgt spid="120"/>
                                            </p:tgtEl>
                                          </p:cBhvr>
                                        </p:animEffect>
                                      </p:childTnLst>
                                    </p:cTn>
                                  </p:par>
                                  <p:par>
                                    <p:cTn id="123" presetID="53" presetClass="entr" presetSubtype="16" fill="hold" grpId="0" nodeType="withEffect">
                                      <p:stCondLst>
                                        <p:cond delay="600"/>
                                      </p:stCondLst>
                                      <p:childTnLst>
                                        <p:set>
                                          <p:cBhvr>
                                            <p:cTn id="124" dur="1" fill="hold">
                                              <p:stCondLst>
                                                <p:cond delay="0"/>
                                              </p:stCondLst>
                                            </p:cTn>
                                            <p:tgtEl>
                                              <p:spTgt spid="121"/>
                                            </p:tgtEl>
                                            <p:attrNameLst>
                                              <p:attrName>style.visibility</p:attrName>
                                            </p:attrNameLst>
                                          </p:cBhvr>
                                          <p:to>
                                            <p:strVal val="visible"/>
                                          </p:to>
                                        </p:set>
                                        <p:anim calcmode="lin" valueType="num">
                                          <p:cBhvr>
                                            <p:cTn id="125" dur="500" fill="hold"/>
                                            <p:tgtEl>
                                              <p:spTgt spid="121"/>
                                            </p:tgtEl>
                                            <p:attrNameLst>
                                              <p:attrName>ppt_w</p:attrName>
                                            </p:attrNameLst>
                                          </p:cBhvr>
                                          <p:tavLst>
                                            <p:tav tm="0">
                                              <p:val>
                                                <p:fltVal val="0"/>
                                              </p:val>
                                            </p:tav>
                                            <p:tav tm="100000">
                                              <p:val>
                                                <p:strVal val="#ppt_w"/>
                                              </p:val>
                                            </p:tav>
                                          </p:tavLst>
                                        </p:anim>
                                        <p:anim calcmode="lin" valueType="num">
                                          <p:cBhvr>
                                            <p:cTn id="126" dur="500" fill="hold"/>
                                            <p:tgtEl>
                                              <p:spTgt spid="121"/>
                                            </p:tgtEl>
                                            <p:attrNameLst>
                                              <p:attrName>ppt_h</p:attrName>
                                            </p:attrNameLst>
                                          </p:cBhvr>
                                          <p:tavLst>
                                            <p:tav tm="0">
                                              <p:val>
                                                <p:fltVal val="0"/>
                                              </p:val>
                                            </p:tav>
                                            <p:tav tm="100000">
                                              <p:val>
                                                <p:strVal val="#ppt_h"/>
                                              </p:val>
                                            </p:tav>
                                          </p:tavLst>
                                        </p:anim>
                                        <p:animEffect transition="in" filter="fade">
                                          <p:cBhvr>
                                            <p:cTn id="127" dur="500"/>
                                            <p:tgtEl>
                                              <p:spTgt spid="121"/>
                                            </p:tgtEl>
                                          </p:cBhvr>
                                        </p:animEffect>
                                      </p:childTnLst>
                                    </p:cTn>
                                  </p:par>
                                  <p:par>
                                    <p:cTn id="128" presetID="53" presetClass="entr" presetSubtype="16" fill="hold" grpId="0" nodeType="withEffect">
                                      <p:stCondLst>
                                        <p:cond delay="600"/>
                                      </p:stCondLst>
                                      <p:childTnLst>
                                        <p:set>
                                          <p:cBhvr>
                                            <p:cTn id="129" dur="1" fill="hold">
                                              <p:stCondLst>
                                                <p:cond delay="0"/>
                                              </p:stCondLst>
                                            </p:cTn>
                                            <p:tgtEl>
                                              <p:spTgt spid="122"/>
                                            </p:tgtEl>
                                            <p:attrNameLst>
                                              <p:attrName>style.visibility</p:attrName>
                                            </p:attrNameLst>
                                          </p:cBhvr>
                                          <p:to>
                                            <p:strVal val="visible"/>
                                          </p:to>
                                        </p:set>
                                        <p:anim calcmode="lin" valueType="num">
                                          <p:cBhvr>
                                            <p:cTn id="130" dur="500" fill="hold"/>
                                            <p:tgtEl>
                                              <p:spTgt spid="122"/>
                                            </p:tgtEl>
                                            <p:attrNameLst>
                                              <p:attrName>ppt_w</p:attrName>
                                            </p:attrNameLst>
                                          </p:cBhvr>
                                          <p:tavLst>
                                            <p:tav tm="0">
                                              <p:val>
                                                <p:fltVal val="0"/>
                                              </p:val>
                                            </p:tav>
                                            <p:tav tm="100000">
                                              <p:val>
                                                <p:strVal val="#ppt_w"/>
                                              </p:val>
                                            </p:tav>
                                          </p:tavLst>
                                        </p:anim>
                                        <p:anim calcmode="lin" valueType="num">
                                          <p:cBhvr>
                                            <p:cTn id="131" dur="500" fill="hold"/>
                                            <p:tgtEl>
                                              <p:spTgt spid="122"/>
                                            </p:tgtEl>
                                            <p:attrNameLst>
                                              <p:attrName>ppt_h</p:attrName>
                                            </p:attrNameLst>
                                          </p:cBhvr>
                                          <p:tavLst>
                                            <p:tav tm="0">
                                              <p:val>
                                                <p:fltVal val="0"/>
                                              </p:val>
                                            </p:tav>
                                            <p:tav tm="100000">
                                              <p:val>
                                                <p:strVal val="#ppt_h"/>
                                              </p:val>
                                            </p:tav>
                                          </p:tavLst>
                                        </p:anim>
                                        <p:animEffect transition="in" filter="fade">
                                          <p:cBhvr>
                                            <p:cTn id="132" dur="500"/>
                                            <p:tgtEl>
                                              <p:spTgt spid="122"/>
                                            </p:tgtEl>
                                          </p:cBhvr>
                                        </p:animEffect>
                                      </p:childTnLst>
                                    </p:cTn>
                                  </p:par>
                                  <p:par>
                                    <p:cTn id="133" presetID="53" presetClass="entr" presetSubtype="16" fill="hold" grpId="0" nodeType="withEffect">
                                      <p:stCondLst>
                                        <p:cond delay="600"/>
                                      </p:stCondLst>
                                      <p:childTnLst>
                                        <p:set>
                                          <p:cBhvr>
                                            <p:cTn id="134" dur="1" fill="hold">
                                              <p:stCondLst>
                                                <p:cond delay="0"/>
                                              </p:stCondLst>
                                            </p:cTn>
                                            <p:tgtEl>
                                              <p:spTgt spid="123"/>
                                            </p:tgtEl>
                                            <p:attrNameLst>
                                              <p:attrName>style.visibility</p:attrName>
                                            </p:attrNameLst>
                                          </p:cBhvr>
                                          <p:to>
                                            <p:strVal val="visible"/>
                                          </p:to>
                                        </p:set>
                                        <p:anim calcmode="lin" valueType="num">
                                          <p:cBhvr>
                                            <p:cTn id="135" dur="500" fill="hold"/>
                                            <p:tgtEl>
                                              <p:spTgt spid="123"/>
                                            </p:tgtEl>
                                            <p:attrNameLst>
                                              <p:attrName>ppt_w</p:attrName>
                                            </p:attrNameLst>
                                          </p:cBhvr>
                                          <p:tavLst>
                                            <p:tav tm="0">
                                              <p:val>
                                                <p:fltVal val="0"/>
                                              </p:val>
                                            </p:tav>
                                            <p:tav tm="100000">
                                              <p:val>
                                                <p:strVal val="#ppt_w"/>
                                              </p:val>
                                            </p:tav>
                                          </p:tavLst>
                                        </p:anim>
                                        <p:anim calcmode="lin" valueType="num">
                                          <p:cBhvr>
                                            <p:cTn id="136" dur="500" fill="hold"/>
                                            <p:tgtEl>
                                              <p:spTgt spid="123"/>
                                            </p:tgtEl>
                                            <p:attrNameLst>
                                              <p:attrName>ppt_h</p:attrName>
                                            </p:attrNameLst>
                                          </p:cBhvr>
                                          <p:tavLst>
                                            <p:tav tm="0">
                                              <p:val>
                                                <p:fltVal val="0"/>
                                              </p:val>
                                            </p:tav>
                                            <p:tav tm="100000">
                                              <p:val>
                                                <p:strVal val="#ppt_h"/>
                                              </p:val>
                                            </p:tav>
                                          </p:tavLst>
                                        </p:anim>
                                        <p:animEffect transition="in" filter="fade">
                                          <p:cBhvr>
                                            <p:cTn id="137" dur="500"/>
                                            <p:tgtEl>
                                              <p:spTgt spid="123"/>
                                            </p:tgtEl>
                                          </p:cBhvr>
                                        </p:animEffect>
                                      </p:childTnLst>
                                    </p:cTn>
                                  </p:par>
                                  <p:par>
                                    <p:cTn id="138" presetID="53" presetClass="entr" presetSubtype="16" fill="hold" grpId="0" nodeType="withEffect">
                                      <p:stCondLst>
                                        <p:cond delay="600"/>
                                      </p:stCondLst>
                                      <p:childTnLst>
                                        <p:set>
                                          <p:cBhvr>
                                            <p:cTn id="139" dur="1" fill="hold">
                                              <p:stCondLst>
                                                <p:cond delay="0"/>
                                              </p:stCondLst>
                                            </p:cTn>
                                            <p:tgtEl>
                                              <p:spTgt spid="124"/>
                                            </p:tgtEl>
                                            <p:attrNameLst>
                                              <p:attrName>style.visibility</p:attrName>
                                            </p:attrNameLst>
                                          </p:cBhvr>
                                          <p:to>
                                            <p:strVal val="visible"/>
                                          </p:to>
                                        </p:set>
                                        <p:anim calcmode="lin" valueType="num">
                                          <p:cBhvr>
                                            <p:cTn id="140" dur="500" fill="hold"/>
                                            <p:tgtEl>
                                              <p:spTgt spid="124"/>
                                            </p:tgtEl>
                                            <p:attrNameLst>
                                              <p:attrName>ppt_w</p:attrName>
                                            </p:attrNameLst>
                                          </p:cBhvr>
                                          <p:tavLst>
                                            <p:tav tm="0">
                                              <p:val>
                                                <p:fltVal val="0"/>
                                              </p:val>
                                            </p:tav>
                                            <p:tav tm="100000">
                                              <p:val>
                                                <p:strVal val="#ppt_w"/>
                                              </p:val>
                                            </p:tav>
                                          </p:tavLst>
                                        </p:anim>
                                        <p:anim calcmode="lin" valueType="num">
                                          <p:cBhvr>
                                            <p:cTn id="141" dur="500" fill="hold"/>
                                            <p:tgtEl>
                                              <p:spTgt spid="124"/>
                                            </p:tgtEl>
                                            <p:attrNameLst>
                                              <p:attrName>ppt_h</p:attrName>
                                            </p:attrNameLst>
                                          </p:cBhvr>
                                          <p:tavLst>
                                            <p:tav tm="0">
                                              <p:val>
                                                <p:fltVal val="0"/>
                                              </p:val>
                                            </p:tav>
                                            <p:tav tm="100000">
                                              <p:val>
                                                <p:strVal val="#ppt_h"/>
                                              </p:val>
                                            </p:tav>
                                          </p:tavLst>
                                        </p:anim>
                                        <p:animEffect transition="in" filter="fade">
                                          <p:cBhvr>
                                            <p:cTn id="142" dur="500"/>
                                            <p:tgtEl>
                                              <p:spTgt spid="124"/>
                                            </p:tgtEl>
                                          </p:cBhvr>
                                        </p:animEffect>
                                      </p:childTnLst>
                                    </p:cTn>
                                  </p:par>
                                  <p:par>
                                    <p:cTn id="143" presetID="53" presetClass="entr" presetSubtype="16" fill="hold" grpId="0" nodeType="withEffect">
                                      <p:stCondLst>
                                        <p:cond delay="600"/>
                                      </p:stCondLst>
                                      <p:childTnLst>
                                        <p:set>
                                          <p:cBhvr>
                                            <p:cTn id="144" dur="1" fill="hold">
                                              <p:stCondLst>
                                                <p:cond delay="0"/>
                                              </p:stCondLst>
                                            </p:cTn>
                                            <p:tgtEl>
                                              <p:spTgt spid="125"/>
                                            </p:tgtEl>
                                            <p:attrNameLst>
                                              <p:attrName>style.visibility</p:attrName>
                                            </p:attrNameLst>
                                          </p:cBhvr>
                                          <p:to>
                                            <p:strVal val="visible"/>
                                          </p:to>
                                        </p:set>
                                        <p:anim calcmode="lin" valueType="num">
                                          <p:cBhvr>
                                            <p:cTn id="145" dur="500" fill="hold"/>
                                            <p:tgtEl>
                                              <p:spTgt spid="125"/>
                                            </p:tgtEl>
                                            <p:attrNameLst>
                                              <p:attrName>ppt_w</p:attrName>
                                            </p:attrNameLst>
                                          </p:cBhvr>
                                          <p:tavLst>
                                            <p:tav tm="0">
                                              <p:val>
                                                <p:fltVal val="0"/>
                                              </p:val>
                                            </p:tav>
                                            <p:tav tm="100000">
                                              <p:val>
                                                <p:strVal val="#ppt_w"/>
                                              </p:val>
                                            </p:tav>
                                          </p:tavLst>
                                        </p:anim>
                                        <p:anim calcmode="lin" valueType="num">
                                          <p:cBhvr>
                                            <p:cTn id="146" dur="500" fill="hold"/>
                                            <p:tgtEl>
                                              <p:spTgt spid="125"/>
                                            </p:tgtEl>
                                            <p:attrNameLst>
                                              <p:attrName>ppt_h</p:attrName>
                                            </p:attrNameLst>
                                          </p:cBhvr>
                                          <p:tavLst>
                                            <p:tav tm="0">
                                              <p:val>
                                                <p:fltVal val="0"/>
                                              </p:val>
                                            </p:tav>
                                            <p:tav tm="100000">
                                              <p:val>
                                                <p:strVal val="#ppt_h"/>
                                              </p:val>
                                            </p:tav>
                                          </p:tavLst>
                                        </p:anim>
                                        <p:animEffect transition="in" filter="fade">
                                          <p:cBhvr>
                                            <p:cTn id="147" dur="500"/>
                                            <p:tgtEl>
                                              <p:spTgt spid="125"/>
                                            </p:tgtEl>
                                          </p:cBhvr>
                                        </p:animEffect>
                                      </p:childTnLst>
                                    </p:cTn>
                                  </p:par>
                                  <p:par>
                                    <p:cTn id="148" presetID="53" presetClass="entr" presetSubtype="16" fill="hold" grpId="0" nodeType="withEffect">
                                      <p:stCondLst>
                                        <p:cond delay="600"/>
                                      </p:stCondLst>
                                      <p:childTnLst>
                                        <p:set>
                                          <p:cBhvr>
                                            <p:cTn id="149" dur="1" fill="hold">
                                              <p:stCondLst>
                                                <p:cond delay="0"/>
                                              </p:stCondLst>
                                            </p:cTn>
                                            <p:tgtEl>
                                              <p:spTgt spid="126"/>
                                            </p:tgtEl>
                                            <p:attrNameLst>
                                              <p:attrName>style.visibility</p:attrName>
                                            </p:attrNameLst>
                                          </p:cBhvr>
                                          <p:to>
                                            <p:strVal val="visible"/>
                                          </p:to>
                                        </p:set>
                                        <p:anim calcmode="lin" valueType="num">
                                          <p:cBhvr>
                                            <p:cTn id="150" dur="500" fill="hold"/>
                                            <p:tgtEl>
                                              <p:spTgt spid="126"/>
                                            </p:tgtEl>
                                            <p:attrNameLst>
                                              <p:attrName>ppt_w</p:attrName>
                                            </p:attrNameLst>
                                          </p:cBhvr>
                                          <p:tavLst>
                                            <p:tav tm="0">
                                              <p:val>
                                                <p:fltVal val="0"/>
                                              </p:val>
                                            </p:tav>
                                            <p:tav tm="100000">
                                              <p:val>
                                                <p:strVal val="#ppt_w"/>
                                              </p:val>
                                            </p:tav>
                                          </p:tavLst>
                                        </p:anim>
                                        <p:anim calcmode="lin" valueType="num">
                                          <p:cBhvr>
                                            <p:cTn id="151" dur="500" fill="hold"/>
                                            <p:tgtEl>
                                              <p:spTgt spid="126"/>
                                            </p:tgtEl>
                                            <p:attrNameLst>
                                              <p:attrName>ppt_h</p:attrName>
                                            </p:attrNameLst>
                                          </p:cBhvr>
                                          <p:tavLst>
                                            <p:tav tm="0">
                                              <p:val>
                                                <p:fltVal val="0"/>
                                              </p:val>
                                            </p:tav>
                                            <p:tav tm="100000">
                                              <p:val>
                                                <p:strVal val="#ppt_h"/>
                                              </p:val>
                                            </p:tav>
                                          </p:tavLst>
                                        </p:anim>
                                        <p:animEffect transition="in" filter="fade">
                                          <p:cBhvr>
                                            <p:cTn id="152" dur="500"/>
                                            <p:tgtEl>
                                              <p:spTgt spid="126"/>
                                            </p:tgtEl>
                                          </p:cBhvr>
                                        </p:animEffect>
                                      </p:childTnLst>
                                    </p:cTn>
                                  </p:par>
                                  <p:par>
                                    <p:cTn id="153" presetID="53" presetClass="entr" presetSubtype="16" fill="hold" grpId="0" nodeType="withEffect">
                                      <p:stCondLst>
                                        <p:cond delay="800"/>
                                      </p:stCondLst>
                                      <p:childTnLst>
                                        <p:set>
                                          <p:cBhvr>
                                            <p:cTn id="154" dur="1" fill="hold">
                                              <p:stCondLst>
                                                <p:cond delay="0"/>
                                              </p:stCondLst>
                                            </p:cTn>
                                            <p:tgtEl>
                                              <p:spTgt spid="127"/>
                                            </p:tgtEl>
                                            <p:attrNameLst>
                                              <p:attrName>style.visibility</p:attrName>
                                            </p:attrNameLst>
                                          </p:cBhvr>
                                          <p:to>
                                            <p:strVal val="visible"/>
                                          </p:to>
                                        </p:set>
                                        <p:anim calcmode="lin" valueType="num">
                                          <p:cBhvr>
                                            <p:cTn id="155" dur="500" fill="hold"/>
                                            <p:tgtEl>
                                              <p:spTgt spid="127"/>
                                            </p:tgtEl>
                                            <p:attrNameLst>
                                              <p:attrName>ppt_w</p:attrName>
                                            </p:attrNameLst>
                                          </p:cBhvr>
                                          <p:tavLst>
                                            <p:tav tm="0">
                                              <p:val>
                                                <p:fltVal val="0"/>
                                              </p:val>
                                            </p:tav>
                                            <p:tav tm="100000">
                                              <p:val>
                                                <p:strVal val="#ppt_w"/>
                                              </p:val>
                                            </p:tav>
                                          </p:tavLst>
                                        </p:anim>
                                        <p:anim calcmode="lin" valueType="num">
                                          <p:cBhvr>
                                            <p:cTn id="156" dur="500" fill="hold"/>
                                            <p:tgtEl>
                                              <p:spTgt spid="127"/>
                                            </p:tgtEl>
                                            <p:attrNameLst>
                                              <p:attrName>ppt_h</p:attrName>
                                            </p:attrNameLst>
                                          </p:cBhvr>
                                          <p:tavLst>
                                            <p:tav tm="0">
                                              <p:val>
                                                <p:fltVal val="0"/>
                                              </p:val>
                                            </p:tav>
                                            <p:tav tm="100000">
                                              <p:val>
                                                <p:strVal val="#ppt_h"/>
                                              </p:val>
                                            </p:tav>
                                          </p:tavLst>
                                        </p:anim>
                                        <p:animEffect transition="in" filter="fade">
                                          <p:cBhvr>
                                            <p:cTn id="157" dur="500"/>
                                            <p:tgtEl>
                                              <p:spTgt spid="127"/>
                                            </p:tgtEl>
                                          </p:cBhvr>
                                        </p:animEffect>
                                      </p:childTnLst>
                                    </p:cTn>
                                  </p:par>
                                  <p:par>
                                    <p:cTn id="158" presetID="53" presetClass="entr" presetSubtype="16" fill="hold" grpId="0" nodeType="withEffect">
                                      <p:stCondLst>
                                        <p:cond delay="800"/>
                                      </p:stCondLst>
                                      <p:childTnLst>
                                        <p:set>
                                          <p:cBhvr>
                                            <p:cTn id="159" dur="1" fill="hold">
                                              <p:stCondLst>
                                                <p:cond delay="0"/>
                                              </p:stCondLst>
                                            </p:cTn>
                                            <p:tgtEl>
                                              <p:spTgt spid="128"/>
                                            </p:tgtEl>
                                            <p:attrNameLst>
                                              <p:attrName>style.visibility</p:attrName>
                                            </p:attrNameLst>
                                          </p:cBhvr>
                                          <p:to>
                                            <p:strVal val="visible"/>
                                          </p:to>
                                        </p:set>
                                        <p:anim calcmode="lin" valueType="num">
                                          <p:cBhvr>
                                            <p:cTn id="160" dur="500" fill="hold"/>
                                            <p:tgtEl>
                                              <p:spTgt spid="128"/>
                                            </p:tgtEl>
                                            <p:attrNameLst>
                                              <p:attrName>ppt_w</p:attrName>
                                            </p:attrNameLst>
                                          </p:cBhvr>
                                          <p:tavLst>
                                            <p:tav tm="0">
                                              <p:val>
                                                <p:fltVal val="0"/>
                                              </p:val>
                                            </p:tav>
                                            <p:tav tm="100000">
                                              <p:val>
                                                <p:strVal val="#ppt_w"/>
                                              </p:val>
                                            </p:tav>
                                          </p:tavLst>
                                        </p:anim>
                                        <p:anim calcmode="lin" valueType="num">
                                          <p:cBhvr>
                                            <p:cTn id="161" dur="500" fill="hold"/>
                                            <p:tgtEl>
                                              <p:spTgt spid="128"/>
                                            </p:tgtEl>
                                            <p:attrNameLst>
                                              <p:attrName>ppt_h</p:attrName>
                                            </p:attrNameLst>
                                          </p:cBhvr>
                                          <p:tavLst>
                                            <p:tav tm="0">
                                              <p:val>
                                                <p:fltVal val="0"/>
                                              </p:val>
                                            </p:tav>
                                            <p:tav tm="100000">
                                              <p:val>
                                                <p:strVal val="#ppt_h"/>
                                              </p:val>
                                            </p:tav>
                                          </p:tavLst>
                                        </p:anim>
                                        <p:animEffect transition="in" filter="fade">
                                          <p:cBhvr>
                                            <p:cTn id="162" dur="500"/>
                                            <p:tgtEl>
                                              <p:spTgt spid="128"/>
                                            </p:tgtEl>
                                          </p:cBhvr>
                                        </p:animEffect>
                                      </p:childTnLst>
                                    </p:cTn>
                                  </p:par>
                                  <p:par>
                                    <p:cTn id="163" presetID="53" presetClass="entr" presetSubtype="16" fill="hold" grpId="0" nodeType="withEffect">
                                      <p:stCondLst>
                                        <p:cond delay="800"/>
                                      </p:stCondLst>
                                      <p:childTnLst>
                                        <p:set>
                                          <p:cBhvr>
                                            <p:cTn id="164" dur="1" fill="hold">
                                              <p:stCondLst>
                                                <p:cond delay="0"/>
                                              </p:stCondLst>
                                            </p:cTn>
                                            <p:tgtEl>
                                              <p:spTgt spid="129"/>
                                            </p:tgtEl>
                                            <p:attrNameLst>
                                              <p:attrName>style.visibility</p:attrName>
                                            </p:attrNameLst>
                                          </p:cBhvr>
                                          <p:to>
                                            <p:strVal val="visible"/>
                                          </p:to>
                                        </p:set>
                                        <p:anim calcmode="lin" valueType="num">
                                          <p:cBhvr>
                                            <p:cTn id="165" dur="500" fill="hold"/>
                                            <p:tgtEl>
                                              <p:spTgt spid="129"/>
                                            </p:tgtEl>
                                            <p:attrNameLst>
                                              <p:attrName>ppt_w</p:attrName>
                                            </p:attrNameLst>
                                          </p:cBhvr>
                                          <p:tavLst>
                                            <p:tav tm="0">
                                              <p:val>
                                                <p:fltVal val="0"/>
                                              </p:val>
                                            </p:tav>
                                            <p:tav tm="100000">
                                              <p:val>
                                                <p:strVal val="#ppt_w"/>
                                              </p:val>
                                            </p:tav>
                                          </p:tavLst>
                                        </p:anim>
                                        <p:anim calcmode="lin" valueType="num">
                                          <p:cBhvr>
                                            <p:cTn id="166" dur="500" fill="hold"/>
                                            <p:tgtEl>
                                              <p:spTgt spid="129"/>
                                            </p:tgtEl>
                                            <p:attrNameLst>
                                              <p:attrName>ppt_h</p:attrName>
                                            </p:attrNameLst>
                                          </p:cBhvr>
                                          <p:tavLst>
                                            <p:tav tm="0">
                                              <p:val>
                                                <p:fltVal val="0"/>
                                              </p:val>
                                            </p:tav>
                                            <p:tav tm="100000">
                                              <p:val>
                                                <p:strVal val="#ppt_h"/>
                                              </p:val>
                                            </p:tav>
                                          </p:tavLst>
                                        </p:anim>
                                        <p:animEffect transition="in" filter="fade">
                                          <p:cBhvr>
                                            <p:cTn id="167" dur="500"/>
                                            <p:tgtEl>
                                              <p:spTgt spid="129"/>
                                            </p:tgtEl>
                                          </p:cBhvr>
                                        </p:animEffect>
                                      </p:childTnLst>
                                    </p:cTn>
                                  </p:par>
                                  <p:par>
                                    <p:cTn id="168" presetID="53" presetClass="entr" presetSubtype="16" fill="hold" grpId="0" nodeType="withEffect">
                                      <p:stCondLst>
                                        <p:cond delay="800"/>
                                      </p:stCondLst>
                                      <p:childTnLst>
                                        <p:set>
                                          <p:cBhvr>
                                            <p:cTn id="169" dur="1" fill="hold">
                                              <p:stCondLst>
                                                <p:cond delay="0"/>
                                              </p:stCondLst>
                                            </p:cTn>
                                            <p:tgtEl>
                                              <p:spTgt spid="130"/>
                                            </p:tgtEl>
                                            <p:attrNameLst>
                                              <p:attrName>style.visibility</p:attrName>
                                            </p:attrNameLst>
                                          </p:cBhvr>
                                          <p:to>
                                            <p:strVal val="visible"/>
                                          </p:to>
                                        </p:set>
                                        <p:anim calcmode="lin" valueType="num">
                                          <p:cBhvr>
                                            <p:cTn id="170" dur="500" fill="hold"/>
                                            <p:tgtEl>
                                              <p:spTgt spid="130"/>
                                            </p:tgtEl>
                                            <p:attrNameLst>
                                              <p:attrName>ppt_w</p:attrName>
                                            </p:attrNameLst>
                                          </p:cBhvr>
                                          <p:tavLst>
                                            <p:tav tm="0">
                                              <p:val>
                                                <p:fltVal val="0"/>
                                              </p:val>
                                            </p:tav>
                                            <p:tav tm="100000">
                                              <p:val>
                                                <p:strVal val="#ppt_w"/>
                                              </p:val>
                                            </p:tav>
                                          </p:tavLst>
                                        </p:anim>
                                        <p:anim calcmode="lin" valueType="num">
                                          <p:cBhvr>
                                            <p:cTn id="171" dur="500" fill="hold"/>
                                            <p:tgtEl>
                                              <p:spTgt spid="130"/>
                                            </p:tgtEl>
                                            <p:attrNameLst>
                                              <p:attrName>ppt_h</p:attrName>
                                            </p:attrNameLst>
                                          </p:cBhvr>
                                          <p:tavLst>
                                            <p:tav tm="0">
                                              <p:val>
                                                <p:fltVal val="0"/>
                                              </p:val>
                                            </p:tav>
                                            <p:tav tm="100000">
                                              <p:val>
                                                <p:strVal val="#ppt_h"/>
                                              </p:val>
                                            </p:tav>
                                          </p:tavLst>
                                        </p:anim>
                                        <p:animEffect transition="in" filter="fade">
                                          <p:cBhvr>
                                            <p:cTn id="172" dur="500"/>
                                            <p:tgtEl>
                                              <p:spTgt spid="130"/>
                                            </p:tgtEl>
                                          </p:cBhvr>
                                        </p:animEffect>
                                      </p:childTnLst>
                                    </p:cTn>
                                  </p:par>
                                  <p:par>
                                    <p:cTn id="173" presetID="53" presetClass="entr" presetSubtype="16" fill="hold" grpId="0" nodeType="withEffect">
                                      <p:stCondLst>
                                        <p:cond delay="800"/>
                                      </p:stCondLst>
                                      <p:childTnLst>
                                        <p:set>
                                          <p:cBhvr>
                                            <p:cTn id="174" dur="1" fill="hold">
                                              <p:stCondLst>
                                                <p:cond delay="0"/>
                                              </p:stCondLst>
                                            </p:cTn>
                                            <p:tgtEl>
                                              <p:spTgt spid="131"/>
                                            </p:tgtEl>
                                            <p:attrNameLst>
                                              <p:attrName>style.visibility</p:attrName>
                                            </p:attrNameLst>
                                          </p:cBhvr>
                                          <p:to>
                                            <p:strVal val="visible"/>
                                          </p:to>
                                        </p:set>
                                        <p:anim calcmode="lin" valueType="num">
                                          <p:cBhvr>
                                            <p:cTn id="175" dur="500" fill="hold"/>
                                            <p:tgtEl>
                                              <p:spTgt spid="131"/>
                                            </p:tgtEl>
                                            <p:attrNameLst>
                                              <p:attrName>ppt_w</p:attrName>
                                            </p:attrNameLst>
                                          </p:cBhvr>
                                          <p:tavLst>
                                            <p:tav tm="0">
                                              <p:val>
                                                <p:fltVal val="0"/>
                                              </p:val>
                                            </p:tav>
                                            <p:tav tm="100000">
                                              <p:val>
                                                <p:strVal val="#ppt_w"/>
                                              </p:val>
                                            </p:tav>
                                          </p:tavLst>
                                        </p:anim>
                                        <p:anim calcmode="lin" valueType="num">
                                          <p:cBhvr>
                                            <p:cTn id="176" dur="500" fill="hold"/>
                                            <p:tgtEl>
                                              <p:spTgt spid="131"/>
                                            </p:tgtEl>
                                            <p:attrNameLst>
                                              <p:attrName>ppt_h</p:attrName>
                                            </p:attrNameLst>
                                          </p:cBhvr>
                                          <p:tavLst>
                                            <p:tav tm="0">
                                              <p:val>
                                                <p:fltVal val="0"/>
                                              </p:val>
                                            </p:tav>
                                            <p:tav tm="100000">
                                              <p:val>
                                                <p:strVal val="#ppt_h"/>
                                              </p:val>
                                            </p:tav>
                                          </p:tavLst>
                                        </p:anim>
                                        <p:animEffect transition="in" filter="fade">
                                          <p:cBhvr>
                                            <p:cTn id="177" dur="500"/>
                                            <p:tgtEl>
                                              <p:spTgt spid="131"/>
                                            </p:tgtEl>
                                          </p:cBhvr>
                                        </p:animEffect>
                                      </p:childTnLst>
                                    </p:cTn>
                                  </p:par>
                                  <p:par>
                                    <p:cTn id="178" presetID="53" presetClass="entr" presetSubtype="16" fill="hold" grpId="0" nodeType="withEffect">
                                      <p:stCondLst>
                                        <p:cond delay="800"/>
                                      </p:stCondLst>
                                      <p:childTnLst>
                                        <p:set>
                                          <p:cBhvr>
                                            <p:cTn id="179" dur="1" fill="hold">
                                              <p:stCondLst>
                                                <p:cond delay="0"/>
                                              </p:stCondLst>
                                            </p:cTn>
                                            <p:tgtEl>
                                              <p:spTgt spid="132"/>
                                            </p:tgtEl>
                                            <p:attrNameLst>
                                              <p:attrName>style.visibility</p:attrName>
                                            </p:attrNameLst>
                                          </p:cBhvr>
                                          <p:to>
                                            <p:strVal val="visible"/>
                                          </p:to>
                                        </p:set>
                                        <p:anim calcmode="lin" valueType="num">
                                          <p:cBhvr>
                                            <p:cTn id="180" dur="500" fill="hold"/>
                                            <p:tgtEl>
                                              <p:spTgt spid="132"/>
                                            </p:tgtEl>
                                            <p:attrNameLst>
                                              <p:attrName>ppt_w</p:attrName>
                                            </p:attrNameLst>
                                          </p:cBhvr>
                                          <p:tavLst>
                                            <p:tav tm="0">
                                              <p:val>
                                                <p:fltVal val="0"/>
                                              </p:val>
                                            </p:tav>
                                            <p:tav tm="100000">
                                              <p:val>
                                                <p:strVal val="#ppt_w"/>
                                              </p:val>
                                            </p:tav>
                                          </p:tavLst>
                                        </p:anim>
                                        <p:anim calcmode="lin" valueType="num">
                                          <p:cBhvr>
                                            <p:cTn id="181" dur="500" fill="hold"/>
                                            <p:tgtEl>
                                              <p:spTgt spid="132"/>
                                            </p:tgtEl>
                                            <p:attrNameLst>
                                              <p:attrName>ppt_h</p:attrName>
                                            </p:attrNameLst>
                                          </p:cBhvr>
                                          <p:tavLst>
                                            <p:tav tm="0">
                                              <p:val>
                                                <p:fltVal val="0"/>
                                              </p:val>
                                            </p:tav>
                                            <p:tav tm="100000">
                                              <p:val>
                                                <p:strVal val="#ppt_h"/>
                                              </p:val>
                                            </p:tav>
                                          </p:tavLst>
                                        </p:anim>
                                        <p:animEffect transition="in" filter="fade">
                                          <p:cBhvr>
                                            <p:cTn id="182" dur="500"/>
                                            <p:tgtEl>
                                              <p:spTgt spid="132"/>
                                            </p:tgtEl>
                                          </p:cBhvr>
                                        </p:animEffect>
                                      </p:childTnLst>
                                    </p:cTn>
                                  </p:par>
                                  <p:par>
                                    <p:cTn id="183" presetID="53" presetClass="entr" presetSubtype="16" fill="hold" grpId="0" nodeType="withEffect">
                                      <p:stCondLst>
                                        <p:cond delay="800"/>
                                      </p:stCondLst>
                                      <p:childTnLst>
                                        <p:set>
                                          <p:cBhvr>
                                            <p:cTn id="184" dur="1" fill="hold">
                                              <p:stCondLst>
                                                <p:cond delay="0"/>
                                              </p:stCondLst>
                                            </p:cTn>
                                            <p:tgtEl>
                                              <p:spTgt spid="133"/>
                                            </p:tgtEl>
                                            <p:attrNameLst>
                                              <p:attrName>style.visibility</p:attrName>
                                            </p:attrNameLst>
                                          </p:cBhvr>
                                          <p:to>
                                            <p:strVal val="visible"/>
                                          </p:to>
                                        </p:set>
                                        <p:anim calcmode="lin" valueType="num">
                                          <p:cBhvr>
                                            <p:cTn id="185" dur="500" fill="hold"/>
                                            <p:tgtEl>
                                              <p:spTgt spid="133"/>
                                            </p:tgtEl>
                                            <p:attrNameLst>
                                              <p:attrName>ppt_w</p:attrName>
                                            </p:attrNameLst>
                                          </p:cBhvr>
                                          <p:tavLst>
                                            <p:tav tm="0">
                                              <p:val>
                                                <p:fltVal val="0"/>
                                              </p:val>
                                            </p:tav>
                                            <p:tav tm="100000">
                                              <p:val>
                                                <p:strVal val="#ppt_w"/>
                                              </p:val>
                                            </p:tav>
                                          </p:tavLst>
                                        </p:anim>
                                        <p:anim calcmode="lin" valueType="num">
                                          <p:cBhvr>
                                            <p:cTn id="186" dur="500" fill="hold"/>
                                            <p:tgtEl>
                                              <p:spTgt spid="133"/>
                                            </p:tgtEl>
                                            <p:attrNameLst>
                                              <p:attrName>ppt_h</p:attrName>
                                            </p:attrNameLst>
                                          </p:cBhvr>
                                          <p:tavLst>
                                            <p:tav tm="0">
                                              <p:val>
                                                <p:fltVal val="0"/>
                                              </p:val>
                                            </p:tav>
                                            <p:tav tm="100000">
                                              <p:val>
                                                <p:strVal val="#ppt_h"/>
                                              </p:val>
                                            </p:tav>
                                          </p:tavLst>
                                        </p:anim>
                                        <p:animEffect transition="in" filter="fade">
                                          <p:cBhvr>
                                            <p:cTn id="187" dur="500"/>
                                            <p:tgtEl>
                                              <p:spTgt spid="133"/>
                                            </p:tgtEl>
                                          </p:cBhvr>
                                        </p:animEffect>
                                      </p:childTnLst>
                                    </p:cTn>
                                  </p:par>
                                  <p:par>
                                    <p:cTn id="188" presetID="53" presetClass="entr" presetSubtype="16" fill="hold" grpId="0" nodeType="withEffect">
                                      <p:stCondLst>
                                        <p:cond delay="1000"/>
                                      </p:stCondLst>
                                      <p:childTnLst>
                                        <p:set>
                                          <p:cBhvr>
                                            <p:cTn id="189" dur="1" fill="hold">
                                              <p:stCondLst>
                                                <p:cond delay="0"/>
                                              </p:stCondLst>
                                            </p:cTn>
                                            <p:tgtEl>
                                              <p:spTgt spid="134"/>
                                            </p:tgtEl>
                                            <p:attrNameLst>
                                              <p:attrName>style.visibility</p:attrName>
                                            </p:attrNameLst>
                                          </p:cBhvr>
                                          <p:to>
                                            <p:strVal val="visible"/>
                                          </p:to>
                                        </p:set>
                                        <p:anim calcmode="lin" valueType="num">
                                          <p:cBhvr>
                                            <p:cTn id="190" dur="500" fill="hold"/>
                                            <p:tgtEl>
                                              <p:spTgt spid="134"/>
                                            </p:tgtEl>
                                            <p:attrNameLst>
                                              <p:attrName>ppt_w</p:attrName>
                                            </p:attrNameLst>
                                          </p:cBhvr>
                                          <p:tavLst>
                                            <p:tav tm="0">
                                              <p:val>
                                                <p:fltVal val="0"/>
                                              </p:val>
                                            </p:tav>
                                            <p:tav tm="100000">
                                              <p:val>
                                                <p:strVal val="#ppt_w"/>
                                              </p:val>
                                            </p:tav>
                                          </p:tavLst>
                                        </p:anim>
                                        <p:anim calcmode="lin" valueType="num">
                                          <p:cBhvr>
                                            <p:cTn id="191" dur="500" fill="hold"/>
                                            <p:tgtEl>
                                              <p:spTgt spid="134"/>
                                            </p:tgtEl>
                                            <p:attrNameLst>
                                              <p:attrName>ppt_h</p:attrName>
                                            </p:attrNameLst>
                                          </p:cBhvr>
                                          <p:tavLst>
                                            <p:tav tm="0">
                                              <p:val>
                                                <p:fltVal val="0"/>
                                              </p:val>
                                            </p:tav>
                                            <p:tav tm="100000">
                                              <p:val>
                                                <p:strVal val="#ppt_h"/>
                                              </p:val>
                                            </p:tav>
                                          </p:tavLst>
                                        </p:anim>
                                        <p:animEffect transition="in" filter="fade">
                                          <p:cBhvr>
                                            <p:cTn id="192" dur="500"/>
                                            <p:tgtEl>
                                              <p:spTgt spid="134"/>
                                            </p:tgtEl>
                                          </p:cBhvr>
                                        </p:animEffect>
                                      </p:childTnLst>
                                    </p:cTn>
                                  </p:par>
                                  <p:par>
                                    <p:cTn id="193" presetID="53" presetClass="entr" presetSubtype="16" fill="hold" grpId="0" nodeType="withEffect">
                                      <p:stCondLst>
                                        <p:cond delay="1000"/>
                                      </p:stCondLst>
                                      <p:childTnLst>
                                        <p:set>
                                          <p:cBhvr>
                                            <p:cTn id="194" dur="1" fill="hold">
                                              <p:stCondLst>
                                                <p:cond delay="0"/>
                                              </p:stCondLst>
                                            </p:cTn>
                                            <p:tgtEl>
                                              <p:spTgt spid="135"/>
                                            </p:tgtEl>
                                            <p:attrNameLst>
                                              <p:attrName>style.visibility</p:attrName>
                                            </p:attrNameLst>
                                          </p:cBhvr>
                                          <p:to>
                                            <p:strVal val="visible"/>
                                          </p:to>
                                        </p:set>
                                        <p:anim calcmode="lin" valueType="num">
                                          <p:cBhvr>
                                            <p:cTn id="195" dur="500" fill="hold"/>
                                            <p:tgtEl>
                                              <p:spTgt spid="135"/>
                                            </p:tgtEl>
                                            <p:attrNameLst>
                                              <p:attrName>ppt_w</p:attrName>
                                            </p:attrNameLst>
                                          </p:cBhvr>
                                          <p:tavLst>
                                            <p:tav tm="0">
                                              <p:val>
                                                <p:fltVal val="0"/>
                                              </p:val>
                                            </p:tav>
                                            <p:tav tm="100000">
                                              <p:val>
                                                <p:strVal val="#ppt_w"/>
                                              </p:val>
                                            </p:tav>
                                          </p:tavLst>
                                        </p:anim>
                                        <p:anim calcmode="lin" valueType="num">
                                          <p:cBhvr>
                                            <p:cTn id="196" dur="500" fill="hold"/>
                                            <p:tgtEl>
                                              <p:spTgt spid="135"/>
                                            </p:tgtEl>
                                            <p:attrNameLst>
                                              <p:attrName>ppt_h</p:attrName>
                                            </p:attrNameLst>
                                          </p:cBhvr>
                                          <p:tavLst>
                                            <p:tav tm="0">
                                              <p:val>
                                                <p:fltVal val="0"/>
                                              </p:val>
                                            </p:tav>
                                            <p:tav tm="100000">
                                              <p:val>
                                                <p:strVal val="#ppt_h"/>
                                              </p:val>
                                            </p:tav>
                                          </p:tavLst>
                                        </p:anim>
                                        <p:animEffect transition="in" filter="fade">
                                          <p:cBhvr>
                                            <p:cTn id="197" dur="500"/>
                                            <p:tgtEl>
                                              <p:spTgt spid="135"/>
                                            </p:tgtEl>
                                          </p:cBhvr>
                                        </p:animEffect>
                                      </p:childTnLst>
                                    </p:cTn>
                                  </p:par>
                                  <p:par>
                                    <p:cTn id="198" presetID="53" presetClass="entr" presetSubtype="16" fill="hold" grpId="0" nodeType="withEffect">
                                      <p:stCondLst>
                                        <p:cond delay="1000"/>
                                      </p:stCondLst>
                                      <p:childTnLst>
                                        <p:set>
                                          <p:cBhvr>
                                            <p:cTn id="199" dur="1" fill="hold">
                                              <p:stCondLst>
                                                <p:cond delay="0"/>
                                              </p:stCondLst>
                                            </p:cTn>
                                            <p:tgtEl>
                                              <p:spTgt spid="136"/>
                                            </p:tgtEl>
                                            <p:attrNameLst>
                                              <p:attrName>style.visibility</p:attrName>
                                            </p:attrNameLst>
                                          </p:cBhvr>
                                          <p:to>
                                            <p:strVal val="visible"/>
                                          </p:to>
                                        </p:set>
                                        <p:anim calcmode="lin" valueType="num">
                                          <p:cBhvr>
                                            <p:cTn id="200" dur="500" fill="hold"/>
                                            <p:tgtEl>
                                              <p:spTgt spid="136"/>
                                            </p:tgtEl>
                                            <p:attrNameLst>
                                              <p:attrName>ppt_w</p:attrName>
                                            </p:attrNameLst>
                                          </p:cBhvr>
                                          <p:tavLst>
                                            <p:tav tm="0">
                                              <p:val>
                                                <p:fltVal val="0"/>
                                              </p:val>
                                            </p:tav>
                                            <p:tav tm="100000">
                                              <p:val>
                                                <p:strVal val="#ppt_w"/>
                                              </p:val>
                                            </p:tav>
                                          </p:tavLst>
                                        </p:anim>
                                        <p:anim calcmode="lin" valueType="num">
                                          <p:cBhvr>
                                            <p:cTn id="201" dur="500" fill="hold"/>
                                            <p:tgtEl>
                                              <p:spTgt spid="136"/>
                                            </p:tgtEl>
                                            <p:attrNameLst>
                                              <p:attrName>ppt_h</p:attrName>
                                            </p:attrNameLst>
                                          </p:cBhvr>
                                          <p:tavLst>
                                            <p:tav tm="0">
                                              <p:val>
                                                <p:fltVal val="0"/>
                                              </p:val>
                                            </p:tav>
                                            <p:tav tm="100000">
                                              <p:val>
                                                <p:strVal val="#ppt_h"/>
                                              </p:val>
                                            </p:tav>
                                          </p:tavLst>
                                        </p:anim>
                                        <p:animEffect transition="in" filter="fade">
                                          <p:cBhvr>
                                            <p:cTn id="202" dur="500"/>
                                            <p:tgtEl>
                                              <p:spTgt spid="136"/>
                                            </p:tgtEl>
                                          </p:cBhvr>
                                        </p:animEffect>
                                      </p:childTnLst>
                                    </p:cTn>
                                  </p:par>
                                  <p:par>
                                    <p:cTn id="203" presetID="53" presetClass="entr" presetSubtype="16" fill="hold" grpId="0" nodeType="withEffect">
                                      <p:stCondLst>
                                        <p:cond delay="1000"/>
                                      </p:stCondLst>
                                      <p:childTnLst>
                                        <p:set>
                                          <p:cBhvr>
                                            <p:cTn id="204" dur="1" fill="hold">
                                              <p:stCondLst>
                                                <p:cond delay="0"/>
                                              </p:stCondLst>
                                            </p:cTn>
                                            <p:tgtEl>
                                              <p:spTgt spid="137"/>
                                            </p:tgtEl>
                                            <p:attrNameLst>
                                              <p:attrName>style.visibility</p:attrName>
                                            </p:attrNameLst>
                                          </p:cBhvr>
                                          <p:to>
                                            <p:strVal val="visible"/>
                                          </p:to>
                                        </p:set>
                                        <p:anim calcmode="lin" valueType="num">
                                          <p:cBhvr>
                                            <p:cTn id="205" dur="500" fill="hold"/>
                                            <p:tgtEl>
                                              <p:spTgt spid="137"/>
                                            </p:tgtEl>
                                            <p:attrNameLst>
                                              <p:attrName>ppt_w</p:attrName>
                                            </p:attrNameLst>
                                          </p:cBhvr>
                                          <p:tavLst>
                                            <p:tav tm="0">
                                              <p:val>
                                                <p:fltVal val="0"/>
                                              </p:val>
                                            </p:tav>
                                            <p:tav tm="100000">
                                              <p:val>
                                                <p:strVal val="#ppt_w"/>
                                              </p:val>
                                            </p:tav>
                                          </p:tavLst>
                                        </p:anim>
                                        <p:anim calcmode="lin" valueType="num">
                                          <p:cBhvr>
                                            <p:cTn id="206" dur="500" fill="hold"/>
                                            <p:tgtEl>
                                              <p:spTgt spid="137"/>
                                            </p:tgtEl>
                                            <p:attrNameLst>
                                              <p:attrName>ppt_h</p:attrName>
                                            </p:attrNameLst>
                                          </p:cBhvr>
                                          <p:tavLst>
                                            <p:tav tm="0">
                                              <p:val>
                                                <p:fltVal val="0"/>
                                              </p:val>
                                            </p:tav>
                                            <p:tav tm="100000">
                                              <p:val>
                                                <p:strVal val="#ppt_h"/>
                                              </p:val>
                                            </p:tav>
                                          </p:tavLst>
                                        </p:anim>
                                        <p:animEffect transition="in" filter="fade">
                                          <p:cBhvr>
                                            <p:cTn id="207" dur="500"/>
                                            <p:tgtEl>
                                              <p:spTgt spid="137"/>
                                            </p:tgtEl>
                                          </p:cBhvr>
                                        </p:animEffect>
                                      </p:childTnLst>
                                    </p:cTn>
                                  </p:par>
                                  <p:par>
                                    <p:cTn id="208" presetID="53" presetClass="entr" presetSubtype="16" fill="hold" grpId="0" nodeType="withEffect">
                                      <p:stCondLst>
                                        <p:cond delay="1000"/>
                                      </p:stCondLst>
                                      <p:childTnLst>
                                        <p:set>
                                          <p:cBhvr>
                                            <p:cTn id="209" dur="1" fill="hold">
                                              <p:stCondLst>
                                                <p:cond delay="0"/>
                                              </p:stCondLst>
                                            </p:cTn>
                                            <p:tgtEl>
                                              <p:spTgt spid="138"/>
                                            </p:tgtEl>
                                            <p:attrNameLst>
                                              <p:attrName>style.visibility</p:attrName>
                                            </p:attrNameLst>
                                          </p:cBhvr>
                                          <p:to>
                                            <p:strVal val="visible"/>
                                          </p:to>
                                        </p:set>
                                        <p:anim calcmode="lin" valueType="num">
                                          <p:cBhvr>
                                            <p:cTn id="210" dur="500" fill="hold"/>
                                            <p:tgtEl>
                                              <p:spTgt spid="138"/>
                                            </p:tgtEl>
                                            <p:attrNameLst>
                                              <p:attrName>ppt_w</p:attrName>
                                            </p:attrNameLst>
                                          </p:cBhvr>
                                          <p:tavLst>
                                            <p:tav tm="0">
                                              <p:val>
                                                <p:fltVal val="0"/>
                                              </p:val>
                                            </p:tav>
                                            <p:tav tm="100000">
                                              <p:val>
                                                <p:strVal val="#ppt_w"/>
                                              </p:val>
                                            </p:tav>
                                          </p:tavLst>
                                        </p:anim>
                                        <p:anim calcmode="lin" valueType="num">
                                          <p:cBhvr>
                                            <p:cTn id="211" dur="500" fill="hold"/>
                                            <p:tgtEl>
                                              <p:spTgt spid="138"/>
                                            </p:tgtEl>
                                            <p:attrNameLst>
                                              <p:attrName>ppt_h</p:attrName>
                                            </p:attrNameLst>
                                          </p:cBhvr>
                                          <p:tavLst>
                                            <p:tav tm="0">
                                              <p:val>
                                                <p:fltVal val="0"/>
                                              </p:val>
                                            </p:tav>
                                            <p:tav tm="100000">
                                              <p:val>
                                                <p:strVal val="#ppt_h"/>
                                              </p:val>
                                            </p:tav>
                                          </p:tavLst>
                                        </p:anim>
                                        <p:animEffect transition="in" filter="fade">
                                          <p:cBhvr>
                                            <p:cTn id="212" dur="500"/>
                                            <p:tgtEl>
                                              <p:spTgt spid="138"/>
                                            </p:tgtEl>
                                          </p:cBhvr>
                                        </p:animEffect>
                                      </p:childTnLst>
                                    </p:cTn>
                                  </p:par>
                                  <p:par>
                                    <p:cTn id="213" presetID="53" presetClass="entr" presetSubtype="16" fill="hold" grpId="0" nodeType="withEffect">
                                      <p:stCondLst>
                                        <p:cond delay="1000"/>
                                      </p:stCondLst>
                                      <p:childTnLst>
                                        <p:set>
                                          <p:cBhvr>
                                            <p:cTn id="214" dur="1" fill="hold">
                                              <p:stCondLst>
                                                <p:cond delay="0"/>
                                              </p:stCondLst>
                                            </p:cTn>
                                            <p:tgtEl>
                                              <p:spTgt spid="139"/>
                                            </p:tgtEl>
                                            <p:attrNameLst>
                                              <p:attrName>style.visibility</p:attrName>
                                            </p:attrNameLst>
                                          </p:cBhvr>
                                          <p:to>
                                            <p:strVal val="visible"/>
                                          </p:to>
                                        </p:set>
                                        <p:anim calcmode="lin" valueType="num">
                                          <p:cBhvr>
                                            <p:cTn id="215" dur="500" fill="hold"/>
                                            <p:tgtEl>
                                              <p:spTgt spid="139"/>
                                            </p:tgtEl>
                                            <p:attrNameLst>
                                              <p:attrName>ppt_w</p:attrName>
                                            </p:attrNameLst>
                                          </p:cBhvr>
                                          <p:tavLst>
                                            <p:tav tm="0">
                                              <p:val>
                                                <p:fltVal val="0"/>
                                              </p:val>
                                            </p:tav>
                                            <p:tav tm="100000">
                                              <p:val>
                                                <p:strVal val="#ppt_w"/>
                                              </p:val>
                                            </p:tav>
                                          </p:tavLst>
                                        </p:anim>
                                        <p:anim calcmode="lin" valueType="num">
                                          <p:cBhvr>
                                            <p:cTn id="216" dur="500" fill="hold"/>
                                            <p:tgtEl>
                                              <p:spTgt spid="139"/>
                                            </p:tgtEl>
                                            <p:attrNameLst>
                                              <p:attrName>ppt_h</p:attrName>
                                            </p:attrNameLst>
                                          </p:cBhvr>
                                          <p:tavLst>
                                            <p:tav tm="0">
                                              <p:val>
                                                <p:fltVal val="0"/>
                                              </p:val>
                                            </p:tav>
                                            <p:tav tm="100000">
                                              <p:val>
                                                <p:strVal val="#ppt_h"/>
                                              </p:val>
                                            </p:tav>
                                          </p:tavLst>
                                        </p:anim>
                                        <p:animEffect transition="in" filter="fade">
                                          <p:cBhvr>
                                            <p:cTn id="217" dur="500"/>
                                            <p:tgtEl>
                                              <p:spTgt spid="139"/>
                                            </p:tgtEl>
                                          </p:cBhvr>
                                        </p:animEffect>
                                      </p:childTnLst>
                                    </p:cTn>
                                  </p:par>
                                  <p:par>
                                    <p:cTn id="218" presetID="53" presetClass="entr" presetSubtype="16" fill="hold" grpId="0" nodeType="withEffect">
                                      <p:stCondLst>
                                        <p:cond delay="1000"/>
                                      </p:stCondLst>
                                      <p:childTnLst>
                                        <p:set>
                                          <p:cBhvr>
                                            <p:cTn id="219" dur="1" fill="hold">
                                              <p:stCondLst>
                                                <p:cond delay="0"/>
                                              </p:stCondLst>
                                            </p:cTn>
                                            <p:tgtEl>
                                              <p:spTgt spid="140"/>
                                            </p:tgtEl>
                                            <p:attrNameLst>
                                              <p:attrName>style.visibility</p:attrName>
                                            </p:attrNameLst>
                                          </p:cBhvr>
                                          <p:to>
                                            <p:strVal val="visible"/>
                                          </p:to>
                                        </p:set>
                                        <p:anim calcmode="lin" valueType="num">
                                          <p:cBhvr>
                                            <p:cTn id="220" dur="500" fill="hold"/>
                                            <p:tgtEl>
                                              <p:spTgt spid="140"/>
                                            </p:tgtEl>
                                            <p:attrNameLst>
                                              <p:attrName>ppt_w</p:attrName>
                                            </p:attrNameLst>
                                          </p:cBhvr>
                                          <p:tavLst>
                                            <p:tav tm="0">
                                              <p:val>
                                                <p:fltVal val="0"/>
                                              </p:val>
                                            </p:tav>
                                            <p:tav tm="100000">
                                              <p:val>
                                                <p:strVal val="#ppt_w"/>
                                              </p:val>
                                            </p:tav>
                                          </p:tavLst>
                                        </p:anim>
                                        <p:anim calcmode="lin" valueType="num">
                                          <p:cBhvr>
                                            <p:cTn id="221" dur="500" fill="hold"/>
                                            <p:tgtEl>
                                              <p:spTgt spid="140"/>
                                            </p:tgtEl>
                                            <p:attrNameLst>
                                              <p:attrName>ppt_h</p:attrName>
                                            </p:attrNameLst>
                                          </p:cBhvr>
                                          <p:tavLst>
                                            <p:tav tm="0">
                                              <p:val>
                                                <p:fltVal val="0"/>
                                              </p:val>
                                            </p:tav>
                                            <p:tav tm="100000">
                                              <p:val>
                                                <p:strVal val="#ppt_h"/>
                                              </p:val>
                                            </p:tav>
                                          </p:tavLst>
                                        </p:anim>
                                        <p:animEffect transition="in" filter="fade">
                                          <p:cBhvr>
                                            <p:cTn id="222" dur="500"/>
                                            <p:tgtEl>
                                              <p:spTgt spid="140"/>
                                            </p:tgtEl>
                                          </p:cBhvr>
                                        </p:animEffect>
                                      </p:childTnLst>
                                    </p:cTn>
                                  </p:par>
                                  <p:par>
                                    <p:cTn id="223" presetID="2" presetClass="entr" presetSubtype="4" fill="hold" grpId="0" nodeType="withEffect">
                                      <p:stCondLst>
                                        <p:cond delay="250"/>
                                      </p:stCondLst>
                                      <p:childTnLst>
                                        <p:set>
                                          <p:cBhvr>
                                            <p:cTn id="224" dur="1" fill="hold">
                                              <p:stCondLst>
                                                <p:cond delay="0"/>
                                              </p:stCondLst>
                                            </p:cTn>
                                            <p:tgtEl>
                                              <p:spTgt spid="218"/>
                                            </p:tgtEl>
                                            <p:attrNameLst>
                                              <p:attrName>style.visibility</p:attrName>
                                            </p:attrNameLst>
                                          </p:cBhvr>
                                          <p:to>
                                            <p:strVal val="visible"/>
                                          </p:to>
                                        </p:set>
                                        <p:anim calcmode="lin" valueType="num">
                                          <p:cBhvr additive="base">
                                            <p:cTn id="225" dur="1000" fill="hold"/>
                                            <p:tgtEl>
                                              <p:spTgt spid="218"/>
                                            </p:tgtEl>
                                            <p:attrNameLst>
                                              <p:attrName>ppt_x</p:attrName>
                                            </p:attrNameLst>
                                          </p:cBhvr>
                                          <p:tavLst>
                                            <p:tav tm="0">
                                              <p:val>
                                                <p:strVal val="#ppt_x"/>
                                              </p:val>
                                            </p:tav>
                                            <p:tav tm="100000">
                                              <p:val>
                                                <p:strVal val="#ppt_x"/>
                                              </p:val>
                                            </p:tav>
                                          </p:tavLst>
                                        </p:anim>
                                        <p:anim calcmode="lin" valueType="num">
                                          <p:cBhvr additive="base">
                                            <p:cTn id="226" dur="1000" fill="hold"/>
                                            <p:tgtEl>
                                              <p:spTgt spid="218"/>
                                            </p:tgtEl>
                                            <p:attrNameLst>
                                              <p:attrName>ppt_y</p:attrName>
                                            </p:attrNameLst>
                                          </p:cBhvr>
                                          <p:tavLst>
                                            <p:tav tm="0">
                                              <p:val>
                                                <p:strVal val="1+#ppt_h/2"/>
                                              </p:val>
                                            </p:tav>
                                            <p:tav tm="100000">
                                              <p:val>
                                                <p:strVal val="#ppt_y"/>
                                              </p:val>
                                            </p:tav>
                                          </p:tavLst>
                                        </p:anim>
                                      </p:childTnLst>
                                    </p:cTn>
                                  </p:par>
                                  <p:par>
                                    <p:cTn id="227" presetID="2" presetClass="entr" presetSubtype="4" fill="hold" grpId="0" nodeType="withEffect">
                                      <p:stCondLst>
                                        <p:cond delay="250"/>
                                      </p:stCondLst>
                                      <p:childTnLst>
                                        <p:set>
                                          <p:cBhvr>
                                            <p:cTn id="228" dur="1" fill="hold">
                                              <p:stCondLst>
                                                <p:cond delay="0"/>
                                              </p:stCondLst>
                                            </p:cTn>
                                            <p:tgtEl>
                                              <p:spTgt spid="186"/>
                                            </p:tgtEl>
                                            <p:attrNameLst>
                                              <p:attrName>style.visibility</p:attrName>
                                            </p:attrNameLst>
                                          </p:cBhvr>
                                          <p:to>
                                            <p:strVal val="visible"/>
                                          </p:to>
                                        </p:set>
                                        <p:anim calcmode="lin" valueType="num">
                                          <p:cBhvr additive="base">
                                            <p:cTn id="229" dur="1000" fill="hold"/>
                                            <p:tgtEl>
                                              <p:spTgt spid="186"/>
                                            </p:tgtEl>
                                            <p:attrNameLst>
                                              <p:attrName>ppt_x</p:attrName>
                                            </p:attrNameLst>
                                          </p:cBhvr>
                                          <p:tavLst>
                                            <p:tav tm="0">
                                              <p:val>
                                                <p:strVal val="#ppt_x"/>
                                              </p:val>
                                            </p:tav>
                                            <p:tav tm="100000">
                                              <p:val>
                                                <p:strVal val="#ppt_x"/>
                                              </p:val>
                                            </p:tav>
                                          </p:tavLst>
                                        </p:anim>
                                        <p:anim calcmode="lin" valueType="num">
                                          <p:cBhvr additive="base">
                                            <p:cTn id="230" dur="1000" fill="hold"/>
                                            <p:tgtEl>
                                              <p:spTgt spid="186"/>
                                            </p:tgtEl>
                                            <p:attrNameLst>
                                              <p:attrName>ppt_y</p:attrName>
                                            </p:attrNameLst>
                                          </p:cBhvr>
                                          <p:tavLst>
                                            <p:tav tm="0">
                                              <p:val>
                                                <p:strVal val="1+#ppt_h/2"/>
                                              </p:val>
                                            </p:tav>
                                            <p:tav tm="100000">
                                              <p:val>
                                                <p:strVal val="#ppt_y"/>
                                              </p:val>
                                            </p:tav>
                                          </p:tavLst>
                                        </p:anim>
                                      </p:childTnLst>
                                    </p:cTn>
                                  </p:par>
                                  <p:par>
                                    <p:cTn id="231" presetID="2" presetClass="entr" presetSubtype="4" fill="hold" grpId="0" nodeType="withEffect">
                                      <p:stCondLst>
                                        <p:cond delay="500"/>
                                      </p:stCondLst>
                                      <p:childTnLst>
                                        <p:set>
                                          <p:cBhvr>
                                            <p:cTn id="232" dur="1" fill="hold">
                                              <p:stCondLst>
                                                <p:cond delay="0"/>
                                              </p:stCondLst>
                                            </p:cTn>
                                            <p:tgtEl>
                                              <p:spTgt spid="189"/>
                                            </p:tgtEl>
                                            <p:attrNameLst>
                                              <p:attrName>style.visibility</p:attrName>
                                            </p:attrNameLst>
                                          </p:cBhvr>
                                          <p:to>
                                            <p:strVal val="visible"/>
                                          </p:to>
                                        </p:set>
                                        <p:anim calcmode="lin" valueType="num">
                                          <p:cBhvr additive="base">
                                            <p:cTn id="233" dur="1000" fill="hold"/>
                                            <p:tgtEl>
                                              <p:spTgt spid="189"/>
                                            </p:tgtEl>
                                            <p:attrNameLst>
                                              <p:attrName>ppt_x</p:attrName>
                                            </p:attrNameLst>
                                          </p:cBhvr>
                                          <p:tavLst>
                                            <p:tav tm="0">
                                              <p:val>
                                                <p:strVal val="#ppt_x"/>
                                              </p:val>
                                            </p:tav>
                                            <p:tav tm="100000">
                                              <p:val>
                                                <p:strVal val="#ppt_x"/>
                                              </p:val>
                                            </p:tav>
                                          </p:tavLst>
                                        </p:anim>
                                        <p:anim calcmode="lin" valueType="num">
                                          <p:cBhvr additive="base">
                                            <p:cTn id="234" dur="1000" fill="hold"/>
                                            <p:tgtEl>
                                              <p:spTgt spid="189"/>
                                            </p:tgtEl>
                                            <p:attrNameLst>
                                              <p:attrName>ppt_y</p:attrName>
                                            </p:attrNameLst>
                                          </p:cBhvr>
                                          <p:tavLst>
                                            <p:tav tm="0">
                                              <p:val>
                                                <p:strVal val="1+#ppt_h/2"/>
                                              </p:val>
                                            </p:tav>
                                            <p:tav tm="100000">
                                              <p:val>
                                                <p:strVal val="#ppt_y"/>
                                              </p:val>
                                            </p:tav>
                                          </p:tavLst>
                                        </p:anim>
                                      </p:childTnLst>
                                    </p:cTn>
                                  </p:par>
                                  <p:par>
                                    <p:cTn id="235" presetID="2" presetClass="entr" presetSubtype="4" fill="hold" grpId="0" nodeType="withEffect">
                                      <p:stCondLst>
                                        <p:cond delay="500"/>
                                      </p:stCondLst>
                                      <p:childTnLst>
                                        <p:set>
                                          <p:cBhvr>
                                            <p:cTn id="236" dur="1" fill="hold">
                                              <p:stCondLst>
                                                <p:cond delay="0"/>
                                              </p:stCondLst>
                                            </p:cTn>
                                            <p:tgtEl>
                                              <p:spTgt spid="219"/>
                                            </p:tgtEl>
                                            <p:attrNameLst>
                                              <p:attrName>style.visibility</p:attrName>
                                            </p:attrNameLst>
                                          </p:cBhvr>
                                          <p:to>
                                            <p:strVal val="visible"/>
                                          </p:to>
                                        </p:set>
                                        <p:anim calcmode="lin" valueType="num">
                                          <p:cBhvr additive="base">
                                            <p:cTn id="237" dur="1000" fill="hold"/>
                                            <p:tgtEl>
                                              <p:spTgt spid="219"/>
                                            </p:tgtEl>
                                            <p:attrNameLst>
                                              <p:attrName>ppt_x</p:attrName>
                                            </p:attrNameLst>
                                          </p:cBhvr>
                                          <p:tavLst>
                                            <p:tav tm="0">
                                              <p:val>
                                                <p:strVal val="#ppt_x"/>
                                              </p:val>
                                            </p:tav>
                                            <p:tav tm="100000">
                                              <p:val>
                                                <p:strVal val="#ppt_x"/>
                                              </p:val>
                                            </p:tav>
                                          </p:tavLst>
                                        </p:anim>
                                        <p:anim calcmode="lin" valueType="num">
                                          <p:cBhvr additive="base">
                                            <p:cTn id="238" dur="1000" fill="hold"/>
                                            <p:tgtEl>
                                              <p:spTgt spid="219"/>
                                            </p:tgtEl>
                                            <p:attrNameLst>
                                              <p:attrName>ppt_y</p:attrName>
                                            </p:attrNameLst>
                                          </p:cBhvr>
                                          <p:tavLst>
                                            <p:tav tm="0">
                                              <p:val>
                                                <p:strVal val="1+#ppt_h/2"/>
                                              </p:val>
                                            </p:tav>
                                            <p:tav tm="100000">
                                              <p:val>
                                                <p:strVal val="#ppt_y"/>
                                              </p:val>
                                            </p:tav>
                                          </p:tavLst>
                                        </p:anim>
                                      </p:childTnLst>
                                    </p:cTn>
                                  </p:par>
                                  <p:par>
                                    <p:cTn id="239" presetID="2" presetClass="entr" presetSubtype="4" fill="hold" grpId="0" nodeType="withEffect">
                                      <p:stCondLst>
                                        <p:cond delay="750"/>
                                      </p:stCondLst>
                                      <p:childTnLst>
                                        <p:set>
                                          <p:cBhvr>
                                            <p:cTn id="240" dur="1" fill="hold">
                                              <p:stCondLst>
                                                <p:cond delay="0"/>
                                              </p:stCondLst>
                                            </p:cTn>
                                            <p:tgtEl>
                                              <p:spTgt spid="188"/>
                                            </p:tgtEl>
                                            <p:attrNameLst>
                                              <p:attrName>style.visibility</p:attrName>
                                            </p:attrNameLst>
                                          </p:cBhvr>
                                          <p:to>
                                            <p:strVal val="visible"/>
                                          </p:to>
                                        </p:set>
                                        <p:anim calcmode="lin" valueType="num">
                                          <p:cBhvr additive="base">
                                            <p:cTn id="241" dur="1000" fill="hold"/>
                                            <p:tgtEl>
                                              <p:spTgt spid="188"/>
                                            </p:tgtEl>
                                            <p:attrNameLst>
                                              <p:attrName>ppt_x</p:attrName>
                                            </p:attrNameLst>
                                          </p:cBhvr>
                                          <p:tavLst>
                                            <p:tav tm="0">
                                              <p:val>
                                                <p:strVal val="#ppt_x"/>
                                              </p:val>
                                            </p:tav>
                                            <p:tav tm="100000">
                                              <p:val>
                                                <p:strVal val="#ppt_x"/>
                                              </p:val>
                                            </p:tav>
                                          </p:tavLst>
                                        </p:anim>
                                        <p:anim calcmode="lin" valueType="num">
                                          <p:cBhvr additive="base">
                                            <p:cTn id="242" dur="1000" fill="hold"/>
                                            <p:tgtEl>
                                              <p:spTgt spid="188"/>
                                            </p:tgtEl>
                                            <p:attrNameLst>
                                              <p:attrName>ppt_y</p:attrName>
                                            </p:attrNameLst>
                                          </p:cBhvr>
                                          <p:tavLst>
                                            <p:tav tm="0">
                                              <p:val>
                                                <p:strVal val="1+#ppt_h/2"/>
                                              </p:val>
                                            </p:tav>
                                            <p:tav tm="100000">
                                              <p:val>
                                                <p:strVal val="#ppt_y"/>
                                              </p:val>
                                            </p:tav>
                                          </p:tavLst>
                                        </p:anim>
                                      </p:childTnLst>
                                    </p:cTn>
                                  </p:par>
                                  <p:par>
                                    <p:cTn id="243" presetID="2" presetClass="entr" presetSubtype="4" fill="hold" grpId="0" nodeType="withEffect">
                                      <p:stCondLst>
                                        <p:cond delay="750"/>
                                      </p:stCondLst>
                                      <p:childTnLst>
                                        <p:set>
                                          <p:cBhvr>
                                            <p:cTn id="244" dur="1" fill="hold">
                                              <p:stCondLst>
                                                <p:cond delay="0"/>
                                              </p:stCondLst>
                                            </p:cTn>
                                            <p:tgtEl>
                                              <p:spTgt spid="220"/>
                                            </p:tgtEl>
                                            <p:attrNameLst>
                                              <p:attrName>style.visibility</p:attrName>
                                            </p:attrNameLst>
                                          </p:cBhvr>
                                          <p:to>
                                            <p:strVal val="visible"/>
                                          </p:to>
                                        </p:set>
                                        <p:anim calcmode="lin" valueType="num">
                                          <p:cBhvr additive="base">
                                            <p:cTn id="245" dur="1000" fill="hold"/>
                                            <p:tgtEl>
                                              <p:spTgt spid="220"/>
                                            </p:tgtEl>
                                            <p:attrNameLst>
                                              <p:attrName>ppt_x</p:attrName>
                                            </p:attrNameLst>
                                          </p:cBhvr>
                                          <p:tavLst>
                                            <p:tav tm="0">
                                              <p:val>
                                                <p:strVal val="#ppt_x"/>
                                              </p:val>
                                            </p:tav>
                                            <p:tav tm="100000">
                                              <p:val>
                                                <p:strVal val="#ppt_x"/>
                                              </p:val>
                                            </p:tav>
                                          </p:tavLst>
                                        </p:anim>
                                        <p:anim calcmode="lin" valueType="num">
                                          <p:cBhvr additive="base">
                                            <p:cTn id="246" dur="1000" fill="hold"/>
                                            <p:tgtEl>
                                              <p:spTgt spid="220"/>
                                            </p:tgtEl>
                                            <p:attrNameLst>
                                              <p:attrName>ppt_y</p:attrName>
                                            </p:attrNameLst>
                                          </p:cBhvr>
                                          <p:tavLst>
                                            <p:tav tm="0">
                                              <p:val>
                                                <p:strVal val="1+#ppt_h/2"/>
                                              </p:val>
                                            </p:tav>
                                            <p:tav tm="100000">
                                              <p:val>
                                                <p:strVal val="#ppt_y"/>
                                              </p:val>
                                            </p:tav>
                                          </p:tavLst>
                                        </p:anim>
                                      </p:childTnLst>
                                    </p:cTn>
                                  </p:par>
                                  <p:par>
                                    <p:cTn id="247" presetID="2" presetClass="entr" presetSubtype="4" fill="hold" grpId="0" nodeType="withEffect">
                                      <p:stCondLst>
                                        <p:cond delay="1000"/>
                                      </p:stCondLst>
                                      <p:childTnLst>
                                        <p:set>
                                          <p:cBhvr>
                                            <p:cTn id="248" dur="1" fill="hold">
                                              <p:stCondLst>
                                                <p:cond delay="0"/>
                                              </p:stCondLst>
                                            </p:cTn>
                                            <p:tgtEl>
                                              <p:spTgt spid="187"/>
                                            </p:tgtEl>
                                            <p:attrNameLst>
                                              <p:attrName>style.visibility</p:attrName>
                                            </p:attrNameLst>
                                          </p:cBhvr>
                                          <p:to>
                                            <p:strVal val="visible"/>
                                          </p:to>
                                        </p:set>
                                        <p:anim calcmode="lin" valueType="num">
                                          <p:cBhvr additive="base">
                                            <p:cTn id="249" dur="1000" fill="hold"/>
                                            <p:tgtEl>
                                              <p:spTgt spid="187"/>
                                            </p:tgtEl>
                                            <p:attrNameLst>
                                              <p:attrName>ppt_x</p:attrName>
                                            </p:attrNameLst>
                                          </p:cBhvr>
                                          <p:tavLst>
                                            <p:tav tm="0">
                                              <p:val>
                                                <p:strVal val="#ppt_x"/>
                                              </p:val>
                                            </p:tav>
                                            <p:tav tm="100000">
                                              <p:val>
                                                <p:strVal val="#ppt_x"/>
                                              </p:val>
                                            </p:tav>
                                          </p:tavLst>
                                        </p:anim>
                                        <p:anim calcmode="lin" valueType="num">
                                          <p:cBhvr additive="base">
                                            <p:cTn id="250" dur="1000" fill="hold"/>
                                            <p:tgtEl>
                                              <p:spTgt spid="187"/>
                                            </p:tgtEl>
                                            <p:attrNameLst>
                                              <p:attrName>ppt_y</p:attrName>
                                            </p:attrNameLst>
                                          </p:cBhvr>
                                          <p:tavLst>
                                            <p:tav tm="0">
                                              <p:val>
                                                <p:strVal val="1+#ppt_h/2"/>
                                              </p:val>
                                            </p:tav>
                                            <p:tav tm="100000">
                                              <p:val>
                                                <p:strVal val="#ppt_y"/>
                                              </p:val>
                                            </p:tav>
                                          </p:tavLst>
                                        </p:anim>
                                      </p:childTnLst>
                                    </p:cTn>
                                  </p:par>
                                  <p:par>
                                    <p:cTn id="251" presetID="2" presetClass="entr" presetSubtype="4" fill="hold" grpId="0" nodeType="withEffect">
                                      <p:stCondLst>
                                        <p:cond delay="1000"/>
                                      </p:stCondLst>
                                      <p:childTnLst>
                                        <p:set>
                                          <p:cBhvr>
                                            <p:cTn id="252" dur="1" fill="hold">
                                              <p:stCondLst>
                                                <p:cond delay="0"/>
                                              </p:stCondLst>
                                            </p:cTn>
                                            <p:tgtEl>
                                              <p:spTgt spid="221"/>
                                            </p:tgtEl>
                                            <p:attrNameLst>
                                              <p:attrName>style.visibility</p:attrName>
                                            </p:attrNameLst>
                                          </p:cBhvr>
                                          <p:to>
                                            <p:strVal val="visible"/>
                                          </p:to>
                                        </p:set>
                                        <p:anim calcmode="lin" valueType="num">
                                          <p:cBhvr additive="base">
                                            <p:cTn id="253" dur="1000" fill="hold"/>
                                            <p:tgtEl>
                                              <p:spTgt spid="221"/>
                                            </p:tgtEl>
                                            <p:attrNameLst>
                                              <p:attrName>ppt_x</p:attrName>
                                            </p:attrNameLst>
                                          </p:cBhvr>
                                          <p:tavLst>
                                            <p:tav tm="0">
                                              <p:val>
                                                <p:strVal val="#ppt_x"/>
                                              </p:val>
                                            </p:tav>
                                            <p:tav tm="100000">
                                              <p:val>
                                                <p:strVal val="#ppt_x"/>
                                              </p:val>
                                            </p:tav>
                                          </p:tavLst>
                                        </p:anim>
                                        <p:anim calcmode="lin" valueType="num">
                                          <p:cBhvr additive="base">
                                            <p:cTn id="254" dur="1000" fill="hold"/>
                                            <p:tgtEl>
                                              <p:spTgt spid="2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86" grpId="0"/>
          <p:bldP spid="187" grpId="0"/>
          <p:bldP spid="188" grpId="0"/>
          <p:bldP spid="189" grpId="0"/>
          <p:bldP spid="218" grpId="0"/>
          <p:bldP spid="219" grpId="0"/>
          <p:bldP spid="220" grpId="0"/>
          <p:bldP spid="221" grpId="0"/>
        </p:bldLst>
      </p:timing>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90" name="Group 5189">
            <a:extLst>
              <a:ext uri="{FF2B5EF4-FFF2-40B4-BE49-F238E27FC236}">
                <a16:creationId xmlns:a16="http://schemas.microsoft.com/office/drawing/2014/main" id="{B3F51E2D-E7FF-4B97-9564-95F0F87B7A4D}"/>
              </a:ext>
            </a:extLst>
          </p:cNvPr>
          <p:cNvGrpSpPr/>
          <p:nvPr/>
        </p:nvGrpSpPr>
        <p:grpSpPr>
          <a:xfrm>
            <a:off x="3489325" y="4841875"/>
            <a:ext cx="5412341" cy="1403351"/>
            <a:chOff x="3392488" y="4641850"/>
            <a:chExt cx="5412341" cy="1403351"/>
          </a:xfrm>
        </p:grpSpPr>
        <p:grpSp>
          <p:nvGrpSpPr>
            <p:cNvPr id="5180" name="Group 5179">
              <a:extLst>
                <a:ext uri="{FF2B5EF4-FFF2-40B4-BE49-F238E27FC236}">
                  <a16:creationId xmlns:a16="http://schemas.microsoft.com/office/drawing/2014/main" id="{6736A175-B9D6-483A-9EAA-D3CE5337121E}"/>
                </a:ext>
              </a:extLst>
            </p:cNvPr>
            <p:cNvGrpSpPr/>
            <p:nvPr/>
          </p:nvGrpSpPr>
          <p:grpSpPr>
            <a:xfrm>
              <a:off x="4391025" y="4644446"/>
              <a:ext cx="4413804" cy="1235865"/>
              <a:chOff x="4391025" y="4644446"/>
              <a:chExt cx="4413804" cy="1235865"/>
            </a:xfrm>
          </p:grpSpPr>
          <p:sp>
            <p:nvSpPr>
              <p:cNvPr id="99" name="Freeform 5">
                <a:extLst>
                  <a:ext uri="{FF2B5EF4-FFF2-40B4-BE49-F238E27FC236}">
                    <a16:creationId xmlns:a16="http://schemas.microsoft.com/office/drawing/2014/main" id="{894F2F21-BD94-4F5E-9E04-61F5B45D93A3}"/>
                  </a:ext>
                </a:extLst>
              </p:cNvPr>
              <p:cNvSpPr>
                <a:spLocks/>
              </p:cNvSpPr>
              <p:nvPr/>
            </p:nvSpPr>
            <p:spPr bwMode="auto">
              <a:xfrm>
                <a:off x="4391025" y="4644446"/>
                <a:ext cx="4413804" cy="1235865"/>
              </a:xfrm>
              <a:custGeom>
                <a:avLst/>
                <a:gdLst>
                  <a:gd name="T0" fmla="*/ 2329 w 2700"/>
                  <a:gd name="T1" fmla="*/ 0 h 756"/>
                  <a:gd name="T2" fmla="*/ 0 w 2700"/>
                  <a:gd name="T3" fmla="*/ 0 h 756"/>
                  <a:gd name="T4" fmla="*/ 0 w 2700"/>
                  <a:gd name="T5" fmla="*/ 756 h 756"/>
                  <a:gd name="T6" fmla="*/ 2329 w 2700"/>
                  <a:gd name="T7" fmla="*/ 756 h 756"/>
                  <a:gd name="T8" fmla="*/ 2700 w 2700"/>
                  <a:gd name="T9" fmla="*/ 383 h 756"/>
                  <a:gd name="T10" fmla="*/ 2700 w 2700"/>
                  <a:gd name="T11" fmla="*/ 373 h 756"/>
                  <a:gd name="T12" fmla="*/ 2329 w 2700"/>
                  <a:gd name="T13" fmla="*/ 0 h 756"/>
                </a:gdLst>
                <a:ahLst/>
                <a:cxnLst>
                  <a:cxn ang="0">
                    <a:pos x="T0" y="T1"/>
                  </a:cxn>
                  <a:cxn ang="0">
                    <a:pos x="T2" y="T3"/>
                  </a:cxn>
                  <a:cxn ang="0">
                    <a:pos x="T4" y="T5"/>
                  </a:cxn>
                  <a:cxn ang="0">
                    <a:pos x="T6" y="T7"/>
                  </a:cxn>
                  <a:cxn ang="0">
                    <a:pos x="T8" y="T9"/>
                  </a:cxn>
                  <a:cxn ang="0">
                    <a:pos x="T10" y="T11"/>
                  </a:cxn>
                  <a:cxn ang="0">
                    <a:pos x="T12" y="T13"/>
                  </a:cxn>
                </a:cxnLst>
                <a:rect l="0" t="0" r="r" b="b"/>
                <a:pathLst>
                  <a:path w="2700" h="756">
                    <a:moveTo>
                      <a:pt x="2329" y="0"/>
                    </a:moveTo>
                    <a:lnTo>
                      <a:pt x="0" y="0"/>
                    </a:lnTo>
                    <a:lnTo>
                      <a:pt x="0" y="756"/>
                    </a:lnTo>
                    <a:lnTo>
                      <a:pt x="2329" y="756"/>
                    </a:lnTo>
                    <a:lnTo>
                      <a:pt x="2700" y="383"/>
                    </a:lnTo>
                    <a:lnTo>
                      <a:pt x="2700" y="373"/>
                    </a:lnTo>
                    <a:lnTo>
                      <a:pt x="2329"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0" name="Freeform 6">
                <a:extLst>
                  <a:ext uri="{FF2B5EF4-FFF2-40B4-BE49-F238E27FC236}">
                    <a16:creationId xmlns:a16="http://schemas.microsoft.com/office/drawing/2014/main" id="{B7A74DF4-A171-4DCC-AD24-6B91C46C36B6}"/>
                  </a:ext>
                </a:extLst>
              </p:cNvPr>
              <p:cNvSpPr>
                <a:spLocks/>
              </p:cNvSpPr>
              <p:nvPr/>
            </p:nvSpPr>
            <p:spPr bwMode="auto">
              <a:xfrm>
                <a:off x="4391025" y="5262379"/>
                <a:ext cx="4413804" cy="617932"/>
              </a:xfrm>
              <a:custGeom>
                <a:avLst/>
                <a:gdLst>
                  <a:gd name="T0" fmla="*/ 2325 w 2700"/>
                  <a:gd name="T1" fmla="*/ 371 h 378"/>
                  <a:gd name="T2" fmla="*/ 0 w 2700"/>
                  <a:gd name="T3" fmla="*/ 371 h 378"/>
                  <a:gd name="T4" fmla="*/ 0 w 2700"/>
                  <a:gd name="T5" fmla="*/ 378 h 378"/>
                  <a:gd name="T6" fmla="*/ 2329 w 2700"/>
                  <a:gd name="T7" fmla="*/ 378 h 378"/>
                  <a:gd name="T8" fmla="*/ 2700 w 2700"/>
                  <a:gd name="T9" fmla="*/ 5 h 378"/>
                  <a:gd name="T10" fmla="*/ 2693 w 2700"/>
                  <a:gd name="T11" fmla="*/ 0 h 378"/>
                  <a:gd name="T12" fmla="*/ 2325 w 2700"/>
                  <a:gd name="T13" fmla="*/ 371 h 378"/>
                </a:gdLst>
                <a:ahLst/>
                <a:cxnLst>
                  <a:cxn ang="0">
                    <a:pos x="T0" y="T1"/>
                  </a:cxn>
                  <a:cxn ang="0">
                    <a:pos x="T2" y="T3"/>
                  </a:cxn>
                  <a:cxn ang="0">
                    <a:pos x="T4" y="T5"/>
                  </a:cxn>
                  <a:cxn ang="0">
                    <a:pos x="T6" y="T7"/>
                  </a:cxn>
                  <a:cxn ang="0">
                    <a:pos x="T8" y="T9"/>
                  </a:cxn>
                  <a:cxn ang="0">
                    <a:pos x="T10" y="T11"/>
                  </a:cxn>
                  <a:cxn ang="0">
                    <a:pos x="T12" y="T13"/>
                  </a:cxn>
                </a:cxnLst>
                <a:rect l="0" t="0" r="r" b="b"/>
                <a:pathLst>
                  <a:path w="2700" h="378">
                    <a:moveTo>
                      <a:pt x="2325" y="371"/>
                    </a:moveTo>
                    <a:lnTo>
                      <a:pt x="0" y="371"/>
                    </a:lnTo>
                    <a:lnTo>
                      <a:pt x="0" y="378"/>
                    </a:lnTo>
                    <a:lnTo>
                      <a:pt x="2329" y="378"/>
                    </a:lnTo>
                    <a:lnTo>
                      <a:pt x="2700" y="5"/>
                    </a:lnTo>
                    <a:lnTo>
                      <a:pt x="2693" y="0"/>
                    </a:lnTo>
                    <a:lnTo>
                      <a:pt x="2325" y="371"/>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1" name="Freeform 7">
                <a:extLst>
                  <a:ext uri="{FF2B5EF4-FFF2-40B4-BE49-F238E27FC236}">
                    <a16:creationId xmlns:a16="http://schemas.microsoft.com/office/drawing/2014/main" id="{8E7B6E7D-2155-4C94-9AF7-D67BEDD9FA20}"/>
                  </a:ext>
                </a:extLst>
              </p:cNvPr>
              <p:cNvSpPr>
                <a:spLocks/>
              </p:cNvSpPr>
              <p:nvPr/>
            </p:nvSpPr>
            <p:spPr bwMode="auto">
              <a:xfrm>
                <a:off x="4391025" y="4644446"/>
                <a:ext cx="4413804" cy="626107"/>
              </a:xfrm>
              <a:custGeom>
                <a:avLst/>
                <a:gdLst>
                  <a:gd name="T0" fmla="*/ 2329 w 2700"/>
                  <a:gd name="T1" fmla="*/ 0 h 383"/>
                  <a:gd name="T2" fmla="*/ 0 w 2700"/>
                  <a:gd name="T3" fmla="*/ 0 h 383"/>
                  <a:gd name="T4" fmla="*/ 0 w 2700"/>
                  <a:gd name="T5" fmla="*/ 7 h 383"/>
                  <a:gd name="T6" fmla="*/ 2325 w 2700"/>
                  <a:gd name="T7" fmla="*/ 7 h 383"/>
                  <a:gd name="T8" fmla="*/ 2700 w 2700"/>
                  <a:gd name="T9" fmla="*/ 383 h 383"/>
                  <a:gd name="T10" fmla="*/ 2700 w 2700"/>
                  <a:gd name="T11" fmla="*/ 373 h 383"/>
                  <a:gd name="T12" fmla="*/ 2329 w 2700"/>
                  <a:gd name="T13" fmla="*/ 0 h 383"/>
                </a:gdLst>
                <a:ahLst/>
                <a:cxnLst>
                  <a:cxn ang="0">
                    <a:pos x="T0" y="T1"/>
                  </a:cxn>
                  <a:cxn ang="0">
                    <a:pos x="T2" y="T3"/>
                  </a:cxn>
                  <a:cxn ang="0">
                    <a:pos x="T4" y="T5"/>
                  </a:cxn>
                  <a:cxn ang="0">
                    <a:pos x="T6" y="T7"/>
                  </a:cxn>
                  <a:cxn ang="0">
                    <a:pos x="T8" y="T9"/>
                  </a:cxn>
                  <a:cxn ang="0">
                    <a:pos x="T10" y="T11"/>
                  </a:cxn>
                  <a:cxn ang="0">
                    <a:pos x="T12" y="T13"/>
                  </a:cxn>
                </a:cxnLst>
                <a:rect l="0" t="0" r="r" b="b"/>
                <a:pathLst>
                  <a:path w="2700" h="383">
                    <a:moveTo>
                      <a:pt x="2329" y="0"/>
                    </a:moveTo>
                    <a:lnTo>
                      <a:pt x="0" y="0"/>
                    </a:lnTo>
                    <a:lnTo>
                      <a:pt x="0" y="7"/>
                    </a:lnTo>
                    <a:lnTo>
                      <a:pt x="2325" y="7"/>
                    </a:lnTo>
                    <a:lnTo>
                      <a:pt x="2700" y="383"/>
                    </a:lnTo>
                    <a:lnTo>
                      <a:pt x="2700" y="373"/>
                    </a:lnTo>
                    <a:lnTo>
                      <a:pt x="2329"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149" name="Freeform 57">
              <a:extLst>
                <a:ext uri="{FF2B5EF4-FFF2-40B4-BE49-F238E27FC236}">
                  <a16:creationId xmlns:a16="http://schemas.microsoft.com/office/drawing/2014/main" id="{D2A83410-7649-49BA-9E76-21AFDCCB9B84}"/>
                </a:ext>
              </a:extLst>
            </p:cNvPr>
            <p:cNvSpPr>
              <a:spLocks/>
            </p:cNvSpPr>
            <p:nvPr/>
          </p:nvSpPr>
          <p:spPr bwMode="auto">
            <a:xfrm>
              <a:off x="4504735" y="4662489"/>
              <a:ext cx="1764825" cy="1350932"/>
            </a:xfrm>
            <a:custGeom>
              <a:avLst/>
              <a:gdLst>
                <a:gd name="T0" fmla="*/ 1239 w 1239"/>
                <a:gd name="T1" fmla="*/ 656 h 656"/>
                <a:gd name="T2" fmla="*/ 350 w 1239"/>
                <a:gd name="T3" fmla="*/ 656 h 656"/>
                <a:gd name="T4" fmla="*/ 0 w 1239"/>
                <a:gd name="T5" fmla="*/ 0 h 656"/>
                <a:gd name="T6" fmla="*/ 350 w 1239"/>
                <a:gd name="T7" fmla="*/ 0 h 656"/>
                <a:gd name="T8" fmla="*/ 1239 w 1239"/>
                <a:gd name="T9" fmla="*/ 656 h 656"/>
                <a:gd name="connsiteX0" fmla="*/ 6624 w 6624"/>
                <a:gd name="connsiteY0" fmla="*/ 10000 h 10000"/>
                <a:gd name="connsiteX1" fmla="*/ 2825 w 6624"/>
                <a:gd name="connsiteY1" fmla="*/ 10000 h 10000"/>
                <a:gd name="connsiteX2" fmla="*/ 0 w 6624"/>
                <a:gd name="connsiteY2" fmla="*/ 0 h 10000"/>
                <a:gd name="connsiteX3" fmla="*/ 2825 w 6624"/>
                <a:gd name="connsiteY3" fmla="*/ 0 h 10000"/>
                <a:gd name="connsiteX4" fmla="*/ 6624 w 6624"/>
                <a:gd name="connsiteY4" fmla="*/ 10000 h 10000"/>
                <a:gd name="connsiteX0" fmla="*/ 10491 w 10491"/>
                <a:gd name="connsiteY0" fmla="*/ 10047 h 10047"/>
                <a:gd name="connsiteX1" fmla="*/ 4265 w 10491"/>
                <a:gd name="connsiteY1" fmla="*/ 10000 h 10047"/>
                <a:gd name="connsiteX2" fmla="*/ 0 w 10491"/>
                <a:gd name="connsiteY2" fmla="*/ 0 h 10047"/>
                <a:gd name="connsiteX3" fmla="*/ 4265 w 10491"/>
                <a:gd name="connsiteY3" fmla="*/ 0 h 10047"/>
                <a:gd name="connsiteX4" fmla="*/ 10491 w 10491"/>
                <a:gd name="connsiteY4" fmla="*/ 10047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91" h="10047">
                  <a:moveTo>
                    <a:pt x="10491" y="10047"/>
                  </a:moveTo>
                  <a:lnTo>
                    <a:pt x="4265" y="10000"/>
                  </a:lnTo>
                  <a:lnTo>
                    <a:pt x="0" y="0"/>
                  </a:lnTo>
                  <a:lnTo>
                    <a:pt x="4265" y="0"/>
                  </a:lnTo>
                  <a:lnTo>
                    <a:pt x="10491" y="10047"/>
                  </a:lnTo>
                  <a:close/>
                </a:path>
              </a:pathLst>
            </a:custGeom>
            <a:gradFill>
              <a:gsLst>
                <a:gs pos="0">
                  <a:schemeClr val="accent5">
                    <a:lumMod val="50000"/>
                  </a:schemeClr>
                </a:gs>
                <a:gs pos="100000">
                  <a:schemeClr val="accent5">
                    <a:lumMod val="50000"/>
                    <a:alpha val="0"/>
                  </a:schemeClr>
                </a:gs>
              </a:gsLst>
              <a:lin ang="5400000" scaled="0"/>
            </a:gradFill>
            <a:ln>
              <a:noFill/>
            </a:ln>
            <a:effectLst>
              <a:softEdge rad="152400"/>
            </a:effectLst>
          </p:spPr>
          <p:txBody>
            <a:bodyPr vert="horz" wrap="square" lIns="91440" tIns="45720" rIns="91440" bIns="45720" numCol="1" anchor="t" anchorCtr="0" compatLnSpc="1">
              <a:prstTxWarp prst="textNoShape">
                <a:avLst/>
              </a:prstTxWarp>
            </a:bodyPr>
            <a:lstStyle/>
            <a:p>
              <a:endParaRPr lang="ru-UA"/>
            </a:p>
          </p:txBody>
        </p:sp>
        <p:grpSp>
          <p:nvGrpSpPr>
            <p:cNvPr id="5185" name="Group 5184">
              <a:extLst>
                <a:ext uri="{FF2B5EF4-FFF2-40B4-BE49-F238E27FC236}">
                  <a16:creationId xmlns:a16="http://schemas.microsoft.com/office/drawing/2014/main" id="{01E6C215-7409-472D-AD21-045EB74CACDF}"/>
                </a:ext>
              </a:extLst>
            </p:cNvPr>
            <p:cNvGrpSpPr/>
            <p:nvPr/>
          </p:nvGrpSpPr>
          <p:grpSpPr>
            <a:xfrm>
              <a:off x="3392488" y="4641850"/>
              <a:ext cx="1884363" cy="1403351"/>
              <a:chOff x="3392488" y="4641850"/>
              <a:chExt cx="1884363" cy="1403351"/>
            </a:xfrm>
          </p:grpSpPr>
          <p:sp>
            <p:nvSpPr>
              <p:cNvPr id="5154" name="Freeform 62">
                <a:extLst>
                  <a:ext uri="{FF2B5EF4-FFF2-40B4-BE49-F238E27FC236}">
                    <a16:creationId xmlns:a16="http://schemas.microsoft.com/office/drawing/2014/main" id="{F4A260C1-4AEE-4AC0-AED6-D7A46807D7BE}"/>
                  </a:ext>
                </a:extLst>
              </p:cNvPr>
              <p:cNvSpPr>
                <a:spLocks/>
              </p:cNvSpPr>
              <p:nvPr/>
            </p:nvSpPr>
            <p:spPr bwMode="auto">
              <a:xfrm>
                <a:off x="3392488" y="5680075"/>
                <a:ext cx="1884363" cy="365125"/>
              </a:xfrm>
              <a:custGeom>
                <a:avLst/>
                <a:gdLst>
                  <a:gd name="T0" fmla="*/ 624 w 1187"/>
                  <a:gd name="T1" fmla="*/ 0 h 230"/>
                  <a:gd name="T2" fmla="*/ 1187 w 1187"/>
                  <a:gd name="T3" fmla="*/ 120 h 230"/>
                  <a:gd name="T4" fmla="*/ 560 w 1187"/>
                  <a:gd name="T5" fmla="*/ 230 h 230"/>
                  <a:gd name="T6" fmla="*/ 0 w 1187"/>
                  <a:gd name="T7" fmla="*/ 110 h 230"/>
                  <a:gd name="T8" fmla="*/ 624 w 1187"/>
                  <a:gd name="T9" fmla="*/ 0 h 230"/>
                </a:gdLst>
                <a:ahLst/>
                <a:cxnLst>
                  <a:cxn ang="0">
                    <a:pos x="T0" y="T1"/>
                  </a:cxn>
                  <a:cxn ang="0">
                    <a:pos x="T2" y="T3"/>
                  </a:cxn>
                  <a:cxn ang="0">
                    <a:pos x="T4" y="T5"/>
                  </a:cxn>
                  <a:cxn ang="0">
                    <a:pos x="T6" y="T7"/>
                  </a:cxn>
                  <a:cxn ang="0">
                    <a:pos x="T8" y="T9"/>
                  </a:cxn>
                </a:cxnLst>
                <a:rect l="0" t="0" r="r" b="b"/>
                <a:pathLst>
                  <a:path w="1187" h="230">
                    <a:moveTo>
                      <a:pt x="624" y="0"/>
                    </a:moveTo>
                    <a:lnTo>
                      <a:pt x="1187" y="120"/>
                    </a:lnTo>
                    <a:lnTo>
                      <a:pt x="560" y="230"/>
                    </a:lnTo>
                    <a:lnTo>
                      <a:pt x="0" y="110"/>
                    </a:lnTo>
                    <a:lnTo>
                      <a:pt x="624" y="0"/>
                    </a:lnTo>
                    <a:close/>
                  </a:path>
                </a:pathLst>
              </a:custGeom>
              <a:solidFill>
                <a:schemeClr val="accent5">
                  <a:lumMod val="50000"/>
                </a:schemeClr>
              </a:solidFill>
              <a:ln>
                <a:noFill/>
              </a:ln>
              <a:effectLst>
                <a:outerShdw blurRad="101600" dist="12700" dir="5400000" sx="127000" sy="127000" algn="t" rotWithShape="0">
                  <a:prstClr val="black">
                    <a:alpha val="42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5150" name="Freeform 58">
                <a:extLst>
                  <a:ext uri="{FF2B5EF4-FFF2-40B4-BE49-F238E27FC236}">
                    <a16:creationId xmlns:a16="http://schemas.microsoft.com/office/drawing/2014/main" id="{9CD3F3DF-7F57-4249-90C6-C85F82ACCAD9}"/>
                  </a:ext>
                </a:extLst>
              </p:cNvPr>
              <p:cNvSpPr>
                <a:spLocks/>
              </p:cNvSpPr>
              <p:nvPr/>
            </p:nvSpPr>
            <p:spPr bwMode="auto">
              <a:xfrm>
                <a:off x="4281488" y="4837113"/>
                <a:ext cx="995363" cy="1208088"/>
              </a:xfrm>
              <a:custGeom>
                <a:avLst/>
                <a:gdLst>
                  <a:gd name="T0" fmla="*/ 627 w 627"/>
                  <a:gd name="T1" fmla="*/ 0 h 761"/>
                  <a:gd name="T2" fmla="*/ 627 w 627"/>
                  <a:gd name="T3" fmla="*/ 651 h 761"/>
                  <a:gd name="T4" fmla="*/ 0 w 627"/>
                  <a:gd name="T5" fmla="*/ 761 h 761"/>
                  <a:gd name="T6" fmla="*/ 0 w 627"/>
                  <a:gd name="T7" fmla="*/ 110 h 761"/>
                  <a:gd name="T8" fmla="*/ 627 w 627"/>
                  <a:gd name="T9" fmla="*/ 0 h 761"/>
                </a:gdLst>
                <a:ahLst/>
                <a:cxnLst>
                  <a:cxn ang="0">
                    <a:pos x="T0" y="T1"/>
                  </a:cxn>
                  <a:cxn ang="0">
                    <a:pos x="T2" y="T3"/>
                  </a:cxn>
                  <a:cxn ang="0">
                    <a:pos x="T4" y="T5"/>
                  </a:cxn>
                  <a:cxn ang="0">
                    <a:pos x="T6" y="T7"/>
                  </a:cxn>
                  <a:cxn ang="0">
                    <a:pos x="T8" y="T9"/>
                  </a:cxn>
                </a:cxnLst>
                <a:rect l="0" t="0" r="r" b="b"/>
                <a:pathLst>
                  <a:path w="627" h="761">
                    <a:moveTo>
                      <a:pt x="627" y="0"/>
                    </a:moveTo>
                    <a:lnTo>
                      <a:pt x="627" y="651"/>
                    </a:lnTo>
                    <a:lnTo>
                      <a:pt x="0" y="761"/>
                    </a:lnTo>
                    <a:lnTo>
                      <a:pt x="0" y="110"/>
                    </a:lnTo>
                    <a:lnTo>
                      <a:pt x="627"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5151" name="Freeform 59">
                <a:extLst>
                  <a:ext uri="{FF2B5EF4-FFF2-40B4-BE49-F238E27FC236}">
                    <a16:creationId xmlns:a16="http://schemas.microsoft.com/office/drawing/2014/main" id="{848DFA2D-9761-48CD-9B43-B282F3C0574C}"/>
                  </a:ext>
                </a:extLst>
              </p:cNvPr>
              <p:cNvSpPr>
                <a:spLocks/>
              </p:cNvSpPr>
              <p:nvPr/>
            </p:nvSpPr>
            <p:spPr bwMode="auto">
              <a:xfrm>
                <a:off x="3392488" y="4816475"/>
                <a:ext cx="889000" cy="1228725"/>
              </a:xfrm>
              <a:custGeom>
                <a:avLst/>
                <a:gdLst>
                  <a:gd name="T0" fmla="*/ 560 w 560"/>
                  <a:gd name="T1" fmla="*/ 123 h 774"/>
                  <a:gd name="T2" fmla="*/ 560 w 560"/>
                  <a:gd name="T3" fmla="*/ 774 h 774"/>
                  <a:gd name="T4" fmla="*/ 0 w 560"/>
                  <a:gd name="T5" fmla="*/ 654 h 774"/>
                  <a:gd name="T6" fmla="*/ 0 w 560"/>
                  <a:gd name="T7" fmla="*/ 0 h 774"/>
                  <a:gd name="T8" fmla="*/ 560 w 560"/>
                  <a:gd name="T9" fmla="*/ 123 h 774"/>
                </a:gdLst>
                <a:ahLst/>
                <a:cxnLst>
                  <a:cxn ang="0">
                    <a:pos x="T0" y="T1"/>
                  </a:cxn>
                  <a:cxn ang="0">
                    <a:pos x="T2" y="T3"/>
                  </a:cxn>
                  <a:cxn ang="0">
                    <a:pos x="T4" y="T5"/>
                  </a:cxn>
                  <a:cxn ang="0">
                    <a:pos x="T6" y="T7"/>
                  </a:cxn>
                  <a:cxn ang="0">
                    <a:pos x="T8" y="T9"/>
                  </a:cxn>
                </a:cxnLst>
                <a:rect l="0" t="0" r="r" b="b"/>
                <a:pathLst>
                  <a:path w="560" h="774">
                    <a:moveTo>
                      <a:pt x="560" y="123"/>
                    </a:moveTo>
                    <a:lnTo>
                      <a:pt x="560" y="774"/>
                    </a:lnTo>
                    <a:lnTo>
                      <a:pt x="0" y="654"/>
                    </a:lnTo>
                    <a:lnTo>
                      <a:pt x="0" y="0"/>
                    </a:lnTo>
                    <a:lnTo>
                      <a:pt x="560" y="123"/>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152" name="Freeform 60">
                <a:extLst>
                  <a:ext uri="{FF2B5EF4-FFF2-40B4-BE49-F238E27FC236}">
                    <a16:creationId xmlns:a16="http://schemas.microsoft.com/office/drawing/2014/main" id="{D93EA535-9517-489E-8130-7E640FF6115F}"/>
                  </a:ext>
                </a:extLst>
              </p:cNvPr>
              <p:cNvSpPr>
                <a:spLocks/>
              </p:cNvSpPr>
              <p:nvPr/>
            </p:nvSpPr>
            <p:spPr bwMode="auto">
              <a:xfrm>
                <a:off x="3392488" y="4641850"/>
                <a:ext cx="1884363" cy="369888"/>
              </a:xfrm>
              <a:custGeom>
                <a:avLst/>
                <a:gdLst>
                  <a:gd name="T0" fmla="*/ 624 w 1187"/>
                  <a:gd name="T1" fmla="*/ 0 h 233"/>
                  <a:gd name="T2" fmla="*/ 1187 w 1187"/>
                  <a:gd name="T3" fmla="*/ 123 h 233"/>
                  <a:gd name="T4" fmla="*/ 560 w 1187"/>
                  <a:gd name="T5" fmla="*/ 233 h 233"/>
                  <a:gd name="T6" fmla="*/ 0 w 1187"/>
                  <a:gd name="T7" fmla="*/ 110 h 233"/>
                  <a:gd name="T8" fmla="*/ 624 w 1187"/>
                  <a:gd name="T9" fmla="*/ 0 h 233"/>
                </a:gdLst>
                <a:ahLst/>
                <a:cxnLst>
                  <a:cxn ang="0">
                    <a:pos x="T0" y="T1"/>
                  </a:cxn>
                  <a:cxn ang="0">
                    <a:pos x="T2" y="T3"/>
                  </a:cxn>
                  <a:cxn ang="0">
                    <a:pos x="T4" y="T5"/>
                  </a:cxn>
                  <a:cxn ang="0">
                    <a:pos x="T6" y="T7"/>
                  </a:cxn>
                  <a:cxn ang="0">
                    <a:pos x="T8" y="T9"/>
                  </a:cxn>
                </a:cxnLst>
                <a:rect l="0" t="0" r="r" b="b"/>
                <a:pathLst>
                  <a:path w="1187" h="233">
                    <a:moveTo>
                      <a:pt x="624" y="0"/>
                    </a:moveTo>
                    <a:lnTo>
                      <a:pt x="1187" y="123"/>
                    </a:lnTo>
                    <a:lnTo>
                      <a:pt x="560" y="233"/>
                    </a:lnTo>
                    <a:lnTo>
                      <a:pt x="0" y="110"/>
                    </a:lnTo>
                    <a:lnTo>
                      <a:pt x="624" y="0"/>
                    </a:lnTo>
                    <a:close/>
                  </a:path>
                </a:pathLst>
              </a:custGeom>
              <a:gradFill>
                <a:gsLst>
                  <a:gs pos="6000">
                    <a:schemeClr val="accent5">
                      <a:lumMod val="50000"/>
                    </a:schemeClr>
                  </a:gs>
                  <a:gs pos="100000">
                    <a:schemeClr val="accent5"/>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5189" name="Group 5188">
            <a:extLst>
              <a:ext uri="{FF2B5EF4-FFF2-40B4-BE49-F238E27FC236}">
                <a16:creationId xmlns:a16="http://schemas.microsoft.com/office/drawing/2014/main" id="{5944452D-6378-4A8A-8166-36E0F3A43172}"/>
              </a:ext>
            </a:extLst>
          </p:cNvPr>
          <p:cNvGrpSpPr/>
          <p:nvPr/>
        </p:nvGrpSpPr>
        <p:grpSpPr>
          <a:xfrm>
            <a:off x="3489325" y="3567113"/>
            <a:ext cx="5082123" cy="1420873"/>
            <a:chOff x="3392488" y="3367088"/>
            <a:chExt cx="5082123" cy="1420873"/>
          </a:xfrm>
        </p:grpSpPr>
        <p:grpSp>
          <p:nvGrpSpPr>
            <p:cNvPr id="5181" name="Group 5180">
              <a:extLst>
                <a:ext uri="{FF2B5EF4-FFF2-40B4-BE49-F238E27FC236}">
                  <a16:creationId xmlns:a16="http://schemas.microsoft.com/office/drawing/2014/main" id="{B9A9B890-ACA5-4E73-97F5-ECCE524AE645}"/>
                </a:ext>
              </a:extLst>
            </p:cNvPr>
            <p:cNvGrpSpPr/>
            <p:nvPr/>
          </p:nvGrpSpPr>
          <p:grpSpPr>
            <a:xfrm>
              <a:off x="4391025" y="3370983"/>
              <a:ext cx="4083586" cy="1230961"/>
              <a:chOff x="4391025" y="3370983"/>
              <a:chExt cx="4083586" cy="1230961"/>
            </a:xfrm>
          </p:grpSpPr>
          <p:sp>
            <p:nvSpPr>
              <p:cNvPr id="102" name="Freeform 8">
                <a:extLst>
                  <a:ext uri="{FF2B5EF4-FFF2-40B4-BE49-F238E27FC236}">
                    <a16:creationId xmlns:a16="http://schemas.microsoft.com/office/drawing/2014/main" id="{F038FD6C-547F-4F36-AD96-83802C708045}"/>
                  </a:ext>
                </a:extLst>
              </p:cNvPr>
              <p:cNvSpPr>
                <a:spLocks/>
              </p:cNvSpPr>
              <p:nvPr/>
            </p:nvSpPr>
            <p:spPr bwMode="auto">
              <a:xfrm>
                <a:off x="4391025" y="3370983"/>
                <a:ext cx="4083586" cy="1230961"/>
              </a:xfrm>
              <a:custGeom>
                <a:avLst/>
                <a:gdLst>
                  <a:gd name="T0" fmla="*/ 2130 w 2498"/>
                  <a:gd name="T1" fmla="*/ 0 h 753"/>
                  <a:gd name="T2" fmla="*/ 0 w 2498"/>
                  <a:gd name="T3" fmla="*/ 0 h 753"/>
                  <a:gd name="T4" fmla="*/ 0 w 2498"/>
                  <a:gd name="T5" fmla="*/ 753 h 753"/>
                  <a:gd name="T6" fmla="*/ 2130 w 2498"/>
                  <a:gd name="T7" fmla="*/ 753 h 753"/>
                  <a:gd name="T8" fmla="*/ 2498 w 2498"/>
                  <a:gd name="T9" fmla="*/ 382 h 753"/>
                  <a:gd name="T10" fmla="*/ 2498 w 2498"/>
                  <a:gd name="T11" fmla="*/ 371 h 753"/>
                  <a:gd name="T12" fmla="*/ 2130 w 2498"/>
                  <a:gd name="T13" fmla="*/ 0 h 753"/>
                </a:gdLst>
                <a:ahLst/>
                <a:cxnLst>
                  <a:cxn ang="0">
                    <a:pos x="T0" y="T1"/>
                  </a:cxn>
                  <a:cxn ang="0">
                    <a:pos x="T2" y="T3"/>
                  </a:cxn>
                  <a:cxn ang="0">
                    <a:pos x="T4" y="T5"/>
                  </a:cxn>
                  <a:cxn ang="0">
                    <a:pos x="T6" y="T7"/>
                  </a:cxn>
                  <a:cxn ang="0">
                    <a:pos x="T8" y="T9"/>
                  </a:cxn>
                  <a:cxn ang="0">
                    <a:pos x="T10" y="T11"/>
                  </a:cxn>
                  <a:cxn ang="0">
                    <a:pos x="T12" y="T13"/>
                  </a:cxn>
                </a:cxnLst>
                <a:rect l="0" t="0" r="r" b="b"/>
                <a:pathLst>
                  <a:path w="2498" h="753">
                    <a:moveTo>
                      <a:pt x="2130" y="0"/>
                    </a:moveTo>
                    <a:lnTo>
                      <a:pt x="0" y="0"/>
                    </a:lnTo>
                    <a:lnTo>
                      <a:pt x="0" y="753"/>
                    </a:lnTo>
                    <a:lnTo>
                      <a:pt x="2130" y="753"/>
                    </a:lnTo>
                    <a:lnTo>
                      <a:pt x="2498" y="382"/>
                    </a:lnTo>
                    <a:lnTo>
                      <a:pt x="2498" y="371"/>
                    </a:lnTo>
                    <a:lnTo>
                      <a:pt x="2130" y="0"/>
                    </a:lnTo>
                    <a:close/>
                  </a:path>
                </a:pathLst>
              </a:custGeom>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3" name="Freeform 9">
                <a:extLst>
                  <a:ext uri="{FF2B5EF4-FFF2-40B4-BE49-F238E27FC236}">
                    <a16:creationId xmlns:a16="http://schemas.microsoft.com/office/drawing/2014/main" id="{464507B1-719F-4AD9-9E68-83E84D6ED283}"/>
                  </a:ext>
                </a:extLst>
              </p:cNvPr>
              <p:cNvSpPr>
                <a:spLocks/>
              </p:cNvSpPr>
              <p:nvPr/>
            </p:nvSpPr>
            <p:spPr bwMode="auto">
              <a:xfrm>
                <a:off x="4391025" y="3988915"/>
                <a:ext cx="4083586" cy="613029"/>
              </a:xfrm>
              <a:custGeom>
                <a:avLst/>
                <a:gdLst>
                  <a:gd name="T0" fmla="*/ 2125 w 2498"/>
                  <a:gd name="T1" fmla="*/ 370 h 375"/>
                  <a:gd name="T2" fmla="*/ 0 w 2498"/>
                  <a:gd name="T3" fmla="*/ 370 h 375"/>
                  <a:gd name="T4" fmla="*/ 0 w 2498"/>
                  <a:gd name="T5" fmla="*/ 375 h 375"/>
                  <a:gd name="T6" fmla="*/ 2130 w 2498"/>
                  <a:gd name="T7" fmla="*/ 375 h 375"/>
                  <a:gd name="T8" fmla="*/ 2498 w 2498"/>
                  <a:gd name="T9" fmla="*/ 4 h 375"/>
                  <a:gd name="T10" fmla="*/ 2494 w 2498"/>
                  <a:gd name="T11" fmla="*/ 0 h 375"/>
                  <a:gd name="T12" fmla="*/ 2125 w 2498"/>
                  <a:gd name="T13" fmla="*/ 370 h 375"/>
                </a:gdLst>
                <a:ahLst/>
                <a:cxnLst>
                  <a:cxn ang="0">
                    <a:pos x="T0" y="T1"/>
                  </a:cxn>
                  <a:cxn ang="0">
                    <a:pos x="T2" y="T3"/>
                  </a:cxn>
                  <a:cxn ang="0">
                    <a:pos x="T4" y="T5"/>
                  </a:cxn>
                  <a:cxn ang="0">
                    <a:pos x="T6" y="T7"/>
                  </a:cxn>
                  <a:cxn ang="0">
                    <a:pos x="T8" y="T9"/>
                  </a:cxn>
                  <a:cxn ang="0">
                    <a:pos x="T10" y="T11"/>
                  </a:cxn>
                  <a:cxn ang="0">
                    <a:pos x="T12" y="T13"/>
                  </a:cxn>
                </a:cxnLst>
                <a:rect l="0" t="0" r="r" b="b"/>
                <a:pathLst>
                  <a:path w="2498" h="375">
                    <a:moveTo>
                      <a:pt x="2125" y="370"/>
                    </a:moveTo>
                    <a:lnTo>
                      <a:pt x="0" y="370"/>
                    </a:lnTo>
                    <a:lnTo>
                      <a:pt x="0" y="375"/>
                    </a:lnTo>
                    <a:lnTo>
                      <a:pt x="2130" y="375"/>
                    </a:lnTo>
                    <a:lnTo>
                      <a:pt x="2498" y="4"/>
                    </a:lnTo>
                    <a:lnTo>
                      <a:pt x="2494" y="0"/>
                    </a:lnTo>
                    <a:lnTo>
                      <a:pt x="2125" y="37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4" name="Freeform 10">
                <a:extLst>
                  <a:ext uri="{FF2B5EF4-FFF2-40B4-BE49-F238E27FC236}">
                    <a16:creationId xmlns:a16="http://schemas.microsoft.com/office/drawing/2014/main" id="{CFB61734-69E4-4AE0-9752-AD554001568A}"/>
                  </a:ext>
                </a:extLst>
              </p:cNvPr>
              <p:cNvSpPr>
                <a:spLocks/>
              </p:cNvSpPr>
              <p:nvPr/>
            </p:nvSpPr>
            <p:spPr bwMode="auto">
              <a:xfrm>
                <a:off x="4391025" y="3370983"/>
                <a:ext cx="4083586" cy="624471"/>
              </a:xfrm>
              <a:custGeom>
                <a:avLst/>
                <a:gdLst>
                  <a:gd name="T0" fmla="*/ 2130 w 2498"/>
                  <a:gd name="T1" fmla="*/ 0 h 382"/>
                  <a:gd name="T2" fmla="*/ 0 w 2498"/>
                  <a:gd name="T3" fmla="*/ 0 h 382"/>
                  <a:gd name="T4" fmla="*/ 0 w 2498"/>
                  <a:gd name="T5" fmla="*/ 5 h 382"/>
                  <a:gd name="T6" fmla="*/ 2125 w 2498"/>
                  <a:gd name="T7" fmla="*/ 5 h 382"/>
                  <a:gd name="T8" fmla="*/ 2498 w 2498"/>
                  <a:gd name="T9" fmla="*/ 382 h 382"/>
                  <a:gd name="T10" fmla="*/ 2498 w 2498"/>
                  <a:gd name="T11" fmla="*/ 371 h 382"/>
                  <a:gd name="T12" fmla="*/ 2130 w 2498"/>
                  <a:gd name="T13" fmla="*/ 0 h 382"/>
                </a:gdLst>
                <a:ahLst/>
                <a:cxnLst>
                  <a:cxn ang="0">
                    <a:pos x="T0" y="T1"/>
                  </a:cxn>
                  <a:cxn ang="0">
                    <a:pos x="T2" y="T3"/>
                  </a:cxn>
                  <a:cxn ang="0">
                    <a:pos x="T4" y="T5"/>
                  </a:cxn>
                  <a:cxn ang="0">
                    <a:pos x="T6" y="T7"/>
                  </a:cxn>
                  <a:cxn ang="0">
                    <a:pos x="T8" y="T9"/>
                  </a:cxn>
                  <a:cxn ang="0">
                    <a:pos x="T10" y="T11"/>
                  </a:cxn>
                  <a:cxn ang="0">
                    <a:pos x="T12" y="T13"/>
                  </a:cxn>
                </a:cxnLst>
                <a:rect l="0" t="0" r="r" b="b"/>
                <a:pathLst>
                  <a:path w="2498" h="382">
                    <a:moveTo>
                      <a:pt x="2130" y="0"/>
                    </a:moveTo>
                    <a:lnTo>
                      <a:pt x="0" y="0"/>
                    </a:lnTo>
                    <a:lnTo>
                      <a:pt x="0" y="5"/>
                    </a:lnTo>
                    <a:lnTo>
                      <a:pt x="2125" y="5"/>
                    </a:lnTo>
                    <a:lnTo>
                      <a:pt x="2498" y="382"/>
                    </a:lnTo>
                    <a:lnTo>
                      <a:pt x="2498" y="371"/>
                    </a:lnTo>
                    <a:lnTo>
                      <a:pt x="2130"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96" name="Freeform 57">
              <a:extLst>
                <a:ext uri="{FF2B5EF4-FFF2-40B4-BE49-F238E27FC236}">
                  <a16:creationId xmlns:a16="http://schemas.microsoft.com/office/drawing/2014/main" id="{EA820971-69FA-439F-B8A3-91A2F24376DD}"/>
                </a:ext>
              </a:extLst>
            </p:cNvPr>
            <p:cNvSpPr>
              <a:spLocks/>
            </p:cNvSpPr>
            <p:nvPr/>
          </p:nvSpPr>
          <p:spPr bwMode="auto">
            <a:xfrm>
              <a:off x="4504735" y="3424238"/>
              <a:ext cx="1803058" cy="1363723"/>
            </a:xfrm>
            <a:custGeom>
              <a:avLst/>
              <a:gdLst>
                <a:gd name="T0" fmla="*/ 1239 w 1239"/>
                <a:gd name="T1" fmla="*/ 656 h 656"/>
                <a:gd name="T2" fmla="*/ 350 w 1239"/>
                <a:gd name="T3" fmla="*/ 656 h 656"/>
                <a:gd name="T4" fmla="*/ 0 w 1239"/>
                <a:gd name="T5" fmla="*/ 0 h 656"/>
                <a:gd name="T6" fmla="*/ 350 w 1239"/>
                <a:gd name="T7" fmla="*/ 0 h 656"/>
                <a:gd name="T8" fmla="*/ 1239 w 1239"/>
                <a:gd name="T9" fmla="*/ 656 h 656"/>
                <a:gd name="connsiteX0" fmla="*/ 7425 w 7425"/>
                <a:gd name="connsiteY0" fmla="*/ 10189 h 10189"/>
                <a:gd name="connsiteX1" fmla="*/ 2825 w 7425"/>
                <a:gd name="connsiteY1" fmla="*/ 10000 h 10189"/>
                <a:gd name="connsiteX2" fmla="*/ 0 w 7425"/>
                <a:gd name="connsiteY2" fmla="*/ 0 h 10189"/>
                <a:gd name="connsiteX3" fmla="*/ 2825 w 7425"/>
                <a:gd name="connsiteY3" fmla="*/ 0 h 10189"/>
                <a:gd name="connsiteX4" fmla="*/ 7425 w 7425"/>
                <a:gd name="connsiteY4" fmla="*/ 10189 h 10189"/>
                <a:gd name="connsiteX0" fmla="*/ 9562 w 9562"/>
                <a:gd name="connsiteY0" fmla="*/ 9954 h 9954"/>
                <a:gd name="connsiteX1" fmla="*/ 3805 w 9562"/>
                <a:gd name="connsiteY1" fmla="*/ 9815 h 9954"/>
                <a:gd name="connsiteX2" fmla="*/ 0 w 9562"/>
                <a:gd name="connsiteY2" fmla="*/ 0 h 9954"/>
                <a:gd name="connsiteX3" fmla="*/ 3805 w 9562"/>
                <a:gd name="connsiteY3" fmla="*/ 0 h 9954"/>
                <a:gd name="connsiteX4" fmla="*/ 9562 w 9562"/>
                <a:gd name="connsiteY4" fmla="*/ 9954 h 9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2" h="9954">
                  <a:moveTo>
                    <a:pt x="9562" y="9954"/>
                  </a:moveTo>
                  <a:lnTo>
                    <a:pt x="3805" y="9815"/>
                  </a:lnTo>
                  <a:lnTo>
                    <a:pt x="0" y="0"/>
                  </a:lnTo>
                  <a:lnTo>
                    <a:pt x="3805" y="0"/>
                  </a:lnTo>
                  <a:lnTo>
                    <a:pt x="9562" y="9954"/>
                  </a:lnTo>
                  <a:close/>
                </a:path>
              </a:pathLst>
            </a:custGeom>
            <a:gradFill>
              <a:gsLst>
                <a:gs pos="0">
                  <a:schemeClr val="accent3">
                    <a:lumMod val="50000"/>
                  </a:schemeClr>
                </a:gs>
                <a:gs pos="100000">
                  <a:schemeClr val="accent3">
                    <a:lumMod val="50000"/>
                    <a:alpha val="0"/>
                  </a:schemeClr>
                </a:gs>
              </a:gsLst>
              <a:lin ang="5400000" scaled="0"/>
            </a:gradFill>
            <a:ln>
              <a:noFill/>
            </a:ln>
            <a:effectLst>
              <a:softEdge rad="152400"/>
            </a:effectLst>
          </p:spPr>
          <p:txBody>
            <a:bodyPr vert="horz" wrap="square" lIns="91440" tIns="45720" rIns="91440" bIns="45720" numCol="1" anchor="t" anchorCtr="0" compatLnSpc="1">
              <a:prstTxWarp prst="textNoShape">
                <a:avLst/>
              </a:prstTxWarp>
            </a:bodyPr>
            <a:lstStyle/>
            <a:p>
              <a:endParaRPr lang="ru-UA"/>
            </a:p>
          </p:txBody>
        </p:sp>
        <p:grpSp>
          <p:nvGrpSpPr>
            <p:cNvPr id="5186" name="Group 5185">
              <a:extLst>
                <a:ext uri="{FF2B5EF4-FFF2-40B4-BE49-F238E27FC236}">
                  <a16:creationId xmlns:a16="http://schemas.microsoft.com/office/drawing/2014/main" id="{311922ED-E4D2-43D2-8DAA-804879C379E9}"/>
                </a:ext>
              </a:extLst>
            </p:cNvPr>
            <p:cNvGrpSpPr/>
            <p:nvPr/>
          </p:nvGrpSpPr>
          <p:grpSpPr>
            <a:xfrm>
              <a:off x="3392488" y="3367088"/>
              <a:ext cx="1884363" cy="1403350"/>
              <a:chOff x="3392488" y="3367088"/>
              <a:chExt cx="1884363" cy="1403350"/>
            </a:xfrm>
          </p:grpSpPr>
          <p:sp>
            <p:nvSpPr>
              <p:cNvPr id="5159" name="Freeform 67">
                <a:extLst>
                  <a:ext uri="{FF2B5EF4-FFF2-40B4-BE49-F238E27FC236}">
                    <a16:creationId xmlns:a16="http://schemas.microsoft.com/office/drawing/2014/main" id="{06573466-17FB-4C6F-B33E-A8BC8B225FFB}"/>
                  </a:ext>
                </a:extLst>
              </p:cNvPr>
              <p:cNvSpPr>
                <a:spLocks/>
              </p:cNvSpPr>
              <p:nvPr/>
            </p:nvSpPr>
            <p:spPr bwMode="auto">
              <a:xfrm>
                <a:off x="4281488" y="3560763"/>
                <a:ext cx="995363" cy="1209675"/>
              </a:xfrm>
              <a:custGeom>
                <a:avLst/>
                <a:gdLst>
                  <a:gd name="T0" fmla="*/ 627 w 627"/>
                  <a:gd name="T1" fmla="*/ 0 h 762"/>
                  <a:gd name="T2" fmla="*/ 627 w 627"/>
                  <a:gd name="T3" fmla="*/ 652 h 762"/>
                  <a:gd name="T4" fmla="*/ 0 w 627"/>
                  <a:gd name="T5" fmla="*/ 762 h 762"/>
                  <a:gd name="T6" fmla="*/ 0 w 627"/>
                  <a:gd name="T7" fmla="*/ 110 h 762"/>
                  <a:gd name="T8" fmla="*/ 627 w 627"/>
                  <a:gd name="T9" fmla="*/ 0 h 762"/>
                </a:gdLst>
                <a:ahLst/>
                <a:cxnLst>
                  <a:cxn ang="0">
                    <a:pos x="T0" y="T1"/>
                  </a:cxn>
                  <a:cxn ang="0">
                    <a:pos x="T2" y="T3"/>
                  </a:cxn>
                  <a:cxn ang="0">
                    <a:pos x="T4" y="T5"/>
                  </a:cxn>
                  <a:cxn ang="0">
                    <a:pos x="T6" y="T7"/>
                  </a:cxn>
                  <a:cxn ang="0">
                    <a:pos x="T8" y="T9"/>
                  </a:cxn>
                </a:cxnLst>
                <a:rect l="0" t="0" r="r" b="b"/>
                <a:pathLst>
                  <a:path w="627" h="762">
                    <a:moveTo>
                      <a:pt x="627" y="0"/>
                    </a:moveTo>
                    <a:lnTo>
                      <a:pt x="627" y="652"/>
                    </a:lnTo>
                    <a:lnTo>
                      <a:pt x="0" y="762"/>
                    </a:lnTo>
                    <a:lnTo>
                      <a:pt x="0" y="110"/>
                    </a:lnTo>
                    <a:lnTo>
                      <a:pt x="627"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5160" name="Freeform 68">
                <a:extLst>
                  <a:ext uri="{FF2B5EF4-FFF2-40B4-BE49-F238E27FC236}">
                    <a16:creationId xmlns:a16="http://schemas.microsoft.com/office/drawing/2014/main" id="{B8ED42B9-6C2F-44AA-8634-4F2791E529CA}"/>
                  </a:ext>
                </a:extLst>
              </p:cNvPr>
              <p:cNvSpPr>
                <a:spLocks/>
              </p:cNvSpPr>
              <p:nvPr/>
            </p:nvSpPr>
            <p:spPr bwMode="auto">
              <a:xfrm>
                <a:off x="3392488" y="3541713"/>
                <a:ext cx="889000" cy="1228725"/>
              </a:xfrm>
              <a:custGeom>
                <a:avLst/>
                <a:gdLst>
                  <a:gd name="T0" fmla="*/ 560 w 560"/>
                  <a:gd name="T1" fmla="*/ 122 h 774"/>
                  <a:gd name="T2" fmla="*/ 560 w 560"/>
                  <a:gd name="T3" fmla="*/ 774 h 774"/>
                  <a:gd name="T4" fmla="*/ 0 w 560"/>
                  <a:gd name="T5" fmla="*/ 652 h 774"/>
                  <a:gd name="T6" fmla="*/ 0 w 560"/>
                  <a:gd name="T7" fmla="*/ 0 h 774"/>
                  <a:gd name="T8" fmla="*/ 560 w 560"/>
                  <a:gd name="T9" fmla="*/ 122 h 774"/>
                </a:gdLst>
                <a:ahLst/>
                <a:cxnLst>
                  <a:cxn ang="0">
                    <a:pos x="T0" y="T1"/>
                  </a:cxn>
                  <a:cxn ang="0">
                    <a:pos x="T2" y="T3"/>
                  </a:cxn>
                  <a:cxn ang="0">
                    <a:pos x="T4" y="T5"/>
                  </a:cxn>
                  <a:cxn ang="0">
                    <a:pos x="T6" y="T7"/>
                  </a:cxn>
                  <a:cxn ang="0">
                    <a:pos x="T8" y="T9"/>
                  </a:cxn>
                </a:cxnLst>
                <a:rect l="0" t="0" r="r" b="b"/>
                <a:pathLst>
                  <a:path w="560" h="774">
                    <a:moveTo>
                      <a:pt x="560" y="122"/>
                    </a:moveTo>
                    <a:lnTo>
                      <a:pt x="560" y="774"/>
                    </a:lnTo>
                    <a:lnTo>
                      <a:pt x="0" y="652"/>
                    </a:lnTo>
                    <a:lnTo>
                      <a:pt x="0" y="0"/>
                    </a:lnTo>
                    <a:lnTo>
                      <a:pt x="560" y="12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161" name="Freeform 69">
                <a:extLst>
                  <a:ext uri="{FF2B5EF4-FFF2-40B4-BE49-F238E27FC236}">
                    <a16:creationId xmlns:a16="http://schemas.microsoft.com/office/drawing/2014/main" id="{9FEAB9A2-9C26-45F4-A70B-84D9F4C68EEA}"/>
                  </a:ext>
                </a:extLst>
              </p:cNvPr>
              <p:cNvSpPr>
                <a:spLocks/>
              </p:cNvSpPr>
              <p:nvPr/>
            </p:nvSpPr>
            <p:spPr bwMode="auto">
              <a:xfrm>
                <a:off x="3392488" y="3367088"/>
                <a:ext cx="1884363" cy="368300"/>
              </a:xfrm>
              <a:custGeom>
                <a:avLst/>
                <a:gdLst>
                  <a:gd name="T0" fmla="*/ 624 w 1187"/>
                  <a:gd name="T1" fmla="*/ 0 h 232"/>
                  <a:gd name="T2" fmla="*/ 1187 w 1187"/>
                  <a:gd name="T3" fmla="*/ 122 h 232"/>
                  <a:gd name="T4" fmla="*/ 560 w 1187"/>
                  <a:gd name="T5" fmla="*/ 232 h 232"/>
                  <a:gd name="T6" fmla="*/ 0 w 1187"/>
                  <a:gd name="T7" fmla="*/ 110 h 232"/>
                  <a:gd name="T8" fmla="*/ 624 w 1187"/>
                  <a:gd name="T9" fmla="*/ 0 h 232"/>
                </a:gdLst>
                <a:ahLst/>
                <a:cxnLst>
                  <a:cxn ang="0">
                    <a:pos x="T0" y="T1"/>
                  </a:cxn>
                  <a:cxn ang="0">
                    <a:pos x="T2" y="T3"/>
                  </a:cxn>
                  <a:cxn ang="0">
                    <a:pos x="T4" y="T5"/>
                  </a:cxn>
                  <a:cxn ang="0">
                    <a:pos x="T6" y="T7"/>
                  </a:cxn>
                  <a:cxn ang="0">
                    <a:pos x="T8" y="T9"/>
                  </a:cxn>
                </a:cxnLst>
                <a:rect l="0" t="0" r="r" b="b"/>
                <a:pathLst>
                  <a:path w="1187" h="232">
                    <a:moveTo>
                      <a:pt x="624" y="0"/>
                    </a:moveTo>
                    <a:lnTo>
                      <a:pt x="1187" y="122"/>
                    </a:lnTo>
                    <a:lnTo>
                      <a:pt x="560" y="232"/>
                    </a:lnTo>
                    <a:lnTo>
                      <a:pt x="0" y="110"/>
                    </a:lnTo>
                    <a:lnTo>
                      <a:pt x="624" y="0"/>
                    </a:lnTo>
                    <a:close/>
                  </a:path>
                </a:pathLst>
              </a:custGeom>
              <a:gradFill flip="none" rotWithShape="1">
                <a:gsLst>
                  <a:gs pos="0">
                    <a:schemeClr val="accent3">
                      <a:lumMod val="50000"/>
                    </a:schemeClr>
                  </a:gs>
                  <a:gs pos="55000">
                    <a:schemeClr val="accent3">
                      <a:lumMod val="75000"/>
                    </a:schemeClr>
                  </a:gs>
                  <a:gs pos="100000">
                    <a:schemeClr val="accent3"/>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5192" name="Group 5191">
            <a:extLst>
              <a:ext uri="{FF2B5EF4-FFF2-40B4-BE49-F238E27FC236}">
                <a16:creationId xmlns:a16="http://schemas.microsoft.com/office/drawing/2014/main" id="{92F18206-6C29-4FC9-8918-0B01635E541E}"/>
              </a:ext>
            </a:extLst>
          </p:cNvPr>
          <p:cNvGrpSpPr/>
          <p:nvPr/>
        </p:nvGrpSpPr>
        <p:grpSpPr>
          <a:xfrm>
            <a:off x="3489325" y="2287588"/>
            <a:ext cx="4756810" cy="1408113"/>
            <a:chOff x="3392488" y="2087563"/>
            <a:chExt cx="4756810" cy="1408113"/>
          </a:xfrm>
        </p:grpSpPr>
        <p:grpSp>
          <p:nvGrpSpPr>
            <p:cNvPr id="5182" name="Group 5181">
              <a:extLst>
                <a:ext uri="{FF2B5EF4-FFF2-40B4-BE49-F238E27FC236}">
                  <a16:creationId xmlns:a16="http://schemas.microsoft.com/office/drawing/2014/main" id="{42AB1832-AC40-4423-A58C-C8423EE8A120}"/>
                </a:ext>
              </a:extLst>
            </p:cNvPr>
            <p:cNvGrpSpPr/>
            <p:nvPr/>
          </p:nvGrpSpPr>
          <p:grpSpPr>
            <a:xfrm>
              <a:off x="4391025" y="2092614"/>
              <a:ext cx="3758273" cy="1235865"/>
              <a:chOff x="4391025" y="2092614"/>
              <a:chExt cx="3758273" cy="1235865"/>
            </a:xfrm>
          </p:grpSpPr>
          <p:sp>
            <p:nvSpPr>
              <p:cNvPr id="105" name="Freeform 11">
                <a:extLst>
                  <a:ext uri="{FF2B5EF4-FFF2-40B4-BE49-F238E27FC236}">
                    <a16:creationId xmlns:a16="http://schemas.microsoft.com/office/drawing/2014/main" id="{7B5E401E-D0DA-4006-A0D4-5C1E37FCAD08}"/>
                  </a:ext>
                </a:extLst>
              </p:cNvPr>
              <p:cNvSpPr>
                <a:spLocks/>
              </p:cNvSpPr>
              <p:nvPr/>
            </p:nvSpPr>
            <p:spPr bwMode="auto">
              <a:xfrm>
                <a:off x="4391025" y="2092614"/>
                <a:ext cx="3758273" cy="1235865"/>
              </a:xfrm>
              <a:custGeom>
                <a:avLst/>
                <a:gdLst>
                  <a:gd name="T0" fmla="*/ 1930 w 2299"/>
                  <a:gd name="T1" fmla="*/ 0 h 756"/>
                  <a:gd name="T2" fmla="*/ 0 w 2299"/>
                  <a:gd name="T3" fmla="*/ 0 h 756"/>
                  <a:gd name="T4" fmla="*/ 0 w 2299"/>
                  <a:gd name="T5" fmla="*/ 756 h 756"/>
                  <a:gd name="T6" fmla="*/ 1930 w 2299"/>
                  <a:gd name="T7" fmla="*/ 756 h 756"/>
                  <a:gd name="T8" fmla="*/ 2299 w 2299"/>
                  <a:gd name="T9" fmla="*/ 385 h 756"/>
                  <a:gd name="T10" fmla="*/ 2299 w 2299"/>
                  <a:gd name="T11" fmla="*/ 373 h 756"/>
                  <a:gd name="T12" fmla="*/ 1930 w 2299"/>
                  <a:gd name="T13" fmla="*/ 0 h 756"/>
                </a:gdLst>
                <a:ahLst/>
                <a:cxnLst>
                  <a:cxn ang="0">
                    <a:pos x="T0" y="T1"/>
                  </a:cxn>
                  <a:cxn ang="0">
                    <a:pos x="T2" y="T3"/>
                  </a:cxn>
                  <a:cxn ang="0">
                    <a:pos x="T4" y="T5"/>
                  </a:cxn>
                  <a:cxn ang="0">
                    <a:pos x="T6" y="T7"/>
                  </a:cxn>
                  <a:cxn ang="0">
                    <a:pos x="T8" y="T9"/>
                  </a:cxn>
                  <a:cxn ang="0">
                    <a:pos x="T10" y="T11"/>
                  </a:cxn>
                  <a:cxn ang="0">
                    <a:pos x="T12" y="T13"/>
                  </a:cxn>
                </a:cxnLst>
                <a:rect l="0" t="0" r="r" b="b"/>
                <a:pathLst>
                  <a:path w="2299" h="756">
                    <a:moveTo>
                      <a:pt x="1930" y="0"/>
                    </a:moveTo>
                    <a:lnTo>
                      <a:pt x="0" y="0"/>
                    </a:lnTo>
                    <a:lnTo>
                      <a:pt x="0" y="756"/>
                    </a:lnTo>
                    <a:lnTo>
                      <a:pt x="1930" y="756"/>
                    </a:lnTo>
                    <a:lnTo>
                      <a:pt x="2299" y="385"/>
                    </a:lnTo>
                    <a:lnTo>
                      <a:pt x="2299" y="373"/>
                    </a:lnTo>
                    <a:lnTo>
                      <a:pt x="1930" y="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6" name="Freeform 12">
                <a:extLst>
                  <a:ext uri="{FF2B5EF4-FFF2-40B4-BE49-F238E27FC236}">
                    <a16:creationId xmlns:a16="http://schemas.microsoft.com/office/drawing/2014/main" id="{75007618-96CF-4A57-AF73-F0A8DDDE77B3}"/>
                  </a:ext>
                </a:extLst>
              </p:cNvPr>
              <p:cNvSpPr>
                <a:spLocks/>
              </p:cNvSpPr>
              <p:nvPr/>
            </p:nvSpPr>
            <p:spPr bwMode="auto">
              <a:xfrm>
                <a:off x="4391025" y="2710547"/>
                <a:ext cx="3758273" cy="617932"/>
              </a:xfrm>
              <a:custGeom>
                <a:avLst/>
                <a:gdLst>
                  <a:gd name="T0" fmla="*/ 1923 w 2299"/>
                  <a:gd name="T1" fmla="*/ 373 h 378"/>
                  <a:gd name="T2" fmla="*/ 0 w 2299"/>
                  <a:gd name="T3" fmla="*/ 373 h 378"/>
                  <a:gd name="T4" fmla="*/ 0 w 2299"/>
                  <a:gd name="T5" fmla="*/ 378 h 378"/>
                  <a:gd name="T6" fmla="*/ 1930 w 2299"/>
                  <a:gd name="T7" fmla="*/ 378 h 378"/>
                  <a:gd name="T8" fmla="*/ 2299 w 2299"/>
                  <a:gd name="T9" fmla="*/ 7 h 378"/>
                  <a:gd name="T10" fmla="*/ 2291 w 2299"/>
                  <a:gd name="T11" fmla="*/ 0 h 378"/>
                  <a:gd name="T12" fmla="*/ 1923 w 2299"/>
                  <a:gd name="T13" fmla="*/ 373 h 378"/>
                </a:gdLst>
                <a:ahLst/>
                <a:cxnLst>
                  <a:cxn ang="0">
                    <a:pos x="T0" y="T1"/>
                  </a:cxn>
                  <a:cxn ang="0">
                    <a:pos x="T2" y="T3"/>
                  </a:cxn>
                  <a:cxn ang="0">
                    <a:pos x="T4" y="T5"/>
                  </a:cxn>
                  <a:cxn ang="0">
                    <a:pos x="T6" y="T7"/>
                  </a:cxn>
                  <a:cxn ang="0">
                    <a:pos x="T8" y="T9"/>
                  </a:cxn>
                  <a:cxn ang="0">
                    <a:pos x="T10" y="T11"/>
                  </a:cxn>
                  <a:cxn ang="0">
                    <a:pos x="T12" y="T13"/>
                  </a:cxn>
                </a:cxnLst>
                <a:rect l="0" t="0" r="r" b="b"/>
                <a:pathLst>
                  <a:path w="2299" h="378">
                    <a:moveTo>
                      <a:pt x="1923" y="373"/>
                    </a:moveTo>
                    <a:lnTo>
                      <a:pt x="0" y="373"/>
                    </a:lnTo>
                    <a:lnTo>
                      <a:pt x="0" y="378"/>
                    </a:lnTo>
                    <a:lnTo>
                      <a:pt x="1930" y="378"/>
                    </a:lnTo>
                    <a:lnTo>
                      <a:pt x="2299" y="7"/>
                    </a:lnTo>
                    <a:lnTo>
                      <a:pt x="2291" y="0"/>
                    </a:lnTo>
                    <a:lnTo>
                      <a:pt x="1923" y="373"/>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7" name="Freeform 13">
                <a:extLst>
                  <a:ext uri="{FF2B5EF4-FFF2-40B4-BE49-F238E27FC236}">
                    <a16:creationId xmlns:a16="http://schemas.microsoft.com/office/drawing/2014/main" id="{3C729106-9694-4548-800A-D95BB5BCF7A7}"/>
                  </a:ext>
                </a:extLst>
              </p:cNvPr>
              <p:cNvSpPr>
                <a:spLocks/>
              </p:cNvSpPr>
              <p:nvPr/>
            </p:nvSpPr>
            <p:spPr bwMode="auto">
              <a:xfrm>
                <a:off x="4391025" y="2092614"/>
                <a:ext cx="3758273" cy="629376"/>
              </a:xfrm>
              <a:custGeom>
                <a:avLst/>
                <a:gdLst>
                  <a:gd name="T0" fmla="*/ 1930 w 2299"/>
                  <a:gd name="T1" fmla="*/ 0 h 385"/>
                  <a:gd name="T2" fmla="*/ 0 w 2299"/>
                  <a:gd name="T3" fmla="*/ 0 h 385"/>
                  <a:gd name="T4" fmla="*/ 0 w 2299"/>
                  <a:gd name="T5" fmla="*/ 7 h 385"/>
                  <a:gd name="T6" fmla="*/ 1923 w 2299"/>
                  <a:gd name="T7" fmla="*/ 7 h 385"/>
                  <a:gd name="T8" fmla="*/ 2299 w 2299"/>
                  <a:gd name="T9" fmla="*/ 385 h 385"/>
                  <a:gd name="T10" fmla="*/ 2299 w 2299"/>
                  <a:gd name="T11" fmla="*/ 373 h 385"/>
                  <a:gd name="T12" fmla="*/ 1930 w 2299"/>
                  <a:gd name="T13" fmla="*/ 0 h 385"/>
                </a:gdLst>
                <a:ahLst/>
                <a:cxnLst>
                  <a:cxn ang="0">
                    <a:pos x="T0" y="T1"/>
                  </a:cxn>
                  <a:cxn ang="0">
                    <a:pos x="T2" y="T3"/>
                  </a:cxn>
                  <a:cxn ang="0">
                    <a:pos x="T4" y="T5"/>
                  </a:cxn>
                  <a:cxn ang="0">
                    <a:pos x="T6" y="T7"/>
                  </a:cxn>
                  <a:cxn ang="0">
                    <a:pos x="T8" y="T9"/>
                  </a:cxn>
                  <a:cxn ang="0">
                    <a:pos x="T10" y="T11"/>
                  </a:cxn>
                  <a:cxn ang="0">
                    <a:pos x="T12" y="T13"/>
                  </a:cxn>
                </a:cxnLst>
                <a:rect l="0" t="0" r="r" b="b"/>
                <a:pathLst>
                  <a:path w="2299" h="385">
                    <a:moveTo>
                      <a:pt x="1930" y="0"/>
                    </a:moveTo>
                    <a:lnTo>
                      <a:pt x="0" y="0"/>
                    </a:lnTo>
                    <a:lnTo>
                      <a:pt x="0" y="7"/>
                    </a:lnTo>
                    <a:lnTo>
                      <a:pt x="1923" y="7"/>
                    </a:lnTo>
                    <a:lnTo>
                      <a:pt x="2299" y="385"/>
                    </a:lnTo>
                    <a:lnTo>
                      <a:pt x="2299" y="373"/>
                    </a:lnTo>
                    <a:lnTo>
                      <a:pt x="1930"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20" name="Freeform 57">
              <a:extLst>
                <a:ext uri="{FF2B5EF4-FFF2-40B4-BE49-F238E27FC236}">
                  <a16:creationId xmlns:a16="http://schemas.microsoft.com/office/drawing/2014/main" id="{9FF44704-C801-4EBD-8624-C1332682915E}"/>
                </a:ext>
              </a:extLst>
            </p:cNvPr>
            <p:cNvSpPr>
              <a:spLocks/>
            </p:cNvSpPr>
            <p:nvPr/>
          </p:nvSpPr>
          <p:spPr bwMode="auto">
            <a:xfrm>
              <a:off x="4504735" y="2117430"/>
              <a:ext cx="1803058" cy="1363723"/>
            </a:xfrm>
            <a:custGeom>
              <a:avLst/>
              <a:gdLst>
                <a:gd name="T0" fmla="*/ 1239 w 1239"/>
                <a:gd name="T1" fmla="*/ 656 h 656"/>
                <a:gd name="T2" fmla="*/ 350 w 1239"/>
                <a:gd name="T3" fmla="*/ 656 h 656"/>
                <a:gd name="T4" fmla="*/ 0 w 1239"/>
                <a:gd name="T5" fmla="*/ 0 h 656"/>
                <a:gd name="T6" fmla="*/ 350 w 1239"/>
                <a:gd name="T7" fmla="*/ 0 h 656"/>
                <a:gd name="T8" fmla="*/ 1239 w 1239"/>
                <a:gd name="T9" fmla="*/ 656 h 656"/>
                <a:gd name="connsiteX0" fmla="*/ 7425 w 7425"/>
                <a:gd name="connsiteY0" fmla="*/ 10189 h 10189"/>
                <a:gd name="connsiteX1" fmla="*/ 2825 w 7425"/>
                <a:gd name="connsiteY1" fmla="*/ 10000 h 10189"/>
                <a:gd name="connsiteX2" fmla="*/ 0 w 7425"/>
                <a:gd name="connsiteY2" fmla="*/ 0 h 10189"/>
                <a:gd name="connsiteX3" fmla="*/ 2825 w 7425"/>
                <a:gd name="connsiteY3" fmla="*/ 0 h 10189"/>
                <a:gd name="connsiteX4" fmla="*/ 7425 w 7425"/>
                <a:gd name="connsiteY4" fmla="*/ 10189 h 10189"/>
                <a:gd name="connsiteX0" fmla="*/ 9562 w 9562"/>
                <a:gd name="connsiteY0" fmla="*/ 9954 h 9954"/>
                <a:gd name="connsiteX1" fmla="*/ 3805 w 9562"/>
                <a:gd name="connsiteY1" fmla="*/ 9815 h 9954"/>
                <a:gd name="connsiteX2" fmla="*/ 0 w 9562"/>
                <a:gd name="connsiteY2" fmla="*/ 0 h 9954"/>
                <a:gd name="connsiteX3" fmla="*/ 3805 w 9562"/>
                <a:gd name="connsiteY3" fmla="*/ 0 h 9954"/>
                <a:gd name="connsiteX4" fmla="*/ 9562 w 9562"/>
                <a:gd name="connsiteY4" fmla="*/ 9954 h 9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2" h="9954">
                  <a:moveTo>
                    <a:pt x="9562" y="9954"/>
                  </a:moveTo>
                  <a:lnTo>
                    <a:pt x="3805" y="9815"/>
                  </a:lnTo>
                  <a:lnTo>
                    <a:pt x="0" y="0"/>
                  </a:lnTo>
                  <a:lnTo>
                    <a:pt x="3805" y="0"/>
                  </a:lnTo>
                  <a:lnTo>
                    <a:pt x="9562" y="9954"/>
                  </a:lnTo>
                  <a:close/>
                </a:path>
              </a:pathLst>
            </a:custGeom>
            <a:gradFill>
              <a:gsLst>
                <a:gs pos="0">
                  <a:schemeClr val="accent1">
                    <a:lumMod val="50000"/>
                  </a:schemeClr>
                </a:gs>
                <a:gs pos="100000">
                  <a:schemeClr val="accent1">
                    <a:lumMod val="50000"/>
                    <a:alpha val="0"/>
                  </a:schemeClr>
                </a:gs>
              </a:gsLst>
              <a:lin ang="5400000" scaled="0"/>
            </a:gradFill>
            <a:ln>
              <a:noFill/>
            </a:ln>
            <a:effectLst>
              <a:softEdge rad="152400"/>
            </a:effectLst>
          </p:spPr>
          <p:txBody>
            <a:bodyPr vert="horz" wrap="square" lIns="91440" tIns="45720" rIns="91440" bIns="45720" numCol="1" anchor="t" anchorCtr="0" compatLnSpc="1">
              <a:prstTxWarp prst="textNoShape">
                <a:avLst/>
              </a:prstTxWarp>
            </a:bodyPr>
            <a:lstStyle/>
            <a:p>
              <a:endParaRPr lang="ru-UA"/>
            </a:p>
          </p:txBody>
        </p:sp>
        <p:grpSp>
          <p:nvGrpSpPr>
            <p:cNvPr id="5184" name="Group 5183">
              <a:extLst>
                <a:ext uri="{FF2B5EF4-FFF2-40B4-BE49-F238E27FC236}">
                  <a16:creationId xmlns:a16="http://schemas.microsoft.com/office/drawing/2014/main" id="{10DA91A8-6060-4A00-8D58-AF8AC070033C}"/>
                </a:ext>
              </a:extLst>
            </p:cNvPr>
            <p:cNvGrpSpPr/>
            <p:nvPr/>
          </p:nvGrpSpPr>
          <p:grpSpPr>
            <a:xfrm>
              <a:off x="3392488" y="2087563"/>
              <a:ext cx="1884363" cy="1408113"/>
              <a:chOff x="3392488" y="2087563"/>
              <a:chExt cx="1884363" cy="1408113"/>
            </a:xfrm>
          </p:grpSpPr>
          <p:sp>
            <p:nvSpPr>
              <p:cNvPr id="5166" name="Freeform 75">
                <a:extLst>
                  <a:ext uri="{FF2B5EF4-FFF2-40B4-BE49-F238E27FC236}">
                    <a16:creationId xmlns:a16="http://schemas.microsoft.com/office/drawing/2014/main" id="{3A073C83-0A9B-4141-9AFF-773729B022B0}"/>
                  </a:ext>
                </a:extLst>
              </p:cNvPr>
              <p:cNvSpPr>
                <a:spLocks/>
              </p:cNvSpPr>
              <p:nvPr/>
            </p:nvSpPr>
            <p:spPr bwMode="auto">
              <a:xfrm>
                <a:off x="4281488" y="2281238"/>
                <a:ext cx="995363" cy="1214438"/>
              </a:xfrm>
              <a:custGeom>
                <a:avLst/>
                <a:gdLst>
                  <a:gd name="T0" fmla="*/ 627 w 627"/>
                  <a:gd name="T1" fmla="*/ 0 h 765"/>
                  <a:gd name="T2" fmla="*/ 627 w 627"/>
                  <a:gd name="T3" fmla="*/ 654 h 765"/>
                  <a:gd name="T4" fmla="*/ 0 w 627"/>
                  <a:gd name="T5" fmla="*/ 765 h 765"/>
                  <a:gd name="T6" fmla="*/ 0 w 627"/>
                  <a:gd name="T7" fmla="*/ 111 h 765"/>
                  <a:gd name="T8" fmla="*/ 627 w 627"/>
                  <a:gd name="T9" fmla="*/ 0 h 765"/>
                </a:gdLst>
                <a:ahLst/>
                <a:cxnLst>
                  <a:cxn ang="0">
                    <a:pos x="T0" y="T1"/>
                  </a:cxn>
                  <a:cxn ang="0">
                    <a:pos x="T2" y="T3"/>
                  </a:cxn>
                  <a:cxn ang="0">
                    <a:pos x="T4" y="T5"/>
                  </a:cxn>
                  <a:cxn ang="0">
                    <a:pos x="T6" y="T7"/>
                  </a:cxn>
                  <a:cxn ang="0">
                    <a:pos x="T8" y="T9"/>
                  </a:cxn>
                </a:cxnLst>
                <a:rect l="0" t="0" r="r" b="b"/>
                <a:pathLst>
                  <a:path w="627" h="765">
                    <a:moveTo>
                      <a:pt x="627" y="0"/>
                    </a:moveTo>
                    <a:lnTo>
                      <a:pt x="627" y="654"/>
                    </a:lnTo>
                    <a:lnTo>
                      <a:pt x="0" y="765"/>
                    </a:lnTo>
                    <a:lnTo>
                      <a:pt x="0" y="111"/>
                    </a:lnTo>
                    <a:lnTo>
                      <a:pt x="62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5167" name="Freeform 76">
                <a:extLst>
                  <a:ext uri="{FF2B5EF4-FFF2-40B4-BE49-F238E27FC236}">
                    <a16:creationId xmlns:a16="http://schemas.microsoft.com/office/drawing/2014/main" id="{C9BC27C3-9F67-49D8-84A9-1DF796CEB063}"/>
                  </a:ext>
                </a:extLst>
              </p:cNvPr>
              <p:cNvSpPr>
                <a:spLocks/>
              </p:cNvSpPr>
              <p:nvPr/>
            </p:nvSpPr>
            <p:spPr bwMode="auto">
              <a:xfrm>
                <a:off x="3392488" y="2262188"/>
                <a:ext cx="889000" cy="1233488"/>
              </a:xfrm>
              <a:custGeom>
                <a:avLst/>
                <a:gdLst>
                  <a:gd name="T0" fmla="*/ 560 w 560"/>
                  <a:gd name="T1" fmla="*/ 123 h 777"/>
                  <a:gd name="T2" fmla="*/ 560 w 560"/>
                  <a:gd name="T3" fmla="*/ 777 h 777"/>
                  <a:gd name="T4" fmla="*/ 0 w 560"/>
                  <a:gd name="T5" fmla="*/ 654 h 777"/>
                  <a:gd name="T6" fmla="*/ 0 w 560"/>
                  <a:gd name="T7" fmla="*/ 0 h 777"/>
                  <a:gd name="T8" fmla="*/ 560 w 560"/>
                  <a:gd name="T9" fmla="*/ 123 h 777"/>
                </a:gdLst>
                <a:ahLst/>
                <a:cxnLst>
                  <a:cxn ang="0">
                    <a:pos x="T0" y="T1"/>
                  </a:cxn>
                  <a:cxn ang="0">
                    <a:pos x="T2" y="T3"/>
                  </a:cxn>
                  <a:cxn ang="0">
                    <a:pos x="T4" y="T5"/>
                  </a:cxn>
                  <a:cxn ang="0">
                    <a:pos x="T6" y="T7"/>
                  </a:cxn>
                  <a:cxn ang="0">
                    <a:pos x="T8" y="T9"/>
                  </a:cxn>
                </a:cxnLst>
                <a:rect l="0" t="0" r="r" b="b"/>
                <a:pathLst>
                  <a:path w="560" h="777">
                    <a:moveTo>
                      <a:pt x="560" y="123"/>
                    </a:moveTo>
                    <a:lnTo>
                      <a:pt x="560" y="777"/>
                    </a:lnTo>
                    <a:lnTo>
                      <a:pt x="0" y="654"/>
                    </a:lnTo>
                    <a:lnTo>
                      <a:pt x="0" y="0"/>
                    </a:lnTo>
                    <a:lnTo>
                      <a:pt x="560" y="123"/>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168" name="Freeform 77">
                <a:extLst>
                  <a:ext uri="{FF2B5EF4-FFF2-40B4-BE49-F238E27FC236}">
                    <a16:creationId xmlns:a16="http://schemas.microsoft.com/office/drawing/2014/main" id="{F3094953-5660-4171-85AD-BC45D17EBE8D}"/>
                  </a:ext>
                </a:extLst>
              </p:cNvPr>
              <p:cNvSpPr>
                <a:spLocks/>
              </p:cNvSpPr>
              <p:nvPr/>
            </p:nvSpPr>
            <p:spPr bwMode="auto">
              <a:xfrm>
                <a:off x="3392488" y="2087563"/>
                <a:ext cx="1884363" cy="369888"/>
              </a:xfrm>
              <a:custGeom>
                <a:avLst/>
                <a:gdLst>
                  <a:gd name="T0" fmla="*/ 624 w 1187"/>
                  <a:gd name="T1" fmla="*/ 0 h 233"/>
                  <a:gd name="T2" fmla="*/ 1187 w 1187"/>
                  <a:gd name="T3" fmla="*/ 122 h 233"/>
                  <a:gd name="T4" fmla="*/ 560 w 1187"/>
                  <a:gd name="T5" fmla="*/ 233 h 233"/>
                  <a:gd name="T6" fmla="*/ 0 w 1187"/>
                  <a:gd name="T7" fmla="*/ 110 h 233"/>
                  <a:gd name="T8" fmla="*/ 624 w 1187"/>
                  <a:gd name="T9" fmla="*/ 0 h 233"/>
                </a:gdLst>
                <a:ahLst/>
                <a:cxnLst>
                  <a:cxn ang="0">
                    <a:pos x="T0" y="T1"/>
                  </a:cxn>
                  <a:cxn ang="0">
                    <a:pos x="T2" y="T3"/>
                  </a:cxn>
                  <a:cxn ang="0">
                    <a:pos x="T4" y="T5"/>
                  </a:cxn>
                  <a:cxn ang="0">
                    <a:pos x="T6" y="T7"/>
                  </a:cxn>
                  <a:cxn ang="0">
                    <a:pos x="T8" y="T9"/>
                  </a:cxn>
                </a:cxnLst>
                <a:rect l="0" t="0" r="r" b="b"/>
                <a:pathLst>
                  <a:path w="1187" h="233">
                    <a:moveTo>
                      <a:pt x="624" y="0"/>
                    </a:moveTo>
                    <a:lnTo>
                      <a:pt x="1187" y="122"/>
                    </a:lnTo>
                    <a:lnTo>
                      <a:pt x="560" y="233"/>
                    </a:lnTo>
                    <a:lnTo>
                      <a:pt x="0" y="110"/>
                    </a:lnTo>
                    <a:lnTo>
                      <a:pt x="624" y="0"/>
                    </a:lnTo>
                    <a:close/>
                  </a:path>
                </a:pathLst>
              </a:custGeom>
              <a:gradFill flip="none" rotWithShape="1">
                <a:gsLst>
                  <a:gs pos="0">
                    <a:schemeClr val="accent1">
                      <a:lumMod val="50000"/>
                    </a:schemeClr>
                  </a:gs>
                  <a:gs pos="50000">
                    <a:schemeClr val="accent1">
                      <a:lumMod val="75000"/>
                    </a:schemeClr>
                  </a:gs>
                  <a:gs pos="100000">
                    <a:schemeClr val="accent1"/>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5193" name="Group 5192">
            <a:extLst>
              <a:ext uri="{FF2B5EF4-FFF2-40B4-BE49-F238E27FC236}">
                <a16:creationId xmlns:a16="http://schemas.microsoft.com/office/drawing/2014/main" id="{8DA439BB-A450-42DA-87B8-2310FD9BB134}"/>
              </a:ext>
            </a:extLst>
          </p:cNvPr>
          <p:cNvGrpSpPr/>
          <p:nvPr/>
        </p:nvGrpSpPr>
        <p:grpSpPr>
          <a:xfrm>
            <a:off x="3489325" y="998243"/>
            <a:ext cx="4424957" cy="1417932"/>
            <a:chOff x="3392488" y="798218"/>
            <a:chExt cx="4424957" cy="1417932"/>
          </a:xfrm>
        </p:grpSpPr>
        <p:grpSp>
          <p:nvGrpSpPr>
            <p:cNvPr id="5187" name="Group 5186">
              <a:extLst>
                <a:ext uri="{FF2B5EF4-FFF2-40B4-BE49-F238E27FC236}">
                  <a16:creationId xmlns:a16="http://schemas.microsoft.com/office/drawing/2014/main" id="{4DC66BD8-299D-4785-A2CA-D72AF5BEF139}"/>
                </a:ext>
              </a:extLst>
            </p:cNvPr>
            <p:cNvGrpSpPr/>
            <p:nvPr/>
          </p:nvGrpSpPr>
          <p:grpSpPr>
            <a:xfrm>
              <a:off x="4391025" y="819150"/>
              <a:ext cx="3426420" cy="1234231"/>
              <a:chOff x="4391025" y="819150"/>
              <a:chExt cx="3426420" cy="1234231"/>
            </a:xfrm>
          </p:grpSpPr>
          <p:sp>
            <p:nvSpPr>
              <p:cNvPr id="108" name="Freeform 14">
                <a:extLst>
                  <a:ext uri="{FF2B5EF4-FFF2-40B4-BE49-F238E27FC236}">
                    <a16:creationId xmlns:a16="http://schemas.microsoft.com/office/drawing/2014/main" id="{CB52B3B1-EA68-4705-AF3C-B8E6F5D46E50}"/>
                  </a:ext>
                </a:extLst>
              </p:cNvPr>
              <p:cNvSpPr>
                <a:spLocks/>
              </p:cNvSpPr>
              <p:nvPr/>
            </p:nvSpPr>
            <p:spPr bwMode="auto">
              <a:xfrm>
                <a:off x="4391025" y="819150"/>
                <a:ext cx="3426420" cy="1234231"/>
              </a:xfrm>
              <a:custGeom>
                <a:avLst/>
                <a:gdLst>
                  <a:gd name="T0" fmla="*/ 1728 w 2096"/>
                  <a:gd name="T1" fmla="*/ 0 h 755"/>
                  <a:gd name="T2" fmla="*/ 0 w 2096"/>
                  <a:gd name="T3" fmla="*/ 0 h 755"/>
                  <a:gd name="T4" fmla="*/ 0 w 2096"/>
                  <a:gd name="T5" fmla="*/ 755 h 755"/>
                  <a:gd name="T6" fmla="*/ 1728 w 2096"/>
                  <a:gd name="T7" fmla="*/ 755 h 755"/>
                  <a:gd name="T8" fmla="*/ 2096 w 2096"/>
                  <a:gd name="T9" fmla="*/ 382 h 755"/>
                  <a:gd name="T10" fmla="*/ 2096 w 2096"/>
                  <a:gd name="T11" fmla="*/ 370 h 755"/>
                  <a:gd name="T12" fmla="*/ 1728 w 2096"/>
                  <a:gd name="T13" fmla="*/ 0 h 755"/>
                </a:gdLst>
                <a:ahLst/>
                <a:cxnLst>
                  <a:cxn ang="0">
                    <a:pos x="T0" y="T1"/>
                  </a:cxn>
                  <a:cxn ang="0">
                    <a:pos x="T2" y="T3"/>
                  </a:cxn>
                  <a:cxn ang="0">
                    <a:pos x="T4" y="T5"/>
                  </a:cxn>
                  <a:cxn ang="0">
                    <a:pos x="T6" y="T7"/>
                  </a:cxn>
                  <a:cxn ang="0">
                    <a:pos x="T8" y="T9"/>
                  </a:cxn>
                  <a:cxn ang="0">
                    <a:pos x="T10" y="T11"/>
                  </a:cxn>
                  <a:cxn ang="0">
                    <a:pos x="T12" y="T13"/>
                  </a:cxn>
                </a:cxnLst>
                <a:rect l="0" t="0" r="r" b="b"/>
                <a:pathLst>
                  <a:path w="2096" h="755">
                    <a:moveTo>
                      <a:pt x="1728" y="0"/>
                    </a:moveTo>
                    <a:lnTo>
                      <a:pt x="0" y="0"/>
                    </a:lnTo>
                    <a:lnTo>
                      <a:pt x="0" y="755"/>
                    </a:lnTo>
                    <a:lnTo>
                      <a:pt x="1728" y="755"/>
                    </a:lnTo>
                    <a:lnTo>
                      <a:pt x="2096" y="382"/>
                    </a:lnTo>
                    <a:lnTo>
                      <a:pt x="2096" y="370"/>
                    </a:lnTo>
                    <a:lnTo>
                      <a:pt x="1728" y="0"/>
                    </a:lnTo>
                    <a:close/>
                  </a:path>
                </a:pathLst>
              </a:custGeom>
              <a:gradFill flip="none" rotWithShape="1">
                <a:gsLst>
                  <a:gs pos="0">
                    <a:schemeClr val="accent6">
                      <a:shade val="30000"/>
                      <a:satMod val="115000"/>
                    </a:schemeClr>
                  </a:gs>
                  <a:gs pos="50000">
                    <a:schemeClr val="accent6">
                      <a:shade val="67500"/>
                      <a:satMod val="115000"/>
                    </a:schemeClr>
                  </a:gs>
                  <a:gs pos="100000">
                    <a:schemeClr val="accent6">
                      <a:shade val="100000"/>
                      <a:satMod val="11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9" name="Freeform 15">
                <a:extLst>
                  <a:ext uri="{FF2B5EF4-FFF2-40B4-BE49-F238E27FC236}">
                    <a16:creationId xmlns:a16="http://schemas.microsoft.com/office/drawing/2014/main" id="{DF26111E-13F6-4626-A0A1-481BC9FC766A}"/>
                  </a:ext>
                </a:extLst>
              </p:cNvPr>
              <p:cNvSpPr>
                <a:spLocks/>
              </p:cNvSpPr>
              <p:nvPr/>
            </p:nvSpPr>
            <p:spPr bwMode="auto">
              <a:xfrm>
                <a:off x="4391025" y="1435448"/>
                <a:ext cx="3426420" cy="617932"/>
              </a:xfrm>
              <a:custGeom>
                <a:avLst/>
                <a:gdLst>
                  <a:gd name="T0" fmla="*/ 1723 w 2096"/>
                  <a:gd name="T1" fmla="*/ 371 h 378"/>
                  <a:gd name="T2" fmla="*/ 0 w 2096"/>
                  <a:gd name="T3" fmla="*/ 371 h 378"/>
                  <a:gd name="T4" fmla="*/ 0 w 2096"/>
                  <a:gd name="T5" fmla="*/ 378 h 378"/>
                  <a:gd name="T6" fmla="*/ 1728 w 2096"/>
                  <a:gd name="T7" fmla="*/ 378 h 378"/>
                  <a:gd name="T8" fmla="*/ 2096 w 2096"/>
                  <a:gd name="T9" fmla="*/ 5 h 378"/>
                  <a:gd name="T10" fmla="*/ 2092 w 2096"/>
                  <a:gd name="T11" fmla="*/ 0 h 378"/>
                  <a:gd name="T12" fmla="*/ 1723 w 2096"/>
                  <a:gd name="T13" fmla="*/ 371 h 378"/>
                </a:gdLst>
                <a:ahLst/>
                <a:cxnLst>
                  <a:cxn ang="0">
                    <a:pos x="T0" y="T1"/>
                  </a:cxn>
                  <a:cxn ang="0">
                    <a:pos x="T2" y="T3"/>
                  </a:cxn>
                  <a:cxn ang="0">
                    <a:pos x="T4" y="T5"/>
                  </a:cxn>
                  <a:cxn ang="0">
                    <a:pos x="T6" y="T7"/>
                  </a:cxn>
                  <a:cxn ang="0">
                    <a:pos x="T8" y="T9"/>
                  </a:cxn>
                  <a:cxn ang="0">
                    <a:pos x="T10" y="T11"/>
                  </a:cxn>
                  <a:cxn ang="0">
                    <a:pos x="T12" y="T13"/>
                  </a:cxn>
                </a:cxnLst>
                <a:rect l="0" t="0" r="r" b="b"/>
                <a:pathLst>
                  <a:path w="2096" h="378">
                    <a:moveTo>
                      <a:pt x="1723" y="371"/>
                    </a:moveTo>
                    <a:lnTo>
                      <a:pt x="0" y="371"/>
                    </a:lnTo>
                    <a:lnTo>
                      <a:pt x="0" y="378"/>
                    </a:lnTo>
                    <a:lnTo>
                      <a:pt x="1728" y="378"/>
                    </a:lnTo>
                    <a:lnTo>
                      <a:pt x="2096" y="5"/>
                    </a:lnTo>
                    <a:lnTo>
                      <a:pt x="2092" y="0"/>
                    </a:lnTo>
                    <a:lnTo>
                      <a:pt x="1723" y="371"/>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10" name="Freeform 16">
                <a:extLst>
                  <a:ext uri="{FF2B5EF4-FFF2-40B4-BE49-F238E27FC236}">
                    <a16:creationId xmlns:a16="http://schemas.microsoft.com/office/drawing/2014/main" id="{683359BD-305D-405E-ACD4-EB8EFB07F4B9}"/>
                  </a:ext>
                </a:extLst>
              </p:cNvPr>
              <p:cNvSpPr>
                <a:spLocks/>
              </p:cNvSpPr>
              <p:nvPr/>
            </p:nvSpPr>
            <p:spPr bwMode="auto">
              <a:xfrm>
                <a:off x="4391025" y="819150"/>
                <a:ext cx="3426420" cy="624471"/>
              </a:xfrm>
              <a:custGeom>
                <a:avLst/>
                <a:gdLst>
                  <a:gd name="T0" fmla="*/ 1728 w 2096"/>
                  <a:gd name="T1" fmla="*/ 0 h 382"/>
                  <a:gd name="T2" fmla="*/ 0 w 2096"/>
                  <a:gd name="T3" fmla="*/ 0 h 382"/>
                  <a:gd name="T4" fmla="*/ 0 w 2096"/>
                  <a:gd name="T5" fmla="*/ 4 h 382"/>
                  <a:gd name="T6" fmla="*/ 1723 w 2096"/>
                  <a:gd name="T7" fmla="*/ 4 h 382"/>
                  <a:gd name="T8" fmla="*/ 2096 w 2096"/>
                  <a:gd name="T9" fmla="*/ 382 h 382"/>
                  <a:gd name="T10" fmla="*/ 2096 w 2096"/>
                  <a:gd name="T11" fmla="*/ 370 h 382"/>
                  <a:gd name="T12" fmla="*/ 1728 w 2096"/>
                  <a:gd name="T13" fmla="*/ 0 h 382"/>
                </a:gdLst>
                <a:ahLst/>
                <a:cxnLst>
                  <a:cxn ang="0">
                    <a:pos x="T0" y="T1"/>
                  </a:cxn>
                  <a:cxn ang="0">
                    <a:pos x="T2" y="T3"/>
                  </a:cxn>
                  <a:cxn ang="0">
                    <a:pos x="T4" y="T5"/>
                  </a:cxn>
                  <a:cxn ang="0">
                    <a:pos x="T6" y="T7"/>
                  </a:cxn>
                  <a:cxn ang="0">
                    <a:pos x="T8" y="T9"/>
                  </a:cxn>
                  <a:cxn ang="0">
                    <a:pos x="T10" y="T11"/>
                  </a:cxn>
                  <a:cxn ang="0">
                    <a:pos x="T12" y="T13"/>
                  </a:cxn>
                </a:cxnLst>
                <a:rect l="0" t="0" r="r" b="b"/>
                <a:pathLst>
                  <a:path w="2096" h="382">
                    <a:moveTo>
                      <a:pt x="1728" y="0"/>
                    </a:moveTo>
                    <a:lnTo>
                      <a:pt x="0" y="0"/>
                    </a:lnTo>
                    <a:lnTo>
                      <a:pt x="0" y="4"/>
                    </a:lnTo>
                    <a:lnTo>
                      <a:pt x="1723" y="4"/>
                    </a:lnTo>
                    <a:lnTo>
                      <a:pt x="2096" y="382"/>
                    </a:lnTo>
                    <a:lnTo>
                      <a:pt x="2096" y="370"/>
                    </a:lnTo>
                    <a:lnTo>
                      <a:pt x="1728" y="0"/>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27" name="Freeform 57">
              <a:extLst>
                <a:ext uri="{FF2B5EF4-FFF2-40B4-BE49-F238E27FC236}">
                  <a16:creationId xmlns:a16="http://schemas.microsoft.com/office/drawing/2014/main" id="{1F228135-AF5D-4FF8-9A51-B2A9574D7A14}"/>
                </a:ext>
              </a:extLst>
            </p:cNvPr>
            <p:cNvSpPr>
              <a:spLocks/>
            </p:cNvSpPr>
            <p:nvPr/>
          </p:nvSpPr>
          <p:spPr bwMode="auto">
            <a:xfrm>
              <a:off x="4504735" y="798218"/>
              <a:ext cx="1803058" cy="1363723"/>
            </a:xfrm>
            <a:custGeom>
              <a:avLst/>
              <a:gdLst>
                <a:gd name="T0" fmla="*/ 1239 w 1239"/>
                <a:gd name="T1" fmla="*/ 656 h 656"/>
                <a:gd name="T2" fmla="*/ 350 w 1239"/>
                <a:gd name="T3" fmla="*/ 656 h 656"/>
                <a:gd name="T4" fmla="*/ 0 w 1239"/>
                <a:gd name="T5" fmla="*/ 0 h 656"/>
                <a:gd name="T6" fmla="*/ 350 w 1239"/>
                <a:gd name="T7" fmla="*/ 0 h 656"/>
                <a:gd name="T8" fmla="*/ 1239 w 1239"/>
                <a:gd name="T9" fmla="*/ 656 h 656"/>
                <a:gd name="connsiteX0" fmla="*/ 7425 w 7425"/>
                <a:gd name="connsiteY0" fmla="*/ 10189 h 10189"/>
                <a:gd name="connsiteX1" fmla="*/ 2825 w 7425"/>
                <a:gd name="connsiteY1" fmla="*/ 10000 h 10189"/>
                <a:gd name="connsiteX2" fmla="*/ 0 w 7425"/>
                <a:gd name="connsiteY2" fmla="*/ 0 h 10189"/>
                <a:gd name="connsiteX3" fmla="*/ 2825 w 7425"/>
                <a:gd name="connsiteY3" fmla="*/ 0 h 10189"/>
                <a:gd name="connsiteX4" fmla="*/ 7425 w 7425"/>
                <a:gd name="connsiteY4" fmla="*/ 10189 h 10189"/>
                <a:gd name="connsiteX0" fmla="*/ 9562 w 9562"/>
                <a:gd name="connsiteY0" fmla="*/ 9954 h 9954"/>
                <a:gd name="connsiteX1" fmla="*/ 3805 w 9562"/>
                <a:gd name="connsiteY1" fmla="*/ 9815 h 9954"/>
                <a:gd name="connsiteX2" fmla="*/ 0 w 9562"/>
                <a:gd name="connsiteY2" fmla="*/ 0 h 9954"/>
                <a:gd name="connsiteX3" fmla="*/ 3805 w 9562"/>
                <a:gd name="connsiteY3" fmla="*/ 0 h 9954"/>
                <a:gd name="connsiteX4" fmla="*/ 9562 w 9562"/>
                <a:gd name="connsiteY4" fmla="*/ 9954 h 9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2" h="9954">
                  <a:moveTo>
                    <a:pt x="9562" y="9954"/>
                  </a:moveTo>
                  <a:lnTo>
                    <a:pt x="3805" y="9815"/>
                  </a:lnTo>
                  <a:lnTo>
                    <a:pt x="0" y="0"/>
                  </a:lnTo>
                  <a:lnTo>
                    <a:pt x="3805" y="0"/>
                  </a:lnTo>
                  <a:lnTo>
                    <a:pt x="9562" y="9954"/>
                  </a:lnTo>
                  <a:close/>
                </a:path>
              </a:pathLst>
            </a:custGeom>
            <a:gradFill>
              <a:gsLst>
                <a:gs pos="0">
                  <a:schemeClr val="accent6">
                    <a:lumMod val="50000"/>
                  </a:schemeClr>
                </a:gs>
                <a:gs pos="100000">
                  <a:schemeClr val="accent6">
                    <a:lumMod val="50000"/>
                    <a:alpha val="0"/>
                  </a:schemeClr>
                </a:gs>
              </a:gsLst>
              <a:lin ang="5400000" scaled="0"/>
            </a:gradFill>
            <a:ln>
              <a:noFill/>
            </a:ln>
            <a:effectLst>
              <a:softEdge rad="152400"/>
            </a:effectLst>
          </p:spPr>
          <p:txBody>
            <a:bodyPr vert="horz" wrap="square" lIns="91440" tIns="45720" rIns="91440" bIns="45720" numCol="1" anchor="t" anchorCtr="0" compatLnSpc="1">
              <a:prstTxWarp prst="textNoShape">
                <a:avLst/>
              </a:prstTxWarp>
            </a:bodyPr>
            <a:lstStyle/>
            <a:p>
              <a:endParaRPr lang="ru-UA"/>
            </a:p>
          </p:txBody>
        </p:sp>
        <p:grpSp>
          <p:nvGrpSpPr>
            <p:cNvPr id="5188" name="Group 5187">
              <a:extLst>
                <a:ext uri="{FF2B5EF4-FFF2-40B4-BE49-F238E27FC236}">
                  <a16:creationId xmlns:a16="http://schemas.microsoft.com/office/drawing/2014/main" id="{1949B13D-010D-440B-A929-554FCBE3AE14}"/>
                </a:ext>
              </a:extLst>
            </p:cNvPr>
            <p:cNvGrpSpPr/>
            <p:nvPr/>
          </p:nvGrpSpPr>
          <p:grpSpPr>
            <a:xfrm>
              <a:off x="3392488" y="812800"/>
              <a:ext cx="1884363" cy="1403350"/>
              <a:chOff x="3392488" y="812800"/>
              <a:chExt cx="1884363" cy="1403350"/>
            </a:xfrm>
          </p:grpSpPr>
          <p:sp>
            <p:nvSpPr>
              <p:cNvPr id="5173" name="Freeform 83">
                <a:extLst>
                  <a:ext uri="{FF2B5EF4-FFF2-40B4-BE49-F238E27FC236}">
                    <a16:creationId xmlns:a16="http://schemas.microsoft.com/office/drawing/2014/main" id="{A535083D-0290-46F0-8FA4-499A91D5B016}"/>
                  </a:ext>
                </a:extLst>
              </p:cNvPr>
              <p:cNvSpPr>
                <a:spLocks/>
              </p:cNvSpPr>
              <p:nvPr/>
            </p:nvSpPr>
            <p:spPr bwMode="auto">
              <a:xfrm>
                <a:off x="4281488" y="1006475"/>
                <a:ext cx="995363" cy="1209675"/>
              </a:xfrm>
              <a:custGeom>
                <a:avLst/>
                <a:gdLst>
                  <a:gd name="T0" fmla="*/ 627 w 627"/>
                  <a:gd name="T1" fmla="*/ 0 h 762"/>
                  <a:gd name="T2" fmla="*/ 627 w 627"/>
                  <a:gd name="T3" fmla="*/ 652 h 762"/>
                  <a:gd name="T4" fmla="*/ 0 w 627"/>
                  <a:gd name="T5" fmla="*/ 762 h 762"/>
                  <a:gd name="T6" fmla="*/ 0 w 627"/>
                  <a:gd name="T7" fmla="*/ 110 h 762"/>
                  <a:gd name="T8" fmla="*/ 627 w 627"/>
                  <a:gd name="T9" fmla="*/ 0 h 762"/>
                </a:gdLst>
                <a:ahLst/>
                <a:cxnLst>
                  <a:cxn ang="0">
                    <a:pos x="T0" y="T1"/>
                  </a:cxn>
                  <a:cxn ang="0">
                    <a:pos x="T2" y="T3"/>
                  </a:cxn>
                  <a:cxn ang="0">
                    <a:pos x="T4" y="T5"/>
                  </a:cxn>
                  <a:cxn ang="0">
                    <a:pos x="T6" y="T7"/>
                  </a:cxn>
                  <a:cxn ang="0">
                    <a:pos x="T8" y="T9"/>
                  </a:cxn>
                </a:cxnLst>
                <a:rect l="0" t="0" r="r" b="b"/>
                <a:pathLst>
                  <a:path w="627" h="762">
                    <a:moveTo>
                      <a:pt x="627" y="0"/>
                    </a:moveTo>
                    <a:lnTo>
                      <a:pt x="627" y="652"/>
                    </a:lnTo>
                    <a:lnTo>
                      <a:pt x="0" y="762"/>
                    </a:lnTo>
                    <a:lnTo>
                      <a:pt x="0" y="110"/>
                    </a:lnTo>
                    <a:lnTo>
                      <a:pt x="62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5174" name="Freeform 84">
                <a:extLst>
                  <a:ext uri="{FF2B5EF4-FFF2-40B4-BE49-F238E27FC236}">
                    <a16:creationId xmlns:a16="http://schemas.microsoft.com/office/drawing/2014/main" id="{40F259AA-4F05-4F12-AF73-C898C4CD05DF}"/>
                  </a:ext>
                </a:extLst>
              </p:cNvPr>
              <p:cNvSpPr>
                <a:spLocks/>
              </p:cNvSpPr>
              <p:nvPr/>
            </p:nvSpPr>
            <p:spPr bwMode="auto">
              <a:xfrm>
                <a:off x="3392488" y="987425"/>
                <a:ext cx="889000" cy="1228725"/>
              </a:xfrm>
              <a:custGeom>
                <a:avLst/>
                <a:gdLst>
                  <a:gd name="T0" fmla="*/ 560 w 560"/>
                  <a:gd name="T1" fmla="*/ 122 h 774"/>
                  <a:gd name="T2" fmla="*/ 560 w 560"/>
                  <a:gd name="T3" fmla="*/ 774 h 774"/>
                  <a:gd name="T4" fmla="*/ 0 w 560"/>
                  <a:gd name="T5" fmla="*/ 651 h 774"/>
                  <a:gd name="T6" fmla="*/ 0 w 560"/>
                  <a:gd name="T7" fmla="*/ 0 h 774"/>
                  <a:gd name="T8" fmla="*/ 560 w 560"/>
                  <a:gd name="T9" fmla="*/ 122 h 774"/>
                </a:gdLst>
                <a:ahLst/>
                <a:cxnLst>
                  <a:cxn ang="0">
                    <a:pos x="T0" y="T1"/>
                  </a:cxn>
                  <a:cxn ang="0">
                    <a:pos x="T2" y="T3"/>
                  </a:cxn>
                  <a:cxn ang="0">
                    <a:pos x="T4" y="T5"/>
                  </a:cxn>
                  <a:cxn ang="0">
                    <a:pos x="T6" y="T7"/>
                  </a:cxn>
                  <a:cxn ang="0">
                    <a:pos x="T8" y="T9"/>
                  </a:cxn>
                </a:cxnLst>
                <a:rect l="0" t="0" r="r" b="b"/>
                <a:pathLst>
                  <a:path w="560" h="774">
                    <a:moveTo>
                      <a:pt x="560" y="122"/>
                    </a:moveTo>
                    <a:lnTo>
                      <a:pt x="560" y="774"/>
                    </a:lnTo>
                    <a:lnTo>
                      <a:pt x="0" y="651"/>
                    </a:lnTo>
                    <a:lnTo>
                      <a:pt x="0" y="0"/>
                    </a:lnTo>
                    <a:lnTo>
                      <a:pt x="560" y="122"/>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175" name="Freeform 85">
                <a:extLst>
                  <a:ext uri="{FF2B5EF4-FFF2-40B4-BE49-F238E27FC236}">
                    <a16:creationId xmlns:a16="http://schemas.microsoft.com/office/drawing/2014/main" id="{C0243156-C0D1-4A8B-9BD8-3AABBECEA36A}"/>
                  </a:ext>
                </a:extLst>
              </p:cNvPr>
              <p:cNvSpPr>
                <a:spLocks/>
              </p:cNvSpPr>
              <p:nvPr/>
            </p:nvSpPr>
            <p:spPr bwMode="auto">
              <a:xfrm>
                <a:off x="3392488" y="812800"/>
                <a:ext cx="1884363" cy="368300"/>
              </a:xfrm>
              <a:custGeom>
                <a:avLst/>
                <a:gdLst>
                  <a:gd name="T0" fmla="*/ 624 w 1187"/>
                  <a:gd name="T1" fmla="*/ 0 h 232"/>
                  <a:gd name="T2" fmla="*/ 1187 w 1187"/>
                  <a:gd name="T3" fmla="*/ 122 h 232"/>
                  <a:gd name="T4" fmla="*/ 560 w 1187"/>
                  <a:gd name="T5" fmla="*/ 232 h 232"/>
                  <a:gd name="T6" fmla="*/ 0 w 1187"/>
                  <a:gd name="T7" fmla="*/ 110 h 232"/>
                  <a:gd name="T8" fmla="*/ 624 w 1187"/>
                  <a:gd name="T9" fmla="*/ 0 h 232"/>
                </a:gdLst>
                <a:ahLst/>
                <a:cxnLst>
                  <a:cxn ang="0">
                    <a:pos x="T0" y="T1"/>
                  </a:cxn>
                  <a:cxn ang="0">
                    <a:pos x="T2" y="T3"/>
                  </a:cxn>
                  <a:cxn ang="0">
                    <a:pos x="T4" y="T5"/>
                  </a:cxn>
                  <a:cxn ang="0">
                    <a:pos x="T6" y="T7"/>
                  </a:cxn>
                  <a:cxn ang="0">
                    <a:pos x="T8" y="T9"/>
                  </a:cxn>
                </a:cxnLst>
                <a:rect l="0" t="0" r="r" b="b"/>
                <a:pathLst>
                  <a:path w="1187" h="232">
                    <a:moveTo>
                      <a:pt x="624" y="0"/>
                    </a:moveTo>
                    <a:lnTo>
                      <a:pt x="1187" y="122"/>
                    </a:lnTo>
                    <a:lnTo>
                      <a:pt x="560" y="232"/>
                    </a:lnTo>
                    <a:lnTo>
                      <a:pt x="0" y="110"/>
                    </a:lnTo>
                    <a:lnTo>
                      <a:pt x="624" y="0"/>
                    </a:lnTo>
                    <a:close/>
                  </a:path>
                </a:pathLst>
              </a:custGeom>
              <a:gradFill flip="none" rotWithShape="1">
                <a:gsLst>
                  <a:gs pos="0">
                    <a:schemeClr val="accent6">
                      <a:shade val="30000"/>
                      <a:satMod val="115000"/>
                    </a:schemeClr>
                  </a:gs>
                  <a:gs pos="50000">
                    <a:schemeClr val="accent6">
                      <a:shade val="67500"/>
                      <a:satMod val="115000"/>
                    </a:schemeClr>
                  </a:gs>
                  <a:gs pos="100000">
                    <a:schemeClr val="accent6">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sp>
        <p:nvSpPr>
          <p:cNvPr id="5194" name="TextBox 5193">
            <a:extLst>
              <a:ext uri="{FF2B5EF4-FFF2-40B4-BE49-F238E27FC236}">
                <a16:creationId xmlns:a16="http://schemas.microsoft.com/office/drawing/2014/main" id="{2E8918A7-F77C-4732-8679-CBD44892D542}"/>
              </a:ext>
            </a:extLst>
          </p:cNvPr>
          <p:cNvSpPr txBox="1"/>
          <p:nvPr/>
        </p:nvSpPr>
        <p:spPr>
          <a:xfrm>
            <a:off x="4393126" y="5141766"/>
            <a:ext cx="1063112" cy="1015663"/>
          </a:xfrm>
          <a:prstGeom prst="rect">
            <a:avLst/>
          </a:prstGeom>
          <a:noFill/>
        </p:spPr>
        <p:txBody>
          <a:bodyPr wrap="none" rtlCol="0">
            <a:spAutoFit/>
            <a:scene3d>
              <a:camera prst="isometricOffAxis1Right">
                <a:rot lat="600000" lon="19200000" rev="0"/>
              </a:camera>
              <a:lightRig rig="threePt" dir="t"/>
            </a:scene3d>
          </a:bodyPr>
          <a:lstStyle/>
          <a:p>
            <a:r>
              <a:rPr lang="en-US" sz="6000" b="1">
                <a:solidFill>
                  <a:schemeClr val="accent5">
                    <a:lumMod val="75000"/>
                  </a:schemeClr>
                </a:solidFill>
                <a:ea typeface="Open Sans Semibold" panose="020B0706030804020204" pitchFamily="34" charset="0"/>
                <a:cs typeface="Open Sans Semibold" panose="020B0706030804020204" pitchFamily="34" charset="0"/>
              </a:rPr>
              <a:t>04</a:t>
            </a:r>
            <a:endParaRPr lang="ru-UA" sz="2400" b="1">
              <a:solidFill>
                <a:schemeClr val="accent5">
                  <a:lumMod val="75000"/>
                </a:schemeClr>
              </a:solidFill>
              <a:ea typeface="Open Sans Semibold" panose="020B0706030804020204" pitchFamily="34" charset="0"/>
              <a:cs typeface="Open Sans Semibold" panose="020B0706030804020204" pitchFamily="34" charset="0"/>
            </a:endParaRPr>
          </a:p>
        </p:txBody>
      </p:sp>
      <p:sp>
        <p:nvSpPr>
          <p:cNvPr id="134" name="TextBox 133">
            <a:extLst>
              <a:ext uri="{FF2B5EF4-FFF2-40B4-BE49-F238E27FC236}">
                <a16:creationId xmlns:a16="http://schemas.microsoft.com/office/drawing/2014/main" id="{FE71A8B9-C84D-43E3-A6D4-DD320F08CFD2}"/>
              </a:ext>
            </a:extLst>
          </p:cNvPr>
          <p:cNvSpPr txBox="1"/>
          <p:nvPr/>
        </p:nvSpPr>
        <p:spPr>
          <a:xfrm>
            <a:off x="4393126" y="3878063"/>
            <a:ext cx="1063112" cy="1015663"/>
          </a:xfrm>
          <a:prstGeom prst="rect">
            <a:avLst/>
          </a:prstGeom>
          <a:noFill/>
        </p:spPr>
        <p:txBody>
          <a:bodyPr wrap="none" rtlCol="0">
            <a:spAutoFit/>
            <a:scene3d>
              <a:camera prst="isometricOffAxis1Right">
                <a:rot lat="600000" lon="19200000" rev="0"/>
              </a:camera>
              <a:lightRig rig="threePt" dir="t"/>
            </a:scene3d>
          </a:bodyPr>
          <a:lstStyle/>
          <a:p>
            <a:r>
              <a:rPr lang="en-US" sz="6000" b="1">
                <a:solidFill>
                  <a:schemeClr val="accent3">
                    <a:lumMod val="75000"/>
                  </a:schemeClr>
                </a:solidFill>
                <a:ea typeface="Open Sans Semibold" panose="020B0706030804020204" pitchFamily="34" charset="0"/>
                <a:cs typeface="Open Sans Semibold" panose="020B0706030804020204" pitchFamily="34" charset="0"/>
              </a:rPr>
              <a:t>03</a:t>
            </a:r>
            <a:endParaRPr lang="ru-UA" sz="2400" b="1">
              <a:solidFill>
                <a:schemeClr val="accent3">
                  <a:lumMod val="75000"/>
                </a:schemeClr>
              </a:solidFill>
              <a:ea typeface="Open Sans Semibold" panose="020B0706030804020204" pitchFamily="34" charset="0"/>
              <a:cs typeface="Open Sans Semibold" panose="020B0706030804020204" pitchFamily="34" charset="0"/>
            </a:endParaRPr>
          </a:p>
        </p:txBody>
      </p:sp>
      <p:sp>
        <p:nvSpPr>
          <p:cNvPr id="135" name="TextBox 134">
            <a:extLst>
              <a:ext uri="{FF2B5EF4-FFF2-40B4-BE49-F238E27FC236}">
                <a16:creationId xmlns:a16="http://schemas.microsoft.com/office/drawing/2014/main" id="{6463B6C8-B5DA-4E4D-8130-2F65B665D672}"/>
              </a:ext>
            </a:extLst>
          </p:cNvPr>
          <p:cNvSpPr txBox="1"/>
          <p:nvPr/>
        </p:nvSpPr>
        <p:spPr>
          <a:xfrm>
            <a:off x="4393126" y="2592364"/>
            <a:ext cx="1063112" cy="1015663"/>
          </a:xfrm>
          <a:prstGeom prst="rect">
            <a:avLst/>
          </a:prstGeom>
          <a:noFill/>
        </p:spPr>
        <p:txBody>
          <a:bodyPr wrap="none" rtlCol="0">
            <a:spAutoFit/>
            <a:scene3d>
              <a:camera prst="isometricOffAxis1Right">
                <a:rot lat="600000" lon="19200000" rev="0"/>
              </a:camera>
              <a:lightRig rig="threePt" dir="t"/>
            </a:scene3d>
          </a:bodyPr>
          <a:lstStyle/>
          <a:p>
            <a:r>
              <a:rPr lang="en-US" sz="6000" b="1">
                <a:solidFill>
                  <a:schemeClr val="accent1">
                    <a:lumMod val="75000"/>
                  </a:schemeClr>
                </a:solidFill>
                <a:ea typeface="Open Sans Semibold" panose="020B0706030804020204" pitchFamily="34" charset="0"/>
                <a:cs typeface="Open Sans Semibold" panose="020B0706030804020204" pitchFamily="34" charset="0"/>
              </a:rPr>
              <a:t>02</a:t>
            </a:r>
            <a:endParaRPr lang="ru-UA" sz="2400" b="1">
              <a:solidFill>
                <a:schemeClr val="accent1">
                  <a:lumMod val="75000"/>
                </a:schemeClr>
              </a:solidFill>
              <a:ea typeface="Open Sans Semibold" panose="020B0706030804020204" pitchFamily="34" charset="0"/>
              <a:cs typeface="Open Sans Semibold" panose="020B0706030804020204" pitchFamily="34" charset="0"/>
            </a:endParaRPr>
          </a:p>
        </p:txBody>
      </p:sp>
      <p:sp>
        <p:nvSpPr>
          <p:cNvPr id="136" name="TextBox 135">
            <a:extLst>
              <a:ext uri="{FF2B5EF4-FFF2-40B4-BE49-F238E27FC236}">
                <a16:creationId xmlns:a16="http://schemas.microsoft.com/office/drawing/2014/main" id="{550C8315-49DA-44BA-B2BB-E74B4D38C79E}"/>
              </a:ext>
            </a:extLst>
          </p:cNvPr>
          <p:cNvSpPr txBox="1"/>
          <p:nvPr/>
        </p:nvSpPr>
        <p:spPr>
          <a:xfrm>
            <a:off x="4393126" y="1301791"/>
            <a:ext cx="1063112" cy="1015663"/>
          </a:xfrm>
          <a:prstGeom prst="rect">
            <a:avLst/>
          </a:prstGeom>
          <a:noFill/>
        </p:spPr>
        <p:txBody>
          <a:bodyPr wrap="none" rtlCol="0">
            <a:spAutoFit/>
            <a:scene3d>
              <a:camera prst="isometricOffAxis1Right">
                <a:rot lat="600000" lon="19200000" rev="0"/>
              </a:camera>
              <a:lightRig rig="threePt" dir="t"/>
            </a:scene3d>
          </a:bodyPr>
          <a:lstStyle/>
          <a:p>
            <a:r>
              <a:rPr lang="en-US" sz="6000" b="1">
                <a:solidFill>
                  <a:schemeClr val="accent6">
                    <a:lumMod val="75000"/>
                  </a:schemeClr>
                </a:solidFill>
                <a:ea typeface="Open Sans Semibold" panose="020B0706030804020204" pitchFamily="34" charset="0"/>
                <a:cs typeface="Open Sans Semibold" panose="020B0706030804020204" pitchFamily="34" charset="0"/>
              </a:rPr>
              <a:t>01</a:t>
            </a:r>
            <a:endParaRPr lang="ru-UA" sz="2400" b="1">
              <a:solidFill>
                <a:schemeClr val="accent6">
                  <a:lumMod val="75000"/>
                </a:schemeClr>
              </a:solidFill>
              <a:ea typeface="Open Sans Semibold" panose="020B0706030804020204" pitchFamily="34" charset="0"/>
              <a:cs typeface="Open Sans Semibold" panose="020B0706030804020204" pitchFamily="34" charset="0"/>
            </a:endParaRPr>
          </a:p>
        </p:txBody>
      </p:sp>
      <p:sp>
        <p:nvSpPr>
          <p:cNvPr id="5176" name="Rectangle 86">
            <a:extLst>
              <a:ext uri="{FF2B5EF4-FFF2-40B4-BE49-F238E27FC236}">
                <a16:creationId xmlns:a16="http://schemas.microsoft.com/office/drawing/2014/main" id="{AE775501-C9E2-4279-B9C4-C990827B8F32}"/>
              </a:ext>
            </a:extLst>
          </p:cNvPr>
          <p:cNvSpPr>
            <a:spLocks noChangeArrowheads="1"/>
          </p:cNvSpPr>
          <p:nvPr/>
        </p:nvSpPr>
        <p:spPr bwMode="auto">
          <a:xfrm>
            <a:off x="5611813" y="5099050"/>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INFODATA</a:t>
            </a:r>
            <a:endParaRPr kumimoji="0" lang="ru-UA" altLang="ru-UA" sz="1800" b="0" i="0" u="none" strike="noStrike" cap="none" normalizeH="0" baseline="0">
              <a:ln>
                <a:noFill/>
              </a:ln>
              <a:solidFill>
                <a:schemeClr val="bg2"/>
              </a:solidFill>
              <a:effectLst/>
            </a:endParaRPr>
          </a:p>
        </p:txBody>
      </p:sp>
      <p:sp>
        <p:nvSpPr>
          <p:cNvPr id="5177" name="Rectangle 87">
            <a:extLst>
              <a:ext uri="{FF2B5EF4-FFF2-40B4-BE49-F238E27FC236}">
                <a16:creationId xmlns:a16="http://schemas.microsoft.com/office/drawing/2014/main" id="{C8D64A6F-D22B-449B-81B7-335CD8903E9D}"/>
              </a:ext>
            </a:extLst>
          </p:cNvPr>
          <p:cNvSpPr>
            <a:spLocks noChangeArrowheads="1"/>
          </p:cNvSpPr>
          <p:nvPr/>
        </p:nvSpPr>
        <p:spPr bwMode="auto">
          <a:xfrm>
            <a:off x="5611813" y="3838575"/>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INFODATA</a:t>
            </a:r>
            <a:endParaRPr kumimoji="0" lang="ru-UA" altLang="ru-UA" sz="1800" b="0" i="0" u="none" strike="noStrike" cap="none" normalizeH="0" baseline="0">
              <a:ln>
                <a:noFill/>
              </a:ln>
              <a:solidFill>
                <a:schemeClr val="bg2"/>
              </a:solidFill>
              <a:effectLst/>
            </a:endParaRPr>
          </a:p>
        </p:txBody>
      </p:sp>
      <p:sp>
        <p:nvSpPr>
          <p:cNvPr id="5178" name="Rectangle 88">
            <a:extLst>
              <a:ext uri="{FF2B5EF4-FFF2-40B4-BE49-F238E27FC236}">
                <a16:creationId xmlns:a16="http://schemas.microsoft.com/office/drawing/2014/main" id="{44F5740F-6FFF-4B40-B8C3-75D45698FE32}"/>
              </a:ext>
            </a:extLst>
          </p:cNvPr>
          <p:cNvSpPr>
            <a:spLocks noChangeArrowheads="1"/>
          </p:cNvSpPr>
          <p:nvPr/>
        </p:nvSpPr>
        <p:spPr bwMode="auto">
          <a:xfrm>
            <a:off x="5611813" y="2579688"/>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INFODATA</a:t>
            </a:r>
            <a:endParaRPr kumimoji="0" lang="ru-UA" altLang="ru-UA" sz="1800" b="0" i="0" u="none" strike="noStrike" cap="none" normalizeH="0" baseline="0">
              <a:ln>
                <a:noFill/>
              </a:ln>
              <a:solidFill>
                <a:schemeClr val="bg2"/>
              </a:solidFill>
              <a:effectLst/>
            </a:endParaRPr>
          </a:p>
        </p:txBody>
      </p:sp>
      <p:sp>
        <p:nvSpPr>
          <p:cNvPr id="5179" name="Rectangle 89">
            <a:extLst>
              <a:ext uri="{FF2B5EF4-FFF2-40B4-BE49-F238E27FC236}">
                <a16:creationId xmlns:a16="http://schemas.microsoft.com/office/drawing/2014/main" id="{3354CA99-E4D4-4374-A4E7-DFF11D8D2FA2}"/>
              </a:ext>
            </a:extLst>
          </p:cNvPr>
          <p:cNvSpPr>
            <a:spLocks noChangeArrowheads="1"/>
          </p:cNvSpPr>
          <p:nvPr/>
        </p:nvSpPr>
        <p:spPr bwMode="auto">
          <a:xfrm>
            <a:off x="5611813" y="1292225"/>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INFODATA</a:t>
            </a:r>
            <a:endParaRPr kumimoji="0" lang="ru-UA" altLang="ru-UA" sz="1800" b="0" i="0" u="none" strike="noStrike" cap="none" normalizeH="0" baseline="0">
              <a:ln>
                <a:noFill/>
              </a:ln>
              <a:solidFill>
                <a:schemeClr val="bg2"/>
              </a:solidFill>
              <a:effectLst/>
            </a:endParaRPr>
          </a:p>
        </p:txBody>
      </p:sp>
      <p:sp>
        <p:nvSpPr>
          <p:cNvPr id="137" name="Text Placeholder 33">
            <a:extLst>
              <a:ext uri="{FF2B5EF4-FFF2-40B4-BE49-F238E27FC236}">
                <a16:creationId xmlns:a16="http://schemas.microsoft.com/office/drawing/2014/main" id="{5E4D3602-9658-4AFB-8D2E-3CBACF3B1D94}"/>
              </a:ext>
            </a:extLst>
          </p:cNvPr>
          <p:cNvSpPr txBox="1">
            <a:spLocks/>
          </p:cNvSpPr>
          <p:nvPr/>
        </p:nvSpPr>
        <p:spPr>
          <a:xfrm>
            <a:off x="5514939" y="5366545"/>
            <a:ext cx="2741750" cy="578452"/>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 labore et dolore magna</a:t>
            </a:r>
          </a:p>
        </p:txBody>
      </p:sp>
      <p:sp>
        <p:nvSpPr>
          <p:cNvPr id="138" name="Text Placeholder 33">
            <a:extLst>
              <a:ext uri="{FF2B5EF4-FFF2-40B4-BE49-F238E27FC236}">
                <a16:creationId xmlns:a16="http://schemas.microsoft.com/office/drawing/2014/main" id="{F6BAB0FC-CCCA-4DEA-9F39-2222FD12A178}"/>
              </a:ext>
            </a:extLst>
          </p:cNvPr>
          <p:cNvSpPr txBox="1">
            <a:spLocks/>
          </p:cNvSpPr>
          <p:nvPr/>
        </p:nvSpPr>
        <p:spPr>
          <a:xfrm>
            <a:off x="5514939" y="4109245"/>
            <a:ext cx="2741750" cy="578452"/>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 labore et dolore magna</a:t>
            </a:r>
          </a:p>
        </p:txBody>
      </p:sp>
      <p:sp>
        <p:nvSpPr>
          <p:cNvPr id="139" name="Text Placeholder 33">
            <a:extLst>
              <a:ext uri="{FF2B5EF4-FFF2-40B4-BE49-F238E27FC236}">
                <a16:creationId xmlns:a16="http://schemas.microsoft.com/office/drawing/2014/main" id="{F03F9073-BCFB-4E35-A574-CDBA874E17FB}"/>
              </a:ext>
            </a:extLst>
          </p:cNvPr>
          <p:cNvSpPr txBox="1">
            <a:spLocks/>
          </p:cNvSpPr>
          <p:nvPr/>
        </p:nvSpPr>
        <p:spPr>
          <a:xfrm>
            <a:off x="5514939" y="2832895"/>
            <a:ext cx="2195548" cy="578452"/>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a:t>
            </a:r>
          </a:p>
        </p:txBody>
      </p:sp>
      <p:sp>
        <p:nvSpPr>
          <p:cNvPr id="140" name="Text Placeholder 33">
            <a:extLst>
              <a:ext uri="{FF2B5EF4-FFF2-40B4-BE49-F238E27FC236}">
                <a16:creationId xmlns:a16="http://schemas.microsoft.com/office/drawing/2014/main" id="{BF57DB52-96D4-4DAA-BF2C-DE2E807985BB}"/>
              </a:ext>
            </a:extLst>
          </p:cNvPr>
          <p:cNvSpPr txBox="1">
            <a:spLocks/>
          </p:cNvSpPr>
          <p:nvPr/>
        </p:nvSpPr>
        <p:spPr>
          <a:xfrm>
            <a:off x="5514939" y="1537495"/>
            <a:ext cx="1888228" cy="578452"/>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a:t>
            </a:r>
          </a:p>
        </p:txBody>
      </p:sp>
    </p:spTree>
    <p:extLst>
      <p:ext uri="{BB962C8B-B14F-4D97-AF65-F5344CB8AC3E}">
        <p14:creationId xmlns:p14="http://schemas.microsoft.com/office/powerpoint/2010/main" val="426344305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67000">
                                      <p:stCondLst>
                                        <p:cond delay="0"/>
                                      </p:stCondLst>
                                      <p:childTnLst>
                                        <p:set>
                                          <p:cBhvr>
                                            <p:cTn id="6" dur="1" fill="hold">
                                              <p:stCondLst>
                                                <p:cond delay="0"/>
                                              </p:stCondLst>
                                            </p:cTn>
                                            <p:tgtEl>
                                              <p:spTgt spid="5190"/>
                                            </p:tgtEl>
                                            <p:attrNameLst>
                                              <p:attrName>style.visibility</p:attrName>
                                            </p:attrNameLst>
                                          </p:cBhvr>
                                          <p:to>
                                            <p:strVal val="visible"/>
                                          </p:to>
                                        </p:set>
                                        <p:anim calcmode="lin" valueType="num" p14:bounceEnd="67000">
                                          <p:cBhvr additive="base">
                                            <p:cTn id="7" dur="1000" fill="hold"/>
                                            <p:tgtEl>
                                              <p:spTgt spid="5190"/>
                                            </p:tgtEl>
                                            <p:attrNameLst>
                                              <p:attrName>ppt_x</p:attrName>
                                            </p:attrNameLst>
                                          </p:cBhvr>
                                          <p:tavLst>
                                            <p:tav tm="0">
                                              <p:val>
                                                <p:strVal val="1+#ppt_w/2"/>
                                              </p:val>
                                            </p:tav>
                                            <p:tav tm="100000">
                                              <p:val>
                                                <p:strVal val="#ppt_x"/>
                                              </p:val>
                                            </p:tav>
                                          </p:tavLst>
                                        </p:anim>
                                        <p:anim calcmode="lin" valueType="num" p14:bounceEnd="67000">
                                          <p:cBhvr additive="base">
                                            <p:cTn id="8" dur="1000" fill="hold"/>
                                            <p:tgtEl>
                                              <p:spTgt spid="519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67000">
                                      <p:stCondLst>
                                        <p:cond delay="250"/>
                                      </p:stCondLst>
                                      <p:childTnLst>
                                        <p:set>
                                          <p:cBhvr>
                                            <p:cTn id="10" dur="1" fill="hold">
                                              <p:stCondLst>
                                                <p:cond delay="0"/>
                                              </p:stCondLst>
                                            </p:cTn>
                                            <p:tgtEl>
                                              <p:spTgt spid="5189"/>
                                            </p:tgtEl>
                                            <p:attrNameLst>
                                              <p:attrName>style.visibility</p:attrName>
                                            </p:attrNameLst>
                                          </p:cBhvr>
                                          <p:to>
                                            <p:strVal val="visible"/>
                                          </p:to>
                                        </p:set>
                                        <p:anim calcmode="lin" valueType="num" p14:bounceEnd="67000">
                                          <p:cBhvr additive="base">
                                            <p:cTn id="11" dur="1000" fill="hold"/>
                                            <p:tgtEl>
                                              <p:spTgt spid="5189"/>
                                            </p:tgtEl>
                                            <p:attrNameLst>
                                              <p:attrName>ppt_x</p:attrName>
                                            </p:attrNameLst>
                                          </p:cBhvr>
                                          <p:tavLst>
                                            <p:tav tm="0">
                                              <p:val>
                                                <p:strVal val="1+#ppt_w/2"/>
                                              </p:val>
                                            </p:tav>
                                            <p:tav tm="100000">
                                              <p:val>
                                                <p:strVal val="#ppt_x"/>
                                              </p:val>
                                            </p:tav>
                                          </p:tavLst>
                                        </p:anim>
                                        <p:anim calcmode="lin" valueType="num" p14:bounceEnd="67000">
                                          <p:cBhvr additive="base">
                                            <p:cTn id="12" dur="1000" fill="hold"/>
                                            <p:tgtEl>
                                              <p:spTgt spid="5189"/>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67000">
                                      <p:stCondLst>
                                        <p:cond delay="500"/>
                                      </p:stCondLst>
                                      <p:childTnLst>
                                        <p:set>
                                          <p:cBhvr>
                                            <p:cTn id="14" dur="1" fill="hold">
                                              <p:stCondLst>
                                                <p:cond delay="0"/>
                                              </p:stCondLst>
                                            </p:cTn>
                                            <p:tgtEl>
                                              <p:spTgt spid="5192"/>
                                            </p:tgtEl>
                                            <p:attrNameLst>
                                              <p:attrName>style.visibility</p:attrName>
                                            </p:attrNameLst>
                                          </p:cBhvr>
                                          <p:to>
                                            <p:strVal val="visible"/>
                                          </p:to>
                                        </p:set>
                                        <p:anim calcmode="lin" valueType="num" p14:bounceEnd="67000">
                                          <p:cBhvr additive="base">
                                            <p:cTn id="15" dur="1000" fill="hold"/>
                                            <p:tgtEl>
                                              <p:spTgt spid="5192"/>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5192"/>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14:presetBounceEnd="67000">
                                      <p:stCondLst>
                                        <p:cond delay="750"/>
                                      </p:stCondLst>
                                      <p:childTnLst>
                                        <p:set>
                                          <p:cBhvr>
                                            <p:cTn id="18" dur="1" fill="hold">
                                              <p:stCondLst>
                                                <p:cond delay="0"/>
                                              </p:stCondLst>
                                            </p:cTn>
                                            <p:tgtEl>
                                              <p:spTgt spid="5193"/>
                                            </p:tgtEl>
                                            <p:attrNameLst>
                                              <p:attrName>style.visibility</p:attrName>
                                            </p:attrNameLst>
                                          </p:cBhvr>
                                          <p:to>
                                            <p:strVal val="visible"/>
                                          </p:to>
                                        </p:set>
                                        <p:anim calcmode="lin" valueType="num" p14:bounceEnd="67000">
                                          <p:cBhvr additive="base">
                                            <p:cTn id="19" dur="1000" fill="hold"/>
                                            <p:tgtEl>
                                              <p:spTgt spid="5193"/>
                                            </p:tgtEl>
                                            <p:attrNameLst>
                                              <p:attrName>ppt_x</p:attrName>
                                            </p:attrNameLst>
                                          </p:cBhvr>
                                          <p:tavLst>
                                            <p:tav tm="0">
                                              <p:val>
                                                <p:strVal val="1+#ppt_w/2"/>
                                              </p:val>
                                            </p:tav>
                                            <p:tav tm="100000">
                                              <p:val>
                                                <p:strVal val="#ppt_x"/>
                                              </p:val>
                                            </p:tav>
                                          </p:tavLst>
                                        </p:anim>
                                        <p:anim calcmode="lin" valueType="num" p14:bounceEnd="67000">
                                          <p:cBhvr additive="base">
                                            <p:cTn id="20" dur="1000" fill="hold"/>
                                            <p:tgtEl>
                                              <p:spTgt spid="5193"/>
                                            </p:tgtEl>
                                            <p:attrNameLst>
                                              <p:attrName>ppt_y</p:attrName>
                                            </p:attrNameLst>
                                          </p:cBhvr>
                                          <p:tavLst>
                                            <p:tav tm="0">
                                              <p:val>
                                                <p:strVal val="#ppt_y"/>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5194"/>
                                            </p:tgtEl>
                                            <p:attrNameLst>
                                              <p:attrName>style.visibility</p:attrName>
                                            </p:attrNameLst>
                                          </p:cBhvr>
                                          <p:to>
                                            <p:strVal val="visible"/>
                                          </p:to>
                                        </p:set>
                                        <p:anim calcmode="lin" valueType="num">
                                          <p:cBhvr>
                                            <p:cTn id="23" dur="750" fill="hold"/>
                                            <p:tgtEl>
                                              <p:spTgt spid="5194"/>
                                            </p:tgtEl>
                                            <p:attrNameLst>
                                              <p:attrName>ppt_w</p:attrName>
                                            </p:attrNameLst>
                                          </p:cBhvr>
                                          <p:tavLst>
                                            <p:tav tm="0">
                                              <p:val>
                                                <p:fltVal val="0"/>
                                              </p:val>
                                            </p:tav>
                                            <p:tav tm="100000">
                                              <p:val>
                                                <p:strVal val="#ppt_w"/>
                                              </p:val>
                                            </p:tav>
                                          </p:tavLst>
                                        </p:anim>
                                        <p:anim calcmode="lin" valueType="num">
                                          <p:cBhvr>
                                            <p:cTn id="24" dur="750" fill="hold"/>
                                            <p:tgtEl>
                                              <p:spTgt spid="5194"/>
                                            </p:tgtEl>
                                            <p:attrNameLst>
                                              <p:attrName>ppt_h</p:attrName>
                                            </p:attrNameLst>
                                          </p:cBhvr>
                                          <p:tavLst>
                                            <p:tav tm="0">
                                              <p:val>
                                                <p:fltVal val="0"/>
                                              </p:val>
                                            </p:tav>
                                            <p:tav tm="100000">
                                              <p:val>
                                                <p:strVal val="#ppt_h"/>
                                              </p:val>
                                            </p:tav>
                                          </p:tavLst>
                                        </p:anim>
                                        <p:animEffect transition="in" filter="fade">
                                          <p:cBhvr>
                                            <p:cTn id="25" dur="750"/>
                                            <p:tgtEl>
                                              <p:spTgt spid="5194"/>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134"/>
                                            </p:tgtEl>
                                            <p:attrNameLst>
                                              <p:attrName>style.visibility</p:attrName>
                                            </p:attrNameLst>
                                          </p:cBhvr>
                                          <p:to>
                                            <p:strVal val="visible"/>
                                          </p:to>
                                        </p:set>
                                        <p:anim calcmode="lin" valueType="num">
                                          <p:cBhvr>
                                            <p:cTn id="28" dur="750" fill="hold"/>
                                            <p:tgtEl>
                                              <p:spTgt spid="134"/>
                                            </p:tgtEl>
                                            <p:attrNameLst>
                                              <p:attrName>ppt_w</p:attrName>
                                            </p:attrNameLst>
                                          </p:cBhvr>
                                          <p:tavLst>
                                            <p:tav tm="0">
                                              <p:val>
                                                <p:fltVal val="0"/>
                                              </p:val>
                                            </p:tav>
                                            <p:tav tm="100000">
                                              <p:val>
                                                <p:strVal val="#ppt_w"/>
                                              </p:val>
                                            </p:tav>
                                          </p:tavLst>
                                        </p:anim>
                                        <p:anim calcmode="lin" valueType="num">
                                          <p:cBhvr>
                                            <p:cTn id="29" dur="750" fill="hold"/>
                                            <p:tgtEl>
                                              <p:spTgt spid="134"/>
                                            </p:tgtEl>
                                            <p:attrNameLst>
                                              <p:attrName>ppt_h</p:attrName>
                                            </p:attrNameLst>
                                          </p:cBhvr>
                                          <p:tavLst>
                                            <p:tav tm="0">
                                              <p:val>
                                                <p:fltVal val="0"/>
                                              </p:val>
                                            </p:tav>
                                            <p:tav tm="100000">
                                              <p:val>
                                                <p:strVal val="#ppt_h"/>
                                              </p:val>
                                            </p:tav>
                                          </p:tavLst>
                                        </p:anim>
                                        <p:animEffect transition="in" filter="fade">
                                          <p:cBhvr>
                                            <p:cTn id="30" dur="750"/>
                                            <p:tgtEl>
                                              <p:spTgt spid="134"/>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135"/>
                                            </p:tgtEl>
                                            <p:attrNameLst>
                                              <p:attrName>style.visibility</p:attrName>
                                            </p:attrNameLst>
                                          </p:cBhvr>
                                          <p:to>
                                            <p:strVal val="visible"/>
                                          </p:to>
                                        </p:set>
                                        <p:anim calcmode="lin" valueType="num">
                                          <p:cBhvr>
                                            <p:cTn id="33" dur="750" fill="hold"/>
                                            <p:tgtEl>
                                              <p:spTgt spid="135"/>
                                            </p:tgtEl>
                                            <p:attrNameLst>
                                              <p:attrName>ppt_w</p:attrName>
                                            </p:attrNameLst>
                                          </p:cBhvr>
                                          <p:tavLst>
                                            <p:tav tm="0">
                                              <p:val>
                                                <p:fltVal val="0"/>
                                              </p:val>
                                            </p:tav>
                                            <p:tav tm="100000">
                                              <p:val>
                                                <p:strVal val="#ppt_w"/>
                                              </p:val>
                                            </p:tav>
                                          </p:tavLst>
                                        </p:anim>
                                        <p:anim calcmode="lin" valueType="num">
                                          <p:cBhvr>
                                            <p:cTn id="34" dur="750" fill="hold"/>
                                            <p:tgtEl>
                                              <p:spTgt spid="135"/>
                                            </p:tgtEl>
                                            <p:attrNameLst>
                                              <p:attrName>ppt_h</p:attrName>
                                            </p:attrNameLst>
                                          </p:cBhvr>
                                          <p:tavLst>
                                            <p:tav tm="0">
                                              <p:val>
                                                <p:fltVal val="0"/>
                                              </p:val>
                                            </p:tav>
                                            <p:tav tm="100000">
                                              <p:val>
                                                <p:strVal val="#ppt_h"/>
                                              </p:val>
                                            </p:tav>
                                          </p:tavLst>
                                        </p:anim>
                                        <p:animEffect transition="in" filter="fade">
                                          <p:cBhvr>
                                            <p:cTn id="35" dur="750"/>
                                            <p:tgtEl>
                                              <p:spTgt spid="135"/>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136"/>
                                            </p:tgtEl>
                                            <p:attrNameLst>
                                              <p:attrName>style.visibility</p:attrName>
                                            </p:attrNameLst>
                                          </p:cBhvr>
                                          <p:to>
                                            <p:strVal val="visible"/>
                                          </p:to>
                                        </p:set>
                                        <p:anim calcmode="lin" valueType="num">
                                          <p:cBhvr>
                                            <p:cTn id="38" dur="750" fill="hold"/>
                                            <p:tgtEl>
                                              <p:spTgt spid="136"/>
                                            </p:tgtEl>
                                            <p:attrNameLst>
                                              <p:attrName>ppt_w</p:attrName>
                                            </p:attrNameLst>
                                          </p:cBhvr>
                                          <p:tavLst>
                                            <p:tav tm="0">
                                              <p:val>
                                                <p:fltVal val="0"/>
                                              </p:val>
                                            </p:tav>
                                            <p:tav tm="100000">
                                              <p:val>
                                                <p:strVal val="#ppt_w"/>
                                              </p:val>
                                            </p:tav>
                                          </p:tavLst>
                                        </p:anim>
                                        <p:anim calcmode="lin" valueType="num">
                                          <p:cBhvr>
                                            <p:cTn id="39" dur="750" fill="hold"/>
                                            <p:tgtEl>
                                              <p:spTgt spid="136"/>
                                            </p:tgtEl>
                                            <p:attrNameLst>
                                              <p:attrName>ppt_h</p:attrName>
                                            </p:attrNameLst>
                                          </p:cBhvr>
                                          <p:tavLst>
                                            <p:tav tm="0">
                                              <p:val>
                                                <p:fltVal val="0"/>
                                              </p:val>
                                            </p:tav>
                                            <p:tav tm="100000">
                                              <p:val>
                                                <p:strVal val="#ppt_h"/>
                                              </p:val>
                                            </p:tav>
                                          </p:tavLst>
                                        </p:anim>
                                        <p:animEffect transition="in" filter="fade">
                                          <p:cBhvr>
                                            <p:cTn id="40" dur="750"/>
                                            <p:tgtEl>
                                              <p:spTgt spid="136"/>
                                            </p:tgtEl>
                                          </p:cBhvr>
                                        </p:animEffect>
                                      </p:childTnLst>
                                    </p:cTn>
                                  </p:par>
                                  <p:par>
                                    <p:cTn id="41" presetID="10" presetClass="entr" presetSubtype="0" fill="hold" grpId="0" nodeType="withEffect">
                                      <p:stCondLst>
                                        <p:cond delay="500"/>
                                      </p:stCondLst>
                                      <p:childTnLst>
                                        <p:set>
                                          <p:cBhvr>
                                            <p:cTn id="42" dur="1" fill="hold">
                                              <p:stCondLst>
                                                <p:cond delay="0"/>
                                              </p:stCondLst>
                                            </p:cTn>
                                            <p:tgtEl>
                                              <p:spTgt spid="137"/>
                                            </p:tgtEl>
                                            <p:attrNameLst>
                                              <p:attrName>style.visibility</p:attrName>
                                            </p:attrNameLst>
                                          </p:cBhvr>
                                          <p:to>
                                            <p:strVal val="visible"/>
                                          </p:to>
                                        </p:set>
                                        <p:animEffect transition="in" filter="fade">
                                          <p:cBhvr>
                                            <p:cTn id="43" dur="750"/>
                                            <p:tgtEl>
                                              <p:spTgt spid="137"/>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5176"/>
                                            </p:tgtEl>
                                            <p:attrNameLst>
                                              <p:attrName>style.visibility</p:attrName>
                                            </p:attrNameLst>
                                          </p:cBhvr>
                                          <p:to>
                                            <p:strVal val="visible"/>
                                          </p:to>
                                        </p:set>
                                        <p:animEffect transition="in" filter="fade">
                                          <p:cBhvr>
                                            <p:cTn id="46" dur="750"/>
                                            <p:tgtEl>
                                              <p:spTgt spid="5176"/>
                                            </p:tgtEl>
                                          </p:cBhvr>
                                        </p:animEffect>
                                      </p:childTnLst>
                                    </p:cTn>
                                  </p:par>
                                  <p:par>
                                    <p:cTn id="47" presetID="10" presetClass="entr" presetSubtype="0" fill="hold" grpId="0" nodeType="withEffect">
                                      <p:stCondLst>
                                        <p:cond delay="750"/>
                                      </p:stCondLst>
                                      <p:childTnLst>
                                        <p:set>
                                          <p:cBhvr>
                                            <p:cTn id="48" dur="1" fill="hold">
                                              <p:stCondLst>
                                                <p:cond delay="0"/>
                                              </p:stCondLst>
                                            </p:cTn>
                                            <p:tgtEl>
                                              <p:spTgt spid="5177"/>
                                            </p:tgtEl>
                                            <p:attrNameLst>
                                              <p:attrName>style.visibility</p:attrName>
                                            </p:attrNameLst>
                                          </p:cBhvr>
                                          <p:to>
                                            <p:strVal val="visible"/>
                                          </p:to>
                                        </p:set>
                                        <p:animEffect transition="in" filter="fade">
                                          <p:cBhvr>
                                            <p:cTn id="49" dur="750"/>
                                            <p:tgtEl>
                                              <p:spTgt spid="5177"/>
                                            </p:tgtEl>
                                          </p:cBhvr>
                                        </p:animEffect>
                                      </p:childTnLst>
                                    </p:cTn>
                                  </p:par>
                                  <p:par>
                                    <p:cTn id="50" presetID="10" presetClass="entr" presetSubtype="0" fill="hold" grpId="0" nodeType="withEffect">
                                      <p:stCondLst>
                                        <p:cond delay="750"/>
                                      </p:stCondLst>
                                      <p:childTnLst>
                                        <p:set>
                                          <p:cBhvr>
                                            <p:cTn id="51" dur="1" fill="hold">
                                              <p:stCondLst>
                                                <p:cond delay="0"/>
                                              </p:stCondLst>
                                            </p:cTn>
                                            <p:tgtEl>
                                              <p:spTgt spid="138"/>
                                            </p:tgtEl>
                                            <p:attrNameLst>
                                              <p:attrName>style.visibility</p:attrName>
                                            </p:attrNameLst>
                                          </p:cBhvr>
                                          <p:to>
                                            <p:strVal val="visible"/>
                                          </p:to>
                                        </p:set>
                                        <p:animEffect transition="in" filter="fade">
                                          <p:cBhvr>
                                            <p:cTn id="52" dur="750"/>
                                            <p:tgtEl>
                                              <p:spTgt spid="138"/>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5178"/>
                                            </p:tgtEl>
                                            <p:attrNameLst>
                                              <p:attrName>style.visibility</p:attrName>
                                            </p:attrNameLst>
                                          </p:cBhvr>
                                          <p:to>
                                            <p:strVal val="visible"/>
                                          </p:to>
                                        </p:set>
                                        <p:animEffect transition="in" filter="fade">
                                          <p:cBhvr>
                                            <p:cTn id="55" dur="750"/>
                                            <p:tgtEl>
                                              <p:spTgt spid="5178"/>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139"/>
                                            </p:tgtEl>
                                            <p:attrNameLst>
                                              <p:attrName>style.visibility</p:attrName>
                                            </p:attrNameLst>
                                          </p:cBhvr>
                                          <p:to>
                                            <p:strVal val="visible"/>
                                          </p:to>
                                        </p:set>
                                        <p:animEffect transition="in" filter="fade">
                                          <p:cBhvr>
                                            <p:cTn id="58" dur="750"/>
                                            <p:tgtEl>
                                              <p:spTgt spid="139"/>
                                            </p:tgtEl>
                                          </p:cBhvr>
                                        </p:animEffect>
                                      </p:childTnLst>
                                    </p:cTn>
                                  </p:par>
                                  <p:par>
                                    <p:cTn id="59" presetID="10" presetClass="entr" presetSubtype="0" fill="hold" grpId="0" nodeType="withEffect">
                                      <p:stCondLst>
                                        <p:cond delay="1250"/>
                                      </p:stCondLst>
                                      <p:childTnLst>
                                        <p:set>
                                          <p:cBhvr>
                                            <p:cTn id="60" dur="1" fill="hold">
                                              <p:stCondLst>
                                                <p:cond delay="0"/>
                                              </p:stCondLst>
                                            </p:cTn>
                                            <p:tgtEl>
                                              <p:spTgt spid="5179"/>
                                            </p:tgtEl>
                                            <p:attrNameLst>
                                              <p:attrName>style.visibility</p:attrName>
                                            </p:attrNameLst>
                                          </p:cBhvr>
                                          <p:to>
                                            <p:strVal val="visible"/>
                                          </p:to>
                                        </p:set>
                                        <p:animEffect transition="in" filter="fade">
                                          <p:cBhvr>
                                            <p:cTn id="61" dur="750"/>
                                            <p:tgtEl>
                                              <p:spTgt spid="5179"/>
                                            </p:tgtEl>
                                          </p:cBhvr>
                                        </p:animEffect>
                                      </p:childTnLst>
                                    </p:cTn>
                                  </p:par>
                                  <p:par>
                                    <p:cTn id="62" presetID="10" presetClass="entr" presetSubtype="0" fill="hold" grpId="0" nodeType="withEffect">
                                      <p:stCondLst>
                                        <p:cond delay="1250"/>
                                      </p:stCondLst>
                                      <p:childTnLst>
                                        <p:set>
                                          <p:cBhvr>
                                            <p:cTn id="63" dur="1" fill="hold">
                                              <p:stCondLst>
                                                <p:cond delay="0"/>
                                              </p:stCondLst>
                                            </p:cTn>
                                            <p:tgtEl>
                                              <p:spTgt spid="140"/>
                                            </p:tgtEl>
                                            <p:attrNameLst>
                                              <p:attrName>style.visibility</p:attrName>
                                            </p:attrNameLst>
                                          </p:cBhvr>
                                          <p:to>
                                            <p:strVal val="visible"/>
                                          </p:to>
                                        </p:set>
                                        <p:animEffect transition="in" filter="fade">
                                          <p:cBhvr>
                                            <p:cTn id="64" dur="75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94" grpId="0"/>
          <p:bldP spid="134" grpId="0"/>
          <p:bldP spid="135" grpId="0"/>
          <p:bldP spid="136" grpId="0"/>
          <p:bldP spid="5176" grpId="0"/>
          <p:bldP spid="5177" grpId="0"/>
          <p:bldP spid="5178" grpId="0"/>
          <p:bldP spid="5179" grpId="0"/>
          <p:bldP spid="137" grpId="0"/>
          <p:bldP spid="138" grpId="0"/>
          <p:bldP spid="139" grpId="0"/>
          <p:bldP spid="14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190"/>
                                            </p:tgtEl>
                                            <p:attrNameLst>
                                              <p:attrName>style.visibility</p:attrName>
                                            </p:attrNameLst>
                                          </p:cBhvr>
                                          <p:to>
                                            <p:strVal val="visible"/>
                                          </p:to>
                                        </p:set>
                                        <p:anim calcmode="lin" valueType="num">
                                          <p:cBhvr additive="base">
                                            <p:cTn id="7" dur="1000" fill="hold"/>
                                            <p:tgtEl>
                                              <p:spTgt spid="5190"/>
                                            </p:tgtEl>
                                            <p:attrNameLst>
                                              <p:attrName>ppt_x</p:attrName>
                                            </p:attrNameLst>
                                          </p:cBhvr>
                                          <p:tavLst>
                                            <p:tav tm="0">
                                              <p:val>
                                                <p:strVal val="1+#ppt_w/2"/>
                                              </p:val>
                                            </p:tav>
                                            <p:tav tm="100000">
                                              <p:val>
                                                <p:strVal val="#ppt_x"/>
                                              </p:val>
                                            </p:tav>
                                          </p:tavLst>
                                        </p:anim>
                                        <p:anim calcmode="lin" valueType="num">
                                          <p:cBhvr additive="base">
                                            <p:cTn id="8" dur="1000" fill="hold"/>
                                            <p:tgtEl>
                                              <p:spTgt spid="519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250"/>
                                      </p:stCondLst>
                                      <p:childTnLst>
                                        <p:set>
                                          <p:cBhvr>
                                            <p:cTn id="10" dur="1" fill="hold">
                                              <p:stCondLst>
                                                <p:cond delay="0"/>
                                              </p:stCondLst>
                                            </p:cTn>
                                            <p:tgtEl>
                                              <p:spTgt spid="5189"/>
                                            </p:tgtEl>
                                            <p:attrNameLst>
                                              <p:attrName>style.visibility</p:attrName>
                                            </p:attrNameLst>
                                          </p:cBhvr>
                                          <p:to>
                                            <p:strVal val="visible"/>
                                          </p:to>
                                        </p:set>
                                        <p:anim calcmode="lin" valueType="num">
                                          <p:cBhvr additive="base">
                                            <p:cTn id="11" dur="1000" fill="hold"/>
                                            <p:tgtEl>
                                              <p:spTgt spid="5189"/>
                                            </p:tgtEl>
                                            <p:attrNameLst>
                                              <p:attrName>ppt_x</p:attrName>
                                            </p:attrNameLst>
                                          </p:cBhvr>
                                          <p:tavLst>
                                            <p:tav tm="0">
                                              <p:val>
                                                <p:strVal val="1+#ppt_w/2"/>
                                              </p:val>
                                            </p:tav>
                                            <p:tav tm="100000">
                                              <p:val>
                                                <p:strVal val="#ppt_x"/>
                                              </p:val>
                                            </p:tav>
                                          </p:tavLst>
                                        </p:anim>
                                        <p:anim calcmode="lin" valueType="num">
                                          <p:cBhvr additive="base">
                                            <p:cTn id="12" dur="1000" fill="hold"/>
                                            <p:tgtEl>
                                              <p:spTgt spid="5189"/>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500"/>
                                      </p:stCondLst>
                                      <p:childTnLst>
                                        <p:set>
                                          <p:cBhvr>
                                            <p:cTn id="14" dur="1" fill="hold">
                                              <p:stCondLst>
                                                <p:cond delay="0"/>
                                              </p:stCondLst>
                                            </p:cTn>
                                            <p:tgtEl>
                                              <p:spTgt spid="5192"/>
                                            </p:tgtEl>
                                            <p:attrNameLst>
                                              <p:attrName>style.visibility</p:attrName>
                                            </p:attrNameLst>
                                          </p:cBhvr>
                                          <p:to>
                                            <p:strVal val="visible"/>
                                          </p:to>
                                        </p:set>
                                        <p:anim calcmode="lin" valueType="num">
                                          <p:cBhvr additive="base">
                                            <p:cTn id="15" dur="1000" fill="hold"/>
                                            <p:tgtEl>
                                              <p:spTgt spid="5192"/>
                                            </p:tgtEl>
                                            <p:attrNameLst>
                                              <p:attrName>ppt_x</p:attrName>
                                            </p:attrNameLst>
                                          </p:cBhvr>
                                          <p:tavLst>
                                            <p:tav tm="0">
                                              <p:val>
                                                <p:strVal val="1+#ppt_w/2"/>
                                              </p:val>
                                            </p:tav>
                                            <p:tav tm="100000">
                                              <p:val>
                                                <p:strVal val="#ppt_x"/>
                                              </p:val>
                                            </p:tav>
                                          </p:tavLst>
                                        </p:anim>
                                        <p:anim calcmode="lin" valueType="num">
                                          <p:cBhvr additive="base">
                                            <p:cTn id="16" dur="1000" fill="hold"/>
                                            <p:tgtEl>
                                              <p:spTgt spid="5192"/>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750"/>
                                      </p:stCondLst>
                                      <p:childTnLst>
                                        <p:set>
                                          <p:cBhvr>
                                            <p:cTn id="18" dur="1" fill="hold">
                                              <p:stCondLst>
                                                <p:cond delay="0"/>
                                              </p:stCondLst>
                                            </p:cTn>
                                            <p:tgtEl>
                                              <p:spTgt spid="5193"/>
                                            </p:tgtEl>
                                            <p:attrNameLst>
                                              <p:attrName>style.visibility</p:attrName>
                                            </p:attrNameLst>
                                          </p:cBhvr>
                                          <p:to>
                                            <p:strVal val="visible"/>
                                          </p:to>
                                        </p:set>
                                        <p:anim calcmode="lin" valueType="num">
                                          <p:cBhvr additive="base">
                                            <p:cTn id="19" dur="1000" fill="hold"/>
                                            <p:tgtEl>
                                              <p:spTgt spid="5193"/>
                                            </p:tgtEl>
                                            <p:attrNameLst>
                                              <p:attrName>ppt_x</p:attrName>
                                            </p:attrNameLst>
                                          </p:cBhvr>
                                          <p:tavLst>
                                            <p:tav tm="0">
                                              <p:val>
                                                <p:strVal val="1+#ppt_w/2"/>
                                              </p:val>
                                            </p:tav>
                                            <p:tav tm="100000">
                                              <p:val>
                                                <p:strVal val="#ppt_x"/>
                                              </p:val>
                                            </p:tav>
                                          </p:tavLst>
                                        </p:anim>
                                        <p:anim calcmode="lin" valueType="num">
                                          <p:cBhvr additive="base">
                                            <p:cTn id="20" dur="1000" fill="hold"/>
                                            <p:tgtEl>
                                              <p:spTgt spid="5193"/>
                                            </p:tgtEl>
                                            <p:attrNameLst>
                                              <p:attrName>ppt_y</p:attrName>
                                            </p:attrNameLst>
                                          </p:cBhvr>
                                          <p:tavLst>
                                            <p:tav tm="0">
                                              <p:val>
                                                <p:strVal val="#ppt_y"/>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5194"/>
                                            </p:tgtEl>
                                            <p:attrNameLst>
                                              <p:attrName>style.visibility</p:attrName>
                                            </p:attrNameLst>
                                          </p:cBhvr>
                                          <p:to>
                                            <p:strVal val="visible"/>
                                          </p:to>
                                        </p:set>
                                        <p:anim calcmode="lin" valueType="num">
                                          <p:cBhvr>
                                            <p:cTn id="23" dur="750" fill="hold"/>
                                            <p:tgtEl>
                                              <p:spTgt spid="5194"/>
                                            </p:tgtEl>
                                            <p:attrNameLst>
                                              <p:attrName>ppt_w</p:attrName>
                                            </p:attrNameLst>
                                          </p:cBhvr>
                                          <p:tavLst>
                                            <p:tav tm="0">
                                              <p:val>
                                                <p:fltVal val="0"/>
                                              </p:val>
                                            </p:tav>
                                            <p:tav tm="100000">
                                              <p:val>
                                                <p:strVal val="#ppt_w"/>
                                              </p:val>
                                            </p:tav>
                                          </p:tavLst>
                                        </p:anim>
                                        <p:anim calcmode="lin" valueType="num">
                                          <p:cBhvr>
                                            <p:cTn id="24" dur="750" fill="hold"/>
                                            <p:tgtEl>
                                              <p:spTgt spid="5194"/>
                                            </p:tgtEl>
                                            <p:attrNameLst>
                                              <p:attrName>ppt_h</p:attrName>
                                            </p:attrNameLst>
                                          </p:cBhvr>
                                          <p:tavLst>
                                            <p:tav tm="0">
                                              <p:val>
                                                <p:fltVal val="0"/>
                                              </p:val>
                                            </p:tav>
                                            <p:tav tm="100000">
                                              <p:val>
                                                <p:strVal val="#ppt_h"/>
                                              </p:val>
                                            </p:tav>
                                          </p:tavLst>
                                        </p:anim>
                                        <p:animEffect transition="in" filter="fade">
                                          <p:cBhvr>
                                            <p:cTn id="25" dur="750"/>
                                            <p:tgtEl>
                                              <p:spTgt spid="5194"/>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134"/>
                                            </p:tgtEl>
                                            <p:attrNameLst>
                                              <p:attrName>style.visibility</p:attrName>
                                            </p:attrNameLst>
                                          </p:cBhvr>
                                          <p:to>
                                            <p:strVal val="visible"/>
                                          </p:to>
                                        </p:set>
                                        <p:anim calcmode="lin" valueType="num">
                                          <p:cBhvr>
                                            <p:cTn id="28" dur="750" fill="hold"/>
                                            <p:tgtEl>
                                              <p:spTgt spid="134"/>
                                            </p:tgtEl>
                                            <p:attrNameLst>
                                              <p:attrName>ppt_w</p:attrName>
                                            </p:attrNameLst>
                                          </p:cBhvr>
                                          <p:tavLst>
                                            <p:tav tm="0">
                                              <p:val>
                                                <p:fltVal val="0"/>
                                              </p:val>
                                            </p:tav>
                                            <p:tav tm="100000">
                                              <p:val>
                                                <p:strVal val="#ppt_w"/>
                                              </p:val>
                                            </p:tav>
                                          </p:tavLst>
                                        </p:anim>
                                        <p:anim calcmode="lin" valueType="num">
                                          <p:cBhvr>
                                            <p:cTn id="29" dur="750" fill="hold"/>
                                            <p:tgtEl>
                                              <p:spTgt spid="134"/>
                                            </p:tgtEl>
                                            <p:attrNameLst>
                                              <p:attrName>ppt_h</p:attrName>
                                            </p:attrNameLst>
                                          </p:cBhvr>
                                          <p:tavLst>
                                            <p:tav tm="0">
                                              <p:val>
                                                <p:fltVal val="0"/>
                                              </p:val>
                                            </p:tav>
                                            <p:tav tm="100000">
                                              <p:val>
                                                <p:strVal val="#ppt_h"/>
                                              </p:val>
                                            </p:tav>
                                          </p:tavLst>
                                        </p:anim>
                                        <p:animEffect transition="in" filter="fade">
                                          <p:cBhvr>
                                            <p:cTn id="30" dur="750"/>
                                            <p:tgtEl>
                                              <p:spTgt spid="134"/>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135"/>
                                            </p:tgtEl>
                                            <p:attrNameLst>
                                              <p:attrName>style.visibility</p:attrName>
                                            </p:attrNameLst>
                                          </p:cBhvr>
                                          <p:to>
                                            <p:strVal val="visible"/>
                                          </p:to>
                                        </p:set>
                                        <p:anim calcmode="lin" valueType="num">
                                          <p:cBhvr>
                                            <p:cTn id="33" dur="750" fill="hold"/>
                                            <p:tgtEl>
                                              <p:spTgt spid="135"/>
                                            </p:tgtEl>
                                            <p:attrNameLst>
                                              <p:attrName>ppt_w</p:attrName>
                                            </p:attrNameLst>
                                          </p:cBhvr>
                                          <p:tavLst>
                                            <p:tav tm="0">
                                              <p:val>
                                                <p:fltVal val="0"/>
                                              </p:val>
                                            </p:tav>
                                            <p:tav tm="100000">
                                              <p:val>
                                                <p:strVal val="#ppt_w"/>
                                              </p:val>
                                            </p:tav>
                                          </p:tavLst>
                                        </p:anim>
                                        <p:anim calcmode="lin" valueType="num">
                                          <p:cBhvr>
                                            <p:cTn id="34" dur="750" fill="hold"/>
                                            <p:tgtEl>
                                              <p:spTgt spid="135"/>
                                            </p:tgtEl>
                                            <p:attrNameLst>
                                              <p:attrName>ppt_h</p:attrName>
                                            </p:attrNameLst>
                                          </p:cBhvr>
                                          <p:tavLst>
                                            <p:tav tm="0">
                                              <p:val>
                                                <p:fltVal val="0"/>
                                              </p:val>
                                            </p:tav>
                                            <p:tav tm="100000">
                                              <p:val>
                                                <p:strVal val="#ppt_h"/>
                                              </p:val>
                                            </p:tav>
                                          </p:tavLst>
                                        </p:anim>
                                        <p:animEffect transition="in" filter="fade">
                                          <p:cBhvr>
                                            <p:cTn id="35" dur="750"/>
                                            <p:tgtEl>
                                              <p:spTgt spid="135"/>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136"/>
                                            </p:tgtEl>
                                            <p:attrNameLst>
                                              <p:attrName>style.visibility</p:attrName>
                                            </p:attrNameLst>
                                          </p:cBhvr>
                                          <p:to>
                                            <p:strVal val="visible"/>
                                          </p:to>
                                        </p:set>
                                        <p:anim calcmode="lin" valueType="num">
                                          <p:cBhvr>
                                            <p:cTn id="38" dur="750" fill="hold"/>
                                            <p:tgtEl>
                                              <p:spTgt spid="136"/>
                                            </p:tgtEl>
                                            <p:attrNameLst>
                                              <p:attrName>ppt_w</p:attrName>
                                            </p:attrNameLst>
                                          </p:cBhvr>
                                          <p:tavLst>
                                            <p:tav tm="0">
                                              <p:val>
                                                <p:fltVal val="0"/>
                                              </p:val>
                                            </p:tav>
                                            <p:tav tm="100000">
                                              <p:val>
                                                <p:strVal val="#ppt_w"/>
                                              </p:val>
                                            </p:tav>
                                          </p:tavLst>
                                        </p:anim>
                                        <p:anim calcmode="lin" valueType="num">
                                          <p:cBhvr>
                                            <p:cTn id="39" dur="750" fill="hold"/>
                                            <p:tgtEl>
                                              <p:spTgt spid="136"/>
                                            </p:tgtEl>
                                            <p:attrNameLst>
                                              <p:attrName>ppt_h</p:attrName>
                                            </p:attrNameLst>
                                          </p:cBhvr>
                                          <p:tavLst>
                                            <p:tav tm="0">
                                              <p:val>
                                                <p:fltVal val="0"/>
                                              </p:val>
                                            </p:tav>
                                            <p:tav tm="100000">
                                              <p:val>
                                                <p:strVal val="#ppt_h"/>
                                              </p:val>
                                            </p:tav>
                                          </p:tavLst>
                                        </p:anim>
                                        <p:animEffect transition="in" filter="fade">
                                          <p:cBhvr>
                                            <p:cTn id="40" dur="750"/>
                                            <p:tgtEl>
                                              <p:spTgt spid="136"/>
                                            </p:tgtEl>
                                          </p:cBhvr>
                                        </p:animEffect>
                                      </p:childTnLst>
                                    </p:cTn>
                                  </p:par>
                                  <p:par>
                                    <p:cTn id="41" presetID="10" presetClass="entr" presetSubtype="0" fill="hold" grpId="0" nodeType="withEffect">
                                      <p:stCondLst>
                                        <p:cond delay="500"/>
                                      </p:stCondLst>
                                      <p:childTnLst>
                                        <p:set>
                                          <p:cBhvr>
                                            <p:cTn id="42" dur="1" fill="hold">
                                              <p:stCondLst>
                                                <p:cond delay="0"/>
                                              </p:stCondLst>
                                            </p:cTn>
                                            <p:tgtEl>
                                              <p:spTgt spid="137"/>
                                            </p:tgtEl>
                                            <p:attrNameLst>
                                              <p:attrName>style.visibility</p:attrName>
                                            </p:attrNameLst>
                                          </p:cBhvr>
                                          <p:to>
                                            <p:strVal val="visible"/>
                                          </p:to>
                                        </p:set>
                                        <p:animEffect transition="in" filter="fade">
                                          <p:cBhvr>
                                            <p:cTn id="43" dur="750"/>
                                            <p:tgtEl>
                                              <p:spTgt spid="137"/>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5176"/>
                                            </p:tgtEl>
                                            <p:attrNameLst>
                                              <p:attrName>style.visibility</p:attrName>
                                            </p:attrNameLst>
                                          </p:cBhvr>
                                          <p:to>
                                            <p:strVal val="visible"/>
                                          </p:to>
                                        </p:set>
                                        <p:animEffect transition="in" filter="fade">
                                          <p:cBhvr>
                                            <p:cTn id="46" dur="750"/>
                                            <p:tgtEl>
                                              <p:spTgt spid="5176"/>
                                            </p:tgtEl>
                                          </p:cBhvr>
                                        </p:animEffect>
                                      </p:childTnLst>
                                    </p:cTn>
                                  </p:par>
                                  <p:par>
                                    <p:cTn id="47" presetID="10" presetClass="entr" presetSubtype="0" fill="hold" grpId="0" nodeType="withEffect">
                                      <p:stCondLst>
                                        <p:cond delay="750"/>
                                      </p:stCondLst>
                                      <p:childTnLst>
                                        <p:set>
                                          <p:cBhvr>
                                            <p:cTn id="48" dur="1" fill="hold">
                                              <p:stCondLst>
                                                <p:cond delay="0"/>
                                              </p:stCondLst>
                                            </p:cTn>
                                            <p:tgtEl>
                                              <p:spTgt spid="5177"/>
                                            </p:tgtEl>
                                            <p:attrNameLst>
                                              <p:attrName>style.visibility</p:attrName>
                                            </p:attrNameLst>
                                          </p:cBhvr>
                                          <p:to>
                                            <p:strVal val="visible"/>
                                          </p:to>
                                        </p:set>
                                        <p:animEffect transition="in" filter="fade">
                                          <p:cBhvr>
                                            <p:cTn id="49" dur="750"/>
                                            <p:tgtEl>
                                              <p:spTgt spid="5177"/>
                                            </p:tgtEl>
                                          </p:cBhvr>
                                        </p:animEffect>
                                      </p:childTnLst>
                                    </p:cTn>
                                  </p:par>
                                  <p:par>
                                    <p:cTn id="50" presetID="10" presetClass="entr" presetSubtype="0" fill="hold" grpId="0" nodeType="withEffect">
                                      <p:stCondLst>
                                        <p:cond delay="750"/>
                                      </p:stCondLst>
                                      <p:childTnLst>
                                        <p:set>
                                          <p:cBhvr>
                                            <p:cTn id="51" dur="1" fill="hold">
                                              <p:stCondLst>
                                                <p:cond delay="0"/>
                                              </p:stCondLst>
                                            </p:cTn>
                                            <p:tgtEl>
                                              <p:spTgt spid="138"/>
                                            </p:tgtEl>
                                            <p:attrNameLst>
                                              <p:attrName>style.visibility</p:attrName>
                                            </p:attrNameLst>
                                          </p:cBhvr>
                                          <p:to>
                                            <p:strVal val="visible"/>
                                          </p:to>
                                        </p:set>
                                        <p:animEffect transition="in" filter="fade">
                                          <p:cBhvr>
                                            <p:cTn id="52" dur="750"/>
                                            <p:tgtEl>
                                              <p:spTgt spid="138"/>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5178"/>
                                            </p:tgtEl>
                                            <p:attrNameLst>
                                              <p:attrName>style.visibility</p:attrName>
                                            </p:attrNameLst>
                                          </p:cBhvr>
                                          <p:to>
                                            <p:strVal val="visible"/>
                                          </p:to>
                                        </p:set>
                                        <p:animEffect transition="in" filter="fade">
                                          <p:cBhvr>
                                            <p:cTn id="55" dur="750"/>
                                            <p:tgtEl>
                                              <p:spTgt spid="5178"/>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139"/>
                                            </p:tgtEl>
                                            <p:attrNameLst>
                                              <p:attrName>style.visibility</p:attrName>
                                            </p:attrNameLst>
                                          </p:cBhvr>
                                          <p:to>
                                            <p:strVal val="visible"/>
                                          </p:to>
                                        </p:set>
                                        <p:animEffect transition="in" filter="fade">
                                          <p:cBhvr>
                                            <p:cTn id="58" dur="750"/>
                                            <p:tgtEl>
                                              <p:spTgt spid="139"/>
                                            </p:tgtEl>
                                          </p:cBhvr>
                                        </p:animEffect>
                                      </p:childTnLst>
                                    </p:cTn>
                                  </p:par>
                                  <p:par>
                                    <p:cTn id="59" presetID="10" presetClass="entr" presetSubtype="0" fill="hold" grpId="0" nodeType="withEffect">
                                      <p:stCondLst>
                                        <p:cond delay="1250"/>
                                      </p:stCondLst>
                                      <p:childTnLst>
                                        <p:set>
                                          <p:cBhvr>
                                            <p:cTn id="60" dur="1" fill="hold">
                                              <p:stCondLst>
                                                <p:cond delay="0"/>
                                              </p:stCondLst>
                                            </p:cTn>
                                            <p:tgtEl>
                                              <p:spTgt spid="5179"/>
                                            </p:tgtEl>
                                            <p:attrNameLst>
                                              <p:attrName>style.visibility</p:attrName>
                                            </p:attrNameLst>
                                          </p:cBhvr>
                                          <p:to>
                                            <p:strVal val="visible"/>
                                          </p:to>
                                        </p:set>
                                        <p:animEffect transition="in" filter="fade">
                                          <p:cBhvr>
                                            <p:cTn id="61" dur="750"/>
                                            <p:tgtEl>
                                              <p:spTgt spid="5179"/>
                                            </p:tgtEl>
                                          </p:cBhvr>
                                        </p:animEffect>
                                      </p:childTnLst>
                                    </p:cTn>
                                  </p:par>
                                  <p:par>
                                    <p:cTn id="62" presetID="10" presetClass="entr" presetSubtype="0" fill="hold" grpId="0" nodeType="withEffect">
                                      <p:stCondLst>
                                        <p:cond delay="1250"/>
                                      </p:stCondLst>
                                      <p:childTnLst>
                                        <p:set>
                                          <p:cBhvr>
                                            <p:cTn id="63" dur="1" fill="hold">
                                              <p:stCondLst>
                                                <p:cond delay="0"/>
                                              </p:stCondLst>
                                            </p:cTn>
                                            <p:tgtEl>
                                              <p:spTgt spid="140"/>
                                            </p:tgtEl>
                                            <p:attrNameLst>
                                              <p:attrName>style.visibility</p:attrName>
                                            </p:attrNameLst>
                                          </p:cBhvr>
                                          <p:to>
                                            <p:strVal val="visible"/>
                                          </p:to>
                                        </p:set>
                                        <p:animEffect transition="in" filter="fade">
                                          <p:cBhvr>
                                            <p:cTn id="64" dur="75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94" grpId="0"/>
          <p:bldP spid="134" grpId="0"/>
          <p:bldP spid="135" grpId="0"/>
          <p:bldP spid="136" grpId="0"/>
          <p:bldP spid="5176" grpId="0"/>
          <p:bldP spid="5177" grpId="0"/>
          <p:bldP spid="5178" grpId="0"/>
          <p:bldP spid="5179" grpId="0"/>
          <p:bldP spid="137" grpId="0"/>
          <p:bldP spid="138" grpId="0"/>
          <p:bldP spid="139" grpId="0"/>
          <p:bldP spid="140" grpId="0"/>
        </p:bldLst>
      </p:timing>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a:extLst>
              <a:ext uri="{FF2B5EF4-FFF2-40B4-BE49-F238E27FC236}">
                <a16:creationId xmlns:a16="http://schemas.microsoft.com/office/drawing/2014/main" id="{1F7EEB08-8EFD-4585-8C63-8836F72489C2}"/>
              </a:ext>
            </a:extLst>
          </p:cNvPr>
          <p:cNvSpPr>
            <a:spLocks/>
          </p:cNvSpPr>
          <p:nvPr/>
        </p:nvSpPr>
        <p:spPr bwMode="auto">
          <a:xfrm>
            <a:off x="2640013" y="915988"/>
            <a:ext cx="2306638" cy="2676525"/>
          </a:xfrm>
          <a:custGeom>
            <a:avLst/>
            <a:gdLst>
              <a:gd name="T0" fmla="*/ 1436 w 1453"/>
              <a:gd name="T1" fmla="*/ 1299 h 1686"/>
              <a:gd name="T2" fmla="*/ 492 w 1453"/>
              <a:gd name="T3" fmla="*/ 1686 h 1686"/>
              <a:gd name="T4" fmla="*/ 0 w 1453"/>
              <a:gd name="T5" fmla="*/ 468 h 1686"/>
              <a:gd name="T6" fmla="*/ 1130 w 1453"/>
              <a:gd name="T7" fmla="*/ 0 h 1686"/>
              <a:gd name="T8" fmla="*/ 1192 w 1453"/>
              <a:gd name="T9" fmla="*/ 515 h 1686"/>
              <a:gd name="T10" fmla="*/ 1111 w 1453"/>
              <a:gd name="T11" fmla="*/ 746 h 1686"/>
              <a:gd name="T12" fmla="*/ 1306 w 1453"/>
              <a:gd name="T13" fmla="*/ 898 h 1686"/>
              <a:gd name="T14" fmla="*/ 1443 w 1453"/>
              <a:gd name="T15" fmla="*/ 1271 h 1686"/>
              <a:gd name="T16" fmla="*/ 1453 w 1453"/>
              <a:gd name="T17" fmla="*/ 1292 h 1686"/>
              <a:gd name="T18" fmla="*/ 1436 w 1453"/>
              <a:gd name="T19" fmla="*/ 1299 h 1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3" h="1686">
                <a:moveTo>
                  <a:pt x="1436" y="1299"/>
                </a:moveTo>
                <a:lnTo>
                  <a:pt x="492" y="1686"/>
                </a:lnTo>
                <a:lnTo>
                  <a:pt x="0" y="468"/>
                </a:lnTo>
                <a:lnTo>
                  <a:pt x="1130" y="0"/>
                </a:lnTo>
                <a:lnTo>
                  <a:pt x="1192" y="515"/>
                </a:lnTo>
                <a:lnTo>
                  <a:pt x="1111" y="746"/>
                </a:lnTo>
                <a:lnTo>
                  <a:pt x="1306" y="898"/>
                </a:lnTo>
                <a:lnTo>
                  <a:pt x="1443" y="1271"/>
                </a:lnTo>
                <a:lnTo>
                  <a:pt x="1453" y="1292"/>
                </a:lnTo>
                <a:lnTo>
                  <a:pt x="1436" y="129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A86FA0F0-F74A-4A34-868E-7EC7C6616A1C}"/>
              </a:ext>
            </a:extLst>
          </p:cNvPr>
          <p:cNvGrpSpPr/>
          <p:nvPr/>
        </p:nvGrpSpPr>
        <p:grpSpPr>
          <a:xfrm>
            <a:off x="2640013" y="889000"/>
            <a:ext cx="2592388" cy="2703513"/>
            <a:chOff x="2640013" y="889000"/>
            <a:chExt cx="2592388" cy="2703513"/>
          </a:xfrm>
        </p:grpSpPr>
        <p:sp>
          <p:nvSpPr>
            <p:cNvPr id="6" name="Freeform 5">
              <a:extLst>
                <a:ext uri="{FF2B5EF4-FFF2-40B4-BE49-F238E27FC236}">
                  <a16:creationId xmlns:a16="http://schemas.microsoft.com/office/drawing/2014/main" id="{9B8FBE58-656E-426F-80B0-203510E63824}"/>
                </a:ext>
              </a:extLst>
            </p:cNvPr>
            <p:cNvSpPr>
              <a:spLocks/>
            </p:cNvSpPr>
            <p:nvPr/>
          </p:nvSpPr>
          <p:spPr bwMode="auto">
            <a:xfrm>
              <a:off x="2640013" y="915988"/>
              <a:ext cx="2306638" cy="2676525"/>
            </a:xfrm>
            <a:custGeom>
              <a:avLst/>
              <a:gdLst>
                <a:gd name="T0" fmla="*/ 1436 w 1453"/>
                <a:gd name="T1" fmla="*/ 1299 h 1686"/>
                <a:gd name="T2" fmla="*/ 492 w 1453"/>
                <a:gd name="T3" fmla="*/ 1686 h 1686"/>
                <a:gd name="T4" fmla="*/ 0 w 1453"/>
                <a:gd name="T5" fmla="*/ 468 h 1686"/>
                <a:gd name="T6" fmla="*/ 1130 w 1453"/>
                <a:gd name="T7" fmla="*/ 0 h 1686"/>
                <a:gd name="T8" fmla="*/ 1192 w 1453"/>
                <a:gd name="T9" fmla="*/ 515 h 1686"/>
                <a:gd name="T10" fmla="*/ 1111 w 1453"/>
                <a:gd name="T11" fmla="*/ 746 h 1686"/>
                <a:gd name="T12" fmla="*/ 1306 w 1453"/>
                <a:gd name="T13" fmla="*/ 898 h 1686"/>
                <a:gd name="T14" fmla="*/ 1443 w 1453"/>
                <a:gd name="T15" fmla="*/ 1271 h 1686"/>
                <a:gd name="T16" fmla="*/ 1453 w 1453"/>
                <a:gd name="T17" fmla="*/ 1292 h 1686"/>
                <a:gd name="T18" fmla="*/ 1436 w 1453"/>
                <a:gd name="T19" fmla="*/ 1299 h 1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3" h="1686">
                  <a:moveTo>
                    <a:pt x="1436" y="1299"/>
                  </a:moveTo>
                  <a:lnTo>
                    <a:pt x="492" y="1686"/>
                  </a:lnTo>
                  <a:lnTo>
                    <a:pt x="0" y="468"/>
                  </a:lnTo>
                  <a:lnTo>
                    <a:pt x="1130" y="0"/>
                  </a:lnTo>
                  <a:lnTo>
                    <a:pt x="1192" y="515"/>
                  </a:lnTo>
                  <a:lnTo>
                    <a:pt x="1111" y="746"/>
                  </a:lnTo>
                  <a:lnTo>
                    <a:pt x="1306" y="898"/>
                  </a:lnTo>
                  <a:lnTo>
                    <a:pt x="1443" y="1271"/>
                  </a:lnTo>
                  <a:lnTo>
                    <a:pt x="1453" y="1292"/>
                  </a:lnTo>
                  <a:lnTo>
                    <a:pt x="1436" y="1299"/>
                  </a:lnTo>
                  <a:close/>
                </a:path>
              </a:pathLst>
            </a:custGeom>
            <a:gradFill flip="none" rotWithShape="1">
              <a:gsLst>
                <a:gs pos="0">
                  <a:srgbClr val="000000">
                    <a:alpha val="47000"/>
                  </a:srgbClr>
                </a:gs>
                <a:gs pos="57000">
                  <a:schemeClr val="bg2">
                    <a:alpha val="0"/>
                  </a:schemeClr>
                </a:gs>
              </a:gsLst>
              <a:lin ang="93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110" name="Group 109">
              <a:extLst>
                <a:ext uri="{FF2B5EF4-FFF2-40B4-BE49-F238E27FC236}">
                  <a16:creationId xmlns:a16="http://schemas.microsoft.com/office/drawing/2014/main" id="{AB715252-4C44-4FE8-ABEF-FB56303FEB09}"/>
                </a:ext>
              </a:extLst>
            </p:cNvPr>
            <p:cNvGrpSpPr/>
            <p:nvPr/>
          </p:nvGrpSpPr>
          <p:grpSpPr>
            <a:xfrm>
              <a:off x="3284538" y="889000"/>
              <a:ext cx="1947863" cy="2089150"/>
              <a:chOff x="3284538" y="889000"/>
              <a:chExt cx="1947863" cy="2089150"/>
            </a:xfrm>
          </p:grpSpPr>
          <p:sp>
            <p:nvSpPr>
              <p:cNvPr id="8" name="Freeform 7">
                <a:extLst>
                  <a:ext uri="{FF2B5EF4-FFF2-40B4-BE49-F238E27FC236}">
                    <a16:creationId xmlns:a16="http://schemas.microsoft.com/office/drawing/2014/main" id="{DB6CB5EF-8388-4E05-B61F-6C846F323777}"/>
                  </a:ext>
                </a:extLst>
              </p:cNvPr>
              <p:cNvSpPr>
                <a:spLocks/>
              </p:cNvSpPr>
              <p:nvPr/>
            </p:nvSpPr>
            <p:spPr bwMode="auto">
              <a:xfrm>
                <a:off x="3306763" y="2193925"/>
                <a:ext cx="196850" cy="358775"/>
              </a:xfrm>
              <a:custGeom>
                <a:avLst/>
                <a:gdLst>
                  <a:gd name="T0" fmla="*/ 29 w 52"/>
                  <a:gd name="T1" fmla="*/ 1 h 95"/>
                  <a:gd name="T2" fmla="*/ 20 w 52"/>
                  <a:gd name="T3" fmla="*/ 24 h 95"/>
                  <a:gd name="T4" fmla="*/ 14 w 52"/>
                  <a:gd name="T5" fmla="*/ 35 h 95"/>
                  <a:gd name="T6" fmla="*/ 2 w 52"/>
                  <a:gd name="T7" fmla="*/ 67 h 95"/>
                  <a:gd name="T8" fmla="*/ 0 w 52"/>
                  <a:gd name="T9" fmla="*/ 90 h 95"/>
                  <a:gd name="T10" fmla="*/ 8 w 52"/>
                  <a:gd name="T11" fmla="*/ 87 h 95"/>
                  <a:gd name="T12" fmla="*/ 15 w 52"/>
                  <a:gd name="T13" fmla="*/ 72 h 95"/>
                  <a:gd name="T14" fmla="*/ 21 w 52"/>
                  <a:gd name="T15" fmla="*/ 60 h 95"/>
                  <a:gd name="T16" fmla="*/ 25 w 52"/>
                  <a:gd name="T17" fmla="*/ 57 h 95"/>
                  <a:gd name="T18" fmla="*/ 42 w 52"/>
                  <a:gd name="T19" fmla="*/ 46 h 95"/>
                  <a:gd name="T20" fmla="*/ 38 w 52"/>
                  <a:gd name="T21" fmla="*/ 27 h 95"/>
                  <a:gd name="T22" fmla="*/ 44 w 52"/>
                  <a:gd name="T23" fmla="*/ 16 h 95"/>
                  <a:gd name="T24" fmla="*/ 51 w 52"/>
                  <a:gd name="T25" fmla="*/ 10 h 95"/>
                  <a:gd name="T26" fmla="*/ 29 w 52"/>
                  <a:gd name="T27" fmla="*/ 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95">
                    <a:moveTo>
                      <a:pt x="29" y="1"/>
                    </a:moveTo>
                    <a:cubicBezTo>
                      <a:pt x="20" y="24"/>
                      <a:pt x="20" y="24"/>
                      <a:pt x="20" y="24"/>
                    </a:cubicBezTo>
                    <a:cubicBezTo>
                      <a:pt x="19" y="25"/>
                      <a:pt x="17" y="31"/>
                      <a:pt x="14" y="35"/>
                    </a:cubicBezTo>
                    <a:cubicBezTo>
                      <a:pt x="12" y="38"/>
                      <a:pt x="6" y="47"/>
                      <a:pt x="2" y="67"/>
                    </a:cubicBezTo>
                    <a:cubicBezTo>
                      <a:pt x="1" y="74"/>
                      <a:pt x="0" y="81"/>
                      <a:pt x="0" y="90"/>
                    </a:cubicBezTo>
                    <a:cubicBezTo>
                      <a:pt x="0" y="90"/>
                      <a:pt x="3" y="95"/>
                      <a:pt x="8" y="87"/>
                    </a:cubicBezTo>
                    <a:cubicBezTo>
                      <a:pt x="10" y="84"/>
                      <a:pt x="13" y="77"/>
                      <a:pt x="15" y="72"/>
                    </a:cubicBezTo>
                    <a:cubicBezTo>
                      <a:pt x="17" y="66"/>
                      <a:pt x="19" y="62"/>
                      <a:pt x="21" y="60"/>
                    </a:cubicBezTo>
                    <a:cubicBezTo>
                      <a:pt x="22" y="59"/>
                      <a:pt x="24" y="58"/>
                      <a:pt x="25" y="57"/>
                    </a:cubicBezTo>
                    <a:cubicBezTo>
                      <a:pt x="31" y="54"/>
                      <a:pt x="40" y="50"/>
                      <a:pt x="42" y="46"/>
                    </a:cubicBezTo>
                    <a:cubicBezTo>
                      <a:pt x="44" y="41"/>
                      <a:pt x="38" y="30"/>
                      <a:pt x="38" y="27"/>
                    </a:cubicBezTo>
                    <a:cubicBezTo>
                      <a:pt x="38" y="24"/>
                      <a:pt x="44" y="16"/>
                      <a:pt x="44" y="16"/>
                    </a:cubicBezTo>
                    <a:cubicBezTo>
                      <a:pt x="45" y="16"/>
                      <a:pt x="49" y="15"/>
                      <a:pt x="51" y="10"/>
                    </a:cubicBezTo>
                    <a:cubicBezTo>
                      <a:pt x="52" y="8"/>
                      <a:pt x="38" y="0"/>
                      <a:pt x="29" y="1"/>
                    </a:cubicBezTo>
                    <a:close/>
                  </a:path>
                </a:pathLst>
              </a:custGeom>
              <a:solidFill>
                <a:srgbClr val="663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72624B04-1FAC-4DEF-B881-25F038E27FEC}"/>
                  </a:ext>
                </a:extLst>
              </p:cNvPr>
              <p:cNvSpPr>
                <a:spLocks/>
              </p:cNvSpPr>
              <p:nvPr/>
            </p:nvSpPr>
            <p:spPr bwMode="auto">
              <a:xfrm>
                <a:off x="3360738" y="2193925"/>
                <a:ext cx="47625" cy="93663"/>
              </a:xfrm>
              <a:custGeom>
                <a:avLst/>
                <a:gdLst>
                  <a:gd name="T0" fmla="*/ 19 w 30"/>
                  <a:gd name="T1" fmla="*/ 0 h 59"/>
                  <a:gd name="T2" fmla="*/ 0 w 30"/>
                  <a:gd name="T3" fmla="*/ 55 h 59"/>
                  <a:gd name="T4" fmla="*/ 11 w 30"/>
                  <a:gd name="T5" fmla="*/ 59 h 59"/>
                  <a:gd name="T6" fmla="*/ 30 w 30"/>
                  <a:gd name="T7" fmla="*/ 5 h 59"/>
                  <a:gd name="T8" fmla="*/ 19 w 30"/>
                  <a:gd name="T9" fmla="*/ 0 h 59"/>
                </a:gdLst>
                <a:ahLst/>
                <a:cxnLst>
                  <a:cxn ang="0">
                    <a:pos x="T0" y="T1"/>
                  </a:cxn>
                  <a:cxn ang="0">
                    <a:pos x="T2" y="T3"/>
                  </a:cxn>
                  <a:cxn ang="0">
                    <a:pos x="T4" y="T5"/>
                  </a:cxn>
                  <a:cxn ang="0">
                    <a:pos x="T6" y="T7"/>
                  </a:cxn>
                  <a:cxn ang="0">
                    <a:pos x="T8" y="T9"/>
                  </a:cxn>
                </a:cxnLst>
                <a:rect l="0" t="0" r="r" b="b"/>
                <a:pathLst>
                  <a:path w="30" h="59">
                    <a:moveTo>
                      <a:pt x="19" y="0"/>
                    </a:moveTo>
                    <a:lnTo>
                      <a:pt x="0" y="55"/>
                    </a:lnTo>
                    <a:lnTo>
                      <a:pt x="11" y="59"/>
                    </a:lnTo>
                    <a:lnTo>
                      <a:pt x="30" y="5"/>
                    </a:lnTo>
                    <a:lnTo>
                      <a:pt x="19" y="0"/>
                    </a:ln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5240B4AA-024F-4953-A3E2-85328C361DAA}"/>
                  </a:ext>
                </a:extLst>
              </p:cNvPr>
              <p:cNvSpPr>
                <a:spLocks/>
              </p:cNvSpPr>
              <p:nvPr/>
            </p:nvSpPr>
            <p:spPr bwMode="auto">
              <a:xfrm>
                <a:off x="3300413" y="2197100"/>
                <a:ext cx="115888" cy="336550"/>
              </a:xfrm>
              <a:custGeom>
                <a:avLst/>
                <a:gdLst>
                  <a:gd name="T0" fmla="*/ 16 w 31"/>
                  <a:gd name="T1" fmla="*/ 34 h 89"/>
                  <a:gd name="T2" fmla="*/ 2 w 31"/>
                  <a:gd name="T3" fmla="*/ 89 h 89"/>
                  <a:gd name="T4" fmla="*/ 0 w 31"/>
                  <a:gd name="T5" fmla="*/ 87 h 89"/>
                  <a:gd name="T6" fmla="*/ 15 w 31"/>
                  <a:gd name="T7" fmla="*/ 33 h 89"/>
                  <a:gd name="T8" fmla="*/ 20 w 31"/>
                  <a:gd name="T9" fmla="*/ 22 h 89"/>
                  <a:gd name="T10" fmla="*/ 29 w 31"/>
                  <a:gd name="T11" fmla="*/ 1 h 89"/>
                  <a:gd name="T12" fmla="*/ 31 w 31"/>
                  <a:gd name="T13" fmla="*/ 0 h 89"/>
                  <a:gd name="T14" fmla="*/ 22 w 31"/>
                  <a:gd name="T15" fmla="*/ 23 h 89"/>
                  <a:gd name="T16" fmla="*/ 16 w 31"/>
                  <a:gd name="T17" fmla="*/ 3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89">
                    <a:moveTo>
                      <a:pt x="16" y="34"/>
                    </a:moveTo>
                    <a:cubicBezTo>
                      <a:pt x="14" y="38"/>
                      <a:pt x="4" y="52"/>
                      <a:pt x="2" y="89"/>
                    </a:cubicBezTo>
                    <a:cubicBezTo>
                      <a:pt x="0" y="87"/>
                      <a:pt x="0" y="87"/>
                      <a:pt x="0" y="87"/>
                    </a:cubicBezTo>
                    <a:cubicBezTo>
                      <a:pt x="2" y="51"/>
                      <a:pt x="12" y="37"/>
                      <a:pt x="15" y="33"/>
                    </a:cubicBezTo>
                    <a:cubicBezTo>
                      <a:pt x="17" y="29"/>
                      <a:pt x="20" y="22"/>
                      <a:pt x="20" y="22"/>
                    </a:cubicBezTo>
                    <a:cubicBezTo>
                      <a:pt x="29" y="1"/>
                      <a:pt x="29" y="1"/>
                      <a:pt x="29" y="1"/>
                    </a:cubicBezTo>
                    <a:cubicBezTo>
                      <a:pt x="31" y="0"/>
                      <a:pt x="31" y="0"/>
                      <a:pt x="31" y="0"/>
                    </a:cubicBezTo>
                    <a:cubicBezTo>
                      <a:pt x="22" y="23"/>
                      <a:pt x="22" y="23"/>
                      <a:pt x="22" y="23"/>
                    </a:cubicBezTo>
                    <a:cubicBezTo>
                      <a:pt x="22" y="23"/>
                      <a:pt x="19" y="30"/>
                      <a:pt x="16" y="34"/>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EF25F091-C60B-475C-91B6-D876E1BE0D4B}"/>
                  </a:ext>
                </a:extLst>
              </p:cNvPr>
              <p:cNvSpPr>
                <a:spLocks/>
              </p:cNvSpPr>
              <p:nvPr/>
            </p:nvSpPr>
            <p:spPr bwMode="auto">
              <a:xfrm>
                <a:off x="3382963" y="2193925"/>
                <a:ext cx="120650" cy="214313"/>
              </a:xfrm>
              <a:custGeom>
                <a:avLst/>
                <a:gdLst>
                  <a:gd name="T0" fmla="*/ 9 w 32"/>
                  <a:gd name="T1" fmla="*/ 1 h 57"/>
                  <a:gd name="T2" fmla="*/ 0 w 32"/>
                  <a:gd name="T3" fmla="*/ 24 h 57"/>
                  <a:gd name="T4" fmla="*/ 0 w 32"/>
                  <a:gd name="T5" fmla="*/ 56 h 57"/>
                  <a:gd name="T6" fmla="*/ 5 w 32"/>
                  <a:gd name="T7" fmla="*/ 57 h 57"/>
                  <a:gd name="T8" fmla="*/ 22 w 32"/>
                  <a:gd name="T9" fmla="*/ 46 h 57"/>
                  <a:gd name="T10" fmla="*/ 18 w 32"/>
                  <a:gd name="T11" fmla="*/ 27 h 57"/>
                  <a:gd name="T12" fmla="*/ 24 w 32"/>
                  <a:gd name="T13" fmla="*/ 16 h 57"/>
                  <a:gd name="T14" fmla="*/ 31 w 32"/>
                  <a:gd name="T15" fmla="*/ 10 h 57"/>
                  <a:gd name="T16" fmla="*/ 9 w 32"/>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57">
                    <a:moveTo>
                      <a:pt x="9" y="1"/>
                    </a:moveTo>
                    <a:cubicBezTo>
                      <a:pt x="0" y="24"/>
                      <a:pt x="0" y="24"/>
                      <a:pt x="0" y="24"/>
                    </a:cubicBezTo>
                    <a:cubicBezTo>
                      <a:pt x="13" y="34"/>
                      <a:pt x="2" y="52"/>
                      <a:pt x="0" y="56"/>
                    </a:cubicBezTo>
                    <a:cubicBezTo>
                      <a:pt x="1" y="57"/>
                      <a:pt x="3" y="57"/>
                      <a:pt x="5" y="57"/>
                    </a:cubicBezTo>
                    <a:cubicBezTo>
                      <a:pt x="11" y="54"/>
                      <a:pt x="20" y="50"/>
                      <a:pt x="22" y="46"/>
                    </a:cubicBezTo>
                    <a:cubicBezTo>
                      <a:pt x="24" y="41"/>
                      <a:pt x="18" y="30"/>
                      <a:pt x="18" y="27"/>
                    </a:cubicBezTo>
                    <a:cubicBezTo>
                      <a:pt x="18" y="24"/>
                      <a:pt x="24" y="16"/>
                      <a:pt x="24" y="16"/>
                    </a:cubicBezTo>
                    <a:cubicBezTo>
                      <a:pt x="25" y="16"/>
                      <a:pt x="29" y="15"/>
                      <a:pt x="31" y="10"/>
                    </a:cubicBezTo>
                    <a:cubicBezTo>
                      <a:pt x="32" y="8"/>
                      <a:pt x="18" y="0"/>
                      <a:pt x="9" y="1"/>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57830337-9711-4066-AB56-736D0DC5B4A2}"/>
                  </a:ext>
                </a:extLst>
              </p:cNvPr>
              <p:cNvSpPr>
                <a:spLocks/>
              </p:cNvSpPr>
              <p:nvPr/>
            </p:nvSpPr>
            <p:spPr bwMode="auto">
              <a:xfrm>
                <a:off x="3451225" y="2254250"/>
                <a:ext cx="25400" cy="68263"/>
              </a:xfrm>
              <a:custGeom>
                <a:avLst/>
                <a:gdLst>
                  <a:gd name="T0" fmla="*/ 0 w 7"/>
                  <a:gd name="T1" fmla="*/ 11 h 18"/>
                  <a:gd name="T2" fmla="*/ 6 w 7"/>
                  <a:gd name="T3" fmla="*/ 0 h 18"/>
                  <a:gd name="T4" fmla="*/ 7 w 7"/>
                  <a:gd name="T5" fmla="*/ 0 h 18"/>
                  <a:gd name="T6" fmla="*/ 2 w 7"/>
                  <a:gd name="T7" fmla="*/ 18 h 18"/>
                  <a:gd name="T8" fmla="*/ 0 w 7"/>
                  <a:gd name="T9" fmla="*/ 11 h 18"/>
                </a:gdLst>
                <a:ahLst/>
                <a:cxnLst>
                  <a:cxn ang="0">
                    <a:pos x="T0" y="T1"/>
                  </a:cxn>
                  <a:cxn ang="0">
                    <a:pos x="T2" y="T3"/>
                  </a:cxn>
                  <a:cxn ang="0">
                    <a:pos x="T4" y="T5"/>
                  </a:cxn>
                  <a:cxn ang="0">
                    <a:pos x="T6" y="T7"/>
                  </a:cxn>
                  <a:cxn ang="0">
                    <a:pos x="T8" y="T9"/>
                  </a:cxn>
                </a:cxnLst>
                <a:rect l="0" t="0" r="r" b="b"/>
                <a:pathLst>
                  <a:path w="7" h="18">
                    <a:moveTo>
                      <a:pt x="0" y="11"/>
                    </a:moveTo>
                    <a:cubicBezTo>
                      <a:pt x="0" y="8"/>
                      <a:pt x="6" y="0"/>
                      <a:pt x="6" y="0"/>
                    </a:cubicBezTo>
                    <a:cubicBezTo>
                      <a:pt x="7" y="0"/>
                      <a:pt x="7" y="0"/>
                      <a:pt x="7" y="0"/>
                    </a:cubicBezTo>
                    <a:cubicBezTo>
                      <a:pt x="4" y="7"/>
                      <a:pt x="3" y="13"/>
                      <a:pt x="2" y="18"/>
                    </a:cubicBezTo>
                    <a:cubicBezTo>
                      <a:pt x="1" y="15"/>
                      <a:pt x="0" y="12"/>
                      <a:pt x="0"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7701041E-9C3A-4C07-A289-A0334BC3A795}"/>
                  </a:ext>
                </a:extLst>
              </p:cNvPr>
              <p:cNvSpPr>
                <a:spLocks/>
              </p:cNvSpPr>
              <p:nvPr/>
            </p:nvSpPr>
            <p:spPr bwMode="auto">
              <a:xfrm>
                <a:off x="3306763" y="2446338"/>
                <a:ext cx="57150" cy="106363"/>
              </a:xfrm>
              <a:custGeom>
                <a:avLst/>
                <a:gdLst>
                  <a:gd name="T0" fmla="*/ 2 w 15"/>
                  <a:gd name="T1" fmla="*/ 0 h 28"/>
                  <a:gd name="T2" fmla="*/ 0 w 15"/>
                  <a:gd name="T3" fmla="*/ 23 h 28"/>
                  <a:gd name="T4" fmla="*/ 8 w 15"/>
                  <a:gd name="T5" fmla="*/ 20 h 28"/>
                  <a:gd name="T6" fmla="*/ 15 w 15"/>
                  <a:gd name="T7" fmla="*/ 5 h 28"/>
                  <a:gd name="T8" fmla="*/ 2 w 15"/>
                  <a:gd name="T9" fmla="*/ 0 h 28"/>
                </a:gdLst>
                <a:ahLst/>
                <a:cxnLst>
                  <a:cxn ang="0">
                    <a:pos x="T0" y="T1"/>
                  </a:cxn>
                  <a:cxn ang="0">
                    <a:pos x="T2" y="T3"/>
                  </a:cxn>
                  <a:cxn ang="0">
                    <a:pos x="T4" y="T5"/>
                  </a:cxn>
                  <a:cxn ang="0">
                    <a:pos x="T6" y="T7"/>
                  </a:cxn>
                  <a:cxn ang="0">
                    <a:pos x="T8" y="T9"/>
                  </a:cxn>
                </a:cxnLst>
                <a:rect l="0" t="0" r="r" b="b"/>
                <a:pathLst>
                  <a:path w="15" h="28">
                    <a:moveTo>
                      <a:pt x="2" y="0"/>
                    </a:moveTo>
                    <a:cubicBezTo>
                      <a:pt x="1" y="7"/>
                      <a:pt x="0" y="14"/>
                      <a:pt x="0" y="23"/>
                    </a:cubicBezTo>
                    <a:cubicBezTo>
                      <a:pt x="0" y="23"/>
                      <a:pt x="3" y="28"/>
                      <a:pt x="8" y="20"/>
                    </a:cubicBezTo>
                    <a:cubicBezTo>
                      <a:pt x="10" y="17"/>
                      <a:pt x="13" y="10"/>
                      <a:pt x="15" y="5"/>
                    </a:cubicBezTo>
                    <a:cubicBezTo>
                      <a:pt x="12" y="4"/>
                      <a:pt x="7" y="2"/>
                      <a:pt x="2" y="0"/>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760A547B-4B63-4A79-B1DC-A63266BAAEBF}"/>
                  </a:ext>
                </a:extLst>
              </p:cNvPr>
              <p:cNvSpPr>
                <a:spLocks/>
              </p:cNvSpPr>
              <p:nvPr/>
            </p:nvSpPr>
            <p:spPr bwMode="auto">
              <a:xfrm>
                <a:off x="3405188" y="2389188"/>
                <a:ext cx="3175" cy="4763"/>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1" y="1"/>
                      <a:pt x="1" y="1"/>
                      <a:pt x="1" y="1"/>
                    </a:cubicBezTo>
                    <a:cubicBezTo>
                      <a:pt x="1" y="0"/>
                      <a:pt x="1" y="0"/>
                      <a:pt x="1"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E626D734-E02C-4FA5-BEBD-BCA4088E6BC2}"/>
                  </a:ext>
                </a:extLst>
              </p:cNvPr>
              <p:cNvSpPr>
                <a:spLocks/>
              </p:cNvSpPr>
              <p:nvPr/>
            </p:nvSpPr>
            <p:spPr bwMode="auto">
              <a:xfrm>
                <a:off x="3405188" y="2389188"/>
                <a:ext cx="11113" cy="15875"/>
              </a:xfrm>
              <a:custGeom>
                <a:avLst/>
                <a:gdLst>
                  <a:gd name="T0" fmla="*/ 0 w 3"/>
                  <a:gd name="T1" fmla="*/ 1 h 4"/>
                  <a:gd name="T2" fmla="*/ 0 w 3"/>
                  <a:gd name="T3" fmla="*/ 0 h 4"/>
                  <a:gd name="T4" fmla="*/ 0 w 3"/>
                  <a:gd name="T5" fmla="*/ 0 h 4"/>
                  <a:gd name="T6" fmla="*/ 1 w 3"/>
                  <a:gd name="T7" fmla="*/ 0 h 4"/>
                  <a:gd name="T8" fmla="*/ 3 w 3"/>
                  <a:gd name="T9" fmla="*/ 3 h 4"/>
                  <a:gd name="T10" fmla="*/ 1 w 3"/>
                  <a:gd name="T11" fmla="*/ 4 h 4"/>
                  <a:gd name="T12" fmla="*/ 0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1"/>
                    </a:moveTo>
                    <a:cubicBezTo>
                      <a:pt x="0" y="0"/>
                      <a:pt x="0" y="0"/>
                      <a:pt x="0" y="0"/>
                    </a:cubicBezTo>
                    <a:cubicBezTo>
                      <a:pt x="0" y="0"/>
                      <a:pt x="0" y="0"/>
                      <a:pt x="0" y="0"/>
                    </a:cubicBezTo>
                    <a:cubicBezTo>
                      <a:pt x="1" y="0"/>
                      <a:pt x="1" y="0"/>
                      <a:pt x="1" y="0"/>
                    </a:cubicBezTo>
                    <a:cubicBezTo>
                      <a:pt x="3" y="3"/>
                      <a:pt x="3" y="3"/>
                      <a:pt x="3" y="3"/>
                    </a:cubicBezTo>
                    <a:cubicBezTo>
                      <a:pt x="2" y="4"/>
                      <a:pt x="2" y="4"/>
                      <a:pt x="1" y="4"/>
                    </a:cubicBez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A9503BFB-4F6B-4F72-BA6A-420C084D4F03}"/>
                  </a:ext>
                </a:extLst>
              </p:cNvPr>
              <p:cNvSpPr>
                <a:spLocks/>
              </p:cNvSpPr>
              <p:nvPr/>
            </p:nvSpPr>
            <p:spPr bwMode="auto">
              <a:xfrm>
                <a:off x="3416300" y="2382838"/>
                <a:ext cx="7938" cy="3175"/>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0" y="0"/>
                    </a:cubicBezTo>
                    <a:cubicBezTo>
                      <a:pt x="0" y="1"/>
                      <a:pt x="1" y="1"/>
                      <a:pt x="1" y="1"/>
                    </a:cubicBezTo>
                    <a:cubicBezTo>
                      <a:pt x="1" y="1"/>
                      <a:pt x="2" y="1"/>
                      <a:pt x="2" y="1"/>
                    </a:cubicBezTo>
                    <a:cubicBezTo>
                      <a:pt x="2" y="0"/>
                      <a:pt x="2" y="0"/>
                      <a:pt x="1"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30D688B7-31B8-41CB-9D53-01E8FB905439}"/>
                  </a:ext>
                </a:extLst>
              </p:cNvPr>
              <p:cNvSpPr>
                <a:spLocks/>
              </p:cNvSpPr>
              <p:nvPr/>
            </p:nvSpPr>
            <p:spPr bwMode="auto">
              <a:xfrm>
                <a:off x="3421063" y="2382838"/>
                <a:ext cx="6350" cy="14288"/>
              </a:xfrm>
              <a:custGeom>
                <a:avLst/>
                <a:gdLst>
                  <a:gd name="T0" fmla="*/ 0 w 2"/>
                  <a:gd name="T1" fmla="*/ 1 h 4"/>
                  <a:gd name="T2" fmla="*/ 0 w 2"/>
                  <a:gd name="T3" fmla="*/ 0 h 4"/>
                  <a:gd name="T4" fmla="*/ 0 w 2"/>
                  <a:gd name="T5" fmla="*/ 0 h 4"/>
                  <a:gd name="T6" fmla="*/ 1 w 2"/>
                  <a:gd name="T7" fmla="*/ 0 h 4"/>
                  <a:gd name="T8" fmla="*/ 2 w 2"/>
                  <a:gd name="T9" fmla="*/ 3 h 4"/>
                  <a:gd name="T10" fmla="*/ 1 w 2"/>
                  <a:gd name="T11" fmla="*/ 4 h 4"/>
                  <a:gd name="T12" fmla="*/ 0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1"/>
                    </a:moveTo>
                    <a:cubicBezTo>
                      <a:pt x="0" y="0"/>
                      <a:pt x="0" y="0"/>
                      <a:pt x="0" y="0"/>
                    </a:cubicBezTo>
                    <a:cubicBezTo>
                      <a:pt x="0" y="0"/>
                      <a:pt x="0" y="0"/>
                      <a:pt x="0" y="0"/>
                    </a:cubicBezTo>
                    <a:cubicBezTo>
                      <a:pt x="1" y="0"/>
                      <a:pt x="1" y="0"/>
                      <a:pt x="1" y="0"/>
                    </a:cubicBezTo>
                    <a:cubicBezTo>
                      <a:pt x="2" y="3"/>
                      <a:pt x="2" y="3"/>
                      <a:pt x="2" y="3"/>
                    </a:cubicBezTo>
                    <a:cubicBezTo>
                      <a:pt x="2" y="4"/>
                      <a:pt x="2" y="4"/>
                      <a:pt x="1" y="4"/>
                    </a:cubicBez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747778EA-37B8-4905-9149-11E507858831}"/>
                  </a:ext>
                </a:extLst>
              </p:cNvPr>
              <p:cNvSpPr>
                <a:spLocks/>
              </p:cNvSpPr>
              <p:nvPr/>
            </p:nvSpPr>
            <p:spPr bwMode="auto">
              <a:xfrm>
                <a:off x="3432175" y="2374900"/>
                <a:ext cx="6350" cy="7938"/>
              </a:xfrm>
              <a:custGeom>
                <a:avLst/>
                <a:gdLst>
                  <a:gd name="T0" fmla="*/ 1 w 2"/>
                  <a:gd name="T1" fmla="*/ 0 h 2"/>
                  <a:gd name="T2" fmla="*/ 0 w 2"/>
                  <a:gd name="T3" fmla="*/ 0 h 2"/>
                  <a:gd name="T4" fmla="*/ 1 w 2"/>
                  <a:gd name="T5" fmla="*/ 1 h 2"/>
                  <a:gd name="T6" fmla="*/ 2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1" y="0"/>
                      <a:pt x="0" y="0"/>
                      <a:pt x="0" y="0"/>
                    </a:cubicBezTo>
                    <a:cubicBezTo>
                      <a:pt x="0" y="1"/>
                      <a:pt x="0" y="1"/>
                      <a:pt x="1" y="1"/>
                    </a:cubicBezTo>
                    <a:cubicBezTo>
                      <a:pt x="1" y="2"/>
                      <a:pt x="2" y="1"/>
                      <a:pt x="2" y="1"/>
                    </a:cubicBezTo>
                    <a:cubicBezTo>
                      <a:pt x="2" y="0"/>
                      <a:pt x="2" y="0"/>
                      <a:pt x="1"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BFE012FE-A2C2-4444-8059-6263188F36ED}"/>
                  </a:ext>
                </a:extLst>
              </p:cNvPr>
              <p:cNvSpPr>
                <a:spLocks/>
              </p:cNvSpPr>
              <p:nvPr/>
            </p:nvSpPr>
            <p:spPr bwMode="auto">
              <a:xfrm>
                <a:off x="3432175" y="2374900"/>
                <a:ext cx="11113" cy="14288"/>
              </a:xfrm>
              <a:custGeom>
                <a:avLst/>
                <a:gdLst>
                  <a:gd name="T0" fmla="*/ 0 w 3"/>
                  <a:gd name="T1" fmla="*/ 1 h 4"/>
                  <a:gd name="T2" fmla="*/ 0 w 3"/>
                  <a:gd name="T3" fmla="*/ 0 h 4"/>
                  <a:gd name="T4" fmla="*/ 1 w 3"/>
                  <a:gd name="T5" fmla="*/ 0 h 4"/>
                  <a:gd name="T6" fmla="*/ 2 w 3"/>
                  <a:gd name="T7" fmla="*/ 0 h 4"/>
                  <a:gd name="T8" fmla="*/ 3 w 3"/>
                  <a:gd name="T9" fmla="*/ 3 h 4"/>
                  <a:gd name="T10" fmla="*/ 2 w 3"/>
                  <a:gd name="T11" fmla="*/ 4 h 4"/>
                  <a:gd name="T12" fmla="*/ 0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1"/>
                    </a:moveTo>
                    <a:cubicBezTo>
                      <a:pt x="0" y="0"/>
                      <a:pt x="0" y="0"/>
                      <a:pt x="0" y="0"/>
                    </a:cubicBezTo>
                    <a:cubicBezTo>
                      <a:pt x="1" y="0"/>
                      <a:pt x="1" y="0"/>
                      <a:pt x="1" y="0"/>
                    </a:cubicBezTo>
                    <a:cubicBezTo>
                      <a:pt x="2" y="0"/>
                      <a:pt x="2" y="0"/>
                      <a:pt x="2" y="0"/>
                    </a:cubicBezTo>
                    <a:cubicBezTo>
                      <a:pt x="3" y="3"/>
                      <a:pt x="3" y="3"/>
                      <a:pt x="3" y="3"/>
                    </a:cubicBezTo>
                    <a:cubicBezTo>
                      <a:pt x="3" y="3"/>
                      <a:pt x="2" y="4"/>
                      <a:pt x="2" y="4"/>
                    </a:cubicBez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BE2FD035-4346-425F-9751-5F7F620900EF}"/>
                  </a:ext>
                </a:extLst>
              </p:cNvPr>
              <p:cNvSpPr>
                <a:spLocks/>
              </p:cNvSpPr>
              <p:nvPr/>
            </p:nvSpPr>
            <p:spPr bwMode="auto">
              <a:xfrm>
                <a:off x="4864100" y="2794000"/>
                <a:ext cx="368300" cy="161925"/>
              </a:xfrm>
              <a:custGeom>
                <a:avLst/>
                <a:gdLst>
                  <a:gd name="T0" fmla="*/ 11 w 98"/>
                  <a:gd name="T1" fmla="*/ 43 h 43"/>
                  <a:gd name="T2" fmla="*/ 34 w 98"/>
                  <a:gd name="T3" fmla="*/ 35 h 43"/>
                  <a:gd name="T4" fmla="*/ 46 w 98"/>
                  <a:gd name="T5" fmla="*/ 32 h 43"/>
                  <a:gd name="T6" fmla="*/ 78 w 98"/>
                  <a:gd name="T7" fmla="*/ 19 h 43"/>
                  <a:gd name="T8" fmla="*/ 96 w 98"/>
                  <a:gd name="T9" fmla="*/ 5 h 43"/>
                  <a:gd name="T10" fmla="*/ 88 w 98"/>
                  <a:gd name="T11" fmla="*/ 1 h 43"/>
                  <a:gd name="T12" fmla="*/ 72 w 98"/>
                  <a:gd name="T13" fmla="*/ 6 h 43"/>
                  <a:gd name="T14" fmla="*/ 59 w 98"/>
                  <a:gd name="T15" fmla="*/ 10 h 43"/>
                  <a:gd name="T16" fmla="*/ 55 w 98"/>
                  <a:gd name="T17" fmla="*/ 8 h 43"/>
                  <a:gd name="T18" fmla="*/ 35 w 98"/>
                  <a:gd name="T19" fmla="*/ 4 h 43"/>
                  <a:gd name="T20" fmla="*/ 24 w 98"/>
                  <a:gd name="T21" fmla="*/ 19 h 43"/>
                  <a:gd name="T22" fmla="*/ 11 w 98"/>
                  <a:gd name="T23" fmla="*/ 22 h 43"/>
                  <a:gd name="T24" fmla="*/ 3 w 98"/>
                  <a:gd name="T25" fmla="*/ 20 h 43"/>
                  <a:gd name="T26" fmla="*/ 11 w 98"/>
                  <a:gd name="T2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43">
                    <a:moveTo>
                      <a:pt x="11" y="43"/>
                    </a:moveTo>
                    <a:cubicBezTo>
                      <a:pt x="34" y="35"/>
                      <a:pt x="34" y="35"/>
                      <a:pt x="34" y="35"/>
                    </a:cubicBezTo>
                    <a:cubicBezTo>
                      <a:pt x="35" y="35"/>
                      <a:pt x="41" y="32"/>
                      <a:pt x="46" y="32"/>
                    </a:cubicBezTo>
                    <a:cubicBezTo>
                      <a:pt x="49" y="31"/>
                      <a:pt x="60" y="30"/>
                      <a:pt x="78" y="19"/>
                    </a:cubicBezTo>
                    <a:cubicBezTo>
                      <a:pt x="83" y="15"/>
                      <a:pt x="89" y="11"/>
                      <a:pt x="96" y="5"/>
                    </a:cubicBezTo>
                    <a:cubicBezTo>
                      <a:pt x="96" y="5"/>
                      <a:pt x="98" y="0"/>
                      <a:pt x="88" y="1"/>
                    </a:cubicBezTo>
                    <a:cubicBezTo>
                      <a:pt x="84" y="2"/>
                      <a:pt x="78" y="4"/>
                      <a:pt x="72" y="6"/>
                    </a:cubicBezTo>
                    <a:cubicBezTo>
                      <a:pt x="67" y="8"/>
                      <a:pt x="62" y="10"/>
                      <a:pt x="59" y="10"/>
                    </a:cubicBezTo>
                    <a:cubicBezTo>
                      <a:pt x="58" y="9"/>
                      <a:pt x="57" y="9"/>
                      <a:pt x="55" y="8"/>
                    </a:cubicBezTo>
                    <a:cubicBezTo>
                      <a:pt x="48" y="6"/>
                      <a:pt x="39" y="2"/>
                      <a:pt x="35" y="4"/>
                    </a:cubicBezTo>
                    <a:cubicBezTo>
                      <a:pt x="30" y="5"/>
                      <a:pt x="26" y="17"/>
                      <a:pt x="24" y="19"/>
                    </a:cubicBezTo>
                    <a:cubicBezTo>
                      <a:pt x="22" y="21"/>
                      <a:pt x="12" y="22"/>
                      <a:pt x="11" y="22"/>
                    </a:cubicBezTo>
                    <a:cubicBezTo>
                      <a:pt x="11" y="22"/>
                      <a:pt x="7" y="19"/>
                      <a:pt x="3" y="20"/>
                    </a:cubicBezTo>
                    <a:cubicBezTo>
                      <a:pt x="0" y="22"/>
                      <a:pt x="3" y="37"/>
                      <a:pt x="11" y="43"/>
                    </a:cubicBezTo>
                    <a:close/>
                  </a:path>
                </a:pathLst>
              </a:custGeom>
              <a:solidFill>
                <a:srgbClr val="663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CB409F3B-5897-4719-B5A1-0F104B366027}"/>
                  </a:ext>
                </a:extLst>
              </p:cNvPr>
              <p:cNvSpPr>
                <a:spLocks/>
              </p:cNvSpPr>
              <p:nvPr/>
            </p:nvSpPr>
            <p:spPr bwMode="auto">
              <a:xfrm>
                <a:off x="4908550" y="2921000"/>
                <a:ext cx="95250" cy="57150"/>
              </a:xfrm>
              <a:custGeom>
                <a:avLst/>
                <a:gdLst>
                  <a:gd name="T0" fmla="*/ 7 w 60"/>
                  <a:gd name="T1" fmla="*/ 36 h 36"/>
                  <a:gd name="T2" fmla="*/ 60 w 60"/>
                  <a:gd name="T3" fmla="*/ 15 h 36"/>
                  <a:gd name="T4" fmla="*/ 55 w 60"/>
                  <a:gd name="T5" fmla="*/ 0 h 36"/>
                  <a:gd name="T6" fmla="*/ 0 w 60"/>
                  <a:gd name="T7" fmla="*/ 24 h 36"/>
                  <a:gd name="T8" fmla="*/ 7 w 60"/>
                  <a:gd name="T9" fmla="*/ 36 h 36"/>
                </a:gdLst>
                <a:ahLst/>
                <a:cxnLst>
                  <a:cxn ang="0">
                    <a:pos x="T0" y="T1"/>
                  </a:cxn>
                  <a:cxn ang="0">
                    <a:pos x="T2" y="T3"/>
                  </a:cxn>
                  <a:cxn ang="0">
                    <a:pos x="T4" y="T5"/>
                  </a:cxn>
                  <a:cxn ang="0">
                    <a:pos x="T6" y="T7"/>
                  </a:cxn>
                  <a:cxn ang="0">
                    <a:pos x="T8" y="T9"/>
                  </a:cxn>
                </a:cxnLst>
                <a:rect l="0" t="0" r="r" b="b"/>
                <a:pathLst>
                  <a:path w="60" h="36">
                    <a:moveTo>
                      <a:pt x="7" y="36"/>
                    </a:moveTo>
                    <a:lnTo>
                      <a:pt x="60" y="15"/>
                    </a:lnTo>
                    <a:lnTo>
                      <a:pt x="55" y="0"/>
                    </a:lnTo>
                    <a:lnTo>
                      <a:pt x="0" y="24"/>
                    </a:lnTo>
                    <a:lnTo>
                      <a:pt x="7" y="36"/>
                    </a:ln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20A7B72C-1E37-4515-B0AA-27ADC3A8B85E}"/>
                  </a:ext>
                </a:extLst>
              </p:cNvPr>
              <p:cNvSpPr>
                <a:spLocks/>
              </p:cNvSpPr>
              <p:nvPr/>
            </p:nvSpPr>
            <p:spPr bwMode="auto">
              <a:xfrm>
                <a:off x="4905375" y="2813050"/>
                <a:ext cx="320675" cy="146050"/>
              </a:xfrm>
              <a:custGeom>
                <a:avLst/>
                <a:gdLst>
                  <a:gd name="T0" fmla="*/ 35 w 85"/>
                  <a:gd name="T1" fmla="*/ 27 h 39"/>
                  <a:gd name="T2" fmla="*/ 85 w 85"/>
                  <a:gd name="T3" fmla="*/ 0 h 39"/>
                  <a:gd name="T4" fmla="*/ 85 w 85"/>
                  <a:gd name="T5" fmla="*/ 2 h 39"/>
                  <a:gd name="T6" fmla="*/ 35 w 85"/>
                  <a:gd name="T7" fmla="*/ 28 h 39"/>
                  <a:gd name="T8" fmla="*/ 23 w 85"/>
                  <a:gd name="T9" fmla="*/ 31 h 39"/>
                  <a:gd name="T10" fmla="*/ 1 w 85"/>
                  <a:gd name="T11" fmla="*/ 39 h 39"/>
                  <a:gd name="T12" fmla="*/ 0 w 85"/>
                  <a:gd name="T13" fmla="*/ 38 h 39"/>
                  <a:gd name="T14" fmla="*/ 23 w 85"/>
                  <a:gd name="T15" fmla="*/ 30 h 39"/>
                  <a:gd name="T16" fmla="*/ 35 w 85"/>
                  <a:gd name="T17"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39">
                    <a:moveTo>
                      <a:pt x="35" y="27"/>
                    </a:moveTo>
                    <a:cubicBezTo>
                      <a:pt x="39" y="26"/>
                      <a:pt x="57" y="24"/>
                      <a:pt x="85" y="0"/>
                    </a:cubicBezTo>
                    <a:cubicBezTo>
                      <a:pt x="85" y="2"/>
                      <a:pt x="85" y="2"/>
                      <a:pt x="85" y="2"/>
                    </a:cubicBezTo>
                    <a:cubicBezTo>
                      <a:pt x="57" y="25"/>
                      <a:pt x="40" y="27"/>
                      <a:pt x="35" y="28"/>
                    </a:cubicBezTo>
                    <a:cubicBezTo>
                      <a:pt x="30" y="29"/>
                      <a:pt x="23" y="31"/>
                      <a:pt x="23" y="31"/>
                    </a:cubicBezTo>
                    <a:cubicBezTo>
                      <a:pt x="1" y="39"/>
                      <a:pt x="1" y="39"/>
                      <a:pt x="1" y="39"/>
                    </a:cubicBezTo>
                    <a:cubicBezTo>
                      <a:pt x="0" y="38"/>
                      <a:pt x="0" y="38"/>
                      <a:pt x="0" y="38"/>
                    </a:cubicBezTo>
                    <a:cubicBezTo>
                      <a:pt x="23" y="30"/>
                      <a:pt x="23" y="30"/>
                      <a:pt x="23" y="30"/>
                    </a:cubicBezTo>
                    <a:cubicBezTo>
                      <a:pt x="23" y="30"/>
                      <a:pt x="30" y="27"/>
                      <a:pt x="35" y="27"/>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4D28A300-88B0-4DB9-831A-C5BB447DE265}"/>
                  </a:ext>
                </a:extLst>
              </p:cNvPr>
              <p:cNvSpPr>
                <a:spLocks/>
              </p:cNvSpPr>
              <p:nvPr/>
            </p:nvSpPr>
            <p:spPr bwMode="auto">
              <a:xfrm>
                <a:off x="4864100" y="2800350"/>
                <a:ext cx="214313" cy="155575"/>
              </a:xfrm>
              <a:custGeom>
                <a:avLst/>
                <a:gdLst>
                  <a:gd name="T0" fmla="*/ 11 w 57"/>
                  <a:gd name="T1" fmla="*/ 41 h 41"/>
                  <a:gd name="T2" fmla="*/ 34 w 57"/>
                  <a:gd name="T3" fmla="*/ 33 h 41"/>
                  <a:gd name="T4" fmla="*/ 57 w 57"/>
                  <a:gd name="T5" fmla="*/ 11 h 41"/>
                  <a:gd name="T6" fmla="*/ 55 w 57"/>
                  <a:gd name="T7" fmla="*/ 6 h 41"/>
                  <a:gd name="T8" fmla="*/ 35 w 57"/>
                  <a:gd name="T9" fmla="*/ 2 h 41"/>
                  <a:gd name="T10" fmla="*/ 24 w 57"/>
                  <a:gd name="T11" fmla="*/ 17 h 41"/>
                  <a:gd name="T12" fmla="*/ 11 w 57"/>
                  <a:gd name="T13" fmla="*/ 20 h 41"/>
                  <a:gd name="T14" fmla="*/ 3 w 57"/>
                  <a:gd name="T15" fmla="*/ 18 h 41"/>
                  <a:gd name="T16" fmla="*/ 11 w 57"/>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1">
                    <a:moveTo>
                      <a:pt x="11" y="41"/>
                    </a:moveTo>
                    <a:cubicBezTo>
                      <a:pt x="34" y="33"/>
                      <a:pt x="34" y="33"/>
                      <a:pt x="34" y="33"/>
                    </a:cubicBezTo>
                    <a:cubicBezTo>
                      <a:pt x="32" y="16"/>
                      <a:pt x="53" y="12"/>
                      <a:pt x="57" y="11"/>
                    </a:cubicBezTo>
                    <a:cubicBezTo>
                      <a:pt x="57" y="10"/>
                      <a:pt x="56" y="8"/>
                      <a:pt x="55" y="6"/>
                    </a:cubicBezTo>
                    <a:cubicBezTo>
                      <a:pt x="48" y="4"/>
                      <a:pt x="39" y="0"/>
                      <a:pt x="35" y="2"/>
                    </a:cubicBezTo>
                    <a:cubicBezTo>
                      <a:pt x="30" y="3"/>
                      <a:pt x="26" y="15"/>
                      <a:pt x="24" y="17"/>
                    </a:cubicBezTo>
                    <a:cubicBezTo>
                      <a:pt x="22" y="19"/>
                      <a:pt x="12" y="20"/>
                      <a:pt x="11" y="20"/>
                    </a:cubicBezTo>
                    <a:cubicBezTo>
                      <a:pt x="11" y="20"/>
                      <a:pt x="7" y="17"/>
                      <a:pt x="3" y="18"/>
                    </a:cubicBezTo>
                    <a:cubicBezTo>
                      <a:pt x="0" y="20"/>
                      <a:pt x="3" y="35"/>
                      <a:pt x="11" y="41"/>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7C7E0148-22C9-492A-B078-AA6603FBC467}"/>
                  </a:ext>
                </a:extLst>
              </p:cNvPr>
              <p:cNvSpPr>
                <a:spLocks/>
              </p:cNvSpPr>
              <p:nvPr/>
            </p:nvSpPr>
            <p:spPr bwMode="auto">
              <a:xfrm>
                <a:off x="4900613" y="2843213"/>
                <a:ext cx="68263" cy="33338"/>
              </a:xfrm>
              <a:custGeom>
                <a:avLst/>
                <a:gdLst>
                  <a:gd name="T0" fmla="*/ 14 w 18"/>
                  <a:gd name="T1" fmla="*/ 6 h 9"/>
                  <a:gd name="T2" fmla="*/ 1 w 18"/>
                  <a:gd name="T3" fmla="*/ 9 h 9"/>
                  <a:gd name="T4" fmla="*/ 0 w 18"/>
                  <a:gd name="T5" fmla="*/ 8 h 9"/>
                  <a:gd name="T6" fmla="*/ 18 w 18"/>
                  <a:gd name="T7" fmla="*/ 0 h 9"/>
                  <a:gd name="T8" fmla="*/ 14 w 18"/>
                  <a:gd name="T9" fmla="*/ 6 h 9"/>
                </a:gdLst>
                <a:ahLst/>
                <a:cxnLst>
                  <a:cxn ang="0">
                    <a:pos x="T0" y="T1"/>
                  </a:cxn>
                  <a:cxn ang="0">
                    <a:pos x="T2" y="T3"/>
                  </a:cxn>
                  <a:cxn ang="0">
                    <a:pos x="T4" y="T5"/>
                  </a:cxn>
                  <a:cxn ang="0">
                    <a:pos x="T6" y="T7"/>
                  </a:cxn>
                  <a:cxn ang="0">
                    <a:pos x="T8" y="T9"/>
                  </a:cxn>
                </a:cxnLst>
                <a:rect l="0" t="0" r="r" b="b"/>
                <a:pathLst>
                  <a:path w="18" h="9">
                    <a:moveTo>
                      <a:pt x="14" y="6"/>
                    </a:moveTo>
                    <a:cubicBezTo>
                      <a:pt x="12" y="8"/>
                      <a:pt x="2" y="9"/>
                      <a:pt x="1" y="9"/>
                    </a:cubicBezTo>
                    <a:cubicBezTo>
                      <a:pt x="1" y="9"/>
                      <a:pt x="1" y="9"/>
                      <a:pt x="0" y="8"/>
                    </a:cubicBezTo>
                    <a:cubicBezTo>
                      <a:pt x="8" y="6"/>
                      <a:pt x="14" y="3"/>
                      <a:pt x="18" y="0"/>
                    </a:cubicBezTo>
                    <a:cubicBezTo>
                      <a:pt x="16" y="3"/>
                      <a:pt x="15" y="6"/>
                      <a:pt x="14"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2BB23FC7-A10A-42DE-99BA-09F42A52CD7D}"/>
                  </a:ext>
                </a:extLst>
              </p:cNvPr>
              <p:cNvSpPr>
                <a:spLocks/>
              </p:cNvSpPr>
              <p:nvPr/>
            </p:nvSpPr>
            <p:spPr bwMode="auto">
              <a:xfrm>
                <a:off x="5135563" y="2794000"/>
                <a:ext cx="96838" cy="71438"/>
              </a:xfrm>
              <a:custGeom>
                <a:avLst/>
                <a:gdLst>
                  <a:gd name="T0" fmla="*/ 6 w 26"/>
                  <a:gd name="T1" fmla="*/ 19 h 19"/>
                  <a:gd name="T2" fmla="*/ 24 w 26"/>
                  <a:gd name="T3" fmla="*/ 5 h 19"/>
                  <a:gd name="T4" fmla="*/ 16 w 26"/>
                  <a:gd name="T5" fmla="*/ 1 h 19"/>
                  <a:gd name="T6" fmla="*/ 0 w 26"/>
                  <a:gd name="T7" fmla="*/ 6 h 19"/>
                  <a:gd name="T8" fmla="*/ 6 w 26"/>
                  <a:gd name="T9" fmla="*/ 19 h 19"/>
                </a:gdLst>
                <a:ahLst/>
                <a:cxnLst>
                  <a:cxn ang="0">
                    <a:pos x="T0" y="T1"/>
                  </a:cxn>
                  <a:cxn ang="0">
                    <a:pos x="T2" y="T3"/>
                  </a:cxn>
                  <a:cxn ang="0">
                    <a:pos x="T4" y="T5"/>
                  </a:cxn>
                  <a:cxn ang="0">
                    <a:pos x="T6" y="T7"/>
                  </a:cxn>
                  <a:cxn ang="0">
                    <a:pos x="T8" y="T9"/>
                  </a:cxn>
                </a:cxnLst>
                <a:rect l="0" t="0" r="r" b="b"/>
                <a:pathLst>
                  <a:path w="26" h="19">
                    <a:moveTo>
                      <a:pt x="6" y="19"/>
                    </a:moveTo>
                    <a:cubicBezTo>
                      <a:pt x="11" y="15"/>
                      <a:pt x="17" y="11"/>
                      <a:pt x="24" y="5"/>
                    </a:cubicBezTo>
                    <a:cubicBezTo>
                      <a:pt x="24" y="5"/>
                      <a:pt x="26" y="0"/>
                      <a:pt x="16" y="1"/>
                    </a:cubicBezTo>
                    <a:cubicBezTo>
                      <a:pt x="12" y="2"/>
                      <a:pt x="6" y="4"/>
                      <a:pt x="0" y="6"/>
                    </a:cubicBezTo>
                    <a:cubicBezTo>
                      <a:pt x="2" y="9"/>
                      <a:pt x="4" y="14"/>
                      <a:pt x="6" y="19"/>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C1453AEE-194F-499C-9ED7-18643FD2C00E}"/>
                  </a:ext>
                </a:extLst>
              </p:cNvPr>
              <p:cNvSpPr>
                <a:spLocks/>
              </p:cNvSpPr>
              <p:nvPr/>
            </p:nvSpPr>
            <p:spPr bwMode="auto">
              <a:xfrm>
                <a:off x="5048250" y="2830513"/>
                <a:ext cx="7938" cy="7938"/>
              </a:xfrm>
              <a:custGeom>
                <a:avLst/>
                <a:gdLst>
                  <a:gd name="T0" fmla="*/ 1 w 2"/>
                  <a:gd name="T1" fmla="*/ 1 h 2"/>
                  <a:gd name="T2" fmla="*/ 2 w 2"/>
                  <a:gd name="T3" fmla="*/ 1 h 2"/>
                  <a:gd name="T4" fmla="*/ 2 w 2"/>
                  <a:gd name="T5" fmla="*/ 0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1"/>
                      <a:pt x="1" y="2"/>
                      <a:pt x="2" y="1"/>
                    </a:cubicBezTo>
                    <a:cubicBezTo>
                      <a:pt x="2" y="1"/>
                      <a:pt x="2" y="1"/>
                      <a:pt x="2" y="0"/>
                    </a:cubicBezTo>
                    <a:cubicBezTo>
                      <a:pt x="2" y="0"/>
                      <a:pt x="1" y="0"/>
                      <a:pt x="1" y="0"/>
                    </a:cubicBezTo>
                    <a:cubicBezTo>
                      <a:pt x="1" y="0"/>
                      <a:pt x="0" y="1"/>
                      <a:pt x="1" y="1"/>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B0881554-1E73-401F-9B93-D4D3A9DA68DC}"/>
                  </a:ext>
                </a:extLst>
              </p:cNvPr>
              <p:cNvSpPr>
                <a:spLocks/>
              </p:cNvSpPr>
              <p:nvPr/>
            </p:nvSpPr>
            <p:spPr bwMode="auto">
              <a:xfrm>
                <a:off x="5051425" y="2819400"/>
                <a:ext cx="7938" cy="15875"/>
              </a:xfrm>
              <a:custGeom>
                <a:avLst/>
                <a:gdLst>
                  <a:gd name="T0" fmla="*/ 1 w 2"/>
                  <a:gd name="T1" fmla="*/ 4 h 4"/>
                  <a:gd name="T2" fmla="*/ 1 w 2"/>
                  <a:gd name="T3" fmla="*/ 4 h 4"/>
                  <a:gd name="T4" fmla="*/ 0 w 2"/>
                  <a:gd name="T5" fmla="*/ 4 h 4"/>
                  <a:gd name="T6" fmla="*/ 0 w 2"/>
                  <a:gd name="T7" fmla="*/ 4 h 4"/>
                  <a:gd name="T8" fmla="*/ 1 w 2"/>
                  <a:gd name="T9" fmla="*/ 0 h 4"/>
                  <a:gd name="T10" fmla="*/ 2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4"/>
                    </a:cubicBezTo>
                    <a:cubicBezTo>
                      <a:pt x="0" y="4"/>
                      <a:pt x="0" y="4"/>
                      <a:pt x="0" y="4"/>
                    </a:cubicBezTo>
                    <a:cubicBezTo>
                      <a:pt x="0" y="4"/>
                      <a:pt x="0" y="4"/>
                      <a:pt x="0" y="4"/>
                    </a:cubicBezTo>
                    <a:cubicBezTo>
                      <a:pt x="1" y="0"/>
                      <a:pt x="1" y="0"/>
                      <a:pt x="1" y="0"/>
                    </a:cubicBezTo>
                    <a:cubicBezTo>
                      <a:pt x="2" y="0"/>
                      <a:pt x="2" y="0"/>
                      <a:pt x="2" y="0"/>
                    </a:cubicBez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6E5BE2D1-EEEE-4D93-8FCD-8F3D241A98AE}"/>
                  </a:ext>
                </a:extLst>
              </p:cNvPr>
              <p:cNvSpPr>
                <a:spLocks/>
              </p:cNvSpPr>
              <p:nvPr/>
            </p:nvSpPr>
            <p:spPr bwMode="auto">
              <a:xfrm>
                <a:off x="5037138" y="2824163"/>
                <a:ext cx="3175" cy="6350"/>
              </a:xfrm>
              <a:custGeom>
                <a:avLst/>
                <a:gdLst>
                  <a:gd name="T0" fmla="*/ 0 w 1"/>
                  <a:gd name="T1" fmla="*/ 1 h 2"/>
                  <a:gd name="T2" fmla="*/ 1 w 1"/>
                  <a:gd name="T3" fmla="*/ 2 h 2"/>
                  <a:gd name="T4" fmla="*/ 1 w 1"/>
                  <a:gd name="T5" fmla="*/ 1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1" y="2"/>
                    </a:cubicBezTo>
                    <a:cubicBezTo>
                      <a:pt x="1" y="2"/>
                      <a:pt x="1" y="1"/>
                      <a:pt x="1" y="1"/>
                    </a:cubicBezTo>
                    <a:cubicBezTo>
                      <a:pt x="1" y="0"/>
                      <a:pt x="0" y="0"/>
                      <a:pt x="0" y="0"/>
                    </a:cubicBezTo>
                    <a:cubicBezTo>
                      <a:pt x="0" y="1"/>
                      <a:pt x="0" y="1"/>
                      <a:pt x="0" y="1"/>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7EC1E691-91B0-4023-B522-7147D66F66D1}"/>
                  </a:ext>
                </a:extLst>
              </p:cNvPr>
              <p:cNvSpPr>
                <a:spLocks/>
              </p:cNvSpPr>
              <p:nvPr/>
            </p:nvSpPr>
            <p:spPr bwMode="auto">
              <a:xfrm>
                <a:off x="5037138" y="2816225"/>
                <a:ext cx="7938" cy="14288"/>
              </a:xfrm>
              <a:custGeom>
                <a:avLst/>
                <a:gdLst>
                  <a:gd name="T0" fmla="*/ 1 w 2"/>
                  <a:gd name="T1" fmla="*/ 3 h 4"/>
                  <a:gd name="T2" fmla="*/ 1 w 2"/>
                  <a:gd name="T3" fmla="*/ 4 h 4"/>
                  <a:gd name="T4" fmla="*/ 0 w 2"/>
                  <a:gd name="T5" fmla="*/ 4 h 4"/>
                  <a:gd name="T6" fmla="*/ 0 w 2"/>
                  <a:gd name="T7" fmla="*/ 3 h 4"/>
                  <a:gd name="T8" fmla="*/ 1 w 2"/>
                  <a:gd name="T9" fmla="*/ 0 h 4"/>
                  <a:gd name="T10" fmla="*/ 2 w 2"/>
                  <a:gd name="T11" fmla="*/ 0 h 4"/>
                  <a:gd name="T12" fmla="*/ 1 w 2"/>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3"/>
                    </a:moveTo>
                    <a:cubicBezTo>
                      <a:pt x="1" y="4"/>
                      <a:pt x="1" y="4"/>
                      <a:pt x="1" y="4"/>
                    </a:cubicBezTo>
                    <a:cubicBezTo>
                      <a:pt x="0" y="4"/>
                      <a:pt x="0" y="4"/>
                      <a:pt x="0" y="4"/>
                    </a:cubicBezTo>
                    <a:cubicBezTo>
                      <a:pt x="0" y="3"/>
                      <a:pt x="0" y="3"/>
                      <a:pt x="0" y="3"/>
                    </a:cubicBezTo>
                    <a:cubicBezTo>
                      <a:pt x="1" y="0"/>
                      <a:pt x="1" y="0"/>
                      <a:pt x="1" y="0"/>
                    </a:cubicBezTo>
                    <a:cubicBezTo>
                      <a:pt x="1" y="0"/>
                      <a:pt x="2" y="0"/>
                      <a:pt x="2" y="0"/>
                    </a:cubicBez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9FD4F11C-8DD5-41A6-A4CD-185877A48C52}"/>
                  </a:ext>
                </a:extLst>
              </p:cNvPr>
              <p:cNvSpPr>
                <a:spLocks/>
              </p:cNvSpPr>
              <p:nvPr/>
            </p:nvSpPr>
            <p:spPr bwMode="auto">
              <a:xfrm>
                <a:off x="5021263" y="2819400"/>
                <a:ext cx="4763" cy="4763"/>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1" y="0"/>
                      <a:pt x="1" y="0"/>
                      <a:pt x="0" y="0"/>
                    </a:cubicBezTo>
                    <a:cubicBezTo>
                      <a:pt x="0" y="0"/>
                      <a:pt x="0" y="1"/>
                      <a:pt x="0" y="1"/>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Freeform 30">
                <a:extLst>
                  <a:ext uri="{FF2B5EF4-FFF2-40B4-BE49-F238E27FC236}">
                    <a16:creationId xmlns:a16="http://schemas.microsoft.com/office/drawing/2014/main" id="{3B127A44-B098-4373-AC62-C7ADA548027D}"/>
                  </a:ext>
                </a:extLst>
              </p:cNvPr>
              <p:cNvSpPr>
                <a:spLocks/>
              </p:cNvSpPr>
              <p:nvPr/>
            </p:nvSpPr>
            <p:spPr bwMode="auto">
              <a:xfrm>
                <a:off x="5021263" y="2808288"/>
                <a:ext cx="7938" cy="15875"/>
              </a:xfrm>
              <a:custGeom>
                <a:avLst/>
                <a:gdLst>
                  <a:gd name="T0" fmla="*/ 1 w 2"/>
                  <a:gd name="T1" fmla="*/ 4 h 4"/>
                  <a:gd name="T2" fmla="*/ 1 w 2"/>
                  <a:gd name="T3" fmla="*/ 4 h 4"/>
                  <a:gd name="T4" fmla="*/ 0 w 2"/>
                  <a:gd name="T5" fmla="*/ 4 h 4"/>
                  <a:gd name="T6" fmla="*/ 0 w 2"/>
                  <a:gd name="T7" fmla="*/ 3 h 4"/>
                  <a:gd name="T8" fmla="*/ 1 w 2"/>
                  <a:gd name="T9" fmla="*/ 0 h 4"/>
                  <a:gd name="T10" fmla="*/ 2 w 2"/>
                  <a:gd name="T11" fmla="*/ 1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4"/>
                    </a:cubicBezTo>
                    <a:cubicBezTo>
                      <a:pt x="0" y="4"/>
                      <a:pt x="0" y="4"/>
                      <a:pt x="0" y="4"/>
                    </a:cubicBezTo>
                    <a:cubicBezTo>
                      <a:pt x="0" y="3"/>
                      <a:pt x="0" y="3"/>
                      <a:pt x="0" y="3"/>
                    </a:cubicBezTo>
                    <a:cubicBezTo>
                      <a:pt x="1" y="0"/>
                      <a:pt x="1" y="0"/>
                      <a:pt x="1" y="0"/>
                    </a:cubicBezTo>
                    <a:cubicBezTo>
                      <a:pt x="1" y="1"/>
                      <a:pt x="2" y="1"/>
                      <a:pt x="2" y="1"/>
                    </a:cubicBez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4E431844-3C3F-4C3F-BFC2-77FFCDCACC86}"/>
                  </a:ext>
                </a:extLst>
              </p:cNvPr>
              <p:cNvSpPr>
                <a:spLocks/>
              </p:cNvSpPr>
              <p:nvPr/>
            </p:nvSpPr>
            <p:spPr bwMode="auto">
              <a:xfrm>
                <a:off x="4291013" y="2016125"/>
                <a:ext cx="723900" cy="898525"/>
              </a:xfrm>
              <a:custGeom>
                <a:avLst/>
                <a:gdLst>
                  <a:gd name="T0" fmla="*/ 143 w 192"/>
                  <a:gd name="T1" fmla="*/ 90 h 238"/>
                  <a:gd name="T2" fmla="*/ 140 w 192"/>
                  <a:gd name="T3" fmla="*/ 86 h 238"/>
                  <a:gd name="T4" fmla="*/ 54 w 192"/>
                  <a:gd name="T5" fmla="*/ 0 h 238"/>
                  <a:gd name="T6" fmla="*/ 29 w 192"/>
                  <a:gd name="T7" fmla="*/ 2 h 238"/>
                  <a:gd name="T8" fmla="*/ 0 w 192"/>
                  <a:gd name="T9" fmla="*/ 37 h 238"/>
                  <a:gd name="T10" fmla="*/ 101 w 192"/>
                  <a:gd name="T11" fmla="*/ 118 h 238"/>
                  <a:gd name="T12" fmla="*/ 156 w 192"/>
                  <a:gd name="T13" fmla="*/ 238 h 238"/>
                  <a:gd name="T14" fmla="*/ 192 w 192"/>
                  <a:gd name="T15" fmla="*/ 216 h 238"/>
                  <a:gd name="T16" fmla="*/ 143 w 192"/>
                  <a:gd name="T17" fmla="*/ 9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38">
                    <a:moveTo>
                      <a:pt x="143" y="90"/>
                    </a:moveTo>
                    <a:cubicBezTo>
                      <a:pt x="143" y="89"/>
                      <a:pt x="141" y="87"/>
                      <a:pt x="140" y="86"/>
                    </a:cubicBezTo>
                    <a:cubicBezTo>
                      <a:pt x="54" y="0"/>
                      <a:pt x="54" y="0"/>
                      <a:pt x="54" y="0"/>
                    </a:cubicBezTo>
                    <a:cubicBezTo>
                      <a:pt x="47" y="3"/>
                      <a:pt x="36" y="1"/>
                      <a:pt x="29" y="2"/>
                    </a:cubicBezTo>
                    <a:cubicBezTo>
                      <a:pt x="0" y="37"/>
                      <a:pt x="0" y="37"/>
                      <a:pt x="0" y="37"/>
                    </a:cubicBezTo>
                    <a:cubicBezTo>
                      <a:pt x="101" y="118"/>
                      <a:pt x="101" y="118"/>
                      <a:pt x="101" y="118"/>
                    </a:cubicBezTo>
                    <a:cubicBezTo>
                      <a:pt x="156" y="238"/>
                      <a:pt x="156" y="238"/>
                      <a:pt x="156" y="238"/>
                    </a:cubicBezTo>
                    <a:cubicBezTo>
                      <a:pt x="192" y="216"/>
                      <a:pt x="192" y="216"/>
                      <a:pt x="192" y="216"/>
                    </a:cubicBezTo>
                    <a:cubicBezTo>
                      <a:pt x="192" y="216"/>
                      <a:pt x="144" y="91"/>
                      <a:pt x="143" y="90"/>
                    </a:cubicBezTo>
                    <a:close/>
                  </a:path>
                </a:pathLst>
              </a:custGeom>
              <a:solidFill>
                <a:srgbClr val="2B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AA811108-E594-4A23-A5CB-354E35DF6C75}"/>
                  </a:ext>
                </a:extLst>
              </p:cNvPr>
              <p:cNvSpPr>
                <a:spLocks/>
              </p:cNvSpPr>
              <p:nvPr/>
            </p:nvSpPr>
            <p:spPr bwMode="auto">
              <a:xfrm>
                <a:off x="4305300" y="2024063"/>
                <a:ext cx="106363" cy="136525"/>
              </a:xfrm>
              <a:custGeom>
                <a:avLst/>
                <a:gdLst>
                  <a:gd name="T0" fmla="*/ 28 w 28"/>
                  <a:gd name="T1" fmla="*/ 2 h 36"/>
                  <a:gd name="T2" fmla="*/ 10 w 28"/>
                  <a:gd name="T3" fmla="*/ 36 h 36"/>
                  <a:gd name="T4" fmla="*/ 0 w 28"/>
                  <a:gd name="T5" fmla="*/ 29 h 36"/>
                  <a:gd name="T6" fmla="*/ 19 w 28"/>
                  <a:gd name="T7" fmla="*/ 0 h 36"/>
                  <a:gd name="T8" fmla="*/ 28 w 28"/>
                  <a:gd name="T9" fmla="*/ 2 h 36"/>
                </a:gdLst>
                <a:ahLst/>
                <a:cxnLst>
                  <a:cxn ang="0">
                    <a:pos x="T0" y="T1"/>
                  </a:cxn>
                  <a:cxn ang="0">
                    <a:pos x="T2" y="T3"/>
                  </a:cxn>
                  <a:cxn ang="0">
                    <a:pos x="T4" y="T5"/>
                  </a:cxn>
                  <a:cxn ang="0">
                    <a:pos x="T6" y="T7"/>
                  </a:cxn>
                  <a:cxn ang="0">
                    <a:pos x="T8" y="T9"/>
                  </a:cxn>
                </a:cxnLst>
                <a:rect l="0" t="0" r="r" b="b"/>
                <a:pathLst>
                  <a:path w="28" h="36">
                    <a:moveTo>
                      <a:pt x="28" y="2"/>
                    </a:moveTo>
                    <a:cubicBezTo>
                      <a:pt x="28" y="2"/>
                      <a:pt x="24" y="30"/>
                      <a:pt x="10" y="36"/>
                    </a:cubicBezTo>
                    <a:cubicBezTo>
                      <a:pt x="0" y="31"/>
                      <a:pt x="0" y="29"/>
                      <a:pt x="0" y="29"/>
                    </a:cubicBezTo>
                    <a:cubicBezTo>
                      <a:pt x="19" y="0"/>
                      <a:pt x="19" y="0"/>
                      <a:pt x="19" y="0"/>
                    </a:cubicBezTo>
                    <a:lnTo>
                      <a:pt x="28" y="2"/>
                    </a:lnTo>
                    <a:close/>
                  </a:path>
                </a:pathLst>
              </a:custGeom>
              <a:solidFill>
                <a:srgbClr val="273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2B641EF2-EF98-4F23-BA2B-C6721A4152D1}"/>
                  </a:ext>
                </a:extLst>
              </p:cNvPr>
              <p:cNvSpPr>
                <a:spLocks/>
              </p:cNvSpPr>
              <p:nvPr/>
            </p:nvSpPr>
            <p:spPr bwMode="auto">
              <a:xfrm>
                <a:off x="3435350" y="2032000"/>
                <a:ext cx="957263" cy="436563"/>
              </a:xfrm>
              <a:custGeom>
                <a:avLst/>
                <a:gdLst>
                  <a:gd name="T0" fmla="*/ 254 w 254"/>
                  <a:gd name="T1" fmla="*/ 4 h 116"/>
                  <a:gd name="T2" fmla="*/ 252 w 254"/>
                  <a:gd name="T3" fmla="*/ 11 h 116"/>
                  <a:gd name="T4" fmla="*/ 230 w 254"/>
                  <a:gd name="T5" fmla="*/ 36 h 116"/>
                  <a:gd name="T6" fmla="*/ 163 w 254"/>
                  <a:gd name="T7" fmla="*/ 106 h 116"/>
                  <a:gd name="T8" fmla="*/ 158 w 254"/>
                  <a:gd name="T9" fmla="*/ 111 h 116"/>
                  <a:gd name="T10" fmla="*/ 146 w 254"/>
                  <a:gd name="T11" fmla="*/ 115 h 116"/>
                  <a:gd name="T12" fmla="*/ 141 w 254"/>
                  <a:gd name="T13" fmla="*/ 114 h 116"/>
                  <a:gd name="T14" fmla="*/ 0 w 254"/>
                  <a:gd name="T15" fmla="*/ 91 h 116"/>
                  <a:gd name="T16" fmla="*/ 6 w 254"/>
                  <a:gd name="T17" fmla="*/ 48 h 116"/>
                  <a:gd name="T18" fmla="*/ 132 w 254"/>
                  <a:gd name="T19" fmla="*/ 64 h 116"/>
                  <a:gd name="T20" fmla="*/ 178 w 254"/>
                  <a:gd name="T21" fmla="*/ 0 h 116"/>
                  <a:gd name="T22" fmla="*/ 246 w 254"/>
                  <a:gd name="T23" fmla="*/ 5 h 116"/>
                  <a:gd name="T24" fmla="*/ 254 w 254"/>
                  <a:gd name="T25" fmla="*/ 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4" h="116">
                    <a:moveTo>
                      <a:pt x="254" y="4"/>
                    </a:moveTo>
                    <a:cubicBezTo>
                      <a:pt x="253" y="6"/>
                      <a:pt x="253" y="8"/>
                      <a:pt x="252" y="11"/>
                    </a:cubicBezTo>
                    <a:cubicBezTo>
                      <a:pt x="249" y="19"/>
                      <a:pt x="243" y="29"/>
                      <a:pt x="230" y="36"/>
                    </a:cubicBezTo>
                    <a:cubicBezTo>
                      <a:pt x="163" y="106"/>
                      <a:pt x="163" y="106"/>
                      <a:pt x="163" y="106"/>
                    </a:cubicBezTo>
                    <a:cubicBezTo>
                      <a:pt x="158" y="111"/>
                      <a:pt x="158" y="111"/>
                      <a:pt x="158" y="111"/>
                    </a:cubicBezTo>
                    <a:cubicBezTo>
                      <a:pt x="155" y="114"/>
                      <a:pt x="150" y="116"/>
                      <a:pt x="146" y="115"/>
                    </a:cubicBezTo>
                    <a:cubicBezTo>
                      <a:pt x="143" y="115"/>
                      <a:pt x="141" y="114"/>
                      <a:pt x="141" y="114"/>
                    </a:cubicBezTo>
                    <a:cubicBezTo>
                      <a:pt x="0" y="91"/>
                      <a:pt x="0" y="91"/>
                      <a:pt x="0" y="91"/>
                    </a:cubicBezTo>
                    <a:cubicBezTo>
                      <a:pt x="6" y="48"/>
                      <a:pt x="6" y="48"/>
                      <a:pt x="6" y="48"/>
                    </a:cubicBezTo>
                    <a:cubicBezTo>
                      <a:pt x="132" y="64"/>
                      <a:pt x="132" y="64"/>
                      <a:pt x="132" y="64"/>
                    </a:cubicBezTo>
                    <a:cubicBezTo>
                      <a:pt x="178" y="0"/>
                      <a:pt x="178" y="0"/>
                      <a:pt x="178" y="0"/>
                    </a:cubicBezTo>
                    <a:cubicBezTo>
                      <a:pt x="195" y="7"/>
                      <a:pt x="218" y="10"/>
                      <a:pt x="246" y="5"/>
                    </a:cubicBezTo>
                    <a:cubicBezTo>
                      <a:pt x="249" y="5"/>
                      <a:pt x="251" y="4"/>
                      <a:pt x="254" y="4"/>
                    </a:cubicBezTo>
                  </a:path>
                </a:pathLst>
              </a:custGeom>
              <a:solidFill>
                <a:srgbClr val="2F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27E25E83-3BA0-43AD-B290-8898AE47FB8E}"/>
                  </a:ext>
                </a:extLst>
              </p:cNvPr>
              <p:cNvSpPr>
                <a:spLocks/>
              </p:cNvSpPr>
              <p:nvPr/>
            </p:nvSpPr>
            <p:spPr bwMode="auto">
              <a:xfrm>
                <a:off x="4302125" y="2125663"/>
                <a:ext cx="641350" cy="788988"/>
              </a:xfrm>
              <a:custGeom>
                <a:avLst/>
                <a:gdLst>
                  <a:gd name="T0" fmla="*/ 115 w 170"/>
                  <a:gd name="T1" fmla="*/ 80 h 209"/>
                  <a:gd name="T2" fmla="*/ 13 w 170"/>
                  <a:gd name="T3" fmla="*/ 0 h 209"/>
                  <a:gd name="T4" fmla="*/ 0 w 170"/>
                  <a:gd name="T5" fmla="*/ 11 h 209"/>
                  <a:gd name="T6" fmla="*/ 98 w 170"/>
                  <a:gd name="T7" fmla="*/ 89 h 209"/>
                  <a:gd name="T8" fmla="*/ 153 w 170"/>
                  <a:gd name="T9" fmla="*/ 209 h 209"/>
                  <a:gd name="T10" fmla="*/ 170 w 170"/>
                  <a:gd name="T11" fmla="*/ 198 h 209"/>
                  <a:gd name="T12" fmla="*/ 115 w 170"/>
                  <a:gd name="T13" fmla="*/ 80 h 209"/>
                </a:gdLst>
                <a:ahLst/>
                <a:cxnLst>
                  <a:cxn ang="0">
                    <a:pos x="T0" y="T1"/>
                  </a:cxn>
                  <a:cxn ang="0">
                    <a:pos x="T2" y="T3"/>
                  </a:cxn>
                  <a:cxn ang="0">
                    <a:pos x="T4" y="T5"/>
                  </a:cxn>
                  <a:cxn ang="0">
                    <a:pos x="T6" y="T7"/>
                  </a:cxn>
                  <a:cxn ang="0">
                    <a:pos x="T8" y="T9"/>
                  </a:cxn>
                  <a:cxn ang="0">
                    <a:pos x="T10" y="T11"/>
                  </a:cxn>
                  <a:cxn ang="0">
                    <a:pos x="T12" y="T13"/>
                  </a:cxn>
                </a:cxnLst>
                <a:rect l="0" t="0" r="r" b="b"/>
                <a:pathLst>
                  <a:path w="170" h="209">
                    <a:moveTo>
                      <a:pt x="115" y="80"/>
                    </a:moveTo>
                    <a:cubicBezTo>
                      <a:pt x="13" y="0"/>
                      <a:pt x="13" y="0"/>
                      <a:pt x="13" y="0"/>
                    </a:cubicBezTo>
                    <a:cubicBezTo>
                      <a:pt x="10" y="4"/>
                      <a:pt x="6" y="8"/>
                      <a:pt x="0" y="11"/>
                    </a:cubicBezTo>
                    <a:cubicBezTo>
                      <a:pt x="98" y="89"/>
                      <a:pt x="98" y="89"/>
                      <a:pt x="98" y="89"/>
                    </a:cubicBezTo>
                    <a:cubicBezTo>
                      <a:pt x="153" y="209"/>
                      <a:pt x="153" y="209"/>
                      <a:pt x="153" y="209"/>
                    </a:cubicBezTo>
                    <a:cubicBezTo>
                      <a:pt x="170" y="198"/>
                      <a:pt x="170" y="198"/>
                      <a:pt x="170" y="198"/>
                    </a:cubicBezTo>
                    <a:lnTo>
                      <a:pt x="115" y="80"/>
                    </a:ln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436BBAE5-0823-4D6B-8721-043AFF32A3F7}"/>
                  </a:ext>
                </a:extLst>
              </p:cNvPr>
              <p:cNvSpPr>
                <a:spLocks/>
              </p:cNvSpPr>
              <p:nvPr/>
            </p:nvSpPr>
            <p:spPr bwMode="auto">
              <a:xfrm>
                <a:off x="4343400" y="1270000"/>
                <a:ext cx="263525" cy="101600"/>
              </a:xfrm>
              <a:custGeom>
                <a:avLst/>
                <a:gdLst>
                  <a:gd name="T0" fmla="*/ 0 w 70"/>
                  <a:gd name="T1" fmla="*/ 26 h 27"/>
                  <a:gd name="T2" fmla="*/ 70 w 70"/>
                  <a:gd name="T3" fmla="*/ 27 h 27"/>
                  <a:gd name="T4" fmla="*/ 67 w 70"/>
                  <a:gd name="T5" fmla="*/ 12 h 27"/>
                  <a:gd name="T6" fmla="*/ 67 w 70"/>
                  <a:gd name="T7" fmla="*/ 11 h 27"/>
                  <a:gd name="T8" fmla="*/ 21 w 70"/>
                  <a:gd name="T9" fmla="*/ 0 h 27"/>
                  <a:gd name="T10" fmla="*/ 0 w 70"/>
                  <a:gd name="T11" fmla="*/ 26 h 27"/>
                </a:gdLst>
                <a:ahLst/>
                <a:cxnLst>
                  <a:cxn ang="0">
                    <a:pos x="T0" y="T1"/>
                  </a:cxn>
                  <a:cxn ang="0">
                    <a:pos x="T2" y="T3"/>
                  </a:cxn>
                  <a:cxn ang="0">
                    <a:pos x="T4" y="T5"/>
                  </a:cxn>
                  <a:cxn ang="0">
                    <a:pos x="T6" y="T7"/>
                  </a:cxn>
                  <a:cxn ang="0">
                    <a:pos x="T8" y="T9"/>
                  </a:cxn>
                  <a:cxn ang="0">
                    <a:pos x="T10" y="T11"/>
                  </a:cxn>
                </a:cxnLst>
                <a:rect l="0" t="0" r="r" b="b"/>
                <a:pathLst>
                  <a:path w="70" h="27">
                    <a:moveTo>
                      <a:pt x="0" y="26"/>
                    </a:moveTo>
                    <a:cubicBezTo>
                      <a:pt x="70" y="27"/>
                      <a:pt x="70" y="27"/>
                      <a:pt x="70" y="27"/>
                    </a:cubicBezTo>
                    <a:cubicBezTo>
                      <a:pt x="70" y="27"/>
                      <a:pt x="64" y="22"/>
                      <a:pt x="67" y="12"/>
                    </a:cubicBezTo>
                    <a:cubicBezTo>
                      <a:pt x="67" y="11"/>
                      <a:pt x="67" y="11"/>
                      <a:pt x="67" y="11"/>
                    </a:cubicBezTo>
                    <a:cubicBezTo>
                      <a:pt x="52" y="8"/>
                      <a:pt x="36" y="5"/>
                      <a:pt x="21" y="0"/>
                    </a:cubicBezTo>
                    <a:cubicBezTo>
                      <a:pt x="18" y="11"/>
                      <a:pt x="8" y="22"/>
                      <a:pt x="0" y="26"/>
                    </a:cubicBezTo>
                  </a:path>
                </a:pathLst>
              </a:custGeom>
              <a:solidFill>
                <a:srgbClr val="E3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7" name="Freeform 36">
                <a:extLst>
                  <a:ext uri="{FF2B5EF4-FFF2-40B4-BE49-F238E27FC236}">
                    <a16:creationId xmlns:a16="http://schemas.microsoft.com/office/drawing/2014/main" id="{8C5EE223-08C5-4614-930B-52C4ADCA8B38}"/>
                  </a:ext>
                </a:extLst>
              </p:cNvPr>
              <p:cNvSpPr>
                <a:spLocks/>
              </p:cNvSpPr>
              <p:nvPr/>
            </p:nvSpPr>
            <p:spPr bwMode="auto">
              <a:xfrm>
                <a:off x="4340225" y="889000"/>
                <a:ext cx="411163" cy="460375"/>
              </a:xfrm>
              <a:custGeom>
                <a:avLst/>
                <a:gdLst>
                  <a:gd name="T0" fmla="*/ 105 w 109"/>
                  <a:gd name="T1" fmla="*/ 83 h 122"/>
                  <a:gd name="T2" fmla="*/ 96 w 109"/>
                  <a:gd name="T3" fmla="*/ 60 h 122"/>
                  <a:gd name="T4" fmla="*/ 76 w 109"/>
                  <a:gd name="T5" fmla="*/ 8 h 122"/>
                  <a:gd name="T6" fmla="*/ 11 w 109"/>
                  <a:gd name="T7" fmla="*/ 29 h 122"/>
                  <a:gd name="T8" fmla="*/ 22 w 109"/>
                  <a:gd name="T9" fmla="*/ 87 h 122"/>
                  <a:gd name="T10" fmla="*/ 22 w 109"/>
                  <a:gd name="T11" fmla="*/ 101 h 122"/>
                  <a:gd name="T12" fmla="*/ 68 w 109"/>
                  <a:gd name="T13" fmla="*/ 112 h 122"/>
                  <a:gd name="T14" fmla="*/ 92 w 109"/>
                  <a:gd name="T15" fmla="*/ 111 h 122"/>
                  <a:gd name="T16" fmla="*/ 94 w 109"/>
                  <a:gd name="T17" fmla="*/ 99 h 122"/>
                  <a:gd name="T18" fmla="*/ 93 w 109"/>
                  <a:gd name="T19" fmla="*/ 95 h 122"/>
                  <a:gd name="T20" fmla="*/ 97 w 109"/>
                  <a:gd name="T21" fmla="*/ 86 h 122"/>
                  <a:gd name="T22" fmla="*/ 105 w 109"/>
                  <a:gd name="T23" fmla="*/ 8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122">
                    <a:moveTo>
                      <a:pt x="105" y="83"/>
                    </a:moveTo>
                    <a:cubicBezTo>
                      <a:pt x="105" y="83"/>
                      <a:pt x="99" y="66"/>
                      <a:pt x="96" y="60"/>
                    </a:cubicBezTo>
                    <a:cubicBezTo>
                      <a:pt x="109" y="44"/>
                      <a:pt x="95" y="15"/>
                      <a:pt x="76" y="8"/>
                    </a:cubicBezTo>
                    <a:cubicBezTo>
                      <a:pt x="52" y="0"/>
                      <a:pt x="24" y="6"/>
                      <a:pt x="11" y="29"/>
                    </a:cubicBezTo>
                    <a:cubicBezTo>
                      <a:pt x="0" y="50"/>
                      <a:pt x="13" y="68"/>
                      <a:pt x="22" y="87"/>
                    </a:cubicBezTo>
                    <a:cubicBezTo>
                      <a:pt x="24" y="91"/>
                      <a:pt x="24" y="96"/>
                      <a:pt x="22" y="101"/>
                    </a:cubicBezTo>
                    <a:cubicBezTo>
                      <a:pt x="37" y="106"/>
                      <a:pt x="53" y="109"/>
                      <a:pt x="68" y="112"/>
                    </a:cubicBezTo>
                    <a:cubicBezTo>
                      <a:pt x="71" y="106"/>
                      <a:pt x="86" y="122"/>
                      <a:pt x="92" y="111"/>
                    </a:cubicBezTo>
                    <a:cubicBezTo>
                      <a:pt x="94" y="106"/>
                      <a:pt x="90" y="103"/>
                      <a:pt x="94" y="99"/>
                    </a:cubicBezTo>
                    <a:cubicBezTo>
                      <a:pt x="97" y="96"/>
                      <a:pt x="92" y="95"/>
                      <a:pt x="93" y="95"/>
                    </a:cubicBezTo>
                    <a:cubicBezTo>
                      <a:pt x="98" y="95"/>
                      <a:pt x="97" y="89"/>
                      <a:pt x="97" y="86"/>
                    </a:cubicBezTo>
                    <a:cubicBezTo>
                      <a:pt x="101" y="86"/>
                      <a:pt x="105" y="83"/>
                      <a:pt x="105" y="83"/>
                    </a:cubicBezTo>
                    <a:close/>
                  </a:path>
                </a:pathLst>
              </a:custGeom>
              <a:solidFill>
                <a:srgbClr val="EAB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Freeform 37">
                <a:extLst>
                  <a:ext uri="{FF2B5EF4-FFF2-40B4-BE49-F238E27FC236}">
                    <a16:creationId xmlns:a16="http://schemas.microsoft.com/office/drawing/2014/main" id="{DEDA0EA2-92FF-45DB-B0CE-D913281C692A}"/>
                  </a:ext>
                </a:extLst>
              </p:cNvPr>
              <p:cNvSpPr>
                <a:spLocks/>
              </p:cNvSpPr>
              <p:nvPr/>
            </p:nvSpPr>
            <p:spPr bwMode="auto">
              <a:xfrm>
                <a:off x="4595813" y="911225"/>
                <a:ext cx="155575" cy="415925"/>
              </a:xfrm>
              <a:custGeom>
                <a:avLst/>
                <a:gdLst>
                  <a:gd name="T0" fmla="*/ 37 w 41"/>
                  <a:gd name="T1" fmla="*/ 77 h 110"/>
                  <a:gd name="T2" fmla="*/ 28 w 41"/>
                  <a:gd name="T3" fmla="*/ 54 h 110"/>
                  <a:gd name="T4" fmla="*/ 8 w 41"/>
                  <a:gd name="T5" fmla="*/ 2 h 110"/>
                  <a:gd name="T6" fmla="*/ 0 w 41"/>
                  <a:gd name="T7" fmla="*/ 0 h 110"/>
                  <a:gd name="T8" fmla="*/ 3 w 41"/>
                  <a:gd name="T9" fmla="*/ 1 h 110"/>
                  <a:gd name="T10" fmla="*/ 23 w 41"/>
                  <a:gd name="T11" fmla="*/ 53 h 110"/>
                  <a:gd name="T12" fmla="*/ 32 w 41"/>
                  <a:gd name="T13" fmla="*/ 75 h 110"/>
                  <a:gd name="T14" fmla="*/ 24 w 41"/>
                  <a:gd name="T15" fmla="*/ 79 h 110"/>
                  <a:gd name="T16" fmla="*/ 21 w 41"/>
                  <a:gd name="T17" fmla="*/ 87 h 110"/>
                  <a:gd name="T18" fmla="*/ 22 w 41"/>
                  <a:gd name="T19" fmla="*/ 92 h 110"/>
                  <a:gd name="T20" fmla="*/ 19 w 41"/>
                  <a:gd name="T21" fmla="*/ 103 h 110"/>
                  <a:gd name="T22" fmla="*/ 12 w 41"/>
                  <a:gd name="T23" fmla="*/ 108 h 110"/>
                  <a:gd name="T24" fmla="*/ 24 w 41"/>
                  <a:gd name="T25" fmla="*/ 105 h 110"/>
                  <a:gd name="T26" fmla="*/ 26 w 41"/>
                  <a:gd name="T27" fmla="*/ 93 h 110"/>
                  <a:gd name="T28" fmla="*/ 25 w 41"/>
                  <a:gd name="T29" fmla="*/ 89 h 110"/>
                  <a:gd name="T30" fmla="*/ 29 w 41"/>
                  <a:gd name="T31" fmla="*/ 80 h 110"/>
                  <a:gd name="T32" fmla="*/ 37 w 41"/>
                  <a:gd name="T33" fmla="*/ 7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 h="110">
                    <a:moveTo>
                      <a:pt x="37" y="77"/>
                    </a:moveTo>
                    <a:cubicBezTo>
                      <a:pt x="37" y="77"/>
                      <a:pt x="31" y="60"/>
                      <a:pt x="28" y="54"/>
                    </a:cubicBezTo>
                    <a:cubicBezTo>
                      <a:pt x="41" y="38"/>
                      <a:pt x="27" y="9"/>
                      <a:pt x="8" y="2"/>
                    </a:cubicBezTo>
                    <a:cubicBezTo>
                      <a:pt x="6" y="1"/>
                      <a:pt x="3" y="1"/>
                      <a:pt x="0" y="0"/>
                    </a:cubicBezTo>
                    <a:cubicBezTo>
                      <a:pt x="1" y="0"/>
                      <a:pt x="2" y="1"/>
                      <a:pt x="3" y="1"/>
                    </a:cubicBezTo>
                    <a:cubicBezTo>
                      <a:pt x="22" y="8"/>
                      <a:pt x="36" y="37"/>
                      <a:pt x="23" y="53"/>
                    </a:cubicBezTo>
                    <a:cubicBezTo>
                      <a:pt x="26" y="59"/>
                      <a:pt x="32" y="75"/>
                      <a:pt x="32" y="75"/>
                    </a:cubicBezTo>
                    <a:cubicBezTo>
                      <a:pt x="32" y="75"/>
                      <a:pt x="28" y="79"/>
                      <a:pt x="24" y="79"/>
                    </a:cubicBezTo>
                    <a:cubicBezTo>
                      <a:pt x="24" y="82"/>
                      <a:pt x="25" y="88"/>
                      <a:pt x="21" y="87"/>
                    </a:cubicBezTo>
                    <a:cubicBezTo>
                      <a:pt x="19" y="87"/>
                      <a:pt x="24" y="89"/>
                      <a:pt x="22" y="92"/>
                    </a:cubicBezTo>
                    <a:cubicBezTo>
                      <a:pt x="17" y="96"/>
                      <a:pt x="22" y="99"/>
                      <a:pt x="19" y="103"/>
                    </a:cubicBezTo>
                    <a:cubicBezTo>
                      <a:pt x="18" y="107"/>
                      <a:pt x="15" y="108"/>
                      <a:pt x="12" y="108"/>
                    </a:cubicBezTo>
                    <a:cubicBezTo>
                      <a:pt x="17" y="109"/>
                      <a:pt x="22" y="110"/>
                      <a:pt x="24" y="105"/>
                    </a:cubicBezTo>
                    <a:cubicBezTo>
                      <a:pt x="26" y="100"/>
                      <a:pt x="22" y="97"/>
                      <a:pt x="26" y="93"/>
                    </a:cubicBezTo>
                    <a:cubicBezTo>
                      <a:pt x="29" y="90"/>
                      <a:pt x="24" y="89"/>
                      <a:pt x="25" y="89"/>
                    </a:cubicBezTo>
                    <a:cubicBezTo>
                      <a:pt x="30" y="89"/>
                      <a:pt x="29" y="83"/>
                      <a:pt x="29" y="80"/>
                    </a:cubicBezTo>
                    <a:cubicBezTo>
                      <a:pt x="33" y="80"/>
                      <a:pt x="37" y="77"/>
                      <a:pt x="37" y="77"/>
                    </a:cubicBezTo>
                    <a:close/>
                  </a:path>
                </a:pathLst>
              </a:custGeom>
              <a:solidFill>
                <a:srgbClr val="E8AD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9" name="Freeform 38">
                <a:extLst>
                  <a:ext uri="{FF2B5EF4-FFF2-40B4-BE49-F238E27FC236}">
                    <a16:creationId xmlns:a16="http://schemas.microsoft.com/office/drawing/2014/main" id="{78A97CE8-F4C1-4FBE-869A-1458C19BF6A5}"/>
                  </a:ext>
                </a:extLst>
              </p:cNvPr>
              <p:cNvSpPr>
                <a:spLocks/>
              </p:cNvSpPr>
              <p:nvPr/>
            </p:nvSpPr>
            <p:spPr bwMode="auto">
              <a:xfrm>
                <a:off x="4460875" y="1281113"/>
                <a:ext cx="142875" cy="30163"/>
              </a:xfrm>
              <a:custGeom>
                <a:avLst/>
                <a:gdLst>
                  <a:gd name="T0" fmla="*/ 31 w 38"/>
                  <a:gd name="T1" fmla="*/ 6 h 8"/>
                  <a:gd name="T2" fmla="*/ 0 w 38"/>
                  <a:gd name="T3" fmla="*/ 0 h 8"/>
                  <a:gd name="T4" fmla="*/ 36 w 38"/>
                  <a:gd name="T5" fmla="*/ 8 h 8"/>
                  <a:gd name="T6" fmla="*/ 38 w 38"/>
                  <a:gd name="T7" fmla="*/ 6 h 8"/>
                  <a:gd name="T8" fmla="*/ 31 w 38"/>
                  <a:gd name="T9" fmla="*/ 6 h 8"/>
                </a:gdLst>
                <a:ahLst/>
                <a:cxnLst>
                  <a:cxn ang="0">
                    <a:pos x="T0" y="T1"/>
                  </a:cxn>
                  <a:cxn ang="0">
                    <a:pos x="T2" y="T3"/>
                  </a:cxn>
                  <a:cxn ang="0">
                    <a:pos x="T4" y="T5"/>
                  </a:cxn>
                  <a:cxn ang="0">
                    <a:pos x="T6" y="T7"/>
                  </a:cxn>
                  <a:cxn ang="0">
                    <a:pos x="T8" y="T9"/>
                  </a:cxn>
                </a:cxnLst>
                <a:rect l="0" t="0" r="r" b="b"/>
                <a:pathLst>
                  <a:path w="38" h="8">
                    <a:moveTo>
                      <a:pt x="31" y="6"/>
                    </a:moveTo>
                    <a:cubicBezTo>
                      <a:pt x="21" y="5"/>
                      <a:pt x="11" y="3"/>
                      <a:pt x="0" y="0"/>
                    </a:cubicBezTo>
                    <a:cubicBezTo>
                      <a:pt x="12" y="4"/>
                      <a:pt x="24" y="6"/>
                      <a:pt x="36" y="8"/>
                    </a:cubicBezTo>
                    <a:cubicBezTo>
                      <a:pt x="37" y="7"/>
                      <a:pt x="37" y="6"/>
                      <a:pt x="38" y="6"/>
                    </a:cubicBezTo>
                    <a:cubicBezTo>
                      <a:pt x="35" y="5"/>
                      <a:pt x="32" y="4"/>
                      <a:pt x="31" y="6"/>
                    </a:cubicBezTo>
                    <a:close/>
                  </a:path>
                </a:pathLst>
              </a:custGeom>
              <a:solidFill>
                <a:srgbClr val="E8AD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0" name="Freeform 39">
                <a:extLst>
                  <a:ext uri="{FF2B5EF4-FFF2-40B4-BE49-F238E27FC236}">
                    <a16:creationId xmlns:a16="http://schemas.microsoft.com/office/drawing/2014/main" id="{DEE73423-FA6B-4760-BA25-531B6D34CAEB}"/>
                  </a:ext>
                </a:extLst>
              </p:cNvPr>
              <p:cNvSpPr>
                <a:spLocks/>
              </p:cNvSpPr>
              <p:nvPr/>
            </p:nvSpPr>
            <p:spPr bwMode="auto">
              <a:xfrm>
                <a:off x="4354513" y="889000"/>
                <a:ext cx="430213" cy="282575"/>
              </a:xfrm>
              <a:custGeom>
                <a:avLst/>
                <a:gdLst>
                  <a:gd name="T0" fmla="*/ 103 w 114"/>
                  <a:gd name="T1" fmla="*/ 2 h 75"/>
                  <a:gd name="T2" fmla="*/ 96 w 114"/>
                  <a:gd name="T3" fmla="*/ 8 h 75"/>
                  <a:gd name="T4" fmla="*/ 88 w 114"/>
                  <a:gd name="T5" fmla="*/ 4 h 75"/>
                  <a:gd name="T6" fmla="*/ 40 w 114"/>
                  <a:gd name="T7" fmla="*/ 2 h 75"/>
                  <a:gd name="T8" fmla="*/ 12 w 114"/>
                  <a:gd name="T9" fmla="*/ 13 h 75"/>
                  <a:gd name="T10" fmla="*/ 2 w 114"/>
                  <a:gd name="T11" fmla="*/ 52 h 75"/>
                  <a:gd name="T12" fmla="*/ 6 w 114"/>
                  <a:gd name="T13" fmla="*/ 63 h 75"/>
                  <a:gd name="T14" fmla="*/ 11 w 114"/>
                  <a:gd name="T15" fmla="*/ 75 h 75"/>
                  <a:gd name="T16" fmla="*/ 15 w 114"/>
                  <a:gd name="T17" fmla="*/ 69 h 75"/>
                  <a:gd name="T18" fmla="*/ 19 w 114"/>
                  <a:gd name="T19" fmla="*/ 52 h 75"/>
                  <a:gd name="T20" fmla="*/ 26 w 114"/>
                  <a:gd name="T21" fmla="*/ 47 h 75"/>
                  <a:gd name="T22" fmla="*/ 41 w 114"/>
                  <a:gd name="T23" fmla="*/ 39 h 75"/>
                  <a:gd name="T24" fmla="*/ 61 w 114"/>
                  <a:gd name="T25" fmla="*/ 33 h 75"/>
                  <a:gd name="T26" fmla="*/ 89 w 114"/>
                  <a:gd name="T27" fmla="*/ 35 h 75"/>
                  <a:gd name="T28" fmla="*/ 103 w 114"/>
                  <a:gd name="T2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4" h="75">
                    <a:moveTo>
                      <a:pt x="103" y="2"/>
                    </a:moveTo>
                    <a:cubicBezTo>
                      <a:pt x="100" y="1"/>
                      <a:pt x="98" y="8"/>
                      <a:pt x="96" y="8"/>
                    </a:cubicBezTo>
                    <a:cubicBezTo>
                      <a:pt x="94" y="9"/>
                      <a:pt x="93" y="5"/>
                      <a:pt x="88" y="4"/>
                    </a:cubicBezTo>
                    <a:cubicBezTo>
                      <a:pt x="73" y="0"/>
                      <a:pt x="55" y="1"/>
                      <a:pt x="40" y="2"/>
                    </a:cubicBezTo>
                    <a:cubicBezTo>
                      <a:pt x="30" y="3"/>
                      <a:pt x="19" y="6"/>
                      <a:pt x="12" y="13"/>
                    </a:cubicBezTo>
                    <a:cubicBezTo>
                      <a:pt x="2" y="23"/>
                      <a:pt x="0" y="39"/>
                      <a:pt x="2" y="52"/>
                    </a:cubicBezTo>
                    <a:cubicBezTo>
                      <a:pt x="3" y="56"/>
                      <a:pt x="4" y="60"/>
                      <a:pt x="6" y="63"/>
                    </a:cubicBezTo>
                    <a:cubicBezTo>
                      <a:pt x="6" y="65"/>
                      <a:pt x="10" y="75"/>
                      <a:pt x="11" y="75"/>
                    </a:cubicBezTo>
                    <a:cubicBezTo>
                      <a:pt x="14" y="75"/>
                      <a:pt x="15" y="71"/>
                      <a:pt x="15" y="69"/>
                    </a:cubicBezTo>
                    <a:cubicBezTo>
                      <a:pt x="17" y="63"/>
                      <a:pt x="16" y="57"/>
                      <a:pt x="19" y="52"/>
                    </a:cubicBezTo>
                    <a:cubicBezTo>
                      <a:pt x="20" y="48"/>
                      <a:pt x="23" y="45"/>
                      <a:pt x="26" y="47"/>
                    </a:cubicBezTo>
                    <a:cubicBezTo>
                      <a:pt x="28" y="41"/>
                      <a:pt x="31" y="35"/>
                      <a:pt x="41" y="39"/>
                    </a:cubicBezTo>
                    <a:cubicBezTo>
                      <a:pt x="45" y="34"/>
                      <a:pt x="54" y="33"/>
                      <a:pt x="61" y="33"/>
                    </a:cubicBezTo>
                    <a:cubicBezTo>
                      <a:pt x="70" y="33"/>
                      <a:pt x="80" y="37"/>
                      <a:pt x="89" y="35"/>
                    </a:cubicBezTo>
                    <a:cubicBezTo>
                      <a:pt x="104" y="31"/>
                      <a:pt x="114" y="5"/>
                      <a:pt x="103" y="2"/>
                    </a:cubicBezTo>
                    <a:close/>
                  </a:path>
                </a:pathLst>
              </a:custGeom>
              <a:solidFill>
                <a:srgbClr val="603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1" name="Freeform 40">
                <a:extLst>
                  <a:ext uri="{FF2B5EF4-FFF2-40B4-BE49-F238E27FC236}">
                    <a16:creationId xmlns:a16="http://schemas.microsoft.com/office/drawing/2014/main" id="{84803AEF-3F88-4FC1-80D7-6A53A7AA1BB6}"/>
                  </a:ext>
                </a:extLst>
              </p:cNvPr>
              <p:cNvSpPr>
                <a:spLocks/>
              </p:cNvSpPr>
              <p:nvPr/>
            </p:nvSpPr>
            <p:spPr bwMode="auto">
              <a:xfrm>
                <a:off x="4354513" y="889000"/>
                <a:ext cx="400050" cy="282575"/>
              </a:xfrm>
              <a:custGeom>
                <a:avLst/>
                <a:gdLst>
                  <a:gd name="T0" fmla="*/ 14 w 106"/>
                  <a:gd name="T1" fmla="*/ 68 h 75"/>
                  <a:gd name="T2" fmla="*/ 11 w 106"/>
                  <a:gd name="T3" fmla="*/ 57 h 75"/>
                  <a:gd name="T4" fmla="*/ 20 w 106"/>
                  <a:gd name="T5" fmla="*/ 18 h 75"/>
                  <a:gd name="T6" fmla="*/ 48 w 106"/>
                  <a:gd name="T7" fmla="*/ 7 h 75"/>
                  <a:gd name="T8" fmla="*/ 96 w 106"/>
                  <a:gd name="T9" fmla="*/ 9 h 75"/>
                  <a:gd name="T10" fmla="*/ 104 w 106"/>
                  <a:gd name="T11" fmla="*/ 13 h 75"/>
                  <a:gd name="T12" fmla="*/ 103 w 106"/>
                  <a:gd name="T13" fmla="*/ 2 h 75"/>
                  <a:gd name="T14" fmla="*/ 96 w 106"/>
                  <a:gd name="T15" fmla="*/ 8 h 75"/>
                  <a:gd name="T16" fmla="*/ 88 w 106"/>
                  <a:gd name="T17" fmla="*/ 4 h 75"/>
                  <a:gd name="T18" fmla="*/ 40 w 106"/>
                  <a:gd name="T19" fmla="*/ 2 h 75"/>
                  <a:gd name="T20" fmla="*/ 12 w 106"/>
                  <a:gd name="T21" fmla="*/ 13 h 75"/>
                  <a:gd name="T22" fmla="*/ 2 w 106"/>
                  <a:gd name="T23" fmla="*/ 52 h 75"/>
                  <a:gd name="T24" fmla="*/ 6 w 106"/>
                  <a:gd name="T25" fmla="*/ 63 h 75"/>
                  <a:gd name="T26" fmla="*/ 11 w 106"/>
                  <a:gd name="T27" fmla="*/ 75 h 75"/>
                  <a:gd name="T28" fmla="*/ 15 w 106"/>
                  <a:gd name="T29" fmla="*/ 71 h 75"/>
                  <a:gd name="T30" fmla="*/ 14 w 106"/>
                  <a:gd name="T31"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75">
                    <a:moveTo>
                      <a:pt x="14" y="68"/>
                    </a:moveTo>
                    <a:cubicBezTo>
                      <a:pt x="13" y="65"/>
                      <a:pt x="11" y="61"/>
                      <a:pt x="11" y="57"/>
                    </a:cubicBezTo>
                    <a:cubicBezTo>
                      <a:pt x="8" y="44"/>
                      <a:pt x="10" y="28"/>
                      <a:pt x="20" y="18"/>
                    </a:cubicBezTo>
                    <a:cubicBezTo>
                      <a:pt x="28" y="11"/>
                      <a:pt x="38" y="8"/>
                      <a:pt x="48" y="7"/>
                    </a:cubicBezTo>
                    <a:cubicBezTo>
                      <a:pt x="63" y="6"/>
                      <a:pt x="81" y="5"/>
                      <a:pt x="96" y="9"/>
                    </a:cubicBezTo>
                    <a:cubicBezTo>
                      <a:pt x="100" y="10"/>
                      <a:pt x="103" y="12"/>
                      <a:pt x="104" y="13"/>
                    </a:cubicBezTo>
                    <a:cubicBezTo>
                      <a:pt x="104" y="9"/>
                      <a:pt x="106" y="3"/>
                      <a:pt x="103" y="2"/>
                    </a:cubicBezTo>
                    <a:cubicBezTo>
                      <a:pt x="100" y="1"/>
                      <a:pt x="98" y="8"/>
                      <a:pt x="96" y="8"/>
                    </a:cubicBezTo>
                    <a:cubicBezTo>
                      <a:pt x="94" y="9"/>
                      <a:pt x="93" y="5"/>
                      <a:pt x="88" y="4"/>
                    </a:cubicBezTo>
                    <a:cubicBezTo>
                      <a:pt x="73" y="0"/>
                      <a:pt x="55" y="1"/>
                      <a:pt x="40" y="2"/>
                    </a:cubicBezTo>
                    <a:cubicBezTo>
                      <a:pt x="30" y="3"/>
                      <a:pt x="19" y="6"/>
                      <a:pt x="12" y="13"/>
                    </a:cubicBezTo>
                    <a:cubicBezTo>
                      <a:pt x="2" y="23"/>
                      <a:pt x="0" y="39"/>
                      <a:pt x="2" y="52"/>
                    </a:cubicBezTo>
                    <a:cubicBezTo>
                      <a:pt x="3" y="56"/>
                      <a:pt x="4" y="60"/>
                      <a:pt x="6" y="63"/>
                    </a:cubicBezTo>
                    <a:cubicBezTo>
                      <a:pt x="6" y="65"/>
                      <a:pt x="10" y="75"/>
                      <a:pt x="11" y="75"/>
                    </a:cubicBezTo>
                    <a:cubicBezTo>
                      <a:pt x="13" y="75"/>
                      <a:pt x="14" y="73"/>
                      <a:pt x="15" y="71"/>
                    </a:cubicBezTo>
                    <a:cubicBezTo>
                      <a:pt x="15" y="70"/>
                      <a:pt x="14" y="69"/>
                      <a:pt x="14" y="68"/>
                    </a:cubicBezTo>
                    <a:close/>
                  </a:path>
                </a:pathLst>
              </a:custGeom>
              <a:solidFill>
                <a:srgbClr val="7D4B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Freeform 41">
                <a:extLst>
                  <a:ext uri="{FF2B5EF4-FFF2-40B4-BE49-F238E27FC236}">
                    <a16:creationId xmlns:a16="http://schemas.microsoft.com/office/drawing/2014/main" id="{D727E2DE-8325-4B2A-B430-35FBF05B9061}"/>
                  </a:ext>
                </a:extLst>
              </p:cNvPr>
              <p:cNvSpPr>
                <a:spLocks/>
              </p:cNvSpPr>
              <p:nvPr/>
            </p:nvSpPr>
            <p:spPr bwMode="auto">
              <a:xfrm>
                <a:off x="3586163" y="2227263"/>
                <a:ext cx="177800" cy="23813"/>
              </a:xfrm>
              <a:custGeom>
                <a:avLst/>
                <a:gdLst>
                  <a:gd name="T0" fmla="*/ 0 w 47"/>
                  <a:gd name="T1" fmla="*/ 0 h 6"/>
                  <a:gd name="T2" fmla="*/ 47 w 47"/>
                  <a:gd name="T3" fmla="*/ 6 h 6"/>
                  <a:gd name="T4" fmla="*/ 47 w 47"/>
                  <a:gd name="T5" fmla="*/ 6 h 6"/>
                  <a:gd name="T6" fmla="*/ 0 w 47"/>
                  <a:gd name="T7" fmla="*/ 0 h 6"/>
                </a:gdLst>
                <a:ahLst/>
                <a:cxnLst>
                  <a:cxn ang="0">
                    <a:pos x="T0" y="T1"/>
                  </a:cxn>
                  <a:cxn ang="0">
                    <a:pos x="T2" y="T3"/>
                  </a:cxn>
                  <a:cxn ang="0">
                    <a:pos x="T4" y="T5"/>
                  </a:cxn>
                  <a:cxn ang="0">
                    <a:pos x="T6" y="T7"/>
                  </a:cxn>
                </a:cxnLst>
                <a:rect l="0" t="0" r="r" b="b"/>
                <a:pathLst>
                  <a:path w="47" h="6">
                    <a:moveTo>
                      <a:pt x="0" y="0"/>
                    </a:moveTo>
                    <a:cubicBezTo>
                      <a:pt x="47" y="6"/>
                      <a:pt x="47" y="6"/>
                      <a:pt x="47" y="6"/>
                    </a:cubicBezTo>
                    <a:cubicBezTo>
                      <a:pt x="47" y="6"/>
                      <a:pt x="47" y="6"/>
                      <a:pt x="47" y="6"/>
                    </a:cubicBezTo>
                    <a:cubicBezTo>
                      <a:pt x="0" y="0"/>
                      <a:pt x="0" y="0"/>
                      <a:pt x="0" y="0"/>
                    </a:cubicBezTo>
                  </a:path>
                </a:pathLst>
              </a:custGeom>
              <a:solidFill>
                <a:srgbClr val="A7A9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Freeform 42">
                <a:extLst>
                  <a:ext uri="{FF2B5EF4-FFF2-40B4-BE49-F238E27FC236}">
                    <a16:creationId xmlns:a16="http://schemas.microsoft.com/office/drawing/2014/main" id="{E393B2B2-5476-4745-A0E0-DE3D74CBD46E}"/>
                  </a:ext>
                </a:extLst>
              </p:cNvPr>
              <p:cNvSpPr>
                <a:spLocks/>
              </p:cNvSpPr>
              <p:nvPr/>
            </p:nvSpPr>
            <p:spPr bwMode="auto">
              <a:xfrm>
                <a:off x="3575050" y="2227263"/>
                <a:ext cx="188913" cy="71438"/>
              </a:xfrm>
              <a:custGeom>
                <a:avLst/>
                <a:gdLst>
                  <a:gd name="T0" fmla="*/ 0 w 50"/>
                  <a:gd name="T1" fmla="*/ 0 h 19"/>
                  <a:gd name="T2" fmla="*/ 26 w 50"/>
                  <a:gd name="T3" fmla="*/ 18 h 19"/>
                  <a:gd name="T4" fmla="*/ 33 w 50"/>
                  <a:gd name="T5" fmla="*/ 19 h 19"/>
                  <a:gd name="T6" fmla="*/ 50 w 50"/>
                  <a:gd name="T7" fmla="*/ 6 h 19"/>
                  <a:gd name="T8" fmla="*/ 3 w 50"/>
                  <a:gd name="T9" fmla="*/ 0 h 19"/>
                  <a:gd name="T10" fmla="*/ 0 w 50"/>
                  <a:gd name="T11" fmla="*/ 0 h 19"/>
                </a:gdLst>
                <a:ahLst/>
                <a:cxnLst>
                  <a:cxn ang="0">
                    <a:pos x="T0" y="T1"/>
                  </a:cxn>
                  <a:cxn ang="0">
                    <a:pos x="T2" y="T3"/>
                  </a:cxn>
                  <a:cxn ang="0">
                    <a:pos x="T4" y="T5"/>
                  </a:cxn>
                  <a:cxn ang="0">
                    <a:pos x="T6" y="T7"/>
                  </a:cxn>
                  <a:cxn ang="0">
                    <a:pos x="T8" y="T9"/>
                  </a:cxn>
                  <a:cxn ang="0">
                    <a:pos x="T10" y="T11"/>
                  </a:cxn>
                </a:cxnLst>
                <a:rect l="0" t="0" r="r" b="b"/>
                <a:pathLst>
                  <a:path w="50" h="19">
                    <a:moveTo>
                      <a:pt x="0" y="0"/>
                    </a:moveTo>
                    <a:cubicBezTo>
                      <a:pt x="6" y="5"/>
                      <a:pt x="19" y="16"/>
                      <a:pt x="26" y="18"/>
                    </a:cubicBezTo>
                    <a:cubicBezTo>
                      <a:pt x="28" y="19"/>
                      <a:pt x="30" y="19"/>
                      <a:pt x="33" y="19"/>
                    </a:cubicBezTo>
                    <a:cubicBezTo>
                      <a:pt x="39" y="19"/>
                      <a:pt x="46" y="15"/>
                      <a:pt x="50" y="6"/>
                    </a:cubicBezTo>
                    <a:cubicBezTo>
                      <a:pt x="3" y="0"/>
                      <a:pt x="3" y="0"/>
                      <a:pt x="3" y="0"/>
                    </a:cubicBezTo>
                    <a:cubicBezTo>
                      <a:pt x="0" y="0"/>
                      <a:pt x="0" y="0"/>
                      <a:pt x="0" y="0"/>
                    </a:cubicBezTo>
                  </a:path>
                </a:pathLst>
              </a:custGeom>
              <a:solidFill>
                <a:srgbClr val="27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4" name="Freeform 43">
                <a:extLst>
                  <a:ext uri="{FF2B5EF4-FFF2-40B4-BE49-F238E27FC236}">
                    <a16:creationId xmlns:a16="http://schemas.microsoft.com/office/drawing/2014/main" id="{2DD12B2F-702A-4D5F-82DD-767390FD1E9E}"/>
                  </a:ext>
                </a:extLst>
              </p:cNvPr>
              <p:cNvSpPr>
                <a:spLocks/>
              </p:cNvSpPr>
              <p:nvPr/>
            </p:nvSpPr>
            <p:spPr bwMode="auto">
              <a:xfrm>
                <a:off x="3284538" y="1881188"/>
                <a:ext cx="520700" cy="403225"/>
              </a:xfrm>
              <a:custGeom>
                <a:avLst/>
                <a:gdLst>
                  <a:gd name="T0" fmla="*/ 1 w 138"/>
                  <a:gd name="T1" fmla="*/ 39 h 107"/>
                  <a:gd name="T2" fmla="*/ 4 w 138"/>
                  <a:gd name="T3" fmla="*/ 48 h 107"/>
                  <a:gd name="T4" fmla="*/ 108 w 138"/>
                  <a:gd name="T5" fmla="*/ 105 h 107"/>
                  <a:gd name="T6" fmla="*/ 116 w 138"/>
                  <a:gd name="T7" fmla="*/ 103 h 107"/>
                  <a:gd name="T8" fmla="*/ 138 w 138"/>
                  <a:gd name="T9" fmla="*/ 64 h 107"/>
                  <a:gd name="T10" fmla="*/ 75 w 138"/>
                  <a:gd name="T11" fmla="*/ 42 h 107"/>
                  <a:gd name="T12" fmla="*/ 23 w 138"/>
                  <a:gd name="T13" fmla="*/ 0 h 107"/>
                  <a:gd name="T14" fmla="*/ 1 w 138"/>
                  <a:gd name="T15" fmla="*/ 39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07">
                    <a:moveTo>
                      <a:pt x="1" y="39"/>
                    </a:moveTo>
                    <a:cubicBezTo>
                      <a:pt x="0" y="42"/>
                      <a:pt x="1" y="46"/>
                      <a:pt x="4" y="48"/>
                    </a:cubicBezTo>
                    <a:cubicBezTo>
                      <a:pt x="108" y="105"/>
                      <a:pt x="108" y="105"/>
                      <a:pt x="108" y="105"/>
                    </a:cubicBezTo>
                    <a:cubicBezTo>
                      <a:pt x="111" y="107"/>
                      <a:pt x="115" y="106"/>
                      <a:pt x="116" y="103"/>
                    </a:cubicBezTo>
                    <a:cubicBezTo>
                      <a:pt x="138" y="64"/>
                      <a:pt x="138" y="64"/>
                      <a:pt x="138" y="64"/>
                    </a:cubicBezTo>
                    <a:cubicBezTo>
                      <a:pt x="118" y="61"/>
                      <a:pt x="97" y="54"/>
                      <a:pt x="75" y="42"/>
                    </a:cubicBezTo>
                    <a:cubicBezTo>
                      <a:pt x="54" y="30"/>
                      <a:pt x="36" y="15"/>
                      <a:pt x="23" y="0"/>
                    </a:cubicBezTo>
                    <a:lnTo>
                      <a:pt x="1" y="39"/>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5" name="Freeform 44">
                <a:extLst>
                  <a:ext uri="{FF2B5EF4-FFF2-40B4-BE49-F238E27FC236}">
                    <a16:creationId xmlns:a16="http://schemas.microsoft.com/office/drawing/2014/main" id="{FA71C6AC-0BF3-4B5B-9DCF-6C1EDD2F69C0}"/>
                  </a:ext>
                </a:extLst>
              </p:cNvPr>
              <p:cNvSpPr>
                <a:spLocks/>
              </p:cNvSpPr>
              <p:nvPr/>
            </p:nvSpPr>
            <p:spPr bwMode="auto">
              <a:xfrm>
                <a:off x="3371850" y="1760538"/>
                <a:ext cx="496888" cy="361950"/>
              </a:xfrm>
              <a:custGeom>
                <a:avLst/>
                <a:gdLst>
                  <a:gd name="T0" fmla="*/ 15 w 132"/>
                  <a:gd name="T1" fmla="*/ 4 h 96"/>
                  <a:gd name="T2" fmla="*/ 0 w 132"/>
                  <a:gd name="T3" fmla="*/ 32 h 96"/>
                  <a:gd name="T4" fmla="*/ 52 w 132"/>
                  <a:gd name="T5" fmla="*/ 74 h 96"/>
                  <a:gd name="T6" fmla="*/ 115 w 132"/>
                  <a:gd name="T7" fmla="*/ 96 h 96"/>
                  <a:gd name="T8" fmla="*/ 130 w 132"/>
                  <a:gd name="T9" fmla="*/ 68 h 96"/>
                  <a:gd name="T10" fmla="*/ 128 w 132"/>
                  <a:gd name="T11" fmla="*/ 59 h 96"/>
                  <a:gd name="T12" fmla="*/ 24 w 132"/>
                  <a:gd name="T13" fmla="*/ 2 h 96"/>
                  <a:gd name="T14" fmla="*/ 15 w 132"/>
                  <a:gd name="T15" fmla="*/ 4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96">
                    <a:moveTo>
                      <a:pt x="15" y="4"/>
                    </a:moveTo>
                    <a:cubicBezTo>
                      <a:pt x="0" y="32"/>
                      <a:pt x="0" y="32"/>
                      <a:pt x="0" y="32"/>
                    </a:cubicBezTo>
                    <a:cubicBezTo>
                      <a:pt x="13" y="47"/>
                      <a:pt x="31" y="62"/>
                      <a:pt x="52" y="74"/>
                    </a:cubicBezTo>
                    <a:cubicBezTo>
                      <a:pt x="74" y="86"/>
                      <a:pt x="95" y="93"/>
                      <a:pt x="115" y="96"/>
                    </a:cubicBezTo>
                    <a:cubicBezTo>
                      <a:pt x="130" y="68"/>
                      <a:pt x="130" y="68"/>
                      <a:pt x="130" y="68"/>
                    </a:cubicBezTo>
                    <a:cubicBezTo>
                      <a:pt x="132" y="65"/>
                      <a:pt x="131" y="61"/>
                      <a:pt x="128" y="59"/>
                    </a:cubicBezTo>
                    <a:cubicBezTo>
                      <a:pt x="24" y="2"/>
                      <a:pt x="24" y="2"/>
                      <a:pt x="24" y="2"/>
                    </a:cubicBezTo>
                    <a:cubicBezTo>
                      <a:pt x="21" y="0"/>
                      <a:pt x="17" y="1"/>
                      <a:pt x="15" y="4"/>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Freeform 45">
                <a:extLst>
                  <a:ext uri="{FF2B5EF4-FFF2-40B4-BE49-F238E27FC236}">
                    <a16:creationId xmlns:a16="http://schemas.microsoft.com/office/drawing/2014/main" id="{981E0E28-7F92-4B39-9AF9-A00B202408AC}"/>
                  </a:ext>
                </a:extLst>
              </p:cNvPr>
              <p:cNvSpPr>
                <a:spLocks/>
              </p:cNvSpPr>
              <p:nvPr/>
            </p:nvSpPr>
            <p:spPr bwMode="auto">
              <a:xfrm>
                <a:off x="3525838" y="1993900"/>
                <a:ext cx="79375" cy="93663"/>
              </a:xfrm>
              <a:custGeom>
                <a:avLst/>
                <a:gdLst>
                  <a:gd name="T0" fmla="*/ 24 w 50"/>
                  <a:gd name="T1" fmla="*/ 59 h 59"/>
                  <a:gd name="T2" fmla="*/ 0 w 50"/>
                  <a:gd name="T3" fmla="*/ 48 h 59"/>
                  <a:gd name="T4" fmla="*/ 26 w 50"/>
                  <a:gd name="T5" fmla="*/ 0 h 59"/>
                  <a:gd name="T6" fmla="*/ 50 w 50"/>
                  <a:gd name="T7" fmla="*/ 12 h 59"/>
                  <a:gd name="T8" fmla="*/ 24 w 50"/>
                  <a:gd name="T9" fmla="*/ 59 h 59"/>
                </a:gdLst>
                <a:ahLst/>
                <a:cxnLst>
                  <a:cxn ang="0">
                    <a:pos x="T0" y="T1"/>
                  </a:cxn>
                  <a:cxn ang="0">
                    <a:pos x="T2" y="T3"/>
                  </a:cxn>
                  <a:cxn ang="0">
                    <a:pos x="T4" y="T5"/>
                  </a:cxn>
                  <a:cxn ang="0">
                    <a:pos x="T6" y="T7"/>
                  </a:cxn>
                  <a:cxn ang="0">
                    <a:pos x="T8" y="T9"/>
                  </a:cxn>
                </a:cxnLst>
                <a:rect l="0" t="0" r="r" b="b"/>
                <a:pathLst>
                  <a:path w="50" h="59">
                    <a:moveTo>
                      <a:pt x="24" y="59"/>
                    </a:moveTo>
                    <a:lnTo>
                      <a:pt x="0" y="48"/>
                    </a:lnTo>
                    <a:lnTo>
                      <a:pt x="26" y="0"/>
                    </a:lnTo>
                    <a:lnTo>
                      <a:pt x="50" y="12"/>
                    </a:lnTo>
                    <a:lnTo>
                      <a:pt x="24" y="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7" name="Freeform 46">
                <a:extLst>
                  <a:ext uri="{FF2B5EF4-FFF2-40B4-BE49-F238E27FC236}">
                    <a16:creationId xmlns:a16="http://schemas.microsoft.com/office/drawing/2014/main" id="{D1C570A6-2A65-4E2A-AF0F-808A180F35DB}"/>
                  </a:ext>
                </a:extLst>
              </p:cNvPr>
              <p:cNvSpPr>
                <a:spLocks/>
              </p:cNvSpPr>
              <p:nvPr/>
            </p:nvSpPr>
            <p:spPr bwMode="auto">
              <a:xfrm>
                <a:off x="3536950" y="2043113"/>
                <a:ext cx="38100" cy="33338"/>
              </a:xfrm>
              <a:custGeom>
                <a:avLst/>
                <a:gdLst>
                  <a:gd name="T0" fmla="*/ 14 w 24"/>
                  <a:gd name="T1" fmla="*/ 21 h 21"/>
                  <a:gd name="T2" fmla="*/ 0 w 24"/>
                  <a:gd name="T3" fmla="*/ 14 h 21"/>
                  <a:gd name="T4" fmla="*/ 10 w 24"/>
                  <a:gd name="T5" fmla="*/ 0 h 21"/>
                  <a:gd name="T6" fmla="*/ 24 w 24"/>
                  <a:gd name="T7" fmla="*/ 7 h 21"/>
                  <a:gd name="T8" fmla="*/ 14 w 24"/>
                  <a:gd name="T9" fmla="*/ 21 h 21"/>
                </a:gdLst>
                <a:ahLst/>
                <a:cxnLst>
                  <a:cxn ang="0">
                    <a:pos x="T0" y="T1"/>
                  </a:cxn>
                  <a:cxn ang="0">
                    <a:pos x="T2" y="T3"/>
                  </a:cxn>
                  <a:cxn ang="0">
                    <a:pos x="T4" y="T5"/>
                  </a:cxn>
                  <a:cxn ang="0">
                    <a:pos x="T6" y="T7"/>
                  </a:cxn>
                  <a:cxn ang="0">
                    <a:pos x="T8" y="T9"/>
                  </a:cxn>
                </a:cxnLst>
                <a:rect l="0" t="0" r="r" b="b"/>
                <a:pathLst>
                  <a:path w="24" h="21">
                    <a:moveTo>
                      <a:pt x="14" y="21"/>
                    </a:moveTo>
                    <a:lnTo>
                      <a:pt x="0" y="14"/>
                    </a:lnTo>
                    <a:lnTo>
                      <a:pt x="10" y="0"/>
                    </a:lnTo>
                    <a:lnTo>
                      <a:pt x="24" y="7"/>
                    </a:lnTo>
                    <a:lnTo>
                      <a:pt x="14" y="2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8" name="Freeform 47">
                <a:extLst>
                  <a:ext uri="{FF2B5EF4-FFF2-40B4-BE49-F238E27FC236}">
                    <a16:creationId xmlns:a16="http://schemas.microsoft.com/office/drawing/2014/main" id="{EC997A4C-D7C9-45B7-A1F3-151CC496A043}"/>
                  </a:ext>
                </a:extLst>
              </p:cNvPr>
              <p:cNvSpPr>
                <a:spLocks/>
              </p:cNvSpPr>
              <p:nvPr/>
            </p:nvSpPr>
            <p:spPr bwMode="auto">
              <a:xfrm>
                <a:off x="3582988" y="1782763"/>
                <a:ext cx="173038" cy="131763"/>
              </a:xfrm>
              <a:custGeom>
                <a:avLst/>
                <a:gdLst>
                  <a:gd name="T0" fmla="*/ 6 w 46"/>
                  <a:gd name="T1" fmla="*/ 17 h 35"/>
                  <a:gd name="T2" fmla="*/ 10 w 46"/>
                  <a:gd name="T3" fmla="*/ 10 h 35"/>
                  <a:gd name="T4" fmla="*/ 14 w 46"/>
                  <a:gd name="T5" fmla="*/ 8 h 35"/>
                  <a:gd name="T6" fmla="*/ 37 w 46"/>
                  <a:gd name="T7" fmla="*/ 21 h 35"/>
                  <a:gd name="T8" fmla="*/ 37 w 46"/>
                  <a:gd name="T9" fmla="*/ 25 h 35"/>
                  <a:gd name="T10" fmla="*/ 33 w 46"/>
                  <a:gd name="T11" fmla="*/ 32 h 35"/>
                  <a:gd name="T12" fmla="*/ 39 w 46"/>
                  <a:gd name="T13" fmla="*/ 35 h 35"/>
                  <a:gd name="T14" fmla="*/ 44 w 46"/>
                  <a:gd name="T15" fmla="*/ 27 h 35"/>
                  <a:gd name="T16" fmla="*/ 40 w 46"/>
                  <a:gd name="T17" fmla="*/ 15 h 35"/>
                  <a:gd name="T18" fmla="*/ 17 w 46"/>
                  <a:gd name="T19" fmla="*/ 2 h 35"/>
                  <a:gd name="T20" fmla="*/ 5 w 46"/>
                  <a:gd name="T21" fmla="*/ 6 h 35"/>
                  <a:gd name="T22" fmla="*/ 0 w 46"/>
                  <a:gd name="T23" fmla="*/ 14 h 35"/>
                  <a:gd name="T24" fmla="*/ 6 w 46"/>
                  <a:gd name="T25"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5">
                    <a:moveTo>
                      <a:pt x="6" y="17"/>
                    </a:moveTo>
                    <a:cubicBezTo>
                      <a:pt x="10" y="10"/>
                      <a:pt x="10" y="10"/>
                      <a:pt x="10" y="10"/>
                    </a:cubicBezTo>
                    <a:cubicBezTo>
                      <a:pt x="11" y="8"/>
                      <a:pt x="13" y="8"/>
                      <a:pt x="14" y="8"/>
                    </a:cubicBezTo>
                    <a:cubicBezTo>
                      <a:pt x="37" y="21"/>
                      <a:pt x="37" y="21"/>
                      <a:pt x="37" y="21"/>
                    </a:cubicBezTo>
                    <a:cubicBezTo>
                      <a:pt x="38" y="21"/>
                      <a:pt x="38" y="23"/>
                      <a:pt x="37" y="25"/>
                    </a:cubicBezTo>
                    <a:cubicBezTo>
                      <a:pt x="33" y="32"/>
                      <a:pt x="33" y="32"/>
                      <a:pt x="33" y="32"/>
                    </a:cubicBezTo>
                    <a:cubicBezTo>
                      <a:pt x="39" y="35"/>
                      <a:pt x="39" y="35"/>
                      <a:pt x="39" y="35"/>
                    </a:cubicBezTo>
                    <a:cubicBezTo>
                      <a:pt x="44" y="27"/>
                      <a:pt x="44" y="27"/>
                      <a:pt x="44" y="27"/>
                    </a:cubicBezTo>
                    <a:cubicBezTo>
                      <a:pt x="46" y="23"/>
                      <a:pt x="45" y="17"/>
                      <a:pt x="40" y="15"/>
                    </a:cubicBezTo>
                    <a:cubicBezTo>
                      <a:pt x="17" y="2"/>
                      <a:pt x="17" y="2"/>
                      <a:pt x="17" y="2"/>
                    </a:cubicBezTo>
                    <a:cubicBezTo>
                      <a:pt x="13" y="0"/>
                      <a:pt x="7" y="1"/>
                      <a:pt x="5" y="6"/>
                    </a:cubicBezTo>
                    <a:cubicBezTo>
                      <a:pt x="0" y="14"/>
                      <a:pt x="0" y="14"/>
                      <a:pt x="0" y="14"/>
                    </a:cubicBezTo>
                    <a:lnTo>
                      <a:pt x="6" y="17"/>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9" name="Freeform 48">
                <a:extLst>
                  <a:ext uri="{FF2B5EF4-FFF2-40B4-BE49-F238E27FC236}">
                    <a16:creationId xmlns:a16="http://schemas.microsoft.com/office/drawing/2014/main" id="{B0016077-4A72-42F9-828E-97BB0BB09867}"/>
                  </a:ext>
                </a:extLst>
              </p:cNvPr>
              <p:cNvSpPr>
                <a:spLocks/>
              </p:cNvSpPr>
              <p:nvPr/>
            </p:nvSpPr>
            <p:spPr bwMode="auto">
              <a:xfrm>
                <a:off x="5026025" y="1530350"/>
                <a:ext cx="192088" cy="165100"/>
              </a:xfrm>
              <a:custGeom>
                <a:avLst/>
                <a:gdLst>
                  <a:gd name="T0" fmla="*/ 49 w 51"/>
                  <a:gd name="T1" fmla="*/ 29 h 44"/>
                  <a:gd name="T2" fmla="*/ 50 w 51"/>
                  <a:gd name="T3" fmla="*/ 25 h 44"/>
                  <a:gd name="T4" fmla="*/ 46 w 51"/>
                  <a:gd name="T5" fmla="*/ 24 h 44"/>
                  <a:gd name="T6" fmla="*/ 36 w 51"/>
                  <a:gd name="T7" fmla="*/ 29 h 44"/>
                  <a:gd name="T8" fmla="*/ 36 w 51"/>
                  <a:gd name="T9" fmla="*/ 27 h 44"/>
                  <a:gd name="T10" fmla="*/ 46 w 51"/>
                  <a:gd name="T11" fmla="*/ 23 h 44"/>
                  <a:gd name="T12" fmla="*/ 47 w 51"/>
                  <a:gd name="T13" fmla="*/ 19 h 44"/>
                  <a:gd name="T14" fmla="*/ 43 w 51"/>
                  <a:gd name="T15" fmla="*/ 17 h 44"/>
                  <a:gd name="T16" fmla="*/ 35 w 51"/>
                  <a:gd name="T17" fmla="*/ 21 h 44"/>
                  <a:gd name="T18" fmla="*/ 34 w 51"/>
                  <a:gd name="T19" fmla="*/ 20 h 44"/>
                  <a:gd name="T20" fmla="*/ 43 w 51"/>
                  <a:gd name="T21" fmla="*/ 16 h 44"/>
                  <a:gd name="T22" fmla="*/ 44 w 51"/>
                  <a:gd name="T23" fmla="*/ 12 h 44"/>
                  <a:gd name="T24" fmla="*/ 40 w 51"/>
                  <a:gd name="T25" fmla="*/ 11 h 44"/>
                  <a:gd name="T26" fmla="*/ 31 w 51"/>
                  <a:gd name="T27" fmla="*/ 15 h 44"/>
                  <a:gd name="T28" fmla="*/ 31 w 51"/>
                  <a:gd name="T29" fmla="*/ 14 h 44"/>
                  <a:gd name="T30" fmla="*/ 39 w 51"/>
                  <a:gd name="T31" fmla="*/ 10 h 44"/>
                  <a:gd name="T32" fmla="*/ 41 w 51"/>
                  <a:gd name="T33" fmla="*/ 6 h 44"/>
                  <a:gd name="T34" fmla="*/ 37 w 51"/>
                  <a:gd name="T35" fmla="*/ 4 h 44"/>
                  <a:gd name="T36" fmla="*/ 27 w 51"/>
                  <a:gd name="T37" fmla="*/ 9 h 44"/>
                  <a:gd name="T38" fmla="*/ 26 w 51"/>
                  <a:gd name="T39" fmla="*/ 8 h 44"/>
                  <a:gd name="T40" fmla="*/ 31 w 51"/>
                  <a:gd name="T41" fmla="*/ 6 h 44"/>
                  <a:gd name="T42" fmla="*/ 33 w 51"/>
                  <a:gd name="T43" fmla="*/ 2 h 44"/>
                  <a:gd name="T44" fmla="*/ 29 w 51"/>
                  <a:gd name="T45" fmla="*/ 1 h 44"/>
                  <a:gd name="T46" fmla="*/ 14 w 51"/>
                  <a:gd name="T47" fmla="*/ 7 h 44"/>
                  <a:gd name="T48" fmla="*/ 11 w 51"/>
                  <a:gd name="T49" fmla="*/ 9 h 44"/>
                  <a:gd name="T50" fmla="*/ 9 w 51"/>
                  <a:gd name="T51" fmla="*/ 10 h 44"/>
                  <a:gd name="T52" fmla="*/ 3 w 51"/>
                  <a:gd name="T53" fmla="*/ 26 h 44"/>
                  <a:gd name="T54" fmla="*/ 7 w 51"/>
                  <a:gd name="T55" fmla="*/ 35 h 44"/>
                  <a:gd name="T56" fmla="*/ 23 w 51"/>
                  <a:gd name="T57" fmla="*/ 41 h 44"/>
                  <a:gd name="T58" fmla="*/ 29 w 51"/>
                  <a:gd name="T59" fmla="*/ 39 h 44"/>
                  <a:gd name="T60" fmla="*/ 30 w 51"/>
                  <a:gd name="T61" fmla="*/ 38 h 44"/>
                  <a:gd name="T62" fmla="*/ 32 w 51"/>
                  <a:gd name="T63" fmla="*/ 37 h 44"/>
                  <a:gd name="T64" fmla="*/ 49 w 51"/>
                  <a:gd name="T65"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44">
                    <a:moveTo>
                      <a:pt x="49" y="29"/>
                    </a:moveTo>
                    <a:cubicBezTo>
                      <a:pt x="50" y="28"/>
                      <a:pt x="51" y="27"/>
                      <a:pt x="50" y="25"/>
                    </a:cubicBezTo>
                    <a:cubicBezTo>
                      <a:pt x="49" y="24"/>
                      <a:pt x="48" y="23"/>
                      <a:pt x="46" y="24"/>
                    </a:cubicBezTo>
                    <a:cubicBezTo>
                      <a:pt x="36" y="29"/>
                      <a:pt x="36" y="29"/>
                      <a:pt x="36" y="29"/>
                    </a:cubicBezTo>
                    <a:cubicBezTo>
                      <a:pt x="36" y="28"/>
                      <a:pt x="36" y="28"/>
                      <a:pt x="36" y="27"/>
                    </a:cubicBezTo>
                    <a:cubicBezTo>
                      <a:pt x="46" y="23"/>
                      <a:pt x="46" y="23"/>
                      <a:pt x="46" y="23"/>
                    </a:cubicBezTo>
                    <a:cubicBezTo>
                      <a:pt x="47" y="22"/>
                      <a:pt x="48" y="20"/>
                      <a:pt x="47" y="19"/>
                    </a:cubicBezTo>
                    <a:cubicBezTo>
                      <a:pt x="46" y="17"/>
                      <a:pt x="45" y="17"/>
                      <a:pt x="43" y="17"/>
                    </a:cubicBezTo>
                    <a:cubicBezTo>
                      <a:pt x="35" y="21"/>
                      <a:pt x="35" y="21"/>
                      <a:pt x="35" y="21"/>
                    </a:cubicBezTo>
                    <a:cubicBezTo>
                      <a:pt x="34" y="20"/>
                      <a:pt x="34" y="20"/>
                      <a:pt x="34" y="20"/>
                    </a:cubicBezTo>
                    <a:cubicBezTo>
                      <a:pt x="43" y="16"/>
                      <a:pt x="43" y="16"/>
                      <a:pt x="43" y="16"/>
                    </a:cubicBezTo>
                    <a:cubicBezTo>
                      <a:pt x="44" y="15"/>
                      <a:pt x="45" y="14"/>
                      <a:pt x="44" y="12"/>
                    </a:cubicBezTo>
                    <a:cubicBezTo>
                      <a:pt x="43" y="11"/>
                      <a:pt x="42" y="10"/>
                      <a:pt x="40" y="11"/>
                    </a:cubicBezTo>
                    <a:cubicBezTo>
                      <a:pt x="31" y="15"/>
                      <a:pt x="31" y="15"/>
                      <a:pt x="31" y="15"/>
                    </a:cubicBezTo>
                    <a:cubicBezTo>
                      <a:pt x="31" y="14"/>
                      <a:pt x="31" y="14"/>
                      <a:pt x="31" y="14"/>
                    </a:cubicBezTo>
                    <a:cubicBezTo>
                      <a:pt x="39" y="10"/>
                      <a:pt x="39" y="10"/>
                      <a:pt x="39" y="10"/>
                    </a:cubicBezTo>
                    <a:cubicBezTo>
                      <a:pt x="41" y="9"/>
                      <a:pt x="42" y="7"/>
                      <a:pt x="41" y="6"/>
                    </a:cubicBezTo>
                    <a:cubicBezTo>
                      <a:pt x="40" y="4"/>
                      <a:pt x="38" y="4"/>
                      <a:pt x="37" y="4"/>
                    </a:cubicBezTo>
                    <a:cubicBezTo>
                      <a:pt x="27" y="9"/>
                      <a:pt x="27" y="9"/>
                      <a:pt x="27" y="9"/>
                    </a:cubicBezTo>
                    <a:cubicBezTo>
                      <a:pt x="26" y="8"/>
                      <a:pt x="26" y="8"/>
                      <a:pt x="26" y="8"/>
                    </a:cubicBezTo>
                    <a:cubicBezTo>
                      <a:pt x="31" y="6"/>
                      <a:pt x="31" y="6"/>
                      <a:pt x="31" y="6"/>
                    </a:cubicBezTo>
                    <a:cubicBezTo>
                      <a:pt x="33" y="5"/>
                      <a:pt x="33" y="3"/>
                      <a:pt x="33" y="2"/>
                    </a:cubicBezTo>
                    <a:cubicBezTo>
                      <a:pt x="32" y="0"/>
                      <a:pt x="30" y="0"/>
                      <a:pt x="29" y="1"/>
                    </a:cubicBezTo>
                    <a:cubicBezTo>
                      <a:pt x="14" y="7"/>
                      <a:pt x="14" y="7"/>
                      <a:pt x="14" y="7"/>
                    </a:cubicBezTo>
                    <a:cubicBezTo>
                      <a:pt x="11" y="9"/>
                      <a:pt x="11" y="9"/>
                      <a:pt x="11" y="9"/>
                    </a:cubicBezTo>
                    <a:cubicBezTo>
                      <a:pt x="9" y="10"/>
                      <a:pt x="9" y="10"/>
                      <a:pt x="9" y="10"/>
                    </a:cubicBezTo>
                    <a:cubicBezTo>
                      <a:pt x="2" y="13"/>
                      <a:pt x="0" y="20"/>
                      <a:pt x="3" y="26"/>
                    </a:cubicBezTo>
                    <a:cubicBezTo>
                      <a:pt x="7" y="35"/>
                      <a:pt x="7" y="35"/>
                      <a:pt x="7" y="35"/>
                    </a:cubicBezTo>
                    <a:cubicBezTo>
                      <a:pt x="10" y="41"/>
                      <a:pt x="17" y="44"/>
                      <a:pt x="23" y="41"/>
                    </a:cubicBezTo>
                    <a:cubicBezTo>
                      <a:pt x="29" y="39"/>
                      <a:pt x="29" y="39"/>
                      <a:pt x="29" y="39"/>
                    </a:cubicBezTo>
                    <a:cubicBezTo>
                      <a:pt x="29" y="38"/>
                      <a:pt x="30" y="38"/>
                      <a:pt x="30" y="38"/>
                    </a:cubicBezTo>
                    <a:cubicBezTo>
                      <a:pt x="32" y="37"/>
                      <a:pt x="32" y="37"/>
                      <a:pt x="32" y="37"/>
                    </a:cubicBezTo>
                    <a:lnTo>
                      <a:pt x="49" y="29"/>
                    </a:lnTo>
                    <a:close/>
                  </a:path>
                </a:pathLst>
              </a:custGeom>
              <a:solidFill>
                <a:srgbClr val="EAB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0" name="Freeform 49">
                <a:extLst>
                  <a:ext uri="{FF2B5EF4-FFF2-40B4-BE49-F238E27FC236}">
                    <a16:creationId xmlns:a16="http://schemas.microsoft.com/office/drawing/2014/main" id="{A997D45B-7605-49EE-8A7A-2694218C3830}"/>
                  </a:ext>
                </a:extLst>
              </p:cNvPr>
              <p:cNvSpPr>
                <a:spLocks/>
              </p:cNvSpPr>
              <p:nvPr/>
            </p:nvSpPr>
            <p:spPr bwMode="auto">
              <a:xfrm>
                <a:off x="3627438" y="1700213"/>
                <a:ext cx="173038" cy="195263"/>
              </a:xfrm>
              <a:custGeom>
                <a:avLst/>
                <a:gdLst>
                  <a:gd name="T0" fmla="*/ 26 w 46"/>
                  <a:gd name="T1" fmla="*/ 50 h 52"/>
                  <a:gd name="T2" fmla="*/ 22 w 46"/>
                  <a:gd name="T3" fmla="*/ 51 h 52"/>
                  <a:gd name="T4" fmla="*/ 21 w 46"/>
                  <a:gd name="T5" fmla="*/ 47 h 52"/>
                  <a:gd name="T6" fmla="*/ 28 w 46"/>
                  <a:gd name="T7" fmla="*/ 37 h 52"/>
                  <a:gd name="T8" fmla="*/ 26 w 46"/>
                  <a:gd name="T9" fmla="*/ 37 h 52"/>
                  <a:gd name="T10" fmla="*/ 20 w 46"/>
                  <a:gd name="T11" fmla="*/ 46 h 52"/>
                  <a:gd name="T12" fmla="*/ 16 w 46"/>
                  <a:gd name="T13" fmla="*/ 46 h 52"/>
                  <a:gd name="T14" fmla="*/ 15 w 46"/>
                  <a:gd name="T15" fmla="*/ 42 h 52"/>
                  <a:gd name="T16" fmla="*/ 21 w 46"/>
                  <a:gd name="T17" fmla="*/ 35 h 52"/>
                  <a:gd name="T18" fmla="*/ 20 w 46"/>
                  <a:gd name="T19" fmla="*/ 34 h 52"/>
                  <a:gd name="T20" fmla="*/ 14 w 46"/>
                  <a:gd name="T21" fmla="*/ 42 h 52"/>
                  <a:gd name="T22" fmla="*/ 10 w 46"/>
                  <a:gd name="T23" fmla="*/ 42 h 52"/>
                  <a:gd name="T24" fmla="*/ 9 w 46"/>
                  <a:gd name="T25" fmla="*/ 38 h 52"/>
                  <a:gd name="T26" fmla="*/ 15 w 46"/>
                  <a:gd name="T27" fmla="*/ 30 h 52"/>
                  <a:gd name="T28" fmla="*/ 14 w 46"/>
                  <a:gd name="T29" fmla="*/ 30 h 52"/>
                  <a:gd name="T30" fmla="*/ 8 w 46"/>
                  <a:gd name="T31" fmla="*/ 37 h 52"/>
                  <a:gd name="T32" fmla="*/ 4 w 46"/>
                  <a:gd name="T33" fmla="*/ 38 h 52"/>
                  <a:gd name="T34" fmla="*/ 4 w 46"/>
                  <a:gd name="T35" fmla="*/ 34 h 52"/>
                  <a:gd name="T36" fmla="*/ 10 w 46"/>
                  <a:gd name="T37" fmla="*/ 25 h 52"/>
                  <a:gd name="T38" fmla="*/ 9 w 46"/>
                  <a:gd name="T39" fmla="*/ 24 h 52"/>
                  <a:gd name="T40" fmla="*/ 6 w 46"/>
                  <a:gd name="T41" fmla="*/ 28 h 52"/>
                  <a:gd name="T42" fmla="*/ 2 w 46"/>
                  <a:gd name="T43" fmla="*/ 29 h 52"/>
                  <a:gd name="T44" fmla="*/ 1 w 46"/>
                  <a:gd name="T45" fmla="*/ 25 h 52"/>
                  <a:gd name="T46" fmla="*/ 11 w 46"/>
                  <a:gd name="T47" fmla="*/ 12 h 52"/>
                  <a:gd name="T48" fmla="*/ 12 w 46"/>
                  <a:gd name="T49" fmla="*/ 10 h 52"/>
                  <a:gd name="T50" fmla="*/ 14 w 46"/>
                  <a:gd name="T51" fmla="*/ 7 h 52"/>
                  <a:gd name="T52" fmla="*/ 32 w 46"/>
                  <a:gd name="T53" fmla="*/ 4 h 52"/>
                  <a:gd name="T54" fmla="*/ 40 w 46"/>
                  <a:gd name="T55" fmla="*/ 10 h 52"/>
                  <a:gd name="T56" fmla="*/ 42 w 46"/>
                  <a:gd name="T57" fmla="*/ 27 h 52"/>
                  <a:gd name="T58" fmla="*/ 39 w 46"/>
                  <a:gd name="T59" fmla="*/ 32 h 52"/>
                  <a:gd name="T60" fmla="*/ 37 w 46"/>
                  <a:gd name="T61" fmla="*/ 34 h 52"/>
                  <a:gd name="T62" fmla="*/ 37 w 46"/>
                  <a:gd name="T63" fmla="*/ 35 h 52"/>
                  <a:gd name="T64" fmla="*/ 26 w 46"/>
                  <a:gd name="T65"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52">
                    <a:moveTo>
                      <a:pt x="26" y="50"/>
                    </a:moveTo>
                    <a:cubicBezTo>
                      <a:pt x="25" y="51"/>
                      <a:pt x="23" y="52"/>
                      <a:pt x="22" y="51"/>
                    </a:cubicBezTo>
                    <a:cubicBezTo>
                      <a:pt x="20" y="50"/>
                      <a:pt x="20" y="48"/>
                      <a:pt x="21" y="47"/>
                    </a:cubicBezTo>
                    <a:cubicBezTo>
                      <a:pt x="28" y="37"/>
                      <a:pt x="28" y="37"/>
                      <a:pt x="28" y="37"/>
                    </a:cubicBezTo>
                    <a:cubicBezTo>
                      <a:pt x="27" y="37"/>
                      <a:pt x="27" y="37"/>
                      <a:pt x="26" y="37"/>
                    </a:cubicBezTo>
                    <a:cubicBezTo>
                      <a:pt x="20" y="46"/>
                      <a:pt x="20" y="46"/>
                      <a:pt x="20" y="46"/>
                    </a:cubicBezTo>
                    <a:cubicBezTo>
                      <a:pt x="19" y="47"/>
                      <a:pt x="17" y="47"/>
                      <a:pt x="16" y="46"/>
                    </a:cubicBezTo>
                    <a:cubicBezTo>
                      <a:pt x="15" y="46"/>
                      <a:pt x="14" y="44"/>
                      <a:pt x="15" y="42"/>
                    </a:cubicBezTo>
                    <a:cubicBezTo>
                      <a:pt x="21" y="35"/>
                      <a:pt x="21" y="35"/>
                      <a:pt x="21" y="35"/>
                    </a:cubicBezTo>
                    <a:cubicBezTo>
                      <a:pt x="20" y="34"/>
                      <a:pt x="20" y="34"/>
                      <a:pt x="20" y="34"/>
                    </a:cubicBezTo>
                    <a:cubicBezTo>
                      <a:pt x="14" y="42"/>
                      <a:pt x="14" y="42"/>
                      <a:pt x="14" y="42"/>
                    </a:cubicBezTo>
                    <a:cubicBezTo>
                      <a:pt x="13" y="43"/>
                      <a:pt x="11" y="43"/>
                      <a:pt x="10" y="42"/>
                    </a:cubicBezTo>
                    <a:cubicBezTo>
                      <a:pt x="9" y="41"/>
                      <a:pt x="8" y="39"/>
                      <a:pt x="9" y="38"/>
                    </a:cubicBezTo>
                    <a:cubicBezTo>
                      <a:pt x="15" y="30"/>
                      <a:pt x="15" y="30"/>
                      <a:pt x="15" y="30"/>
                    </a:cubicBezTo>
                    <a:cubicBezTo>
                      <a:pt x="14" y="30"/>
                      <a:pt x="14" y="30"/>
                      <a:pt x="14" y="30"/>
                    </a:cubicBezTo>
                    <a:cubicBezTo>
                      <a:pt x="8" y="37"/>
                      <a:pt x="8" y="37"/>
                      <a:pt x="8" y="37"/>
                    </a:cubicBezTo>
                    <a:cubicBezTo>
                      <a:pt x="7" y="39"/>
                      <a:pt x="5" y="39"/>
                      <a:pt x="4" y="38"/>
                    </a:cubicBezTo>
                    <a:cubicBezTo>
                      <a:pt x="3" y="37"/>
                      <a:pt x="3" y="35"/>
                      <a:pt x="4" y="34"/>
                    </a:cubicBezTo>
                    <a:cubicBezTo>
                      <a:pt x="10" y="25"/>
                      <a:pt x="10" y="25"/>
                      <a:pt x="10" y="25"/>
                    </a:cubicBezTo>
                    <a:cubicBezTo>
                      <a:pt x="10" y="25"/>
                      <a:pt x="9" y="24"/>
                      <a:pt x="9" y="24"/>
                    </a:cubicBezTo>
                    <a:cubicBezTo>
                      <a:pt x="6" y="28"/>
                      <a:pt x="6" y="28"/>
                      <a:pt x="6" y="28"/>
                    </a:cubicBezTo>
                    <a:cubicBezTo>
                      <a:pt x="5" y="30"/>
                      <a:pt x="3" y="30"/>
                      <a:pt x="2" y="29"/>
                    </a:cubicBezTo>
                    <a:cubicBezTo>
                      <a:pt x="1" y="28"/>
                      <a:pt x="0" y="26"/>
                      <a:pt x="1" y="25"/>
                    </a:cubicBezTo>
                    <a:cubicBezTo>
                      <a:pt x="11" y="12"/>
                      <a:pt x="11" y="12"/>
                      <a:pt x="11" y="12"/>
                    </a:cubicBezTo>
                    <a:cubicBezTo>
                      <a:pt x="12" y="10"/>
                      <a:pt x="12" y="10"/>
                      <a:pt x="12" y="10"/>
                    </a:cubicBezTo>
                    <a:cubicBezTo>
                      <a:pt x="14" y="7"/>
                      <a:pt x="14" y="7"/>
                      <a:pt x="14" y="7"/>
                    </a:cubicBezTo>
                    <a:cubicBezTo>
                      <a:pt x="18" y="2"/>
                      <a:pt x="26" y="0"/>
                      <a:pt x="32" y="4"/>
                    </a:cubicBezTo>
                    <a:cubicBezTo>
                      <a:pt x="40" y="10"/>
                      <a:pt x="40" y="10"/>
                      <a:pt x="40" y="10"/>
                    </a:cubicBezTo>
                    <a:cubicBezTo>
                      <a:pt x="45" y="14"/>
                      <a:pt x="46" y="22"/>
                      <a:pt x="42" y="27"/>
                    </a:cubicBezTo>
                    <a:cubicBezTo>
                      <a:pt x="39" y="32"/>
                      <a:pt x="39" y="32"/>
                      <a:pt x="39" y="32"/>
                    </a:cubicBezTo>
                    <a:cubicBezTo>
                      <a:pt x="38" y="33"/>
                      <a:pt x="38" y="33"/>
                      <a:pt x="37" y="34"/>
                    </a:cubicBezTo>
                    <a:cubicBezTo>
                      <a:pt x="37" y="35"/>
                      <a:pt x="37" y="35"/>
                      <a:pt x="37" y="35"/>
                    </a:cubicBezTo>
                    <a:lnTo>
                      <a:pt x="26" y="50"/>
                    </a:lnTo>
                    <a:close/>
                  </a:path>
                </a:pathLst>
              </a:custGeom>
              <a:solidFill>
                <a:srgbClr val="EAB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1" name="Freeform 50">
                <a:extLst>
                  <a:ext uri="{FF2B5EF4-FFF2-40B4-BE49-F238E27FC236}">
                    <a16:creationId xmlns:a16="http://schemas.microsoft.com/office/drawing/2014/main" id="{2F48AE93-E8FB-47D9-A77A-F42A02F201BF}"/>
                  </a:ext>
                </a:extLst>
              </p:cNvPr>
              <p:cNvSpPr>
                <a:spLocks/>
              </p:cNvSpPr>
              <p:nvPr/>
            </p:nvSpPr>
            <p:spPr bwMode="auto">
              <a:xfrm>
                <a:off x="4471988" y="1333500"/>
                <a:ext cx="598488" cy="646113"/>
              </a:xfrm>
              <a:custGeom>
                <a:avLst/>
                <a:gdLst>
                  <a:gd name="T0" fmla="*/ 159 w 159"/>
                  <a:gd name="T1" fmla="*/ 95 h 171"/>
                  <a:gd name="T2" fmla="*/ 87 w 159"/>
                  <a:gd name="T3" fmla="*/ 122 h 171"/>
                  <a:gd name="T4" fmla="*/ 36 w 159"/>
                  <a:gd name="T5" fmla="*/ 77 h 171"/>
                  <a:gd name="T6" fmla="*/ 0 w 159"/>
                  <a:gd name="T7" fmla="*/ 171 h 171"/>
                  <a:gd name="T8" fmla="*/ 33 w 159"/>
                  <a:gd name="T9" fmla="*/ 1 h 171"/>
                  <a:gd name="T10" fmla="*/ 44 w 159"/>
                  <a:gd name="T11" fmla="*/ 1 h 171"/>
                  <a:gd name="T12" fmla="*/ 53 w 159"/>
                  <a:gd name="T13" fmla="*/ 5 h 171"/>
                  <a:gd name="T14" fmla="*/ 54 w 159"/>
                  <a:gd name="T15" fmla="*/ 7 h 171"/>
                  <a:gd name="T16" fmla="*/ 59 w 159"/>
                  <a:gd name="T17" fmla="*/ 18 h 171"/>
                  <a:gd name="T18" fmla="*/ 90 w 159"/>
                  <a:gd name="T19" fmla="*/ 84 h 171"/>
                  <a:gd name="T20" fmla="*/ 148 w 159"/>
                  <a:gd name="T21" fmla="*/ 71 h 171"/>
                  <a:gd name="T22" fmla="*/ 159 w 159"/>
                  <a:gd name="T23" fmla="*/ 9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9" h="171">
                    <a:moveTo>
                      <a:pt x="159" y="95"/>
                    </a:moveTo>
                    <a:cubicBezTo>
                      <a:pt x="159" y="95"/>
                      <a:pt x="92" y="120"/>
                      <a:pt x="87" y="122"/>
                    </a:cubicBezTo>
                    <a:cubicBezTo>
                      <a:pt x="83" y="123"/>
                      <a:pt x="52" y="109"/>
                      <a:pt x="36" y="77"/>
                    </a:cubicBezTo>
                    <a:cubicBezTo>
                      <a:pt x="22" y="119"/>
                      <a:pt x="6" y="166"/>
                      <a:pt x="0" y="171"/>
                    </a:cubicBezTo>
                    <a:cubicBezTo>
                      <a:pt x="0" y="171"/>
                      <a:pt x="41" y="36"/>
                      <a:pt x="33" y="1"/>
                    </a:cubicBezTo>
                    <a:cubicBezTo>
                      <a:pt x="34" y="0"/>
                      <a:pt x="39" y="0"/>
                      <a:pt x="44" y="1"/>
                    </a:cubicBezTo>
                    <a:cubicBezTo>
                      <a:pt x="48" y="2"/>
                      <a:pt x="51" y="3"/>
                      <a:pt x="53" y="5"/>
                    </a:cubicBezTo>
                    <a:cubicBezTo>
                      <a:pt x="53" y="6"/>
                      <a:pt x="54" y="7"/>
                      <a:pt x="54" y="7"/>
                    </a:cubicBezTo>
                    <a:cubicBezTo>
                      <a:pt x="56" y="10"/>
                      <a:pt x="57" y="13"/>
                      <a:pt x="59" y="18"/>
                    </a:cubicBezTo>
                    <a:cubicBezTo>
                      <a:pt x="69" y="41"/>
                      <a:pt x="86" y="83"/>
                      <a:pt x="90" y="84"/>
                    </a:cubicBezTo>
                    <a:cubicBezTo>
                      <a:pt x="95" y="85"/>
                      <a:pt x="148" y="71"/>
                      <a:pt x="148" y="71"/>
                    </a:cubicBezTo>
                    <a:cubicBezTo>
                      <a:pt x="159" y="95"/>
                      <a:pt x="159" y="95"/>
                      <a:pt x="159" y="95"/>
                    </a:cubicBezTo>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 name="Freeform 51">
                <a:extLst>
                  <a:ext uri="{FF2B5EF4-FFF2-40B4-BE49-F238E27FC236}">
                    <a16:creationId xmlns:a16="http://schemas.microsoft.com/office/drawing/2014/main" id="{8CC420C9-D981-44FC-8C0C-918B9EC0D70C}"/>
                  </a:ext>
                </a:extLst>
              </p:cNvPr>
              <p:cNvSpPr>
                <a:spLocks/>
              </p:cNvSpPr>
              <p:nvPr/>
            </p:nvSpPr>
            <p:spPr bwMode="auto">
              <a:xfrm>
                <a:off x="4595813" y="1333500"/>
                <a:ext cx="441325" cy="347663"/>
              </a:xfrm>
              <a:custGeom>
                <a:avLst/>
                <a:gdLst>
                  <a:gd name="T0" fmla="*/ 8 w 117"/>
                  <a:gd name="T1" fmla="*/ 7 h 92"/>
                  <a:gd name="T2" fmla="*/ 17 w 117"/>
                  <a:gd name="T3" fmla="*/ 12 h 92"/>
                  <a:gd name="T4" fmla="*/ 18 w 117"/>
                  <a:gd name="T5" fmla="*/ 14 h 92"/>
                  <a:gd name="T6" fmla="*/ 23 w 117"/>
                  <a:gd name="T7" fmla="*/ 24 h 92"/>
                  <a:gd name="T8" fmla="*/ 54 w 117"/>
                  <a:gd name="T9" fmla="*/ 91 h 92"/>
                  <a:gd name="T10" fmla="*/ 117 w 117"/>
                  <a:gd name="T11" fmla="*/ 76 h 92"/>
                  <a:gd name="T12" fmla="*/ 115 w 117"/>
                  <a:gd name="T13" fmla="*/ 71 h 92"/>
                  <a:gd name="T14" fmla="*/ 57 w 117"/>
                  <a:gd name="T15" fmla="*/ 84 h 92"/>
                  <a:gd name="T16" fmla="*/ 26 w 117"/>
                  <a:gd name="T17" fmla="*/ 18 h 92"/>
                  <a:gd name="T18" fmla="*/ 21 w 117"/>
                  <a:gd name="T19" fmla="*/ 7 h 92"/>
                  <a:gd name="T20" fmla="*/ 20 w 117"/>
                  <a:gd name="T21" fmla="*/ 5 h 92"/>
                  <a:gd name="T22" fmla="*/ 11 w 117"/>
                  <a:gd name="T23" fmla="*/ 1 h 92"/>
                  <a:gd name="T24" fmla="*/ 0 w 117"/>
                  <a:gd name="T25" fmla="*/ 1 h 92"/>
                  <a:gd name="T26" fmla="*/ 1 w 117"/>
                  <a:gd name="T27" fmla="*/ 6 h 92"/>
                  <a:gd name="T28" fmla="*/ 8 w 117"/>
                  <a:gd name="T29" fmla="*/ 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92">
                    <a:moveTo>
                      <a:pt x="8" y="7"/>
                    </a:moveTo>
                    <a:cubicBezTo>
                      <a:pt x="11" y="8"/>
                      <a:pt x="15" y="10"/>
                      <a:pt x="17" y="12"/>
                    </a:cubicBezTo>
                    <a:cubicBezTo>
                      <a:pt x="17" y="12"/>
                      <a:pt x="17" y="13"/>
                      <a:pt x="18" y="14"/>
                    </a:cubicBezTo>
                    <a:cubicBezTo>
                      <a:pt x="19" y="16"/>
                      <a:pt x="21" y="20"/>
                      <a:pt x="23" y="24"/>
                    </a:cubicBezTo>
                    <a:cubicBezTo>
                      <a:pt x="32" y="47"/>
                      <a:pt x="49" y="90"/>
                      <a:pt x="54" y="91"/>
                    </a:cubicBezTo>
                    <a:cubicBezTo>
                      <a:pt x="57" y="92"/>
                      <a:pt x="102" y="80"/>
                      <a:pt x="117" y="76"/>
                    </a:cubicBezTo>
                    <a:cubicBezTo>
                      <a:pt x="115" y="71"/>
                      <a:pt x="115" y="71"/>
                      <a:pt x="115" y="71"/>
                    </a:cubicBezTo>
                    <a:cubicBezTo>
                      <a:pt x="115" y="71"/>
                      <a:pt x="62" y="85"/>
                      <a:pt x="57" y="84"/>
                    </a:cubicBezTo>
                    <a:cubicBezTo>
                      <a:pt x="53" y="83"/>
                      <a:pt x="36" y="41"/>
                      <a:pt x="26" y="18"/>
                    </a:cubicBezTo>
                    <a:cubicBezTo>
                      <a:pt x="24" y="13"/>
                      <a:pt x="23" y="10"/>
                      <a:pt x="21" y="7"/>
                    </a:cubicBezTo>
                    <a:cubicBezTo>
                      <a:pt x="21" y="7"/>
                      <a:pt x="20" y="6"/>
                      <a:pt x="20" y="5"/>
                    </a:cubicBezTo>
                    <a:cubicBezTo>
                      <a:pt x="18" y="3"/>
                      <a:pt x="15" y="2"/>
                      <a:pt x="11" y="1"/>
                    </a:cubicBezTo>
                    <a:cubicBezTo>
                      <a:pt x="6" y="0"/>
                      <a:pt x="1" y="0"/>
                      <a:pt x="0" y="1"/>
                    </a:cubicBezTo>
                    <a:cubicBezTo>
                      <a:pt x="1" y="3"/>
                      <a:pt x="1" y="4"/>
                      <a:pt x="1" y="6"/>
                    </a:cubicBezTo>
                    <a:cubicBezTo>
                      <a:pt x="3" y="6"/>
                      <a:pt x="5" y="7"/>
                      <a:pt x="8" y="7"/>
                    </a:cubicBezTo>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3" name="Freeform 52">
                <a:extLst>
                  <a:ext uri="{FF2B5EF4-FFF2-40B4-BE49-F238E27FC236}">
                    <a16:creationId xmlns:a16="http://schemas.microsoft.com/office/drawing/2014/main" id="{90E4A3C6-D5D7-4167-B4C9-2468A4A1E1A6}"/>
                  </a:ext>
                </a:extLst>
              </p:cNvPr>
              <p:cNvSpPr>
                <a:spLocks/>
              </p:cNvSpPr>
              <p:nvPr/>
            </p:nvSpPr>
            <p:spPr bwMode="auto">
              <a:xfrm>
                <a:off x="4106863" y="1979613"/>
                <a:ext cx="387350" cy="101600"/>
              </a:xfrm>
              <a:custGeom>
                <a:avLst/>
                <a:gdLst>
                  <a:gd name="T0" fmla="*/ 103 w 103"/>
                  <a:gd name="T1" fmla="*/ 10 h 27"/>
                  <a:gd name="T2" fmla="*/ 97 w 103"/>
                  <a:gd name="T3" fmla="*/ 0 h 27"/>
                  <a:gd name="T4" fmla="*/ 0 w 103"/>
                  <a:gd name="T5" fmla="*/ 3 h 27"/>
                  <a:gd name="T6" fmla="*/ 0 w 103"/>
                  <a:gd name="T7" fmla="*/ 14 h 27"/>
                  <a:gd name="T8" fmla="*/ 103 w 103"/>
                  <a:gd name="T9" fmla="*/ 10 h 27"/>
                </a:gdLst>
                <a:ahLst/>
                <a:cxnLst>
                  <a:cxn ang="0">
                    <a:pos x="T0" y="T1"/>
                  </a:cxn>
                  <a:cxn ang="0">
                    <a:pos x="T2" y="T3"/>
                  </a:cxn>
                  <a:cxn ang="0">
                    <a:pos x="T4" y="T5"/>
                  </a:cxn>
                  <a:cxn ang="0">
                    <a:pos x="T6" y="T7"/>
                  </a:cxn>
                  <a:cxn ang="0">
                    <a:pos x="T8" y="T9"/>
                  </a:cxn>
                </a:cxnLst>
                <a:rect l="0" t="0" r="r" b="b"/>
                <a:pathLst>
                  <a:path w="103" h="27">
                    <a:moveTo>
                      <a:pt x="103" y="10"/>
                    </a:moveTo>
                    <a:cubicBezTo>
                      <a:pt x="97" y="0"/>
                      <a:pt x="97" y="0"/>
                      <a:pt x="97" y="0"/>
                    </a:cubicBezTo>
                    <a:cubicBezTo>
                      <a:pt x="55" y="15"/>
                      <a:pt x="23" y="11"/>
                      <a:pt x="0" y="3"/>
                    </a:cubicBezTo>
                    <a:cubicBezTo>
                      <a:pt x="0" y="14"/>
                      <a:pt x="0" y="14"/>
                      <a:pt x="0" y="14"/>
                    </a:cubicBezTo>
                    <a:cubicBezTo>
                      <a:pt x="24" y="23"/>
                      <a:pt x="58" y="27"/>
                      <a:pt x="103" y="10"/>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4" name="Freeform 53">
                <a:extLst>
                  <a:ext uri="{FF2B5EF4-FFF2-40B4-BE49-F238E27FC236}">
                    <a16:creationId xmlns:a16="http://schemas.microsoft.com/office/drawing/2014/main" id="{752838FF-BB93-4E5F-A1B4-C850D88523D1}"/>
                  </a:ext>
                </a:extLst>
              </p:cNvPr>
              <p:cNvSpPr>
                <a:spLocks/>
              </p:cNvSpPr>
              <p:nvPr/>
            </p:nvSpPr>
            <p:spPr bwMode="auto">
              <a:xfrm>
                <a:off x="4351338" y="1368425"/>
                <a:ext cx="109538" cy="441325"/>
              </a:xfrm>
              <a:custGeom>
                <a:avLst/>
                <a:gdLst>
                  <a:gd name="T0" fmla="*/ 29 w 29"/>
                  <a:gd name="T1" fmla="*/ 95 h 117"/>
                  <a:gd name="T2" fmla="*/ 17 w 29"/>
                  <a:gd name="T3" fmla="*/ 8 h 117"/>
                  <a:gd name="T4" fmla="*/ 0 w 29"/>
                  <a:gd name="T5" fmla="*/ 0 h 117"/>
                  <a:gd name="T6" fmla="*/ 19 w 29"/>
                  <a:gd name="T7" fmla="*/ 117 h 117"/>
                  <a:gd name="T8" fmla="*/ 29 w 29"/>
                  <a:gd name="T9" fmla="*/ 95 h 117"/>
                </a:gdLst>
                <a:ahLst/>
                <a:cxnLst>
                  <a:cxn ang="0">
                    <a:pos x="T0" y="T1"/>
                  </a:cxn>
                  <a:cxn ang="0">
                    <a:pos x="T2" y="T3"/>
                  </a:cxn>
                  <a:cxn ang="0">
                    <a:pos x="T4" y="T5"/>
                  </a:cxn>
                  <a:cxn ang="0">
                    <a:pos x="T6" y="T7"/>
                  </a:cxn>
                  <a:cxn ang="0">
                    <a:pos x="T8" y="T9"/>
                  </a:cxn>
                </a:cxnLst>
                <a:rect l="0" t="0" r="r" b="b"/>
                <a:pathLst>
                  <a:path w="29" h="117">
                    <a:moveTo>
                      <a:pt x="29" y="95"/>
                    </a:moveTo>
                    <a:cubicBezTo>
                      <a:pt x="17" y="8"/>
                      <a:pt x="17" y="8"/>
                      <a:pt x="17" y="8"/>
                    </a:cubicBezTo>
                    <a:cubicBezTo>
                      <a:pt x="13" y="7"/>
                      <a:pt x="8" y="5"/>
                      <a:pt x="0" y="0"/>
                    </a:cubicBezTo>
                    <a:cubicBezTo>
                      <a:pt x="7" y="30"/>
                      <a:pt x="23" y="81"/>
                      <a:pt x="19" y="117"/>
                    </a:cubicBezTo>
                    <a:cubicBezTo>
                      <a:pt x="26" y="104"/>
                      <a:pt x="29" y="95"/>
                      <a:pt x="29" y="95"/>
                    </a:cubicBezTo>
                    <a:close/>
                  </a:path>
                </a:pathLst>
              </a:custGeom>
              <a:solidFill>
                <a:srgbClr val="2A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5" name="Freeform 54">
                <a:extLst>
                  <a:ext uri="{FF2B5EF4-FFF2-40B4-BE49-F238E27FC236}">
                    <a16:creationId xmlns:a16="http://schemas.microsoft.com/office/drawing/2014/main" id="{95986D8B-98BE-46BB-AF0F-CD821ABD3FB8}"/>
                  </a:ext>
                </a:extLst>
              </p:cNvPr>
              <p:cNvSpPr>
                <a:spLocks/>
              </p:cNvSpPr>
              <p:nvPr/>
            </p:nvSpPr>
            <p:spPr bwMode="auto">
              <a:xfrm>
                <a:off x="4672013" y="1352550"/>
                <a:ext cx="3175" cy="7938"/>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2"/>
                      <a:pt x="0" y="1"/>
                      <a:pt x="0" y="0"/>
                    </a:cubicBezTo>
                    <a:cubicBezTo>
                      <a:pt x="1" y="1"/>
                      <a:pt x="1" y="2"/>
                      <a:pt x="1" y="2"/>
                    </a:cubicBezTo>
                    <a:close/>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6" name="Freeform 55">
                <a:extLst>
                  <a:ext uri="{FF2B5EF4-FFF2-40B4-BE49-F238E27FC236}">
                    <a16:creationId xmlns:a16="http://schemas.microsoft.com/office/drawing/2014/main" id="{ED4B27D8-5F12-4949-A0DE-916BBA6E97C5}"/>
                  </a:ext>
                </a:extLst>
              </p:cNvPr>
              <p:cNvSpPr>
                <a:spLocks/>
              </p:cNvSpPr>
              <p:nvPr/>
            </p:nvSpPr>
            <p:spPr bwMode="auto">
              <a:xfrm>
                <a:off x="4219575" y="1300163"/>
                <a:ext cx="338138" cy="720725"/>
              </a:xfrm>
              <a:custGeom>
                <a:avLst/>
                <a:gdLst>
                  <a:gd name="T0" fmla="*/ 85 w 90"/>
                  <a:gd name="T1" fmla="*/ 14 h 191"/>
                  <a:gd name="T2" fmla="*/ 48 w 90"/>
                  <a:gd name="T3" fmla="*/ 0 h 191"/>
                  <a:gd name="T4" fmla="*/ 64 w 90"/>
                  <a:gd name="T5" fmla="*/ 113 h 191"/>
                  <a:gd name="T6" fmla="*/ 0 w 90"/>
                  <a:gd name="T7" fmla="*/ 190 h 191"/>
                  <a:gd name="T8" fmla="*/ 45 w 90"/>
                  <a:gd name="T9" fmla="*/ 186 h 191"/>
                  <a:gd name="T10" fmla="*/ 85 w 90"/>
                  <a:gd name="T11" fmla="*/ 14 h 191"/>
                </a:gdLst>
                <a:ahLst/>
                <a:cxnLst>
                  <a:cxn ang="0">
                    <a:pos x="T0" y="T1"/>
                  </a:cxn>
                  <a:cxn ang="0">
                    <a:pos x="T2" y="T3"/>
                  </a:cxn>
                  <a:cxn ang="0">
                    <a:pos x="T4" y="T5"/>
                  </a:cxn>
                  <a:cxn ang="0">
                    <a:pos x="T6" y="T7"/>
                  </a:cxn>
                  <a:cxn ang="0">
                    <a:pos x="T8" y="T9"/>
                  </a:cxn>
                  <a:cxn ang="0">
                    <a:pos x="T10" y="T11"/>
                  </a:cxn>
                </a:cxnLst>
                <a:rect l="0" t="0" r="r" b="b"/>
                <a:pathLst>
                  <a:path w="90" h="191">
                    <a:moveTo>
                      <a:pt x="85" y="14"/>
                    </a:moveTo>
                    <a:cubicBezTo>
                      <a:pt x="48" y="0"/>
                      <a:pt x="48" y="0"/>
                      <a:pt x="48" y="0"/>
                    </a:cubicBezTo>
                    <a:cubicBezTo>
                      <a:pt x="64" y="113"/>
                      <a:pt x="64" y="113"/>
                      <a:pt x="64" y="113"/>
                    </a:cubicBezTo>
                    <a:cubicBezTo>
                      <a:pt x="64" y="113"/>
                      <a:pt x="46" y="165"/>
                      <a:pt x="0" y="190"/>
                    </a:cubicBezTo>
                    <a:cubicBezTo>
                      <a:pt x="13" y="191"/>
                      <a:pt x="28" y="190"/>
                      <a:pt x="45" y="186"/>
                    </a:cubicBezTo>
                    <a:cubicBezTo>
                      <a:pt x="90" y="122"/>
                      <a:pt x="85" y="14"/>
                      <a:pt x="85" y="1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7" name="Freeform 56">
                <a:extLst>
                  <a:ext uri="{FF2B5EF4-FFF2-40B4-BE49-F238E27FC236}">
                    <a16:creationId xmlns:a16="http://schemas.microsoft.com/office/drawing/2014/main" id="{CCBDD9B9-9E05-4964-B5F7-08EFF0012481}"/>
                  </a:ext>
                </a:extLst>
              </p:cNvPr>
              <p:cNvSpPr>
                <a:spLocks/>
              </p:cNvSpPr>
              <p:nvPr/>
            </p:nvSpPr>
            <p:spPr bwMode="auto">
              <a:xfrm>
                <a:off x="3706813" y="1300163"/>
                <a:ext cx="760413" cy="762000"/>
              </a:xfrm>
              <a:custGeom>
                <a:avLst/>
                <a:gdLst>
                  <a:gd name="T0" fmla="*/ 200 w 202"/>
                  <a:gd name="T1" fmla="*/ 113 h 202"/>
                  <a:gd name="T2" fmla="*/ 184 w 202"/>
                  <a:gd name="T3" fmla="*/ 0 h 202"/>
                  <a:gd name="T4" fmla="*/ 85 w 202"/>
                  <a:gd name="T5" fmla="*/ 21 h 202"/>
                  <a:gd name="T6" fmla="*/ 42 w 202"/>
                  <a:gd name="T7" fmla="*/ 47 h 202"/>
                  <a:gd name="T8" fmla="*/ 0 w 202"/>
                  <a:gd name="T9" fmla="*/ 108 h 202"/>
                  <a:gd name="T10" fmla="*/ 24 w 202"/>
                  <a:gd name="T11" fmla="*/ 128 h 202"/>
                  <a:gd name="T12" fmla="*/ 70 w 202"/>
                  <a:gd name="T13" fmla="*/ 63 h 202"/>
                  <a:gd name="T14" fmla="*/ 133 w 202"/>
                  <a:gd name="T15" fmla="*/ 56 h 202"/>
                  <a:gd name="T16" fmla="*/ 126 w 202"/>
                  <a:gd name="T17" fmla="*/ 120 h 202"/>
                  <a:gd name="T18" fmla="*/ 50 w 202"/>
                  <a:gd name="T19" fmla="*/ 182 h 202"/>
                  <a:gd name="T20" fmla="*/ 95 w 202"/>
                  <a:gd name="T21" fmla="*/ 202 h 202"/>
                  <a:gd name="T22" fmla="*/ 200 w 202"/>
                  <a:gd name="T23" fmla="*/ 11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2" h="202">
                    <a:moveTo>
                      <a:pt x="200" y="113"/>
                    </a:moveTo>
                    <a:cubicBezTo>
                      <a:pt x="202" y="85"/>
                      <a:pt x="184" y="0"/>
                      <a:pt x="184" y="0"/>
                    </a:cubicBezTo>
                    <a:cubicBezTo>
                      <a:pt x="164" y="1"/>
                      <a:pt x="102" y="19"/>
                      <a:pt x="85" y="21"/>
                    </a:cubicBezTo>
                    <a:cubicBezTo>
                      <a:pt x="65" y="24"/>
                      <a:pt x="49" y="38"/>
                      <a:pt x="42" y="47"/>
                    </a:cubicBezTo>
                    <a:cubicBezTo>
                      <a:pt x="34" y="56"/>
                      <a:pt x="0" y="108"/>
                      <a:pt x="0" y="108"/>
                    </a:cubicBezTo>
                    <a:cubicBezTo>
                      <a:pt x="24" y="128"/>
                      <a:pt x="24" y="128"/>
                      <a:pt x="24" y="128"/>
                    </a:cubicBezTo>
                    <a:cubicBezTo>
                      <a:pt x="24" y="128"/>
                      <a:pt x="63" y="72"/>
                      <a:pt x="70" y="63"/>
                    </a:cubicBezTo>
                    <a:cubicBezTo>
                      <a:pt x="80" y="66"/>
                      <a:pt x="133" y="56"/>
                      <a:pt x="133" y="56"/>
                    </a:cubicBezTo>
                    <a:cubicBezTo>
                      <a:pt x="133" y="56"/>
                      <a:pt x="138" y="96"/>
                      <a:pt x="126" y="120"/>
                    </a:cubicBezTo>
                    <a:cubicBezTo>
                      <a:pt x="114" y="145"/>
                      <a:pt x="46" y="161"/>
                      <a:pt x="50" y="182"/>
                    </a:cubicBezTo>
                    <a:cubicBezTo>
                      <a:pt x="52" y="192"/>
                      <a:pt x="89" y="202"/>
                      <a:pt x="95" y="202"/>
                    </a:cubicBezTo>
                    <a:cubicBezTo>
                      <a:pt x="172" y="195"/>
                      <a:pt x="196" y="148"/>
                      <a:pt x="200" y="113"/>
                    </a:cubicBezTo>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8" name="Freeform 57">
                <a:extLst>
                  <a:ext uri="{FF2B5EF4-FFF2-40B4-BE49-F238E27FC236}">
                    <a16:creationId xmlns:a16="http://schemas.microsoft.com/office/drawing/2014/main" id="{A549C814-8F90-4EB0-B0C3-368E005F616C}"/>
                  </a:ext>
                </a:extLst>
              </p:cNvPr>
              <p:cNvSpPr>
                <a:spLocks/>
              </p:cNvSpPr>
              <p:nvPr/>
            </p:nvSpPr>
            <p:spPr bwMode="auto">
              <a:xfrm>
                <a:off x="3706813" y="1300163"/>
                <a:ext cx="693738" cy="422275"/>
              </a:xfrm>
              <a:custGeom>
                <a:avLst/>
                <a:gdLst>
                  <a:gd name="T0" fmla="*/ 46 w 184"/>
                  <a:gd name="T1" fmla="*/ 54 h 112"/>
                  <a:gd name="T2" fmla="*/ 89 w 184"/>
                  <a:gd name="T3" fmla="*/ 28 h 112"/>
                  <a:gd name="T4" fmla="*/ 184 w 184"/>
                  <a:gd name="T5" fmla="*/ 0 h 112"/>
                  <a:gd name="T6" fmla="*/ 85 w 184"/>
                  <a:gd name="T7" fmla="*/ 21 h 112"/>
                  <a:gd name="T8" fmla="*/ 42 w 184"/>
                  <a:gd name="T9" fmla="*/ 47 h 112"/>
                  <a:gd name="T10" fmla="*/ 0 w 184"/>
                  <a:gd name="T11" fmla="*/ 108 h 112"/>
                  <a:gd name="T12" fmla="*/ 6 w 184"/>
                  <a:gd name="T13" fmla="*/ 112 h 112"/>
                  <a:gd name="T14" fmla="*/ 46 w 184"/>
                  <a:gd name="T15" fmla="*/ 54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12">
                    <a:moveTo>
                      <a:pt x="46" y="54"/>
                    </a:moveTo>
                    <a:cubicBezTo>
                      <a:pt x="53" y="45"/>
                      <a:pt x="69" y="31"/>
                      <a:pt x="89" y="28"/>
                    </a:cubicBezTo>
                    <a:cubicBezTo>
                      <a:pt x="106" y="26"/>
                      <a:pt x="162" y="2"/>
                      <a:pt x="184" y="0"/>
                    </a:cubicBezTo>
                    <a:cubicBezTo>
                      <a:pt x="164" y="1"/>
                      <a:pt x="102" y="19"/>
                      <a:pt x="85" y="21"/>
                    </a:cubicBezTo>
                    <a:cubicBezTo>
                      <a:pt x="65" y="24"/>
                      <a:pt x="49" y="38"/>
                      <a:pt x="42" y="47"/>
                    </a:cubicBezTo>
                    <a:cubicBezTo>
                      <a:pt x="34" y="56"/>
                      <a:pt x="0" y="108"/>
                      <a:pt x="0" y="108"/>
                    </a:cubicBezTo>
                    <a:cubicBezTo>
                      <a:pt x="6" y="112"/>
                      <a:pt x="6" y="112"/>
                      <a:pt x="6" y="112"/>
                    </a:cubicBezTo>
                    <a:cubicBezTo>
                      <a:pt x="12" y="103"/>
                      <a:pt x="39" y="62"/>
                      <a:pt x="46" y="54"/>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9" name="Freeform 58">
                <a:extLst>
                  <a:ext uri="{FF2B5EF4-FFF2-40B4-BE49-F238E27FC236}">
                    <a16:creationId xmlns:a16="http://schemas.microsoft.com/office/drawing/2014/main" id="{B5AF1FBE-0AE9-447B-9F4A-5F4D3AC8656D}"/>
                  </a:ext>
                </a:extLst>
              </p:cNvPr>
              <p:cNvSpPr>
                <a:spLocks/>
              </p:cNvSpPr>
              <p:nvPr/>
            </p:nvSpPr>
            <p:spPr bwMode="auto">
              <a:xfrm>
                <a:off x="3879850" y="1525588"/>
                <a:ext cx="361950" cy="484188"/>
              </a:xfrm>
              <a:custGeom>
                <a:avLst/>
                <a:gdLst>
                  <a:gd name="T0" fmla="*/ 84 w 96"/>
                  <a:gd name="T1" fmla="*/ 67 h 128"/>
                  <a:gd name="T2" fmla="*/ 91 w 96"/>
                  <a:gd name="T3" fmla="*/ 0 h 128"/>
                  <a:gd name="T4" fmla="*/ 88 w 96"/>
                  <a:gd name="T5" fmla="*/ 3 h 128"/>
                  <a:gd name="T6" fmla="*/ 80 w 96"/>
                  <a:gd name="T7" fmla="*/ 60 h 128"/>
                  <a:gd name="T8" fmla="*/ 4 w 96"/>
                  <a:gd name="T9" fmla="*/ 122 h 128"/>
                  <a:gd name="T10" fmla="*/ 8 w 96"/>
                  <a:gd name="T11" fmla="*/ 128 h 128"/>
                  <a:gd name="T12" fmla="*/ 84 w 96"/>
                  <a:gd name="T13" fmla="*/ 67 h 128"/>
                </a:gdLst>
                <a:ahLst/>
                <a:cxnLst>
                  <a:cxn ang="0">
                    <a:pos x="T0" y="T1"/>
                  </a:cxn>
                  <a:cxn ang="0">
                    <a:pos x="T2" y="T3"/>
                  </a:cxn>
                  <a:cxn ang="0">
                    <a:pos x="T4" y="T5"/>
                  </a:cxn>
                  <a:cxn ang="0">
                    <a:pos x="T6" y="T7"/>
                  </a:cxn>
                  <a:cxn ang="0">
                    <a:pos x="T8" y="T9"/>
                  </a:cxn>
                  <a:cxn ang="0">
                    <a:pos x="T10" y="T11"/>
                  </a:cxn>
                  <a:cxn ang="0">
                    <a:pos x="T12" y="T13"/>
                  </a:cxn>
                </a:cxnLst>
                <a:rect l="0" t="0" r="r" b="b"/>
                <a:pathLst>
                  <a:path w="96" h="128">
                    <a:moveTo>
                      <a:pt x="84" y="67"/>
                    </a:moveTo>
                    <a:cubicBezTo>
                      <a:pt x="96" y="43"/>
                      <a:pt x="91" y="0"/>
                      <a:pt x="91" y="0"/>
                    </a:cubicBezTo>
                    <a:cubicBezTo>
                      <a:pt x="91" y="0"/>
                      <a:pt x="89" y="1"/>
                      <a:pt x="88" y="3"/>
                    </a:cubicBezTo>
                    <a:cubicBezTo>
                      <a:pt x="88" y="16"/>
                      <a:pt x="89" y="42"/>
                      <a:pt x="80" y="60"/>
                    </a:cubicBezTo>
                    <a:cubicBezTo>
                      <a:pt x="68" y="85"/>
                      <a:pt x="0" y="101"/>
                      <a:pt x="4" y="122"/>
                    </a:cubicBezTo>
                    <a:cubicBezTo>
                      <a:pt x="5" y="124"/>
                      <a:pt x="6" y="126"/>
                      <a:pt x="8" y="128"/>
                    </a:cubicBezTo>
                    <a:cubicBezTo>
                      <a:pt x="8" y="107"/>
                      <a:pt x="72" y="91"/>
                      <a:pt x="84" y="67"/>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0" name="Freeform 59">
                <a:extLst>
                  <a:ext uri="{FF2B5EF4-FFF2-40B4-BE49-F238E27FC236}">
                    <a16:creationId xmlns:a16="http://schemas.microsoft.com/office/drawing/2014/main" id="{8F4212FC-FA92-411F-90D2-F9C5781E79DD}"/>
                  </a:ext>
                </a:extLst>
              </p:cNvPr>
              <p:cNvSpPr>
                <a:spLocks/>
              </p:cNvSpPr>
              <p:nvPr/>
            </p:nvSpPr>
            <p:spPr bwMode="auto">
              <a:xfrm>
                <a:off x="4362450" y="1382713"/>
                <a:ext cx="101600" cy="444500"/>
              </a:xfrm>
              <a:custGeom>
                <a:avLst/>
                <a:gdLst>
                  <a:gd name="T0" fmla="*/ 26 w 27"/>
                  <a:gd name="T1" fmla="*/ 91 h 118"/>
                  <a:gd name="T2" fmla="*/ 15 w 27"/>
                  <a:gd name="T3" fmla="*/ 4 h 118"/>
                  <a:gd name="T4" fmla="*/ 0 w 27"/>
                  <a:gd name="T5" fmla="*/ 0 h 118"/>
                  <a:gd name="T6" fmla="*/ 19 w 27"/>
                  <a:gd name="T7" fmla="*/ 118 h 118"/>
                  <a:gd name="T8" fmla="*/ 26 w 27"/>
                  <a:gd name="T9" fmla="*/ 91 h 118"/>
                </a:gdLst>
                <a:ahLst/>
                <a:cxnLst>
                  <a:cxn ang="0">
                    <a:pos x="T0" y="T1"/>
                  </a:cxn>
                  <a:cxn ang="0">
                    <a:pos x="T2" y="T3"/>
                  </a:cxn>
                  <a:cxn ang="0">
                    <a:pos x="T4" y="T5"/>
                  </a:cxn>
                  <a:cxn ang="0">
                    <a:pos x="T6" y="T7"/>
                  </a:cxn>
                  <a:cxn ang="0">
                    <a:pos x="T8" y="T9"/>
                  </a:cxn>
                </a:cxnLst>
                <a:rect l="0" t="0" r="r" b="b"/>
                <a:pathLst>
                  <a:path w="27" h="118">
                    <a:moveTo>
                      <a:pt x="26" y="91"/>
                    </a:moveTo>
                    <a:cubicBezTo>
                      <a:pt x="27" y="73"/>
                      <a:pt x="21" y="32"/>
                      <a:pt x="15" y="4"/>
                    </a:cubicBezTo>
                    <a:cubicBezTo>
                      <a:pt x="11" y="4"/>
                      <a:pt x="5" y="4"/>
                      <a:pt x="0" y="0"/>
                    </a:cubicBezTo>
                    <a:cubicBezTo>
                      <a:pt x="9" y="37"/>
                      <a:pt x="21" y="87"/>
                      <a:pt x="19" y="118"/>
                    </a:cubicBezTo>
                    <a:cubicBezTo>
                      <a:pt x="23" y="109"/>
                      <a:pt x="25" y="100"/>
                      <a:pt x="26" y="91"/>
                    </a:cubicBezTo>
                    <a:close/>
                  </a:path>
                </a:pathLst>
              </a:custGeom>
              <a:solidFill>
                <a:srgbClr val="2A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1" name="Freeform 60">
                <a:extLst>
                  <a:ext uri="{FF2B5EF4-FFF2-40B4-BE49-F238E27FC236}">
                    <a16:creationId xmlns:a16="http://schemas.microsoft.com/office/drawing/2014/main" id="{0F8E7AE1-76FC-4EE6-8AC8-96D88314E40C}"/>
                  </a:ext>
                </a:extLst>
              </p:cNvPr>
              <p:cNvSpPr>
                <a:spLocks/>
              </p:cNvSpPr>
              <p:nvPr/>
            </p:nvSpPr>
            <p:spPr bwMode="auto">
              <a:xfrm>
                <a:off x="4389438" y="1338263"/>
                <a:ext cx="236538" cy="663575"/>
              </a:xfrm>
              <a:custGeom>
                <a:avLst/>
                <a:gdLst>
                  <a:gd name="T0" fmla="*/ 55 w 63"/>
                  <a:gd name="T1" fmla="*/ 0 h 176"/>
                  <a:gd name="T2" fmla="*/ 40 w 63"/>
                  <a:gd name="T3" fmla="*/ 4 h 176"/>
                  <a:gd name="T4" fmla="*/ 0 w 63"/>
                  <a:gd name="T5" fmla="*/ 176 h 176"/>
                  <a:gd name="T6" fmla="*/ 22 w 63"/>
                  <a:gd name="T7" fmla="*/ 170 h 176"/>
                  <a:gd name="T8" fmla="*/ 55 w 63"/>
                  <a:gd name="T9" fmla="*/ 0 h 176"/>
                </a:gdLst>
                <a:ahLst/>
                <a:cxnLst>
                  <a:cxn ang="0">
                    <a:pos x="T0" y="T1"/>
                  </a:cxn>
                  <a:cxn ang="0">
                    <a:pos x="T2" y="T3"/>
                  </a:cxn>
                  <a:cxn ang="0">
                    <a:pos x="T4" y="T5"/>
                  </a:cxn>
                  <a:cxn ang="0">
                    <a:pos x="T6" y="T7"/>
                  </a:cxn>
                  <a:cxn ang="0">
                    <a:pos x="T8" y="T9"/>
                  </a:cxn>
                </a:cxnLst>
                <a:rect l="0" t="0" r="r" b="b"/>
                <a:pathLst>
                  <a:path w="63" h="176">
                    <a:moveTo>
                      <a:pt x="55" y="0"/>
                    </a:moveTo>
                    <a:cubicBezTo>
                      <a:pt x="40" y="4"/>
                      <a:pt x="40" y="4"/>
                      <a:pt x="40" y="4"/>
                    </a:cubicBezTo>
                    <a:cubicBezTo>
                      <a:pt x="40" y="4"/>
                      <a:pt x="45" y="112"/>
                      <a:pt x="0" y="176"/>
                    </a:cubicBezTo>
                    <a:cubicBezTo>
                      <a:pt x="7" y="175"/>
                      <a:pt x="14" y="173"/>
                      <a:pt x="22" y="170"/>
                    </a:cubicBezTo>
                    <a:cubicBezTo>
                      <a:pt x="22" y="170"/>
                      <a:pt x="63" y="35"/>
                      <a:pt x="55" y="0"/>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2" name="Freeform 61">
                <a:extLst>
                  <a:ext uri="{FF2B5EF4-FFF2-40B4-BE49-F238E27FC236}">
                    <a16:creationId xmlns:a16="http://schemas.microsoft.com/office/drawing/2014/main" id="{8793BD19-BC69-4FD2-BE00-6D1A4D156CD0}"/>
                  </a:ext>
                </a:extLst>
              </p:cNvPr>
              <p:cNvSpPr>
                <a:spLocks/>
              </p:cNvSpPr>
              <p:nvPr/>
            </p:nvSpPr>
            <p:spPr bwMode="auto">
              <a:xfrm>
                <a:off x="4354513" y="1835150"/>
                <a:ext cx="23813" cy="23813"/>
              </a:xfrm>
              <a:custGeom>
                <a:avLst/>
                <a:gdLst>
                  <a:gd name="T0" fmla="*/ 6 w 6"/>
                  <a:gd name="T1" fmla="*/ 3 h 6"/>
                  <a:gd name="T2" fmla="*/ 3 w 6"/>
                  <a:gd name="T3" fmla="*/ 6 h 6"/>
                  <a:gd name="T4" fmla="*/ 0 w 6"/>
                  <a:gd name="T5" fmla="*/ 3 h 6"/>
                  <a:gd name="T6" fmla="*/ 3 w 6"/>
                  <a:gd name="T7" fmla="*/ 0 h 6"/>
                  <a:gd name="T8" fmla="*/ 6 w 6"/>
                  <a:gd name="T9" fmla="*/ 3 h 6"/>
                </a:gdLst>
                <a:ahLst/>
                <a:cxnLst>
                  <a:cxn ang="0">
                    <a:pos x="T0" y="T1"/>
                  </a:cxn>
                  <a:cxn ang="0">
                    <a:pos x="T2" y="T3"/>
                  </a:cxn>
                  <a:cxn ang="0">
                    <a:pos x="T4" y="T5"/>
                  </a:cxn>
                  <a:cxn ang="0">
                    <a:pos x="T6" y="T7"/>
                  </a:cxn>
                  <a:cxn ang="0">
                    <a:pos x="T8" y="T9"/>
                  </a:cxn>
                </a:cxnLst>
                <a:rect l="0" t="0" r="r" b="b"/>
                <a:pathLst>
                  <a:path w="6" h="6">
                    <a:moveTo>
                      <a:pt x="6" y="3"/>
                    </a:moveTo>
                    <a:cubicBezTo>
                      <a:pt x="6" y="5"/>
                      <a:pt x="4" y="6"/>
                      <a:pt x="3" y="6"/>
                    </a:cubicBezTo>
                    <a:cubicBezTo>
                      <a:pt x="1" y="6"/>
                      <a:pt x="0" y="5"/>
                      <a:pt x="0" y="3"/>
                    </a:cubicBezTo>
                    <a:cubicBezTo>
                      <a:pt x="0" y="2"/>
                      <a:pt x="1" y="0"/>
                      <a:pt x="3" y="0"/>
                    </a:cubicBezTo>
                    <a:cubicBezTo>
                      <a:pt x="4" y="0"/>
                      <a:pt x="5" y="1"/>
                      <a:pt x="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3" name="Oval 62">
                <a:extLst>
                  <a:ext uri="{FF2B5EF4-FFF2-40B4-BE49-F238E27FC236}">
                    <a16:creationId xmlns:a16="http://schemas.microsoft.com/office/drawing/2014/main" id="{2CB99798-B462-494C-8AAA-54364943FF2E}"/>
                  </a:ext>
                </a:extLst>
              </p:cNvPr>
              <p:cNvSpPr>
                <a:spLocks noChangeArrowheads="1"/>
              </p:cNvSpPr>
              <p:nvPr/>
            </p:nvSpPr>
            <p:spPr bwMode="auto">
              <a:xfrm>
                <a:off x="4532313" y="1458913"/>
                <a:ext cx="7938" cy="6350"/>
              </a:xfrm>
              <a:prstGeom prst="ellipse">
                <a:avLst/>
              </a:pr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4" name="Freeform 63">
                <a:extLst>
                  <a:ext uri="{FF2B5EF4-FFF2-40B4-BE49-F238E27FC236}">
                    <a16:creationId xmlns:a16="http://schemas.microsoft.com/office/drawing/2014/main" id="{7B238D87-FAFA-42D5-85F2-17694722613C}"/>
                  </a:ext>
                </a:extLst>
              </p:cNvPr>
              <p:cNvSpPr>
                <a:spLocks/>
              </p:cNvSpPr>
              <p:nvPr/>
            </p:nvSpPr>
            <p:spPr bwMode="auto">
              <a:xfrm>
                <a:off x="4524375" y="1552575"/>
                <a:ext cx="7938" cy="7938"/>
              </a:xfrm>
              <a:custGeom>
                <a:avLst/>
                <a:gdLst>
                  <a:gd name="T0" fmla="*/ 2 w 2"/>
                  <a:gd name="T1" fmla="*/ 1 h 2"/>
                  <a:gd name="T2" fmla="*/ 1 w 2"/>
                  <a:gd name="T3" fmla="*/ 2 h 2"/>
                  <a:gd name="T4" fmla="*/ 0 w 2"/>
                  <a:gd name="T5" fmla="*/ 1 h 2"/>
                  <a:gd name="T6" fmla="*/ 1 w 2"/>
                  <a:gd name="T7" fmla="*/ 0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2"/>
                      <a:pt x="1" y="2"/>
                    </a:cubicBezTo>
                    <a:cubicBezTo>
                      <a:pt x="1" y="2"/>
                      <a:pt x="1" y="1"/>
                      <a:pt x="0" y="1"/>
                    </a:cubicBezTo>
                    <a:cubicBezTo>
                      <a:pt x="0" y="0"/>
                      <a:pt x="1" y="0"/>
                      <a:pt x="1" y="0"/>
                    </a:cubicBezTo>
                    <a:cubicBezTo>
                      <a:pt x="2" y="0"/>
                      <a:pt x="2" y="0"/>
                      <a:pt x="2"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5" name="Freeform 64">
                <a:extLst>
                  <a:ext uri="{FF2B5EF4-FFF2-40B4-BE49-F238E27FC236}">
                    <a16:creationId xmlns:a16="http://schemas.microsoft.com/office/drawing/2014/main" id="{03204A02-F86C-49D4-9E35-CB740AF7DB02}"/>
                  </a:ext>
                </a:extLst>
              </p:cNvPr>
              <p:cNvSpPr>
                <a:spLocks/>
              </p:cNvSpPr>
              <p:nvPr/>
            </p:nvSpPr>
            <p:spPr bwMode="auto">
              <a:xfrm>
                <a:off x="4513263" y="1643063"/>
                <a:ext cx="7938" cy="7938"/>
              </a:xfrm>
              <a:custGeom>
                <a:avLst/>
                <a:gdLst>
                  <a:gd name="T0" fmla="*/ 2 w 2"/>
                  <a:gd name="T1" fmla="*/ 1 h 2"/>
                  <a:gd name="T2" fmla="*/ 1 w 2"/>
                  <a:gd name="T3" fmla="*/ 2 h 2"/>
                  <a:gd name="T4" fmla="*/ 0 w 2"/>
                  <a:gd name="T5" fmla="*/ 1 h 2"/>
                  <a:gd name="T6" fmla="*/ 1 w 2"/>
                  <a:gd name="T7" fmla="*/ 0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2"/>
                      <a:pt x="2" y="2"/>
                      <a:pt x="1" y="2"/>
                    </a:cubicBezTo>
                    <a:cubicBezTo>
                      <a:pt x="1" y="2"/>
                      <a:pt x="0" y="2"/>
                      <a:pt x="0" y="1"/>
                    </a:cubicBezTo>
                    <a:cubicBezTo>
                      <a:pt x="0" y="1"/>
                      <a:pt x="0" y="0"/>
                      <a:pt x="1" y="0"/>
                    </a:cubicBezTo>
                    <a:cubicBezTo>
                      <a:pt x="2" y="0"/>
                      <a:pt x="2" y="1"/>
                      <a:pt x="2"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6" name="Oval 65">
                <a:extLst>
                  <a:ext uri="{FF2B5EF4-FFF2-40B4-BE49-F238E27FC236}">
                    <a16:creationId xmlns:a16="http://schemas.microsoft.com/office/drawing/2014/main" id="{54B4C439-DD98-4F5E-AE23-9D9E5E5BE087}"/>
                  </a:ext>
                </a:extLst>
              </p:cNvPr>
              <p:cNvSpPr>
                <a:spLocks noChangeArrowheads="1"/>
              </p:cNvSpPr>
              <p:nvPr/>
            </p:nvSpPr>
            <p:spPr bwMode="auto">
              <a:xfrm>
                <a:off x="4494213" y="1736725"/>
                <a:ext cx="7938" cy="7938"/>
              </a:xfrm>
              <a:prstGeom prst="ellipse">
                <a:avLst/>
              </a:pr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7" name="Oval 66">
                <a:extLst>
                  <a:ext uri="{FF2B5EF4-FFF2-40B4-BE49-F238E27FC236}">
                    <a16:creationId xmlns:a16="http://schemas.microsoft.com/office/drawing/2014/main" id="{AC043311-8AEC-453F-A820-154DCA22FB66}"/>
                  </a:ext>
                </a:extLst>
              </p:cNvPr>
              <p:cNvSpPr>
                <a:spLocks noChangeArrowheads="1"/>
              </p:cNvSpPr>
              <p:nvPr/>
            </p:nvSpPr>
            <p:spPr bwMode="auto">
              <a:xfrm>
                <a:off x="4467225" y="1827213"/>
                <a:ext cx="7938" cy="7938"/>
              </a:xfrm>
              <a:prstGeom prst="ellipse">
                <a:avLst/>
              </a:pr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8" name="Oval 67">
                <a:extLst>
                  <a:ext uri="{FF2B5EF4-FFF2-40B4-BE49-F238E27FC236}">
                    <a16:creationId xmlns:a16="http://schemas.microsoft.com/office/drawing/2014/main" id="{753D3DB4-630F-4C44-9E30-8A492761AF2C}"/>
                  </a:ext>
                </a:extLst>
              </p:cNvPr>
              <p:cNvSpPr>
                <a:spLocks noChangeArrowheads="1"/>
              </p:cNvSpPr>
              <p:nvPr/>
            </p:nvSpPr>
            <p:spPr bwMode="auto">
              <a:xfrm>
                <a:off x="4430713" y="1914525"/>
                <a:ext cx="6350" cy="7938"/>
              </a:xfrm>
              <a:prstGeom prst="ellipse">
                <a:avLst/>
              </a:pr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9" name="Freeform 68">
                <a:extLst>
                  <a:ext uri="{FF2B5EF4-FFF2-40B4-BE49-F238E27FC236}">
                    <a16:creationId xmlns:a16="http://schemas.microsoft.com/office/drawing/2014/main" id="{FFD10AFB-2292-48A1-AA6D-E9067D26D95F}"/>
                  </a:ext>
                </a:extLst>
              </p:cNvPr>
              <p:cNvSpPr>
                <a:spLocks/>
              </p:cNvSpPr>
              <p:nvPr/>
            </p:nvSpPr>
            <p:spPr bwMode="auto">
              <a:xfrm>
                <a:off x="4076700" y="1420813"/>
                <a:ext cx="444500" cy="312738"/>
              </a:xfrm>
              <a:custGeom>
                <a:avLst/>
                <a:gdLst>
                  <a:gd name="T0" fmla="*/ 115 w 118"/>
                  <a:gd name="T1" fmla="*/ 0 h 83"/>
                  <a:gd name="T2" fmla="*/ 116 w 118"/>
                  <a:gd name="T3" fmla="*/ 2 h 83"/>
                  <a:gd name="T4" fmla="*/ 118 w 118"/>
                  <a:gd name="T5" fmla="*/ 4 h 83"/>
                  <a:gd name="T6" fmla="*/ 4 w 118"/>
                  <a:gd name="T7" fmla="*/ 83 h 83"/>
                  <a:gd name="T8" fmla="*/ 0 w 118"/>
                  <a:gd name="T9" fmla="*/ 73 h 83"/>
                  <a:gd name="T10" fmla="*/ 115 w 118"/>
                  <a:gd name="T11" fmla="*/ 0 h 83"/>
                </a:gdLst>
                <a:ahLst/>
                <a:cxnLst>
                  <a:cxn ang="0">
                    <a:pos x="T0" y="T1"/>
                  </a:cxn>
                  <a:cxn ang="0">
                    <a:pos x="T2" y="T3"/>
                  </a:cxn>
                  <a:cxn ang="0">
                    <a:pos x="T4" y="T5"/>
                  </a:cxn>
                  <a:cxn ang="0">
                    <a:pos x="T6" y="T7"/>
                  </a:cxn>
                  <a:cxn ang="0">
                    <a:pos x="T8" y="T9"/>
                  </a:cxn>
                  <a:cxn ang="0">
                    <a:pos x="T10" y="T11"/>
                  </a:cxn>
                </a:cxnLst>
                <a:rect l="0" t="0" r="r" b="b"/>
                <a:pathLst>
                  <a:path w="118" h="83">
                    <a:moveTo>
                      <a:pt x="115" y="0"/>
                    </a:moveTo>
                    <a:cubicBezTo>
                      <a:pt x="115" y="1"/>
                      <a:pt x="115" y="1"/>
                      <a:pt x="116" y="2"/>
                    </a:cubicBezTo>
                    <a:cubicBezTo>
                      <a:pt x="116" y="3"/>
                      <a:pt x="117" y="4"/>
                      <a:pt x="118" y="4"/>
                    </a:cubicBezTo>
                    <a:cubicBezTo>
                      <a:pt x="80" y="35"/>
                      <a:pt x="45" y="59"/>
                      <a:pt x="4" y="83"/>
                    </a:cubicBezTo>
                    <a:cubicBezTo>
                      <a:pt x="3" y="79"/>
                      <a:pt x="2" y="77"/>
                      <a:pt x="0" y="73"/>
                    </a:cubicBezTo>
                    <a:cubicBezTo>
                      <a:pt x="41" y="51"/>
                      <a:pt x="77" y="28"/>
                      <a:pt x="115" y="0"/>
                    </a:cubicBezTo>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0" name="Freeform 69">
                <a:extLst>
                  <a:ext uri="{FF2B5EF4-FFF2-40B4-BE49-F238E27FC236}">
                    <a16:creationId xmlns:a16="http://schemas.microsoft.com/office/drawing/2014/main" id="{44B5A033-5463-4B31-AC4B-21AE8930850D}"/>
                  </a:ext>
                </a:extLst>
              </p:cNvPr>
              <p:cNvSpPr>
                <a:spLocks/>
              </p:cNvSpPr>
              <p:nvPr/>
            </p:nvSpPr>
            <p:spPr bwMode="auto">
              <a:xfrm>
                <a:off x="4060825" y="1398588"/>
                <a:ext cx="449263" cy="296863"/>
              </a:xfrm>
              <a:custGeom>
                <a:avLst/>
                <a:gdLst>
                  <a:gd name="T0" fmla="*/ 117 w 119"/>
                  <a:gd name="T1" fmla="*/ 0 h 79"/>
                  <a:gd name="T2" fmla="*/ 118 w 119"/>
                  <a:gd name="T3" fmla="*/ 3 h 79"/>
                  <a:gd name="T4" fmla="*/ 119 w 119"/>
                  <a:gd name="T5" fmla="*/ 6 h 79"/>
                  <a:gd name="T6" fmla="*/ 4 w 119"/>
                  <a:gd name="T7" fmla="*/ 79 h 79"/>
                  <a:gd name="T8" fmla="*/ 0 w 119"/>
                  <a:gd name="T9" fmla="*/ 69 h 79"/>
                  <a:gd name="T10" fmla="*/ 117 w 119"/>
                  <a:gd name="T11" fmla="*/ 0 h 79"/>
                </a:gdLst>
                <a:ahLst/>
                <a:cxnLst>
                  <a:cxn ang="0">
                    <a:pos x="T0" y="T1"/>
                  </a:cxn>
                  <a:cxn ang="0">
                    <a:pos x="T2" y="T3"/>
                  </a:cxn>
                  <a:cxn ang="0">
                    <a:pos x="T4" y="T5"/>
                  </a:cxn>
                  <a:cxn ang="0">
                    <a:pos x="T6" y="T7"/>
                  </a:cxn>
                  <a:cxn ang="0">
                    <a:pos x="T8" y="T9"/>
                  </a:cxn>
                  <a:cxn ang="0">
                    <a:pos x="T10" y="T11"/>
                  </a:cxn>
                </a:cxnLst>
                <a:rect l="0" t="0" r="r" b="b"/>
                <a:pathLst>
                  <a:path w="119" h="79">
                    <a:moveTo>
                      <a:pt x="117" y="0"/>
                    </a:moveTo>
                    <a:cubicBezTo>
                      <a:pt x="117" y="1"/>
                      <a:pt x="117" y="2"/>
                      <a:pt x="118" y="3"/>
                    </a:cubicBezTo>
                    <a:cubicBezTo>
                      <a:pt x="118" y="4"/>
                      <a:pt x="118" y="5"/>
                      <a:pt x="119" y="6"/>
                    </a:cubicBezTo>
                    <a:cubicBezTo>
                      <a:pt x="81" y="34"/>
                      <a:pt x="45" y="57"/>
                      <a:pt x="4" y="79"/>
                    </a:cubicBezTo>
                    <a:cubicBezTo>
                      <a:pt x="2" y="75"/>
                      <a:pt x="2" y="73"/>
                      <a:pt x="0" y="69"/>
                    </a:cubicBezTo>
                    <a:cubicBezTo>
                      <a:pt x="41" y="49"/>
                      <a:pt x="78" y="28"/>
                      <a:pt x="117" y="0"/>
                    </a:cubicBezTo>
                  </a:path>
                </a:pathLst>
              </a:custGeom>
              <a:solidFill>
                <a:srgbClr val="ED2F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1" name="Freeform 70">
                <a:extLst>
                  <a:ext uri="{FF2B5EF4-FFF2-40B4-BE49-F238E27FC236}">
                    <a16:creationId xmlns:a16="http://schemas.microsoft.com/office/drawing/2014/main" id="{9F474B3E-E6CD-43EC-92FE-8961D549DF83}"/>
                  </a:ext>
                </a:extLst>
              </p:cNvPr>
              <p:cNvSpPr>
                <a:spLocks/>
              </p:cNvSpPr>
              <p:nvPr/>
            </p:nvSpPr>
            <p:spPr bwMode="auto">
              <a:xfrm>
                <a:off x="4019550" y="1695450"/>
                <a:ext cx="71438" cy="38100"/>
              </a:xfrm>
              <a:custGeom>
                <a:avLst/>
                <a:gdLst>
                  <a:gd name="T0" fmla="*/ 19 w 19"/>
                  <a:gd name="T1" fmla="*/ 10 h 10"/>
                  <a:gd name="T2" fmla="*/ 0 w 19"/>
                  <a:gd name="T3" fmla="*/ 7 h 10"/>
                  <a:gd name="T4" fmla="*/ 15 w 19"/>
                  <a:gd name="T5" fmla="*/ 0 h 10"/>
                  <a:gd name="T6" fmla="*/ 19 w 19"/>
                  <a:gd name="T7" fmla="*/ 10 h 10"/>
                </a:gdLst>
                <a:ahLst/>
                <a:cxnLst>
                  <a:cxn ang="0">
                    <a:pos x="T0" y="T1"/>
                  </a:cxn>
                  <a:cxn ang="0">
                    <a:pos x="T2" y="T3"/>
                  </a:cxn>
                  <a:cxn ang="0">
                    <a:pos x="T4" y="T5"/>
                  </a:cxn>
                  <a:cxn ang="0">
                    <a:pos x="T6" y="T7"/>
                  </a:cxn>
                </a:cxnLst>
                <a:rect l="0" t="0" r="r" b="b"/>
                <a:pathLst>
                  <a:path w="19" h="10">
                    <a:moveTo>
                      <a:pt x="19" y="10"/>
                    </a:moveTo>
                    <a:cubicBezTo>
                      <a:pt x="12" y="9"/>
                      <a:pt x="8" y="9"/>
                      <a:pt x="0" y="7"/>
                    </a:cubicBezTo>
                    <a:cubicBezTo>
                      <a:pt x="6" y="4"/>
                      <a:pt x="9" y="3"/>
                      <a:pt x="15" y="0"/>
                    </a:cubicBezTo>
                    <a:cubicBezTo>
                      <a:pt x="17" y="4"/>
                      <a:pt x="18" y="6"/>
                      <a:pt x="19" y="10"/>
                    </a:cubicBez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2" name="Freeform 71">
                <a:extLst>
                  <a:ext uri="{FF2B5EF4-FFF2-40B4-BE49-F238E27FC236}">
                    <a16:creationId xmlns:a16="http://schemas.microsoft.com/office/drawing/2014/main" id="{F00535E1-F81B-4D5F-A84A-E9865572AD38}"/>
                  </a:ext>
                </a:extLst>
              </p:cNvPr>
              <p:cNvSpPr>
                <a:spLocks/>
              </p:cNvSpPr>
              <p:nvPr/>
            </p:nvSpPr>
            <p:spPr bwMode="auto">
              <a:xfrm>
                <a:off x="4019550" y="1658938"/>
                <a:ext cx="57150" cy="63500"/>
              </a:xfrm>
              <a:custGeom>
                <a:avLst/>
                <a:gdLst>
                  <a:gd name="T0" fmla="*/ 0 w 15"/>
                  <a:gd name="T1" fmla="*/ 17 h 17"/>
                  <a:gd name="T2" fmla="*/ 11 w 15"/>
                  <a:gd name="T3" fmla="*/ 0 h 17"/>
                  <a:gd name="T4" fmla="*/ 15 w 15"/>
                  <a:gd name="T5" fmla="*/ 10 h 17"/>
                  <a:gd name="T6" fmla="*/ 0 w 15"/>
                  <a:gd name="T7" fmla="*/ 17 h 17"/>
                </a:gdLst>
                <a:ahLst/>
                <a:cxnLst>
                  <a:cxn ang="0">
                    <a:pos x="T0" y="T1"/>
                  </a:cxn>
                  <a:cxn ang="0">
                    <a:pos x="T2" y="T3"/>
                  </a:cxn>
                  <a:cxn ang="0">
                    <a:pos x="T4" y="T5"/>
                  </a:cxn>
                  <a:cxn ang="0">
                    <a:pos x="T6" y="T7"/>
                  </a:cxn>
                </a:cxnLst>
                <a:rect l="0" t="0" r="r" b="b"/>
                <a:pathLst>
                  <a:path w="15" h="17">
                    <a:moveTo>
                      <a:pt x="0" y="17"/>
                    </a:moveTo>
                    <a:cubicBezTo>
                      <a:pt x="4" y="10"/>
                      <a:pt x="6" y="7"/>
                      <a:pt x="11" y="0"/>
                    </a:cubicBezTo>
                    <a:cubicBezTo>
                      <a:pt x="13" y="4"/>
                      <a:pt x="13" y="6"/>
                      <a:pt x="15" y="10"/>
                    </a:cubicBezTo>
                    <a:cubicBezTo>
                      <a:pt x="9" y="13"/>
                      <a:pt x="6" y="14"/>
                      <a:pt x="0" y="17"/>
                    </a:cubicBezTo>
                    <a:close/>
                  </a:path>
                </a:pathLst>
              </a:custGeom>
              <a:solidFill>
                <a:srgbClr val="ED2F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3" name="Freeform 72">
                <a:extLst>
                  <a:ext uri="{FF2B5EF4-FFF2-40B4-BE49-F238E27FC236}">
                    <a16:creationId xmlns:a16="http://schemas.microsoft.com/office/drawing/2014/main" id="{130FEFC1-BCFC-49C5-BBCC-EBCB07224F42}"/>
                  </a:ext>
                </a:extLst>
              </p:cNvPr>
              <p:cNvSpPr>
                <a:spLocks/>
              </p:cNvSpPr>
              <p:nvPr/>
            </p:nvSpPr>
            <p:spPr bwMode="auto">
              <a:xfrm>
                <a:off x="4510088" y="1368425"/>
                <a:ext cx="71438" cy="74613"/>
              </a:xfrm>
              <a:custGeom>
                <a:avLst/>
                <a:gdLst>
                  <a:gd name="T0" fmla="*/ 17 w 19"/>
                  <a:gd name="T1" fmla="*/ 3 h 20"/>
                  <a:gd name="T2" fmla="*/ 16 w 19"/>
                  <a:gd name="T3" fmla="*/ 0 h 20"/>
                  <a:gd name="T4" fmla="*/ 4 w 19"/>
                  <a:gd name="T5" fmla="*/ 10 h 20"/>
                  <a:gd name="T6" fmla="*/ 0 w 19"/>
                  <a:gd name="T7" fmla="*/ 14 h 20"/>
                  <a:gd name="T8" fmla="*/ 1 w 19"/>
                  <a:gd name="T9" fmla="*/ 16 h 20"/>
                  <a:gd name="T10" fmla="*/ 3 w 19"/>
                  <a:gd name="T11" fmla="*/ 18 h 20"/>
                  <a:gd name="T12" fmla="*/ 12 w 19"/>
                  <a:gd name="T13" fmla="*/ 16 h 20"/>
                  <a:gd name="T14" fmla="*/ 17 w 19"/>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0">
                    <a:moveTo>
                      <a:pt x="17" y="3"/>
                    </a:moveTo>
                    <a:cubicBezTo>
                      <a:pt x="17" y="2"/>
                      <a:pt x="16" y="1"/>
                      <a:pt x="16" y="0"/>
                    </a:cubicBezTo>
                    <a:cubicBezTo>
                      <a:pt x="11" y="5"/>
                      <a:pt x="9" y="7"/>
                      <a:pt x="4" y="10"/>
                    </a:cubicBezTo>
                    <a:cubicBezTo>
                      <a:pt x="2" y="12"/>
                      <a:pt x="1" y="12"/>
                      <a:pt x="0" y="14"/>
                    </a:cubicBezTo>
                    <a:cubicBezTo>
                      <a:pt x="0" y="15"/>
                      <a:pt x="0" y="15"/>
                      <a:pt x="1" y="16"/>
                    </a:cubicBezTo>
                    <a:cubicBezTo>
                      <a:pt x="1" y="17"/>
                      <a:pt x="2" y="18"/>
                      <a:pt x="3" y="18"/>
                    </a:cubicBezTo>
                    <a:cubicBezTo>
                      <a:pt x="5" y="20"/>
                      <a:pt x="8" y="19"/>
                      <a:pt x="12" y="16"/>
                    </a:cubicBezTo>
                    <a:cubicBezTo>
                      <a:pt x="16" y="12"/>
                      <a:pt x="19" y="7"/>
                      <a:pt x="17" y="3"/>
                    </a:cubicBezTo>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4" name="Freeform 73">
                <a:extLst>
                  <a:ext uri="{FF2B5EF4-FFF2-40B4-BE49-F238E27FC236}">
                    <a16:creationId xmlns:a16="http://schemas.microsoft.com/office/drawing/2014/main" id="{BAB90A3E-BB1B-4950-9997-833E77AB158F}"/>
                  </a:ext>
                </a:extLst>
              </p:cNvPr>
              <p:cNvSpPr>
                <a:spLocks/>
              </p:cNvSpPr>
              <p:nvPr/>
            </p:nvSpPr>
            <p:spPr bwMode="auto">
              <a:xfrm>
                <a:off x="4502150" y="1344613"/>
                <a:ext cx="68263" cy="76200"/>
              </a:xfrm>
              <a:custGeom>
                <a:avLst/>
                <a:gdLst>
                  <a:gd name="T0" fmla="*/ 17 w 18"/>
                  <a:gd name="T1" fmla="*/ 4 h 20"/>
                  <a:gd name="T2" fmla="*/ 6 w 18"/>
                  <a:gd name="T3" fmla="*/ 4 h 20"/>
                  <a:gd name="T4" fmla="*/ 0 w 18"/>
                  <a:gd name="T5" fmla="*/ 14 h 20"/>
                  <a:gd name="T6" fmla="*/ 1 w 18"/>
                  <a:gd name="T7" fmla="*/ 17 h 20"/>
                  <a:gd name="T8" fmla="*/ 2 w 18"/>
                  <a:gd name="T9" fmla="*/ 20 h 20"/>
                  <a:gd name="T10" fmla="*/ 6 w 18"/>
                  <a:gd name="T11" fmla="*/ 16 h 20"/>
                  <a:gd name="T12" fmla="*/ 18 w 18"/>
                  <a:gd name="T13" fmla="*/ 6 h 20"/>
                  <a:gd name="T14" fmla="*/ 17 w 18"/>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0">
                    <a:moveTo>
                      <a:pt x="17" y="4"/>
                    </a:moveTo>
                    <a:cubicBezTo>
                      <a:pt x="15" y="0"/>
                      <a:pt x="11" y="1"/>
                      <a:pt x="6" y="4"/>
                    </a:cubicBezTo>
                    <a:cubicBezTo>
                      <a:pt x="3" y="7"/>
                      <a:pt x="0" y="11"/>
                      <a:pt x="0" y="14"/>
                    </a:cubicBezTo>
                    <a:cubicBezTo>
                      <a:pt x="0" y="15"/>
                      <a:pt x="0" y="16"/>
                      <a:pt x="1" y="17"/>
                    </a:cubicBezTo>
                    <a:cubicBezTo>
                      <a:pt x="1" y="18"/>
                      <a:pt x="1" y="19"/>
                      <a:pt x="2" y="20"/>
                    </a:cubicBezTo>
                    <a:cubicBezTo>
                      <a:pt x="3" y="18"/>
                      <a:pt x="4" y="18"/>
                      <a:pt x="6" y="16"/>
                    </a:cubicBezTo>
                    <a:cubicBezTo>
                      <a:pt x="11" y="13"/>
                      <a:pt x="13" y="11"/>
                      <a:pt x="18" y="6"/>
                    </a:cubicBezTo>
                    <a:cubicBezTo>
                      <a:pt x="18" y="5"/>
                      <a:pt x="17" y="5"/>
                      <a:pt x="17" y="4"/>
                    </a:cubicBezTo>
                  </a:path>
                </a:pathLst>
              </a:custGeom>
              <a:solidFill>
                <a:srgbClr val="ED2F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5" name="Freeform 74">
                <a:extLst>
                  <a:ext uri="{FF2B5EF4-FFF2-40B4-BE49-F238E27FC236}">
                    <a16:creationId xmlns:a16="http://schemas.microsoft.com/office/drawing/2014/main" id="{7994769E-A4E2-4F34-A450-855AE36088AE}"/>
                  </a:ext>
                </a:extLst>
              </p:cNvPr>
              <p:cNvSpPr>
                <a:spLocks/>
              </p:cNvSpPr>
              <p:nvPr/>
            </p:nvSpPr>
            <p:spPr bwMode="auto">
              <a:xfrm>
                <a:off x="4540250" y="1338263"/>
                <a:ext cx="60325" cy="66675"/>
              </a:xfrm>
              <a:custGeom>
                <a:avLst/>
                <a:gdLst>
                  <a:gd name="T0" fmla="*/ 16 w 16"/>
                  <a:gd name="T1" fmla="*/ 10 h 18"/>
                  <a:gd name="T2" fmla="*/ 15 w 16"/>
                  <a:gd name="T3" fmla="*/ 0 h 18"/>
                  <a:gd name="T4" fmla="*/ 0 w 16"/>
                  <a:gd name="T5" fmla="*/ 4 h 18"/>
                  <a:gd name="T6" fmla="*/ 8 w 16"/>
                  <a:gd name="T7" fmla="*/ 18 h 18"/>
                  <a:gd name="T8" fmla="*/ 16 w 16"/>
                  <a:gd name="T9" fmla="*/ 10 h 18"/>
                </a:gdLst>
                <a:ahLst/>
                <a:cxnLst>
                  <a:cxn ang="0">
                    <a:pos x="T0" y="T1"/>
                  </a:cxn>
                  <a:cxn ang="0">
                    <a:pos x="T2" y="T3"/>
                  </a:cxn>
                  <a:cxn ang="0">
                    <a:pos x="T4" y="T5"/>
                  </a:cxn>
                  <a:cxn ang="0">
                    <a:pos x="T6" y="T7"/>
                  </a:cxn>
                  <a:cxn ang="0">
                    <a:pos x="T8" y="T9"/>
                  </a:cxn>
                </a:cxnLst>
                <a:rect l="0" t="0" r="r" b="b"/>
                <a:pathLst>
                  <a:path w="16" h="18">
                    <a:moveTo>
                      <a:pt x="16" y="10"/>
                    </a:moveTo>
                    <a:cubicBezTo>
                      <a:pt x="16" y="6"/>
                      <a:pt x="16" y="3"/>
                      <a:pt x="15" y="0"/>
                    </a:cubicBezTo>
                    <a:cubicBezTo>
                      <a:pt x="0" y="4"/>
                      <a:pt x="0" y="4"/>
                      <a:pt x="0" y="4"/>
                    </a:cubicBezTo>
                    <a:cubicBezTo>
                      <a:pt x="8" y="18"/>
                      <a:pt x="8" y="18"/>
                      <a:pt x="8" y="18"/>
                    </a:cubicBezTo>
                    <a:cubicBezTo>
                      <a:pt x="16" y="10"/>
                      <a:pt x="16" y="10"/>
                      <a:pt x="16" y="10"/>
                    </a:cubicBezTo>
                  </a:path>
                </a:pathLst>
              </a:custGeom>
              <a:solidFill>
                <a:srgbClr val="E6F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6" name="Freeform 75">
                <a:extLst>
                  <a:ext uri="{FF2B5EF4-FFF2-40B4-BE49-F238E27FC236}">
                    <a16:creationId xmlns:a16="http://schemas.microsoft.com/office/drawing/2014/main" id="{F3F3C89B-36A5-4157-B076-DECDEC05D925}"/>
                  </a:ext>
                </a:extLst>
              </p:cNvPr>
              <p:cNvSpPr>
                <a:spLocks/>
              </p:cNvSpPr>
              <p:nvPr/>
            </p:nvSpPr>
            <p:spPr bwMode="auto">
              <a:xfrm>
                <a:off x="4359275" y="1997075"/>
                <a:ext cx="60325" cy="57150"/>
              </a:xfrm>
              <a:custGeom>
                <a:avLst/>
                <a:gdLst>
                  <a:gd name="T0" fmla="*/ 16 w 16"/>
                  <a:gd name="T1" fmla="*/ 9 h 15"/>
                  <a:gd name="T2" fmla="*/ 13 w 16"/>
                  <a:gd name="T3" fmla="*/ 13 h 15"/>
                  <a:gd name="T4" fmla="*/ 5 w 16"/>
                  <a:gd name="T5" fmla="*/ 15 h 15"/>
                  <a:gd name="T6" fmla="*/ 2 w 16"/>
                  <a:gd name="T7" fmla="*/ 12 h 15"/>
                  <a:gd name="T8" fmla="*/ 0 w 16"/>
                  <a:gd name="T9" fmla="*/ 6 h 15"/>
                  <a:gd name="T10" fmla="*/ 3 w 16"/>
                  <a:gd name="T11" fmla="*/ 2 h 15"/>
                  <a:gd name="T12" fmla="*/ 11 w 16"/>
                  <a:gd name="T13" fmla="*/ 0 h 15"/>
                  <a:gd name="T14" fmla="*/ 15 w 16"/>
                  <a:gd name="T15" fmla="*/ 3 h 15"/>
                  <a:gd name="T16" fmla="*/ 16 w 16"/>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16" y="9"/>
                    </a:moveTo>
                    <a:cubicBezTo>
                      <a:pt x="16" y="11"/>
                      <a:pt x="15" y="13"/>
                      <a:pt x="13" y="13"/>
                    </a:cubicBezTo>
                    <a:cubicBezTo>
                      <a:pt x="5" y="15"/>
                      <a:pt x="5" y="15"/>
                      <a:pt x="5" y="15"/>
                    </a:cubicBezTo>
                    <a:cubicBezTo>
                      <a:pt x="4" y="15"/>
                      <a:pt x="2" y="14"/>
                      <a:pt x="2" y="12"/>
                    </a:cubicBezTo>
                    <a:cubicBezTo>
                      <a:pt x="0" y="6"/>
                      <a:pt x="0" y="6"/>
                      <a:pt x="0" y="6"/>
                    </a:cubicBezTo>
                    <a:cubicBezTo>
                      <a:pt x="0" y="4"/>
                      <a:pt x="1" y="2"/>
                      <a:pt x="3" y="2"/>
                    </a:cubicBezTo>
                    <a:cubicBezTo>
                      <a:pt x="11" y="0"/>
                      <a:pt x="11" y="0"/>
                      <a:pt x="11" y="0"/>
                    </a:cubicBezTo>
                    <a:cubicBezTo>
                      <a:pt x="12" y="0"/>
                      <a:pt x="14" y="1"/>
                      <a:pt x="15" y="3"/>
                    </a:cubicBezTo>
                    <a:lnTo>
                      <a:pt x="16" y="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7" name="Freeform 76">
                <a:extLst>
                  <a:ext uri="{FF2B5EF4-FFF2-40B4-BE49-F238E27FC236}">
                    <a16:creationId xmlns:a16="http://schemas.microsoft.com/office/drawing/2014/main" id="{6968618B-79D8-4C85-91DD-39DD6709B2F0}"/>
                  </a:ext>
                </a:extLst>
              </p:cNvPr>
              <p:cNvSpPr>
                <a:spLocks/>
              </p:cNvSpPr>
              <p:nvPr/>
            </p:nvSpPr>
            <p:spPr bwMode="auto">
              <a:xfrm>
                <a:off x="4524375" y="1401763"/>
                <a:ext cx="93663" cy="395288"/>
              </a:xfrm>
              <a:custGeom>
                <a:avLst/>
                <a:gdLst>
                  <a:gd name="T0" fmla="*/ 25 w 25"/>
                  <a:gd name="T1" fmla="*/ 0 h 105"/>
                  <a:gd name="T2" fmla="*/ 20 w 25"/>
                  <a:gd name="T3" fmla="*/ 1 h 105"/>
                  <a:gd name="T4" fmla="*/ 0 w 25"/>
                  <a:gd name="T5" fmla="*/ 105 h 105"/>
                  <a:gd name="T6" fmla="*/ 25 w 25"/>
                  <a:gd name="T7" fmla="*/ 0 h 105"/>
                </a:gdLst>
                <a:ahLst/>
                <a:cxnLst>
                  <a:cxn ang="0">
                    <a:pos x="T0" y="T1"/>
                  </a:cxn>
                  <a:cxn ang="0">
                    <a:pos x="T2" y="T3"/>
                  </a:cxn>
                  <a:cxn ang="0">
                    <a:pos x="T4" y="T5"/>
                  </a:cxn>
                  <a:cxn ang="0">
                    <a:pos x="T6" y="T7"/>
                  </a:cxn>
                </a:cxnLst>
                <a:rect l="0" t="0" r="r" b="b"/>
                <a:pathLst>
                  <a:path w="25" h="105">
                    <a:moveTo>
                      <a:pt x="25" y="0"/>
                    </a:moveTo>
                    <a:cubicBezTo>
                      <a:pt x="24" y="2"/>
                      <a:pt x="22" y="2"/>
                      <a:pt x="20" y="1"/>
                    </a:cubicBezTo>
                    <a:cubicBezTo>
                      <a:pt x="19" y="29"/>
                      <a:pt x="8" y="72"/>
                      <a:pt x="0" y="105"/>
                    </a:cubicBezTo>
                    <a:cubicBezTo>
                      <a:pt x="16" y="86"/>
                      <a:pt x="24" y="7"/>
                      <a:pt x="25" y="0"/>
                    </a:cubicBezTo>
                    <a:close/>
                  </a:path>
                </a:pathLst>
              </a:custGeom>
              <a:solidFill>
                <a:srgbClr val="2A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8" name="Freeform 77">
                <a:extLst>
                  <a:ext uri="{FF2B5EF4-FFF2-40B4-BE49-F238E27FC236}">
                    <a16:creationId xmlns:a16="http://schemas.microsoft.com/office/drawing/2014/main" id="{1295A571-F8D5-464C-BDE0-4FEABE143709}"/>
                  </a:ext>
                </a:extLst>
              </p:cNvPr>
              <p:cNvSpPr>
                <a:spLocks/>
              </p:cNvSpPr>
              <p:nvPr/>
            </p:nvSpPr>
            <p:spPr bwMode="auto">
              <a:xfrm>
                <a:off x="4060825" y="2046288"/>
                <a:ext cx="166688" cy="57150"/>
              </a:xfrm>
              <a:custGeom>
                <a:avLst/>
                <a:gdLst>
                  <a:gd name="T0" fmla="*/ 0 w 44"/>
                  <a:gd name="T1" fmla="*/ 12 h 15"/>
                  <a:gd name="T2" fmla="*/ 13 w 44"/>
                  <a:gd name="T3" fmla="*/ 14 h 15"/>
                  <a:gd name="T4" fmla="*/ 44 w 44"/>
                  <a:gd name="T5" fmla="*/ 3 h 15"/>
                  <a:gd name="T6" fmla="*/ 25 w 44"/>
                  <a:gd name="T7" fmla="*/ 0 h 15"/>
                  <a:gd name="T8" fmla="*/ 7 w 44"/>
                  <a:gd name="T9" fmla="*/ 3 h 15"/>
                  <a:gd name="T10" fmla="*/ 0 w 44"/>
                  <a:gd name="T11" fmla="*/ 12 h 15"/>
                </a:gdLst>
                <a:ahLst/>
                <a:cxnLst>
                  <a:cxn ang="0">
                    <a:pos x="T0" y="T1"/>
                  </a:cxn>
                  <a:cxn ang="0">
                    <a:pos x="T2" y="T3"/>
                  </a:cxn>
                  <a:cxn ang="0">
                    <a:pos x="T4" y="T5"/>
                  </a:cxn>
                  <a:cxn ang="0">
                    <a:pos x="T6" y="T7"/>
                  </a:cxn>
                  <a:cxn ang="0">
                    <a:pos x="T8" y="T9"/>
                  </a:cxn>
                  <a:cxn ang="0">
                    <a:pos x="T10" y="T11"/>
                  </a:cxn>
                </a:cxnLst>
                <a:rect l="0" t="0" r="r" b="b"/>
                <a:pathLst>
                  <a:path w="44" h="15">
                    <a:moveTo>
                      <a:pt x="0" y="12"/>
                    </a:moveTo>
                    <a:cubicBezTo>
                      <a:pt x="4" y="14"/>
                      <a:pt x="8" y="15"/>
                      <a:pt x="13" y="14"/>
                    </a:cubicBezTo>
                    <a:cubicBezTo>
                      <a:pt x="27" y="12"/>
                      <a:pt x="37" y="10"/>
                      <a:pt x="44" y="3"/>
                    </a:cubicBezTo>
                    <a:cubicBezTo>
                      <a:pt x="37" y="3"/>
                      <a:pt x="31" y="1"/>
                      <a:pt x="25" y="0"/>
                    </a:cubicBezTo>
                    <a:cubicBezTo>
                      <a:pt x="19" y="1"/>
                      <a:pt x="13" y="2"/>
                      <a:pt x="7" y="3"/>
                    </a:cubicBezTo>
                    <a:lnTo>
                      <a:pt x="0" y="12"/>
                    </a:ln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9" name="Freeform 78">
                <a:extLst>
                  <a:ext uri="{FF2B5EF4-FFF2-40B4-BE49-F238E27FC236}">
                    <a16:creationId xmlns:a16="http://schemas.microsoft.com/office/drawing/2014/main" id="{7E0FAA18-D969-4AE9-89AC-9F910A9A5658}"/>
                  </a:ext>
                </a:extLst>
              </p:cNvPr>
              <p:cNvSpPr>
                <a:spLocks/>
              </p:cNvSpPr>
              <p:nvPr/>
            </p:nvSpPr>
            <p:spPr bwMode="auto">
              <a:xfrm>
                <a:off x="4208463" y="1454150"/>
                <a:ext cx="74613" cy="84138"/>
              </a:xfrm>
              <a:custGeom>
                <a:avLst/>
                <a:gdLst>
                  <a:gd name="T0" fmla="*/ 1 w 20"/>
                  <a:gd name="T1" fmla="*/ 22 h 22"/>
                  <a:gd name="T2" fmla="*/ 20 w 20"/>
                  <a:gd name="T3" fmla="*/ 0 h 22"/>
                  <a:gd name="T4" fmla="*/ 0 w 20"/>
                  <a:gd name="T5" fmla="*/ 15 h 22"/>
                  <a:gd name="T6" fmla="*/ 1 w 20"/>
                  <a:gd name="T7" fmla="*/ 22 h 22"/>
                </a:gdLst>
                <a:ahLst/>
                <a:cxnLst>
                  <a:cxn ang="0">
                    <a:pos x="T0" y="T1"/>
                  </a:cxn>
                  <a:cxn ang="0">
                    <a:pos x="T2" y="T3"/>
                  </a:cxn>
                  <a:cxn ang="0">
                    <a:pos x="T4" y="T5"/>
                  </a:cxn>
                  <a:cxn ang="0">
                    <a:pos x="T6" y="T7"/>
                  </a:cxn>
                </a:cxnLst>
                <a:rect l="0" t="0" r="r" b="b"/>
                <a:pathLst>
                  <a:path w="20" h="22">
                    <a:moveTo>
                      <a:pt x="1" y="22"/>
                    </a:moveTo>
                    <a:cubicBezTo>
                      <a:pt x="8" y="17"/>
                      <a:pt x="20" y="0"/>
                      <a:pt x="20" y="0"/>
                    </a:cubicBezTo>
                    <a:cubicBezTo>
                      <a:pt x="0" y="15"/>
                      <a:pt x="0" y="15"/>
                      <a:pt x="0" y="15"/>
                    </a:cubicBezTo>
                    <a:cubicBezTo>
                      <a:pt x="0" y="15"/>
                      <a:pt x="0" y="18"/>
                      <a:pt x="1" y="22"/>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0" name="Freeform 79">
                <a:extLst>
                  <a:ext uri="{FF2B5EF4-FFF2-40B4-BE49-F238E27FC236}">
                    <a16:creationId xmlns:a16="http://schemas.microsoft.com/office/drawing/2014/main" id="{D025DE3E-DD86-46D8-A14B-82A14CE89DC4}"/>
                  </a:ext>
                </a:extLst>
              </p:cNvPr>
              <p:cNvSpPr>
                <a:spLocks/>
              </p:cNvSpPr>
              <p:nvPr/>
            </p:nvSpPr>
            <p:spPr bwMode="auto">
              <a:xfrm>
                <a:off x="3914775" y="2257425"/>
                <a:ext cx="30163" cy="65088"/>
              </a:xfrm>
              <a:custGeom>
                <a:avLst/>
                <a:gdLst>
                  <a:gd name="T0" fmla="*/ 0 w 8"/>
                  <a:gd name="T1" fmla="*/ 3 h 17"/>
                  <a:gd name="T2" fmla="*/ 8 w 8"/>
                  <a:gd name="T3" fmla="*/ 17 h 17"/>
                  <a:gd name="T4" fmla="*/ 8 w 8"/>
                  <a:gd name="T5" fmla="*/ 0 h 17"/>
                  <a:gd name="T6" fmla="*/ 5 w 8"/>
                  <a:gd name="T7" fmla="*/ 4 h 17"/>
                  <a:gd name="T8" fmla="*/ 0 w 8"/>
                  <a:gd name="T9" fmla="*/ 3 h 17"/>
                </a:gdLst>
                <a:ahLst/>
                <a:cxnLst>
                  <a:cxn ang="0">
                    <a:pos x="T0" y="T1"/>
                  </a:cxn>
                  <a:cxn ang="0">
                    <a:pos x="T2" y="T3"/>
                  </a:cxn>
                  <a:cxn ang="0">
                    <a:pos x="T4" y="T5"/>
                  </a:cxn>
                  <a:cxn ang="0">
                    <a:pos x="T6" y="T7"/>
                  </a:cxn>
                  <a:cxn ang="0">
                    <a:pos x="T8" y="T9"/>
                  </a:cxn>
                </a:cxnLst>
                <a:rect l="0" t="0" r="r" b="b"/>
                <a:pathLst>
                  <a:path w="8" h="17">
                    <a:moveTo>
                      <a:pt x="0" y="3"/>
                    </a:moveTo>
                    <a:cubicBezTo>
                      <a:pt x="3" y="6"/>
                      <a:pt x="6" y="11"/>
                      <a:pt x="8" y="17"/>
                    </a:cubicBezTo>
                    <a:cubicBezTo>
                      <a:pt x="8" y="12"/>
                      <a:pt x="8" y="5"/>
                      <a:pt x="8" y="0"/>
                    </a:cubicBezTo>
                    <a:cubicBezTo>
                      <a:pt x="5" y="4"/>
                      <a:pt x="5" y="4"/>
                      <a:pt x="5" y="4"/>
                    </a:cubicBezTo>
                    <a:lnTo>
                      <a:pt x="0" y="3"/>
                    </a:ln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1" name="Freeform 80">
                <a:extLst>
                  <a:ext uri="{FF2B5EF4-FFF2-40B4-BE49-F238E27FC236}">
                    <a16:creationId xmlns:a16="http://schemas.microsoft.com/office/drawing/2014/main" id="{70ADCCD4-3FD7-4FFA-8C56-8C568422C5F0}"/>
                  </a:ext>
                </a:extLst>
              </p:cNvPr>
              <p:cNvSpPr>
                <a:spLocks/>
              </p:cNvSpPr>
              <p:nvPr/>
            </p:nvSpPr>
            <p:spPr bwMode="auto">
              <a:xfrm>
                <a:off x="4795838" y="1631950"/>
                <a:ext cx="26988" cy="74613"/>
              </a:xfrm>
              <a:custGeom>
                <a:avLst/>
                <a:gdLst>
                  <a:gd name="T0" fmla="*/ 7 w 7"/>
                  <a:gd name="T1" fmla="*/ 5 h 20"/>
                  <a:gd name="T2" fmla="*/ 4 w 7"/>
                  <a:gd name="T3" fmla="*/ 5 h 20"/>
                  <a:gd name="T4" fmla="*/ 0 w 7"/>
                  <a:gd name="T5" fmla="*/ 0 h 20"/>
                  <a:gd name="T6" fmla="*/ 0 w 7"/>
                  <a:gd name="T7" fmla="*/ 20 h 20"/>
                  <a:gd name="T8" fmla="*/ 7 w 7"/>
                  <a:gd name="T9" fmla="*/ 5 h 20"/>
                </a:gdLst>
                <a:ahLst/>
                <a:cxnLst>
                  <a:cxn ang="0">
                    <a:pos x="T0" y="T1"/>
                  </a:cxn>
                  <a:cxn ang="0">
                    <a:pos x="T2" y="T3"/>
                  </a:cxn>
                  <a:cxn ang="0">
                    <a:pos x="T4" y="T5"/>
                  </a:cxn>
                  <a:cxn ang="0">
                    <a:pos x="T6" y="T7"/>
                  </a:cxn>
                  <a:cxn ang="0">
                    <a:pos x="T8" y="T9"/>
                  </a:cxn>
                </a:cxnLst>
                <a:rect l="0" t="0" r="r" b="b"/>
                <a:pathLst>
                  <a:path w="7" h="20">
                    <a:moveTo>
                      <a:pt x="7" y="5"/>
                    </a:moveTo>
                    <a:cubicBezTo>
                      <a:pt x="6" y="5"/>
                      <a:pt x="5" y="5"/>
                      <a:pt x="4" y="5"/>
                    </a:cubicBezTo>
                    <a:cubicBezTo>
                      <a:pt x="3" y="5"/>
                      <a:pt x="2" y="3"/>
                      <a:pt x="0" y="0"/>
                    </a:cubicBezTo>
                    <a:cubicBezTo>
                      <a:pt x="1" y="7"/>
                      <a:pt x="1" y="15"/>
                      <a:pt x="0" y="20"/>
                    </a:cubicBezTo>
                    <a:cubicBezTo>
                      <a:pt x="2" y="16"/>
                      <a:pt x="5" y="10"/>
                      <a:pt x="7" y="5"/>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2" name="Freeform 81">
                <a:extLst>
                  <a:ext uri="{FF2B5EF4-FFF2-40B4-BE49-F238E27FC236}">
                    <a16:creationId xmlns:a16="http://schemas.microsoft.com/office/drawing/2014/main" id="{C1722E72-9FA4-434A-8AA1-F9A8CE3EDAA1}"/>
                  </a:ext>
                </a:extLst>
              </p:cNvPr>
              <p:cNvSpPr>
                <a:spLocks/>
              </p:cNvSpPr>
              <p:nvPr/>
            </p:nvSpPr>
            <p:spPr bwMode="auto">
              <a:xfrm>
                <a:off x="3944938" y="1477963"/>
                <a:ext cx="36513" cy="77788"/>
              </a:xfrm>
              <a:custGeom>
                <a:avLst/>
                <a:gdLst>
                  <a:gd name="T0" fmla="*/ 10 w 10"/>
                  <a:gd name="T1" fmla="*/ 17 h 21"/>
                  <a:gd name="T2" fmla="*/ 2 w 10"/>
                  <a:gd name="T3" fmla="*/ 0 h 21"/>
                  <a:gd name="T4" fmla="*/ 4 w 10"/>
                  <a:gd name="T5" fmla="*/ 21 h 21"/>
                  <a:gd name="T6" fmla="*/ 7 w 10"/>
                  <a:gd name="T7" fmla="*/ 16 h 21"/>
                  <a:gd name="T8" fmla="*/ 10 w 10"/>
                  <a:gd name="T9" fmla="*/ 17 h 21"/>
                </a:gdLst>
                <a:ahLst/>
                <a:cxnLst>
                  <a:cxn ang="0">
                    <a:pos x="T0" y="T1"/>
                  </a:cxn>
                  <a:cxn ang="0">
                    <a:pos x="T2" y="T3"/>
                  </a:cxn>
                  <a:cxn ang="0">
                    <a:pos x="T4" y="T5"/>
                  </a:cxn>
                  <a:cxn ang="0">
                    <a:pos x="T6" y="T7"/>
                  </a:cxn>
                  <a:cxn ang="0">
                    <a:pos x="T8" y="T9"/>
                  </a:cxn>
                </a:cxnLst>
                <a:rect l="0" t="0" r="r" b="b"/>
                <a:pathLst>
                  <a:path w="10" h="21">
                    <a:moveTo>
                      <a:pt x="10" y="17"/>
                    </a:moveTo>
                    <a:cubicBezTo>
                      <a:pt x="7" y="12"/>
                      <a:pt x="5" y="6"/>
                      <a:pt x="2" y="0"/>
                    </a:cubicBezTo>
                    <a:cubicBezTo>
                      <a:pt x="0" y="5"/>
                      <a:pt x="2" y="14"/>
                      <a:pt x="4" y="21"/>
                    </a:cubicBezTo>
                    <a:cubicBezTo>
                      <a:pt x="5" y="19"/>
                      <a:pt x="6" y="17"/>
                      <a:pt x="7" y="16"/>
                    </a:cubicBezTo>
                    <a:cubicBezTo>
                      <a:pt x="8" y="16"/>
                      <a:pt x="9" y="17"/>
                      <a:pt x="10" y="17"/>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3" name="Freeform 82">
                <a:extLst>
                  <a:ext uri="{FF2B5EF4-FFF2-40B4-BE49-F238E27FC236}">
                    <a16:creationId xmlns:a16="http://schemas.microsoft.com/office/drawing/2014/main" id="{489B8848-D8EB-4E42-BC82-D0217BE7DCFC}"/>
                  </a:ext>
                </a:extLst>
              </p:cNvPr>
              <p:cNvSpPr>
                <a:spLocks/>
              </p:cNvSpPr>
              <p:nvPr/>
            </p:nvSpPr>
            <p:spPr bwMode="auto">
              <a:xfrm>
                <a:off x="4400550" y="1300163"/>
                <a:ext cx="139700" cy="112713"/>
              </a:xfrm>
              <a:custGeom>
                <a:avLst/>
                <a:gdLst>
                  <a:gd name="T0" fmla="*/ 2 w 37"/>
                  <a:gd name="T1" fmla="*/ 8 h 30"/>
                  <a:gd name="T2" fmla="*/ 32 w 37"/>
                  <a:gd name="T3" fmla="*/ 30 h 30"/>
                  <a:gd name="T4" fmla="*/ 37 w 37"/>
                  <a:gd name="T5" fmla="*/ 14 h 30"/>
                  <a:gd name="T6" fmla="*/ 0 w 37"/>
                  <a:gd name="T7" fmla="*/ 0 h 30"/>
                  <a:gd name="T8" fmla="*/ 2 w 37"/>
                  <a:gd name="T9" fmla="*/ 8 h 30"/>
                </a:gdLst>
                <a:ahLst/>
                <a:cxnLst>
                  <a:cxn ang="0">
                    <a:pos x="T0" y="T1"/>
                  </a:cxn>
                  <a:cxn ang="0">
                    <a:pos x="T2" y="T3"/>
                  </a:cxn>
                  <a:cxn ang="0">
                    <a:pos x="T4" y="T5"/>
                  </a:cxn>
                  <a:cxn ang="0">
                    <a:pos x="T6" y="T7"/>
                  </a:cxn>
                  <a:cxn ang="0">
                    <a:pos x="T8" y="T9"/>
                  </a:cxn>
                </a:cxnLst>
                <a:rect l="0" t="0" r="r" b="b"/>
                <a:pathLst>
                  <a:path w="37" h="30">
                    <a:moveTo>
                      <a:pt x="2" y="8"/>
                    </a:moveTo>
                    <a:cubicBezTo>
                      <a:pt x="32" y="30"/>
                      <a:pt x="32" y="30"/>
                      <a:pt x="32" y="30"/>
                    </a:cubicBezTo>
                    <a:cubicBezTo>
                      <a:pt x="37" y="14"/>
                      <a:pt x="37" y="14"/>
                      <a:pt x="37" y="14"/>
                    </a:cubicBezTo>
                    <a:cubicBezTo>
                      <a:pt x="0" y="0"/>
                      <a:pt x="0" y="0"/>
                      <a:pt x="0" y="0"/>
                    </a:cubicBezTo>
                    <a:cubicBezTo>
                      <a:pt x="0" y="0"/>
                      <a:pt x="1" y="3"/>
                      <a:pt x="2" y="8"/>
                    </a:cubicBezTo>
                  </a:path>
                </a:pathLst>
              </a:custGeom>
              <a:solidFill>
                <a:srgbClr val="E6F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5" name="Freeform 84">
                <a:extLst>
                  <a:ext uri="{FF2B5EF4-FFF2-40B4-BE49-F238E27FC236}">
                    <a16:creationId xmlns:a16="http://schemas.microsoft.com/office/drawing/2014/main" id="{D163B996-ECC6-473E-BD62-E33E1A066D94}"/>
                  </a:ext>
                </a:extLst>
              </p:cNvPr>
              <p:cNvSpPr>
                <a:spLocks/>
              </p:cNvSpPr>
              <p:nvPr/>
            </p:nvSpPr>
            <p:spPr bwMode="auto">
              <a:xfrm>
                <a:off x="4400550" y="1308100"/>
                <a:ext cx="6350" cy="33338"/>
              </a:xfrm>
              <a:custGeom>
                <a:avLst/>
                <a:gdLst>
                  <a:gd name="T0" fmla="*/ 0 w 2"/>
                  <a:gd name="T1" fmla="*/ 0 h 9"/>
                  <a:gd name="T2" fmla="*/ 2 w 2"/>
                  <a:gd name="T3" fmla="*/ 8 h 9"/>
                  <a:gd name="T4" fmla="*/ 2 w 2"/>
                  <a:gd name="T5" fmla="*/ 9 h 9"/>
                  <a:gd name="T6" fmla="*/ 1 w 2"/>
                  <a:gd name="T7" fmla="*/ 1 h 9"/>
                  <a:gd name="T8" fmla="*/ 0 w 2"/>
                  <a:gd name="T9" fmla="*/ 0 h 9"/>
                </a:gdLst>
                <a:ahLst/>
                <a:cxnLst>
                  <a:cxn ang="0">
                    <a:pos x="T0" y="T1"/>
                  </a:cxn>
                  <a:cxn ang="0">
                    <a:pos x="T2" y="T3"/>
                  </a:cxn>
                  <a:cxn ang="0">
                    <a:pos x="T4" y="T5"/>
                  </a:cxn>
                  <a:cxn ang="0">
                    <a:pos x="T6" y="T7"/>
                  </a:cxn>
                  <a:cxn ang="0">
                    <a:pos x="T8" y="T9"/>
                  </a:cxn>
                </a:cxnLst>
                <a:rect l="0" t="0" r="r" b="b"/>
                <a:pathLst>
                  <a:path w="2" h="9">
                    <a:moveTo>
                      <a:pt x="0" y="0"/>
                    </a:moveTo>
                    <a:cubicBezTo>
                      <a:pt x="0" y="0"/>
                      <a:pt x="1" y="3"/>
                      <a:pt x="2" y="8"/>
                    </a:cubicBezTo>
                    <a:cubicBezTo>
                      <a:pt x="2" y="9"/>
                      <a:pt x="2" y="9"/>
                      <a:pt x="2" y="9"/>
                    </a:cubicBezTo>
                    <a:cubicBezTo>
                      <a:pt x="2" y="5"/>
                      <a:pt x="1" y="2"/>
                      <a:pt x="1" y="1"/>
                    </a:cubicBezTo>
                    <a:cubicBezTo>
                      <a:pt x="0" y="0"/>
                      <a:pt x="0" y="0"/>
                      <a:pt x="0" y="0"/>
                    </a:cubicBezTo>
                  </a:path>
                </a:pathLst>
              </a:custGeom>
              <a:solidFill>
                <a:srgbClr val="203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6" name="Freeform 85">
                <a:extLst>
                  <a:ext uri="{FF2B5EF4-FFF2-40B4-BE49-F238E27FC236}">
                    <a16:creationId xmlns:a16="http://schemas.microsoft.com/office/drawing/2014/main" id="{3945EA1B-99BE-4C7F-B970-9D37D3217CF5}"/>
                  </a:ext>
                </a:extLst>
              </p:cNvPr>
              <p:cNvSpPr>
                <a:spLocks/>
              </p:cNvSpPr>
              <p:nvPr/>
            </p:nvSpPr>
            <p:spPr bwMode="auto">
              <a:xfrm>
                <a:off x="4497388" y="1398588"/>
                <a:ext cx="4763" cy="11113"/>
              </a:xfrm>
              <a:custGeom>
                <a:avLst/>
                <a:gdLst>
                  <a:gd name="T0" fmla="*/ 1 w 1"/>
                  <a:gd name="T1" fmla="*/ 0 h 3"/>
                  <a:gd name="T2" fmla="*/ 0 w 1"/>
                  <a:gd name="T3" fmla="*/ 1 h 3"/>
                  <a:gd name="T4" fmla="*/ 1 w 1"/>
                  <a:gd name="T5" fmla="*/ 3 h 3"/>
                  <a:gd name="T6" fmla="*/ 1 w 1"/>
                  <a:gd name="T7" fmla="*/ 1 h 3"/>
                  <a:gd name="T8" fmla="*/ 1 w 1"/>
                  <a:gd name="T9" fmla="*/ 0 h 3"/>
                  <a:gd name="T10" fmla="*/ 1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1" y="0"/>
                    </a:moveTo>
                    <a:cubicBezTo>
                      <a:pt x="1" y="1"/>
                      <a:pt x="0" y="1"/>
                      <a:pt x="0" y="1"/>
                    </a:cubicBezTo>
                    <a:cubicBezTo>
                      <a:pt x="1" y="3"/>
                      <a:pt x="1" y="3"/>
                      <a:pt x="1" y="3"/>
                    </a:cubicBezTo>
                    <a:cubicBezTo>
                      <a:pt x="1" y="2"/>
                      <a:pt x="1" y="2"/>
                      <a:pt x="1" y="1"/>
                    </a:cubicBezTo>
                    <a:cubicBezTo>
                      <a:pt x="1" y="1"/>
                      <a:pt x="1" y="1"/>
                      <a:pt x="1" y="0"/>
                    </a:cubicBezTo>
                    <a:cubicBezTo>
                      <a:pt x="1" y="0"/>
                      <a:pt x="1" y="0"/>
                      <a:pt x="1" y="0"/>
                    </a:cubicBezTo>
                  </a:path>
                </a:pathLst>
              </a:custGeom>
              <a:solidFill>
                <a:srgbClr val="912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7" name="Freeform 86">
                <a:extLst>
                  <a:ext uri="{FF2B5EF4-FFF2-40B4-BE49-F238E27FC236}">
                    <a16:creationId xmlns:a16="http://schemas.microsoft.com/office/drawing/2014/main" id="{24D2DB79-9BB2-49E2-B5B6-15E97F29E5DD}"/>
                  </a:ext>
                </a:extLst>
              </p:cNvPr>
              <p:cNvSpPr>
                <a:spLocks/>
              </p:cNvSpPr>
              <p:nvPr/>
            </p:nvSpPr>
            <p:spPr bwMode="auto">
              <a:xfrm>
                <a:off x="4513263" y="1404938"/>
                <a:ext cx="14288" cy="15875"/>
              </a:xfrm>
              <a:custGeom>
                <a:avLst/>
                <a:gdLst>
                  <a:gd name="T0" fmla="*/ 4 w 4"/>
                  <a:gd name="T1" fmla="*/ 0 h 4"/>
                  <a:gd name="T2" fmla="*/ 3 w 4"/>
                  <a:gd name="T3" fmla="*/ 0 h 4"/>
                  <a:gd name="T4" fmla="*/ 3 w 4"/>
                  <a:gd name="T5" fmla="*/ 1 h 4"/>
                  <a:gd name="T6" fmla="*/ 2 w 4"/>
                  <a:gd name="T7" fmla="*/ 2 h 4"/>
                  <a:gd name="T8" fmla="*/ 2 w 4"/>
                  <a:gd name="T9" fmla="*/ 2 h 4"/>
                  <a:gd name="T10" fmla="*/ 0 w 4"/>
                  <a:gd name="T11" fmla="*/ 3 h 4"/>
                  <a:gd name="T12" fmla="*/ 2 w 4"/>
                  <a:gd name="T13" fmla="*/ 4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3" y="0"/>
                      <a:pt x="3" y="0"/>
                      <a:pt x="3" y="0"/>
                    </a:cubicBezTo>
                    <a:cubicBezTo>
                      <a:pt x="3" y="0"/>
                      <a:pt x="3" y="1"/>
                      <a:pt x="3" y="1"/>
                    </a:cubicBezTo>
                    <a:cubicBezTo>
                      <a:pt x="2" y="2"/>
                      <a:pt x="2" y="2"/>
                      <a:pt x="2" y="2"/>
                    </a:cubicBezTo>
                    <a:cubicBezTo>
                      <a:pt x="2" y="2"/>
                      <a:pt x="2" y="2"/>
                      <a:pt x="2" y="2"/>
                    </a:cubicBezTo>
                    <a:cubicBezTo>
                      <a:pt x="1" y="2"/>
                      <a:pt x="1" y="2"/>
                      <a:pt x="0" y="3"/>
                    </a:cubicBezTo>
                    <a:cubicBezTo>
                      <a:pt x="2" y="4"/>
                      <a:pt x="2" y="4"/>
                      <a:pt x="2" y="4"/>
                    </a:cubicBezTo>
                    <a:cubicBezTo>
                      <a:pt x="4" y="0"/>
                      <a:pt x="4" y="0"/>
                      <a:pt x="4" y="0"/>
                    </a:cubicBezTo>
                  </a:path>
                </a:pathLst>
              </a:custGeom>
              <a:solidFill>
                <a:srgbClr val="9113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8" name="Freeform 87">
                <a:extLst>
                  <a:ext uri="{FF2B5EF4-FFF2-40B4-BE49-F238E27FC236}">
                    <a16:creationId xmlns:a16="http://schemas.microsoft.com/office/drawing/2014/main" id="{F6CFE581-7C2E-4D9A-B473-C7DEF3300292}"/>
                  </a:ext>
                </a:extLst>
              </p:cNvPr>
              <p:cNvSpPr>
                <a:spLocks noEditPoints="1"/>
              </p:cNvSpPr>
              <p:nvPr/>
            </p:nvSpPr>
            <p:spPr bwMode="auto">
              <a:xfrm>
                <a:off x="4502150" y="1360488"/>
                <a:ext cx="38100" cy="57150"/>
              </a:xfrm>
              <a:custGeom>
                <a:avLst/>
                <a:gdLst>
                  <a:gd name="T0" fmla="*/ 0 w 10"/>
                  <a:gd name="T1" fmla="*/ 10 h 15"/>
                  <a:gd name="T2" fmla="*/ 0 w 10"/>
                  <a:gd name="T3" fmla="*/ 11 h 15"/>
                  <a:gd name="T4" fmla="*/ 0 w 10"/>
                  <a:gd name="T5" fmla="*/ 13 h 15"/>
                  <a:gd name="T6" fmla="*/ 3 w 10"/>
                  <a:gd name="T7" fmla="*/ 15 h 15"/>
                  <a:gd name="T8" fmla="*/ 5 w 10"/>
                  <a:gd name="T9" fmla="*/ 14 h 15"/>
                  <a:gd name="T10" fmla="*/ 0 w 10"/>
                  <a:gd name="T11" fmla="*/ 10 h 15"/>
                  <a:gd name="T12" fmla="*/ 9 w 10"/>
                  <a:gd name="T13" fmla="*/ 0 h 15"/>
                  <a:gd name="T14" fmla="*/ 6 w 10"/>
                  <a:gd name="T15" fmla="*/ 13 h 15"/>
                  <a:gd name="T16" fmla="*/ 6 w 10"/>
                  <a:gd name="T17" fmla="*/ 12 h 15"/>
                  <a:gd name="T18" fmla="*/ 7 w 10"/>
                  <a:gd name="T19" fmla="*/ 12 h 15"/>
                  <a:gd name="T20" fmla="*/ 10 w 10"/>
                  <a:gd name="T21" fmla="*/ 0 h 15"/>
                  <a:gd name="T22" fmla="*/ 9 w 10"/>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5">
                    <a:moveTo>
                      <a:pt x="0" y="10"/>
                    </a:moveTo>
                    <a:cubicBezTo>
                      <a:pt x="0" y="11"/>
                      <a:pt x="0" y="11"/>
                      <a:pt x="0" y="11"/>
                    </a:cubicBezTo>
                    <a:cubicBezTo>
                      <a:pt x="0" y="12"/>
                      <a:pt x="0" y="12"/>
                      <a:pt x="0" y="13"/>
                    </a:cubicBezTo>
                    <a:cubicBezTo>
                      <a:pt x="3" y="15"/>
                      <a:pt x="3" y="15"/>
                      <a:pt x="3" y="15"/>
                    </a:cubicBezTo>
                    <a:cubicBezTo>
                      <a:pt x="4" y="14"/>
                      <a:pt x="4" y="14"/>
                      <a:pt x="5" y="14"/>
                    </a:cubicBezTo>
                    <a:cubicBezTo>
                      <a:pt x="0" y="10"/>
                      <a:pt x="0" y="10"/>
                      <a:pt x="0" y="10"/>
                    </a:cubicBezTo>
                    <a:moveTo>
                      <a:pt x="9" y="0"/>
                    </a:moveTo>
                    <a:cubicBezTo>
                      <a:pt x="6" y="13"/>
                      <a:pt x="6" y="13"/>
                      <a:pt x="6" y="13"/>
                    </a:cubicBezTo>
                    <a:cubicBezTo>
                      <a:pt x="6" y="13"/>
                      <a:pt x="6" y="12"/>
                      <a:pt x="6" y="12"/>
                    </a:cubicBezTo>
                    <a:cubicBezTo>
                      <a:pt x="6" y="12"/>
                      <a:pt x="6" y="12"/>
                      <a:pt x="7" y="12"/>
                    </a:cubicBezTo>
                    <a:cubicBezTo>
                      <a:pt x="10" y="0"/>
                      <a:pt x="10" y="0"/>
                      <a:pt x="10" y="0"/>
                    </a:cubicBezTo>
                    <a:cubicBezTo>
                      <a:pt x="9" y="0"/>
                      <a:pt x="9" y="0"/>
                      <a:pt x="9" y="0"/>
                    </a:cubicBezTo>
                  </a:path>
                </a:pathLst>
              </a:custGeom>
              <a:solidFill>
                <a:srgbClr val="912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9" name="Freeform 88">
                <a:extLst>
                  <a:ext uri="{FF2B5EF4-FFF2-40B4-BE49-F238E27FC236}">
                    <a16:creationId xmlns:a16="http://schemas.microsoft.com/office/drawing/2014/main" id="{D73D685A-FA67-4CEC-822B-F59BEC739022}"/>
                  </a:ext>
                </a:extLst>
              </p:cNvPr>
              <p:cNvSpPr>
                <a:spLocks/>
              </p:cNvSpPr>
              <p:nvPr/>
            </p:nvSpPr>
            <p:spPr bwMode="auto">
              <a:xfrm>
                <a:off x="4403725" y="1311275"/>
                <a:ext cx="131763" cy="101600"/>
              </a:xfrm>
              <a:custGeom>
                <a:avLst/>
                <a:gdLst>
                  <a:gd name="T0" fmla="*/ 0 w 35"/>
                  <a:gd name="T1" fmla="*/ 0 h 27"/>
                  <a:gd name="T2" fmla="*/ 1 w 35"/>
                  <a:gd name="T3" fmla="*/ 5 h 27"/>
                  <a:gd name="T4" fmla="*/ 26 w 35"/>
                  <a:gd name="T5" fmla="*/ 23 h 27"/>
                  <a:gd name="T6" fmla="*/ 26 w 35"/>
                  <a:gd name="T7" fmla="*/ 23 h 27"/>
                  <a:gd name="T8" fmla="*/ 31 w 35"/>
                  <a:gd name="T9" fmla="*/ 27 h 27"/>
                  <a:gd name="T10" fmla="*/ 31 w 35"/>
                  <a:gd name="T11" fmla="*/ 27 h 27"/>
                  <a:gd name="T12" fmla="*/ 32 w 35"/>
                  <a:gd name="T13" fmla="*/ 26 h 27"/>
                  <a:gd name="T14" fmla="*/ 35 w 35"/>
                  <a:gd name="T15" fmla="*/ 13 h 27"/>
                  <a:gd name="T16" fmla="*/ 35 w 35"/>
                  <a:gd name="T17" fmla="*/ 13 h 27"/>
                  <a:gd name="T18" fmla="*/ 31 w 35"/>
                  <a:gd name="T19" fmla="*/ 27 h 27"/>
                  <a:gd name="T20" fmla="*/ 1 w 35"/>
                  <a:gd name="T21" fmla="*/ 5 h 27"/>
                  <a:gd name="T22" fmla="*/ 0 w 35"/>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7">
                    <a:moveTo>
                      <a:pt x="0" y="0"/>
                    </a:moveTo>
                    <a:cubicBezTo>
                      <a:pt x="0" y="2"/>
                      <a:pt x="1" y="3"/>
                      <a:pt x="1" y="5"/>
                    </a:cubicBezTo>
                    <a:cubicBezTo>
                      <a:pt x="26" y="23"/>
                      <a:pt x="26" y="23"/>
                      <a:pt x="26" y="23"/>
                    </a:cubicBezTo>
                    <a:cubicBezTo>
                      <a:pt x="26" y="23"/>
                      <a:pt x="26" y="23"/>
                      <a:pt x="26" y="23"/>
                    </a:cubicBezTo>
                    <a:cubicBezTo>
                      <a:pt x="31" y="27"/>
                      <a:pt x="31" y="27"/>
                      <a:pt x="31" y="27"/>
                    </a:cubicBezTo>
                    <a:cubicBezTo>
                      <a:pt x="31" y="27"/>
                      <a:pt x="31" y="27"/>
                      <a:pt x="31" y="27"/>
                    </a:cubicBezTo>
                    <a:cubicBezTo>
                      <a:pt x="32" y="26"/>
                      <a:pt x="32" y="26"/>
                      <a:pt x="32" y="26"/>
                    </a:cubicBezTo>
                    <a:cubicBezTo>
                      <a:pt x="35" y="13"/>
                      <a:pt x="35" y="13"/>
                      <a:pt x="35" y="13"/>
                    </a:cubicBezTo>
                    <a:cubicBezTo>
                      <a:pt x="35" y="13"/>
                      <a:pt x="35" y="13"/>
                      <a:pt x="35" y="13"/>
                    </a:cubicBezTo>
                    <a:cubicBezTo>
                      <a:pt x="31" y="27"/>
                      <a:pt x="31" y="27"/>
                      <a:pt x="31" y="27"/>
                    </a:cubicBezTo>
                    <a:cubicBezTo>
                      <a:pt x="1" y="5"/>
                      <a:pt x="1" y="5"/>
                      <a:pt x="1" y="5"/>
                    </a:cubicBezTo>
                    <a:cubicBezTo>
                      <a:pt x="1" y="3"/>
                      <a:pt x="0" y="2"/>
                      <a:pt x="0" y="0"/>
                    </a:cubicBezTo>
                  </a:path>
                </a:pathLst>
              </a:custGeom>
              <a:solidFill>
                <a:srgbClr val="8DA8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0" name="Freeform 89">
                <a:extLst>
                  <a:ext uri="{FF2B5EF4-FFF2-40B4-BE49-F238E27FC236}">
                    <a16:creationId xmlns:a16="http://schemas.microsoft.com/office/drawing/2014/main" id="{D3FB59B7-6397-4E6D-9EA6-FE2E03AD75E2}"/>
                  </a:ext>
                </a:extLst>
              </p:cNvPr>
              <p:cNvSpPr>
                <a:spLocks/>
              </p:cNvSpPr>
              <p:nvPr/>
            </p:nvSpPr>
            <p:spPr bwMode="auto">
              <a:xfrm>
                <a:off x="4600575" y="1357313"/>
                <a:ext cx="3175" cy="25400"/>
              </a:xfrm>
              <a:custGeom>
                <a:avLst/>
                <a:gdLst>
                  <a:gd name="T0" fmla="*/ 0 w 1"/>
                  <a:gd name="T1" fmla="*/ 0 h 7"/>
                  <a:gd name="T2" fmla="*/ 0 w 1"/>
                  <a:gd name="T3" fmla="*/ 0 h 7"/>
                  <a:gd name="T4" fmla="*/ 0 w 1"/>
                  <a:gd name="T5" fmla="*/ 3 h 7"/>
                  <a:gd name="T6" fmla="*/ 0 w 1"/>
                  <a:gd name="T7" fmla="*/ 7 h 7"/>
                  <a:gd name="T8" fmla="*/ 1 w 1"/>
                  <a:gd name="T9" fmla="*/ 6 h 7"/>
                  <a:gd name="T10" fmla="*/ 1 w 1"/>
                  <a:gd name="T11" fmla="*/ 0 h 7"/>
                  <a:gd name="T12" fmla="*/ 0 w 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 h="7">
                    <a:moveTo>
                      <a:pt x="0" y="0"/>
                    </a:moveTo>
                    <a:cubicBezTo>
                      <a:pt x="0" y="0"/>
                      <a:pt x="0" y="0"/>
                      <a:pt x="0" y="0"/>
                    </a:cubicBezTo>
                    <a:cubicBezTo>
                      <a:pt x="0" y="1"/>
                      <a:pt x="0" y="2"/>
                      <a:pt x="0" y="3"/>
                    </a:cubicBezTo>
                    <a:cubicBezTo>
                      <a:pt x="0" y="4"/>
                      <a:pt x="0" y="5"/>
                      <a:pt x="0" y="7"/>
                    </a:cubicBezTo>
                    <a:cubicBezTo>
                      <a:pt x="1" y="6"/>
                      <a:pt x="1" y="6"/>
                      <a:pt x="1" y="6"/>
                    </a:cubicBezTo>
                    <a:cubicBezTo>
                      <a:pt x="1" y="4"/>
                      <a:pt x="1" y="2"/>
                      <a:pt x="1" y="0"/>
                    </a:cubicBezTo>
                    <a:cubicBezTo>
                      <a:pt x="0" y="0"/>
                      <a:pt x="0" y="0"/>
                      <a:pt x="0" y="0"/>
                    </a:cubicBezTo>
                  </a:path>
                </a:pathLst>
              </a:custGeom>
              <a:solidFill>
                <a:srgbClr val="203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1" name="Freeform 90">
                <a:extLst>
                  <a:ext uri="{FF2B5EF4-FFF2-40B4-BE49-F238E27FC236}">
                    <a16:creationId xmlns:a16="http://schemas.microsoft.com/office/drawing/2014/main" id="{62864157-84B3-4B69-9B66-0F25849F160E}"/>
                  </a:ext>
                </a:extLst>
              </p:cNvPr>
              <p:cNvSpPr>
                <a:spLocks/>
              </p:cNvSpPr>
              <p:nvPr/>
            </p:nvSpPr>
            <p:spPr bwMode="auto">
              <a:xfrm>
                <a:off x="4600575" y="1341438"/>
                <a:ext cx="3175" cy="15875"/>
              </a:xfrm>
              <a:custGeom>
                <a:avLst/>
                <a:gdLst>
                  <a:gd name="T0" fmla="*/ 0 w 1"/>
                  <a:gd name="T1" fmla="*/ 0 h 4"/>
                  <a:gd name="T2" fmla="*/ 0 w 1"/>
                  <a:gd name="T3" fmla="*/ 4 h 4"/>
                  <a:gd name="T4" fmla="*/ 0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2"/>
                      <a:pt x="0" y="3"/>
                      <a:pt x="0" y="4"/>
                    </a:cubicBezTo>
                    <a:cubicBezTo>
                      <a:pt x="0" y="4"/>
                      <a:pt x="0" y="4"/>
                      <a:pt x="0" y="4"/>
                    </a:cubicBezTo>
                    <a:cubicBezTo>
                      <a:pt x="0" y="4"/>
                      <a:pt x="0" y="4"/>
                      <a:pt x="1" y="4"/>
                    </a:cubicBezTo>
                    <a:cubicBezTo>
                      <a:pt x="0" y="3"/>
                      <a:pt x="0" y="2"/>
                      <a:pt x="0" y="0"/>
                    </a:cubicBezTo>
                  </a:path>
                </a:pathLst>
              </a:custGeom>
              <a:solidFill>
                <a:srgbClr val="141E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2" name="Freeform 91">
                <a:extLst>
                  <a:ext uri="{FF2B5EF4-FFF2-40B4-BE49-F238E27FC236}">
                    <a16:creationId xmlns:a16="http://schemas.microsoft.com/office/drawing/2014/main" id="{889F34D6-448A-4A8A-B3F3-663BBBB68F5E}"/>
                  </a:ext>
                </a:extLst>
              </p:cNvPr>
              <p:cNvSpPr>
                <a:spLocks/>
              </p:cNvSpPr>
              <p:nvPr/>
            </p:nvSpPr>
            <p:spPr bwMode="auto">
              <a:xfrm>
                <a:off x="4570413" y="1368425"/>
                <a:ext cx="30163" cy="41275"/>
              </a:xfrm>
              <a:custGeom>
                <a:avLst/>
                <a:gdLst>
                  <a:gd name="T0" fmla="*/ 8 w 8"/>
                  <a:gd name="T1" fmla="*/ 0 h 11"/>
                  <a:gd name="T2" fmla="*/ 8 w 8"/>
                  <a:gd name="T3" fmla="*/ 0 h 11"/>
                  <a:gd name="T4" fmla="*/ 8 w 8"/>
                  <a:gd name="T5" fmla="*/ 2 h 11"/>
                  <a:gd name="T6" fmla="*/ 8 w 8"/>
                  <a:gd name="T7" fmla="*/ 2 h 11"/>
                  <a:gd name="T8" fmla="*/ 8 w 8"/>
                  <a:gd name="T9" fmla="*/ 2 h 11"/>
                  <a:gd name="T10" fmla="*/ 1 w 8"/>
                  <a:gd name="T11" fmla="*/ 8 h 11"/>
                  <a:gd name="T12" fmla="*/ 0 w 8"/>
                  <a:gd name="T13" fmla="*/ 11 h 11"/>
                  <a:gd name="T14" fmla="*/ 0 w 8"/>
                  <a:gd name="T15" fmla="*/ 11 h 11"/>
                  <a:gd name="T16" fmla="*/ 8 w 8"/>
                  <a:gd name="T17" fmla="*/ 4 h 11"/>
                  <a:gd name="T18" fmla="*/ 8 w 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8" y="0"/>
                    </a:moveTo>
                    <a:cubicBezTo>
                      <a:pt x="8" y="0"/>
                      <a:pt x="8" y="0"/>
                      <a:pt x="8" y="0"/>
                    </a:cubicBezTo>
                    <a:cubicBezTo>
                      <a:pt x="8" y="1"/>
                      <a:pt x="8" y="1"/>
                      <a:pt x="8" y="2"/>
                    </a:cubicBezTo>
                    <a:cubicBezTo>
                      <a:pt x="8" y="2"/>
                      <a:pt x="8" y="2"/>
                      <a:pt x="8" y="2"/>
                    </a:cubicBezTo>
                    <a:cubicBezTo>
                      <a:pt x="8" y="2"/>
                      <a:pt x="8" y="2"/>
                      <a:pt x="8" y="2"/>
                    </a:cubicBezTo>
                    <a:cubicBezTo>
                      <a:pt x="1" y="8"/>
                      <a:pt x="1" y="8"/>
                      <a:pt x="1" y="8"/>
                    </a:cubicBezTo>
                    <a:cubicBezTo>
                      <a:pt x="1" y="9"/>
                      <a:pt x="0" y="10"/>
                      <a:pt x="0" y="11"/>
                    </a:cubicBezTo>
                    <a:cubicBezTo>
                      <a:pt x="0" y="11"/>
                      <a:pt x="0" y="11"/>
                      <a:pt x="0" y="11"/>
                    </a:cubicBezTo>
                    <a:cubicBezTo>
                      <a:pt x="8" y="4"/>
                      <a:pt x="8" y="4"/>
                      <a:pt x="8" y="4"/>
                    </a:cubicBezTo>
                    <a:cubicBezTo>
                      <a:pt x="8" y="2"/>
                      <a:pt x="8" y="1"/>
                      <a:pt x="8" y="0"/>
                    </a:cubicBezTo>
                  </a:path>
                </a:pathLst>
              </a:custGeom>
              <a:solidFill>
                <a:srgbClr val="93A2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3" name="Freeform 92">
                <a:extLst>
                  <a:ext uri="{FF2B5EF4-FFF2-40B4-BE49-F238E27FC236}">
                    <a16:creationId xmlns:a16="http://schemas.microsoft.com/office/drawing/2014/main" id="{3146EF03-10ED-4DE3-AE66-09BBF0BE6B83}"/>
                  </a:ext>
                </a:extLst>
              </p:cNvPr>
              <p:cNvSpPr>
                <a:spLocks/>
              </p:cNvSpPr>
              <p:nvPr/>
            </p:nvSpPr>
            <p:spPr bwMode="auto">
              <a:xfrm>
                <a:off x="4554538" y="1382713"/>
                <a:ext cx="19050" cy="26988"/>
              </a:xfrm>
              <a:custGeom>
                <a:avLst/>
                <a:gdLst>
                  <a:gd name="T0" fmla="*/ 0 w 5"/>
                  <a:gd name="T1" fmla="*/ 0 h 7"/>
                  <a:gd name="T2" fmla="*/ 0 w 5"/>
                  <a:gd name="T3" fmla="*/ 0 h 7"/>
                  <a:gd name="T4" fmla="*/ 4 w 5"/>
                  <a:gd name="T5" fmla="*/ 7 h 7"/>
                  <a:gd name="T6" fmla="*/ 5 w 5"/>
                  <a:gd name="T7" fmla="*/ 4 h 7"/>
                  <a:gd name="T8" fmla="*/ 4 w 5"/>
                  <a:gd name="T9" fmla="*/ 6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0" y="0"/>
                      <a:pt x="0" y="0"/>
                      <a:pt x="0" y="0"/>
                    </a:cubicBezTo>
                    <a:cubicBezTo>
                      <a:pt x="4" y="7"/>
                      <a:pt x="4" y="7"/>
                      <a:pt x="4" y="7"/>
                    </a:cubicBezTo>
                    <a:cubicBezTo>
                      <a:pt x="4" y="6"/>
                      <a:pt x="5" y="5"/>
                      <a:pt x="5" y="4"/>
                    </a:cubicBezTo>
                    <a:cubicBezTo>
                      <a:pt x="4" y="6"/>
                      <a:pt x="4" y="6"/>
                      <a:pt x="4" y="6"/>
                    </a:cubicBezTo>
                    <a:cubicBezTo>
                      <a:pt x="0" y="0"/>
                      <a:pt x="0" y="0"/>
                      <a:pt x="0" y="0"/>
                    </a:cubicBezTo>
                  </a:path>
                </a:pathLst>
              </a:custGeom>
              <a:solidFill>
                <a:srgbClr val="9113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4" name="Freeform 93">
                <a:extLst>
                  <a:ext uri="{FF2B5EF4-FFF2-40B4-BE49-F238E27FC236}">
                    <a16:creationId xmlns:a16="http://schemas.microsoft.com/office/drawing/2014/main" id="{62AB7C28-8A6A-4312-984F-210058F7D9AA}"/>
                  </a:ext>
                </a:extLst>
              </p:cNvPr>
              <p:cNvSpPr>
                <a:spLocks/>
              </p:cNvSpPr>
              <p:nvPr/>
            </p:nvSpPr>
            <p:spPr bwMode="auto">
              <a:xfrm>
                <a:off x="4540250" y="1357313"/>
                <a:ext cx="14288" cy="25400"/>
              </a:xfrm>
              <a:custGeom>
                <a:avLst/>
                <a:gdLst>
                  <a:gd name="T0" fmla="*/ 0 w 4"/>
                  <a:gd name="T1" fmla="*/ 0 h 7"/>
                  <a:gd name="T2" fmla="*/ 0 w 4"/>
                  <a:gd name="T3" fmla="*/ 0 h 7"/>
                  <a:gd name="T4" fmla="*/ 4 w 4"/>
                  <a:gd name="T5" fmla="*/ 7 h 7"/>
                  <a:gd name="T6" fmla="*/ 4 w 4"/>
                  <a:gd name="T7" fmla="*/ 7 h 7"/>
                  <a:gd name="T8" fmla="*/ 0 w 4"/>
                  <a:gd name="T9" fmla="*/ 0 h 7"/>
                </a:gdLst>
                <a:ahLst/>
                <a:cxnLst>
                  <a:cxn ang="0">
                    <a:pos x="T0" y="T1"/>
                  </a:cxn>
                  <a:cxn ang="0">
                    <a:pos x="T2" y="T3"/>
                  </a:cxn>
                  <a:cxn ang="0">
                    <a:pos x="T4" y="T5"/>
                  </a:cxn>
                  <a:cxn ang="0">
                    <a:pos x="T6" y="T7"/>
                  </a:cxn>
                  <a:cxn ang="0">
                    <a:pos x="T8" y="T9"/>
                  </a:cxn>
                </a:cxnLst>
                <a:rect l="0" t="0" r="r" b="b"/>
                <a:pathLst>
                  <a:path w="4" h="7">
                    <a:moveTo>
                      <a:pt x="0" y="0"/>
                    </a:moveTo>
                    <a:cubicBezTo>
                      <a:pt x="0" y="0"/>
                      <a:pt x="0" y="0"/>
                      <a:pt x="0" y="0"/>
                    </a:cubicBezTo>
                    <a:cubicBezTo>
                      <a:pt x="4" y="7"/>
                      <a:pt x="4" y="7"/>
                      <a:pt x="4" y="7"/>
                    </a:cubicBezTo>
                    <a:cubicBezTo>
                      <a:pt x="4" y="7"/>
                      <a:pt x="4" y="7"/>
                      <a:pt x="4" y="7"/>
                    </a:cubicBezTo>
                    <a:cubicBezTo>
                      <a:pt x="0" y="0"/>
                      <a:pt x="0" y="0"/>
                      <a:pt x="0" y="0"/>
                    </a:cubicBezTo>
                  </a:path>
                </a:pathLst>
              </a:custGeom>
              <a:solidFill>
                <a:srgbClr val="912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5" name="Freeform 94">
                <a:extLst>
                  <a:ext uri="{FF2B5EF4-FFF2-40B4-BE49-F238E27FC236}">
                    <a16:creationId xmlns:a16="http://schemas.microsoft.com/office/drawing/2014/main" id="{EB85D72F-E432-43A1-90F9-5EA32DE0F489}"/>
                  </a:ext>
                </a:extLst>
              </p:cNvPr>
              <p:cNvSpPr>
                <a:spLocks noEditPoints="1"/>
              </p:cNvSpPr>
              <p:nvPr/>
            </p:nvSpPr>
            <p:spPr bwMode="auto">
              <a:xfrm>
                <a:off x="4570413" y="1368425"/>
                <a:ext cx="30163" cy="36513"/>
              </a:xfrm>
              <a:custGeom>
                <a:avLst/>
                <a:gdLst>
                  <a:gd name="T0" fmla="*/ 8 w 8"/>
                  <a:gd name="T1" fmla="*/ 2 h 10"/>
                  <a:gd name="T2" fmla="*/ 0 w 8"/>
                  <a:gd name="T3" fmla="*/ 10 h 10"/>
                  <a:gd name="T4" fmla="*/ 1 w 8"/>
                  <a:gd name="T5" fmla="*/ 8 h 10"/>
                  <a:gd name="T6" fmla="*/ 8 w 8"/>
                  <a:gd name="T7" fmla="*/ 2 h 10"/>
                  <a:gd name="T8" fmla="*/ 8 w 8"/>
                  <a:gd name="T9" fmla="*/ 2 h 10"/>
                  <a:gd name="T10" fmla="*/ 8 w 8"/>
                  <a:gd name="T11" fmla="*/ 0 h 10"/>
                  <a:gd name="T12" fmla="*/ 8 w 8"/>
                  <a:gd name="T13" fmla="*/ 2 h 10"/>
                  <a:gd name="T14" fmla="*/ 8 w 8"/>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0">
                    <a:moveTo>
                      <a:pt x="8" y="2"/>
                    </a:moveTo>
                    <a:cubicBezTo>
                      <a:pt x="0" y="10"/>
                      <a:pt x="0" y="10"/>
                      <a:pt x="0" y="10"/>
                    </a:cubicBezTo>
                    <a:cubicBezTo>
                      <a:pt x="1" y="8"/>
                      <a:pt x="1" y="8"/>
                      <a:pt x="1" y="8"/>
                    </a:cubicBezTo>
                    <a:cubicBezTo>
                      <a:pt x="8" y="2"/>
                      <a:pt x="8" y="2"/>
                      <a:pt x="8" y="2"/>
                    </a:cubicBezTo>
                    <a:cubicBezTo>
                      <a:pt x="8" y="2"/>
                      <a:pt x="8" y="2"/>
                      <a:pt x="8" y="2"/>
                    </a:cubicBezTo>
                    <a:moveTo>
                      <a:pt x="8" y="0"/>
                    </a:moveTo>
                    <a:cubicBezTo>
                      <a:pt x="8" y="1"/>
                      <a:pt x="8" y="1"/>
                      <a:pt x="8" y="2"/>
                    </a:cubicBezTo>
                    <a:cubicBezTo>
                      <a:pt x="8" y="1"/>
                      <a:pt x="8" y="1"/>
                      <a:pt x="8" y="0"/>
                    </a:cubicBezTo>
                  </a:path>
                </a:pathLst>
              </a:custGeom>
              <a:solidFill>
                <a:srgbClr val="8DA8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6" name="Freeform 95">
                <a:extLst>
                  <a:ext uri="{FF2B5EF4-FFF2-40B4-BE49-F238E27FC236}">
                    <a16:creationId xmlns:a16="http://schemas.microsoft.com/office/drawing/2014/main" id="{2FFBD01D-1D61-437B-AAE5-7F71B0E2B359}"/>
                  </a:ext>
                </a:extLst>
              </p:cNvPr>
              <p:cNvSpPr>
                <a:spLocks/>
              </p:cNvSpPr>
              <p:nvPr/>
            </p:nvSpPr>
            <p:spPr bwMode="auto">
              <a:xfrm>
                <a:off x="4452938" y="1020763"/>
                <a:ext cx="57150" cy="120650"/>
              </a:xfrm>
              <a:custGeom>
                <a:avLst/>
                <a:gdLst>
                  <a:gd name="T0" fmla="*/ 0 w 15"/>
                  <a:gd name="T1" fmla="*/ 12 h 32"/>
                  <a:gd name="T2" fmla="*/ 3 w 15"/>
                  <a:gd name="T3" fmla="*/ 14 h 32"/>
                  <a:gd name="T4" fmla="*/ 6 w 15"/>
                  <a:gd name="T5" fmla="*/ 28 h 32"/>
                  <a:gd name="T6" fmla="*/ 13 w 15"/>
                  <a:gd name="T7" fmla="*/ 28 h 32"/>
                  <a:gd name="T8" fmla="*/ 14 w 15"/>
                  <a:gd name="T9" fmla="*/ 5 h 32"/>
                  <a:gd name="T10" fmla="*/ 15 w 15"/>
                  <a:gd name="T11" fmla="*/ 4 h 32"/>
                  <a:gd name="T12" fmla="*/ 0 w 15"/>
                  <a:gd name="T13" fmla="*/ 12 h 32"/>
                </a:gdLst>
                <a:ahLst/>
                <a:cxnLst>
                  <a:cxn ang="0">
                    <a:pos x="T0" y="T1"/>
                  </a:cxn>
                  <a:cxn ang="0">
                    <a:pos x="T2" y="T3"/>
                  </a:cxn>
                  <a:cxn ang="0">
                    <a:pos x="T4" y="T5"/>
                  </a:cxn>
                  <a:cxn ang="0">
                    <a:pos x="T6" y="T7"/>
                  </a:cxn>
                  <a:cxn ang="0">
                    <a:pos x="T8" y="T9"/>
                  </a:cxn>
                  <a:cxn ang="0">
                    <a:pos x="T10" y="T11"/>
                  </a:cxn>
                  <a:cxn ang="0">
                    <a:pos x="T12" y="T13"/>
                  </a:cxn>
                </a:cxnLst>
                <a:rect l="0" t="0" r="r" b="b"/>
                <a:pathLst>
                  <a:path w="15" h="32">
                    <a:moveTo>
                      <a:pt x="0" y="12"/>
                    </a:moveTo>
                    <a:cubicBezTo>
                      <a:pt x="1" y="12"/>
                      <a:pt x="2" y="13"/>
                      <a:pt x="3" y="14"/>
                    </a:cubicBezTo>
                    <a:cubicBezTo>
                      <a:pt x="6" y="18"/>
                      <a:pt x="4" y="24"/>
                      <a:pt x="6" y="28"/>
                    </a:cubicBezTo>
                    <a:cubicBezTo>
                      <a:pt x="8" y="32"/>
                      <a:pt x="12" y="32"/>
                      <a:pt x="13" y="28"/>
                    </a:cubicBezTo>
                    <a:cubicBezTo>
                      <a:pt x="15" y="21"/>
                      <a:pt x="8" y="12"/>
                      <a:pt x="14" y="5"/>
                    </a:cubicBezTo>
                    <a:cubicBezTo>
                      <a:pt x="15" y="4"/>
                      <a:pt x="15" y="4"/>
                      <a:pt x="15" y="4"/>
                    </a:cubicBezTo>
                    <a:cubicBezTo>
                      <a:pt x="5" y="0"/>
                      <a:pt x="2" y="6"/>
                      <a:pt x="0" y="12"/>
                    </a:cubicBezTo>
                    <a:close/>
                  </a:path>
                </a:pathLst>
              </a:custGeom>
              <a:solidFill>
                <a:srgbClr val="7D4B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7" name="Freeform 96">
                <a:extLst>
                  <a:ext uri="{FF2B5EF4-FFF2-40B4-BE49-F238E27FC236}">
                    <a16:creationId xmlns:a16="http://schemas.microsoft.com/office/drawing/2014/main" id="{69583123-9168-4BDE-9648-0528D5631BB6}"/>
                  </a:ext>
                </a:extLst>
              </p:cNvPr>
              <p:cNvSpPr>
                <a:spLocks/>
              </p:cNvSpPr>
              <p:nvPr/>
            </p:nvSpPr>
            <p:spPr bwMode="auto">
              <a:xfrm>
                <a:off x="4219575" y="1500188"/>
                <a:ext cx="217488" cy="192088"/>
              </a:xfrm>
              <a:custGeom>
                <a:avLst/>
                <a:gdLst>
                  <a:gd name="T0" fmla="*/ 0 w 58"/>
                  <a:gd name="T1" fmla="*/ 51 h 51"/>
                  <a:gd name="T2" fmla="*/ 58 w 58"/>
                  <a:gd name="T3" fmla="*/ 0 h 51"/>
                  <a:gd name="T4" fmla="*/ 58 w 58"/>
                  <a:gd name="T5" fmla="*/ 0 h 51"/>
                  <a:gd name="T6" fmla="*/ 2 w 58"/>
                  <a:gd name="T7" fmla="*/ 40 h 51"/>
                  <a:gd name="T8" fmla="*/ 0 w 58"/>
                  <a:gd name="T9" fmla="*/ 51 h 51"/>
                </a:gdLst>
                <a:ahLst/>
                <a:cxnLst>
                  <a:cxn ang="0">
                    <a:pos x="T0" y="T1"/>
                  </a:cxn>
                  <a:cxn ang="0">
                    <a:pos x="T2" y="T3"/>
                  </a:cxn>
                  <a:cxn ang="0">
                    <a:pos x="T4" y="T5"/>
                  </a:cxn>
                  <a:cxn ang="0">
                    <a:pos x="T6" y="T7"/>
                  </a:cxn>
                  <a:cxn ang="0">
                    <a:pos x="T8" y="T9"/>
                  </a:cxn>
                </a:cxnLst>
                <a:rect l="0" t="0" r="r" b="b"/>
                <a:pathLst>
                  <a:path w="58" h="51">
                    <a:moveTo>
                      <a:pt x="0" y="51"/>
                    </a:moveTo>
                    <a:cubicBezTo>
                      <a:pt x="21" y="33"/>
                      <a:pt x="58" y="0"/>
                      <a:pt x="58" y="0"/>
                    </a:cubicBezTo>
                    <a:cubicBezTo>
                      <a:pt x="58" y="0"/>
                      <a:pt x="58" y="0"/>
                      <a:pt x="58" y="0"/>
                    </a:cubicBezTo>
                    <a:cubicBezTo>
                      <a:pt x="39" y="15"/>
                      <a:pt x="21" y="28"/>
                      <a:pt x="2" y="40"/>
                    </a:cubicBezTo>
                    <a:cubicBezTo>
                      <a:pt x="1" y="44"/>
                      <a:pt x="1" y="48"/>
                      <a:pt x="0" y="51"/>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150" name="Group 149">
            <a:extLst>
              <a:ext uri="{FF2B5EF4-FFF2-40B4-BE49-F238E27FC236}">
                <a16:creationId xmlns:a16="http://schemas.microsoft.com/office/drawing/2014/main" id="{4F2BCC14-1E2C-4331-AE0D-45A6D56D9DF6}"/>
              </a:ext>
            </a:extLst>
          </p:cNvPr>
          <p:cNvGrpSpPr/>
          <p:nvPr/>
        </p:nvGrpSpPr>
        <p:grpSpPr>
          <a:xfrm>
            <a:off x="2138520" y="3929062"/>
            <a:ext cx="2514444" cy="2039939"/>
            <a:chOff x="2138520" y="3929062"/>
            <a:chExt cx="2514444" cy="2039939"/>
          </a:xfrm>
        </p:grpSpPr>
        <p:sp>
          <p:nvSpPr>
            <p:cNvPr id="98" name="Freeform 97">
              <a:extLst>
                <a:ext uri="{FF2B5EF4-FFF2-40B4-BE49-F238E27FC236}">
                  <a16:creationId xmlns:a16="http://schemas.microsoft.com/office/drawing/2014/main" id="{660D170E-E6B7-4500-BB38-36232C6A8669}"/>
                </a:ext>
              </a:extLst>
            </p:cNvPr>
            <p:cNvSpPr>
              <a:spLocks/>
            </p:cNvSpPr>
            <p:nvPr/>
          </p:nvSpPr>
          <p:spPr bwMode="auto">
            <a:xfrm>
              <a:off x="3849688" y="4022725"/>
              <a:ext cx="400050" cy="392113"/>
            </a:xfrm>
            <a:custGeom>
              <a:avLst/>
              <a:gdLst>
                <a:gd name="T0" fmla="*/ 49 w 106"/>
                <a:gd name="T1" fmla="*/ 11 h 104"/>
                <a:gd name="T2" fmla="*/ 3 w 106"/>
                <a:gd name="T3" fmla="*/ 60 h 104"/>
                <a:gd name="T4" fmla="*/ 0 w 106"/>
                <a:gd name="T5" fmla="*/ 104 h 104"/>
                <a:gd name="T6" fmla="*/ 99 w 106"/>
                <a:gd name="T7" fmla="*/ 104 h 104"/>
                <a:gd name="T8" fmla="*/ 49 w 106"/>
                <a:gd name="T9" fmla="*/ 11 h 104"/>
              </a:gdLst>
              <a:ahLst/>
              <a:cxnLst>
                <a:cxn ang="0">
                  <a:pos x="T0" y="T1"/>
                </a:cxn>
                <a:cxn ang="0">
                  <a:pos x="T2" y="T3"/>
                </a:cxn>
                <a:cxn ang="0">
                  <a:pos x="T4" y="T5"/>
                </a:cxn>
                <a:cxn ang="0">
                  <a:pos x="T6" y="T7"/>
                </a:cxn>
                <a:cxn ang="0">
                  <a:pos x="T8" y="T9"/>
                </a:cxn>
              </a:cxnLst>
              <a:rect l="0" t="0" r="r" b="b"/>
              <a:pathLst>
                <a:path w="106" h="104">
                  <a:moveTo>
                    <a:pt x="49" y="11"/>
                  </a:moveTo>
                  <a:cubicBezTo>
                    <a:pt x="16" y="0"/>
                    <a:pt x="5" y="43"/>
                    <a:pt x="3" y="60"/>
                  </a:cubicBezTo>
                  <a:cubicBezTo>
                    <a:pt x="2" y="72"/>
                    <a:pt x="1" y="87"/>
                    <a:pt x="0" y="104"/>
                  </a:cubicBezTo>
                  <a:cubicBezTo>
                    <a:pt x="99" y="104"/>
                    <a:pt x="99" y="104"/>
                    <a:pt x="99" y="104"/>
                  </a:cubicBezTo>
                  <a:cubicBezTo>
                    <a:pt x="99" y="104"/>
                    <a:pt x="106" y="35"/>
                    <a:pt x="49" y="11"/>
                  </a:cubicBezTo>
                  <a:close/>
                </a:path>
              </a:pathLst>
            </a:custGeom>
            <a:gradFill flip="none" rotWithShape="1">
              <a:gsLst>
                <a:gs pos="0">
                  <a:schemeClr val="accent6">
                    <a:lumMod val="75000"/>
                    <a:shade val="30000"/>
                    <a:satMod val="115000"/>
                  </a:schemeClr>
                </a:gs>
                <a:gs pos="50000">
                  <a:schemeClr val="accent6">
                    <a:lumMod val="75000"/>
                    <a:shade val="67500"/>
                    <a:satMod val="115000"/>
                  </a:schemeClr>
                </a:gs>
                <a:gs pos="100000">
                  <a:schemeClr val="accent6">
                    <a:lumMod val="75000"/>
                    <a:shade val="100000"/>
                    <a:satMod val="11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130" name="Group 129">
              <a:extLst>
                <a:ext uri="{FF2B5EF4-FFF2-40B4-BE49-F238E27FC236}">
                  <a16:creationId xmlns:a16="http://schemas.microsoft.com/office/drawing/2014/main" id="{7C04954B-3397-48C4-9511-6EB478AD77DE}"/>
                </a:ext>
              </a:extLst>
            </p:cNvPr>
            <p:cNvGrpSpPr/>
            <p:nvPr/>
          </p:nvGrpSpPr>
          <p:grpSpPr>
            <a:xfrm>
              <a:off x="2138520" y="4411011"/>
              <a:ext cx="2514444" cy="311393"/>
              <a:chOff x="284717" y="2144062"/>
              <a:chExt cx="1968189" cy="311393"/>
            </a:xfrm>
          </p:grpSpPr>
          <p:sp>
            <p:nvSpPr>
              <p:cNvPr id="128" name="Freeform 14">
                <a:extLst>
                  <a:ext uri="{FF2B5EF4-FFF2-40B4-BE49-F238E27FC236}">
                    <a16:creationId xmlns:a16="http://schemas.microsoft.com/office/drawing/2014/main" id="{D507AC69-82E2-441B-9A9E-082236F2C534}"/>
                  </a:ext>
                </a:extLst>
              </p:cNvPr>
              <p:cNvSpPr>
                <a:spLocks/>
              </p:cNvSpPr>
              <p:nvPr/>
            </p:nvSpPr>
            <p:spPr bwMode="auto">
              <a:xfrm rot="16200000">
                <a:off x="1142422" y="1353917"/>
                <a:ext cx="280253" cy="1897667"/>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9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29" name="Rectangle 128">
                <a:extLst>
                  <a:ext uri="{FF2B5EF4-FFF2-40B4-BE49-F238E27FC236}">
                    <a16:creationId xmlns:a16="http://schemas.microsoft.com/office/drawing/2014/main" id="{312546F8-F302-4810-AB3A-26869739258A}"/>
                  </a:ext>
                </a:extLst>
              </p:cNvPr>
              <p:cNvSpPr/>
              <p:nvPr/>
            </p:nvSpPr>
            <p:spPr>
              <a:xfrm rot="16200000">
                <a:off x="1113115" y="1315664"/>
                <a:ext cx="311393" cy="196818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149" name="Right Triangle 34">
              <a:extLst>
                <a:ext uri="{FF2B5EF4-FFF2-40B4-BE49-F238E27FC236}">
                  <a16:creationId xmlns:a16="http://schemas.microsoft.com/office/drawing/2014/main" id="{57FED00C-7F9A-47A0-B4CC-F8976D7586F2}"/>
                </a:ext>
              </a:extLst>
            </p:cNvPr>
            <p:cNvSpPr/>
            <p:nvPr/>
          </p:nvSpPr>
          <p:spPr>
            <a:xfrm rot="16200000" flipV="1">
              <a:off x="2907506" y="4666057"/>
              <a:ext cx="2012950" cy="538959"/>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Lst>
              <a:ahLst/>
              <a:cxnLst>
                <a:cxn ang="0">
                  <a:pos x="connsiteX0" y="connsiteY0"/>
                </a:cxn>
                <a:cxn ang="0">
                  <a:pos x="connsiteX1" y="connsiteY1"/>
                </a:cxn>
                <a:cxn ang="0">
                  <a:pos x="connsiteX2" y="connsiteY2"/>
                </a:cxn>
                <a:cxn ang="0">
                  <a:pos x="connsiteX3" y="connsiteY3"/>
                </a:cxn>
              </a:cxnLst>
              <a:rect l="l" t="t" r="r" b="b"/>
              <a:pathLst>
                <a:path w="3051941" h="265188">
                  <a:moveTo>
                    <a:pt x="1" y="265188"/>
                  </a:moveTo>
                  <a:lnTo>
                    <a:pt x="32141" y="0"/>
                  </a:lnTo>
                  <a:lnTo>
                    <a:pt x="3051941" y="196170"/>
                  </a:lnTo>
                  <a:lnTo>
                    <a:pt x="1" y="265188"/>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131" name="Group 130">
              <a:extLst>
                <a:ext uri="{FF2B5EF4-FFF2-40B4-BE49-F238E27FC236}">
                  <a16:creationId xmlns:a16="http://schemas.microsoft.com/office/drawing/2014/main" id="{DB35D292-3334-416E-829A-51D123B0A31D}"/>
                </a:ext>
              </a:extLst>
            </p:cNvPr>
            <p:cNvGrpSpPr/>
            <p:nvPr/>
          </p:nvGrpSpPr>
          <p:grpSpPr>
            <a:xfrm>
              <a:off x="2554288" y="4022725"/>
              <a:ext cx="1492250" cy="1946276"/>
              <a:chOff x="2554288" y="4022725"/>
              <a:chExt cx="1492250" cy="1946276"/>
            </a:xfrm>
          </p:grpSpPr>
          <p:sp>
            <p:nvSpPr>
              <p:cNvPr id="108" name="Freeform 107">
                <a:extLst>
                  <a:ext uri="{FF2B5EF4-FFF2-40B4-BE49-F238E27FC236}">
                    <a16:creationId xmlns:a16="http://schemas.microsoft.com/office/drawing/2014/main" id="{027B9D11-1F70-4121-9BB9-9146390B2BE5}"/>
                  </a:ext>
                </a:extLst>
              </p:cNvPr>
              <p:cNvSpPr>
                <a:spLocks/>
              </p:cNvSpPr>
              <p:nvPr/>
            </p:nvSpPr>
            <p:spPr bwMode="auto">
              <a:xfrm>
                <a:off x="2568575" y="4033838"/>
                <a:ext cx="1477963" cy="1935163"/>
              </a:xfrm>
              <a:custGeom>
                <a:avLst/>
                <a:gdLst>
                  <a:gd name="T0" fmla="*/ 391 w 392"/>
                  <a:gd name="T1" fmla="*/ 8 h 513"/>
                  <a:gd name="T2" fmla="*/ 388 w 392"/>
                  <a:gd name="T3" fmla="*/ 7 h 513"/>
                  <a:gd name="T4" fmla="*/ 347 w 392"/>
                  <a:gd name="T5" fmla="*/ 1 h 513"/>
                  <a:gd name="T6" fmla="*/ 58 w 392"/>
                  <a:gd name="T7" fmla="*/ 1 h 513"/>
                  <a:gd name="T8" fmla="*/ 41 w 392"/>
                  <a:gd name="T9" fmla="*/ 1 h 513"/>
                  <a:gd name="T10" fmla="*/ 10 w 392"/>
                  <a:gd name="T11" fmla="*/ 58 h 513"/>
                  <a:gd name="T12" fmla="*/ 8 w 392"/>
                  <a:gd name="T13" fmla="*/ 476 h 513"/>
                  <a:gd name="T14" fmla="*/ 46 w 392"/>
                  <a:gd name="T15" fmla="*/ 513 h 513"/>
                  <a:gd name="T16" fmla="*/ 311 w 392"/>
                  <a:gd name="T17" fmla="*/ 513 h 513"/>
                  <a:gd name="T18" fmla="*/ 346 w 392"/>
                  <a:gd name="T19" fmla="*/ 476 h 513"/>
                  <a:gd name="T20" fmla="*/ 344 w 392"/>
                  <a:gd name="T21" fmla="*/ 101 h 513"/>
                  <a:gd name="T22" fmla="*/ 347 w 392"/>
                  <a:gd name="T23" fmla="*/ 58 h 513"/>
                  <a:gd name="T24" fmla="*/ 392 w 392"/>
                  <a:gd name="T25" fmla="*/ 9 h 513"/>
                  <a:gd name="T26" fmla="*/ 391 w 392"/>
                  <a:gd name="T27" fmla="*/ 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2" h="513">
                    <a:moveTo>
                      <a:pt x="391" y="8"/>
                    </a:moveTo>
                    <a:cubicBezTo>
                      <a:pt x="390" y="8"/>
                      <a:pt x="389" y="8"/>
                      <a:pt x="388" y="7"/>
                    </a:cubicBezTo>
                    <a:cubicBezTo>
                      <a:pt x="376" y="3"/>
                      <a:pt x="362" y="1"/>
                      <a:pt x="347" y="1"/>
                    </a:cubicBezTo>
                    <a:cubicBezTo>
                      <a:pt x="58" y="1"/>
                      <a:pt x="58" y="1"/>
                      <a:pt x="58" y="1"/>
                    </a:cubicBezTo>
                    <a:cubicBezTo>
                      <a:pt x="41" y="1"/>
                      <a:pt x="41" y="1"/>
                      <a:pt x="41" y="1"/>
                    </a:cubicBezTo>
                    <a:cubicBezTo>
                      <a:pt x="19" y="9"/>
                      <a:pt x="11" y="45"/>
                      <a:pt x="10" y="58"/>
                    </a:cubicBezTo>
                    <a:cubicBezTo>
                      <a:pt x="0" y="149"/>
                      <a:pt x="6" y="385"/>
                      <a:pt x="8" y="476"/>
                    </a:cubicBezTo>
                    <a:cubicBezTo>
                      <a:pt x="9" y="496"/>
                      <a:pt x="26" y="513"/>
                      <a:pt x="46" y="513"/>
                    </a:cubicBezTo>
                    <a:cubicBezTo>
                      <a:pt x="311" y="513"/>
                      <a:pt x="311" y="513"/>
                      <a:pt x="311" y="513"/>
                    </a:cubicBezTo>
                    <a:cubicBezTo>
                      <a:pt x="331" y="513"/>
                      <a:pt x="347" y="496"/>
                      <a:pt x="346" y="476"/>
                    </a:cubicBezTo>
                    <a:cubicBezTo>
                      <a:pt x="344" y="398"/>
                      <a:pt x="339" y="209"/>
                      <a:pt x="344" y="101"/>
                    </a:cubicBezTo>
                    <a:cubicBezTo>
                      <a:pt x="345" y="85"/>
                      <a:pt x="346" y="70"/>
                      <a:pt x="347" y="58"/>
                    </a:cubicBezTo>
                    <a:cubicBezTo>
                      <a:pt x="349" y="42"/>
                      <a:pt x="360" y="0"/>
                      <a:pt x="392" y="9"/>
                    </a:cubicBezTo>
                    <a:lnTo>
                      <a:pt x="391" y="8"/>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9" name="Freeform 108">
                <a:extLst>
                  <a:ext uri="{FF2B5EF4-FFF2-40B4-BE49-F238E27FC236}">
                    <a16:creationId xmlns:a16="http://schemas.microsoft.com/office/drawing/2014/main" id="{070D18DF-29FE-450F-A9B0-B1B34E792666}"/>
                  </a:ext>
                </a:extLst>
              </p:cNvPr>
              <p:cNvSpPr>
                <a:spLocks/>
              </p:cNvSpPr>
              <p:nvPr/>
            </p:nvSpPr>
            <p:spPr bwMode="auto">
              <a:xfrm>
                <a:off x="2554288" y="4022725"/>
                <a:ext cx="1484313" cy="1938338"/>
              </a:xfrm>
              <a:custGeom>
                <a:avLst/>
                <a:gdLst>
                  <a:gd name="T0" fmla="*/ 57 w 394"/>
                  <a:gd name="T1" fmla="*/ 2 h 514"/>
                  <a:gd name="T2" fmla="*/ 40 w 394"/>
                  <a:gd name="T3" fmla="*/ 2 h 514"/>
                  <a:gd name="T4" fmla="*/ 9 w 394"/>
                  <a:gd name="T5" fmla="*/ 60 h 514"/>
                  <a:gd name="T6" fmla="*/ 8 w 394"/>
                  <a:gd name="T7" fmla="*/ 478 h 514"/>
                  <a:gd name="T8" fmla="*/ 46 w 394"/>
                  <a:gd name="T9" fmla="*/ 514 h 514"/>
                  <a:gd name="T10" fmla="*/ 311 w 394"/>
                  <a:gd name="T11" fmla="*/ 514 h 514"/>
                  <a:gd name="T12" fmla="*/ 346 w 394"/>
                  <a:gd name="T13" fmla="*/ 478 h 514"/>
                  <a:gd name="T14" fmla="*/ 347 w 394"/>
                  <a:gd name="T15" fmla="*/ 60 h 514"/>
                  <a:gd name="T16" fmla="*/ 394 w 394"/>
                  <a:gd name="T17" fmla="*/ 11 h 514"/>
                  <a:gd name="T18" fmla="*/ 347 w 394"/>
                  <a:gd name="T19" fmla="*/ 2 h 514"/>
                  <a:gd name="T20" fmla="*/ 57 w 394"/>
                  <a:gd name="T21" fmla="*/ 2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4" h="514">
                    <a:moveTo>
                      <a:pt x="57" y="2"/>
                    </a:moveTo>
                    <a:cubicBezTo>
                      <a:pt x="40" y="2"/>
                      <a:pt x="40" y="2"/>
                      <a:pt x="40" y="2"/>
                    </a:cubicBezTo>
                    <a:cubicBezTo>
                      <a:pt x="19" y="10"/>
                      <a:pt x="11" y="46"/>
                      <a:pt x="9" y="60"/>
                    </a:cubicBezTo>
                    <a:cubicBezTo>
                      <a:pt x="0" y="150"/>
                      <a:pt x="5" y="387"/>
                      <a:pt x="8" y="478"/>
                    </a:cubicBezTo>
                    <a:cubicBezTo>
                      <a:pt x="9" y="498"/>
                      <a:pt x="26" y="514"/>
                      <a:pt x="46" y="514"/>
                    </a:cubicBezTo>
                    <a:cubicBezTo>
                      <a:pt x="311" y="514"/>
                      <a:pt x="311" y="514"/>
                      <a:pt x="311" y="514"/>
                    </a:cubicBezTo>
                    <a:cubicBezTo>
                      <a:pt x="331" y="514"/>
                      <a:pt x="346" y="498"/>
                      <a:pt x="346" y="478"/>
                    </a:cubicBezTo>
                    <a:cubicBezTo>
                      <a:pt x="343" y="387"/>
                      <a:pt x="337" y="150"/>
                      <a:pt x="347" y="60"/>
                    </a:cubicBezTo>
                    <a:cubicBezTo>
                      <a:pt x="349" y="43"/>
                      <a:pt x="360" y="0"/>
                      <a:pt x="394" y="11"/>
                    </a:cubicBezTo>
                    <a:cubicBezTo>
                      <a:pt x="380" y="6"/>
                      <a:pt x="365" y="2"/>
                      <a:pt x="347" y="2"/>
                    </a:cubicBezTo>
                    <a:lnTo>
                      <a:pt x="57" y="2"/>
                    </a:lnTo>
                    <a:close/>
                  </a:path>
                </a:pathLst>
              </a:custGeom>
              <a:gradFill>
                <a:gsLst>
                  <a:gs pos="40000">
                    <a:schemeClr val="accent6"/>
                  </a:gs>
                  <a:gs pos="12000">
                    <a:schemeClr val="accent6">
                      <a:lumMod val="75000"/>
                    </a:schemeClr>
                  </a:gs>
                  <a:gs pos="0">
                    <a:schemeClr val="accent6">
                      <a:lumMod val="20000"/>
                      <a:lumOff val="80000"/>
                    </a:scheme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63" name="Group 162">
            <a:extLst>
              <a:ext uri="{FF2B5EF4-FFF2-40B4-BE49-F238E27FC236}">
                <a16:creationId xmlns:a16="http://schemas.microsoft.com/office/drawing/2014/main" id="{B7FE3711-97EA-4568-8D90-A7DE261728F8}"/>
              </a:ext>
            </a:extLst>
          </p:cNvPr>
          <p:cNvGrpSpPr/>
          <p:nvPr/>
        </p:nvGrpSpPr>
        <p:grpSpPr>
          <a:xfrm>
            <a:off x="3960892" y="2982912"/>
            <a:ext cx="2514444" cy="2039939"/>
            <a:chOff x="2151142" y="3929062"/>
            <a:chExt cx="2514444" cy="2039939"/>
          </a:xfrm>
        </p:grpSpPr>
        <p:sp>
          <p:nvSpPr>
            <p:cNvPr id="164" name="Freeform 97">
              <a:extLst>
                <a:ext uri="{FF2B5EF4-FFF2-40B4-BE49-F238E27FC236}">
                  <a16:creationId xmlns:a16="http://schemas.microsoft.com/office/drawing/2014/main" id="{FEA410C2-B383-4BE9-833C-F424BA41258E}"/>
                </a:ext>
              </a:extLst>
            </p:cNvPr>
            <p:cNvSpPr>
              <a:spLocks/>
            </p:cNvSpPr>
            <p:nvPr/>
          </p:nvSpPr>
          <p:spPr bwMode="auto">
            <a:xfrm>
              <a:off x="3849688" y="4022725"/>
              <a:ext cx="400050" cy="392113"/>
            </a:xfrm>
            <a:custGeom>
              <a:avLst/>
              <a:gdLst>
                <a:gd name="T0" fmla="*/ 49 w 106"/>
                <a:gd name="T1" fmla="*/ 11 h 104"/>
                <a:gd name="T2" fmla="*/ 3 w 106"/>
                <a:gd name="T3" fmla="*/ 60 h 104"/>
                <a:gd name="T4" fmla="*/ 0 w 106"/>
                <a:gd name="T5" fmla="*/ 104 h 104"/>
                <a:gd name="T6" fmla="*/ 99 w 106"/>
                <a:gd name="T7" fmla="*/ 104 h 104"/>
                <a:gd name="T8" fmla="*/ 49 w 106"/>
                <a:gd name="T9" fmla="*/ 11 h 104"/>
              </a:gdLst>
              <a:ahLst/>
              <a:cxnLst>
                <a:cxn ang="0">
                  <a:pos x="T0" y="T1"/>
                </a:cxn>
                <a:cxn ang="0">
                  <a:pos x="T2" y="T3"/>
                </a:cxn>
                <a:cxn ang="0">
                  <a:pos x="T4" y="T5"/>
                </a:cxn>
                <a:cxn ang="0">
                  <a:pos x="T6" y="T7"/>
                </a:cxn>
                <a:cxn ang="0">
                  <a:pos x="T8" y="T9"/>
                </a:cxn>
              </a:cxnLst>
              <a:rect l="0" t="0" r="r" b="b"/>
              <a:pathLst>
                <a:path w="106" h="104">
                  <a:moveTo>
                    <a:pt x="49" y="11"/>
                  </a:moveTo>
                  <a:cubicBezTo>
                    <a:pt x="16" y="0"/>
                    <a:pt x="5" y="43"/>
                    <a:pt x="3" y="60"/>
                  </a:cubicBezTo>
                  <a:cubicBezTo>
                    <a:pt x="2" y="72"/>
                    <a:pt x="1" y="87"/>
                    <a:pt x="0" y="104"/>
                  </a:cubicBezTo>
                  <a:cubicBezTo>
                    <a:pt x="99" y="104"/>
                    <a:pt x="99" y="104"/>
                    <a:pt x="99" y="104"/>
                  </a:cubicBezTo>
                  <a:cubicBezTo>
                    <a:pt x="99" y="104"/>
                    <a:pt x="106" y="35"/>
                    <a:pt x="49" y="11"/>
                  </a:cubicBezTo>
                  <a:close/>
                </a:path>
              </a:pathLst>
            </a:custGeom>
            <a:gradFill flip="none" rotWithShape="1">
              <a:gsLst>
                <a:gs pos="0">
                  <a:schemeClr val="accent1">
                    <a:lumMod val="50000"/>
                  </a:schemeClr>
                </a:gs>
                <a:gs pos="50000">
                  <a:schemeClr val="accent1">
                    <a:lumMod val="75000"/>
                  </a:schemeClr>
                </a:gs>
                <a:gs pos="100000">
                  <a:schemeClr val="accent1"/>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165" name="Group 164">
              <a:extLst>
                <a:ext uri="{FF2B5EF4-FFF2-40B4-BE49-F238E27FC236}">
                  <a16:creationId xmlns:a16="http://schemas.microsoft.com/office/drawing/2014/main" id="{6F3F1300-D073-4179-B439-DEB1E2E943B8}"/>
                </a:ext>
              </a:extLst>
            </p:cNvPr>
            <p:cNvGrpSpPr/>
            <p:nvPr/>
          </p:nvGrpSpPr>
          <p:grpSpPr>
            <a:xfrm>
              <a:off x="2151142" y="4421120"/>
              <a:ext cx="2514444" cy="311393"/>
              <a:chOff x="294597" y="2154171"/>
              <a:chExt cx="1968189" cy="311393"/>
            </a:xfrm>
          </p:grpSpPr>
          <p:sp>
            <p:nvSpPr>
              <p:cNvPr id="170" name="Freeform 14">
                <a:extLst>
                  <a:ext uri="{FF2B5EF4-FFF2-40B4-BE49-F238E27FC236}">
                    <a16:creationId xmlns:a16="http://schemas.microsoft.com/office/drawing/2014/main" id="{E49CF8A5-8D95-4C06-916C-BFC03A7BF8D9}"/>
                  </a:ext>
                </a:extLst>
              </p:cNvPr>
              <p:cNvSpPr>
                <a:spLocks/>
              </p:cNvSpPr>
              <p:nvPr/>
            </p:nvSpPr>
            <p:spPr bwMode="auto">
              <a:xfrm rot="16200000">
                <a:off x="1142422" y="1353917"/>
                <a:ext cx="280253" cy="1897667"/>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9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71" name="Rectangle 170">
                <a:extLst>
                  <a:ext uri="{FF2B5EF4-FFF2-40B4-BE49-F238E27FC236}">
                    <a16:creationId xmlns:a16="http://schemas.microsoft.com/office/drawing/2014/main" id="{E3E24A4B-EAD6-4160-8D35-9C6F6E4A8F8C}"/>
                  </a:ext>
                </a:extLst>
              </p:cNvPr>
              <p:cNvSpPr/>
              <p:nvPr/>
            </p:nvSpPr>
            <p:spPr>
              <a:xfrm rot="16200000">
                <a:off x="1122995" y="1325773"/>
                <a:ext cx="311393" cy="196818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166" name="Right Triangle 34">
              <a:extLst>
                <a:ext uri="{FF2B5EF4-FFF2-40B4-BE49-F238E27FC236}">
                  <a16:creationId xmlns:a16="http://schemas.microsoft.com/office/drawing/2014/main" id="{D5692F2B-B751-44ED-B202-37B333CCCCAA}"/>
                </a:ext>
              </a:extLst>
            </p:cNvPr>
            <p:cNvSpPr/>
            <p:nvPr/>
          </p:nvSpPr>
          <p:spPr>
            <a:xfrm rot="16200000" flipV="1">
              <a:off x="2907506" y="4666057"/>
              <a:ext cx="2012950" cy="538959"/>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Lst>
              <a:ahLst/>
              <a:cxnLst>
                <a:cxn ang="0">
                  <a:pos x="connsiteX0" y="connsiteY0"/>
                </a:cxn>
                <a:cxn ang="0">
                  <a:pos x="connsiteX1" y="connsiteY1"/>
                </a:cxn>
                <a:cxn ang="0">
                  <a:pos x="connsiteX2" y="connsiteY2"/>
                </a:cxn>
                <a:cxn ang="0">
                  <a:pos x="connsiteX3" y="connsiteY3"/>
                </a:cxn>
              </a:cxnLst>
              <a:rect l="l" t="t" r="r" b="b"/>
              <a:pathLst>
                <a:path w="3051941" h="265188">
                  <a:moveTo>
                    <a:pt x="1" y="265188"/>
                  </a:moveTo>
                  <a:lnTo>
                    <a:pt x="32141" y="0"/>
                  </a:lnTo>
                  <a:lnTo>
                    <a:pt x="3051941" y="196170"/>
                  </a:lnTo>
                  <a:lnTo>
                    <a:pt x="1" y="265188"/>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167" name="Group 166">
              <a:extLst>
                <a:ext uri="{FF2B5EF4-FFF2-40B4-BE49-F238E27FC236}">
                  <a16:creationId xmlns:a16="http://schemas.microsoft.com/office/drawing/2014/main" id="{79849CD7-0CB4-4E7A-AE61-B1A0C0410A42}"/>
                </a:ext>
              </a:extLst>
            </p:cNvPr>
            <p:cNvGrpSpPr/>
            <p:nvPr/>
          </p:nvGrpSpPr>
          <p:grpSpPr>
            <a:xfrm>
              <a:off x="2554288" y="4022725"/>
              <a:ext cx="1492250" cy="1946276"/>
              <a:chOff x="2554288" y="4022725"/>
              <a:chExt cx="1492250" cy="1946276"/>
            </a:xfrm>
          </p:grpSpPr>
          <p:sp>
            <p:nvSpPr>
              <p:cNvPr id="168" name="Freeform 107">
                <a:extLst>
                  <a:ext uri="{FF2B5EF4-FFF2-40B4-BE49-F238E27FC236}">
                    <a16:creationId xmlns:a16="http://schemas.microsoft.com/office/drawing/2014/main" id="{CF366F98-3944-4AA0-A6DA-CBAE623BC4C7}"/>
                  </a:ext>
                </a:extLst>
              </p:cNvPr>
              <p:cNvSpPr>
                <a:spLocks/>
              </p:cNvSpPr>
              <p:nvPr/>
            </p:nvSpPr>
            <p:spPr bwMode="auto">
              <a:xfrm>
                <a:off x="2568575" y="4033838"/>
                <a:ext cx="1477963" cy="1935163"/>
              </a:xfrm>
              <a:custGeom>
                <a:avLst/>
                <a:gdLst>
                  <a:gd name="T0" fmla="*/ 391 w 392"/>
                  <a:gd name="T1" fmla="*/ 8 h 513"/>
                  <a:gd name="T2" fmla="*/ 388 w 392"/>
                  <a:gd name="T3" fmla="*/ 7 h 513"/>
                  <a:gd name="T4" fmla="*/ 347 w 392"/>
                  <a:gd name="T5" fmla="*/ 1 h 513"/>
                  <a:gd name="T6" fmla="*/ 58 w 392"/>
                  <a:gd name="T7" fmla="*/ 1 h 513"/>
                  <a:gd name="T8" fmla="*/ 41 w 392"/>
                  <a:gd name="T9" fmla="*/ 1 h 513"/>
                  <a:gd name="T10" fmla="*/ 10 w 392"/>
                  <a:gd name="T11" fmla="*/ 58 h 513"/>
                  <a:gd name="T12" fmla="*/ 8 w 392"/>
                  <a:gd name="T13" fmla="*/ 476 h 513"/>
                  <a:gd name="T14" fmla="*/ 46 w 392"/>
                  <a:gd name="T15" fmla="*/ 513 h 513"/>
                  <a:gd name="T16" fmla="*/ 311 w 392"/>
                  <a:gd name="T17" fmla="*/ 513 h 513"/>
                  <a:gd name="T18" fmla="*/ 346 w 392"/>
                  <a:gd name="T19" fmla="*/ 476 h 513"/>
                  <a:gd name="T20" fmla="*/ 344 w 392"/>
                  <a:gd name="T21" fmla="*/ 101 h 513"/>
                  <a:gd name="T22" fmla="*/ 347 w 392"/>
                  <a:gd name="T23" fmla="*/ 58 h 513"/>
                  <a:gd name="T24" fmla="*/ 392 w 392"/>
                  <a:gd name="T25" fmla="*/ 9 h 513"/>
                  <a:gd name="T26" fmla="*/ 391 w 392"/>
                  <a:gd name="T27" fmla="*/ 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2" h="513">
                    <a:moveTo>
                      <a:pt x="391" y="8"/>
                    </a:moveTo>
                    <a:cubicBezTo>
                      <a:pt x="390" y="8"/>
                      <a:pt x="389" y="8"/>
                      <a:pt x="388" y="7"/>
                    </a:cubicBezTo>
                    <a:cubicBezTo>
                      <a:pt x="376" y="3"/>
                      <a:pt x="362" y="1"/>
                      <a:pt x="347" y="1"/>
                    </a:cubicBezTo>
                    <a:cubicBezTo>
                      <a:pt x="58" y="1"/>
                      <a:pt x="58" y="1"/>
                      <a:pt x="58" y="1"/>
                    </a:cubicBezTo>
                    <a:cubicBezTo>
                      <a:pt x="41" y="1"/>
                      <a:pt x="41" y="1"/>
                      <a:pt x="41" y="1"/>
                    </a:cubicBezTo>
                    <a:cubicBezTo>
                      <a:pt x="19" y="9"/>
                      <a:pt x="11" y="45"/>
                      <a:pt x="10" y="58"/>
                    </a:cubicBezTo>
                    <a:cubicBezTo>
                      <a:pt x="0" y="149"/>
                      <a:pt x="6" y="385"/>
                      <a:pt x="8" y="476"/>
                    </a:cubicBezTo>
                    <a:cubicBezTo>
                      <a:pt x="9" y="496"/>
                      <a:pt x="26" y="513"/>
                      <a:pt x="46" y="513"/>
                    </a:cubicBezTo>
                    <a:cubicBezTo>
                      <a:pt x="311" y="513"/>
                      <a:pt x="311" y="513"/>
                      <a:pt x="311" y="513"/>
                    </a:cubicBezTo>
                    <a:cubicBezTo>
                      <a:pt x="331" y="513"/>
                      <a:pt x="347" y="496"/>
                      <a:pt x="346" y="476"/>
                    </a:cubicBezTo>
                    <a:cubicBezTo>
                      <a:pt x="344" y="398"/>
                      <a:pt x="339" y="209"/>
                      <a:pt x="344" y="101"/>
                    </a:cubicBezTo>
                    <a:cubicBezTo>
                      <a:pt x="345" y="85"/>
                      <a:pt x="346" y="70"/>
                      <a:pt x="347" y="58"/>
                    </a:cubicBezTo>
                    <a:cubicBezTo>
                      <a:pt x="349" y="42"/>
                      <a:pt x="360" y="0"/>
                      <a:pt x="392" y="9"/>
                    </a:cubicBezTo>
                    <a:lnTo>
                      <a:pt x="391" y="8"/>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9" name="Freeform 108">
                <a:extLst>
                  <a:ext uri="{FF2B5EF4-FFF2-40B4-BE49-F238E27FC236}">
                    <a16:creationId xmlns:a16="http://schemas.microsoft.com/office/drawing/2014/main" id="{86B6290D-5C8E-4EEA-8EB7-BD5724E7F020}"/>
                  </a:ext>
                </a:extLst>
              </p:cNvPr>
              <p:cNvSpPr>
                <a:spLocks/>
              </p:cNvSpPr>
              <p:nvPr/>
            </p:nvSpPr>
            <p:spPr bwMode="auto">
              <a:xfrm>
                <a:off x="2554288" y="4022725"/>
                <a:ext cx="1484313" cy="1938338"/>
              </a:xfrm>
              <a:custGeom>
                <a:avLst/>
                <a:gdLst>
                  <a:gd name="T0" fmla="*/ 57 w 394"/>
                  <a:gd name="T1" fmla="*/ 2 h 514"/>
                  <a:gd name="T2" fmla="*/ 40 w 394"/>
                  <a:gd name="T3" fmla="*/ 2 h 514"/>
                  <a:gd name="T4" fmla="*/ 9 w 394"/>
                  <a:gd name="T5" fmla="*/ 60 h 514"/>
                  <a:gd name="T6" fmla="*/ 8 w 394"/>
                  <a:gd name="T7" fmla="*/ 478 h 514"/>
                  <a:gd name="T8" fmla="*/ 46 w 394"/>
                  <a:gd name="T9" fmla="*/ 514 h 514"/>
                  <a:gd name="T10" fmla="*/ 311 w 394"/>
                  <a:gd name="T11" fmla="*/ 514 h 514"/>
                  <a:gd name="T12" fmla="*/ 346 w 394"/>
                  <a:gd name="T13" fmla="*/ 478 h 514"/>
                  <a:gd name="T14" fmla="*/ 347 w 394"/>
                  <a:gd name="T15" fmla="*/ 60 h 514"/>
                  <a:gd name="T16" fmla="*/ 394 w 394"/>
                  <a:gd name="T17" fmla="*/ 11 h 514"/>
                  <a:gd name="T18" fmla="*/ 347 w 394"/>
                  <a:gd name="T19" fmla="*/ 2 h 514"/>
                  <a:gd name="T20" fmla="*/ 57 w 394"/>
                  <a:gd name="T21" fmla="*/ 2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4" h="514">
                    <a:moveTo>
                      <a:pt x="57" y="2"/>
                    </a:moveTo>
                    <a:cubicBezTo>
                      <a:pt x="40" y="2"/>
                      <a:pt x="40" y="2"/>
                      <a:pt x="40" y="2"/>
                    </a:cubicBezTo>
                    <a:cubicBezTo>
                      <a:pt x="19" y="10"/>
                      <a:pt x="11" y="46"/>
                      <a:pt x="9" y="60"/>
                    </a:cubicBezTo>
                    <a:cubicBezTo>
                      <a:pt x="0" y="150"/>
                      <a:pt x="5" y="387"/>
                      <a:pt x="8" y="478"/>
                    </a:cubicBezTo>
                    <a:cubicBezTo>
                      <a:pt x="9" y="498"/>
                      <a:pt x="26" y="514"/>
                      <a:pt x="46" y="514"/>
                    </a:cubicBezTo>
                    <a:cubicBezTo>
                      <a:pt x="311" y="514"/>
                      <a:pt x="311" y="514"/>
                      <a:pt x="311" y="514"/>
                    </a:cubicBezTo>
                    <a:cubicBezTo>
                      <a:pt x="331" y="514"/>
                      <a:pt x="346" y="498"/>
                      <a:pt x="346" y="478"/>
                    </a:cubicBezTo>
                    <a:cubicBezTo>
                      <a:pt x="343" y="387"/>
                      <a:pt x="337" y="150"/>
                      <a:pt x="347" y="60"/>
                    </a:cubicBezTo>
                    <a:cubicBezTo>
                      <a:pt x="349" y="43"/>
                      <a:pt x="360" y="0"/>
                      <a:pt x="394" y="11"/>
                    </a:cubicBezTo>
                    <a:cubicBezTo>
                      <a:pt x="380" y="6"/>
                      <a:pt x="365" y="2"/>
                      <a:pt x="347" y="2"/>
                    </a:cubicBezTo>
                    <a:lnTo>
                      <a:pt x="57" y="2"/>
                    </a:lnTo>
                    <a:close/>
                  </a:path>
                </a:pathLst>
              </a:custGeom>
              <a:gradFill>
                <a:gsLst>
                  <a:gs pos="40000">
                    <a:schemeClr val="accent1"/>
                  </a:gs>
                  <a:gs pos="12000">
                    <a:schemeClr val="accent1">
                      <a:lumMod val="75000"/>
                    </a:schemeClr>
                  </a:gs>
                  <a:gs pos="0">
                    <a:schemeClr val="accent1">
                      <a:lumMod val="40000"/>
                      <a:lumOff val="60000"/>
                    </a:scheme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72" name="Group 171">
            <a:extLst>
              <a:ext uri="{FF2B5EF4-FFF2-40B4-BE49-F238E27FC236}">
                <a16:creationId xmlns:a16="http://schemas.microsoft.com/office/drawing/2014/main" id="{A072868C-EE32-4FA9-B00A-231CF05528A2}"/>
              </a:ext>
            </a:extLst>
          </p:cNvPr>
          <p:cNvGrpSpPr/>
          <p:nvPr/>
        </p:nvGrpSpPr>
        <p:grpSpPr>
          <a:xfrm>
            <a:off x="5751881" y="2055812"/>
            <a:ext cx="2514444" cy="2039939"/>
            <a:chOff x="2145081" y="3929062"/>
            <a:chExt cx="2514444" cy="2039939"/>
          </a:xfrm>
        </p:grpSpPr>
        <p:sp>
          <p:nvSpPr>
            <p:cNvPr id="173" name="Freeform 97">
              <a:extLst>
                <a:ext uri="{FF2B5EF4-FFF2-40B4-BE49-F238E27FC236}">
                  <a16:creationId xmlns:a16="http://schemas.microsoft.com/office/drawing/2014/main" id="{B87F02C6-E77B-48D7-9C34-C972BDAEA482}"/>
                </a:ext>
              </a:extLst>
            </p:cNvPr>
            <p:cNvSpPr>
              <a:spLocks/>
            </p:cNvSpPr>
            <p:nvPr/>
          </p:nvSpPr>
          <p:spPr bwMode="auto">
            <a:xfrm>
              <a:off x="3849688" y="4022725"/>
              <a:ext cx="400050" cy="392113"/>
            </a:xfrm>
            <a:custGeom>
              <a:avLst/>
              <a:gdLst>
                <a:gd name="T0" fmla="*/ 49 w 106"/>
                <a:gd name="T1" fmla="*/ 11 h 104"/>
                <a:gd name="T2" fmla="*/ 3 w 106"/>
                <a:gd name="T3" fmla="*/ 60 h 104"/>
                <a:gd name="T4" fmla="*/ 0 w 106"/>
                <a:gd name="T5" fmla="*/ 104 h 104"/>
                <a:gd name="T6" fmla="*/ 99 w 106"/>
                <a:gd name="T7" fmla="*/ 104 h 104"/>
                <a:gd name="T8" fmla="*/ 49 w 106"/>
                <a:gd name="T9" fmla="*/ 11 h 104"/>
              </a:gdLst>
              <a:ahLst/>
              <a:cxnLst>
                <a:cxn ang="0">
                  <a:pos x="T0" y="T1"/>
                </a:cxn>
                <a:cxn ang="0">
                  <a:pos x="T2" y="T3"/>
                </a:cxn>
                <a:cxn ang="0">
                  <a:pos x="T4" y="T5"/>
                </a:cxn>
                <a:cxn ang="0">
                  <a:pos x="T6" y="T7"/>
                </a:cxn>
                <a:cxn ang="0">
                  <a:pos x="T8" y="T9"/>
                </a:cxn>
              </a:cxnLst>
              <a:rect l="0" t="0" r="r" b="b"/>
              <a:pathLst>
                <a:path w="106" h="104">
                  <a:moveTo>
                    <a:pt x="49" y="11"/>
                  </a:moveTo>
                  <a:cubicBezTo>
                    <a:pt x="16" y="0"/>
                    <a:pt x="5" y="43"/>
                    <a:pt x="3" y="60"/>
                  </a:cubicBezTo>
                  <a:cubicBezTo>
                    <a:pt x="2" y="72"/>
                    <a:pt x="1" y="87"/>
                    <a:pt x="0" y="104"/>
                  </a:cubicBezTo>
                  <a:cubicBezTo>
                    <a:pt x="99" y="104"/>
                    <a:pt x="99" y="104"/>
                    <a:pt x="99" y="104"/>
                  </a:cubicBezTo>
                  <a:cubicBezTo>
                    <a:pt x="99" y="104"/>
                    <a:pt x="106" y="35"/>
                    <a:pt x="49" y="11"/>
                  </a:cubicBezTo>
                  <a:close/>
                </a:path>
              </a:pathLst>
            </a:cu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174" name="Group 173">
              <a:extLst>
                <a:ext uri="{FF2B5EF4-FFF2-40B4-BE49-F238E27FC236}">
                  <a16:creationId xmlns:a16="http://schemas.microsoft.com/office/drawing/2014/main" id="{E792DD53-C27B-4977-A712-80189798F0AD}"/>
                </a:ext>
              </a:extLst>
            </p:cNvPr>
            <p:cNvGrpSpPr/>
            <p:nvPr/>
          </p:nvGrpSpPr>
          <p:grpSpPr>
            <a:xfrm>
              <a:off x="2145081" y="4414796"/>
              <a:ext cx="2514444" cy="311393"/>
              <a:chOff x="289853" y="2147847"/>
              <a:chExt cx="1968189" cy="311393"/>
            </a:xfrm>
          </p:grpSpPr>
          <p:sp>
            <p:nvSpPr>
              <p:cNvPr id="179" name="Freeform 14">
                <a:extLst>
                  <a:ext uri="{FF2B5EF4-FFF2-40B4-BE49-F238E27FC236}">
                    <a16:creationId xmlns:a16="http://schemas.microsoft.com/office/drawing/2014/main" id="{5220372B-9084-4C60-B139-7DB669ACBD72}"/>
                  </a:ext>
                </a:extLst>
              </p:cNvPr>
              <p:cNvSpPr>
                <a:spLocks/>
              </p:cNvSpPr>
              <p:nvPr/>
            </p:nvSpPr>
            <p:spPr bwMode="auto">
              <a:xfrm rot="16200000">
                <a:off x="1142422" y="1353917"/>
                <a:ext cx="280253" cy="1897667"/>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9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80" name="Rectangle 179">
                <a:extLst>
                  <a:ext uri="{FF2B5EF4-FFF2-40B4-BE49-F238E27FC236}">
                    <a16:creationId xmlns:a16="http://schemas.microsoft.com/office/drawing/2014/main" id="{F617BD16-3C9C-4EDD-8654-015EB3C5541A}"/>
                  </a:ext>
                </a:extLst>
              </p:cNvPr>
              <p:cNvSpPr/>
              <p:nvPr/>
            </p:nvSpPr>
            <p:spPr>
              <a:xfrm rot="16200000">
                <a:off x="1118251" y="1319449"/>
                <a:ext cx="311393" cy="196818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175" name="Right Triangle 34">
              <a:extLst>
                <a:ext uri="{FF2B5EF4-FFF2-40B4-BE49-F238E27FC236}">
                  <a16:creationId xmlns:a16="http://schemas.microsoft.com/office/drawing/2014/main" id="{60B0E467-D302-4028-B86C-73DF98761B7F}"/>
                </a:ext>
              </a:extLst>
            </p:cNvPr>
            <p:cNvSpPr/>
            <p:nvPr/>
          </p:nvSpPr>
          <p:spPr>
            <a:xfrm rot="16200000" flipV="1">
              <a:off x="2907506" y="4666057"/>
              <a:ext cx="2012950" cy="538959"/>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Lst>
              <a:ahLst/>
              <a:cxnLst>
                <a:cxn ang="0">
                  <a:pos x="connsiteX0" y="connsiteY0"/>
                </a:cxn>
                <a:cxn ang="0">
                  <a:pos x="connsiteX1" y="connsiteY1"/>
                </a:cxn>
                <a:cxn ang="0">
                  <a:pos x="connsiteX2" y="connsiteY2"/>
                </a:cxn>
                <a:cxn ang="0">
                  <a:pos x="connsiteX3" y="connsiteY3"/>
                </a:cxn>
              </a:cxnLst>
              <a:rect l="l" t="t" r="r" b="b"/>
              <a:pathLst>
                <a:path w="3051941" h="265188">
                  <a:moveTo>
                    <a:pt x="1" y="265188"/>
                  </a:moveTo>
                  <a:lnTo>
                    <a:pt x="32141" y="0"/>
                  </a:lnTo>
                  <a:lnTo>
                    <a:pt x="3051941" y="196170"/>
                  </a:lnTo>
                  <a:lnTo>
                    <a:pt x="1" y="265188"/>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176" name="Group 175">
              <a:extLst>
                <a:ext uri="{FF2B5EF4-FFF2-40B4-BE49-F238E27FC236}">
                  <a16:creationId xmlns:a16="http://schemas.microsoft.com/office/drawing/2014/main" id="{654F26AD-B8A5-459D-95AC-562E69D77122}"/>
                </a:ext>
              </a:extLst>
            </p:cNvPr>
            <p:cNvGrpSpPr/>
            <p:nvPr/>
          </p:nvGrpSpPr>
          <p:grpSpPr>
            <a:xfrm>
              <a:off x="2554288" y="4022725"/>
              <a:ext cx="1492250" cy="1946276"/>
              <a:chOff x="2554288" y="4022725"/>
              <a:chExt cx="1492250" cy="1946276"/>
            </a:xfrm>
          </p:grpSpPr>
          <p:sp>
            <p:nvSpPr>
              <p:cNvPr id="177" name="Freeform 107">
                <a:extLst>
                  <a:ext uri="{FF2B5EF4-FFF2-40B4-BE49-F238E27FC236}">
                    <a16:creationId xmlns:a16="http://schemas.microsoft.com/office/drawing/2014/main" id="{D5755503-B5EF-4B21-8BE6-8DC1C01FAECD}"/>
                  </a:ext>
                </a:extLst>
              </p:cNvPr>
              <p:cNvSpPr>
                <a:spLocks/>
              </p:cNvSpPr>
              <p:nvPr/>
            </p:nvSpPr>
            <p:spPr bwMode="auto">
              <a:xfrm>
                <a:off x="2568575" y="4033838"/>
                <a:ext cx="1477963" cy="1935163"/>
              </a:xfrm>
              <a:custGeom>
                <a:avLst/>
                <a:gdLst>
                  <a:gd name="T0" fmla="*/ 391 w 392"/>
                  <a:gd name="T1" fmla="*/ 8 h 513"/>
                  <a:gd name="T2" fmla="*/ 388 w 392"/>
                  <a:gd name="T3" fmla="*/ 7 h 513"/>
                  <a:gd name="T4" fmla="*/ 347 w 392"/>
                  <a:gd name="T5" fmla="*/ 1 h 513"/>
                  <a:gd name="T6" fmla="*/ 58 w 392"/>
                  <a:gd name="T7" fmla="*/ 1 h 513"/>
                  <a:gd name="T8" fmla="*/ 41 w 392"/>
                  <a:gd name="T9" fmla="*/ 1 h 513"/>
                  <a:gd name="T10" fmla="*/ 10 w 392"/>
                  <a:gd name="T11" fmla="*/ 58 h 513"/>
                  <a:gd name="T12" fmla="*/ 8 w 392"/>
                  <a:gd name="T13" fmla="*/ 476 h 513"/>
                  <a:gd name="T14" fmla="*/ 46 w 392"/>
                  <a:gd name="T15" fmla="*/ 513 h 513"/>
                  <a:gd name="T16" fmla="*/ 311 w 392"/>
                  <a:gd name="T17" fmla="*/ 513 h 513"/>
                  <a:gd name="T18" fmla="*/ 346 w 392"/>
                  <a:gd name="T19" fmla="*/ 476 h 513"/>
                  <a:gd name="T20" fmla="*/ 344 w 392"/>
                  <a:gd name="T21" fmla="*/ 101 h 513"/>
                  <a:gd name="T22" fmla="*/ 347 w 392"/>
                  <a:gd name="T23" fmla="*/ 58 h 513"/>
                  <a:gd name="T24" fmla="*/ 392 w 392"/>
                  <a:gd name="T25" fmla="*/ 9 h 513"/>
                  <a:gd name="T26" fmla="*/ 391 w 392"/>
                  <a:gd name="T27" fmla="*/ 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2" h="513">
                    <a:moveTo>
                      <a:pt x="391" y="8"/>
                    </a:moveTo>
                    <a:cubicBezTo>
                      <a:pt x="390" y="8"/>
                      <a:pt x="389" y="8"/>
                      <a:pt x="388" y="7"/>
                    </a:cubicBezTo>
                    <a:cubicBezTo>
                      <a:pt x="376" y="3"/>
                      <a:pt x="362" y="1"/>
                      <a:pt x="347" y="1"/>
                    </a:cubicBezTo>
                    <a:cubicBezTo>
                      <a:pt x="58" y="1"/>
                      <a:pt x="58" y="1"/>
                      <a:pt x="58" y="1"/>
                    </a:cubicBezTo>
                    <a:cubicBezTo>
                      <a:pt x="41" y="1"/>
                      <a:pt x="41" y="1"/>
                      <a:pt x="41" y="1"/>
                    </a:cubicBezTo>
                    <a:cubicBezTo>
                      <a:pt x="19" y="9"/>
                      <a:pt x="11" y="45"/>
                      <a:pt x="10" y="58"/>
                    </a:cubicBezTo>
                    <a:cubicBezTo>
                      <a:pt x="0" y="149"/>
                      <a:pt x="6" y="385"/>
                      <a:pt x="8" y="476"/>
                    </a:cubicBezTo>
                    <a:cubicBezTo>
                      <a:pt x="9" y="496"/>
                      <a:pt x="26" y="513"/>
                      <a:pt x="46" y="513"/>
                    </a:cubicBezTo>
                    <a:cubicBezTo>
                      <a:pt x="311" y="513"/>
                      <a:pt x="311" y="513"/>
                      <a:pt x="311" y="513"/>
                    </a:cubicBezTo>
                    <a:cubicBezTo>
                      <a:pt x="331" y="513"/>
                      <a:pt x="347" y="496"/>
                      <a:pt x="346" y="476"/>
                    </a:cubicBezTo>
                    <a:cubicBezTo>
                      <a:pt x="344" y="398"/>
                      <a:pt x="339" y="209"/>
                      <a:pt x="344" y="101"/>
                    </a:cubicBezTo>
                    <a:cubicBezTo>
                      <a:pt x="345" y="85"/>
                      <a:pt x="346" y="70"/>
                      <a:pt x="347" y="58"/>
                    </a:cubicBezTo>
                    <a:cubicBezTo>
                      <a:pt x="349" y="42"/>
                      <a:pt x="360" y="0"/>
                      <a:pt x="392" y="9"/>
                    </a:cubicBezTo>
                    <a:lnTo>
                      <a:pt x="391" y="8"/>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8" name="Freeform 108">
                <a:extLst>
                  <a:ext uri="{FF2B5EF4-FFF2-40B4-BE49-F238E27FC236}">
                    <a16:creationId xmlns:a16="http://schemas.microsoft.com/office/drawing/2014/main" id="{FC46E582-077B-486A-8941-D7A327F2453F}"/>
                  </a:ext>
                </a:extLst>
              </p:cNvPr>
              <p:cNvSpPr>
                <a:spLocks/>
              </p:cNvSpPr>
              <p:nvPr/>
            </p:nvSpPr>
            <p:spPr bwMode="auto">
              <a:xfrm>
                <a:off x="2554288" y="4022725"/>
                <a:ext cx="1484313" cy="1938338"/>
              </a:xfrm>
              <a:custGeom>
                <a:avLst/>
                <a:gdLst>
                  <a:gd name="T0" fmla="*/ 57 w 394"/>
                  <a:gd name="T1" fmla="*/ 2 h 514"/>
                  <a:gd name="T2" fmla="*/ 40 w 394"/>
                  <a:gd name="T3" fmla="*/ 2 h 514"/>
                  <a:gd name="T4" fmla="*/ 9 w 394"/>
                  <a:gd name="T5" fmla="*/ 60 h 514"/>
                  <a:gd name="T6" fmla="*/ 8 w 394"/>
                  <a:gd name="T7" fmla="*/ 478 h 514"/>
                  <a:gd name="T8" fmla="*/ 46 w 394"/>
                  <a:gd name="T9" fmla="*/ 514 h 514"/>
                  <a:gd name="T10" fmla="*/ 311 w 394"/>
                  <a:gd name="T11" fmla="*/ 514 h 514"/>
                  <a:gd name="T12" fmla="*/ 346 w 394"/>
                  <a:gd name="T13" fmla="*/ 478 h 514"/>
                  <a:gd name="T14" fmla="*/ 347 w 394"/>
                  <a:gd name="T15" fmla="*/ 60 h 514"/>
                  <a:gd name="T16" fmla="*/ 394 w 394"/>
                  <a:gd name="T17" fmla="*/ 11 h 514"/>
                  <a:gd name="T18" fmla="*/ 347 w 394"/>
                  <a:gd name="T19" fmla="*/ 2 h 514"/>
                  <a:gd name="T20" fmla="*/ 57 w 394"/>
                  <a:gd name="T21" fmla="*/ 2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4" h="514">
                    <a:moveTo>
                      <a:pt x="57" y="2"/>
                    </a:moveTo>
                    <a:cubicBezTo>
                      <a:pt x="40" y="2"/>
                      <a:pt x="40" y="2"/>
                      <a:pt x="40" y="2"/>
                    </a:cubicBezTo>
                    <a:cubicBezTo>
                      <a:pt x="19" y="10"/>
                      <a:pt x="11" y="46"/>
                      <a:pt x="9" y="60"/>
                    </a:cubicBezTo>
                    <a:cubicBezTo>
                      <a:pt x="0" y="150"/>
                      <a:pt x="5" y="387"/>
                      <a:pt x="8" y="478"/>
                    </a:cubicBezTo>
                    <a:cubicBezTo>
                      <a:pt x="9" y="498"/>
                      <a:pt x="26" y="514"/>
                      <a:pt x="46" y="514"/>
                    </a:cubicBezTo>
                    <a:cubicBezTo>
                      <a:pt x="311" y="514"/>
                      <a:pt x="311" y="514"/>
                      <a:pt x="311" y="514"/>
                    </a:cubicBezTo>
                    <a:cubicBezTo>
                      <a:pt x="331" y="514"/>
                      <a:pt x="346" y="498"/>
                      <a:pt x="346" y="478"/>
                    </a:cubicBezTo>
                    <a:cubicBezTo>
                      <a:pt x="343" y="387"/>
                      <a:pt x="337" y="150"/>
                      <a:pt x="347" y="60"/>
                    </a:cubicBezTo>
                    <a:cubicBezTo>
                      <a:pt x="349" y="43"/>
                      <a:pt x="360" y="0"/>
                      <a:pt x="394" y="11"/>
                    </a:cubicBezTo>
                    <a:cubicBezTo>
                      <a:pt x="380" y="6"/>
                      <a:pt x="365" y="2"/>
                      <a:pt x="347" y="2"/>
                    </a:cubicBezTo>
                    <a:lnTo>
                      <a:pt x="57" y="2"/>
                    </a:lnTo>
                    <a:close/>
                  </a:path>
                </a:pathLst>
              </a:custGeom>
              <a:gradFill>
                <a:gsLst>
                  <a:gs pos="40000">
                    <a:schemeClr val="accent3"/>
                  </a:gs>
                  <a:gs pos="12000">
                    <a:schemeClr val="accent3">
                      <a:lumMod val="75000"/>
                    </a:schemeClr>
                  </a:gs>
                  <a:gs pos="0">
                    <a:schemeClr val="accent3">
                      <a:lumMod val="40000"/>
                      <a:lumOff val="60000"/>
                    </a:scheme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81" name="Group 180">
            <a:extLst>
              <a:ext uri="{FF2B5EF4-FFF2-40B4-BE49-F238E27FC236}">
                <a16:creationId xmlns:a16="http://schemas.microsoft.com/office/drawing/2014/main" id="{2D9FD17E-8019-45DB-A0AC-CD88F2C773FB}"/>
              </a:ext>
            </a:extLst>
          </p:cNvPr>
          <p:cNvGrpSpPr/>
          <p:nvPr/>
        </p:nvGrpSpPr>
        <p:grpSpPr>
          <a:xfrm>
            <a:off x="7553570" y="1116012"/>
            <a:ext cx="2514444" cy="2039939"/>
            <a:chOff x="2156070" y="3929062"/>
            <a:chExt cx="2514444" cy="2039939"/>
          </a:xfrm>
        </p:grpSpPr>
        <p:sp>
          <p:nvSpPr>
            <p:cNvPr id="182" name="Freeform 97">
              <a:extLst>
                <a:ext uri="{FF2B5EF4-FFF2-40B4-BE49-F238E27FC236}">
                  <a16:creationId xmlns:a16="http://schemas.microsoft.com/office/drawing/2014/main" id="{3CB8D26C-7DD5-4D4C-88FC-D699D60CAA95}"/>
                </a:ext>
              </a:extLst>
            </p:cNvPr>
            <p:cNvSpPr>
              <a:spLocks/>
            </p:cNvSpPr>
            <p:nvPr/>
          </p:nvSpPr>
          <p:spPr bwMode="auto">
            <a:xfrm>
              <a:off x="3849688" y="4022725"/>
              <a:ext cx="400050" cy="392113"/>
            </a:xfrm>
            <a:custGeom>
              <a:avLst/>
              <a:gdLst>
                <a:gd name="T0" fmla="*/ 49 w 106"/>
                <a:gd name="T1" fmla="*/ 11 h 104"/>
                <a:gd name="T2" fmla="*/ 3 w 106"/>
                <a:gd name="T3" fmla="*/ 60 h 104"/>
                <a:gd name="T4" fmla="*/ 0 w 106"/>
                <a:gd name="T5" fmla="*/ 104 h 104"/>
                <a:gd name="T6" fmla="*/ 99 w 106"/>
                <a:gd name="T7" fmla="*/ 104 h 104"/>
                <a:gd name="T8" fmla="*/ 49 w 106"/>
                <a:gd name="T9" fmla="*/ 11 h 104"/>
              </a:gdLst>
              <a:ahLst/>
              <a:cxnLst>
                <a:cxn ang="0">
                  <a:pos x="T0" y="T1"/>
                </a:cxn>
                <a:cxn ang="0">
                  <a:pos x="T2" y="T3"/>
                </a:cxn>
                <a:cxn ang="0">
                  <a:pos x="T4" y="T5"/>
                </a:cxn>
                <a:cxn ang="0">
                  <a:pos x="T6" y="T7"/>
                </a:cxn>
                <a:cxn ang="0">
                  <a:pos x="T8" y="T9"/>
                </a:cxn>
              </a:cxnLst>
              <a:rect l="0" t="0" r="r" b="b"/>
              <a:pathLst>
                <a:path w="106" h="104">
                  <a:moveTo>
                    <a:pt x="49" y="11"/>
                  </a:moveTo>
                  <a:cubicBezTo>
                    <a:pt x="16" y="0"/>
                    <a:pt x="5" y="43"/>
                    <a:pt x="3" y="60"/>
                  </a:cubicBezTo>
                  <a:cubicBezTo>
                    <a:pt x="2" y="72"/>
                    <a:pt x="1" y="87"/>
                    <a:pt x="0" y="104"/>
                  </a:cubicBezTo>
                  <a:cubicBezTo>
                    <a:pt x="99" y="104"/>
                    <a:pt x="99" y="104"/>
                    <a:pt x="99" y="104"/>
                  </a:cubicBezTo>
                  <a:cubicBezTo>
                    <a:pt x="99" y="104"/>
                    <a:pt x="106" y="35"/>
                    <a:pt x="49" y="11"/>
                  </a:cubicBezTo>
                  <a:close/>
                </a:path>
              </a:pathLst>
            </a:cu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183" name="Group 182">
              <a:extLst>
                <a:ext uri="{FF2B5EF4-FFF2-40B4-BE49-F238E27FC236}">
                  <a16:creationId xmlns:a16="http://schemas.microsoft.com/office/drawing/2014/main" id="{AA382CC4-C081-47F5-B53E-EFBDFE41E2BD}"/>
                </a:ext>
              </a:extLst>
            </p:cNvPr>
            <p:cNvGrpSpPr/>
            <p:nvPr/>
          </p:nvGrpSpPr>
          <p:grpSpPr>
            <a:xfrm>
              <a:off x="2156070" y="4419988"/>
              <a:ext cx="2514444" cy="311393"/>
              <a:chOff x="298454" y="2153039"/>
              <a:chExt cx="1968189" cy="311393"/>
            </a:xfrm>
          </p:grpSpPr>
          <p:sp>
            <p:nvSpPr>
              <p:cNvPr id="188" name="Freeform 14">
                <a:extLst>
                  <a:ext uri="{FF2B5EF4-FFF2-40B4-BE49-F238E27FC236}">
                    <a16:creationId xmlns:a16="http://schemas.microsoft.com/office/drawing/2014/main" id="{C107D06C-C2EE-4A50-89A5-8E3459459EF2}"/>
                  </a:ext>
                </a:extLst>
              </p:cNvPr>
              <p:cNvSpPr>
                <a:spLocks/>
              </p:cNvSpPr>
              <p:nvPr/>
            </p:nvSpPr>
            <p:spPr bwMode="auto">
              <a:xfrm rot="16200000">
                <a:off x="1142422" y="1353917"/>
                <a:ext cx="280253" cy="1897667"/>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9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89" name="Rectangle 188">
                <a:extLst>
                  <a:ext uri="{FF2B5EF4-FFF2-40B4-BE49-F238E27FC236}">
                    <a16:creationId xmlns:a16="http://schemas.microsoft.com/office/drawing/2014/main" id="{4F200D2A-5707-4EC0-AFAD-DA2CCACA9ACB}"/>
                  </a:ext>
                </a:extLst>
              </p:cNvPr>
              <p:cNvSpPr/>
              <p:nvPr/>
            </p:nvSpPr>
            <p:spPr>
              <a:xfrm rot="16200000">
                <a:off x="1126852" y="1324641"/>
                <a:ext cx="311393" cy="196818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184" name="Right Triangle 34">
              <a:extLst>
                <a:ext uri="{FF2B5EF4-FFF2-40B4-BE49-F238E27FC236}">
                  <a16:creationId xmlns:a16="http://schemas.microsoft.com/office/drawing/2014/main" id="{7E535041-58C5-42A5-9BC3-9D3AC7417DD4}"/>
                </a:ext>
              </a:extLst>
            </p:cNvPr>
            <p:cNvSpPr/>
            <p:nvPr/>
          </p:nvSpPr>
          <p:spPr>
            <a:xfrm rot="16200000" flipV="1">
              <a:off x="2907506" y="4666057"/>
              <a:ext cx="2012950" cy="538959"/>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Lst>
              <a:ahLst/>
              <a:cxnLst>
                <a:cxn ang="0">
                  <a:pos x="connsiteX0" y="connsiteY0"/>
                </a:cxn>
                <a:cxn ang="0">
                  <a:pos x="connsiteX1" y="connsiteY1"/>
                </a:cxn>
                <a:cxn ang="0">
                  <a:pos x="connsiteX2" y="connsiteY2"/>
                </a:cxn>
                <a:cxn ang="0">
                  <a:pos x="connsiteX3" y="connsiteY3"/>
                </a:cxn>
              </a:cxnLst>
              <a:rect l="l" t="t" r="r" b="b"/>
              <a:pathLst>
                <a:path w="3051941" h="265188">
                  <a:moveTo>
                    <a:pt x="1" y="265188"/>
                  </a:moveTo>
                  <a:lnTo>
                    <a:pt x="32141" y="0"/>
                  </a:lnTo>
                  <a:lnTo>
                    <a:pt x="3051941" y="196170"/>
                  </a:lnTo>
                  <a:lnTo>
                    <a:pt x="1" y="265188"/>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185" name="Group 184">
              <a:extLst>
                <a:ext uri="{FF2B5EF4-FFF2-40B4-BE49-F238E27FC236}">
                  <a16:creationId xmlns:a16="http://schemas.microsoft.com/office/drawing/2014/main" id="{DC4329C8-A25E-4D6A-A4C6-D57C9FAA2799}"/>
                </a:ext>
              </a:extLst>
            </p:cNvPr>
            <p:cNvGrpSpPr/>
            <p:nvPr/>
          </p:nvGrpSpPr>
          <p:grpSpPr>
            <a:xfrm>
              <a:off x="2554288" y="4022725"/>
              <a:ext cx="1492250" cy="1946276"/>
              <a:chOff x="2554288" y="4022725"/>
              <a:chExt cx="1492250" cy="1946276"/>
            </a:xfrm>
          </p:grpSpPr>
          <p:sp>
            <p:nvSpPr>
              <p:cNvPr id="186" name="Freeform 107">
                <a:extLst>
                  <a:ext uri="{FF2B5EF4-FFF2-40B4-BE49-F238E27FC236}">
                    <a16:creationId xmlns:a16="http://schemas.microsoft.com/office/drawing/2014/main" id="{05A516F4-86ED-4EF8-BD5F-AF1CB0F0B540}"/>
                  </a:ext>
                </a:extLst>
              </p:cNvPr>
              <p:cNvSpPr>
                <a:spLocks/>
              </p:cNvSpPr>
              <p:nvPr/>
            </p:nvSpPr>
            <p:spPr bwMode="auto">
              <a:xfrm>
                <a:off x="2568575" y="4033838"/>
                <a:ext cx="1477963" cy="1935163"/>
              </a:xfrm>
              <a:custGeom>
                <a:avLst/>
                <a:gdLst>
                  <a:gd name="T0" fmla="*/ 391 w 392"/>
                  <a:gd name="T1" fmla="*/ 8 h 513"/>
                  <a:gd name="T2" fmla="*/ 388 w 392"/>
                  <a:gd name="T3" fmla="*/ 7 h 513"/>
                  <a:gd name="T4" fmla="*/ 347 w 392"/>
                  <a:gd name="T5" fmla="*/ 1 h 513"/>
                  <a:gd name="T6" fmla="*/ 58 w 392"/>
                  <a:gd name="T7" fmla="*/ 1 h 513"/>
                  <a:gd name="T8" fmla="*/ 41 w 392"/>
                  <a:gd name="T9" fmla="*/ 1 h 513"/>
                  <a:gd name="T10" fmla="*/ 10 w 392"/>
                  <a:gd name="T11" fmla="*/ 58 h 513"/>
                  <a:gd name="T12" fmla="*/ 8 w 392"/>
                  <a:gd name="T13" fmla="*/ 476 h 513"/>
                  <a:gd name="T14" fmla="*/ 46 w 392"/>
                  <a:gd name="T15" fmla="*/ 513 h 513"/>
                  <a:gd name="T16" fmla="*/ 311 w 392"/>
                  <a:gd name="T17" fmla="*/ 513 h 513"/>
                  <a:gd name="T18" fmla="*/ 346 w 392"/>
                  <a:gd name="T19" fmla="*/ 476 h 513"/>
                  <a:gd name="T20" fmla="*/ 344 w 392"/>
                  <a:gd name="T21" fmla="*/ 101 h 513"/>
                  <a:gd name="T22" fmla="*/ 347 w 392"/>
                  <a:gd name="T23" fmla="*/ 58 h 513"/>
                  <a:gd name="T24" fmla="*/ 392 w 392"/>
                  <a:gd name="T25" fmla="*/ 9 h 513"/>
                  <a:gd name="T26" fmla="*/ 391 w 392"/>
                  <a:gd name="T27" fmla="*/ 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2" h="513">
                    <a:moveTo>
                      <a:pt x="391" y="8"/>
                    </a:moveTo>
                    <a:cubicBezTo>
                      <a:pt x="390" y="8"/>
                      <a:pt x="389" y="8"/>
                      <a:pt x="388" y="7"/>
                    </a:cubicBezTo>
                    <a:cubicBezTo>
                      <a:pt x="376" y="3"/>
                      <a:pt x="362" y="1"/>
                      <a:pt x="347" y="1"/>
                    </a:cubicBezTo>
                    <a:cubicBezTo>
                      <a:pt x="58" y="1"/>
                      <a:pt x="58" y="1"/>
                      <a:pt x="58" y="1"/>
                    </a:cubicBezTo>
                    <a:cubicBezTo>
                      <a:pt x="41" y="1"/>
                      <a:pt x="41" y="1"/>
                      <a:pt x="41" y="1"/>
                    </a:cubicBezTo>
                    <a:cubicBezTo>
                      <a:pt x="19" y="9"/>
                      <a:pt x="11" y="45"/>
                      <a:pt x="10" y="58"/>
                    </a:cubicBezTo>
                    <a:cubicBezTo>
                      <a:pt x="0" y="149"/>
                      <a:pt x="6" y="385"/>
                      <a:pt x="8" y="476"/>
                    </a:cubicBezTo>
                    <a:cubicBezTo>
                      <a:pt x="9" y="496"/>
                      <a:pt x="26" y="513"/>
                      <a:pt x="46" y="513"/>
                    </a:cubicBezTo>
                    <a:cubicBezTo>
                      <a:pt x="311" y="513"/>
                      <a:pt x="311" y="513"/>
                      <a:pt x="311" y="513"/>
                    </a:cubicBezTo>
                    <a:cubicBezTo>
                      <a:pt x="331" y="513"/>
                      <a:pt x="347" y="496"/>
                      <a:pt x="346" y="476"/>
                    </a:cubicBezTo>
                    <a:cubicBezTo>
                      <a:pt x="344" y="398"/>
                      <a:pt x="339" y="209"/>
                      <a:pt x="344" y="101"/>
                    </a:cubicBezTo>
                    <a:cubicBezTo>
                      <a:pt x="345" y="85"/>
                      <a:pt x="346" y="70"/>
                      <a:pt x="347" y="58"/>
                    </a:cubicBezTo>
                    <a:cubicBezTo>
                      <a:pt x="349" y="42"/>
                      <a:pt x="360" y="0"/>
                      <a:pt x="392" y="9"/>
                    </a:cubicBezTo>
                    <a:lnTo>
                      <a:pt x="391" y="8"/>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7" name="Freeform 108">
                <a:extLst>
                  <a:ext uri="{FF2B5EF4-FFF2-40B4-BE49-F238E27FC236}">
                    <a16:creationId xmlns:a16="http://schemas.microsoft.com/office/drawing/2014/main" id="{62C65879-8864-46F8-B97A-4D4018F7142D}"/>
                  </a:ext>
                </a:extLst>
              </p:cNvPr>
              <p:cNvSpPr>
                <a:spLocks/>
              </p:cNvSpPr>
              <p:nvPr/>
            </p:nvSpPr>
            <p:spPr bwMode="auto">
              <a:xfrm>
                <a:off x="2554288" y="4022725"/>
                <a:ext cx="1484313" cy="1938338"/>
              </a:xfrm>
              <a:custGeom>
                <a:avLst/>
                <a:gdLst>
                  <a:gd name="T0" fmla="*/ 57 w 394"/>
                  <a:gd name="T1" fmla="*/ 2 h 514"/>
                  <a:gd name="T2" fmla="*/ 40 w 394"/>
                  <a:gd name="T3" fmla="*/ 2 h 514"/>
                  <a:gd name="T4" fmla="*/ 9 w 394"/>
                  <a:gd name="T5" fmla="*/ 60 h 514"/>
                  <a:gd name="T6" fmla="*/ 8 w 394"/>
                  <a:gd name="T7" fmla="*/ 478 h 514"/>
                  <a:gd name="T8" fmla="*/ 46 w 394"/>
                  <a:gd name="T9" fmla="*/ 514 h 514"/>
                  <a:gd name="T10" fmla="*/ 311 w 394"/>
                  <a:gd name="T11" fmla="*/ 514 h 514"/>
                  <a:gd name="T12" fmla="*/ 346 w 394"/>
                  <a:gd name="T13" fmla="*/ 478 h 514"/>
                  <a:gd name="T14" fmla="*/ 347 w 394"/>
                  <a:gd name="T15" fmla="*/ 60 h 514"/>
                  <a:gd name="T16" fmla="*/ 394 w 394"/>
                  <a:gd name="T17" fmla="*/ 11 h 514"/>
                  <a:gd name="T18" fmla="*/ 347 w 394"/>
                  <a:gd name="T19" fmla="*/ 2 h 514"/>
                  <a:gd name="T20" fmla="*/ 57 w 394"/>
                  <a:gd name="T21" fmla="*/ 2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4" h="514">
                    <a:moveTo>
                      <a:pt x="57" y="2"/>
                    </a:moveTo>
                    <a:cubicBezTo>
                      <a:pt x="40" y="2"/>
                      <a:pt x="40" y="2"/>
                      <a:pt x="40" y="2"/>
                    </a:cubicBezTo>
                    <a:cubicBezTo>
                      <a:pt x="19" y="10"/>
                      <a:pt x="11" y="46"/>
                      <a:pt x="9" y="60"/>
                    </a:cubicBezTo>
                    <a:cubicBezTo>
                      <a:pt x="0" y="150"/>
                      <a:pt x="5" y="387"/>
                      <a:pt x="8" y="478"/>
                    </a:cubicBezTo>
                    <a:cubicBezTo>
                      <a:pt x="9" y="498"/>
                      <a:pt x="26" y="514"/>
                      <a:pt x="46" y="514"/>
                    </a:cubicBezTo>
                    <a:cubicBezTo>
                      <a:pt x="311" y="514"/>
                      <a:pt x="311" y="514"/>
                      <a:pt x="311" y="514"/>
                    </a:cubicBezTo>
                    <a:cubicBezTo>
                      <a:pt x="331" y="514"/>
                      <a:pt x="346" y="498"/>
                      <a:pt x="346" y="478"/>
                    </a:cubicBezTo>
                    <a:cubicBezTo>
                      <a:pt x="343" y="387"/>
                      <a:pt x="337" y="150"/>
                      <a:pt x="347" y="60"/>
                    </a:cubicBezTo>
                    <a:cubicBezTo>
                      <a:pt x="349" y="43"/>
                      <a:pt x="360" y="0"/>
                      <a:pt x="394" y="11"/>
                    </a:cubicBezTo>
                    <a:cubicBezTo>
                      <a:pt x="380" y="6"/>
                      <a:pt x="365" y="2"/>
                      <a:pt x="347" y="2"/>
                    </a:cubicBezTo>
                    <a:lnTo>
                      <a:pt x="57" y="2"/>
                    </a:lnTo>
                    <a:close/>
                  </a:path>
                </a:pathLst>
              </a:custGeom>
              <a:gradFill>
                <a:gsLst>
                  <a:gs pos="40000">
                    <a:schemeClr val="accent4"/>
                  </a:gs>
                  <a:gs pos="12000">
                    <a:schemeClr val="accent4">
                      <a:lumMod val="75000"/>
                    </a:schemeClr>
                  </a:gs>
                  <a:gs pos="0">
                    <a:schemeClr val="accent4">
                      <a:lumMod val="40000"/>
                      <a:lumOff val="60000"/>
                    </a:scheme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91" name="Group 190">
            <a:extLst>
              <a:ext uri="{FF2B5EF4-FFF2-40B4-BE49-F238E27FC236}">
                <a16:creationId xmlns:a16="http://schemas.microsoft.com/office/drawing/2014/main" id="{8081D1E2-4209-462E-B133-021F765386C1}"/>
              </a:ext>
            </a:extLst>
          </p:cNvPr>
          <p:cNvGrpSpPr/>
          <p:nvPr/>
        </p:nvGrpSpPr>
        <p:grpSpPr>
          <a:xfrm>
            <a:off x="6440120" y="2487963"/>
            <a:ext cx="1084988" cy="1045099"/>
            <a:chOff x="6715125" y="2906713"/>
            <a:chExt cx="863600" cy="831850"/>
          </a:xfrm>
        </p:grpSpPr>
        <p:sp>
          <p:nvSpPr>
            <p:cNvPr id="192" name="Freeform 184">
              <a:extLst>
                <a:ext uri="{FF2B5EF4-FFF2-40B4-BE49-F238E27FC236}">
                  <a16:creationId xmlns:a16="http://schemas.microsoft.com/office/drawing/2014/main" id="{D5753EC7-C2B5-465B-B3AC-6E67A4D5DEA2}"/>
                </a:ext>
              </a:extLst>
            </p:cNvPr>
            <p:cNvSpPr>
              <a:spLocks/>
            </p:cNvSpPr>
            <p:nvPr/>
          </p:nvSpPr>
          <p:spPr bwMode="auto">
            <a:xfrm>
              <a:off x="6715125" y="2906713"/>
              <a:ext cx="863600" cy="831850"/>
            </a:xfrm>
            <a:custGeom>
              <a:avLst/>
              <a:gdLst>
                <a:gd name="T0" fmla="*/ 151 w 241"/>
                <a:gd name="T1" fmla="*/ 6 h 232"/>
                <a:gd name="T2" fmla="*/ 241 w 241"/>
                <a:gd name="T3" fmla="*/ 95 h 232"/>
                <a:gd name="T4" fmla="*/ 104 w 241"/>
                <a:gd name="T5" fmla="*/ 232 h 232"/>
                <a:gd name="T6" fmla="*/ 24 w 241"/>
                <a:gd name="T7" fmla="*/ 152 h 232"/>
                <a:gd name="T8" fmla="*/ 38 w 241"/>
                <a:gd name="T9" fmla="*/ 61 h 232"/>
                <a:gd name="T10" fmla="*/ 37 w 241"/>
                <a:gd name="T11" fmla="*/ 61 h 232"/>
                <a:gd name="T12" fmla="*/ 21 w 241"/>
                <a:gd name="T13" fmla="*/ 44 h 232"/>
                <a:gd name="T14" fmla="*/ 21 w 241"/>
                <a:gd name="T15" fmla="*/ 41 h 232"/>
                <a:gd name="T16" fmla="*/ 42 w 241"/>
                <a:gd name="T17" fmla="*/ 38 h 232"/>
                <a:gd name="T18" fmla="*/ 24 w 241"/>
                <a:gd name="T19" fmla="*/ 20 h 232"/>
                <a:gd name="T20" fmla="*/ 26 w 241"/>
                <a:gd name="T21" fmla="*/ 4 h 232"/>
                <a:gd name="T22" fmla="*/ 47 w 241"/>
                <a:gd name="T23" fmla="*/ 3 h 232"/>
                <a:gd name="T24" fmla="*/ 66 w 241"/>
                <a:gd name="T25" fmla="*/ 22 h 232"/>
                <a:gd name="T26" fmla="*/ 66 w 241"/>
                <a:gd name="T27" fmla="*/ 20 h 232"/>
                <a:gd name="T28" fmla="*/ 52 w 241"/>
                <a:gd name="T29" fmla="*/ 6 h 232"/>
                <a:gd name="T30" fmla="*/ 52 w 241"/>
                <a:gd name="T31" fmla="*/ 2 h 232"/>
                <a:gd name="T32" fmla="*/ 85 w 241"/>
                <a:gd name="T33" fmla="*/ 2 h 232"/>
                <a:gd name="T34" fmla="*/ 92 w 241"/>
                <a:gd name="T35" fmla="*/ 8 h 232"/>
                <a:gd name="T36" fmla="*/ 92 w 241"/>
                <a:gd name="T37" fmla="*/ 2 h 232"/>
                <a:gd name="T38" fmla="*/ 116 w 241"/>
                <a:gd name="T39" fmla="*/ 2 h 232"/>
                <a:gd name="T40" fmla="*/ 126 w 241"/>
                <a:gd name="T41" fmla="*/ 12 h 232"/>
                <a:gd name="T42" fmla="*/ 126 w 241"/>
                <a:gd name="T43" fmla="*/ 3 h 232"/>
                <a:gd name="T44" fmla="*/ 151 w 241"/>
                <a:gd name="T45" fmla="*/ 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1" h="232">
                  <a:moveTo>
                    <a:pt x="151" y="6"/>
                  </a:moveTo>
                  <a:cubicBezTo>
                    <a:pt x="241" y="95"/>
                    <a:pt x="241" y="95"/>
                    <a:pt x="241" y="95"/>
                  </a:cubicBezTo>
                  <a:cubicBezTo>
                    <a:pt x="104" y="232"/>
                    <a:pt x="104" y="232"/>
                    <a:pt x="104" y="232"/>
                  </a:cubicBezTo>
                  <a:cubicBezTo>
                    <a:pt x="24" y="152"/>
                    <a:pt x="24" y="152"/>
                    <a:pt x="24" y="152"/>
                  </a:cubicBezTo>
                  <a:cubicBezTo>
                    <a:pt x="24" y="152"/>
                    <a:pt x="0" y="80"/>
                    <a:pt x="38" y="61"/>
                  </a:cubicBezTo>
                  <a:cubicBezTo>
                    <a:pt x="37" y="61"/>
                    <a:pt x="37" y="61"/>
                    <a:pt x="37" y="61"/>
                  </a:cubicBezTo>
                  <a:cubicBezTo>
                    <a:pt x="21" y="44"/>
                    <a:pt x="21" y="44"/>
                    <a:pt x="21" y="44"/>
                  </a:cubicBezTo>
                  <a:cubicBezTo>
                    <a:pt x="21" y="41"/>
                    <a:pt x="21" y="41"/>
                    <a:pt x="21" y="41"/>
                  </a:cubicBezTo>
                  <a:cubicBezTo>
                    <a:pt x="21" y="41"/>
                    <a:pt x="39" y="46"/>
                    <a:pt x="42" y="38"/>
                  </a:cubicBezTo>
                  <a:cubicBezTo>
                    <a:pt x="39" y="35"/>
                    <a:pt x="24" y="20"/>
                    <a:pt x="24" y="20"/>
                  </a:cubicBezTo>
                  <a:cubicBezTo>
                    <a:pt x="24" y="20"/>
                    <a:pt x="20" y="8"/>
                    <a:pt x="26" y="4"/>
                  </a:cubicBezTo>
                  <a:cubicBezTo>
                    <a:pt x="29" y="3"/>
                    <a:pt x="30" y="0"/>
                    <a:pt x="47" y="3"/>
                  </a:cubicBezTo>
                  <a:cubicBezTo>
                    <a:pt x="56" y="12"/>
                    <a:pt x="66" y="22"/>
                    <a:pt x="66" y="22"/>
                  </a:cubicBezTo>
                  <a:cubicBezTo>
                    <a:pt x="66" y="20"/>
                    <a:pt x="66" y="20"/>
                    <a:pt x="66" y="20"/>
                  </a:cubicBezTo>
                  <a:cubicBezTo>
                    <a:pt x="52" y="6"/>
                    <a:pt x="52" y="6"/>
                    <a:pt x="52" y="6"/>
                  </a:cubicBezTo>
                  <a:cubicBezTo>
                    <a:pt x="52" y="2"/>
                    <a:pt x="52" y="2"/>
                    <a:pt x="52" y="2"/>
                  </a:cubicBezTo>
                  <a:cubicBezTo>
                    <a:pt x="85" y="2"/>
                    <a:pt x="85" y="2"/>
                    <a:pt x="85" y="2"/>
                  </a:cubicBezTo>
                  <a:cubicBezTo>
                    <a:pt x="92" y="8"/>
                    <a:pt x="92" y="8"/>
                    <a:pt x="92" y="8"/>
                  </a:cubicBezTo>
                  <a:cubicBezTo>
                    <a:pt x="92" y="2"/>
                    <a:pt x="92" y="2"/>
                    <a:pt x="92" y="2"/>
                  </a:cubicBezTo>
                  <a:cubicBezTo>
                    <a:pt x="116" y="2"/>
                    <a:pt x="116" y="2"/>
                    <a:pt x="116" y="2"/>
                  </a:cubicBezTo>
                  <a:cubicBezTo>
                    <a:pt x="126" y="12"/>
                    <a:pt x="126" y="12"/>
                    <a:pt x="126" y="12"/>
                  </a:cubicBezTo>
                  <a:cubicBezTo>
                    <a:pt x="126" y="3"/>
                    <a:pt x="126" y="3"/>
                    <a:pt x="126" y="3"/>
                  </a:cubicBezTo>
                  <a:cubicBezTo>
                    <a:pt x="126" y="3"/>
                    <a:pt x="140" y="1"/>
                    <a:pt x="151" y="6"/>
                  </a:cubicBezTo>
                  <a:close/>
                </a:path>
              </a:pathLst>
            </a:custGeom>
            <a:gradFill flip="none" rotWithShape="1">
              <a:gsLst>
                <a:gs pos="13000">
                  <a:schemeClr val="accent3">
                    <a:lumMod val="50000"/>
                  </a:schemeClr>
                </a:gs>
                <a:gs pos="74000">
                  <a:schemeClr val="accent3">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3" name="Freeform 185">
              <a:extLst>
                <a:ext uri="{FF2B5EF4-FFF2-40B4-BE49-F238E27FC236}">
                  <a16:creationId xmlns:a16="http://schemas.microsoft.com/office/drawing/2014/main" id="{7E4BEAE8-9DDE-49E3-B1E3-2F93265CEF1C}"/>
                </a:ext>
              </a:extLst>
            </p:cNvPr>
            <p:cNvSpPr>
              <a:spLocks noEditPoints="1"/>
            </p:cNvSpPr>
            <p:nvPr/>
          </p:nvSpPr>
          <p:spPr bwMode="auto">
            <a:xfrm>
              <a:off x="6761163" y="2909888"/>
              <a:ext cx="530225" cy="582613"/>
            </a:xfrm>
            <a:custGeom>
              <a:avLst/>
              <a:gdLst>
                <a:gd name="T0" fmla="*/ 31 w 148"/>
                <a:gd name="T1" fmla="*/ 42 h 162"/>
                <a:gd name="T2" fmla="*/ 8 w 148"/>
                <a:gd name="T3" fmla="*/ 43 h 162"/>
                <a:gd name="T4" fmla="*/ 13 w 148"/>
                <a:gd name="T5" fmla="*/ 40 h 162"/>
                <a:gd name="T6" fmla="*/ 28 w 148"/>
                <a:gd name="T7" fmla="*/ 39 h 162"/>
                <a:gd name="T8" fmla="*/ 29 w 148"/>
                <a:gd name="T9" fmla="*/ 30 h 162"/>
                <a:gd name="T10" fmla="*/ 20 w 148"/>
                <a:gd name="T11" fmla="*/ 24 h 162"/>
                <a:gd name="T12" fmla="*/ 8 w 148"/>
                <a:gd name="T13" fmla="*/ 11 h 162"/>
                <a:gd name="T14" fmla="*/ 22 w 148"/>
                <a:gd name="T15" fmla="*/ 0 h 162"/>
                <a:gd name="T16" fmla="*/ 33 w 148"/>
                <a:gd name="T17" fmla="*/ 7 h 162"/>
                <a:gd name="T18" fmla="*/ 16 w 148"/>
                <a:gd name="T19" fmla="*/ 6 h 162"/>
                <a:gd name="T20" fmla="*/ 14 w 148"/>
                <a:gd name="T21" fmla="*/ 15 h 162"/>
                <a:gd name="T22" fmla="*/ 23 w 148"/>
                <a:gd name="T23" fmla="*/ 20 h 162"/>
                <a:gd name="T24" fmla="*/ 35 w 148"/>
                <a:gd name="T25" fmla="*/ 33 h 162"/>
                <a:gd name="T26" fmla="*/ 53 w 148"/>
                <a:gd name="T27" fmla="*/ 45 h 162"/>
                <a:gd name="T28" fmla="*/ 39 w 148"/>
                <a:gd name="T29" fmla="*/ 5 h 162"/>
                <a:gd name="T30" fmla="*/ 72 w 148"/>
                <a:gd name="T31" fmla="*/ 1 h 162"/>
                <a:gd name="T32" fmla="*/ 58 w 148"/>
                <a:gd name="T33" fmla="*/ 5 h 162"/>
                <a:gd name="T34" fmla="*/ 103 w 148"/>
                <a:gd name="T35" fmla="*/ 45 h 162"/>
                <a:gd name="T36" fmla="*/ 79 w 148"/>
                <a:gd name="T37" fmla="*/ 1 h 162"/>
                <a:gd name="T38" fmla="*/ 103 w 148"/>
                <a:gd name="T39" fmla="*/ 5 h 162"/>
                <a:gd name="T40" fmla="*/ 84 w 148"/>
                <a:gd name="T41" fmla="*/ 19 h 162"/>
                <a:gd name="T42" fmla="*/ 102 w 148"/>
                <a:gd name="T43" fmla="*/ 24 h 162"/>
                <a:gd name="T44" fmla="*/ 84 w 148"/>
                <a:gd name="T45" fmla="*/ 40 h 162"/>
                <a:gd name="T46" fmla="*/ 103 w 148"/>
                <a:gd name="T47" fmla="*/ 45 h 162"/>
                <a:gd name="T48" fmla="*/ 136 w 148"/>
                <a:gd name="T49" fmla="*/ 24 h 162"/>
                <a:gd name="T50" fmla="*/ 118 w 148"/>
                <a:gd name="T51" fmla="*/ 27 h 162"/>
                <a:gd name="T52" fmla="*/ 113 w 148"/>
                <a:gd name="T53" fmla="*/ 45 h 162"/>
                <a:gd name="T54" fmla="*/ 124 w 148"/>
                <a:gd name="T55" fmla="*/ 1 h 162"/>
                <a:gd name="T56" fmla="*/ 118 w 148"/>
                <a:gd name="T57" fmla="*/ 23 h 162"/>
                <a:gd name="T58" fmla="*/ 133 w 148"/>
                <a:gd name="T59" fmla="*/ 21 h 162"/>
                <a:gd name="T60" fmla="*/ 133 w 148"/>
                <a:gd name="T61" fmla="*/ 7 h 162"/>
                <a:gd name="T62" fmla="*/ 118 w 148"/>
                <a:gd name="T63" fmla="*/ 5 h 162"/>
                <a:gd name="T64" fmla="*/ 69 w 148"/>
                <a:gd name="T65" fmla="*/ 110 h 162"/>
                <a:gd name="T66" fmla="*/ 34 w 148"/>
                <a:gd name="T67" fmla="*/ 162 h 162"/>
                <a:gd name="T68" fmla="*/ 0 w 148"/>
                <a:gd name="T69" fmla="*/ 110 h 162"/>
                <a:gd name="T70" fmla="*/ 34 w 148"/>
                <a:gd name="T71" fmla="*/ 58 h 162"/>
                <a:gd name="T72" fmla="*/ 69 w 148"/>
                <a:gd name="T73" fmla="*/ 110 h 162"/>
                <a:gd name="T74" fmla="*/ 21 w 148"/>
                <a:gd name="T75" fmla="*/ 140 h 162"/>
                <a:gd name="T76" fmla="*/ 48 w 148"/>
                <a:gd name="T77" fmla="*/ 140 h 162"/>
                <a:gd name="T78" fmla="*/ 48 w 148"/>
                <a:gd name="T79" fmla="*/ 81 h 162"/>
                <a:gd name="T80" fmla="*/ 21 w 148"/>
                <a:gd name="T81" fmla="*/ 81 h 162"/>
                <a:gd name="T82" fmla="*/ 145 w 148"/>
                <a:gd name="T83" fmla="*/ 83 h 162"/>
                <a:gd name="T84" fmla="*/ 124 w 148"/>
                <a:gd name="T85" fmla="*/ 108 h 162"/>
                <a:gd name="T86" fmla="*/ 142 w 148"/>
                <a:gd name="T87" fmla="*/ 116 h 162"/>
                <a:gd name="T88" fmla="*/ 138 w 148"/>
                <a:gd name="T89" fmla="*/ 154 h 162"/>
                <a:gd name="T90" fmla="*/ 81 w 148"/>
                <a:gd name="T91" fmla="*/ 157 h 162"/>
                <a:gd name="T92" fmla="*/ 94 w 148"/>
                <a:gd name="T93" fmla="*/ 147 h 162"/>
                <a:gd name="T94" fmla="*/ 126 w 148"/>
                <a:gd name="T95" fmla="*/ 145 h 162"/>
                <a:gd name="T96" fmla="*/ 125 w 148"/>
                <a:gd name="T97" fmla="*/ 119 h 162"/>
                <a:gd name="T98" fmla="*/ 96 w 148"/>
                <a:gd name="T99" fmla="*/ 115 h 162"/>
                <a:gd name="T100" fmla="*/ 105 w 148"/>
                <a:gd name="T101" fmla="*/ 102 h 162"/>
                <a:gd name="T102" fmla="*/ 125 w 148"/>
                <a:gd name="T103" fmla="*/ 76 h 162"/>
                <a:gd name="T104" fmla="*/ 101 w 148"/>
                <a:gd name="T105" fmla="*/ 74 h 162"/>
                <a:gd name="T106" fmla="*/ 81 w 148"/>
                <a:gd name="T107" fmla="*/ 69 h 162"/>
                <a:gd name="T108" fmla="*/ 137 w 148"/>
                <a:gd name="T109" fmla="*/ 6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 h="162">
                  <a:moveTo>
                    <a:pt x="35" y="33"/>
                  </a:moveTo>
                  <a:cubicBezTo>
                    <a:pt x="35" y="37"/>
                    <a:pt x="34" y="40"/>
                    <a:pt x="31" y="42"/>
                  </a:cubicBezTo>
                  <a:cubicBezTo>
                    <a:pt x="28" y="44"/>
                    <a:pt x="24" y="45"/>
                    <a:pt x="20" y="45"/>
                  </a:cubicBezTo>
                  <a:cubicBezTo>
                    <a:pt x="14" y="45"/>
                    <a:pt x="10" y="45"/>
                    <a:pt x="8" y="43"/>
                  </a:cubicBezTo>
                  <a:cubicBezTo>
                    <a:pt x="8" y="38"/>
                    <a:pt x="8" y="38"/>
                    <a:pt x="8" y="38"/>
                  </a:cubicBezTo>
                  <a:cubicBezTo>
                    <a:pt x="9" y="39"/>
                    <a:pt x="11" y="40"/>
                    <a:pt x="13" y="40"/>
                  </a:cubicBezTo>
                  <a:cubicBezTo>
                    <a:pt x="16" y="41"/>
                    <a:pt x="18" y="41"/>
                    <a:pt x="20" y="41"/>
                  </a:cubicBezTo>
                  <a:cubicBezTo>
                    <a:pt x="23" y="41"/>
                    <a:pt x="26" y="40"/>
                    <a:pt x="28" y="39"/>
                  </a:cubicBezTo>
                  <a:cubicBezTo>
                    <a:pt x="29" y="38"/>
                    <a:pt x="30" y="36"/>
                    <a:pt x="30" y="34"/>
                  </a:cubicBezTo>
                  <a:cubicBezTo>
                    <a:pt x="30" y="32"/>
                    <a:pt x="30" y="31"/>
                    <a:pt x="29" y="30"/>
                  </a:cubicBezTo>
                  <a:cubicBezTo>
                    <a:pt x="29" y="29"/>
                    <a:pt x="28" y="28"/>
                    <a:pt x="26" y="27"/>
                  </a:cubicBezTo>
                  <a:cubicBezTo>
                    <a:pt x="25" y="26"/>
                    <a:pt x="23" y="25"/>
                    <a:pt x="20" y="24"/>
                  </a:cubicBezTo>
                  <a:cubicBezTo>
                    <a:pt x="15" y="23"/>
                    <a:pt x="12" y="21"/>
                    <a:pt x="11" y="19"/>
                  </a:cubicBezTo>
                  <a:cubicBezTo>
                    <a:pt x="9" y="17"/>
                    <a:pt x="8" y="14"/>
                    <a:pt x="8" y="11"/>
                  </a:cubicBezTo>
                  <a:cubicBezTo>
                    <a:pt x="8" y="8"/>
                    <a:pt x="9" y="5"/>
                    <a:pt x="12" y="3"/>
                  </a:cubicBezTo>
                  <a:cubicBezTo>
                    <a:pt x="15" y="1"/>
                    <a:pt x="18" y="0"/>
                    <a:pt x="22" y="0"/>
                  </a:cubicBezTo>
                  <a:cubicBezTo>
                    <a:pt x="26" y="0"/>
                    <a:pt x="31" y="1"/>
                    <a:pt x="34" y="2"/>
                  </a:cubicBezTo>
                  <a:cubicBezTo>
                    <a:pt x="33" y="7"/>
                    <a:pt x="33" y="7"/>
                    <a:pt x="33" y="7"/>
                  </a:cubicBezTo>
                  <a:cubicBezTo>
                    <a:pt x="29" y="5"/>
                    <a:pt x="25" y="5"/>
                    <a:pt x="22" y="5"/>
                  </a:cubicBezTo>
                  <a:cubicBezTo>
                    <a:pt x="19" y="5"/>
                    <a:pt x="17" y="5"/>
                    <a:pt x="16" y="6"/>
                  </a:cubicBezTo>
                  <a:cubicBezTo>
                    <a:pt x="14" y="8"/>
                    <a:pt x="13" y="9"/>
                    <a:pt x="13" y="11"/>
                  </a:cubicBezTo>
                  <a:cubicBezTo>
                    <a:pt x="13" y="13"/>
                    <a:pt x="14" y="14"/>
                    <a:pt x="14" y="15"/>
                  </a:cubicBezTo>
                  <a:cubicBezTo>
                    <a:pt x="15" y="16"/>
                    <a:pt x="16" y="17"/>
                    <a:pt x="17" y="18"/>
                  </a:cubicBezTo>
                  <a:cubicBezTo>
                    <a:pt x="18" y="18"/>
                    <a:pt x="20" y="19"/>
                    <a:pt x="23" y="20"/>
                  </a:cubicBezTo>
                  <a:cubicBezTo>
                    <a:pt x="28" y="22"/>
                    <a:pt x="31" y="24"/>
                    <a:pt x="33" y="26"/>
                  </a:cubicBezTo>
                  <a:cubicBezTo>
                    <a:pt x="34" y="28"/>
                    <a:pt x="35" y="30"/>
                    <a:pt x="35"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4"/>
                  </a:moveTo>
                  <a:cubicBezTo>
                    <a:pt x="141" y="18"/>
                    <a:pt x="139" y="21"/>
                    <a:pt x="136" y="24"/>
                  </a:cubicBezTo>
                  <a:cubicBezTo>
                    <a:pt x="133"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4" y="1"/>
                    <a:pt x="124" y="1"/>
                    <a:pt x="124" y="1"/>
                  </a:cubicBezTo>
                  <a:cubicBezTo>
                    <a:pt x="135" y="1"/>
                    <a:pt x="141" y="5"/>
                    <a:pt x="141" y="14"/>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2"/>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45" y="83"/>
                  </a:moveTo>
                  <a:cubicBezTo>
                    <a:pt x="145" y="89"/>
                    <a:pt x="144" y="95"/>
                    <a:pt x="140" y="99"/>
                  </a:cubicBezTo>
                  <a:cubicBezTo>
                    <a:pt x="136" y="103"/>
                    <a:pt x="131" y="106"/>
                    <a:pt x="124" y="108"/>
                  </a:cubicBezTo>
                  <a:cubicBezTo>
                    <a:pt x="124" y="108"/>
                    <a:pt x="124" y="108"/>
                    <a:pt x="124" y="108"/>
                  </a:cubicBezTo>
                  <a:cubicBezTo>
                    <a:pt x="132" y="109"/>
                    <a:pt x="138" y="112"/>
                    <a:pt x="142" y="116"/>
                  </a:cubicBezTo>
                  <a:cubicBezTo>
                    <a:pt x="146" y="120"/>
                    <a:pt x="148" y="125"/>
                    <a:pt x="148" y="132"/>
                  </a:cubicBezTo>
                  <a:cubicBezTo>
                    <a:pt x="148" y="141"/>
                    <a:pt x="145" y="149"/>
                    <a:pt x="138" y="154"/>
                  </a:cubicBezTo>
                  <a:cubicBezTo>
                    <a:pt x="131" y="159"/>
                    <a:pt x="122" y="162"/>
                    <a:pt x="109" y="162"/>
                  </a:cubicBezTo>
                  <a:cubicBezTo>
                    <a:pt x="98" y="162"/>
                    <a:pt x="88" y="160"/>
                    <a:pt x="81" y="157"/>
                  </a:cubicBezTo>
                  <a:cubicBezTo>
                    <a:pt x="81" y="142"/>
                    <a:pt x="81" y="142"/>
                    <a:pt x="81" y="142"/>
                  </a:cubicBezTo>
                  <a:cubicBezTo>
                    <a:pt x="85" y="144"/>
                    <a:pt x="89" y="146"/>
                    <a:pt x="94" y="147"/>
                  </a:cubicBezTo>
                  <a:cubicBezTo>
                    <a:pt x="99" y="148"/>
                    <a:pt x="104" y="149"/>
                    <a:pt x="108" y="149"/>
                  </a:cubicBezTo>
                  <a:cubicBezTo>
                    <a:pt x="116" y="149"/>
                    <a:pt x="122" y="147"/>
                    <a:pt x="126" y="145"/>
                  </a:cubicBezTo>
                  <a:cubicBezTo>
                    <a:pt x="129" y="142"/>
                    <a:pt x="131" y="137"/>
                    <a:pt x="131" y="131"/>
                  </a:cubicBezTo>
                  <a:cubicBezTo>
                    <a:pt x="131" y="126"/>
                    <a:pt x="129" y="122"/>
                    <a:pt x="125" y="119"/>
                  </a:cubicBezTo>
                  <a:cubicBezTo>
                    <a:pt x="121" y="117"/>
                    <a:pt x="114" y="115"/>
                    <a:pt x="105" y="115"/>
                  </a:cubicBezTo>
                  <a:cubicBezTo>
                    <a:pt x="96" y="115"/>
                    <a:pt x="96" y="115"/>
                    <a:pt x="96" y="115"/>
                  </a:cubicBezTo>
                  <a:cubicBezTo>
                    <a:pt x="96" y="102"/>
                    <a:pt x="96" y="102"/>
                    <a:pt x="96" y="102"/>
                  </a:cubicBezTo>
                  <a:cubicBezTo>
                    <a:pt x="105" y="102"/>
                    <a:pt x="105" y="102"/>
                    <a:pt x="105" y="102"/>
                  </a:cubicBezTo>
                  <a:cubicBezTo>
                    <a:pt x="121" y="102"/>
                    <a:pt x="129" y="97"/>
                    <a:pt x="129" y="85"/>
                  </a:cubicBezTo>
                  <a:cubicBezTo>
                    <a:pt x="129" y="81"/>
                    <a:pt x="128" y="78"/>
                    <a:pt x="125" y="76"/>
                  </a:cubicBezTo>
                  <a:cubicBezTo>
                    <a:pt x="122" y="73"/>
                    <a:pt x="118" y="72"/>
                    <a:pt x="112" y="72"/>
                  </a:cubicBezTo>
                  <a:cubicBezTo>
                    <a:pt x="109" y="72"/>
                    <a:pt x="105" y="73"/>
                    <a:pt x="101" y="74"/>
                  </a:cubicBezTo>
                  <a:cubicBezTo>
                    <a:pt x="98" y="75"/>
                    <a:pt x="94" y="77"/>
                    <a:pt x="89" y="80"/>
                  </a:cubicBezTo>
                  <a:cubicBezTo>
                    <a:pt x="81" y="69"/>
                    <a:pt x="81" y="69"/>
                    <a:pt x="81" y="69"/>
                  </a:cubicBezTo>
                  <a:cubicBezTo>
                    <a:pt x="90" y="62"/>
                    <a:pt x="101" y="58"/>
                    <a:pt x="113" y="58"/>
                  </a:cubicBezTo>
                  <a:cubicBezTo>
                    <a:pt x="123" y="58"/>
                    <a:pt x="131" y="61"/>
                    <a:pt x="137" y="65"/>
                  </a:cubicBezTo>
                  <a:cubicBezTo>
                    <a:pt x="143" y="69"/>
                    <a:pt x="145" y="75"/>
                    <a:pt x="145"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94" name="Group 193">
            <a:extLst>
              <a:ext uri="{FF2B5EF4-FFF2-40B4-BE49-F238E27FC236}">
                <a16:creationId xmlns:a16="http://schemas.microsoft.com/office/drawing/2014/main" id="{432DD248-B5B8-478A-9649-0A616C3730D9}"/>
              </a:ext>
            </a:extLst>
          </p:cNvPr>
          <p:cNvGrpSpPr/>
          <p:nvPr/>
        </p:nvGrpSpPr>
        <p:grpSpPr>
          <a:xfrm>
            <a:off x="2861948" y="4349517"/>
            <a:ext cx="1025154" cy="1063049"/>
            <a:chOff x="2974975" y="2886076"/>
            <a:chExt cx="815975" cy="846138"/>
          </a:xfrm>
        </p:grpSpPr>
        <p:sp>
          <p:nvSpPr>
            <p:cNvPr id="195" name="Freeform 186">
              <a:extLst>
                <a:ext uri="{FF2B5EF4-FFF2-40B4-BE49-F238E27FC236}">
                  <a16:creationId xmlns:a16="http://schemas.microsoft.com/office/drawing/2014/main" id="{0C1AA265-3CBF-4A7A-B979-6C8C88AE3C4F}"/>
                </a:ext>
              </a:extLst>
            </p:cNvPr>
            <p:cNvSpPr>
              <a:spLocks/>
            </p:cNvSpPr>
            <p:nvPr/>
          </p:nvSpPr>
          <p:spPr bwMode="auto">
            <a:xfrm>
              <a:off x="2974975" y="2886075"/>
              <a:ext cx="815975" cy="846138"/>
            </a:xfrm>
            <a:custGeom>
              <a:avLst/>
              <a:gdLst>
                <a:gd name="T0" fmla="*/ 138 w 228"/>
                <a:gd name="T1" fmla="*/ 13 h 236"/>
                <a:gd name="T2" fmla="*/ 228 w 228"/>
                <a:gd name="T3" fmla="*/ 104 h 236"/>
                <a:gd name="T4" fmla="*/ 95 w 228"/>
                <a:gd name="T5" fmla="*/ 236 h 236"/>
                <a:gd name="T6" fmla="*/ 20 w 228"/>
                <a:gd name="T7" fmla="*/ 159 h 236"/>
                <a:gd name="T8" fmla="*/ 26 w 228"/>
                <a:gd name="T9" fmla="*/ 70 h 236"/>
                <a:gd name="T10" fmla="*/ 7 w 228"/>
                <a:gd name="T11" fmla="*/ 50 h 236"/>
                <a:gd name="T12" fmla="*/ 8 w 228"/>
                <a:gd name="T13" fmla="*/ 46 h 236"/>
                <a:gd name="T14" fmla="*/ 29 w 228"/>
                <a:gd name="T15" fmla="*/ 45 h 236"/>
                <a:gd name="T16" fmla="*/ 11 w 228"/>
                <a:gd name="T17" fmla="*/ 27 h 236"/>
                <a:gd name="T18" fmla="*/ 33 w 228"/>
                <a:gd name="T19" fmla="*/ 10 h 236"/>
                <a:gd name="T20" fmla="*/ 52 w 228"/>
                <a:gd name="T21" fmla="*/ 29 h 236"/>
                <a:gd name="T22" fmla="*/ 52 w 228"/>
                <a:gd name="T23" fmla="*/ 25 h 236"/>
                <a:gd name="T24" fmla="*/ 38 w 228"/>
                <a:gd name="T25" fmla="*/ 12 h 236"/>
                <a:gd name="T26" fmla="*/ 38 w 228"/>
                <a:gd name="T27" fmla="*/ 8 h 236"/>
                <a:gd name="T28" fmla="*/ 71 w 228"/>
                <a:gd name="T29" fmla="*/ 8 h 236"/>
                <a:gd name="T30" fmla="*/ 79 w 228"/>
                <a:gd name="T31" fmla="*/ 15 h 236"/>
                <a:gd name="T32" fmla="*/ 79 w 228"/>
                <a:gd name="T33" fmla="*/ 8 h 236"/>
                <a:gd name="T34" fmla="*/ 103 w 228"/>
                <a:gd name="T35" fmla="*/ 8 h 236"/>
                <a:gd name="T36" fmla="*/ 113 w 228"/>
                <a:gd name="T37" fmla="*/ 19 h 236"/>
                <a:gd name="T38" fmla="*/ 113 w 228"/>
                <a:gd name="T39" fmla="*/ 8 h 236"/>
                <a:gd name="T40" fmla="*/ 138 w 228"/>
                <a:gd name="T41"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236">
                  <a:moveTo>
                    <a:pt x="138" y="13"/>
                  </a:moveTo>
                  <a:cubicBezTo>
                    <a:pt x="228" y="104"/>
                    <a:pt x="228" y="104"/>
                    <a:pt x="228" y="104"/>
                  </a:cubicBezTo>
                  <a:cubicBezTo>
                    <a:pt x="95" y="236"/>
                    <a:pt x="95" y="236"/>
                    <a:pt x="95" y="236"/>
                  </a:cubicBezTo>
                  <a:cubicBezTo>
                    <a:pt x="20" y="159"/>
                    <a:pt x="20" y="159"/>
                    <a:pt x="20" y="159"/>
                  </a:cubicBezTo>
                  <a:cubicBezTo>
                    <a:pt x="20" y="159"/>
                    <a:pt x="0" y="108"/>
                    <a:pt x="26" y="70"/>
                  </a:cubicBezTo>
                  <a:cubicBezTo>
                    <a:pt x="21" y="64"/>
                    <a:pt x="7" y="50"/>
                    <a:pt x="7" y="50"/>
                  </a:cubicBezTo>
                  <a:cubicBezTo>
                    <a:pt x="8" y="46"/>
                    <a:pt x="8" y="46"/>
                    <a:pt x="8" y="46"/>
                  </a:cubicBezTo>
                  <a:cubicBezTo>
                    <a:pt x="8" y="46"/>
                    <a:pt x="23" y="53"/>
                    <a:pt x="29" y="45"/>
                  </a:cubicBezTo>
                  <a:cubicBezTo>
                    <a:pt x="29" y="44"/>
                    <a:pt x="11" y="27"/>
                    <a:pt x="11" y="27"/>
                  </a:cubicBezTo>
                  <a:cubicBezTo>
                    <a:pt x="11" y="27"/>
                    <a:pt x="0" y="0"/>
                    <a:pt x="33" y="10"/>
                  </a:cubicBezTo>
                  <a:cubicBezTo>
                    <a:pt x="34" y="11"/>
                    <a:pt x="52" y="29"/>
                    <a:pt x="52" y="29"/>
                  </a:cubicBezTo>
                  <a:cubicBezTo>
                    <a:pt x="52" y="25"/>
                    <a:pt x="52" y="25"/>
                    <a:pt x="52" y="25"/>
                  </a:cubicBezTo>
                  <a:cubicBezTo>
                    <a:pt x="38" y="12"/>
                    <a:pt x="38" y="12"/>
                    <a:pt x="38" y="12"/>
                  </a:cubicBezTo>
                  <a:cubicBezTo>
                    <a:pt x="38" y="8"/>
                    <a:pt x="38" y="8"/>
                    <a:pt x="38" y="8"/>
                  </a:cubicBezTo>
                  <a:cubicBezTo>
                    <a:pt x="71" y="8"/>
                    <a:pt x="71" y="8"/>
                    <a:pt x="71" y="8"/>
                  </a:cubicBezTo>
                  <a:cubicBezTo>
                    <a:pt x="79" y="15"/>
                    <a:pt x="79" y="15"/>
                    <a:pt x="79" y="15"/>
                  </a:cubicBezTo>
                  <a:cubicBezTo>
                    <a:pt x="79" y="8"/>
                    <a:pt x="79" y="8"/>
                    <a:pt x="79" y="8"/>
                  </a:cubicBezTo>
                  <a:cubicBezTo>
                    <a:pt x="103" y="8"/>
                    <a:pt x="103" y="8"/>
                    <a:pt x="103" y="8"/>
                  </a:cubicBezTo>
                  <a:cubicBezTo>
                    <a:pt x="113" y="19"/>
                    <a:pt x="113" y="19"/>
                    <a:pt x="113" y="19"/>
                  </a:cubicBezTo>
                  <a:cubicBezTo>
                    <a:pt x="113" y="8"/>
                    <a:pt x="113" y="8"/>
                    <a:pt x="113" y="8"/>
                  </a:cubicBezTo>
                  <a:cubicBezTo>
                    <a:pt x="113" y="8"/>
                    <a:pt x="125" y="8"/>
                    <a:pt x="138" y="13"/>
                  </a:cubicBezTo>
                  <a:close/>
                </a:path>
              </a:pathLst>
            </a:custGeom>
            <a:gradFill flip="none" rotWithShape="1">
              <a:gsLst>
                <a:gs pos="0">
                  <a:schemeClr val="accent6">
                    <a:lumMod val="50000"/>
                  </a:schemeClr>
                </a:gs>
                <a:gs pos="84000">
                  <a:schemeClr val="accent6">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6" name="Freeform 187">
              <a:extLst>
                <a:ext uri="{FF2B5EF4-FFF2-40B4-BE49-F238E27FC236}">
                  <a16:creationId xmlns:a16="http://schemas.microsoft.com/office/drawing/2014/main" id="{3636BD59-384C-45D5-93BF-E48875E8ACE9}"/>
                </a:ext>
              </a:extLst>
            </p:cNvPr>
            <p:cNvSpPr>
              <a:spLocks noEditPoints="1"/>
            </p:cNvSpPr>
            <p:nvPr/>
          </p:nvSpPr>
          <p:spPr bwMode="auto">
            <a:xfrm>
              <a:off x="3000375" y="2909888"/>
              <a:ext cx="474663" cy="582613"/>
            </a:xfrm>
            <a:custGeom>
              <a:avLst/>
              <a:gdLst>
                <a:gd name="T0" fmla="*/ 24 w 133"/>
                <a:gd name="T1" fmla="*/ 42 h 162"/>
                <a:gd name="T2" fmla="*/ 0 w 133"/>
                <a:gd name="T3" fmla="*/ 43 h 162"/>
                <a:gd name="T4" fmla="*/ 6 w 133"/>
                <a:gd name="T5" fmla="*/ 40 h 162"/>
                <a:gd name="T6" fmla="*/ 20 w 133"/>
                <a:gd name="T7" fmla="*/ 39 h 162"/>
                <a:gd name="T8" fmla="*/ 22 w 133"/>
                <a:gd name="T9" fmla="*/ 30 h 162"/>
                <a:gd name="T10" fmla="*/ 12 w 133"/>
                <a:gd name="T11" fmla="*/ 24 h 162"/>
                <a:gd name="T12" fmla="*/ 1 w 133"/>
                <a:gd name="T13" fmla="*/ 11 h 162"/>
                <a:gd name="T14" fmla="*/ 14 w 133"/>
                <a:gd name="T15" fmla="*/ 0 h 162"/>
                <a:gd name="T16" fmla="*/ 25 w 133"/>
                <a:gd name="T17" fmla="*/ 7 h 162"/>
                <a:gd name="T18" fmla="*/ 8 w 133"/>
                <a:gd name="T19" fmla="*/ 6 h 162"/>
                <a:gd name="T20" fmla="*/ 7 w 133"/>
                <a:gd name="T21" fmla="*/ 15 h 162"/>
                <a:gd name="T22" fmla="*/ 16 w 133"/>
                <a:gd name="T23" fmla="*/ 20 h 162"/>
                <a:gd name="T24" fmla="*/ 28 w 133"/>
                <a:gd name="T25" fmla="*/ 33 h 162"/>
                <a:gd name="T26" fmla="*/ 45 w 133"/>
                <a:gd name="T27" fmla="*/ 45 h 162"/>
                <a:gd name="T28" fmla="*/ 31 w 133"/>
                <a:gd name="T29" fmla="*/ 5 h 162"/>
                <a:gd name="T30" fmla="*/ 64 w 133"/>
                <a:gd name="T31" fmla="*/ 1 h 162"/>
                <a:gd name="T32" fmla="*/ 50 w 133"/>
                <a:gd name="T33" fmla="*/ 5 h 162"/>
                <a:gd name="T34" fmla="*/ 96 w 133"/>
                <a:gd name="T35" fmla="*/ 45 h 162"/>
                <a:gd name="T36" fmla="*/ 71 w 133"/>
                <a:gd name="T37" fmla="*/ 1 h 162"/>
                <a:gd name="T38" fmla="*/ 96 w 133"/>
                <a:gd name="T39" fmla="*/ 5 h 162"/>
                <a:gd name="T40" fmla="*/ 76 w 133"/>
                <a:gd name="T41" fmla="*/ 19 h 162"/>
                <a:gd name="T42" fmla="*/ 94 w 133"/>
                <a:gd name="T43" fmla="*/ 24 h 162"/>
                <a:gd name="T44" fmla="*/ 76 w 133"/>
                <a:gd name="T45" fmla="*/ 40 h 162"/>
                <a:gd name="T46" fmla="*/ 96 w 133"/>
                <a:gd name="T47" fmla="*/ 45 h 162"/>
                <a:gd name="T48" fmla="*/ 129 w 133"/>
                <a:gd name="T49" fmla="*/ 24 h 162"/>
                <a:gd name="T50" fmla="*/ 111 w 133"/>
                <a:gd name="T51" fmla="*/ 27 h 162"/>
                <a:gd name="T52" fmla="*/ 105 w 133"/>
                <a:gd name="T53" fmla="*/ 45 h 162"/>
                <a:gd name="T54" fmla="*/ 117 w 133"/>
                <a:gd name="T55" fmla="*/ 1 h 162"/>
                <a:gd name="T56" fmla="*/ 111 w 133"/>
                <a:gd name="T57" fmla="*/ 23 h 162"/>
                <a:gd name="T58" fmla="*/ 125 w 133"/>
                <a:gd name="T59" fmla="*/ 21 h 162"/>
                <a:gd name="T60" fmla="*/ 125 w 133"/>
                <a:gd name="T61" fmla="*/ 7 h 162"/>
                <a:gd name="T62" fmla="*/ 111 w 133"/>
                <a:gd name="T63" fmla="*/ 5 h 162"/>
                <a:gd name="T64" fmla="*/ 71 w 133"/>
                <a:gd name="T65" fmla="*/ 110 h 162"/>
                <a:gd name="T66" fmla="*/ 37 w 133"/>
                <a:gd name="T67" fmla="*/ 162 h 162"/>
                <a:gd name="T68" fmla="*/ 2 w 133"/>
                <a:gd name="T69" fmla="*/ 110 h 162"/>
                <a:gd name="T70" fmla="*/ 37 w 133"/>
                <a:gd name="T71" fmla="*/ 58 h 162"/>
                <a:gd name="T72" fmla="*/ 71 w 133"/>
                <a:gd name="T73" fmla="*/ 110 h 162"/>
                <a:gd name="T74" fmla="*/ 23 w 133"/>
                <a:gd name="T75" fmla="*/ 140 h 162"/>
                <a:gd name="T76" fmla="*/ 50 w 133"/>
                <a:gd name="T77" fmla="*/ 140 h 162"/>
                <a:gd name="T78" fmla="*/ 50 w 133"/>
                <a:gd name="T79" fmla="*/ 81 h 162"/>
                <a:gd name="T80" fmla="*/ 23 w 133"/>
                <a:gd name="T81" fmla="*/ 81 h 162"/>
                <a:gd name="T82" fmla="*/ 131 w 133"/>
                <a:gd name="T83" fmla="*/ 161 h 162"/>
                <a:gd name="T84" fmla="*/ 115 w 133"/>
                <a:gd name="T85" fmla="*/ 96 h 162"/>
                <a:gd name="T86" fmla="*/ 111 w 133"/>
                <a:gd name="T87" fmla="*/ 81 h 162"/>
                <a:gd name="T88" fmla="*/ 88 w 133"/>
                <a:gd name="T89" fmla="*/ 83 h 162"/>
                <a:gd name="T90" fmla="*/ 131 w 133"/>
                <a:gd name="T91"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62">
                  <a:moveTo>
                    <a:pt x="28" y="33"/>
                  </a:moveTo>
                  <a:cubicBezTo>
                    <a:pt x="28" y="37"/>
                    <a:pt x="26" y="40"/>
                    <a:pt x="24" y="42"/>
                  </a:cubicBezTo>
                  <a:cubicBezTo>
                    <a:pt x="21" y="44"/>
                    <a:pt x="17" y="45"/>
                    <a:pt x="12" y="45"/>
                  </a:cubicBezTo>
                  <a:cubicBezTo>
                    <a:pt x="7" y="45"/>
                    <a:pt x="3" y="45"/>
                    <a:pt x="0" y="43"/>
                  </a:cubicBezTo>
                  <a:cubicBezTo>
                    <a:pt x="0" y="38"/>
                    <a:pt x="0" y="38"/>
                    <a:pt x="0" y="38"/>
                  </a:cubicBezTo>
                  <a:cubicBezTo>
                    <a:pt x="2" y="39"/>
                    <a:pt x="4" y="40"/>
                    <a:pt x="6" y="40"/>
                  </a:cubicBezTo>
                  <a:cubicBezTo>
                    <a:pt x="8" y="41"/>
                    <a:pt x="10" y="41"/>
                    <a:pt x="12" y="41"/>
                  </a:cubicBezTo>
                  <a:cubicBezTo>
                    <a:pt x="16" y="41"/>
                    <a:pt x="18" y="40"/>
                    <a:pt x="20" y="39"/>
                  </a:cubicBezTo>
                  <a:cubicBezTo>
                    <a:pt x="22" y="38"/>
                    <a:pt x="23" y="36"/>
                    <a:pt x="23" y="33"/>
                  </a:cubicBezTo>
                  <a:cubicBezTo>
                    <a:pt x="23" y="32"/>
                    <a:pt x="22" y="31"/>
                    <a:pt x="22" y="30"/>
                  </a:cubicBezTo>
                  <a:cubicBezTo>
                    <a:pt x="21" y="29"/>
                    <a:pt x="20" y="28"/>
                    <a:pt x="19" y="27"/>
                  </a:cubicBezTo>
                  <a:cubicBezTo>
                    <a:pt x="17" y="26"/>
                    <a:pt x="15" y="25"/>
                    <a:pt x="12" y="24"/>
                  </a:cubicBezTo>
                  <a:cubicBezTo>
                    <a:pt x="8" y="23"/>
                    <a:pt x="5" y="21"/>
                    <a:pt x="3" y="19"/>
                  </a:cubicBezTo>
                  <a:cubicBezTo>
                    <a:pt x="1" y="17"/>
                    <a:pt x="1" y="14"/>
                    <a:pt x="1" y="11"/>
                  </a:cubicBezTo>
                  <a:cubicBezTo>
                    <a:pt x="1" y="8"/>
                    <a:pt x="2" y="5"/>
                    <a:pt x="4" y="3"/>
                  </a:cubicBezTo>
                  <a:cubicBezTo>
                    <a:pt x="7" y="1"/>
                    <a:pt x="10" y="0"/>
                    <a:pt x="14" y="0"/>
                  </a:cubicBezTo>
                  <a:cubicBezTo>
                    <a:pt x="19" y="0"/>
                    <a:pt x="23" y="1"/>
                    <a:pt x="27" y="2"/>
                  </a:cubicBezTo>
                  <a:cubicBezTo>
                    <a:pt x="25" y="7"/>
                    <a:pt x="25" y="7"/>
                    <a:pt x="25" y="7"/>
                  </a:cubicBezTo>
                  <a:cubicBezTo>
                    <a:pt x="21" y="5"/>
                    <a:pt x="18" y="5"/>
                    <a:pt x="14" y="5"/>
                  </a:cubicBezTo>
                  <a:cubicBezTo>
                    <a:pt x="12" y="5"/>
                    <a:pt x="10" y="5"/>
                    <a:pt x="8" y="6"/>
                  </a:cubicBezTo>
                  <a:cubicBezTo>
                    <a:pt x="6" y="7"/>
                    <a:pt x="6" y="9"/>
                    <a:pt x="6" y="11"/>
                  </a:cubicBezTo>
                  <a:cubicBezTo>
                    <a:pt x="6" y="13"/>
                    <a:pt x="6" y="14"/>
                    <a:pt x="7" y="15"/>
                  </a:cubicBezTo>
                  <a:cubicBezTo>
                    <a:pt x="7" y="16"/>
                    <a:pt x="8" y="17"/>
                    <a:pt x="9" y="18"/>
                  </a:cubicBezTo>
                  <a:cubicBezTo>
                    <a:pt x="11" y="18"/>
                    <a:pt x="13" y="19"/>
                    <a:pt x="16" y="20"/>
                  </a:cubicBezTo>
                  <a:cubicBezTo>
                    <a:pt x="20" y="22"/>
                    <a:pt x="23" y="24"/>
                    <a:pt x="25" y="26"/>
                  </a:cubicBezTo>
                  <a:cubicBezTo>
                    <a:pt x="27" y="28"/>
                    <a:pt x="28" y="30"/>
                    <a:pt x="28" y="33"/>
                  </a:cubicBezTo>
                  <a:close/>
                  <a:moveTo>
                    <a:pt x="50" y="45"/>
                  </a:moveTo>
                  <a:cubicBezTo>
                    <a:pt x="45" y="45"/>
                    <a:pt x="45" y="45"/>
                    <a:pt x="45" y="45"/>
                  </a:cubicBezTo>
                  <a:cubicBezTo>
                    <a:pt x="45" y="5"/>
                    <a:pt x="45" y="5"/>
                    <a:pt x="45" y="5"/>
                  </a:cubicBezTo>
                  <a:cubicBezTo>
                    <a:pt x="31" y="5"/>
                    <a:pt x="31" y="5"/>
                    <a:pt x="31" y="5"/>
                  </a:cubicBezTo>
                  <a:cubicBezTo>
                    <a:pt x="31" y="1"/>
                    <a:pt x="31" y="1"/>
                    <a:pt x="31" y="1"/>
                  </a:cubicBezTo>
                  <a:cubicBezTo>
                    <a:pt x="64" y="1"/>
                    <a:pt x="64" y="1"/>
                    <a:pt x="64" y="1"/>
                  </a:cubicBezTo>
                  <a:cubicBezTo>
                    <a:pt x="64" y="5"/>
                    <a:pt x="64" y="5"/>
                    <a:pt x="64" y="5"/>
                  </a:cubicBezTo>
                  <a:cubicBezTo>
                    <a:pt x="50" y="5"/>
                    <a:pt x="50" y="5"/>
                    <a:pt x="50" y="5"/>
                  </a:cubicBezTo>
                  <a:lnTo>
                    <a:pt x="50" y="45"/>
                  </a:lnTo>
                  <a:close/>
                  <a:moveTo>
                    <a:pt x="96" y="45"/>
                  </a:moveTo>
                  <a:cubicBezTo>
                    <a:pt x="71" y="45"/>
                    <a:pt x="71" y="45"/>
                    <a:pt x="71" y="45"/>
                  </a:cubicBezTo>
                  <a:cubicBezTo>
                    <a:pt x="71" y="1"/>
                    <a:pt x="71" y="1"/>
                    <a:pt x="71" y="1"/>
                  </a:cubicBezTo>
                  <a:cubicBezTo>
                    <a:pt x="96" y="1"/>
                    <a:pt x="96" y="1"/>
                    <a:pt x="96" y="1"/>
                  </a:cubicBezTo>
                  <a:cubicBezTo>
                    <a:pt x="96" y="5"/>
                    <a:pt x="96" y="5"/>
                    <a:pt x="96" y="5"/>
                  </a:cubicBezTo>
                  <a:cubicBezTo>
                    <a:pt x="76" y="5"/>
                    <a:pt x="76" y="5"/>
                    <a:pt x="76" y="5"/>
                  </a:cubicBezTo>
                  <a:cubicBezTo>
                    <a:pt x="76" y="19"/>
                    <a:pt x="76" y="19"/>
                    <a:pt x="76" y="19"/>
                  </a:cubicBezTo>
                  <a:cubicBezTo>
                    <a:pt x="94" y="19"/>
                    <a:pt x="94" y="19"/>
                    <a:pt x="94" y="19"/>
                  </a:cubicBezTo>
                  <a:cubicBezTo>
                    <a:pt x="94" y="24"/>
                    <a:pt x="94" y="24"/>
                    <a:pt x="94" y="24"/>
                  </a:cubicBezTo>
                  <a:cubicBezTo>
                    <a:pt x="76" y="24"/>
                    <a:pt x="76" y="24"/>
                    <a:pt x="76" y="24"/>
                  </a:cubicBezTo>
                  <a:cubicBezTo>
                    <a:pt x="76" y="40"/>
                    <a:pt x="76" y="40"/>
                    <a:pt x="76" y="40"/>
                  </a:cubicBezTo>
                  <a:cubicBezTo>
                    <a:pt x="96" y="40"/>
                    <a:pt x="96" y="40"/>
                    <a:pt x="96" y="40"/>
                  </a:cubicBezTo>
                  <a:lnTo>
                    <a:pt x="96" y="45"/>
                  </a:lnTo>
                  <a:close/>
                  <a:moveTo>
                    <a:pt x="133" y="13"/>
                  </a:moveTo>
                  <a:cubicBezTo>
                    <a:pt x="133" y="18"/>
                    <a:pt x="132" y="21"/>
                    <a:pt x="129" y="24"/>
                  </a:cubicBezTo>
                  <a:cubicBezTo>
                    <a:pt x="126" y="26"/>
                    <a:pt x="121" y="27"/>
                    <a:pt x="116" y="27"/>
                  </a:cubicBezTo>
                  <a:cubicBezTo>
                    <a:pt x="111" y="27"/>
                    <a:pt x="111" y="27"/>
                    <a:pt x="111" y="27"/>
                  </a:cubicBezTo>
                  <a:cubicBezTo>
                    <a:pt x="111" y="45"/>
                    <a:pt x="111" y="45"/>
                    <a:pt x="111" y="45"/>
                  </a:cubicBezTo>
                  <a:cubicBezTo>
                    <a:pt x="105" y="45"/>
                    <a:pt x="105" y="45"/>
                    <a:pt x="105" y="45"/>
                  </a:cubicBezTo>
                  <a:cubicBezTo>
                    <a:pt x="105" y="1"/>
                    <a:pt x="105" y="1"/>
                    <a:pt x="105" y="1"/>
                  </a:cubicBezTo>
                  <a:cubicBezTo>
                    <a:pt x="117" y="1"/>
                    <a:pt x="117" y="1"/>
                    <a:pt x="117" y="1"/>
                  </a:cubicBezTo>
                  <a:cubicBezTo>
                    <a:pt x="128" y="1"/>
                    <a:pt x="133" y="5"/>
                    <a:pt x="133" y="13"/>
                  </a:cubicBezTo>
                  <a:close/>
                  <a:moveTo>
                    <a:pt x="111" y="23"/>
                  </a:moveTo>
                  <a:cubicBezTo>
                    <a:pt x="115" y="23"/>
                    <a:pt x="115" y="23"/>
                    <a:pt x="115" y="23"/>
                  </a:cubicBezTo>
                  <a:cubicBezTo>
                    <a:pt x="120" y="23"/>
                    <a:pt x="123" y="22"/>
                    <a:pt x="125" y="21"/>
                  </a:cubicBezTo>
                  <a:cubicBezTo>
                    <a:pt x="127" y="19"/>
                    <a:pt x="128" y="17"/>
                    <a:pt x="128" y="14"/>
                  </a:cubicBezTo>
                  <a:cubicBezTo>
                    <a:pt x="128" y="11"/>
                    <a:pt x="127" y="9"/>
                    <a:pt x="125" y="7"/>
                  </a:cubicBezTo>
                  <a:cubicBezTo>
                    <a:pt x="123" y="6"/>
                    <a:pt x="120" y="5"/>
                    <a:pt x="116" y="5"/>
                  </a:cubicBezTo>
                  <a:cubicBezTo>
                    <a:pt x="111" y="5"/>
                    <a:pt x="111" y="5"/>
                    <a:pt x="111" y="5"/>
                  </a:cubicBezTo>
                  <a:lnTo>
                    <a:pt x="111" y="23"/>
                  </a:lnTo>
                  <a:close/>
                  <a:moveTo>
                    <a:pt x="71" y="110"/>
                  </a:moveTo>
                  <a:cubicBezTo>
                    <a:pt x="71" y="128"/>
                    <a:pt x="68" y="141"/>
                    <a:pt x="63" y="149"/>
                  </a:cubicBezTo>
                  <a:cubicBezTo>
                    <a:pt x="57" y="158"/>
                    <a:pt x="48" y="162"/>
                    <a:pt x="37" y="162"/>
                  </a:cubicBezTo>
                  <a:cubicBezTo>
                    <a:pt x="25" y="162"/>
                    <a:pt x="17" y="158"/>
                    <a:pt x="11" y="149"/>
                  </a:cubicBezTo>
                  <a:cubicBezTo>
                    <a:pt x="5" y="140"/>
                    <a:pt x="2" y="127"/>
                    <a:pt x="2" y="110"/>
                  </a:cubicBezTo>
                  <a:cubicBezTo>
                    <a:pt x="2" y="92"/>
                    <a:pt x="5" y="79"/>
                    <a:pt x="11" y="71"/>
                  </a:cubicBezTo>
                  <a:cubicBezTo>
                    <a:pt x="17" y="62"/>
                    <a:pt x="25" y="58"/>
                    <a:pt x="37" y="58"/>
                  </a:cubicBezTo>
                  <a:cubicBezTo>
                    <a:pt x="48" y="58"/>
                    <a:pt x="56" y="63"/>
                    <a:pt x="62" y="71"/>
                  </a:cubicBezTo>
                  <a:cubicBezTo>
                    <a:pt x="68" y="80"/>
                    <a:pt x="71" y="93"/>
                    <a:pt x="71" y="110"/>
                  </a:cubicBezTo>
                  <a:close/>
                  <a:moveTo>
                    <a:pt x="19" y="110"/>
                  </a:moveTo>
                  <a:cubicBezTo>
                    <a:pt x="19" y="124"/>
                    <a:pt x="20" y="134"/>
                    <a:pt x="23" y="140"/>
                  </a:cubicBezTo>
                  <a:cubicBezTo>
                    <a:pt x="26" y="146"/>
                    <a:pt x="30" y="149"/>
                    <a:pt x="37" y="149"/>
                  </a:cubicBezTo>
                  <a:cubicBezTo>
                    <a:pt x="43" y="149"/>
                    <a:pt x="47" y="146"/>
                    <a:pt x="50" y="140"/>
                  </a:cubicBezTo>
                  <a:cubicBezTo>
                    <a:pt x="53" y="134"/>
                    <a:pt x="55" y="124"/>
                    <a:pt x="55" y="110"/>
                  </a:cubicBezTo>
                  <a:cubicBezTo>
                    <a:pt x="55" y="97"/>
                    <a:pt x="53" y="87"/>
                    <a:pt x="50" y="81"/>
                  </a:cubicBezTo>
                  <a:cubicBezTo>
                    <a:pt x="47" y="75"/>
                    <a:pt x="43" y="72"/>
                    <a:pt x="37" y="72"/>
                  </a:cubicBezTo>
                  <a:cubicBezTo>
                    <a:pt x="30" y="72"/>
                    <a:pt x="26" y="75"/>
                    <a:pt x="23" y="81"/>
                  </a:cubicBezTo>
                  <a:cubicBezTo>
                    <a:pt x="20" y="87"/>
                    <a:pt x="19" y="97"/>
                    <a:pt x="19" y="110"/>
                  </a:cubicBezTo>
                  <a:close/>
                  <a:moveTo>
                    <a:pt x="131" y="161"/>
                  </a:moveTo>
                  <a:cubicBezTo>
                    <a:pt x="115" y="161"/>
                    <a:pt x="115" y="161"/>
                    <a:pt x="115" y="161"/>
                  </a:cubicBezTo>
                  <a:cubicBezTo>
                    <a:pt x="115" y="96"/>
                    <a:pt x="115" y="96"/>
                    <a:pt x="115" y="96"/>
                  </a:cubicBezTo>
                  <a:cubicBezTo>
                    <a:pt x="115" y="88"/>
                    <a:pt x="115" y="82"/>
                    <a:pt x="115" y="77"/>
                  </a:cubicBezTo>
                  <a:cubicBezTo>
                    <a:pt x="114" y="78"/>
                    <a:pt x="113" y="79"/>
                    <a:pt x="111" y="81"/>
                  </a:cubicBezTo>
                  <a:cubicBezTo>
                    <a:pt x="110" y="82"/>
                    <a:pt x="105" y="86"/>
                    <a:pt x="96" y="93"/>
                  </a:cubicBezTo>
                  <a:cubicBezTo>
                    <a:pt x="88" y="83"/>
                    <a:pt x="88" y="83"/>
                    <a:pt x="88" y="83"/>
                  </a:cubicBezTo>
                  <a:cubicBezTo>
                    <a:pt x="117" y="60"/>
                    <a:pt x="117" y="60"/>
                    <a:pt x="117" y="60"/>
                  </a:cubicBezTo>
                  <a:cubicBezTo>
                    <a:pt x="131" y="60"/>
                    <a:pt x="131" y="60"/>
                    <a:pt x="131" y="60"/>
                  </a:cubicBezTo>
                  <a:lnTo>
                    <a:pt x="131"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97" name="Group 196">
            <a:extLst>
              <a:ext uri="{FF2B5EF4-FFF2-40B4-BE49-F238E27FC236}">
                <a16:creationId xmlns:a16="http://schemas.microsoft.com/office/drawing/2014/main" id="{38D69154-8EEC-482A-A4FD-306AF8EE11A6}"/>
              </a:ext>
            </a:extLst>
          </p:cNvPr>
          <p:cNvGrpSpPr/>
          <p:nvPr/>
        </p:nvGrpSpPr>
        <p:grpSpPr>
          <a:xfrm>
            <a:off x="4612815" y="3408506"/>
            <a:ext cx="1110916" cy="1041109"/>
            <a:chOff x="4843463" y="2909888"/>
            <a:chExt cx="884238" cy="828675"/>
          </a:xfrm>
        </p:grpSpPr>
        <p:sp>
          <p:nvSpPr>
            <p:cNvPr id="198" name="Freeform 188">
              <a:extLst>
                <a:ext uri="{FF2B5EF4-FFF2-40B4-BE49-F238E27FC236}">
                  <a16:creationId xmlns:a16="http://schemas.microsoft.com/office/drawing/2014/main" id="{B7160633-071E-494F-B01E-6F38AF561DF8}"/>
                </a:ext>
              </a:extLst>
            </p:cNvPr>
            <p:cNvSpPr>
              <a:spLocks/>
            </p:cNvSpPr>
            <p:nvPr/>
          </p:nvSpPr>
          <p:spPr bwMode="auto">
            <a:xfrm>
              <a:off x="4843463" y="2909888"/>
              <a:ext cx="884238" cy="828675"/>
            </a:xfrm>
            <a:custGeom>
              <a:avLst/>
              <a:gdLst>
                <a:gd name="T0" fmla="*/ 154 w 247"/>
                <a:gd name="T1" fmla="*/ 5 h 231"/>
                <a:gd name="T2" fmla="*/ 247 w 247"/>
                <a:gd name="T3" fmla="*/ 93 h 231"/>
                <a:gd name="T4" fmla="*/ 110 w 247"/>
                <a:gd name="T5" fmla="*/ 231 h 231"/>
                <a:gd name="T6" fmla="*/ 27 w 247"/>
                <a:gd name="T7" fmla="*/ 153 h 231"/>
                <a:gd name="T8" fmla="*/ 40 w 247"/>
                <a:gd name="T9" fmla="*/ 59 h 231"/>
                <a:gd name="T10" fmla="*/ 23 w 247"/>
                <a:gd name="T11" fmla="*/ 43 h 231"/>
                <a:gd name="T12" fmla="*/ 23 w 247"/>
                <a:gd name="T13" fmla="*/ 39 h 231"/>
                <a:gd name="T14" fmla="*/ 45 w 247"/>
                <a:gd name="T15" fmla="*/ 38 h 231"/>
                <a:gd name="T16" fmla="*/ 44 w 247"/>
                <a:gd name="T17" fmla="*/ 37 h 231"/>
                <a:gd name="T18" fmla="*/ 27 w 247"/>
                <a:gd name="T19" fmla="*/ 20 h 231"/>
                <a:gd name="T20" fmla="*/ 30 w 247"/>
                <a:gd name="T21" fmla="*/ 2 h 231"/>
                <a:gd name="T22" fmla="*/ 49 w 247"/>
                <a:gd name="T23" fmla="*/ 2 h 231"/>
                <a:gd name="T24" fmla="*/ 68 w 247"/>
                <a:gd name="T25" fmla="*/ 21 h 231"/>
                <a:gd name="T26" fmla="*/ 68 w 247"/>
                <a:gd name="T27" fmla="*/ 18 h 231"/>
                <a:gd name="T28" fmla="*/ 54 w 247"/>
                <a:gd name="T29" fmla="*/ 5 h 231"/>
                <a:gd name="T30" fmla="*/ 54 w 247"/>
                <a:gd name="T31" fmla="*/ 1 h 231"/>
                <a:gd name="T32" fmla="*/ 87 w 247"/>
                <a:gd name="T33" fmla="*/ 1 h 231"/>
                <a:gd name="T34" fmla="*/ 94 w 247"/>
                <a:gd name="T35" fmla="*/ 8 h 231"/>
                <a:gd name="T36" fmla="*/ 94 w 247"/>
                <a:gd name="T37" fmla="*/ 1 h 231"/>
                <a:gd name="T38" fmla="*/ 118 w 247"/>
                <a:gd name="T39" fmla="*/ 1 h 231"/>
                <a:gd name="T40" fmla="*/ 129 w 247"/>
                <a:gd name="T41" fmla="*/ 11 h 231"/>
                <a:gd name="T42" fmla="*/ 129 w 247"/>
                <a:gd name="T43" fmla="*/ 1 h 231"/>
                <a:gd name="T44" fmla="*/ 154 w 247"/>
                <a:gd name="T45"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7" h="231">
                  <a:moveTo>
                    <a:pt x="154" y="5"/>
                  </a:moveTo>
                  <a:cubicBezTo>
                    <a:pt x="247" y="93"/>
                    <a:pt x="247" y="93"/>
                    <a:pt x="247" y="93"/>
                  </a:cubicBezTo>
                  <a:cubicBezTo>
                    <a:pt x="110" y="231"/>
                    <a:pt x="110" y="231"/>
                    <a:pt x="110" y="231"/>
                  </a:cubicBezTo>
                  <a:cubicBezTo>
                    <a:pt x="27" y="153"/>
                    <a:pt x="27" y="153"/>
                    <a:pt x="27" y="153"/>
                  </a:cubicBezTo>
                  <a:cubicBezTo>
                    <a:pt x="27" y="153"/>
                    <a:pt x="0" y="84"/>
                    <a:pt x="40" y="59"/>
                  </a:cubicBezTo>
                  <a:cubicBezTo>
                    <a:pt x="27" y="46"/>
                    <a:pt x="23" y="43"/>
                    <a:pt x="23" y="43"/>
                  </a:cubicBezTo>
                  <a:cubicBezTo>
                    <a:pt x="23" y="39"/>
                    <a:pt x="23" y="39"/>
                    <a:pt x="23" y="39"/>
                  </a:cubicBezTo>
                  <a:cubicBezTo>
                    <a:pt x="23" y="39"/>
                    <a:pt x="38" y="45"/>
                    <a:pt x="45" y="38"/>
                  </a:cubicBezTo>
                  <a:cubicBezTo>
                    <a:pt x="44" y="37"/>
                    <a:pt x="44" y="37"/>
                    <a:pt x="44" y="37"/>
                  </a:cubicBezTo>
                  <a:cubicBezTo>
                    <a:pt x="27" y="20"/>
                    <a:pt x="27" y="20"/>
                    <a:pt x="27" y="20"/>
                  </a:cubicBezTo>
                  <a:cubicBezTo>
                    <a:pt x="27" y="20"/>
                    <a:pt x="20" y="8"/>
                    <a:pt x="30" y="2"/>
                  </a:cubicBezTo>
                  <a:cubicBezTo>
                    <a:pt x="34" y="1"/>
                    <a:pt x="41" y="0"/>
                    <a:pt x="49" y="2"/>
                  </a:cubicBezTo>
                  <a:cubicBezTo>
                    <a:pt x="54" y="8"/>
                    <a:pt x="68" y="21"/>
                    <a:pt x="68" y="21"/>
                  </a:cubicBezTo>
                  <a:cubicBezTo>
                    <a:pt x="68" y="18"/>
                    <a:pt x="68" y="18"/>
                    <a:pt x="68" y="18"/>
                  </a:cubicBezTo>
                  <a:cubicBezTo>
                    <a:pt x="54" y="5"/>
                    <a:pt x="54" y="5"/>
                    <a:pt x="54" y="5"/>
                  </a:cubicBezTo>
                  <a:cubicBezTo>
                    <a:pt x="54" y="1"/>
                    <a:pt x="54" y="1"/>
                    <a:pt x="54" y="1"/>
                  </a:cubicBezTo>
                  <a:cubicBezTo>
                    <a:pt x="87" y="1"/>
                    <a:pt x="87" y="1"/>
                    <a:pt x="87" y="1"/>
                  </a:cubicBezTo>
                  <a:cubicBezTo>
                    <a:pt x="94" y="8"/>
                    <a:pt x="94" y="8"/>
                    <a:pt x="94" y="8"/>
                  </a:cubicBezTo>
                  <a:cubicBezTo>
                    <a:pt x="94" y="1"/>
                    <a:pt x="94" y="1"/>
                    <a:pt x="94" y="1"/>
                  </a:cubicBezTo>
                  <a:cubicBezTo>
                    <a:pt x="118" y="1"/>
                    <a:pt x="118" y="1"/>
                    <a:pt x="118" y="1"/>
                  </a:cubicBezTo>
                  <a:cubicBezTo>
                    <a:pt x="129" y="11"/>
                    <a:pt x="129" y="11"/>
                    <a:pt x="129" y="11"/>
                  </a:cubicBezTo>
                  <a:cubicBezTo>
                    <a:pt x="129" y="1"/>
                    <a:pt x="129" y="1"/>
                    <a:pt x="129" y="1"/>
                  </a:cubicBezTo>
                  <a:lnTo>
                    <a:pt x="154" y="5"/>
                  </a:lnTo>
                  <a:close/>
                </a:path>
              </a:pathLst>
            </a:custGeom>
            <a:gradFill flip="none" rotWithShape="1">
              <a:gsLst>
                <a:gs pos="22000">
                  <a:schemeClr val="accent1">
                    <a:lumMod val="50000"/>
                  </a:schemeClr>
                </a:gs>
                <a:gs pos="78000">
                  <a:schemeClr val="accent1">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9" name="Freeform 189">
              <a:extLst>
                <a:ext uri="{FF2B5EF4-FFF2-40B4-BE49-F238E27FC236}">
                  <a16:creationId xmlns:a16="http://schemas.microsoft.com/office/drawing/2014/main" id="{F7D027CA-C867-4B88-B188-62F15D835C2D}"/>
                </a:ext>
              </a:extLst>
            </p:cNvPr>
            <p:cNvSpPr>
              <a:spLocks noEditPoints="1"/>
            </p:cNvSpPr>
            <p:nvPr/>
          </p:nvSpPr>
          <p:spPr bwMode="auto">
            <a:xfrm>
              <a:off x="4897438" y="2909888"/>
              <a:ext cx="533400" cy="582613"/>
            </a:xfrm>
            <a:custGeom>
              <a:avLst/>
              <a:gdLst>
                <a:gd name="T0" fmla="*/ 31 w 149"/>
                <a:gd name="T1" fmla="*/ 42 h 162"/>
                <a:gd name="T2" fmla="*/ 8 w 149"/>
                <a:gd name="T3" fmla="*/ 43 h 162"/>
                <a:gd name="T4" fmla="*/ 14 w 149"/>
                <a:gd name="T5" fmla="*/ 40 h 162"/>
                <a:gd name="T6" fmla="*/ 28 w 149"/>
                <a:gd name="T7" fmla="*/ 39 h 162"/>
                <a:gd name="T8" fmla="*/ 29 w 149"/>
                <a:gd name="T9" fmla="*/ 30 h 162"/>
                <a:gd name="T10" fmla="*/ 20 w 149"/>
                <a:gd name="T11" fmla="*/ 24 h 162"/>
                <a:gd name="T12" fmla="*/ 8 w 149"/>
                <a:gd name="T13" fmla="*/ 11 h 162"/>
                <a:gd name="T14" fmla="*/ 22 w 149"/>
                <a:gd name="T15" fmla="*/ 0 h 162"/>
                <a:gd name="T16" fmla="*/ 33 w 149"/>
                <a:gd name="T17" fmla="*/ 7 h 162"/>
                <a:gd name="T18" fmla="*/ 16 w 149"/>
                <a:gd name="T19" fmla="*/ 6 h 162"/>
                <a:gd name="T20" fmla="*/ 14 w 149"/>
                <a:gd name="T21" fmla="*/ 15 h 162"/>
                <a:gd name="T22" fmla="*/ 23 w 149"/>
                <a:gd name="T23" fmla="*/ 20 h 162"/>
                <a:gd name="T24" fmla="*/ 36 w 149"/>
                <a:gd name="T25" fmla="*/ 33 h 162"/>
                <a:gd name="T26" fmla="*/ 53 w 149"/>
                <a:gd name="T27" fmla="*/ 45 h 162"/>
                <a:gd name="T28" fmla="*/ 39 w 149"/>
                <a:gd name="T29" fmla="*/ 5 h 162"/>
                <a:gd name="T30" fmla="*/ 72 w 149"/>
                <a:gd name="T31" fmla="*/ 1 h 162"/>
                <a:gd name="T32" fmla="*/ 58 w 149"/>
                <a:gd name="T33" fmla="*/ 5 h 162"/>
                <a:gd name="T34" fmla="*/ 103 w 149"/>
                <a:gd name="T35" fmla="*/ 45 h 162"/>
                <a:gd name="T36" fmla="*/ 79 w 149"/>
                <a:gd name="T37" fmla="*/ 1 h 162"/>
                <a:gd name="T38" fmla="*/ 103 w 149"/>
                <a:gd name="T39" fmla="*/ 5 h 162"/>
                <a:gd name="T40" fmla="*/ 84 w 149"/>
                <a:gd name="T41" fmla="*/ 19 h 162"/>
                <a:gd name="T42" fmla="*/ 102 w 149"/>
                <a:gd name="T43" fmla="*/ 24 h 162"/>
                <a:gd name="T44" fmla="*/ 84 w 149"/>
                <a:gd name="T45" fmla="*/ 40 h 162"/>
                <a:gd name="T46" fmla="*/ 103 w 149"/>
                <a:gd name="T47" fmla="*/ 45 h 162"/>
                <a:gd name="T48" fmla="*/ 137 w 149"/>
                <a:gd name="T49" fmla="*/ 24 h 162"/>
                <a:gd name="T50" fmla="*/ 118 w 149"/>
                <a:gd name="T51" fmla="*/ 27 h 162"/>
                <a:gd name="T52" fmla="*/ 113 w 149"/>
                <a:gd name="T53" fmla="*/ 45 h 162"/>
                <a:gd name="T54" fmla="*/ 125 w 149"/>
                <a:gd name="T55" fmla="*/ 1 h 162"/>
                <a:gd name="T56" fmla="*/ 118 w 149"/>
                <a:gd name="T57" fmla="*/ 23 h 162"/>
                <a:gd name="T58" fmla="*/ 133 w 149"/>
                <a:gd name="T59" fmla="*/ 21 h 162"/>
                <a:gd name="T60" fmla="*/ 133 w 149"/>
                <a:gd name="T61" fmla="*/ 7 h 162"/>
                <a:gd name="T62" fmla="*/ 118 w 149"/>
                <a:gd name="T63" fmla="*/ 5 h 162"/>
                <a:gd name="T64" fmla="*/ 68 w 149"/>
                <a:gd name="T65" fmla="*/ 110 h 162"/>
                <a:gd name="T66" fmla="*/ 34 w 149"/>
                <a:gd name="T67" fmla="*/ 162 h 162"/>
                <a:gd name="T68" fmla="*/ 0 w 149"/>
                <a:gd name="T69" fmla="*/ 110 h 162"/>
                <a:gd name="T70" fmla="*/ 34 w 149"/>
                <a:gd name="T71" fmla="*/ 58 h 162"/>
                <a:gd name="T72" fmla="*/ 68 w 149"/>
                <a:gd name="T73" fmla="*/ 110 h 162"/>
                <a:gd name="T74" fmla="*/ 21 w 149"/>
                <a:gd name="T75" fmla="*/ 140 h 162"/>
                <a:gd name="T76" fmla="*/ 48 w 149"/>
                <a:gd name="T77" fmla="*/ 140 h 162"/>
                <a:gd name="T78" fmla="*/ 48 w 149"/>
                <a:gd name="T79" fmla="*/ 81 h 162"/>
                <a:gd name="T80" fmla="*/ 21 w 149"/>
                <a:gd name="T81" fmla="*/ 81 h 162"/>
                <a:gd name="T82" fmla="*/ 149 w 149"/>
                <a:gd name="T83" fmla="*/ 161 h 162"/>
                <a:gd name="T84" fmla="*/ 81 w 149"/>
                <a:gd name="T85" fmla="*/ 148 h 162"/>
                <a:gd name="T86" fmla="*/ 122 w 149"/>
                <a:gd name="T87" fmla="*/ 106 h 162"/>
                <a:gd name="T88" fmla="*/ 129 w 149"/>
                <a:gd name="T89" fmla="*/ 87 h 162"/>
                <a:gd name="T90" fmla="*/ 114 w 149"/>
                <a:gd name="T91" fmla="*/ 72 h 162"/>
                <a:gd name="T92" fmla="*/ 90 w 149"/>
                <a:gd name="T93" fmla="*/ 82 h 162"/>
                <a:gd name="T94" fmla="*/ 98 w 149"/>
                <a:gd name="T95" fmla="*/ 61 h 162"/>
                <a:gd name="T96" fmla="*/ 137 w 149"/>
                <a:gd name="T97" fmla="*/ 66 h 162"/>
                <a:gd name="T98" fmla="*/ 143 w 149"/>
                <a:gd name="T99" fmla="*/ 98 h 162"/>
                <a:gd name="T100" fmla="*/ 119 w 149"/>
                <a:gd name="T101" fmla="*/ 129 h 162"/>
                <a:gd name="T102" fmla="*/ 101 w 149"/>
                <a:gd name="T103" fmla="*/ 146 h 162"/>
                <a:gd name="T104" fmla="*/ 149 w 149"/>
                <a:gd name="T105"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162">
                  <a:moveTo>
                    <a:pt x="36" y="33"/>
                  </a:moveTo>
                  <a:cubicBezTo>
                    <a:pt x="36" y="37"/>
                    <a:pt x="34" y="40"/>
                    <a:pt x="31" y="42"/>
                  </a:cubicBezTo>
                  <a:cubicBezTo>
                    <a:pt x="29" y="44"/>
                    <a:pt x="25" y="45"/>
                    <a:pt x="20" y="45"/>
                  </a:cubicBezTo>
                  <a:cubicBezTo>
                    <a:pt x="15" y="45"/>
                    <a:pt x="11" y="45"/>
                    <a:pt x="8" y="43"/>
                  </a:cubicBezTo>
                  <a:cubicBezTo>
                    <a:pt x="8" y="38"/>
                    <a:pt x="8" y="38"/>
                    <a:pt x="8" y="38"/>
                  </a:cubicBezTo>
                  <a:cubicBezTo>
                    <a:pt x="10" y="39"/>
                    <a:pt x="11" y="40"/>
                    <a:pt x="14" y="40"/>
                  </a:cubicBezTo>
                  <a:cubicBezTo>
                    <a:pt x="16" y="41"/>
                    <a:pt x="18" y="41"/>
                    <a:pt x="20" y="41"/>
                  </a:cubicBezTo>
                  <a:cubicBezTo>
                    <a:pt x="23" y="41"/>
                    <a:pt x="26" y="40"/>
                    <a:pt x="28" y="39"/>
                  </a:cubicBezTo>
                  <a:cubicBezTo>
                    <a:pt x="29" y="38"/>
                    <a:pt x="30" y="36"/>
                    <a:pt x="30" y="33"/>
                  </a:cubicBezTo>
                  <a:cubicBezTo>
                    <a:pt x="30" y="32"/>
                    <a:pt x="30" y="31"/>
                    <a:pt x="29" y="30"/>
                  </a:cubicBezTo>
                  <a:cubicBezTo>
                    <a:pt x="29" y="29"/>
                    <a:pt x="28" y="28"/>
                    <a:pt x="26" y="27"/>
                  </a:cubicBezTo>
                  <a:cubicBezTo>
                    <a:pt x="25" y="26"/>
                    <a:pt x="23" y="25"/>
                    <a:pt x="20" y="24"/>
                  </a:cubicBezTo>
                  <a:cubicBezTo>
                    <a:pt x="16" y="23"/>
                    <a:pt x="13" y="21"/>
                    <a:pt x="11" y="19"/>
                  </a:cubicBezTo>
                  <a:cubicBezTo>
                    <a:pt x="9" y="17"/>
                    <a:pt x="8" y="14"/>
                    <a:pt x="8" y="11"/>
                  </a:cubicBezTo>
                  <a:cubicBezTo>
                    <a:pt x="8" y="8"/>
                    <a:pt x="10" y="5"/>
                    <a:pt x="12" y="3"/>
                  </a:cubicBezTo>
                  <a:cubicBezTo>
                    <a:pt x="15" y="1"/>
                    <a:pt x="18" y="0"/>
                    <a:pt x="22" y="0"/>
                  </a:cubicBezTo>
                  <a:cubicBezTo>
                    <a:pt x="27" y="0"/>
                    <a:pt x="31" y="1"/>
                    <a:pt x="34" y="2"/>
                  </a:cubicBezTo>
                  <a:cubicBezTo>
                    <a:pt x="33" y="7"/>
                    <a:pt x="33" y="7"/>
                    <a:pt x="33" y="7"/>
                  </a:cubicBezTo>
                  <a:cubicBezTo>
                    <a:pt x="29" y="5"/>
                    <a:pt x="26" y="4"/>
                    <a:pt x="22" y="4"/>
                  </a:cubicBezTo>
                  <a:cubicBezTo>
                    <a:pt x="19" y="4"/>
                    <a:pt x="17" y="5"/>
                    <a:pt x="16" y="6"/>
                  </a:cubicBezTo>
                  <a:cubicBezTo>
                    <a:pt x="14" y="7"/>
                    <a:pt x="14" y="9"/>
                    <a:pt x="14" y="11"/>
                  </a:cubicBezTo>
                  <a:cubicBezTo>
                    <a:pt x="14" y="13"/>
                    <a:pt x="14" y="14"/>
                    <a:pt x="14" y="15"/>
                  </a:cubicBezTo>
                  <a:cubicBezTo>
                    <a:pt x="15" y="16"/>
                    <a:pt x="16" y="17"/>
                    <a:pt x="17" y="18"/>
                  </a:cubicBezTo>
                  <a:cubicBezTo>
                    <a:pt x="19" y="18"/>
                    <a:pt x="21" y="19"/>
                    <a:pt x="23" y="20"/>
                  </a:cubicBezTo>
                  <a:cubicBezTo>
                    <a:pt x="28" y="22"/>
                    <a:pt x="31" y="24"/>
                    <a:pt x="33" y="26"/>
                  </a:cubicBezTo>
                  <a:cubicBezTo>
                    <a:pt x="35" y="28"/>
                    <a:pt x="36" y="30"/>
                    <a:pt x="36"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3"/>
                  </a:moveTo>
                  <a:cubicBezTo>
                    <a:pt x="141" y="18"/>
                    <a:pt x="140" y="21"/>
                    <a:pt x="137" y="24"/>
                  </a:cubicBezTo>
                  <a:cubicBezTo>
                    <a:pt x="134"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5" y="1"/>
                    <a:pt x="125" y="1"/>
                    <a:pt x="125" y="1"/>
                  </a:cubicBezTo>
                  <a:cubicBezTo>
                    <a:pt x="136" y="1"/>
                    <a:pt x="141" y="5"/>
                    <a:pt x="141" y="13"/>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8" y="110"/>
                  </a:moveTo>
                  <a:cubicBezTo>
                    <a:pt x="68" y="128"/>
                    <a:pt x="66" y="141"/>
                    <a:pt x="60" y="149"/>
                  </a:cubicBezTo>
                  <a:cubicBezTo>
                    <a:pt x="54" y="158"/>
                    <a:pt x="46" y="162"/>
                    <a:pt x="34" y="162"/>
                  </a:cubicBezTo>
                  <a:cubicBezTo>
                    <a:pt x="23" y="162"/>
                    <a:pt x="14" y="158"/>
                    <a:pt x="9" y="149"/>
                  </a:cubicBezTo>
                  <a:cubicBezTo>
                    <a:pt x="3" y="140"/>
                    <a:pt x="0" y="127"/>
                    <a:pt x="0" y="110"/>
                  </a:cubicBezTo>
                  <a:cubicBezTo>
                    <a:pt x="0" y="93"/>
                    <a:pt x="3" y="79"/>
                    <a:pt x="8" y="71"/>
                  </a:cubicBezTo>
                  <a:cubicBezTo>
                    <a:pt x="14" y="62"/>
                    <a:pt x="23" y="58"/>
                    <a:pt x="34" y="58"/>
                  </a:cubicBezTo>
                  <a:cubicBezTo>
                    <a:pt x="45" y="58"/>
                    <a:pt x="54" y="63"/>
                    <a:pt x="60" y="71"/>
                  </a:cubicBezTo>
                  <a:cubicBezTo>
                    <a:pt x="65" y="80"/>
                    <a:pt x="68" y="93"/>
                    <a:pt x="68" y="110"/>
                  </a:cubicBezTo>
                  <a:close/>
                  <a:moveTo>
                    <a:pt x="16" y="110"/>
                  </a:moveTo>
                  <a:cubicBezTo>
                    <a:pt x="16" y="124"/>
                    <a:pt x="18" y="134"/>
                    <a:pt x="21" y="140"/>
                  </a:cubicBezTo>
                  <a:cubicBezTo>
                    <a:pt x="23" y="146"/>
                    <a:pt x="28" y="149"/>
                    <a:pt x="34" y="149"/>
                  </a:cubicBezTo>
                  <a:cubicBezTo>
                    <a:pt x="40" y="149"/>
                    <a:pt x="45" y="146"/>
                    <a:pt x="48" y="140"/>
                  </a:cubicBezTo>
                  <a:cubicBezTo>
                    <a:pt x="51" y="134"/>
                    <a:pt x="52" y="124"/>
                    <a:pt x="52" y="110"/>
                  </a:cubicBezTo>
                  <a:cubicBezTo>
                    <a:pt x="52" y="97"/>
                    <a:pt x="51" y="87"/>
                    <a:pt x="48" y="81"/>
                  </a:cubicBezTo>
                  <a:cubicBezTo>
                    <a:pt x="45" y="75"/>
                    <a:pt x="40" y="72"/>
                    <a:pt x="34" y="72"/>
                  </a:cubicBezTo>
                  <a:cubicBezTo>
                    <a:pt x="28" y="72"/>
                    <a:pt x="23" y="75"/>
                    <a:pt x="21" y="81"/>
                  </a:cubicBezTo>
                  <a:cubicBezTo>
                    <a:pt x="18" y="87"/>
                    <a:pt x="16" y="96"/>
                    <a:pt x="16" y="110"/>
                  </a:cubicBezTo>
                  <a:close/>
                  <a:moveTo>
                    <a:pt x="149" y="161"/>
                  </a:moveTo>
                  <a:cubicBezTo>
                    <a:pt x="81" y="161"/>
                    <a:pt x="81" y="161"/>
                    <a:pt x="81" y="161"/>
                  </a:cubicBezTo>
                  <a:cubicBezTo>
                    <a:pt x="81" y="148"/>
                    <a:pt x="81" y="148"/>
                    <a:pt x="81" y="148"/>
                  </a:cubicBezTo>
                  <a:cubicBezTo>
                    <a:pt x="107" y="122"/>
                    <a:pt x="107" y="122"/>
                    <a:pt x="107" y="122"/>
                  </a:cubicBezTo>
                  <a:cubicBezTo>
                    <a:pt x="114" y="114"/>
                    <a:pt x="119" y="109"/>
                    <a:pt x="122" y="106"/>
                  </a:cubicBezTo>
                  <a:cubicBezTo>
                    <a:pt x="124" y="102"/>
                    <a:pt x="126" y="99"/>
                    <a:pt x="127" y="96"/>
                  </a:cubicBezTo>
                  <a:cubicBezTo>
                    <a:pt x="129" y="93"/>
                    <a:pt x="129" y="90"/>
                    <a:pt x="129" y="87"/>
                  </a:cubicBezTo>
                  <a:cubicBezTo>
                    <a:pt x="129" y="82"/>
                    <a:pt x="128" y="79"/>
                    <a:pt x="125" y="76"/>
                  </a:cubicBezTo>
                  <a:cubicBezTo>
                    <a:pt x="122" y="74"/>
                    <a:pt x="119" y="72"/>
                    <a:pt x="114" y="72"/>
                  </a:cubicBezTo>
                  <a:cubicBezTo>
                    <a:pt x="110" y="72"/>
                    <a:pt x="106" y="73"/>
                    <a:pt x="103" y="74"/>
                  </a:cubicBezTo>
                  <a:cubicBezTo>
                    <a:pt x="99" y="76"/>
                    <a:pt x="95" y="78"/>
                    <a:pt x="90" y="82"/>
                  </a:cubicBezTo>
                  <a:cubicBezTo>
                    <a:pt x="81" y="71"/>
                    <a:pt x="81" y="71"/>
                    <a:pt x="81" y="71"/>
                  </a:cubicBezTo>
                  <a:cubicBezTo>
                    <a:pt x="87" y="67"/>
                    <a:pt x="92" y="63"/>
                    <a:pt x="98" y="61"/>
                  </a:cubicBezTo>
                  <a:cubicBezTo>
                    <a:pt x="103" y="59"/>
                    <a:pt x="108" y="58"/>
                    <a:pt x="114" y="58"/>
                  </a:cubicBezTo>
                  <a:cubicBezTo>
                    <a:pt x="124" y="58"/>
                    <a:pt x="131" y="61"/>
                    <a:pt x="137" y="66"/>
                  </a:cubicBezTo>
                  <a:cubicBezTo>
                    <a:pt x="143" y="71"/>
                    <a:pt x="146" y="77"/>
                    <a:pt x="146" y="85"/>
                  </a:cubicBezTo>
                  <a:cubicBezTo>
                    <a:pt x="146" y="90"/>
                    <a:pt x="145" y="94"/>
                    <a:pt x="143" y="98"/>
                  </a:cubicBezTo>
                  <a:cubicBezTo>
                    <a:pt x="141" y="103"/>
                    <a:pt x="139" y="107"/>
                    <a:pt x="135" y="111"/>
                  </a:cubicBezTo>
                  <a:cubicBezTo>
                    <a:pt x="132" y="115"/>
                    <a:pt x="127" y="121"/>
                    <a:pt x="119" y="129"/>
                  </a:cubicBezTo>
                  <a:cubicBezTo>
                    <a:pt x="101" y="146"/>
                    <a:pt x="101" y="146"/>
                    <a:pt x="101" y="146"/>
                  </a:cubicBezTo>
                  <a:cubicBezTo>
                    <a:pt x="101" y="146"/>
                    <a:pt x="101" y="146"/>
                    <a:pt x="101" y="146"/>
                  </a:cubicBezTo>
                  <a:cubicBezTo>
                    <a:pt x="149" y="146"/>
                    <a:pt x="149" y="146"/>
                    <a:pt x="149" y="146"/>
                  </a:cubicBezTo>
                  <a:lnTo>
                    <a:pt x="149"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00" name="Group 199">
            <a:extLst>
              <a:ext uri="{FF2B5EF4-FFF2-40B4-BE49-F238E27FC236}">
                <a16:creationId xmlns:a16="http://schemas.microsoft.com/office/drawing/2014/main" id="{A36826F5-D06D-4E74-9783-29109E1D6AB2}"/>
              </a:ext>
            </a:extLst>
          </p:cNvPr>
          <p:cNvGrpSpPr/>
          <p:nvPr/>
        </p:nvGrpSpPr>
        <p:grpSpPr>
          <a:xfrm>
            <a:off x="8207289" y="1498562"/>
            <a:ext cx="1092966" cy="1037121"/>
            <a:chOff x="8605838" y="2909888"/>
            <a:chExt cx="869950" cy="825500"/>
          </a:xfrm>
        </p:grpSpPr>
        <p:sp>
          <p:nvSpPr>
            <p:cNvPr id="201" name="Freeform 190">
              <a:extLst>
                <a:ext uri="{FF2B5EF4-FFF2-40B4-BE49-F238E27FC236}">
                  <a16:creationId xmlns:a16="http://schemas.microsoft.com/office/drawing/2014/main" id="{9E2B0EA8-E6C0-4169-AD19-27497558A580}"/>
                </a:ext>
              </a:extLst>
            </p:cNvPr>
            <p:cNvSpPr>
              <a:spLocks/>
            </p:cNvSpPr>
            <p:nvPr/>
          </p:nvSpPr>
          <p:spPr bwMode="auto">
            <a:xfrm>
              <a:off x="8605838" y="2909888"/>
              <a:ext cx="869950" cy="825500"/>
            </a:xfrm>
            <a:custGeom>
              <a:avLst/>
              <a:gdLst>
                <a:gd name="T0" fmla="*/ 154 w 243"/>
                <a:gd name="T1" fmla="*/ 5 h 230"/>
                <a:gd name="T2" fmla="*/ 243 w 243"/>
                <a:gd name="T3" fmla="*/ 92 h 230"/>
                <a:gd name="T4" fmla="*/ 104 w 243"/>
                <a:gd name="T5" fmla="*/ 230 h 230"/>
                <a:gd name="T6" fmla="*/ 25 w 243"/>
                <a:gd name="T7" fmla="*/ 152 h 230"/>
                <a:gd name="T8" fmla="*/ 41 w 243"/>
                <a:gd name="T9" fmla="*/ 60 h 230"/>
                <a:gd name="T10" fmla="*/ 40 w 243"/>
                <a:gd name="T11" fmla="*/ 59 h 230"/>
                <a:gd name="T12" fmla="*/ 24 w 243"/>
                <a:gd name="T13" fmla="*/ 43 h 230"/>
                <a:gd name="T14" fmla="*/ 24 w 243"/>
                <a:gd name="T15" fmla="*/ 40 h 230"/>
                <a:gd name="T16" fmla="*/ 46 w 243"/>
                <a:gd name="T17" fmla="*/ 38 h 230"/>
                <a:gd name="T18" fmla="*/ 27 w 243"/>
                <a:gd name="T19" fmla="*/ 20 h 230"/>
                <a:gd name="T20" fmla="*/ 33 w 243"/>
                <a:gd name="T21" fmla="*/ 2 h 230"/>
                <a:gd name="T22" fmla="*/ 50 w 243"/>
                <a:gd name="T23" fmla="*/ 2 h 230"/>
                <a:gd name="T24" fmla="*/ 69 w 243"/>
                <a:gd name="T25" fmla="*/ 21 h 230"/>
                <a:gd name="T26" fmla="*/ 69 w 243"/>
                <a:gd name="T27" fmla="*/ 19 h 230"/>
                <a:gd name="T28" fmla="*/ 55 w 243"/>
                <a:gd name="T29" fmla="*/ 5 h 230"/>
                <a:gd name="T30" fmla="*/ 55 w 243"/>
                <a:gd name="T31" fmla="*/ 1 h 230"/>
                <a:gd name="T32" fmla="*/ 88 w 243"/>
                <a:gd name="T33" fmla="*/ 1 h 230"/>
                <a:gd name="T34" fmla="*/ 95 w 243"/>
                <a:gd name="T35" fmla="*/ 7 h 230"/>
                <a:gd name="T36" fmla="*/ 95 w 243"/>
                <a:gd name="T37" fmla="*/ 1 h 230"/>
                <a:gd name="T38" fmla="*/ 119 w 243"/>
                <a:gd name="T39" fmla="*/ 1 h 230"/>
                <a:gd name="T40" fmla="*/ 129 w 243"/>
                <a:gd name="T41" fmla="*/ 10 h 230"/>
                <a:gd name="T42" fmla="*/ 129 w 243"/>
                <a:gd name="T43" fmla="*/ 2 h 230"/>
                <a:gd name="T44" fmla="*/ 154 w 243"/>
                <a:gd name="T45" fmla="*/ 5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3" h="230">
                  <a:moveTo>
                    <a:pt x="154" y="5"/>
                  </a:moveTo>
                  <a:cubicBezTo>
                    <a:pt x="243" y="92"/>
                    <a:pt x="243" y="92"/>
                    <a:pt x="243" y="92"/>
                  </a:cubicBezTo>
                  <a:cubicBezTo>
                    <a:pt x="104" y="230"/>
                    <a:pt x="104" y="230"/>
                    <a:pt x="104" y="230"/>
                  </a:cubicBezTo>
                  <a:cubicBezTo>
                    <a:pt x="25" y="152"/>
                    <a:pt x="25" y="152"/>
                    <a:pt x="25" y="152"/>
                  </a:cubicBezTo>
                  <a:cubicBezTo>
                    <a:pt x="25" y="152"/>
                    <a:pt x="0" y="78"/>
                    <a:pt x="41" y="60"/>
                  </a:cubicBezTo>
                  <a:cubicBezTo>
                    <a:pt x="40" y="59"/>
                    <a:pt x="40" y="59"/>
                    <a:pt x="40" y="59"/>
                  </a:cubicBezTo>
                  <a:cubicBezTo>
                    <a:pt x="24" y="43"/>
                    <a:pt x="24" y="43"/>
                    <a:pt x="24" y="43"/>
                  </a:cubicBezTo>
                  <a:cubicBezTo>
                    <a:pt x="24" y="40"/>
                    <a:pt x="24" y="40"/>
                    <a:pt x="24" y="40"/>
                  </a:cubicBezTo>
                  <a:cubicBezTo>
                    <a:pt x="24" y="40"/>
                    <a:pt x="39" y="46"/>
                    <a:pt x="46" y="38"/>
                  </a:cubicBezTo>
                  <a:cubicBezTo>
                    <a:pt x="27" y="20"/>
                    <a:pt x="27" y="20"/>
                    <a:pt x="27" y="20"/>
                  </a:cubicBezTo>
                  <a:cubicBezTo>
                    <a:pt x="27" y="20"/>
                    <a:pt x="23" y="4"/>
                    <a:pt x="33" y="2"/>
                  </a:cubicBezTo>
                  <a:cubicBezTo>
                    <a:pt x="40" y="1"/>
                    <a:pt x="50" y="2"/>
                    <a:pt x="50" y="2"/>
                  </a:cubicBezTo>
                  <a:cubicBezTo>
                    <a:pt x="69" y="21"/>
                    <a:pt x="69" y="21"/>
                    <a:pt x="69" y="21"/>
                  </a:cubicBezTo>
                  <a:cubicBezTo>
                    <a:pt x="69" y="19"/>
                    <a:pt x="69" y="19"/>
                    <a:pt x="69" y="19"/>
                  </a:cubicBezTo>
                  <a:cubicBezTo>
                    <a:pt x="55" y="5"/>
                    <a:pt x="55" y="5"/>
                    <a:pt x="55" y="5"/>
                  </a:cubicBezTo>
                  <a:cubicBezTo>
                    <a:pt x="55" y="1"/>
                    <a:pt x="55" y="1"/>
                    <a:pt x="55" y="1"/>
                  </a:cubicBezTo>
                  <a:cubicBezTo>
                    <a:pt x="88" y="1"/>
                    <a:pt x="88" y="1"/>
                    <a:pt x="88" y="1"/>
                  </a:cubicBezTo>
                  <a:cubicBezTo>
                    <a:pt x="95" y="7"/>
                    <a:pt x="95" y="7"/>
                    <a:pt x="95" y="7"/>
                  </a:cubicBezTo>
                  <a:cubicBezTo>
                    <a:pt x="95" y="1"/>
                    <a:pt x="95" y="1"/>
                    <a:pt x="95" y="1"/>
                  </a:cubicBezTo>
                  <a:cubicBezTo>
                    <a:pt x="119" y="1"/>
                    <a:pt x="119" y="1"/>
                    <a:pt x="119" y="1"/>
                  </a:cubicBezTo>
                  <a:cubicBezTo>
                    <a:pt x="129" y="10"/>
                    <a:pt x="129" y="10"/>
                    <a:pt x="129" y="10"/>
                  </a:cubicBezTo>
                  <a:cubicBezTo>
                    <a:pt x="129" y="2"/>
                    <a:pt x="129" y="2"/>
                    <a:pt x="129" y="2"/>
                  </a:cubicBezTo>
                  <a:cubicBezTo>
                    <a:pt x="129" y="2"/>
                    <a:pt x="143" y="0"/>
                    <a:pt x="154" y="5"/>
                  </a:cubicBezTo>
                  <a:close/>
                </a:path>
              </a:pathLst>
            </a:custGeom>
            <a:gradFill flip="none" rotWithShape="1">
              <a:gsLst>
                <a:gs pos="13000">
                  <a:schemeClr val="accent4">
                    <a:lumMod val="50000"/>
                  </a:schemeClr>
                </a:gs>
                <a:gs pos="74000">
                  <a:schemeClr val="accent4">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02" name="Freeform 191">
              <a:extLst>
                <a:ext uri="{FF2B5EF4-FFF2-40B4-BE49-F238E27FC236}">
                  <a16:creationId xmlns:a16="http://schemas.microsoft.com/office/drawing/2014/main" id="{3DBF8448-8A34-4DC0-8329-0C89B3CDD991}"/>
                </a:ext>
              </a:extLst>
            </p:cNvPr>
            <p:cNvSpPr>
              <a:spLocks noEditPoints="1"/>
            </p:cNvSpPr>
            <p:nvPr/>
          </p:nvSpPr>
          <p:spPr bwMode="auto">
            <a:xfrm>
              <a:off x="8655050" y="2909888"/>
              <a:ext cx="547688" cy="582613"/>
            </a:xfrm>
            <a:custGeom>
              <a:avLst/>
              <a:gdLst>
                <a:gd name="T0" fmla="*/ 33 w 153"/>
                <a:gd name="T1" fmla="*/ 42 h 162"/>
                <a:gd name="T2" fmla="*/ 10 w 153"/>
                <a:gd name="T3" fmla="*/ 43 h 162"/>
                <a:gd name="T4" fmla="*/ 16 w 153"/>
                <a:gd name="T5" fmla="*/ 40 h 162"/>
                <a:gd name="T6" fmla="*/ 30 w 153"/>
                <a:gd name="T7" fmla="*/ 39 h 162"/>
                <a:gd name="T8" fmla="*/ 31 w 153"/>
                <a:gd name="T9" fmla="*/ 30 h 162"/>
                <a:gd name="T10" fmla="*/ 22 w 153"/>
                <a:gd name="T11" fmla="*/ 24 h 162"/>
                <a:gd name="T12" fmla="*/ 10 w 153"/>
                <a:gd name="T13" fmla="*/ 11 h 162"/>
                <a:gd name="T14" fmla="*/ 24 w 153"/>
                <a:gd name="T15" fmla="*/ 0 h 162"/>
                <a:gd name="T16" fmla="*/ 35 w 153"/>
                <a:gd name="T17" fmla="*/ 7 h 162"/>
                <a:gd name="T18" fmla="*/ 18 w 153"/>
                <a:gd name="T19" fmla="*/ 6 h 162"/>
                <a:gd name="T20" fmla="*/ 16 w 153"/>
                <a:gd name="T21" fmla="*/ 15 h 162"/>
                <a:gd name="T22" fmla="*/ 25 w 153"/>
                <a:gd name="T23" fmla="*/ 20 h 162"/>
                <a:gd name="T24" fmla="*/ 38 w 153"/>
                <a:gd name="T25" fmla="*/ 33 h 162"/>
                <a:gd name="T26" fmla="*/ 55 w 153"/>
                <a:gd name="T27" fmla="*/ 45 h 162"/>
                <a:gd name="T28" fmla="*/ 41 w 153"/>
                <a:gd name="T29" fmla="*/ 5 h 162"/>
                <a:gd name="T30" fmla="*/ 74 w 153"/>
                <a:gd name="T31" fmla="*/ 1 h 162"/>
                <a:gd name="T32" fmla="*/ 60 w 153"/>
                <a:gd name="T33" fmla="*/ 5 h 162"/>
                <a:gd name="T34" fmla="*/ 105 w 153"/>
                <a:gd name="T35" fmla="*/ 45 h 162"/>
                <a:gd name="T36" fmla="*/ 81 w 153"/>
                <a:gd name="T37" fmla="*/ 1 h 162"/>
                <a:gd name="T38" fmla="*/ 105 w 153"/>
                <a:gd name="T39" fmla="*/ 5 h 162"/>
                <a:gd name="T40" fmla="*/ 86 w 153"/>
                <a:gd name="T41" fmla="*/ 19 h 162"/>
                <a:gd name="T42" fmla="*/ 104 w 153"/>
                <a:gd name="T43" fmla="*/ 24 h 162"/>
                <a:gd name="T44" fmla="*/ 86 w 153"/>
                <a:gd name="T45" fmla="*/ 40 h 162"/>
                <a:gd name="T46" fmla="*/ 105 w 153"/>
                <a:gd name="T47" fmla="*/ 45 h 162"/>
                <a:gd name="T48" fmla="*/ 139 w 153"/>
                <a:gd name="T49" fmla="*/ 24 h 162"/>
                <a:gd name="T50" fmla="*/ 120 w 153"/>
                <a:gd name="T51" fmla="*/ 27 h 162"/>
                <a:gd name="T52" fmla="*/ 115 w 153"/>
                <a:gd name="T53" fmla="*/ 45 h 162"/>
                <a:gd name="T54" fmla="*/ 127 w 153"/>
                <a:gd name="T55" fmla="*/ 1 h 162"/>
                <a:gd name="T56" fmla="*/ 120 w 153"/>
                <a:gd name="T57" fmla="*/ 23 h 162"/>
                <a:gd name="T58" fmla="*/ 135 w 153"/>
                <a:gd name="T59" fmla="*/ 21 h 162"/>
                <a:gd name="T60" fmla="*/ 135 w 153"/>
                <a:gd name="T61" fmla="*/ 7 h 162"/>
                <a:gd name="T62" fmla="*/ 120 w 153"/>
                <a:gd name="T63" fmla="*/ 5 h 162"/>
                <a:gd name="T64" fmla="*/ 69 w 153"/>
                <a:gd name="T65" fmla="*/ 110 h 162"/>
                <a:gd name="T66" fmla="*/ 34 w 153"/>
                <a:gd name="T67" fmla="*/ 162 h 162"/>
                <a:gd name="T68" fmla="*/ 0 w 153"/>
                <a:gd name="T69" fmla="*/ 110 h 162"/>
                <a:gd name="T70" fmla="*/ 34 w 153"/>
                <a:gd name="T71" fmla="*/ 58 h 162"/>
                <a:gd name="T72" fmla="*/ 69 w 153"/>
                <a:gd name="T73" fmla="*/ 110 h 162"/>
                <a:gd name="T74" fmla="*/ 21 w 153"/>
                <a:gd name="T75" fmla="*/ 140 h 162"/>
                <a:gd name="T76" fmla="*/ 48 w 153"/>
                <a:gd name="T77" fmla="*/ 140 h 162"/>
                <a:gd name="T78" fmla="*/ 48 w 153"/>
                <a:gd name="T79" fmla="*/ 81 h 162"/>
                <a:gd name="T80" fmla="*/ 21 w 153"/>
                <a:gd name="T81" fmla="*/ 81 h 162"/>
                <a:gd name="T82" fmla="*/ 153 w 153"/>
                <a:gd name="T83" fmla="*/ 139 h 162"/>
                <a:gd name="T84" fmla="*/ 139 w 153"/>
                <a:gd name="T85" fmla="*/ 161 h 162"/>
                <a:gd name="T86" fmla="*/ 123 w 153"/>
                <a:gd name="T87" fmla="*/ 139 h 162"/>
                <a:gd name="T88" fmla="*/ 77 w 153"/>
                <a:gd name="T89" fmla="*/ 126 h 162"/>
                <a:gd name="T90" fmla="*/ 139 w 153"/>
                <a:gd name="T91" fmla="*/ 60 h 162"/>
                <a:gd name="T92" fmla="*/ 153 w 153"/>
                <a:gd name="T93" fmla="*/ 125 h 162"/>
                <a:gd name="T94" fmla="*/ 123 w 153"/>
                <a:gd name="T95" fmla="*/ 125 h 162"/>
                <a:gd name="T96" fmla="*/ 124 w 153"/>
                <a:gd name="T97" fmla="*/ 78 h 162"/>
                <a:gd name="T98" fmla="*/ 118 w 153"/>
                <a:gd name="T99" fmla="*/ 89 h 162"/>
                <a:gd name="T100" fmla="*/ 123 w 153"/>
                <a:gd name="T101" fmla="*/ 12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62">
                  <a:moveTo>
                    <a:pt x="38" y="33"/>
                  </a:moveTo>
                  <a:cubicBezTo>
                    <a:pt x="38" y="37"/>
                    <a:pt x="36" y="40"/>
                    <a:pt x="33" y="42"/>
                  </a:cubicBezTo>
                  <a:cubicBezTo>
                    <a:pt x="31" y="44"/>
                    <a:pt x="27" y="45"/>
                    <a:pt x="22" y="45"/>
                  </a:cubicBezTo>
                  <a:cubicBezTo>
                    <a:pt x="17" y="45"/>
                    <a:pt x="13" y="45"/>
                    <a:pt x="10" y="43"/>
                  </a:cubicBezTo>
                  <a:cubicBezTo>
                    <a:pt x="10" y="38"/>
                    <a:pt x="10" y="38"/>
                    <a:pt x="10" y="38"/>
                  </a:cubicBezTo>
                  <a:cubicBezTo>
                    <a:pt x="12" y="39"/>
                    <a:pt x="14" y="40"/>
                    <a:pt x="16" y="40"/>
                  </a:cubicBezTo>
                  <a:cubicBezTo>
                    <a:pt x="18" y="41"/>
                    <a:pt x="20" y="41"/>
                    <a:pt x="22" y="41"/>
                  </a:cubicBezTo>
                  <a:cubicBezTo>
                    <a:pt x="25" y="41"/>
                    <a:pt x="28" y="40"/>
                    <a:pt x="30" y="39"/>
                  </a:cubicBezTo>
                  <a:cubicBezTo>
                    <a:pt x="32" y="38"/>
                    <a:pt x="32" y="36"/>
                    <a:pt x="32" y="34"/>
                  </a:cubicBezTo>
                  <a:cubicBezTo>
                    <a:pt x="32" y="32"/>
                    <a:pt x="32" y="31"/>
                    <a:pt x="31" y="30"/>
                  </a:cubicBezTo>
                  <a:cubicBezTo>
                    <a:pt x="31" y="29"/>
                    <a:pt x="30" y="28"/>
                    <a:pt x="28" y="27"/>
                  </a:cubicBezTo>
                  <a:cubicBezTo>
                    <a:pt x="27" y="26"/>
                    <a:pt x="25" y="25"/>
                    <a:pt x="22" y="24"/>
                  </a:cubicBezTo>
                  <a:cubicBezTo>
                    <a:pt x="18" y="23"/>
                    <a:pt x="15" y="21"/>
                    <a:pt x="13" y="19"/>
                  </a:cubicBezTo>
                  <a:cubicBezTo>
                    <a:pt x="11" y="17"/>
                    <a:pt x="10" y="14"/>
                    <a:pt x="10" y="11"/>
                  </a:cubicBezTo>
                  <a:cubicBezTo>
                    <a:pt x="10" y="8"/>
                    <a:pt x="12" y="5"/>
                    <a:pt x="14" y="3"/>
                  </a:cubicBezTo>
                  <a:cubicBezTo>
                    <a:pt x="17" y="1"/>
                    <a:pt x="20" y="0"/>
                    <a:pt x="24" y="0"/>
                  </a:cubicBezTo>
                  <a:cubicBezTo>
                    <a:pt x="29" y="0"/>
                    <a:pt x="33" y="1"/>
                    <a:pt x="36" y="2"/>
                  </a:cubicBezTo>
                  <a:cubicBezTo>
                    <a:pt x="35" y="7"/>
                    <a:pt x="35" y="7"/>
                    <a:pt x="35" y="7"/>
                  </a:cubicBezTo>
                  <a:cubicBezTo>
                    <a:pt x="31" y="5"/>
                    <a:pt x="28" y="5"/>
                    <a:pt x="24" y="5"/>
                  </a:cubicBezTo>
                  <a:cubicBezTo>
                    <a:pt x="21" y="5"/>
                    <a:pt x="19" y="5"/>
                    <a:pt x="18" y="6"/>
                  </a:cubicBezTo>
                  <a:cubicBezTo>
                    <a:pt x="16" y="8"/>
                    <a:pt x="16" y="9"/>
                    <a:pt x="16" y="11"/>
                  </a:cubicBezTo>
                  <a:cubicBezTo>
                    <a:pt x="16" y="13"/>
                    <a:pt x="16" y="14"/>
                    <a:pt x="16" y="15"/>
                  </a:cubicBezTo>
                  <a:cubicBezTo>
                    <a:pt x="17" y="16"/>
                    <a:pt x="18" y="17"/>
                    <a:pt x="19" y="18"/>
                  </a:cubicBezTo>
                  <a:cubicBezTo>
                    <a:pt x="21" y="19"/>
                    <a:pt x="23" y="19"/>
                    <a:pt x="25" y="20"/>
                  </a:cubicBezTo>
                  <a:cubicBezTo>
                    <a:pt x="30" y="22"/>
                    <a:pt x="33" y="24"/>
                    <a:pt x="35" y="26"/>
                  </a:cubicBezTo>
                  <a:cubicBezTo>
                    <a:pt x="37" y="28"/>
                    <a:pt x="38" y="30"/>
                    <a:pt x="38" y="33"/>
                  </a:cubicBezTo>
                  <a:close/>
                  <a:moveTo>
                    <a:pt x="60" y="45"/>
                  </a:moveTo>
                  <a:cubicBezTo>
                    <a:pt x="55" y="45"/>
                    <a:pt x="55" y="45"/>
                    <a:pt x="55" y="45"/>
                  </a:cubicBezTo>
                  <a:cubicBezTo>
                    <a:pt x="55" y="5"/>
                    <a:pt x="55" y="5"/>
                    <a:pt x="55" y="5"/>
                  </a:cubicBezTo>
                  <a:cubicBezTo>
                    <a:pt x="41" y="5"/>
                    <a:pt x="41" y="5"/>
                    <a:pt x="41" y="5"/>
                  </a:cubicBezTo>
                  <a:cubicBezTo>
                    <a:pt x="41" y="1"/>
                    <a:pt x="41" y="1"/>
                    <a:pt x="41" y="1"/>
                  </a:cubicBezTo>
                  <a:cubicBezTo>
                    <a:pt x="74" y="1"/>
                    <a:pt x="74" y="1"/>
                    <a:pt x="74" y="1"/>
                  </a:cubicBezTo>
                  <a:cubicBezTo>
                    <a:pt x="74" y="5"/>
                    <a:pt x="74" y="5"/>
                    <a:pt x="74" y="5"/>
                  </a:cubicBezTo>
                  <a:cubicBezTo>
                    <a:pt x="60" y="5"/>
                    <a:pt x="60" y="5"/>
                    <a:pt x="60" y="5"/>
                  </a:cubicBezTo>
                  <a:lnTo>
                    <a:pt x="60" y="45"/>
                  </a:lnTo>
                  <a:close/>
                  <a:moveTo>
                    <a:pt x="105" y="45"/>
                  </a:moveTo>
                  <a:cubicBezTo>
                    <a:pt x="81" y="45"/>
                    <a:pt x="81" y="45"/>
                    <a:pt x="81" y="45"/>
                  </a:cubicBezTo>
                  <a:cubicBezTo>
                    <a:pt x="81" y="1"/>
                    <a:pt x="81" y="1"/>
                    <a:pt x="81" y="1"/>
                  </a:cubicBezTo>
                  <a:cubicBezTo>
                    <a:pt x="105" y="1"/>
                    <a:pt x="105" y="1"/>
                    <a:pt x="105" y="1"/>
                  </a:cubicBezTo>
                  <a:cubicBezTo>
                    <a:pt x="105" y="5"/>
                    <a:pt x="105" y="5"/>
                    <a:pt x="105" y="5"/>
                  </a:cubicBezTo>
                  <a:cubicBezTo>
                    <a:pt x="86" y="5"/>
                    <a:pt x="86" y="5"/>
                    <a:pt x="86" y="5"/>
                  </a:cubicBezTo>
                  <a:cubicBezTo>
                    <a:pt x="86" y="19"/>
                    <a:pt x="86" y="19"/>
                    <a:pt x="86" y="19"/>
                  </a:cubicBezTo>
                  <a:cubicBezTo>
                    <a:pt x="104" y="19"/>
                    <a:pt x="104" y="19"/>
                    <a:pt x="104" y="19"/>
                  </a:cubicBezTo>
                  <a:cubicBezTo>
                    <a:pt x="104" y="24"/>
                    <a:pt x="104" y="24"/>
                    <a:pt x="104" y="24"/>
                  </a:cubicBezTo>
                  <a:cubicBezTo>
                    <a:pt x="86" y="24"/>
                    <a:pt x="86" y="24"/>
                    <a:pt x="86" y="24"/>
                  </a:cubicBezTo>
                  <a:cubicBezTo>
                    <a:pt x="86" y="40"/>
                    <a:pt x="86" y="40"/>
                    <a:pt x="86" y="40"/>
                  </a:cubicBezTo>
                  <a:cubicBezTo>
                    <a:pt x="105" y="40"/>
                    <a:pt x="105" y="40"/>
                    <a:pt x="105" y="40"/>
                  </a:cubicBezTo>
                  <a:lnTo>
                    <a:pt x="105" y="45"/>
                  </a:lnTo>
                  <a:close/>
                  <a:moveTo>
                    <a:pt x="143" y="14"/>
                  </a:moveTo>
                  <a:cubicBezTo>
                    <a:pt x="143" y="18"/>
                    <a:pt x="142" y="21"/>
                    <a:pt x="139" y="24"/>
                  </a:cubicBezTo>
                  <a:cubicBezTo>
                    <a:pt x="136" y="26"/>
                    <a:pt x="131" y="27"/>
                    <a:pt x="126" y="27"/>
                  </a:cubicBezTo>
                  <a:cubicBezTo>
                    <a:pt x="120" y="27"/>
                    <a:pt x="120" y="27"/>
                    <a:pt x="120" y="27"/>
                  </a:cubicBezTo>
                  <a:cubicBezTo>
                    <a:pt x="120" y="45"/>
                    <a:pt x="120" y="45"/>
                    <a:pt x="120" y="45"/>
                  </a:cubicBezTo>
                  <a:cubicBezTo>
                    <a:pt x="115" y="45"/>
                    <a:pt x="115" y="45"/>
                    <a:pt x="115" y="45"/>
                  </a:cubicBezTo>
                  <a:cubicBezTo>
                    <a:pt x="115" y="1"/>
                    <a:pt x="115" y="1"/>
                    <a:pt x="115" y="1"/>
                  </a:cubicBezTo>
                  <a:cubicBezTo>
                    <a:pt x="127" y="1"/>
                    <a:pt x="127" y="1"/>
                    <a:pt x="127" y="1"/>
                  </a:cubicBezTo>
                  <a:cubicBezTo>
                    <a:pt x="138" y="1"/>
                    <a:pt x="143" y="5"/>
                    <a:pt x="143" y="14"/>
                  </a:cubicBezTo>
                  <a:close/>
                  <a:moveTo>
                    <a:pt x="120" y="23"/>
                  </a:moveTo>
                  <a:cubicBezTo>
                    <a:pt x="125" y="23"/>
                    <a:pt x="125" y="23"/>
                    <a:pt x="125" y="23"/>
                  </a:cubicBezTo>
                  <a:cubicBezTo>
                    <a:pt x="130" y="23"/>
                    <a:pt x="133" y="22"/>
                    <a:pt x="135" y="21"/>
                  </a:cubicBezTo>
                  <a:cubicBezTo>
                    <a:pt x="137" y="19"/>
                    <a:pt x="138" y="17"/>
                    <a:pt x="138" y="14"/>
                  </a:cubicBezTo>
                  <a:cubicBezTo>
                    <a:pt x="138" y="11"/>
                    <a:pt x="137" y="9"/>
                    <a:pt x="135" y="7"/>
                  </a:cubicBezTo>
                  <a:cubicBezTo>
                    <a:pt x="133" y="6"/>
                    <a:pt x="130" y="5"/>
                    <a:pt x="126" y="5"/>
                  </a:cubicBezTo>
                  <a:cubicBezTo>
                    <a:pt x="120" y="5"/>
                    <a:pt x="120" y="5"/>
                    <a:pt x="120" y="5"/>
                  </a:cubicBezTo>
                  <a:lnTo>
                    <a:pt x="120"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3"/>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53" y="139"/>
                  </a:moveTo>
                  <a:cubicBezTo>
                    <a:pt x="139" y="139"/>
                    <a:pt x="139" y="139"/>
                    <a:pt x="139" y="139"/>
                  </a:cubicBezTo>
                  <a:cubicBezTo>
                    <a:pt x="139" y="161"/>
                    <a:pt x="139" y="161"/>
                    <a:pt x="139" y="161"/>
                  </a:cubicBezTo>
                  <a:cubicBezTo>
                    <a:pt x="123" y="161"/>
                    <a:pt x="123" y="161"/>
                    <a:pt x="123" y="161"/>
                  </a:cubicBezTo>
                  <a:cubicBezTo>
                    <a:pt x="123" y="139"/>
                    <a:pt x="123" y="139"/>
                    <a:pt x="123" y="139"/>
                  </a:cubicBezTo>
                  <a:cubicBezTo>
                    <a:pt x="77" y="139"/>
                    <a:pt x="77" y="139"/>
                    <a:pt x="77" y="139"/>
                  </a:cubicBezTo>
                  <a:cubicBezTo>
                    <a:pt x="77" y="126"/>
                    <a:pt x="77" y="126"/>
                    <a:pt x="77" y="126"/>
                  </a:cubicBezTo>
                  <a:cubicBezTo>
                    <a:pt x="123" y="60"/>
                    <a:pt x="123" y="60"/>
                    <a:pt x="123" y="60"/>
                  </a:cubicBezTo>
                  <a:cubicBezTo>
                    <a:pt x="139" y="60"/>
                    <a:pt x="139" y="60"/>
                    <a:pt x="139" y="60"/>
                  </a:cubicBezTo>
                  <a:cubicBezTo>
                    <a:pt x="139" y="125"/>
                    <a:pt x="139" y="125"/>
                    <a:pt x="139" y="125"/>
                  </a:cubicBezTo>
                  <a:cubicBezTo>
                    <a:pt x="153" y="125"/>
                    <a:pt x="153" y="125"/>
                    <a:pt x="153" y="125"/>
                  </a:cubicBezTo>
                  <a:lnTo>
                    <a:pt x="153" y="139"/>
                  </a:lnTo>
                  <a:close/>
                  <a:moveTo>
                    <a:pt x="123" y="125"/>
                  </a:moveTo>
                  <a:cubicBezTo>
                    <a:pt x="123" y="100"/>
                    <a:pt x="123" y="100"/>
                    <a:pt x="123" y="100"/>
                  </a:cubicBezTo>
                  <a:cubicBezTo>
                    <a:pt x="123" y="91"/>
                    <a:pt x="124" y="84"/>
                    <a:pt x="124" y="78"/>
                  </a:cubicBezTo>
                  <a:cubicBezTo>
                    <a:pt x="124" y="78"/>
                    <a:pt x="124" y="78"/>
                    <a:pt x="124" y="78"/>
                  </a:cubicBezTo>
                  <a:cubicBezTo>
                    <a:pt x="122" y="81"/>
                    <a:pt x="120" y="84"/>
                    <a:pt x="118" y="89"/>
                  </a:cubicBezTo>
                  <a:cubicBezTo>
                    <a:pt x="93" y="125"/>
                    <a:pt x="93" y="125"/>
                    <a:pt x="93" y="125"/>
                  </a:cubicBezTo>
                  <a:lnTo>
                    <a:pt x="123" y="1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203" name="Text Placeholder 33">
            <a:extLst>
              <a:ext uri="{FF2B5EF4-FFF2-40B4-BE49-F238E27FC236}">
                <a16:creationId xmlns:a16="http://schemas.microsoft.com/office/drawing/2014/main" id="{E460CB3D-DD97-461F-AE49-D08AF3EB7555}"/>
              </a:ext>
            </a:extLst>
          </p:cNvPr>
          <p:cNvSpPr txBox="1">
            <a:spLocks/>
          </p:cNvSpPr>
          <p:nvPr/>
        </p:nvSpPr>
        <p:spPr>
          <a:xfrm>
            <a:off x="2779077" y="5249191"/>
            <a:ext cx="976949" cy="40813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bg2"/>
                </a:solidFill>
              </a:rPr>
              <a:t>Lorem ipsum dolor sit amet, consectetur</a:t>
            </a:r>
            <a:endParaRPr lang="en-US" sz="900" dirty="0">
              <a:solidFill>
                <a:schemeClr val="bg2"/>
              </a:solidFill>
            </a:endParaRPr>
          </a:p>
        </p:txBody>
      </p:sp>
      <p:sp>
        <p:nvSpPr>
          <p:cNvPr id="204" name="Text Placeholder 33">
            <a:extLst>
              <a:ext uri="{FF2B5EF4-FFF2-40B4-BE49-F238E27FC236}">
                <a16:creationId xmlns:a16="http://schemas.microsoft.com/office/drawing/2014/main" id="{5A20C098-987C-4B9F-B83C-7E09942D810B}"/>
              </a:ext>
            </a:extLst>
          </p:cNvPr>
          <p:cNvSpPr txBox="1">
            <a:spLocks/>
          </p:cNvSpPr>
          <p:nvPr/>
        </p:nvSpPr>
        <p:spPr>
          <a:xfrm>
            <a:off x="4593946" y="4322612"/>
            <a:ext cx="976949" cy="40813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bg2"/>
                </a:solidFill>
              </a:rPr>
              <a:t>Lorem ipsum dolor sit amet, consectetur</a:t>
            </a:r>
            <a:endParaRPr lang="en-US" sz="900" dirty="0">
              <a:solidFill>
                <a:schemeClr val="bg2"/>
              </a:solidFill>
            </a:endParaRPr>
          </a:p>
        </p:txBody>
      </p:sp>
      <p:sp>
        <p:nvSpPr>
          <p:cNvPr id="205" name="Text Placeholder 33">
            <a:extLst>
              <a:ext uri="{FF2B5EF4-FFF2-40B4-BE49-F238E27FC236}">
                <a16:creationId xmlns:a16="http://schemas.microsoft.com/office/drawing/2014/main" id="{9EBC4750-3C1C-4FCD-97DC-52478789EAE2}"/>
              </a:ext>
            </a:extLst>
          </p:cNvPr>
          <p:cNvSpPr txBox="1">
            <a:spLocks/>
          </p:cNvSpPr>
          <p:nvPr/>
        </p:nvSpPr>
        <p:spPr>
          <a:xfrm>
            <a:off x="6384969" y="3402303"/>
            <a:ext cx="976949" cy="40813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bg2"/>
                </a:solidFill>
              </a:rPr>
              <a:t>Lorem ipsum dolor sit amet, consectetur</a:t>
            </a:r>
            <a:endParaRPr lang="en-US" sz="900" dirty="0">
              <a:solidFill>
                <a:schemeClr val="bg2"/>
              </a:solidFill>
            </a:endParaRPr>
          </a:p>
        </p:txBody>
      </p:sp>
      <p:sp>
        <p:nvSpPr>
          <p:cNvPr id="206" name="Text Placeholder 33">
            <a:extLst>
              <a:ext uri="{FF2B5EF4-FFF2-40B4-BE49-F238E27FC236}">
                <a16:creationId xmlns:a16="http://schemas.microsoft.com/office/drawing/2014/main" id="{0F942E9A-EB6B-4CE2-8A87-6F1F73233514}"/>
              </a:ext>
            </a:extLst>
          </p:cNvPr>
          <p:cNvSpPr txBox="1">
            <a:spLocks/>
          </p:cNvSpPr>
          <p:nvPr/>
        </p:nvSpPr>
        <p:spPr>
          <a:xfrm>
            <a:off x="8137678" y="2412210"/>
            <a:ext cx="976949" cy="40813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bg2"/>
                </a:solidFill>
              </a:rPr>
              <a:t>Lorem ipsum dolor sit amet, consectetur</a:t>
            </a:r>
            <a:endParaRPr lang="en-US" sz="900" dirty="0">
              <a:solidFill>
                <a:schemeClr val="bg2"/>
              </a:solidFill>
            </a:endParaRPr>
          </a:p>
        </p:txBody>
      </p:sp>
    </p:spTree>
    <p:extLst>
      <p:ext uri="{BB962C8B-B14F-4D97-AF65-F5344CB8AC3E}">
        <p14:creationId xmlns:p14="http://schemas.microsoft.com/office/powerpoint/2010/main" val="47830174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7000">
                                      <p:stCondLst>
                                        <p:cond delay="0"/>
                                      </p:stCondLst>
                                      <p:childTnLst>
                                        <p:set>
                                          <p:cBhvr>
                                            <p:cTn id="6" dur="1" fill="hold">
                                              <p:stCondLst>
                                                <p:cond delay="0"/>
                                              </p:stCondLst>
                                            </p:cTn>
                                            <p:tgtEl>
                                              <p:spTgt spid="150"/>
                                            </p:tgtEl>
                                            <p:attrNameLst>
                                              <p:attrName>style.visibility</p:attrName>
                                            </p:attrNameLst>
                                          </p:cBhvr>
                                          <p:to>
                                            <p:strVal val="visible"/>
                                          </p:to>
                                        </p:set>
                                        <p:anim calcmode="lin" valueType="num" p14:bounceEnd="67000">
                                          <p:cBhvr additive="base">
                                            <p:cTn id="7" dur="1000" fill="hold"/>
                                            <p:tgtEl>
                                              <p:spTgt spid="150"/>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15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7000">
                                      <p:stCondLst>
                                        <p:cond delay="250"/>
                                      </p:stCondLst>
                                      <p:childTnLst>
                                        <p:set>
                                          <p:cBhvr>
                                            <p:cTn id="10" dur="1" fill="hold">
                                              <p:stCondLst>
                                                <p:cond delay="0"/>
                                              </p:stCondLst>
                                            </p:cTn>
                                            <p:tgtEl>
                                              <p:spTgt spid="163"/>
                                            </p:tgtEl>
                                            <p:attrNameLst>
                                              <p:attrName>style.visibility</p:attrName>
                                            </p:attrNameLst>
                                          </p:cBhvr>
                                          <p:to>
                                            <p:strVal val="visible"/>
                                          </p:to>
                                        </p:set>
                                        <p:anim calcmode="lin" valueType="num" p14:bounceEnd="67000">
                                          <p:cBhvr additive="base">
                                            <p:cTn id="11" dur="1000" fill="hold"/>
                                            <p:tgtEl>
                                              <p:spTgt spid="163"/>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6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7000">
                                      <p:stCondLst>
                                        <p:cond delay="500"/>
                                      </p:stCondLst>
                                      <p:childTnLst>
                                        <p:set>
                                          <p:cBhvr>
                                            <p:cTn id="14" dur="1" fill="hold">
                                              <p:stCondLst>
                                                <p:cond delay="0"/>
                                              </p:stCondLst>
                                            </p:cTn>
                                            <p:tgtEl>
                                              <p:spTgt spid="172"/>
                                            </p:tgtEl>
                                            <p:attrNameLst>
                                              <p:attrName>style.visibility</p:attrName>
                                            </p:attrNameLst>
                                          </p:cBhvr>
                                          <p:to>
                                            <p:strVal val="visible"/>
                                          </p:to>
                                        </p:set>
                                        <p:anim calcmode="lin" valueType="num" p14:bounceEnd="67000">
                                          <p:cBhvr additive="base">
                                            <p:cTn id="15" dur="1000" fill="hold"/>
                                            <p:tgtEl>
                                              <p:spTgt spid="172"/>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7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7000">
                                      <p:stCondLst>
                                        <p:cond delay="750"/>
                                      </p:stCondLst>
                                      <p:childTnLst>
                                        <p:set>
                                          <p:cBhvr>
                                            <p:cTn id="18" dur="1" fill="hold">
                                              <p:stCondLst>
                                                <p:cond delay="0"/>
                                              </p:stCondLst>
                                            </p:cTn>
                                            <p:tgtEl>
                                              <p:spTgt spid="181"/>
                                            </p:tgtEl>
                                            <p:attrNameLst>
                                              <p:attrName>style.visibility</p:attrName>
                                            </p:attrNameLst>
                                          </p:cBhvr>
                                          <p:to>
                                            <p:strVal val="visible"/>
                                          </p:to>
                                        </p:set>
                                        <p:anim calcmode="lin" valueType="num" p14:bounceEnd="67000">
                                          <p:cBhvr additive="base">
                                            <p:cTn id="19" dur="1000" fill="hold"/>
                                            <p:tgtEl>
                                              <p:spTgt spid="181"/>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81"/>
                                            </p:tgtEl>
                                            <p:attrNameLst>
                                              <p:attrName>ppt_y</p:attrName>
                                            </p:attrNameLst>
                                          </p:cBhvr>
                                          <p:tavLst>
                                            <p:tav tm="0">
                                              <p:val>
                                                <p:strVal val="1+#ppt_h/2"/>
                                              </p:val>
                                            </p:tav>
                                            <p:tav tm="100000">
                                              <p:val>
                                                <p:strVal val="#ppt_y"/>
                                              </p:val>
                                            </p:tav>
                                          </p:tavLst>
                                        </p:anim>
                                      </p:childTnLst>
                                    </p:cTn>
                                  </p:par>
                                  <p:par>
                                    <p:cTn id="21" presetID="53" presetClass="entr" presetSubtype="16" fill="hold" nodeType="withEffect">
                                      <p:stCondLst>
                                        <p:cond delay="250"/>
                                      </p:stCondLst>
                                      <p:childTnLst>
                                        <p:set>
                                          <p:cBhvr>
                                            <p:cTn id="22" dur="1" fill="hold">
                                              <p:stCondLst>
                                                <p:cond delay="0"/>
                                              </p:stCondLst>
                                            </p:cTn>
                                            <p:tgtEl>
                                              <p:spTgt spid="194"/>
                                            </p:tgtEl>
                                            <p:attrNameLst>
                                              <p:attrName>style.visibility</p:attrName>
                                            </p:attrNameLst>
                                          </p:cBhvr>
                                          <p:to>
                                            <p:strVal val="visible"/>
                                          </p:to>
                                        </p:set>
                                        <p:anim calcmode="lin" valueType="num">
                                          <p:cBhvr>
                                            <p:cTn id="23" dur="750" fill="hold"/>
                                            <p:tgtEl>
                                              <p:spTgt spid="194"/>
                                            </p:tgtEl>
                                            <p:attrNameLst>
                                              <p:attrName>ppt_w</p:attrName>
                                            </p:attrNameLst>
                                          </p:cBhvr>
                                          <p:tavLst>
                                            <p:tav tm="0">
                                              <p:val>
                                                <p:fltVal val="0"/>
                                              </p:val>
                                            </p:tav>
                                            <p:tav tm="100000">
                                              <p:val>
                                                <p:strVal val="#ppt_w"/>
                                              </p:val>
                                            </p:tav>
                                          </p:tavLst>
                                        </p:anim>
                                        <p:anim calcmode="lin" valueType="num">
                                          <p:cBhvr>
                                            <p:cTn id="24" dur="750" fill="hold"/>
                                            <p:tgtEl>
                                              <p:spTgt spid="194"/>
                                            </p:tgtEl>
                                            <p:attrNameLst>
                                              <p:attrName>ppt_h</p:attrName>
                                            </p:attrNameLst>
                                          </p:cBhvr>
                                          <p:tavLst>
                                            <p:tav tm="0">
                                              <p:val>
                                                <p:fltVal val="0"/>
                                              </p:val>
                                            </p:tav>
                                            <p:tav tm="100000">
                                              <p:val>
                                                <p:strVal val="#ppt_h"/>
                                              </p:val>
                                            </p:tav>
                                          </p:tavLst>
                                        </p:anim>
                                        <p:animEffect transition="in" filter="fade">
                                          <p:cBhvr>
                                            <p:cTn id="25" dur="750"/>
                                            <p:tgtEl>
                                              <p:spTgt spid="194"/>
                                            </p:tgtEl>
                                          </p:cBhvr>
                                        </p:animEffect>
                                      </p:childTnLst>
                                    </p:cTn>
                                  </p:par>
                                  <p:par>
                                    <p:cTn id="26" presetID="53" presetClass="entr" presetSubtype="16" fill="hold" nodeType="withEffect">
                                      <p:stCondLst>
                                        <p:cond delay="500"/>
                                      </p:stCondLst>
                                      <p:childTnLst>
                                        <p:set>
                                          <p:cBhvr>
                                            <p:cTn id="27" dur="1" fill="hold">
                                              <p:stCondLst>
                                                <p:cond delay="0"/>
                                              </p:stCondLst>
                                            </p:cTn>
                                            <p:tgtEl>
                                              <p:spTgt spid="197"/>
                                            </p:tgtEl>
                                            <p:attrNameLst>
                                              <p:attrName>style.visibility</p:attrName>
                                            </p:attrNameLst>
                                          </p:cBhvr>
                                          <p:to>
                                            <p:strVal val="visible"/>
                                          </p:to>
                                        </p:set>
                                        <p:anim calcmode="lin" valueType="num">
                                          <p:cBhvr>
                                            <p:cTn id="28" dur="750" fill="hold"/>
                                            <p:tgtEl>
                                              <p:spTgt spid="197"/>
                                            </p:tgtEl>
                                            <p:attrNameLst>
                                              <p:attrName>ppt_w</p:attrName>
                                            </p:attrNameLst>
                                          </p:cBhvr>
                                          <p:tavLst>
                                            <p:tav tm="0">
                                              <p:val>
                                                <p:fltVal val="0"/>
                                              </p:val>
                                            </p:tav>
                                            <p:tav tm="100000">
                                              <p:val>
                                                <p:strVal val="#ppt_w"/>
                                              </p:val>
                                            </p:tav>
                                          </p:tavLst>
                                        </p:anim>
                                        <p:anim calcmode="lin" valueType="num">
                                          <p:cBhvr>
                                            <p:cTn id="29" dur="750" fill="hold"/>
                                            <p:tgtEl>
                                              <p:spTgt spid="197"/>
                                            </p:tgtEl>
                                            <p:attrNameLst>
                                              <p:attrName>ppt_h</p:attrName>
                                            </p:attrNameLst>
                                          </p:cBhvr>
                                          <p:tavLst>
                                            <p:tav tm="0">
                                              <p:val>
                                                <p:fltVal val="0"/>
                                              </p:val>
                                            </p:tav>
                                            <p:tav tm="100000">
                                              <p:val>
                                                <p:strVal val="#ppt_h"/>
                                              </p:val>
                                            </p:tav>
                                          </p:tavLst>
                                        </p:anim>
                                        <p:animEffect transition="in" filter="fade">
                                          <p:cBhvr>
                                            <p:cTn id="30" dur="750"/>
                                            <p:tgtEl>
                                              <p:spTgt spid="197"/>
                                            </p:tgtEl>
                                          </p:cBhvr>
                                        </p:animEffect>
                                      </p:childTnLst>
                                    </p:cTn>
                                  </p:par>
                                  <p:par>
                                    <p:cTn id="31" presetID="53" presetClass="entr" presetSubtype="16" fill="hold" nodeType="withEffect">
                                      <p:stCondLst>
                                        <p:cond delay="750"/>
                                      </p:stCondLst>
                                      <p:childTnLst>
                                        <p:set>
                                          <p:cBhvr>
                                            <p:cTn id="32" dur="1" fill="hold">
                                              <p:stCondLst>
                                                <p:cond delay="0"/>
                                              </p:stCondLst>
                                            </p:cTn>
                                            <p:tgtEl>
                                              <p:spTgt spid="191"/>
                                            </p:tgtEl>
                                            <p:attrNameLst>
                                              <p:attrName>style.visibility</p:attrName>
                                            </p:attrNameLst>
                                          </p:cBhvr>
                                          <p:to>
                                            <p:strVal val="visible"/>
                                          </p:to>
                                        </p:set>
                                        <p:anim calcmode="lin" valueType="num">
                                          <p:cBhvr>
                                            <p:cTn id="33" dur="750" fill="hold"/>
                                            <p:tgtEl>
                                              <p:spTgt spid="191"/>
                                            </p:tgtEl>
                                            <p:attrNameLst>
                                              <p:attrName>ppt_w</p:attrName>
                                            </p:attrNameLst>
                                          </p:cBhvr>
                                          <p:tavLst>
                                            <p:tav tm="0">
                                              <p:val>
                                                <p:fltVal val="0"/>
                                              </p:val>
                                            </p:tav>
                                            <p:tav tm="100000">
                                              <p:val>
                                                <p:strVal val="#ppt_w"/>
                                              </p:val>
                                            </p:tav>
                                          </p:tavLst>
                                        </p:anim>
                                        <p:anim calcmode="lin" valueType="num">
                                          <p:cBhvr>
                                            <p:cTn id="34" dur="750" fill="hold"/>
                                            <p:tgtEl>
                                              <p:spTgt spid="191"/>
                                            </p:tgtEl>
                                            <p:attrNameLst>
                                              <p:attrName>ppt_h</p:attrName>
                                            </p:attrNameLst>
                                          </p:cBhvr>
                                          <p:tavLst>
                                            <p:tav tm="0">
                                              <p:val>
                                                <p:fltVal val="0"/>
                                              </p:val>
                                            </p:tav>
                                            <p:tav tm="100000">
                                              <p:val>
                                                <p:strVal val="#ppt_h"/>
                                              </p:val>
                                            </p:tav>
                                          </p:tavLst>
                                        </p:anim>
                                        <p:animEffect transition="in" filter="fade">
                                          <p:cBhvr>
                                            <p:cTn id="35" dur="750"/>
                                            <p:tgtEl>
                                              <p:spTgt spid="191"/>
                                            </p:tgtEl>
                                          </p:cBhvr>
                                        </p:animEffect>
                                      </p:childTnLst>
                                    </p:cTn>
                                  </p:par>
                                  <p:par>
                                    <p:cTn id="36" presetID="53" presetClass="entr" presetSubtype="16" fill="hold" nodeType="withEffect">
                                      <p:stCondLst>
                                        <p:cond delay="1000"/>
                                      </p:stCondLst>
                                      <p:childTnLst>
                                        <p:set>
                                          <p:cBhvr>
                                            <p:cTn id="37" dur="1" fill="hold">
                                              <p:stCondLst>
                                                <p:cond delay="0"/>
                                              </p:stCondLst>
                                            </p:cTn>
                                            <p:tgtEl>
                                              <p:spTgt spid="200"/>
                                            </p:tgtEl>
                                            <p:attrNameLst>
                                              <p:attrName>style.visibility</p:attrName>
                                            </p:attrNameLst>
                                          </p:cBhvr>
                                          <p:to>
                                            <p:strVal val="visible"/>
                                          </p:to>
                                        </p:set>
                                        <p:anim calcmode="lin" valueType="num">
                                          <p:cBhvr>
                                            <p:cTn id="38" dur="750" fill="hold"/>
                                            <p:tgtEl>
                                              <p:spTgt spid="200"/>
                                            </p:tgtEl>
                                            <p:attrNameLst>
                                              <p:attrName>ppt_w</p:attrName>
                                            </p:attrNameLst>
                                          </p:cBhvr>
                                          <p:tavLst>
                                            <p:tav tm="0">
                                              <p:val>
                                                <p:fltVal val="0"/>
                                              </p:val>
                                            </p:tav>
                                            <p:tav tm="100000">
                                              <p:val>
                                                <p:strVal val="#ppt_w"/>
                                              </p:val>
                                            </p:tav>
                                          </p:tavLst>
                                        </p:anim>
                                        <p:anim calcmode="lin" valueType="num">
                                          <p:cBhvr>
                                            <p:cTn id="39" dur="750" fill="hold"/>
                                            <p:tgtEl>
                                              <p:spTgt spid="200"/>
                                            </p:tgtEl>
                                            <p:attrNameLst>
                                              <p:attrName>ppt_h</p:attrName>
                                            </p:attrNameLst>
                                          </p:cBhvr>
                                          <p:tavLst>
                                            <p:tav tm="0">
                                              <p:val>
                                                <p:fltVal val="0"/>
                                              </p:val>
                                            </p:tav>
                                            <p:tav tm="100000">
                                              <p:val>
                                                <p:strVal val="#ppt_h"/>
                                              </p:val>
                                            </p:tav>
                                          </p:tavLst>
                                        </p:anim>
                                        <p:animEffect transition="in" filter="fade">
                                          <p:cBhvr>
                                            <p:cTn id="40" dur="750"/>
                                            <p:tgtEl>
                                              <p:spTgt spid="200"/>
                                            </p:tgtEl>
                                          </p:cBhvr>
                                        </p:animEffect>
                                      </p:childTnLst>
                                    </p:cTn>
                                  </p:par>
                                  <p:par>
                                    <p:cTn id="41" presetID="10" presetClass="entr" presetSubtype="0" fill="hold" grpId="0" nodeType="withEffect">
                                      <p:stCondLst>
                                        <p:cond delay="250"/>
                                      </p:stCondLst>
                                      <p:childTnLst>
                                        <p:set>
                                          <p:cBhvr>
                                            <p:cTn id="42" dur="1" fill="hold">
                                              <p:stCondLst>
                                                <p:cond delay="0"/>
                                              </p:stCondLst>
                                            </p:cTn>
                                            <p:tgtEl>
                                              <p:spTgt spid="203"/>
                                            </p:tgtEl>
                                            <p:attrNameLst>
                                              <p:attrName>style.visibility</p:attrName>
                                            </p:attrNameLst>
                                          </p:cBhvr>
                                          <p:to>
                                            <p:strVal val="visible"/>
                                          </p:to>
                                        </p:set>
                                        <p:animEffect transition="in" filter="fade">
                                          <p:cBhvr>
                                            <p:cTn id="43" dur="750"/>
                                            <p:tgtEl>
                                              <p:spTgt spid="203"/>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204"/>
                                            </p:tgtEl>
                                            <p:attrNameLst>
                                              <p:attrName>style.visibility</p:attrName>
                                            </p:attrNameLst>
                                          </p:cBhvr>
                                          <p:to>
                                            <p:strVal val="visible"/>
                                          </p:to>
                                        </p:set>
                                        <p:animEffect transition="in" filter="fade">
                                          <p:cBhvr>
                                            <p:cTn id="46" dur="750"/>
                                            <p:tgtEl>
                                              <p:spTgt spid="204"/>
                                            </p:tgtEl>
                                          </p:cBhvr>
                                        </p:animEffect>
                                      </p:childTnLst>
                                    </p:cTn>
                                  </p:par>
                                  <p:par>
                                    <p:cTn id="47" presetID="10" presetClass="entr" presetSubtype="0" fill="hold" grpId="0" nodeType="withEffect">
                                      <p:stCondLst>
                                        <p:cond delay="750"/>
                                      </p:stCondLst>
                                      <p:childTnLst>
                                        <p:set>
                                          <p:cBhvr>
                                            <p:cTn id="48" dur="1" fill="hold">
                                              <p:stCondLst>
                                                <p:cond delay="0"/>
                                              </p:stCondLst>
                                            </p:cTn>
                                            <p:tgtEl>
                                              <p:spTgt spid="205"/>
                                            </p:tgtEl>
                                            <p:attrNameLst>
                                              <p:attrName>style.visibility</p:attrName>
                                            </p:attrNameLst>
                                          </p:cBhvr>
                                          <p:to>
                                            <p:strVal val="visible"/>
                                          </p:to>
                                        </p:set>
                                        <p:animEffect transition="in" filter="fade">
                                          <p:cBhvr>
                                            <p:cTn id="49" dur="750"/>
                                            <p:tgtEl>
                                              <p:spTgt spid="205"/>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206"/>
                                            </p:tgtEl>
                                            <p:attrNameLst>
                                              <p:attrName>style.visibility</p:attrName>
                                            </p:attrNameLst>
                                          </p:cBhvr>
                                          <p:to>
                                            <p:strVal val="visible"/>
                                          </p:to>
                                        </p:set>
                                        <p:animEffect transition="in" filter="fade">
                                          <p:cBhvr>
                                            <p:cTn id="52" dur="750"/>
                                            <p:tgtEl>
                                              <p:spTgt spid="206"/>
                                            </p:tgtEl>
                                          </p:cBhvr>
                                        </p:animEffect>
                                      </p:childTnLst>
                                    </p:cTn>
                                  </p:par>
                                  <p:par>
                                    <p:cTn id="53" presetID="2" presetClass="entr" presetSubtype="12" fill="hold" nodeType="withEffect" p14:presetBounceEnd="67000">
                                      <p:stCondLst>
                                        <p:cond delay="1500"/>
                                      </p:stCondLst>
                                      <p:childTnLst>
                                        <p:set>
                                          <p:cBhvr>
                                            <p:cTn id="54" dur="1" fill="hold">
                                              <p:stCondLst>
                                                <p:cond delay="0"/>
                                              </p:stCondLst>
                                            </p:cTn>
                                            <p:tgtEl>
                                              <p:spTgt spid="2"/>
                                            </p:tgtEl>
                                            <p:attrNameLst>
                                              <p:attrName>style.visibility</p:attrName>
                                            </p:attrNameLst>
                                          </p:cBhvr>
                                          <p:to>
                                            <p:strVal val="visible"/>
                                          </p:to>
                                        </p:set>
                                        <p:anim calcmode="lin" valueType="num" p14:bounceEnd="67000">
                                          <p:cBhvr additive="base">
                                            <p:cTn id="55" dur="1000" fill="hold"/>
                                            <p:tgtEl>
                                              <p:spTgt spid="2"/>
                                            </p:tgtEl>
                                            <p:attrNameLst>
                                              <p:attrName>ppt_x</p:attrName>
                                            </p:attrNameLst>
                                          </p:cBhvr>
                                          <p:tavLst>
                                            <p:tav tm="0">
                                              <p:val>
                                                <p:strVal val="0-#ppt_w/2"/>
                                              </p:val>
                                            </p:tav>
                                            <p:tav tm="100000">
                                              <p:val>
                                                <p:strVal val="#ppt_x"/>
                                              </p:val>
                                            </p:tav>
                                          </p:tavLst>
                                        </p:anim>
                                        <p:anim calcmode="lin" valueType="num" p14:bounceEnd="67000">
                                          <p:cBhvr additive="base">
                                            <p:cTn id="56" dur="10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p:bldP spid="204" grpId="0"/>
          <p:bldP spid="205" grpId="0"/>
          <p:bldP spid="20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50"/>
                                            </p:tgtEl>
                                            <p:attrNameLst>
                                              <p:attrName>style.visibility</p:attrName>
                                            </p:attrNameLst>
                                          </p:cBhvr>
                                          <p:to>
                                            <p:strVal val="visible"/>
                                          </p:to>
                                        </p:set>
                                        <p:anim calcmode="lin" valueType="num">
                                          <p:cBhvr additive="base">
                                            <p:cTn id="7" dur="1000" fill="hold"/>
                                            <p:tgtEl>
                                              <p:spTgt spid="150"/>
                                            </p:tgtEl>
                                            <p:attrNameLst>
                                              <p:attrName>ppt_x</p:attrName>
                                            </p:attrNameLst>
                                          </p:cBhvr>
                                          <p:tavLst>
                                            <p:tav tm="0">
                                              <p:val>
                                                <p:strVal val="#ppt_x"/>
                                              </p:val>
                                            </p:tav>
                                            <p:tav tm="100000">
                                              <p:val>
                                                <p:strVal val="#ppt_x"/>
                                              </p:val>
                                            </p:tav>
                                          </p:tavLst>
                                        </p:anim>
                                        <p:anim calcmode="lin" valueType="num">
                                          <p:cBhvr additive="base">
                                            <p:cTn id="8" dur="1000" fill="hold"/>
                                            <p:tgtEl>
                                              <p:spTgt spid="15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50"/>
                                      </p:stCondLst>
                                      <p:childTnLst>
                                        <p:set>
                                          <p:cBhvr>
                                            <p:cTn id="10" dur="1" fill="hold">
                                              <p:stCondLst>
                                                <p:cond delay="0"/>
                                              </p:stCondLst>
                                            </p:cTn>
                                            <p:tgtEl>
                                              <p:spTgt spid="163"/>
                                            </p:tgtEl>
                                            <p:attrNameLst>
                                              <p:attrName>style.visibility</p:attrName>
                                            </p:attrNameLst>
                                          </p:cBhvr>
                                          <p:to>
                                            <p:strVal val="visible"/>
                                          </p:to>
                                        </p:set>
                                        <p:anim calcmode="lin" valueType="num">
                                          <p:cBhvr additive="base">
                                            <p:cTn id="11" dur="1000" fill="hold"/>
                                            <p:tgtEl>
                                              <p:spTgt spid="163"/>
                                            </p:tgtEl>
                                            <p:attrNameLst>
                                              <p:attrName>ppt_x</p:attrName>
                                            </p:attrNameLst>
                                          </p:cBhvr>
                                          <p:tavLst>
                                            <p:tav tm="0">
                                              <p:val>
                                                <p:strVal val="#ppt_x"/>
                                              </p:val>
                                            </p:tav>
                                            <p:tav tm="100000">
                                              <p:val>
                                                <p:strVal val="#ppt_x"/>
                                              </p:val>
                                            </p:tav>
                                          </p:tavLst>
                                        </p:anim>
                                        <p:anim calcmode="lin" valueType="num">
                                          <p:cBhvr additive="base">
                                            <p:cTn id="12" dur="1000" fill="hold"/>
                                            <p:tgtEl>
                                              <p:spTgt spid="16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500"/>
                                      </p:stCondLst>
                                      <p:childTnLst>
                                        <p:set>
                                          <p:cBhvr>
                                            <p:cTn id="14" dur="1" fill="hold">
                                              <p:stCondLst>
                                                <p:cond delay="0"/>
                                              </p:stCondLst>
                                            </p:cTn>
                                            <p:tgtEl>
                                              <p:spTgt spid="172"/>
                                            </p:tgtEl>
                                            <p:attrNameLst>
                                              <p:attrName>style.visibility</p:attrName>
                                            </p:attrNameLst>
                                          </p:cBhvr>
                                          <p:to>
                                            <p:strVal val="visible"/>
                                          </p:to>
                                        </p:set>
                                        <p:anim calcmode="lin" valueType="num">
                                          <p:cBhvr additive="base">
                                            <p:cTn id="15" dur="1000" fill="hold"/>
                                            <p:tgtEl>
                                              <p:spTgt spid="172"/>
                                            </p:tgtEl>
                                            <p:attrNameLst>
                                              <p:attrName>ppt_x</p:attrName>
                                            </p:attrNameLst>
                                          </p:cBhvr>
                                          <p:tavLst>
                                            <p:tav tm="0">
                                              <p:val>
                                                <p:strVal val="#ppt_x"/>
                                              </p:val>
                                            </p:tav>
                                            <p:tav tm="100000">
                                              <p:val>
                                                <p:strVal val="#ppt_x"/>
                                              </p:val>
                                            </p:tav>
                                          </p:tavLst>
                                        </p:anim>
                                        <p:anim calcmode="lin" valueType="num">
                                          <p:cBhvr additive="base">
                                            <p:cTn id="16" dur="1000" fill="hold"/>
                                            <p:tgtEl>
                                              <p:spTgt spid="17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750"/>
                                      </p:stCondLst>
                                      <p:childTnLst>
                                        <p:set>
                                          <p:cBhvr>
                                            <p:cTn id="18" dur="1" fill="hold">
                                              <p:stCondLst>
                                                <p:cond delay="0"/>
                                              </p:stCondLst>
                                            </p:cTn>
                                            <p:tgtEl>
                                              <p:spTgt spid="181"/>
                                            </p:tgtEl>
                                            <p:attrNameLst>
                                              <p:attrName>style.visibility</p:attrName>
                                            </p:attrNameLst>
                                          </p:cBhvr>
                                          <p:to>
                                            <p:strVal val="visible"/>
                                          </p:to>
                                        </p:set>
                                        <p:anim calcmode="lin" valueType="num">
                                          <p:cBhvr additive="base">
                                            <p:cTn id="19" dur="1000" fill="hold"/>
                                            <p:tgtEl>
                                              <p:spTgt spid="181"/>
                                            </p:tgtEl>
                                            <p:attrNameLst>
                                              <p:attrName>ppt_x</p:attrName>
                                            </p:attrNameLst>
                                          </p:cBhvr>
                                          <p:tavLst>
                                            <p:tav tm="0">
                                              <p:val>
                                                <p:strVal val="#ppt_x"/>
                                              </p:val>
                                            </p:tav>
                                            <p:tav tm="100000">
                                              <p:val>
                                                <p:strVal val="#ppt_x"/>
                                              </p:val>
                                            </p:tav>
                                          </p:tavLst>
                                        </p:anim>
                                        <p:anim calcmode="lin" valueType="num">
                                          <p:cBhvr additive="base">
                                            <p:cTn id="20" dur="1000" fill="hold"/>
                                            <p:tgtEl>
                                              <p:spTgt spid="181"/>
                                            </p:tgtEl>
                                            <p:attrNameLst>
                                              <p:attrName>ppt_y</p:attrName>
                                            </p:attrNameLst>
                                          </p:cBhvr>
                                          <p:tavLst>
                                            <p:tav tm="0">
                                              <p:val>
                                                <p:strVal val="1+#ppt_h/2"/>
                                              </p:val>
                                            </p:tav>
                                            <p:tav tm="100000">
                                              <p:val>
                                                <p:strVal val="#ppt_y"/>
                                              </p:val>
                                            </p:tav>
                                          </p:tavLst>
                                        </p:anim>
                                      </p:childTnLst>
                                    </p:cTn>
                                  </p:par>
                                  <p:par>
                                    <p:cTn id="21" presetID="53" presetClass="entr" presetSubtype="16" fill="hold" nodeType="withEffect">
                                      <p:stCondLst>
                                        <p:cond delay="250"/>
                                      </p:stCondLst>
                                      <p:childTnLst>
                                        <p:set>
                                          <p:cBhvr>
                                            <p:cTn id="22" dur="1" fill="hold">
                                              <p:stCondLst>
                                                <p:cond delay="0"/>
                                              </p:stCondLst>
                                            </p:cTn>
                                            <p:tgtEl>
                                              <p:spTgt spid="194"/>
                                            </p:tgtEl>
                                            <p:attrNameLst>
                                              <p:attrName>style.visibility</p:attrName>
                                            </p:attrNameLst>
                                          </p:cBhvr>
                                          <p:to>
                                            <p:strVal val="visible"/>
                                          </p:to>
                                        </p:set>
                                        <p:anim calcmode="lin" valueType="num">
                                          <p:cBhvr>
                                            <p:cTn id="23" dur="750" fill="hold"/>
                                            <p:tgtEl>
                                              <p:spTgt spid="194"/>
                                            </p:tgtEl>
                                            <p:attrNameLst>
                                              <p:attrName>ppt_w</p:attrName>
                                            </p:attrNameLst>
                                          </p:cBhvr>
                                          <p:tavLst>
                                            <p:tav tm="0">
                                              <p:val>
                                                <p:fltVal val="0"/>
                                              </p:val>
                                            </p:tav>
                                            <p:tav tm="100000">
                                              <p:val>
                                                <p:strVal val="#ppt_w"/>
                                              </p:val>
                                            </p:tav>
                                          </p:tavLst>
                                        </p:anim>
                                        <p:anim calcmode="lin" valueType="num">
                                          <p:cBhvr>
                                            <p:cTn id="24" dur="750" fill="hold"/>
                                            <p:tgtEl>
                                              <p:spTgt spid="194"/>
                                            </p:tgtEl>
                                            <p:attrNameLst>
                                              <p:attrName>ppt_h</p:attrName>
                                            </p:attrNameLst>
                                          </p:cBhvr>
                                          <p:tavLst>
                                            <p:tav tm="0">
                                              <p:val>
                                                <p:fltVal val="0"/>
                                              </p:val>
                                            </p:tav>
                                            <p:tav tm="100000">
                                              <p:val>
                                                <p:strVal val="#ppt_h"/>
                                              </p:val>
                                            </p:tav>
                                          </p:tavLst>
                                        </p:anim>
                                        <p:animEffect transition="in" filter="fade">
                                          <p:cBhvr>
                                            <p:cTn id="25" dur="750"/>
                                            <p:tgtEl>
                                              <p:spTgt spid="194"/>
                                            </p:tgtEl>
                                          </p:cBhvr>
                                        </p:animEffect>
                                      </p:childTnLst>
                                    </p:cTn>
                                  </p:par>
                                  <p:par>
                                    <p:cTn id="26" presetID="53" presetClass="entr" presetSubtype="16" fill="hold" nodeType="withEffect">
                                      <p:stCondLst>
                                        <p:cond delay="500"/>
                                      </p:stCondLst>
                                      <p:childTnLst>
                                        <p:set>
                                          <p:cBhvr>
                                            <p:cTn id="27" dur="1" fill="hold">
                                              <p:stCondLst>
                                                <p:cond delay="0"/>
                                              </p:stCondLst>
                                            </p:cTn>
                                            <p:tgtEl>
                                              <p:spTgt spid="197"/>
                                            </p:tgtEl>
                                            <p:attrNameLst>
                                              <p:attrName>style.visibility</p:attrName>
                                            </p:attrNameLst>
                                          </p:cBhvr>
                                          <p:to>
                                            <p:strVal val="visible"/>
                                          </p:to>
                                        </p:set>
                                        <p:anim calcmode="lin" valueType="num">
                                          <p:cBhvr>
                                            <p:cTn id="28" dur="750" fill="hold"/>
                                            <p:tgtEl>
                                              <p:spTgt spid="197"/>
                                            </p:tgtEl>
                                            <p:attrNameLst>
                                              <p:attrName>ppt_w</p:attrName>
                                            </p:attrNameLst>
                                          </p:cBhvr>
                                          <p:tavLst>
                                            <p:tav tm="0">
                                              <p:val>
                                                <p:fltVal val="0"/>
                                              </p:val>
                                            </p:tav>
                                            <p:tav tm="100000">
                                              <p:val>
                                                <p:strVal val="#ppt_w"/>
                                              </p:val>
                                            </p:tav>
                                          </p:tavLst>
                                        </p:anim>
                                        <p:anim calcmode="lin" valueType="num">
                                          <p:cBhvr>
                                            <p:cTn id="29" dur="750" fill="hold"/>
                                            <p:tgtEl>
                                              <p:spTgt spid="197"/>
                                            </p:tgtEl>
                                            <p:attrNameLst>
                                              <p:attrName>ppt_h</p:attrName>
                                            </p:attrNameLst>
                                          </p:cBhvr>
                                          <p:tavLst>
                                            <p:tav tm="0">
                                              <p:val>
                                                <p:fltVal val="0"/>
                                              </p:val>
                                            </p:tav>
                                            <p:tav tm="100000">
                                              <p:val>
                                                <p:strVal val="#ppt_h"/>
                                              </p:val>
                                            </p:tav>
                                          </p:tavLst>
                                        </p:anim>
                                        <p:animEffect transition="in" filter="fade">
                                          <p:cBhvr>
                                            <p:cTn id="30" dur="750"/>
                                            <p:tgtEl>
                                              <p:spTgt spid="197"/>
                                            </p:tgtEl>
                                          </p:cBhvr>
                                        </p:animEffect>
                                      </p:childTnLst>
                                    </p:cTn>
                                  </p:par>
                                  <p:par>
                                    <p:cTn id="31" presetID="53" presetClass="entr" presetSubtype="16" fill="hold" nodeType="withEffect">
                                      <p:stCondLst>
                                        <p:cond delay="750"/>
                                      </p:stCondLst>
                                      <p:childTnLst>
                                        <p:set>
                                          <p:cBhvr>
                                            <p:cTn id="32" dur="1" fill="hold">
                                              <p:stCondLst>
                                                <p:cond delay="0"/>
                                              </p:stCondLst>
                                            </p:cTn>
                                            <p:tgtEl>
                                              <p:spTgt spid="191"/>
                                            </p:tgtEl>
                                            <p:attrNameLst>
                                              <p:attrName>style.visibility</p:attrName>
                                            </p:attrNameLst>
                                          </p:cBhvr>
                                          <p:to>
                                            <p:strVal val="visible"/>
                                          </p:to>
                                        </p:set>
                                        <p:anim calcmode="lin" valueType="num">
                                          <p:cBhvr>
                                            <p:cTn id="33" dur="750" fill="hold"/>
                                            <p:tgtEl>
                                              <p:spTgt spid="191"/>
                                            </p:tgtEl>
                                            <p:attrNameLst>
                                              <p:attrName>ppt_w</p:attrName>
                                            </p:attrNameLst>
                                          </p:cBhvr>
                                          <p:tavLst>
                                            <p:tav tm="0">
                                              <p:val>
                                                <p:fltVal val="0"/>
                                              </p:val>
                                            </p:tav>
                                            <p:tav tm="100000">
                                              <p:val>
                                                <p:strVal val="#ppt_w"/>
                                              </p:val>
                                            </p:tav>
                                          </p:tavLst>
                                        </p:anim>
                                        <p:anim calcmode="lin" valueType="num">
                                          <p:cBhvr>
                                            <p:cTn id="34" dur="750" fill="hold"/>
                                            <p:tgtEl>
                                              <p:spTgt spid="191"/>
                                            </p:tgtEl>
                                            <p:attrNameLst>
                                              <p:attrName>ppt_h</p:attrName>
                                            </p:attrNameLst>
                                          </p:cBhvr>
                                          <p:tavLst>
                                            <p:tav tm="0">
                                              <p:val>
                                                <p:fltVal val="0"/>
                                              </p:val>
                                            </p:tav>
                                            <p:tav tm="100000">
                                              <p:val>
                                                <p:strVal val="#ppt_h"/>
                                              </p:val>
                                            </p:tav>
                                          </p:tavLst>
                                        </p:anim>
                                        <p:animEffect transition="in" filter="fade">
                                          <p:cBhvr>
                                            <p:cTn id="35" dur="750"/>
                                            <p:tgtEl>
                                              <p:spTgt spid="191"/>
                                            </p:tgtEl>
                                          </p:cBhvr>
                                        </p:animEffect>
                                      </p:childTnLst>
                                    </p:cTn>
                                  </p:par>
                                  <p:par>
                                    <p:cTn id="36" presetID="53" presetClass="entr" presetSubtype="16" fill="hold" nodeType="withEffect">
                                      <p:stCondLst>
                                        <p:cond delay="1000"/>
                                      </p:stCondLst>
                                      <p:childTnLst>
                                        <p:set>
                                          <p:cBhvr>
                                            <p:cTn id="37" dur="1" fill="hold">
                                              <p:stCondLst>
                                                <p:cond delay="0"/>
                                              </p:stCondLst>
                                            </p:cTn>
                                            <p:tgtEl>
                                              <p:spTgt spid="200"/>
                                            </p:tgtEl>
                                            <p:attrNameLst>
                                              <p:attrName>style.visibility</p:attrName>
                                            </p:attrNameLst>
                                          </p:cBhvr>
                                          <p:to>
                                            <p:strVal val="visible"/>
                                          </p:to>
                                        </p:set>
                                        <p:anim calcmode="lin" valueType="num">
                                          <p:cBhvr>
                                            <p:cTn id="38" dur="750" fill="hold"/>
                                            <p:tgtEl>
                                              <p:spTgt spid="200"/>
                                            </p:tgtEl>
                                            <p:attrNameLst>
                                              <p:attrName>ppt_w</p:attrName>
                                            </p:attrNameLst>
                                          </p:cBhvr>
                                          <p:tavLst>
                                            <p:tav tm="0">
                                              <p:val>
                                                <p:fltVal val="0"/>
                                              </p:val>
                                            </p:tav>
                                            <p:tav tm="100000">
                                              <p:val>
                                                <p:strVal val="#ppt_w"/>
                                              </p:val>
                                            </p:tav>
                                          </p:tavLst>
                                        </p:anim>
                                        <p:anim calcmode="lin" valueType="num">
                                          <p:cBhvr>
                                            <p:cTn id="39" dur="750" fill="hold"/>
                                            <p:tgtEl>
                                              <p:spTgt spid="200"/>
                                            </p:tgtEl>
                                            <p:attrNameLst>
                                              <p:attrName>ppt_h</p:attrName>
                                            </p:attrNameLst>
                                          </p:cBhvr>
                                          <p:tavLst>
                                            <p:tav tm="0">
                                              <p:val>
                                                <p:fltVal val="0"/>
                                              </p:val>
                                            </p:tav>
                                            <p:tav tm="100000">
                                              <p:val>
                                                <p:strVal val="#ppt_h"/>
                                              </p:val>
                                            </p:tav>
                                          </p:tavLst>
                                        </p:anim>
                                        <p:animEffect transition="in" filter="fade">
                                          <p:cBhvr>
                                            <p:cTn id="40" dur="750"/>
                                            <p:tgtEl>
                                              <p:spTgt spid="200"/>
                                            </p:tgtEl>
                                          </p:cBhvr>
                                        </p:animEffect>
                                      </p:childTnLst>
                                    </p:cTn>
                                  </p:par>
                                  <p:par>
                                    <p:cTn id="41" presetID="10" presetClass="entr" presetSubtype="0" fill="hold" grpId="0" nodeType="withEffect">
                                      <p:stCondLst>
                                        <p:cond delay="250"/>
                                      </p:stCondLst>
                                      <p:childTnLst>
                                        <p:set>
                                          <p:cBhvr>
                                            <p:cTn id="42" dur="1" fill="hold">
                                              <p:stCondLst>
                                                <p:cond delay="0"/>
                                              </p:stCondLst>
                                            </p:cTn>
                                            <p:tgtEl>
                                              <p:spTgt spid="203"/>
                                            </p:tgtEl>
                                            <p:attrNameLst>
                                              <p:attrName>style.visibility</p:attrName>
                                            </p:attrNameLst>
                                          </p:cBhvr>
                                          <p:to>
                                            <p:strVal val="visible"/>
                                          </p:to>
                                        </p:set>
                                        <p:animEffect transition="in" filter="fade">
                                          <p:cBhvr>
                                            <p:cTn id="43" dur="750"/>
                                            <p:tgtEl>
                                              <p:spTgt spid="203"/>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204"/>
                                            </p:tgtEl>
                                            <p:attrNameLst>
                                              <p:attrName>style.visibility</p:attrName>
                                            </p:attrNameLst>
                                          </p:cBhvr>
                                          <p:to>
                                            <p:strVal val="visible"/>
                                          </p:to>
                                        </p:set>
                                        <p:animEffect transition="in" filter="fade">
                                          <p:cBhvr>
                                            <p:cTn id="46" dur="750"/>
                                            <p:tgtEl>
                                              <p:spTgt spid="204"/>
                                            </p:tgtEl>
                                          </p:cBhvr>
                                        </p:animEffect>
                                      </p:childTnLst>
                                    </p:cTn>
                                  </p:par>
                                  <p:par>
                                    <p:cTn id="47" presetID="10" presetClass="entr" presetSubtype="0" fill="hold" grpId="0" nodeType="withEffect">
                                      <p:stCondLst>
                                        <p:cond delay="750"/>
                                      </p:stCondLst>
                                      <p:childTnLst>
                                        <p:set>
                                          <p:cBhvr>
                                            <p:cTn id="48" dur="1" fill="hold">
                                              <p:stCondLst>
                                                <p:cond delay="0"/>
                                              </p:stCondLst>
                                            </p:cTn>
                                            <p:tgtEl>
                                              <p:spTgt spid="205"/>
                                            </p:tgtEl>
                                            <p:attrNameLst>
                                              <p:attrName>style.visibility</p:attrName>
                                            </p:attrNameLst>
                                          </p:cBhvr>
                                          <p:to>
                                            <p:strVal val="visible"/>
                                          </p:to>
                                        </p:set>
                                        <p:animEffect transition="in" filter="fade">
                                          <p:cBhvr>
                                            <p:cTn id="49" dur="750"/>
                                            <p:tgtEl>
                                              <p:spTgt spid="205"/>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206"/>
                                            </p:tgtEl>
                                            <p:attrNameLst>
                                              <p:attrName>style.visibility</p:attrName>
                                            </p:attrNameLst>
                                          </p:cBhvr>
                                          <p:to>
                                            <p:strVal val="visible"/>
                                          </p:to>
                                        </p:set>
                                        <p:animEffect transition="in" filter="fade">
                                          <p:cBhvr>
                                            <p:cTn id="52" dur="750"/>
                                            <p:tgtEl>
                                              <p:spTgt spid="206"/>
                                            </p:tgtEl>
                                          </p:cBhvr>
                                        </p:animEffect>
                                      </p:childTnLst>
                                    </p:cTn>
                                  </p:par>
                                  <p:par>
                                    <p:cTn id="53" presetID="2" presetClass="entr" presetSubtype="12" fill="hold" nodeType="withEffect">
                                      <p:stCondLst>
                                        <p:cond delay="150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1000" fill="hold"/>
                                            <p:tgtEl>
                                              <p:spTgt spid="2"/>
                                            </p:tgtEl>
                                            <p:attrNameLst>
                                              <p:attrName>ppt_x</p:attrName>
                                            </p:attrNameLst>
                                          </p:cBhvr>
                                          <p:tavLst>
                                            <p:tav tm="0">
                                              <p:val>
                                                <p:strVal val="0-#ppt_w/2"/>
                                              </p:val>
                                            </p:tav>
                                            <p:tav tm="100000">
                                              <p:val>
                                                <p:strVal val="#ppt_x"/>
                                              </p:val>
                                            </p:tav>
                                          </p:tavLst>
                                        </p:anim>
                                        <p:anim calcmode="lin" valueType="num">
                                          <p:cBhvr additive="base">
                                            <p:cTn id="56" dur="10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p:bldP spid="204" grpId="0"/>
          <p:bldP spid="205" grpId="0"/>
          <p:bldP spid="206" grpId="0"/>
        </p:bldLst>
      </p:timing>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D3D31A06-89A8-4D22-948A-54DDAC807591}"/>
              </a:ext>
            </a:extLst>
          </p:cNvPr>
          <p:cNvGrpSpPr/>
          <p:nvPr/>
        </p:nvGrpSpPr>
        <p:grpSpPr>
          <a:xfrm>
            <a:off x="5874544" y="581025"/>
            <a:ext cx="2494756" cy="1619363"/>
            <a:chOff x="5874544" y="581025"/>
            <a:chExt cx="2494756" cy="1619363"/>
          </a:xfrm>
        </p:grpSpPr>
        <p:sp>
          <p:nvSpPr>
            <p:cNvPr id="28" name="Shadow">
              <a:extLst>
                <a:ext uri="{FF2B5EF4-FFF2-40B4-BE49-F238E27FC236}">
                  <a16:creationId xmlns:a16="http://schemas.microsoft.com/office/drawing/2014/main" id="{70BD0A5C-11AC-463C-B7EC-9A057FAC1CB4}"/>
                </a:ext>
              </a:extLst>
            </p:cNvPr>
            <p:cNvSpPr/>
            <p:nvPr/>
          </p:nvSpPr>
          <p:spPr>
            <a:xfrm flipH="1" flipV="1">
              <a:off x="5874544" y="1627041"/>
              <a:ext cx="2437606" cy="57334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 name="connsiteX0" fmla="*/ 177421 w 3404808"/>
                <a:gd name="connsiteY0" fmla="*/ 492552 h 492552"/>
                <a:gd name="connsiteX1" fmla="*/ 0 w 3404808"/>
                <a:gd name="connsiteY1" fmla="*/ 0 h 492552"/>
                <a:gd name="connsiteX2" fmla="*/ 3404808 w 3404808"/>
                <a:gd name="connsiteY2" fmla="*/ 492552 h 492552"/>
                <a:gd name="connsiteX3" fmla="*/ 177421 w 3404808"/>
                <a:gd name="connsiteY3" fmla="*/ 492552 h 492552"/>
                <a:gd name="connsiteX0" fmla="*/ 177421 w 3404808"/>
                <a:gd name="connsiteY0" fmla="*/ 457113 h 457113"/>
                <a:gd name="connsiteX1" fmla="*/ 0 w 3404808"/>
                <a:gd name="connsiteY1" fmla="*/ 0 h 457113"/>
                <a:gd name="connsiteX2" fmla="*/ 3404808 w 3404808"/>
                <a:gd name="connsiteY2" fmla="*/ 457113 h 457113"/>
                <a:gd name="connsiteX3" fmla="*/ 177421 w 3404808"/>
                <a:gd name="connsiteY3" fmla="*/ 457113 h 457113"/>
              </a:gdLst>
              <a:ahLst/>
              <a:cxnLst>
                <a:cxn ang="0">
                  <a:pos x="connsiteX0" y="connsiteY0"/>
                </a:cxn>
                <a:cxn ang="0">
                  <a:pos x="connsiteX1" y="connsiteY1"/>
                </a:cxn>
                <a:cxn ang="0">
                  <a:pos x="connsiteX2" y="connsiteY2"/>
                </a:cxn>
                <a:cxn ang="0">
                  <a:pos x="connsiteX3" y="connsiteY3"/>
                </a:cxn>
              </a:cxnLst>
              <a:rect l="l" t="t" r="r" b="b"/>
              <a:pathLst>
                <a:path w="3404808" h="457113">
                  <a:moveTo>
                    <a:pt x="177421" y="457113"/>
                  </a:moveTo>
                  <a:lnTo>
                    <a:pt x="0" y="0"/>
                  </a:lnTo>
                  <a:lnTo>
                    <a:pt x="3404808" y="457113"/>
                  </a:lnTo>
                  <a:lnTo>
                    <a:pt x="177421" y="457113"/>
                  </a:lnTo>
                  <a:close/>
                </a:path>
              </a:pathLst>
            </a:custGeom>
            <a:gradFill>
              <a:gsLst>
                <a:gs pos="100000">
                  <a:schemeClr val="bg2"/>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 name="Freeform 5">
              <a:extLst>
                <a:ext uri="{FF2B5EF4-FFF2-40B4-BE49-F238E27FC236}">
                  <a16:creationId xmlns:a16="http://schemas.microsoft.com/office/drawing/2014/main" id="{FE3E1EAF-D58F-4DE7-9C70-9385759A4CCD}"/>
                </a:ext>
              </a:extLst>
            </p:cNvPr>
            <p:cNvSpPr>
              <a:spLocks/>
            </p:cNvSpPr>
            <p:nvPr/>
          </p:nvSpPr>
          <p:spPr bwMode="auto">
            <a:xfrm>
              <a:off x="6638925" y="581025"/>
              <a:ext cx="1730375" cy="1154113"/>
            </a:xfrm>
            <a:custGeom>
              <a:avLst/>
              <a:gdLst>
                <a:gd name="T0" fmla="*/ 409 w 444"/>
                <a:gd name="T1" fmla="*/ 296 h 296"/>
                <a:gd name="T2" fmla="*/ 0 w 444"/>
                <a:gd name="T3" fmla="*/ 296 h 296"/>
                <a:gd name="T4" fmla="*/ 0 w 444"/>
                <a:gd name="T5" fmla="*/ 0 h 296"/>
                <a:gd name="T6" fmla="*/ 409 w 444"/>
                <a:gd name="T7" fmla="*/ 0 h 296"/>
                <a:gd name="T8" fmla="*/ 444 w 444"/>
                <a:gd name="T9" fmla="*/ 35 h 296"/>
                <a:gd name="T10" fmla="*/ 444 w 444"/>
                <a:gd name="T11" fmla="*/ 261 h 296"/>
                <a:gd name="T12" fmla="*/ 409 w 444"/>
                <a:gd name="T13" fmla="*/ 296 h 296"/>
              </a:gdLst>
              <a:ahLst/>
              <a:cxnLst>
                <a:cxn ang="0">
                  <a:pos x="T0" y="T1"/>
                </a:cxn>
                <a:cxn ang="0">
                  <a:pos x="T2" y="T3"/>
                </a:cxn>
                <a:cxn ang="0">
                  <a:pos x="T4" y="T5"/>
                </a:cxn>
                <a:cxn ang="0">
                  <a:pos x="T6" y="T7"/>
                </a:cxn>
                <a:cxn ang="0">
                  <a:pos x="T8" y="T9"/>
                </a:cxn>
                <a:cxn ang="0">
                  <a:pos x="T10" y="T11"/>
                </a:cxn>
                <a:cxn ang="0">
                  <a:pos x="T12" y="T13"/>
                </a:cxn>
              </a:cxnLst>
              <a:rect l="0" t="0" r="r" b="b"/>
              <a:pathLst>
                <a:path w="444" h="296">
                  <a:moveTo>
                    <a:pt x="409" y="296"/>
                  </a:moveTo>
                  <a:cubicBezTo>
                    <a:pt x="0" y="296"/>
                    <a:pt x="0" y="296"/>
                    <a:pt x="0" y="296"/>
                  </a:cubicBezTo>
                  <a:cubicBezTo>
                    <a:pt x="0" y="0"/>
                    <a:pt x="0" y="0"/>
                    <a:pt x="0" y="0"/>
                  </a:cubicBezTo>
                  <a:cubicBezTo>
                    <a:pt x="409" y="0"/>
                    <a:pt x="409" y="0"/>
                    <a:pt x="409" y="0"/>
                  </a:cubicBezTo>
                  <a:cubicBezTo>
                    <a:pt x="428" y="0"/>
                    <a:pt x="444" y="16"/>
                    <a:pt x="444" y="35"/>
                  </a:cubicBezTo>
                  <a:cubicBezTo>
                    <a:pt x="444" y="261"/>
                    <a:pt x="444" y="261"/>
                    <a:pt x="444" y="261"/>
                  </a:cubicBezTo>
                  <a:cubicBezTo>
                    <a:pt x="444" y="280"/>
                    <a:pt x="428" y="296"/>
                    <a:pt x="409" y="296"/>
                  </a:cubicBezTo>
                  <a:close/>
                </a:path>
              </a:pathLst>
            </a:custGeom>
            <a:gradFill flip="none" rotWithShape="1">
              <a:gsLst>
                <a:gs pos="100000">
                  <a:schemeClr val="accent4">
                    <a:lumMod val="50000"/>
                  </a:schemeClr>
                </a:gs>
                <a:gs pos="0">
                  <a:schemeClr val="accent4"/>
                </a:gs>
                <a:gs pos="88000">
                  <a:schemeClr val="accent4">
                    <a:lumMod val="75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5A460DFF-2678-401D-AED8-718656D639D2}"/>
              </a:ext>
            </a:extLst>
          </p:cNvPr>
          <p:cNvGrpSpPr/>
          <p:nvPr/>
        </p:nvGrpSpPr>
        <p:grpSpPr>
          <a:xfrm>
            <a:off x="3817938" y="2825750"/>
            <a:ext cx="2437606" cy="1614407"/>
            <a:chOff x="3817938" y="2825750"/>
            <a:chExt cx="2437606" cy="1614407"/>
          </a:xfrm>
        </p:grpSpPr>
        <p:sp>
          <p:nvSpPr>
            <p:cNvPr id="29" name="Shadow">
              <a:extLst>
                <a:ext uri="{FF2B5EF4-FFF2-40B4-BE49-F238E27FC236}">
                  <a16:creationId xmlns:a16="http://schemas.microsoft.com/office/drawing/2014/main" id="{21CF9978-AAC3-4C5A-82D3-4F40B359E382}"/>
                </a:ext>
              </a:extLst>
            </p:cNvPr>
            <p:cNvSpPr/>
            <p:nvPr/>
          </p:nvSpPr>
          <p:spPr>
            <a:xfrm flipV="1">
              <a:off x="3817938" y="3866810"/>
              <a:ext cx="2437606" cy="57334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 name="connsiteX0" fmla="*/ 177421 w 3404808"/>
                <a:gd name="connsiteY0" fmla="*/ 492552 h 492552"/>
                <a:gd name="connsiteX1" fmla="*/ 0 w 3404808"/>
                <a:gd name="connsiteY1" fmla="*/ 0 h 492552"/>
                <a:gd name="connsiteX2" fmla="*/ 3404808 w 3404808"/>
                <a:gd name="connsiteY2" fmla="*/ 492552 h 492552"/>
                <a:gd name="connsiteX3" fmla="*/ 177421 w 3404808"/>
                <a:gd name="connsiteY3" fmla="*/ 492552 h 492552"/>
                <a:gd name="connsiteX0" fmla="*/ 177421 w 3404808"/>
                <a:gd name="connsiteY0" fmla="*/ 457113 h 457113"/>
                <a:gd name="connsiteX1" fmla="*/ 0 w 3404808"/>
                <a:gd name="connsiteY1" fmla="*/ 0 h 457113"/>
                <a:gd name="connsiteX2" fmla="*/ 3404808 w 3404808"/>
                <a:gd name="connsiteY2" fmla="*/ 457113 h 457113"/>
                <a:gd name="connsiteX3" fmla="*/ 177421 w 3404808"/>
                <a:gd name="connsiteY3" fmla="*/ 457113 h 457113"/>
              </a:gdLst>
              <a:ahLst/>
              <a:cxnLst>
                <a:cxn ang="0">
                  <a:pos x="connsiteX0" y="connsiteY0"/>
                </a:cxn>
                <a:cxn ang="0">
                  <a:pos x="connsiteX1" y="connsiteY1"/>
                </a:cxn>
                <a:cxn ang="0">
                  <a:pos x="connsiteX2" y="connsiteY2"/>
                </a:cxn>
                <a:cxn ang="0">
                  <a:pos x="connsiteX3" y="connsiteY3"/>
                </a:cxn>
              </a:cxnLst>
              <a:rect l="l" t="t" r="r" b="b"/>
              <a:pathLst>
                <a:path w="3404808" h="457113">
                  <a:moveTo>
                    <a:pt x="177421" y="457113"/>
                  </a:moveTo>
                  <a:lnTo>
                    <a:pt x="0" y="0"/>
                  </a:lnTo>
                  <a:lnTo>
                    <a:pt x="3404808" y="457113"/>
                  </a:lnTo>
                  <a:lnTo>
                    <a:pt x="177421" y="457113"/>
                  </a:lnTo>
                  <a:close/>
                </a:path>
              </a:pathLst>
            </a:custGeom>
            <a:gradFill>
              <a:gsLst>
                <a:gs pos="100000">
                  <a:schemeClr val="bg2"/>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 name="Freeform 7">
              <a:extLst>
                <a:ext uri="{FF2B5EF4-FFF2-40B4-BE49-F238E27FC236}">
                  <a16:creationId xmlns:a16="http://schemas.microsoft.com/office/drawing/2014/main" id="{C9A52579-548E-48AF-908B-7B568B534678}"/>
                </a:ext>
              </a:extLst>
            </p:cNvPr>
            <p:cNvSpPr>
              <a:spLocks/>
            </p:cNvSpPr>
            <p:nvPr/>
          </p:nvSpPr>
          <p:spPr bwMode="auto">
            <a:xfrm>
              <a:off x="3817938" y="2825750"/>
              <a:ext cx="1730375" cy="1152525"/>
            </a:xfrm>
            <a:custGeom>
              <a:avLst/>
              <a:gdLst>
                <a:gd name="T0" fmla="*/ 35 w 444"/>
                <a:gd name="T1" fmla="*/ 296 h 296"/>
                <a:gd name="T2" fmla="*/ 444 w 444"/>
                <a:gd name="T3" fmla="*/ 296 h 296"/>
                <a:gd name="T4" fmla="*/ 444 w 444"/>
                <a:gd name="T5" fmla="*/ 0 h 296"/>
                <a:gd name="T6" fmla="*/ 35 w 444"/>
                <a:gd name="T7" fmla="*/ 0 h 296"/>
                <a:gd name="T8" fmla="*/ 0 w 444"/>
                <a:gd name="T9" fmla="*/ 35 h 296"/>
                <a:gd name="T10" fmla="*/ 0 w 444"/>
                <a:gd name="T11" fmla="*/ 261 h 296"/>
                <a:gd name="T12" fmla="*/ 35 w 444"/>
                <a:gd name="T13" fmla="*/ 296 h 296"/>
              </a:gdLst>
              <a:ahLst/>
              <a:cxnLst>
                <a:cxn ang="0">
                  <a:pos x="T0" y="T1"/>
                </a:cxn>
                <a:cxn ang="0">
                  <a:pos x="T2" y="T3"/>
                </a:cxn>
                <a:cxn ang="0">
                  <a:pos x="T4" y="T5"/>
                </a:cxn>
                <a:cxn ang="0">
                  <a:pos x="T6" y="T7"/>
                </a:cxn>
                <a:cxn ang="0">
                  <a:pos x="T8" y="T9"/>
                </a:cxn>
                <a:cxn ang="0">
                  <a:pos x="T10" y="T11"/>
                </a:cxn>
                <a:cxn ang="0">
                  <a:pos x="T12" y="T13"/>
                </a:cxn>
              </a:cxnLst>
              <a:rect l="0" t="0" r="r" b="b"/>
              <a:pathLst>
                <a:path w="444" h="296">
                  <a:moveTo>
                    <a:pt x="35" y="296"/>
                  </a:moveTo>
                  <a:cubicBezTo>
                    <a:pt x="444" y="296"/>
                    <a:pt x="444" y="296"/>
                    <a:pt x="444" y="296"/>
                  </a:cubicBezTo>
                  <a:cubicBezTo>
                    <a:pt x="444" y="0"/>
                    <a:pt x="444" y="0"/>
                    <a:pt x="444" y="0"/>
                  </a:cubicBezTo>
                  <a:cubicBezTo>
                    <a:pt x="35" y="0"/>
                    <a:pt x="35" y="0"/>
                    <a:pt x="35" y="0"/>
                  </a:cubicBezTo>
                  <a:cubicBezTo>
                    <a:pt x="16" y="0"/>
                    <a:pt x="0" y="15"/>
                    <a:pt x="0" y="35"/>
                  </a:cubicBezTo>
                  <a:cubicBezTo>
                    <a:pt x="0" y="261"/>
                    <a:pt x="0" y="261"/>
                    <a:pt x="0" y="261"/>
                  </a:cubicBezTo>
                  <a:cubicBezTo>
                    <a:pt x="0" y="280"/>
                    <a:pt x="16" y="296"/>
                    <a:pt x="35" y="296"/>
                  </a:cubicBezTo>
                  <a:close/>
                </a:path>
              </a:pathLst>
            </a:custGeom>
            <a:gradFill flip="none" rotWithShape="1">
              <a:gsLst>
                <a:gs pos="0">
                  <a:schemeClr val="accent6">
                    <a:lumMod val="50000"/>
                  </a:schemeClr>
                </a:gs>
                <a:gs pos="100000">
                  <a:schemeClr val="accent6"/>
                </a:gs>
                <a:gs pos="11000">
                  <a:schemeClr val="accent6">
                    <a:lumMod val="75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25452B6F-5DF8-46D6-99A2-2E91CB178263}"/>
              </a:ext>
            </a:extLst>
          </p:cNvPr>
          <p:cNvGrpSpPr/>
          <p:nvPr/>
        </p:nvGrpSpPr>
        <p:grpSpPr>
          <a:xfrm>
            <a:off x="5931694" y="2887663"/>
            <a:ext cx="2437606" cy="1633408"/>
            <a:chOff x="5931694" y="2887663"/>
            <a:chExt cx="2437606" cy="1633408"/>
          </a:xfrm>
        </p:grpSpPr>
        <p:sp>
          <p:nvSpPr>
            <p:cNvPr id="27" name="Shadow">
              <a:extLst>
                <a:ext uri="{FF2B5EF4-FFF2-40B4-BE49-F238E27FC236}">
                  <a16:creationId xmlns:a16="http://schemas.microsoft.com/office/drawing/2014/main" id="{60105242-E543-4349-BA3B-024AD1001E4D}"/>
                </a:ext>
              </a:extLst>
            </p:cNvPr>
            <p:cNvSpPr/>
            <p:nvPr/>
          </p:nvSpPr>
          <p:spPr>
            <a:xfrm flipH="1" flipV="1">
              <a:off x="5931694" y="3947724"/>
              <a:ext cx="2437606" cy="57334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 name="connsiteX0" fmla="*/ 177421 w 3404808"/>
                <a:gd name="connsiteY0" fmla="*/ 492552 h 492552"/>
                <a:gd name="connsiteX1" fmla="*/ 0 w 3404808"/>
                <a:gd name="connsiteY1" fmla="*/ 0 h 492552"/>
                <a:gd name="connsiteX2" fmla="*/ 3404808 w 3404808"/>
                <a:gd name="connsiteY2" fmla="*/ 492552 h 492552"/>
                <a:gd name="connsiteX3" fmla="*/ 177421 w 3404808"/>
                <a:gd name="connsiteY3" fmla="*/ 492552 h 492552"/>
                <a:gd name="connsiteX0" fmla="*/ 177421 w 3404808"/>
                <a:gd name="connsiteY0" fmla="*/ 457113 h 457113"/>
                <a:gd name="connsiteX1" fmla="*/ 0 w 3404808"/>
                <a:gd name="connsiteY1" fmla="*/ 0 h 457113"/>
                <a:gd name="connsiteX2" fmla="*/ 3404808 w 3404808"/>
                <a:gd name="connsiteY2" fmla="*/ 457113 h 457113"/>
                <a:gd name="connsiteX3" fmla="*/ 177421 w 3404808"/>
                <a:gd name="connsiteY3" fmla="*/ 457113 h 457113"/>
              </a:gdLst>
              <a:ahLst/>
              <a:cxnLst>
                <a:cxn ang="0">
                  <a:pos x="connsiteX0" y="connsiteY0"/>
                </a:cxn>
                <a:cxn ang="0">
                  <a:pos x="connsiteX1" y="connsiteY1"/>
                </a:cxn>
                <a:cxn ang="0">
                  <a:pos x="connsiteX2" y="connsiteY2"/>
                </a:cxn>
                <a:cxn ang="0">
                  <a:pos x="connsiteX3" y="connsiteY3"/>
                </a:cxn>
              </a:cxnLst>
              <a:rect l="l" t="t" r="r" b="b"/>
              <a:pathLst>
                <a:path w="3404808" h="457113">
                  <a:moveTo>
                    <a:pt x="177421" y="457113"/>
                  </a:moveTo>
                  <a:lnTo>
                    <a:pt x="0" y="0"/>
                  </a:lnTo>
                  <a:lnTo>
                    <a:pt x="3404808" y="457113"/>
                  </a:lnTo>
                  <a:lnTo>
                    <a:pt x="177421" y="457113"/>
                  </a:lnTo>
                  <a:close/>
                </a:path>
              </a:pathLst>
            </a:custGeom>
            <a:gradFill>
              <a:gsLst>
                <a:gs pos="100000">
                  <a:schemeClr val="bg2"/>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0" name="Freeform 9">
              <a:extLst>
                <a:ext uri="{FF2B5EF4-FFF2-40B4-BE49-F238E27FC236}">
                  <a16:creationId xmlns:a16="http://schemas.microsoft.com/office/drawing/2014/main" id="{38E9D2FC-C82A-41DA-AE17-BAC9CB9F41CA}"/>
                </a:ext>
              </a:extLst>
            </p:cNvPr>
            <p:cNvSpPr>
              <a:spLocks/>
            </p:cNvSpPr>
            <p:nvPr/>
          </p:nvSpPr>
          <p:spPr bwMode="auto">
            <a:xfrm>
              <a:off x="6638925" y="2887663"/>
              <a:ext cx="1730375" cy="1152525"/>
            </a:xfrm>
            <a:custGeom>
              <a:avLst/>
              <a:gdLst>
                <a:gd name="T0" fmla="*/ 409 w 444"/>
                <a:gd name="T1" fmla="*/ 296 h 296"/>
                <a:gd name="T2" fmla="*/ 0 w 444"/>
                <a:gd name="T3" fmla="*/ 296 h 296"/>
                <a:gd name="T4" fmla="*/ 0 w 444"/>
                <a:gd name="T5" fmla="*/ 0 h 296"/>
                <a:gd name="T6" fmla="*/ 409 w 444"/>
                <a:gd name="T7" fmla="*/ 0 h 296"/>
                <a:gd name="T8" fmla="*/ 444 w 444"/>
                <a:gd name="T9" fmla="*/ 35 h 296"/>
                <a:gd name="T10" fmla="*/ 444 w 444"/>
                <a:gd name="T11" fmla="*/ 261 h 296"/>
                <a:gd name="T12" fmla="*/ 409 w 444"/>
                <a:gd name="T13" fmla="*/ 296 h 296"/>
              </a:gdLst>
              <a:ahLst/>
              <a:cxnLst>
                <a:cxn ang="0">
                  <a:pos x="T0" y="T1"/>
                </a:cxn>
                <a:cxn ang="0">
                  <a:pos x="T2" y="T3"/>
                </a:cxn>
                <a:cxn ang="0">
                  <a:pos x="T4" y="T5"/>
                </a:cxn>
                <a:cxn ang="0">
                  <a:pos x="T6" y="T7"/>
                </a:cxn>
                <a:cxn ang="0">
                  <a:pos x="T8" y="T9"/>
                </a:cxn>
                <a:cxn ang="0">
                  <a:pos x="T10" y="T11"/>
                </a:cxn>
                <a:cxn ang="0">
                  <a:pos x="T12" y="T13"/>
                </a:cxn>
              </a:cxnLst>
              <a:rect l="0" t="0" r="r" b="b"/>
              <a:pathLst>
                <a:path w="444" h="296">
                  <a:moveTo>
                    <a:pt x="409" y="296"/>
                  </a:moveTo>
                  <a:cubicBezTo>
                    <a:pt x="0" y="296"/>
                    <a:pt x="0" y="296"/>
                    <a:pt x="0" y="296"/>
                  </a:cubicBezTo>
                  <a:cubicBezTo>
                    <a:pt x="0" y="0"/>
                    <a:pt x="0" y="0"/>
                    <a:pt x="0" y="0"/>
                  </a:cubicBezTo>
                  <a:cubicBezTo>
                    <a:pt x="409" y="0"/>
                    <a:pt x="409" y="0"/>
                    <a:pt x="409" y="0"/>
                  </a:cubicBezTo>
                  <a:cubicBezTo>
                    <a:pt x="428" y="0"/>
                    <a:pt x="444" y="15"/>
                    <a:pt x="444" y="35"/>
                  </a:cubicBezTo>
                  <a:cubicBezTo>
                    <a:pt x="444" y="261"/>
                    <a:pt x="444" y="261"/>
                    <a:pt x="444" y="261"/>
                  </a:cubicBezTo>
                  <a:cubicBezTo>
                    <a:pt x="444" y="280"/>
                    <a:pt x="428" y="296"/>
                    <a:pt x="409" y="296"/>
                  </a:cubicBezTo>
                  <a:close/>
                </a:path>
              </a:pathLst>
            </a:custGeom>
            <a:gradFill flip="none" rotWithShape="1">
              <a:gsLst>
                <a:gs pos="100000">
                  <a:schemeClr val="accent3">
                    <a:lumMod val="50000"/>
                  </a:schemeClr>
                </a:gs>
                <a:gs pos="0">
                  <a:schemeClr val="accent3"/>
                </a:gs>
                <a:gs pos="88000">
                  <a:schemeClr val="accent3">
                    <a:lumMod val="75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6F97508C-4DD9-4BDE-AD40-3865A452E1F0}"/>
              </a:ext>
            </a:extLst>
          </p:cNvPr>
          <p:cNvGrpSpPr/>
          <p:nvPr/>
        </p:nvGrpSpPr>
        <p:grpSpPr>
          <a:xfrm>
            <a:off x="3817938" y="5127625"/>
            <a:ext cx="2437606" cy="1614408"/>
            <a:chOff x="3817938" y="5127625"/>
            <a:chExt cx="2437606" cy="1614408"/>
          </a:xfrm>
        </p:grpSpPr>
        <p:sp>
          <p:nvSpPr>
            <p:cNvPr id="30" name="Shadow">
              <a:extLst>
                <a:ext uri="{FF2B5EF4-FFF2-40B4-BE49-F238E27FC236}">
                  <a16:creationId xmlns:a16="http://schemas.microsoft.com/office/drawing/2014/main" id="{7E12211C-9517-4852-BE95-7340A697BB00}"/>
                </a:ext>
              </a:extLst>
            </p:cNvPr>
            <p:cNvSpPr/>
            <p:nvPr/>
          </p:nvSpPr>
          <p:spPr>
            <a:xfrm flipV="1">
              <a:off x="3817938" y="6168686"/>
              <a:ext cx="2437606" cy="573347"/>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 name="connsiteX0" fmla="*/ 177421 w 3404808"/>
                <a:gd name="connsiteY0" fmla="*/ 492552 h 492552"/>
                <a:gd name="connsiteX1" fmla="*/ 0 w 3404808"/>
                <a:gd name="connsiteY1" fmla="*/ 0 h 492552"/>
                <a:gd name="connsiteX2" fmla="*/ 3404808 w 3404808"/>
                <a:gd name="connsiteY2" fmla="*/ 492552 h 492552"/>
                <a:gd name="connsiteX3" fmla="*/ 177421 w 3404808"/>
                <a:gd name="connsiteY3" fmla="*/ 492552 h 492552"/>
                <a:gd name="connsiteX0" fmla="*/ 177421 w 3404808"/>
                <a:gd name="connsiteY0" fmla="*/ 457113 h 457113"/>
                <a:gd name="connsiteX1" fmla="*/ 0 w 3404808"/>
                <a:gd name="connsiteY1" fmla="*/ 0 h 457113"/>
                <a:gd name="connsiteX2" fmla="*/ 3404808 w 3404808"/>
                <a:gd name="connsiteY2" fmla="*/ 457113 h 457113"/>
                <a:gd name="connsiteX3" fmla="*/ 177421 w 3404808"/>
                <a:gd name="connsiteY3" fmla="*/ 457113 h 457113"/>
              </a:gdLst>
              <a:ahLst/>
              <a:cxnLst>
                <a:cxn ang="0">
                  <a:pos x="connsiteX0" y="connsiteY0"/>
                </a:cxn>
                <a:cxn ang="0">
                  <a:pos x="connsiteX1" y="connsiteY1"/>
                </a:cxn>
                <a:cxn ang="0">
                  <a:pos x="connsiteX2" y="connsiteY2"/>
                </a:cxn>
                <a:cxn ang="0">
                  <a:pos x="connsiteX3" y="connsiteY3"/>
                </a:cxn>
              </a:cxnLst>
              <a:rect l="l" t="t" r="r" b="b"/>
              <a:pathLst>
                <a:path w="3404808" h="457113">
                  <a:moveTo>
                    <a:pt x="177421" y="457113"/>
                  </a:moveTo>
                  <a:lnTo>
                    <a:pt x="0" y="0"/>
                  </a:lnTo>
                  <a:lnTo>
                    <a:pt x="3404808" y="457113"/>
                  </a:lnTo>
                  <a:lnTo>
                    <a:pt x="177421" y="457113"/>
                  </a:lnTo>
                  <a:close/>
                </a:path>
              </a:pathLst>
            </a:custGeom>
            <a:gradFill>
              <a:gsLst>
                <a:gs pos="100000">
                  <a:schemeClr val="bg2"/>
                </a:gs>
                <a:gs pos="0">
                  <a:srgbClr val="000000"/>
                </a:gs>
              </a:gsLst>
              <a:lin ang="10800000" scaled="1"/>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2" name="Freeform 11">
              <a:extLst>
                <a:ext uri="{FF2B5EF4-FFF2-40B4-BE49-F238E27FC236}">
                  <a16:creationId xmlns:a16="http://schemas.microsoft.com/office/drawing/2014/main" id="{EBCBDAA5-D598-4252-A5DC-8BFC7E0BC84C}"/>
                </a:ext>
              </a:extLst>
            </p:cNvPr>
            <p:cNvSpPr>
              <a:spLocks/>
            </p:cNvSpPr>
            <p:nvPr/>
          </p:nvSpPr>
          <p:spPr bwMode="auto">
            <a:xfrm>
              <a:off x="3817938" y="5127625"/>
              <a:ext cx="1730375" cy="1152525"/>
            </a:xfrm>
            <a:custGeom>
              <a:avLst/>
              <a:gdLst>
                <a:gd name="T0" fmla="*/ 35 w 444"/>
                <a:gd name="T1" fmla="*/ 296 h 296"/>
                <a:gd name="T2" fmla="*/ 444 w 444"/>
                <a:gd name="T3" fmla="*/ 296 h 296"/>
                <a:gd name="T4" fmla="*/ 444 w 444"/>
                <a:gd name="T5" fmla="*/ 0 h 296"/>
                <a:gd name="T6" fmla="*/ 35 w 444"/>
                <a:gd name="T7" fmla="*/ 0 h 296"/>
                <a:gd name="T8" fmla="*/ 0 w 444"/>
                <a:gd name="T9" fmla="*/ 35 h 296"/>
                <a:gd name="T10" fmla="*/ 0 w 444"/>
                <a:gd name="T11" fmla="*/ 261 h 296"/>
                <a:gd name="T12" fmla="*/ 35 w 444"/>
                <a:gd name="T13" fmla="*/ 296 h 296"/>
              </a:gdLst>
              <a:ahLst/>
              <a:cxnLst>
                <a:cxn ang="0">
                  <a:pos x="T0" y="T1"/>
                </a:cxn>
                <a:cxn ang="0">
                  <a:pos x="T2" y="T3"/>
                </a:cxn>
                <a:cxn ang="0">
                  <a:pos x="T4" y="T5"/>
                </a:cxn>
                <a:cxn ang="0">
                  <a:pos x="T6" y="T7"/>
                </a:cxn>
                <a:cxn ang="0">
                  <a:pos x="T8" y="T9"/>
                </a:cxn>
                <a:cxn ang="0">
                  <a:pos x="T10" y="T11"/>
                </a:cxn>
                <a:cxn ang="0">
                  <a:pos x="T12" y="T13"/>
                </a:cxn>
              </a:cxnLst>
              <a:rect l="0" t="0" r="r" b="b"/>
              <a:pathLst>
                <a:path w="444" h="296">
                  <a:moveTo>
                    <a:pt x="35" y="296"/>
                  </a:moveTo>
                  <a:cubicBezTo>
                    <a:pt x="444" y="296"/>
                    <a:pt x="444" y="296"/>
                    <a:pt x="444" y="296"/>
                  </a:cubicBezTo>
                  <a:cubicBezTo>
                    <a:pt x="444" y="0"/>
                    <a:pt x="444" y="0"/>
                    <a:pt x="444" y="0"/>
                  </a:cubicBezTo>
                  <a:cubicBezTo>
                    <a:pt x="35" y="0"/>
                    <a:pt x="35" y="0"/>
                    <a:pt x="35" y="0"/>
                  </a:cubicBezTo>
                  <a:cubicBezTo>
                    <a:pt x="16" y="0"/>
                    <a:pt x="0" y="16"/>
                    <a:pt x="0" y="35"/>
                  </a:cubicBezTo>
                  <a:cubicBezTo>
                    <a:pt x="0" y="261"/>
                    <a:pt x="0" y="261"/>
                    <a:pt x="0" y="261"/>
                  </a:cubicBezTo>
                  <a:cubicBezTo>
                    <a:pt x="0" y="281"/>
                    <a:pt x="16" y="296"/>
                    <a:pt x="35" y="296"/>
                  </a:cubicBezTo>
                  <a:close/>
                </a:path>
              </a:pathLst>
            </a:custGeom>
            <a:gradFill flip="none" rotWithShape="1">
              <a:gsLst>
                <a:gs pos="0">
                  <a:schemeClr val="accent1">
                    <a:lumMod val="50000"/>
                  </a:schemeClr>
                </a:gs>
                <a:gs pos="100000">
                  <a:schemeClr val="accent1"/>
                </a:gs>
                <a:gs pos="11000">
                  <a:schemeClr val="accent1">
                    <a:lumMod val="75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17" name="Freeform 16">
            <a:extLst>
              <a:ext uri="{FF2B5EF4-FFF2-40B4-BE49-F238E27FC236}">
                <a16:creationId xmlns:a16="http://schemas.microsoft.com/office/drawing/2014/main" id="{E7555A00-1D92-4FDC-8AB0-77ABF488DC4A}"/>
              </a:ext>
            </a:extLst>
          </p:cNvPr>
          <p:cNvSpPr>
            <a:spLocks/>
          </p:cNvSpPr>
          <p:nvPr/>
        </p:nvSpPr>
        <p:spPr bwMode="auto">
          <a:xfrm>
            <a:off x="5548313" y="4040188"/>
            <a:ext cx="1090612" cy="2239963"/>
          </a:xfrm>
          <a:custGeom>
            <a:avLst/>
            <a:gdLst>
              <a:gd name="T0" fmla="*/ 687 w 687"/>
              <a:gd name="T1" fmla="*/ 0 h 1411"/>
              <a:gd name="T2" fmla="*/ 0 w 687"/>
              <a:gd name="T3" fmla="*/ 685 h 1411"/>
              <a:gd name="T4" fmla="*/ 0 w 687"/>
              <a:gd name="T5" fmla="*/ 1411 h 1411"/>
              <a:gd name="T6" fmla="*/ 687 w 687"/>
              <a:gd name="T7" fmla="*/ 724 h 1411"/>
              <a:gd name="T8" fmla="*/ 687 w 687"/>
              <a:gd name="T9" fmla="*/ 0 h 1411"/>
            </a:gdLst>
            <a:ahLst/>
            <a:cxnLst>
              <a:cxn ang="0">
                <a:pos x="T0" y="T1"/>
              </a:cxn>
              <a:cxn ang="0">
                <a:pos x="T2" y="T3"/>
              </a:cxn>
              <a:cxn ang="0">
                <a:pos x="T4" y="T5"/>
              </a:cxn>
              <a:cxn ang="0">
                <a:pos x="T6" y="T7"/>
              </a:cxn>
              <a:cxn ang="0">
                <a:pos x="T8" y="T9"/>
              </a:cxn>
            </a:cxnLst>
            <a:rect l="0" t="0" r="r" b="b"/>
            <a:pathLst>
              <a:path w="687" h="1411">
                <a:moveTo>
                  <a:pt x="687" y="0"/>
                </a:moveTo>
                <a:lnTo>
                  <a:pt x="0" y="685"/>
                </a:lnTo>
                <a:lnTo>
                  <a:pt x="0" y="1411"/>
                </a:lnTo>
                <a:lnTo>
                  <a:pt x="687" y="724"/>
                </a:lnTo>
                <a:lnTo>
                  <a:pt x="687" y="0"/>
                </a:lnTo>
                <a:close/>
              </a:path>
            </a:pathLst>
          </a:custGeom>
          <a:gradFill>
            <a:gsLst>
              <a:gs pos="51344">
                <a:schemeClr val="accent1"/>
              </a:gs>
              <a:gs pos="85000">
                <a:schemeClr val="accent1">
                  <a:lumMod val="75000"/>
                </a:schemeClr>
              </a:gs>
              <a:gs pos="100000">
                <a:schemeClr val="accent1">
                  <a:lumMod val="40000"/>
                  <a:lumOff val="60000"/>
                </a:schemeClr>
              </a:gs>
              <a:gs pos="14000">
                <a:schemeClr val="accent1">
                  <a:lumMod val="75000"/>
                </a:schemeClr>
              </a:gs>
              <a:gs pos="0">
                <a:schemeClr val="accent1">
                  <a:lumMod val="60000"/>
                  <a:lumOff val="40000"/>
                </a:schemeClr>
              </a:gs>
            </a:gsLst>
            <a:lin ang="0" scaled="0"/>
          </a:gradFill>
          <a:ln>
            <a:noFill/>
          </a:ln>
          <a:effectLst>
            <a:outerShdw blurRad="114300" dist="101600" dir="5400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7D9A65A9-CD46-4FEA-B1E6-17CE6B7FB1B2}"/>
              </a:ext>
            </a:extLst>
          </p:cNvPr>
          <p:cNvSpPr>
            <a:spLocks/>
          </p:cNvSpPr>
          <p:nvPr/>
        </p:nvSpPr>
        <p:spPr bwMode="auto">
          <a:xfrm>
            <a:off x="5548313" y="2887663"/>
            <a:ext cx="1090612" cy="2239963"/>
          </a:xfrm>
          <a:custGeom>
            <a:avLst/>
            <a:gdLst>
              <a:gd name="T0" fmla="*/ 687 w 687"/>
              <a:gd name="T1" fmla="*/ 0 h 1411"/>
              <a:gd name="T2" fmla="*/ 0 w 687"/>
              <a:gd name="T3" fmla="*/ 687 h 1411"/>
              <a:gd name="T4" fmla="*/ 0 w 687"/>
              <a:gd name="T5" fmla="*/ 1411 h 1411"/>
              <a:gd name="T6" fmla="*/ 687 w 687"/>
              <a:gd name="T7" fmla="*/ 726 h 1411"/>
              <a:gd name="T8" fmla="*/ 687 w 687"/>
              <a:gd name="T9" fmla="*/ 0 h 1411"/>
            </a:gdLst>
            <a:ahLst/>
            <a:cxnLst>
              <a:cxn ang="0">
                <a:pos x="T0" y="T1"/>
              </a:cxn>
              <a:cxn ang="0">
                <a:pos x="T2" y="T3"/>
              </a:cxn>
              <a:cxn ang="0">
                <a:pos x="T4" y="T5"/>
              </a:cxn>
              <a:cxn ang="0">
                <a:pos x="T6" y="T7"/>
              </a:cxn>
              <a:cxn ang="0">
                <a:pos x="T8" y="T9"/>
              </a:cxn>
            </a:cxnLst>
            <a:rect l="0" t="0" r="r" b="b"/>
            <a:pathLst>
              <a:path w="687" h="1411">
                <a:moveTo>
                  <a:pt x="687" y="0"/>
                </a:moveTo>
                <a:lnTo>
                  <a:pt x="0" y="687"/>
                </a:lnTo>
                <a:lnTo>
                  <a:pt x="0" y="1411"/>
                </a:lnTo>
                <a:lnTo>
                  <a:pt x="687" y="726"/>
                </a:lnTo>
                <a:lnTo>
                  <a:pt x="687" y="0"/>
                </a:lnTo>
                <a:close/>
              </a:path>
            </a:pathLst>
          </a:custGeom>
          <a:gradFill>
            <a:gsLst>
              <a:gs pos="51344">
                <a:schemeClr val="accent3"/>
              </a:gs>
              <a:gs pos="85000">
                <a:schemeClr val="accent3">
                  <a:lumMod val="75000"/>
                </a:schemeClr>
              </a:gs>
              <a:gs pos="100000">
                <a:schemeClr val="accent3">
                  <a:lumMod val="40000"/>
                  <a:lumOff val="60000"/>
                </a:schemeClr>
              </a:gs>
              <a:gs pos="14000">
                <a:schemeClr val="accent3">
                  <a:lumMod val="75000"/>
                </a:schemeClr>
              </a:gs>
              <a:gs pos="0">
                <a:schemeClr val="accent3">
                  <a:lumMod val="60000"/>
                  <a:lumOff val="40000"/>
                </a:schemeClr>
              </a:gs>
            </a:gsLst>
            <a:lin ang="0" scaled="0"/>
          </a:gradFill>
          <a:ln>
            <a:noFill/>
          </a:ln>
          <a:effectLst>
            <a:outerShdw blurRad="114300" dist="101600" dir="5400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6F9C3619-12A7-4E0B-B49A-7F0524C2AA96}"/>
              </a:ext>
            </a:extLst>
          </p:cNvPr>
          <p:cNvSpPr>
            <a:spLocks/>
          </p:cNvSpPr>
          <p:nvPr/>
        </p:nvSpPr>
        <p:spPr bwMode="auto">
          <a:xfrm>
            <a:off x="5548313" y="1735138"/>
            <a:ext cx="1090612" cy="2243138"/>
          </a:xfrm>
          <a:custGeom>
            <a:avLst/>
            <a:gdLst>
              <a:gd name="T0" fmla="*/ 687 w 687"/>
              <a:gd name="T1" fmla="*/ 0 h 1413"/>
              <a:gd name="T2" fmla="*/ 0 w 687"/>
              <a:gd name="T3" fmla="*/ 687 h 1413"/>
              <a:gd name="T4" fmla="*/ 0 w 687"/>
              <a:gd name="T5" fmla="*/ 1413 h 1413"/>
              <a:gd name="T6" fmla="*/ 687 w 687"/>
              <a:gd name="T7" fmla="*/ 726 h 1413"/>
              <a:gd name="T8" fmla="*/ 687 w 687"/>
              <a:gd name="T9" fmla="*/ 0 h 1413"/>
            </a:gdLst>
            <a:ahLst/>
            <a:cxnLst>
              <a:cxn ang="0">
                <a:pos x="T0" y="T1"/>
              </a:cxn>
              <a:cxn ang="0">
                <a:pos x="T2" y="T3"/>
              </a:cxn>
              <a:cxn ang="0">
                <a:pos x="T4" y="T5"/>
              </a:cxn>
              <a:cxn ang="0">
                <a:pos x="T6" y="T7"/>
              </a:cxn>
              <a:cxn ang="0">
                <a:pos x="T8" y="T9"/>
              </a:cxn>
            </a:cxnLst>
            <a:rect l="0" t="0" r="r" b="b"/>
            <a:pathLst>
              <a:path w="687" h="1413">
                <a:moveTo>
                  <a:pt x="687" y="0"/>
                </a:moveTo>
                <a:lnTo>
                  <a:pt x="0" y="687"/>
                </a:lnTo>
                <a:lnTo>
                  <a:pt x="0" y="1413"/>
                </a:lnTo>
                <a:lnTo>
                  <a:pt x="687" y="726"/>
                </a:lnTo>
                <a:lnTo>
                  <a:pt x="687" y="0"/>
                </a:lnTo>
                <a:close/>
              </a:path>
            </a:pathLst>
          </a:custGeom>
          <a:gradFill>
            <a:gsLst>
              <a:gs pos="51344">
                <a:schemeClr val="accent6"/>
              </a:gs>
              <a:gs pos="85000">
                <a:schemeClr val="accent6">
                  <a:lumMod val="75000"/>
                </a:schemeClr>
              </a:gs>
              <a:gs pos="100000">
                <a:schemeClr val="accent6">
                  <a:lumMod val="40000"/>
                  <a:lumOff val="60000"/>
                </a:schemeClr>
              </a:gs>
              <a:gs pos="14000">
                <a:schemeClr val="accent6">
                  <a:lumMod val="75000"/>
                </a:schemeClr>
              </a:gs>
              <a:gs pos="0">
                <a:schemeClr val="accent6">
                  <a:lumMod val="60000"/>
                  <a:lumOff val="40000"/>
                </a:schemeClr>
              </a:gs>
            </a:gsLst>
            <a:lin ang="0" scaled="0"/>
          </a:gradFill>
          <a:ln>
            <a:noFill/>
          </a:ln>
          <a:effectLst>
            <a:outerShdw blurRad="114300" dist="101600" dir="5400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5B0E63DA-EF3F-42CF-B234-EB954D53E735}"/>
              </a:ext>
            </a:extLst>
          </p:cNvPr>
          <p:cNvSpPr>
            <a:spLocks/>
          </p:cNvSpPr>
          <p:nvPr/>
        </p:nvSpPr>
        <p:spPr bwMode="auto">
          <a:xfrm>
            <a:off x="5548313" y="581025"/>
            <a:ext cx="1090612" cy="2244725"/>
          </a:xfrm>
          <a:custGeom>
            <a:avLst/>
            <a:gdLst>
              <a:gd name="T0" fmla="*/ 687 w 687"/>
              <a:gd name="T1" fmla="*/ 0 h 1414"/>
              <a:gd name="T2" fmla="*/ 0 w 687"/>
              <a:gd name="T3" fmla="*/ 687 h 1414"/>
              <a:gd name="T4" fmla="*/ 0 w 687"/>
              <a:gd name="T5" fmla="*/ 1414 h 1414"/>
              <a:gd name="T6" fmla="*/ 687 w 687"/>
              <a:gd name="T7" fmla="*/ 727 h 1414"/>
              <a:gd name="T8" fmla="*/ 687 w 687"/>
              <a:gd name="T9" fmla="*/ 0 h 1414"/>
            </a:gdLst>
            <a:ahLst/>
            <a:cxnLst>
              <a:cxn ang="0">
                <a:pos x="T0" y="T1"/>
              </a:cxn>
              <a:cxn ang="0">
                <a:pos x="T2" y="T3"/>
              </a:cxn>
              <a:cxn ang="0">
                <a:pos x="T4" y="T5"/>
              </a:cxn>
              <a:cxn ang="0">
                <a:pos x="T6" y="T7"/>
              </a:cxn>
              <a:cxn ang="0">
                <a:pos x="T8" y="T9"/>
              </a:cxn>
            </a:cxnLst>
            <a:rect l="0" t="0" r="r" b="b"/>
            <a:pathLst>
              <a:path w="687" h="1414">
                <a:moveTo>
                  <a:pt x="687" y="0"/>
                </a:moveTo>
                <a:lnTo>
                  <a:pt x="0" y="687"/>
                </a:lnTo>
                <a:lnTo>
                  <a:pt x="0" y="1414"/>
                </a:lnTo>
                <a:lnTo>
                  <a:pt x="687" y="727"/>
                </a:lnTo>
                <a:lnTo>
                  <a:pt x="687" y="0"/>
                </a:lnTo>
                <a:close/>
              </a:path>
            </a:pathLst>
          </a:custGeom>
          <a:gradFill>
            <a:gsLst>
              <a:gs pos="51344">
                <a:schemeClr val="accent4"/>
              </a:gs>
              <a:gs pos="85000">
                <a:schemeClr val="accent4">
                  <a:lumMod val="75000"/>
                </a:schemeClr>
              </a:gs>
              <a:gs pos="100000">
                <a:schemeClr val="accent4">
                  <a:lumMod val="40000"/>
                  <a:lumOff val="60000"/>
                </a:schemeClr>
              </a:gs>
              <a:gs pos="14000">
                <a:schemeClr val="accent4">
                  <a:lumMod val="75000"/>
                </a:schemeClr>
              </a:gs>
              <a:gs pos="0">
                <a:schemeClr val="accent4">
                  <a:lumMod val="60000"/>
                  <a:lumOff val="40000"/>
                </a:schemeClr>
              </a:gs>
            </a:gsLst>
            <a:lin ang="0" scaled="0"/>
          </a:gradFill>
          <a:ln>
            <a:noFill/>
          </a:ln>
          <a:effectLst>
            <a:outerShdw blurRad="114300" dist="101600" dir="5400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8" name="Rectangle 17">
            <a:extLst>
              <a:ext uri="{FF2B5EF4-FFF2-40B4-BE49-F238E27FC236}">
                <a16:creationId xmlns:a16="http://schemas.microsoft.com/office/drawing/2014/main" id="{144CBAB8-1183-4C87-9560-DE86A5D308AF}"/>
              </a:ext>
            </a:extLst>
          </p:cNvPr>
          <p:cNvSpPr>
            <a:spLocks noChangeArrowheads="1"/>
          </p:cNvSpPr>
          <p:nvPr/>
        </p:nvSpPr>
        <p:spPr bwMode="auto">
          <a:xfrm rot="18900000">
            <a:off x="5771497" y="4902829"/>
            <a:ext cx="61555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200" b="1" i="0" u="none" strike="noStrike" cap="none" normalizeH="0" baseline="0">
                <a:ln>
                  <a:noFill/>
                </a:ln>
                <a:solidFill>
                  <a:schemeClr val="accent1">
                    <a:lumMod val="60000"/>
                    <a:lumOff val="40000"/>
                  </a:schemeClr>
                </a:solidFill>
                <a:effectLst/>
                <a:latin typeface="Open Sans" panose="020B0606030504020204" pitchFamily="34" charset="0"/>
              </a:rPr>
              <a:t>01</a:t>
            </a:r>
            <a:endParaRPr kumimoji="0" lang="ru-UA" altLang="ru-UA" sz="1800" b="0" i="0" u="none" strike="noStrike" cap="none" normalizeH="0" baseline="0">
              <a:ln>
                <a:noFill/>
              </a:ln>
              <a:solidFill>
                <a:schemeClr val="accent1">
                  <a:lumMod val="60000"/>
                  <a:lumOff val="40000"/>
                </a:schemeClr>
              </a:solidFill>
              <a:effectLst/>
            </a:endParaRPr>
          </a:p>
        </p:txBody>
      </p:sp>
      <p:sp>
        <p:nvSpPr>
          <p:cNvPr id="19" name="Rectangle 18">
            <a:extLst>
              <a:ext uri="{FF2B5EF4-FFF2-40B4-BE49-F238E27FC236}">
                <a16:creationId xmlns:a16="http://schemas.microsoft.com/office/drawing/2014/main" id="{E4CE3E3F-0022-427E-9CB4-3DE7BA83825B}"/>
              </a:ext>
            </a:extLst>
          </p:cNvPr>
          <p:cNvSpPr>
            <a:spLocks noChangeArrowheads="1"/>
          </p:cNvSpPr>
          <p:nvPr/>
        </p:nvSpPr>
        <p:spPr bwMode="auto">
          <a:xfrm rot="18900000">
            <a:off x="5771497" y="3734429"/>
            <a:ext cx="61555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200" b="1" i="0" u="none" strike="noStrike" cap="none" normalizeH="0" baseline="0">
                <a:ln>
                  <a:noFill/>
                </a:ln>
                <a:solidFill>
                  <a:schemeClr val="accent3">
                    <a:lumMod val="60000"/>
                    <a:lumOff val="40000"/>
                  </a:schemeClr>
                </a:solidFill>
                <a:effectLst/>
                <a:latin typeface="Open Sans" panose="020B0606030504020204" pitchFamily="34" charset="0"/>
              </a:rPr>
              <a:t>02</a:t>
            </a:r>
            <a:endParaRPr kumimoji="0" lang="ru-UA" altLang="ru-UA" sz="1800" b="0" i="0" u="none" strike="noStrike" cap="none" normalizeH="0" baseline="0">
              <a:ln>
                <a:noFill/>
              </a:ln>
              <a:solidFill>
                <a:schemeClr val="accent3">
                  <a:lumMod val="60000"/>
                  <a:lumOff val="40000"/>
                </a:schemeClr>
              </a:solidFill>
              <a:effectLst/>
            </a:endParaRPr>
          </a:p>
        </p:txBody>
      </p:sp>
      <p:sp>
        <p:nvSpPr>
          <p:cNvPr id="20" name="Rectangle 19">
            <a:extLst>
              <a:ext uri="{FF2B5EF4-FFF2-40B4-BE49-F238E27FC236}">
                <a16:creationId xmlns:a16="http://schemas.microsoft.com/office/drawing/2014/main" id="{E524381B-FB9C-4FB4-A260-5FE3DC49E025}"/>
              </a:ext>
            </a:extLst>
          </p:cNvPr>
          <p:cNvSpPr>
            <a:spLocks noChangeArrowheads="1"/>
          </p:cNvSpPr>
          <p:nvPr/>
        </p:nvSpPr>
        <p:spPr bwMode="auto">
          <a:xfrm rot="18900000">
            <a:off x="5771497" y="2561266"/>
            <a:ext cx="61555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200" b="1" i="0" u="none" strike="noStrike" cap="none" normalizeH="0" baseline="0">
                <a:ln>
                  <a:noFill/>
                </a:ln>
                <a:solidFill>
                  <a:schemeClr val="accent6">
                    <a:lumMod val="60000"/>
                    <a:lumOff val="40000"/>
                  </a:schemeClr>
                </a:solidFill>
                <a:effectLst/>
                <a:latin typeface="Open Sans" panose="020B0606030504020204" pitchFamily="34" charset="0"/>
              </a:rPr>
              <a:t>03</a:t>
            </a:r>
            <a:endParaRPr kumimoji="0" lang="ru-UA" altLang="ru-UA" sz="1800" b="0" i="0" u="none" strike="noStrike" cap="none" normalizeH="0" baseline="0">
              <a:ln>
                <a:noFill/>
              </a:ln>
              <a:solidFill>
                <a:schemeClr val="accent6">
                  <a:lumMod val="60000"/>
                  <a:lumOff val="40000"/>
                </a:schemeClr>
              </a:solidFill>
              <a:effectLst/>
            </a:endParaRPr>
          </a:p>
        </p:txBody>
      </p:sp>
      <p:sp>
        <p:nvSpPr>
          <p:cNvPr id="21" name="Rectangle 20">
            <a:extLst>
              <a:ext uri="{FF2B5EF4-FFF2-40B4-BE49-F238E27FC236}">
                <a16:creationId xmlns:a16="http://schemas.microsoft.com/office/drawing/2014/main" id="{2F1E04E3-9BBF-4845-99CF-8DCF6C260515}"/>
              </a:ext>
            </a:extLst>
          </p:cNvPr>
          <p:cNvSpPr>
            <a:spLocks noChangeArrowheads="1"/>
          </p:cNvSpPr>
          <p:nvPr/>
        </p:nvSpPr>
        <p:spPr bwMode="auto">
          <a:xfrm rot="18900000">
            <a:off x="5771497" y="1392866"/>
            <a:ext cx="61555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200" b="1" i="0" u="none" strike="noStrike" cap="none" normalizeH="0" baseline="0">
                <a:ln>
                  <a:noFill/>
                </a:ln>
                <a:solidFill>
                  <a:schemeClr val="accent4">
                    <a:lumMod val="60000"/>
                    <a:lumOff val="40000"/>
                  </a:schemeClr>
                </a:solidFill>
                <a:effectLst/>
                <a:latin typeface="Open Sans" panose="020B0606030504020204" pitchFamily="34" charset="0"/>
              </a:rPr>
              <a:t>04</a:t>
            </a:r>
            <a:endParaRPr kumimoji="0" lang="ru-UA" altLang="ru-UA" sz="1800" b="0" i="0" u="none" strike="noStrike" cap="none" normalizeH="0" baseline="0">
              <a:ln>
                <a:noFill/>
              </a:ln>
              <a:solidFill>
                <a:schemeClr val="accent4">
                  <a:lumMod val="60000"/>
                  <a:lumOff val="40000"/>
                </a:schemeClr>
              </a:solidFill>
              <a:effectLst/>
            </a:endParaRPr>
          </a:p>
        </p:txBody>
      </p:sp>
      <p:sp>
        <p:nvSpPr>
          <p:cNvPr id="22" name="Rectangle 21">
            <a:extLst>
              <a:ext uri="{FF2B5EF4-FFF2-40B4-BE49-F238E27FC236}">
                <a16:creationId xmlns:a16="http://schemas.microsoft.com/office/drawing/2014/main" id="{903B9965-6381-44AF-B5BD-6DA9987783B0}"/>
              </a:ext>
            </a:extLst>
          </p:cNvPr>
          <p:cNvSpPr>
            <a:spLocks noChangeArrowheads="1"/>
          </p:cNvSpPr>
          <p:nvPr/>
        </p:nvSpPr>
        <p:spPr bwMode="auto">
          <a:xfrm>
            <a:off x="6865938" y="687388"/>
            <a:ext cx="9281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solidFill>
                  <a:schemeClr val="accent4">
                    <a:lumMod val="60000"/>
                    <a:lumOff val="40000"/>
                  </a:schemeClr>
                </a:solidFill>
                <a:effectLst/>
                <a:latin typeface="Open Sans" panose="020B0606030504020204" pitchFamily="34" charset="0"/>
              </a:rPr>
              <a:t>TITLE D</a:t>
            </a:r>
            <a:endParaRPr kumimoji="0" lang="ru-UA" altLang="ru-UA" sz="1800" b="0" i="0" u="none" strike="noStrike" cap="none" normalizeH="0" baseline="0">
              <a:ln>
                <a:noFill/>
              </a:ln>
              <a:solidFill>
                <a:schemeClr val="accent4">
                  <a:lumMod val="60000"/>
                  <a:lumOff val="40000"/>
                </a:schemeClr>
              </a:solidFill>
              <a:effectLst/>
            </a:endParaRPr>
          </a:p>
        </p:txBody>
      </p:sp>
      <p:sp>
        <p:nvSpPr>
          <p:cNvPr id="23" name="Rectangle 22">
            <a:extLst>
              <a:ext uri="{FF2B5EF4-FFF2-40B4-BE49-F238E27FC236}">
                <a16:creationId xmlns:a16="http://schemas.microsoft.com/office/drawing/2014/main" id="{E4A2E248-C7D8-4217-8DEF-70DD82C83F44}"/>
              </a:ext>
            </a:extLst>
          </p:cNvPr>
          <p:cNvSpPr>
            <a:spLocks noChangeArrowheads="1"/>
          </p:cNvSpPr>
          <p:nvPr/>
        </p:nvSpPr>
        <p:spPr bwMode="auto">
          <a:xfrm>
            <a:off x="4068763" y="2984500"/>
            <a:ext cx="9024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solidFill>
                  <a:schemeClr val="accent6">
                    <a:lumMod val="60000"/>
                    <a:lumOff val="40000"/>
                  </a:schemeClr>
                </a:solidFill>
                <a:effectLst/>
                <a:latin typeface="Open Sans" panose="020B0606030504020204" pitchFamily="34" charset="0"/>
              </a:rPr>
              <a:t>TITLE C</a:t>
            </a:r>
            <a:endParaRPr kumimoji="0" lang="ru-UA" altLang="ru-UA" sz="1800" b="0" i="0" u="none" strike="noStrike" cap="none" normalizeH="0" baseline="0">
              <a:ln>
                <a:noFill/>
              </a:ln>
              <a:solidFill>
                <a:schemeClr val="accent6">
                  <a:lumMod val="60000"/>
                  <a:lumOff val="40000"/>
                </a:schemeClr>
              </a:solidFill>
              <a:effectLst/>
            </a:endParaRPr>
          </a:p>
        </p:txBody>
      </p:sp>
      <p:sp>
        <p:nvSpPr>
          <p:cNvPr id="24" name="Rectangle 23">
            <a:extLst>
              <a:ext uri="{FF2B5EF4-FFF2-40B4-BE49-F238E27FC236}">
                <a16:creationId xmlns:a16="http://schemas.microsoft.com/office/drawing/2014/main" id="{90699A68-9741-4B4A-B84C-F166EC82C5FA}"/>
              </a:ext>
            </a:extLst>
          </p:cNvPr>
          <p:cNvSpPr>
            <a:spLocks noChangeArrowheads="1"/>
          </p:cNvSpPr>
          <p:nvPr/>
        </p:nvSpPr>
        <p:spPr bwMode="auto">
          <a:xfrm>
            <a:off x="6865938" y="2984500"/>
            <a:ext cx="9121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solidFill>
                  <a:schemeClr val="accent3">
                    <a:lumMod val="60000"/>
                    <a:lumOff val="40000"/>
                  </a:schemeClr>
                </a:solidFill>
                <a:effectLst/>
                <a:latin typeface="Open Sans" panose="020B0606030504020204" pitchFamily="34" charset="0"/>
              </a:rPr>
              <a:t>TITLE B</a:t>
            </a:r>
            <a:endParaRPr kumimoji="0" lang="ru-UA" altLang="ru-UA" sz="1800" b="0" i="0" u="none" strike="noStrike" cap="none" normalizeH="0" baseline="0">
              <a:ln>
                <a:noFill/>
              </a:ln>
              <a:solidFill>
                <a:schemeClr val="accent3">
                  <a:lumMod val="60000"/>
                  <a:lumOff val="40000"/>
                </a:schemeClr>
              </a:solidFill>
              <a:effectLst/>
            </a:endParaRPr>
          </a:p>
        </p:txBody>
      </p:sp>
      <p:sp>
        <p:nvSpPr>
          <p:cNvPr id="25" name="Rectangle 24">
            <a:extLst>
              <a:ext uri="{FF2B5EF4-FFF2-40B4-BE49-F238E27FC236}">
                <a16:creationId xmlns:a16="http://schemas.microsoft.com/office/drawing/2014/main" id="{FF4955E5-6AC4-48AE-A82F-4B30E0E01B72}"/>
              </a:ext>
            </a:extLst>
          </p:cNvPr>
          <p:cNvSpPr>
            <a:spLocks noChangeArrowheads="1"/>
          </p:cNvSpPr>
          <p:nvPr/>
        </p:nvSpPr>
        <p:spPr bwMode="auto">
          <a:xfrm>
            <a:off x="4060825" y="5240338"/>
            <a:ext cx="9153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solidFill>
                  <a:schemeClr val="accent1">
                    <a:lumMod val="60000"/>
                    <a:lumOff val="40000"/>
                  </a:schemeClr>
                </a:solidFill>
                <a:effectLst/>
                <a:latin typeface="Open Sans" panose="020B0606030504020204" pitchFamily="34" charset="0"/>
              </a:rPr>
              <a:t>TITLE A</a:t>
            </a:r>
            <a:endParaRPr kumimoji="0" lang="ru-UA" altLang="ru-UA" sz="1800" b="0" i="0" u="none" strike="noStrike" cap="none" normalizeH="0" baseline="0">
              <a:ln>
                <a:noFill/>
              </a:ln>
              <a:solidFill>
                <a:schemeClr val="accent1">
                  <a:lumMod val="60000"/>
                  <a:lumOff val="40000"/>
                </a:schemeClr>
              </a:solidFill>
              <a:effectLst/>
            </a:endParaRPr>
          </a:p>
        </p:txBody>
      </p:sp>
      <p:sp>
        <p:nvSpPr>
          <p:cNvPr id="32" name="Text Placeholder 33">
            <a:extLst>
              <a:ext uri="{FF2B5EF4-FFF2-40B4-BE49-F238E27FC236}">
                <a16:creationId xmlns:a16="http://schemas.microsoft.com/office/drawing/2014/main" id="{FF54AD29-6C02-4D94-A0BF-5B270FC04555}"/>
              </a:ext>
            </a:extLst>
          </p:cNvPr>
          <p:cNvSpPr txBox="1">
            <a:spLocks/>
          </p:cNvSpPr>
          <p:nvPr/>
        </p:nvSpPr>
        <p:spPr>
          <a:xfrm>
            <a:off x="4000106" y="5571390"/>
            <a:ext cx="1321194" cy="60821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accent1">
                    <a:lumMod val="60000"/>
                    <a:lumOff val="40000"/>
                  </a:schemeClr>
                </a:solidFill>
              </a:rPr>
              <a:t>Lorem ipsum dolor sit amet, consectetur adipiscing elit</a:t>
            </a:r>
          </a:p>
        </p:txBody>
      </p:sp>
      <p:sp>
        <p:nvSpPr>
          <p:cNvPr id="33" name="Text Placeholder 33">
            <a:extLst>
              <a:ext uri="{FF2B5EF4-FFF2-40B4-BE49-F238E27FC236}">
                <a16:creationId xmlns:a16="http://schemas.microsoft.com/office/drawing/2014/main" id="{0260A413-8974-4C13-ADC5-0811A4FE212A}"/>
              </a:ext>
            </a:extLst>
          </p:cNvPr>
          <p:cNvSpPr txBox="1">
            <a:spLocks/>
          </p:cNvSpPr>
          <p:nvPr/>
        </p:nvSpPr>
        <p:spPr>
          <a:xfrm>
            <a:off x="4000106" y="3307345"/>
            <a:ext cx="1321194" cy="60821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accent6">
                    <a:lumMod val="60000"/>
                    <a:lumOff val="40000"/>
                  </a:schemeClr>
                </a:solidFill>
              </a:rPr>
              <a:t>Lorem ipsum dolor sit amet, consectetur adipiscing elit</a:t>
            </a:r>
          </a:p>
        </p:txBody>
      </p:sp>
      <p:sp>
        <p:nvSpPr>
          <p:cNvPr id="34" name="Text Placeholder 33">
            <a:extLst>
              <a:ext uri="{FF2B5EF4-FFF2-40B4-BE49-F238E27FC236}">
                <a16:creationId xmlns:a16="http://schemas.microsoft.com/office/drawing/2014/main" id="{9202D26D-F57A-46A6-BAC1-202AE93CCF93}"/>
              </a:ext>
            </a:extLst>
          </p:cNvPr>
          <p:cNvSpPr txBox="1">
            <a:spLocks/>
          </p:cNvSpPr>
          <p:nvPr/>
        </p:nvSpPr>
        <p:spPr>
          <a:xfrm>
            <a:off x="6814940" y="3307345"/>
            <a:ext cx="1321194" cy="60821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accent3">
                    <a:lumMod val="60000"/>
                    <a:lumOff val="40000"/>
                  </a:schemeClr>
                </a:solidFill>
              </a:rPr>
              <a:t>Lorem ipsum dolor sit amet, consectetur adipiscing elit</a:t>
            </a:r>
          </a:p>
        </p:txBody>
      </p:sp>
      <p:sp>
        <p:nvSpPr>
          <p:cNvPr id="35" name="Text Placeholder 33">
            <a:extLst>
              <a:ext uri="{FF2B5EF4-FFF2-40B4-BE49-F238E27FC236}">
                <a16:creationId xmlns:a16="http://schemas.microsoft.com/office/drawing/2014/main" id="{7DEBE334-6A8C-48E5-AA0E-582762A6FF86}"/>
              </a:ext>
            </a:extLst>
          </p:cNvPr>
          <p:cNvSpPr txBox="1">
            <a:spLocks/>
          </p:cNvSpPr>
          <p:nvPr/>
        </p:nvSpPr>
        <p:spPr>
          <a:xfrm>
            <a:off x="6814940" y="1020486"/>
            <a:ext cx="1321194" cy="60821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accent4">
                    <a:lumMod val="60000"/>
                    <a:lumOff val="40000"/>
                  </a:schemeClr>
                </a:solidFill>
              </a:rPr>
              <a:t>Lorem ipsum dolor sit amet, consectetur adipiscing elit</a:t>
            </a:r>
          </a:p>
        </p:txBody>
      </p:sp>
    </p:spTree>
    <p:extLst>
      <p:ext uri="{BB962C8B-B14F-4D97-AF65-F5344CB8AC3E}">
        <p14:creationId xmlns:p14="http://schemas.microsoft.com/office/powerpoint/2010/main" val="413375193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7000">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14:bounceEnd="67000">
                                          <p:cBhvr additive="base">
                                            <p:cTn id="7" dur="1000" fill="hold"/>
                                            <p:tgtEl>
                                              <p:spTgt spid="17"/>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17"/>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7000">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14:bounceEnd="67000">
                                          <p:cBhvr additive="base">
                                            <p:cTn id="11" dur="1000" fill="hold"/>
                                            <p:tgtEl>
                                              <p:spTgt spid="16"/>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6"/>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7000">
                                      <p:stCondLst>
                                        <p:cond delay="500"/>
                                      </p:stCondLst>
                                      <p:childTnLst>
                                        <p:set>
                                          <p:cBhvr>
                                            <p:cTn id="14" dur="1" fill="hold">
                                              <p:stCondLst>
                                                <p:cond delay="0"/>
                                              </p:stCondLst>
                                            </p:cTn>
                                            <p:tgtEl>
                                              <p:spTgt spid="15"/>
                                            </p:tgtEl>
                                            <p:attrNameLst>
                                              <p:attrName>style.visibility</p:attrName>
                                            </p:attrNameLst>
                                          </p:cBhvr>
                                          <p:to>
                                            <p:strVal val="visible"/>
                                          </p:to>
                                        </p:set>
                                        <p:anim calcmode="lin" valueType="num" p14:bounceEnd="67000">
                                          <p:cBhvr additive="base">
                                            <p:cTn id="15" dur="1000" fill="hold"/>
                                            <p:tgtEl>
                                              <p:spTgt spid="15"/>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5"/>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7000">
                                      <p:stCondLst>
                                        <p:cond delay="750"/>
                                      </p:stCondLst>
                                      <p:childTnLst>
                                        <p:set>
                                          <p:cBhvr>
                                            <p:cTn id="18" dur="1" fill="hold">
                                              <p:stCondLst>
                                                <p:cond delay="0"/>
                                              </p:stCondLst>
                                            </p:cTn>
                                            <p:tgtEl>
                                              <p:spTgt spid="14"/>
                                            </p:tgtEl>
                                            <p:attrNameLst>
                                              <p:attrName>style.visibility</p:attrName>
                                            </p:attrNameLst>
                                          </p:cBhvr>
                                          <p:to>
                                            <p:strVal val="visible"/>
                                          </p:to>
                                        </p:set>
                                        <p:anim calcmode="lin" valueType="num" p14:bounceEnd="67000">
                                          <p:cBhvr additive="base">
                                            <p:cTn id="19" dur="1000" fill="hold"/>
                                            <p:tgtEl>
                                              <p:spTgt spid="14"/>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4"/>
                                            </p:tgtEl>
                                            <p:attrNameLst>
                                              <p:attrName>ppt_y</p:attrName>
                                            </p:attrNameLst>
                                          </p:cBhvr>
                                          <p:tavLst>
                                            <p:tav tm="0">
                                              <p:val>
                                                <p:strVal val="0-#ppt_h/2"/>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18"/>
                                            </p:tgtEl>
                                            <p:attrNameLst>
                                              <p:attrName>style.visibility</p:attrName>
                                            </p:attrNameLst>
                                          </p:cBhvr>
                                          <p:to>
                                            <p:strVal val="visible"/>
                                          </p:to>
                                        </p:set>
                                        <p:anim calcmode="lin" valueType="num">
                                          <p:cBhvr>
                                            <p:cTn id="23" dur="750" fill="hold"/>
                                            <p:tgtEl>
                                              <p:spTgt spid="18"/>
                                            </p:tgtEl>
                                            <p:attrNameLst>
                                              <p:attrName>ppt_w</p:attrName>
                                            </p:attrNameLst>
                                          </p:cBhvr>
                                          <p:tavLst>
                                            <p:tav tm="0">
                                              <p:val>
                                                <p:fltVal val="0"/>
                                              </p:val>
                                            </p:tav>
                                            <p:tav tm="100000">
                                              <p:val>
                                                <p:strVal val="#ppt_w"/>
                                              </p:val>
                                            </p:tav>
                                          </p:tavLst>
                                        </p:anim>
                                        <p:anim calcmode="lin" valueType="num">
                                          <p:cBhvr>
                                            <p:cTn id="24" dur="750" fill="hold"/>
                                            <p:tgtEl>
                                              <p:spTgt spid="18"/>
                                            </p:tgtEl>
                                            <p:attrNameLst>
                                              <p:attrName>ppt_h</p:attrName>
                                            </p:attrNameLst>
                                          </p:cBhvr>
                                          <p:tavLst>
                                            <p:tav tm="0">
                                              <p:val>
                                                <p:fltVal val="0"/>
                                              </p:val>
                                            </p:tav>
                                            <p:tav tm="100000">
                                              <p:val>
                                                <p:strVal val="#ppt_h"/>
                                              </p:val>
                                            </p:tav>
                                          </p:tavLst>
                                        </p:anim>
                                        <p:animEffect transition="in" filter="fade">
                                          <p:cBhvr>
                                            <p:cTn id="25" dur="750"/>
                                            <p:tgtEl>
                                              <p:spTgt spid="18"/>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19"/>
                                            </p:tgtEl>
                                            <p:attrNameLst>
                                              <p:attrName>style.visibility</p:attrName>
                                            </p:attrNameLst>
                                          </p:cBhvr>
                                          <p:to>
                                            <p:strVal val="visible"/>
                                          </p:to>
                                        </p:set>
                                        <p:anim calcmode="lin" valueType="num">
                                          <p:cBhvr>
                                            <p:cTn id="28" dur="750" fill="hold"/>
                                            <p:tgtEl>
                                              <p:spTgt spid="19"/>
                                            </p:tgtEl>
                                            <p:attrNameLst>
                                              <p:attrName>ppt_w</p:attrName>
                                            </p:attrNameLst>
                                          </p:cBhvr>
                                          <p:tavLst>
                                            <p:tav tm="0">
                                              <p:val>
                                                <p:fltVal val="0"/>
                                              </p:val>
                                            </p:tav>
                                            <p:tav tm="100000">
                                              <p:val>
                                                <p:strVal val="#ppt_w"/>
                                              </p:val>
                                            </p:tav>
                                          </p:tavLst>
                                        </p:anim>
                                        <p:anim calcmode="lin" valueType="num">
                                          <p:cBhvr>
                                            <p:cTn id="29" dur="750" fill="hold"/>
                                            <p:tgtEl>
                                              <p:spTgt spid="19"/>
                                            </p:tgtEl>
                                            <p:attrNameLst>
                                              <p:attrName>ppt_h</p:attrName>
                                            </p:attrNameLst>
                                          </p:cBhvr>
                                          <p:tavLst>
                                            <p:tav tm="0">
                                              <p:val>
                                                <p:fltVal val="0"/>
                                              </p:val>
                                            </p:tav>
                                            <p:tav tm="100000">
                                              <p:val>
                                                <p:strVal val="#ppt_h"/>
                                              </p:val>
                                            </p:tav>
                                          </p:tavLst>
                                        </p:anim>
                                        <p:animEffect transition="in" filter="fade">
                                          <p:cBhvr>
                                            <p:cTn id="30" dur="750"/>
                                            <p:tgtEl>
                                              <p:spTgt spid="19"/>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20"/>
                                            </p:tgtEl>
                                            <p:attrNameLst>
                                              <p:attrName>style.visibility</p:attrName>
                                            </p:attrNameLst>
                                          </p:cBhvr>
                                          <p:to>
                                            <p:strVal val="visible"/>
                                          </p:to>
                                        </p:set>
                                        <p:anim calcmode="lin" valueType="num">
                                          <p:cBhvr>
                                            <p:cTn id="33" dur="750" fill="hold"/>
                                            <p:tgtEl>
                                              <p:spTgt spid="20"/>
                                            </p:tgtEl>
                                            <p:attrNameLst>
                                              <p:attrName>ppt_w</p:attrName>
                                            </p:attrNameLst>
                                          </p:cBhvr>
                                          <p:tavLst>
                                            <p:tav tm="0">
                                              <p:val>
                                                <p:fltVal val="0"/>
                                              </p:val>
                                            </p:tav>
                                            <p:tav tm="100000">
                                              <p:val>
                                                <p:strVal val="#ppt_w"/>
                                              </p:val>
                                            </p:tav>
                                          </p:tavLst>
                                        </p:anim>
                                        <p:anim calcmode="lin" valueType="num">
                                          <p:cBhvr>
                                            <p:cTn id="34" dur="750" fill="hold"/>
                                            <p:tgtEl>
                                              <p:spTgt spid="20"/>
                                            </p:tgtEl>
                                            <p:attrNameLst>
                                              <p:attrName>ppt_h</p:attrName>
                                            </p:attrNameLst>
                                          </p:cBhvr>
                                          <p:tavLst>
                                            <p:tav tm="0">
                                              <p:val>
                                                <p:fltVal val="0"/>
                                              </p:val>
                                            </p:tav>
                                            <p:tav tm="100000">
                                              <p:val>
                                                <p:strVal val="#ppt_h"/>
                                              </p:val>
                                            </p:tav>
                                          </p:tavLst>
                                        </p:anim>
                                        <p:animEffect transition="in" filter="fade">
                                          <p:cBhvr>
                                            <p:cTn id="35" dur="750"/>
                                            <p:tgtEl>
                                              <p:spTgt spid="20"/>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21"/>
                                            </p:tgtEl>
                                            <p:attrNameLst>
                                              <p:attrName>style.visibility</p:attrName>
                                            </p:attrNameLst>
                                          </p:cBhvr>
                                          <p:to>
                                            <p:strVal val="visible"/>
                                          </p:to>
                                        </p:set>
                                        <p:anim calcmode="lin" valueType="num">
                                          <p:cBhvr>
                                            <p:cTn id="38" dur="750" fill="hold"/>
                                            <p:tgtEl>
                                              <p:spTgt spid="21"/>
                                            </p:tgtEl>
                                            <p:attrNameLst>
                                              <p:attrName>ppt_w</p:attrName>
                                            </p:attrNameLst>
                                          </p:cBhvr>
                                          <p:tavLst>
                                            <p:tav tm="0">
                                              <p:val>
                                                <p:fltVal val="0"/>
                                              </p:val>
                                            </p:tav>
                                            <p:tav tm="100000">
                                              <p:val>
                                                <p:strVal val="#ppt_w"/>
                                              </p:val>
                                            </p:tav>
                                          </p:tavLst>
                                        </p:anim>
                                        <p:anim calcmode="lin" valueType="num">
                                          <p:cBhvr>
                                            <p:cTn id="39" dur="750" fill="hold"/>
                                            <p:tgtEl>
                                              <p:spTgt spid="21"/>
                                            </p:tgtEl>
                                            <p:attrNameLst>
                                              <p:attrName>ppt_h</p:attrName>
                                            </p:attrNameLst>
                                          </p:cBhvr>
                                          <p:tavLst>
                                            <p:tav tm="0">
                                              <p:val>
                                                <p:fltVal val="0"/>
                                              </p:val>
                                            </p:tav>
                                            <p:tav tm="100000">
                                              <p:val>
                                                <p:strVal val="#ppt_h"/>
                                              </p:val>
                                            </p:tav>
                                          </p:tavLst>
                                        </p:anim>
                                        <p:animEffect transition="in" filter="fade">
                                          <p:cBhvr>
                                            <p:cTn id="40" dur="750"/>
                                            <p:tgtEl>
                                              <p:spTgt spid="21"/>
                                            </p:tgtEl>
                                          </p:cBhvr>
                                        </p:animEffect>
                                      </p:childTnLst>
                                    </p:cTn>
                                  </p:par>
                                  <p:par>
                                    <p:cTn id="41" presetID="22" presetClass="entr" presetSubtype="2" fill="hold" nodeType="withEffect">
                                      <p:stCondLst>
                                        <p:cond delay="500"/>
                                      </p:stCondLst>
                                      <p:childTnLst>
                                        <p:set>
                                          <p:cBhvr>
                                            <p:cTn id="42" dur="1" fill="hold">
                                              <p:stCondLst>
                                                <p:cond delay="0"/>
                                              </p:stCondLst>
                                            </p:cTn>
                                            <p:tgtEl>
                                              <p:spTgt spid="2"/>
                                            </p:tgtEl>
                                            <p:attrNameLst>
                                              <p:attrName>style.visibility</p:attrName>
                                            </p:attrNameLst>
                                          </p:cBhvr>
                                          <p:to>
                                            <p:strVal val="visible"/>
                                          </p:to>
                                        </p:set>
                                        <p:animEffect transition="in" filter="wipe(right)">
                                          <p:cBhvr>
                                            <p:cTn id="43" dur="750"/>
                                            <p:tgtEl>
                                              <p:spTgt spid="2"/>
                                            </p:tgtEl>
                                          </p:cBhvr>
                                        </p:animEffect>
                                      </p:childTnLst>
                                    </p:cTn>
                                  </p:par>
                                  <p:par>
                                    <p:cTn id="44" presetID="22" presetClass="entr" presetSubtype="8" fill="hold" nodeType="withEffect">
                                      <p:stCondLst>
                                        <p:cond delay="750"/>
                                      </p:stCondLst>
                                      <p:childTnLst>
                                        <p:set>
                                          <p:cBhvr>
                                            <p:cTn id="45" dur="1" fill="hold">
                                              <p:stCondLst>
                                                <p:cond delay="0"/>
                                              </p:stCondLst>
                                            </p:cTn>
                                            <p:tgtEl>
                                              <p:spTgt spid="3"/>
                                            </p:tgtEl>
                                            <p:attrNameLst>
                                              <p:attrName>style.visibility</p:attrName>
                                            </p:attrNameLst>
                                          </p:cBhvr>
                                          <p:to>
                                            <p:strVal val="visible"/>
                                          </p:to>
                                        </p:set>
                                        <p:animEffect transition="in" filter="wipe(left)">
                                          <p:cBhvr>
                                            <p:cTn id="46" dur="750"/>
                                            <p:tgtEl>
                                              <p:spTgt spid="3"/>
                                            </p:tgtEl>
                                          </p:cBhvr>
                                        </p:animEffect>
                                      </p:childTnLst>
                                    </p:cTn>
                                  </p:par>
                                  <p:par>
                                    <p:cTn id="47" presetID="22" presetClass="entr" presetSubtype="2" fill="hold" nodeType="withEffect">
                                      <p:stCondLst>
                                        <p:cond delay="1000"/>
                                      </p:stCondLst>
                                      <p:childTnLst>
                                        <p:set>
                                          <p:cBhvr>
                                            <p:cTn id="48" dur="1" fill="hold">
                                              <p:stCondLst>
                                                <p:cond delay="0"/>
                                              </p:stCondLst>
                                            </p:cTn>
                                            <p:tgtEl>
                                              <p:spTgt spid="4"/>
                                            </p:tgtEl>
                                            <p:attrNameLst>
                                              <p:attrName>style.visibility</p:attrName>
                                            </p:attrNameLst>
                                          </p:cBhvr>
                                          <p:to>
                                            <p:strVal val="visible"/>
                                          </p:to>
                                        </p:set>
                                        <p:animEffect transition="in" filter="wipe(right)">
                                          <p:cBhvr>
                                            <p:cTn id="49" dur="750"/>
                                            <p:tgtEl>
                                              <p:spTgt spid="4"/>
                                            </p:tgtEl>
                                          </p:cBhvr>
                                        </p:animEffect>
                                      </p:childTnLst>
                                    </p:cTn>
                                  </p:par>
                                  <p:par>
                                    <p:cTn id="50" presetID="22" presetClass="entr" presetSubtype="8" fill="hold" nodeType="withEffect">
                                      <p:stCondLst>
                                        <p:cond delay="1250"/>
                                      </p:stCondLst>
                                      <p:childTnLst>
                                        <p:set>
                                          <p:cBhvr>
                                            <p:cTn id="51" dur="1" fill="hold">
                                              <p:stCondLst>
                                                <p:cond delay="0"/>
                                              </p:stCondLst>
                                            </p:cTn>
                                            <p:tgtEl>
                                              <p:spTgt spid="5"/>
                                            </p:tgtEl>
                                            <p:attrNameLst>
                                              <p:attrName>style.visibility</p:attrName>
                                            </p:attrNameLst>
                                          </p:cBhvr>
                                          <p:to>
                                            <p:strVal val="visible"/>
                                          </p:to>
                                        </p:set>
                                        <p:animEffect transition="in" filter="wipe(left)">
                                          <p:cBhvr>
                                            <p:cTn id="52" dur="750"/>
                                            <p:tgtEl>
                                              <p:spTgt spid="5"/>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750"/>
                                            <p:tgtEl>
                                              <p:spTgt spid="25"/>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32"/>
                                            </p:tgtEl>
                                            <p:attrNameLst>
                                              <p:attrName>style.visibility</p:attrName>
                                            </p:attrNameLst>
                                          </p:cBhvr>
                                          <p:to>
                                            <p:strVal val="visible"/>
                                          </p:to>
                                        </p:set>
                                        <p:animEffect transition="in" filter="fade">
                                          <p:cBhvr>
                                            <p:cTn id="58" dur="750"/>
                                            <p:tgtEl>
                                              <p:spTgt spid="32"/>
                                            </p:tgtEl>
                                          </p:cBhvr>
                                        </p:animEffect>
                                      </p:childTnLst>
                                    </p:cTn>
                                  </p:par>
                                  <p:par>
                                    <p:cTn id="59" presetID="10" presetClass="entr" presetSubtype="0" fill="hold" grpId="0" nodeType="withEffect">
                                      <p:stCondLst>
                                        <p:cond delay="125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750"/>
                                            <p:tgtEl>
                                              <p:spTgt spid="24"/>
                                            </p:tgtEl>
                                          </p:cBhvr>
                                        </p:animEffect>
                                      </p:childTnLst>
                                    </p:cTn>
                                  </p:par>
                                  <p:par>
                                    <p:cTn id="62" presetID="10" presetClass="entr" presetSubtype="0" fill="hold" grpId="0" nodeType="withEffect">
                                      <p:stCondLst>
                                        <p:cond delay="1250"/>
                                      </p:stCondLst>
                                      <p:childTnLst>
                                        <p:set>
                                          <p:cBhvr>
                                            <p:cTn id="63" dur="1" fill="hold">
                                              <p:stCondLst>
                                                <p:cond delay="0"/>
                                              </p:stCondLst>
                                            </p:cTn>
                                            <p:tgtEl>
                                              <p:spTgt spid="34"/>
                                            </p:tgtEl>
                                            <p:attrNameLst>
                                              <p:attrName>style.visibility</p:attrName>
                                            </p:attrNameLst>
                                          </p:cBhvr>
                                          <p:to>
                                            <p:strVal val="visible"/>
                                          </p:to>
                                        </p:set>
                                        <p:animEffect transition="in" filter="fade">
                                          <p:cBhvr>
                                            <p:cTn id="64" dur="750"/>
                                            <p:tgtEl>
                                              <p:spTgt spid="34"/>
                                            </p:tgtEl>
                                          </p:cBhvr>
                                        </p:animEffect>
                                      </p:childTnLst>
                                    </p:cTn>
                                  </p:par>
                                  <p:par>
                                    <p:cTn id="65" presetID="10" presetClass="entr" presetSubtype="0" fill="hold" grpId="0" nodeType="withEffect">
                                      <p:stCondLst>
                                        <p:cond delay="1500"/>
                                      </p:stCondLst>
                                      <p:childTnLst>
                                        <p:set>
                                          <p:cBhvr>
                                            <p:cTn id="66" dur="1" fill="hold">
                                              <p:stCondLst>
                                                <p:cond delay="0"/>
                                              </p:stCondLst>
                                            </p:cTn>
                                            <p:tgtEl>
                                              <p:spTgt spid="23"/>
                                            </p:tgtEl>
                                            <p:attrNameLst>
                                              <p:attrName>style.visibility</p:attrName>
                                            </p:attrNameLst>
                                          </p:cBhvr>
                                          <p:to>
                                            <p:strVal val="visible"/>
                                          </p:to>
                                        </p:set>
                                        <p:animEffect transition="in" filter="fade">
                                          <p:cBhvr>
                                            <p:cTn id="67" dur="750"/>
                                            <p:tgtEl>
                                              <p:spTgt spid="23"/>
                                            </p:tgtEl>
                                          </p:cBhvr>
                                        </p:animEffect>
                                      </p:childTnLst>
                                    </p:cTn>
                                  </p:par>
                                  <p:par>
                                    <p:cTn id="68" presetID="10" presetClass="entr" presetSubtype="0" fill="hold" grpId="0" nodeType="withEffect">
                                      <p:stCondLst>
                                        <p:cond delay="150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750"/>
                                            <p:tgtEl>
                                              <p:spTgt spid="33"/>
                                            </p:tgtEl>
                                          </p:cBhvr>
                                        </p:animEffect>
                                      </p:childTnLst>
                                    </p:cTn>
                                  </p:par>
                                  <p:par>
                                    <p:cTn id="71" presetID="10" presetClass="entr" presetSubtype="0" fill="hold" grpId="0" nodeType="withEffect">
                                      <p:stCondLst>
                                        <p:cond delay="1750"/>
                                      </p:stCondLst>
                                      <p:childTnLst>
                                        <p:set>
                                          <p:cBhvr>
                                            <p:cTn id="72" dur="1" fill="hold">
                                              <p:stCondLst>
                                                <p:cond delay="0"/>
                                              </p:stCondLst>
                                            </p:cTn>
                                            <p:tgtEl>
                                              <p:spTgt spid="35"/>
                                            </p:tgtEl>
                                            <p:attrNameLst>
                                              <p:attrName>style.visibility</p:attrName>
                                            </p:attrNameLst>
                                          </p:cBhvr>
                                          <p:to>
                                            <p:strVal val="visible"/>
                                          </p:to>
                                        </p:set>
                                        <p:animEffect transition="in" filter="fade">
                                          <p:cBhvr>
                                            <p:cTn id="73" dur="750"/>
                                            <p:tgtEl>
                                              <p:spTgt spid="35"/>
                                            </p:tgtEl>
                                          </p:cBhvr>
                                        </p:animEffect>
                                      </p:childTnLst>
                                    </p:cTn>
                                  </p:par>
                                  <p:par>
                                    <p:cTn id="74" presetID="10" presetClass="entr" presetSubtype="0" fill="hold" grpId="0" nodeType="withEffect">
                                      <p:stCondLst>
                                        <p:cond delay="175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75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6" grpId="0" animBg="1"/>
          <p:bldP spid="15" grpId="0" animBg="1"/>
          <p:bldP spid="14" grpId="0" animBg="1"/>
          <p:bldP spid="18" grpId="0"/>
          <p:bldP spid="19" grpId="0"/>
          <p:bldP spid="20" grpId="0"/>
          <p:bldP spid="21" grpId="0"/>
          <p:bldP spid="22" grpId="0"/>
          <p:bldP spid="23" grpId="0"/>
          <p:bldP spid="24" grpId="0"/>
          <p:bldP spid="25" grpId="0"/>
          <p:bldP spid="32" grpId="0"/>
          <p:bldP spid="33" grpId="0"/>
          <p:bldP spid="34" grpId="0"/>
          <p:bldP spid="3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000" fill="hold"/>
                                            <p:tgtEl>
                                              <p:spTgt spid="17"/>
                                            </p:tgtEl>
                                            <p:attrNameLst>
                                              <p:attrName>ppt_x</p:attrName>
                                            </p:attrNameLst>
                                          </p:cBhvr>
                                          <p:tavLst>
                                            <p:tav tm="0">
                                              <p:val>
                                                <p:strVal val="#ppt_x"/>
                                              </p:val>
                                            </p:tav>
                                            <p:tav tm="100000">
                                              <p:val>
                                                <p:strVal val="#ppt_x"/>
                                              </p:val>
                                            </p:tav>
                                          </p:tavLst>
                                        </p:anim>
                                        <p:anim calcmode="lin" valueType="num">
                                          <p:cBhvr additive="base">
                                            <p:cTn id="8" dur="1000" fill="hold"/>
                                            <p:tgtEl>
                                              <p:spTgt spid="17"/>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000" fill="hold"/>
                                            <p:tgtEl>
                                              <p:spTgt spid="16"/>
                                            </p:tgtEl>
                                            <p:attrNameLst>
                                              <p:attrName>ppt_x</p:attrName>
                                            </p:attrNameLst>
                                          </p:cBhvr>
                                          <p:tavLst>
                                            <p:tav tm="0">
                                              <p:val>
                                                <p:strVal val="#ppt_x"/>
                                              </p:val>
                                            </p:tav>
                                            <p:tav tm="100000">
                                              <p:val>
                                                <p:strVal val="#ppt_x"/>
                                              </p:val>
                                            </p:tav>
                                          </p:tavLst>
                                        </p:anim>
                                        <p:anim calcmode="lin" valueType="num">
                                          <p:cBhvr additive="base">
                                            <p:cTn id="12" dur="1000" fill="hold"/>
                                            <p:tgtEl>
                                              <p:spTgt spid="16"/>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5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000" fill="hold"/>
                                            <p:tgtEl>
                                              <p:spTgt spid="15"/>
                                            </p:tgtEl>
                                            <p:attrNameLst>
                                              <p:attrName>ppt_x</p:attrName>
                                            </p:attrNameLst>
                                          </p:cBhvr>
                                          <p:tavLst>
                                            <p:tav tm="0">
                                              <p:val>
                                                <p:strVal val="#ppt_x"/>
                                              </p:val>
                                            </p:tav>
                                            <p:tav tm="100000">
                                              <p:val>
                                                <p:strVal val="#ppt_x"/>
                                              </p:val>
                                            </p:tav>
                                          </p:tavLst>
                                        </p:anim>
                                        <p:anim calcmode="lin" valueType="num">
                                          <p:cBhvr additive="base">
                                            <p:cTn id="16" dur="1000" fill="hold"/>
                                            <p:tgtEl>
                                              <p:spTgt spid="15"/>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75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1000" fill="hold"/>
                                            <p:tgtEl>
                                              <p:spTgt spid="14"/>
                                            </p:tgtEl>
                                            <p:attrNameLst>
                                              <p:attrName>ppt_x</p:attrName>
                                            </p:attrNameLst>
                                          </p:cBhvr>
                                          <p:tavLst>
                                            <p:tav tm="0">
                                              <p:val>
                                                <p:strVal val="#ppt_x"/>
                                              </p:val>
                                            </p:tav>
                                            <p:tav tm="100000">
                                              <p:val>
                                                <p:strVal val="#ppt_x"/>
                                              </p:val>
                                            </p:tav>
                                          </p:tavLst>
                                        </p:anim>
                                        <p:anim calcmode="lin" valueType="num">
                                          <p:cBhvr additive="base">
                                            <p:cTn id="20" dur="1000" fill="hold"/>
                                            <p:tgtEl>
                                              <p:spTgt spid="14"/>
                                            </p:tgtEl>
                                            <p:attrNameLst>
                                              <p:attrName>ppt_y</p:attrName>
                                            </p:attrNameLst>
                                          </p:cBhvr>
                                          <p:tavLst>
                                            <p:tav tm="0">
                                              <p:val>
                                                <p:strVal val="0-#ppt_h/2"/>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18"/>
                                            </p:tgtEl>
                                            <p:attrNameLst>
                                              <p:attrName>style.visibility</p:attrName>
                                            </p:attrNameLst>
                                          </p:cBhvr>
                                          <p:to>
                                            <p:strVal val="visible"/>
                                          </p:to>
                                        </p:set>
                                        <p:anim calcmode="lin" valueType="num">
                                          <p:cBhvr>
                                            <p:cTn id="23" dur="750" fill="hold"/>
                                            <p:tgtEl>
                                              <p:spTgt spid="18"/>
                                            </p:tgtEl>
                                            <p:attrNameLst>
                                              <p:attrName>ppt_w</p:attrName>
                                            </p:attrNameLst>
                                          </p:cBhvr>
                                          <p:tavLst>
                                            <p:tav tm="0">
                                              <p:val>
                                                <p:fltVal val="0"/>
                                              </p:val>
                                            </p:tav>
                                            <p:tav tm="100000">
                                              <p:val>
                                                <p:strVal val="#ppt_w"/>
                                              </p:val>
                                            </p:tav>
                                          </p:tavLst>
                                        </p:anim>
                                        <p:anim calcmode="lin" valueType="num">
                                          <p:cBhvr>
                                            <p:cTn id="24" dur="750" fill="hold"/>
                                            <p:tgtEl>
                                              <p:spTgt spid="18"/>
                                            </p:tgtEl>
                                            <p:attrNameLst>
                                              <p:attrName>ppt_h</p:attrName>
                                            </p:attrNameLst>
                                          </p:cBhvr>
                                          <p:tavLst>
                                            <p:tav tm="0">
                                              <p:val>
                                                <p:fltVal val="0"/>
                                              </p:val>
                                            </p:tav>
                                            <p:tav tm="100000">
                                              <p:val>
                                                <p:strVal val="#ppt_h"/>
                                              </p:val>
                                            </p:tav>
                                          </p:tavLst>
                                        </p:anim>
                                        <p:animEffect transition="in" filter="fade">
                                          <p:cBhvr>
                                            <p:cTn id="25" dur="750"/>
                                            <p:tgtEl>
                                              <p:spTgt spid="18"/>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19"/>
                                            </p:tgtEl>
                                            <p:attrNameLst>
                                              <p:attrName>style.visibility</p:attrName>
                                            </p:attrNameLst>
                                          </p:cBhvr>
                                          <p:to>
                                            <p:strVal val="visible"/>
                                          </p:to>
                                        </p:set>
                                        <p:anim calcmode="lin" valueType="num">
                                          <p:cBhvr>
                                            <p:cTn id="28" dur="750" fill="hold"/>
                                            <p:tgtEl>
                                              <p:spTgt spid="19"/>
                                            </p:tgtEl>
                                            <p:attrNameLst>
                                              <p:attrName>ppt_w</p:attrName>
                                            </p:attrNameLst>
                                          </p:cBhvr>
                                          <p:tavLst>
                                            <p:tav tm="0">
                                              <p:val>
                                                <p:fltVal val="0"/>
                                              </p:val>
                                            </p:tav>
                                            <p:tav tm="100000">
                                              <p:val>
                                                <p:strVal val="#ppt_w"/>
                                              </p:val>
                                            </p:tav>
                                          </p:tavLst>
                                        </p:anim>
                                        <p:anim calcmode="lin" valueType="num">
                                          <p:cBhvr>
                                            <p:cTn id="29" dur="750" fill="hold"/>
                                            <p:tgtEl>
                                              <p:spTgt spid="19"/>
                                            </p:tgtEl>
                                            <p:attrNameLst>
                                              <p:attrName>ppt_h</p:attrName>
                                            </p:attrNameLst>
                                          </p:cBhvr>
                                          <p:tavLst>
                                            <p:tav tm="0">
                                              <p:val>
                                                <p:fltVal val="0"/>
                                              </p:val>
                                            </p:tav>
                                            <p:tav tm="100000">
                                              <p:val>
                                                <p:strVal val="#ppt_h"/>
                                              </p:val>
                                            </p:tav>
                                          </p:tavLst>
                                        </p:anim>
                                        <p:animEffect transition="in" filter="fade">
                                          <p:cBhvr>
                                            <p:cTn id="30" dur="750"/>
                                            <p:tgtEl>
                                              <p:spTgt spid="19"/>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20"/>
                                            </p:tgtEl>
                                            <p:attrNameLst>
                                              <p:attrName>style.visibility</p:attrName>
                                            </p:attrNameLst>
                                          </p:cBhvr>
                                          <p:to>
                                            <p:strVal val="visible"/>
                                          </p:to>
                                        </p:set>
                                        <p:anim calcmode="lin" valueType="num">
                                          <p:cBhvr>
                                            <p:cTn id="33" dur="750" fill="hold"/>
                                            <p:tgtEl>
                                              <p:spTgt spid="20"/>
                                            </p:tgtEl>
                                            <p:attrNameLst>
                                              <p:attrName>ppt_w</p:attrName>
                                            </p:attrNameLst>
                                          </p:cBhvr>
                                          <p:tavLst>
                                            <p:tav tm="0">
                                              <p:val>
                                                <p:fltVal val="0"/>
                                              </p:val>
                                            </p:tav>
                                            <p:tav tm="100000">
                                              <p:val>
                                                <p:strVal val="#ppt_w"/>
                                              </p:val>
                                            </p:tav>
                                          </p:tavLst>
                                        </p:anim>
                                        <p:anim calcmode="lin" valueType="num">
                                          <p:cBhvr>
                                            <p:cTn id="34" dur="750" fill="hold"/>
                                            <p:tgtEl>
                                              <p:spTgt spid="20"/>
                                            </p:tgtEl>
                                            <p:attrNameLst>
                                              <p:attrName>ppt_h</p:attrName>
                                            </p:attrNameLst>
                                          </p:cBhvr>
                                          <p:tavLst>
                                            <p:tav tm="0">
                                              <p:val>
                                                <p:fltVal val="0"/>
                                              </p:val>
                                            </p:tav>
                                            <p:tav tm="100000">
                                              <p:val>
                                                <p:strVal val="#ppt_h"/>
                                              </p:val>
                                            </p:tav>
                                          </p:tavLst>
                                        </p:anim>
                                        <p:animEffect transition="in" filter="fade">
                                          <p:cBhvr>
                                            <p:cTn id="35" dur="750"/>
                                            <p:tgtEl>
                                              <p:spTgt spid="20"/>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21"/>
                                            </p:tgtEl>
                                            <p:attrNameLst>
                                              <p:attrName>style.visibility</p:attrName>
                                            </p:attrNameLst>
                                          </p:cBhvr>
                                          <p:to>
                                            <p:strVal val="visible"/>
                                          </p:to>
                                        </p:set>
                                        <p:anim calcmode="lin" valueType="num">
                                          <p:cBhvr>
                                            <p:cTn id="38" dur="750" fill="hold"/>
                                            <p:tgtEl>
                                              <p:spTgt spid="21"/>
                                            </p:tgtEl>
                                            <p:attrNameLst>
                                              <p:attrName>ppt_w</p:attrName>
                                            </p:attrNameLst>
                                          </p:cBhvr>
                                          <p:tavLst>
                                            <p:tav tm="0">
                                              <p:val>
                                                <p:fltVal val="0"/>
                                              </p:val>
                                            </p:tav>
                                            <p:tav tm="100000">
                                              <p:val>
                                                <p:strVal val="#ppt_w"/>
                                              </p:val>
                                            </p:tav>
                                          </p:tavLst>
                                        </p:anim>
                                        <p:anim calcmode="lin" valueType="num">
                                          <p:cBhvr>
                                            <p:cTn id="39" dur="750" fill="hold"/>
                                            <p:tgtEl>
                                              <p:spTgt spid="21"/>
                                            </p:tgtEl>
                                            <p:attrNameLst>
                                              <p:attrName>ppt_h</p:attrName>
                                            </p:attrNameLst>
                                          </p:cBhvr>
                                          <p:tavLst>
                                            <p:tav tm="0">
                                              <p:val>
                                                <p:fltVal val="0"/>
                                              </p:val>
                                            </p:tav>
                                            <p:tav tm="100000">
                                              <p:val>
                                                <p:strVal val="#ppt_h"/>
                                              </p:val>
                                            </p:tav>
                                          </p:tavLst>
                                        </p:anim>
                                        <p:animEffect transition="in" filter="fade">
                                          <p:cBhvr>
                                            <p:cTn id="40" dur="750"/>
                                            <p:tgtEl>
                                              <p:spTgt spid="21"/>
                                            </p:tgtEl>
                                          </p:cBhvr>
                                        </p:animEffect>
                                      </p:childTnLst>
                                    </p:cTn>
                                  </p:par>
                                  <p:par>
                                    <p:cTn id="41" presetID="22" presetClass="entr" presetSubtype="2" fill="hold" nodeType="withEffect">
                                      <p:stCondLst>
                                        <p:cond delay="500"/>
                                      </p:stCondLst>
                                      <p:childTnLst>
                                        <p:set>
                                          <p:cBhvr>
                                            <p:cTn id="42" dur="1" fill="hold">
                                              <p:stCondLst>
                                                <p:cond delay="0"/>
                                              </p:stCondLst>
                                            </p:cTn>
                                            <p:tgtEl>
                                              <p:spTgt spid="2"/>
                                            </p:tgtEl>
                                            <p:attrNameLst>
                                              <p:attrName>style.visibility</p:attrName>
                                            </p:attrNameLst>
                                          </p:cBhvr>
                                          <p:to>
                                            <p:strVal val="visible"/>
                                          </p:to>
                                        </p:set>
                                        <p:animEffect transition="in" filter="wipe(right)">
                                          <p:cBhvr>
                                            <p:cTn id="43" dur="750"/>
                                            <p:tgtEl>
                                              <p:spTgt spid="2"/>
                                            </p:tgtEl>
                                          </p:cBhvr>
                                        </p:animEffect>
                                      </p:childTnLst>
                                    </p:cTn>
                                  </p:par>
                                  <p:par>
                                    <p:cTn id="44" presetID="22" presetClass="entr" presetSubtype="8" fill="hold" nodeType="withEffect">
                                      <p:stCondLst>
                                        <p:cond delay="750"/>
                                      </p:stCondLst>
                                      <p:childTnLst>
                                        <p:set>
                                          <p:cBhvr>
                                            <p:cTn id="45" dur="1" fill="hold">
                                              <p:stCondLst>
                                                <p:cond delay="0"/>
                                              </p:stCondLst>
                                            </p:cTn>
                                            <p:tgtEl>
                                              <p:spTgt spid="3"/>
                                            </p:tgtEl>
                                            <p:attrNameLst>
                                              <p:attrName>style.visibility</p:attrName>
                                            </p:attrNameLst>
                                          </p:cBhvr>
                                          <p:to>
                                            <p:strVal val="visible"/>
                                          </p:to>
                                        </p:set>
                                        <p:animEffect transition="in" filter="wipe(left)">
                                          <p:cBhvr>
                                            <p:cTn id="46" dur="750"/>
                                            <p:tgtEl>
                                              <p:spTgt spid="3"/>
                                            </p:tgtEl>
                                          </p:cBhvr>
                                        </p:animEffect>
                                      </p:childTnLst>
                                    </p:cTn>
                                  </p:par>
                                  <p:par>
                                    <p:cTn id="47" presetID="22" presetClass="entr" presetSubtype="2" fill="hold" nodeType="withEffect">
                                      <p:stCondLst>
                                        <p:cond delay="1000"/>
                                      </p:stCondLst>
                                      <p:childTnLst>
                                        <p:set>
                                          <p:cBhvr>
                                            <p:cTn id="48" dur="1" fill="hold">
                                              <p:stCondLst>
                                                <p:cond delay="0"/>
                                              </p:stCondLst>
                                            </p:cTn>
                                            <p:tgtEl>
                                              <p:spTgt spid="4"/>
                                            </p:tgtEl>
                                            <p:attrNameLst>
                                              <p:attrName>style.visibility</p:attrName>
                                            </p:attrNameLst>
                                          </p:cBhvr>
                                          <p:to>
                                            <p:strVal val="visible"/>
                                          </p:to>
                                        </p:set>
                                        <p:animEffect transition="in" filter="wipe(right)">
                                          <p:cBhvr>
                                            <p:cTn id="49" dur="750"/>
                                            <p:tgtEl>
                                              <p:spTgt spid="4"/>
                                            </p:tgtEl>
                                          </p:cBhvr>
                                        </p:animEffect>
                                      </p:childTnLst>
                                    </p:cTn>
                                  </p:par>
                                  <p:par>
                                    <p:cTn id="50" presetID="22" presetClass="entr" presetSubtype="8" fill="hold" nodeType="withEffect">
                                      <p:stCondLst>
                                        <p:cond delay="1250"/>
                                      </p:stCondLst>
                                      <p:childTnLst>
                                        <p:set>
                                          <p:cBhvr>
                                            <p:cTn id="51" dur="1" fill="hold">
                                              <p:stCondLst>
                                                <p:cond delay="0"/>
                                              </p:stCondLst>
                                            </p:cTn>
                                            <p:tgtEl>
                                              <p:spTgt spid="5"/>
                                            </p:tgtEl>
                                            <p:attrNameLst>
                                              <p:attrName>style.visibility</p:attrName>
                                            </p:attrNameLst>
                                          </p:cBhvr>
                                          <p:to>
                                            <p:strVal val="visible"/>
                                          </p:to>
                                        </p:set>
                                        <p:animEffect transition="in" filter="wipe(left)">
                                          <p:cBhvr>
                                            <p:cTn id="52" dur="750"/>
                                            <p:tgtEl>
                                              <p:spTgt spid="5"/>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750"/>
                                            <p:tgtEl>
                                              <p:spTgt spid="25"/>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32"/>
                                            </p:tgtEl>
                                            <p:attrNameLst>
                                              <p:attrName>style.visibility</p:attrName>
                                            </p:attrNameLst>
                                          </p:cBhvr>
                                          <p:to>
                                            <p:strVal val="visible"/>
                                          </p:to>
                                        </p:set>
                                        <p:animEffect transition="in" filter="fade">
                                          <p:cBhvr>
                                            <p:cTn id="58" dur="750"/>
                                            <p:tgtEl>
                                              <p:spTgt spid="32"/>
                                            </p:tgtEl>
                                          </p:cBhvr>
                                        </p:animEffect>
                                      </p:childTnLst>
                                    </p:cTn>
                                  </p:par>
                                  <p:par>
                                    <p:cTn id="59" presetID="10" presetClass="entr" presetSubtype="0" fill="hold" grpId="0" nodeType="withEffect">
                                      <p:stCondLst>
                                        <p:cond delay="125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750"/>
                                            <p:tgtEl>
                                              <p:spTgt spid="24"/>
                                            </p:tgtEl>
                                          </p:cBhvr>
                                        </p:animEffect>
                                      </p:childTnLst>
                                    </p:cTn>
                                  </p:par>
                                  <p:par>
                                    <p:cTn id="62" presetID="10" presetClass="entr" presetSubtype="0" fill="hold" grpId="0" nodeType="withEffect">
                                      <p:stCondLst>
                                        <p:cond delay="1250"/>
                                      </p:stCondLst>
                                      <p:childTnLst>
                                        <p:set>
                                          <p:cBhvr>
                                            <p:cTn id="63" dur="1" fill="hold">
                                              <p:stCondLst>
                                                <p:cond delay="0"/>
                                              </p:stCondLst>
                                            </p:cTn>
                                            <p:tgtEl>
                                              <p:spTgt spid="34"/>
                                            </p:tgtEl>
                                            <p:attrNameLst>
                                              <p:attrName>style.visibility</p:attrName>
                                            </p:attrNameLst>
                                          </p:cBhvr>
                                          <p:to>
                                            <p:strVal val="visible"/>
                                          </p:to>
                                        </p:set>
                                        <p:animEffect transition="in" filter="fade">
                                          <p:cBhvr>
                                            <p:cTn id="64" dur="750"/>
                                            <p:tgtEl>
                                              <p:spTgt spid="34"/>
                                            </p:tgtEl>
                                          </p:cBhvr>
                                        </p:animEffect>
                                      </p:childTnLst>
                                    </p:cTn>
                                  </p:par>
                                  <p:par>
                                    <p:cTn id="65" presetID="10" presetClass="entr" presetSubtype="0" fill="hold" grpId="0" nodeType="withEffect">
                                      <p:stCondLst>
                                        <p:cond delay="1500"/>
                                      </p:stCondLst>
                                      <p:childTnLst>
                                        <p:set>
                                          <p:cBhvr>
                                            <p:cTn id="66" dur="1" fill="hold">
                                              <p:stCondLst>
                                                <p:cond delay="0"/>
                                              </p:stCondLst>
                                            </p:cTn>
                                            <p:tgtEl>
                                              <p:spTgt spid="23"/>
                                            </p:tgtEl>
                                            <p:attrNameLst>
                                              <p:attrName>style.visibility</p:attrName>
                                            </p:attrNameLst>
                                          </p:cBhvr>
                                          <p:to>
                                            <p:strVal val="visible"/>
                                          </p:to>
                                        </p:set>
                                        <p:animEffect transition="in" filter="fade">
                                          <p:cBhvr>
                                            <p:cTn id="67" dur="750"/>
                                            <p:tgtEl>
                                              <p:spTgt spid="23"/>
                                            </p:tgtEl>
                                          </p:cBhvr>
                                        </p:animEffect>
                                      </p:childTnLst>
                                    </p:cTn>
                                  </p:par>
                                  <p:par>
                                    <p:cTn id="68" presetID="10" presetClass="entr" presetSubtype="0" fill="hold" grpId="0" nodeType="withEffect">
                                      <p:stCondLst>
                                        <p:cond delay="150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750"/>
                                            <p:tgtEl>
                                              <p:spTgt spid="33"/>
                                            </p:tgtEl>
                                          </p:cBhvr>
                                        </p:animEffect>
                                      </p:childTnLst>
                                    </p:cTn>
                                  </p:par>
                                  <p:par>
                                    <p:cTn id="71" presetID="10" presetClass="entr" presetSubtype="0" fill="hold" grpId="0" nodeType="withEffect">
                                      <p:stCondLst>
                                        <p:cond delay="1750"/>
                                      </p:stCondLst>
                                      <p:childTnLst>
                                        <p:set>
                                          <p:cBhvr>
                                            <p:cTn id="72" dur="1" fill="hold">
                                              <p:stCondLst>
                                                <p:cond delay="0"/>
                                              </p:stCondLst>
                                            </p:cTn>
                                            <p:tgtEl>
                                              <p:spTgt spid="35"/>
                                            </p:tgtEl>
                                            <p:attrNameLst>
                                              <p:attrName>style.visibility</p:attrName>
                                            </p:attrNameLst>
                                          </p:cBhvr>
                                          <p:to>
                                            <p:strVal val="visible"/>
                                          </p:to>
                                        </p:set>
                                        <p:animEffect transition="in" filter="fade">
                                          <p:cBhvr>
                                            <p:cTn id="73" dur="750"/>
                                            <p:tgtEl>
                                              <p:spTgt spid="35"/>
                                            </p:tgtEl>
                                          </p:cBhvr>
                                        </p:animEffect>
                                      </p:childTnLst>
                                    </p:cTn>
                                  </p:par>
                                  <p:par>
                                    <p:cTn id="74" presetID="10" presetClass="entr" presetSubtype="0" fill="hold" grpId="0" nodeType="withEffect">
                                      <p:stCondLst>
                                        <p:cond delay="175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75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6" grpId="0" animBg="1"/>
          <p:bldP spid="15" grpId="0" animBg="1"/>
          <p:bldP spid="14" grpId="0" animBg="1"/>
          <p:bldP spid="18" grpId="0"/>
          <p:bldP spid="19" grpId="0"/>
          <p:bldP spid="20" grpId="0"/>
          <p:bldP spid="21" grpId="0"/>
          <p:bldP spid="22" grpId="0"/>
          <p:bldP spid="23" grpId="0"/>
          <p:bldP spid="24" grpId="0"/>
          <p:bldP spid="25" grpId="0"/>
          <p:bldP spid="32" grpId="0"/>
          <p:bldP spid="33" grpId="0"/>
          <p:bldP spid="34" grpId="0"/>
          <p:bldP spid="35" grpId="0"/>
        </p:bld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Arrow_01">
            <a:extLst>
              <a:ext uri="{FF2B5EF4-FFF2-40B4-BE49-F238E27FC236}">
                <a16:creationId xmlns:a16="http://schemas.microsoft.com/office/drawing/2014/main" id="{A8CF6A3A-99B8-4EB1-80B3-E552FA924C48}"/>
              </a:ext>
            </a:extLst>
          </p:cNvPr>
          <p:cNvGrpSpPr/>
          <p:nvPr/>
        </p:nvGrpSpPr>
        <p:grpSpPr>
          <a:xfrm>
            <a:off x="1597342" y="1819830"/>
            <a:ext cx="1792287" cy="2652585"/>
            <a:chOff x="2252662" y="1914524"/>
            <a:chExt cx="1792287" cy="2652585"/>
          </a:xfrm>
          <a:effectLst>
            <a:outerShdw blurRad="114300" dist="63500" dir="2700000" algn="tl" rotWithShape="0">
              <a:prstClr val="black">
                <a:alpha val="40000"/>
              </a:prstClr>
            </a:outerShdw>
          </a:effectLst>
        </p:grpSpPr>
        <p:sp>
          <p:nvSpPr>
            <p:cNvPr id="5" name="AutoShape 3">
              <a:extLst>
                <a:ext uri="{FF2B5EF4-FFF2-40B4-BE49-F238E27FC236}">
                  <a16:creationId xmlns:a16="http://schemas.microsoft.com/office/drawing/2014/main" id="{103D1C49-2F03-4A1C-8188-A8903185D378}"/>
                </a:ext>
              </a:extLst>
            </p:cNvPr>
            <p:cNvSpPr>
              <a:spLocks noChangeAspect="1" noChangeArrowheads="1" noTextEdit="1"/>
            </p:cNvSpPr>
            <p:nvPr/>
          </p:nvSpPr>
          <p:spPr bwMode="auto">
            <a:xfrm>
              <a:off x="2257143" y="1919005"/>
              <a:ext cx="1787806" cy="2648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5">
              <a:extLst>
                <a:ext uri="{FF2B5EF4-FFF2-40B4-BE49-F238E27FC236}">
                  <a16:creationId xmlns:a16="http://schemas.microsoft.com/office/drawing/2014/main" id="{0448A0F9-2358-417E-93F9-0B18F107876B}"/>
                </a:ext>
              </a:extLst>
            </p:cNvPr>
            <p:cNvSpPr>
              <a:spLocks noEditPoints="1"/>
            </p:cNvSpPr>
            <p:nvPr/>
          </p:nvSpPr>
          <p:spPr bwMode="auto">
            <a:xfrm>
              <a:off x="2252662" y="1914524"/>
              <a:ext cx="1774364" cy="2648104"/>
            </a:xfrm>
            <a:custGeom>
              <a:avLst/>
              <a:gdLst>
                <a:gd name="T0" fmla="*/ 319 w 393"/>
                <a:gd name="T1" fmla="*/ 0 h 588"/>
                <a:gd name="T2" fmla="*/ 74 w 393"/>
                <a:gd name="T3" fmla="*/ 0 h 588"/>
                <a:gd name="T4" fmla="*/ 0 w 393"/>
                <a:gd name="T5" fmla="*/ 74 h 588"/>
                <a:gd name="T6" fmla="*/ 0 w 393"/>
                <a:gd name="T7" fmla="*/ 319 h 588"/>
                <a:gd name="T8" fmla="*/ 74 w 393"/>
                <a:gd name="T9" fmla="*/ 392 h 588"/>
                <a:gd name="T10" fmla="*/ 147 w 393"/>
                <a:gd name="T11" fmla="*/ 392 h 588"/>
                <a:gd name="T12" fmla="*/ 172 w 393"/>
                <a:gd name="T13" fmla="*/ 417 h 588"/>
                <a:gd name="T14" fmla="*/ 172 w 393"/>
                <a:gd name="T15" fmla="*/ 499 h 588"/>
                <a:gd name="T16" fmla="*/ 150 w 393"/>
                <a:gd name="T17" fmla="*/ 499 h 588"/>
                <a:gd name="T18" fmla="*/ 196 w 393"/>
                <a:gd name="T19" fmla="*/ 588 h 588"/>
                <a:gd name="T20" fmla="*/ 243 w 393"/>
                <a:gd name="T21" fmla="*/ 499 h 588"/>
                <a:gd name="T22" fmla="*/ 221 w 393"/>
                <a:gd name="T23" fmla="*/ 499 h 588"/>
                <a:gd name="T24" fmla="*/ 221 w 393"/>
                <a:gd name="T25" fmla="*/ 417 h 588"/>
                <a:gd name="T26" fmla="*/ 216 w 393"/>
                <a:gd name="T27" fmla="*/ 392 h 588"/>
                <a:gd name="T28" fmla="*/ 319 w 393"/>
                <a:gd name="T29" fmla="*/ 392 h 588"/>
                <a:gd name="T30" fmla="*/ 393 w 393"/>
                <a:gd name="T31" fmla="*/ 319 h 588"/>
                <a:gd name="T32" fmla="*/ 393 w 393"/>
                <a:gd name="T33" fmla="*/ 74 h 588"/>
                <a:gd name="T34" fmla="*/ 319 w 393"/>
                <a:gd name="T35" fmla="*/ 0 h 588"/>
                <a:gd name="T36" fmla="*/ 344 w 393"/>
                <a:gd name="T37" fmla="*/ 319 h 588"/>
                <a:gd name="T38" fmla="*/ 319 w 393"/>
                <a:gd name="T39" fmla="*/ 343 h 588"/>
                <a:gd name="T40" fmla="*/ 142 w 393"/>
                <a:gd name="T41" fmla="*/ 343 h 588"/>
                <a:gd name="T42" fmla="*/ 74 w 393"/>
                <a:gd name="T43" fmla="*/ 343 h 588"/>
                <a:gd name="T44" fmla="*/ 49 w 393"/>
                <a:gd name="T45" fmla="*/ 319 h 588"/>
                <a:gd name="T46" fmla="*/ 49 w 393"/>
                <a:gd name="T47" fmla="*/ 74 h 588"/>
                <a:gd name="T48" fmla="*/ 74 w 393"/>
                <a:gd name="T49" fmla="*/ 49 h 588"/>
                <a:gd name="T50" fmla="*/ 319 w 393"/>
                <a:gd name="T51" fmla="*/ 49 h 588"/>
                <a:gd name="T52" fmla="*/ 344 w 393"/>
                <a:gd name="T53" fmla="*/ 74 h 588"/>
                <a:gd name="T54" fmla="*/ 344 w 393"/>
                <a:gd name="T55" fmla="*/ 319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3" h="588">
                  <a:moveTo>
                    <a:pt x="319" y="0"/>
                  </a:moveTo>
                  <a:cubicBezTo>
                    <a:pt x="74" y="0"/>
                    <a:pt x="74" y="0"/>
                    <a:pt x="74" y="0"/>
                  </a:cubicBezTo>
                  <a:cubicBezTo>
                    <a:pt x="33" y="0"/>
                    <a:pt x="0" y="33"/>
                    <a:pt x="0" y="74"/>
                  </a:cubicBezTo>
                  <a:cubicBezTo>
                    <a:pt x="0" y="319"/>
                    <a:pt x="0" y="319"/>
                    <a:pt x="0" y="319"/>
                  </a:cubicBezTo>
                  <a:cubicBezTo>
                    <a:pt x="0" y="359"/>
                    <a:pt x="33" y="392"/>
                    <a:pt x="74" y="392"/>
                  </a:cubicBezTo>
                  <a:cubicBezTo>
                    <a:pt x="147" y="392"/>
                    <a:pt x="147" y="392"/>
                    <a:pt x="147" y="392"/>
                  </a:cubicBezTo>
                  <a:cubicBezTo>
                    <a:pt x="161" y="392"/>
                    <a:pt x="172" y="403"/>
                    <a:pt x="172" y="417"/>
                  </a:cubicBezTo>
                  <a:cubicBezTo>
                    <a:pt x="172" y="499"/>
                    <a:pt x="172" y="499"/>
                    <a:pt x="172" y="499"/>
                  </a:cubicBezTo>
                  <a:cubicBezTo>
                    <a:pt x="150" y="499"/>
                    <a:pt x="150" y="499"/>
                    <a:pt x="150" y="499"/>
                  </a:cubicBezTo>
                  <a:cubicBezTo>
                    <a:pt x="196" y="588"/>
                    <a:pt x="196" y="588"/>
                    <a:pt x="196" y="588"/>
                  </a:cubicBezTo>
                  <a:cubicBezTo>
                    <a:pt x="243" y="499"/>
                    <a:pt x="243" y="499"/>
                    <a:pt x="243" y="499"/>
                  </a:cubicBezTo>
                  <a:cubicBezTo>
                    <a:pt x="221" y="499"/>
                    <a:pt x="221" y="499"/>
                    <a:pt x="221" y="499"/>
                  </a:cubicBezTo>
                  <a:cubicBezTo>
                    <a:pt x="221" y="417"/>
                    <a:pt x="221" y="417"/>
                    <a:pt x="221" y="417"/>
                  </a:cubicBezTo>
                  <a:cubicBezTo>
                    <a:pt x="221" y="408"/>
                    <a:pt x="219" y="400"/>
                    <a:pt x="216" y="392"/>
                  </a:cubicBezTo>
                  <a:cubicBezTo>
                    <a:pt x="319" y="392"/>
                    <a:pt x="319" y="392"/>
                    <a:pt x="319" y="392"/>
                  </a:cubicBezTo>
                  <a:cubicBezTo>
                    <a:pt x="360" y="392"/>
                    <a:pt x="393" y="359"/>
                    <a:pt x="393" y="319"/>
                  </a:cubicBezTo>
                  <a:cubicBezTo>
                    <a:pt x="393" y="74"/>
                    <a:pt x="393" y="74"/>
                    <a:pt x="393" y="74"/>
                  </a:cubicBezTo>
                  <a:cubicBezTo>
                    <a:pt x="393" y="33"/>
                    <a:pt x="360" y="0"/>
                    <a:pt x="319" y="0"/>
                  </a:cubicBezTo>
                  <a:moveTo>
                    <a:pt x="344" y="319"/>
                  </a:moveTo>
                  <a:cubicBezTo>
                    <a:pt x="344" y="332"/>
                    <a:pt x="333" y="343"/>
                    <a:pt x="319" y="343"/>
                  </a:cubicBezTo>
                  <a:cubicBezTo>
                    <a:pt x="142" y="343"/>
                    <a:pt x="142" y="343"/>
                    <a:pt x="142" y="343"/>
                  </a:cubicBezTo>
                  <a:cubicBezTo>
                    <a:pt x="74" y="343"/>
                    <a:pt x="74" y="343"/>
                    <a:pt x="74" y="343"/>
                  </a:cubicBezTo>
                  <a:cubicBezTo>
                    <a:pt x="60" y="343"/>
                    <a:pt x="49" y="332"/>
                    <a:pt x="49" y="319"/>
                  </a:cubicBezTo>
                  <a:cubicBezTo>
                    <a:pt x="49" y="74"/>
                    <a:pt x="49" y="74"/>
                    <a:pt x="49" y="74"/>
                  </a:cubicBezTo>
                  <a:cubicBezTo>
                    <a:pt x="49" y="60"/>
                    <a:pt x="60" y="49"/>
                    <a:pt x="74" y="49"/>
                  </a:cubicBezTo>
                  <a:cubicBezTo>
                    <a:pt x="319" y="49"/>
                    <a:pt x="319" y="49"/>
                    <a:pt x="319" y="49"/>
                  </a:cubicBezTo>
                  <a:cubicBezTo>
                    <a:pt x="333" y="49"/>
                    <a:pt x="344" y="60"/>
                    <a:pt x="344" y="74"/>
                  </a:cubicBezTo>
                  <a:cubicBezTo>
                    <a:pt x="344" y="319"/>
                    <a:pt x="344" y="319"/>
                    <a:pt x="344" y="319"/>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6">
              <a:extLst>
                <a:ext uri="{FF2B5EF4-FFF2-40B4-BE49-F238E27FC236}">
                  <a16:creationId xmlns:a16="http://schemas.microsoft.com/office/drawing/2014/main" id="{BAF5D004-9094-450E-86DB-624E46B71CB7}"/>
                </a:ext>
              </a:extLst>
            </p:cNvPr>
            <p:cNvSpPr>
              <a:spLocks/>
            </p:cNvSpPr>
            <p:nvPr/>
          </p:nvSpPr>
          <p:spPr bwMode="auto">
            <a:xfrm>
              <a:off x="2252662" y="1914524"/>
              <a:ext cx="1684750" cy="1680269"/>
            </a:xfrm>
            <a:custGeom>
              <a:avLst/>
              <a:gdLst>
                <a:gd name="T0" fmla="*/ 5 w 373"/>
                <a:gd name="T1" fmla="*/ 323 h 373"/>
                <a:gd name="T2" fmla="*/ 5 w 373"/>
                <a:gd name="T3" fmla="*/ 78 h 373"/>
                <a:gd name="T4" fmla="*/ 78 w 373"/>
                <a:gd name="T5" fmla="*/ 4 h 373"/>
                <a:gd name="T6" fmla="*/ 323 w 373"/>
                <a:gd name="T7" fmla="*/ 4 h 373"/>
                <a:gd name="T8" fmla="*/ 373 w 373"/>
                <a:gd name="T9" fmla="*/ 24 h 373"/>
                <a:gd name="T10" fmla="*/ 319 w 373"/>
                <a:gd name="T11" fmla="*/ 0 h 373"/>
                <a:gd name="T12" fmla="*/ 74 w 373"/>
                <a:gd name="T13" fmla="*/ 0 h 373"/>
                <a:gd name="T14" fmla="*/ 0 w 373"/>
                <a:gd name="T15" fmla="*/ 74 h 373"/>
                <a:gd name="T16" fmla="*/ 0 w 373"/>
                <a:gd name="T17" fmla="*/ 319 h 373"/>
                <a:gd name="T18" fmla="*/ 24 w 373"/>
                <a:gd name="T19" fmla="*/ 373 h 373"/>
                <a:gd name="T20" fmla="*/ 5 w 373"/>
                <a:gd name="T21" fmla="*/ 32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3" h="373">
                  <a:moveTo>
                    <a:pt x="5" y="323"/>
                  </a:moveTo>
                  <a:cubicBezTo>
                    <a:pt x="5" y="78"/>
                    <a:pt x="5" y="78"/>
                    <a:pt x="5" y="78"/>
                  </a:cubicBezTo>
                  <a:cubicBezTo>
                    <a:pt x="5" y="37"/>
                    <a:pt x="38" y="4"/>
                    <a:pt x="78" y="4"/>
                  </a:cubicBezTo>
                  <a:cubicBezTo>
                    <a:pt x="323" y="4"/>
                    <a:pt x="323" y="4"/>
                    <a:pt x="323" y="4"/>
                  </a:cubicBezTo>
                  <a:cubicBezTo>
                    <a:pt x="343" y="4"/>
                    <a:pt x="360" y="12"/>
                    <a:pt x="373" y="24"/>
                  </a:cubicBezTo>
                  <a:cubicBezTo>
                    <a:pt x="360" y="9"/>
                    <a:pt x="340" y="0"/>
                    <a:pt x="319" y="0"/>
                  </a:cubicBezTo>
                  <a:cubicBezTo>
                    <a:pt x="74" y="0"/>
                    <a:pt x="74" y="0"/>
                    <a:pt x="74" y="0"/>
                  </a:cubicBezTo>
                  <a:cubicBezTo>
                    <a:pt x="33" y="0"/>
                    <a:pt x="0" y="33"/>
                    <a:pt x="0" y="74"/>
                  </a:cubicBezTo>
                  <a:cubicBezTo>
                    <a:pt x="0" y="319"/>
                    <a:pt x="0" y="319"/>
                    <a:pt x="0" y="319"/>
                  </a:cubicBezTo>
                  <a:cubicBezTo>
                    <a:pt x="0" y="340"/>
                    <a:pt x="9" y="359"/>
                    <a:pt x="24" y="373"/>
                  </a:cubicBezTo>
                  <a:cubicBezTo>
                    <a:pt x="12" y="360"/>
                    <a:pt x="5" y="342"/>
                    <a:pt x="5" y="32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7">
              <a:extLst>
                <a:ext uri="{FF2B5EF4-FFF2-40B4-BE49-F238E27FC236}">
                  <a16:creationId xmlns:a16="http://schemas.microsoft.com/office/drawing/2014/main" id="{16A821CE-B83E-48C5-819B-A9049E434D59}"/>
                </a:ext>
              </a:extLst>
            </p:cNvPr>
            <p:cNvSpPr>
              <a:spLocks/>
            </p:cNvSpPr>
            <p:nvPr/>
          </p:nvSpPr>
          <p:spPr bwMode="auto">
            <a:xfrm>
              <a:off x="3007664" y="3724734"/>
              <a:ext cx="40326" cy="436871"/>
            </a:xfrm>
            <a:custGeom>
              <a:avLst/>
              <a:gdLst>
                <a:gd name="T0" fmla="*/ 9 w 9"/>
                <a:gd name="T1" fmla="*/ 19 h 97"/>
                <a:gd name="T2" fmla="*/ 0 w 9"/>
                <a:gd name="T3" fmla="*/ 0 h 97"/>
                <a:gd name="T4" fmla="*/ 5 w 9"/>
                <a:gd name="T5" fmla="*/ 15 h 97"/>
                <a:gd name="T6" fmla="*/ 5 w 9"/>
                <a:gd name="T7" fmla="*/ 97 h 97"/>
                <a:gd name="T8" fmla="*/ 9 w 9"/>
                <a:gd name="T9" fmla="*/ 97 h 97"/>
                <a:gd name="T10" fmla="*/ 9 w 9"/>
                <a:gd name="T11" fmla="*/ 19 h 97"/>
              </a:gdLst>
              <a:ahLst/>
              <a:cxnLst>
                <a:cxn ang="0">
                  <a:pos x="T0" y="T1"/>
                </a:cxn>
                <a:cxn ang="0">
                  <a:pos x="T2" y="T3"/>
                </a:cxn>
                <a:cxn ang="0">
                  <a:pos x="T4" y="T5"/>
                </a:cxn>
                <a:cxn ang="0">
                  <a:pos x="T6" y="T7"/>
                </a:cxn>
                <a:cxn ang="0">
                  <a:pos x="T8" y="T9"/>
                </a:cxn>
                <a:cxn ang="0">
                  <a:pos x="T10" y="T11"/>
                </a:cxn>
              </a:cxnLst>
              <a:rect l="0" t="0" r="r" b="b"/>
              <a:pathLst>
                <a:path w="9" h="97">
                  <a:moveTo>
                    <a:pt x="9" y="19"/>
                  </a:moveTo>
                  <a:cubicBezTo>
                    <a:pt x="9" y="12"/>
                    <a:pt x="6" y="4"/>
                    <a:pt x="0" y="0"/>
                  </a:cubicBezTo>
                  <a:cubicBezTo>
                    <a:pt x="3" y="4"/>
                    <a:pt x="5" y="9"/>
                    <a:pt x="5" y="15"/>
                  </a:cubicBezTo>
                  <a:cubicBezTo>
                    <a:pt x="5" y="97"/>
                    <a:pt x="5" y="97"/>
                    <a:pt x="5" y="97"/>
                  </a:cubicBezTo>
                  <a:cubicBezTo>
                    <a:pt x="9" y="97"/>
                    <a:pt x="9" y="97"/>
                    <a:pt x="9" y="97"/>
                  </a:cubicBezTo>
                  <a:lnTo>
                    <a:pt x="9" y="19"/>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8">
              <a:extLst>
                <a:ext uri="{FF2B5EF4-FFF2-40B4-BE49-F238E27FC236}">
                  <a16:creationId xmlns:a16="http://schemas.microsoft.com/office/drawing/2014/main" id="{E205190C-282D-4AF3-B185-9B6F2268C011}"/>
                </a:ext>
              </a:extLst>
            </p:cNvPr>
            <p:cNvSpPr>
              <a:spLocks/>
            </p:cNvSpPr>
            <p:nvPr/>
          </p:nvSpPr>
          <p:spPr bwMode="auto">
            <a:xfrm>
              <a:off x="2929250" y="4161605"/>
              <a:ext cx="208354" cy="401025"/>
            </a:xfrm>
            <a:custGeom>
              <a:avLst/>
              <a:gdLst>
                <a:gd name="T0" fmla="*/ 10 w 93"/>
                <a:gd name="T1" fmla="*/ 0 h 179"/>
                <a:gd name="T2" fmla="*/ 0 w 93"/>
                <a:gd name="T3" fmla="*/ 0 h 179"/>
                <a:gd name="T4" fmla="*/ 93 w 93"/>
                <a:gd name="T5" fmla="*/ 179 h 179"/>
                <a:gd name="T6" fmla="*/ 10 w 93"/>
                <a:gd name="T7" fmla="*/ 0 h 179"/>
              </a:gdLst>
              <a:ahLst/>
              <a:cxnLst>
                <a:cxn ang="0">
                  <a:pos x="T0" y="T1"/>
                </a:cxn>
                <a:cxn ang="0">
                  <a:pos x="T2" y="T3"/>
                </a:cxn>
                <a:cxn ang="0">
                  <a:pos x="T4" y="T5"/>
                </a:cxn>
                <a:cxn ang="0">
                  <a:pos x="T6" y="T7"/>
                </a:cxn>
              </a:cxnLst>
              <a:rect l="0" t="0" r="r" b="b"/>
              <a:pathLst>
                <a:path w="93" h="179">
                  <a:moveTo>
                    <a:pt x="10" y="0"/>
                  </a:moveTo>
                  <a:lnTo>
                    <a:pt x="0" y="0"/>
                  </a:lnTo>
                  <a:lnTo>
                    <a:pt x="93" y="179"/>
                  </a:lnTo>
                  <a:lnTo>
                    <a:pt x="10"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9">
              <a:extLst>
                <a:ext uri="{FF2B5EF4-FFF2-40B4-BE49-F238E27FC236}">
                  <a16:creationId xmlns:a16="http://schemas.microsoft.com/office/drawing/2014/main" id="{296878A7-0046-4EEC-80E1-6D9B8E74EE8A}"/>
                </a:ext>
              </a:extLst>
            </p:cNvPr>
            <p:cNvSpPr>
              <a:spLocks/>
            </p:cNvSpPr>
            <p:nvPr/>
          </p:nvSpPr>
          <p:spPr bwMode="auto">
            <a:xfrm>
              <a:off x="3137604" y="4161605"/>
              <a:ext cx="212835" cy="401025"/>
            </a:xfrm>
            <a:custGeom>
              <a:avLst/>
              <a:gdLst>
                <a:gd name="T0" fmla="*/ 83 w 95"/>
                <a:gd name="T1" fmla="*/ 0 h 179"/>
                <a:gd name="T2" fmla="*/ 95 w 95"/>
                <a:gd name="T3" fmla="*/ 0 h 179"/>
                <a:gd name="T4" fmla="*/ 0 w 95"/>
                <a:gd name="T5" fmla="*/ 179 h 179"/>
                <a:gd name="T6" fmla="*/ 83 w 95"/>
                <a:gd name="T7" fmla="*/ 0 h 179"/>
              </a:gdLst>
              <a:ahLst/>
              <a:cxnLst>
                <a:cxn ang="0">
                  <a:pos x="T0" y="T1"/>
                </a:cxn>
                <a:cxn ang="0">
                  <a:pos x="T2" y="T3"/>
                </a:cxn>
                <a:cxn ang="0">
                  <a:pos x="T4" y="T5"/>
                </a:cxn>
                <a:cxn ang="0">
                  <a:pos x="T6" y="T7"/>
                </a:cxn>
              </a:cxnLst>
              <a:rect l="0" t="0" r="r" b="b"/>
              <a:pathLst>
                <a:path w="95" h="179">
                  <a:moveTo>
                    <a:pt x="83" y="0"/>
                  </a:moveTo>
                  <a:lnTo>
                    <a:pt x="95" y="0"/>
                  </a:lnTo>
                  <a:lnTo>
                    <a:pt x="0" y="179"/>
                  </a:lnTo>
                  <a:lnTo>
                    <a:pt x="83" y="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10">
              <a:extLst>
                <a:ext uri="{FF2B5EF4-FFF2-40B4-BE49-F238E27FC236}">
                  <a16:creationId xmlns:a16="http://schemas.microsoft.com/office/drawing/2014/main" id="{0E11AD60-909B-4EC5-B4E2-872924BEE3EE}"/>
                </a:ext>
              </a:extLst>
            </p:cNvPr>
            <p:cNvSpPr>
              <a:spLocks/>
            </p:cNvSpPr>
            <p:nvPr/>
          </p:nvSpPr>
          <p:spPr bwMode="auto">
            <a:xfrm>
              <a:off x="2474458" y="2136320"/>
              <a:ext cx="125460" cy="1324053"/>
            </a:xfrm>
            <a:custGeom>
              <a:avLst/>
              <a:gdLst>
                <a:gd name="T0" fmla="*/ 28 w 28"/>
                <a:gd name="T1" fmla="*/ 0 h 294"/>
                <a:gd name="T2" fmla="*/ 25 w 28"/>
                <a:gd name="T3" fmla="*/ 0 h 294"/>
                <a:gd name="T4" fmla="*/ 0 w 28"/>
                <a:gd name="T5" fmla="*/ 25 h 294"/>
                <a:gd name="T6" fmla="*/ 0 w 28"/>
                <a:gd name="T7" fmla="*/ 270 h 294"/>
                <a:gd name="T8" fmla="*/ 25 w 28"/>
                <a:gd name="T9" fmla="*/ 294 h 294"/>
                <a:gd name="T10" fmla="*/ 28 w 28"/>
                <a:gd name="T11" fmla="*/ 294 h 294"/>
                <a:gd name="T12" fmla="*/ 3 w 28"/>
                <a:gd name="T13" fmla="*/ 270 h 294"/>
                <a:gd name="T14" fmla="*/ 3 w 28"/>
                <a:gd name="T15" fmla="*/ 25 h 294"/>
                <a:gd name="T16" fmla="*/ 28 w 28"/>
                <a:gd name="T1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94">
                  <a:moveTo>
                    <a:pt x="28" y="0"/>
                  </a:moveTo>
                  <a:cubicBezTo>
                    <a:pt x="25" y="0"/>
                    <a:pt x="25" y="0"/>
                    <a:pt x="25" y="0"/>
                  </a:cubicBezTo>
                  <a:cubicBezTo>
                    <a:pt x="11" y="0"/>
                    <a:pt x="0" y="11"/>
                    <a:pt x="0" y="25"/>
                  </a:cubicBezTo>
                  <a:cubicBezTo>
                    <a:pt x="0" y="270"/>
                    <a:pt x="0" y="270"/>
                    <a:pt x="0" y="270"/>
                  </a:cubicBezTo>
                  <a:cubicBezTo>
                    <a:pt x="0" y="283"/>
                    <a:pt x="11" y="294"/>
                    <a:pt x="25" y="294"/>
                  </a:cubicBezTo>
                  <a:cubicBezTo>
                    <a:pt x="28" y="294"/>
                    <a:pt x="28" y="294"/>
                    <a:pt x="28" y="294"/>
                  </a:cubicBezTo>
                  <a:cubicBezTo>
                    <a:pt x="15" y="294"/>
                    <a:pt x="3" y="283"/>
                    <a:pt x="3" y="270"/>
                  </a:cubicBezTo>
                  <a:cubicBezTo>
                    <a:pt x="3" y="25"/>
                    <a:pt x="3" y="25"/>
                    <a:pt x="3" y="25"/>
                  </a:cubicBezTo>
                  <a:cubicBezTo>
                    <a:pt x="3" y="11"/>
                    <a:pt x="15" y="0"/>
                    <a:pt x="28" y="0"/>
                  </a:cubicBezTo>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11">
              <a:extLst>
                <a:ext uri="{FF2B5EF4-FFF2-40B4-BE49-F238E27FC236}">
                  <a16:creationId xmlns:a16="http://schemas.microsoft.com/office/drawing/2014/main" id="{DF597FF3-8159-4D9B-BD94-5F48BB1DC4D8}"/>
                </a:ext>
              </a:extLst>
            </p:cNvPr>
            <p:cNvSpPr>
              <a:spLocks/>
            </p:cNvSpPr>
            <p:nvPr/>
          </p:nvSpPr>
          <p:spPr bwMode="auto">
            <a:xfrm>
              <a:off x="3693213" y="1914524"/>
              <a:ext cx="347256" cy="1765403"/>
            </a:xfrm>
            <a:custGeom>
              <a:avLst/>
              <a:gdLst>
                <a:gd name="T0" fmla="*/ 3 w 77"/>
                <a:gd name="T1" fmla="*/ 0 h 392"/>
                <a:gd name="T2" fmla="*/ 0 w 77"/>
                <a:gd name="T3" fmla="*/ 0 h 392"/>
                <a:gd name="T4" fmla="*/ 74 w 77"/>
                <a:gd name="T5" fmla="*/ 74 h 392"/>
                <a:gd name="T6" fmla="*/ 74 w 77"/>
                <a:gd name="T7" fmla="*/ 319 h 392"/>
                <a:gd name="T8" fmla="*/ 0 w 77"/>
                <a:gd name="T9" fmla="*/ 392 h 392"/>
                <a:gd name="T10" fmla="*/ 3 w 77"/>
                <a:gd name="T11" fmla="*/ 392 h 392"/>
                <a:gd name="T12" fmla="*/ 77 w 77"/>
                <a:gd name="T13" fmla="*/ 319 h 392"/>
                <a:gd name="T14" fmla="*/ 77 w 77"/>
                <a:gd name="T15" fmla="*/ 74 h 392"/>
                <a:gd name="T16" fmla="*/ 3 w 77"/>
                <a:gd name="T17"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392">
                  <a:moveTo>
                    <a:pt x="3" y="0"/>
                  </a:moveTo>
                  <a:cubicBezTo>
                    <a:pt x="0" y="0"/>
                    <a:pt x="0" y="0"/>
                    <a:pt x="0" y="0"/>
                  </a:cubicBezTo>
                  <a:cubicBezTo>
                    <a:pt x="41" y="0"/>
                    <a:pt x="74" y="33"/>
                    <a:pt x="74" y="74"/>
                  </a:cubicBezTo>
                  <a:cubicBezTo>
                    <a:pt x="74" y="319"/>
                    <a:pt x="74" y="319"/>
                    <a:pt x="74" y="319"/>
                  </a:cubicBezTo>
                  <a:cubicBezTo>
                    <a:pt x="74" y="359"/>
                    <a:pt x="41" y="392"/>
                    <a:pt x="0" y="392"/>
                  </a:cubicBezTo>
                  <a:cubicBezTo>
                    <a:pt x="3" y="392"/>
                    <a:pt x="3" y="392"/>
                    <a:pt x="3" y="392"/>
                  </a:cubicBezTo>
                  <a:cubicBezTo>
                    <a:pt x="44" y="392"/>
                    <a:pt x="77" y="359"/>
                    <a:pt x="77" y="319"/>
                  </a:cubicBezTo>
                  <a:cubicBezTo>
                    <a:pt x="77" y="74"/>
                    <a:pt x="77" y="74"/>
                    <a:pt x="77" y="74"/>
                  </a:cubicBezTo>
                  <a:cubicBezTo>
                    <a:pt x="77" y="33"/>
                    <a:pt x="44" y="0"/>
                    <a:pt x="3"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12">
              <a:extLst>
                <a:ext uri="{FF2B5EF4-FFF2-40B4-BE49-F238E27FC236}">
                  <a16:creationId xmlns:a16="http://schemas.microsoft.com/office/drawing/2014/main" id="{AA8F4505-3F0D-4D14-8784-47038E6C1DFF}"/>
                </a:ext>
              </a:extLst>
            </p:cNvPr>
            <p:cNvSpPr>
              <a:spLocks/>
            </p:cNvSpPr>
            <p:nvPr/>
          </p:nvSpPr>
          <p:spPr bwMode="auto">
            <a:xfrm>
              <a:off x="2902366" y="3460372"/>
              <a:ext cx="347256" cy="701233"/>
            </a:xfrm>
            <a:custGeom>
              <a:avLst/>
              <a:gdLst>
                <a:gd name="T0" fmla="*/ 0 w 77"/>
                <a:gd name="T1" fmla="*/ 0 h 156"/>
                <a:gd name="T2" fmla="*/ 70 w 77"/>
                <a:gd name="T3" fmla="*/ 51 h 156"/>
                <a:gd name="T4" fmla="*/ 69 w 77"/>
                <a:gd name="T5" fmla="*/ 49 h 156"/>
                <a:gd name="T6" fmla="*/ 74 w 77"/>
                <a:gd name="T7" fmla="*/ 74 h 156"/>
                <a:gd name="T8" fmla="*/ 74 w 77"/>
                <a:gd name="T9" fmla="*/ 156 h 156"/>
                <a:gd name="T10" fmla="*/ 77 w 77"/>
                <a:gd name="T11" fmla="*/ 156 h 156"/>
                <a:gd name="T12" fmla="*/ 77 w 77"/>
                <a:gd name="T13" fmla="*/ 74 h 156"/>
                <a:gd name="T14" fmla="*/ 72 w 77"/>
                <a:gd name="T15" fmla="*/ 49 h 156"/>
                <a:gd name="T16" fmla="*/ 73 w 77"/>
                <a:gd name="T17" fmla="*/ 51 h 156"/>
                <a:gd name="T18" fmla="*/ 3 w 77"/>
                <a:gd name="T19" fmla="*/ 0 h 156"/>
                <a:gd name="T20" fmla="*/ 0 w 77"/>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56">
                  <a:moveTo>
                    <a:pt x="0" y="0"/>
                  </a:moveTo>
                  <a:cubicBezTo>
                    <a:pt x="33" y="0"/>
                    <a:pt x="60" y="22"/>
                    <a:pt x="70" y="51"/>
                  </a:cubicBezTo>
                  <a:cubicBezTo>
                    <a:pt x="69" y="49"/>
                    <a:pt x="69" y="49"/>
                    <a:pt x="69" y="49"/>
                  </a:cubicBezTo>
                  <a:cubicBezTo>
                    <a:pt x="72" y="57"/>
                    <a:pt x="74" y="65"/>
                    <a:pt x="74" y="74"/>
                  </a:cubicBezTo>
                  <a:cubicBezTo>
                    <a:pt x="74" y="156"/>
                    <a:pt x="74" y="156"/>
                    <a:pt x="74" y="156"/>
                  </a:cubicBezTo>
                  <a:cubicBezTo>
                    <a:pt x="77" y="156"/>
                    <a:pt x="77" y="156"/>
                    <a:pt x="77" y="156"/>
                  </a:cubicBezTo>
                  <a:cubicBezTo>
                    <a:pt x="77" y="74"/>
                    <a:pt x="77" y="74"/>
                    <a:pt x="77" y="74"/>
                  </a:cubicBezTo>
                  <a:cubicBezTo>
                    <a:pt x="77" y="65"/>
                    <a:pt x="75" y="57"/>
                    <a:pt x="72" y="49"/>
                  </a:cubicBezTo>
                  <a:cubicBezTo>
                    <a:pt x="73" y="51"/>
                    <a:pt x="73" y="51"/>
                    <a:pt x="73" y="51"/>
                  </a:cubicBezTo>
                  <a:cubicBezTo>
                    <a:pt x="63" y="22"/>
                    <a:pt x="36" y="0"/>
                    <a:pt x="3" y="0"/>
                  </a:cubicBezTo>
                  <a:lnTo>
                    <a:pt x="0" y="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Freeform 13">
              <a:extLst>
                <a:ext uri="{FF2B5EF4-FFF2-40B4-BE49-F238E27FC236}">
                  <a16:creationId xmlns:a16="http://schemas.microsoft.com/office/drawing/2014/main" id="{DB3EA768-B7A4-43E8-9DBA-1356CBBB1A08}"/>
                </a:ext>
              </a:extLst>
            </p:cNvPr>
            <p:cNvSpPr>
              <a:spLocks/>
            </p:cNvSpPr>
            <p:nvPr/>
          </p:nvSpPr>
          <p:spPr bwMode="auto">
            <a:xfrm>
              <a:off x="2915808" y="3460372"/>
              <a:ext cx="777405" cy="228517"/>
            </a:xfrm>
            <a:custGeom>
              <a:avLst/>
              <a:gdLst>
                <a:gd name="T0" fmla="*/ 172 w 172"/>
                <a:gd name="T1" fmla="*/ 0 h 51"/>
                <a:gd name="T2" fmla="*/ 0 w 172"/>
                <a:gd name="T3" fmla="*/ 0 h 51"/>
                <a:gd name="T4" fmla="*/ 70 w 172"/>
                <a:gd name="T5" fmla="*/ 51 h 51"/>
                <a:gd name="T6" fmla="*/ 69 w 172"/>
                <a:gd name="T7" fmla="*/ 49 h 51"/>
                <a:gd name="T8" fmla="*/ 172 w 172"/>
                <a:gd name="T9" fmla="*/ 49 h 51"/>
                <a:gd name="T10" fmla="*/ 172 w 172"/>
                <a:gd name="T11" fmla="*/ 49 h 51"/>
                <a:gd name="T12" fmla="*/ 172 w 172"/>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172" h="51">
                  <a:moveTo>
                    <a:pt x="172" y="0"/>
                  </a:moveTo>
                  <a:cubicBezTo>
                    <a:pt x="0" y="0"/>
                    <a:pt x="0" y="0"/>
                    <a:pt x="0" y="0"/>
                  </a:cubicBezTo>
                  <a:cubicBezTo>
                    <a:pt x="33" y="0"/>
                    <a:pt x="60" y="22"/>
                    <a:pt x="70" y="51"/>
                  </a:cubicBezTo>
                  <a:cubicBezTo>
                    <a:pt x="70" y="50"/>
                    <a:pt x="70" y="50"/>
                    <a:pt x="69" y="49"/>
                  </a:cubicBezTo>
                  <a:cubicBezTo>
                    <a:pt x="172" y="49"/>
                    <a:pt x="172" y="49"/>
                    <a:pt x="172" y="49"/>
                  </a:cubicBezTo>
                  <a:cubicBezTo>
                    <a:pt x="172" y="49"/>
                    <a:pt x="172" y="49"/>
                    <a:pt x="172" y="49"/>
                  </a:cubicBezTo>
                  <a:cubicBezTo>
                    <a:pt x="172" y="0"/>
                    <a:pt x="172" y="0"/>
                    <a:pt x="172" y="0"/>
                  </a:cubicBezTo>
                  <a:close/>
                </a:path>
              </a:pathLst>
            </a:custGeom>
            <a:gradFill flip="none" rotWithShape="1">
              <a:gsLst>
                <a:gs pos="15000">
                  <a:srgbClr val="080808"/>
                </a:gs>
                <a:gs pos="46000">
                  <a:srgbClr val="080808">
                    <a:alpha val="0"/>
                  </a:srgbClr>
                </a:gs>
              </a:gsLst>
              <a:path path="circle">
                <a:fillToRect t="100000" r="100000"/>
              </a:path>
              <a:tileRect l="-100000" b="-10000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8" name="Arrow_01">
            <a:extLst>
              <a:ext uri="{FF2B5EF4-FFF2-40B4-BE49-F238E27FC236}">
                <a16:creationId xmlns:a16="http://schemas.microsoft.com/office/drawing/2014/main" id="{D98C7D3C-8774-4230-A242-B6DC81D50AA4}"/>
              </a:ext>
            </a:extLst>
          </p:cNvPr>
          <p:cNvGrpSpPr/>
          <p:nvPr/>
        </p:nvGrpSpPr>
        <p:grpSpPr>
          <a:xfrm>
            <a:off x="3974782" y="1819830"/>
            <a:ext cx="1792287" cy="2652585"/>
            <a:chOff x="2252662" y="1914524"/>
            <a:chExt cx="1792287" cy="2652585"/>
          </a:xfrm>
          <a:effectLst>
            <a:outerShdw blurRad="114300" dist="63500" dir="2700000" algn="tl" rotWithShape="0">
              <a:prstClr val="black">
                <a:alpha val="40000"/>
              </a:prstClr>
            </a:outerShdw>
          </a:effectLst>
        </p:grpSpPr>
        <p:sp>
          <p:nvSpPr>
            <p:cNvPr id="22" name="AutoShape 3">
              <a:extLst>
                <a:ext uri="{FF2B5EF4-FFF2-40B4-BE49-F238E27FC236}">
                  <a16:creationId xmlns:a16="http://schemas.microsoft.com/office/drawing/2014/main" id="{90F2EAD0-DA70-4E39-8884-BA53F4D3640D}"/>
                </a:ext>
              </a:extLst>
            </p:cNvPr>
            <p:cNvSpPr>
              <a:spLocks noChangeAspect="1" noChangeArrowheads="1" noTextEdit="1"/>
            </p:cNvSpPr>
            <p:nvPr/>
          </p:nvSpPr>
          <p:spPr bwMode="auto">
            <a:xfrm>
              <a:off x="2257143" y="1919005"/>
              <a:ext cx="1787806" cy="2648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5">
              <a:extLst>
                <a:ext uri="{FF2B5EF4-FFF2-40B4-BE49-F238E27FC236}">
                  <a16:creationId xmlns:a16="http://schemas.microsoft.com/office/drawing/2014/main" id="{916D1AC1-46C8-4197-B180-AD8CFEB4C9FB}"/>
                </a:ext>
              </a:extLst>
            </p:cNvPr>
            <p:cNvSpPr>
              <a:spLocks noEditPoints="1"/>
            </p:cNvSpPr>
            <p:nvPr/>
          </p:nvSpPr>
          <p:spPr bwMode="auto">
            <a:xfrm>
              <a:off x="2252662" y="1914524"/>
              <a:ext cx="1774364" cy="2648104"/>
            </a:xfrm>
            <a:custGeom>
              <a:avLst/>
              <a:gdLst>
                <a:gd name="T0" fmla="*/ 319 w 393"/>
                <a:gd name="T1" fmla="*/ 0 h 588"/>
                <a:gd name="T2" fmla="*/ 74 w 393"/>
                <a:gd name="T3" fmla="*/ 0 h 588"/>
                <a:gd name="T4" fmla="*/ 0 w 393"/>
                <a:gd name="T5" fmla="*/ 74 h 588"/>
                <a:gd name="T6" fmla="*/ 0 w 393"/>
                <a:gd name="T7" fmla="*/ 319 h 588"/>
                <a:gd name="T8" fmla="*/ 74 w 393"/>
                <a:gd name="T9" fmla="*/ 392 h 588"/>
                <a:gd name="T10" fmla="*/ 147 w 393"/>
                <a:gd name="T11" fmla="*/ 392 h 588"/>
                <a:gd name="T12" fmla="*/ 172 w 393"/>
                <a:gd name="T13" fmla="*/ 417 h 588"/>
                <a:gd name="T14" fmla="*/ 172 w 393"/>
                <a:gd name="T15" fmla="*/ 499 h 588"/>
                <a:gd name="T16" fmla="*/ 150 w 393"/>
                <a:gd name="T17" fmla="*/ 499 h 588"/>
                <a:gd name="T18" fmla="*/ 196 w 393"/>
                <a:gd name="T19" fmla="*/ 588 h 588"/>
                <a:gd name="T20" fmla="*/ 243 w 393"/>
                <a:gd name="T21" fmla="*/ 499 h 588"/>
                <a:gd name="T22" fmla="*/ 221 w 393"/>
                <a:gd name="T23" fmla="*/ 499 h 588"/>
                <a:gd name="T24" fmla="*/ 221 w 393"/>
                <a:gd name="T25" fmla="*/ 417 h 588"/>
                <a:gd name="T26" fmla="*/ 216 w 393"/>
                <a:gd name="T27" fmla="*/ 392 h 588"/>
                <a:gd name="T28" fmla="*/ 319 w 393"/>
                <a:gd name="T29" fmla="*/ 392 h 588"/>
                <a:gd name="T30" fmla="*/ 393 w 393"/>
                <a:gd name="T31" fmla="*/ 319 h 588"/>
                <a:gd name="T32" fmla="*/ 393 w 393"/>
                <a:gd name="T33" fmla="*/ 74 h 588"/>
                <a:gd name="T34" fmla="*/ 319 w 393"/>
                <a:gd name="T35" fmla="*/ 0 h 588"/>
                <a:gd name="T36" fmla="*/ 344 w 393"/>
                <a:gd name="T37" fmla="*/ 319 h 588"/>
                <a:gd name="T38" fmla="*/ 319 w 393"/>
                <a:gd name="T39" fmla="*/ 343 h 588"/>
                <a:gd name="T40" fmla="*/ 142 w 393"/>
                <a:gd name="T41" fmla="*/ 343 h 588"/>
                <a:gd name="T42" fmla="*/ 74 w 393"/>
                <a:gd name="T43" fmla="*/ 343 h 588"/>
                <a:gd name="T44" fmla="*/ 49 w 393"/>
                <a:gd name="T45" fmla="*/ 319 h 588"/>
                <a:gd name="T46" fmla="*/ 49 w 393"/>
                <a:gd name="T47" fmla="*/ 74 h 588"/>
                <a:gd name="T48" fmla="*/ 74 w 393"/>
                <a:gd name="T49" fmla="*/ 49 h 588"/>
                <a:gd name="T50" fmla="*/ 319 w 393"/>
                <a:gd name="T51" fmla="*/ 49 h 588"/>
                <a:gd name="T52" fmla="*/ 344 w 393"/>
                <a:gd name="T53" fmla="*/ 74 h 588"/>
                <a:gd name="T54" fmla="*/ 344 w 393"/>
                <a:gd name="T55" fmla="*/ 319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3" h="588">
                  <a:moveTo>
                    <a:pt x="319" y="0"/>
                  </a:moveTo>
                  <a:cubicBezTo>
                    <a:pt x="74" y="0"/>
                    <a:pt x="74" y="0"/>
                    <a:pt x="74" y="0"/>
                  </a:cubicBezTo>
                  <a:cubicBezTo>
                    <a:pt x="33" y="0"/>
                    <a:pt x="0" y="33"/>
                    <a:pt x="0" y="74"/>
                  </a:cubicBezTo>
                  <a:cubicBezTo>
                    <a:pt x="0" y="319"/>
                    <a:pt x="0" y="319"/>
                    <a:pt x="0" y="319"/>
                  </a:cubicBezTo>
                  <a:cubicBezTo>
                    <a:pt x="0" y="359"/>
                    <a:pt x="33" y="392"/>
                    <a:pt x="74" y="392"/>
                  </a:cubicBezTo>
                  <a:cubicBezTo>
                    <a:pt x="147" y="392"/>
                    <a:pt x="147" y="392"/>
                    <a:pt x="147" y="392"/>
                  </a:cubicBezTo>
                  <a:cubicBezTo>
                    <a:pt x="161" y="392"/>
                    <a:pt x="172" y="403"/>
                    <a:pt x="172" y="417"/>
                  </a:cubicBezTo>
                  <a:cubicBezTo>
                    <a:pt x="172" y="499"/>
                    <a:pt x="172" y="499"/>
                    <a:pt x="172" y="499"/>
                  </a:cubicBezTo>
                  <a:cubicBezTo>
                    <a:pt x="150" y="499"/>
                    <a:pt x="150" y="499"/>
                    <a:pt x="150" y="499"/>
                  </a:cubicBezTo>
                  <a:cubicBezTo>
                    <a:pt x="196" y="588"/>
                    <a:pt x="196" y="588"/>
                    <a:pt x="196" y="588"/>
                  </a:cubicBezTo>
                  <a:cubicBezTo>
                    <a:pt x="243" y="499"/>
                    <a:pt x="243" y="499"/>
                    <a:pt x="243" y="499"/>
                  </a:cubicBezTo>
                  <a:cubicBezTo>
                    <a:pt x="221" y="499"/>
                    <a:pt x="221" y="499"/>
                    <a:pt x="221" y="499"/>
                  </a:cubicBezTo>
                  <a:cubicBezTo>
                    <a:pt x="221" y="417"/>
                    <a:pt x="221" y="417"/>
                    <a:pt x="221" y="417"/>
                  </a:cubicBezTo>
                  <a:cubicBezTo>
                    <a:pt x="221" y="408"/>
                    <a:pt x="219" y="400"/>
                    <a:pt x="216" y="392"/>
                  </a:cubicBezTo>
                  <a:cubicBezTo>
                    <a:pt x="319" y="392"/>
                    <a:pt x="319" y="392"/>
                    <a:pt x="319" y="392"/>
                  </a:cubicBezTo>
                  <a:cubicBezTo>
                    <a:pt x="360" y="392"/>
                    <a:pt x="393" y="359"/>
                    <a:pt x="393" y="319"/>
                  </a:cubicBezTo>
                  <a:cubicBezTo>
                    <a:pt x="393" y="74"/>
                    <a:pt x="393" y="74"/>
                    <a:pt x="393" y="74"/>
                  </a:cubicBezTo>
                  <a:cubicBezTo>
                    <a:pt x="393" y="33"/>
                    <a:pt x="360" y="0"/>
                    <a:pt x="319" y="0"/>
                  </a:cubicBezTo>
                  <a:moveTo>
                    <a:pt x="344" y="319"/>
                  </a:moveTo>
                  <a:cubicBezTo>
                    <a:pt x="344" y="332"/>
                    <a:pt x="333" y="343"/>
                    <a:pt x="319" y="343"/>
                  </a:cubicBezTo>
                  <a:cubicBezTo>
                    <a:pt x="142" y="343"/>
                    <a:pt x="142" y="343"/>
                    <a:pt x="142" y="343"/>
                  </a:cubicBezTo>
                  <a:cubicBezTo>
                    <a:pt x="74" y="343"/>
                    <a:pt x="74" y="343"/>
                    <a:pt x="74" y="343"/>
                  </a:cubicBezTo>
                  <a:cubicBezTo>
                    <a:pt x="60" y="343"/>
                    <a:pt x="49" y="332"/>
                    <a:pt x="49" y="319"/>
                  </a:cubicBezTo>
                  <a:cubicBezTo>
                    <a:pt x="49" y="74"/>
                    <a:pt x="49" y="74"/>
                    <a:pt x="49" y="74"/>
                  </a:cubicBezTo>
                  <a:cubicBezTo>
                    <a:pt x="49" y="60"/>
                    <a:pt x="60" y="49"/>
                    <a:pt x="74" y="49"/>
                  </a:cubicBezTo>
                  <a:cubicBezTo>
                    <a:pt x="319" y="49"/>
                    <a:pt x="319" y="49"/>
                    <a:pt x="319" y="49"/>
                  </a:cubicBezTo>
                  <a:cubicBezTo>
                    <a:pt x="333" y="49"/>
                    <a:pt x="344" y="60"/>
                    <a:pt x="344" y="74"/>
                  </a:cubicBezTo>
                  <a:cubicBezTo>
                    <a:pt x="344" y="319"/>
                    <a:pt x="344" y="319"/>
                    <a:pt x="344" y="319"/>
                  </a:cubicBezTo>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6">
              <a:extLst>
                <a:ext uri="{FF2B5EF4-FFF2-40B4-BE49-F238E27FC236}">
                  <a16:creationId xmlns:a16="http://schemas.microsoft.com/office/drawing/2014/main" id="{6FF460CE-E3AF-4837-84C4-8D242E20BD29}"/>
                </a:ext>
              </a:extLst>
            </p:cNvPr>
            <p:cNvSpPr>
              <a:spLocks/>
            </p:cNvSpPr>
            <p:nvPr/>
          </p:nvSpPr>
          <p:spPr bwMode="auto">
            <a:xfrm>
              <a:off x="2252662" y="1914524"/>
              <a:ext cx="1684750" cy="1680269"/>
            </a:xfrm>
            <a:custGeom>
              <a:avLst/>
              <a:gdLst>
                <a:gd name="T0" fmla="*/ 5 w 373"/>
                <a:gd name="T1" fmla="*/ 323 h 373"/>
                <a:gd name="T2" fmla="*/ 5 w 373"/>
                <a:gd name="T3" fmla="*/ 78 h 373"/>
                <a:gd name="T4" fmla="*/ 78 w 373"/>
                <a:gd name="T5" fmla="*/ 4 h 373"/>
                <a:gd name="T6" fmla="*/ 323 w 373"/>
                <a:gd name="T7" fmla="*/ 4 h 373"/>
                <a:gd name="T8" fmla="*/ 373 w 373"/>
                <a:gd name="T9" fmla="*/ 24 h 373"/>
                <a:gd name="T10" fmla="*/ 319 w 373"/>
                <a:gd name="T11" fmla="*/ 0 h 373"/>
                <a:gd name="T12" fmla="*/ 74 w 373"/>
                <a:gd name="T13" fmla="*/ 0 h 373"/>
                <a:gd name="T14" fmla="*/ 0 w 373"/>
                <a:gd name="T15" fmla="*/ 74 h 373"/>
                <a:gd name="T16" fmla="*/ 0 w 373"/>
                <a:gd name="T17" fmla="*/ 319 h 373"/>
                <a:gd name="T18" fmla="*/ 24 w 373"/>
                <a:gd name="T19" fmla="*/ 373 h 373"/>
                <a:gd name="T20" fmla="*/ 5 w 373"/>
                <a:gd name="T21" fmla="*/ 32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3" h="373">
                  <a:moveTo>
                    <a:pt x="5" y="323"/>
                  </a:moveTo>
                  <a:cubicBezTo>
                    <a:pt x="5" y="78"/>
                    <a:pt x="5" y="78"/>
                    <a:pt x="5" y="78"/>
                  </a:cubicBezTo>
                  <a:cubicBezTo>
                    <a:pt x="5" y="37"/>
                    <a:pt x="38" y="4"/>
                    <a:pt x="78" y="4"/>
                  </a:cubicBezTo>
                  <a:cubicBezTo>
                    <a:pt x="323" y="4"/>
                    <a:pt x="323" y="4"/>
                    <a:pt x="323" y="4"/>
                  </a:cubicBezTo>
                  <a:cubicBezTo>
                    <a:pt x="343" y="4"/>
                    <a:pt x="360" y="12"/>
                    <a:pt x="373" y="24"/>
                  </a:cubicBezTo>
                  <a:cubicBezTo>
                    <a:pt x="360" y="9"/>
                    <a:pt x="340" y="0"/>
                    <a:pt x="319" y="0"/>
                  </a:cubicBezTo>
                  <a:cubicBezTo>
                    <a:pt x="74" y="0"/>
                    <a:pt x="74" y="0"/>
                    <a:pt x="74" y="0"/>
                  </a:cubicBezTo>
                  <a:cubicBezTo>
                    <a:pt x="33" y="0"/>
                    <a:pt x="0" y="33"/>
                    <a:pt x="0" y="74"/>
                  </a:cubicBezTo>
                  <a:cubicBezTo>
                    <a:pt x="0" y="319"/>
                    <a:pt x="0" y="319"/>
                    <a:pt x="0" y="319"/>
                  </a:cubicBezTo>
                  <a:cubicBezTo>
                    <a:pt x="0" y="340"/>
                    <a:pt x="9" y="359"/>
                    <a:pt x="24" y="373"/>
                  </a:cubicBezTo>
                  <a:cubicBezTo>
                    <a:pt x="12" y="360"/>
                    <a:pt x="5" y="342"/>
                    <a:pt x="5" y="323"/>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7">
              <a:extLst>
                <a:ext uri="{FF2B5EF4-FFF2-40B4-BE49-F238E27FC236}">
                  <a16:creationId xmlns:a16="http://schemas.microsoft.com/office/drawing/2014/main" id="{E2174680-A561-407F-ADB2-8B4FCD717149}"/>
                </a:ext>
              </a:extLst>
            </p:cNvPr>
            <p:cNvSpPr>
              <a:spLocks/>
            </p:cNvSpPr>
            <p:nvPr/>
          </p:nvSpPr>
          <p:spPr bwMode="auto">
            <a:xfrm>
              <a:off x="3007664" y="3724734"/>
              <a:ext cx="40326" cy="436871"/>
            </a:xfrm>
            <a:custGeom>
              <a:avLst/>
              <a:gdLst>
                <a:gd name="T0" fmla="*/ 9 w 9"/>
                <a:gd name="T1" fmla="*/ 19 h 97"/>
                <a:gd name="T2" fmla="*/ 0 w 9"/>
                <a:gd name="T3" fmla="*/ 0 h 97"/>
                <a:gd name="T4" fmla="*/ 5 w 9"/>
                <a:gd name="T5" fmla="*/ 15 h 97"/>
                <a:gd name="T6" fmla="*/ 5 w 9"/>
                <a:gd name="T7" fmla="*/ 97 h 97"/>
                <a:gd name="T8" fmla="*/ 9 w 9"/>
                <a:gd name="T9" fmla="*/ 97 h 97"/>
                <a:gd name="T10" fmla="*/ 9 w 9"/>
                <a:gd name="T11" fmla="*/ 19 h 97"/>
              </a:gdLst>
              <a:ahLst/>
              <a:cxnLst>
                <a:cxn ang="0">
                  <a:pos x="T0" y="T1"/>
                </a:cxn>
                <a:cxn ang="0">
                  <a:pos x="T2" y="T3"/>
                </a:cxn>
                <a:cxn ang="0">
                  <a:pos x="T4" y="T5"/>
                </a:cxn>
                <a:cxn ang="0">
                  <a:pos x="T6" y="T7"/>
                </a:cxn>
                <a:cxn ang="0">
                  <a:pos x="T8" y="T9"/>
                </a:cxn>
                <a:cxn ang="0">
                  <a:pos x="T10" y="T11"/>
                </a:cxn>
              </a:cxnLst>
              <a:rect l="0" t="0" r="r" b="b"/>
              <a:pathLst>
                <a:path w="9" h="97">
                  <a:moveTo>
                    <a:pt x="9" y="19"/>
                  </a:moveTo>
                  <a:cubicBezTo>
                    <a:pt x="9" y="12"/>
                    <a:pt x="6" y="4"/>
                    <a:pt x="0" y="0"/>
                  </a:cubicBezTo>
                  <a:cubicBezTo>
                    <a:pt x="3" y="4"/>
                    <a:pt x="5" y="9"/>
                    <a:pt x="5" y="15"/>
                  </a:cubicBezTo>
                  <a:cubicBezTo>
                    <a:pt x="5" y="97"/>
                    <a:pt x="5" y="97"/>
                    <a:pt x="5" y="97"/>
                  </a:cubicBezTo>
                  <a:cubicBezTo>
                    <a:pt x="9" y="97"/>
                    <a:pt x="9" y="97"/>
                    <a:pt x="9" y="97"/>
                  </a:cubicBezTo>
                  <a:lnTo>
                    <a:pt x="9" y="19"/>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8">
              <a:extLst>
                <a:ext uri="{FF2B5EF4-FFF2-40B4-BE49-F238E27FC236}">
                  <a16:creationId xmlns:a16="http://schemas.microsoft.com/office/drawing/2014/main" id="{432F5162-4EA6-4B36-BA5D-4EFBECF2777D}"/>
                </a:ext>
              </a:extLst>
            </p:cNvPr>
            <p:cNvSpPr>
              <a:spLocks/>
            </p:cNvSpPr>
            <p:nvPr/>
          </p:nvSpPr>
          <p:spPr bwMode="auto">
            <a:xfrm>
              <a:off x="2929250" y="4161605"/>
              <a:ext cx="208354" cy="401025"/>
            </a:xfrm>
            <a:custGeom>
              <a:avLst/>
              <a:gdLst>
                <a:gd name="T0" fmla="*/ 10 w 93"/>
                <a:gd name="T1" fmla="*/ 0 h 179"/>
                <a:gd name="T2" fmla="*/ 0 w 93"/>
                <a:gd name="T3" fmla="*/ 0 h 179"/>
                <a:gd name="T4" fmla="*/ 93 w 93"/>
                <a:gd name="T5" fmla="*/ 179 h 179"/>
                <a:gd name="T6" fmla="*/ 10 w 93"/>
                <a:gd name="T7" fmla="*/ 0 h 179"/>
              </a:gdLst>
              <a:ahLst/>
              <a:cxnLst>
                <a:cxn ang="0">
                  <a:pos x="T0" y="T1"/>
                </a:cxn>
                <a:cxn ang="0">
                  <a:pos x="T2" y="T3"/>
                </a:cxn>
                <a:cxn ang="0">
                  <a:pos x="T4" y="T5"/>
                </a:cxn>
                <a:cxn ang="0">
                  <a:pos x="T6" y="T7"/>
                </a:cxn>
              </a:cxnLst>
              <a:rect l="0" t="0" r="r" b="b"/>
              <a:pathLst>
                <a:path w="93" h="179">
                  <a:moveTo>
                    <a:pt x="10" y="0"/>
                  </a:moveTo>
                  <a:lnTo>
                    <a:pt x="0" y="0"/>
                  </a:lnTo>
                  <a:lnTo>
                    <a:pt x="93" y="179"/>
                  </a:lnTo>
                  <a:lnTo>
                    <a:pt x="10" y="0"/>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9">
              <a:extLst>
                <a:ext uri="{FF2B5EF4-FFF2-40B4-BE49-F238E27FC236}">
                  <a16:creationId xmlns:a16="http://schemas.microsoft.com/office/drawing/2014/main" id="{E4568666-E75C-4B7D-AF6B-258F3750C3C1}"/>
                </a:ext>
              </a:extLst>
            </p:cNvPr>
            <p:cNvSpPr>
              <a:spLocks/>
            </p:cNvSpPr>
            <p:nvPr/>
          </p:nvSpPr>
          <p:spPr bwMode="auto">
            <a:xfrm>
              <a:off x="3137604" y="4161605"/>
              <a:ext cx="212835" cy="401025"/>
            </a:xfrm>
            <a:custGeom>
              <a:avLst/>
              <a:gdLst>
                <a:gd name="T0" fmla="*/ 83 w 95"/>
                <a:gd name="T1" fmla="*/ 0 h 179"/>
                <a:gd name="T2" fmla="*/ 95 w 95"/>
                <a:gd name="T3" fmla="*/ 0 h 179"/>
                <a:gd name="T4" fmla="*/ 0 w 95"/>
                <a:gd name="T5" fmla="*/ 179 h 179"/>
                <a:gd name="T6" fmla="*/ 83 w 95"/>
                <a:gd name="T7" fmla="*/ 0 h 179"/>
              </a:gdLst>
              <a:ahLst/>
              <a:cxnLst>
                <a:cxn ang="0">
                  <a:pos x="T0" y="T1"/>
                </a:cxn>
                <a:cxn ang="0">
                  <a:pos x="T2" y="T3"/>
                </a:cxn>
                <a:cxn ang="0">
                  <a:pos x="T4" y="T5"/>
                </a:cxn>
                <a:cxn ang="0">
                  <a:pos x="T6" y="T7"/>
                </a:cxn>
              </a:cxnLst>
              <a:rect l="0" t="0" r="r" b="b"/>
              <a:pathLst>
                <a:path w="95" h="179">
                  <a:moveTo>
                    <a:pt x="83" y="0"/>
                  </a:moveTo>
                  <a:lnTo>
                    <a:pt x="95" y="0"/>
                  </a:lnTo>
                  <a:lnTo>
                    <a:pt x="0" y="179"/>
                  </a:lnTo>
                  <a:lnTo>
                    <a:pt x="83" y="0"/>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10">
              <a:extLst>
                <a:ext uri="{FF2B5EF4-FFF2-40B4-BE49-F238E27FC236}">
                  <a16:creationId xmlns:a16="http://schemas.microsoft.com/office/drawing/2014/main" id="{49512ACD-77C2-473E-BA3A-D38245A5A23A}"/>
                </a:ext>
              </a:extLst>
            </p:cNvPr>
            <p:cNvSpPr>
              <a:spLocks/>
            </p:cNvSpPr>
            <p:nvPr/>
          </p:nvSpPr>
          <p:spPr bwMode="auto">
            <a:xfrm>
              <a:off x="2474458" y="2136320"/>
              <a:ext cx="125460" cy="1324053"/>
            </a:xfrm>
            <a:custGeom>
              <a:avLst/>
              <a:gdLst>
                <a:gd name="T0" fmla="*/ 28 w 28"/>
                <a:gd name="T1" fmla="*/ 0 h 294"/>
                <a:gd name="T2" fmla="*/ 25 w 28"/>
                <a:gd name="T3" fmla="*/ 0 h 294"/>
                <a:gd name="T4" fmla="*/ 0 w 28"/>
                <a:gd name="T5" fmla="*/ 25 h 294"/>
                <a:gd name="T6" fmla="*/ 0 w 28"/>
                <a:gd name="T7" fmla="*/ 270 h 294"/>
                <a:gd name="T8" fmla="*/ 25 w 28"/>
                <a:gd name="T9" fmla="*/ 294 h 294"/>
                <a:gd name="T10" fmla="*/ 28 w 28"/>
                <a:gd name="T11" fmla="*/ 294 h 294"/>
                <a:gd name="T12" fmla="*/ 3 w 28"/>
                <a:gd name="T13" fmla="*/ 270 h 294"/>
                <a:gd name="T14" fmla="*/ 3 w 28"/>
                <a:gd name="T15" fmla="*/ 25 h 294"/>
                <a:gd name="T16" fmla="*/ 28 w 28"/>
                <a:gd name="T1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94">
                  <a:moveTo>
                    <a:pt x="28" y="0"/>
                  </a:moveTo>
                  <a:cubicBezTo>
                    <a:pt x="25" y="0"/>
                    <a:pt x="25" y="0"/>
                    <a:pt x="25" y="0"/>
                  </a:cubicBezTo>
                  <a:cubicBezTo>
                    <a:pt x="11" y="0"/>
                    <a:pt x="0" y="11"/>
                    <a:pt x="0" y="25"/>
                  </a:cubicBezTo>
                  <a:cubicBezTo>
                    <a:pt x="0" y="270"/>
                    <a:pt x="0" y="270"/>
                    <a:pt x="0" y="270"/>
                  </a:cubicBezTo>
                  <a:cubicBezTo>
                    <a:pt x="0" y="283"/>
                    <a:pt x="11" y="294"/>
                    <a:pt x="25" y="294"/>
                  </a:cubicBezTo>
                  <a:cubicBezTo>
                    <a:pt x="28" y="294"/>
                    <a:pt x="28" y="294"/>
                    <a:pt x="28" y="294"/>
                  </a:cubicBezTo>
                  <a:cubicBezTo>
                    <a:pt x="15" y="294"/>
                    <a:pt x="3" y="283"/>
                    <a:pt x="3" y="270"/>
                  </a:cubicBezTo>
                  <a:cubicBezTo>
                    <a:pt x="3" y="25"/>
                    <a:pt x="3" y="25"/>
                    <a:pt x="3" y="25"/>
                  </a:cubicBezTo>
                  <a:cubicBezTo>
                    <a:pt x="3" y="11"/>
                    <a:pt x="15" y="0"/>
                    <a:pt x="28" y="0"/>
                  </a:cubicBezTo>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11">
              <a:extLst>
                <a:ext uri="{FF2B5EF4-FFF2-40B4-BE49-F238E27FC236}">
                  <a16:creationId xmlns:a16="http://schemas.microsoft.com/office/drawing/2014/main" id="{AB2F7460-50EA-4D6F-9838-D331BDFF7894}"/>
                </a:ext>
              </a:extLst>
            </p:cNvPr>
            <p:cNvSpPr>
              <a:spLocks/>
            </p:cNvSpPr>
            <p:nvPr/>
          </p:nvSpPr>
          <p:spPr bwMode="auto">
            <a:xfrm>
              <a:off x="3693213" y="1914524"/>
              <a:ext cx="347256" cy="1765403"/>
            </a:xfrm>
            <a:custGeom>
              <a:avLst/>
              <a:gdLst>
                <a:gd name="T0" fmla="*/ 3 w 77"/>
                <a:gd name="T1" fmla="*/ 0 h 392"/>
                <a:gd name="T2" fmla="*/ 0 w 77"/>
                <a:gd name="T3" fmla="*/ 0 h 392"/>
                <a:gd name="T4" fmla="*/ 74 w 77"/>
                <a:gd name="T5" fmla="*/ 74 h 392"/>
                <a:gd name="T6" fmla="*/ 74 w 77"/>
                <a:gd name="T7" fmla="*/ 319 h 392"/>
                <a:gd name="T8" fmla="*/ 0 w 77"/>
                <a:gd name="T9" fmla="*/ 392 h 392"/>
                <a:gd name="T10" fmla="*/ 3 w 77"/>
                <a:gd name="T11" fmla="*/ 392 h 392"/>
                <a:gd name="T12" fmla="*/ 77 w 77"/>
                <a:gd name="T13" fmla="*/ 319 h 392"/>
                <a:gd name="T14" fmla="*/ 77 w 77"/>
                <a:gd name="T15" fmla="*/ 74 h 392"/>
                <a:gd name="T16" fmla="*/ 3 w 77"/>
                <a:gd name="T17"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392">
                  <a:moveTo>
                    <a:pt x="3" y="0"/>
                  </a:moveTo>
                  <a:cubicBezTo>
                    <a:pt x="0" y="0"/>
                    <a:pt x="0" y="0"/>
                    <a:pt x="0" y="0"/>
                  </a:cubicBezTo>
                  <a:cubicBezTo>
                    <a:pt x="41" y="0"/>
                    <a:pt x="74" y="33"/>
                    <a:pt x="74" y="74"/>
                  </a:cubicBezTo>
                  <a:cubicBezTo>
                    <a:pt x="74" y="319"/>
                    <a:pt x="74" y="319"/>
                    <a:pt x="74" y="319"/>
                  </a:cubicBezTo>
                  <a:cubicBezTo>
                    <a:pt x="74" y="359"/>
                    <a:pt x="41" y="392"/>
                    <a:pt x="0" y="392"/>
                  </a:cubicBezTo>
                  <a:cubicBezTo>
                    <a:pt x="3" y="392"/>
                    <a:pt x="3" y="392"/>
                    <a:pt x="3" y="392"/>
                  </a:cubicBezTo>
                  <a:cubicBezTo>
                    <a:pt x="44" y="392"/>
                    <a:pt x="77" y="359"/>
                    <a:pt x="77" y="319"/>
                  </a:cubicBezTo>
                  <a:cubicBezTo>
                    <a:pt x="77" y="74"/>
                    <a:pt x="77" y="74"/>
                    <a:pt x="77" y="74"/>
                  </a:cubicBezTo>
                  <a:cubicBezTo>
                    <a:pt x="77" y="33"/>
                    <a:pt x="44" y="0"/>
                    <a:pt x="3" y="0"/>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12">
              <a:extLst>
                <a:ext uri="{FF2B5EF4-FFF2-40B4-BE49-F238E27FC236}">
                  <a16:creationId xmlns:a16="http://schemas.microsoft.com/office/drawing/2014/main" id="{F00EFC7F-6F75-4EE3-8BAB-F7A638BFBEA6}"/>
                </a:ext>
              </a:extLst>
            </p:cNvPr>
            <p:cNvSpPr>
              <a:spLocks/>
            </p:cNvSpPr>
            <p:nvPr/>
          </p:nvSpPr>
          <p:spPr bwMode="auto">
            <a:xfrm>
              <a:off x="2902366" y="3460372"/>
              <a:ext cx="347256" cy="701233"/>
            </a:xfrm>
            <a:custGeom>
              <a:avLst/>
              <a:gdLst>
                <a:gd name="T0" fmla="*/ 0 w 77"/>
                <a:gd name="T1" fmla="*/ 0 h 156"/>
                <a:gd name="T2" fmla="*/ 70 w 77"/>
                <a:gd name="T3" fmla="*/ 51 h 156"/>
                <a:gd name="T4" fmla="*/ 69 w 77"/>
                <a:gd name="T5" fmla="*/ 49 h 156"/>
                <a:gd name="T6" fmla="*/ 74 w 77"/>
                <a:gd name="T7" fmla="*/ 74 h 156"/>
                <a:gd name="T8" fmla="*/ 74 w 77"/>
                <a:gd name="T9" fmla="*/ 156 h 156"/>
                <a:gd name="T10" fmla="*/ 77 w 77"/>
                <a:gd name="T11" fmla="*/ 156 h 156"/>
                <a:gd name="T12" fmla="*/ 77 w 77"/>
                <a:gd name="T13" fmla="*/ 74 h 156"/>
                <a:gd name="T14" fmla="*/ 72 w 77"/>
                <a:gd name="T15" fmla="*/ 49 h 156"/>
                <a:gd name="T16" fmla="*/ 73 w 77"/>
                <a:gd name="T17" fmla="*/ 51 h 156"/>
                <a:gd name="T18" fmla="*/ 3 w 77"/>
                <a:gd name="T19" fmla="*/ 0 h 156"/>
                <a:gd name="T20" fmla="*/ 0 w 77"/>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56">
                  <a:moveTo>
                    <a:pt x="0" y="0"/>
                  </a:moveTo>
                  <a:cubicBezTo>
                    <a:pt x="33" y="0"/>
                    <a:pt x="60" y="22"/>
                    <a:pt x="70" y="51"/>
                  </a:cubicBezTo>
                  <a:cubicBezTo>
                    <a:pt x="69" y="49"/>
                    <a:pt x="69" y="49"/>
                    <a:pt x="69" y="49"/>
                  </a:cubicBezTo>
                  <a:cubicBezTo>
                    <a:pt x="72" y="57"/>
                    <a:pt x="74" y="65"/>
                    <a:pt x="74" y="74"/>
                  </a:cubicBezTo>
                  <a:cubicBezTo>
                    <a:pt x="74" y="156"/>
                    <a:pt x="74" y="156"/>
                    <a:pt x="74" y="156"/>
                  </a:cubicBezTo>
                  <a:cubicBezTo>
                    <a:pt x="77" y="156"/>
                    <a:pt x="77" y="156"/>
                    <a:pt x="77" y="156"/>
                  </a:cubicBezTo>
                  <a:cubicBezTo>
                    <a:pt x="77" y="74"/>
                    <a:pt x="77" y="74"/>
                    <a:pt x="77" y="74"/>
                  </a:cubicBezTo>
                  <a:cubicBezTo>
                    <a:pt x="77" y="65"/>
                    <a:pt x="75" y="57"/>
                    <a:pt x="72" y="49"/>
                  </a:cubicBezTo>
                  <a:cubicBezTo>
                    <a:pt x="73" y="51"/>
                    <a:pt x="73" y="51"/>
                    <a:pt x="73" y="51"/>
                  </a:cubicBezTo>
                  <a:cubicBezTo>
                    <a:pt x="63" y="22"/>
                    <a:pt x="36" y="0"/>
                    <a:pt x="3" y="0"/>
                  </a:cubicBezTo>
                  <a:lnTo>
                    <a:pt x="0" y="0"/>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2" name="Freeform 13">
              <a:extLst>
                <a:ext uri="{FF2B5EF4-FFF2-40B4-BE49-F238E27FC236}">
                  <a16:creationId xmlns:a16="http://schemas.microsoft.com/office/drawing/2014/main" id="{0A5A4028-6F7D-421D-BC8A-2875C31BF95E}"/>
                </a:ext>
              </a:extLst>
            </p:cNvPr>
            <p:cNvSpPr>
              <a:spLocks/>
            </p:cNvSpPr>
            <p:nvPr/>
          </p:nvSpPr>
          <p:spPr bwMode="auto">
            <a:xfrm>
              <a:off x="2915808" y="3460372"/>
              <a:ext cx="777405" cy="228517"/>
            </a:xfrm>
            <a:custGeom>
              <a:avLst/>
              <a:gdLst>
                <a:gd name="T0" fmla="*/ 172 w 172"/>
                <a:gd name="T1" fmla="*/ 0 h 51"/>
                <a:gd name="T2" fmla="*/ 0 w 172"/>
                <a:gd name="T3" fmla="*/ 0 h 51"/>
                <a:gd name="T4" fmla="*/ 70 w 172"/>
                <a:gd name="T5" fmla="*/ 51 h 51"/>
                <a:gd name="T6" fmla="*/ 69 w 172"/>
                <a:gd name="T7" fmla="*/ 49 h 51"/>
                <a:gd name="T8" fmla="*/ 172 w 172"/>
                <a:gd name="T9" fmla="*/ 49 h 51"/>
                <a:gd name="T10" fmla="*/ 172 w 172"/>
                <a:gd name="T11" fmla="*/ 49 h 51"/>
                <a:gd name="T12" fmla="*/ 172 w 172"/>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172" h="51">
                  <a:moveTo>
                    <a:pt x="172" y="0"/>
                  </a:moveTo>
                  <a:cubicBezTo>
                    <a:pt x="0" y="0"/>
                    <a:pt x="0" y="0"/>
                    <a:pt x="0" y="0"/>
                  </a:cubicBezTo>
                  <a:cubicBezTo>
                    <a:pt x="33" y="0"/>
                    <a:pt x="60" y="22"/>
                    <a:pt x="70" y="51"/>
                  </a:cubicBezTo>
                  <a:cubicBezTo>
                    <a:pt x="70" y="50"/>
                    <a:pt x="70" y="50"/>
                    <a:pt x="69" y="49"/>
                  </a:cubicBezTo>
                  <a:cubicBezTo>
                    <a:pt x="172" y="49"/>
                    <a:pt x="172" y="49"/>
                    <a:pt x="172" y="49"/>
                  </a:cubicBezTo>
                  <a:cubicBezTo>
                    <a:pt x="172" y="49"/>
                    <a:pt x="172" y="49"/>
                    <a:pt x="172" y="49"/>
                  </a:cubicBezTo>
                  <a:cubicBezTo>
                    <a:pt x="172" y="0"/>
                    <a:pt x="172" y="0"/>
                    <a:pt x="172" y="0"/>
                  </a:cubicBezTo>
                  <a:close/>
                </a:path>
              </a:pathLst>
            </a:custGeom>
            <a:gradFill flip="none" rotWithShape="1">
              <a:gsLst>
                <a:gs pos="15000">
                  <a:srgbClr val="080808"/>
                </a:gs>
                <a:gs pos="46000">
                  <a:srgbClr val="080808">
                    <a:alpha val="0"/>
                  </a:srgbClr>
                </a:gs>
              </a:gsLst>
              <a:path path="circle">
                <a:fillToRect t="100000" r="100000"/>
              </a:path>
              <a:tileRect l="-100000" b="-10000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6" name="Arrow_01">
            <a:extLst>
              <a:ext uri="{FF2B5EF4-FFF2-40B4-BE49-F238E27FC236}">
                <a16:creationId xmlns:a16="http://schemas.microsoft.com/office/drawing/2014/main" id="{6FE0D4D6-54C7-4EDE-A7E7-37CF0830B0CB}"/>
              </a:ext>
            </a:extLst>
          </p:cNvPr>
          <p:cNvGrpSpPr/>
          <p:nvPr/>
        </p:nvGrpSpPr>
        <p:grpSpPr>
          <a:xfrm>
            <a:off x="6382702" y="1819830"/>
            <a:ext cx="1792287" cy="2652585"/>
            <a:chOff x="2252662" y="1914524"/>
            <a:chExt cx="1792287" cy="2652585"/>
          </a:xfrm>
          <a:effectLst>
            <a:outerShdw blurRad="114300" dist="63500" dir="2700000" algn="tl" rotWithShape="0">
              <a:prstClr val="black">
                <a:alpha val="40000"/>
              </a:prstClr>
            </a:outerShdw>
          </a:effectLst>
        </p:grpSpPr>
        <p:sp>
          <p:nvSpPr>
            <p:cNvPr id="50" name="AutoShape 3">
              <a:extLst>
                <a:ext uri="{FF2B5EF4-FFF2-40B4-BE49-F238E27FC236}">
                  <a16:creationId xmlns:a16="http://schemas.microsoft.com/office/drawing/2014/main" id="{F20DF145-05E2-4032-9F9E-40FE5085D8DC}"/>
                </a:ext>
              </a:extLst>
            </p:cNvPr>
            <p:cNvSpPr>
              <a:spLocks noChangeAspect="1" noChangeArrowheads="1" noTextEdit="1"/>
            </p:cNvSpPr>
            <p:nvPr/>
          </p:nvSpPr>
          <p:spPr bwMode="auto">
            <a:xfrm>
              <a:off x="2257143" y="1919005"/>
              <a:ext cx="1787806" cy="2648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1" name="Freeform 5">
              <a:extLst>
                <a:ext uri="{FF2B5EF4-FFF2-40B4-BE49-F238E27FC236}">
                  <a16:creationId xmlns:a16="http://schemas.microsoft.com/office/drawing/2014/main" id="{5B1DBD99-E46C-408E-9FC3-625E8F2F4187}"/>
                </a:ext>
              </a:extLst>
            </p:cNvPr>
            <p:cNvSpPr>
              <a:spLocks noEditPoints="1"/>
            </p:cNvSpPr>
            <p:nvPr/>
          </p:nvSpPr>
          <p:spPr bwMode="auto">
            <a:xfrm>
              <a:off x="2252662" y="1914524"/>
              <a:ext cx="1774364" cy="2648104"/>
            </a:xfrm>
            <a:custGeom>
              <a:avLst/>
              <a:gdLst>
                <a:gd name="T0" fmla="*/ 319 w 393"/>
                <a:gd name="T1" fmla="*/ 0 h 588"/>
                <a:gd name="T2" fmla="*/ 74 w 393"/>
                <a:gd name="T3" fmla="*/ 0 h 588"/>
                <a:gd name="T4" fmla="*/ 0 w 393"/>
                <a:gd name="T5" fmla="*/ 74 h 588"/>
                <a:gd name="T6" fmla="*/ 0 w 393"/>
                <a:gd name="T7" fmla="*/ 319 h 588"/>
                <a:gd name="T8" fmla="*/ 74 w 393"/>
                <a:gd name="T9" fmla="*/ 392 h 588"/>
                <a:gd name="T10" fmla="*/ 147 w 393"/>
                <a:gd name="T11" fmla="*/ 392 h 588"/>
                <a:gd name="T12" fmla="*/ 172 w 393"/>
                <a:gd name="T13" fmla="*/ 417 h 588"/>
                <a:gd name="T14" fmla="*/ 172 w 393"/>
                <a:gd name="T15" fmla="*/ 499 h 588"/>
                <a:gd name="T16" fmla="*/ 150 w 393"/>
                <a:gd name="T17" fmla="*/ 499 h 588"/>
                <a:gd name="T18" fmla="*/ 196 w 393"/>
                <a:gd name="T19" fmla="*/ 588 h 588"/>
                <a:gd name="T20" fmla="*/ 243 w 393"/>
                <a:gd name="T21" fmla="*/ 499 h 588"/>
                <a:gd name="T22" fmla="*/ 221 w 393"/>
                <a:gd name="T23" fmla="*/ 499 h 588"/>
                <a:gd name="T24" fmla="*/ 221 w 393"/>
                <a:gd name="T25" fmla="*/ 417 h 588"/>
                <a:gd name="T26" fmla="*/ 216 w 393"/>
                <a:gd name="T27" fmla="*/ 392 h 588"/>
                <a:gd name="T28" fmla="*/ 319 w 393"/>
                <a:gd name="T29" fmla="*/ 392 h 588"/>
                <a:gd name="T30" fmla="*/ 393 w 393"/>
                <a:gd name="T31" fmla="*/ 319 h 588"/>
                <a:gd name="T32" fmla="*/ 393 w 393"/>
                <a:gd name="T33" fmla="*/ 74 h 588"/>
                <a:gd name="T34" fmla="*/ 319 w 393"/>
                <a:gd name="T35" fmla="*/ 0 h 588"/>
                <a:gd name="T36" fmla="*/ 344 w 393"/>
                <a:gd name="T37" fmla="*/ 319 h 588"/>
                <a:gd name="T38" fmla="*/ 319 w 393"/>
                <a:gd name="T39" fmla="*/ 343 h 588"/>
                <a:gd name="T40" fmla="*/ 142 w 393"/>
                <a:gd name="T41" fmla="*/ 343 h 588"/>
                <a:gd name="T42" fmla="*/ 74 w 393"/>
                <a:gd name="T43" fmla="*/ 343 h 588"/>
                <a:gd name="T44" fmla="*/ 49 w 393"/>
                <a:gd name="T45" fmla="*/ 319 h 588"/>
                <a:gd name="T46" fmla="*/ 49 w 393"/>
                <a:gd name="T47" fmla="*/ 74 h 588"/>
                <a:gd name="T48" fmla="*/ 74 w 393"/>
                <a:gd name="T49" fmla="*/ 49 h 588"/>
                <a:gd name="T50" fmla="*/ 319 w 393"/>
                <a:gd name="T51" fmla="*/ 49 h 588"/>
                <a:gd name="T52" fmla="*/ 344 w 393"/>
                <a:gd name="T53" fmla="*/ 74 h 588"/>
                <a:gd name="T54" fmla="*/ 344 w 393"/>
                <a:gd name="T55" fmla="*/ 319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3" h="588">
                  <a:moveTo>
                    <a:pt x="319" y="0"/>
                  </a:moveTo>
                  <a:cubicBezTo>
                    <a:pt x="74" y="0"/>
                    <a:pt x="74" y="0"/>
                    <a:pt x="74" y="0"/>
                  </a:cubicBezTo>
                  <a:cubicBezTo>
                    <a:pt x="33" y="0"/>
                    <a:pt x="0" y="33"/>
                    <a:pt x="0" y="74"/>
                  </a:cubicBezTo>
                  <a:cubicBezTo>
                    <a:pt x="0" y="319"/>
                    <a:pt x="0" y="319"/>
                    <a:pt x="0" y="319"/>
                  </a:cubicBezTo>
                  <a:cubicBezTo>
                    <a:pt x="0" y="359"/>
                    <a:pt x="33" y="392"/>
                    <a:pt x="74" y="392"/>
                  </a:cubicBezTo>
                  <a:cubicBezTo>
                    <a:pt x="147" y="392"/>
                    <a:pt x="147" y="392"/>
                    <a:pt x="147" y="392"/>
                  </a:cubicBezTo>
                  <a:cubicBezTo>
                    <a:pt x="161" y="392"/>
                    <a:pt x="172" y="403"/>
                    <a:pt x="172" y="417"/>
                  </a:cubicBezTo>
                  <a:cubicBezTo>
                    <a:pt x="172" y="499"/>
                    <a:pt x="172" y="499"/>
                    <a:pt x="172" y="499"/>
                  </a:cubicBezTo>
                  <a:cubicBezTo>
                    <a:pt x="150" y="499"/>
                    <a:pt x="150" y="499"/>
                    <a:pt x="150" y="499"/>
                  </a:cubicBezTo>
                  <a:cubicBezTo>
                    <a:pt x="196" y="588"/>
                    <a:pt x="196" y="588"/>
                    <a:pt x="196" y="588"/>
                  </a:cubicBezTo>
                  <a:cubicBezTo>
                    <a:pt x="243" y="499"/>
                    <a:pt x="243" y="499"/>
                    <a:pt x="243" y="499"/>
                  </a:cubicBezTo>
                  <a:cubicBezTo>
                    <a:pt x="221" y="499"/>
                    <a:pt x="221" y="499"/>
                    <a:pt x="221" y="499"/>
                  </a:cubicBezTo>
                  <a:cubicBezTo>
                    <a:pt x="221" y="417"/>
                    <a:pt x="221" y="417"/>
                    <a:pt x="221" y="417"/>
                  </a:cubicBezTo>
                  <a:cubicBezTo>
                    <a:pt x="221" y="408"/>
                    <a:pt x="219" y="400"/>
                    <a:pt x="216" y="392"/>
                  </a:cubicBezTo>
                  <a:cubicBezTo>
                    <a:pt x="319" y="392"/>
                    <a:pt x="319" y="392"/>
                    <a:pt x="319" y="392"/>
                  </a:cubicBezTo>
                  <a:cubicBezTo>
                    <a:pt x="360" y="392"/>
                    <a:pt x="393" y="359"/>
                    <a:pt x="393" y="319"/>
                  </a:cubicBezTo>
                  <a:cubicBezTo>
                    <a:pt x="393" y="74"/>
                    <a:pt x="393" y="74"/>
                    <a:pt x="393" y="74"/>
                  </a:cubicBezTo>
                  <a:cubicBezTo>
                    <a:pt x="393" y="33"/>
                    <a:pt x="360" y="0"/>
                    <a:pt x="319" y="0"/>
                  </a:cubicBezTo>
                  <a:moveTo>
                    <a:pt x="344" y="319"/>
                  </a:moveTo>
                  <a:cubicBezTo>
                    <a:pt x="344" y="332"/>
                    <a:pt x="333" y="343"/>
                    <a:pt x="319" y="343"/>
                  </a:cubicBezTo>
                  <a:cubicBezTo>
                    <a:pt x="142" y="343"/>
                    <a:pt x="142" y="343"/>
                    <a:pt x="142" y="343"/>
                  </a:cubicBezTo>
                  <a:cubicBezTo>
                    <a:pt x="74" y="343"/>
                    <a:pt x="74" y="343"/>
                    <a:pt x="74" y="343"/>
                  </a:cubicBezTo>
                  <a:cubicBezTo>
                    <a:pt x="60" y="343"/>
                    <a:pt x="49" y="332"/>
                    <a:pt x="49" y="319"/>
                  </a:cubicBezTo>
                  <a:cubicBezTo>
                    <a:pt x="49" y="74"/>
                    <a:pt x="49" y="74"/>
                    <a:pt x="49" y="74"/>
                  </a:cubicBezTo>
                  <a:cubicBezTo>
                    <a:pt x="49" y="60"/>
                    <a:pt x="60" y="49"/>
                    <a:pt x="74" y="49"/>
                  </a:cubicBezTo>
                  <a:cubicBezTo>
                    <a:pt x="319" y="49"/>
                    <a:pt x="319" y="49"/>
                    <a:pt x="319" y="49"/>
                  </a:cubicBezTo>
                  <a:cubicBezTo>
                    <a:pt x="333" y="49"/>
                    <a:pt x="344" y="60"/>
                    <a:pt x="344" y="74"/>
                  </a:cubicBezTo>
                  <a:cubicBezTo>
                    <a:pt x="344" y="319"/>
                    <a:pt x="344" y="319"/>
                    <a:pt x="344" y="319"/>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52" name="Freeform 6">
              <a:extLst>
                <a:ext uri="{FF2B5EF4-FFF2-40B4-BE49-F238E27FC236}">
                  <a16:creationId xmlns:a16="http://schemas.microsoft.com/office/drawing/2014/main" id="{AEE42CD7-F37A-4E2D-9BF2-AAC4E40B67BC}"/>
                </a:ext>
              </a:extLst>
            </p:cNvPr>
            <p:cNvSpPr>
              <a:spLocks/>
            </p:cNvSpPr>
            <p:nvPr/>
          </p:nvSpPr>
          <p:spPr bwMode="auto">
            <a:xfrm>
              <a:off x="2252662" y="1914524"/>
              <a:ext cx="1684750" cy="1680269"/>
            </a:xfrm>
            <a:custGeom>
              <a:avLst/>
              <a:gdLst>
                <a:gd name="T0" fmla="*/ 5 w 373"/>
                <a:gd name="T1" fmla="*/ 323 h 373"/>
                <a:gd name="T2" fmla="*/ 5 w 373"/>
                <a:gd name="T3" fmla="*/ 78 h 373"/>
                <a:gd name="T4" fmla="*/ 78 w 373"/>
                <a:gd name="T5" fmla="*/ 4 h 373"/>
                <a:gd name="T6" fmla="*/ 323 w 373"/>
                <a:gd name="T7" fmla="*/ 4 h 373"/>
                <a:gd name="T8" fmla="*/ 373 w 373"/>
                <a:gd name="T9" fmla="*/ 24 h 373"/>
                <a:gd name="T10" fmla="*/ 319 w 373"/>
                <a:gd name="T11" fmla="*/ 0 h 373"/>
                <a:gd name="T12" fmla="*/ 74 w 373"/>
                <a:gd name="T13" fmla="*/ 0 h 373"/>
                <a:gd name="T14" fmla="*/ 0 w 373"/>
                <a:gd name="T15" fmla="*/ 74 h 373"/>
                <a:gd name="T16" fmla="*/ 0 w 373"/>
                <a:gd name="T17" fmla="*/ 319 h 373"/>
                <a:gd name="T18" fmla="*/ 24 w 373"/>
                <a:gd name="T19" fmla="*/ 373 h 373"/>
                <a:gd name="T20" fmla="*/ 5 w 373"/>
                <a:gd name="T21" fmla="*/ 32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3" h="373">
                  <a:moveTo>
                    <a:pt x="5" y="323"/>
                  </a:moveTo>
                  <a:cubicBezTo>
                    <a:pt x="5" y="78"/>
                    <a:pt x="5" y="78"/>
                    <a:pt x="5" y="78"/>
                  </a:cubicBezTo>
                  <a:cubicBezTo>
                    <a:pt x="5" y="37"/>
                    <a:pt x="38" y="4"/>
                    <a:pt x="78" y="4"/>
                  </a:cubicBezTo>
                  <a:cubicBezTo>
                    <a:pt x="323" y="4"/>
                    <a:pt x="323" y="4"/>
                    <a:pt x="323" y="4"/>
                  </a:cubicBezTo>
                  <a:cubicBezTo>
                    <a:pt x="343" y="4"/>
                    <a:pt x="360" y="12"/>
                    <a:pt x="373" y="24"/>
                  </a:cubicBezTo>
                  <a:cubicBezTo>
                    <a:pt x="360" y="9"/>
                    <a:pt x="340" y="0"/>
                    <a:pt x="319" y="0"/>
                  </a:cubicBezTo>
                  <a:cubicBezTo>
                    <a:pt x="74" y="0"/>
                    <a:pt x="74" y="0"/>
                    <a:pt x="74" y="0"/>
                  </a:cubicBezTo>
                  <a:cubicBezTo>
                    <a:pt x="33" y="0"/>
                    <a:pt x="0" y="33"/>
                    <a:pt x="0" y="74"/>
                  </a:cubicBezTo>
                  <a:cubicBezTo>
                    <a:pt x="0" y="319"/>
                    <a:pt x="0" y="319"/>
                    <a:pt x="0" y="319"/>
                  </a:cubicBezTo>
                  <a:cubicBezTo>
                    <a:pt x="0" y="340"/>
                    <a:pt x="9" y="359"/>
                    <a:pt x="24" y="373"/>
                  </a:cubicBezTo>
                  <a:cubicBezTo>
                    <a:pt x="12" y="360"/>
                    <a:pt x="5" y="342"/>
                    <a:pt x="5" y="323"/>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3" name="Freeform 7">
              <a:extLst>
                <a:ext uri="{FF2B5EF4-FFF2-40B4-BE49-F238E27FC236}">
                  <a16:creationId xmlns:a16="http://schemas.microsoft.com/office/drawing/2014/main" id="{C102DAC9-29B6-45CD-B840-D201472FED30}"/>
                </a:ext>
              </a:extLst>
            </p:cNvPr>
            <p:cNvSpPr>
              <a:spLocks/>
            </p:cNvSpPr>
            <p:nvPr/>
          </p:nvSpPr>
          <p:spPr bwMode="auto">
            <a:xfrm>
              <a:off x="3007664" y="3724734"/>
              <a:ext cx="40326" cy="436871"/>
            </a:xfrm>
            <a:custGeom>
              <a:avLst/>
              <a:gdLst>
                <a:gd name="T0" fmla="*/ 9 w 9"/>
                <a:gd name="T1" fmla="*/ 19 h 97"/>
                <a:gd name="T2" fmla="*/ 0 w 9"/>
                <a:gd name="T3" fmla="*/ 0 h 97"/>
                <a:gd name="T4" fmla="*/ 5 w 9"/>
                <a:gd name="T5" fmla="*/ 15 h 97"/>
                <a:gd name="T6" fmla="*/ 5 w 9"/>
                <a:gd name="T7" fmla="*/ 97 h 97"/>
                <a:gd name="T8" fmla="*/ 9 w 9"/>
                <a:gd name="T9" fmla="*/ 97 h 97"/>
                <a:gd name="T10" fmla="*/ 9 w 9"/>
                <a:gd name="T11" fmla="*/ 19 h 97"/>
              </a:gdLst>
              <a:ahLst/>
              <a:cxnLst>
                <a:cxn ang="0">
                  <a:pos x="T0" y="T1"/>
                </a:cxn>
                <a:cxn ang="0">
                  <a:pos x="T2" y="T3"/>
                </a:cxn>
                <a:cxn ang="0">
                  <a:pos x="T4" y="T5"/>
                </a:cxn>
                <a:cxn ang="0">
                  <a:pos x="T6" y="T7"/>
                </a:cxn>
                <a:cxn ang="0">
                  <a:pos x="T8" y="T9"/>
                </a:cxn>
                <a:cxn ang="0">
                  <a:pos x="T10" y="T11"/>
                </a:cxn>
              </a:cxnLst>
              <a:rect l="0" t="0" r="r" b="b"/>
              <a:pathLst>
                <a:path w="9" h="97">
                  <a:moveTo>
                    <a:pt x="9" y="19"/>
                  </a:moveTo>
                  <a:cubicBezTo>
                    <a:pt x="9" y="12"/>
                    <a:pt x="6" y="4"/>
                    <a:pt x="0" y="0"/>
                  </a:cubicBezTo>
                  <a:cubicBezTo>
                    <a:pt x="3" y="4"/>
                    <a:pt x="5" y="9"/>
                    <a:pt x="5" y="15"/>
                  </a:cubicBezTo>
                  <a:cubicBezTo>
                    <a:pt x="5" y="97"/>
                    <a:pt x="5" y="97"/>
                    <a:pt x="5" y="97"/>
                  </a:cubicBezTo>
                  <a:cubicBezTo>
                    <a:pt x="9" y="97"/>
                    <a:pt x="9" y="97"/>
                    <a:pt x="9" y="97"/>
                  </a:cubicBezTo>
                  <a:lnTo>
                    <a:pt x="9" y="19"/>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4" name="Freeform 8">
              <a:extLst>
                <a:ext uri="{FF2B5EF4-FFF2-40B4-BE49-F238E27FC236}">
                  <a16:creationId xmlns:a16="http://schemas.microsoft.com/office/drawing/2014/main" id="{8CBEB95E-6FF5-4420-AB81-B779A2978151}"/>
                </a:ext>
              </a:extLst>
            </p:cNvPr>
            <p:cNvSpPr>
              <a:spLocks/>
            </p:cNvSpPr>
            <p:nvPr/>
          </p:nvSpPr>
          <p:spPr bwMode="auto">
            <a:xfrm>
              <a:off x="2929250" y="4161605"/>
              <a:ext cx="208354" cy="401025"/>
            </a:xfrm>
            <a:custGeom>
              <a:avLst/>
              <a:gdLst>
                <a:gd name="T0" fmla="*/ 10 w 93"/>
                <a:gd name="T1" fmla="*/ 0 h 179"/>
                <a:gd name="T2" fmla="*/ 0 w 93"/>
                <a:gd name="T3" fmla="*/ 0 h 179"/>
                <a:gd name="T4" fmla="*/ 93 w 93"/>
                <a:gd name="T5" fmla="*/ 179 h 179"/>
                <a:gd name="T6" fmla="*/ 10 w 93"/>
                <a:gd name="T7" fmla="*/ 0 h 179"/>
              </a:gdLst>
              <a:ahLst/>
              <a:cxnLst>
                <a:cxn ang="0">
                  <a:pos x="T0" y="T1"/>
                </a:cxn>
                <a:cxn ang="0">
                  <a:pos x="T2" y="T3"/>
                </a:cxn>
                <a:cxn ang="0">
                  <a:pos x="T4" y="T5"/>
                </a:cxn>
                <a:cxn ang="0">
                  <a:pos x="T6" y="T7"/>
                </a:cxn>
              </a:cxnLst>
              <a:rect l="0" t="0" r="r" b="b"/>
              <a:pathLst>
                <a:path w="93" h="179">
                  <a:moveTo>
                    <a:pt x="10" y="0"/>
                  </a:moveTo>
                  <a:lnTo>
                    <a:pt x="0" y="0"/>
                  </a:lnTo>
                  <a:lnTo>
                    <a:pt x="93" y="179"/>
                  </a:lnTo>
                  <a:lnTo>
                    <a:pt x="10"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5" name="Freeform 9">
              <a:extLst>
                <a:ext uri="{FF2B5EF4-FFF2-40B4-BE49-F238E27FC236}">
                  <a16:creationId xmlns:a16="http://schemas.microsoft.com/office/drawing/2014/main" id="{D3332BB6-B266-4DA3-AA1A-3E374BFC8715}"/>
                </a:ext>
              </a:extLst>
            </p:cNvPr>
            <p:cNvSpPr>
              <a:spLocks/>
            </p:cNvSpPr>
            <p:nvPr/>
          </p:nvSpPr>
          <p:spPr bwMode="auto">
            <a:xfrm>
              <a:off x="3137604" y="4161605"/>
              <a:ext cx="212835" cy="401025"/>
            </a:xfrm>
            <a:custGeom>
              <a:avLst/>
              <a:gdLst>
                <a:gd name="T0" fmla="*/ 83 w 95"/>
                <a:gd name="T1" fmla="*/ 0 h 179"/>
                <a:gd name="T2" fmla="*/ 95 w 95"/>
                <a:gd name="T3" fmla="*/ 0 h 179"/>
                <a:gd name="T4" fmla="*/ 0 w 95"/>
                <a:gd name="T5" fmla="*/ 179 h 179"/>
                <a:gd name="T6" fmla="*/ 83 w 95"/>
                <a:gd name="T7" fmla="*/ 0 h 179"/>
              </a:gdLst>
              <a:ahLst/>
              <a:cxnLst>
                <a:cxn ang="0">
                  <a:pos x="T0" y="T1"/>
                </a:cxn>
                <a:cxn ang="0">
                  <a:pos x="T2" y="T3"/>
                </a:cxn>
                <a:cxn ang="0">
                  <a:pos x="T4" y="T5"/>
                </a:cxn>
                <a:cxn ang="0">
                  <a:pos x="T6" y="T7"/>
                </a:cxn>
              </a:cxnLst>
              <a:rect l="0" t="0" r="r" b="b"/>
              <a:pathLst>
                <a:path w="95" h="179">
                  <a:moveTo>
                    <a:pt x="83" y="0"/>
                  </a:moveTo>
                  <a:lnTo>
                    <a:pt x="95" y="0"/>
                  </a:lnTo>
                  <a:lnTo>
                    <a:pt x="0" y="179"/>
                  </a:lnTo>
                  <a:lnTo>
                    <a:pt x="83" y="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6" name="Freeform 10">
              <a:extLst>
                <a:ext uri="{FF2B5EF4-FFF2-40B4-BE49-F238E27FC236}">
                  <a16:creationId xmlns:a16="http://schemas.microsoft.com/office/drawing/2014/main" id="{97F3B16A-3AE8-4EDB-A0B2-9DCC7FD94C26}"/>
                </a:ext>
              </a:extLst>
            </p:cNvPr>
            <p:cNvSpPr>
              <a:spLocks/>
            </p:cNvSpPr>
            <p:nvPr/>
          </p:nvSpPr>
          <p:spPr bwMode="auto">
            <a:xfrm>
              <a:off x="2474458" y="2136320"/>
              <a:ext cx="125460" cy="1324053"/>
            </a:xfrm>
            <a:custGeom>
              <a:avLst/>
              <a:gdLst>
                <a:gd name="T0" fmla="*/ 28 w 28"/>
                <a:gd name="T1" fmla="*/ 0 h 294"/>
                <a:gd name="T2" fmla="*/ 25 w 28"/>
                <a:gd name="T3" fmla="*/ 0 h 294"/>
                <a:gd name="T4" fmla="*/ 0 w 28"/>
                <a:gd name="T5" fmla="*/ 25 h 294"/>
                <a:gd name="T6" fmla="*/ 0 w 28"/>
                <a:gd name="T7" fmla="*/ 270 h 294"/>
                <a:gd name="T8" fmla="*/ 25 w 28"/>
                <a:gd name="T9" fmla="*/ 294 h 294"/>
                <a:gd name="T10" fmla="*/ 28 w 28"/>
                <a:gd name="T11" fmla="*/ 294 h 294"/>
                <a:gd name="T12" fmla="*/ 3 w 28"/>
                <a:gd name="T13" fmla="*/ 270 h 294"/>
                <a:gd name="T14" fmla="*/ 3 w 28"/>
                <a:gd name="T15" fmla="*/ 25 h 294"/>
                <a:gd name="T16" fmla="*/ 28 w 28"/>
                <a:gd name="T1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94">
                  <a:moveTo>
                    <a:pt x="28" y="0"/>
                  </a:moveTo>
                  <a:cubicBezTo>
                    <a:pt x="25" y="0"/>
                    <a:pt x="25" y="0"/>
                    <a:pt x="25" y="0"/>
                  </a:cubicBezTo>
                  <a:cubicBezTo>
                    <a:pt x="11" y="0"/>
                    <a:pt x="0" y="11"/>
                    <a:pt x="0" y="25"/>
                  </a:cubicBezTo>
                  <a:cubicBezTo>
                    <a:pt x="0" y="270"/>
                    <a:pt x="0" y="270"/>
                    <a:pt x="0" y="270"/>
                  </a:cubicBezTo>
                  <a:cubicBezTo>
                    <a:pt x="0" y="283"/>
                    <a:pt x="11" y="294"/>
                    <a:pt x="25" y="294"/>
                  </a:cubicBezTo>
                  <a:cubicBezTo>
                    <a:pt x="28" y="294"/>
                    <a:pt x="28" y="294"/>
                    <a:pt x="28" y="294"/>
                  </a:cubicBezTo>
                  <a:cubicBezTo>
                    <a:pt x="15" y="294"/>
                    <a:pt x="3" y="283"/>
                    <a:pt x="3" y="270"/>
                  </a:cubicBezTo>
                  <a:cubicBezTo>
                    <a:pt x="3" y="25"/>
                    <a:pt x="3" y="25"/>
                    <a:pt x="3" y="25"/>
                  </a:cubicBezTo>
                  <a:cubicBezTo>
                    <a:pt x="3" y="11"/>
                    <a:pt x="15" y="0"/>
                    <a:pt x="28" y="0"/>
                  </a:cubicBezTo>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7" name="Freeform 11">
              <a:extLst>
                <a:ext uri="{FF2B5EF4-FFF2-40B4-BE49-F238E27FC236}">
                  <a16:creationId xmlns:a16="http://schemas.microsoft.com/office/drawing/2014/main" id="{A7712933-D3E6-4140-A55A-095C52EF9166}"/>
                </a:ext>
              </a:extLst>
            </p:cNvPr>
            <p:cNvSpPr>
              <a:spLocks/>
            </p:cNvSpPr>
            <p:nvPr/>
          </p:nvSpPr>
          <p:spPr bwMode="auto">
            <a:xfrm>
              <a:off x="3693213" y="1914524"/>
              <a:ext cx="347256" cy="1765403"/>
            </a:xfrm>
            <a:custGeom>
              <a:avLst/>
              <a:gdLst>
                <a:gd name="T0" fmla="*/ 3 w 77"/>
                <a:gd name="T1" fmla="*/ 0 h 392"/>
                <a:gd name="T2" fmla="*/ 0 w 77"/>
                <a:gd name="T3" fmla="*/ 0 h 392"/>
                <a:gd name="T4" fmla="*/ 74 w 77"/>
                <a:gd name="T5" fmla="*/ 74 h 392"/>
                <a:gd name="T6" fmla="*/ 74 w 77"/>
                <a:gd name="T7" fmla="*/ 319 h 392"/>
                <a:gd name="T8" fmla="*/ 0 w 77"/>
                <a:gd name="T9" fmla="*/ 392 h 392"/>
                <a:gd name="T10" fmla="*/ 3 w 77"/>
                <a:gd name="T11" fmla="*/ 392 h 392"/>
                <a:gd name="T12" fmla="*/ 77 w 77"/>
                <a:gd name="T13" fmla="*/ 319 h 392"/>
                <a:gd name="T14" fmla="*/ 77 w 77"/>
                <a:gd name="T15" fmla="*/ 74 h 392"/>
                <a:gd name="T16" fmla="*/ 3 w 77"/>
                <a:gd name="T17"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392">
                  <a:moveTo>
                    <a:pt x="3" y="0"/>
                  </a:moveTo>
                  <a:cubicBezTo>
                    <a:pt x="0" y="0"/>
                    <a:pt x="0" y="0"/>
                    <a:pt x="0" y="0"/>
                  </a:cubicBezTo>
                  <a:cubicBezTo>
                    <a:pt x="41" y="0"/>
                    <a:pt x="74" y="33"/>
                    <a:pt x="74" y="74"/>
                  </a:cubicBezTo>
                  <a:cubicBezTo>
                    <a:pt x="74" y="319"/>
                    <a:pt x="74" y="319"/>
                    <a:pt x="74" y="319"/>
                  </a:cubicBezTo>
                  <a:cubicBezTo>
                    <a:pt x="74" y="359"/>
                    <a:pt x="41" y="392"/>
                    <a:pt x="0" y="392"/>
                  </a:cubicBezTo>
                  <a:cubicBezTo>
                    <a:pt x="3" y="392"/>
                    <a:pt x="3" y="392"/>
                    <a:pt x="3" y="392"/>
                  </a:cubicBezTo>
                  <a:cubicBezTo>
                    <a:pt x="44" y="392"/>
                    <a:pt x="77" y="359"/>
                    <a:pt x="77" y="319"/>
                  </a:cubicBezTo>
                  <a:cubicBezTo>
                    <a:pt x="77" y="74"/>
                    <a:pt x="77" y="74"/>
                    <a:pt x="77" y="74"/>
                  </a:cubicBezTo>
                  <a:cubicBezTo>
                    <a:pt x="77" y="33"/>
                    <a:pt x="44" y="0"/>
                    <a:pt x="3"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8" name="Freeform 12">
              <a:extLst>
                <a:ext uri="{FF2B5EF4-FFF2-40B4-BE49-F238E27FC236}">
                  <a16:creationId xmlns:a16="http://schemas.microsoft.com/office/drawing/2014/main" id="{A4D55C6A-565C-41A7-9BC1-CB2BA81806D9}"/>
                </a:ext>
              </a:extLst>
            </p:cNvPr>
            <p:cNvSpPr>
              <a:spLocks/>
            </p:cNvSpPr>
            <p:nvPr/>
          </p:nvSpPr>
          <p:spPr bwMode="auto">
            <a:xfrm>
              <a:off x="2902366" y="3460372"/>
              <a:ext cx="347256" cy="701233"/>
            </a:xfrm>
            <a:custGeom>
              <a:avLst/>
              <a:gdLst>
                <a:gd name="T0" fmla="*/ 0 w 77"/>
                <a:gd name="T1" fmla="*/ 0 h 156"/>
                <a:gd name="T2" fmla="*/ 70 w 77"/>
                <a:gd name="T3" fmla="*/ 51 h 156"/>
                <a:gd name="T4" fmla="*/ 69 w 77"/>
                <a:gd name="T5" fmla="*/ 49 h 156"/>
                <a:gd name="T6" fmla="*/ 74 w 77"/>
                <a:gd name="T7" fmla="*/ 74 h 156"/>
                <a:gd name="T8" fmla="*/ 74 w 77"/>
                <a:gd name="T9" fmla="*/ 156 h 156"/>
                <a:gd name="T10" fmla="*/ 77 w 77"/>
                <a:gd name="T11" fmla="*/ 156 h 156"/>
                <a:gd name="T12" fmla="*/ 77 w 77"/>
                <a:gd name="T13" fmla="*/ 74 h 156"/>
                <a:gd name="T14" fmla="*/ 72 w 77"/>
                <a:gd name="T15" fmla="*/ 49 h 156"/>
                <a:gd name="T16" fmla="*/ 73 w 77"/>
                <a:gd name="T17" fmla="*/ 51 h 156"/>
                <a:gd name="T18" fmla="*/ 3 w 77"/>
                <a:gd name="T19" fmla="*/ 0 h 156"/>
                <a:gd name="T20" fmla="*/ 0 w 77"/>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56">
                  <a:moveTo>
                    <a:pt x="0" y="0"/>
                  </a:moveTo>
                  <a:cubicBezTo>
                    <a:pt x="33" y="0"/>
                    <a:pt x="60" y="22"/>
                    <a:pt x="70" y="51"/>
                  </a:cubicBezTo>
                  <a:cubicBezTo>
                    <a:pt x="69" y="49"/>
                    <a:pt x="69" y="49"/>
                    <a:pt x="69" y="49"/>
                  </a:cubicBezTo>
                  <a:cubicBezTo>
                    <a:pt x="72" y="57"/>
                    <a:pt x="74" y="65"/>
                    <a:pt x="74" y="74"/>
                  </a:cubicBezTo>
                  <a:cubicBezTo>
                    <a:pt x="74" y="156"/>
                    <a:pt x="74" y="156"/>
                    <a:pt x="74" y="156"/>
                  </a:cubicBezTo>
                  <a:cubicBezTo>
                    <a:pt x="77" y="156"/>
                    <a:pt x="77" y="156"/>
                    <a:pt x="77" y="156"/>
                  </a:cubicBezTo>
                  <a:cubicBezTo>
                    <a:pt x="77" y="74"/>
                    <a:pt x="77" y="74"/>
                    <a:pt x="77" y="74"/>
                  </a:cubicBezTo>
                  <a:cubicBezTo>
                    <a:pt x="77" y="65"/>
                    <a:pt x="75" y="57"/>
                    <a:pt x="72" y="49"/>
                  </a:cubicBezTo>
                  <a:cubicBezTo>
                    <a:pt x="73" y="51"/>
                    <a:pt x="73" y="51"/>
                    <a:pt x="73" y="51"/>
                  </a:cubicBezTo>
                  <a:cubicBezTo>
                    <a:pt x="63" y="22"/>
                    <a:pt x="36" y="0"/>
                    <a:pt x="3" y="0"/>
                  </a:cubicBezTo>
                  <a:lnTo>
                    <a:pt x="0" y="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9" name="Freeform 13">
              <a:extLst>
                <a:ext uri="{FF2B5EF4-FFF2-40B4-BE49-F238E27FC236}">
                  <a16:creationId xmlns:a16="http://schemas.microsoft.com/office/drawing/2014/main" id="{46912D4D-F46D-4D16-BBF7-A3AE001B230E}"/>
                </a:ext>
              </a:extLst>
            </p:cNvPr>
            <p:cNvSpPr>
              <a:spLocks/>
            </p:cNvSpPr>
            <p:nvPr/>
          </p:nvSpPr>
          <p:spPr bwMode="auto">
            <a:xfrm>
              <a:off x="2915808" y="3460372"/>
              <a:ext cx="777405" cy="228517"/>
            </a:xfrm>
            <a:custGeom>
              <a:avLst/>
              <a:gdLst>
                <a:gd name="T0" fmla="*/ 172 w 172"/>
                <a:gd name="T1" fmla="*/ 0 h 51"/>
                <a:gd name="T2" fmla="*/ 0 w 172"/>
                <a:gd name="T3" fmla="*/ 0 h 51"/>
                <a:gd name="T4" fmla="*/ 70 w 172"/>
                <a:gd name="T5" fmla="*/ 51 h 51"/>
                <a:gd name="T6" fmla="*/ 69 w 172"/>
                <a:gd name="T7" fmla="*/ 49 h 51"/>
                <a:gd name="T8" fmla="*/ 172 w 172"/>
                <a:gd name="T9" fmla="*/ 49 h 51"/>
                <a:gd name="T10" fmla="*/ 172 w 172"/>
                <a:gd name="T11" fmla="*/ 49 h 51"/>
                <a:gd name="T12" fmla="*/ 172 w 172"/>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172" h="51">
                  <a:moveTo>
                    <a:pt x="172" y="0"/>
                  </a:moveTo>
                  <a:cubicBezTo>
                    <a:pt x="0" y="0"/>
                    <a:pt x="0" y="0"/>
                    <a:pt x="0" y="0"/>
                  </a:cubicBezTo>
                  <a:cubicBezTo>
                    <a:pt x="33" y="0"/>
                    <a:pt x="60" y="22"/>
                    <a:pt x="70" y="51"/>
                  </a:cubicBezTo>
                  <a:cubicBezTo>
                    <a:pt x="70" y="50"/>
                    <a:pt x="70" y="50"/>
                    <a:pt x="69" y="49"/>
                  </a:cubicBezTo>
                  <a:cubicBezTo>
                    <a:pt x="172" y="49"/>
                    <a:pt x="172" y="49"/>
                    <a:pt x="172" y="49"/>
                  </a:cubicBezTo>
                  <a:cubicBezTo>
                    <a:pt x="172" y="49"/>
                    <a:pt x="172" y="49"/>
                    <a:pt x="172" y="49"/>
                  </a:cubicBezTo>
                  <a:cubicBezTo>
                    <a:pt x="172" y="0"/>
                    <a:pt x="172" y="0"/>
                    <a:pt x="172" y="0"/>
                  </a:cubicBezTo>
                  <a:close/>
                </a:path>
              </a:pathLst>
            </a:custGeom>
            <a:gradFill flip="none" rotWithShape="1">
              <a:gsLst>
                <a:gs pos="15000">
                  <a:srgbClr val="080808"/>
                </a:gs>
                <a:gs pos="46000">
                  <a:srgbClr val="080808">
                    <a:alpha val="0"/>
                  </a:srgbClr>
                </a:gs>
              </a:gsLst>
              <a:path path="circle">
                <a:fillToRect t="100000" r="100000"/>
              </a:path>
              <a:tileRect l="-100000" b="-10000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1" name="Arrow_01">
            <a:extLst>
              <a:ext uri="{FF2B5EF4-FFF2-40B4-BE49-F238E27FC236}">
                <a16:creationId xmlns:a16="http://schemas.microsoft.com/office/drawing/2014/main" id="{63FBCA56-1C36-4AE2-8ECD-DE16866FB697}"/>
              </a:ext>
            </a:extLst>
          </p:cNvPr>
          <p:cNvGrpSpPr/>
          <p:nvPr/>
        </p:nvGrpSpPr>
        <p:grpSpPr>
          <a:xfrm>
            <a:off x="8843962" y="1819830"/>
            <a:ext cx="1792287" cy="2652585"/>
            <a:chOff x="2252662" y="1914524"/>
            <a:chExt cx="1792287" cy="2652585"/>
          </a:xfrm>
          <a:effectLst>
            <a:outerShdw blurRad="114300" dist="63500" dir="2700000" algn="tl" rotWithShape="0">
              <a:prstClr val="black">
                <a:alpha val="40000"/>
              </a:prstClr>
            </a:outerShdw>
          </a:effectLst>
        </p:grpSpPr>
        <p:sp>
          <p:nvSpPr>
            <p:cNvPr id="65" name="AutoShape 3">
              <a:extLst>
                <a:ext uri="{FF2B5EF4-FFF2-40B4-BE49-F238E27FC236}">
                  <a16:creationId xmlns:a16="http://schemas.microsoft.com/office/drawing/2014/main" id="{7A0CDB07-A18E-4995-844B-66B989417170}"/>
                </a:ext>
              </a:extLst>
            </p:cNvPr>
            <p:cNvSpPr>
              <a:spLocks noChangeAspect="1" noChangeArrowheads="1" noTextEdit="1"/>
            </p:cNvSpPr>
            <p:nvPr/>
          </p:nvSpPr>
          <p:spPr bwMode="auto">
            <a:xfrm>
              <a:off x="2257143" y="1919005"/>
              <a:ext cx="1787806" cy="2648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6" name="Freeform 5">
              <a:extLst>
                <a:ext uri="{FF2B5EF4-FFF2-40B4-BE49-F238E27FC236}">
                  <a16:creationId xmlns:a16="http://schemas.microsoft.com/office/drawing/2014/main" id="{7A03B840-7B17-4513-9B8E-289934558CD4}"/>
                </a:ext>
              </a:extLst>
            </p:cNvPr>
            <p:cNvSpPr>
              <a:spLocks noEditPoints="1"/>
            </p:cNvSpPr>
            <p:nvPr/>
          </p:nvSpPr>
          <p:spPr bwMode="auto">
            <a:xfrm>
              <a:off x="2252662" y="1914524"/>
              <a:ext cx="1774364" cy="2648104"/>
            </a:xfrm>
            <a:custGeom>
              <a:avLst/>
              <a:gdLst>
                <a:gd name="T0" fmla="*/ 319 w 393"/>
                <a:gd name="T1" fmla="*/ 0 h 588"/>
                <a:gd name="T2" fmla="*/ 74 w 393"/>
                <a:gd name="T3" fmla="*/ 0 h 588"/>
                <a:gd name="T4" fmla="*/ 0 w 393"/>
                <a:gd name="T5" fmla="*/ 74 h 588"/>
                <a:gd name="T6" fmla="*/ 0 w 393"/>
                <a:gd name="T7" fmla="*/ 319 h 588"/>
                <a:gd name="T8" fmla="*/ 74 w 393"/>
                <a:gd name="T9" fmla="*/ 392 h 588"/>
                <a:gd name="T10" fmla="*/ 147 w 393"/>
                <a:gd name="T11" fmla="*/ 392 h 588"/>
                <a:gd name="T12" fmla="*/ 172 w 393"/>
                <a:gd name="T13" fmla="*/ 417 h 588"/>
                <a:gd name="T14" fmla="*/ 172 w 393"/>
                <a:gd name="T15" fmla="*/ 499 h 588"/>
                <a:gd name="T16" fmla="*/ 150 w 393"/>
                <a:gd name="T17" fmla="*/ 499 h 588"/>
                <a:gd name="T18" fmla="*/ 196 w 393"/>
                <a:gd name="T19" fmla="*/ 588 h 588"/>
                <a:gd name="T20" fmla="*/ 243 w 393"/>
                <a:gd name="T21" fmla="*/ 499 h 588"/>
                <a:gd name="T22" fmla="*/ 221 w 393"/>
                <a:gd name="T23" fmla="*/ 499 h 588"/>
                <a:gd name="T24" fmla="*/ 221 w 393"/>
                <a:gd name="T25" fmla="*/ 417 h 588"/>
                <a:gd name="T26" fmla="*/ 216 w 393"/>
                <a:gd name="T27" fmla="*/ 392 h 588"/>
                <a:gd name="T28" fmla="*/ 319 w 393"/>
                <a:gd name="T29" fmla="*/ 392 h 588"/>
                <a:gd name="T30" fmla="*/ 393 w 393"/>
                <a:gd name="T31" fmla="*/ 319 h 588"/>
                <a:gd name="T32" fmla="*/ 393 w 393"/>
                <a:gd name="T33" fmla="*/ 74 h 588"/>
                <a:gd name="T34" fmla="*/ 319 w 393"/>
                <a:gd name="T35" fmla="*/ 0 h 588"/>
                <a:gd name="T36" fmla="*/ 344 w 393"/>
                <a:gd name="T37" fmla="*/ 319 h 588"/>
                <a:gd name="T38" fmla="*/ 319 w 393"/>
                <a:gd name="T39" fmla="*/ 343 h 588"/>
                <a:gd name="T40" fmla="*/ 142 w 393"/>
                <a:gd name="T41" fmla="*/ 343 h 588"/>
                <a:gd name="T42" fmla="*/ 74 w 393"/>
                <a:gd name="T43" fmla="*/ 343 h 588"/>
                <a:gd name="T44" fmla="*/ 49 w 393"/>
                <a:gd name="T45" fmla="*/ 319 h 588"/>
                <a:gd name="T46" fmla="*/ 49 w 393"/>
                <a:gd name="T47" fmla="*/ 74 h 588"/>
                <a:gd name="T48" fmla="*/ 74 w 393"/>
                <a:gd name="T49" fmla="*/ 49 h 588"/>
                <a:gd name="T50" fmla="*/ 319 w 393"/>
                <a:gd name="T51" fmla="*/ 49 h 588"/>
                <a:gd name="T52" fmla="*/ 344 w 393"/>
                <a:gd name="T53" fmla="*/ 74 h 588"/>
                <a:gd name="T54" fmla="*/ 344 w 393"/>
                <a:gd name="T55" fmla="*/ 319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3" h="588">
                  <a:moveTo>
                    <a:pt x="319" y="0"/>
                  </a:moveTo>
                  <a:cubicBezTo>
                    <a:pt x="74" y="0"/>
                    <a:pt x="74" y="0"/>
                    <a:pt x="74" y="0"/>
                  </a:cubicBezTo>
                  <a:cubicBezTo>
                    <a:pt x="33" y="0"/>
                    <a:pt x="0" y="33"/>
                    <a:pt x="0" y="74"/>
                  </a:cubicBezTo>
                  <a:cubicBezTo>
                    <a:pt x="0" y="319"/>
                    <a:pt x="0" y="319"/>
                    <a:pt x="0" y="319"/>
                  </a:cubicBezTo>
                  <a:cubicBezTo>
                    <a:pt x="0" y="359"/>
                    <a:pt x="33" y="392"/>
                    <a:pt x="74" y="392"/>
                  </a:cubicBezTo>
                  <a:cubicBezTo>
                    <a:pt x="147" y="392"/>
                    <a:pt x="147" y="392"/>
                    <a:pt x="147" y="392"/>
                  </a:cubicBezTo>
                  <a:cubicBezTo>
                    <a:pt x="161" y="392"/>
                    <a:pt x="172" y="403"/>
                    <a:pt x="172" y="417"/>
                  </a:cubicBezTo>
                  <a:cubicBezTo>
                    <a:pt x="172" y="499"/>
                    <a:pt x="172" y="499"/>
                    <a:pt x="172" y="499"/>
                  </a:cubicBezTo>
                  <a:cubicBezTo>
                    <a:pt x="150" y="499"/>
                    <a:pt x="150" y="499"/>
                    <a:pt x="150" y="499"/>
                  </a:cubicBezTo>
                  <a:cubicBezTo>
                    <a:pt x="196" y="588"/>
                    <a:pt x="196" y="588"/>
                    <a:pt x="196" y="588"/>
                  </a:cubicBezTo>
                  <a:cubicBezTo>
                    <a:pt x="243" y="499"/>
                    <a:pt x="243" y="499"/>
                    <a:pt x="243" y="499"/>
                  </a:cubicBezTo>
                  <a:cubicBezTo>
                    <a:pt x="221" y="499"/>
                    <a:pt x="221" y="499"/>
                    <a:pt x="221" y="499"/>
                  </a:cubicBezTo>
                  <a:cubicBezTo>
                    <a:pt x="221" y="417"/>
                    <a:pt x="221" y="417"/>
                    <a:pt x="221" y="417"/>
                  </a:cubicBezTo>
                  <a:cubicBezTo>
                    <a:pt x="221" y="408"/>
                    <a:pt x="219" y="400"/>
                    <a:pt x="216" y="392"/>
                  </a:cubicBezTo>
                  <a:cubicBezTo>
                    <a:pt x="319" y="392"/>
                    <a:pt x="319" y="392"/>
                    <a:pt x="319" y="392"/>
                  </a:cubicBezTo>
                  <a:cubicBezTo>
                    <a:pt x="360" y="392"/>
                    <a:pt x="393" y="359"/>
                    <a:pt x="393" y="319"/>
                  </a:cubicBezTo>
                  <a:cubicBezTo>
                    <a:pt x="393" y="74"/>
                    <a:pt x="393" y="74"/>
                    <a:pt x="393" y="74"/>
                  </a:cubicBezTo>
                  <a:cubicBezTo>
                    <a:pt x="393" y="33"/>
                    <a:pt x="360" y="0"/>
                    <a:pt x="319" y="0"/>
                  </a:cubicBezTo>
                  <a:moveTo>
                    <a:pt x="344" y="319"/>
                  </a:moveTo>
                  <a:cubicBezTo>
                    <a:pt x="344" y="332"/>
                    <a:pt x="333" y="343"/>
                    <a:pt x="319" y="343"/>
                  </a:cubicBezTo>
                  <a:cubicBezTo>
                    <a:pt x="142" y="343"/>
                    <a:pt x="142" y="343"/>
                    <a:pt x="142" y="343"/>
                  </a:cubicBezTo>
                  <a:cubicBezTo>
                    <a:pt x="74" y="343"/>
                    <a:pt x="74" y="343"/>
                    <a:pt x="74" y="343"/>
                  </a:cubicBezTo>
                  <a:cubicBezTo>
                    <a:pt x="60" y="343"/>
                    <a:pt x="49" y="332"/>
                    <a:pt x="49" y="319"/>
                  </a:cubicBezTo>
                  <a:cubicBezTo>
                    <a:pt x="49" y="74"/>
                    <a:pt x="49" y="74"/>
                    <a:pt x="49" y="74"/>
                  </a:cubicBezTo>
                  <a:cubicBezTo>
                    <a:pt x="49" y="60"/>
                    <a:pt x="60" y="49"/>
                    <a:pt x="74" y="49"/>
                  </a:cubicBezTo>
                  <a:cubicBezTo>
                    <a:pt x="319" y="49"/>
                    <a:pt x="319" y="49"/>
                    <a:pt x="319" y="49"/>
                  </a:cubicBezTo>
                  <a:cubicBezTo>
                    <a:pt x="333" y="49"/>
                    <a:pt x="344" y="60"/>
                    <a:pt x="344" y="74"/>
                  </a:cubicBezTo>
                  <a:cubicBezTo>
                    <a:pt x="344" y="319"/>
                    <a:pt x="344" y="319"/>
                    <a:pt x="344" y="319"/>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67" name="Freeform 6">
              <a:extLst>
                <a:ext uri="{FF2B5EF4-FFF2-40B4-BE49-F238E27FC236}">
                  <a16:creationId xmlns:a16="http://schemas.microsoft.com/office/drawing/2014/main" id="{E11E3F30-BA77-40CD-B4A6-FCA9F32F4085}"/>
                </a:ext>
              </a:extLst>
            </p:cNvPr>
            <p:cNvSpPr>
              <a:spLocks/>
            </p:cNvSpPr>
            <p:nvPr/>
          </p:nvSpPr>
          <p:spPr bwMode="auto">
            <a:xfrm>
              <a:off x="2252662" y="1914524"/>
              <a:ext cx="1684750" cy="1680269"/>
            </a:xfrm>
            <a:custGeom>
              <a:avLst/>
              <a:gdLst>
                <a:gd name="T0" fmla="*/ 5 w 373"/>
                <a:gd name="T1" fmla="*/ 323 h 373"/>
                <a:gd name="T2" fmla="*/ 5 w 373"/>
                <a:gd name="T3" fmla="*/ 78 h 373"/>
                <a:gd name="T4" fmla="*/ 78 w 373"/>
                <a:gd name="T5" fmla="*/ 4 h 373"/>
                <a:gd name="T6" fmla="*/ 323 w 373"/>
                <a:gd name="T7" fmla="*/ 4 h 373"/>
                <a:gd name="T8" fmla="*/ 373 w 373"/>
                <a:gd name="T9" fmla="*/ 24 h 373"/>
                <a:gd name="T10" fmla="*/ 319 w 373"/>
                <a:gd name="T11" fmla="*/ 0 h 373"/>
                <a:gd name="T12" fmla="*/ 74 w 373"/>
                <a:gd name="T13" fmla="*/ 0 h 373"/>
                <a:gd name="T14" fmla="*/ 0 w 373"/>
                <a:gd name="T15" fmla="*/ 74 h 373"/>
                <a:gd name="T16" fmla="*/ 0 w 373"/>
                <a:gd name="T17" fmla="*/ 319 h 373"/>
                <a:gd name="T18" fmla="*/ 24 w 373"/>
                <a:gd name="T19" fmla="*/ 373 h 373"/>
                <a:gd name="T20" fmla="*/ 5 w 373"/>
                <a:gd name="T21" fmla="*/ 32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3" h="373">
                  <a:moveTo>
                    <a:pt x="5" y="323"/>
                  </a:moveTo>
                  <a:cubicBezTo>
                    <a:pt x="5" y="78"/>
                    <a:pt x="5" y="78"/>
                    <a:pt x="5" y="78"/>
                  </a:cubicBezTo>
                  <a:cubicBezTo>
                    <a:pt x="5" y="37"/>
                    <a:pt x="38" y="4"/>
                    <a:pt x="78" y="4"/>
                  </a:cubicBezTo>
                  <a:cubicBezTo>
                    <a:pt x="323" y="4"/>
                    <a:pt x="323" y="4"/>
                    <a:pt x="323" y="4"/>
                  </a:cubicBezTo>
                  <a:cubicBezTo>
                    <a:pt x="343" y="4"/>
                    <a:pt x="360" y="12"/>
                    <a:pt x="373" y="24"/>
                  </a:cubicBezTo>
                  <a:cubicBezTo>
                    <a:pt x="360" y="9"/>
                    <a:pt x="340" y="0"/>
                    <a:pt x="319" y="0"/>
                  </a:cubicBezTo>
                  <a:cubicBezTo>
                    <a:pt x="74" y="0"/>
                    <a:pt x="74" y="0"/>
                    <a:pt x="74" y="0"/>
                  </a:cubicBezTo>
                  <a:cubicBezTo>
                    <a:pt x="33" y="0"/>
                    <a:pt x="0" y="33"/>
                    <a:pt x="0" y="74"/>
                  </a:cubicBezTo>
                  <a:cubicBezTo>
                    <a:pt x="0" y="319"/>
                    <a:pt x="0" y="319"/>
                    <a:pt x="0" y="319"/>
                  </a:cubicBezTo>
                  <a:cubicBezTo>
                    <a:pt x="0" y="340"/>
                    <a:pt x="9" y="359"/>
                    <a:pt x="24" y="373"/>
                  </a:cubicBezTo>
                  <a:cubicBezTo>
                    <a:pt x="12" y="360"/>
                    <a:pt x="5" y="342"/>
                    <a:pt x="5" y="323"/>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8" name="Freeform 7">
              <a:extLst>
                <a:ext uri="{FF2B5EF4-FFF2-40B4-BE49-F238E27FC236}">
                  <a16:creationId xmlns:a16="http://schemas.microsoft.com/office/drawing/2014/main" id="{7160E2B3-37CB-48A4-9645-815013AD7A6C}"/>
                </a:ext>
              </a:extLst>
            </p:cNvPr>
            <p:cNvSpPr>
              <a:spLocks/>
            </p:cNvSpPr>
            <p:nvPr/>
          </p:nvSpPr>
          <p:spPr bwMode="auto">
            <a:xfrm>
              <a:off x="3007664" y="3724734"/>
              <a:ext cx="40326" cy="436871"/>
            </a:xfrm>
            <a:custGeom>
              <a:avLst/>
              <a:gdLst>
                <a:gd name="T0" fmla="*/ 9 w 9"/>
                <a:gd name="T1" fmla="*/ 19 h 97"/>
                <a:gd name="T2" fmla="*/ 0 w 9"/>
                <a:gd name="T3" fmla="*/ 0 h 97"/>
                <a:gd name="T4" fmla="*/ 5 w 9"/>
                <a:gd name="T5" fmla="*/ 15 h 97"/>
                <a:gd name="T6" fmla="*/ 5 w 9"/>
                <a:gd name="T7" fmla="*/ 97 h 97"/>
                <a:gd name="T8" fmla="*/ 9 w 9"/>
                <a:gd name="T9" fmla="*/ 97 h 97"/>
                <a:gd name="T10" fmla="*/ 9 w 9"/>
                <a:gd name="T11" fmla="*/ 19 h 97"/>
              </a:gdLst>
              <a:ahLst/>
              <a:cxnLst>
                <a:cxn ang="0">
                  <a:pos x="T0" y="T1"/>
                </a:cxn>
                <a:cxn ang="0">
                  <a:pos x="T2" y="T3"/>
                </a:cxn>
                <a:cxn ang="0">
                  <a:pos x="T4" y="T5"/>
                </a:cxn>
                <a:cxn ang="0">
                  <a:pos x="T6" y="T7"/>
                </a:cxn>
                <a:cxn ang="0">
                  <a:pos x="T8" y="T9"/>
                </a:cxn>
                <a:cxn ang="0">
                  <a:pos x="T10" y="T11"/>
                </a:cxn>
              </a:cxnLst>
              <a:rect l="0" t="0" r="r" b="b"/>
              <a:pathLst>
                <a:path w="9" h="97">
                  <a:moveTo>
                    <a:pt x="9" y="19"/>
                  </a:moveTo>
                  <a:cubicBezTo>
                    <a:pt x="9" y="12"/>
                    <a:pt x="6" y="4"/>
                    <a:pt x="0" y="0"/>
                  </a:cubicBezTo>
                  <a:cubicBezTo>
                    <a:pt x="3" y="4"/>
                    <a:pt x="5" y="9"/>
                    <a:pt x="5" y="15"/>
                  </a:cubicBezTo>
                  <a:cubicBezTo>
                    <a:pt x="5" y="97"/>
                    <a:pt x="5" y="97"/>
                    <a:pt x="5" y="97"/>
                  </a:cubicBezTo>
                  <a:cubicBezTo>
                    <a:pt x="9" y="97"/>
                    <a:pt x="9" y="97"/>
                    <a:pt x="9" y="97"/>
                  </a:cubicBezTo>
                  <a:lnTo>
                    <a:pt x="9" y="19"/>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9" name="Freeform 8">
              <a:extLst>
                <a:ext uri="{FF2B5EF4-FFF2-40B4-BE49-F238E27FC236}">
                  <a16:creationId xmlns:a16="http://schemas.microsoft.com/office/drawing/2014/main" id="{555341FA-DF6E-4E02-B8C7-F63943DDCCA3}"/>
                </a:ext>
              </a:extLst>
            </p:cNvPr>
            <p:cNvSpPr>
              <a:spLocks/>
            </p:cNvSpPr>
            <p:nvPr/>
          </p:nvSpPr>
          <p:spPr bwMode="auto">
            <a:xfrm>
              <a:off x="2929250" y="4161605"/>
              <a:ext cx="208354" cy="401025"/>
            </a:xfrm>
            <a:custGeom>
              <a:avLst/>
              <a:gdLst>
                <a:gd name="T0" fmla="*/ 10 w 93"/>
                <a:gd name="T1" fmla="*/ 0 h 179"/>
                <a:gd name="T2" fmla="*/ 0 w 93"/>
                <a:gd name="T3" fmla="*/ 0 h 179"/>
                <a:gd name="T4" fmla="*/ 93 w 93"/>
                <a:gd name="T5" fmla="*/ 179 h 179"/>
                <a:gd name="T6" fmla="*/ 10 w 93"/>
                <a:gd name="T7" fmla="*/ 0 h 179"/>
              </a:gdLst>
              <a:ahLst/>
              <a:cxnLst>
                <a:cxn ang="0">
                  <a:pos x="T0" y="T1"/>
                </a:cxn>
                <a:cxn ang="0">
                  <a:pos x="T2" y="T3"/>
                </a:cxn>
                <a:cxn ang="0">
                  <a:pos x="T4" y="T5"/>
                </a:cxn>
                <a:cxn ang="0">
                  <a:pos x="T6" y="T7"/>
                </a:cxn>
              </a:cxnLst>
              <a:rect l="0" t="0" r="r" b="b"/>
              <a:pathLst>
                <a:path w="93" h="179">
                  <a:moveTo>
                    <a:pt x="10" y="0"/>
                  </a:moveTo>
                  <a:lnTo>
                    <a:pt x="0" y="0"/>
                  </a:lnTo>
                  <a:lnTo>
                    <a:pt x="93" y="179"/>
                  </a:lnTo>
                  <a:lnTo>
                    <a:pt x="10" y="0"/>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0" name="Freeform 9">
              <a:extLst>
                <a:ext uri="{FF2B5EF4-FFF2-40B4-BE49-F238E27FC236}">
                  <a16:creationId xmlns:a16="http://schemas.microsoft.com/office/drawing/2014/main" id="{D169E715-2AED-48AD-BF4B-7923D9B8D61F}"/>
                </a:ext>
              </a:extLst>
            </p:cNvPr>
            <p:cNvSpPr>
              <a:spLocks/>
            </p:cNvSpPr>
            <p:nvPr/>
          </p:nvSpPr>
          <p:spPr bwMode="auto">
            <a:xfrm>
              <a:off x="3137604" y="4161605"/>
              <a:ext cx="212835" cy="401025"/>
            </a:xfrm>
            <a:custGeom>
              <a:avLst/>
              <a:gdLst>
                <a:gd name="T0" fmla="*/ 83 w 95"/>
                <a:gd name="T1" fmla="*/ 0 h 179"/>
                <a:gd name="T2" fmla="*/ 95 w 95"/>
                <a:gd name="T3" fmla="*/ 0 h 179"/>
                <a:gd name="T4" fmla="*/ 0 w 95"/>
                <a:gd name="T5" fmla="*/ 179 h 179"/>
                <a:gd name="T6" fmla="*/ 83 w 95"/>
                <a:gd name="T7" fmla="*/ 0 h 179"/>
              </a:gdLst>
              <a:ahLst/>
              <a:cxnLst>
                <a:cxn ang="0">
                  <a:pos x="T0" y="T1"/>
                </a:cxn>
                <a:cxn ang="0">
                  <a:pos x="T2" y="T3"/>
                </a:cxn>
                <a:cxn ang="0">
                  <a:pos x="T4" y="T5"/>
                </a:cxn>
                <a:cxn ang="0">
                  <a:pos x="T6" y="T7"/>
                </a:cxn>
              </a:cxnLst>
              <a:rect l="0" t="0" r="r" b="b"/>
              <a:pathLst>
                <a:path w="95" h="179">
                  <a:moveTo>
                    <a:pt x="83" y="0"/>
                  </a:moveTo>
                  <a:lnTo>
                    <a:pt x="95" y="0"/>
                  </a:lnTo>
                  <a:lnTo>
                    <a:pt x="0" y="179"/>
                  </a:lnTo>
                  <a:lnTo>
                    <a:pt x="83"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1" name="Freeform 10">
              <a:extLst>
                <a:ext uri="{FF2B5EF4-FFF2-40B4-BE49-F238E27FC236}">
                  <a16:creationId xmlns:a16="http://schemas.microsoft.com/office/drawing/2014/main" id="{CAB34140-9A09-4803-A9EC-F9FAA1383BA4}"/>
                </a:ext>
              </a:extLst>
            </p:cNvPr>
            <p:cNvSpPr>
              <a:spLocks/>
            </p:cNvSpPr>
            <p:nvPr/>
          </p:nvSpPr>
          <p:spPr bwMode="auto">
            <a:xfrm>
              <a:off x="2474458" y="2136320"/>
              <a:ext cx="125460" cy="1324053"/>
            </a:xfrm>
            <a:custGeom>
              <a:avLst/>
              <a:gdLst>
                <a:gd name="T0" fmla="*/ 28 w 28"/>
                <a:gd name="T1" fmla="*/ 0 h 294"/>
                <a:gd name="T2" fmla="*/ 25 w 28"/>
                <a:gd name="T3" fmla="*/ 0 h 294"/>
                <a:gd name="T4" fmla="*/ 0 w 28"/>
                <a:gd name="T5" fmla="*/ 25 h 294"/>
                <a:gd name="T6" fmla="*/ 0 w 28"/>
                <a:gd name="T7" fmla="*/ 270 h 294"/>
                <a:gd name="T8" fmla="*/ 25 w 28"/>
                <a:gd name="T9" fmla="*/ 294 h 294"/>
                <a:gd name="T10" fmla="*/ 28 w 28"/>
                <a:gd name="T11" fmla="*/ 294 h 294"/>
                <a:gd name="T12" fmla="*/ 3 w 28"/>
                <a:gd name="T13" fmla="*/ 270 h 294"/>
                <a:gd name="T14" fmla="*/ 3 w 28"/>
                <a:gd name="T15" fmla="*/ 25 h 294"/>
                <a:gd name="T16" fmla="*/ 28 w 28"/>
                <a:gd name="T1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94">
                  <a:moveTo>
                    <a:pt x="28" y="0"/>
                  </a:moveTo>
                  <a:cubicBezTo>
                    <a:pt x="25" y="0"/>
                    <a:pt x="25" y="0"/>
                    <a:pt x="25" y="0"/>
                  </a:cubicBezTo>
                  <a:cubicBezTo>
                    <a:pt x="11" y="0"/>
                    <a:pt x="0" y="11"/>
                    <a:pt x="0" y="25"/>
                  </a:cubicBezTo>
                  <a:cubicBezTo>
                    <a:pt x="0" y="270"/>
                    <a:pt x="0" y="270"/>
                    <a:pt x="0" y="270"/>
                  </a:cubicBezTo>
                  <a:cubicBezTo>
                    <a:pt x="0" y="283"/>
                    <a:pt x="11" y="294"/>
                    <a:pt x="25" y="294"/>
                  </a:cubicBezTo>
                  <a:cubicBezTo>
                    <a:pt x="28" y="294"/>
                    <a:pt x="28" y="294"/>
                    <a:pt x="28" y="294"/>
                  </a:cubicBezTo>
                  <a:cubicBezTo>
                    <a:pt x="15" y="294"/>
                    <a:pt x="3" y="283"/>
                    <a:pt x="3" y="270"/>
                  </a:cubicBezTo>
                  <a:cubicBezTo>
                    <a:pt x="3" y="25"/>
                    <a:pt x="3" y="25"/>
                    <a:pt x="3" y="25"/>
                  </a:cubicBezTo>
                  <a:cubicBezTo>
                    <a:pt x="3" y="11"/>
                    <a:pt x="15" y="0"/>
                    <a:pt x="28" y="0"/>
                  </a:cubicBezTo>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2" name="Freeform 11">
              <a:extLst>
                <a:ext uri="{FF2B5EF4-FFF2-40B4-BE49-F238E27FC236}">
                  <a16:creationId xmlns:a16="http://schemas.microsoft.com/office/drawing/2014/main" id="{3F567281-5E31-4B97-A32D-5EB7389E0CF5}"/>
                </a:ext>
              </a:extLst>
            </p:cNvPr>
            <p:cNvSpPr>
              <a:spLocks/>
            </p:cNvSpPr>
            <p:nvPr/>
          </p:nvSpPr>
          <p:spPr bwMode="auto">
            <a:xfrm>
              <a:off x="3693213" y="1914524"/>
              <a:ext cx="347256" cy="1765403"/>
            </a:xfrm>
            <a:custGeom>
              <a:avLst/>
              <a:gdLst>
                <a:gd name="T0" fmla="*/ 3 w 77"/>
                <a:gd name="T1" fmla="*/ 0 h 392"/>
                <a:gd name="T2" fmla="*/ 0 w 77"/>
                <a:gd name="T3" fmla="*/ 0 h 392"/>
                <a:gd name="T4" fmla="*/ 74 w 77"/>
                <a:gd name="T5" fmla="*/ 74 h 392"/>
                <a:gd name="T6" fmla="*/ 74 w 77"/>
                <a:gd name="T7" fmla="*/ 319 h 392"/>
                <a:gd name="T8" fmla="*/ 0 w 77"/>
                <a:gd name="T9" fmla="*/ 392 h 392"/>
                <a:gd name="T10" fmla="*/ 3 w 77"/>
                <a:gd name="T11" fmla="*/ 392 h 392"/>
                <a:gd name="T12" fmla="*/ 77 w 77"/>
                <a:gd name="T13" fmla="*/ 319 h 392"/>
                <a:gd name="T14" fmla="*/ 77 w 77"/>
                <a:gd name="T15" fmla="*/ 74 h 392"/>
                <a:gd name="T16" fmla="*/ 3 w 77"/>
                <a:gd name="T17"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392">
                  <a:moveTo>
                    <a:pt x="3" y="0"/>
                  </a:moveTo>
                  <a:cubicBezTo>
                    <a:pt x="0" y="0"/>
                    <a:pt x="0" y="0"/>
                    <a:pt x="0" y="0"/>
                  </a:cubicBezTo>
                  <a:cubicBezTo>
                    <a:pt x="41" y="0"/>
                    <a:pt x="74" y="33"/>
                    <a:pt x="74" y="74"/>
                  </a:cubicBezTo>
                  <a:cubicBezTo>
                    <a:pt x="74" y="319"/>
                    <a:pt x="74" y="319"/>
                    <a:pt x="74" y="319"/>
                  </a:cubicBezTo>
                  <a:cubicBezTo>
                    <a:pt x="74" y="359"/>
                    <a:pt x="41" y="392"/>
                    <a:pt x="0" y="392"/>
                  </a:cubicBezTo>
                  <a:cubicBezTo>
                    <a:pt x="3" y="392"/>
                    <a:pt x="3" y="392"/>
                    <a:pt x="3" y="392"/>
                  </a:cubicBezTo>
                  <a:cubicBezTo>
                    <a:pt x="44" y="392"/>
                    <a:pt x="77" y="359"/>
                    <a:pt x="77" y="319"/>
                  </a:cubicBezTo>
                  <a:cubicBezTo>
                    <a:pt x="77" y="74"/>
                    <a:pt x="77" y="74"/>
                    <a:pt x="77" y="74"/>
                  </a:cubicBezTo>
                  <a:cubicBezTo>
                    <a:pt x="77" y="33"/>
                    <a:pt x="44" y="0"/>
                    <a:pt x="3"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3" name="Freeform 12">
              <a:extLst>
                <a:ext uri="{FF2B5EF4-FFF2-40B4-BE49-F238E27FC236}">
                  <a16:creationId xmlns:a16="http://schemas.microsoft.com/office/drawing/2014/main" id="{30253E77-FD92-4A6A-88ED-EED0D098D5CB}"/>
                </a:ext>
              </a:extLst>
            </p:cNvPr>
            <p:cNvSpPr>
              <a:spLocks/>
            </p:cNvSpPr>
            <p:nvPr/>
          </p:nvSpPr>
          <p:spPr bwMode="auto">
            <a:xfrm>
              <a:off x="2902366" y="3460372"/>
              <a:ext cx="347256" cy="701233"/>
            </a:xfrm>
            <a:custGeom>
              <a:avLst/>
              <a:gdLst>
                <a:gd name="T0" fmla="*/ 0 w 77"/>
                <a:gd name="T1" fmla="*/ 0 h 156"/>
                <a:gd name="T2" fmla="*/ 70 w 77"/>
                <a:gd name="T3" fmla="*/ 51 h 156"/>
                <a:gd name="T4" fmla="*/ 69 w 77"/>
                <a:gd name="T5" fmla="*/ 49 h 156"/>
                <a:gd name="T6" fmla="*/ 74 w 77"/>
                <a:gd name="T7" fmla="*/ 74 h 156"/>
                <a:gd name="T8" fmla="*/ 74 w 77"/>
                <a:gd name="T9" fmla="*/ 156 h 156"/>
                <a:gd name="T10" fmla="*/ 77 w 77"/>
                <a:gd name="T11" fmla="*/ 156 h 156"/>
                <a:gd name="T12" fmla="*/ 77 w 77"/>
                <a:gd name="T13" fmla="*/ 74 h 156"/>
                <a:gd name="T14" fmla="*/ 72 w 77"/>
                <a:gd name="T15" fmla="*/ 49 h 156"/>
                <a:gd name="T16" fmla="*/ 73 w 77"/>
                <a:gd name="T17" fmla="*/ 51 h 156"/>
                <a:gd name="T18" fmla="*/ 3 w 77"/>
                <a:gd name="T19" fmla="*/ 0 h 156"/>
                <a:gd name="T20" fmla="*/ 0 w 77"/>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56">
                  <a:moveTo>
                    <a:pt x="0" y="0"/>
                  </a:moveTo>
                  <a:cubicBezTo>
                    <a:pt x="33" y="0"/>
                    <a:pt x="60" y="22"/>
                    <a:pt x="70" y="51"/>
                  </a:cubicBezTo>
                  <a:cubicBezTo>
                    <a:pt x="69" y="49"/>
                    <a:pt x="69" y="49"/>
                    <a:pt x="69" y="49"/>
                  </a:cubicBezTo>
                  <a:cubicBezTo>
                    <a:pt x="72" y="57"/>
                    <a:pt x="74" y="65"/>
                    <a:pt x="74" y="74"/>
                  </a:cubicBezTo>
                  <a:cubicBezTo>
                    <a:pt x="74" y="156"/>
                    <a:pt x="74" y="156"/>
                    <a:pt x="74" y="156"/>
                  </a:cubicBezTo>
                  <a:cubicBezTo>
                    <a:pt x="77" y="156"/>
                    <a:pt x="77" y="156"/>
                    <a:pt x="77" y="156"/>
                  </a:cubicBezTo>
                  <a:cubicBezTo>
                    <a:pt x="77" y="74"/>
                    <a:pt x="77" y="74"/>
                    <a:pt x="77" y="74"/>
                  </a:cubicBezTo>
                  <a:cubicBezTo>
                    <a:pt x="77" y="65"/>
                    <a:pt x="75" y="57"/>
                    <a:pt x="72" y="49"/>
                  </a:cubicBezTo>
                  <a:cubicBezTo>
                    <a:pt x="73" y="51"/>
                    <a:pt x="73" y="51"/>
                    <a:pt x="73" y="51"/>
                  </a:cubicBezTo>
                  <a:cubicBezTo>
                    <a:pt x="63" y="22"/>
                    <a:pt x="36" y="0"/>
                    <a:pt x="3" y="0"/>
                  </a:cubicBezTo>
                  <a:lnTo>
                    <a:pt x="0"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4" name="Freeform 13">
              <a:extLst>
                <a:ext uri="{FF2B5EF4-FFF2-40B4-BE49-F238E27FC236}">
                  <a16:creationId xmlns:a16="http://schemas.microsoft.com/office/drawing/2014/main" id="{BAA798AE-AF80-4A84-A0E8-DF85CBAA1306}"/>
                </a:ext>
              </a:extLst>
            </p:cNvPr>
            <p:cNvSpPr>
              <a:spLocks/>
            </p:cNvSpPr>
            <p:nvPr/>
          </p:nvSpPr>
          <p:spPr bwMode="auto">
            <a:xfrm>
              <a:off x="2915808" y="3460372"/>
              <a:ext cx="777405" cy="228517"/>
            </a:xfrm>
            <a:custGeom>
              <a:avLst/>
              <a:gdLst>
                <a:gd name="T0" fmla="*/ 172 w 172"/>
                <a:gd name="T1" fmla="*/ 0 h 51"/>
                <a:gd name="T2" fmla="*/ 0 w 172"/>
                <a:gd name="T3" fmla="*/ 0 h 51"/>
                <a:gd name="T4" fmla="*/ 70 w 172"/>
                <a:gd name="T5" fmla="*/ 51 h 51"/>
                <a:gd name="T6" fmla="*/ 69 w 172"/>
                <a:gd name="T7" fmla="*/ 49 h 51"/>
                <a:gd name="T8" fmla="*/ 172 w 172"/>
                <a:gd name="T9" fmla="*/ 49 h 51"/>
                <a:gd name="T10" fmla="*/ 172 w 172"/>
                <a:gd name="T11" fmla="*/ 49 h 51"/>
                <a:gd name="T12" fmla="*/ 172 w 172"/>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172" h="51">
                  <a:moveTo>
                    <a:pt x="172" y="0"/>
                  </a:moveTo>
                  <a:cubicBezTo>
                    <a:pt x="0" y="0"/>
                    <a:pt x="0" y="0"/>
                    <a:pt x="0" y="0"/>
                  </a:cubicBezTo>
                  <a:cubicBezTo>
                    <a:pt x="33" y="0"/>
                    <a:pt x="60" y="22"/>
                    <a:pt x="70" y="51"/>
                  </a:cubicBezTo>
                  <a:cubicBezTo>
                    <a:pt x="70" y="50"/>
                    <a:pt x="70" y="50"/>
                    <a:pt x="69" y="49"/>
                  </a:cubicBezTo>
                  <a:cubicBezTo>
                    <a:pt x="172" y="49"/>
                    <a:pt x="172" y="49"/>
                    <a:pt x="172" y="49"/>
                  </a:cubicBezTo>
                  <a:cubicBezTo>
                    <a:pt x="172" y="49"/>
                    <a:pt x="172" y="49"/>
                    <a:pt x="172" y="49"/>
                  </a:cubicBezTo>
                  <a:cubicBezTo>
                    <a:pt x="172" y="0"/>
                    <a:pt x="172" y="0"/>
                    <a:pt x="172" y="0"/>
                  </a:cubicBezTo>
                  <a:close/>
                </a:path>
              </a:pathLst>
            </a:custGeom>
            <a:gradFill flip="none" rotWithShape="1">
              <a:gsLst>
                <a:gs pos="15000">
                  <a:srgbClr val="080808"/>
                </a:gs>
                <a:gs pos="46000">
                  <a:srgbClr val="080808">
                    <a:alpha val="0"/>
                  </a:srgbClr>
                </a:gs>
              </a:gsLst>
              <a:path path="circle">
                <a:fillToRect t="100000" r="100000"/>
              </a:path>
              <a:tileRect l="-100000" b="-10000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75" name="Freeform 18">
            <a:extLst>
              <a:ext uri="{FF2B5EF4-FFF2-40B4-BE49-F238E27FC236}">
                <a16:creationId xmlns:a16="http://schemas.microsoft.com/office/drawing/2014/main" id="{F6485258-523B-4403-83F7-19D2E3E2D465}"/>
              </a:ext>
            </a:extLst>
          </p:cNvPr>
          <p:cNvSpPr>
            <a:spLocks noEditPoints="1"/>
          </p:cNvSpPr>
          <p:nvPr/>
        </p:nvSpPr>
        <p:spPr bwMode="auto">
          <a:xfrm>
            <a:off x="2216945" y="4863863"/>
            <a:ext cx="538163" cy="617538"/>
          </a:xfrm>
          <a:custGeom>
            <a:avLst/>
            <a:gdLst>
              <a:gd name="T0" fmla="*/ 45 w 140"/>
              <a:gd name="T1" fmla="*/ 123 h 158"/>
              <a:gd name="T2" fmla="*/ 34 w 140"/>
              <a:gd name="T3" fmla="*/ 95 h 158"/>
              <a:gd name="T4" fmla="*/ 27 w 140"/>
              <a:gd name="T5" fmla="*/ 71 h 158"/>
              <a:gd name="T6" fmla="*/ 70 w 140"/>
              <a:gd name="T7" fmla="*/ 27 h 158"/>
              <a:gd name="T8" fmla="*/ 114 w 140"/>
              <a:gd name="T9" fmla="*/ 71 h 158"/>
              <a:gd name="T10" fmla="*/ 107 w 140"/>
              <a:gd name="T11" fmla="*/ 95 h 158"/>
              <a:gd name="T12" fmla="*/ 95 w 140"/>
              <a:gd name="T13" fmla="*/ 118 h 158"/>
              <a:gd name="T14" fmla="*/ 70 w 140"/>
              <a:gd name="T15" fmla="*/ 44 h 158"/>
              <a:gd name="T16" fmla="*/ 44 w 140"/>
              <a:gd name="T17" fmla="*/ 70 h 158"/>
              <a:gd name="T18" fmla="*/ 70 w 140"/>
              <a:gd name="T19" fmla="*/ 96 h 158"/>
              <a:gd name="T20" fmla="*/ 96 w 140"/>
              <a:gd name="T21" fmla="*/ 70 h 158"/>
              <a:gd name="T22" fmla="*/ 70 w 140"/>
              <a:gd name="T23" fmla="*/ 44 h 158"/>
              <a:gd name="T24" fmla="*/ 60 w 140"/>
              <a:gd name="T25" fmla="*/ 74 h 158"/>
              <a:gd name="T26" fmla="*/ 67 w 140"/>
              <a:gd name="T27" fmla="*/ 83 h 158"/>
              <a:gd name="T28" fmla="*/ 80 w 140"/>
              <a:gd name="T29" fmla="*/ 62 h 158"/>
              <a:gd name="T30" fmla="*/ 70 w 140"/>
              <a:gd name="T31" fmla="*/ 13 h 158"/>
              <a:gd name="T32" fmla="*/ 70 w 140"/>
              <a:gd name="T33" fmla="*/ 0 h 158"/>
              <a:gd name="T34" fmla="*/ 42 w 140"/>
              <a:gd name="T35" fmla="*/ 21 h 158"/>
              <a:gd name="T36" fmla="*/ 35 w 140"/>
              <a:gd name="T37" fmla="*/ 9 h 158"/>
              <a:gd name="T38" fmla="*/ 10 w 140"/>
              <a:gd name="T39" fmla="*/ 35 h 158"/>
              <a:gd name="T40" fmla="*/ 21 w 140"/>
              <a:gd name="T41" fmla="*/ 42 h 158"/>
              <a:gd name="T42" fmla="*/ 0 w 140"/>
              <a:gd name="T43" fmla="*/ 70 h 158"/>
              <a:gd name="T44" fmla="*/ 14 w 140"/>
              <a:gd name="T45" fmla="*/ 70 h 158"/>
              <a:gd name="T46" fmla="*/ 105 w 140"/>
              <a:gd name="T47" fmla="*/ 9 h 158"/>
              <a:gd name="T48" fmla="*/ 98 w 140"/>
              <a:gd name="T49" fmla="*/ 21 h 158"/>
              <a:gd name="T50" fmla="*/ 131 w 140"/>
              <a:gd name="T51" fmla="*/ 35 h 158"/>
              <a:gd name="T52" fmla="*/ 119 w 140"/>
              <a:gd name="T53" fmla="*/ 42 h 158"/>
              <a:gd name="T54" fmla="*/ 126 w 140"/>
              <a:gd name="T55" fmla="*/ 70 h 158"/>
              <a:gd name="T56" fmla="*/ 140 w 140"/>
              <a:gd name="T57" fmla="*/ 70 h 158"/>
              <a:gd name="T58" fmla="*/ 86 w 140"/>
              <a:gd name="T59" fmla="*/ 127 h 158"/>
              <a:gd name="T60" fmla="*/ 51 w 140"/>
              <a:gd name="T61" fmla="*/ 136 h 158"/>
              <a:gd name="T62" fmla="*/ 47 w 140"/>
              <a:gd name="T63" fmla="*/ 142 h 158"/>
              <a:gd name="T64" fmla="*/ 53 w 140"/>
              <a:gd name="T65" fmla="*/ 148 h 158"/>
              <a:gd name="T66" fmla="*/ 56 w 140"/>
              <a:gd name="T67" fmla="*/ 147 h 158"/>
              <a:gd name="T68" fmla="*/ 86 w 140"/>
              <a:gd name="T69" fmla="*/ 139 h 158"/>
              <a:gd name="T70" fmla="*/ 86 w 140"/>
              <a:gd name="T71" fmla="*/ 139 h 158"/>
              <a:gd name="T72" fmla="*/ 87 w 140"/>
              <a:gd name="T73" fmla="*/ 139 h 158"/>
              <a:gd name="T74" fmla="*/ 93 w 140"/>
              <a:gd name="T75" fmla="*/ 144 h 158"/>
              <a:gd name="T76" fmla="*/ 89 w 140"/>
              <a:gd name="T77" fmla="*/ 150 h 158"/>
              <a:gd name="T78" fmla="*/ 60 w 140"/>
              <a:gd name="T7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58">
                <a:moveTo>
                  <a:pt x="45" y="123"/>
                </a:moveTo>
                <a:cubicBezTo>
                  <a:pt x="46" y="116"/>
                  <a:pt x="43" y="109"/>
                  <a:pt x="34" y="95"/>
                </a:cubicBezTo>
                <a:cubicBezTo>
                  <a:pt x="29" y="88"/>
                  <a:pt x="27" y="79"/>
                  <a:pt x="27" y="71"/>
                </a:cubicBezTo>
                <a:cubicBezTo>
                  <a:pt x="27" y="47"/>
                  <a:pt x="46" y="27"/>
                  <a:pt x="70" y="27"/>
                </a:cubicBezTo>
                <a:cubicBezTo>
                  <a:pt x="94" y="27"/>
                  <a:pt x="114" y="47"/>
                  <a:pt x="114" y="71"/>
                </a:cubicBezTo>
                <a:cubicBezTo>
                  <a:pt x="114" y="79"/>
                  <a:pt x="111" y="88"/>
                  <a:pt x="107" y="95"/>
                </a:cubicBezTo>
                <a:cubicBezTo>
                  <a:pt x="99" y="106"/>
                  <a:pt x="96" y="113"/>
                  <a:pt x="95" y="118"/>
                </a:cubicBezTo>
                <a:moveTo>
                  <a:pt x="70" y="44"/>
                </a:moveTo>
                <a:cubicBezTo>
                  <a:pt x="56" y="44"/>
                  <a:pt x="44" y="56"/>
                  <a:pt x="44" y="70"/>
                </a:cubicBezTo>
                <a:cubicBezTo>
                  <a:pt x="44" y="85"/>
                  <a:pt x="56" y="96"/>
                  <a:pt x="70" y="96"/>
                </a:cubicBezTo>
                <a:cubicBezTo>
                  <a:pt x="85" y="96"/>
                  <a:pt x="96" y="85"/>
                  <a:pt x="96" y="70"/>
                </a:cubicBezTo>
                <a:cubicBezTo>
                  <a:pt x="96" y="56"/>
                  <a:pt x="85" y="44"/>
                  <a:pt x="70" y="44"/>
                </a:cubicBezTo>
                <a:close/>
                <a:moveTo>
                  <a:pt x="60" y="74"/>
                </a:moveTo>
                <a:cubicBezTo>
                  <a:pt x="67" y="83"/>
                  <a:pt x="67" y="83"/>
                  <a:pt x="67" y="83"/>
                </a:cubicBezTo>
                <a:cubicBezTo>
                  <a:pt x="80" y="62"/>
                  <a:pt x="80" y="62"/>
                  <a:pt x="80" y="62"/>
                </a:cubicBezTo>
                <a:moveTo>
                  <a:pt x="70" y="13"/>
                </a:moveTo>
                <a:cubicBezTo>
                  <a:pt x="70" y="0"/>
                  <a:pt x="70" y="0"/>
                  <a:pt x="70" y="0"/>
                </a:cubicBezTo>
                <a:moveTo>
                  <a:pt x="42" y="21"/>
                </a:moveTo>
                <a:cubicBezTo>
                  <a:pt x="35" y="9"/>
                  <a:pt x="35" y="9"/>
                  <a:pt x="35" y="9"/>
                </a:cubicBezTo>
                <a:moveTo>
                  <a:pt x="10" y="35"/>
                </a:moveTo>
                <a:cubicBezTo>
                  <a:pt x="21" y="42"/>
                  <a:pt x="21" y="42"/>
                  <a:pt x="21" y="42"/>
                </a:cubicBezTo>
                <a:moveTo>
                  <a:pt x="0" y="70"/>
                </a:moveTo>
                <a:cubicBezTo>
                  <a:pt x="14" y="70"/>
                  <a:pt x="14" y="70"/>
                  <a:pt x="14" y="70"/>
                </a:cubicBezTo>
                <a:moveTo>
                  <a:pt x="105" y="9"/>
                </a:moveTo>
                <a:cubicBezTo>
                  <a:pt x="98" y="21"/>
                  <a:pt x="98" y="21"/>
                  <a:pt x="98" y="21"/>
                </a:cubicBezTo>
                <a:moveTo>
                  <a:pt x="131" y="35"/>
                </a:moveTo>
                <a:cubicBezTo>
                  <a:pt x="119" y="42"/>
                  <a:pt x="119" y="42"/>
                  <a:pt x="119" y="42"/>
                </a:cubicBezTo>
                <a:moveTo>
                  <a:pt x="126" y="70"/>
                </a:moveTo>
                <a:cubicBezTo>
                  <a:pt x="140" y="70"/>
                  <a:pt x="140" y="70"/>
                  <a:pt x="140" y="70"/>
                </a:cubicBezTo>
                <a:moveTo>
                  <a:pt x="86" y="127"/>
                </a:moveTo>
                <a:cubicBezTo>
                  <a:pt x="86" y="127"/>
                  <a:pt x="51" y="136"/>
                  <a:pt x="51" y="136"/>
                </a:cubicBezTo>
                <a:cubicBezTo>
                  <a:pt x="49" y="137"/>
                  <a:pt x="47" y="139"/>
                  <a:pt x="47" y="142"/>
                </a:cubicBezTo>
                <a:cubicBezTo>
                  <a:pt x="47" y="145"/>
                  <a:pt x="50" y="148"/>
                  <a:pt x="53" y="148"/>
                </a:cubicBezTo>
                <a:cubicBezTo>
                  <a:pt x="54" y="148"/>
                  <a:pt x="56" y="147"/>
                  <a:pt x="56" y="147"/>
                </a:cubicBezTo>
                <a:cubicBezTo>
                  <a:pt x="86" y="139"/>
                  <a:pt x="86" y="139"/>
                  <a:pt x="86" y="139"/>
                </a:cubicBezTo>
                <a:cubicBezTo>
                  <a:pt x="86" y="139"/>
                  <a:pt x="86" y="139"/>
                  <a:pt x="86" y="139"/>
                </a:cubicBezTo>
                <a:cubicBezTo>
                  <a:pt x="86" y="139"/>
                  <a:pt x="87" y="139"/>
                  <a:pt x="87" y="139"/>
                </a:cubicBezTo>
                <a:cubicBezTo>
                  <a:pt x="90" y="139"/>
                  <a:pt x="93" y="141"/>
                  <a:pt x="93" y="144"/>
                </a:cubicBezTo>
                <a:cubicBezTo>
                  <a:pt x="93" y="147"/>
                  <a:pt x="91" y="149"/>
                  <a:pt x="89" y="150"/>
                </a:cubicBezTo>
                <a:cubicBezTo>
                  <a:pt x="60" y="158"/>
                  <a:pt x="60" y="158"/>
                  <a:pt x="60" y="158"/>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6" name="Text Placeholder 17">
            <a:extLst>
              <a:ext uri="{FF2B5EF4-FFF2-40B4-BE49-F238E27FC236}">
                <a16:creationId xmlns:a16="http://schemas.microsoft.com/office/drawing/2014/main" id="{DA88066C-3261-4927-8E1D-F83EFA66F339}"/>
              </a:ext>
            </a:extLst>
          </p:cNvPr>
          <p:cNvSpPr txBox="1">
            <a:spLocks/>
          </p:cNvSpPr>
          <p:nvPr/>
        </p:nvSpPr>
        <p:spPr>
          <a:xfrm>
            <a:off x="1689980" y="5555970"/>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grpSp>
        <p:nvGrpSpPr>
          <p:cNvPr id="77" name="Group 76">
            <a:extLst>
              <a:ext uri="{FF2B5EF4-FFF2-40B4-BE49-F238E27FC236}">
                <a16:creationId xmlns:a16="http://schemas.microsoft.com/office/drawing/2014/main" id="{0AE92893-EB2F-47A2-9DB3-2903A24DBB72}"/>
              </a:ext>
            </a:extLst>
          </p:cNvPr>
          <p:cNvGrpSpPr/>
          <p:nvPr/>
        </p:nvGrpSpPr>
        <p:grpSpPr>
          <a:xfrm>
            <a:off x="4592275" y="4871801"/>
            <a:ext cx="536576" cy="566738"/>
            <a:chOff x="4295775" y="4714905"/>
            <a:chExt cx="536576" cy="566738"/>
          </a:xfrm>
        </p:grpSpPr>
        <p:sp>
          <p:nvSpPr>
            <p:cNvPr id="78" name="Freeform 19">
              <a:extLst>
                <a:ext uri="{FF2B5EF4-FFF2-40B4-BE49-F238E27FC236}">
                  <a16:creationId xmlns:a16="http://schemas.microsoft.com/office/drawing/2014/main" id="{48E8352B-ADB2-44FC-9F56-2CE0E065AF3E}"/>
                </a:ext>
              </a:extLst>
            </p:cNvPr>
            <p:cNvSpPr>
              <a:spLocks/>
            </p:cNvSpPr>
            <p:nvPr/>
          </p:nvSpPr>
          <p:spPr bwMode="auto">
            <a:xfrm>
              <a:off x="4494213" y="4714905"/>
              <a:ext cx="338138" cy="566738"/>
            </a:xfrm>
            <a:custGeom>
              <a:avLst/>
              <a:gdLst>
                <a:gd name="T0" fmla="*/ 0 w 88"/>
                <a:gd name="T1" fmla="*/ 15 h 145"/>
                <a:gd name="T2" fmla="*/ 70 w 88"/>
                <a:gd name="T3" fmla="*/ 58 h 145"/>
                <a:gd name="T4" fmla="*/ 88 w 88"/>
                <a:gd name="T5" fmla="*/ 93 h 145"/>
                <a:gd name="T6" fmla="*/ 73 w 88"/>
                <a:gd name="T7" fmla="*/ 93 h 145"/>
                <a:gd name="T8" fmla="*/ 73 w 88"/>
                <a:gd name="T9" fmla="*/ 117 h 145"/>
                <a:gd name="T10" fmla="*/ 66 w 88"/>
                <a:gd name="T11" fmla="*/ 125 h 145"/>
                <a:gd name="T12" fmla="*/ 50 w 88"/>
                <a:gd name="T13" fmla="*/ 125 h 145"/>
                <a:gd name="T14" fmla="*/ 50 w 88"/>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5">
                  <a:moveTo>
                    <a:pt x="0" y="15"/>
                  </a:moveTo>
                  <a:cubicBezTo>
                    <a:pt x="78" y="0"/>
                    <a:pt x="70" y="58"/>
                    <a:pt x="70" y="58"/>
                  </a:cubicBezTo>
                  <a:cubicBezTo>
                    <a:pt x="88" y="93"/>
                    <a:pt x="88" y="93"/>
                    <a:pt x="88" y="93"/>
                  </a:cubicBezTo>
                  <a:cubicBezTo>
                    <a:pt x="73" y="93"/>
                    <a:pt x="73" y="93"/>
                    <a:pt x="73" y="93"/>
                  </a:cubicBezTo>
                  <a:cubicBezTo>
                    <a:pt x="73" y="117"/>
                    <a:pt x="73" y="117"/>
                    <a:pt x="73" y="117"/>
                  </a:cubicBezTo>
                  <a:cubicBezTo>
                    <a:pt x="73" y="121"/>
                    <a:pt x="70" y="125"/>
                    <a:pt x="66" y="125"/>
                  </a:cubicBezTo>
                  <a:cubicBezTo>
                    <a:pt x="50" y="125"/>
                    <a:pt x="50" y="125"/>
                    <a:pt x="50" y="125"/>
                  </a:cubicBezTo>
                  <a:cubicBezTo>
                    <a:pt x="50" y="145"/>
                    <a:pt x="50" y="145"/>
                    <a:pt x="50" y="145"/>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9" name="Freeform 20">
              <a:extLst>
                <a:ext uri="{FF2B5EF4-FFF2-40B4-BE49-F238E27FC236}">
                  <a16:creationId xmlns:a16="http://schemas.microsoft.com/office/drawing/2014/main" id="{E181C410-E08E-4A93-8C64-2BB82A06BE95}"/>
                </a:ext>
              </a:extLst>
            </p:cNvPr>
            <p:cNvSpPr>
              <a:spLocks/>
            </p:cNvSpPr>
            <p:nvPr/>
          </p:nvSpPr>
          <p:spPr bwMode="auto">
            <a:xfrm>
              <a:off x="4410075" y="5140355"/>
              <a:ext cx="26988" cy="141288"/>
            </a:xfrm>
            <a:custGeom>
              <a:avLst/>
              <a:gdLst>
                <a:gd name="T0" fmla="*/ 17 w 17"/>
                <a:gd name="T1" fmla="*/ 89 h 89"/>
                <a:gd name="T2" fmla="*/ 17 w 17"/>
                <a:gd name="T3" fmla="*/ 37 h 89"/>
                <a:gd name="T4" fmla="*/ 0 w 17"/>
                <a:gd name="T5" fmla="*/ 0 h 89"/>
              </a:gdLst>
              <a:ahLst/>
              <a:cxnLst>
                <a:cxn ang="0">
                  <a:pos x="T0" y="T1"/>
                </a:cxn>
                <a:cxn ang="0">
                  <a:pos x="T2" y="T3"/>
                </a:cxn>
                <a:cxn ang="0">
                  <a:pos x="T4" y="T5"/>
                </a:cxn>
              </a:cxnLst>
              <a:rect l="0" t="0" r="r" b="b"/>
              <a:pathLst>
                <a:path w="17" h="89">
                  <a:moveTo>
                    <a:pt x="17" y="89"/>
                  </a:moveTo>
                  <a:lnTo>
                    <a:pt x="17" y="37"/>
                  </a:lnTo>
                  <a:lnTo>
                    <a:pt x="0" y="0"/>
                  </a:ln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0" name="Freeform 21">
              <a:extLst>
                <a:ext uri="{FF2B5EF4-FFF2-40B4-BE49-F238E27FC236}">
                  <a16:creationId xmlns:a16="http://schemas.microsoft.com/office/drawing/2014/main" id="{0FB1F584-2B29-434E-BC2C-3BA15344204F}"/>
                </a:ext>
              </a:extLst>
            </p:cNvPr>
            <p:cNvSpPr>
              <a:spLocks/>
            </p:cNvSpPr>
            <p:nvPr/>
          </p:nvSpPr>
          <p:spPr bwMode="auto">
            <a:xfrm>
              <a:off x="4295775" y="4800630"/>
              <a:ext cx="298450" cy="304800"/>
            </a:xfrm>
            <a:custGeom>
              <a:avLst/>
              <a:gdLst>
                <a:gd name="T0" fmla="*/ 78 w 78"/>
                <a:gd name="T1" fmla="*/ 44 h 78"/>
                <a:gd name="T2" fmla="*/ 78 w 78"/>
                <a:gd name="T3" fmla="*/ 34 h 78"/>
                <a:gd name="T4" fmla="*/ 67 w 78"/>
                <a:gd name="T5" fmla="*/ 30 h 78"/>
                <a:gd name="T6" fmla="*/ 65 w 78"/>
                <a:gd name="T7" fmla="*/ 26 h 78"/>
                <a:gd name="T8" fmla="*/ 70 w 78"/>
                <a:gd name="T9" fmla="*/ 15 h 78"/>
                <a:gd name="T10" fmla="*/ 63 w 78"/>
                <a:gd name="T11" fmla="*/ 8 h 78"/>
                <a:gd name="T12" fmla="*/ 52 w 78"/>
                <a:gd name="T13" fmla="*/ 13 h 78"/>
                <a:gd name="T14" fmla="*/ 48 w 78"/>
                <a:gd name="T15" fmla="*/ 11 h 78"/>
                <a:gd name="T16" fmla="*/ 44 w 78"/>
                <a:gd name="T17" fmla="*/ 0 h 78"/>
                <a:gd name="T18" fmla="*/ 34 w 78"/>
                <a:gd name="T19" fmla="*/ 0 h 78"/>
                <a:gd name="T20" fmla="*/ 30 w 78"/>
                <a:gd name="T21" fmla="*/ 11 h 78"/>
                <a:gd name="T22" fmla="*/ 26 w 78"/>
                <a:gd name="T23" fmla="*/ 13 h 78"/>
                <a:gd name="T24" fmla="*/ 15 w 78"/>
                <a:gd name="T25" fmla="*/ 8 h 78"/>
                <a:gd name="T26" fmla="*/ 8 w 78"/>
                <a:gd name="T27" fmla="*/ 15 h 78"/>
                <a:gd name="T28" fmla="*/ 13 w 78"/>
                <a:gd name="T29" fmla="*/ 26 h 78"/>
                <a:gd name="T30" fmla="*/ 11 w 78"/>
                <a:gd name="T31" fmla="*/ 30 h 78"/>
                <a:gd name="T32" fmla="*/ 0 w 78"/>
                <a:gd name="T33" fmla="*/ 34 h 78"/>
                <a:gd name="T34" fmla="*/ 0 w 78"/>
                <a:gd name="T35" fmla="*/ 44 h 78"/>
                <a:gd name="T36" fmla="*/ 11 w 78"/>
                <a:gd name="T37" fmla="*/ 48 h 78"/>
                <a:gd name="T38" fmla="*/ 13 w 78"/>
                <a:gd name="T39" fmla="*/ 52 h 78"/>
                <a:gd name="T40" fmla="*/ 8 w 78"/>
                <a:gd name="T41" fmla="*/ 63 h 78"/>
                <a:gd name="T42" fmla="*/ 15 w 78"/>
                <a:gd name="T43" fmla="*/ 70 h 78"/>
                <a:gd name="T44" fmla="*/ 26 w 78"/>
                <a:gd name="T45" fmla="*/ 65 h 78"/>
                <a:gd name="T46" fmla="*/ 30 w 78"/>
                <a:gd name="T47" fmla="*/ 67 h 78"/>
                <a:gd name="T48" fmla="*/ 34 w 78"/>
                <a:gd name="T49" fmla="*/ 78 h 78"/>
                <a:gd name="T50" fmla="*/ 44 w 78"/>
                <a:gd name="T51" fmla="*/ 78 h 78"/>
                <a:gd name="T52" fmla="*/ 48 w 78"/>
                <a:gd name="T53" fmla="*/ 67 h 78"/>
                <a:gd name="T54" fmla="*/ 52 w 78"/>
                <a:gd name="T55" fmla="*/ 65 h 78"/>
                <a:gd name="T56" fmla="*/ 63 w 78"/>
                <a:gd name="T57" fmla="*/ 70 h 78"/>
                <a:gd name="T58" fmla="*/ 70 w 78"/>
                <a:gd name="T59" fmla="*/ 63 h 78"/>
                <a:gd name="T60" fmla="*/ 65 w 78"/>
                <a:gd name="T61" fmla="*/ 52 h 78"/>
                <a:gd name="T62" fmla="*/ 67 w 78"/>
                <a:gd name="T63" fmla="*/ 48 h 78"/>
                <a:gd name="T64" fmla="*/ 78 w 78"/>
                <a:gd name="T65" fmla="*/ 4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78">
                  <a:moveTo>
                    <a:pt x="78" y="44"/>
                  </a:moveTo>
                  <a:cubicBezTo>
                    <a:pt x="78" y="34"/>
                    <a:pt x="78" y="34"/>
                    <a:pt x="78" y="34"/>
                  </a:cubicBezTo>
                  <a:cubicBezTo>
                    <a:pt x="67" y="30"/>
                    <a:pt x="67" y="30"/>
                    <a:pt x="67" y="30"/>
                  </a:cubicBezTo>
                  <a:cubicBezTo>
                    <a:pt x="66" y="28"/>
                    <a:pt x="66" y="27"/>
                    <a:pt x="65" y="26"/>
                  </a:cubicBezTo>
                  <a:cubicBezTo>
                    <a:pt x="70" y="15"/>
                    <a:pt x="70" y="15"/>
                    <a:pt x="70" y="15"/>
                  </a:cubicBezTo>
                  <a:cubicBezTo>
                    <a:pt x="63" y="8"/>
                    <a:pt x="63" y="8"/>
                    <a:pt x="63" y="8"/>
                  </a:cubicBezTo>
                  <a:cubicBezTo>
                    <a:pt x="52" y="13"/>
                    <a:pt x="52" y="13"/>
                    <a:pt x="52" y="13"/>
                  </a:cubicBezTo>
                  <a:cubicBezTo>
                    <a:pt x="51" y="12"/>
                    <a:pt x="50" y="11"/>
                    <a:pt x="48" y="11"/>
                  </a:cubicBezTo>
                  <a:cubicBezTo>
                    <a:pt x="44" y="0"/>
                    <a:pt x="44" y="0"/>
                    <a:pt x="44" y="0"/>
                  </a:cubicBezTo>
                  <a:cubicBezTo>
                    <a:pt x="34" y="0"/>
                    <a:pt x="34" y="0"/>
                    <a:pt x="34" y="0"/>
                  </a:cubicBezTo>
                  <a:cubicBezTo>
                    <a:pt x="30" y="11"/>
                    <a:pt x="30" y="11"/>
                    <a:pt x="30" y="11"/>
                  </a:cubicBezTo>
                  <a:cubicBezTo>
                    <a:pt x="28" y="11"/>
                    <a:pt x="27" y="12"/>
                    <a:pt x="26" y="13"/>
                  </a:cubicBezTo>
                  <a:cubicBezTo>
                    <a:pt x="15" y="8"/>
                    <a:pt x="15" y="8"/>
                    <a:pt x="15" y="8"/>
                  </a:cubicBezTo>
                  <a:cubicBezTo>
                    <a:pt x="8" y="15"/>
                    <a:pt x="8" y="15"/>
                    <a:pt x="8" y="15"/>
                  </a:cubicBezTo>
                  <a:cubicBezTo>
                    <a:pt x="13" y="26"/>
                    <a:pt x="13" y="26"/>
                    <a:pt x="13" y="26"/>
                  </a:cubicBezTo>
                  <a:cubicBezTo>
                    <a:pt x="12" y="27"/>
                    <a:pt x="11" y="28"/>
                    <a:pt x="11" y="30"/>
                  </a:cubicBezTo>
                  <a:cubicBezTo>
                    <a:pt x="0" y="34"/>
                    <a:pt x="0" y="34"/>
                    <a:pt x="0" y="34"/>
                  </a:cubicBezTo>
                  <a:cubicBezTo>
                    <a:pt x="0" y="44"/>
                    <a:pt x="0" y="44"/>
                    <a:pt x="0" y="44"/>
                  </a:cubicBezTo>
                  <a:cubicBezTo>
                    <a:pt x="11" y="48"/>
                    <a:pt x="11" y="48"/>
                    <a:pt x="11" y="48"/>
                  </a:cubicBezTo>
                  <a:cubicBezTo>
                    <a:pt x="11" y="49"/>
                    <a:pt x="12" y="51"/>
                    <a:pt x="13" y="52"/>
                  </a:cubicBezTo>
                  <a:cubicBezTo>
                    <a:pt x="8" y="63"/>
                    <a:pt x="8" y="63"/>
                    <a:pt x="8" y="63"/>
                  </a:cubicBezTo>
                  <a:cubicBezTo>
                    <a:pt x="15" y="70"/>
                    <a:pt x="15" y="70"/>
                    <a:pt x="15" y="70"/>
                  </a:cubicBezTo>
                  <a:cubicBezTo>
                    <a:pt x="26" y="65"/>
                    <a:pt x="26" y="65"/>
                    <a:pt x="26" y="65"/>
                  </a:cubicBezTo>
                  <a:cubicBezTo>
                    <a:pt x="27" y="66"/>
                    <a:pt x="28" y="66"/>
                    <a:pt x="30" y="67"/>
                  </a:cubicBezTo>
                  <a:cubicBezTo>
                    <a:pt x="34" y="78"/>
                    <a:pt x="34" y="78"/>
                    <a:pt x="34" y="78"/>
                  </a:cubicBezTo>
                  <a:cubicBezTo>
                    <a:pt x="44" y="78"/>
                    <a:pt x="44" y="78"/>
                    <a:pt x="44" y="78"/>
                  </a:cubicBezTo>
                  <a:cubicBezTo>
                    <a:pt x="48" y="67"/>
                    <a:pt x="48" y="67"/>
                    <a:pt x="48" y="67"/>
                  </a:cubicBezTo>
                  <a:cubicBezTo>
                    <a:pt x="50" y="66"/>
                    <a:pt x="51" y="66"/>
                    <a:pt x="52" y="65"/>
                  </a:cubicBezTo>
                  <a:cubicBezTo>
                    <a:pt x="63" y="70"/>
                    <a:pt x="63" y="70"/>
                    <a:pt x="63" y="70"/>
                  </a:cubicBezTo>
                  <a:cubicBezTo>
                    <a:pt x="70" y="63"/>
                    <a:pt x="70" y="63"/>
                    <a:pt x="70" y="63"/>
                  </a:cubicBezTo>
                  <a:cubicBezTo>
                    <a:pt x="65" y="52"/>
                    <a:pt x="65" y="52"/>
                    <a:pt x="65" y="52"/>
                  </a:cubicBezTo>
                  <a:cubicBezTo>
                    <a:pt x="66" y="51"/>
                    <a:pt x="66" y="49"/>
                    <a:pt x="67" y="48"/>
                  </a:cubicBezTo>
                  <a:lnTo>
                    <a:pt x="78" y="44"/>
                  </a:lnTo>
                  <a:close/>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1" name="Oval 22">
              <a:extLst>
                <a:ext uri="{FF2B5EF4-FFF2-40B4-BE49-F238E27FC236}">
                  <a16:creationId xmlns:a16="http://schemas.microsoft.com/office/drawing/2014/main" id="{D19D76A5-BECD-4AE1-8CA7-3E20EDA45E80}"/>
                </a:ext>
              </a:extLst>
            </p:cNvPr>
            <p:cNvSpPr>
              <a:spLocks noChangeArrowheads="1"/>
            </p:cNvSpPr>
            <p:nvPr/>
          </p:nvSpPr>
          <p:spPr bwMode="auto">
            <a:xfrm>
              <a:off x="4379913" y="4886355"/>
              <a:ext cx="127000" cy="130175"/>
            </a:xfrm>
            <a:prstGeom prst="ellipse">
              <a:avLst/>
            </a:pr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2" name="Line 23">
              <a:extLst>
                <a:ext uri="{FF2B5EF4-FFF2-40B4-BE49-F238E27FC236}">
                  <a16:creationId xmlns:a16="http://schemas.microsoft.com/office/drawing/2014/main" id="{B6EF6C44-4307-4B63-BC5F-AF630574ED0D}"/>
                </a:ext>
              </a:extLst>
            </p:cNvPr>
            <p:cNvSpPr>
              <a:spLocks noChangeShapeType="1"/>
            </p:cNvSpPr>
            <p:nvPr/>
          </p:nvSpPr>
          <p:spPr bwMode="auto">
            <a:xfrm>
              <a:off x="4651375" y="5203855"/>
              <a:ext cx="34925" cy="0"/>
            </a:xfrm>
            <a:prstGeom prst="line">
              <a:avLst/>
            </a:prstGeom>
            <a:noFill/>
            <a:ln w="15875" cap="rnd">
              <a:solidFill>
                <a:schemeClr val="tx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83" name="Text Placeholder 17">
            <a:extLst>
              <a:ext uri="{FF2B5EF4-FFF2-40B4-BE49-F238E27FC236}">
                <a16:creationId xmlns:a16="http://schemas.microsoft.com/office/drawing/2014/main" id="{6AE256FD-A660-44B5-B6FA-A6087769C590}"/>
              </a:ext>
            </a:extLst>
          </p:cNvPr>
          <p:cNvSpPr txBox="1">
            <a:spLocks/>
          </p:cNvSpPr>
          <p:nvPr/>
        </p:nvSpPr>
        <p:spPr>
          <a:xfrm>
            <a:off x="4067440" y="5555970"/>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84" name="Freeform 26">
            <a:extLst>
              <a:ext uri="{FF2B5EF4-FFF2-40B4-BE49-F238E27FC236}">
                <a16:creationId xmlns:a16="http://schemas.microsoft.com/office/drawing/2014/main" id="{0CDC2790-63E7-49F6-ABE0-5204C3DA4E7A}"/>
              </a:ext>
            </a:extLst>
          </p:cNvPr>
          <p:cNvSpPr>
            <a:spLocks noEditPoints="1"/>
          </p:cNvSpPr>
          <p:nvPr/>
        </p:nvSpPr>
        <p:spPr bwMode="auto">
          <a:xfrm>
            <a:off x="9334245" y="4965463"/>
            <a:ext cx="787400" cy="449263"/>
          </a:xfrm>
          <a:custGeom>
            <a:avLst/>
            <a:gdLst>
              <a:gd name="T0" fmla="*/ 48 w 205"/>
              <a:gd name="T1" fmla="*/ 94 h 115"/>
              <a:gd name="T2" fmla="*/ 48 w 205"/>
              <a:gd name="T3" fmla="*/ 85 h 115"/>
              <a:gd name="T4" fmla="*/ 59 w 205"/>
              <a:gd name="T5" fmla="*/ 74 h 115"/>
              <a:gd name="T6" fmla="*/ 66 w 205"/>
              <a:gd name="T7" fmla="*/ 80 h 115"/>
              <a:gd name="T8" fmla="*/ 57 w 205"/>
              <a:gd name="T9" fmla="*/ 93 h 115"/>
              <a:gd name="T10" fmla="*/ 124 w 205"/>
              <a:gd name="T11" fmla="*/ 83 h 115"/>
              <a:gd name="T12" fmla="*/ 149 w 205"/>
              <a:gd name="T13" fmla="*/ 94 h 115"/>
              <a:gd name="T14" fmla="*/ 150 w 205"/>
              <a:gd name="T15" fmla="*/ 83 h 115"/>
              <a:gd name="T16" fmla="*/ 125 w 205"/>
              <a:gd name="T17" fmla="*/ 102 h 115"/>
              <a:gd name="T18" fmla="*/ 137 w 205"/>
              <a:gd name="T19" fmla="*/ 103 h 115"/>
              <a:gd name="T20" fmla="*/ 139 w 205"/>
              <a:gd name="T21" fmla="*/ 94 h 115"/>
              <a:gd name="T22" fmla="*/ 111 w 205"/>
              <a:gd name="T23" fmla="*/ 110 h 115"/>
              <a:gd name="T24" fmla="*/ 123 w 205"/>
              <a:gd name="T25" fmla="*/ 111 h 115"/>
              <a:gd name="T26" fmla="*/ 125 w 205"/>
              <a:gd name="T27" fmla="*/ 102 h 115"/>
              <a:gd name="T28" fmla="*/ 96 w 205"/>
              <a:gd name="T29" fmla="*/ 113 h 115"/>
              <a:gd name="T30" fmla="*/ 109 w 205"/>
              <a:gd name="T31" fmla="*/ 112 h 115"/>
              <a:gd name="T32" fmla="*/ 65 w 205"/>
              <a:gd name="T33" fmla="*/ 103 h 115"/>
              <a:gd name="T34" fmla="*/ 79 w 205"/>
              <a:gd name="T35" fmla="*/ 78 h 115"/>
              <a:gd name="T36" fmla="*/ 70 w 205"/>
              <a:gd name="T37" fmla="*/ 79 h 115"/>
              <a:gd name="T38" fmla="*/ 56 w 205"/>
              <a:gd name="T39" fmla="*/ 103 h 115"/>
              <a:gd name="T40" fmla="*/ 65 w 205"/>
              <a:gd name="T41" fmla="*/ 103 h 115"/>
              <a:gd name="T42" fmla="*/ 90 w 205"/>
              <a:gd name="T43" fmla="*/ 94 h 115"/>
              <a:gd name="T44" fmla="*/ 84 w 205"/>
              <a:gd name="T45" fmla="*/ 84 h 115"/>
              <a:gd name="T46" fmla="*/ 68 w 205"/>
              <a:gd name="T47" fmla="*/ 100 h 115"/>
              <a:gd name="T48" fmla="*/ 73 w 205"/>
              <a:gd name="T49" fmla="*/ 110 h 115"/>
              <a:gd name="T50" fmla="*/ 94 w 205"/>
              <a:gd name="T51" fmla="*/ 107 h 115"/>
              <a:gd name="T52" fmla="*/ 96 w 205"/>
              <a:gd name="T53" fmla="*/ 96 h 115"/>
              <a:gd name="T54" fmla="*/ 87 w 205"/>
              <a:gd name="T55" fmla="*/ 96 h 115"/>
              <a:gd name="T56" fmla="*/ 80 w 205"/>
              <a:gd name="T57" fmla="*/ 113 h 115"/>
              <a:gd name="T58" fmla="*/ 89 w 205"/>
              <a:gd name="T59" fmla="*/ 113 h 115"/>
              <a:gd name="T60" fmla="*/ 176 w 205"/>
              <a:gd name="T61" fmla="*/ 0 h 115"/>
              <a:gd name="T62" fmla="*/ 172 w 205"/>
              <a:gd name="T63" fmla="*/ 72 h 115"/>
              <a:gd name="T64" fmla="*/ 145 w 205"/>
              <a:gd name="T65" fmla="*/ 26 h 115"/>
              <a:gd name="T66" fmla="*/ 101 w 205"/>
              <a:gd name="T67" fmla="*/ 30 h 115"/>
              <a:gd name="T68" fmla="*/ 98 w 205"/>
              <a:gd name="T69" fmla="*/ 31 h 115"/>
              <a:gd name="T70" fmla="*/ 75 w 205"/>
              <a:gd name="T71" fmla="*/ 60 h 115"/>
              <a:gd name="T72" fmla="*/ 111 w 205"/>
              <a:gd name="T73" fmla="*/ 53 h 115"/>
              <a:gd name="T74" fmla="*/ 168 w 205"/>
              <a:gd name="T75" fmla="*/ 66 h 115"/>
              <a:gd name="T76" fmla="*/ 157 w 205"/>
              <a:gd name="T77" fmla="*/ 76 h 115"/>
              <a:gd name="T78" fmla="*/ 52 w 205"/>
              <a:gd name="T79" fmla="*/ 82 h 115"/>
              <a:gd name="T80" fmla="*/ 0 w 205"/>
              <a:gd name="T81" fmla="*/ 52 h 115"/>
              <a:gd name="T82" fmla="*/ 71 w 205"/>
              <a:gd name="T83" fmla="*/ 24 h 115"/>
              <a:gd name="T84" fmla="*/ 33 w 205"/>
              <a:gd name="T85" fmla="*/ 72 h 115"/>
              <a:gd name="T86" fmla="*/ 88 w 205"/>
              <a:gd name="T87" fmla="*/ 3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5" h="115">
                <a:moveTo>
                  <a:pt x="53" y="95"/>
                </a:moveTo>
                <a:cubicBezTo>
                  <a:pt x="51" y="96"/>
                  <a:pt x="50" y="95"/>
                  <a:pt x="48" y="94"/>
                </a:cubicBezTo>
                <a:cubicBezTo>
                  <a:pt x="47" y="93"/>
                  <a:pt x="46" y="91"/>
                  <a:pt x="46" y="90"/>
                </a:cubicBezTo>
                <a:cubicBezTo>
                  <a:pt x="46" y="88"/>
                  <a:pt x="47" y="86"/>
                  <a:pt x="48" y="85"/>
                </a:cubicBezTo>
                <a:cubicBezTo>
                  <a:pt x="56" y="76"/>
                  <a:pt x="56" y="76"/>
                  <a:pt x="56" y="76"/>
                </a:cubicBezTo>
                <a:cubicBezTo>
                  <a:pt x="57" y="75"/>
                  <a:pt x="58" y="75"/>
                  <a:pt x="59" y="74"/>
                </a:cubicBezTo>
                <a:cubicBezTo>
                  <a:pt x="61" y="74"/>
                  <a:pt x="63" y="75"/>
                  <a:pt x="64" y="76"/>
                </a:cubicBezTo>
                <a:cubicBezTo>
                  <a:pt x="66" y="77"/>
                  <a:pt x="66" y="79"/>
                  <a:pt x="66" y="80"/>
                </a:cubicBezTo>
                <a:cubicBezTo>
                  <a:pt x="67" y="82"/>
                  <a:pt x="66" y="83"/>
                  <a:pt x="65" y="85"/>
                </a:cubicBezTo>
                <a:cubicBezTo>
                  <a:pt x="57" y="93"/>
                  <a:pt x="57" y="93"/>
                  <a:pt x="57" y="93"/>
                </a:cubicBezTo>
                <a:cubicBezTo>
                  <a:pt x="56" y="95"/>
                  <a:pt x="55" y="95"/>
                  <a:pt x="53" y="95"/>
                </a:cubicBezTo>
                <a:close/>
                <a:moveTo>
                  <a:pt x="124" y="83"/>
                </a:moveTo>
                <a:cubicBezTo>
                  <a:pt x="124" y="83"/>
                  <a:pt x="139" y="96"/>
                  <a:pt x="143" y="96"/>
                </a:cubicBezTo>
                <a:cubicBezTo>
                  <a:pt x="146" y="97"/>
                  <a:pt x="148" y="96"/>
                  <a:pt x="149" y="94"/>
                </a:cubicBezTo>
                <a:cubicBezTo>
                  <a:pt x="151" y="93"/>
                  <a:pt x="152" y="90"/>
                  <a:pt x="152" y="88"/>
                </a:cubicBezTo>
                <a:cubicBezTo>
                  <a:pt x="152" y="86"/>
                  <a:pt x="151" y="85"/>
                  <a:pt x="150" y="83"/>
                </a:cubicBezTo>
                <a:moveTo>
                  <a:pt x="112" y="91"/>
                </a:moveTo>
                <a:cubicBezTo>
                  <a:pt x="125" y="102"/>
                  <a:pt x="125" y="102"/>
                  <a:pt x="125" y="102"/>
                </a:cubicBezTo>
                <a:cubicBezTo>
                  <a:pt x="127" y="104"/>
                  <a:pt x="129" y="105"/>
                  <a:pt x="131" y="105"/>
                </a:cubicBezTo>
                <a:cubicBezTo>
                  <a:pt x="133" y="105"/>
                  <a:pt x="135" y="104"/>
                  <a:pt x="137" y="103"/>
                </a:cubicBezTo>
                <a:cubicBezTo>
                  <a:pt x="138" y="101"/>
                  <a:pt x="139" y="99"/>
                  <a:pt x="139" y="97"/>
                </a:cubicBezTo>
                <a:cubicBezTo>
                  <a:pt x="139" y="96"/>
                  <a:pt x="139" y="95"/>
                  <a:pt x="139" y="94"/>
                </a:cubicBezTo>
                <a:moveTo>
                  <a:pt x="105" y="105"/>
                </a:moveTo>
                <a:cubicBezTo>
                  <a:pt x="111" y="110"/>
                  <a:pt x="111" y="110"/>
                  <a:pt x="111" y="110"/>
                </a:cubicBezTo>
                <a:cubicBezTo>
                  <a:pt x="113" y="112"/>
                  <a:pt x="115" y="113"/>
                  <a:pt x="117" y="113"/>
                </a:cubicBezTo>
                <a:cubicBezTo>
                  <a:pt x="119" y="113"/>
                  <a:pt x="121" y="113"/>
                  <a:pt x="123" y="111"/>
                </a:cubicBezTo>
                <a:cubicBezTo>
                  <a:pt x="125" y="109"/>
                  <a:pt x="126" y="107"/>
                  <a:pt x="126" y="105"/>
                </a:cubicBezTo>
                <a:cubicBezTo>
                  <a:pt x="126" y="104"/>
                  <a:pt x="125" y="103"/>
                  <a:pt x="125" y="102"/>
                </a:cubicBezTo>
                <a:moveTo>
                  <a:pt x="91" y="110"/>
                </a:moveTo>
                <a:cubicBezTo>
                  <a:pt x="96" y="113"/>
                  <a:pt x="96" y="113"/>
                  <a:pt x="96" y="113"/>
                </a:cubicBezTo>
                <a:cubicBezTo>
                  <a:pt x="97" y="113"/>
                  <a:pt x="100" y="114"/>
                  <a:pt x="103" y="114"/>
                </a:cubicBezTo>
                <a:cubicBezTo>
                  <a:pt x="105" y="113"/>
                  <a:pt x="107" y="113"/>
                  <a:pt x="109" y="112"/>
                </a:cubicBezTo>
                <a:cubicBezTo>
                  <a:pt x="110" y="111"/>
                  <a:pt x="110" y="110"/>
                  <a:pt x="111" y="110"/>
                </a:cubicBezTo>
                <a:moveTo>
                  <a:pt x="65" y="103"/>
                </a:moveTo>
                <a:cubicBezTo>
                  <a:pt x="79" y="87"/>
                  <a:pt x="79" y="87"/>
                  <a:pt x="79" y="87"/>
                </a:cubicBezTo>
                <a:cubicBezTo>
                  <a:pt x="81" y="85"/>
                  <a:pt x="81" y="81"/>
                  <a:pt x="79" y="78"/>
                </a:cubicBezTo>
                <a:cubicBezTo>
                  <a:pt x="77" y="77"/>
                  <a:pt x="75" y="77"/>
                  <a:pt x="74" y="77"/>
                </a:cubicBezTo>
                <a:cubicBezTo>
                  <a:pt x="72" y="77"/>
                  <a:pt x="71" y="78"/>
                  <a:pt x="70" y="79"/>
                </a:cubicBezTo>
                <a:cubicBezTo>
                  <a:pt x="56" y="94"/>
                  <a:pt x="56" y="94"/>
                  <a:pt x="56" y="94"/>
                </a:cubicBezTo>
                <a:cubicBezTo>
                  <a:pt x="54" y="97"/>
                  <a:pt x="54" y="101"/>
                  <a:pt x="56" y="103"/>
                </a:cubicBezTo>
                <a:cubicBezTo>
                  <a:pt x="58" y="104"/>
                  <a:pt x="60" y="105"/>
                  <a:pt x="61" y="105"/>
                </a:cubicBezTo>
                <a:cubicBezTo>
                  <a:pt x="63" y="104"/>
                  <a:pt x="64" y="104"/>
                  <a:pt x="65" y="103"/>
                </a:cubicBezTo>
                <a:close/>
                <a:moveTo>
                  <a:pt x="77" y="108"/>
                </a:moveTo>
                <a:cubicBezTo>
                  <a:pt x="90" y="94"/>
                  <a:pt x="90" y="94"/>
                  <a:pt x="90" y="94"/>
                </a:cubicBezTo>
                <a:cubicBezTo>
                  <a:pt x="92" y="91"/>
                  <a:pt x="92" y="87"/>
                  <a:pt x="89" y="85"/>
                </a:cubicBezTo>
                <a:cubicBezTo>
                  <a:pt x="88" y="84"/>
                  <a:pt x="86" y="83"/>
                  <a:pt x="84" y="84"/>
                </a:cubicBezTo>
                <a:cubicBezTo>
                  <a:pt x="83" y="84"/>
                  <a:pt x="81" y="85"/>
                  <a:pt x="81" y="86"/>
                </a:cubicBezTo>
                <a:cubicBezTo>
                  <a:pt x="68" y="100"/>
                  <a:pt x="68" y="100"/>
                  <a:pt x="68" y="100"/>
                </a:cubicBezTo>
                <a:cubicBezTo>
                  <a:pt x="65" y="102"/>
                  <a:pt x="66" y="106"/>
                  <a:pt x="68" y="109"/>
                </a:cubicBezTo>
                <a:cubicBezTo>
                  <a:pt x="69" y="110"/>
                  <a:pt x="71" y="110"/>
                  <a:pt x="73" y="110"/>
                </a:cubicBezTo>
                <a:cubicBezTo>
                  <a:pt x="74" y="110"/>
                  <a:pt x="76" y="109"/>
                  <a:pt x="77" y="108"/>
                </a:cubicBezTo>
                <a:close/>
                <a:moveTo>
                  <a:pt x="94" y="107"/>
                </a:moveTo>
                <a:cubicBezTo>
                  <a:pt x="96" y="105"/>
                  <a:pt x="96" y="105"/>
                  <a:pt x="96" y="105"/>
                </a:cubicBezTo>
                <a:cubicBezTo>
                  <a:pt x="98" y="102"/>
                  <a:pt x="98" y="98"/>
                  <a:pt x="96" y="96"/>
                </a:cubicBezTo>
                <a:cubicBezTo>
                  <a:pt x="94" y="95"/>
                  <a:pt x="93" y="94"/>
                  <a:pt x="91" y="95"/>
                </a:cubicBezTo>
                <a:cubicBezTo>
                  <a:pt x="89" y="95"/>
                  <a:pt x="88" y="95"/>
                  <a:pt x="87" y="96"/>
                </a:cubicBezTo>
                <a:cubicBezTo>
                  <a:pt x="80" y="105"/>
                  <a:pt x="80" y="105"/>
                  <a:pt x="80" y="105"/>
                </a:cubicBezTo>
                <a:cubicBezTo>
                  <a:pt x="77" y="107"/>
                  <a:pt x="78" y="111"/>
                  <a:pt x="80" y="113"/>
                </a:cubicBezTo>
                <a:cubicBezTo>
                  <a:pt x="81" y="115"/>
                  <a:pt x="83" y="115"/>
                  <a:pt x="85" y="115"/>
                </a:cubicBezTo>
                <a:cubicBezTo>
                  <a:pt x="87" y="115"/>
                  <a:pt x="88" y="114"/>
                  <a:pt x="89" y="113"/>
                </a:cubicBezTo>
                <a:lnTo>
                  <a:pt x="94" y="107"/>
                </a:lnTo>
                <a:close/>
                <a:moveTo>
                  <a:pt x="176" y="0"/>
                </a:moveTo>
                <a:cubicBezTo>
                  <a:pt x="163" y="7"/>
                  <a:pt x="144" y="17"/>
                  <a:pt x="141" y="19"/>
                </a:cubicBezTo>
                <a:cubicBezTo>
                  <a:pt x="143" y="23"/>
                  <a:pt x="172" y="72"/>
                  <a:pt x="172" y="72"/>
                </a:cubicBezTo>
                <a:cubicBezTo>
                  <a:pt x="205" y="55"/>
                  <a:pt x="205" y="55"/>
                  <a:pt x="205" y="55"/>
                </a:cubicBezTo>
                <a:moveTo>
                  <a:pt x="145" y="26"/>
                </a:moveTo>
                <a:cubicBezTo>
                  <a:pt x="129" y="20"/>
                  <a:pt x="120" y="30"/>
                  <a:pt x="111" y="30"/>
                </a:cubicBezTo>
                <a:cubicBezTo>
                  <a:pt x="106" y="30"/>
                  <a:pt x="103" y="30"/>
                  <a:pt x="101" y="30"/>
                </a:cubicBezTo>
                <a:cubicBezTo>
                  <a:pt x="101" y="30"/>
                  <a:pt x="101" y="30"/>
                  <a:pt x="101" y="30"/>
                </a:cubicBezTo>
                <a:cubicBezTo>
                  <a:pt x="100" y="30"/>
                  <a:pt x="99" y="30"/>
                  <a:pt x="98" y="31"/>
                </a:cubicBezTo>
                <a:cubicBezTo>
                  <a:pt x="70" y="45"/>
                  <a:pt x="70" y="45"/>
                  <a:pt x="70" y="45"/>
                </a:cubicBezTo>
                <a:cubicBezTo>
                  <a:pt x="58" y="51"/>
                  <a:pt x="70" y="61"/>
                  <a:pt x="75" y="60"/>
                </a:cubicBezTo>
                <a:cubicBezTo>
                  <a:pt x="79" y="59"/>
                  <a:pt x="90" y="55"/>
                  <a:pt x="97" y="52"/>
                </a:cubicBezTo>
                <a:cubicBezTo>
                  <a:pt x="102" y="50"/>
                  <a:pt x="107" y="50"/>
                  <a:pt x="111" y="53"/>
                </a:cubicBezTo>
                <a:cubicBezTo>
                  <a:pt x="123" y="62"/>
                  <a:pt x="148" y="81"/>
                  <a:pt x="150" y="83"/>
                </a:cubicBezTo>
                <a:moveTo>
                  <a:pt x="168" y="66"/>
                </a:moveTo>
                <a:cubicBezTo>
                  <a:pt x="166" y="67"/>
                  <a:pt x="161" y="71"/>
                  <a:pt x="159" y="72"/>
                </a:cubicBezTo>
                <a:cubicBezTo>
                  <a:pt x="158" y="73"/>
                  <a:pt x="158" y="74"/>
                  <a:pt x="157" y="76"/>
                </a:cubicBezTo>
                <a:cubicBezTo>
                  <a:pt x="155" y="79"/>
                  <a:pt x="152" y="82"/>
                  <a:pt x="150" y="83"/>
                </a:cubicBezTo>
                <a:moveTo>
                  <a:pt x="52" y="82"/>
                </a:moveTo>
                <a:cubicBezTo>
                  <a:pt x="52" y="82"/>
                  <a:pt x="52" y="82"/>
                  <a:pt x="52" y="82"/>
                </a:cubicBezTo>
                <a:moveTo>
                  <a:pt x="0" y="52"/>
                </a:moveTo>
                <a:cubicBezTo>
                  <a:pt x="30" y="76"/>
                  <a:pt x="30" y="76"/>
                  <a:pt x="30" y="76"/>
                </a:cubicBezTo>
                <a:cubicBezTo>
                  <a:pt x="71" y="24"/>
                  <a:pt x="71" y="24"/>
                  <a:pt x="71" y="24"/>
                </a:cubicBezTo>
                <a:cubicBezTo>
                  <a:pt x="42" y="0"/>
                  <a:pt x="42" y="0"/>
                  <a:pt x="42" y="0"/>
                </a:cubicBezTo>
                <a:moveTo>
                  <a:pt x="33" y="72"/>
                </a:moveTo>
                <a:cubicBezTo>
                  <a:pt x="41" y="79"/>
                  <a:pt x="49" y="84"/>
                  <a:pt x="49" y="84"/>
                </a:cubicBezTo>
                <a:moveTo>
                  <a:pt x="88" y="36"/>
                </a:moveTo>
                <a:cubicBezTo>
                  <a:pt x="84" y="34"/>
                  <a:pt x="75" y="30"/>
                  <a:pt x="68" y="28"/>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5" name="Text Placeholder 17">
            <a:extLst>
              <a:ext uri="{FF2B5EF4-FFF2-40B4-BE49-F238E27FC236}">
                <a16:creationId xmlns:a16="http://schemas.microsoft.com/office/drawing/2014/main" id="{F58E6BF7-F95D-4B57-BF80-1624C79FAE8B}"/>
              </a:ext>
            </a:extLst>
          </p:cNvPr>
          <p:cNvSpPr txBox="1">
            <a:spLocks/>
          </p:cNvSpPr>
          <p:nvPr/>
        </p:nvSpPr>
        <p:spPr>
          <a:xfrm>
            <a:off x="8936620" y="5555970"/>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86" name="Freeform 25">
            <a:extLst>
              <a:ext uri="{FF2B5EF4-FFF2-40B4-BE49-F238E27FC236}">
                <a16:creationId xmlns:a16="http://schemas.microsoft.com/office/drawing/2014/main" id="{F8EF72C9-92DB-46BD-A10C-CEDD3AD1EF68}"/>
              </a:ext>
            </a:extLst>
          </p:cNvPr>
          <p:cNvSpPr>
            <a:spLocks noEditPoints="1"/>
          </p:cNvSpPr>
          <p:nvPr/>
        </p:nvSpPr>
        <p:spPr bwMode="auto">
          <a:xfrm>
            <a:off x="6950936" y="4927363"/>
            <a:ext cx="598488" cy="487363"/>
          </a:xfrm>
          <a:custGeom>
            <a:avLst/>
            <a:gdLst>
              <a:gd name="T0" fmla="*/ 156 w 156"/>
              <a:gd name="T1" fmla="*/ 125 h 125"/>
              <a:gd name="T2" fmla="*/ 0 w 156"/>
              <a:gd name="T3" fmla="*/ 125 h 125"/>
              <a:gd name="T4" fmla="*/ 38 w 156"/>
              <a:gd name="T5" fmla="*/ 91 h 125"/>
              <a:gd name="T6" fmla="*/ 17 w 156"/>
              <a:gd name="T7" fmla="*/ 91 h 125"/>
              <a:gd name="T8" fmla="*/ 17 w 156"/>
              <a:gd name="T9" fmla="*/ 125 h 125"/>
              <a:gd name="T10" fmla="*/ 38 w 156"/>
              <a:gd name="T11" fmla="*/ 125 h 125"/>
              <a:gd name="T12" fmla="*/ 38 w 156"/>
              <a:gd name="T13" fmla="*/ 91 h 125"/>
              <a:gd name="T14" fmla="*/ 72 w 156"/>
              <a:gd name="T15" fmla="*/ 58 h 125"/>
              <a:gd name="T16" fmla="*/ 51 w 156"/>
              <a:gd name="T17" fmla="*/ 58 h 125"/>
              <a:gd name="T18" fmla="*/ 51 w 156"/>
              <a:gd name="T19" fmla="*/ 125 h 125"/>
              <a:gd name="T20" fmla="*/ 72 w 156"/>
              <a:gd name="T21" fmla="*/ 125 h 125"/>
              <a:gd name="T22" fmla="*/ 72 w 156"/>
              <a:gd name="T23" fmla="*/ 58 h 125"/>
              <a:gd name="T24" fmla="*/ 105 w 156"/>
              <a:gd name="T25" fmla="*/ 73 h 125"/>
              <a:gd name="T26" fmla="*/ 84 w 156"/>
              <a:gd name="T27" fmla="*/ 73 h 125"/>
              <a:gd name="T28" fmla="*/ 84 w 156"/>
              <a:gd name="T29" fmla="*/ 125 h 125"/>
              <a:gd name="T30" fmla="*/ 105 w 156"/>
              <a:gd name="T31" fmla="*/ 125 h 125"/>
              <a:gd name="T32" fmla="*/ 105 w 156"/>
              <a:gd name="T33" fmla="*/ 73 h 125"/>
              <a:gd name="T34" fmla="*/ 139 w 156"/>
              <a:gd name="T35" fmla="*/ 39 h 125"/>
              <a:gd name="T36" fmla="*/ 118 w 156"/>
              <a:gd name="T37" fmla="*/ 39 h 125"/>
              <a:gd name="T38" fmla="*/ 118 w 156"/>
              <a:gd name="T39" fmla="*/ 125 h 125"/>
              <a:gd name="T40" fmla="*/ 139 w 156"/>
              <a:gd name="T41" fmla="*/ 125 h 125"/>
              <a:gd name="T42" fmla="*/ 139 w 156"/>
              <a:gd name="T43" fmla="*/ 39 h 125"/>
              <a:gd name="T44" fmla="*/ 28 w 156"/>
              <a:gd name="T45" fmla="*/ 54 h 125"/>
              <a:gd name="T46" fmla="*/ 22 w 156"/>
              <a:gd name="T47" fmla="*/ 61 h 125"/>
              <a:gd name="T48" fmla="*/ 28 w 156"/>
              <a:gd name="T49" fmla="*/ 67 h 125"/>
              <a:gd name="T50" fmla="*/ 34 w 156"/>
              <a:gd name="T51" fmla="*/ 61 h 125"/>
              <a:gd name="T52" fmla="*/ 28 w 156"/>
              <a:gd name="T53" fmla="*/ 54 h 125"/>
              <a:gd name="T54" fmla="*/ 61 w 156"/>
              <a:gd name="T55" fmla="*/ 22 h 125"/>
              <a:gd name="T56" fmla="*/ 55 w 156"/>
              <a:gd name="T57" fmla="*/ 29 h 125"/>
              <a:gd name="T58" fmla="*/ 61 w 156"/>
              <a:gd name="T59" fmla="*/ 35 h 125"/>
              <a:gd name="T60" fmla="*/ 67 w 156"/>
              <a:gd name="T61" fmla="*/ 29 h 125"/>
              <a:gd name="T62" fmla="*/ 61 w 156"/>
              <a:gd name="T63" fmla="*/ 22 h 125"/>
              <a:gd name="T64" fmla="*/ 95 w 156"/>
              <a:gd name="T65" fmla="*/ 39 h 125"/>
              <a:gd name="T66" fmla="*/ 89 w 156"/>
              <a:gd name="T67" fmla="*/ 45 h 125"/>
              <a:gd name="T68" fmla="*/ 95 w 156"/>
              <a:gd name="T69" fmla="*/ 51 h 125"/>
              <a:gd name="T70" fmla="*/ 101 w 156"/>
              <a:gd name="T71" fmla="*/ 45 h 125"/>
              <a:gd name="T72" fmla="*/ 95 w 156"/>
              <a:gd name="T73" fmla="*/ 39 h 125"/>
              <a:gd name="T74" fmla="*/ 128 w 156"/>
              <a:gd name="T75" fmla="*/ 0 h 125"/>
              <a:gd name="T76" fmla="*/ 122 w 156"/>
              <a:gd name="T77" fmla="*/ 6 h 125"/>
              <a:gd name="T78" fmla="*/ 128 w 156"/>
              <a:gd name="T79" fmla="*/ 13 h 125"/>
              <a:gd name="T80" fmla="*/ 134 w 156"/>
              <a:gd name="T81" fmla="*/ 6 h 125"/>
              <a:gd name="T82" fmla="*/ 128 w 156"/>
              <a:gd name="T83" fmla="*/ 0 h 125"/>
              <a:gd name="T84" fmla="*/ 99 w 156"/>
              <a:gd name="T85" fmla="*/ 40 h 125"/>
              <a:gd name="T86" fmla="*/ 124 w 156"/>
              <a:gd name="T87" fmla="*/ 11 h 125"/>
              <a:gd name="T88" fmla="*/ 67 w 156"/>
              <a:gd name="T89" fmla="*/ 31 h 125"/>
              <a:gd name="T90" fmla="*/ 89 w 156"/>
              <a:gd name="T91" fmla="*/ 42 h 125"/>
              <a:gd name="T92" fmla="*/ 57 w 156"/>
              <a:gd name="T93" fmla="*/ 33 h 125"/>
              <a:gd name="T94" fmla="*/ 32 w 156"/>
              <a:gd name="T95" fmla="*/ 5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6" h="125">
                <a:moveTo>
                  <a:pt x="156" y="125"/>
                </a:moveTo>
                <a:cubicBezTo>
                  <a:pt x="0" y="125"/>
                  <a:pt x="0" y="125"/>
                  <a:pt x="0" y="125"/>
                </a:cubicBezTo>
                <a:moveTo>
                  <a:pt x="38" y="91"/>
                </a:moveTo>
                <a:cubicBezTo>
                  <a:pt x="17" y="91"/>
                  <a:pt x="17" y="91"/>
                  <a:pt x="17" y="91"/>
                </a:cubicBezTo>
                <a:cubicBezTo>
                  <a:pt x="17" y="125"/>
                  <a:pt x="17" y="125"/>
                  <a:pt x="17" y="125"/>
                </a:cubicBezTo>
                <a:cubicBezTo>
                  <a:pt x="38" y="125"/>
                  <a:pt x="38" y="125"/>
                  <a:pt x="38" y="125"/>
                </a:cubicBezTo>
                <a:lnTo>
                  <a:pt x="38" y="91"/>
                </a:lnTo>
                <a:close/>
                <a:moveTo>
                  <a:pt x="72" y="58"/>
                </a:moveTo>
                <a:cubicBezTo>
                  <a:pt x="51" y="58"/>
                  <a:pt x="51" y="58"/>
                  <a:pt x="51" y="58"/>
                </a:cubicBezTo>
                <a:cubicBezTo>
                  <a:pt x="51" y="125"/>
                  <a:pt x="51" y="125"/>
                  <a:pt x="51" y="125"/>
                </a:cubicBezTo>
                <a:cubicBezTo>
                  <a:pt x="72" y="125"/>
                  <a:pt x="72" y="125"/>
                  <a:pt x="72" y="125"/>
                </a:cubicBezTo>
                <a:lnTo>
                  <a:pt x="72" y="58"/>
                </a:lnTo>
                <a:close/>
                <a:moveTo>
                  <a:pt x="105" y="73"/>
                </a:moveTo>
                <a:cubicBezTo>
                  <a:pt x="84" y="73"/>
                  <a:pt x="84" y="73"/>
                  <a:pt x="84" y="73"/>
                </a:cubicBezTo>
                <a:cubicBezTo>
                  <a:pt x="84" y="125"/>
                  <a:pt x="84" y="125"/>
                  <a:pt x="84" y="125"/>
                </a:cubicBezTo>
                <a:cubicBezTo>
                  <a:pt x="105" y="125"/>
                  <a:pt x="105" y="125"/>
                  <a:pt x="105" y="125"/>
                </a:cubicBezTo>
                <a:lnTo>
                  <a:pt x="105" y="73"/>
                </a:lnTo>
                <a:close/>
                <a:moveTo>
                  <a:pt x="139" y="39"/>
                </a:moveTo>
                <a:cubicBezTo>
                  <a:pt x="118" y="39"/>
                  <a:pt x="118" y="39"/>
                  <a:pt x="118" y="39"/>
                </a:cubicBezTo>
                <a:cubicBezTo>
                  <a:pt x="118" y="125"/>
                  <a:pt x="118" y="125"/>
                  <a:pt x="118" y="125"/>
                </a:cubicBezTo>
                <a:cubicBezTo>
                  <a:pt x="139" y="125"/>
                  <a:pt x="139" y="125"/>
                  <a:pt x="139" y="125"/>
                </a:cubicBezTo>
                <a:lnTo>
                  <a:pt x="139" y="39"/>
                </a:lnTo>
                <a:close/>
                <a:moveTo>
                  <a:pt x="28" y="54"/>
                </a:moveTo>
                <a:cubicBezTo>
                  <a:pt x="24" y="54"/>
                  <a:pt x="22" y="57"/>
                  <a:pt x="22" y="61"/>
                </a:cubicBezTo>
                <a:cubicBezTo>
                  <a:pt x="22" y="64"/>
                  <a:pt x="24" y="67"/>
                  <a:pt x="28" y="67"/>
                </a:cubicBezTo>
                <a:cubicBezTo>
                  <a:pt x="31" y="67"/>
                  <a:pt x="34" y="64"/>
                  <a:pt x="34" y="61"/>
                </a:cubicBezTo>
                <a:cubicBezTo>
                  <a:pt x="34" y="57"/>
                  <a:pt x="31" y="54"/>
                  <a:pt x="28" y="54"/>
                </a:cubicBezTo>
                <a:close/>
                <a:moveTo>
                  <a:pt x="61" y="22"/>
                </a:moveTo>
                <a:cubicBezTo>
                  <a:pt x="58" y="22"/>
                  <a:pt x="55" y="25"/>
                  <a:pt x="55" y="29"/>
                </a:cubicBezTo>
                <a:cubicBezTo>
                  <a:pt x="55" y="32"/>
                  <a:pt x="58" y="35"/>
                  <a:pt x="61" y="35"/>
                </a:cubicBezTo>
                <a:cubicBezTo>
                  <a:pt x="65" y="35"/>
                  <a:pt x="67" y="32"/>
                  <a:pt x="67" y="29"/>
                </a:cubicBezTo>
                <a:cubicBezTo>
                  <a:pt x="67" y="25"/>
                  <a:pt x="65" y="22"/>
                  <a:pt x="61" y="22"/>
                </a:cubicBezTo>
                <a:close/>
                <a:moveTo>
                  <a:pt x="95" y="39"/>
                </a:moveTo>
                <a:cubicBezTo>
                  <a:pt x="91" y="39"/>
                  <a:pt x="89" y="41"/>
                  <a:pt x="89" y="45"/>
                </a:cubicBezTo>
                <a:cubicBezTo>
                  <a:pt x="89" y="48"/>
                  <a:pt x="91" y="51"/>
                  <a:pt x="95" y="51"/>
                </a:cubicBezTo>
                <a:cubicBezTo>
                  <a:pt x="98" y="51"/>
                  <a:pt x="101" y="48"/>
                  <a:pt x="101" y="45"/>
                </a:cubicBezTo>
                <a:cubicBezTo>
                  <a:pt x="101" y="41"/>
                  <a:pt x="98" y="39"/>
                  <a:pt x="95" y="39"/>
                </a:cubicBezTo>
                <a:close/>
                <a:moveTo>
                  <a:pt x="128" y="0"/>
                </a:moveTo>
                <a:cubicBezTo>
                  <a:pt x="125" y="0"/>
                  <a:pt x="122" y="3"/>
                  <a:pt x="122" y="6"/>
                </a:cubicBezTo>
                <a:cubicBezTo>
                  <a:pt x="122" y="10"/>
                  <a:pt x="125" y="13"/>
                  <a:pt x="128" y="13"/>
                </a:cubicBezTo>
                <a:cubicBezTo>
                  <a:pt x="132" y="13"/>
                  <a:pt x="134" y="10"/>
                  <a:pt x="134" y="6"/>
                </a:cubicBezTo>
                <a:cubicBezTo>
                  <a:pt x="134" y="3"/>
                  <a:pt x="132" y="0"/>
                  <a:pt x="128" y="0"/>
                </a:cubicBezTo>
                <a:close/>
                <a:moveTo>
                  <a:pt x="99" y="40"/>
                </a:moveTo>
                <a:cubicBezTo>
                  <a:pt x="124" y="11"/>
                  <a:pt x="124" y="11"/>
                  <a:pt x="124" y="11"/>
                </a:cubicBezTo>
                <a:moveTo>
                  <a:pt x="67" y="31"/>
                </a:moveTo>
                <a:cubicBezTo>
                  <a:pt x="89" y="42"/>
                  <a:pt x="89" y="42"/>
                  <a:pt x="89" y="42"/>
                </a:cubicBezTo>
                <a:moveTo>
                  <a:pt x="57" y="33"/>
                </a:moveTo>
                <a:cubicBezTo>
                  <a:pt x="32" y="56"/>
                  <a:pt x="32" y="56"/>
                  <a:pt x="32" y="56"/>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7" name="Text Placeholder 17">
            <a:extLst>
              <a:ext uri="{FF2B5EF4-FFF2-40B4-BE49-F238E27FC236}">
                <a16:creationId xmlns:a16="http://schemas.microsoft.com/office/drawing/2014/main" id="{1901EE10-986F-45D4-B243-B7379F4CEE37}"/>
              </a:ext>
            </a:extLst>
          </p:cNvPr>
          <p:cNvSpPr txBox="1">
            <a:spLocks/>
          </p:cNvSpPr>
          <p:nvPr/>
        </p:nvSpPr>
        <p:spPr>
          <a:xfrm>
            <a:off x="6488409" y="5555970"/>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88" name="01">
            <a:extLst>
              <a:ext uri="{FF2B5EF4-FFF2-40B4-BE49-F238E27FC236}">
                <a16:creationId xmlns:a16="http://schemas.microsoft.com/office/drawing/2014/main" id="{41344565-A137-4BFB-9AF2-BE07846DF96C}"/>
              </a:ext>
            </a:extLst>
          </p:cNvPr>
          <p:cNvSpPr>
            <a:spLocks noChangeArrowheads="1"/>
          </p:cNvSpPr>
          <p:nvPr/>
        </p:nvSpPr>
        <p:spPr bwMode="auto">
          <a:xfrm>
            <a:off x="2072014" y="2261732"/>
            <a:ext cx="8784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6000" b="1" i="0" u="none" strike="noStrike" cap="none" normalizeH="0" baseline="0">
                <a:ln>
                  <a:noFill/>
                </a:ln>
                <a:solidFill>
                  <a:schemeClr val="accent1"/>
                </a:solidFill>
                <a:effectLst/>
                <a:latin typeface="Open Sans" panose="020B0606030504020204" pitchFamily="34" charset="0"/>
              </a:rPr>
              <a:t>01</a:t>
            </a:r>
            <a:endParaRPr kumimoji="0" lang="ru-UA" altLang="ru-UA" sz="3200" b="0" i="0" u="none" strike="noStrike" cap="none" normalizeH="0" baseline="0">
              <a:ln>
                <a:noFill/>
              </a:ln>
              <a:solidFill>
                <a:schemeClr val="accent1"/>
              </a:solidFill>
              <a:effectLst/>
            </a:endParaRPr>
          </a:p>
        </p:txBody>
      </p:sp>
      <p:sp>
        <p:nvSpPr>
          <p:cNvPr id="89" name="Rectangle 109">
            <a:extLst>
              <a:ext uri="{FF2B5EF4-FFF2-40B4-BE49-F238E27FC236}">
                <a16:creationId xmlns:a16="http://schemas.microsoft.com/office/drawing/2014/main" id="{DEE7D031-A50E-4A87-BFE5-3FB8AD204217}"/>
              </a:ext>
            </a:extLst>
          </p:cNvPr>
          <p:cNvSpPr>
            <a:spLocks noChangeArrowheads="1"/>
          </p:cNvSpPr>
          <p:nvPr/>
        </p:nvSpPr>
        <p:spPr bwMode="auto">
          <a:xfrm>
            <a:off x="4427523" y="2240936"/>
            <a:ext cx="8784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6000" b="1" i="0" u="none" strike="noStrike" cap="none" normalizeH="0" baseline="0">
                <a:ln>
                  <a:noFill/>
                </a:ln>
                <a:solidFill>
                  <a:schemeClr val="accent6"/>
                </a:solidFill>
                <a:effectLst/>
                <a:latin typeface="Open Sans" panose="020B0606030504020204" pitchFamily="34" charset="0"/>
              </a:rPr>
              <a:t>02</a:t>
            </a:r>
            <a:endParaRPr kumimoji="0" lang="ru-UA" altLang="ru-UA" sz="3200" b="0" i="0" u="none" strike="noStrike" cap="none" normalizeH="0" baseline="0">
              <a:ln>
                <a:noFill/>
              </a:ln>
              <a:solidFill>
                <a:schemeClr val="accent6"/>
              </a:solidFill>
              <a:effectLst/>
            </a:endParaRPr>
          </a:p>
        </p:txBody>
      </p:sp>
      <p:sp>
        <p:nvSpPr>
          <p:cNvPr id="90" name="Rectangle 110">
            <a:extLst>
              <a:ext uri="{FF2B5EF4-FFF2-40B4-BE49-F238E27FC236}">
                <a16:creationId xmlns:a16="http://schemas.microsoft.com/office/drawing/2014/main" id="{19E51CDE-2360-4F8F-A0EC-01B6F562A885}"/>
              </a:ext>
            </a:extLst>
          </p:cNvPr>
          <p:cNvSpPr>
            <a:spLocks noChangeArrowheads="1"/>
          </p:cNvSpPr>
          <p:nvPr/>
        </p:nvSpPr>
        <p:spPr bwMode="auto">
          <a:xfrm>
            <a:off x="6863577" y="2246111"/>
            <a:ext cx="8784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6000" b="1" i="0" u="none" strike="noStrike" cap="none" normalizeH="0" baseline="0">
                <a:ln>
                  <a:noFill/>
                </a:ln>
                <a:solidFill>
                  <a:schemeClr val="accent3"/>
                </a:solidFill>
                <a:effectLst/>
                <a:latin typeface="Open Sans" panose="020B0606030504020204" pitchFamily="34" charset="0"/>
              </a:rPr>
              <a:t>03</a:t>
            </a:r>
            <a:endParaRPr kumimoji="0" lang="ru-UA" altLang="ru-UA" sz="3200" b="0" i="0" u="none" strike="noStrike" cap="none" normalizeH="0" baseline="0">
              <a:ln>
                <a:noFill/>
              </a:ln>
              <a:solidFill>
                <a:schemeClr val="accent3"/>
              </a:solidFill>
              <a:effectLst/>
            </a:endParaRPr>
          </a:p>
        </p:txBody>
      </p:sp>
      <p:sp>
        <p:nvSpPr>
          <p:cNvPr id="91" name="Rectangle 111">
            <a:extLst>
              <a:ext uri="{FF2B5EF4-FFF2-40B4-BE49-F238E27FC236}">
                <a16:creationId xmlns:a16="http://schemas.microsoft.com/office/drawing/2014/main" id="{8AEFA2EE-E2B5-4B2F-BB01-B4F368E0652C}"/>
              </a:ext>
            </a:extLst>
          </p:cNvPr>
          <p:cNvSpPr>
            <a:spLocks noChangeArrowheads="1"/>
          </p:cNvSpPr>
          <p:nvPr/>
        </p:nvSpPr>
        <p:spPr bwMode="auto">
          <a:xfrm>
            <a:off x="9316339" y="2248939"/>
            <a:ext cx="8784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6000" b="1" i="0" u="none" strike="noStrike" cap="none" normalizeH="0" baseline="0">
                <a:ln>
                  <a:noFill/>
                </a:ln>
                <a:solidFill>
                  <a:schemeClr val="accent4"/>
                </a:solidFill>
                <a:effectLst/>
                <a:latin typeface="Open Sans" panose="020B0606030504020204" pitchFamily="34" charset="0"/>
              </a:rPr>
              <a:t>04</a:t>
            </a:r>
            <a:endParaRPr kumimoji="0" lang="ru-UA" altLang="ru-UA" sz="3200" b="0" i="0" u="none" strike="noStrike" cap="none" normalizeH="0" baseline="0">
              <a:ln>
                <a:noFill/>
              </a:ln>
              <a:solidFill>
                <a:schemeClr val="accent4"/>
              </a:solidFill>
              <a:effectLst/>
            </a:endParaRPr>
          </a:p>
        </p:txBody>
      </p:sp>
    </p:spTree>
    <p:extLst>
      <p:ext uri="{BB962C8B-B14F-4D97-AF65-F5344CB8AC3E}">
        <p14:creationId xmlns:p14="http://schemas.microsoft.com/office/powerpoint/2010/main" val="381901988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7000">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14:bounceEnd="67000">
                                          <p:cBhvr additive="base">
                                            <p:cTn id="7" dur="1000" fill="hold"/>
                                            <p:tgtEl>
                                              <p:spTgt spid="44"/>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44"/>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200"/>
                                      </p:stCondLst>
                                      <p:childTnLst>
                                        <p:set>
                                          <p:cBhvr>
                                            <p:cTn id="10" dur="1" fill="hold">
                                              <p:stCondLst>
                                                <p:cond delay="0"/>
                                              </p:stCondLst>
                                            </p:cTn>
                                            <p:tgtEl>
                                              <p:spTgt spid="18"/>
                                            </p:tgtEl>
                                            <p:attrNameLst>
                                              <p:attrName>style.visibility</p:attrName>
                                            </p:attrNameLst>
                                          </p:cBhvr>
                                          <p:to>
                                            <p:strVal val="visible"/>
                                          </p:to>
                                        </p:set>
                                        <p:anim calcmode="lin" valueType="num" p14:bounceEnd="67000">
                                          <p:cBhvr additive="base">
                                            <p:cTn id="11" dur="1000" fill="hold"/>
                                            <p:tgtEl>
                                              <p:spTgt spid="18"/>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8"/>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7000">
                                      <p:stCondLst>
                                        <p:cond delay="400"/>
                                      </p:stCondLst>
                                      <p:childTnLst>
                                        <p:set>
                                          <p:cBhvr>
                                            <p:cTn id="14" dur="1" fill="hold">
                                              <p:stCondLst>
                                                <p:cond delay="0"/>
                                              </p:stCondLst>
                                            </p:cTn>
                                            <p:tgtEl>
                                              <p:spTgt spid="46"/>
                                            </p:tgtEl>
                                            <p:attrNameLst>
                                              <p:attrName>style.visibility</p:attrName>
                                            </p:attrNameLst>
                                          </p:cBhvr>
                                          <p:to>
                                            <p:strVal val="visible"/>
                                          </p:to>
                                        </p:set>
                                        <p:anim calcmode="lin" valueType="num" p14:bounceEnd="67000">
                                          <p:cBhvr additive="base">
                                            <p:cTn id="15" dur="1000" fill="hold"/>
                                            <p:tgtEl>
                                              <p:spTgt spid="46"/>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46"/>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67000">
                                      <p:stCondLst>
                                        <p:cond delay="600"/>
                                      </p:stCondLst>
                                      <p:childTnLst>
                                        <p:set>
                                          <p:cBhvr>
                                            <p:cTn id="18" dur="1" fill="hold">
                                              <p:stCondLst>
                                                <p:cond delay="0"/>
                                              </p:stCondLst>
                                            </p:cTn>
                                            <p:tgtEl>
                                              <p:spTgt spid="61"/>
                                            </p:tgtEl>
                                            <p:attrNameLst>
                                              <p:attrName>style.visibility</p:attrName>
                                            </p:attrNameLst>
                                          </p:cBhvr>
                                          <p:to>
                                            <p:strVal val="visible"/>
                                          </p:to>
                                        </p:set>
                                        <p:anim calcmode="lin" valueType="num" p14:bounceEnd="67000">
                                          <p:cBhvr additive="base">
                                            <p:cTn id="19" dur="1000" fill="hold"/>
                                            <p:tgtEl>
                                              <p:spTgt spid="61"/>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61"/>
                                            </p:tgtEl>
                                            <p:attrNameLst>
                                              <p:attrName>ppt_y</p:attrName>
                                            </p:attrNameLst>
                                          </p:cBhvr>
                                          <p:tavLst>
                                            <p:tav tm="0">
                                              <p:val>
                                                <p:strVal val="0-#ppt_h/2"/>
                                              </p:val>
                                            </p:tav>
                                            <p:tav tm="100000">
                                              <p:val>
                                                <p:strVal val="#ppt_y"/>
                                              </p:val>
                                            </p:tav>
                                          </p:tavLst>
                                        </p:anim>
                                      </p:childTnLst>
                                    </p:cTn>
                                  </p:par>
                                  <p:par>
                                    <p:cTn id="21" presetID="53" presetClass="entr" presetSubtype="16" fill="hold" grpId="0" nodeType="withEffect">
                                      <p:stCondLst>
                                        <p:cond delay="200"/>
                                      </p:stCondLst>
                                      <p:childTnLst>
                                        <p:set>
                                          <p:cBhvr>
                                            <p:cTn id="22" dur="1" fill="hold">
                                              <p:stCondLst>
                                                <p:cond delay="0"/>
                                              </p:stCondLst>
                                            </p:cTn>
                                            <p:tgtEl>
                                              <p:spTgt spid="88"/>
                                            </p:tgtEl>
                                            <p:attrNameLst>
                                              <p:attrName>style.visibility</p:attrName>
                                            </p:attrNameLst>
                                          </p:cBhvr>
                                          <p:to>
                                            <p:strVal val="visible"/>
                                          </p:to>
                                        </p:set>
                                        <p:anim calcmode="lin" valueType="num">
                                          <p:cBhvr>
                                            <p:cTn id="23" dur="750" fill="hold"/>
                                            <p:tgtEl>
                                              <p:spTgt spid="88"/>
                                            </p:tgtEl>
                                            <p:attrNameLst>
                                              <p:attrName>ppt_w</p:attrName>
                                            </p:attrNameLst>
                                          </p:cBhvr>
                                          <p:tavLst>
                                            <p:tav tm="0">
                                              <p:val>
                                                <p:fltVal val="0"/>
                                              </p:val>
                                            </p:tav>
                                            <p:tav tm="100000">
                                              <p:val>
                                                <p:strVal val="#ppt_w"/>
                                              </p:val>
                                            </p:tav>
                                          </p:tavLst>
                                        </p:anim>
                                        <p:anim calcmode="lin" valueType="num">
                                          <p:cBhvr>
                                            <p:cTn id="24" dur="750" fill="hold"/>
                                            <p:tgtEl>
                                              <p:spTgt spid="88"/>
                                            </p:tgtEl>
                                            <p:attrNameLst>
                                              <p:attrName>ppt_h</p:attrName>
                                            </p:attrNameLst>
                                          </p:cBhvr>
                                          <p:tavLst>
                                            <p:tav tm="0">
                                              <p:val>
                                                <p:fltVal val="0"/>
                                              </p:val>
                                            </p:tav>
                                            <p:tav tm="100000">
                                              <p:val>
                                                <p:strVal val="#ppt_h"/>
                                              </p:val>
                                            </p:tav>
                                          </p:tavLst>
                                        </p:anim>
                                        <p:animEffect transition="in" filter="fade">
                                          <p:cBhvr>
                                            <p:cTn id="25" dur="750"/>
                                            <p:tgtEl>
                                              <p:spTgt spid="88"/>
                                            </p:tgtEl>
                                          </p:cBhvr>
                                        </p:animEffect>
                                      </p:childTnLst>
                                    </p:cTn>
                                  </p:par>
                                  <p:par>
                                    <p:cTn id="26" presetID="53" presetClass="entr" presetSubtype="16" fill="hold" grpId="0" nodeType="withEffect">
                                      <p:stCondLst>
                                        <p:cond delay="400"/>
                                      </p:stCondLst>
                                      <p:childTnLst>
                                        <p:set>
                                          <p:cBhvr>
                                            <p:cTn id="27" dur="1" fill="hold">
                                              <p:stCondLst>
                                                <p:cond delay="0"/>
                                              </p:stCondLst>
                                            </p:cTn>
                                            <p:tgtEl>
                                              <p:spTgt spid="89"/>
                                            </p:tgtEl>
                                            <p:attrNameLst>
                                              <p:attrName>style.visibility</p:attrName>
                                            </p:attrNameLst>
                                          </p:cBhvr>
                                          <p:to>
                                            <p:strVal val="visible"/>
                                          </p:to>
                                        </p:set>
                                        <p:anim calcmode="lin" valueType="num">
                                          <p:cBhvr>
                                            <p:cTn id="28" dur="750" fill="hold"/>
                                            <p:tgtEl>
                                              <p:spTgt spid="89"/>
                                            </p:tgtEl>
                                            <p:attrNameLst>
                                              <p:attrName>ppt_w</p:attrName>
                                            </p:attrNameLst>
                                          </p:cBhvr>
                                          <p:tavLst>
                                            <p:tav tm="0">
                                              <p:val>
                                                <p:fltVal val="0"/>
                                              </p:val>
                                            </p:tav>
                                            <p:tav tm="100000">
                                              <p:val>
                                                <p:strVal val="#ppt_w"/>
                                              </p:val>
                                            </p:tav>
                                          </p:tavLst>
                                        </p:anim>
                                        <p:anim calcmode="lin" valueType="num">
                                          <p:cBhvr>
                                            <p:cTn id="29" dur="750" fill="hold"/>
                                            <p:tgtEl>
                                              <p:spTgt spid="89"/>
                                            </p:tgtEl>
                                            <p:attrNameLst>
                                              <p:attrName>ppt_h</p:attrName>
                                            </p:attrNameLst>
                                          </p:cBhvr>
                                          <p:tavLst>
                                            <p:tav tm="0">
                                              <p:val>
                                                <p:fltVal val="0"/>
                                              </p:val>
                                            </p:tav>
                                            <p:tav tm="100000">
                                              <p:val>
                                                <p:strVal val="#ppt_h"/>
                                              </p:val>
                                            </p:tav>
                                          </p:tavLst>
                                        </p:anim>
                                        <p:animEffect transition="in" filter="fade">
                                          <p:cBhvr>
                                            <p:cTn id="30" dur="750"/>
                                            <p:tgtEl>
                                              <p:spTgt spid="89"/>
                                            </p:tgtEl>
                                          </p:cBhvr>
                                        </p:animEffect>
                                      </p:childTnLst>
                                    </p:cTn>
                                  </p:par>
                                  <p:par>
                                    <p:cTn id="31" presetID="53" presetClass="entr" presetSubtype="16" fill="hold" grpId="0" nodeType="withEffect">
                                      <p:stCondLst>
                                        <p:cond delay="600"/>
                                      </p:stCondLst>
                                      <p:childTnLst>
                                        <p:set>
                                          <p:cBhvr>
                                            <p:cTn id="32" dur="1" fill="hold">
                                              <p:stCondLst>
                                                <p:cond delay="0"/>
                                              </p:stCondLst>
                                            </p:cTn>
                                            <p:tgtEl>
                                              <p:spTgt spid="90"/>
                                            </p:tgtEl>
                                            <p:attrNameLst>
                                              <p:attrName>style.visibility</p:attrName>
                                            </p:attrNameLst>
                                          </p:cBhvr>
                                          <p:to>
                                            <p:strVal val="visible"/>
                                          </p:to>
                                        </p:set>
                                        <p:anim calcmode="lin" valueType="num">
                                          <p:cBhvr>
                                            <p:cTn id="33" dur="750" fill="hold"/>
                                            <p:tgtEl>
                                              <p:spTgt spid="90"/>
                                            </p:tgtEl>
                                            <p:attrNameLst>
                                              <p:attrName>ppt_w</p:attrName>
                                            </p:attrNameLst>
                                          </p:cBhvr>
                                          <p:tavLst>
                                            <p:tav tm="0">
                                              <p:val>
                                                <p:fltVal val="0"/>
                                              </p:val>
                                            </p:tav>
                                            <p:tav tm="100000">
                                              <p:val>
                                                <p:strVal val="#ppt_w"/>
                                              </p:val>
                                            </p:tav>
                                          </p:tavLst>
                                        </p:anim>
                                        <p:anim calcmode="lin" valueType="num">
                                          <p:cBhvr>
                                            <p:cTn id="34" dur="750" fill="hold"/>
                                            <p:tgtEl>
                                              <p:spTgt spid="90"/>
                                            </p:tgtEl>
                                            <p:attrNameLst>
                                              <p:attrName>ppt_h</p:attrName>
                                            </p:attrNameLst>
                                          </p:cBhvr>
                                          <p:tavLst>
                                            <p:tav tm="0">
                                              <p:val>
                                                <p:fltVal val="0"/>
                                              </p:val>
                                            </p:tav>
                                            <p:tav tm="100000">
                                              <p:val>
                                                <p:strVal val="#ppt_h"/>
                                              </p:val>
                                            </p:tav>
                                          </p:tavLst>
                                        </p:anim>
                                        <p:animEffect transition="in" filter="fade">
                                          <p:cBhvr>
                                            <p:cTn id="35" dur="750"/>
                                            <p:tgtEl>
                                              <p:spTgt spid="90"/>
                                            </p:tgtEl>
                                          </p:cBhvr>
                                        </p:animEffect>
                                      </p:childTnLst>
                                    </p:cTn>
                                  </p:par>
                                  <p:par>
                                    <p:cTn id="36" presetID="53" presetClass="entr" presetSubtype="16" fill="hold" grpId="0" nodeType="withEffect">
                                      <p:stCondLst>
                                        <p:cond delay="800"/>
                                      </p:stCondLst>
                                      <p:childTnLst>
                                        <p:set>
                                          <p:cBhvr>
                                            <p:cTn id="37" dur="1" fill="hold">
                                              <p:stCondLst>
                                                <p:cond delay="0"/>
                                              </p:stCondLst>
                                            </p:cTn>
                                            <p:tgtEl>
                                              <p:spTgt spid="91"/>
                                            </p:tgtEl>
                                            <p:attrNameLst>
                                              <p:attrName>style.visibility</p:attrName>
                                            </p:attrNameLst>
                                          </p:cBhvr>
                                          <p:to>
                                            <p:strVal val="visible"/>
                                          </p:to>
                                        </p:set>
                                        <p:anim calcmode="lin" valueType="num">
                                          <p:cBhvr>
                                            <p:cTn id="38" dur="750" fill="hold"/>
                                            <p:tgtEl>
                                              <p:spTgt spid="91"/>
                                            </p:tgtEl>
                                            <p:attrNameLst>
                                              <p:attrName>ppt_w</p:attrName>
                                            </p:attrNameLst>
                                          </p:cBhvr>
                                          <p:tavLst>
                                            <p:tav tm="0">
                                              <p:val>
                                                <p:fltVal val="0"/>
                                              </p:val>
                                            </p:tav>
                                            <p:tav tm="100000">
                                              <p:val>
                                                <p:strVal val="#ppt_w"/>
                                              </p:val>
                                            </p:tav>
                                          </p:tavLst>
                                        </p:anim>
                                        <p:anim calcmode="lin" valueType="num">
                                          <p:cBhvr>
                                            <p:cTn id="39" dur="750" fill="hold"/>
                                            <p:tgtEl>
                                              <p:spTgt spid="91"/>
                                            </p:tgtEl>
                                            <p:attrNameLst>
                                              <p:attrName>ppt_h</p:attrName>
                                            </p:attrNameLst>
                                          </p:cBhvr>
                                          <p:tavLst>
                                            <p:tav tm="0">
                                              <p:val>
                                                <p:fltVal val="0"/>
                                              </p:val>
                                            </p:tav>
                                            <p:tav tm="100000">
                                              <p:val>
                                                <p:strVal val="#ppt_h"/>
                                              </p:val>
                                            </p:tav>
                                          </p:tavLst>
                                        </p:anim>
                                        <p:animEffect transition="in" filter="fade">
                                          <p:cBhvr>
                                            <p:cTn id="40" dur="750"/>
                                            <p:tgtEl>
                                              <p:spTgt spid="91"/>
                                            </p:tgtEl>
                                          </p:cBhvr>
                                        </p:animEffect>
                                      </p:childTnLst>
                                    </p:cTn>
                                  </p:par>
                                  <p:par>
                                    <p:cTn id="41" presetID="53" presetClass="entr" presetSubtype="16" fill="hold" grpId="0" nodeType="withEffect">
                                      <p:stCondLst>
                                        <p:cond delay="200"/>
                                      </p:stCondLst>
                                      <p:childTnLst>
                                        <p:set>
                                          <p:cBhvr>
                                            <p:cTn id="42" dur="1" fill="hold">
                                              <p:stCondLst>
                                                <p:cond delay="0"/>
                                              </p:stCondLst>
                                            </p:cTn>
                                            <p:tgtEl>
                                              <p:spTgt spid="75"/>
                                            </p:tgtEl>
                                            <p:attrNameLst>
                                              <p:attrName>style.visibility</p:attrName>
                                            </p:attrNameLst>
                                          </p:cBhvr>
                                          <p:to>
                                            <p:strVal val="visible"/>
                                          </p:to>
                                        </p:set>
                                        <p:anim calcmode="lin" valueType="num">
                                          <p:cBhvr>
                                            <p:cTn id="43" dur="750" fill="hold"/>
                                            <p:tgtEl>
                                              <p:spTgt spid="75"/>
                                            </p:tgtEl>
                                            <p:attrNameLst>
                                              <p:attrName>ppt_w</p:attrName>
                                            </p:attrNameLst>
                                          </p:cBhvr>
                                          <p:tavLst>
                                            <p:tav tm="0">
                                              <p:val>
                                                <p:fltVal val="0"/>
                                              </p:val>
                                            </p:tav>
                                            <p:tav tm="100000">
                                              <p:val>
                                                <p:strVal val="#ppt_w"/>
                                              </p:val>
                                            </p:tav>
                                          </p:tavLst>
                                        </p:anim>
                                        <p:anim calcmode="lin" valueType="num">
                                          <p:cBhvr>
                                            <p:cTn id="44" dur="750" fill="hold"/>
                                            <p:tgtEl>
                                              <p:spTgt spid="75"/>
                                            </p:tgtEl>
                                            <p:attrNameLst>
                                              <p:attrName>ppt_h</p:attrName>
                                            </p:attrNameLst>
                                          </p:cBhvr>
                                          <p:tavLst>
                                            <p:tav tm="0">
                                              <p:val>
                                                <p:fltVal val="0"/>
                                              </p:val>
                                            </p:tav>
                                            <p:tav tm="100000">
                                              <p:val>
                                                <p:strVal val="#ppt_h"/>
                                              </p:val>
                                            </p:tav>
                                          </p:tavLst>
                                        </p:anim>
                                        <p:animEffect transition="in" filter="fade">
                                          <p:cBhvr>
                                            <p:cTn id="45" dur="750"/>
                                            <p:tgtEl>
                                              <p:spTgt spid="75"/>
                                            </p:tgtEl>
                                          </p:cBhvr>
                                        </p:animEffect>
                                      </p:childTnLst>
                                    </p:cTn>
                                  </p:par>
                                  <p:par>
                                    <p:cTn id="46" presetID="53" presetClass="entr" presetSubtype="16" fill="hold" grpId="0" nodeType="withEffect">
                                      <p:stCondLst>
                                        <p:cond delay="200"/>
                                      </p:stCondLst>
                                      <p:childTnLst>
                                        <p:set>
                                          <p:cBhvr>
                                            <p:cTn id="47" dur="1" fill="hold">
                                              <p:stCondLst>
                                                <p:cond delay="0"/>
                                              </p:stCondLst>
                                            </p:cTn>
                                            <p:tgtEl>
                                              <p:spTgt spid="76"/>
                                            </p:tgtEl>
                                            <p:attrNameLst>
                                              <p:attrName>style.visibility</p:attrName>
                                            </p:attrNameLst>
                                          </p:cBhvr>
                                          <p:to>
                                            <p:strVal val="visible"/>
                                          </p:to>
                                        </p:set>
                                        <p:anim calcmode="lin" valueType="num">
                                          <p:cBhvr>
                                            <p:cTn id="48" dur="750" fill="hold"/>
                                            <p:tgtEl>
                                              <p:spTgt spid="76"/>
                                            </p:tgtEl>
                                            <p:attrNameLst>
                                              <p:attrName>ppt_w</p:attrName>
                                            </p:attrNameLst>
                                          </p:cBhvr>
                                          <p:tavLst>
                                            <p:tav tm="0">
                                              <p:val>
                                                <p:fltVal val="0"/>
                                              </p:val>
                                            </p:tav>
                                            <p:tav tm="100000">
                                              <p:val>
                                                <p:strVal val="#ppt_w"/>
                                              </p:val>
                                            </p:tav>
                                          </p:tavLst>
                                        </p:anim>
                                        <p:anim calcmode="lin" valueType="num">
                                          <p:cBhvr>
                                            <p:cTn id="49" dur="750" fill="hold"/>
                                            <p:tgtEl>
                                              <p:spTgt spid="76"/>
                                            </p:tgtEl>
                                            <p:attrNameLst>
                                              <p:attrName>ppt_h</p:attrName>
                                            </p:attrNameLst>
                                          </p:cBhvr>
                                          <p:tavLst>
                                            <p:tav tm="0">
                                              <p:val>
                                                <p:fltVal val="0"/>
                                              </p:val>
                                            </p:tav>
                                            <p:tav tm="100000">
                                              <p:val>
                                                <p:strVal val="#ppt_h"/>
                                              </p:val>
                                            </p:tav>
                                          </p:tavLst>
                                        </p:anim>
                                        <p:animEffect transition="in" filter="fade">
                                          <p:cBhvr>
                                            <p:cTn id="50" dur="750"/>
                                            <p:tgtEl>
                                              <p:spTgt spid="76"/>
                                            </p:tgtEl>
                                          </p:cBhvr>
                                        </p:animEffect>
                                      </p:childTnLst>
                                    </p:cTn>
                                  </p:par>
                                  <p:par>
                                    <p:cTn id="51" presetID="53" presetClass="entr" presetSubtype="16" fill="hold" nodeType="withEffect">
                                      <p:stCondLst>
                                        <p:cond delay="400"/>
                                      </p:stCondLst>
                                      <p:childTnLst>
                                        <p:set>
                                          <p:cBhvr>
                                            <p:cTn id="52" dur="1" fill="hold">
                                              <p:stCondLst>
                                                <p:cond delay="0"/>
                                              </p:stCondLst>
                                            </p:cTn>
                                            <p:tgtEl>
                                              <p:spTgt spid="77"/>
                                            </p:tgtEl>
                                            <p:attrNameLst>
                                              <p:attrName>style.visibility</p:attrName>
                                            </p:attrNameLst>
                                          </p:cBhvr>
                                          <p:to>
                                            <p:strVal val="visible"/>
                                          </p:to>
                                        </p:set>
                                        <p:anim calcmode="lin" valueType="num">
                                          <p:cBhvr>
                                            <p:cTn id="53" dur="750" fill="hold"/>
                                            <p:tgtEl>
                                              <p:spTgt spid="77"/>
                                            </p:tgtEl>
                                            <p:attrNameLst>
                                              <p:attrName>ppt_w</p:attrName>
                                            </p:attrNameLst>
                                          </p:cBhvr>
                                          <p:tavLst>
                                            <p:tav tm="0">
                                              <p:val>
                                                <p:fltVal val="0"/>
                                              </p:val>
                                            </p:tav>
                                            <p:tav tm="100000">
                                              <p:val>
                                                <p:strVal val="#ppt_w"/>
                                              </p:val>
                                            </p:tav>
                                          </p:tavLst>
                                        </p:anim>
                                        <p:anim calcmode="lin" valueType="num">
                                          <p:cBhvr>
                                            <p:cTn id="54" dur="750" fill="hold"/>
                                            <p:tgtEl>
                                              <p:spTgt spid="77"/>
                                            </p:tgtEl>
                                            <p:attrNameLst>
                                              <p:attrName>ppt_h</p:attrName>
                                            </p:attrNameLst>
                                          </p:cBhvr>
                                          <p:tavLst>
                                            <p:tav tm="0">
                                              <p:val>
                                                <p:fltVal val="0"/>
                                              </p:val>
                                            </p:tav>
                                            <p:tav tm="100000">
                                              <p:val>
                                                <p:strVal val="#ppt_h"/>
                                              </p:val>
                                            </p:tav>
                                          </p:tavLst>
                                        </p:anim>
                                        <p:animEffect transition="in" filter="fade">
                                          <p:cBhvr>
                                            <p:cTn id="55" dur="750"/>
                                            <p:tgtEl>
                                              <p:spTgt spid="77"/>
                                            </p:tgtEl>
                                          </p:cBhvr>
                                        </p:animEffect>
                                      </p:childTnLst>
                                    </p:cTn>
                                  </p:par>
                                  <p:par>
                                    <p:cTn id="56" presetID="53" presetClass="entr" presetSubtype="16" fill="hold" grpId="0" nodeType="withEffect">
                                      <p:stCondLst>
                                        <p:cond delay="400"/>
                                      </p:stCondLst>
                                      <p:childTnLst>
                                        <p:set>
                                          <p:cBhvr>
                                            <p:cTn id="57" dur="1" fill="hold">
                                              <p:stCondLst>
                                                <p:cond delay="0"/>
                                              </p:stCondLst>
                                            </p:cTn>
                                            <p:tgtEl>
                                              <p:spTgt spid="83"/>
                                            </p:tgtEl>
                                            <p:attrNameLst>
                                              <p:attrName>style.visibility</p:attrName>
                                            </p:attrNameLst>
                                          </p:cBhvr>
                                          <p:to>
                                            <p:strVal val="visible"/>
                                          </p:to>
                                        </p:set>
                                        <p:anim calcmode="lin" valueType="num">
                                          <p:cBhvr>
                                            <p:cTn id="58" dur="750" fill="hold"/>
                                            <p:tgtEl>
                                              <p:spTgt spid="83"/>
                                            </p:tgtEl>
                                            <p:attrNameLst>
                                              <p:attrName>ppt_w</p:attrName>
                                            </p:attrNameLst>
                                          </p:cBhvr>
                                          <p:tavLst>
                                            <p:tav tm="0">
                                              <p:val>
                                                <p:fltVal val="0"/>
                                              </p:val>
                                            </p:tav>
                                            <p:tav tm="100000">
                                              <p:val>
                                                <p:strVal val="#ppt_w"/>
                                              </p:val>
                                            </p:tav>
                                          </p:tavLst>
                                        </p:anim>
                                        <p:anim calcmode="lin" valueType="num">
                                          <p:cBhvr>
                                            <p:cTn id="59" dur="750" fill="hold"/>
                                            <p:tgtEl>
                                              <p:spTgt spid="83"/>
                                            </p:tgtEl>
                                            <p:attrNameLst>
                                              <p:attrName>ppt_h</p:attrName>
                                            </p:attrNameLst>
                                          </p:cBhvr>
                                          <p:tavLst>
                                            <p:tav tm="0">
                                              <p:val>
                                                <p:fltVal val="0"/>
                                              </p:val>
                                            </p:tav>
                                            <p:tav tm="100000">
                                              <p:val>
                                                <p:strVal val="#ppt_h"/>
                                              </p:val>
                                            </p:tav>
                                          </p:tavLst>
                                        </p:anim>
                                        <p:animEffect transition="in" filter="fade">
                                          <p:cBhvr>
                                            <p:cTn id="60" dur="750"/>
                                            <p:tgtEl>
                                              <p:spTgt spid="83"/>
                                            </p:tgtEl>
                                          </p:cBhvr>
                                        </p:animEffect>
                                      </p:childTnLst>
                                    </p:cTn>
                                  </p:par>
                                  <p:par>
                                    <p:cTn id="61" presetID="53" presetClass="entr" presetSubtype="16" fill="hold" grpId="0" nodeType="withEffect">
                                      <p:stCondLst>
                                        <p:cond delay="600"/>
                                      </p:stCondLst>
                                      <p:childTnLst>
                                        <p:set>
                                          <p:cBhvr>
                                            <p:cTn id="62" dur="1" fill="hold">
                                              <p:stCondLst>
                                                <p:cond delay="0"/>
                                              </p:stCondLst>
                                            </p:cTn>
                                            <p:tgtEl>
                                              <p:spTgt spid="86"/>
                                            </p:tgtEl>
                                            <p:attrNameLst>
                                              <p:attrName>style.visibility</p:attrName>
                                            </p:attrNameLst>
                                          </p:cBhvr>
                                          <p:to>
                                            <p:strVal val="visible"/>
                                          </p:to>
                                        </p:set>
                                        <p:anim calcmode="lin" valueType="num">
                                          <p:cBhvr>
                                            <p:cTn id="63" dur="750" fill="hold"/>
                                            <p:tgtEl>
                                              <p:spTgt spid="86"/>
                                            </p:tgtEl>
                                            <p:attrNameLst>
                                              <p:attrName>ppt_w</p:attrName>
                                            </p:attrNameLst>
                                          </p:cBhvr>
                                          <p:tavLst>
                                            <p:tav tm="0">
                                              <p:val>
                                                <p:fltVal val="0"/>
                                              </p:val>
                                            </p:tav>
                                            <p:tav tm="100000">
                                              <p:val>
                                                <p:strVal val="#ppt_w"/>
                                              </p:val>
                                            </p:tav>
                                          </p:tavLst>
                                        </p:anim>
                                        <p:anim calcmode="lin" valueType="num">
                                          <p:cBhvr>
                                            <p:cTn id="64" dur="750" fill="hold"/>
                                            <p:tgtEl>
                                              <p:spTgt spid="86"/>
                                            </p:tgtEl>
                                            <p:attrNameLst>
                                              <p:attrName>ppt_h</p:attrName>
                                            </p:attrNameLst>
                                          </p:cBhvr>
                                          <p:tavLst>
                                            <p:tav tm="0">
                                              <p:val>
                                                <p:fltVal val="0"/>
                                              </p:val>
                                            </p:tav>
                                            <p:tav tm="100000">
                                              <p:val>
                                                <p:strVal val="#ppt_h"/>
                                              </p:val>
                                            </p:tav>
                                          </p:tavLst>
                                        </p:anim>
                                        <p:animEffect transition="in" filter="fade">
                                          <p:cBhvr>
                                            <p:cTn id="65" dur="750"/>
                                            <p:tgtEl>
                                              <p:spTgt spid="86"/>
                                            </p:tgtEl>
                                          </p:cBhvr>
                                        </p:animEffect>
                                      </p:childTnLst>
                                    </p:cTn>
                                  </p:par>
                                  <p:par>
                                    <p:cTn id="66" presetID="53" presetClass="entr" presetSubtype="16" fill="hold" grpId="0" nodeType="withEffect">
                                      <p:stCondLst>
                                        <p:cond delay="600"/>
                                      </p:stCondLst>
                                      <p:childTnLst>
                                        <p:set>
                                          <p:cBhvr>
                                            <p:cTn id="67" dur="1" fill="hold">
                                              <p:stCondLst>
                                                <p:cond delay="0"/>
                                              </p:stCondLst>
                                            </p:cTn>
                                            <p:tgtEl>
                                              <p:spTgt spid="87"/>
                                            </p:tgtEl>
                                            <p:attrNameLst>
                                              <p:attrName>style.visibility</p:attrName>
                                            </p:attrNameLst>
                                          </p:cBhvr>
                                          <p:to>
                                            <p:strVal val="visible"/>
                                          </p:to>
                                        </p:set>
                                        <p:anim calcmode="lin" valueType="num">
                                          <p:cBhvr>
                                            <p:cTn id="68" dur="750" fill="hold"/>
                                            <p:tgtEl>
                                              <p:spTgt spid="87"/>
                                            </p:tgtEl>
                                            <p:attrNameLst>
                                              <p:attrName>ppt_w</p:attrName>
                                            </p:attrNameLst>
                                          </p:cBhvr>
                                          <p:tavLst>
                                            <p:tav tm="0">
                                              <p:val>
                                                <p:fltVal val="0"/>
                                              </p:val>
                                            </p:tav>
                                            <p:tav tm="100000">
                                              <p:val>
                                                <p:strVal val="#ppt_w"/>
                                              </p:val>
                                            </p:tav>
                                          </p:tavLst>
                                        </p:anim>
                                        <p:anim calcmode="lin" valueType="num">
                                          <p:cBhvr>
                                            <p:cTn id="69" dur="750" fill="hold"/>
                                            <p:tgtEl>
                                              <p:spTgt spid="87"/>
                                            </p:tgtEl>
                                            <p:attrNameLst>
                                              <p:attrName>ppt_h</p:attrName>
                                            </p:attrNameLst>
                                          </p:cBhvr>
                                          <p:tavLst>
                                            <p:tav tm="0">
                                              <p:val>
                                                <p:fltVal val="0"/>
                                              </p:val>
                                            </p:tav>
                                            <p:tav tm="100000">
                                              <p:val>
                                                <p:strVal val="#ppt_h"/>
                                              </p:val>
                                            </p:tav>
                                          </p:tavLst>
                                        </p:anim>
                                        <p:animEffect transition="in" filter="fade">
                                          <p:cBhvr>
                                            <p:cTn id="70" dur="750"/>
                                            <p:tgtEl>
                                              <p:spTgt spid="87"/>
                                            </p:tgtEl>
                                          </p:cBhvr>
                                        </p:animEffect>
                                      </p:childTnLst>
                                    </p:cTn>
                                  </p:par>
                                  <p:par>
                                    <p:cTn id="71" presetID="53" presetClass="entr" presetSubtype="16" fill="hold" grpId="0" nodeType="withEffect">
                                      <p:stCondLst>
                                        <p:cond delay="800"/>
                                      </p:stCondLst>
                                      <p:childTnLst>
                                        <p:set>
                                          <p:cBhvr>
                                            <p:cTn id="72" dur="1" fill="hold">
                                              <p:stCondLst>
                                                <p:cond delay="0"/>
                                              </p:stCondLst>
                                            </p:cTn>
                                            <p:tgtEl>
                                              <p:spTgt spid="84"/>
                                            </p:tgtEl>
                                            <p:attrNameLst>
                                              <p:attrName>style.visibility</p:attrName>
                                            </p:attrNameLst>
                                          </p:cBhvr>
                                          <p:to>
                                            <p:strVal val="visible"/>
                                          </p:to>
                                        </p:set>
                                        <p:anim calcmode="lin" valueType="num">
                                          <p:cBhvr>
                                            <p:cTn id="73" dur="750" fill="hold"/>
                                            <p:tgtEl>
                                              <p:spTgt spid="84"/>
                                            </p:tgtEl>
                                            <p:attrNameLst>
                                              <p:attrName>ppt_w</p:attrName>
                                            </p:attrNameLst>
                                          </p:cBhvr>
                                          <p:tavLst>
                                            <p:tav tm="0">
                                              <p:val>
                                                <p:fltVal val="0"/>
                                              </p:val>
                                            </p:tav>
                                            <p:tav tm="100000">
                                              <p:val>
                                                <p:strVal val="#ppt_w"/>
                                              </p:val>
                                            </p:tav>
                                          </p:tavLst>
                                        </p:anim>
                                        <p:anim calcmode="lin" valueType="num">
                                          <p:cBhvr>
                                            <p:cTn id="74" dur="750" fill="hold"/>
                                            <p:tgtEl>
                                              <p:spTgt spid="84"/>
                                            </p:tgtEl>
                                            <p:attrNameLst>
                                              <p:attrName>ppt_h</p:attrName>
                                            </p:attrNameLst>
                                          </p:cBhvr>
                                          <p:tavLst>
                                            <p:tav tm="0">
                                              <p:val>
                                                <p:fltVal val="0"/>
                                              </p:val>
                                            </p:tav>
                                            <p:tav tm="100000">
                                              <p:val>
                                                <p:strVal val="#ppt_h"/>
                                              </p:val>
                                            </p:tav>
                                          </p:tavLst>
                                        </p:anim>
                                        <p:animEffect transition="in" filter="fade">
                                          <p:cBhvr>
                                            <p:cTn id="75" dur="750"/>
                                            <p:tgtEl>
                                              <p:spTgt spid="84"/>
                                            </p:tgtEl>
                                          </p:cBhvr>
                                        </p:animEffect>
                                      </p:childTnLst>
                                    </p:cTn>
                                  </p:par>
                                  <p:par>
                                    <p:cTn id="76" presetID="53" presetClass="entr" presetSubtype="16" fill="hold" grpId="0" nodeType="withEffect">
                                      <p:stCondLst>
                                        <p:cond delay="800"/>
                                      </p:stCondLst>
                                      <p:childTnLst>
                                        <p:set>
                                          <p:cBhvr>
                                            <p:cTn id="77" dur="1" fill="hold">
                                              <p:stCondLst>
                                                <p:cond delay="0"/>
                                              </p:stCondLst>
                                            </p:cTn>
                                            <p:tgtEl>
                                              <p:spTgt spid="85"/>
                                            </p:tgtEl>
                                            <p:attrNameLst>
                                              <p:attrName>style.visibility</p:attrName>
                                            </p:attrNameLst>
                                          </p:cBhvr>
                                          <p:to>
                                            <p:strVal val="visible"/>
                                          </p:to>
                                        </p:set>
                                        <p:anim calcmode="lin" valueType="num">
                                          <p:cBhvr>
                                            <p:cTn id="78" dur="750" fill="hold"/>
                                            <p:tgtEl>
                                              <p:spTgt spid="85"/>
                                            </p:tgtEl>
                                            <p:attrNameLst>
                                              <p:attrName>ppt_w</p:attrName>
                                            </p:attrNameLst>
                                          </p:cBhvr>
                                          <p:tavLst>
                                            <p:tav tm="0">
                                              <p:val>
                                                <p:fltVal val="0"/>
                                              </p:val>
                                            </p:tav>
                                            <p:tav tm="100000">
                                              <p:val>
                                                <p:strVal val="#ppt_w"/>
                                              </p:val>
                                            </p:tav>
                                          </p:tavLst>
                                        </p:anim>
                                        <p:anim calcmode="lin" valueType="num">
                                          <p:cBhvr>
                                            <p:cTn id="79" dur="750" fill="hold"/>
                                            <p:tgtEl>
                                              <p:spTgt spid="85"/>
                                            </p:tgtEl>
                                            <p:attrNameLst>
                                              <p:attrName>ppt_h</p:attrName>
                                            </p:attrNameLst>
                                          </p:cBhvr>
                                          <p:tavLst>
                                            <p:tav tm="0">
                                              <p:val>
                                                <p:fltVal val="0"/>
                                              </p:val>
                                            </p:tav>
                                            <p:tav tm="100000">
                                              <p:val>
                                                <p:strVal val="#ppt_h"/>
                                              </p:val>
                                            </p:tav>
                                          </p:tavLst>
                                        </p:anim>
                                        <p:animEffect transition="in" filter="fade">
                                          <p:cBhvr>
                                            <p:cTn id="80" dur="75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76" grpId="0"/>
          <p:bldP spid="83" grpId="0"/>
          <p:bldP spid="84" grpId="0" animBg="1"/>
          <p:bldP spid="85" grpId="0"/>
          <p:bldP spid="86" grpId="0" animBg="1"/>
          <p:bldP spid="87" grpId="0"/>
          <p:bldP spid="88" grpId="0"/>
          <p:bldP spid="89" grpId="0"/>
          <p:bldP spid="90" grpId="0"/>
          <p:bldP spid="9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1000" fill="hold"/>
                                            <p:tgtEl>
                                              <p:spTgt spid="44"/>
                                            </p:tgtEl>
                                            <p:attrNameLst>
                                              <p:attrName>ppt_x</p:attrName>
                                            </p:attrNameLst>
                                          </p:cBhvr>
                                          <p:tavLst>
                                            <p:tav tm="0">
                                              <p:val>
                                                <p:strVal val="#ppt_x"/>
                                              </p:val>
                                            </p:tav>
                                            <p:tav tm="100000">
                                              <p:val>
                                                <p:strVal val="#ppt_x"/>
                                              </p:val>
                                            </p:tav>
                                          </p:tavLst>
                                        </p:anim>
                                        <p:anim calcmode="lin" valueType="num">
                                          <p:cBhvr additive="base">
                                            <p:cTn id="8" dur="1000" fill="hold"/>
                                            <p:tgtEl>
                                              <p:spTgt spid="44"/>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000" fill="hold"/>
                                            <p:tgtEl>
                                              <p:spTgt spid="18"/>
                                            </p:tgtEl>
                                            <p:attrNameLst>
                                              <p:attrName>ppt_x</p:attrName>
                                            </p:attrNameLst>
                                          </p:cBhvr>
                                          <p:tavLst>
                                            <p:tav tm="0">
                                              <p:val>
                                                <p:strVal val="#ppt_x"/>
                                              </p:val>
                                            </p:tav>
                                            <p:tav tm="100000">
                                              <p:val>
                                                <p:strVal val="#ppt_x"/>
                                              </p:val>
                                            </p:tav>
                                          </p:tavLst>
                                        </p:anim>
                                        <p:anim calcmode="lin" valueType="num">
                                          <p:cBhvr additive="base">
                                            <p:cTn id="12" dur="1000" fill="hold"/>
                                            <p:tgtEl>
                                              <p:spTgt spid="18"/>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40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000" fill="hold"/>
                                            <p:tgtEl>
                                              <p:spTgt spid="46"/>
                                            </p:tgtEl>
                                            <p:attrNameLst>
                                              <p:attrName>ppt_x</p:attrName>
                                            </p:attrNameLst>
                                          </p:cBhvr>
                                          <p:tavLst>
                                            <p:tav tm="0">
                                              <p:val>
                                                <p:strVal val="#ppt_x"/>
                                              </p:val>
                                            </p:tav>
                                            <p:tav tm="100000">
                                              <p:val>
                                                <p:strVal val="#ppt_x"/>
                                              </p:val>
                                            </p:tav>
                                          </p:tavLst>
                                        </p:anim>
                                        <p:anim calcmode="lin" valueType="num">
                                          <p:cBhvr additive="base">
                                            <p:cTn id="16" dur="1000" fill="hold"/>
                                            <p:tgtEl>
                                              <p:spTgt spid="46"/>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600"/>
                                      </p:stCondLst>
                                      <p:childTnLst>
                                        <p:set>
                                          <p:cBhvr>
                                            <p:cTn id="18" dur="1" fill="hold">
                                              <p:stCondLst>
                                                <p:cond delay="0"/>
                                              </p:stCondLst>
                                            </p:cTn>
                                            <p:tgtEl>
                                              <p:spTgt spid="61"/>
                                            </p:tgtEl>
                                            <p:attrNameLst>
                                              <p:attrName>style.visibility</p:attrName>
                                            </p:attrNameLst>
                                          </p:cBhvr>
                                          <p:to>
                                            <p:strVal val="visible"/>
                                          </p:to>
                                        </p:set>
                                        <p:anim calcmode="lin" valueType="num">
                                          <p:cBhvr additive="base">
                                            <p:cTn id="19" dur="1000" fill="hold"/>
                                            <p:tgtEl>
                                              <p:spTgt spid="61"/>
                                            </p:tgtEl>
                                            <p:attrNameLst>
                                              <p:attrName>ppt_x</p:attrName>
                                            </p:attrNameLst>
                                          </p:cBhvr>
                                          <p:tavLst>
                                            <p:tav tm="0">
                                              <p:val>
                                                <p:strVal val="#ppt_x"/>
                                              </p:val>
                                            </p:tav>
                                            <p:tav tm="100000">
                                              <p:val>
                                                <p:strVal val="#ppt_x"/>
                                              </p:val>
                                            </p:tav>
                                          </p:tavLst>
                                        </p:anim>
                                        <p:anim calcmode="lin" valueType="num">
                                          <p:cBhvr additive="base">
                                            <p:cTn id="20" dur="1000" fill="hold"/>
                                            <p:tgtEl>
                                              <p:spTgt spid="61"/>
                                            </p:tgtEl>
                                            <p:attrNameLst>
                                              <p:attrName>ppt_y</p:attrName>
                                            </p:attrNameLst>
                                          </p:cBhvr>
                                          <p:tavLst>
                                            <p:tav tm="0">
                                              <p:val>
                                                <p:strVal val="0-#ppt_h/2"/>
                                              </p:val>
                                            </p:tav>
                                            <p:tav tm="100000">
                                              <p:val>
                                                <p:strVal val="#ppt_y"/>
                                              </p:val>
                                            </p:tav>
                                          </p:tavLst>
                                        </p:anim>
                                      </p:childTnLst>
                                    </p:cTn>
                                  </p:par>
                                  <p:par>
                                    <p:cTn id="21" presetID="53" presetClass="entr" presetSubtype="16" fill="hold" grpId="0" nodeType="withEffect">
                                      <p:stCondLst>
                                        <p:cond delay="200"/>
                                      </p:stCondLst>
                                      <p:childTnLst>
                                        <p:set>
                                          <p:cBhvr>
                                            <p:cTn id="22" dur="1" fill="hold">
                                              <p:stCondLst>
                                                <p:cond delay="0"/>
                                              </p:stCondLst>
                                            </p:cTn>
                                            <p:tgtEl>
                                              <p:spTgt spid="88"/>
                                            </p:tgtEl>
                                            <p:attrNameLst>
                                              <p:attrName>style.visibility</p:attrName>
                                            </p:attrNameLst>
                                          </p:cBhvr>
                                          <p:to>
                                            <p:strVal val="visible"/>
                                          </p:to>
                                        </p:set>
                                        <p:anim calcmode="lin" valueType="num">
                                          <p:cBhvr>
                                            <p:cTn id="23" dur="750" fill="hold"/>
                                            <p:tgtEl>
                                              <p:spTgt spid="88"/>
                                            </p:tgtEl>
                                            <p:attrNameLst>
                                              <p:attrName>ppt_w</p:attrName>
                                            </p:attrNameLst>
                                          </p:cBhvr>
                                          <p:tavLst>
                                            <p:tav tm="0">
                                              <p:val>
                                                <p:fltVal val="0"/>
                                              </p:val>
                                            </p:tav>
                                            <p:tav tm="100000">
                                              <p:val>
                                                <p:strVal val="#ppt_w"/>
                                              </p:val>
                                            </p:tav>
                                          </p:tavLst>
                                        </p:anim>
                                        <p:anim calcmode="lin" valueType="num">
                                          <p:cBhvr>
                                            <p:cTn id="24" dur="750" fill="hold"/>
                                            <p:tgtEl>
                                              <p:spTgt spid="88"/>
                                            </p:tgtEl>
                                            <p:attrNameLst>
                                              <p:attrName>ppt_h</p:attrName>
                                            </p:attrNameLst>
                                          </p:cBhvr>
                                          <p:tavLst>
                                            <p:tav tm="0">
                                              <p:val>
                                                <p:fltVal val="0"/>
                                              </p:val>
                                            </p:tav>
                                            <p:tav tm="100000">
                                              <p:val>
                                                <p:strVal val="#ppt_h"/>
                                              </p:val>
                                            </p:tav>
                                          </p:tavLst>
                                        </p:anim>
                                        <p:animEffect transition="in" filter="fade">
                                          <p:cBhvr>
                                            <p:cTn id="25" dur="750"/>
                                            <p:tgtEl>
                                              <p:spTgt spid="88"/>
                                            </p:tgtEl>
                                          </p:cBhvr>
                                        </p:animEffect>
                                      </p:childTnLst>
                                    </p:cTn>
                                  </p:par>
                                  <p:par>
                                    <p:cTn id="26" presetID="53" presetClass="entr" presetSubtype="16" fill="hold" grpId="0" nodeType="withEffect">
                                      <p:stCondLst>
                                        <p:cond delay="400"/>
                                      </p:stCondLst>
                                      <p:childTnLst>
                                        <p:set>
                                          <p:cBhvr>
                                            <p:cTn id="27" dur="1" fill="hold">
                                              <p:stCondLst>
                                                <p:cond delay="0"/>
                                              </p:stCondLst>
                                            </p:cTn>
                                            <p:tgtEl>
                                              <p:spTgt spid="89"/>
                                            </p:tgtEl>
                                            <p:attrNameLst>
                                              <p:attrName>style.visibility</p:attrName>
                                            </p:attrNameLst>
                                          </p:cBhvr>
                                          <p:to>
                                            <p:strVal val="visible"/>
                                          </p:to>
                                        </p:set>
                                        <p:anim calcmode="lin" valueType="num">
                                          <p:cBhvr>
                                            <p:cTn id="28" dur="750" fill="hold"/>
                                            <p:tgtEl>
                                              <p:spTgt spid="89"/>
                                            </p:tgtEl>
                                            <p:attrNameLst>
                                              <p:attrName>ppt_w</p:attrName>
                                            </p:attrNameLst>
                                          </p:cBhvr>
                                          <p:tavLst>
                                            <p:tav tm="0">
                                              <p:val>
                                                <p:fltVal val="0"/>
                                              </p:val>
                                            </p:tav>
                                            <p:tav tm="100000">
                                              <p:val>
                                                <p:strVal val="#ppt_w"/>
                                              </p:val>
                                            </p:tav>
                                          </p:tavLst>
                                        </p:anim>
                                        <p:anim calcmode="lin" valueType="num">
                                          <p:cBhvr>
                                            <p:cTn id="29" dur="750" fill="hold"/>
                                            <p:tgtEl>
                                              <p:spTgt spid="89"/>
                                            </p:tgtEl>
                                            <p:attrNameLst>
                                              <p:attrName>ppt_h</p:attrName>
                                            </p:attrNameLst>
                                          </p:cBhvr>
                                          <p:tavLst>
                                            <p:tav tm="0">
                                              <p:val>
                                                <p:fltVal val="0"/>
                                              </p:val>
                                            </p:tav>
                                            <p:tav tm="100000">
                                              <p:val>
                                                <p:strVal val="#ppt_h"/>
                                              </p:val>
                                            </p:tav>
                                          </p:tavLst>
                                        </p:anim>
                                        <p:animEffect transition="in" filter="fade">
                                          <p:cBhvr>
                                            <p:cTn id="30" dur="750"/>
                                            <p:tgtEl>
                                              <p:spTgt spid="89"/>
                                            </p:tgtEl>
                                          </p:cBhvr>
                                        </p:animEffect>
                                      </p:childTnLst>
                                    </p:cTn>
                                  </p:par>
                                  <p:par>
                                    <p:cTn id="31" presetID="53" presetClass="entr" presetSubtype="16" fill="hold" grpId="0" nodeType="withEffect">
                                      <p:stCondLst>
                                        <p:cond delay="600"/>
                                      </p:stCondLst>
                                      <p:childTnLst>
                                        <p:set>
                                          <p:cBhvr>
                                            <p:cTn id="32" dur="1" fill="hold">
                                              <p:stCondLst>
                                                <p:cond delay="0"/>
                                              </p:stCondLst>
                                            </p:cTn>
                                            <p:tgtEl>
                                              <p:spTgt spid="90"/>
                                            </p:tgtEl>
                                            <p:attrNameLst>
                                              <p:attrName>style.visibility</p:attrName>
                                            </p:attrNameLst>
                                          </p:cBhvr>
                                          <p:to>
                                            <p:strVal val="visible"/>
                                          </p:to>
                                        </p:set>
                                        <p:anim calcmode="lin" valueType="num">
                                          <p:cBhvr>
                                            <p:cTn id="33" dur="750" fill="hold"/>
                                            <p:tgtEl>
                                              <p:spTgt spid="90"/>
                                            </p:tgtEl>
                                            <p:attrNameLst>
                                              <p:attrName>ppt_w</p:attrName>
                                            </p:attrNameLst>
                                          </p:cBhvr>
                                          <p:tavLst>
                                            <p:tav tm="0">
                                              <p:val>
                                                <p:fltVal val="0"/>
                                              </p:val>
                                            </p:tav>
                                            <p:tav tm="100000">
                                              <p:val>
                                                <p:strVal val="#ppt_w"/>
                                              </p:val>
                                            </p:tav>
                                          </p:tavLst>
                                        </p:anim>
                                        <p:anim calcmode="lin" valueType="num">
                                          <p:cBhvr>
                                            <p:cTn id="34" dur="750" fill="hold"/>
                                            <p:tgtEl>
                                              <p:spTgt spid="90"/>
                                            </p:tgtEl>
                                            <p:attrNameLst>
                                              <p:attrName>ppt_h</p:attrName>
                                            </p:attrNameLst>
                                          </p:cBhvr>
                                          <p:tavLst>
                                            <p:tav tm="0">
                                              <p:val>
                                                <p:fltVal val="0"/>
                                              </p:val>
                                            </p:tav>
                                            <p:tav tm="100000">
                                              <p:val>
                                                <p:strVal val="#ppt_h"/>
                                              </p:val>
                                            </p:tav>
                                          </p:tavLst>
                                        </p:anim>
                                        <p:animEffect transition="in" filter="fade">
                                          <p:cBhvr>
                                            <p:cTn id="35" dur="750"/>
                                            <p:tgtEl>
                                              <p:spTgt spid="90"/>
                                            </p:tgtEl>
                                          </p:cBhvr>
                                        </p:animEffect>
                                      </p:childTnLst>
                                    </p:cTn>
                                  </p:par>
                                  <p:par>
                                    <p:cTn id="36" presetID="53" presetClass="entr" presetSubtype="16" fill="hold" grpId="0" nodeType="withEffect">
                                      <p:stCondLst>
                                        <p:cond delay="800"/>
                                      </p:stCondLst>
                                      <p:childTnLst>
                                        <p:set>
                                          <p:cBhvr>
                                            <p:cTn id="37" dur="1" fill="hold">
                                              <p:stCondLst>
                                                <p:cond delay="0"/>
                                              </p:stCondLst>
                                            </p:cTn>
                                            <p:tgtEl>
                                              <p:spTgt spid="91"/>
                                            </p:tgtEl>
                                            <p:attrNameLst>
                                              <p:attrName>style.visibility</p:attrName>
                                            </p:attrNameLst>
                                          </p:cBhvr>
                                          <p:to>
                                            <p:strVal val="visible"/>
                                          </p:to>
                                        </p:set>
                                        <p:anim calcmode="lin" valueType="num">
                                          <p:cBhvr>
                                            <p:cTn id="38" dur="750" fill="hold"/>
                                            <p:tgtEl>
                                              <p:spTgt spid="91"/>
                                            </p:tgtEl>
                                            <p:attrNameLst>
                                              <p:attrName>ppt_w</p:attrName>
                                            </p:attrNameLst>
                                          </p:cBhvr>
                                          <p:tavLst>
                                            <p:tav tm="0">
                                              <p:val>
                                                <p:fltVal val="0"/>
                                              </p:val>
                                            </p:tav>
                                            <p:tav tm="100000">
                                              <p:val>
                                                <p:strVal val="#ppt_w"/>
                                              </p:val>
                                            </p:tav>
                                          </p:tavLst>
                                        </p:anim>
                                        <p:anim calcmode="lin" valueType="num">
                                          <p:cBhvr>
                                            <p:cTn id="39" dur="750" fill="hold"/>
                                            <p:tgtEl>
                                              <p:spTgt spid="91"/>
                                            </p:tgtEl>
                                            <p:attrNameLst>
                                              <p:attrName>ppt_h</p:attrName>
                                            </p:attrNameLst>
                                          </p:cBhvr>
                                          <p:tavLst>
                                            <p:tav tm="0">
                                              <p:val>
                                                <p:fltVal val="0"/>
                                              </p:val>
                                            </p:tav>
                                            <p:tav tm="100000">
                                              <p:val>
                                                <p:strVal val="#ppt_h"/>
                                              </p:val>
                                            </p:tav>
                                          </p:tavLst>
                                        </p:anim>
                                        <p:animEffect transition="in" filter="fade">
                                          <p:cBhvr>
                                            <p:cTn id="40" dur="750"/>
                                            <p:tgtEl>
                                              <p:spTgt spid="91"/>
                                            </p:tgtEl>
                                          </p:cBhvr>
                                        </p:animEffect>
                                      </p:childTnLst>
                                    </p:cTn>
                                  </p:par>
                                  <p:par>
                                    <p:cTn id="41" presetID="53" presetClass="entr" presetSubtype="16" fill="hold" grpId="0" nodeType="withEffect">
                                      <p:stCondLst>
                                        <p:cond delay="200"/>
                                      </p:stCondLst>
                                      <p:childTnLst>
                                        <p:set>
                                          <p:cBhvr>
                                            <p:cTn id="42" dur="1" fill="hold">
                                              <p:stCondLst>
                                                <p:cond delay="0"/>
                                              </p:stCondLst>
                                            </p:cTn>
                                            <p:tgtEl>
                                              <p:spTgt spid="75"/>
                                            </p:tgtEl>
                                            <p:attrNameLst>
                                              <p:attrName>style.visibility</p:attrName>
                                            </p:attrNameLst>
                                          </p:cBhvr>
                                          <p:to>
                                            <p:strVal val="visible"/>
                                          </p:to>
                                        </p:set>
                                        <p:anim calcmode="lin" valueType="num">
                                          <p:cBhvr>
                                            <p:cTn id="43" dur="750" fill="hold"/>
                                            <p:tgtEl>
                                              <p:spTgt spid="75"/>
                                            </p:tgtEl>
                                            <p:attrNameLst>
                                              <p:attrName>ppt_w</p:attrName>
                                            </p:attrNameLst>
                                          </p:cBhvr>
                                          <p:tavLst>
                                            <p:tav tm="0">
                                              <p:val>
                                                <p:fltVal val="0"/>
                                              </p:val>
                                            </p:tav>
                                            <p:tav tm="100000">
                                              <p:val>
                                                <p:strVal val="#ppt_w"/>
                                              </p:val>
                                            </p:tav>
                                          </p:tavLst>
                                        </p:anim>
                                        <p:anim calcmode="lin" valueType="num">
                                          <p:cBhvr>
                                            <p:cTn id="44" dur="750" fill="hold"/>
                                            <p:tgtEl>
                                              <p:spTgt spid="75"/>
                                            </p:tgtEl>
                                            <p:attrNameLst>
                                              <p:attrName>ppt_h</p:attrName>
                                            </p:attrNameLst>
                                          </p:cBhvr>
                                          <p:tavLst>
                                            <p:tav tm="0">
                                              <p:val>
                                                <p:fltVal val="0"/>
                                              </p:val>
                                            </p:tav>
                                            <p:tav tm="100000">
                                              <p:val>
                                                <p:strVal val="#ppt_h"/>
                                              </p:val>
                                            </p:tav>
                                          </p:tavLst>
                                        </p:anim>
                                        <p:animEffect transition="in" filter="fade">
                                          <p:cBhvr>
                                            <p:cTn id="45" dur="750"/>
                                            <p:tgtEl>
                                              <p:spTgt spid="75"/>
                                            </p:tgtEl>
                                          </p:cBhvr>
                                        </p:animEffect>
                                      </p:childTnLst>
                                    </p:cTn>
                                  </p:par>
                                  <p:par>
                                    <p:cTn id="46" presetID="53" presetClass="entr" presetSubtype="16" fill="hold" grpId="0" nodeType="withEffect">
                                      <p:stCondLst>
                                        <p:cond delay="200"/>
                                      </p:stCondLst>
                                      <p:childTnLst>
                                        <p:set>
                                          <p:cBhvr>
                                            <p:cTn id="47" dur="1" fill="hold">
                                              <p:stCondLst>
                                                <p:cond delay="0"/>
                                              </p:stCondLst>
                                            </p:cTn>
                                            <p:tgtEl>
                                              <p:spTgt spid="76"/>
                                            </p:tgtEl>
                                            <p:attrNameLst>
                                              <p:attrName>style.visibility</p:attrName>
                                            </p:attrNameLst>
                                          </p:cBhvr>
                                          <p:to>
                                            <p:strVal val="visible"/>
                                          </p:to>
                                        </p:set>
                                        <p:anim calcmode="lin" valueType="num">
                                          <p:cBhvr>
                                            <p:cTn id="48" dur="750" fill="hold"/>
                                            <p:tgtEl>
                                              <p:spTgt spid="76"/>
                                            </p:tgtEl>
                                            <p:attrNameLst>
                                              <p:attrName>ppt_w</p:attrName>
                                            </p:attrNameLst>
                                          </p:cBhvr>
                                          <p:tavLst>
                                            <p:tav tm="0">
                                              <p:val>
                                                <p:fltVal val="0"/>
                                              </p:val>
                                            </p:tav>
                                            <p:tav tm="100000">
                                              <p:val>
                                                <p:strVal val="#ppt_w"/>
                                              </p:val>
                                            </p:tav>
                                          </p:tavLst>
                                        </p:anim>
                                        <p:anim calcmode="lin" valueType="num">
                                          <p:cBhvr>
                                            <p:cTn id="49" dur="750" fill="hold"/>
                                            <p:tgtEl>
                                              <p:spTgt spid="76"/>
                                            </p:tgtEl>
                                            <p:attrNameLst>
                                              <p:attrName>ppt_h</p:attrName>
                                            </p:attrNameLst>
                                          </p:cBhvr>
                                          <p:tavLst>
                                            <p:tav tm="0">
                                              <p:val>
                                                <p:fltVal val="0"/>
                                              </p:val>
                                            </p:tav>
                                            <p:tav tm="100000">
                                              <p:val>
                                                <p:strVal val="#ppt_h"/>
                                              </p:val>
                                            </p:tav>
                                          </p:tavLst>
                                        </p:anim>
                                        <p:animEffect transition="in" filter="fade">
                                          <p:cBhvr>
                                            <p:cTn id="50" dur="750"/>
                                            <p:tgtEl>
                                              <p:spTgt spid="76"/>
                                            </p:tgtEl>
                                          </p:cBhvr>
                                        </p:animEffect>
                                      </p:childTnLst>
                                    </p:cTn>
                                  </p:par>
                                  <p:par>
                                    <p:cTn id="51" presetID="53" presetClass="entr" presetSubtype="16" fill="hold" nodeType="withEffect">
                                      <p:stCondLst>
                                        <p:cond delay="400"/>
                                      </p:stCondLst>
                                      <p:childTnLst>
                                        <p:set>
                                          <p:cBhvr>
                                            <p:cTn id="52" dur="1" fill="hold">
                                              <p:stCondLst>
                                                <p:cond delay="0"/>
                                              </p:stCondLst>
                                            </p:cTn>
                                            <p:tgtEl>
                                              <p:spTgt spid="77"/>
                                            </p:tgtEl>
                                            <p:attrNameLst>
                                              <p:attrName>style.visibility</p:attrName>
                                            </p:attrNameLst>
                                          </p:cBhvr>
                                          <p:to>
                                            <p:strVal val="visible"/>
                                          </p:to>
                                        </p:set>
                                        <p:anim calcmode="lin" valueType="num">
                                          <p:cBhvr>
                                            <p:cTn id="53" dur="750" fill="hold"/>
                                            <p:tgtEl>
                                              <p:spTgt spid="77"/>
                                            </p:tgtEl>
                                            <p:attrNameLst>
                                              <p:attrName>ppt_w</p:attrName>
                                            </p:attrNameLst>
                                          </p:cBhvr>
                                          <p:tavLst>
                                            <p:tav tm="0">
                                              <p:val>
                                                <p:fltVal val="0"/>
                                              </p:val>
                                            </p:tav>
                                            <p:tav tm="100000">
                                              <p:val>
                                                <p:strVal val="#ppt_w"/>
                                              </p:val>
                                            </p:tav>
                                          </p:tavLst>
                                        </p:anim>
                                        <p:anim calcmode="lin" valueType="num">
                                          <p:cBhvr>
                                            <p:cTn id="54" dur="750" fill="hold"/>
                                            <p:tgtEl>
                                              <p:spTgt spid="77"/>
                                            </p:tgtEl>
                                            <p:attrNameLst>
                                              <p:attrName>ppt_h</p:attrName>
                                            </p:attrNameLst>
                                          </p:cBhvr>
                                          <p:tavLst>
                                            <p:tav tm="0">
                                              <p:val>
                                                <p:fltVal val="0"/>
                                              </p:val>
                                            </p:tav>
                                            <p:tav tm="100000">
                                              <p:val>
                                                <p:strVal val="#ppt_h"/>
                                              </p:val>
                                            </p:tav>
                                          </p:tavLst>
                                        </p:anim>
                                        <p:animEffect transition="in" filter="fade">
                                          <p:cBhvr>
                                            <p:cTn id="55" dur="750"/>
                                            <p:tgtEl>
                                              <p:spTgt spid="77"/>
                                            </p:tgtEl>
                                          </p:cBhvr>
                                        </p:animEffect>
                                      </p:childTnLst>
                                    </p:cTn>
                                  </p:par>
                                  <p:par>
                                    <p:cTn id="56" presetID="53" presetClass="entr" presetSubtype="16" fill="hold" grpId="0" nodeType="withEffect">
                                      <p:stCondLst>
                                        <p:cond delay="400"/>
                                      </p:stCondLst>
                                      <p:childTnLst>
                                        <p:set>
                                          <p:cBhvr>
                                            <p:cTn id="57" dur="1" fill="hold">
                                              <p:stCondLst>
                                                <p:cond delay="0"/>
                                              </p:stCondLst>
                                            </p:cTn>
                                            <p:tgtEl>
                                              <p:spTgt spid="83"/>
                                            </p:tgtEl>
                                            <p:attrNameLst>
                                              <p:attrName>style.visibility</p:attrName>
                                            </p:attrNameLst>
                                          </p:cBhvr>
                                          <p:to>
                                            <p:strVal val="visible"/>
                                          </p:to>
                                        </p:set>
                                        <p:anim calcmode="lin" valueType="num">
                                          <p:cBhvr>
                                            <p:cTn id="58" dur="750" fill="hold"/>
                                            <p:tgtEl>
                                              <p:spTgt spid="83"/>
                                            </p:tgtEl>
                                            <p:attrNameLst>
                                              <p:attrName>ppt_w</p:attrName>
                                            </p:attrNameLst>
                                          </p:cBhvr>
                                          <p:tavLst>
                                            <p:tav tm="0">
                                              <p:val>
                                                <p:fltVal val="0"/>
                                              </p:val>
                                            </p:tav>
                                            <p:tav tm="100000">
                                              <p:val>
                                                <p:strVal val="#ppt_w"/>
                                              </p:val>
                                            </p:tav>
                                          </p:tavLst>
                                        </p:anim>
                                        <p:anim calcmode="lin" valueType="num">
                                          <p:cBhvr>
                                            <p:cTn id="59" dur="750" fill="hold"/>
                                            <p:tgtEl>
                                              <p:spTgt spid="83"/>
                                            </p:tgtEl>
                                            <p:attrNameLst>
                                              <p:attrName>ppt_h</p:attrName>
                                            </p:attrNameLst>
                                          </p:cBhvr>
                                          <p:tavLst>
                                            <p:tav tm="0">
                                              <p:val>
                                                <p:fltVal val="0"/>
                                              </p:val>
                                            </p:tav>
                                            <p:tav tm="100000">
                                              <p:val>
                                                <p:strVal val="#ppt_h"/>
                                              </p:val>
                                            </p:tav>
                                          </p:tavLst>
                                        </p:anim>
                                        <p:animEffect transition="in" filter="fade">
                                          <p:cBhvr>
                                            <p:cTn id="60" dur="750"/>
                                            <p:tgtEl>
                                              <p:spTgt spid="83"/>
                                            </p:tgtEl>
                                          </p:cBhvr>
                                        </p:animEffect>
                                      </p:childTnLst>
                                    </p:cTn>
                                  </p:par>
                                  <p:par>
                                    <p:cTn id="61" presetID="53" presetClass="entr" presetSubtype="16" fill="hold" grpId="0" nodeType="withEffect">
                                      <p:stCondLst>
                                        <p:cond delay="600"/>
                                      </p:stCondLst>
                                      <p:childTnLst>
                                        <p:set>
                                          <p:cBhvr>
                                            <p:cTn id="62" dur="1" fill="hold">
                                              <p:stCondLst>
                                                <p:cond delay="0"/>
                                              </p:stCondLst>
                                            </p:cTn>
                                            <p:tgtEl>
                                              <p:spTgt spid="86"/>
                                            </p:tgtEl>
                                            <p:attrNameLst>
                                              <p:attrName>style.visibility</p:attrName>
                                            </p:attrNameLst>
                                          </p:cBhvr>
                                          <p:to>
                                            <p:strVal val="visible"/>
                                          </p:to>
                                        </p:set>
                                        <p:anim calcmode="lin" valueType="num">
                                          <p:cBhvr>
                                            <p:cTn id="63" dur="750" fill="hold"/>
                                            <p:tgtEl>
                                              <p:spTgt spid="86"/>
                                            </p:tgtEl>
                                            <p:attrNameLst>
                                              <p:attrName>ppt_w</p:attrName>
                                            </p:attrNameLst>
                                          </p:cBhvr>
                                          <p:tavLst>
                                            <p:tav tm="0">
                                              <p:val>
                                                <p:fltVal val="0"/>
                                              </p:val>
                                            </p:tav>
                                            <p:tav tm="100000">
                                              <p:val>
                                                <p:strVal val="#ppt_w"/>
                                              </p:val>
                                            </p:tav>
                                          </p:tavLst>
                                        </p:anim>
                                        <p:anim calcmode="lin" valueType="num">
                                          <p:cBhvr>
                                            <p:cTn id="64" dur="750" fill="hold"/>
                                            <p:tgtEl>
                                              <p:spTgt spid="86"/>
                                            </p:tgtEl>
                                            <p:attrNameLst>
                                              <p:attrName>ppt_h</p:attrName>
                                            </p:attrNameLst>
                                          </p:cBhvr>
                                          <p:tavLst>
                                            <p:tav tm="0">
                                              <p:val>
                                                <p:fltVal val="0"/>
                                              </p:val>
                                            </p:tav>
                                            <p:tav tm="100000">
                                              <p:val>
                                                <p:strVal val="#ppt_h"/>
                                              </p:val>
                                            </p:tav>
                                          </p:tavLst>
                                        </p:anim>
                                        <p:animEffect transition="in" filter="fade">
                                          <p:cBhvr>
                                            <p:cTn id="65" dur="750"/>
                                            <p:tgtEl>
                                              <p:spTgt spid="86"/>
                                            </p:tgtEl>
                                          </p:cBhvr>
                                        </p:animEffect>
                                      </p:childTnLst>
                                    </p:cTn>
                                  </p:par>
                                  <p:par>
                                    <p:cTn id="66" presetID="53" presetClass="entr" presetSubtype="16" fill="hold" grpId="0" nodeType="withEffect">
                                      <p:stCondLst>
                                        <p:cond delay="600"/>
                                      </p:stCondLst>
                                      <p:childTnLst>
                                        <p:set>
                                          <p:cBhvr>
                                            <p:cTn id="67" dur="1" fill="hold">
                                              <p:stCondLst>
                                                <p:cond delay="0"/>
                                              </p:stCondLst>
                                            </p:cTn>
                                            <p:tgtEl>
                                              <p:spTgt spid="87"/>
                                            </p:tgtEl>
                                            <p:attrNameLst>
                                              <p:attrName>style.visibility</p:attrName>
                                            </p:attrNameLst>
                                          </p:cBhvr>
                                          <p:to>
                                            <p:strVal val="visible"/>
                                          </p:to>
                                        </p:set>
                                        <p:anim calcmode="lin" valueType="num">
                                          <p:cBhvr>
                                            <p:cTn id="68" dur="750" fill="hold"/>
                                            <p:tgtEl>
                                              <p:spTgt spid="87"/>
                                            </p:tgtEl>
                                            <p:attrNameLst>
                                              <p:attrName>ppt_w</p:attrName>
                                            </p:attrNameLst>
                                          </p:cBhvr>
                                          <p:tavLst>
                                            <p:tav tm="0">
                                              <p:val>
                                                <p:fltVal val="0"/>
                                              </p:val>
                                            </p:tav>
                                            <p:tav tm="100000">
                                              <p:val>
                                                <p:strVal val="#ppt_w"/>
                                              </p:val>
                                            </p:tav>
                                          </p:tavLst>
                                        </p:anim>
                                        <p:anim calcmode="lin" valueType="num">
                                          <p:cBhvr>
                                            <p:cTn id="69" dur="750" fill="hold"/>
                                            <p:tgtEl>
                                              <p:spTgt spid="87"/>
                                            </p:tgtEl>
                                            <p:attrNameLst>
                                              <p:attrName>ppt_h</p:attrName>
                                            </p:attrNameLst>
                                          </p:cBhvr>
                                          <p:tavLst>
                                            <p:tav tm="0">
                                              <p:val>
                                                <p:fltVal val="0"/>
                                              </p:val>
                                            </p:tav>
                                            <p:tav tm="100000">
                                              <p:val>
                                                <p:strVal val="#ppt_h"/>
                                              </p:val>
                                            </p:tav>
                                          </p:tavLst>
                                        </p:anim>
                                        <p:animEffect transition="in" filter="fade">
                                          <p:cBhvr>
                                            <p:cTn id="70" dur="750"/>
                                            <p:tgtEl>
                                              <p:spTgt spid="87"/>
                                            </p:tgtEl>
                                          </p:cBhvr>
                                        </p:animEffect>
                                      </p:childTnLst>
                                    </p:cTn>
                                  </p:par>
                                  <p:par>
                                    <p:cTn id="71" presetID="53" presetClass="entr" presetSubtype="16" fill="hold" grpId="0" nodeType="withEffect">
                                      <p:stCondLst>
                                        <p:cond delay="800"/>
                                      </p:stCondLst>
                                      <p:childTnLst>
                                        <p:set>
                                          <p:cBhvr>
                                            <p:cTn id="72" dur="1" fill="hold">
                                              <p:stCondLst>
                                                <p:cond delay="0"/>
                                              </p:stCondLst>
                                            </p:cTn>
                                            <p:tgtEl>
                                              <p:spTgt spid="84"/>
                                            </p:tgtEl>
                                            <p:attrNameLst>
                                              <p:attrName>style.visibility</p:attrName>
                                            </p:attrNameLst>
                                          </p:cBhvr>
                                          <p:to>
                                            <p:strVal val="visible"/>
                                          </p:to>
                                        </p:set>
                                        <p:anim calcmode="lin" valueType="num">
                                          <p:cBhvr>
                                            <p:cTn id="73" dur="750" fill="hold"/>
                                            <p:tgtEl>
                                              <p:spTgt spid="84"/>
                                            </p:tgtEl>
                                            <p:attrNameLst>
                                              <p:attrName>ppt_w</p:attrName>
                                            </p:attrNameLst>
                                          </p:cBhvr>
                                          <p:tavLst>
                                            <p:tav tm="0">
                                              <p:val>
                                                <p:fltVal val="0"/>
                                              </p:val>
                                            </p:tav>
                                            <p:tav tm="100000">
                                              <p:val>
                                                <p:strVal val="#ppt_w"/>
                                              </p:val>
                                            </p:tav>
                                          </p:tavLst>
                                        </p:anim>
                                        <p:anim calcmode="lin" valueType="num">
                                          <p:cBhvr>
                                            <p:cTn id="74" dur="750" fill="hold"/>
                                            <p:tgtEl>
                                              <p:spTgt spid="84"/>
                                            </p:tgtEl>
                                            <p:attrNameLst>
                                              <p:attrName>ppt_h</p:attrName>
                                            </p:attrNameLst>
                                          </p:cBhvr>
                                          <p:tavLst>
                                            <p:tav tm="0">
                                              <p:val>
                                                <p:fltVal val="0"/>
                                              </p:val>
                                            </p:tav>
                                            <p:tav tm="100000">
                                              <p:val>
                                                <p:strVal val="#ppt_h"/>
                                              </p:val>
                                            </p:tav>
                                          </p:tavLst>
                                        </p:anim>
                                        <p:animEffect transition="in" filter="fade">
                                          <p:cBhvr>
                                            <p:cTn id="75" dur="750"/>
                                            <p:tgtEl>
                                              <p:spTgt spid="84"/>
                                            </p:tgtEl>
                                          </p:cBhvr>
                                        </p:animEffect>
                                      </p:childTnLst>
                                    </p:cTn>
                                  </p:par>
                                  <p:par>
                                    <p:cTn id="76" presetID="53" presetClass="entr" presetSubtype="16" fill="hold" grpId="0" nodeType="withEffect">
                                      <p:stCondLst>
                                        <p:cond delay="800"/>
                                      </p:stCondLst>
                                      <p:childTnLst>
                                        <p:set>
                                          <p:cBhvr>
                                            <p:cTn id="77" dur="1" fill="hold">
                                              <p:stCondLst>
                                                <p:cond delay="0"/>
                                              </p:stCondLst>
                                            </p:cTn>
                                            <p:tgtEl>
                                              <p:spTgt spid="85"/>
                                            </p:tgtEl>
                                            <p:attrNameLst>
                                              <p:attrName>style.visibility</p:attrName>
                                            </p:attrNameLst>
                                          </p:cBhvr>
                                          <p:to>
                                            <p:strVal val="visible"/>
                                          </p:to>
                                        </p:set>
                                        <p:anim calcmode="lin" valueType="num">
                                          <p:cBhvr>
                                            <p:cTn id="78" dur="750" fill="hold"/>
                                            <p:tgtEl>
                                              <p:spTgt spid="85"/>
                                            </p:tgtEl>
                                            <p:attrNameLst>
                                              <p:attrName>ppt_w</p:attrName>
                                            </p:attrNameLst>
                                          </p:cBhvr>
                                          <p:tavLst>
                                            <p:tav tm="0">
                                              <p:val>
                                                <p:fltVal val="0"/>
                                              </p:val>
                                            </p:tav>
                                            <p:tav tm="100000">
                                              <p:val>
                                                <p:strVal val="#ppt_w"/>
                                              </p:val>
                                            </p:tav>
                                          </p:tavLst>
                                        </p:anim>
                                        <p:anim calcmode="lin" valueType="num">
                                          <p:cBhvr>
                                            <p:cTn id="79" dur="750" fill="hold"/>
                                            <p:tgtEl>
                                              <p:spTgt spid="85"/>
                                            </p:tgtEl>
                                            <p:attrNameLst>
                                              <p:attrName>ppt_h</p:attrName>
                                            </p:attrNameLst>
                                          </p:cBhvr>
                                          <p:tavLst>
                                            <p:tav tm="0">
                                              <p:val>
                                                <p:fltVal val="0"/>
                                              </p:val>
                                            </p:tav>
                                            <p:tav tm="100000">
                                              <p:val>
                                                <p:strVal val="#ppt_h"/>
                                              </p:val>
                                            </p:tav>
                                          </p:tavLst>
                                        </p:anim>
                                        <p:animEffect transition="in" filter="fade">
                                          <p:cBhvr>
                                            <p:cTn id="80" dur="75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76" grpId="0"/>
          <p:bldP spid="83" grpId="0"/>
          <p:bldP spid="84" grpId="0" animBg="1"/>
          <p:bldP spid="85" grpId="0"/>
          <p:bldP spid="86" grpId="0" animBg="1"/>
          <p:bldP spid="87" grpId="0"/>
          <p:bldP spid="88" grpId="0"/>
          <p:bldP spid="89" grpId="0"/>
          <p:bldP spid="90" grpId="0"/>
          <p:bldP spid="91" grpId="0"/>
        </p:bldLst>
      </p:timing>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a:extLst>
              <a:ext uri="{FF2B5EF4-FFF2-40B4-BE49-F238E27FC236}">
                <a16:creationId xmlns:a16="http://schemas.microsoft.com/office/drawing/2014/main" id="{4E426BA1-422B-4B3E-84DA-8384BBB91FEC}"/>
              </a:ext>
            </a:extLst>
          </p:cNvPr>
          <p:cNvGrpSpPr/>
          <p:nvPr/>
        </p:nvGrpSpPr>
        <p:grpSpPr>
          <a:xfrm>
            <a:off x="3954463" y="3435351"/>
            <a:ext cx="2128838" cy="2122488"/>
            <a:chOff x="3954463" y="3435351"/>
            <a:chExt cx="2128838" cy="2122488"/>
          </a:xfrm>
          <a:effectLst>
            <a:outerShdw blurRad="279400" dist="228600" dir="2700000" algn="tl" rotWithShape="0">
              <a:prstClr val="black">
                <a:alpha val="18000"/>
              </a:prstClr>
            </a:outerShdw>
          </a:effectLst>
        </p:grpSpPr>
        <p:sp>
          <p:nvSpPr>
            <p:cNvPr id="6" name="Freeform 5">
              <a:extLst>
                <a:ext uri="{FF2B5EF4-FFF2-40B4-BE49-F238E27FC236}">
                  <a16:creationId xmlns:a16="http://schemas.microsoft.com/office/drawing/2014/main" id="{7B2B6064-92AB-4E63-BD2F-7E19B97D01D9}"/>
                </a:ext>
              </a:extLst>
            </p:cNvPr>
            <p:cNvSpPr>
              <a:spLocks noEditPoints="1"/>
            </p:cNvSpPr>
            <p:nvPr/>
          </p:nvSpPr>
          <p:spPr bwMode="auto">
            <a:xfrm>
              <a:off x="3973513" y="3449638"/>
              <a:ext cx="2098675" cy="2093913"/>
            </a:xfrm>
            <a:custGeom>
              <a:avLst/>
              <a:gdLst>
                <a:gd name="T0" fmla="*/ 166 w 556"/>
                <a:gd name="T1" fmla="*/ 65 h 555"/>
                <a:gd name="T2" fmla="*/ 68 w 556"/>
                <a:gd name="T3" fmla="*/ 115 h 555"/>
                <a:gd name="T4" fmla="*/ 22 w 556"/>
                <a:gd name="T5" fmla="*/ 182 h 555"/>
                <a:gd name="T6" fmla="*/ 3 w 556"/>
                <a:gd name="T7" fmla="*/ 288 h 555"/>
                <a:gd name="T8" fmla="*/ 3 w 556"/>
                <a:gd name="T9" fmla="*/ 419 h 555"/>
                <a:gd name="T10" fmla="*/ 11 w 556"/>
                <a:gd name="T11" fmla="*/ 500 h 555"/>
                <a:gd name="T12" fmla="*/ 53 w 556"/>
                <a:gd name="T13" fmla="*/ 543 h 555"/>
                <a:gd name="T14" fmla="*/ 241 w 556"/>
                <a:gd name="T15" fmla="*/ 553 h 555"/>
                <a:gd name="T16" fmla="*/ 365 w 556"/>
                <a:gd name="T17" fmla="*/ 536 h 555"/>
                <a:gd name="T18" fmla="*/ 450 w 556"/>
                <a:gd name="T19" fmla="*/ 476 h 555"/>
                <a:gd name="T20" fmla="*/ 489 w 556"/>
                <a:gd name="T21" fmla="*/ 389 h 555"/>
                <a:gd name="T22" fmla="*/ 533 w 556"/>
                <a:gd name="T23" fmla="*/ 143 h 555"/>
                <a:gd name="T24" fmla="*/ 552 w 556"/>
                <a:gd name="T25" fmla="*/ 32 h 555"/>
                <a:gd name="T26" fmla="*/ 524 w 556"/>
                <a:gd name="T27" fmla="*/ 3 h 555"/>
                <a:gd name="T28" fmla="*/ 412 w 556"/>
                <a:gd name="T29" fmla="*/ 23 h 555"/>
                <a:gd name="T30" fmla="*/ 166 w 556"/>
                <a:gd name="T31" fmla="*/ 65 h 555"/>
                <a:gd name="T32" fmla="*/ 405 w 556"/>
                <a:gd name="T33" fmla="*/ 261 h 555"/>
                <a:gd name="T34" fmla="*/ 381 w 556"/>
                <a:gd name="T35" fmla="*/ 341 h 555"/>
                <a:gd name="T36" fmla="*/ 336 w 556"/>
                <a:gd name="T37" fmla="*/ 378 h 555"/>
                <a:gd name="T38" fmla="*/ 260 w 556"/>
                <a:gd name="T39" fmla="*/ 395 h 555"/>
                <a:gd name="T40" fmla="*/ 159 w 556"/>
                <a:gd name="T41" fmla="*/ 395 h 555"/>
                <a:gd name="T42" fmla="*/ 160 w 556"/>
                <a:gd name="T43" fmla="*/ 273 h 555"/>
                <a:gd name="T44" fmla="*/ 185 w 556"/>
                <a:gd name="T45" fmla="*/ 199 h 555"/>
                <a:gd name="T46" fmla="*/ 360 w 556"/>
                <a:gd name="T47" fmla="*/ 144 h 555"/>
                <a:gd name="T48" fmla="*/ 412 w 556"/>
                <a:gd name="T49" fmla="*/ 142 h 555"/>
                <a:gd name="T50" fmla="*/ 405 w 556"/>
                <a:gd name="T51" fmla="*/ 261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6" h="555">
                  <a:moveTo>
                    <a:pt x="166" y="65"/>
                  </a:moveTo>
                  <a:cubicBezTo>
                    <a:pt x="131" y="76"/>
                    <a:pt x="96" y="91"/>
                    <a:pt x="68" y="115"/>
                  </a:cubicBezTo>
                  <a:cubicBezTo>
                    <a:pt x="46" y="133"/>
                    <a:pt x="31" y="155"/>
                    <a:pt x="22" y="182"/>
                  </a:cubicBezTo>
                  <a:cubicBezTo>
                    <a:pt x="10" y="216"/>
                    <a:pt x="5" y="252"/>
                    <a:pt x="3" y="288"/>
                  </a:cubicBezTo>
                  <a:cubicBezTo>
                    <a:pt x="0" y="331"/>
                    <a:pt x="0" y="375"/>
                    <a:pt x="3" y="419"/>
                  </a:cubicBezTo>
                  <a:cubicBezTo>
                    <a:pt x="4" y="446"/>
                    <a:pt x="6" y="473"/>
                    <a:pt x="11" y="500"/>
                  </a:cubicBezTo>
                  <a:cubicBezTo>
                    <a:pt x="14" y="520"/>
                    <a:pt x="34" y="539"/>
                    <a:pt x="53" y="543"/>
                  </a:cubicBezTo>
                  <a:cubicBezTo>
                    <a:pt x="115" y="554"/>
                    <a:pt x="179" y="555"/>
                    <a:pt x="241" y="553"/>
                  </a:cubicBezTo>
                  <a:cubicBezTo>
                    <a:pt x="282" y="552"/>
                    <a:pt x="326" y="550"/>
                    <a:pt x="365" y="536"/>
                  </a:cubicBezTo>
                  <a:cubicBezTo>
                    <a:pt x="398" y="525"/>
                    <a:pt x="429" y="504"/>
                    <a:pt x="450" y="476"/>
                  </a:cubicBezTo>
                  <a:cubicBezTo>
                    <a:pt x="469" y="451"/>
                    <a:pt x="480" y="419"/>
                    <a:pt x="489" y="389"/>
                  </a:cubicBezTo>
                  <a:cubicBezTo>
                    <a:pt x="533" y="143"/>
                    <a:pt x="533" y="143"/>
                    <a:pt x="533" y="143"/>
                  </a:cubicBezTo>
                  <a:cubicBezTo>
                    <a:pt x="552" y="32"/>
                    <a:pt x="552" y="32"/>
                    <a:pt x="552" y="32"/>
                  </a:cubicBezTo>
                  <a:cubicBezTo>
                    <a:pt x="556" y="13"/>
                    <a:pt x="543" y="0"/>
                    <a:pt x="524" y="3"/>
                  </a:cubicBezTo>
                  <a:cubicBezTo>
                    <a:pt x="412" y="23"/>
                    <a:pt x="412" y="23"/>
                    <a:pt x="412" y="23"/>
                  </a:cubicBezTo>
                  <a:lnTo>
                    <a:pt x="166" y="65"/>
                  </a:lnTo>
                  <a:close/>
                  <a:moveTo>
                    <a:pt x="405" y="261"/>
                  </a:moveTo>
                  <a:cubicBezTo>
                    <a:pt x="402" y="289"/>
                    <a:pt x="396" y="317"/>
                    <a:pt x="381" y="341"/>
                  </a:cubicBezTo>
                  <a:cubicBezTo>
                    <a:pt x="370" y="358"/>
                    <a:pt x="354" y="370"/>
                    <a:pt x="336" y="378"/>
                  </a:cubicBezTo>
                  <a:cubicBezTo>
                    <a:pt x="312" y="388"/>
                    <a:pt x="286" y="393"/>
                    <a:pt x="260" y="395"/>
                  </a:cubicBezTo>
                  <a:cubicBezTo>
                    <a:pt x="226" y="398"/>
                    <a:pt x="192" y="397"/>
                    <a:pt x="159" y="395"/>
                  </a:cubicBezTo>
                  <a:cubicBezTo>
                    <a:pt x="157" y="355"/>
                    <a:pt x="157" y="314"/>
                    <a:pt x="160" y="273"/>
                  </a:cubicBezTo>
                  <a:cubicBezTo>
                    <a:pt x="163" y="247"/>
                    <a:pt x="168" y="220"/>
                    <a:pt x="185" y="199"/>
                  </a:cubicBezTo>
                  <a:cubicBezTo>
                    <a:pt x="226" y="148"/>
                    <a:pt x="301" y="147"/>
                    <a:pt x="360" y="144"/>
                  </a:cubicBezTo>
                  <a:cubicBezTo>
                    <a:pt x="377" y="143"/>
                    <a:pt x="395" y="142"/>
                    <a:pt x="412" y="142"/>
                  </a:cubicBezTo>
                  <a:cubicBezTo>
                    <a:pt x="411" y="197"/>
                    <a:pt x="409" y="237"/>
                    <a:pt x="405" y="26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4F7ACCF4-6AAD-4459-9623-ED4CD3E2936E}"/>
                </a:ext>
              </a:extLst>
            </p:cNvPr>
            <p:cNvSpPr>
              <a:spLocks noEditPoints="1"/>
            </p:cNvSpPr>
            <p:nvPr/>
          </p:nvSpPr>
          <p:spPr bwMode="auto">
            <a:xfrm>
              <a:off x="3954463" y="3435351"/>
              <a:ext cx="2128838" cy="2122488"/>
            </a:xfrm>
            <a:custGeom>
              <a:avLst/>
              <a:gdLst>
                <a:gd name="T0" fmla="*/ 198 w 564"/>
                <a:gd name="T1" fmla="*/ 563 h 563"/>
                <a:gd name="T2" fmla="*/ 57 w 564"/>
                <a:gd name="T3" fmla="*/ 552 h 563"/>
                <a:gd name="T4" fmla="*/ 10 w 564"/>
                <a:gd name="T5" fmla="*/ 505 h 563"/>
                <a:gd name="T6" fmla="*/ 2 w 564"/>
                <a:gd name="T7" fmla="*/ 423 h 563"/>
                <a:gd name="T8" fmla="*/ 3 w 564"/>
                <a:gd name="T9" fmla="*/ 291 h 563"/>
                <a:gd name="T10" fmla="*/ 22 w 564"/>
                <a:gd name="T11" fmla="*/ 185 h 563"/>
                <a:gd name="T12" fmla="*/ 70 w 564"/>
                <a:gd name="T13" fmla="*/ 115 h 563"/>
                <a:gd name="T14" fmla="*/ 170 w 564"/>
                <a:gd name="T15" fmla="*/ 64 h 563"/>
                <a:gd name="T16" fmla="*/ 528 w 564"/>
                <a:gd name="T17" fmla="*/ 2 h 563"/>
                <a:gd name="T18" fmla="*/ 557 w 564"/>
                <a:gd name="T19" fmla="*/ 11 h 563"/>
                <a:gd name="T20" fmla="*/ 563 w 564"/>
                <a:gd name="T21" fmla="*/ 37 h 563"/>
                <a:gd name="T22" fmla="*/ 499 w 564"/>
                <a:gd name="T23" fmla="*/ 394 h 563"/>
                <a:gd name="T24" fmla="*/ 459 w 564"/>
                <a:gd name="T25" fmla="*/ 483 h 563"/>
                <a:gd name="T26" fmla="*/ 371 w 564"/>
                <a:gd name="T27" fmla="*/ 545 h 563"/>
                <a:gd name="T28" fmla="*/ 247 w 564"/>
                <a:gd name="T29" fmla="*/ 562 h 563"/>
                <a:gd name="T30" fmla="*/ 198 w 564"/>
                <a:gd name="T31" fmla="*/ 563 h 563"/>
                <a:gd name="T32" fmla="*/ 534 w 564"/>
                <a:gd name="T33" fmla="*/ 12 h 563"/>
                <a:gd name="T34" fmla="*/ 529 w 564"/>
                <a:gd name="T35" fmla="*/ 13 h 563"/>
                <a:gd name="T36" fmla="*/ 172 w 564"/>
                <a:gd name="T37" fmla="*/ 74 h 563"/>
                <a:gd name="T38" fmla="*/ 76 w 564"/>
                <a:gd name="T39" fmla="*/ 123 h 563"/>
                <a:gd name="T40" fmla="*/ 32 w 564"/>
                <a:gd name="T41" fmla="*/ 188 h 563"/>
                <a:gd name="T42" fmla="*/ 13 w 564"/>
                <a:gd name="T43" fmla="*/ 292 h 563"/>
                <a:gd name="T44" fmla="*/ 13 w 564"/>
                <a:gd name="T45" fmla="*/ 422 h 563"/>
                <a:gd name="T46" fmla="*/ 21 w 564"/>
                <a:gd name="T47" fmla="*/ 503 h 563"/>
                <a:gd name="T48" fmla="*/ 59 w 564"/>
                <a:gd name="T49" fmla="*/ 541 h 563"/>
                <a:gd name="T50" fmla="*/ 198 w 564"/>
                <a:gd name="T51" fmla="*/ 552 h 563"/>
                <a:gd name="T52" fmla="*/ 246 w 564"/>
                <a:gd name="T53" fmla="*/ 552 h 563"/>
                <a:gd name="T54" fmla="*/ 368 w 564"/>
                <a:gd name="T55" fmla="*/ 535 h 563"/>
                <a:gd name="T56" fmla="*/ 451 w 564"/>
                <a:gd name="T57" fmla="*/ 476 h 563"/>
                <a:gd name="T58" fmla="*/ 489 w 564"/>
                <a:gd name="T59" fmla="*/ 392 h 563"/>
                <a:gd name="T60" fmla="*/ 552 w 564"/>
                <a:gd name="T61" fmla="*/ 35 h 563"/>
                <a:gd name="T62" fmla="*/ 549 w 564"/>
                <a:gd name="T63" fmla="*/ 18 h 563"/>
                <a:gd name="T64" fmla="*/ 534 w 564"/>
                <a:gd name="T65" fmla="*/ 12 h 563"/>
                <a:gd name="T66" fmla="*/ 217 w 564"/>
                <a:gd name="T67" fmla="*/ 406 h 563"/>
                <a:gd name="T68" fmla="*/ 164 w 564"/>
                <a:gd name="T69" fmla="*/ 404 h 563"/>
                <a:gd name="T70" fmla="*/ 159 w 564"/>
                <a:gd name="T71" fmla="*/ 404 h 563"/>
                <a:gd name="T72" fmla="*/ 159 w 564"/>
                <a:gd name="T73" fmla="*/ 399 h 563"/>
                <a:gd name="T74" fmla="*/ 160 w 564"/>
                <a:gd name="T75" fmla="*/ 277 h 563"/>
                <a:gd name="T76" fmla="*/ 186 w 564"/>
                <a:gd name="T77" fmla="*/ 199 h 563"/>
                <a:gd name="T78" fmla="*/ 358 w 564"/>
                <a:gd name="T79" fmla="*/ 143 h 563"/>
                <a:gd name="T80" fmla="*/ 365 w 564"/>
                <a:gd name="T81" fmla="*/ 142 h 563"/>
                <a:gd name="T82" fmla="*/ 417 w 564"/>
                <a:gd name="T83" fmla="*/ 141 h 563"/>
                <a:gd name="T84" fmla="*/ 423 w 564"/>
                <a:gd name="T85" fmla="*/ 141 h 563"/>
                <a:gd name="T86" fmla="*/ 423 w 564"/>
                <a:gd name="T87" fmla="*/ 146 h 563"/>
                <a:gd name="T88" fmla="*/ 416 w 564"/>
                <a:gd name="T89" fmla="*/ 261 h 563"/>
                <a:gd name="T90" fmla="*/ 416 w 564"/>
                <a:gd name="T91" fmla="*/ 263 h 563"/>
                <a:gd name="T92" fmla="*/ 414 w 564"/>
                <a:gd name="T93" fmla="*/ 277 h 563"/>
                <a:gd name="T94" fmla="*/ 414 w 564"/>
                <a:gd name="T95" fmla="*/ 282 h 563"/>
                <a:gd name="T96" fmla="*/ 390 w 564"/>
                <a:gd name="T97" fmla="*/ 348 h 563"/>
                <a:gd name="T98" fmla="*/ 343 w 564"/>
                <a:gd name="T99" fmla="*/ 387 h 563"/>
                <a:gd name="T100" fmla="*/ 265 w 564"/>
                <a:gd name="T101" fmla="*/ 404 h 563"/>
                <a:gd name="T102" fmla="*/ 217 w 564"/>
                <a:gd name="T103" fmla="*/ 406 h 563"/>
                <a:gd name="T104" fmla="*/ 169 w 564"/>
                <a:gd name="T105" fmla="*/ 394 h 563"/>
                <a:gd name="T106" fmla="*/ 265 w 564"/>
                <a:gd name="T107" fmla="*/ 393 h 563"/>
                <a:gd name="T108" fmla="*/ 338 w 564"/>
                <a:gd name="T109" fmla="*/ 377 h 563"/>
                <a:gd name="T110" fmla="*/ 381 w 564"/>
                <a:gd name="T111" fmla="*/ 342 h 563"/>
                <a:gd name="T112" fmla="*/ 405 w 564"/>
                <a:gd name="T113" fmla="*/ 265 h 563"/>
                <a:gd name="T114" fmla="*/ 412 w 564"/>
                <a:gd name="T115" fmla="*/ 152 h 563"/>
                <a:gd name="T116" fmla="*/ 365 w 564"/>
                <a:gd name="T117" fmla="*/ 153 h 563"/>
                <a:gd name="T118" fmla="*/ 358 w 564"/>
                <a:gd name="T119" fmla="*/ 153 h 563"/>
                <a:gd name="T120" fmla="*/ 195 w 564"/>
                <a:gd name="T121" fmla="*/ 206 h 563"/>
                <a:gd name="T122" fmla="*/ 171 w 564"/>
                <a:gd name="T123" fmla="*/ 278 h 563"/>
                <a:gd name="T124" fmla="*/ 169 w 564"/>
                <a:gd name="T125" fmla="*/ 394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4" h="563">
                  <a:moveTo>
                    <a:pt x="198" y="563"/>
                  </a:moveTo>
                  <a:cubicBezTo>
                    <a:pt x="144" y="563"/>
                    <a:pt x="98" y="559"/>
                    <a:pt x="57" y="552"/>
                  </a:cubicBezTo>
                  <a:cubicBezTo>
                    <a:pt x="35" y="548"/>
                    <a:pt x="14" y="527"/>
                    <a:pt x="10" y="505"/>
                  </a:cubicBezTo>
                  <a:cubicBezTo>
                    <a:pt x="5" y="476"/>
                    <a:pt x="3" y="446"/>
                    <a:pt x="2" y="423"/>
                  </a:cubicBezTo>
                  <a:cubicBezTo>
                    <a:pt x="0" y="374"/>
                    <a:pt x="0" y="331"/>
                    <a:pt x="3" y="291"/>
                  </a:cubicBezTo>
                  <a:cubicBezTo>
                    <a:pt x="5" y="261"/>
                    <a:pt x="9" y="221"/>
                    <a:pt x="22" y="185"/>
                  </a:cubicBezTo>
                  <a:cubicBezTo>
                    <a:pt x="31" y="156"/>
                    <a:pt x="47" y="134"/>
                    <a:pt x="70" y="115"/>
                  </a:cubicBezTo>
                  <a:cubicBezTo>
                    <a:pt x="95" y="93"/>
                    <a:pt x="128" y="77"/>
                    <a:pt x="170" y="64"/>
                  </a:cubicBezTo>
                  <a:cubicBezTo>
                    <a:pt x="528" y="2"/>
                    <a:pt x="528" y="2"/>
                    <a:pt x="528" y="2"/>
                  </a:cubicBezTo>
                  <a:cubicBezTo>
                    <a:pt x="540" y="0"/>
                    <a:pt x="550" y="3"/>
                    <a:pt x="557" y="11"/>
                  </a:cubicBezTo>
                  <a:cubicBezTo>
                    <a:pt x="562" y="18"/>
                    <a:pt x="564" y="27"/>
                    <a:pt x="563" y="37"/>
                  </a:cubicBezTo>
                  <a:cubicBezTo>
                    <a:pt x="499" y="394"/>
                    <a:pt x="499" y="394"/>
                    <a:pt x="499" y="394"/>
                  </a:cubicBezTo>
                  <a:cubicBezTo>
                    <a:pt x="491" y="423"/>
                    <a:pt x="479" y="456"/>
                    <a:pt x="459" y="483"/>
                  </a:cubicBezTo>
                  <a:cubicBezTo>
                    <a:pt x="438" y="511"/>
                    <a:pt x="406" y="534"/>
                    <a:pt x="371" y="545"/>
                  </a:cubicBezTo>
                  <a:cubicBezTo>
                    <a:pt x="333" y="559"/>
                    <a:pt x="290" y="561"/>
                    <a:pt x="247" y="562"/>
                  </a:cubicBezTo>
                  <a:cubicBezTo>
                    <a:pt x="229" y="563"/>
                    <a:pt x="213" y="563"/>
                    <a:pt x="198" y="563"/>
                  </a:cubicBezTo>
                  <a:close/>
                  <a:moveTo>
                    <a:pt x="534" y="12"/>
                  </a:moveTo>
                  <a:cubicBezTo>
                    <a:pt x="533" y="12"/>
                    <a:pt x="531" y="12"/>
                    <a:pt x="529" y="13"/>
                  </a:cubicBezTo>
                  <a:cubicBezTo>
                    <a:pt x="172" y="74"/>
                    <a:pt x="172" y="74"/>
                    <a:pt x="172" y="74"/>
                  </a:cubicBezTo>
                  <a:cubicBezTo>
                    <a:pt x="132" y="87"/>
                    <a:pt x="101" y="103"/>
                    <a:pt x="76" y="123"/>
                  </a:cubicBezTo>
                  <a:cubicBezTo>
                    <a:pt x="56" y="140"/>
                    <a:pt x="41" y="162"/>
                    <a:pt x="32" y="188"/>
                  </a:cubicBezTo>
                  <a:cubicBezTo>
                    <a:pt x="19" y="224"/>
                    <a:pt x="15" y="262"/>
                    <a:pt x="13" y="292"/>
                  </a:cubicBezTo>
                  <a:cubicBezTo>
                    <a:pt x="11" y="331"/>
                    <a:pt x="10" y="374"/>
                    <a:pt x="13" y="422"/>
                  </a:cubicBezTo>
                  <a:cubicBezTo>
                    <a:pt x="14" y="445"/>
                    <a:pt x="16" y="475"/>
                    <a:pt x="21" y="503"/>
                  </a:cubicBezTo>
                  <a:cubicBezTo>
                    <a:pt x="24" y="520"/>
                    <a:pt x="42" y="538"/>
                    <a:pt x="59" y="541"/>
                  </a:cubicBezTo>
                  <a:cubicBezTo>
                    <a:pt x="99" y="549"/>
                    <a:pt x="145" y="552"/>
                    <a:pt x="198" y="552"/>
                  </a:cubicBezTo>
                  <a:cubicBezTo>
                    <a:pt x="213" y="552"/>
                    <a:pt x="229" y="552"/>
                    <a:pt x="246" y="552"/>
                  </a:cubicBezTo>
                  <a:cubicBezTo>
                    <a:pt x="289" y="550"/>
                    <a:pt x="331" y="548"/>
                    <a:pt x="368" y="535"/>
                  </a:cubicBezTo>
                  <a:cubicBezTo>
                    <a:pt x="401" y="524"/>
                    <a:pt x="430" y="503"/>
                    <a:pt x="451" y="476"/>
                  </a:cubicBezTo>
                  <a:cubicBezTo>
                    <a:pt x="470" y="451"/>
                    <a:pt x="481" y="420"/>
                    <a:pt x="489" y="392"/>
                  </a:cubicBezTo>
                  <a:cubicBezTo>
                    <a:pt x="552" y="35"/>
                    <a:pt x="552" y="35"/>
                    <a:pt x="552" y="35"/>
                  </a:cubicBezTo>
                  <a:cubicBezTo>
                    <a:pt x="553" y="28"/>
                    <a:pt x="552" y="22"/>
                    <a:pt x="549" y="18"/>
                  </a:cubicBezTo>
                  <a:cubicBezTo>
                    <a:pt x="545" y="14"/>
                    <a:pt x="540" y="12"/>
                    <a:pt x="534" y="12"/>
                  </a:cubicBezTo>
                  <a:close/>
                  <a:moveTo>
                    <a:pt x="217" y="406"/>
                  </a:moveTo>
                  <a:cubicBezTo>
                    <a:pt x="200" y="406"/>
                    <a:pt x="183" y="405"/>
                    <a:pt x="164" y="404"/>
                  </a:cubicBezTo>
                  <a:cubicBezTo>
                    <a:pt x="159" y="404"/>
                    <a:pt x="159" y="404"/>
                    <a:pt x="159" y="404"/>
                  </a:cubicBezTo>
                  <a:cubicBezTo>
                    <a:pt x="159" y="399"/>
                    <a:pt x="159" y="399"/>
                    <a:pt x="159" y="399"/>
                  </a:cubicBezTo>
                  <a:cubicBezTo>
                    <a:pt x="157" y="365"/>
                    <a:pt x="156" y="321"/>
                    <a:pt x="160" y="277"/>
                  </a:cubicBezTo>
                  <a:cubicBezTo>
                    <a:pt x="162" y="252"/>
                    <a:pt x="167" y="223"/>
                    <a:pt x="186" y="199"/>
                  </a:cubicBezTo>
                  <a:cubicBezTo>
                    <a:pt x="226" y="149"/>
                    <a:pt x="299" y="146"/>
                    <a:pt x="358" y="143"/>
                  </a:cubicBezTo>
                  <a:cubicBezTo>
                    <a:pt x="365" y="142"/>
                    <a:pt x="365" y="142"/>
                    <a:pt x="365" y="142"/>
                  </a:cubicBezTo>
                  <a:cubicBezTo>
                    <a:pt x="381" y="142"/>
                    <a:pt x="398" y="141"/>
                    <a:pt x="417" y="141"/>
                  </a:cubicBezTo>
                  <a:cubicBezTo>
                    <a:pt x="423" y="141"/>
                    <a:pt x="423" y="141"/>
                    <a:pt x="423" y="141"/>
                  </a:cubicBezTo>
                  <a:cubicBezTo>
                    <a:pt x="423" y="146"/>
                    <a:pt x="423" y="146"/>
                    <a:pt x="423" y="146"/>
                  </a:cubicBezTo>
                  <a:cubicBezTo>
                    <a:pt x="422" y="197"/>
                    <a:pt x="420" y="236"/>
                    <a:pt x="416" y="261"/>
                  </a:cubicBezTo>
                  <a:cubicBezTo>
                    <a:pt x="416" y="261"/>
                    <a:pt x="416" y="262"/>
                    <a:pt x="416" y="263"/>
                  </a:cubicBezTo>
                  <a:cubicBezTo>
                    <a:pt x="416" y="267"/>
                    <a:pt x="415" y="272"/>
                    <a:pt x="414" y="277"/>
                  </a:cubicBezTo>
                  <a:cubicBezTo>
                    <a:pt x="414" y="280"/>
                    <a:pt x="414" y="282"/>
                    <a:pt x="414" y="282"/>
                  </a:cubicBezTo>
                  <a:cubicBezTo>
                    <a:pt x="410" y="303"/>
                    <a:pt x="403" y="327"/>
                    <a:pt x="390" y="348"/>
                  </a:cubicBezTo>
                  <a:cubicBezTo>
                    <a:pt x="380" y="365"/>
                    <a:pt x="364" y="378"/>
                    <a:pt x="343" y="387"/>
                  </a:cubicBezTo>
                  <a:cubicBezTo>
                    <a:pt x="315" y="399"/>
                    <a:pt x="286" y="402"/>
                    <a:pt x="265" y="404"/>
                  </a:cubicBezTo>
                  <a:cubicBezTo>
                    <a:pt x="250" y="405"/>
                    <a:pt x="234" y="406"/>
                    <a:pt x="217" y="406"/>
                  </a:cubicBezTo>
                  <a:close/>
                  <a:moveTo>
                    <a:pt x="169" y="394"/>
                  </a:moveTo>
                  <a:cubicBezTo>
                    <a:pt x="206" y="396"/>
                    <a:pt x="236" y="396"/>
                    <a:pt x="265" y="393"/>
                  </a:cubicBezTo>
                  <a:cubicBezTo>
                    <a:pt x="284" y="392"/>
                    <a:pt x="313" y="388"/>
                    <a:pt x="338" y="377"/>
                  </a:cubicBezTo>
                  <a:cubicBezTo>
                    <a:pt x="357" y="369"/>
                    <a:pt x="372" y="357"/>
                    <a:pt x="381" y="342"/>
                  </a:cubicBezTo>
                  <a:cubicBezTo>
                    <a:pt x="396" y="318"/>
                    <a:pt x="402" y="288"/>
                    <a:pt x="405" y="265"/>
                  </a:cubicBezTo>
                  <a:cubicBezTo>
                    <a:pt x="409" y="241"/>
                    <a:pt x="411" y="203"/>
                    <a:pt x="412" y="152"/>
                  </a:cubicBezTo>
                  <a:cubicBezTo>
                    <a:pt x="395" y="152"/>
                    <a:pt x="380" y="152"/>
                    <a:pt x="365" y="153"/>
                  </a:cubicBezTo>
                  <a:cubicBezTo>
                    <a:pt x="358" y="153"/>
                    <a:pt x="358" y="153"/>
                    <a:pt x="358" y="153"/>
                  </a:cubicBezTo>
                  <a:cubicBezTo>
                    <a:pt x="302" y="156"/>
                    <a:pt x="232" y="159"/>
                    <a:pt x="195" y="206"/>
                  </a:cubicBezTo>
                  <a:cubicBezTo>
                    <a:pt x="177" y="227"/>
                    <a:pt x="173" y="254"/>
                    <a:pt x="171" y="278"/>
                  </a:cubicBezTo>
                  <a:cubicBezTo>
                    <a:pt x="167" y="319"/>
                    <a:pt x="168" y="361"/>
                    <a:pt x="169" y="394"/>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6" name="Group 15">
            <a:extLst>
              <a:ext uri="{FF2B5EF4-FFF2-40B4-BE49-F238E27FC236}">
                <a16:creationId xmlns:a16="http://schemas.microsoft.com/office/drawing/2014/main" id="{6E87FF17-11BC-4193-B503-EC46FAA331ED}"/>
              </a:ext>
            </a:extLst>
          </p:cNvPr>
          <p:cNvGrpSpPr/>
          <p:nvPr/>
        </p:nvGrpSpPr>
        <p:grpSpPr>
          <a:xfrm>
            <a:off x="6108701" y="3441701"/>
            <a:ext cx="2128838" cy="2128838"/>
            <a:chOff x="6108701" y="3441701"/>
            <a:chExt cx="2128838" cy="2128838"/>
          </a:xfrm>
          <a:effectLst>
            <a:outerShdw blurRad="279400" dist="228600" dir="2700000" algn="tl" rotWithShape="0">
              <a:prstClr val="black">
                <a:alpha val="18000"/>
              </a:prstClr>
            </a:outerShdw>
          </a:effectLst>
        </p:grpSpPr>
        <p:sp>
          <p:nvSpPr>
            <p:cNvPr id="7" name="Freeform 6">
              <a:extLst>
                <a:ext uri="{FF2B5EF4-FFF2-40B4-BE49-F238E27FC236}">
                  <a16:creationId xmlns:a16="http://schemas.microsoft.com/office/drawing/2014/main" id="{C50731EA-7485-4CEB-94BB-0CE2EC8E48BD}"/>
                </a:ext>
              </a:extLst>
            </p:cNvPr>
            <p:cNvSpPr>
              <a:spLocks noEditPoints="1"/>
            </p:cNvSpPr>
            <p:nvPr/>
          </p:nvSpPr>
          <p:spPr bwMode="auto">
            <a:xfrm>
              <a:off x="6124576" y="3457576"/>
              <a:ext cx="2089150" cy="2093913"/>
            </a:xfrm>
            <a:custGeom>
              <a:avLst/>
              <a:gdLst>
                <a:gd name="T0" fmla="*/ 65 w 554"/>
                <a:gd name="T1" fmla="*/ 389 h 555"/>
                <a:gd name="T2" fmla="*/ 114 w 554"/>
                <a:gd name="T3" fmla="*/ 487 h 555"/>
                <a:gd name="T4" fmla="*/ 182 w 554"/>
                <a:gd name="T5" fmla="*/ 534 h 555"/>
                <a:gd name="T6" fmla="*/ 287 w 554"/>
                <a:gd name="T7" fmla="*/ 552 h 555"/>
                <a:gd name="T8" fmla="*/ 418 w 554"/>
                <a:gd name="T9" fmla="*/ 553 h 555"/>
                <a:gd name="T10" fmla="*/ 500 w 554"/>
                <a:gd name="T11" fmla="*/ 545 h 555"/>
                <a:gd name="T12" fmla="*/ 542 w 554"/>
                <a:gd name="T13" fmla="*/ 502 h 555"/>
                <a:gd name="T14" fmla="*/ 553 w 554"/>
                <a:gd name="T15" fmla="*/ 314 h 555"/>
                <a:gd name="T16" fmla="*/ 536 w 554"/>
                <a:gd name="T17" fmla="*/ 191 h 555"/>
                <a:gd name="T18" fmla="*/ 475 w 554"/>
                <a:gd name="T19" fmla="*/ 105 h 555"/>
                <a:gd name="T20" fmla="*/ 389 w 554"/>
                <a:gd name="T21" fmla="*/ 67 h 555"/>
                <a:gd name="T22" fmla="*/ 142 w 554"/>
                <a:gd name="T23" fmla="*/ 23 h 555"/>
                <a:gd name="T24" fmla="*/ 32 w 554"/>
                <a:gd name="T25" fmla="*/ 3 h 555"/>
                <a:gd name="T26" fmla="*/ 3 w 554"/>
                <a:gd name="T27" fmla="*/ 32 h 555"/>
                <a:gd name="T28" fmla="*/ 22 w 554"/>
                <a:gd name="T29" fmla="*/ 143 h 555"/>
                <a:gd name="T30" fmla="*/ 65 w 554"/>
                <a:gd name="T31" fmla="*/ 389 h 555"/>
                <a:gd name="T32" fmla="*/ 261 w 554"/>
                <a:gd name="T33" fmla="*/ 150 h 555"/>
                <a:gd name="T34" fmla="*/ 340 w 554"/>
                <a:gd name="T35" fmla="*/ 174 h 555"/>
                <a:gd name="T36" fmla="*/ 378 w 554"/>
                <a:gd name="T37" fmla="*/ 220 h 555"/>
                <a:gd name="T38" fmla="*/ 394 w 554"/>
                <a:gd name="T39" fmla="*/ 295 h 555"/>
                <a:gd name="T40" fmla="*/ 395 w 554"/>
                <a:gd name="T41" fmla="*/ 397 h 555"/>
                <a:gd name="T42" fmla="*/ 273 w 554"/>
                <a:gd name="T43" fmla="*/ 395 h 555"/>
                <a:gd name="T44" fmla="*/ 198 w 554"/>
                <a:gd name="T45" fmla="*/ 370 h 555"/>
                <a:gd name="T46" fmla="*/ 143 w 554"/>
                <a:gd name="T47" fmla="*/ 196 h 555"/>
                <a:gd name="T48" fmla="*/ 142 w 554"/>
                <a:gd name="T49" fmla="*/ 143 h 555"/>
                <a:gd name="T50" fmla="*/ 261 w 554"/>
                <a:gd name="T51" fmla="*/ 15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4" h="555">
                  <a:moveTo>
                    <a:pt x="65" y="389"/>
                  </a:moveTo>
                  <a:cubicBezTo>
                    <a:pt x="75" y="424"/>
                    <a:pt x="91" y="459"/>
                    <a:pt x="114" y="487"/>
                  </a:cubicBezTo>
                  <a:cubicBezTo>
                    <a:pt x="133" y="509"/>
                    <a:pt x="155" y="524"/>
                    <a:pt x="182" y="534"/>
                  </a:cubicBezTo>
                  <a:cubicBezTo>
                    <a:pt x="216" y="545"/>
                    <a:pt x="252" y="550"/>
                    <a:pt x="287" y="552"/>
                  </a:cubicBezTo>
                  <a:cubicBezTo>
                    <a:pt x="331" y="555"/>
                    <a:pt x="375" y="555"/>
                    <a:pt x="418" y="553"/>
                  </a:cubicBezTo>
                  <a:cubicBezTo>
                    <a:pt x="445" y="551"/>
                    <a:pt x="473" y="549"/>
                    <a:pt x="500" y="545"/>
                  </a:cubicBezTo>
                  <a:cubicBezTo>
                    <a:pt x="519" y="541"/>
                    <a:pt x="539" y="522"/>
                    <a:pt x="542" y="502"/>
                  </a:cubicBezTo>
                  <a:cubicBezTo>
                    <a:pt x="554" y="441"/>
                    <a:pt x="554" y="376"/>
                    <a:pt x="553" y="314"/>
                  </a:cubicBezTo>
                  <a:cubicBezTo>
                    <a:pt x="551" y="273"/>
                    <a:pt x="549" y="230"/>
                    <a:pt x="536" y="191"/>
                  </a:cubicBezTo>
                  <a:cubicBezTo>
                    <a:pt x="525" y="157"/>
                    <a:pt x="504" y="127"/>
                    <a:pt x="475" y="105"/>
                  </a:cubicBezTo>
                  <a:cubicBezTo>
                    <a:pt x="450" y="86"/>
                    <a:pt x="419" y="75"/>
                    <a:pt x="389" y="67"/>
                  </a:cubicBezTo>
                  <a:cubicBezTo>
                    <a:pt x="142" y="23"/>
                    <a:pt x="142" y="23"/>
                    <a:pt x="142" y="23"/>
                  </a:cubicBezTo>
                  <a:cubicBezTo>
                    <a:pt x="32" y="3"/>
                    <a:pt x="32" y="3"/>
                    <a:pt x="32" y="3"/>
                  </a:cubicBezTo>
                  <a:cubicBezTo>
                    <a:pt x="13" y="0"/>
                    <a:pt x="0" y="12"/>
                    <a:pt x="3" y="32"/>
                  </a:cubicBezTo>
                  <a:cubicBezTo>
                    <a:pt x="22" y="143"/>
                    <a:pt x="22" y="143"/>
                    <a:pt x="22" y="143"/>
                  </a:cubicBezTo>
                  <a:lnTo>
                    <a:pt x="65" y="389"/>
                  </a:lnTo>
                  <a:close/>
                  <a:moveTo>
                    <a:pt x="261" y="150"/>
                  </a:moveTo>
                  <a:cubicBezTo>
                    <a:pt x="288" y="154"/>
                    <a:pt x="317" y="160"/>
                    <a:pt x="340" y="174"/>
                  </a:cubicBezTo>
                  <a:cubicBezTo>
                    <a:pt x="358" y="185"/>
                    <a:pt x="370" y="201"/>
                    <a:pt x="378" y="220"/>
                  </a:cubicBezTo>
                  <a:cubicBezTo>
                    <a:pt x="388" y="244"/>
                    <a:pt x="392" y="270"/>
                    <a:pt x="394" y="295"/>
                  </a:cubicBezTo>
                  <a:cubicBezTo>
                    <a:pt x="397" y="329"/>
                    <a:pt x="397" y="363"/>
                    <a:pt x="395" y="397"/>
                  </a:cubicBezTo>
                  <a:cubicBezTo>
                    <a:pt x="354" y="398"/>
                    <a:pt x="313" y="399"/>
                    <a:pt x="273" y="395"/>
                  </a:cubicBezTo>
                  <a:cubicBezTo>
                    <a:pt x="246" y="392"/>
                    <a:pt x="220" y="387"/>
                    <a:pt x="198" y="370"/>
                  </a:cubicBezTo>
                  <a:cubicBezTo>
                    <a:pt x="148" y="330"/>
                    <a:pt x="146" y="254"/>
                    <a:pt x="143" y="196"/>
                  </a:cubicBezTo>
                  <a:cubicBezTo>
                    <a:pt x="143" y="178"/>
                    <a:pt x="142" y="161"/>
                    <a:pt x="142" y="143"/>
                  </a:cubicBezTo>
                  <a:cubicBezTo>
                    <a:pt x="197" y="144"/>
                    <a:pt x="236" y="146"/>
                    <a:pt x="261" y="15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C3BE3F76-F65B-49DA-A362-DB1DE5BA930D}"/>
                </a:ext>
              </a:extLst>
            </p:cNvPr>
            <p:cNvSpPr>
              <a:spLocks noEditPoints="1"/>
            </p:cNvSpPr>
            <p:nvPr/>
          </p:nvSpPr>
          <p:spPr bwMode="auto">
            <a:xfrm>
              <a:off x="6108701" y="3441701"/>
              <a:ext cx="2128838" cy="2128838"/>
            </a:xfrm>
            <a:custGeom>
              <a:avLst/>
              <a:gdLst>
                <a:gd name="T0" fmla="*/ 291 w 564"/>
                <a:gd name="T1" fmla="*/ 562 h 564"/>
                <a:gd name="T2" fmla="*/ 114 w 564"/>
                <a:gd name="T3" fmla="*/ 495 h 564"/>
                <a:gd name="T4" fmla="*/ 2 w 564"/>
                <a:gd name="T5" fmla="*/ 37 h 564"/>
                <a:gd name="T6" fmla="*/ 37 w 564"/>
                <a:gd name="T7" fmla="*/ 2 h 564"/>
                <a:gd name="T8" fmla="*/ 483 w 564"/>
                <a:gd name="T9" fmla="*/ 105 h 564"/>
                <a:gd name="T10" fmla="*/ 562 w 564"/>
                <a:gd name="T11" fmla="*/ 318 h 564"/>
                <a:gd name="T12" fmla="*/ 505 w 564"/>
                <a:gd name="T13" fmla="*/ 554 h 564"/>
                <a:gd name="T14" fmla="*/ 357 w 564"/>
                <a:gd name="T15" fmla="*/ 564 h 564"/>
                <a:gd name="T16" fmla="*/ 16 w 564"/>
                <a:gd name="T17" fmla="*/ 18 h 564"/>
                <a:gd name="T18" fmla="*/ 74 w 564"/>
                <a:gd name="T19" fmla="*/ 392 h 564"/>
                <a:gd name="T20" fmla="*/ 188 w 564"/>
                <a:gd name="T21" fmla="*/ 533 h 564"/>
                <a:gd name="T22" fmla="*/ 357 w 564"/>
                <a:gd name="T23" fmla="*/ 553 h 564"/>
                <a:gd name="T24" fmla="*/ 503 w 564"/>
                <a:gd name="T25" fmla="*/ 543 h 564"/>
                <a:gd name="T26" fmla="*/ 551 w 564"/>
                <a:gd name="T27" fmla="*/ 318 h 564"/>
                <a:gd name="T28" fmla="*/ 476 w 564"/>
                <a:gd name="T29" fmla="*/ 114 h 564"/>
                <a:gd name="T30" fmla="*/ 35 w 564"/>
                <a:gd name="T31" fmla="*/ 12 h 564"/>
                <a:gd name="T32" fmla="*/ 345 w 564"/>
                <a:gd name="T33" fmla="*/ 407 h 564"/>
                <a:gd name="T34" fmla="*/ 199 w 564"/>
                <a:gd name="T35" fmla="*/ 378 h 564"/>
                <a:gd name="T36" fmla="*/ 142 w 564"/>
                <a:gd name="T37" fmla="*/ 200 h 564"/>
                <a:gd name="T38" fmla="*/ 140 w 564"/>
                <a:gd name="T39" fmla="*/ 142 h 564"/>
                <a:gd name="T40" fmla="*/ 259 w 564"/>
                <a:gd name="T41" fmla="*/ 148 h 564"/>
                <a:gd name="T42" fmla="*/ 282 w 564"/>
                <a:gd name="T43" fmla="*/ 151 h 564"/>
                <a:gd name="T44" fmla="*/ 347 w 564"/>
                <a:gd name="T45" fmla="*/ 174 h 564"/>
                <a:gd name="T46" fmla="*/ 404 w 564"/>
                <a:gd name="T47" fmla="*/ 299 h 564"/>
                <a:gd name="T48" fmla="*/ 404 w 564"/>
                <a:gd name="T49" fmla="*/ 406 h 564"/>
                <a:gd name="T50" fmla="*/ 345 w 564"/>
                <a:gd name="T51" fmla="*/ 407 h 564"/>
                <a:gd name="T52" fmla="*/ 153 w 564"/>
                <a:gd name="T53" fmla="*/ 199 h 564"/>
                <a:gd name="T54" fmla="*/ 206 w 564"/>
                <a:gd name="T55" fmla="*/ 370 h 564"/>
                <a:gd name="T56" fmla="*/ 345 w 564"/>
                <a:gd name="T57" fmla="*/ 396 h 564"/>
                <a:gd name="T58" fmla="*/ 393 w 564"/>
                <a:gd name="T59" fmla="*/ 300 h 564"/>
                <a:gd name="T60" fmla="*/ 342 w 564"/>
                <a:gd name="T61" fmla="*/ 183 h 564"/>
                <a:gd name="T62" fmla="*/ 151 w 564"/>
                <a:gd name="T63" fmla="*/ 15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4" h="564">
                  <a:moveTo>
                    <a:pt x="357" y="564"/>
                  </a:moveTo>
                  <a:cubicBezTo>
                    <a:pt x="334" y="564"/>
                    <a:pt x="312" y="563"/>
                    <a:pt x="291" y="562"/>
                  </a:cubicBezTo>
                  <a:cubicBezTo>
                    <a:pt x="261" y="560"/>
                    <a:pt x="221" y="556"/>
                    <a:pt x="184" y="543"/>
                  </a:cubicBezTo>
                  <a:cubicBezTo>
                    <a:pt x="156" y="533"/>
                    <a:pt x="133" y="517"/>
                    <a:pt x="114" y="495"/>
                  </a:cubicBezTo>
                  <a:cubicBezTo>
                    <a:pt x="93" y="470"/>
                    <a:pt x="76" y="437"/>
                    <a:pt x="63" y="395"/>
                  </a:cubicBezTo>
                  <a:cubicBezTo>
                    <a:pt x="2" y="37"/>
                    <a:pt x="2" y="37"/>
                    <a:pt x="2" y="37"/>
                  </a:cubicBezTo>
                  <a:cubicBezTo>
                    <a:pt x="0" y="27"/>
                    <a:pt x="2" y="17"/>
                    <a:pt x="8" y="11"/>
                  </a:cubicBezTo>
                  <a:cubicBezTo>
                    <a:pt x="14" y="3"/>
                    <a:pt x="25" y="0"/>
                    <a:pt x="37" y="2"/>
                  </a:cubicBezTo>
                  <a:cubicBezTo>
                    <a:pt x="394" y="65"/>
                    <a:pt x="394" y="65"/>
                    <a:pt x="394" y="65"/>
                  </a:cubicBezTo>
                  <a:cubicBezTo>
                    <a:pt x="423" y="74"/>
                    <a:pt x="456" y="85"/>
                    <a:pt x="483" y="105"/>
                  </a:cubicBezTo>
                  <a:cubicBezTo>
                    <a:pt x="511" y="127"/>
                    <a:pt x="533" y="158"/>
                    <a:pt x="545" y="193"/>
                  </a:cubicBezTo>
                  <a:cubicBezTo>
                    <a:pt x="558" y="232"/>
                    <a:pt x="560" y="274"/>
                    <a:pt x="562" y="318"/>
                  </a:cubicBezTo>
                  <a:cubicBezTo>
                    <a:pt x="564" y="371"/>
                    <a:pt x="564" y="440"/>
                    <a:pt x="552" y="507"/>
                  </a:cubicBezTo>
                  <a:cubicBezTo>
                    <a:pt x="548" y="529"/>
                    <a:pt x="526" y="550"/>
                    <a:pt x="505" y="554"/>
                  </a:cubicBezTo>
                  <a:cubicBezTo>
                    <a:pt x="475" y="559"/>
                    <a:pt x="445" y="561"/>
                    <a:pt x="423" y="562"/>
                  </a:cubicBezTo>
                  <a:cubicBezTo>
                    <a:pt x="399" y="563"/>
                    <a:pt x="378" y="564"/>
                    <a:pt x="357" y="564"/>
                  </a:cubicBezTo>
                  <a:close/>
                  <a:moveTo>
                    <a:pt x="30" y="12"/>
                  </a:moveTo>
                  <a:cubicBezTo>
                    <a:pt x="24" y="12"/>
                    <a:pt x="19" y="14"/>
                    <a:pt x="16" y="18"/>
                  </a:cubicBezTo>
                  <a:cubicBezTo>
                    <a:pt x="12" y="22"/>
                    <a:pt x="11" y="28"/>
                    <a:pt x="12" y="35"/>
                  </a:cubicBezTo>
                  <a:cubicBezTo>
                    <a:pt x="74" y="392"/>
                    <a:pt x="74" y="392"/>
                    <a:pt x="74" y="392"/>
                  </a:cubicBezTo>
                  <a:cubicBezTo>
                    <a:pt x="86" y="432"/>
                    <a:pt x="102" y="464"/>
                    <a:pt x="123" y="488"/>
                  </a:cubicBezTo>
                  <a:cubicBezTo>
                    <a:pt x="140" y="509"/>
                    <a:pt x="161" y="523"/>
                    <a:pt x="188" y="533"/>
                  </a:cubicBezTo>
                  <a:cubicBezTo>
                    <a:pt x="223" y="545"/>
                    <a:pt x="262" y="549"/>
                    <a:pt x="292" y="551"/>
                  </a:cubicBezTo>
                  <a:cubicBezTo>
                    <a:pt x="312" y="553"/>
                    <a:pt x="334" y="553"/>
                    <a:pt x="357" y="553"/>
                  </a:cubicBezTo>
                  <a:cubicBezTo>
                    <a:pt x="378" y="553"/>
                    <a:pt x="399" y="553"/>
                    <a:pt x="422" y="552"/>
                  </a:cubicBezTo>
                  <a:cubicBezTo>
                    <a:pt x="445" y="550"/>
                    <a:pt x="474" y="548"/>
                    <a:pt x="503" y="543"/>
                  </a:cubicBezTo>
                  <a:cubicBezTo>
                    <a:pt x="520" y="541"/>
                    <a:pt x="538" y="523"/>
                    <a:pt x="541" y="505"/>
                  </a:cubicBezTo>
                  <a:cubicBezTo>
                    <a:pt x="553" y="439"/>
                    <a:pt x="553" y="370"/>
                    <a:pt x="551" y="318"/>
                  </a:cubicBezTo>
                  <a:cubicBezTo>
                    <a:pt x="550" y="275"/>
                    <a:pt x="548" y="234"/>
                    <a:pt x="535" y="196"/>
                  </a:cubicBezTo>
                  <a:cubicBezTo>
                    <a:pt x="524" y="163"/>
                    <a:pt x="503" y="134"/>
                    <a:pt x="476" y="114"/>
                  </a:cubicBezTo>
                  <a:cubicBezTo>
                    <a:pt x="451" y="94"/>
                    <a:pt x="419" y="84"/>
                    <a:pt x="391" y="76"/>
                  </a:cubicBezTo>
                  <a:cubicBezTo>
                    <a:pt x="35" y="12"/>
                    <a:pt x="35" y="12"/>
                    <a:pt x="35" y="12"/>
                  </a:cubicBezTo>
                  <a:cubicBezTo>
                    <a:pt x="33" y="12"/>
                    <a:pt x="32" y="12"/>
                    <a:pt x="30" y="12"/>
                  </a:cubicBezTo>
                  <a:close/>
                  <a:moveTo>
                    <a:pt x="345" y="407"/>
                  </a:moveTo>
                  <a:cubicBezTo>
                    <a:pt x="320" y="407"/>
                    <a:pt x="298" y="406"/>
                    <a:pt x="277" y="404"/>
                  </a:cubicBezTo>
                  <a:cubicBezTo>
                    <a:pt x="251" y="402"/>
                    <a:pt x="223" y="397"/>
                    <a:pt x="199" y="378"/>
                  </a:cubicBezTo>
                  <a:cubicBezTo>
                    <a:pt x="149" y="338"/>
                    <a:pt x="145" y="265"/>
                    <a:pt x="142" y="207"/>
                  </a:cubicBezTo>
                  <a:cubicBezTo>
                    <a:pt x="142" y="200"/>
                    <a:pt x="142" y="200"/>
                    <a:pt x="142" y="200"/>
                  </a:cubicBezTo>
                  <a:cubicBezTo>
                    <a:pt x="141" y="183"/>
                    <a:pt x="141" y="166"/>
                    <a:pt x="140" y="147"/>
                  </a:cubicBezTo>
                  <a:cubicBezTo>
                    <a:pt x="140" y="142"/>
                    <a:pt x="140" y="142"/>
                    <a:pt x="140" y="142"/>
                  </a:cubicBezTo>
                  <a:cubicBezTo>
                    <a:pt x="146" y="142"/>
                    <a:pt x="146" y="142"/>
                    <a:pt x="146" y="142"/>
                  </a:cubicBezTo>
                  <a:cubicBezTo>
                    <a:pt x="196" y="143"/>
                    <a:pt x="234" y="145"/>
                    <a:pt x="259" y="148"/>
                  </a:cubicBezTo>
                  <a:cubicBezTo>
                    <a:pt x="260" y="148"/>
                    <a:pt x="273" y="148"/>
                    <a:pt x="281" y="151"/>
                  </a:cubicBezTo>
                  <a:cubicBezTo>
                    <a:pt x="281" y="151"/>
                    <a:pt x="282" y="151"/>
                    <a:pt x="282" y="151"/>
                  </a:cubicBezTo>
                  <a:cubicBezTo>
                    <a:pt x="282" y="151"/>
                    <a:pt x="282" y="151"/>
                    <a:pt x="283" y="151"/>
                  </a:cubicBezTo>
                  <a:cubicBezTo>
                    <a:pt x="304" y="155"/>
                    <a:pt x="327" y="161"/>
                    <a:pt x="347" y="174"/>
                  </a:cubicBezTo>
                  <a:cubicBezTo>
                    <a:pt x="364" y="185"/>
                    <a:pt x="378" y="201"/>
                    <a:pt x="387" y="222"/>
                  </a:cubicBezTo>
                  <a:cubicBezTo>
                    <a:pt x="398" y="249"/>
                    <a:pt x="402" y="279"/>
                    <a:pt x="404" y="299"/>
                  </a:cubicBezTo>
                  <a:cubicBezTo>
                    <a:pt x="406" y="329"/>
                    <a:pt x="406" y="361"/>
                    <a:pt x="404" y="401"/>
                  </a:cubicBezTo>
                  <a:cubicBezTo>
                    <a:pt x="404" y="406"/>
                    <a:pt x="404" y="406"/>
                    <a:pt x="404" y="406"/>
                  </a:cubicBezTo>
                  <a:cubicBezTo>
                    <a:pt x="399" y="406"/>
                    <a:pt x="399" y="406"/>
                    <a:pt x="399" y="406"/>
                  </a:cubicBezTo>
                  <a:cubicBezTo>
                    <a:pt x="378" y="407"/>
                    <a:pt x="361" y="407"/>
                    <a:pt x="345" y="407"/>
                  </a:cubicBezTo>
                  <a:close/>
                  <a:moveTo>
                    <a:pt x="151" y="153"/>
                  </a:moveTo>
                  <a:cubicBezTo>
                    <a:pt x="152" y="169"/>
                    <a:pt x="152" y="185"/>
                    <a:pt x="153" y="199"/>
                  </a:cubicBezTo>
                  <a:cubicBezTo>
                    <a:pt x="153" y="206"/>
                    <a:pt x="153" y="206"/>
                    <a:pt x="153" y="206"/>
                  </a:cubicBezTo>
                  <a:cubicBezTo>
                    <a:pt x="156" y="262"/>
                    <a:pt x="159" y="333"/>
                    <a:pt x="206" y="370"/>
                  </a:cubicBezTo>
                  <a:cubicBezTo>
                    <a:pt x="227" y="387"/>
                    <a:pt x="254" y="391"/>
                    <a:pt x="278" y="394"/>
                  </a:cubicBezTo>
                  <a:cubicBezTo>
                    <a:pt x="298" y="395"/>
                    <a:pt x="320" y="396"/>
                    <a:pt x="345" y="396"/>
                  </a:cubicBezTo>
                  <a:cubicBezTo>
                    <a:pt x="360" y="396"/>
                    <a:pt x="375" y="396"/>
                    <a:pt x="394" y="395"/>
                  </a:cubicBezTo>
                  <a:cubicBezTo>
                    <a:pt x="396" y="359"/>
                    <a:pt x="395" y="328"/>
                    <a:pt x="393" y="300"/>
                  </a:cubicBezTo>
                  <a:cubicBezTo>
                    <a:pt x="391" y="280"/>
                    <a:pt x="388" y="252"/>
                    <a:pt x="377" y="226"/>
                  </a:cubicBezTo>
                  <a:cubicBezTo>
                    <a:pt x="369" y="207"/>
                    <a:pt x="357" y="192"/>
                    <a:pt x="342" y="183"/>
                  </a:cubicBezTo>
                  <a:cubicBezTo>
                    <a:pt x="318" y="168"/>
                    <a:pt x="288" y="162"/>
                    <a:pt x="264" y="159"/>
                  </a:cubicBezTo>
                  <a:cubicBezTo>
                    <a:pt x="240" y="156"/>
                    <a:pt x="202" y="154"/>
                    <a:pt x="151" y="153"/>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5" name="Group 14">
            <a:extLst>
              <a:ext uri="{FF2B5EF4-FFF2-40B4-BE49-F238E27FC236}">
                <a16:creationId xmlns:a16="http://schemas.microsoft.com/office/drawing/2014/main" id="{744A5DF4-D316-4EC5-91D1-0F8C7BDDB6B2}"/>
              </a:ext>
            </a:extLst>
          </p:cNvPr>
          <p:cNvGrpSpPr/>
          <p:nvPr/>
        </p:nvGrpSpPr>
        <p:grpSpPr>
          <a:xfrm>
            <a:off x="6116638" y="1295401"/>
            <a:ext cx="2127250" cy="2116138"/>
            <a:chOff x="6116638" y="1295401"/>
            <a:chExt cx="2127250" cy="2116138"/>
          </a:xfrm>
          <a:effectLst>
            <a:outerShdw blurRad="279400" dist="228600" dir="2700000" algn="tl" rotWithShape="0">
              <a:prstClr val="black">
                <a:alpha val="18000"/>
              </a:prstClr>
            </a:outerShdw>
          </a:effectLst>
        </p:grpSpPr>
        <p:sp>
          <p:nvSpPr>
            <p:cNvPr id="8" name="Freeform 7">
              <a:extLst>
                <a:ext uri="{FF2B5EF4-FFF2-40B4-BE49-F238E27FC236}">
                  <a16:creationId xmlns:a16="http://schemas.microsoft.com/office/drawing/2014/main" id="{63C8F5B9-C1D5-4C3B-A27A-6E115C00EFF3}"/>
                </a:ext>
              </a:extLst>
            </p:cNvPr>
            <p:cNvSpPr>
              <a:spLocks noEditPoints="1"/>
            </p:cNvSpPr>
            <p:nvPr/>
          </p:nvSpPr>
          <p:spPr bwMode="auto">
            <a:xfrm>
              <a:off x="6127751" y="1311276"/>
              <a:ext cx="2098675" cy="2093913"/>
            </a:xfrm>
            <a:custGeom>
              <a:avLst/>
              <a:gdLst>
                <a:gd name="T0" fmla="*/ 390 w 556"/>
                <a:gd name="T1" fmla="*/ 490 h 555"/>
                <a:gd name="T2" fmla="*/ 488 w 556"/>
                <a:gd name="T3" fmla="*/ 440 h 555"/>
                <a:gd name="T4" fmla="*/ 534 w 556"/>
                <a:gd name="T5" fmla="*/ 372 h 555"/>
                <a:gd name="T6" fmla="*/ 553 w 556"/>
                <a:gd name="T7" fmla="*/ 267 h 555"/>
                <a:gd name="T8" fmla="*/ 554 w 556"/>
                <a:gd name="T9" fmla="*/ 136 h 555"/>
                <a:gd name="T10" fmla="*/ 545 w 556"/>
                <a:gd name="T11" fmla="*/ 54 h 555"/>
                <a:gd name="T12" fmla="*/ 503 w 556"/>
                <a:gd name="T13" fmla="*/ 12 h 555"/>
                <a:gd name="T14" fmla="*/ 315 w 556"/>
                <a:gd name="T15" fmla="*/ 2 h 555"/>
                <a:gd name="T16" fmla="*/ 191 w 556"/>
                <a:gd name="T17" fmla="*/ 18 h 555"/>
                <a:gd name="T18" fmla="*/ 106 w 556"/>
                <a:gd name="T19" fmla="*/ 79 h 555"/>
                <a:gd name="T20" fmla="*/ 67 w 556"/>
                <a:gd name="T21" fmla="*/ 165 h 555"/>
                <a:gd name="T22" fmla="*/ 23 w 556"/>
                <a:gd name="T23" fmla="*/ 412 h 555"/>
                <a:gd name="T24" fmla="*/ 4 w 556"/>
                <a:gd name="T25" fmla="*/ 522 h 555"/>
                <a:gd name="T26" fmla="*/ 33 w 556"/>
                <a:gd name="T27" fmla="*/ 551 h 555"/>
                <a:gd name="T28" fmla="*/ 144 w 556"/>
                <a:gd name="T29" fmla="*/ 532 h 555"/>
                <a:gd name="T30" fmla="*/ 390 w 556"/>
                <a:gd name="T31" fmla="*/ 490 h 555"/>
                <a:gd name="T32" fmla="*/ 151 w 556"/>
                <a:gd name="T33" fmla="*/ 293 h 555"/>
                <a:gd name="T34" fmla="*/ 175 w 556"/>
                <a:gd name="T35" fmla="*/ 214 h 555"/>
                <a:gd name="T36" fmla="*/ 221 w 556"/>
                <a:gd name="T37" fmla="*/ 177 h 555"/>
                <a:gd name="T38" fmla="*/ 296 w 556"/>
                <a:gd name="T39" fmla="*/ 160 h 555"/>
                <a:gd name="T40" fmla="*/ 397 w 556"/>
                <a:gd name="T41" fmla="*/ 160 h 555"/>
                <a:gd name="T42" fmla="*/ 396 w 556"/>
                <a:gd name="T43" fmla="*/ 281 h 555"/>
                <a:gd name="T44" fmla="*/ 371 w 556"/>
                <a:gd name="T45" fmla="*/ 356 h 555"/>
                <a:gd name="T46" fmla="*/ 196 w 556"/>
                <a:gd name="T47" fmla="*/ 411 h 555"/>
                <a:gd name="T48" fmla="*/ 144 w 556"/>
                <a:gd name="T49" fmla="*/ 413 h 555"/>
                <a:gd name="T50" fmla="*/ 151 w 556"/>
                <a:gd name="T51" fmla="*/ 293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6" h="555">
                  <a:moveTo>
                    <a:pt x="390" y="490"/>
                  </a:moveTo>
                  <a:cubicBezTo>
                    <a:pt x="425" y="479"/>
                    <a:pt x="460" y="464"/>
                    <a:pt x="488" y="440"/>
                  </a:cubicBezTo>
                  <a:cubicBezTo>
                    <a:pt x="510" y="422"/>
                    <a:pt x="525" y="399"/>
                    <a:pt x="534" y="372"/>
                  </a:cubicBezTo>
                  <a:cubicBezTo>
                    <a:pt x="546" y="339"/>
                    <a:pt x="551" y="303"/>
                    <a:pt x="553" y="267"/>
                  </a:cubicBezTo>
                  <a:cubicBezTo>
                    <a:pt x="556" y="224"/>
                    <a:pt x="556" y="180"/>
                    <a:pt x="554" y="136"/>
                  </a:cubicBezTo>
                  <a:cubicBezTo>
                    <a:pt x="552" y="109"/>
                    <a:pt x="550" y="81"/>
                    <a:pt x="545" y="54"/>
                  </a:cubicBezTo>
                  <a:cubicBezTo>
                    <a:pt x="542" y="35"/>
                    <a:pt x="522" y="16"/>
                    <a:pt x="503" y="12"/>
                  </a:cubicBezTo>
                  <a:cubicBezTo>
                    <a:pt x="441" y="1"/>
                    <a:pt x="377" y="0"/>
                    <a:pt x="315" y="2"/>
                  </a:cubicBezTo>
                  <a:cubicBezTo>
                    <a:pt x="274" y="3"/>
                    <a:pt x="230" y="5"/>
                    <a:pt x="191" y="18"/>
                  </a:cubicBezTo>
                  <a:cubicBezTo>
                    <a:pt x="158" y="30"/>
                    <a:pt x="127" y="51"/>
                    <a:pt x="106" y="79"/>
                  </a:cubicBezTo>
                  <a:cubicBezTo>
                    <a:pt x="87" y="104"/>
                    <a:pt x="76" y="135"/>
                    <a:pt x="67" y="165"/>
                  </a:cubicBezTo>
                  <a:cubicBezTo>
                    <a:pt x="23" y="412"/>
                    <a:pt x="23" y="412"/>
                    <a:pt x="23" y="412"/>
                  </a:cubicBezTo>
                  <a:cubicBezTo>
                    <a:pt x="4" y="522"/>
                    <a:pt x="4" y="522"/>
                    <a:pt x="4" y="522"/>
                  </a:cubicBezTo>
                  <a:cubicBezTo>
                    <a:pt x="0" y="542"/>
                    <a:pt x="13" y="555"/>
                    <a:pt x="33" y="551"/>
                  </a:cubicBezTo>
                  <a:cubicBezTo>
                    <a:pt x="144" y="532"/>
                    <a:pt x="144" y="532"/>
                    <a:pt x="144" y="532"/>
                  </a:cubicBezTo>
                  <a:lnTo>
                    <a:pt x="390" y="490"/>
                  </a:lnTo>
                  <a:close/>
                  <a:moveTo>
                    <a:pt x="151" y="293"/>
                  </a:moveTo>
                  <a:cubicBezTo>
                    <a:pt x="154" y="266"/>
                    <a:pt x="160" y="238"/>
                    <a:pt x="175" y="214"/>
                  </a:cubicBezTo>
                  <a:cubicBezTo>
                    <a:pt x="186" y="197"/>
                    <a:pt x="202" y="184"/>
                    <a:pt x="221" y="177"/>
                  </a:cubicBezTo>
                  <a:cubicBezTo>
                    <a:pt x="244" y="166"/>
                    <a:pt x="270" y="162"/>
                    <a:pt x="296" y="160"/>
                  </a:cubicBezTo>
                  <a:cubicBezTo>
                    <a:pt x="330" y="157"/>
                    <a:pt x="364" y="158"/>
                    <a:pt x="397" y="160"/>
                  </a:cubicBezTo>
                  <a:cubicBezTo>
                    <a:pt x="399" y="200"/>
                    <a:pt x="399" y="241"/>
                    <a:pt x="396" y="281"/>
                  </a:cubicBezTo>
                  <a:cubicBezTo>
                    <a:pt x="393" y="308"/>
                    <a:pt x="388" y="335"/>
                    <a:pt x="371" y="356"/>
                  </a:cubicBezTo>
                  <a:cubicBezTo>
                    <a:pt x="330" y="406"/>
                    <a:pt x="255" y="408"/>
                    <a:pt x="196" y="411"/>
                  </a:cubicBezTo>
                  <a:cubicBezTo>
                    <a:pt x="179" y="412"/>
                    <a:pt x="161" y="412"/>
                    <a:pt x="144" y="413"/>
                  </a:cubicBezTo>
                  <a:cubicBezTo>
                    <a:pt x="145" y="358"/>
                    <a:pt x="147" y="318"/>
                    <a:pt x="151" y="29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CDDF43F0-4527-4835-B9C0-E549404F87B4}"/>
                </a:ext>
              </a:extLst>
            </p:cNvPr>
            <p:cNvSpPr>
              <a:spLocks noEditPoints="1"/>
            </p:cNvSpPr>
            <p:nvPr/>
          </p:nvSpPr>
          <p:spPr bwMode="auto">
            <a:xfrm>
              <a:off x="6116638" y="1295401"/>
              <a:ext cx="2127250" cy="2116138"/>
            </a:xfrm>
            <a:custGeom>
              <a:avLst/>
              <a:gdLst>
                <a:gd name="T0" fmla="*/ 7 w 564"/>
                <a:gd name="T1" fmla="*/ 551 h 561"/>
                <a:gd name="T2" fmla="*/ 65 w 564"/>
                <a:gd name="T3" fmla="*/ 168 h 561"/>
                <a:gd name="T4" fmla="*/ 193 w 564"/>
                <a:gd name="T5" fmla="*/ 17 h 561"/>
                <a:gd name="T6" fmla="*/ 366 w 564"/>
                <a:gd name="T7" fmla="*/ 0 h 561"/>
                <a:gd name="T8" fmla="*/ 554 w 564"/>
                <a:gd name="T9" fmla="*/ 58 h 561"/>
                <a:gd name="T10" fmla="*/ 561 w 564"/>
                <a:gd name="T11" fmla="*/ 271 h 561"/>
                <a:gd name="T12" fmla="*/ 494 w 564"/>
                <a:gd name="T13" fmla="*/ 448 h 561"/>
                <a:gd name="T14" fmla="*/ 36 w 564"/>
                <a:gd name="T15" fmla="*/ 561 h 561"/>
                <a:gd name="T16" fmla="*/ 366 w 564"/>
                <a:gd name="T17" fmla="*/ 10 h 561"/>
                <a:gd name="T18" fmla="*/ 196 w 564"/>
                <a:gd name="T19" fmla="*/ 27 h 561"/>
                <a:gd name="T20" fmla="*/ 76 w 564"/>
                <a:gd name="T21" fmla="*/ 171 h 561"/>
                <a:gd name="T22" fmla="*/ 15 w 564"/>
                <a:gd name="T23" fmla="*/ 545 h 561"/>
                <a:gd name="T24" fmla="*/ 35 w 564"/>
                <a:gd name="T25" fmla="*/ 550 h 561"/>
                <a:gd name="T26" fmla="*/ 488 w 564"/>
                <a:gd name="T27" fmla="*/ 440 h 561"/>
                <a:gd name="T28" fmla="*/ 551 w 564"/>
                <a:gd name="T29" fmla="*/ 271 h 561"/>
                <a:gd name="T30" fmla="*/ 543 w 564"/>
                <a:gd name="T31" fmla="*/ 59 h 561"/>
                <a:gd name="T32" fmla="*/ 366 w 564"/>
                <a:gd name="T33" fmla="*/ 10 h 561"/>
                <a:gd name="T34" fmla="*/ 142 w 564"/>
                <a:gd name="T35" fmla="*/ 417 h 561"/>
                <a:gd name="T36" fmla="*/ 149 w 564"/>
                <a:gd name="T37" fmla="*/ 291 h 561"/>
                <a:gd name="T38" fmla="*/ 150 w 564"/>
                <a:gd name="T39" fmla="*/ 281 h 561"/>
                <a:gd name="T40" fmla="*/ 174 w 564"/>
                <a:gd name="T41" fmla="*/ 215 h 561"/>
                <a:gd name="T42" fmla="*/ 299 w 564"/>
                <a:gd name="T43" fmla="*/ 159 h 561"/>
                <a:gd name="T44" fmla="*/ 405 w 564"/>
                <a:gd name="T45" fmla="*/ 159 h 561"/>
                <a:gd name="T46" fmla="*/ 404 w 564"/>
                <a:gd name="T47" fmla="*/ 286 h 561"/>
                <a:gd name="T48" fmla="*/ 206 w 564"/>
                <a:gd name="T49" fmla="*/ 420 h 561"/>
                <a:gd name="T50" fmla="*/ 147 w 564"/>
                <a:gd name="T51" fmla="*/ 422 h 561"/>
                <a:gd name="T52" fmla="*/ 159 w 564"/>
                <a:gd name="T53" fmla="*/ 298 h 561"/>
                <a:gd name="T54" fmla="*/ 199 w 564"/>
                <a:gd name="T55" fmla="*/ 410 h 561"/>
                <a:gd name="T56" fmla="*/ 369 w 564"/>
                <a:gd name="T57" fmla="*/ 357 h 561"/>
                <a:gd name="T58" fmla="*/ 395 w 564"/>
                <a:gd name="T59" fmla="*/ 169 h 561"/>
                <a:gd name="T60" fmla="*/ 226 w 564"/>
                <a:gd name="T61" fmla="*/ 185 h 561"/>
                <a:gd name="T62" fmla="*/ 159 w 564"/>
                <a:gd name="T63" fmla="*/ 29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4" h="561">
                  <a:moveTo>
                    <a:pt x="30" y="561"/>
                  </a:moveTo>
                  <a:cubicBezTo>
                    <a:pt x="20" y="561"/>
                    <a:pt x="13" y="558"/>
                    <a:pt x="7" y="551"/>
                  </a:cubicBezTo>
                  <a:cubicBezTo>
                    <a:pt x="2" y="545"/>
                    <a:pt x="0" y="536"/>
                    <a:pt x="1" y="525"/>
                  </a:cubicBezTo>
                  <a:cubicBezTo>
                    <a:pt x="65" y="168"/>
                    <a:pt x="65" y="168"/>
                    <a:pt x="65" y="168"/>
                  </a:cubicBezTo>
                  <a:cubicBezTo>
                    <a:pt x="73" y="139"/>
                    <a:pt x="85" y="106"/>
                    <a:pt x="105" y="80"/>
                  </a:cubicBezTo>
                  <a:cubicBezTo>
                    <a:pt x="126" y="51"/>
                    <a:pt x="158" y="29"/>
                    <a:pt x="193" y="17"/>
                  </a:cubicBezTo>
                  <a:cubicBezTo>
                    <a:pt x="231" y="4"/>
                    <a:pt x="274" y="2"/>
                    <a:pt x="318" y="1"/>
                  </a:cubicBezTo>
                  <a:cubicBezTo>
                    <a:pt x="335" y="0"/>
                    <a:pt x="351" y="0"/>
                    <a:pt x="366" y="0"/>
                  </a:cubicBezTo>
                  <a:cubicBezTo>
                    <a:pt x="420" y="0"/>
                    <a:pt x="466" y="3"/>
                    <a:pt x="507" y="11"/>
                  </a:cubicBezTo>
                  <a:cubicBezTo>
                    <a:pt x="529" y="15"/>
                    <a:pt x="550" y="36"/>
                    <a:pt x="554" y="58"/>
                  </a:cubicBezTo>
                  <a:cubicBezTo>
                    <a:pt x="559" y="87"/>
                    <a:pt x="561" y="117"/>
                    <a:pt x="562" y="140"/>
                  </a:cubicBezTo>
                  <a:cubicBezTo>
                    <a:pt x="564" y="189"/>
                    <a:pt x="564" y="232"/>
                    <a:pt x="561" y="271"/>
                  </a:cubicBezTo>
                  <a:cubicBezTo>
                    <a:pt x="559" y="302"/>
                    <a:pt x="555" y="341"/>
                    <a:pt x="542" y="378"/>
                  </a:cubicBezTo>
                  <a:cubicBezTo>
                    <a:pt x="533" y="406"/>
                    <a:pt x="517" y="429"/>
                    <a:pt x="494" y="448"/>
                  </a:cubicBezTo>
                  <a:cubicBezTo>
                    <a:pt x="469" y="469"/>
                    <a:pt x="436" y="486"/>
                    <a:pt x="394" y="499"/>
                  </a:cubicBezTo>
                  <a:cubicBezTo>
                    <a:pt x="36" y="561"/>
                    <a:pt x="36" y="561"/>
                    <a:pt x="36" y="561"/>
                  </a:cubicBezTo>
                  <a:cubicBezTo>
                    <a:pt x="34" y="561"/>
                    <a:pt x="32" y="561"/>
                    <a:pt x="30" y="561"/>
                  </a:cubicBezTo>
                  <a:close/>
                  <a:moveTo>
                    <a:pt x="366" y="10"/>
                  </a:moveTo>
                  <a:cubicBezTo>
                    <a:pt x="351" y="10"/>
                    <a:pt x="335" y="11"/>
                    <a:pt x="318" y="11"/>
                  </a:cubicBezTo>
                  <a:cubicBezTo>
                    <a:pt x="275" y="13"/>
                    <a:pt x="233" y="15"/>
                    <a:pt x="196" y="27"/>
                  </a:cubicBezTo>
                  <a:cubicBezTo>
                    <a:pt x="163" y="39"/>
                    <a:pt x="134" y="59"/>
                    <a:pt x="113" y="86"/>
                  </a:cubicBezTo>
                  <a:cubicBezTo>
                    <a:pt x="94" y="111"/>
                    <a:pt x="83" y="143"/>
                    <a:pt x="76" y="171"/>
                  </a:cubicBezTo>
                  <a:cubicBezTo>
                    <a:pt x="12" y="527"/>
                    <a:pt x="12" y="527"/>
                    <a:pt x="12" y="527"/>
                  </a:cubicBezTo>
                  <a:cubicBezTo>
                    <a:pt x="11" y="534"/>
                    <a:pt x="12" y="540"/>
                    <a:pt x="15" y="545"/>
                  </a:cubicBezTo>
                  <a:cubicBezTo>
                    <a:pt x="19" y="548"/>
                    <a:pt x="24" y="551"/>
                    <a:pt x="30" y="551"/>
                  </a:cubicBezTo>
                  <a:cubicBezTo>
                    <a:pt x="31" y="551"/>
                    <a:pt x="33" y="550"/>
                    <a:pt x="35" y="550"/>
                  </a:cubicBezTo>
                  <a:cubicBezTo>
                    <a:pt x="392" y="489"/>
                    <a:pt x="392" y="489"/>
                    <a:pt x="392" y="489"/>
                  </a:cubicBezTo>
                  <a:cubicBezTo>
                    <a:pt x="432" y="476"/>
                    <a:pt x="463" y="460"/>
                    <a:pt x="488" y="440"/>
                  </a:cubicBezTo>
                  <a:cubicBezTo>
                    <a:pt x="509" y="422"/>
                    <a:pt x="523" y="401"/>
                    <a:pt x="532" y="375"/>
                  </a:cubicBezTo>
                  <a:cubicBezTo>
                    <a:pt x="545" y="339"/>
                    <a:pt x="549" y="300"/>
                    <a:pt x="551" y="271"/>
                  </a:cubicBezTo>
                  <a:cubicBezTo>
                    <a:pt x="554" y="231"/>
                    <a:pt x="554" y="189"/>
                    <a:pt x="551" y="140"/>
                  </a:cubicBezTo>
                  <a:cubicBezTo>
                    <a:pt x="550" y="118"/>
                    <a:pt x="548" y="88"/>
                    <a:pt x="543" y="59"/>
                  </a:cubicBezTo>
                  <a:cubicBezTo>
                    <a:pt x="540" y="42"/>
                    <a:pt x="522" y="24"/>
                    <a:pt x="505" y="21"/>
                  </a:cubicBezTo>
                  <a:cubicBezTo>
                    <a:pt x="465" y="14"/>
                    <a:pt x="419" y="10"/>
                    <a:pt x="366" y="10"/>
                  </a:cubicBezTo>
                  <a:close/>
                  <a:moveTo>
                    <a:pt x="141" y="422"/>
                  </a:moveTo>
                  <a:cubicBezTo>
                    <a:pt x="142" y="417"/>
                    <a:pt x="142" y="417"/>
                    <a:pt x="142" y="417"/>
                  </a:cubicBezTo>
                  <a:cubicBezTo>
                    <a:pt x="142" y="366"/>
                    <a:pt x="144" y="328"/>
                    <a:pt x="148" y="303"/>
                  </a:cubicBezTo>
                  <a:cubicBezTo>
                    <a:pt x="148" y="302"/>
                    <a:pt x="148" y="302"/>
                    <a:pt x="149" y="291"/>
                  </a:cubicBezTo>
                  <a:cubicBezTo>
                    <a:pt x="149" y="288"/>
                    <a:pt x="150" y="285"/>
                    <a:pt x="150" y="283"/>
                  </a:cubicBezTo>
                  <a:cubicBezTo>
                    <a:pt x="150" y="282"/>
                    <a:pt x="150" y="281"/>
                    <a:pt x="150" y="281"/>
                  </a:cubicBezTo>
                  <a:cubicBezTo>
                    <a:pt x="151" y="280"/>
                    <a:pt x="151" y="279"/>
                    <a:pt x="151" y="279"/>
                  </a:cubicBezTo>
                  <a:cubicBezTo>
                    <a:pt x="155" y="258"/>
                    <a:pt x="161" y="235"/>
                    <a:pt x="174" y="215"/>
                  </a:cubicBezTo>
                  <a:cubicBezTo>
                    <a:pt x="184" y="198"/>
                    <a:pt x="200" y="185"/>
                    <a:pt x="221" y="176"/>
                  </a:cubicBezTo>
                  <a:cubicBezTo>
                    <a:pt x="249" y="164"/>
                    <a:pt x="279" y="160"/>
                    <a:pt x="299" y="159"/>
                  </a:cubicBezTo>
                  <a:cubicBezTo>
                    <a:pt x="329" y="156"/>
                    <a:pt x="361" y="156"/>
                    <a:pt x="401" y="158"/>
                  </a:cubicBezTo>
                  <a:cubicBezTo>
                    <a:pt x="405" y="159"/>
                    <a:pt x="405" y="159"/>
                    <a:pt x="405" y="159"/>
                  </a:cubicBezTo>
                  <a:cubicBezTo>
                    <a:pt x="406" y="164"/>
                    <a:pt x="406" y="164"/>
                    <a:pt x="406" y="164"/>
                  </a:cubicBezTo>
                  <a:cubicBezTo>
                    <a:pt x="407" y="197"/>
                    <a:pt x="408" y="242"/>
                    <a:pt x="404" y="286"/>
                  </a:cubicBezTo>
                  <a:cubicBezTo>
                    <a:pt x="402" y="311"/>
                    <a:pt x="397" y="340"/>
                    <a:pt x="378" y="364"/>
                  </a:cubicBezTo>
                  <a:cubicBezTo>
                    <a:pt x="338" y="414"/>
                    <a:pt x="265" y="417"/>
                    <a:pt x="206" y="420"/>
                  </a:cubicBezTo>
                  <a:cubicBezTo>
                    <a:pt x="200" y="420"/>
                    <a:pt x="200" y="420"/>
                    <a:pt x="200" y="420"/>
                  </a:cubicBezTo>
                  <a:cubicBezTo>
                    <a:pt x="183" y="421"/>
                    <a:pt x="166" y="422"/>
                    <a:pt x="147" y="422"/>
                  </a:cubicBezTo>
                  <a:lnTo>
                    <a:pt x="141" y="422"/>
                  </a:lnTo>
                  <a:close/>
                  <a:moveTo>
                    <a:pt x="159" y="298"/>
                  </a:moveTo>
                  <a:cubicBezTo>
                    <a:pt x="156" y="322"/>
                    <a:pt x="153" y="360"/>
                    <a:pt x="152" y="411"/>
                  </a:cubicBezTo>
                  <a:cubicBezTo>
                    <a:pt x="169" y="411"/>
                    <a:pt x="184" y="410"/>
                    <a:pt x="199" y="410"/>
                  </a:cubicBezTo>
                  <a:cubicBezTo>
                    <a:pt x="206" y="409"/>
                    <a:pt x="206" y="409"/>
                    <a:pt x="206" y="409"/>
                  </a:cubicBezTo>
                  <a:cubicBezTo>
                    <a:pt x="262" y="407"/>
                    <a:pt x="332" y="403"/>
                    <a:pt x="369" y="357"/>
                  </a:cubicBezTo>
                  <a:cubicBezTo>
                    <a:pt x="387" y="335"/>
                    <a:pt x="391" y="308"/>
                    <a:pt x="393" y="285"/>
                  </a:cubicBezTo>
                  <a:cubicBezTo>
                    <a:pt x="397" y="244"/>
                    <a:pt x="396" y="202"/>
                    <a:pt x="395" y="169"/>
                  </a:cubicBezTo>
                  <a:cubicBezTo>
                    <a:pt x="358" y="167"/>
                    <a:pt x="328" y="167"/>
                    <a:pt x="300" y="169"/>
                  </a:cubicBezTo>
                  <a:cubicBezTo>
                    <a:pt x="280" y="171"/>
                    <a:pt x="251" y="174"/>
                    <a:pt x="226" y="185"/>
                  </a:cubicBezTo>
                  <a:cubicBezTo>
                    <a:pt x="207" y="194"/>
                    <a:pt x="192" y="205"/>
                    <a:pt x="183" y="221"/>
                  </a:cubicBezTo>
                  <a:cubicBezTo>
                    <a:pt x="168" y="245"/>
                    <a:pt x="162" y="275"/>
                    <a:pt x="159" y="298"/>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4" name="Group 13">
            <a:extLst>
              <a:ext uri="{FF2B5EF4-FFF2-40B4-BE49-F238E27FC236}">
                <a16:creationId xmlns:a16="http://schemas.microsoft.com/office/drawing/2014/main" id="{F9CEA6BB-0F91-4E81-A46F-DD2AA99CC75D}"/>
              </a:ext>
            </a:extLst>
          </p:cNvPr>
          <p:cNvGrpSpPr/>
          <p:nvPr/>
        </p:nvGrpSpPr>
        <p:grpSpPr>
          <a:xfrm>
            <a:off x="3962401" y="1284288"/>
            <a:ext cx="2127250" cy="2124075"/>
            <a:chOff x="3962401" y="1284288"/>
            <a:chExt cx="2127250" cy="2124075"/>
          </a:xfrm>
          <a:effectLst>
            <a:outerShdw blurRad="279400" dist="228600" dir="2700000" algn="tl" rotWithShape="0">
              <a:prstClr val="black">
                <a:alpha val="18000"/>
              </a:prstClr>
            </a:outerShdw>
          </a:effectLst>
        </p:grpSpPr>
        <p:sp>
          <p:nvSpPr>
            <p:cNvPr id="9" name="Freeform 8">
              <a:extLst>
                <a:ext uri="{FF2B5EF4-FFF2-40B4-BE49-F238E27FC236}">
                  <a16:creationId xmlns:a16="http://schemas.microsoft.com/office/drawing/2014/main" id="{39EA4253-6819-45E4-9C25-BEBE388B5FBA}"/>
                </a:ext>
              </a:extLst>
            </p:cNvPr>
            <p:cNvSpPr>
              <a:spLocks noEditPoints="1"/>
            </p:cNvSpPr>
            <p:nvPr/>
          </p:nvSpPr>
          <p:spPr bwMode="auto">
            <a:xfrm>
              <a:off x="3984626" y="1300163"/>
              <a:ext cx="2090738" cy="2097088"/>
            </a:xfrm>
            <a:custGeom>
              <a:avLst/>
              <a:gdLst>
                <a:gd name="T0" fmla="*/ 490 w 554"/>
                <a:gd name="T1" fmla="*/ 167 h 556"/>
                <a:gd name="T2" fmla="*/ 440 w 554"/>
                <a:gd name="T3" fmla="*/ 68 h 556"/>
                <a:gd name="T4" fmla="*/ 372 w 554"/>
                <a:gd name="T5" fmla="*/ 22 h 556"/>
                <a:gd name="T6" fmla="*/ 267 w 554"/>
                <a:gd name="T7" fmla="*/ 3 h 556"/>
                <a:gd name="T8" fmla="*/ 136 w 554"/>
                <a:gd name="T9" fmla="*/ 3 h 556"/>
                <a:gd name="T10" fmla="*/ 54 w 554"/>
                <a:gd name="T11" fmla="*/ 11 h 556"/>
                <a:gd name="T12" fmla="*/ 12 w 554"/>
                <a:gd name="T13" fmla="*/ 53 h 556"/>
                <a:gd name="T14" fmla="*/ 2 w 554"/>
                <a:gd name="T15" fmla="*/ 242 h 556"/>
                <a:gd name="T16" fmla="*/ 18 w 554"/>
                <a:gd name="T17" fmla="*/ 365 h 556"/>
                <a:gd name="T18" fmla="*/ 79 w 554"/>
                <a:gd name="T19" fmla="*/ 450 h 556"/>
                <a:gd name="T20" fmla="*/ 165 w 554"/>
                <a:gd name="T21" fmla="*/ 489 h 556"/>
                <a:gd name="T22" fmla="*/ 412 w 554"/>
                <a:gd name="T23" fmla="*/ 533 h 556"/>
                <a:gd name="T24" fmla="*/ 522 w 554"/>
                <a:gd name="T25" fmla="*/ 553 h 556"/>
                <a:gd name="T26" fmla="*/ 551 w 554"/>
                <a:gd name="T27" fmla="*/ 524 h 556"/>
                <a:gd name="T28" fmla="*/ 532 w 554"/>
                <a:gd name="T29" fmla="*/ 412 h 556"/>
                <a:gd name="T30" fmla="*/ 490 w 554"/>
                <a:gd name="T31" fmla="*/ 167 h 556"/>
                <a:gd name="T32" fmla="*/ 293 w 554"/>
                <a:gd name="T33" fmla="*/ 406 h 556"/>
                <a:gd name="T34" fmla="*/ 214 w 554"/>
                <a:gd name="T35" fmla="*/ 381 h 556"/>
                <a:gd name="T36" fmla="*/ 176 w 554"/>
                <a:gd name="T37" fmla="*/ 336 h 556"/>
                <a:gd name="T38" fmla="*/ 160 w 554"/>
                <a:gd name="T39" fmla="*/ 260 h 556"/>
                <a:gd name="T40" fmla="*/ 159 w 554"/>
                <a:gd name="T41" fmla="*/ 159 h 556"/>
                <a:gd name="T42" fmla="*/ 281 w 554"/>
                <a:gd name="T43" fmla="*/ 161 h 556"/>
                <a:gd name="T44" fmla="*/ 356 w 554"/>
                <a:gd name="T45" fmla="*/ 186 h 556"/>
                <a:gd name="T46" fmla="*/ 411 w 554"/>
                <a:gd name="T47" fmla="*/ 360 h 556"/>
                <a:gd name="T48" fmla="*/ 412 w 554"/>
                <a:gd name="T49" fmla="*/ 413 h 556"/>
                <a:gd name="T50" fmla="*/ 293 w 554"/>
                <a:gd name="T51" fmla="*/ 40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4" h="556">
                  <a:moveTo>
                    <a:pt x="490" y="167"/>
                  </a:moveTo>
                  <a:cubicBezTo>
                    <a:pt x="479" y="131"/>
                    <a:pt x="463" y="97"/>
                    <a:pt x="440" y="68"/>
                  </a:cubicBezTo>
                  <a:cubicBezTo>
                    <a:pt x="421" y="47"/>
                    <a:pt x="399" y="31"/>
                    <a:pt x="372" y="22"/>
                  </a:cubicBezTo>
                  <a:cubicBezTo>
                    <a:pt x="338" y="10"/>
                    <a:pt x="302" y="6"/>
                    <a:pt x="267" y="3"/>
                  </a:cubicBezTo>
                  <a:cubicBezTo>
                    <a:pt x="223" y="0"/>
                    <a:pt x="179" y="1"/>
                    <a:pt x="136" y="3"/>
                  </a:cubicBezTo>
                  <a:cubicBezTo>
                    <a:pt x="109" y="4"/>
                    <a:pt x="81" y="6"/>
                    <a:pt x="54" y="11"/>
                  </a:cubicBezTo>
                  <a:cubicBezTo>
                    <a:pt x="35" y="14"/>
                    <a:pt x="15" y="34"/>
                    <a:pt x="12" y="53"/>
                  </a:cubicBezTo>
                  <a:cubicBezTo>
                    <a:pt x="1" y="115"/>
                    <a:pt x="0" y="179"/>
                    <a:pt x="2" y="242"/>
                  </a:cubicBezTo>
                  <a:cubicBezTo>
                    <a:pt x="3" y="282"/>
                    <a:pt x="5" y="326"/>
                    <a:pt x="18" y="365"/>
                  </a:cubicBezTo>
                  <a:cubicBezTo>
                    <a:pt x="29" y="398"/>
                    <a:pt x="51" y="429"/>
                    <a:pt x="79" y="450"/>
                  </a:cubicBezTo>
                  <a:cubicBezTo>
                    <a:pt x="104" y="470"/>
                    <a:pt x="135" y="480"/>
                    <a:pt x="165" y="489"/>
                  </a:cubicBezTo>
                  <a:cubicBezTo>
                    <a:pt x="412" y="533"/>
                    <a:pt x="412" y="533"/>
                    <a:pt x="412" y="533"/>
                  </a:cubicBezTo>
                  <a:cubicBezTo>
                    <a:pt x="522" y="553"/>
                    <a:pt x="522" y="553"/>
                    <a:pt x="522" y="553"/>
                  </a:cubicBezTo>
                  <a:cubicBezTo>
                    <a:pt x="541" y="556"/>
                    <a:pt x="554" y="543"/>
                    <a:pt x="551" y="524"/>
                  </a:cubicBezTo>
                  <a:cubicBezTo>
                    <a:pt x="532" y="412"/>
                    <a:pt x="532" y="412"/>
                    <a:pt x="532" y="412"/>
                  </a:cubicBezTo>
                  <a:lnTo>
                    <a:pt x="490" y="167"/>
                  </a:lnTo>
                  <a:close/>
                  <a:moveTo>
                    <a:pt x="293" y="406"/>
                  </a:moveTo>
                  <a:cubicBezTo>
                    <a:pt x="266" y="402"/>
                    <a:pt x="237" y="396"/>
                    <a:pt x="214" y="381"/>
                  </a:cubicBezTo>
                  <a:cubicBezTo>
                    <a:pt x="196" y="371"/>
                    <a:pt x="184" y="354"/>
                    <a:pt x="176" y="336"/>
                  </a:cubicBezTo>
                  <a:cubicBezTo>
                    <a:pt x="166" y="312"/>
                    <a:pt x="162" y="286"/>
                    <a:pt x="160" y="260"/>
                  </a:cubicBezTo>
                  <a:cubicBezTo>
                    <a:pt x="157" y="227"/>
                    <a:pt x="157" y="193"/>
                    <a:pt x="159" y="159"/>
                  </a:cubicBezTo>
                  <a:cubicBezTo>
                    <a:pt x="200" y="158"/>
                    <a:pt x="241" y="157"/>
                    <a:pt x="281" y="161"/>
                  </a:cubicBezTo>
                  <a:cubicBezTo>
                    <a:pt x="308" y="163"/>
                    <a:pt x="334" y="168"/>
                    <a:pt x="356" y="186"/>
                  </a:cubicBezTo>
                  <a:cubicBezTo>
                    <a:pt x="406" y="226"/>
                    <a:pt x="408" y="301"/>
                    <a:pt x="411" y="360"/>
                  </a:cubicBezTo>
                  <a:cubicBezTo>
                    <a:pt x="411" y="378"/>
                    <a:pt x="412" y="395"/>
                    <a:pt x="412" y="413"/>
                  </a:cubicBezTo>
                  <a:cubicBezTo>
                    <a:pt x="357" y="412"/>
                    <a:pt x="318" y="409"/>
                    <a:pt x="293" y="4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9F645CC2-5F65-4ADC-9956-A32C134550DC}"/>
                </a:ext>
              </a:extLst>
            </p:cNvPr>
            <p:cNvSpPr>
              <a:spLocks noEditPoints="1"/>
            </p:cNvSpPr>
            <p:nvPr/>
          </p:nvSpPr>
          <p:spPr bwMode="auto">
            <a:xfrm>
              <a:off x="3962401" y="1284288"/>
              <a:ext cx="2127250" cy="2124075"/>
            </a:xfrm>
            <a:custGeom>
              <a:avLst/>
              <a:gdLst>
                <a:gd name="T0" fmla="*/ 527 w 564"/>
                <a:gd name="T1" fmla="*/ 562 h 563"/>
                <a:gd name="T2" fmla="*/ 81 w 564"/>
                <a:gd name="T3" fmla="*/ 459 h 563"/>
                <a:gd name="T4" fmla="*/ 2 w 564"/>
                <a:gd name="T5" fmla="*/ 246 h 563"/>
                <a:gd name="T6" fmla="*/ 59 w 564"/>
                <a:gd name="T7" fmla="*/ 10 h 563"/>
                <a:gd name="T8" fmla="*/ 207 w 564"/>
                <a:gd name="T9" fmla="*/ 0 h 563"/>
                <a:gd name="T10" fmla="*/ 380 w 564"/>
                <a:gd name="T11" fmla="*/ 21 h 563"/>
                <a:gd name="T12" fmla="*/ 501 w 564"/>
                <a:gd name="T13" fmla="*/ 169 h 563"/>
                <a:gd name="T14" fmla="*/ 556 w 564"/>
                <a:gd name="T15" fmla="*/ 553 h 563"/>
                <a:gd name="T16" fmla="*/ 207 w 564"/>
                <a:gd name="T17" fmla="*/ 10 h 563"/>
                <a:gd name="T18" fmla="*/ 61 w 564"/>
                <a:gd name="T19" fmla="*/ 20 h 563"/>
                <a:gd name="T20" fmla="*/ 13 w 564"/>
                <a:gd name="T21" fmla="*/ 245 h 563"/>
                <a:gd name="T22" fmla="*/ 88 w 564"/>
                <a:gd name="T23" fmla="*/ 450 h 563"/>
                <a:gd name="T24" fmla="*/ 529 w 564"/>
                <a:gd name="T25" fmla="*/ 551 h 563"/>
                <a:gd name="T26" fmla="*/ 548 w 564"/>
                <a:gd name="T27" fmla="*/ 546 h 563"/>
                <a:gd name="T28" fmla="*/ 490 w 564"/>
                <a:gd name="T29" fmla="*/ 171 h 563"/>
                <a:gd name="T30" fmla="*/ 376 w 564"/>
                <a:gd name="T31" fmla="*/ 31 h 563"/>
                <a:gd name="T32" fmla="*/ 207 w 564"/>
                <a:gd name="T33" fmla="*/ 10 h 563"/>
                <a:gd name="T34" fmla="*/ 418 w 564"/>
                <a:gd name="T35" fmla="*/ 422 h 563"/>
                <a:gd name="T36" fmla="*/ 293 w 564"/>
                <a:gd name="T37" fmla="*/ 414 h 563"/>
                <a:gd name="T38" fmla="*/ 282 w 564"/>
                <a:gd name="T39" fmla="*/ 413 h 563"/>
                <a:gd name="T40" fmla="*/ 217 w 564"/>
                <a:gd name="T41" fmla="*/ 390 h 563"/>
                <a:gd name="T42" fmla="*/ 160 w 564"/>
                <a:gd name="T43" fmla="*/ 265 h 563"/>
                <a:gd name="T44" fmla="*/ 160 w 564"/>
                <a:gd name="T45" fmla="*/ 158 h 563"/>
                <a:gd name="T46" fmla="*/ 219 w 564"/>
                <a:gd name="T47" fmla="*/ 157 h 563"/>
                <a:gd name="T48" fmla="*/ 365 w 564"/>
                <a:gd name="T49" fmla="*/ 186 h 563"/>
                <a:gd name="T50" fmla="*/ 422 w 564"/>
                <a:gd name="T51" fmla="*/ 364 h 563"/>
                <a:gd name="T52" fmla="*/ 424 w 564"/>
                <a:gd name="T53" fmla="*/ 422 h 563"/>
                <a:gd name="T54" fmla="*/ 413 w 564"/>
                <a:gd name="T55" fmla="*/ 411 h 563"/>
                <a:gd name="T56" fmla="*/ 411 w 564"/>
                <a:gd name="T57" fmla="*/ 358 h 563"/>
                <a:gd name="T58" fmla="*/ 286 w 564"/>
                <a:gd name="T59" fmla="*/ 170 h 563"/>
                <a:gd name="T60" fmla="*/ 171 w 564"/>
                <a:gd name="T61" fmla="*/ 168 h 563"/>
                <a:gd name="T62" fmla="*/ 187 w 564"/>
                <a:gd name="T63" fmla="*/ 338 h 563"/>
                <a:gd name="T64" fmla="*/ 300 w 564"/>
                <a:gd name="T65" fmla="*/ 404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4" h="563">
                  <a:moveTo>
                    <a:pt x="534" y="563"/>
                  </a:moveTo>
                  <a:cubicBezTo>
                    <a:pt x="532" y="563"/>
                    <a:pt x="529" y="562"/>
                    <a:pt x="527" y="562"/>
                  </a:cubicBezTo>
                  <a:cubicBezTo>
                    <a:pt x="170" y="498"/>
                    <a:pt x="170" y="498"/>
                    <a:pt x="170" y="498"/>
                  </a:cubicBezTo>
                  <a:cubicBezTo>
                    <a:pt x="141" y="490"/>
                    <a:pt x="108" y="479"/>
                    <a:pt x="81" y="459"/>
                  </a:cubicBezTo>
                  <a:cubicBezTo>
                    <a:pt x="53" y="437"/>
                    <a:pt x="31" y="406"/>
                    <a:pt x="19" y="371"/>
                  </a:cubicBezTo>
                  <a:cubicBezTo>
                    <a:pt x="6" y="332"/>
                    <a:pt x="4" y="290"/>
                    <a:pt x="2" y="246"/>
                  </a:cubicBezTo>
                  <a:cubicBezTo>
                    <a:pt x="1" y="193"/>
                    <a:pt x="0" y="124"/>
                    <a:pt x="12" y="56"/>
                  </a:cubicBezTo>
                  <a:cubicBezTo>
                    <a:pt x="16" y="35"/>
                    <a:pt x="38" y="13"/>
                    <a:pt x="59" y="10"/>
                  </a:cubicBezTo>
                  <a:cubicBezTo>
                    <a:pt x="89" y="5"/>
                    <a:pt x="119" y="3"/>
                    <a:pt x="142" y="2"/>
                  </a:cubicBezTo>
                  <a:cubicBezTo>
                    <a:pt x="165" y="0"/>
                    <a:pt x="186" y="0"/>
                    <a:pt x="207" y="0"/>
                  </a:cubicBezTo>
                  <a:cubicBezTo>
                    <a:pt x="230" y="0"/>
                    <a:pt x="252" y="1"/>
                    <a:pt x="273" y="2"/>
                  </a:cubicBezTo>
                  <a:cubicBezTo>
                    <a:pt x="303" y="4"/>
                    <a:pt x="343" y="8"/>
                    <a:pt x="380" y="21"/>
                  </a:cubicBezTo>
                  <a:cubicBezTo>
                    <a:pt x="408" y="31"/>
                    <a:pt x="431" y="46"/>
                    <a:pt x="450" y="69"/>
                  </a:cubicBezTo>
                  <a:cubicBezTo>
                    <a:pt x="471" y="94"/>
                    <a:pt x="488" y="127"/>
                    <a:pt x="501" y="169"/>
                  </a:cubicBezTo>
                  <a:cubicBezTo>
                    <a:pt x="562" y="527"/>
                    <a:pt x="562" y="527"/>
                    <a:pt x="562" y="527"/>
                  </a:cubicBezTo>
                  <a:cubicBezTo>
                    <a:pt x="564" y="537"/>
                    <a:pt x="562" y="546"/>
                    <a:pt x="556" y="553"/>
                  </a:cubicBezTo>
                  <a:cubicBezTo>
                    <a:pt x="551" y="559"/>
                    <a:pt x="543" y="563"/>
                    <a:pt x="534" y="563"/>
                  </a:cubicBezTo>
                  <a:close/>
                  <a:moveTo>
                    <a:pt x="207" y="10"/>
                  </a:moveTo>
                  <a:cubicBezTo>
                    <a:pt x="186" y="10"/>
                    <a:pt x="165" y="11"/>
                    <a:pt x="142" y="12"/>
                  </a:cubicBezTo>
                  <a:cubicBezTo>
                    <a:pt x="119" y="13"/>
                    <a:pt x="90" y="15"/>
                    <a:pt x="61" y="20"/>
                  </a:cubicBezTo>
                  <a:cubicBezTo>
                    <a:pt x="44" y="23"/>
                    <a:pt x="26" y="41"/>
                    <a:pt x="23" y="58"/>
                  </a:cubicBezTo>
                  <a:cubicBezTo>
                    <a:pt x="11" y="125"/>
                    <a:pt x="11" y="193"/>
                    <a:pt x="13" y="245"/>
                  </a:cubicBezTo>
                  <a:cubicBezTo>
                    <a:pt x="14" y="288"/>
                    <a:pt x="16" y="330"/>
                    <a:pt x="29" y="367"/>
                  </a:cubicBezTo>
                  <a:cubicBezTo>
                    <a:pt x="40" y="400"/>
                    <a:pt x="61" y="430"/>
                    <a:pt x="88" y="450"/>
                  </a:cubicBezTo>
                  <a:cubicBezTo>
                    <a:pt x="113" y="469"/>
                    <a:pt x="145" y="480"/>
                    <a:pt x="173" y="488"/>
                  </a:cubicBezTo>
                  <a:cubicBezTo>
                    <a:pt x="529" y="551"/>
                    <a:pt x="529" y="551"/>
                    <a:pt x="529" y="551"/>
                  </a:cubicBezTo>
                  <a:cubicBezTo>
                    <a:pt x="531" y="552"/>
                    <a:pt x="532" y="552"/>
                    <a:pt x="534" y="552"/>
                  </a:cubicBezTo>
                  <a:cubicBezTo>
                    <a:pt x="540" y="552"/>
                    <a:pt x="545" y="550"/>
                    <a:pt x="548" y="546"/>
                  </a:cubicBezTo>
                  <a:cubicBezTo>
                    <a:pt x="552" y="542"/>
                    <a:pt x="553" y="536"/>
                    <a:pt x="552" y="529"/>
                  </a:cubicBezTo>
                  <a:cubicBezTo>
                    <a:pt x="490" y="171"/>
                    <a:pt x="490" y="171"/>
                    <a:pt x="490" y="171"/>
                  </a:cubicBezTo>
                  <a:cubicBezTo>
                    <a:pt x="478" y="131"/>
                    <a:pt x="462" y="100"/>
                    <a:pt x="442" y="76"/>
                  </a:cubicBezTo>
                  <a:cubicBezTo>
                    <a:pt x="424" y="55"/>
                    <a:pt x="403" y="40"/>
                    <a:pt x="376" y="31"/>
                  </a:cubicBezTo>
                  <a:cubicBezTo>
                    <a:pt x="341" y="19"/>
                    <a:pt x="302" y="15"/>
                    <a:pt x="272" y="13"/>
                  </a:cubicBezTo>
                  <a:cubicBezTo>
                    <a:pt x="252" y="11"/>
                    <a:pt x="230" y="10"/>
                    <a:pt x="207" y="10"/>
                  </a:cubicBezTo>
                  <a:close/>
                  <a:moveTo>
                    <a:pt x="424" y="422"/>
                  </a:moveTo>
                  <a:cubicBezTo>
                    <a:pt x="418" y="422"/>
                    <a:pt x="418" y="422"/>
                    <a:pt x="418" y="422"/>
                  </a:cubicBezTo>
                  <a:cubicBezTo>
                    <a:pt x="368" y="421"/>
                    <a:pt x="330" y="419"/>
                    <a:pt x="305" y="416"/>
                  </a:cubicBezTo>
                  <a:cubicBezTo>
                    <a:pt x="304" y="416"/>
                    <a:pt x="304" y="416"/>
                    <a:pt x="293" y="414"/>
                  </a:cubicBezTo>
                  <a:cubicBezTo>
                    <a:pt x="289" y="414"/>
                    <a:pt x="287" y="414"/>
                    <a:pt x="285" y="413"/>
                  </a:cubicBezTo>
                  <a:cubicBezTo>
                    <a:pt x="283" y="413"/>
                    <a:pt x="283" y="413"/>
                    <a:pt x="282" y="413"/>
                  </a:cubicBezTo>
                  <a:cubicBezTo>
                    <a:pt x="282" y="413"/>
                    <a:pt x="281" y="412"/>
                    <a:pt x="280" y="412"/>
                  </a:cubicBezTo>
                  <a:cubicBezTo>
                    <a:pt x="260" y="408"/>
                    <a:pt x="237" y="402"/>
                    <a:pt x="217" y="390"/>
                  </a:cubicBezTo>
                  <a:cubicBezTo>
                    <a:pt x="200" y="379"/>
                    <a:pt x="186" y="363"/>
                    <a:pt x="177" y="342"/>
                  </a:cubicBezTo>
                  <a:cubicBezTo>
                    <a:pt x="166" y="315"/>
                    <a:pt x="162" y="285"/>
                    <a:pt x="160" y="265"/>
                  </a:cubicBezTo>
                  <a:cubicBezTo>
                    <a:pt x="158" y="235"/>
                    <a:pt x="158" y="202"/>
                    <a:pt x="160" y="163"/>
                  </a:cubicBezTo>
                  <a:cubicBezTo>
                    <a:pt x="160" y="158"/>
                    <a:pt x="160" y="158"/>
                    <a:pt x="160" y="158"/>
                  </a:cubicBezTo>
                  <a:cubicBezTo>
                    <a:pt x="165" y="158"/>
                    <a:pt x="165" y="158"/>
                    <a:pt x="165" y="158"/>
                  </a:cubicBezTo>
                  <a:cubicBezTo>
                    <a:pt x="186" y="157"/>
                    <a:pt x="203" y="157"/>
                    <a:pt x="219" y="157"/>
                  </a:cubicBezTo>
                  <a:cubicBezTo>
                    <a:pt x="244" y="157"/>
                    <a:pt x="266" y="158"/>
                    <a:pt x="287" y="159"/>
                  </a:cubicBezTo>
                  <a:cubicBezTo>
                    <a:pt x="313" y="162"/>
                    <a:pt x="342" y="167"/>
                    <a:pt x="365" y="186"/>
                  </a:cubicBezTo>
                  <a:cubicBezTo>
                    <a:pt x="415" y="226"/>
                    <a:pt x="419" y="299"/>
                    <a:pt x="422" y="357"/>
                  </a:cubicBezTo>
                  <a:cubicBezTo>
                    <a:pt x="422" y="364"/>
                    <a:pt x="422" y="364"/>
                    <a:pt x="422" y="364"/>
                  </a:cubicBezTo>
                  <a:cubicBezTo>
                    <a:pt x="423" y="380"/>
                    <a:pt x="423" y="397"/>
                    <a:pt x="424" y="416"/>
                  </a:cubicBezTo>
                  <a:lnTo>
                    <a:pt x="424" y="422"/>
                  </a:lnTo>
                  <a:close/>
                  <a:moveTo>
                    <a:pt x="300" y="404"/>
                  </a:moveTo>
                  <a:cubicBezTo>
                    <a:pt x="324" y="408"/>
                    <a:pt x="362" y="410"/>
                    <a:pt x="413" y="411"/>
                  </a:cubicBezTo>
                  <a:cubicBezTo>
                    <a:pt x="413" y="394"/>
                    <a:pt x="412" y="379"/>
                    <a:pt x="411" y="364"/>
                  </a:cubicBezTo>
                  <a:cubicBezTo>
                    <a:pt x="411" y="358"/>
                    <a:pt x="411" y="358"/>
                    <a:pt x="411" y="358"/>
                  </a:cubicBezTo>
                  <a:cubicBezTo>
                    <a:pt x="408" y="301"/>
                    <a:pt x="405" y="231"/>
                    <a:pt x="358" y="194"/>
                  </a:cubicBezTo>
                  <a:cubicBezTo>
                    <a:pt x="337" y="177"/>
                    <a:pt x="310" y="172"/>
                    <a:pt x="286" y="170"/>
                  </a:cubicBezTo>
                  <a:cubicBezTo>
                    <a:pt x="266" y="168"/>
                    <a:pt x="244" y="167"/>
                    <a:pt x="219" y="167"/>
                  </a:cubicBezTo>
                  <a:cubicBezTo>
                    <a:pt x="204" y="167"/>
                    <a:pt x="189" y="168"/>
                    <a:pt x="171" y="168"/>
                  </a:cubicBezTo>
                  <a:cubicBezTo>
                    <a:pt x="168" y="205"/>
                    <a:pt x="169" y="236"/>
                    <a:pt x="171" y="264"/>
                  </a:cubicBezTo>
                  <a:cubicBezTo>
                    <a:pt x="173" y="283"/>
                    <a:pt x="176" y="312"/>
                    <a:pt x="187" y="338"/>
                  </a:cubicBezTo>
                  <a:cubicBezTo>
                    <a:pt x="195" y="357"/>
                    <a:pt x="207" y="371"/>
                    <a:pt x="222" y="381"/>
                  </a:cubicBezTo>
                  <a:cubicBezTo>
                    <a:pt x="246" y="396"/>
                    <a:pt x="276" y="401"/>
                    <a:pt x="300" y="404"/>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8" name="Text Placeholder 33">
            <a:extLst>
              <a:ext uri="{FF2B5EF4-FFF2-40B4-BE49-F238E27FC236}">
                <a16:creationId xmlns:a16="http://schemas.microsoft.com/office/drawing/2014/main" id="{EEB284F6-8E72-415B-85CA-82F4F3E9FDDC}"/>
              </a:ext>
            </a:extLst>
          </p:cNvPr>
          <p:cNvSpPr txBox="1">
            <a:spLocks/>
          </p:cNvSpPr>
          <p:nvPr/>
        </p:nvSpPr>
        <p:spPr>
          <a:xfrm>
            <a:off x="1106805" y="1274759"/>
            <a:ext cx="2098359"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19" name="Text Placeholder 36">
            <a:extLst>
              <a:ext uri="{FF2B5EF4-FFF2-40B4-BE49-F238E27FC236}">
                <a16:creationId xmlns:a16="http://schemas.microsoft.com/office/drawing/2014/main" id="{99F54D0A-F2BA-4012-B00A-A0300B6A20A1}"/>
              </a:ext>
            </a:extLst>
          </p:cNvPr>
          <p:cNvSpPr txBox="1">
            <a:spLocks/>
          </p:cNvSpPr>
          <p:nvPr/>
        </p:nvSpPr>
        <p:spPr>
          <a:xfrm>
            <a:off x="8905875" y="914399"/>
            <a:ext cx="2489516"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3</a:t>
            </a:r>
          </a:p>
        </p:txBody>
      </p:sp>
      <p:sp>
        <p:nvSpPr>
          <p:cNvPr id="20" name="Text Placeholder 33">
            <a:extLst>
              <a:ext uri="{FF2B5EF4-FFF2-40B4-BE49-F238E27FC236}">
                <a16:creationId xmlns:a16="http://schemas.microsoft.com/office/drawing/2014/main" id="{966DD3E3-33A4-4805-8106-75C427EB0095}"/>
              </a:ext>
            </a:extLst>
          </p:cNvPr>
          <p:cNvSpPr txBox="1">
            <a:spLocks/>
          </p:cNvSpPr>
          <p:nvPr/>
        </p:nvSpPr>
        <p:spPr>
          <a:xfrm>
            <a:off x="9297031" y="1287459"/>
            <a:ext cx="2098360"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21" name="Text Placeholder 36">
            <a:extLst>
              <a:ext uri="{FF2B5EF4-FFF2-40B4-BE49-F238E27FC236}">
                <a16:creationId xmlns:a16="http://schemas.microsoft.com/office/drawing/2014/main" id="{C0E2CF5A-B8B2-4489-B1DE-B246FC254A52}"/>
              </a:ext>
            </a:extLst>
          </p:cNvPr>
          <p:cNvSpPr txBox="1">
            <a:spLocks/>
          </p:cNvSpPr>
          <p:nvPr/>
        </p:nvSpPr>
        <p:spPr>
          <a:xfrm>
            <a:off x="1106804" y="914399"/>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02</a:t>
            </a:r>
          </a:p>
        </p:txBody>
      </p:sp>
      <p:sp>
        <p:nvSpPr>
          <p:cNvPr id="22" name="Text Placeholder 33">
            <a:extLst>
              <a:ext uri="{FF2B5EF4-FFF2-40B4-BE49-F238E27FC236}">
                <a16:creationId xmlns:a16="http://schemas.microsoft.com/office/drawing/2014/main" id="{08C506A0-402B-4E52-9D3A-436E07DCAF4E}"/>
              </a:ext>
            </a:extLst>
          </p:cNvPr>
          <p:cNvSpPr txBox="1">
            <a:spLocks/>
          </p:cNvSpPr>
          <p:nvPr/>
        </p:nvSpPr>
        <p:spPr>
          <a:xfrm>
            <a:off x="1106805" y="5246684"/>
            <a:ext cx="2098359"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23" name="Text Placeholder 36">
            <a:extLst>
              <a:ext uri="{FF2B5EF4-FFF2-40B4-BE49-F238E27FC236}">
                <a16:creationId xmlns:a16="http://schemas.microsoft.com/office/drawing/2014/main" id="{FD288E5B-5AA1-43CD-9D95-1A3230FFB68F}"/>
              </a:ext>
            </a:extLst>
          </p:cNvPr>
          <p:cNvSpPr txBox="1">
            <a:spLocks/>
          </p:cNvSpPr>
          <p:nvPr/>
        </p:nvSpPr>
        <p:spPr>
          <a:xfrm>
            <a:off x="1106804" y="4886324"/>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01</a:t>
            </a:r>
          </a:p>
        </p:txBody>
      </p:sp>
      <p:sp>
        <p:nvSpPr>
          <p:cNvPr id="24" name="Text Placeholder 36">
            <a:extLst>
              <a:ext uri="{FF2B5EF4-FFF2-40B4-BE49-F238E27FC236}">
                <a16:creationId xmlns:a16="http://schemas.microsoft.com/office/drawing/2014/main" id="{935D5206-4C40-4238-B26A-88E3C37D883B}"/>
              </a:ext>
            </a:extLst>
          </p:cNvPr>
          <p:cNvSpPr txBox="1">
            <a:spLocks/>
          </p:cNvSpPr>
          <p:nvPr/>
        </p:nvSpPr>
        <p:spPr>
          <a:xfrm>
            <a:off x="8905875" y="4886324"/>
            <a:ext cx="2489516"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04</a:t>
            </a:r>
          </a:p>
        </p:txBody>
      </p:sp>
      <p:sp>
        <p:nvSpPr>
          <p:cNvPr id="25" name="Text Placeholder 33">
            <a:extLst>
              <a:ext uri="{FF2B5EF4-FFF2-40B4-BE49-F238E27FC236}">
                <a16:creationId xmlns:a16="http://schemas.microsoft.com/office/drawing/2014/main" id="{D0EF9D47-6BC6-4558-BCDE-B52E905A6CBA}"/>
              </a:ext>
            </a:extLst>
          </p:cNvPr>
          <p:cNvSpPr txBox="1">
            <a:spLocks/>
          </p:cNvSpPr>
          <p:nvPr/>
        </p:nvSpPr>
        <p:spPr>
          <a:xfrm>
            <a:off x="9297031" y="5259384"/>
            <a:ext cx="2098359"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Tree>
    <p:extLst>
      <p:ext uri="{BB962C8B-B14F-4D97-AF65-F5344CB8AC3E}">
        <p14:creationId xmlns:p14="http://schemas.microsoft.com/office/powerpoint/2010/main" val="103531107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14:presetBounceEnd="67000">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14:bounceEnd="67000">
                                          <p:cBhvr additive="base">
                                            <p:cTn id="7" dur="1000" fill="hold"/>
                                            <p:tgtEl>
                                              <p:spTgt spid="17"/>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9" fill="hold" nodeType="withEffect" p14:presetBounceEnd="67000">
                                      <p:stCondLst>
                                        <p:cond delay="250"/>
                                      </p:stCondLst>
                                      <p:childTnLst>
                                        <p:set>
                                          <p:cBhvr>
                                            <p:cTn id="10" dur="1" fill="hold">
                                              <p:stCondLst>
                                                <p:cond delay="0"/>
                                              </p:stCondLst>
                                            </p:cTn>
                                            <p:tgtEl>
                                              <p:spTgt spid="14"/>
                                            </p:tgtEl>
                                            <p:attrNameLst>
                                              <p:attrName>style.visibility</p:attrName>
                                            </p:attrNameLst>
                                          </p:cBhvr>
                                          <p:to>
                                            <p:strVal val="visible"/>
                                          </p:to>
                                        </p:set>
                                        <p:anim calcmode="lin" valueType="num" p14:bounceEnd="67000">
                                          <p:cBhvr additive="base">
                                            <p:cTn id="11" dur="1000" fill="hold"/>
                                            <p:tgtEl>
                                              <p:spTgt spid="14"/>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14:presetBounceEnd="67000">
                                      <p:stCondLst>
                                        <p:cond delay="500"/>
                                      </p:stCondLst>
                                      <p:childTnLst>
                                        <p:set>
                                          <p:cBhvr>
                                            <p:cTn id="14" dur="1" fill="hold">
                                              <p:stCondLst>
                                                <p:cond delay="0"/>
                                              </p:stCondLst>
                                            </p:cTn>
                                            <p:tgtEl>
                                              <p:spTgt spid="15"/>
                                            </p:tgtEl>
                                            <p:attrNameLst>
                                              <p:attrName>style.visibility</p:attrName>
                                            </p:attrNameLst>
                                          </p:cBhvr>
                                          <p:to>
                                            <p:strVal val="visible"/>
                                          </p:to>
                                        </p:set>
                                        <p:anim calcmode="lin" valueType="num" p14:bounceEnd="67000">
                                          <p:cBhvr additive="base">
                                            <p:cTn id="15" dur="1000" fill="hold"/>
                                            <p:tgtEl>
                                              <p:spTgt spid="15"/>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15"/>
                                            </p:tgtEl>
                                            <p:attrNameLst>
                                              <p:attrName>ppt_y</p:attrName>
                                            </p:attrNameLst>
                                          </p:cBhvr>
                                          <p:tavLst>
                                            <p:tav tm="0">
                                              <p:val>
                                                <p:strVal val="0-#ppt_h/2"/>
                                              </p:val>
                                            </p:tav>
                                            <p:tav tm="100000">
                                              <p:val>
                                                <p:strVal val="#ppt_y"/>
                                              </p:val>
                                            </p:tav>
                                          </p:tavLst>
                                        </p:anim>
                                      </p:childTnLst>
                                    </p:cTn>
                                  </p:par>
                                  <p:par>
                                    <p:cTn id="17" presetID="2" presetClass="entr" presetSubtype="6" fill="hold" nodeType="withEffect" p14:presetBounceEnd="67000">
                                      <p:stCondLst>
                                        <p:cond delay="750"/>
                                      </p:stCondLst>
                                      <p:childTnLst>
                                        <p:set>
                                          <p:cBhvr>
                                            <p:cTn id="18" dur="1" fill="hold">
                                              <p:stCondLst>
                                                <p:cond delay="0"/>
                                              </p:stCondLst>
                                            </p:cTn>
                                            <p:tgtEl>
                                              <p:spTgt spid="16"/>
                                            </p:tgtEl>
                                            <p:attrNameLst>
                                              <p:attrName>style.visibility</p:attrName>
                                            </p:attrNameLst>
                                          </p:cBhvr>
                                          <p:to>
                                            <p:strVal val="visible"/>
                                          </p:to>
                                        </p:set>
                                        <p:anim calcmode="lin" valueType="num" p14:bounceEnd="67000">
                                          <p:cBhvr additive="base">
                                            <p:cTn id="19" dur="1000" fill="hold"/>
                                            <p:tgtEl>
                                              <p:spTgt spid="16"/>
                                            </p:tgtEl>
                                            <p:attrNameLst>
                                              <p:attrName>ppt_x</p:attrName>
                                            </p:attrNameLst>
                                          </p:cBhvr>
                                          <p:tavLst>
                                            <p:tav tm="0">
                                              <p:val>
                                                <p:strVal val="1+#ppt_w/2"/>
                                              </p:val>
                                            </p:tav>
                                            <p:tav tm="100000">
                                              <p:val>
                                                <p:strVal val="#ppt_x"/>
                                              </p:val>
                                            </p:tav>
                                          </p:tavLst>
                                        </p:anim>
                                        <p:anim calcmode="lin" valueType="num" p14:bounceEnd="67000">
                                          <p:cBhvr additive="base">
                                            <p:cTn id="20" dur="10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8" fill="hold" grpId="0" nodeType="withEffect" p14:presetBounceEnd="67000">
                                      <p:stCondLst>
                                        <p:cond delay="250"/>
                                      </p:stCondLst>
                                      <p:childTnLst>
                                        <p:set>
                                          <p:cBhvr>
                                            <p:cTn id="22" dur="1" fill="hold">
                                              <p:stCondLst>
                                                <p:cond delay="0"/>
                                              </p:stCondLst>
                                            </p:cTn>
                                            <p:tgtEl>
                                              <p:spTgt spid="23"/>
                                            </p:tgtEl>
                                            <p:attrNameLst>
                                              <p:attrName>style.visibility</p:attrName>
                                            </p:attrNameLst>
                                          </p:cBhvr>
                                          <p:to>
                                            <p:strVal val="visible"/>
                                          </p:to>
                                        </p:set>
                                        <p:anim calcmode="lin" valueType="num" p14:bounceEnd="67000">
                                          <p:cBhvr additive="base">
                                            <p:cTn id="23" dur="1000" fill="hold"/>
                                            <p:tgtEl>
                                              <p:spTgt spid="23"/>
                                            </p:tgtEl>
                                            <p:attrNameLst>
                                              <p:attrName>ppt_x</p:attrName>
                                            </p:attrNameLst>
                                          </p:cBhvr>
                                          <p:tavLst>
                                            <p:tav tm="0">
                                              <p:val>
                                                <p:strVal val="0-#ppt_w/2"/>
                                              </p:val>
                                            </p:tav>
                                            <p:tav tm="100000">
                                              <p:val>
                                                <p:strVal val="#ppt_x"/>
                                              </p:val>
                                            </p:tav>
                                          </p:tavLst>
                                        </p:anim>
                                        <p:anim calcmode="lin" valueType="num" p14:bounceEnd="67000">
                                          <p:cBhvr additive="base">
                                            <p:cTn id="24" dur="1000" fill="hold"/>
                                            <p:tgtEl>
                                              <p:spTgt spid="23"/>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14:presetBounceEnd="67000">
                                      <p:stCondLst>
                                        <p:cond delay="250"/>
                                      </p:stCondLst>
                                      <p:childTnLst>
                                        <p:set>
                                          <p:cBhvr>
                                            <p:cTn id="26" dur="1" fill="hold">
                                              <p:stCondLst>
                                                <p:cond delay="0"/>
                                              </p:stCondLst>
                                            </p:cTn>
                                            <p:tgtEl>
                                              <p:spTgt spid="22"/>
                                            </p:tgtEl>
                                            <p:attrNameLst>
                                              <p:attrName>style.visibility</p:attrName>
                                            </p:attrNameLst>
                                          </p:cBhvr>
                                          <p:to>
                                            <p:strVal val="visible"/>
                                          </p:to>
                                        </p:set>
                                        <p:anim calcmode="lin" valueType="num" p14:bounceEnd="67000">
                                          <p:cBhvr additive="base">
                                            <p:cTn id="27" dur="1000" fill="hold"/>
                                            <p:tgtEl>
                                              <p:spTgt spid="22"/>
                                            </p:tgtEl>
                                            <p:attrNameLst>
                                              <p:attrName>ppt_x</p:attrName>
                                            </p:attrNameLst>
                                          </p:cBhvr>
                                          <p:tavLst>
                                            <p:tav tm="0">
                                              <p:val>
                                                <p:strVal val="0-#ppt_w/2"/>
                                              </p:val>
                                            </p:tav>
                                            <p:tav tm="100000">
                                              <p:val>
                                                <p:strVal val="#ppt_x"/>
                                              </p:val>
                                            </p:tav>
                                          </p:tavLst>
                                        </p:anim>
                                        <p:anim calcmode="lin" valueType="num" p14:bounceEnd="67000">
                                          <p:cBhvr additive="base">
                                            <p:cTn id="28" dur="1000" fill="hold"/>
                                            <p:tgtEl>
                                              <p:spTgt spid="2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14:presetBounceEnd="67000">
                                      <p:stCondLst>
                                        <p:cond delay="500"/>
                                      </p:stCondLst>
                                      <p:childTnLst>
                                        <p:set>
                                          <p:cBhvr>
                                            <p:cTn id="30" dur="1" fill="hold">
                                              <p:stCondLst>
                                                <p:cond delay="0"/>
                                              </p:stCondLst>
                                            </p:cTn>
                                            <p:tgtEl>
                                              <p:spTgt spid="21"/>
                                            </p:tgtEl>
                                            <p:attrNameLst>
                                              <p:attrName>style.visibility</p:attrName>
                                            </p:attrNameLst>
                                          </p:cBhvr>
                                          <p:to>
                                            <p:strVal val="visible"/>
                                          </p:to>
                                        </p:set>
                                        <p:anim calcmode="lin" valueType="num" p14:bounceEnd="67000">
                                          <p:cBhvr additive="base">
                                            <p:cTn id="31" dur="1000" fill="hold"/>
                                            <p:tgtEl>
                                              <p:spTgt spid="21"/>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21"/>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14:presetBounceEnd="67000">
                                      <p:stCondLst>
                                        <p:cond delay="500"/>
                                      </p:stCondLst>
                                      <p:childTnLst>
                                        <p:set>
                                          <p:cBhvr>
                                            <p:cTn id="34" dur="1" fill="hold">
                                              <p:stCondLst>
                                                <p:cond delay="0"/>
                                              </p:stCondLst>
                                            </p:cTn>
                                            <p:tgtEl>
                                              <p:spTgt spid="18"/>
                                            </p:tgtEl>
                                            <p:attrNameLst>
                                              <p:attrName>style.visibility</p:attrName>
                                            </p:attrNameLst>
                                          </p:cBhvr>
                                          <p:to>
                                            <p:strVal val="visible"/>
                                          </p:to>
                                        </p:set>
                                        <p:anim calcmode="lin" valueType="num" p14:bounceEnd="67000">
                                          <p:cBhvr additive="base">
                                            <p:cTn id="35" dur="1000" fill="hold"/>
                                            <p:tgtEl>
                                              <p:spTgt spid="18"/>
                                            </p:tgtEl>
                                            <p:attrNameLst>
                                              <p:attrName>ppt_x</p:attrName>
                                            </p:attrNameLst>
                                          </p:cBhvr>
                                          <p:tavLst>
                                            <p:tav tm="0">
                                              <p:val>
                                                <p:strVal val="0-#ppt_w/2"/>
                                              </p:val>
                                            </p:tav>
                                            <p:tav tm="100000">
                                              <p:val>
                                                <p:strVal val="#ppt_x"/>
                                              </p:val>
                                            </p:tav>
                                          </p:tavLst>
                                        </p:anim>
                                        <p:anim calcmode="lin" valueType="num" p14:bounceEnd="67000">
                                          <p:cBhvr additive="base">
                                            <p:cTn id="36" dur="1000" fill="hold"/>
                                            <p:tgtEl>
                                              <p:spTgt spid="18"/>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14:presetBounceEnd="67000">
                                      <p:stCondLst>
                                        <p:cond delay="750"/>
                                      </p:stCondLst>
                                      <p:childTnLst>
                                        <p:set>
                                          <p:cBhvr>
                                            <p:cTn id="38" dur="1" fill="hold">
                                              <p:stCondLst>
                                                <p:cond delay="0"/>
                                              </p:stCondLst>
                                            </p:cTn>
                                            <p:tgtEl>
                                              <p:spTgt spid="19"/>
                                            </p:tgtEl>
                                            <p:attrNameLst>
                                              <p:attrName>style.visibility</p:attrName>
                                            </p:attrNameLst>
                                          </p:cBhvr>
                                          <p:to>
                                            <p:strVal val="visible"/>
                                          </p:to>
                                        </p:set>
                                        <p:anim calcmode="lin" valueType="num" p14:bounceEnd="67000">
                                          <p:cBhvr additive="base">
                                            <p:cTn id="39" dur="1000" fill="hold"/>
                                            <p:tgtEl>
                                              <p:spTgt spid="19"/>
                                            </p:tgtEl>
                                            <p:attrNameLst>
                                              <p:attrName>ppt_x</p:attrName>
                                            </p:attrNameLst>
                                          </p:cBhvr>
                                          <p:tavLst>
                                            <p:tav tm="0">
                                              <p:val>
                                                <p:strVal val="1+#ppt_w/2"/>
                                              </p:val>
                                            </p:tav>
                                            <p:tav tm="100000">
                                              <p:val>
                                                <p:strVal val="#ppt_x"/>
                                              </p:val>
                                            </p:tav>
                                          </p:tavLst>
                                        </p:anim>
                                        <p:anim calcmode="lin" valueType="num" p14:bounceEnd="67000">
                                          <p:cBhvr additive="base">
                                            <p:cTn id="40" dur="1000" fill="hold"/>
                                            <p:tgtEl>
                                              <p:spTgt spid="19"/>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14:presetBounceEnd="67000">
                                      <p:stCondLst>
                                        <p:cond delay="750"/>
                                      </p:stCondLst>
                                      <p:childTnLst>
                                        <p:set>
                                          <p:cBhvr>
                                            <p:cTn id="42" dur="1" fill="hold">
                                              <p:stCondLst>
                                                <p:cond delay="0"/>
                                              </p:stCondLst>
                                            </p:cTn>
                                            <p:tgtEl>
                                              <p:spTgt spid="20"/>
                                            </p:tgtEl>
                                            <p:attrNameLst>
                                              <p:attrName>style.visibility</p:attrName>
                                            </p:attrNameLst>
                                          </p:cBhvr>
                                          <p:to>
                                            <p:strVal val="visible"/>
                                          </p:to>
                                        </p:set>
                                        <p:anim calcmode="lin" valueType="num" p14:bounceEnd="67000">
                                          <p:cBhvr additive="base">
                                            <p:cTn id="43" dur="1000" fill="hold"/>
                                            <p:tgtEl>
                                              <p:spTgt spid="20"/>
                                            </p:tgtEl>
                                            <p:attrNameLst>
                                              <p:attrName>ppt_x</p:attrName>
                                            </p:attrNameLst>
                                          </p:cBhvr>
                                          <p:tavLst>
                                            <p:tav tm="0">
                                              <p:val>
                                                <p:strVal val="1+#ppt_w/2"/>
                                              </p:val>
                                            </p:tav>
                                            <p:tav tm="100000">
                                              <p:val>
                                                <p:strVal val="#ppt_x"/>
                                              </p:val>
                                            </p:tav>
                                          </p:tavLst>
                                        </p:anim>
                                        <p:anim calcmode="lin" valueType="num" p14:bounceEnd="67000">
                                          <p:cBhvr additive="base">
                                            <p:cTn id="44" dur="1000" fill="hold"/>
                                            <p:tgtEl>
                                              <p:spTgt spid="20"/>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14:presetBounceEnd="67000">
                                      <p:stCondLst>
                                        <p:cond delay="1000"/>
                                      </p:stCondLst>
                                      <p:childTnLst>
                                        <p:set>
                                          <p:cBhvr>
                                            <p:cTn id="46" dur="1" fill="hold">
                                              <p:stCondLst>
                                                <p:cond delay="0"/>
                                              </p:stCondLst>
                                            </p:cTn>
                                            <p:tgtEl>
                                              <p:spTgt spid="24"/>
                                            </p:tgtEl>
                                            <p:attrNameLst>
                                              <p:attrName>style.visibility</p:attrName>
                                            </p:attrNameLst>
                                          </p:cBhvr>
                                          <p:to>
                                            <p:strVal val="visible"/>
                                          </p:to>
                                        </p:set>
                                        <p:anim calcmode="lin" valueType="num" p14:bounceEnd="67000">
                                          <p:cBhvr additive="base">
                                            <p:cTn id="47" dur="1000" fill="hold"/>
                                            <p:tgtEl>
                                              <p:spTgt spid="24"/>
                                            </p:tgtEl>
                                            <p:attrNameLst>
                                              <p:attrName>ppt_x</p:attrName>
                                            </p:attrNameLst>
                                          </p:cBhvr>
                                          <p:tavLst>
                                            <p:tav tm="0">
                                              <p:val>
                                                <p:strVal val="1+#ppt_w/2"/>
                                              </p:val>
                                            </p:tav>
                                            <p:tav tm="100000">
                                              <p:val>
                                                <p:strVal val="#ppt_x"/>
                                              </p:val>
                                            </p:tav>
                                          </p:tavLst>
                                        </p:anim>
                                        <p:anim calcmode="lin" valueType="num" p14:bounceEnd="67000">
                                          <p:cBhvr additive="base">
                                            <p:cTn id="48" dur="1000" fill="hold"/>
                                            <p:tgtEl>
                                              <p:spTgt spid="24"/>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14:presetBounceEnd="67000">
                                      <p:stCondLst>
                                        <p:cond delay="1000"/>
                                      </p:stCondLst>
                                      <p:childTnLst>
                                        <p:set>
                                          <p:cBhvr>
                                            <p:cTn id="50" dur="1" fill="hold">
                                              <p:stCondLst>
                                                <p:cond delay="0"/>
                                              </p:stCondLst>
                                            </p:cTn>
                                            <p:tgtEl>
                                              <p:spTgt spid="25"/>
                                            </p:tgtEl>
                                            <p:attrNameLst>
                                              <p:attrName>style.visibility</p:attrName>
                                            </p:attrNameLst>
                                          </p:cBhvr>
                                          <p:to>
                                            <p:strVal val="visible"/>
                                          </p:to>
                                        </p:set>
                                        <p:anim calcmode="lin" valueType="num" p14:bounceEnd="67000">
                                          <p:cBhvr additive="base">
                                            <p:cTn id="51" dur="1000" fill="hold"/>
                                            <p:tgtEl>
                                              <p:spTgt spid="25"/>
                                            </p:tgtEl>
                                            <p:attrNameLst>
                                              <p:attrName>ppt_x</p:attrName>
                                            </p:attrNameLst>
                                          </p:cBhvr>
                                          <p:tavLst>
                                            <p:tav tm="0">
                                              <p:val>
                                                <p:strVal val="1+#ppt_w/2"/>
                                              </p:val>
                                            </p:tav>
                                            <p:tav tm="100000">
                                              <p:val>
                                                <p:strVal val="#ppt_x"/>
                                              </p:val>
                                            </p:tav>
                                          </p:tavLst>
                                        </p:anim>
                                        <p:anim calcmode="lin" valueType="num" p14:bounceEnd="67000">
                                          <p:cBhvr additive="base">
                                            <p:cTn id="52"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000" fill="hold"/>
                                            <p:tgtEl>
                                              <p:spTgt spid="17"/>
                                            </p:tgtEl>
                                            <p:attrNameLst>
                                              <p:attrName>ppt_x</p:attrName>
                                            </p:attrNameLst>
                                          </p:cBhvr>
                                          <p:tavLst>
                                            <p:tav tm="0">
                                              <p:val>
                                                <p:strVal val="0-#ppt_w/2"/>
                                              </p:val>
                                            </p:tav>
                                            <p:tav tm="100000">
                                              <p:val>
                                                <p:strVal val="#ppt_x"/>
                                              </p:val>
                                            </p:tav>
                                          </p:tavLst>
                                        </p:anim>
                                        <p:anim calcmode="lin" valueType="num">
                                          <p:cBhvr additive="base">
                                            <p:cTn id="8" dur="10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9" fill="hold" nodeType="withEffect">
                                      <p:stCondLst>
                                        <p:cond delay="25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000" fill="hold"/>
                                            <p:tgtEl>
                                              <p:spTgt spid="14"/>
                                            </p:tgtEl>
                                            <p:attrNameLst>
                                              <p:attrName>ppt_x</p:attrName>
                                            </p:attrNameLst>
                                          </p:cBhvr>
                                          <p:tavLst>
                                            <p:tav tm="0">
                                              <p:val>
                                                <p:strVal val="0-#ppt_w/2"/>
                                              </p:val>
                                            </p:tav>
                                            <p:tav tm="100000">
                                              <p:val>
                                                <p:strVal val="#ppt_x"/>
                                              </p:val>
                                            </p:tav>
                                          </p:tavLst>
                                        </p:anim>
                                        <p:anim calcmode="lin" valueType="num">
                                          <p:cBhvr additive="base">
                                            <p:cTn id="12" dur="10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5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000" fill="hold"/>
                                            <p:tgtEl>
                                              <p:spTgt spid="15"/>
                                            </p:tgtEl>
                                            <p:attrNameLst>
                                              <p:attrName>ppt_x</p:attrName>
                                            </p:attrNameLst>
                                          </p:cBhvr>
                                          <p:tavLst>
                                            <p:tav tm="0">
                                              <p:val>
                                                <p:strVal val="1+#ppt_w/2"/>
                                              </p:val>
                                            </p:tav>
                                            <p:tav tm="100000">
                                              <p:val>
                                                <p:strVal val="#ppt_x"/>
                                              </p:val>
                                            </p:tav>
                                          </p:tavLst>
                                        </p:anim>
                                        <p:anim calcmode="lin" valueType="num">
                                          <p:cBhvr additive="base">
                                            <p:cTn id="16" dur="1000" fill="hold"/>
                                            <p:tgtEl>
                                              <p:spTgt spid="15"/>
                                            </p:tgtEl>
                                            <p:attrNameLst>
                                              <p:attrName>ppt_y</p:attrName>
                                            </p:attrNameLst>
                                          </p:cBhvr>
                                          <p:tavLst>
                                            <p:tav tm="0">
                                              <p:val>
                                                <p:strVal val="0-#ppt_h/2"/>
                                              </p:val>
                                            </p:tav>
                                            <p:tav tm="100000">
                                              <p:val>
                                                <p:strVal val="#ppt_y"/>
                                              </p:val>
                                            </p:tav>
                                          </p:tavLst>
                                        </p:anim>
                                      </p:childTnLst>
                                    </p:cTn>
                                  </p:par>
                                  <p:par>
                                    <p:cTn id="17" presetID="2" presetClass="entr" presetSubtype="6" fill="hold" nodeType="withEffect">
                                      <p:stCondLst>
                                        <p:cond delay="75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000" fill="hold"/>
                                            <p:tgtEl>
                                              <p:spTgt spid="16"/>
                                            </p:tgtEl>
                                            <p:attrNameLst>
                                              <p:attrName>ppt_x</p:attrName>
                                            </p:attrNameLst>
                                          </p:cBhvr>
                                          <p:tavLst>
                                            <p:tav tm="0">
                                              <p:val>
                                                <p:strVal val="1+#ppt_w/2"/>
                                              </p:val>
                                            </p:tav>
                                            <p:tav tm="100000">
                                              <p:val>
                                                <p:strVal val="#ppt_x"/>
                                              </p:val>
                                            </p:tav>
                                          </p:tavLst>
                                        </p:anim>
                                        <p:anim calcmode="lin" valueType="num">
                                          <p:cBhvr additive="base">
                                            <p:cTn id="20" dur="10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8" fill="hold" grpId="0" nodeType="withEffect">
                                      <p:stCondLst>
                                        <p:cond delay="25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1000" fill="hold"/>
                                            <p:tgtEl>
                                              <p:spTgt spid="23"/>
                                            </p:tgtEl>
                                            <p:attrNameLst>
                                              <p:attrName>ppt_x</p:attrName>
                                            </p:attrNameLst>
                                          </p:cBhvr>
                                          <p:tavLst>
                                            <p:tav tm="0">
                                              <p:val>
                                                <p:strVal val="0-#ppt_w/2"/>
                                              </p:val>
                                            </p:tav>
                                            <p:tav tm="100000">
                                              <p:val>
                                                <p:strVal val="#ppt_x"/>
                                              </p:val>
                                            </p:tav>
                                          </p:tavLst>
                                        </p:anim>
                                        <p:anim calcmode="lin" valueType="num">
                                          <p:cBhvr additive="base">
                                            <p:cTn id="24" dur="1000" fill="hold"/>
                                            <p:tgtEl>
                                              <p:spTgt spid="23"/>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25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1000" fill="hold"/>
                                            <p:tgtEl>
                                              <p:spTgt spid="22"/>
                                            </p:tgtEl>
                                            <p:attrNameLst>
                                              <p:attrName>ppt_x</p:attrName>
                                            </p:attrNameLst>
                                          </p:cBhvr>
                                          <p:tavLst>
                                            <p:tav tm="0">
                                              <p:val>
                                                <p:strVal val="0-#ppt_w/2"/>
                                              </p:val>
                                            </p:tav>
                                            <p:tav tm="100000">
                                              <p:val>
                                                <p:strVal val="#ppt_x"/>
                                              </p:val>
                                            </p:tav>
                                          </p:tavLst>
                                        </p:anim>
                                        <p:anim calcmode="lin" valueType="num">
                                          <p:cBhvr additive="base">
                                            <p:cTn id="28" dur="1000" fill="hold"/>
                                            <p:tgtEl>
                                              <p:spTgt spid="2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50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1000" fill="hold"/>
                                            <p:tgtEl>
                                              <p:spTgt spid="21"/>
                                            </p:tgtEl>
                                            <p:attrNameLst>
                                              <p:attrName>ppt_x</p:attrName>
                                            </p:attrNameLst>
                                          </p:cBhvr>
                                          <p:tavLst>
                                            <p:tav tm="0">
                                              <p:val>
                                                <p:strVal val="0-#ppt_w/2"/>
                                              </p:val>
                                            </p:tav>
                                            <p:tav tm="100000">
                                              <p:val>
                                                <p:strVal val="#ppt_x"/>
                                              </p:val>
                                            </p:tav>
                                          </p:tavLst>
                                        </p:anim>
                                        <p:anim calcmode="lin" valueType="num">
                                          <p:cBhvr additive="base">
                                            <p:cTn id="32" dur="1000" fill="hold"/>
                                            <p:tgtEl>
                                              <p:spTgt spid="21"/>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50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1000" fill="hold"/>
                                            <p:tgtEl>
                                              <p:spTgt spid="18"/>
                                            </p:tgtEl>
                                            <p:attrNameLst>
                                              <p:attrName>ppt_x</p:attrName>
                                            </p:attrNameLst>
                                          </p:cBhvr>
                                          <p:tavLst>
                                            <p:tav tm="0">
                                              <p:val>
                                                <p:strVal val="0-#ppt_w/2"/>
                                              </p:val>
                                            </p:tav>
                                            <p:tav tm="100000">
                                              <p:val>
                                                <p:strVal val="#ppt_x"/>
                                              </p:val>
                                            </p:tav>
                                          </p:tavLst>
                                        </p:anim>
                                        <p:anim calcmode="lin" valueType="num">
                                          <p:cBhvr additive="base">
                                            <p:cTn id="36" dur="1000" fill="hold"/>
                                            <p:tgtEl>
                                              <p:spTgt spid="18"/>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75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1000" fill="hold"/>
                                            <p:tgtEl>
                                              <p:spTgt spid="19"/>
                                            </p:tgtEl>
                                            <p:attrNameLst>
                                              <p:attrName>ppt_x</p:attrName>
                                            </p:attrNameLst>
                                          </p:cBhvr>
                                          <p:tavLst>
                                            <p:tav tm="0">
                                              <p:val>
                                                <p:strVal val="1+#ppt_w/2"/>
                                              </p:val>
                                            </p:tav>
                                            <p:tav tm="100000">
                                              <p:val>
                                                <p:strVal val="#ppt_x"/>
                                              </p:val>
                                            </p:tav>
                                          </p:tavLst>
                                        </p:anim>
                                        <p:anim calcmode="lin" valueType="num">
                                          <p:cBhvr additive="base">
                                            <p:cTn id="40" dur="1000" fill="hold"/>
                                            <p:tgtEl>
                                              <p:spTgt spid="19"/>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75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1000" fill="hold"/>
                                            <p:tgtEl>
                                              <p:spTgt spid="20"/>
                                            </p:tgtEl>
                                            <p:attrNameLst>
                                              <p:attrName>ppt_x</p:attrName>
                                            </p:attrNameLst>
                                          </p:cBhvr>
                                          <p:tavLst>
                                            <p:tav tm="0">
                                              <p:val>
                                                <p:strVal val="1+#ppt_w/2"/>
                                              </p:val>
                                            </p:tav>
                                            <p:tav tm="100000">
                                              <p:val>
                                                <p:strVal val="#ppt_x"/>
                                              </p:val>
                                            </p:tav>
                                          </p:tavLst>
                                        </p:anim>
                                        <p:anim calcmode="lin" valueType="num">
                                          <p:cBhvr additive="base">
                                            <p:cTn id="44" dur="1000" fill="hold"/>
                                            <p:tgtEl>
                                              <p:spTgt spid="20"/>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100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1000" fill="hold"/>
                                            <p:tgtEl>
                                              <p:spTgt spid="24"/>
                                            </p:tgtEl>
                                            <p:attrNameLst>
                                              <p:attrName>ppt_x</p:attrName>
                                            </p:attrNameLst>
                                          </p:cBhvr>
                                          <p:tavLst>
                                            <p:tav tm="0">
                                              <p:val>
                                                <p:strVal val="1+#ppt_w/2"/>
                                              </p:val>
                                            </p:tav>
                                            <p:tav tm="100000">
                                              <p:val>
                                                <p:strVal val="#ppt_x"/>
                                              </p:val>
                                            </p:tav>
                                          </p:tavLst>
                                        </p:anim>
                                        <p:anim calcmode="lin" valueType="num">
                                          <p:cBhvr additive="base">
                                            <p:cTn id="48" dur="1000" fill="hold"/>
                                            <p:tgtEl>
                                              <p:spTgt spid="24"/>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100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1000" fill="hold"/>
                                            <p:tgtEl>
                                              <p:spTgt spid="25"/>
                                            </p:tgtEl>
                                            <p:attrNameLst>
                                              <p:attrName>ppt_x</p:attrName>
                                            </p:attrNameLst>
                                          </p:cBhvr>
                                          <p:tavLst>
                                            <p:tav tm="0">
                                              <p:val>
                                                <p:strVal val="1+#ppt_w/2"/>
                                              </p:val>
                                            </p:tav>
                                            <p:tav tm="100000">
                                              <p:val>
                                                <p:strVal val="#ppt_x"/>
                                              </p:val>
                                            </p:tav>
                                          </p:tavLst>
                                        </p:anim>
                                        <p:anim calcmode="lin" valueType="num">
                                          <p:cBhvr additive="base">
                                            <p:cTn id="52"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31B3C832-772E-486D-8366-703B9F5B4E1C}"/>
              </a:ext>
            </a:extLst>
          </p:cNvPr>
          <p:cNvGrpSpPr/>
          <p:nvPr/>
        </p:nvGrpSpPr>
        <p:grpSpPr>
          <a:xfrm>
            <a:off x="6169026" y="1603375"/>
            <a:ext cx="1751012" cy="1749425"/>
            <a:chOff x="6169026" y="1603375"/>
            <a:chExt cx="1751012" cy="1749425"/>
          </a:xfrm>
        </p:grpSpPr>
        <p:sp>
          <p:nvSpPr>
            <p:cNvPr id="10" name="Freeform 9">
              <a:extLst>
                <a:ext uri="{FF2B5EF4-FFF2-40B4-BE49-F238E27FC236}">
                  <a16:creationId xmlns:a16="http://schemas.microsoft.com/office/drawing/2014/main" id="{3124F191-3330-4538-AB7D-8E0D98E3E3F7}"/>
                </a:ext>
              </a:extLst>
            </p:cNvPr>
            <p:cNvSpPr>
              <a:spLocks/>
            </p:cNvSpPr>
            <p:nvPr/>
          </p:nvSpPr>
          <p:spPr bwMode="auto">
            <a:xfrm>
              <a:off x="6169026" y="1603375"/>
              <a:ext cx="1171575" cy="1050925"/>
            </a:xfrm>
            <a:custGeom>
              <a:avLst/>
              <a:gdLst>
                <a:gd name="T0" fmla="*/ 185 w 310"/>
                <a:gd name="T1" fmla="*/ 278 h 278"/>
                <a:gd name="T2" fmla="*/ 310 w 310"/>
                <a:gd name="T3" fmla="*/ 154 h 278"/>
                <a:gd name="T4" fmla="*/ 252 w 310"/>
                <a:gd name="T5" fmla="*/ 14 h 278"/>
                <a:gd name="T6" fmla="*/ 253 w 310"/>
                <a:gd name="T7" fmla="*/ 0 h 278"/>
                <a:gd name="T8" fmla="*/ 253 w 310"/>
                <a:gd name="T9" fmla="*/ 0 h 278"/>
                <a:gd name="T10" fmla="*/ 0 w 310"/>
                <a:gd name="T11" fmla="*/ 194 h 278"/>
                <a:gd name="T12" fmla="*/ 1 w 310"/>
                <a:gd name="T13" fmla="*/ 194 h 278"/>
                <a:gd name="T14" fmla="*/ 185 w 310"/>
                <a:gd name="T15" fmla="*/ 278 h 2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78">
                  <a:moveTo>
                    <a:pt x="185" y="278"/>
                  </a:moveTo>
                  <a:cubicBezTo>
                    <a:pt x="310" y="154"/>
                    <a:pt x="310" y="154"/>
                    <a:pt x="310" y="154"/>
                  </a:cubicBezTo>
                  <a:cubicBezTo>
                    <a:pt x="274" y="118"/>
                    <a:pt x="252" y="68"/>
                    <a:pt x="252" y="14"/>
                  </a:cubicBezTo>
                  <a:cubicBezTo>
                    <a:pt x="252" y="9"/>
                    <a:pt x="252" y="5"/>
                    <a:pt x="253" y="0"/>
                  </a:cubicBezTo>
                  <a:cubicBezTo>
                    <a:pt x="253" y="0"/>
                    <a:pt x="253" y="0"/>
                    <a:pt x="253" y="0"/>
                  </a:cubicBezTo>
                  <a:cubicBezTo>
                    <a:pt x="244" y="129"/>
                    <a:pt x="189" y="207"/>
                    <a:pt x="0" y="194"/>
                  </a:cubicBezTo>
                  <a:cubicBezTo>
                    <a:pt x="1" y="194"/>
                    <a:pt x="1" y="194"/>
                    <a:pt x="1" y="194"/>
                  </a:cubicBezTo>
                  <a:cubicBezTo>
                    <a:pt x="72" y="199"/>
                    <a:pt x="137" y="230"/>
                    <a:pt x="185" y="27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507C6758-1CF7-40CE-865B-042F132E919E}"/>
                </a:ext>
              </a:extLst>
            </p:cNvPr>
            <p:cNvSpPr>
              <a:spLocks/>
            </p:cNvSpPr>
            <p:nvPr/>
          </p:nvSpPr>
          <p:spPr bwMode="auto">
            <a:xfrm>
              <a:off x="6869113" y="2184400"/>
              <a:ext cx="1050925" cy="1168400"/>
            </a:xfrm>
            <a:custGeom>
              <a:avLst/>
              <a:gdLst>
                <a:gd name="T0" fmla="*/ 278 w 278"/>
                <a:gd name="T1" fmla="*/ 57 h 309"/>
                <a:gd name="T2" fmla="*/ 265 w 278"/>
                <a:gd name="T3" fmla="*/ 57 h 309"/>
                <a:gd name="T4" fmla="*/ 125 w 278"/>
                <a:gd name="T5" fmla="*/ 0 h 309"/>
                <a:gd name="T6" fmla="*/ 0 w 278"/>
                <a:gd name="T7" fmla="*/ 124 h 309"/>
                <a:gd name="T8" fmla="*/ 84 w 278"/>
                <a:gd name="T9" fmla="*/ 309 h 309"/>
                <a:gd name="T10" fmla="*/ 84 w 278"/>
                <a:gd name="T11" fmla="*/ 309 h 309"/>
                <a:gd name="T12" fmla="*/ 278 w 278"/>
                <a:gd name="T13" fmla="*/ 57 h 309"/>
              </a:gdLst>
              <a:ahLst/>
              <a:cxnLst>
                <a:cxn ang="0">
                  <a:pos x="T0" y="T1"/>
                </a:cxn>
                <a:cxn ang="0">
                  <a:pos x="T2" y="T3"/>
                </a:cxn>
                <a:cxn ang="0">
                  <a:pos x="T4" y="T5"/>
                </a:cxn>
                <a:cxn ang="0">
                  <a:pos x="T6" y="T7"/>
                </a:cxn>
                <a:cxn ang="0">
                  <a:pos x="T8" y="T9"/>
                </a:cxn>
                <a:cxn ang="0">
                  <a:pos x="T10" y="T11"/>
                </a:cxn>
                <a:cxn ang="0">
                  <a:pos x="T12" y="T13"/>
                </a:cxn>
              </a:cxnLst>
              <a:rect l="0" t="0" r="r" b="b"/>
              <a:pathLst>
                <a:path w="278" h="309">
                  <a:moveTo>
                    <a:pt x="278" y="57"/>
                  </a:moveTo>
                  <a:cubicBezTo>
                    <a:pt x="274" y="57"/>
                    <a:pt x="269" y="57"/>
                    <a:pt x="265" y="57"/>
                  </a:cubicBezTo>
                  <a:cubicBezTo>
                    <a:pt x="210" y="57"/>
                    <a:pt x="161" y="35"/>
                    <a:pt x="125" y="0"/>
                  </a:cubicBezTo>
                  <a:cubicBezTo>
                    <a:pt x="0" y="124"/>
                    <a:pt x="0" y="124"/>
                    <a:pt x="0" y="124"/>
                  </a:cubicBezTo>
                  <a:cubicBezTo>
                    <a:pt x="48" y="172"/>
                    <a:pt x="79" y="237"/>
                    <a:pt x="84" y="309"/>
                  </a:cubicBezTo>
                  <a:cubicBezTo>
                    <a:pt x="84" y="309"/>
                    <a:pt x="84" y="309"/>
                    <a:pt x="84" y="309"/>
                  </a:cubicBezTo>
                  <a:cubicBezTo>
                    <a:pt x="71" y="120"/>
                    <a:pt x="150" y="66"/>
                    <a:pt x="278" y="57"/>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7FE5DD10-4AB2-4119-9B5E-5D38E7E81429}"/>
              </a:ext>
            </a:extLst>
          </p:cNvPr>
          <p:cNvGrpSpPr/>
          <p:nvPr/>
        </p:nvGrpSpPr>
        <p:grpSpPr>
          <a:xfrm>
            <a:off x="4268788" y="3508375"/>
            <a:ext cx="1749426" cy="1751013"/>
            <a:chOff x="4268788" y="3508375"/>
            <a:chExt cx="1749426" cy="1751013"/>
          </a:xfrm>
        </p:grpSpPr>
        <p:sp>
          <p:nvSpPr>
            <p:cNvPr id="7" name="Freeform 6">
              <a:extLst>
                <a:ext uri="{FF2B5EF4-FFF2-40B4-BE49-F238E27FC236}">
                  <a16:creationId xmlns:a16="http://schemas.microsoft.com/office/drawing/2014/main" id="{6C6174C3-44E7-4C4A-9C0A-AD91EA9504B3}"/>
                </a:ext>
              </a:extLst>
            </p:cNvPr>
            <p:cNvSpPr>
              <a:spLocks/>
            </p:cNvSpPr>
            <p:nvPr/>
          </p:nvSpPr>
          <p:spPr bwMode="auto">
            <a:xfrm>
              <a:off x="4268788" y="3508375"/>
              <a:ext cx="1050925" cy="1168400"/>
            </a:xfrm>
            <a:custGeom>
              <a:avLst/>
              <a:gdLst>
                <a:gd name="T0" fmla="*/ 194 w 278"/>
                <a:gd name="T1" fmla="*/ 0 h 309"/>
                <a:gd name="T2" fmla="*/ 194 w 278"/>
                <a:gd name="T3" fmla="*/ 0 h 309"/>
                <a:gd name="T4" fmla="*/ 0 w 278"/>
                <a:gd name="T5" fmla="*/ 252 h 309"/>
                <a:gd name="T6" fmla="*/ 0 w 278"/>
                <a:gd name="T7" fmla="*/ 252 h 309"/>
                <a:gd name="T8" fmla="*/ 14 w 278"/>
                <a:gd name="T9" fmla="*/ 251 h 309"/>
                <a:gd name="T10" fmla="*/ 154 w 278"/>
                <a:gd name="T11" fmla="*/ 309 h 309"/>
                <a:gd name="T12" fmla="*/ 278 w 278"/>
                <a:gd name="T13" fmla="*/ 184 h 309"/>
                <a:gd name="T14" fmla="*/ 194 w 278"/>
                <a:gd name="T15" fmla="*/ 0 h 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8" h="309">
                  <a:moveTo>
                    <a:pt x="194" y="0"/>
                  </a:moveTo>
                  <a:cubicBezTo>
                    <a:pt x="194" y="0"/>
                    <a:pt x="194" y="0"/>
                    <a:pt x="194" y="0"/>
                  </a:cubicBezTo>
                  <a:cubicBezTo>
                    <a:pt x="207" y="188"/>
                    <a:pt x="129" y="243"/>
                    <a:pt x="0" y="252"/>
                  </a:cubicBezTo>
                  <a:cubicBezTo>
                    <a:pt x="0" y="252"/>
                    <a:pt x="0" y="252"/>
                    <a:pt x="0" y="252"/>
                  </a:cubicBezTo>
                  <a:cubicBezTo>
                    <a:pt x="5" y="251"/>
                    <a:pt x="9" y="251"/>
                    <a:pt x="14" y="251"/>
                  </a:cubicBezTo>
                  <a:cubicBezTo>
                    <a:pt x="68" y="251"/>
                    <a:pt x="118" y="273"/>
                    <a:pt x="154" y="309"/>
                  </a:cubicBezTo>
                  <a:cubicBezTo>
                    <a:pt x="278" y="184"/>
                    <a:pt x="278" y="184"/>
                    <a:pt x="278" y="184"/>
                  </a:cubicBezTo>
                  <a:cubicBezTo>
                    <a:pt x="230" y="136"/>
                    <a:pt x="199" y="72"/>
                    <a:pt x="194"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08E00C4C-1667-4AD8-BB09-0CD94BC32CB9}"/>
                </a:ext>
              </a:extLst>
            </p:cNvPr>
            <p:cNvSpPr>
              <a:spLocks/>
            </p:cNvSpPr>
            <p:nvPr/>
          </p:nvSpPr>
          <p:spPr bwMode="auto">
            <a:xfrm>
              <a:off x="4851401" y="4203700"/>
              <a:ext cx="1166813" cy="1055688"/>
            </a:xfrm>
            <a:custGeom>
              <a:avLst/>
              <a:gdLst>
                <a:gd name="T0" fmla="*/ 124 w 309"/>
                <a:gd name="T1" fmla="*/ 0 h 279"/>
                <a:gd name="T2" fmla="*/ 0 w 309"/>
                <a:gd name="T3" fmla="*/ 125 h 279"/>
                <a:gd name="T4" fmla="*/ 57 w 309"/>
                <a:gd name="T5" fmla="*/ 265 h 279"/>
                <a:gd name="T6" fmla="*/ 57 w 309"/>
                <a:gd name="T7" fmla="*/ 279 h 279"/>
                <a:gd name="T8" fmla="*/ 57 w 309"/>
                <a:gd name="T9" fmla="*/ 279 h 279"/>
                <a:gd name="T10" fmla="*/ 309 w 309"/>
                <a:gd name="T11" fmla="*/ 84 h 279"/>
                <a:gd name="T12" fmla="*/ 309 w 309"/>
                <a:gd name="T13" fmla="*/ 84 h 279"/>
                <a:gd name="T14" fmla="*/ 124 w 309"/>
                <a:gd name="T15" fmla="*/ 0 h 2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79">
                  <a:moveTo>
                    <a:pt x="124" y="0"/>
                  </a:moveTo>
                  <a:cubicBezTo>
                    <a:pt x="0" y="125"/>
                    <a:pt x="0" y="125"/>
                    <a:pt x="0" y="125"/>
                  </a:cubicBezTo>
                  <a:cubicBezTo>
                    <a:pt x="35" y="161"/>
                    <a:pt x="57" y="210"/>
                    <a:pt x="57" y="265"/>
                  </a:cubicBezTo>
                  <a:cubicBezTo>
                    <a:pt x="57" y="269"/>
                    <a:pt x="57" y="274"/>
                    <a:pt x="57" y="279"/>
                  </a:cubicBezTo>
                  <a:cubicBezTo>
                    <a:pt x="57" y="279"/>
                    <a:pt x="57" y="279"/>
                    <a:pt x="57" y="279"/>
                  </a:cubicBezTo>
                  <a:cubicBezTo>
                    <a:pt x="66" y="150"/>
                    <a:pt x="120" y="71"/>
                    <a:pt x="309" y="84"/>
                  </a:cubicBezTo>
                  <a:cubicBezTo>
                    <a:pt x="309" y="84"/>
                    <a:pt x="309" y="84"/>
                    <a:pt x="309" y="84"/>
                  </a:cubicBezTo>
                  <a:cubicBezTo>
                    <a:pt x="237" y="79"/>
                    <a:pt x="172" y="48"/>
                    <a:pt x="124"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3" name="Group 52">
            <a:extLst>
              <a:ext uri="{FF2B5EF4-FFF2-40B4-BE49-F238E27FC236}">
                <a16:creationId xmlns:a16="http://schemas.microsoft.com/office/drawing/2014/main" id="{2CE27F08-A3F4-4AED-935B-270F1D25013A}"/>
              </a:ext>
            </a:extLst>
          </p:cNvPr>
          <p:cNvGrpSpPr/>
          <p:nvPr/>
        </p:nvGrpSpPr>
        <p:grpSpPr>
          <a:xfrm>
            <a:off x="6169026" y="3508375"/>
            <a:ext cx="1751012" cy="1751013"/>
            <a:chOff x="6169026" y="3508375"/>
            <a:chExt cx="1751012" cy="1751013"/>
          </a:xfrm>
        </p:grpSpPr>
        <p:sp>
          <p:nvSpPr>
            <p:cNvPr id="9" name="Freeform 8">
              <a:extLst>
                <a:ext uri="{FF2B5EF4-FFF2-40B4-BE49-F238E27FC236}">
                  <a16:creationId xmlns:a16="http://schemas.microsoft.com/office/drawing/2014/main" id="{92566B8B-01C6-47EC-BDF1-CD18A44C81A7}"/>
                </a:ext>
              </a:extLst>
            </p:cNvPr>
            <p:cNvSpPr>
              <a:spLocks/>
            </p:cNvSpPr>
            <p:nvPr/>
          </p:nvSpPr>
          <p:spPr bwMode="auto">
            <a:xfrm>
              <a:off x="6869113" y="3508375"/>
              <a:ext cx="1050925" cy="1168400"/>
            </a:xfrm>
            <a:custGeom>
              <a:avLst/>
              <a:gdLst>
                <a:gd name="T0" fmla="*/ 84 w 278"/>
                <a:gd name="T1" fmla="*/ 0 h 309"/>
                <a:gd name="T2" fmla="*/ 84 w 278"/>
                <a:gd name="T3" fmla="*/ 0 h 309"/>
                <a:gd name="T4" fmla="*/ 0 w 278"/>
                <a:gd name="T5" fmla="*/ 184 h 309"/>
                <a:gd name="T6" fmla="*/ 125 w 278"/>
                <a:gd name="T7" fmla="*/ 309 h 309"/>
                <a:gd name="T8" fmla="*/ 265 w 278"/>
                <a:gd name="T9" fmla="*/ 251 h 309"/>
                <a:gd name="T10" fmla="*/ 278 w 278"/>
                <a:gd name="T11" fmla="*/ 252 h 309"/>
                <a:gd name="T12" fmla="*/ 278 w 278"/>
                <a:gd name="T13" fmla="*/ 252 h 309"/>
                <a:gd name="T14" fmla="*/ 84 w 278"/>
                <a:gd name="T15" fmla="*/ 0 h 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8" h="309">
                  <a:moveTo>
                    <a:pt x="84" y="0"/>
                  </a:moveTo>
                  <a:cubicBezTo>
                    <a:pt x="84" y="0"/>
                    <a:pt x="84" y="0"/>
                    <a:pt x="84" y="0"/>
                  </a:cubicBezTo>
                  <a:cubicBezTo>
                    <a:pt x="79" y="72"/>
                    <a:pt x="48" y="136"/>
                    <a:pt x="0" y="184"/>
                  </a:cubicBezTo>
                  <a:cubicBezTo>
                    <a:pt x="125" y="309"/>
                    <a:pt x="125" y="309"/>
                    <a:pt x="125" y="309"/>
                  </a:cubicBezTo>
                  <a:cubicBezTo>
                    <a:pt x="161" y="273"/>
                    <a:pt x="210" y="251"/>
                    <a:pt x="265" y="251"/>
                  </a:cubicBezTo>
                  <a:cubicBezTo>
                    <a:pt x="269" y="251"/>
                    <a:pt x="274" y="251"/>
                    <a:pt x="278" y="252"/>
                  </a:cubicBezTo>
                  <a:cubicBezTo>
                    <a:pt x="278" y="252"/>
                    <a:pt x="278" y="252"/>
                    <a:pt x="278" y="252"/>
                  </a:cubicBezTo>
                  <a:cubicBezTo>
                    <a:pt x="150" y="243"/>
                    <a:pt x="71" y="188"/>
                    <a:pt x="84"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20E501D3-0A88-493B-AA95-5FE0AE027599}"/>
                </a:ext>
              </a:extLst>
            </p:cNvPr>
            <p:cNvSpPr>
              <a:spLocks/>
            </p:cNvSpPr>
            <p:nvPr/>
          </p:nvSpPr>
          <p:spPr bwMode="auto">
            <a:xfrm>
              <a:off x="6169026" y="4203700"/>
              <a:ext cx="1171575" cy="1055688"/>
            </a:xfrm>
            <a:custGeom>
              <a:avLst/>
              <a:gdLst>
                <a:gd name="T0" fmla="*/ 310 w 310"/>
                <a:gd name="T1" fmla="*/ 125 h 279"/>
                <a:gd name="T2" fmla="*/ 185 w 310"/>
                <a:gd name="T3" fmla="*/ 0 h 279"/>
                <a:gd name="T4" fmla="*/ 1 w 310"/>
                <a:gd name="T5" fmla="*/ 84 h 279"/>
                <a:gd name="T6" fmla="*/ 0 w 310"/>
                <a:gd name="T7" fmla="*/ 84 h 279"/>
                <a:gd name="T8" fmla="*/ 253 w 310"/>
                <a:gd name="T9" fmla="*/ 279 h 279"/>
                <a:gd name="T10" fmla="*/ 253 w 310"/>
                <a:gd name="T11" fmla="*/ 278 h 279"/>
                <a:gd name="T12" fmla="*/ 252 w 310"/>
                <a:gd name="T13" fmla="*/ 265 h 279"/>
                <a:gd name="T14" fmla="*/ 310 w 310"/>
                <a:gd name="T15" fmla="*/ 125 h 2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79">
                  <a:moveTo>
                    <a:pt x="310" y="125"/>
                  </a:moveTo>
                  <a:cubicBezTo>
                    <a:pt x="185" y="0"/>
                    <a:pt x="185" y="0"/>
                    <a:pt x="185" y="0"/>
                  </a:cubicBezTo>
                  <a:cubicBezTo>
                    <a:pt x="137" y="48"/>
                    <a:pt x="72" y="79"/>
                    <a:pt x="1" y="84"/>
                  </a:cubicBezTo>
                  <a:cubicBezTo>
                    <a:pt x="0" y="84"/>
                    <a:pt x="0" y="84"/>
                    <a:pt x="0" y="84"/>
                  </a:cubicBezTo>
                  <a:cubicBezTo>
                    <a:pt x="189" y="71"/>
                    <a:pt x="244" y="150"/>
                    <a:pt x="253" y="279"/>
                  </a:cubicBezTo>
                  <a:cubicBezTo>
                    <a:pt x="253" y="278"/>
                    <a:pt x="253" y="278"/>
                    <a:pt x="253" y="278"/>
                  </a:cubicBezTo>
                  <a:cubicBezTo>
                    <a:pt x="252" y="274"/>
                    <a:pt x="252" y="269"/>
                    <a:pt x="252" y="265"/>
                  </a:cubicBezTo>
                  <a:cubicBezTo>
                    <a:pt x="252" y="210"/>
                    <a:pt x="274" y="161"/>
                    <a:pt x="310" y="12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1" name="Group 50">
            <a:extLst>
              <a:ext uri="{FF2B5EF4-FFF2-40B4-BE49-F238E27FC236}">
                <a16:creationId xmlns:a16="http://schemas.microsoft.com/office/drawing/2014/main" id="{D1423031-9E36-41CC-A340-81AC2355F4DD}"/>
              </a:ext>
            </a:extLst>
          </p:cNvPr>
          <p:cNvGrpSpPr/>
          <p:nvPr/>
        </p:nvGrpSpPr>
        <p:grpSpPr>
          <a:xfrm>
            <a:off x="4268788" y="1603375"/>
            <a:ext cx="1749425" cy="1749425"/>
            <a:chOff x="4268788" y="1603375"/>
            <a:chExt cx="1749425" cy="1749425"/>
          </a:xfrm>
        </p:grpSpPr>
        <p:sp>
          <p:nvSpPr>
            <p:cNvPr id="12" name="Freeform 11">
              <a:extLst>
                <a:ext uri="{FF2B5EF4-FFF2-40B4-BE49-F238E27FC236}">
                  <a16:creationId xmlns:a16="http://schemas.microsoft.com/office/drawing/2014/main" id="{336AC02A-8833-4E4D-88E5-A1C7309EA9F3}"/>
                </a:ext>
              </a:extLst>
            </p:cNvPr>
            <p:cNvSpPr>
              <a:spLocks/>
            </p:cNvSpPr>
            <p:nvPr/>
          </p:nvSpPr>
          <p:spPr bwMode="auto">
            <a:xfrm>
              <a:off x="4268788" y="2184400"/>
              <a:ext cx="1050925" cy="1168400"/>
            </a:xfrm>
            <a:custGeom>
              <a:avLst/>
              <a:gdLst>
                <a:gd name="T0" fmla="*/ 194 w 278"/>
                <a:gd name="T1" fmla="*/ 309 h 309"/>
                <a:gd name="T2" fmla="*/ 194 w 278"/>
                <a:gd name="T3" fmla="*/ 309 h 309"/>
                <a:gd name="T4" fmla="*/ 278 w 278"/>
                <a:gd name="T5" fmla="*/ 124 h 309"/>
                <a:gd name="T6" fmla="*/ 153 w 278"/>
                <a:gd name="T7" fmla="*/ 0 h 309"/>
                <a:gd name="T8" fmla="*/ 14 w 278"/>
                <a:gd name="T9" fmla="*/ 57 h 309"/>
                <a:gd name="T10" fmla="*/ 0 w 278"/>
                <a:gd name="T11" fmla="*/ 57 h 309"/>
                <a:gd name="T12" fmla="*/ 0 w 278"/>
                <a:gd name="T13" fmla="*/ 57 h 309"/>
                <a:gd name="T14" fmla="*/ 194 w 278"/>
                <a:gd name="T15" fmla="*/ 309 h 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8" h="309">
                  <a:moveTo>
                    <a:pt x="194" y="309"/>
                  </a:moveTo>
                  <a:cubicBezTo>
                    <a:pt x="194" y="309"/>
                    <a:pt x="194" y="309"/>
                    <a:pt x="194" y="309"/>
                  </a:cubicBezTo>
                  <a:cubicBezTo>
                    <a:pt x="199" y="237"/>
                    <a:pt x="230" y="172"/>
                    <a:pt x="278" y="124"/>
                  </a:cubicBezTo>
                  <a:cubicBezTo>
                    <a:pt x="153" y="0"/>
                    <a:pt x="153" y="0"/>
                    <a:pt x="153" y="0"/>
                  </a:cubicBezTo>
                  <a:cubicBezTo>
                    <a:pt x="118" y="35"/>
                    <a:pt x="68" y="57"/>
                    <a:pt x="14" y="57"/>
                  </a:cubicBezTo>
                  <a:cubicBezTo>
                    <a:pt x="9" y="57"/>
                    <a:pt x="5" y="57"/>
                    <a:pt x="0" y="57"/>
                  </a:cubicBezTo>
                  <a:cubicBezTo>
                    <a:pt x="0" y="57"/>
                    <a:pt x="0" y="57"/>
                    <a:pt x="0" y="57"/>
                  </a:cubicBezTo>
                  <a:cubicBezTo>
                    <a:pt x="129" y="66"/>
                    <a:pt x="207" y="120"/>
                    <a:pt x="194" y="30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B40FC519-E7FA-450E-9906-6B3D17B9EBCE}"/>
                </a:ext>
              </a:extLst>
            </p:cNvPr>
            <p:cNvSpPr>
              <a:spLocks/>
            </p:cNvSpPr>
            <p:nvPr/>
          </p:nvSpPr>
          <p:spPr bwMode="auto">
            <a:xfrm>
              <a:off x="4846638" y="1603375"/>
              <a:ext cx="1171575" cy="1050925"/>
            </a:xfrm>
            <a:custGeom>
              <a:avLst/>
              <a:gdLst>
                <a:gd name="T0" fmla="*/ 125 w 310"/>
                <a:gd name="T1" fmla="*/ 278 h 278"/>
                <a:gd name="T2" fmla="*/ 310 w 310"/>
                <a:gd name="T3" fmla="*/ 194 h 278"/>
                <a:gd name="T4" fmla="*/ 310 w 310"/>
                <a:gd name="T5" fmla="*/ 194 h 278"/>
                <a:gd name="T6" fmla="*/ 58 w 310"/>
                <a:gd name="T7" fmla="*/ 0 h 278"/>
                <a:gd name="T8" fmla="*/ 58 w 310"/>
                <a:gd name="T9" fmla="*/ 0 h 278"/>
                <a:gd name="T10" fmla="*/ 58 w 310"/>
                <a:gd name="T11" fmla="*/ 14 h 278"/>
                <a:gd name="T12" fmla="*/ 0 w 310"/>
                <a:gd name="T13" fmla="*/ 154 h 278"/>
                <a:gd name="T14" fmla="*/ 125 w 310"/>
                <a:gd name="T15" fmla="*/ 278 h 2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78">
                  <a:moveTo>
                    <a:pt x="125" y="278"/>
                  </a:moveTo>
                  <a:cubicBezTo>
                    <a:pt x="173" y="230"/>
                    <a:pt x="238" y="199"/>
                    <a:pt x="310" y="194"/>
                  </a:cubicBezTo>
                  <a:cubicBezTo>
                    <a:pt x="310" y="194"/>
                    <a:pt x="310" y="194"/>
                    <a:pt x="310" y="194"/>
                  </a:cubicBezTo>
                  <a:cubicBezTo>
                    <a:pt x="121" y="207"/>
                    <a:pt x="67" y="129"/>
                    <a:pt x="58" y="0"/>
                  </a:cubicBezTo>
                  <a:cubicBezTo>
                    <a:pt x="58" y="0"/>
                    <a:pt x="58" y="0"/>
                    <a:pt x="58" y="0"/>
                  </a:cubicBezTo>
                  <a:cubicBezTo>
                    <a:pt x="58" y="5"/>
                    <a:pt x="58" y="9"/>
                    <a:pt x="58" y="14"/>
                  </a:cubicBezTo>
                  <a:cubicBezTo>
                    <a:pt x="58" y="68"/>
                    <a:pt x="36" y="118"/>
                    <a:pt x="0" y="154"/>
                  </a:cubicBezTo>
                  <a:lnTo>
                    <a:pt x="125" y="27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0" name="Group 69">
            <a:extLst>
              <a:ext uri="{FF2B5EF4-FFF2-40B4-BE49-F238E27FC236}">
                <a16:creationId xmlns:a16="http://schemas.microsoft.com/office/drawing/2014/main" id="{B4373C91-92E4-44F6-9206-EB5A761AC5FC}"/>
              </a:ext>
            </a:extLst>
          </p:cNvPr>
          <p:cNvGrpSpPr/>
          <p:nvPr/>
        </p:nvGrpSpPr>
        <p:grpSpPr>
          <a:xfrm>
            <a:off x="7121526" y="4457700"/>
            <a:ext cx="1493838" cy="1492251"/>
            <a:chOff x="7121526" y="4457700"/>
            <a:chExt cx="1493838" cy="1492251"/>
          </a:xfrm>
          <a:effectLst>
            <a:outerShdw blurRad="203200" dist="165100" dir="2700000" sx="98000" sy="98000" algn="tl" rotWithShape="0">
              <a:prstClr val="black">
                <a:alpha val="21000"/>
              </a:prstClr>
            </a:outerShdw>
          </a:effectLst>
        </p:grpSpPr>
        <p:sp>
          <p:nvSpPr>
            <p:cNvPr id="19" name="Oval 18">
              <a:extLst>
                <a:ext uri="{FF2B5EF4-FFF2-40B4-BE49-F238E27FC236}">
                  <a16:creationId xmlns:a16="http://schemas.microsoft.com/office/drawing/2014/main" id="{9B471B24-8629-4C2E-AD3D-989AA050754D}"/>
                </a:ext>
              </a:extLst>
            </p:cNvPr>
            <p:cNvSpPr>
              <a:spLocks noChangeArrowheads="1"/>
            </p:cNvSpPr>
            <p:nvPr/>
          </p:nvSpPr>
          <p:spPr bwMode="auto">
            <a:xfrm>
              <a:off x="7121526" y="4457700"/>
              <a:ext cx="1493838" cy="149225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75EF5BF2-4924-4FA0-9EE9-0ABBD1290E36}"/>
                </a:ext>
              </a:extLst>
            </p:cNvPr>
            <p:cNvSpPr>
              <a:spLocks/>
            </p:cNvSpPr>
            <p:nvPr/>
          </p:nvSpPr>
          <p:spPr bwMode="auto">
            <a:xfrm>
              <a:off x="7334251" y="4668838"/>
              <a:ext cx="1281113" cy="1281113"/>
            </a:xfrm>
            <a:custGeom>
              <a:avLst/>
              <a:gdLst>
                <a:gd name="T0" fmla="*/ 280 w 339"/>
                <a:gd name="T1" fmla="*/ 0 h 339"/>
                <a:gd name="T2" fmla="*/ 336 w 339"/>
                <a:gd name="T3" fmla="*/ 138 h 339"/>
                <a:gd name="T4" fmla="*/ 138 w 339"/>
                <a:gd name="T5" fmla="*/ 336 h 339"/>
                <a:gd name="T6" fmla="*/ 0 w 339"/>
                <a:gd name="T7" fmla="*/ 280 h 339"/>
                <a:gd name="T8" fmla="*/ 142 w 339"/>
                <a:gd name="T9" fmla="*/ 339 h 339"/>
                <a:gd name="T10" fmla="*/ 339 w 339"/>
                <a:gd name="T11" fmla="*/ 142 h 339"/>
                <a:gd name="T12" fmla="*/ 280 w 339"/>
                <a:gd name="T13" fmla="*/ 0 h 339"/>
              </a:gdLst>
              <a:ahLst/>
              <a:cxnLst>
                <a:cxn ang="0">
                  <a:pos x="T0" y="T1"/>
                </a:cxn>
                <a:cxn ang="0">
                  <a:pos x="T2" y="T3"/>
                </a:cxn>
                <a:cxn ang="0">
                  <a:pos x="T4" y="T5"/>
                </a:cxn>
                <a:cxn ang="0">
                  <a:pos x="T6" y="T7"/>
                </a:cxn>
                <a:cxn ang="0">
                  <a:pos x="T8" y="T9"/>
                </a:cxn>
                <a:cxn ang="0">
                  <a:pos x="T10" y="T11"/>
                </a:cxn>
                <a:cxn ang="0">
                  <a:pos x="T12" y="T13"/>
                </a:cxn>
              </a:cxnLst>
              <a:rect l="0" t="0" r="r" b="b"/>
              <a:pathLst>
                <a:path w="339" h="339">
                  <a:moveTo>
                    <a:pt x="280" y="0"/>
                  </a:moveTo>
                  <a:cubicBezTo>
                    <a:pt x="314" y="36"/>
                    <a:pt x="336" y="85"/>
                    <a:pt x="336" y="138"/>
                  </a:cubicBezTo>
                  <a:cubicBezTo>
                    <a:pt x="336" y="247"/>
                    <a:pt x="247" y="336"/>
                    <a:pt x="138" y="336"/>
                  </a:cubicBezTo>
                  <a:cubicBezTo>
                    <a:pt x="85" y="336"/>
                    <a:pt x="36" y="314"/>
                    <a:pt x="0" y="280"/>
                  </a:cubicBezTo>
                  <a:cubicBezTo>
                    <a:pt x="36" y="316"/>
                    <a:pt x="86" y="339"/>
                    <a:pt x="142" y="339"/>
                  </a:cubicBezTo>
                  <a:cubicBezTo>
                    <a:pt x="251" y="339"/>
                    <a:pt x="339" y="251"/>
                    <a:pt x="339" y="142"/>
                  </a:cubicBezTo>
                  <a:cubicBezTo>
                    <a:pt x="339" y="86"/>
                    <a:pt x="316" y="36"/>
                    <a:pt x="280"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0984935A-315C-4AA3-83CB-4DEC96912338}"/>
                </a:ext>
              </a:extLst>
            </p:cNvPr>
            <p:cNvSpPr>
              <a:spLocks/>
            </p:cNvSpPr>
            <p:nvPr/>
          </p:nvSpPr>
          <p:spPr bwMode="auto">
            <a:xfrm>
              <a:off x="7121526" y="4457700"/>
              <a:ext cx="1285875" cy="1284288"/>
            </a:xfrm>
            <a:custGeom>
              <a:avLst/>
              <a:gdLst>
                <a:gd name="T0" fmla="*/ 5 w 340"/>
                <a:gd name="T1" fmla="*/ 202 h 340"/>
                <a:gd name="T2" fmla="*/ 202 w 340"/>
                <a:gd name="T3" fmla="*/ 5 h 340"/>
                <a:gd name="T4" fmla="*/ 340 w 340"/>
                <a:gd name="T5" fmla="*/ 60 h 340"/>
                <a:gd name="T6" fmla="*/ 198 w 340"/>
                <a:gd name="T7" fmla="*/ 0 h 340"/>
                <a:gd name="T8" fmla="*/ 0 w 340"/>
                <a:gd name="T9" fmla="*/ 198 h 340"/>
                <a:gd name="T10" fmla="*/ 61 w 340"/>
                <a:gd name="T11" fmla="*/ 340 h 340"/>
                <a:gd name="T12" fmla="*/ 5 w 340"/>
                <a:gd name="T13" fmla="*/ 202 h 340"/>
              </a:gdLst>
              <a:ahLst/>
              <a:cxnLst>
                <a:cxn ang="0">
                  <a:pos x="T0" y="T1"/>
                </a:cxn>
                <a:cxn ang="0">
                  <a:pos x="T2" y="T3"/>
                </a:cxn>
                <a:cxn ang="0">
                  <a:pos x="T4" y="T5"/>
                </a:cxn>
                <a:cxn ang="0">
                  <a:pos x="T6" y="T7"/>
                </a:cxn>
                <a:cxn ang="0">
                  <a:pos x="T8" y="T9"/>
                </a:cxn>
                <a:cxn ang="0">
                  <a:pos x="T10" y="T11"/>
                </a:cxn>
                <a:cxn ang="0">
                  <a:pos x="T12" y="T13"/>
                </a:cxn>
              </a:cxnLst>
              <a:rect l="0" t="0" r="r" b="b"/>
              <a:pathLst>
                <a:path w="340" h="340">
                  <a:moveTo>
                    <a:pt x="5" y="202"/>
                  </a:moveTo>
                  <a:cubicBezTo>
                    <a:pt x="5" y="93"/>
                    <a:pt x="93" y="5"/>
                    <a:pt x="202" y="5"/>
                  </a:cubicBezTo>
                  <a:cubicBezTo>
                    <a:pt x="256" y="5"/>
                    <a:pt x="304" y="26"/>
                    <a:pt x="340" y="60"/>
                  </a:cubicBezTo>
                  <a:cubicBezTo>
                    <a:pt x="304" y="23"/>
                    <a:pt x="253" y="0"/>
                    <a:pt x="198" y="0"/>
                  </a:cubicBezTo>
                  <a:cubicBezTo>
                    <a:pt x="89" y="0"/>
                    <a:pt x="0" y="89"/>
                    <a:pt x="0" y="198"/>
                  </a:cubicBezTo>
                  <a:cubicBezTo>
                    <a:pt x="0" y="254"/>
                    <a:pt x="23" y="304"/>
                    <a:pt x="61" y="340"/>
                  </a:cubicBezTo>
                  <a:cubicBezTo>
                    <a:pt x="26" y="304"/>
                    <a:pt x="5" y="256"/>
                    <a:pt x="5" y="202"/>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0" name="Group 79">
            <a:extLst>
              <a:ext uri="{FF2B5EF4-FFF2-40B4-BE49-F238E27FC236}">
                <a16:creationId xmlns:a16="http://schemas.microsoft.com/office/drawing/2014/main" id="{13AADE13-F21B-41B5-90FD-F17062FF0867}"/>
              </a:ext>
            </a:extLst>
          </p:cNvPr>
          <p:cNvGrpSpPr/>
          <p:nvPr/>
        </p:nvGrpSpPr>
        <p:grpSpPr>
          <a:xfrm>
            <a:off x="7121526" y="908050"/>
            <a:ext cx="1493838" cy="1492251"/>
            <a:chOff x="7121526" y="908050"/>
            <a:chExt cx="1493838" cy="1492251"/>
          </a:xfrm>
          <a:effectLst>
            <a:outerShdw blurRad="203200" dist="165100" dir="2700000" sx="98000" sy="98000" algn="tl" rotWithShape="0">
              <a:prstClr val="black">
                <a:alpha val="21000"/>
              </a:prstClr>
            </a:outerShdw>
          </a:effectLst>
        </p:grpSpPr>
        <p:sp>
          <p:nvSpPr>
            <p:cNvPr id="22" name="Oval 21">
              <a:extLst>
                <a:ext uri="{FF2B5EF4-FFF2-40B4-BE49-F238E27FC236}">
                  <a16:creationId xmlns:a16="http://schemas.microsoft.com/office/drawing/2014/main" id="{81B8BDF1-529A-4C03-A352-52C70CB76D59}"/>
                </a:ext>
              </a:extLst>
            </p:cNvPr>
            <p:cNvSpPr>
              <a:spLocks noChangeArrowheads="1"/>
            </p:cNvSpPr>
            <p:nvPr/>
          </p:nvSpPr>
          <p:spPr bwMode="auto">
            <a:xfrm>
              <a:off x="7121526" y="908050"/>
              <a:ext cx="1493838" cy="1492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AAE92E0C-69BD-48A1-845B-EE074456975D}"/>
                </a:ext>
              </a:extLst>
            </p:cNvPr>
            <p:cNvSpPr>
              <a:spLocks/>
            </p:cNvSpPr>
            <p:nvPr/>
          </p:nvSpPr>
          <p:spPr bwMode="auto">
            <a:xfrm>
              <a:off x="7334251" y="1122363"/>
              <a:ext cx="1281113" cy="1277938"/>
            </a:xfrm>
            <a:custGeom>
              <a:avLst/>
              <a:gdLst>
                <a:gd name="T0" fmla="*/ 280 w 339"/>
                <a:gd name="T1" fmla="*/ 0 h 338"/>
                <a:gd name="T2" fmla="*/ 336 w 339"/>
                <a:gd name="T3" fmla="*/ 137 h 338"/>
                <a:gd name="T4" fmla="*/ 138 w 339"/>
                <a:gd name="T5" fmla="*/ 335 h 338"/>
                <a:gd name="T6" fmla="*/ 0 w 339"/>
                <a:gd name="T7" fmla="*/ 279 h 338"/>
                <a:gd name="T8" fmla="*/ 142 w 339"/>
                <a:gd name="T9" fmla="*/ 338 h 338"/>
                <a:gd name="T10" fmla="*/ 339 w 339"/>
                <a:gd name="T11" fmla="*/ 141 h 338"/>
                <a:gd name="T12" fmla="*/ 280 w 339"/>
                <a:gd name="T13" fmla="*/ 0 h 338"/>
              </a:gdLst>
              <a:ahLst/>
              <a:cxnLst>
                <a:cxn ang="0">
                  <a:pos x="T0" y="T1"/>
                </a:cxn>
                <a:cxn ang="0">
                  <a:pos x="T2" y="T3"/>
                </a:cxn>
                <a:cxn ang="0">
                  <a:pos x="T4" y="T5"/>
                </a:cxn>
                <a:cxn ang="0">
                  <a:pos x="T6" y="T7"/>
                </a:cxn>
                <a:cxn ang="0">
                  <a:pos x="T8" y="T9"/>
                </a:cxn>
                <a:cxn ang="0">
                  <a:pos x="T10" y="T11"/>
                </a:cxn>
                <a:cxn ang="0">
                  <a:pos x="T12" y="T13"/>
                </a:cxn>
              </a:cxnLst>
              <a:rect l="0" t="0" r="r" b="b"/>
              <a:pathLst>
                <a:path w="339" h="338">
                  <a:moveTo>
                    <a:pt x="280" y="0"/>
                  </a:moveTo>
                  <a:cubicBezTo>
                    <a:pt x="314" y="35"/>
                    <a:pt x="336" y="84"/>
                    <a:pt x="336" y="137"/>
                  </a:cubicBezTo>
                  <a:cubicBezTo>
                    <a:pt x="336" y="247"/>
                    <a:pt x="247" y="335"/>
                    <a:pt x="138" y="335"/>
                  </a:cubicBezTo>
                  <a:cubicBezTo>
                    <a:pt x="85" y="335"/>
                    <a:pt x="36" y="314"/>
                    <a:pt x="0" y="279"/>
                  </a:cubicBezTo>
                  <a:cubicBezTo>
                    <a:pt x="36" y="316"/>
                    <a:pt x="86" y="338"/>
                    <a:pt x="142" y="338"/>
                  </a:cubicBezTo>
                  <a:cubicBezTo>
                    <a:pt x="251" y="338"/>
                    <a:pt x="339" y="250"/>
                    <a:pt x="339" y="141"/>
                  </a:cubicBezTo>
                  <a:cubicBezTo>
                    <a:pt x="339" y="85"/>
                    <a:pt x="316" y="35"/>
                    <a:pt x="280"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C0ADA576-A18A-4DA0-9E3B-441DF9536FEE}"/>
                </a:ext>
              </a:extLst>
            </p:cNvPr>
            <p:cNvSpPr>
              <a:spLocks/>
            </p:cNvSpPr>
            <p:nvPr/>
          </p:nvSpPr>
          <p:spPr bwMode="auto">
            <a:xfrm>
              <a:off x="7121526" y="908050"/>
              <a:ext cx="1285875" cy="1284288"/>
            </a:xfrm>
            <a:custGeom>
              <a:avLst/>
              <a:gdLst>
                <a:gd name="T0" fmla="*/ 5 w 340"/>
                <a:gd name="T1" fmla="*/ 203 h 340"/>
                <a:gd name="T2" fmla="*/ 202 w 340"/>
                <a:gd name="T3" fmla="*/ 5 h 340"/>
                <a:gd name="T4" fmla="*/ 340 w 340"/>
                <a:gd name="T5" fmla="*/ 61 h 340"/>
                <a:gd name="T6" fmla="*/ 198 w 340"/>
                <a:gd name="T7" fmla="*/ 0 h 340"/>
                <a:gd name="T8" fmla="*/ 0 w 340"/>
                <a:gd name="T9" fmla="*/ 198 h 340"/>
                <a:gd name="T10" fmla="*/ 61 w 340"/>
                <a:gd name="T11" fmla="*/ 340 h 340"/>
                <a:gd name="T12" fmla="*/ 5 w 340"/>
                <a:gd name="T13" fmla="*/ 203 h 340"/>
              </a:gdLst>
              <a:ahLst/>
              <a:cxnLst>
                <a:cxn ang="0">
                  <a:pos x="T0" y="T1"/>
                </a:cxn>
                <a:cxn ang="0">
                  <a:pos x="T2" y="T3"/>
                </a:cxn>
                <a:cxn ang="0">
                  <a:pos x="T4" y="T5"/>
                </a:cxn>
                <a:cxn ang="0">
                  <a:pos x="T6" y="T7"/>
                </a:cxn>
                <a:cxn ang="0">
                  <a:pos x="T8" y="T9"/>
                </a:cxn>
                <a:cxn ang="0">
                  <a:pos x="T10" y="T11"/>
                </a:cxn>
                <a:cxn ang="0">
                  <a:pos x="T12" y="T13"/>
                </a:cxn>
              </a:cxnLst>
              <a:rect l="0" t="0" r="r" b="b"/>
              <a:pathLst>
                <a:path w="340" h="340">
                  <a:moveTo>
                    <a:pt x="5" y="203"/>
                  </a:moveTo>
                  <a:cubicBezTo>
                    <a:pt x="5" y="94"/>
                    <a:pt x="93" y="5"/>
                    <a:pt x="202" y="5"/>
                  </a:cubicBezTo>
                  <a:cubicBezTo>
                    <a:pt x="256" y="5"/>
                    <a:pt x="304" y="26"/>
                    <a:pt x="340" y="61"/>
                  </a:cubicBezTo>
                  <a:cubicBezTo>
                    <a:pt x="304" y="24"/>
                    <a:pt x="253" y="0"/>
                    <a:pt x="198" y="0"/>
                  </a:cubicBezTo>
                  <a:cubicBezTo>
                    <a:pt x="89" y="0"/>
                    <a:pt x="0" y="89"/>
                    <a:pt x="0" y="198"/>
                  </a:cubicBezTo>
                  <a:cubicBezTo>
                    <a:pt x="0" y="254"/>
                    <a:pt x="23" y="304"/>
                    <a:pt x="61" y="340"/>
                  </a:cubicBezTo>
                  <a:cubicBezTo>
                    <a:pt x="26" y="304"/>
                    <a:pt x="5" y="256"/>
                    <a:pt x="5" y="203"/>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8" name="Group 67">
            <a:extLst>
              <a:ext uri="{FF2B5EF4-FFF2-40B4-BE49-F238E27FC236}">
                <a16:creationId xmlns:a16="http://schemas.microsoft.com/office/drawing/2014/main" id="{232B20F7-8DA6-4681-B2CC-551819A8D426}"/>
              </a:ext>
            </a:extLst>
          </p:cNvPr>
          <p:cNvGrpSpPr/>
          <p:nvPr/>
        </p:nvGrpSpPr>
        <p:grpSpPr>
          <a:xfrm>
            <a:off x="3573463" y="908050"/>
            <a:ext cx="1492251" cy="1492251"/>
            <a:chOff x="3573463" y="908050"/>
            <a:chExt cx="1492251" cy="1492251"/>
          </a:xfrm>
          <a:effectLst>
            <a:outerShdw blurRad="203200" dist="165100" dir="2700000" sx="98000" sy="98000" algn="tl" rotWithShape="0">
              <a:prstClr val="black">
                <a:alpha val="21000"/>
              </a:prstClr>
            </a:outerShdw>
          </a:effectLst>
        </p:grpSpPr>
        <p:sp>
          <p:nvSpPr>
            <p:cNvPr id="25" name="Oval 24">
              <a:extLst>
                <a:ext uri="{FF2B5EF4-FFF2-40B4-BE49-F238E27FC236}">
                  <a16:creationId xmlns:a16="http://schemas.microsoft.com/office/drawing/2014/main" id="{3A065C71-9FB8-40D3-B81B-D8DF8A7DF427}"/>
                </a:ext>
              </a:extLst>
            </p:cNvPr>
            <p:cNvSpPr>
              <a:spLocks noChangeArrowheads="1"/>
            </p:cNvSpPr>
            <p:nvPr/>
          </p:nvSpPr>
          <p:spPr bwMode="auto">
            <a:xfrm>
              <a:off x="3573463" y="908050"/>
              <a:ext cx="1492250" cy="14922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8D3F1A64-4129-43F1-B7BE-974E064EE80B}"/>
                </a:ext>
              </a:extLst>
            </p:cNvPr>
            <p:cNvSpPr>
              <a:spLocks/>
            </p:cNvSpPr>
            <p:nvPr/>
          </p:nvSpPr>
          <p:spPr bwMode="auto">
            <a:xfrm>
              <a:off x="3784601" y="1122363"/>
              <a:ext cx="1281113" cy="1277938"/>
            </a:xfrm>
            <a:custGeom>
              <a:avLst/>
              <a:gdLst>
                <a:gd name="T0" fmla="*/ 280 w 339"/>
                <a:gd name="T1" fmla="*/ 0 h 338"/>
                <a:gd name="T2" fmla="*/ 336 w 339"/>
                <a:gd name="T3" fmla="*/ 137 h 338"/>
                <a:gd name="T4" fmla="*/ 138 w 339"/>
                <a:gd name="T5" fmla="*/ 335 h 338"/>
                <a:gd name="T6" fmla="*/ 0 w 339"/>
                <a:gd name="T7" fmla="*/ 279 h 338"/>
                <a:gd name="T8" fmla="*/ 142 w 339"/>
                <a:gd name="T9" fmla="*/ 338 h 338"/>
                <a:gd name="T10" fmla="*/ 339 w 339"/>
                <a:gd name="T11" fmla="*/ 141 h 338"/>
                <a:gd name="T12" fmla="*/ 280 w 339"/>
                <a:gd name="T13" fmla="*/ 0 h 338"/>
              </a:gdLst>
              <a:ahLst/>
              <a:cxnLst>
                <a:cxn ang="0">
                  <a:pos x="T0" y="T1"/>
                </a:cxn>
                <a:cxn ang="0">
                  <a:pos x="T2" y="T3"/>
                </a:cxn>
                <a:cxn ang="0">
                  <a:pos x="T4" y="T5"/>
                </a:cxn>
                <a:cxn ang="0">
                  <a:pos x="T6" y="T7"/>
                </a:cxn>
                <a:cxn ang="0">
                  <a:pos x="T8" y="T9"/>
                </a:cxn>
                <a:cxn ang="0">
                  <a:pos x="T10" y="T11"/>
                </a:cxn>
                <a:cxn ang="0">
                  <a:pos x="T12" y="T13"/>
                </a:cxn>
              </a:cxnLst>
              <a:rect l="0" t="0" r="r" b="b"/>
              <a:pathLst>
                <a:path w="339" h="338">
                  <a:moveTo>
                    <a:pt x="280" y="0"/>
                  </a:moveTo>
                  <a:cubicBezTo>
                    <a:pt x="314" y="35"/>
                    <a:pt x="336" y="84"/>
                    <a:pt x="336" y="137"/>
                  </a:cubicBezTo>
                  <a:cubicBezTo>
                    <a:pt x="336" y="247"/>
                    <a:pt x="247" y="335"/>
                    <a:pt x="138" y="335"/>
                  </a:cubicBezTo>
                  <a:cubicBezTo>
                    <a:pt x="85" y="335"/>
                    <a:pt x="36" y="314"/>
                    <a:pt x="0" y="279"/>
                  </a:cubicBezTo>
                  <a:cubicBezTo>
                    <a:pt x="36" y="316"/>
                    <a:pt x="86" y="338"/>
                    <a:pt x="142" y="338"/>
                  </a:cubicBezTo>
                  <a:cubicBezTo>
                    <a:pt x="251" y="338"/>
                    <a:pt x="339" y="250"/>
                    <a:pt x="339" y="141"/>
                  </a:cubicBezTo>
                  <a:cubicBezTo>
                    <a:pt x="339" y="85"/>
                    <a:pt x="316" y="35"/>
                    <a:pt x="280"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6676A074-49D1-4B26-AF43-940774181095}"/>
                </a:ext>
              </a:extLst>
            </p:cNvPr>
            <p:cNvSpPr>
              <a:spLocks/>
            </p:cNvSpPr>
            <p:nvPr/>
          </p:nvSpPr>
          <p:spPr bwMode="auto">
            <a:xfrm>
              <a:off x="3573463" y="908050"/>
              <a:ext cx="1284288" cy="1284288"/>
            </a:xfrm>
            <a:custGeom>
              <a:avLst/>
              <a:gdLst>
                <a:gd name="T0" fmla="*/ 5 w 340"/>
                <a:gd name="T1" fmla="*/ 203 h 340"/>
                <a:gd name="T2" fmla="*/ 202 w 340"/>
                <a:gd name="T3" fmla="*/ 5 h 340"/>
                <a:gd name="T4" fmla="*/ 340 w 340"/>
                <a:gd name="T5" fmla="*/ 61 h 340"/>
                <a:gd name="T6" fmla="*/ 198 w 340"/>
                <a:gd name="T7" fmla="*/ 0 h 340"/>
                <a:gd name="T8" fmla="*/ 0 w 340"/>
                <a:gd name="T9" fmla="*/ 198 h 340"/>
                <a:gd name="T10" fmla="*/ 61 w 340"/>
                <a:gd name="T11" fmla="*/ 340 h 340"/>
                <a:gd name="T12" fmla="*/ 5 w 340"/>
                <a:gd name="T13" fmla="*/ 203 h 340"/>
              </a:gdLst>
              <a:ahLst/>
              <a:cxnLst>
                <a:cxn ang="0">
                  <a:pos x="T0" y="T1"/>
                </a:cxn>
                <a:cxn ang="0">
                  <a:pos x="T2" y="T3"/>
                </a:cxn>
                <a:cxn ang="0">
                  <a:pos x="T4" y="T5"/>
                </a:cxn>
                <a:cxn ang="0">
                  <a:pos x="T6" y="T7"/>
                </a:cxn>
                <a:cxn ang="0">
                  <a:pos x="T8" y="T9"/>
                </a:cxn>
                <a:cxn ang="0">
                  <a:pos x="T10" y="T11"/>
                </a:cxn>
                <a:cxn ang="0">
                  <a:pos x="T12" y="T13"/>
                </a:cxn>
              </a:cxnLst>
              <a:rect l="0" t="0" r="r" b="b"/>
              <a:pathLst>
                <a:path w="340" h="340">
                  <a:moveTo>
                    <a:pt x="5" y="203"/>
                  </a:moveTo>
                  <a:cubicBezTo>
                    <a:pt x="5" y="94"/>
                    <a:pt x="93" y="5"/>
                    <a:pt x="202" y="5"/>
                  </a:cubicBezTo>
                  <a:cubicBezTo>
                    <a:pt x="256" y="5"/>
                    <a:pt x="304" y="26"/>
                    <a:pt x="340" y="61"/>
                  </a:cubicBezTo>
                  <a:cubicBezTo>
                    <a:pt x="304" y="24"/>
                    <a:pt x="253" y="0"/>
                    <a:pt x="198" y="0"/>
                  </a:cubicBezTo>
                  <a:cubicBezTo>
                    <a:pt x="89" y="0"/>
                    <a:pt x="0" y="89"/>
                    <a:pt x="0" y="198"/>
                  </a:cubicBezTo>
                  <a:cubicBezTo>
                    <a:pt x="0" y="254"/>
                    <a:pt x="23" y="304"/>
                    <a:pt x="61" y="340"/>
                  </a:cubicBezTo>
                  <a:cubicBezTo>
                    <a:pt x="26" y="304"/>
                    <a:pt x="5" y="256"/>
                    <a:pt x="5" y="20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1" name="Group 70">
            <a:extLst>
              <a:ext uri="{FF2B5EF4-FFF2-40B4-BE49-F238E27FC236}">
                <a16:creationId xmlns:a16="http://schemas.microsoft.com/office/drawing/2014/main" id="{F16E254D-CC8F-40FE-8150-0E6CB0546DDE}"/>
              </a:ext>
            </a:extLst>
          </p:cNvPr>
          <p:cNvGrpSpPr/>
          <p:nvPr/>
        </p:nvGrpSpPr>
        <p:grpSpPr>
          <a:xfrm>
            <a:off x="3573463" y="4457700"/>
            <a:ext cx="1492251" cy="1492251"/>
            <a:chOff x="3573463" y="4457700"/>
            <a:chExt cx="1492251" cy="1492251"/>
          </a:xfrm>
          <a:effectLst>
            <a:outerShdw blurRad="203200" dist="165100" dir="2700000" sx="98000" sy="98000" algn="tl" rotWithShape="0">
              <a:prstClr val="black">
                <a:alpha val="21000"/>
              </a:prstClr>
            </a:outerShdw>
          </a:effectLst>
        </p:grpSpPr>
        <p:sp>
          <p:nvSpPr>
            <p:cNvPr id="28" name="Oval 27">
              <a:extLst>
                <a:ext uri="{FF2B5EF4-FFF2-40B4-BE49-F238E27FC236}">
                  <a16:creationId xmlns:a16="http://schemas.microsoft.com/office/drawing/2014/main" id="{31D055D7-FFFD-4753-81A6-00C9995B1121}"/>
                </a:ext>
              </a:extLst>
            </p:cNvPr>
            <p:cNvSpPr>
              <a:spLocks noChangeArrowheads="1"/>
            </p:cNvSpPr>
            <p:nvPr/>
          </p:nvSpPr>
          <p:spPr bwMode="auto">
            <a:xfrm>
              <a:off x="3573463" y="4457700"/>
              <a:ext cx="1492250" cy="149225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29CF55FE-119D-45DE-8524-B4EF1A3FD016}"/>
                </a:ext>
              </a:extLst>
            </p:cNvPr>
            <p:cNvSpPr>
              <a:spLocks/>
            </p:cNvSpPr>
            <p:nvPr/>
          </p:nvSpPr>
          <p:spPr bwMode="auto">
            <a:xfrm>
              <a:off x="3784601" y="4668838"/>
              <a:ext cx="1281113" cy="1281113"/>
            </a:xfrm>
            <a:custGeom>
              <a:avLst/>
              <a:gdLst>
                <a:gd name="T0" fmla="*/ 280 w 339"/>
                <a:gd name="T1" fmla="*/ 0 h 339"/>
                <a:gd name="T2" fmla="*/ 336 w 339"/>
                <a:gd name="T3" fmla="*/ 138 h 339"/>
                <a:gd name="T4" fmla="*/ 138 w 339"/>
                <a:gd name="T5" fmla="*/ 336 h 339"/>
                <a:gd name="T6" fmla="*/ 0 w 339"/>
                <a:gd name="T7" fmla="*/ 280 h 339"/>
                <a:gd name="T8" fmla="*/ 142 w 339"/>
                <a:gd name="T9" fmla="*/ 339 h 339"/>
                <a:gd name="T10" fmla="*/ 339 w 339"/>
                <a:gd name="T11" fmla="*/ 142 h 339"/>
                <a:gd name="T12" fmla="*/ 280 w 339"/>
                <a:gd name="T13" fmla="*/ 0 h 339"/>
              </a:gdLst>
              <a:ahLst/>
              <a:cxnLst>
                <a:cxn ang="0">
                  <a:pos x="T0" y="T1"/>
                </a:cxn>
                <a:cxn ang="0">
                  <a:pos x="T2" y="T3"/>
                </a:cxn>
                <a:cxn ang="0">
                  <a:pos x="T4" y="T5"/>
                </a:cxn>
                <a:cxn ang="0">
                  <a:pos x="T6" y="T7"/>
                </a:cxn>
                <a:cxn ang="0">
                  <a:pos x="T8" y="T9"/>
                </a:cxn>
                <a:cxn ang="0">
                  <a:pos x="T10" y="T11"/>
                </a:cxn>
                <a:cxn ang="0">
                  <a:pos x="T12" y="T13"/>
                </a:cxn>
              </a:cxnLst>
              <a:rect l="0" t="0" r="r" b="b"/>
              <a:pathLst>
                <a:path w="339" h="339">
                  <a:moveTo>
                    <a:pt x="280" y="0"/>
                  </a:moveTo>
                  <a:cubicBezTo>
                    <a:pt x="314" y="36"/>
                    <a:pt x="336" y="85"/>
                    <a:pt x="336" y="138"/>
                  </a:cubicBezTo>
                  <a:cubicBezTo>
                    <a:pt x="336" y="247"/>
                    <a:pt x="247" y="336"/>
                    <a:pt x="138" y="336"/>
                  </a:cubicBezTo>
                  <a:cubicBezTo>
                    <a:pt x="85" y="336"/>
                    <a:pt x="36" y="314"/>
                    <a:pt x="0" y="280"/>
                  </a:cubicBezTo>
                  <a:cubicBezTo>
                    <a:pt x="36" y="316"/>
                    <a:pt x="86" y="339"/>
                    <a:pt x="142" y="339"/>
                  </a:cubicBezTo>
                  <a:cubicBezTo>
                    <a:pt x="251" y="339"/>
                    <a:pt x="339" y="251"/>
                    <a:pt x="339" y="142"/>
                  </a:cubicBezTo>
                  <a:cubicBezTo>
                    <a:pt x="339" y="86"/>
                    <a:pt x="316" y="36"/>
                    <a:pt x="280"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4764C146-43A4-463F-BE22-39D8D798992E}"/>
                </a:ext>
              </a:extLst>
            </p:cNvPr>
            <p:cNvSpPr>
              <a:spLocks/>
            </p:cNvSpPr>
            <p:nvPr/>
          </p:nvSpPr>
          <p:spPr bwMode="auto">
            <a:xfrm>
              <a:off x="3573463" y="4457700"/>
              <a:ext cx="1284288" cy="1284288"/>
            </a:xfrm>
            <a:custGeom>
              <a:avLst/>
              <a:gdLst>
                <a:gd name="T0" fmla="*/ 5 w 340"/>
                <a:gd name="T1" fmla="*/ 202 h 340"/>
                <a:gd name="T2" fmla="*/ 202 w 340"/>
                <a:gd name="T3" fmla="*/ 5 h 340"/>
                <a:gd name="T4" fmla="*/ 340 w 340"/>
                <a:gd name="T5" fmla="*/ 60 h 340"/>
                <a:gd name="T6" fmla="*/ 198 w 340"/>
                <a:gd name="T7" fmla="*/ 0 h 340"/>
                <a:gd name="T8" fmla="*/ 0 w 340"/>
                <a:gd name="T9" fmla="*/ 198 h 340"/>
                <a:gd name="T10" fmla="*/ 61 w 340"/>
                <a:gd name="T11" fmla="*/ 340 h 340"/>
                <a:gd name="T12" fmla="*/ 5 w 340"/>
                <a:gd name="T13" fmla="*/ 202 h 340"/>
              </a:gdLst>
              <a:ahLst/>
              <a:cxnLst>
                <a:cxn ang="0">
                  <a:pos x="T0" y="T1"/>
                </a:cxn>
                <a:cxn ang="0">
                  <a:pos x="T2" y="T3"/>
                </a:cxn>
                <a:cxn ang="0">
                  <a:pos x="T4" y="T5"/>
                </a:cxn>
                <a:cxn ang="0">
                  <a:pos x="T6" y="T7"/>
                </a:cxn>
                <a:cxn ang="0">
                  <a:pos x="T8" y="T9"/>
                </a:cxn>
                <a:cxn ang="0">
                  <a:pos x="T10" y="T11"/>
                </a:cxn>
                <a:cxn ang="0">
                  <a:pos x="T12" y="T13"/>
                </a:cxn>
              </a:cxnLst>
              <a:rect l="0" t="0" r="r" b="b"/>
              <a:pathLst>
                <a:path w="340" h="340">
                  <a:moveTo>
                    <a:pt x="5" y="202"/>
                  </a:moveTo>
                  <a:cubicBezTo>
                    <a:pt x="5" y="93"/>
                    <a:pt x="93" y="5"/>
                    <a:pt x="202" y="5"/>
                  </a:cubicBezTo>
                  <a:cubicBezTo>
                    <a:pt x="256" y="5"/>
                    <a:pt x="304" y="26"/>
                    <a:pt x="340" y="60"/>
                  </a:cubicBezTo>
                  <a:cubicBezTo>
                    <a:pt x="304" y="23"/>
                    <a:pt x="253" y="0"/>
                    <a:pt x="198" y="0"/>
                  </a:cubicBezTo>
                  <a:cubicBezTo>
                    <a:pt x="89" y="0"/>
                    <a:pt x="0" y="89"/>
                    <a:pt x="0" y="198"/>
                  </a:cubicBezTo>
                  <a:cubicBezTo>
                    <a:pt x="0" y="254"/>
                    <a:pt x="23" y="304"/>
                    <a:pt x="61" y="340"/>
                  </a:cubicBezTo>
                  <a:cubicBezTo>
                    <a:pt x="26" y="304"/>
                    <a:pt x="5" y="256"/>
                    <a:pt x="5" y="202"/>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1" name="Oval 30">
            <a:extLst>
              <a:ext uri="{FF2B5EF4-FFF2-40B4-BE49-F238E27FC236}">
                <a16:creationId xmlns:a16="http://schemas.microsoft.com/office/drawing/2014/main" id="{482F5199-B04B-47A3-B2A0-1AAC389FA30A}"/>
              </a:ext>
            </a:extLst>
          </p:cNvPr>
          <p:cNvSpPr>
            <a:spLocks noChangeArrowheads="1"/>
          </p:cNvSpPr>
          <p:nvPr/>
        </p:nvSpPr>
        <p:spPr bwMode="auto">
          <a:xfrm>
            <a:off x="7292976" y="4627563"/>
            <a:ext cx="1152525" cy="1152525"/>
          </a:xfrm>
          <a:prstGeom prst="ellipse">
            <a:avLst/>
          </a:prstGeom>
          <a:solidFill>
            <a:schemeClr val="bg2"/>
          </a:solidFill>
          <a:ln>
            <a:noFill/>
          </a:ln>
          <a:effectLst>
            <a:outerShdw blurRad="139700" dist="889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32" name="Oval 31">
            <a:extLst>
              <a:ext uri="{FF2B5EF4-FFF2-40B4-BE49-F238E27FC236}">
                <a16:creationId xmlns:a16="http://schemas.microsoft.com/office/drawing/2014/main" id="{EDACBCCC-ED88-4C35-94C8-D1F861FA8726}"/>
              </a:ext>
            </a:extLst>
          </p:cNvPr>
          <p:cNvSpPr>
            <a:spLocks noChangeArrowheads="1"/>
          </p:cNvSpPr>
          <p:nvPr/>
        </p:nvSpPr>
        <p:spPr bwMode="auto">
          <a:xfrm>
            <a:off x="7292976" y="1081088"/>
            <a:ext cx="1152525" cy="1149350"/>
          </a:xfrm>
          <a:prstGeom prst="ellipse">
            <a:avLst/>
          </a:prstGeom>
          <a:solidFill>
            <a:schemeClr val="bg2"/>
          </a:solidFill>
          <a:ln>
            <a:noFill/>
          </a:ln>
          <a:effectLst>
            <a:outerShdw blurRad="139700" dist="889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33" name="Oval 32">
            <a:extLst>
              <a:ext uri="{FF2B5EF4-FFF2-40B4-BE49-F238E27FC236}">
                <a16:creationId xmlns:a16="http://schemas.microsoft.com/office/drawing/2014/main" id="{3DA2DB10-22DF-4107-A6B2-6E283FA8C2C8}"/>
              </a:ext>
            </a:extLst>
          </p:cNvPr>
          <p:cNvSpPr>
            <a:spLocks noChangeArrowheads="1"/>
          </p:cNvSpPr>
          <p:nvPr/>
        </p:nvSpPr>
        <p:spPr bwMode="auto">
          <a:xfrm>
            <a:off x="3743326" y="1081088"/>
            <a:ext cx="1152525" cy="1149350"/>
          </a:xfrm>
          <a:prstGeom prst="ellipse">
            <a:avLst/>
          </a:prstGeom>
          <a:solidFill>
            <a:schemeClr val="bg2"/>
          </a:solidFill>
          <a:ln>
            <a:noFill/>
          </a:ln>
          <a:effectLst>
            <a:outerShdw blurRad="139700" dist="889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34" name="Oval 33">
            <a:extLst>
              <a:ext uri="{FF2B5EF4-FFF2-40B4-BE49-F238E27FC236}">
                <a16:creationId xmlns:a16="http://schemas.microsoft.com/office/drawing/2014/main" id="{BA73DC10-08EA-4F5A-9215-16970E6AE3AF}"/>
              </a:ext>
            </a:extLst>
          </p:cNvPr>
          <p:cNvSpPr>
            <a:spLocks noChangeArrowheads="1"/>
          </p:cNvSpPr>
          <p:nvPr/>
        </p:nvSpPr>
        <p:spPr bwMode="auto">
          <a:xfrm>
            <a:off x="3743326" y="4627563"/>
            <a:ext cx="1152525" cy="1152525"/>
          </a:xfrm>
          <a:prstGeom prst="ellipse">
            <a:avLst/>
          </a:prstGeom>
          <a:solidFill>
            <a:schemeClr val="bg2"/>
          </a:solidFill>
          <a:ln>
            <a:noFill/>
          </a:ln>
          <a:effectLst>
            <a:outerShdw blurRad="139700" dist="889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4B3B3173-16B1-4844-8411-909F1349E895}"/>
              </a:ext>
            </a:extLst>
          </p:cNvPr>
          <p:cNvSpPr>
            <a:spLocks noEditPoints="1"/>
          </p:cNvSpPr>
          <p:nvPr/>
        </p:nvSpPr>
        <p:spPr bwMode="auto">
          <a:xfrm>
            <a:off x="3973513" y="1458913"/>
            <a:ext cx="692150" cy="393700"/>
          </a:xfrm>
          <a:custGeom>
            <a:avLst/>
            <a:gdLst>
              <a:gd name="T0" fmla="*/ 43 w 183"/>
              <a:gd name="T1" fmla="*/ 85 h 104"/>
              <a:gd name="T2" fmla="*/ 43 w 183"/>
              <a:gd name="T3" fmla="*/ 77 h 104"/>
              <a:gd name="T4" fmla="*/ 53 w 183"/>
              <a:gd name="T5" fmla="*/ 67 h 104"/>
              <a:gd name="T6" fmla="*/ 60 w 183"/>
              <a:gd name="T7" fmla="*/ 72 h 104"/>
              <a:gd name="T8" fmla="*/ 51 w 183"/>
              <a:gd name="T9" fmla="*/ 84 h 104"/>
              <a:gd name="T10" fmla="*/ 111 w 183"/>
              <a:gd name="T11" fmla="*/ 75 h 104"/>
              <a:gd name="T12" fmla="*/ 134 w 183"/>
              <a:gd name="T13" fmla="*/ 85 h 104"/>
              <a:gd name="T14" fmla="*/ 135 w 183"/>
              <a:gd name="T15" fmla="*/ 75 h 104"/>
              <a:gd name="T16" fmla="*/ 112 w 183"/>
              <a:gd name="T17" fmla="*/ 92 h 104"/>
              <a:gd name="T18" fmla="*/ 122 w 183"/>
              <a:gd name="T19" fmla="*/ 93 h 104"/>
              <a:gd name="T20" fmla="*/ 124 w 183"/>
              <a:gd name="T21" fmla="*/ 85 h 104"/>
              <a:gd name="T22" fmla="*/ 100 w 183"/>
              <a:gd name="T23" fmla="*/ 99 h 104"/>
              <a:gd name="T24" fmla="*/ 110 w 183"/>
              <a:gd name="T25" fmla="*/ 100 h 104"/>
              <a:gd name="T26" fmla="*/ 112 w 183"/>
              <a:gd name="T27" fmla="*/ 92 h 104"/>
              <a:gd name="T28" fmla="*/ 86 w 183"/>
              <a:gd name="T29" fmla="*/ 101 h 104"/>
              <a:gd name="T30" fmla="*/ 98 w 183"/>
              <a:gd name="T31" fmla="*/ 100 h 104"/>
              <a:gd name="T32" fmla="*/ 58 w 183"/>
              <a:gd name="T33" fmla="*/ 92 h 104"/>
              <a:gd name="T34" fmla="*/ 70 w 183"/>
              <a:gd name="T35" fmla="*/ 71 h 104"/>
              <a:gd name="T36" fmla="*/ 63 w 183"/>
              <a:gd name="T37" fmla="*/ 71 h 104"/>
              <a:gd name="T38" fmla="*/ 51 w 183"/>
              <a:gd name="T39" fmla="*/ 93 h 104"/>
              <a:gd name="T40" fmla="*/ 58 w 183"/>
              <a:gd name="T41" fmla="*/ 92 h 104"/>
              <a:gd name="T42" fmla="*/ 80 w 183"/>
              <a:gd name="T43" fmla="*/ 84 h 104"/>
              <a:gd name="T44" fmla="*/ 75 w 183"/>
              <a:gd name="T45" fmla="*/ 75 h 104"/>
              <a:gd name="T46" fmla="*/ 61 w 183"/>
              <a:gd name="T47" fmla="*/ 90 h 104"/>
              <a:gd name="T48" fmla="*/ 65 w 183"/>
              <a:gd name="T49" fmla="*/ 99 h 104"/>
              <a:gd name="T50" fmla="*/ 85 w 183"/>
              <a:gd name="T51" fmla="*/ 96 h 104"/>
              <a:gd name="T52" fmla="*/ 86 w 183"/>
              <a:gd name="T53" fmla="*/ 86 h 104"/>
              <a:gd name="T54" fmla="*/ 78 w 183"/>
              <a:gd name="T55" fmla="*/ 87 h 104"/>
              <a:gd name="T56" fmla="*/ 72 w 183"/>
              <a:gd name="T57" fmla="*/ 102 h 104"/>
              <a:gd name="T58" fmla="*/ 80 w 183"/>
              <a:gd name="T59" fmla="*/ 102 h 104"/>
              <a:gd name="T60" fmla="*/ 157 w 183"/>
              <a:gd name="T61" fmla="*/ 1 h 104"/>
              <a:gd name="T62" fmla="*/ 152 w 183"/>
              <a:gd name="T63" fmla="*/ 62 h 104"/>
              <a:gd name="T64" fmla="*/ 183 w 183"/>
              <a:gd name="T65" fmla="*/ 49 h 104"/>
              <a:gd name="T66" fmla="*/ 99 w 183"/>
              <a:gd name="T67" fmla="*/ 27 h 104"/>
              <a:gd name="T68" fmla="*/ 90 w 183"/>
              <a:gd name="T69" fmla="*/ 27 h 104"/>
              <a:gd name="T70" fmla="*/ 63 w 183"/>
              <a:gd name="T71" fmla="*/ 40 h 104"/>
              <a:gd name="T72" fmla="*/ 87 w 183"/>
              <a:gd name="T73" fmla="*/ 47 h 104"/>
              <a:gd name="T74" fmla="*/ 135 w 183"/>
              <a:gd name="T75" fmla="*/ 75 h 104"/>
              <a:gd name="T76" fmla="*/ 143 w 183"/>
              <a:gd name="T77" fmla="*/ 65 h 104"/>
              <a:gd name="T78" fmla="*/ 135 w 183"/>
              <a:gd name="T79" fmla="*/ 75 h 104"/>
              <a:gd name="T80" fmla="*/ 46 w 183"/>
              <a:gd name="T81" fmla="*/ 74 h 104"/>
              <a:gd name="T82" fmla="*/ 27 w 183"/>
              <a:gd name="T83" fmla="*/ 69 h 104"/>
              <a:gd name="T84" fmla="*/ 38 w 183"/>
              <a:gd name="T85" fmla="*/ 0 h 104"/>
              <a:gd name="T86" fmla="*/ 44 w 183"/>
              <a:gd name="T87" fmla="*/ 75 h 104"/>
              <a:gd name="T88" fmla="*/ 61 w 183"/>
              <a:gd name="T89" fmla="*/ 2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 h="104">
                <a:moveTo>
                  <a:pt x="48" y="86"/>
                </a:moveTo>
                <a:cubicBezTo>
                  <a:pt x="46" y="86"/>
                  <a:pt x="44" y="86"/>
                  <a:pt x="43" y="85"/>
                </a:cubicBezTo>
                <a:cubicBezTo>
                  <a:pt x="42" y="84"/>
                  <a:pt x="42" y="82"/>
                  <a:pt x="41" y="81"/>
                </a:cubicBezTo>
                <a:cubicBezTo>
                  <a:pt x="41" y="79"/>
                  <a:pt x="42" y="78"/>
                  <a:pt x="43" y="77"/>
                </a:cubicBezTo>
                <a:cubicBezTo>
                  <a:pt x="50" y="69"/>
                  <a:pt x="50" y="69"/>
                  <a:pt x="50" y="69"/>
                </a:cubicBezTo>
                <a:cubicBezTo>
                  <a:pt x="51" y="68"/>
                  <a:pt x="52" y="67"/>
                  <a:pt x="53" y="67"/>
                </a:cubicBezTo>
                <a:cubicBezTo>
                  <a:pt x="55" y="67"/>
                  <a:pt x="57" y="67"/>
                  <a:pt x="58" y="68"/>
                </a:cubicBezTo>
                <a:cubicBezTo>
                  <a:pt x="59" y="69"/>
                  <a:pt x="59" y="71"/>
                  <a:pt x="60" y="72"/>
                </a:cubicBezTo>
                <a:cubicBezTo>
                  <a:pt x="60" y="74"/>
                  <a:pt x="59" y="75"/>
                  <a:pt x="58" y="76"/>
                </a:cubicBezTo>
                <a:cubicBezTo>
                  <a:pt x="51" y="84"/>
                  <a:pt x="51" y="84"/>
                  <a:pt x="51" y="84"/>
                </a:cubicBezTo>
                <a:cubicBezTo>
                  <a:pt x="50" y="85"/>
                  <a:pt x="49" y="86"/>
                  <a:pt x="48" y="86"/>
                </a:cubicBezTo>
                <a:close/>
                <a:moveTo>
                  <a:pt x="111" y="75"/>
                </a:moveTo>
                <a:cubicBezTo>
                  <a:pt x="111" y="75"/>
                  <a:pt x="125" y="86"/>
                  <a:pt x="128" y="87"/>
                </a:cubicBezTo>
                <a:cubicBezTo>
                  <a:pt x="131" y="87"/>
                  <a:pt x="132" y="86"/>
                  <a:pt x="134" y="85"/>
                </a:cubicBezTo>
                <a:cubicBezTo>
                  <a:pt x="135" y="83"/>
                  <a:pt x="136" y="81"/>
                  <a:pt x="136" y="79"/>
                </a:cubicBezTo>
                <a:cubicBezTo>
                  <a:pt x="136" y="78"/>
                  <a:pt x="136" y="76"/>
                  <a:pt x="135" y="75"/>
                </a:cubicBezTo>
                <a:moveTo>
                  <a:pt x="101" y="82"/>
                </a:moveTo>
                <a:cubicBezTo>
                  <a:pt x="112" y="92"/>
                  <a:pt x="112" y="92"/>
                  <a:pt x="112" y="92"/>
                </a:cubicBezTo>
                <a:cubicBezTo>
                  <a:pt x="113" y="94"/>
                  <a:pt x="115" y="94"/>
                  <a:pt x="117" y="95"/>
                </a:cubicBezTo>
                <a:cubicBezTo>
                  <a:pt x="119" y="95"/>
                  <a:pt x="121" y="94"/>
                  <a:pt x="122" y="93"/>
                </a:cubicBezTo>
                <a:cubicBezTo>
                  <a:pt x="124" y="91"/>
                  <a:pt x="125" y="89"/>
                  <a:pt x="125" y="87"/>
                </a:cubicBezTo>
                <a:cubicBezTo>
                  <a:pt x="125" y="86"/>
                  <a:pt x="125" y="85"/>
                  <a:pt x="124" y="85"/>
                </a:cubicBezTo>
                <a:moveTo>
                  <a:pt x="94" y="94"/>
                </a:moveTo>
                <a:cubicBezTo>
                  <a:pt x="100" y="99"/>
                  <a:pt x="100" y="99"/>
                  <a:pt x="100" y="99"/>
                </a:cubicBezTo>
                <a:cubicBezTo>
                  <a:pt x="101" y="101"/>
                  <a:pt x="103" y="102"/>
                  <a:pt x="105" y="102"/>
                </a:cubicBezTo>
                <a:cubicBezTo>
                  <a:pt x="107" y="102"/>
                  <a:pt x="109" y="101"/>
                  <a:pt x="110" y="100"/>
                </a:cubicBezTo>
                <a:cubicBezTo>
                  <a:pt x="112" y="98"/>
                  <a:pt x="113" y="96"/>
                  <a:pt x="113" y="94"/>
                </a:cubicBezTo>
                <a:cubicBezTo>
                  <a:pt x="112" y="94"/>
                  <a:pt x="112" y="93"/>
                  <a:pt x="112" y="92"/>
                </a:cubicBezTo>
                <a:moveTo>
                  <a:pt x="82" y="99"/>
                </a:moveTo>
                <a:cubicBezTo>
                  <a:pt x="86" y="101"/>
                  <a:pt x="86" y="101"/>
                  <a:pt x="86" y="101"/>
                </a:cubicBezTo>
                <a:cubicBezTo>
                  <a:pt x="87" y="102"/>
                  <a:pt x="89" y="103"/>
                  <a:pt x="92" y="102"/>
                </a:cubicBezTo>
                <a:cubicBezTo>
                  <a:pt x="94" y="102"/>
                  <a:pt x="96" y="102"/>
                  <a:pt x="98" y="100"/>
                </a:cubicBezTo>
                <a:cubicBezTo>
                  <a:pt x="98" y="100"/>
                  <a:pt x="99" y="99"/>
                  <a:pt x="99" y="99"/>
                </a:cubicBezTo>
                <a:moveTo>
                  <a:pt x="58" y="92"/>
                </a:moveTo>
                <a:cubicBezTo>
                  <a:pt x="71" y="78"/>
                  <a:pt x="71" y="78"/>
                  <a:pt x="71" y="78"/>
                </a:cubicBezTo>
                <a:cubicBezTo>
                  <a:pt x="73" y="76"/>
                  <a:pt x="73" y="73"/>
                  <a:pt x="70" y="71"/>
                </a:cubicBezTo>
                <a:cubicBezTo>
                  <a:pt x="69" y="70"/>
                  <a:pt x="68" y="69"/>
                  <a:pt x="66" y="69"/>
                </a:cubicBezTo>
                <a:cubicBezTo>
                  <a:pt x="65" y="69"/>
                  <a:pt x="64" y="70"/>
                  <a:pt x="63" y="71"/>
                </a:cubicBezTo>
                <a:cubicBezTo>
                  <a:pt x="50" y="85"/>
                  <a:pt x="50" y="85"/>
                  <a:pt x="50" y="85"/>
                </a:cubicBezTo>
                <a:cubicBezTo>
                  <a:pt x="48" y="87"/>
                  <a:pt x="48" y="91"/>
                  <a:pt x="51" y="93"/>
                </a:cubicBezTo>
                <a:cubicBezTo>
                  <a:pt x="52" y="94"/>
                  <a:pt x="53" y="94"/>
                  <a:pt x="55" y="94"/>
                </a:cubicBezTo>
                <a:cubicBezTo>
                  <a:pt x="56" y="94"/>
                  <a:pt x="57" y="93"/>
                  <a:pt x="58" y="92"/>
                </a:cubicBezTo>
                <a:close/>
                <a:moveTo>
                  <a:pt x="69" y="97"/>
                </a:moveTo>
                <a:cubicBezTo>
                  <a:pt x="80" y="84"/>
                  <a:pt x="80" y="84"/>
                  <a:pt x="80" y="84"/>
                </a:cubicBezTo>
                <a:cubicBezTo>
                  <a:pt x="82" y="82"/>
                  <a:pt x="82" y="79"/>
                  <a:pt x="80" y="77"/>
                </a:cubicBezTo>
                <a:cubicBezTo>
                  <a:pt x="79" y="76"/>
                  <a:pt x="77" y="75"/>
                  <a:pt x="75" y="75"/>
                </a:cubicBezTo>
                <a:cubicBezTo>
                  <a:pt x="74" y="75"/>
                  <a:pt x="73" y="76"/>
                  <a:pt x="72" y="77"/>
                </a:cubicBezTo>
                <a:cubicBezTo>
                  <a:pt x="61" y="90"/>
                  <a:pt x="61" y="90"/>
                  <a:pt x="61" y="90"/>
                </a:cubicBezTo>
                <a:cubicBezTo>
                  <a:pt x="59" y="92"/>
                  <a:pt x="59" y="96"/>
                  <a:pt x="61" y="98"/>
                </a:cubicBezTo>
                <a:cubicBezTo>
                  <a:pt x="62" y="99"/>
                  <a:pt x="64" y="99"/>
                  <a:pt x="65" y="99"/>
                </a:cubicBezTo>
                <a:cubicBezTo>
                  <a:pt x="67" y="99"/>
                  <a:pt x="68" y="98"/>
                  <a:pt x="69" y="97"/>
                </a:cubicBezTo>
                <a:close/>
                <a:moveTo>
                  <a:pt x="85" y="96"/>
                </a:moveTo>
                <a:cubicBezTo>
                  <a:pt x="86" y="94"/>
                  <a:pt x="86" y="94"/>
                  <a:pt x="86" y="94"/>
                </a:cubicBezTo>
                <a:cubicBezTo>
                  <a:pt x="88" y="92"/>
                  <a:pt x="88" y="88"/>
                  <a:pt x="86" y="86"/>
                </a:cubicBezTo>
                <a:cubicBezTo>
                  <a:pt x="85" y="85"/>
                  <a:pt x="83" y="85"/>
                  <a:pt x="81" y="85"/>
                </a:cubicBezTo>
                <a:cubicBezTo>
                  <a:pt x="80" y="85"/>
                  <a:pt x="79" y="86"/>
                  <a:pt x="78" y="87"/>
                </a:cubicBezTo>
                <a:cubicBezTo>
                  <a:pt x="71" y="94"/>
                  <a:pt x="71" y="94"/>
                  <a:pt x="71" y="94"/>
                </a:cubicBezTo>
                <a:cubicBezTo>
                  <a:pt x="69" y="97"/>
                  <a:pt x="70" y="100"/>
                  <a:pt x="72" y="102"/>
                </a:cubicBezTo>
                <a:cubicBezTo>
                  <a:pt x="73" y="103"/>
                  <a:pt x="75" y="104"/>
                  <a:pt x="76" y="103"/>
                </a:cubicBezTo>
                <a:cubicBezTo>
                  <a:pt x="78" y="103"/>
                  <a:pt x="79" y="103"/>
                  <a:pt x="80" y="102"/>
                </a:cubicBezTo>
                <a:lnTo>
                  <a:pt x="85" y="96"/>
                </a:lnTo>
                <a:close/>
                <a:moveTo>
                  <a:pt x="157" y="1"/>
                </a:moveTo>
                <a:cubicBezTo>
                  <a:pt x="146" y="7"/>
                  <a:pt x="129" y="16"/>
                  <a:pt x="126" y="17"/>
                </a:cubicBezTo>
                <a:cubicBezTo>
                  <a:pt x="129" y="21"/>
                  <a:pt x="139" y="39"/>
                  <a:pt x="152" y="62"/>
                </a:cubicBezTo>
                <a:cubicBezTo>
                  <a:pt x="154" y="65"/>
                  <a:pt x="154" y="65"/>
                  <a:pt x="154" y="65"/>
                </a:cubicBezTo>
                <a:cubicBezTo>
                  <a:pt x="183" y="49"/>
                  <a:pt x="183" y="49"/>
                  <a:pt x="183" y="49"/>
                </a:cubicBezTo>
                <a:moveTo>
                  <a:pt x="130" y="24"/>
                </a:moveTo>
                <a:cubicBezTo>
                  <a:pt x="115" y="18"/>
                  <a:pt x="108" y="27"/>
                  <a:pt x="99" y="27"/>
                </a:cubicBezTo>
                <a:cubicBezTo>
                  <a:pt x="95" y="27"/>
                  <a:pt x="93" y="27"/>
                  <a:pt x="91" y="27"/>
                </a:cubicBezTo>
                <a:cubicBezTo>
                  <a:pt x="91" y="27"/>
                  <a:pt x="90" y="27"/>
                  <a:pt x="90" y="27"/>
                </a:cubicBezTo>
                <a:cubicBezTo>
                  <a:pt x="89" y="27"/>
                  <a:pt x="89" y="27"/>
                  <a:pt x="88" y="28"/>
                </a:cubicBezTo>
                <a:cubicBezTo>
                  <a:pt x="63" y="40"/>
                  <a:pt x="63" y="40"/>
                  <a:pt x="63" y="40"/>
                </a:cubicBezTo>
                <a:cubicBezTo>
                  <a:pt x="52" y="46"/>
                  <a:pt x="63" y="55"/>
                  <a:pt x="67" y="54"/>
                </a:cubicBezTo>
                <a:cubicBezTo>
                  <a:pt x="71" y="53"/>
                  <a:pt x="81" y="49"/>
                  <a:pt x="87" y="47"/>
                </a:cubicBezTo>
                <a:cubicBezTo>
                  <a:pt x="91" y="45"/>
                  <a:pt x="96" y="46"/>
                  <a:pt x="99" y="48"/>
                </a:cubicBezTo>
                <a:cubicBezTo>
                  <a:pt x="110" y="56"/>
                  <a:pt x="133" y="73"/>
                  <a:pt x="135" y="75"/>
                </a:cubicBezTo>
                <a:moveTo>
                  <a:pt x="151" y="60"/>
                </a:moveTo>
                <a:cubicBezTo>
                  <a:pt x="149" y="61"/>
                  <a:pt x="144" y="64"/>
                  <a:pt x="143" y="65"/>
                </a:cubicBezTo>
                <a:cubicBezTo>
                  <a:pt x="142" y="66"/>
                  <a:pt x="141" y="67"/>
                  <a:pt x="140" y="68"/>
                </a:cubicBezTo>
                <a:cubicBezTo>
                  <a:pt x="139" y="71"/>
                  <a:pt x="136" y="74"/>
                  <a:pt x="135" y="75"/>
                </a:cubicBezTo>
                <a:moveTo>
                  <a:pt x="46" y="74"/>
                </a:moveTo>
                <a:cubicBezTo>
                  <a:pt x="46" y="74"/>
                  <a:pt x="46" y="74"/>
                  <a:pt x="46" y="74"/>
                </a:cubicBezTo>
                <a:moveTo>
                  <a:pt x="0" y="47"/>
                </a:moveTo>
                <a:cubicBezTo>
                  <a:pt x="27" y="69"/>
                  <a:pt x="27" y="69"/>
                  <a:pt x="27" y="69"/>
                </a:cubicBezTo>
                <a:cubicBezTo>
                  <a:pt x="64" y="22"/>
                  <a:pt x="64" y="22"/>
                  <a:pt x="64" y="22"/>
                </a:cubicBezTo>
                <a:cubicBezTo>
                  <a:pt x="38" y="0"/>
                  <a:pt x="38" y="0"/>
                  <a:pt x="38" y="0"/>
                </a:cubicBezTo>
                <a:moveTo>
                  <a:pt x="29" y="65"/>
                </a:moveTo>
                <a:cubicBezTo>
                  <a:pt x="37" y="71"/>
                  <a:pt x="44" y="75"/>
                  <a:pt x="44" y="75"/>
                </a:cubicBezTo>
                <a:moveTo>
                  <a:pt x="79" y="32"/>
                </a:moveTo>
                <a:cubicBezTo>
                  <a:pt x="76" y="31"/>
                  <a:pt x="68" y="27"/>
                  <a:pt x="61" y="25"/>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1B08C5BF-A942-4592-922F-EC0B3AB33A66}"/>
              </a:ext>
            </a:extLst>
          </p:cNvPr>
          <p:cNvSpPr>
            <a:spLocks noEditPoints="1"/>
          </p:cNvSpPr>
          <p:nvPr/>
        </p:nvSpPr>
        <p:spPr bwMode="auto">
          <a:xfrm>
            <a:off x="7624763" y="4929188"/>
            <a:ext cx="487363" cy="552450"/>
          </a:xfrm>
          <a:custGeom>
            <a:avLst/>
            <a:gdLst>
              <a:gd name="T0" fmla="*/ 41 w 129"/>
              <a:gd name="T1" fmla="*/ 114 h 146"/>
              <a:gd name="T2" fmla="*/ 31 w 129"/>
              <a:gd name="T3" fmla="*/ 87 h 146"/>
              <a:gd name="T4" fmla="*/ 24 w 129"/>
              <a:gd name="T5" fmla="*/ 65 h 146"/>
              <a:gd name="T6" fmla="*/ 65 w 129"/>
              <a:gd name="T7" fmla="*/ 25 h 146"/>
              <a:gd name="T8" fmla="*/ 105 w 129"/>
              <a:gd name="T9" fmla="*/ 65 h 146"/>
              <a:gd name="T10" fmla="*/ 98 w 129"/>
              <a:gd name="T11" fmla="*/ 87 h 146"/>
              <a:gd name="T12" fmla="*/ 88 w 129"/>
              <a:gd name="T13" fmla="*/ 109 h 146"/>
              <a:gd name="T14" fmla="*/ 65 w 129"/>
              <a:gd name="T15" fmla="*/ 40 h 146"/>
              <a:gd name="T16" fmla="*/ 40 w 129"/>
              <a:gd name="T17" fmla="*/ 65 h 146"/>
              <a:gd name="T18" fmla="*/ 65 w 129"/>
              <a:gd name="T19" fmla="*/ 89 h 146"/>
              <a:gd name="T20" fmla="*/ 89 w 129"/>
              <a:gd name="T21" fmla="*/ 65 h 146"/>
              <a:gd name="T22" fmla="*/ 65 w 129"/>
              <a:gd name="T23" fmla="*/ 40 h 146"/>
              <a:gd name="T24" fmla="*/ 55 w 129"/>
              <a:gd name="T25" fmla="*/ 68 h 146"/>
              <a:gd name="T26" fmla="*/ 62 w 129"/>
              <a:gd name="T27" fmla="*/ 77 h 146"/>
              <a:gd name="T28" fmla="*/ 74 w 129"/>
              <a:gd name="T29" fmla="*/ 57 h 146"/>
              <a:gd name="T30" fmla="*/ 65 w 129"/>
              <a:gd name="T31" fmla="*/ 12 h 146"/>
              <a:gd name="T32" fmla="*/ 65 w 129"/>
              <a:gd name="T33" fmla="*/ 0 h 146"/>
              <a:gd name="T34" fmla="*/ 39 w 129"/>
              <a:gd name="T35" fmla="*/ 19 h 146"/>
              <a:gd name="T36" fmla="*/ 32 w 129"/>
              <a:gd name="T37" fmla="*/ 8 h 146"/>
              <a:gd name="T38" fmla="*/ 9 w 129"/>
              <a:gd name="T39" fmla="*/ 32 h 146"/>
              <a:gd name="T40" fmla="*/ 20 w 129"/>
              <a:gd name="T41" fmla="*/ 38 h 146"/>
              <a:gd name="T42" fmla="*/ 0 w 129"/>
              <a:gd name="T43" fmla="*/ 65 h 146"/>
              <a:gd name="T44" fmla="*/ 13 w 129"/>
              <a:gd name="T45" fmla="*/ 65 h 146"/>
              <a:gd name="T46" fmla="*/ 97 w 129"/>
              <a:gd name="T47" fmla="*/ 8 h 146"/>
              <a:gd name="T48" fmla="*/ 91 w 129"/>
              <a:gd name="T49" fmla="*/ 19 h 146"/>
              <a:gd name="T50" fmla="*/ 121 w 129"/>
              <a:gd name="T51" fmla="*/ 32 h 146"/>
              <a:gd name="T52" fmla="*/ 110 w 129"/>
              <a:gd name="T53" fmla="*/ 38 h 146"/>
              <a:gd name="T54" fmla="*/ 117 w 129"/>
              <a:gd name="T55" fmla="*/ 65 h 146"/>
              <a:gd name="T56" fmla="*/ 129 w 129"/>
              <a:gd name="T57" fmla="*/ 65 h 146"/>
              <a:gd name="T58" fmla="*/ 79 w 129"/>
              <a:gd name="T59" fmla="*/ 117 h 146"/>
              <a:gd name="T60" fmla="*/ 47 w 129"/>
              <a:gd name="T61" fmla="*/ 126 h 146"/>
              <a:gd name="T62" fmla="*/ 44 w 129"/>
              <a:gd name="T63" fmla="*/ 131 h 146"/>
              <a:gd name="T64" fmla="*/ 49 w 129"/>
              <a:gd name="T65" fmla="*/ 136 h 146"/>
              <a:gd name="T66" fmla="*/ 51 w 129"/>
              <a:gd name="T67" fmla="*/ 136 h 146"/>
              <a:gd name="T68" fmla="*/ 79 w 129"/>
              <a:gd name="T69" fmla="*/ 128 h 146"/>
              <a:gd name="T70" fmla="*/ 79 w 129"/>
              <a:gd name="T71" fmla="*/ 128 h 146"/>
              <a:gd name="T72" fmla="*/ 80 w 129"/>
              <a:gd name="T73" fmla="*/ 128 h 146"/>
              <a:gd name="T74" fmla="*/ 86 w 129"/>
              <a:gd name="T75" fmla="*/ 133 h 146"/>
              <a:gd name="T76" fmla="*/ 82 w 129"/>
              <a:gd name="T77" fmla="*/ 138 h 146"/>
              <a:gd name="T78" fmla="*/ 55 w 129"/>
              <a:gd name="T79"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9" h="146">
                <a:moveTo>
                  <a:pt x="41" y="114"/>
                </a:moveTo>
                <a:cubicBezTo>
                  <a:pt x="42" y="107"/>
                  <a:pt x="39" y="101"/>
                  <a:pt x="31" y="87"/>
                </a:cubicBezTo>
                <a:cubicBezTo>
                  <a:pt x="27" y="81"/>
                  <a:pt x="24" y="73"/>
                  <a:pt x="24" y="65"/>
                </a:cubicBezTo>
                <a:cubicBezTo>
                  <a:pt x="24" y="43"/>
                  <a:pt x="42" y="25"/>
                  <a:pt x="65" y="25"/>
                </a:cubicBezTo>
                <a:cubicBezTo>
                  <a:pt x="87" y="25"/>
                  <a:pt x="105" y="43"/>
                  <a:pt x="105" y="65"/>
                </a:cubicBezTo>
                <a:cubicBezTo>
                  <a:pt x="105" y="73"/>
                  <a:pt x="103" y="81"/>
                  <a:pt x="98" y="87"/>
                </a:cubicBezTo>
                <a:cubicBezTo>
                  <a:pt x="92" y="98"/>
                  <a:pt x="89" y="104"/>
                  <a:pt x="88" y="109"/>
                </a:cubicBezTo>
                <a:moveTo>
                  <a:pt x="65" y="40"/>
                </a:moveTo>
                <a:cubicBezTo>
                  <a:pt x="51" y="40"/>
                  <a:pt x="40" y="51"/>
                  <a:pt x="40" y="65"/>
                </a:cubicBezTo>
                <a:cubicBezTo>
                  <a:pt x="40" y="78"/>
                  <a:pt x="51" y="89"/>
                  <a:pt x="65" y="89"/>
                </a:cubicBezTo>
                <a:cubicBezTo>
                  <a:pt x="78" y="89"/>
                  <a:pt x="89" y="78"/>
                  <a:pt x="89" y="65"/>
                </a:cubicBezTo>
                <a:cubicBezTo>
                  <a:pt x="89" y="51"/>
                  <a:pt x="78" y="40"/>
                  <a:pt x="65" y="40"/>
                </a:cubicBezTo>
                <a:close/>
                <a:moveTo>
                  <a:pt x="55" y="68"/>
                </a:moveTo>
                <a:cubicBezTo>
                  <a:pt x="62" y="77"/>
                  <a:pt x="62" y="77"/>
                  <a:pt x="62" y="77"/>
                </a:cubicBezTo>
                <a:cubicBezTo>
                  <a:pt x="74" y="57"/>
                  <a:pt x="74" y="57"/>
                  <a:pt x="74" y="57"/>
                </a:cubicBezTo>
                <a:moveTo>
                  <a:pt x="65" y="12"/>
                </a:moveTo>
                <a:cubicBezTo>
                  <a:pt x="65" y="0"/>
                  <a:pt x="65" y="0"/>
                  <a:pt x="65" y="0"/>
                </a:cubicBezTo>
                <a:moveTo>
                  <a:pt x="39" y="19"/>
                </a:moveTo>
                <a:cubicBezTo>
                  <a:pt x="32" y="8"/>
                  <a:pt x="32" y="8"/>
                  <a:pt x="32" y="8"/>
                </a:cubicBezTo>
                <a:moveTo>
                  <a:pt x="9" y="32"/>
                </a:moveTo>
                <a:cubicBezTo>
                  <a:pt x="20" y="38"/>
                  <a:pt x="20" y="38"/>
                  <a:pt x="20" y="38"/>
                </a:cubicBezTo>
                <a:moveTo>
                  <a:pt x="0" y="65"/>
                </a:moveTo>
                <a:cubicBezTo>
                  <a:pt x="13" y="65"/>
                  <a:pt x="13" y="65"/>
                  <a:pt x="13" y="65"/>
                </a:cubicBezTo>
                <a:moveTo>
                  <a:pt x="97" y="8"/>
                </a:moveTo>
                <a:cubicBezTo>
                  <a:pt x="91" y="19"/>
                  <a:pt x="91" y="19"/>
                  <a:pt x="91" y="19"/>
                </a:cubicBezTo>
                <a:moveTo>
                  <a:pt x="121" y="32"/>
                </a:moveTo>
                <a:cubicBezTo>
                  <a:pt x="110" y="38"/>
                  <a:pt x="110" y="38"/>
                  <a:pt x="110" y="38"/>
                </a:cubicBezTo>
                <a:moveTo>
                  <a:pt x="117" y="65"/>
                </a:moveTo>
                <a:cubicBezTo>
                  <a:pt x="129" y="65"/>
                  <a:pt x="129" y="65"/>
                  <a:pt x="129" y="65"/>
                </a:cubicBezTo>
                <a:moveTo>
                  <a:pt x="79" y="117"/>
                </a:moveTo>
                <a:cubicBezTo>
                  <a:pt x="79" y="117"/>
                  <a:pt x="47" y="126"/>
                  <a:pt x="47" y="126"/>
                </a:cubicBezTo>
                <a:cubicBezTo>
                  <a:pt x="45" y="127"/>
                  <a:pt x="44" y="129"/>
                  <a:pt x="44" y="131"/>
                </a:cubicBezTo>
                <a:cubicBezTo>
                  <a:pt x="44" y="134"/>
                  <a:pt x="46" y="136"/>
                  <a:pt x="49" y="136"/>
                </a:cubicBezTo>
                <a:cubicBezTo>
                  <a:pt x="50" y="136"/>
                  <a:pt x="51" y="136"/>
                  <a:pt x="51" y="136"/>
                </a:cubicBezTo>
                <a:cubicBezTo>
                  <a:pt x="79" y="128"/>
                  <a:pt x="79" y="128"/>
                  <a:pt x="79" y="128"/>
                </a:cubicBezTo>
                <a:cubicBezTo>
                  <a:pt x="79" y="128"/>
                  <a:pt x="79" y="128"/>
                  <a:pt x="79" y="128"/>
                </a:cubicBezTo>
                <a:cubicBezTo>
                  <a:pt x="80" y="128"/>
                  <a:pt x="80" y="128"/>
                  <a:pt x="80" y="128"/>
                </a:cubicBezTo>
                <a:cubicBezTo>
                  <a:pt x="83" y="128"/>
                  <a:pt x="86" y="130"/>
                  <a:pt x="86" y="133"/>
                </a:cubicBezTo>
                <a:cubicBezTo>
                  <a:pt x="86" y="136"/>
                  <a:pt x="84" y="138"/>
                  <a:pt x="82" y="138"/>
                </a:cubicBezTo>
                <a:cubicBezTo>
                  <a:pt x="55" y="146"/>
                  <a:pt x="55" y="146"/>
                  <a:pt x="55" y="146"/>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7" name="Freeform 36">
            <a:extLst>
              <a:ext uri="{FF2B5EF4-FFF2-40B4-BE49-F238E27FC236}">
                <a16:creationId xmlns:a16="http://schemas.microsoft.com/office/drawing/2014/main" id="{B11CF856-46E1-4C41-ADA5-12AE8DBF0B81}"/>
              </a:ext>
            </a:extLst>
          </p:cNvPr>
          <p:cNvSpPr>
            <a:spLocks noEditPoints="1"/>
          </p:cNvSpPr>
          <p:nvPr/>
        </p:nvSpPr>
        <p:spPr bwMode="auto">
          <a:xfrm>
            <a:off x="7621588" y="1376363"/>
            <a:ext cx="498475" cy="517525"/>
          </a:xfrm>
          <a:custGeom>
            <a:avLst/>
            <a:gdLst>
              <a:gd name="T0" fmla="*/ 49 w 132"/>
              <a:gd name="T1" fmla="*/ 14 h 137"/>
              <a:gd name="T2" fmla="*/ 115 w 132"/>
              <a:gd name="T3" fmla="*/ 54 h 137"/>
              <a:gd name="T4" fmla="*/ 132 w 132"/>
              <a:gd name="T5" fmla="*/ 87 h 137"/>
              <a:gd name="T6" fmla="*/ 118 w 132"/>
              <a:gd name="T7" fmla="*/ 87 h 137"/>
              <a:gd name="T8" fmla="*/ 118 w 132"/>
              <a:gd name="T9" fmla="*/ 110 h 137"/>
              <a:gd name="T10" fmla="*/ 111 w 132"/>
              <a:gd name="T11" fmla="*/ 117 h 137"/>
              <a:gd name="T12" fmla="*/ 96 w 132"/>
              <a:gd name="T13" fmla="*/ 117 h 137"/>
              <a:gd name="T14" fmla="*/ 96 w 132"/>
              <a:gd name="T15" fmla="*/ 137 h 137"/>
              <a:gd name="T16" fmla="*/ 35 w 132"/>
              <a:gd name="T17" fmla="*/ 137 h 137"/>
              <a:gd name="T18" fmla="*/ 35 w 132"/>
              <a:gd name="T19" fmla="*/ 117 h 137"/>
              <a:gd name="T20" fmla="*/ 28 w 132"/>
              <a:gd name="T21" fmla="*/ 103 h 137"/>
              <a:gd name="T22" fmla="*/ 73 w 132"/>
              <a:gd name="T23" fmla="*/ 61 h 137"/>
              <a:gd name="T24" fmla="*/ 73 w 132"/>
              <a:gd name="T25" fmla="*/ 52 h 137"/>
              <a:gd name="T26" fmla="*/ 63 w 132"/>
              <a:gd name="T27" fmla="*/ 48 h 137"/>
              <a:gd name="T28" fmla="*/ 61 w 132"/>
              <a:gd name="T29" fmla="*/ 44 h 137"/>
              <a:gd name="T30" fmla="*/ 66 w 132"/>
              <a:gd name="T31" fmla="*/ 34 h 137"/>
              <a:gd name="T32" fmla="*/ 59 w 132"/>
              <a:gd name="T33" fmla="*/ 27 h 137"/>
              <a:gd name="T34" fmla="*/ 49 w 132"/>
              <a:gd name="T35" fmla="*/ 32 h 137"/>
              <a:gd name="T36" fmla="*/ 45 w 132"/>
              <a:gd name="T37" fmla="*/ 30 h 137"/>
              <a:gd name="T38" fmla="*/ 41 w 132"/>
              <a:gd name="T39" fmla="*/ 20 h 137"/>
              <a:gd name="T40" fmla="*/ 32 w 132"/>
              <a:gd name="T41" fmla="*/ 20 h 137"/>
              <a:gd name="T42" fmla="*/ 28 w 132"/>
              <a:gd name="T43" fmla="*/ 30 h 137"/>
              <a:gd name="T44" fmla="*/ 24 w 132"/>
              <a:gd name="T45" fmla="*/ 32 h 137"/>
              <a:gd name="T46" fmla="*/ 14 w 132"/>
              <a:gd name="T47" fmla="*/ 27 h 137"/>
              <a:gd name="T48" fmla="*/ 7 w 132"/>
              <a:gd name="T49" fmla="*/ 34 h 137"/>
              <a:gd name="T50" fmla="*/ 12 w 132"/>
              <a:gd name="T51" fmla="*/ 44 h 137"/>
              <a:gd name="T52" fmla="*/ 10 w 132"/>
              <a:gd name="T53" fmla="*/ 48 h 137"/>
              <a:gd name="T54" fmla="*/ 0 w 132"/>
              <a:gd name="T55" fmla="*/ 52 h 137"/>
              <a:gd name="T56" fmla="*/ 0 w 132"/>
              <a:gd name="T57" fmla="*/ 61 h 137"/>
              <a:gd name="T58" fmla="*/ 10 w 132"/>
              <a:gd name="T59" fmla="*/ 66 h 137"/>
              <a:gd name="T60" fmla="*/ 12 w 132"/>
              <a:gd name="T61" fmla="*/ 69 h 137"/>
              <a:gd name="T62" fmla="*/ 7 w 132"/>
              <a:gd name="T63" fmla="*/ 80 h 137"/>
              <a:gd name="T64" fmla="*/ 14 w 132"/>
              <a:gd name="T65" fmla="*/ 86 h 137"/>
              <a:gd name="T66" fmla="*/ 24 w 132"/>
              <a:gd name="T67" fmla="*/ 82 h 137"/>
              <a:gd name="T68" fmla="*/ 28 w 132"/>
              <a:gd name="T69" fmla="*/ 83 h 137"/>
              <a:gd name="T70" fmla="*/ 32 w 132"/>
              <a:gd name="T71" fmla="*/ 94 h 137"/>
              <a:gd name="T72" fmla="*/ 41 w 132"/>
              <a:gd name="T73" fmla="*/ 94 h 137"/>
              <a:gd name="T74" fmla="*/ 45 w 132"/>
              <a:gd name="T75" fmla="*/ 83 h 137"/>
              <a:gd name="T76" fmla="*/ 49 w 132"/>
              <a:gd name="T77" fmla="*/ 82 h 137"/>
              <a:gd name="T78" fmla="*/ 59 w 132"/>
              <a:gd name="T79" fmla="*/ 86 h 137"/>
              <a:gd name="T80" fmla="*/ 66 w 132"/>
              <a:gd name="T81" fmla="*/ 80 h 137"/>
              <a:gd name="T82" fmla="*/ 61 w 132"/>
              <a:gd name="T83" fmla="*/ 69 h 137"/>
              <a:gd name="T84" fmla="*/ 63 w 132"/>
              <a:gd name="T85" fmla="*/ 66 h 137"/>
              <a:gd name="T86" fmla="*/ 73 w 132"/>
              <a:gd name="T87" fmla="*/ 61 h 137"/>
              <a:gd name="T88" fmla="*/ 37 w 132"/>
              <a:gd name="T89" fmla="*/ 41 h 137"/>
              <a:gd name="T90" fmla="*/ 21 w 132"/>
              <a:gd name="T91" fmla="*/ 57 h 137"/>
              <a:gd name="T92" fmla="*/ 37 w 132"/>
              <a:gd name="T93" fmla="*/ 72 h 137"/>
              <a:gd name="T94" fmla="*/ 52 w 132"/>
              <a:gd name="T95" fmla="*/ 57 h 137"/>
              <a:gd name="T96" fmla="*/ 37 w 132"/>
              <a:gd name="T97" fmla="*/ 41 h 137"/>
              <a:gd name="T98" fmla="*/ 96 w 132"/>
              <a:gd name="T99" fmla="*/ 117 h 137"/>
              <a:gd name="T100" fmla="*/ 87 w 132"/>
              <a:gd name="T101" fmla="*/ 11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7">
                <a:moveTo>
                  <a:pt x="49" y="14"/>
                </a:moveTo>
                <a:cubicBezTo>
                  <a:pt x="122" y="0"/>
                  <a:pt x="115" y="54"/>
                  <a:pt x="115" y="54"/>
                </a:cubicBezTo>
                <a:cubicBezTo>
                  <a:pt x="132" y="87"/>
                  <a:pt x="132" y="87"/>
                  <a:pt x="132" y="87"/>
                </a:cubicBezTo>
                <a:cubicBezTo>
                  <a:pt x="118" y="87"/>
                  <a:pt x="118" y="87"/>
                  <a:pt x="118" y="87"/>
                </a:cubicBezTo>
                <a:cubicBezTo>
                  <a:pt x="118" y="110"/>
                  <a:pt x="118" y="110"/>
                  <a:pt x="118" y="110"/>
                </a:cubicBezTo>
                <a:cubicBezTo>
                  <a:pt x="118" y="114"/>
                  <a:pt x="115" y="117"/>
                  <a:pt x="111" y="117"/>
                </a:cubicBezTo>
                <a:cubicBezTo>
                  <a:pt x="96" y="117"/>
                  <a:pt x="96" y="117"/>
                  <a:pt x="96" y="117"/>
                </a:cubicBezTo>
                <a:cubicBezTo>
                  <a:pt x="96" y="137"/>
                  <a:pt x="96" y="137"/>
                  <a:pt x="96" y="137"/>
                </a:cubicBezTo>
                <a:moveTo>
                  <a:pt x="35" y="137"/>
                </a:moveTo>
                <a:cubicBezTo>
                  <a:pt x="35" y="117"/>
                  <a:pt x="35" y="117"/>
                  <a:pt x="35" y="117"/>
                </a:cubicBezTo>
                <a:cubicBezTo>
                  <a:pt x="28" y="103"/>
                  <a:pt x="28" y="103"/>
                  <a:pt x="28" y="103"/>
                </a:cubicBezTo>
                <a:moveTo>
                  <a:pt x="73" y="61"/>
                </a:moveTo>
                <a:cubicBezTo>
                  <a:pt x="73" y="52"/>
                  <a:pt x="73" y="52"/>
                  <a:pt x="73" y="52"/>
                </a:cubicBezTo>
                <a:cubicBezTo>
                  <a:pt x="63" y="48"/>
                  <a:pt x="63" y="48"/>
                  <a:pt x="63" y="48"/>
                </a:cubicBezTo>
                <a:cubicBezTo>
                  <a:pt x="62" y="47"/>
                  <a:pt x="62" y="46"/>
                  <a:pt x="61" y="44"/>
                </a:cubicBezTo>
                <a:cubicBezTo>
                  <a:pt x="66" y="34"/>
                  <a:pt x="66" y="34"/>
                  <a:pt x="66" y="34"/>
                </a:cubicBezTo>
                <a:cubicBezTo>
                  <a:pt x="59" y="27"/>
                  <a:pt x="59" y="27"/>
                  <a:pt x="59" y="27"/>
                </a:cubicBezTo>
                <a:cubicBezTo>
                  <a:pt x="49" y="32"/>
                  <a:pt x="49" y="32"/>
                  <a:pt x="49" y="32"/>
                </a:cubicBezTo>
                <a:cubicBezTo>
                  <a:pt x="48" y="31"/>
                  <a:pt x="47" y="31"/>
                  <a:pt x="45" y="30"/>
                </a:cubicBezTo>
                <a:cubicBezTo>
                  <a:pt x="41" y="20"/>
                  <a:pt x="41" y="20"/>
                  <a:pt x="41" y="20"/>
                </a:cubicBezTo>
                <a:cubicBezTo>
                  <a:pt x="32" y="20"/>
                  <a:pt x="32" y="20"/>
                  <a:pt x="32" y="20"/>
                </a:cubicBezTo>
                <a:cubicBezTo>
                  <a:pt x="28" y="30"/>
                  <a:pt x="28" y="30"/>
                  <a:pt x="28" y="30"/>
                </a:cubicBezTo>
                <a:cubicBezTo>
                  <a:pt x="26" y="31"/>
                  <a:pt x="25" y="31"/>
                  <a:pt x="24" y="32"/>
                </a:cubicBezTo>
                <a:cubicBezTo>
                  <a:pt x="14" y="27"/>
                  <a:pt x="14" y="27"/>
                  <a:pt x="14" y="27"/>
                </a:cubicBezTo>
                <a:cubicBezTo>
                  <a:pt x="7" y="34"/>
                  <a:pt x="7" y="34"/>
                  <a:pt x="7" y="34"/>
                </a:cubicBezTo>
                <a:cubicBezTo>
                  <a:pt x="12" y="44"/>
                  <a:pt x="12" y="44"/>
                  <a:pt x="12" y="44"/>
                </a:cubicBezTo>
                <a:cubicBezTo>
                  <a:pt x="11" y="46"/>
                  <a:pt x="11" y="47"/>
                  <a:pt x="10" y="48"/>
                </a:cubicBezTo>
                <a:cubicBezTo>
                  <a:pt x="0" y="52"/>
                  <a:pt x="0" y="52"/>
                  <a:pt x="0" y="52"/>
                </a:cubicBezTo>
                <a:cubicBezTo>
                  <a:pt x="0" y="61"/>
                  <a:pt x="0" y="61"/>
                  <a:pt x="0" y="61"/>
                </a:cubicBezTo>
                <a:cubicBezTo>
                  <a:pt x="10" y="66"/>
                  <a:pt x="10" y="66"/>
                  <a:pt x="10" y="66"/>
                </a:cubicBezTo>
                <a:cubicBezTo>
                  <a:pt x="11" y="67"/>
                  <a:pt x="11" y="68"/>
                  <a:pt x="12" y="69"/>
                </a:cubicBezTo>
                <a:cubicBezTo>
                  <a:pt x="7" y="80"/>
                  <a:pt x="7" y="80"/>
                  <a:pt x="7" y="80"/>
                </a:cubicBezTo>
                <a:cubicBezTo>
                  <a:pt x="14" y="86"/>
                  <a:pt x="14" y="86"/>
                  <a:pt x="14" y="86"/>
                </a:cubicBezTo>
                <a:cubicBezTo>
                  <a:pt x="24" y="82"/>
                  <a:pt x="24" y="82"/>
                  <a:pt x="24" y="82"/>
                </a:cubicBezTo>
                <a:cubicBezTo>
                  <a:pt x="25" y="82"/>
                  <a:pt x="26" y="83"/>
                  <a:pt x="28" y="83"/>
                </a:cubicBezTo>
                <a:cubicBezTo>
                  <a:pt x="32" y="94"/>
                  <a:pt x="32" y="94"/>
                  <a:pt x="32" y="94"/>
                </a:cubicBezTo>
                <a:cubicBezTo>
                  <a:pt x="41" y="94"/>
                  <a:pt x="41" y="94"/>
                  <a:pt x="41" y="94"/>
                </a:cubicBezTo>
                <a:cubicBezTo>
                  <a:pt x="45" y="83"/>
                  <a:pt x="45" y="83"/>
                  <a:pt x="45" y="83"/>
                </a:cubicBezTo>
                <a:cubicBezTo>
                  <a:pt x="47" y="83"/>
                  <a:pt x="48" y="82"/>
                  <a:pt x="49" y="82"/>
                </a:cubicBezTo>
                <a:cubicBezTo>
                  <a:pt x="59" y="86"/>
                  <a:pt x="59" y="86"/>
                  <a:pt x="59" y="86"/>
                </a:cubicBezTo>
                <a:cubicBezTo>
                  <a:pt x="66" y="80"/>
                  <a:pt x="66" y="80"/>
                  <a:pt x="66" y="80"/>
                </a:cubicBezTo>
                <a:cubicBezTo>
                  <a:pt x="61" y="69"/>
                  <a:pt x="61" y="69"/>
                  <a:pt x="61" y="69"/>
                </a:cubicBezTo>
                <a:cubicBezTo>
                  <a:pt x="62" y="68"/>
                  <a:pt x="62" y="67"/>
                  <a:pt x="63" y="66"/>
                </a:cubicBezTo>
                <a:lnTo>
                  <a:pt x="73" y="61"/>
                </a:lnTo>
                <a:close/>
                <a:moveTo>
                  <a:pt x="37" y="41"/>
                </a:moveTo>
                <a:cubicBezTo>
                  <a:pt x="28" y="41"/>
                  <a:pt x="21" y="48"/>
                  <a:pt x="21" y="57"/>
                </a:cubicBezTo>
                <a:cubicBezTo>
                  <a:pt x="21" y="65"/>
                  <a:pt x="28" y="72"/>
                  <a:pt x="37" y="72"/>
                </a:cubicBezTo>
                <a:cubicBezTo>
                  <a:pt x="45" y="72"/>
                  <a:pt x="52" y="65"/>
                  <a:pt x="52" y="57"/>
                </a:cubicBezTo>
                <a:cubicBezTo>
                  <a:pt x="52" y="48"/>
                  <a:pt x="45" y="41"/>
                  <a:pt x="37" y="41"/>
                </a:cubicBezTo>
                <a:close/>
                <a:moveTo>
                  <a:pt x="96" y="117"/>
                </a:moveTo>
                <a:cubicBezTo>
                  <a:pt x="87" y="117"/>
                  <a:pt x="87" y="117"/>
                  <a:pt x="87" y="117"/>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8" name="Freeform 37">
            <a:extLst>
              <a:ext uri="{FF2B5EF4-FFF2-40B4-BE49-F238E27FC236}">
                <a16:creationId xmlns:a16="http://schemas.microsoft.com/office/drawing/2014/main" id="{6503D711-5C06-41F3-851E-45DD903E1AA0}"/>
              </a:ext>
            </a:extLst>
          </p:cNvPr>
          <p:cNvSpPr>
            <a:spLocks noEditPoints="1"/>
          </p:cNvSpPr>
          <p:nvPr/>
        </p:nvSpPr>
        <p:spPr bwMode="auto">
          <a:xfrm>
            <a:off x="4071938" y="5005388"/>
            <a:ext cx="498475" cy="396875"/>
          </a:xfrm>
          <a:custGeom>
            <a:avLst/>
            <a:gdLst>
              <a:gd name="T0" fmla="*/ 132 w 132"/>
              <a:gd name="T1" fmla="*/ 105 h 105"/>
              <a:gd name="T2" fmla="*/ 0 w 132"/>
              <a:gd name="T3" fmla="*/ 105 h 105"/>
              <a:gd name="T4" fmla="*/ 32 w 132"/>
              <a:gd name="T5" fmla="*/ 77 h 105"/>
              <a:gd name="T6" fmla="*/ 14 w 132"/>
              <a:gd name="T7" fmla="*/ 77 h 105"/>
              <a:gd name="T8" fmla="*/ 14 w 132"/>
              <a:gd name="T9" fmla="*/ 105 h 105"/>
              <a:gd name="T10" fmla="*/ 32 w 132"/>
              <a:gd name="T11" fmla="*/ 105 h 105"/>
              <a:gd name="T12" fmla="*/ 32 w 132"/>
              <a:gd name="T13" fmla="*/ 77 h 105"/>
              <a:gd name="T14" fmla="*/ 60 w 132"/>
              <a:gd name="T15" fmla="*/ 49 h 105"/>
              <a:gd name="T16" fmla="*/ 42 w 132"/>
              <a:gd name="T17" fmla="*/ 49 h 105"/>
              <a:gd name="T18" fmla="*/ 42 w 132"/>
              <a:gd name="T19" fmla="*/ 105 h 105"/>
              <a:gd name="T20" fmla="*/ 60 w 132"/>
              <a:gd name="T21" fmla="*/ 105 h 105"/>
              <a:gd name="T22" fmla="*/ 60 w 132"/>
              <a:gd name="T23" fmla="*/ 49 h 105"/>
              <a:gd name="T24" fmla="*/ 89 w 132"/>
              <a:gd name="T25" fmla="*/ 61 h 105"/>
              <a:gd name="T26" fmla="*/ 71 w 132"/>
              <a:gd name="T27" fmla="*/ 61 h 105"/>
              <a:gd name="T28" fmla="*/ 71 w 132"/>
              <a:gd name="T29" fmla="*/ 105 h 105"/>
              <a:gd name="T30" fmla="*/ 89 w 132"/>
              <a:gd name="T31" fmla="*/ 105 h 105"/>
              <a:gd name="T32" fmla="*/ 89 w 132"/>
              <a:gd name="T33" fmla="*/ 61 h 105"/>
              <a:gd name="T34" fmla="*/ 117 w 132"/>
              <a:gd name="T35" fmla="*/ 33 h 105"/>
              <a:gd name="T36" fmla="*/ 99 w 132"/>
              <a:gd name="T37" fmla="*/ 33 h 105"/>
              <a:gd name="T38" fmla="*/ 99 w 132"/>
              <a:gd name="T39" fmla="*/ 105 h 105"/>
              <a:gd name="T40" fmla="*/ 117 w 132"/>
              <a:gd name="T41" fmla="*/ 105 h 105"/>
              <a:gd name="T42" fmla="*/ 117 w 132"/>
              <a:gd name="T43" fmla="*/ 33 h 105"/>
              <a:gd name="T44" fmla="*/ 23 w 132"/>
              <a:gd name="T45" fmla="*/ 46 h 105"/>
              <a:gd name="T46" fmla="*/ 18 w 132"/>
              <a:gd name="T47" fmla="*/ 51 h 105"/>
              <a:gd name="T48" fmla="*/ 23 w 132"/>
              <a:gd name="T49" fmla="*/ 56 h 105"/>
              <a:gd name="T50" fmla="*/ 28 w 132"/>
              <a:gd name="T51" fmla="*/ 51 h 105"/>
              <a:gd name="T52" fmla="*/ 23 w 132"/>
              <a:gd name="T53" fmla="*/ 46 h 105"/>
              <a:gd name="T54" fmla="*/ 51 w 132"/>
              <a:gd name="T55" fmla="*/ 19 h 105"/>
              <a:gd name="T56" fmla="*/ 46 w 132"/>
              <a:gd name="T57" fmla="*/ 24 h 105"/>
              <a:gd name="T58" fmla="*/ 51 w 132"/>
              <a:gd name="T59" fmla="*/ 29 h 105"/>
              <a:gd name="T60" fmla="*/ 57 w 132"/>
              <a:gd name="T61" fmla="*/ 24 h 105"/>
              <a:gd name="T62" fmla="*/ 51 w 132"/>
              <a:gd name="T63" fmla="*/ 19 h 105"/>
              <a:gd name="T64" fmla="*/ 80 w 132"/>
              <a:gd name="T65" fmla="*/ 33 h 105"/>
              <a:gd name="T66" fmla="*/ 75 w 132"/>
              <a:gd name="T67" fmla="*/ 38 h 105"/>
              <a:gd name="T68" fmla="*/ 80 w 132"/>
              <a:gd name="T69" fmla="*/ 43 h 105"/>
              <a:gd name="T70" fmla="*/ 85 w 132"/>
              <a:gd name="T71" fmla="*/ 38 h 105"/>
              <a:gd name="T72" fmla="*/ 80 w 132"/>
              <a:gd name="T73" fmla="*/ 33 h 105"/>
              <a:gd name="T74" fmla="*/ 108 w 132"/>
              <a:gd name="T75" fmla="*/ 0 h 105"/>
              <a:gd name="T76" fmla="*/ 103 w 132"/>
              <a:gd name="T77" fmla="*/ 5 h 105"/>
              <a:gd name="T78" fmla="*/ 108 w 132"/>
              <a:gd name="T79" fmla="*/ 11 h 105"/>
              <a:gd name="T80" fmla="*/ 113 w 132"/>
              <a:gd name="T81" fmla="*/ 5 h 105"/>
              <a:gd name="T82" fmla="*/ 108 w 132"/>
              <a:gd name="T83" fmla="*/ 0 h 105"/>
              <a:gd name="T84" fmla="*/ 83 w 132"/>
              <a:gd name="T85" fmla="*/ 34 h 105"/>
              <a:gd name="T86" fmla="*/ 105 w 132"/>
              <a:gd name="T87" fmla="*/ 9 h 105"/>
              <a:gd name="T88" fmla="*/ 56 w 132"/>
              <a:gd name="T89" fmla="*/ 26 h 105"/>
              <a:gd name="T90" fmla="*/ 75 w 132"/>
              <a:gd name="T91" fmla="*/ 35 h 105"/>
              <a:gd name="T92" fmla="*/ 48 w 132"/>
              <a:gd name="T93" fmla="*/ 28 h 105"/>
              <a:gd name="T94" fmla="*/ 27 w 132"/>
              <a:gd name="T95"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105">
                <a:moveTo>
                  <a:pt x="132" y="105"/>
                </a:moveTo>
                <a:cubicBezTo>
                  <a:pt x="0" y="105"/>
                  <a:pt x="0" y="105"/>
                  <a:pt x="0" y="105"/>
                </a:cubicBezTo>
                <a:moveTo>
                  <a:pt x="32" y="77"/>
                </a:moveTo>
                <a:cubicBezTo>
                  <a:pt x="14" y="77"/>
                  <a:pt x="14" y="77"/>
                  <a:pt x="14" y="77"/>
                </a:cubicBezTo>
                <a:cubicBezTo>
                  <a:pt x="14" y="105"/>
                  <a:pt x="14" y="105"/>
                  <a:pt x="14" y="105"/>
                </a:cubicBezTo>
                <a:cubicBezTo>
                  <a:pt x="32" y="105"/>
                  <a:pt x="32" y="105"/>
                  <a:pt x="32" y="105"/>
                </a:cubicBezTo>
                <a:lnTo>
                  <a:pt x="32" y="77"/>
                </a:lnTo>
                <a:close/>
                <a:moveTo>
                  <a:pt x="60" y="49"/>
                </a:moveTo>
                <a:cubicBezTo>
                  <a:pt x="42" y="49"/>
                  <a:pt x="42" y="49"/>
                  <a:pt x="42" y="49"/>
                </a:cubicBezTo>
                <a:cubicBezTo>
                  <a:pt x="42" y="105"/>
                  <a:pt x="42" y="105"/>
                  <a:pt x="42" y="105"/>
                </a:cubicBezTo>
                <a:cubicBezTo>
                  <a:pt x="60" y="105"/>
                  <a:pt x="60" y="105"/>
                  <a:pt x="60" y="105"/>
                </a:cubicBezTo>
                <a:lnTo>
                  <a:pt x="60" y="49"/>
                </a:lnTo>
                <a:close/>
                <a:moveTo>
                  <a:pt x="89" y="61"/>
                </a:moveTo>
                <a:cubicBezTo>
                  <a:pt x="71" y="61"/>
                  <a:pt x="71" y="61"/>
                  <a:pt x="71" y="61"/>
                </a:cubicBezTo>
                <a:cubicBezTo>
                  <a:pt x="71" y="105"/>
                  <a:pt x="71" y="105"/>
                  <a:pt x="71" y="105"/>
                </a:cubicBezTo>
                <a:cubicBezTo>
                  <a:pt x="89" y="105"/>
                  <a:pt x="89" y="105"/>
                  <a:pt x="89" y="105"/>
                </a:cubicBezTo>
                <a:lnTo>
                  <a:pt x="89" y="61"/>
                </a:lnTo>
                <a:close/>
                <a:moveTo>
                  <a:pt x="117" y="33"/>
                </a:moveTo>
                <a:cubicBezTo>
                  <a:pt x="99" y="33"/>
                  <a:pt x="99" y="33"/>
                  <a:pt x="99" y="33"/>
                </a:cubicBezTo>
                <a:cubicBezTo>
                  <a:pt x="99" y="105"/>
                  <a:pt x="99" y="105"/>
                  <a:pt x="99" y="105"/>
                </a:cubicBezTo>
                <a:cubicBezTo>
                  <a:pt x="117" y="105"/>
                  <a:pt x="117" y="105"/>
                  <a:pt x="117" y="105"/>
                </a:cubicBezTo>
                <a:lnTo>
                  <a:pt x="117" y="33"/>
                </a:lnTo>
                <a:close/>
                <a:moveTo>
                  <a:pt x="23" y="46"/>
                </a:moveTo>
                <a:cubicBezTo>
                  <a:pt x="20" y="46"/>
                  <a:pt x="18" y="48"/>
                  <a:pt x="18" y="51"/>
                </a:cubicBezTo>
                <a:cubicBezTo>
                  <a:pt x="18" y="54"/>
                  <a:pt x="20" y="56"/>
                  <a:pt x="23" y="56"/>
                </a:cubicBezTo>
                <a:cubicBezTo>
                  <a:pt x="26" y="56"/>
                  <a:pt x="28" y="54"/>
                  <a:pt x="28" y="51"/>
                </a:cubicBezTo>
                <a:cubicBezTo>
                  <a:pt x="28" y="48"/>
                  <a:pt x="26" y="46"/>
                  <a:pt x="23" y="46"/>
                </a:cubicBezTo>
                <a:close/>
                <a:moveTo>
                  <a:pt x="51" y="19"/>
                </a:moveTo>
                <a:cubicBezTo>
                  <a:pt x="48" y="19"/>
                  <a:pt x="46" y="21"/>
                  <a:pt x="46" y="24"/>
                </a:cubicBezTo>
                <a:cubicBezTo>
                  <a:pt x="46" y="27"/>
                  <a:pt x="48" y="29"/>
                  <a:pt x="51" y="29"/>
                </a:cubicBezTo>
                <a:cubicBezTo>
                  <a:pt x="54" y="29"/>
                  <a:pt x="57" y="27"/>
                  <a:pt x="57" y="24"/>
                </a:cubicBezTo>
                <a:cubicBezTo>
                  <a:pt x="57" y="21"/>
                  <a:pt x="54" y="19"/>
                  <a:pt x="51" y="19"/>
                </a:cubicBezTo>
                <a:close/>
                <a:moveTo>
                  <a:pt x="80" y="33"/>
                </a:moveTo>
                <a:cubicBezTo>
                  <a:pt x="77" y="33"/>
                  <a:pt x="75" y="35"/>
                  <a:pt x="75" y="38"/>
                </a:cubicBezTo>
                <a:cubicBezTo>
                  <a:pt x="75" y="41"/>
                  <a:pt x="77" y="43"/>
                  <a:pt x="80" y="43"/>
                </a:cubicBezTo>
                <a:cubicBezTo>
                  <a:pt x="83" y="43"/>
                  <a:pt x="85" y="41"/>
                  <a:pt x="85" y="38"/>
                </a:cubicBezTo>
                <a:cubicBezTo>
                  <a:pt x="85" y="35"/>
                  <a:pt x="83" y="33"/>
                  <a:pt x="80" y="33"/>
                </a:cubicBezTo>
                <a:close/>
                <a:moveTo>
                  <a:pt x="108" y="0"/>
                </a:moveTo>
                <a:cubicBezTo>
                  <a:pt x="105" y="0"/>
                  <a:pt x="103" y="2"/>
                  <a:pt x="103" y="5"/>
                </a:cubicBezTo>
                <a:cubicBezTo>
                  <a:pt x="103" y="8"/>
                  <a:pt x="105" y="11"/>
                  <a:pt x="108" y="11"/>
                </a:cubicBezTo>
                <a:cubicBezTo>
                  <a:pt x="111" y="11"/>
                  <a:pt x="113" y="8"/>
                  <a:pt x="113" y="5"/>
                </a:cubicBezTo>
                <a:cubicBezTo>
                  <a:pt x="113" y="2"/>
                  <a:pt x="111" y="0"/>
                  <a:pt x="108" y="0"/>
                </a:cubicBezTo>
                <a:close/>
                <a:moveTo>
                  <a:pt x="83" y="34"/>
                </a:moveTo>
                <a:cubicBezTo>
                  <a:pt x="105" y="9"/>
                  <a:pt x="105" y="9"/>
                  <a:pt x="105" y="9"/>
                </a:cubicBezTo>
                <a:moveTo>
                  <a:pt x="56" y="26"/>
                </a:moveTo>
                <a:cubicBezTo>
                  <a:pt x="75" y="35"/>
                  <a:pt x="75" y="35"/>
                  <a:pt x="75" y="35"/>
                </a:cubicBezTo>
                <a:moveTo>
                  <a:pt x="48" y="28"/>
                </a:moveTo>
                <a:cubicBezTo>
                  <a:pt x="27" y="48"/>
                  <a:pt x="27" y="48"/>
                  <a:pt x="27" y="48"/>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4" name="Group 53">
            <a:extLst>
              <a:ext uri="{FF2B5EF4-FFF2-40B4-BE49-F238E27FC236}">
                <a16:creationId xmlns:a16="http://schemas.microsoft.com/office/drawing/2014/main" id="{C1AA7D82-B9BA-4A9C-90B0-052A46569402}"/>
              </a:ext>
            </a:extLst>
          </p:cNvPr>
          <p:cNvGrpSpPr/>
          <p:nvPr/>
        </p:nvGrpSpPr>
        <p:grpSpPr>
          <a:xfrm>
            <a:off x="4997452" y="2336812"/>
            <a:ext cx="2198292" cy="2201690"/>
            <a:chOff x="6345238" y="4948238"/>
            <a:chExt cx="1027113" cy="1028700"/>
          </a:xfrm>
          <a:effectLst>
            <a:outerShdw blurRad="266700" dist="152400" dir="2700000" sx="102000" sy="102000" algn="tl" rotWithShape="0">
              <a:prstClr val="black">
                <a:alpha val="29000"/>
              </a:prstClr>
            </a:outerShdw>
          </a:effectLst>
        </p:grpSpPr>
        <p:sp>
          <p:nvSpPr>
            <p:cNvPr id="55" name="Oval 56">
              <a:extLst>
                <a:ext uri="{FF2B5EF4-FFF2-40B4-BE49-F238E27FC236}">
                  <a16:creationId xmlns:a16="http://schemas.microsoft.com/office/drawing/2014/main" id="{E61BD1E5-1B1E-41F4-84D7-63774B145F0E}"/>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6" name="Oval 57">
              <a:extLst>
                <a:ext uri="{FF2B5EF4-FFF2-40B4-BE49-F238E27FC236}">
                  <a16:creationId xmlns:a16="http://schemas.microsoft.com/office/drawing/2014/main" id="{8C063351-A80D-4891-8746-20418EF7FC80}"/>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7" name="Group 56">
            <a:extLst>
              <a:ext uri="{FF2B5EF4-FFF2-40B4-BE49-F238E27FC236}">
                <a16:creationId xmlns:a16="http://schemas.microsoft.com/office/drawing/2014/main" id="{736079E6-11DE-4DB3-B612-13B6CC983EC1}"/>
              </a:ext>
            </a:extLst>
          </p:cNvPr>
          <p:cNvGrpSpPr/>
          <p:nvPr/>
        </p:nvGrpSpPr>
        <p:grpSpPr>
          <a:xfrm>
            <a:off x="5266576" y="3094091"/>
            <a:ext cx="1684756" cy="623628"/>
            <a:chOff x="2545603" y="3101975"/>
            <a:chExt cx="1558831" cy="577015"/>
          </a:xfrm>
        </p:grpSpPr>
        <p:sp>
          <p:nvSpPr>
            <p:cNvPr id="58" name="Oval 43">
              <a:extLst>
                <a:ext uri="{FF2B5EF4-FFF2-40B4-BE49-F238E27FC236}">
                  <a16:creationId xmlns:a16="http://schemas.microsoft.com/office/drawing/2014/main" id="{28A541E5-816F-4739-84A8-F9F689D90BA5}"/>
                </a:ext>
              </a:extLst>
            </p:cNvPr>
            <p:cNvSpPr>
              <a:spLocks noChangeArrowheads="1"/>
            </p:cNvSpPr>
            <p:nvPr/>
          </p:nvSpPr>
          <p:spPr bwMode="auto">
            <a:xfrm>
              <a:off x="2662238" y="3586915"/>
              <a:ext cx="92075" cy="920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59" name="Oval 44">
              <a:extLst>
                <a:ext uri="{FF2B5EF4-FFF2-40B4-BE49-F238E27FC236}">
                  <a16:creationId xmlns:a16="http://schemas.microsoft.com/office/drawing/2014/main" id="{F0B03902-74F2-4D0B-9A07-325E67F8C3ED}"/>
                </a:ext>
              </a:extLst>
            </p:cNvPr>
            <p:cNvSpPr>
              <a:spLocks noChangeArrowheads="1"/>
            </p:cNvSpPr>
            <p:nvPr/>
          </p:nvSpPr>
          <p:spPr bwMode="auto">
            <a:xfrm>
              <a:off x="3065463" y="3586915"/>
              <a:ext cx="92075" cy="920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60" name="Oval 45">
              <a:extLst>
                <a:ext uri="{FF2B5EF4-FFF2-40B4-BE49-F238E27FC236}">
                  <a16:creationId xmlns:a16="http://schemas.microsoft.com/office/drawing/2014/main" id="{6C147829-CFCC-47BF-A8B5-4BC38D6BD0BB}"/>
                </a:ext>
              </a:extLst>
            </p:cNvPr>
            <p:cNvSpPr>
              <a:spLocks noChangeArrowheads="1"/>
            </p:cNvSpPr>
            <p:nvPr/>
          </p:nvSpPr>
          <p:spPr bwMode="auto">
            <a:xfrm>
              <a:off x="3470275" y="3586915"/>
              <a:ext cx="92075" cy="920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61" name="Oval 46">
              <a:extLst>
                <a:ext uri="{FF2B5EF4-FFF2-40B4-BE49-F238E27FC236}">
                  <a16:creationId xmlns:a16="http://schemas.microsoft.com/office/drawing/2014/main" id="{991CAE75-C7A6-4CA2-9DDB-984B855CA242}"/>
                </a:ext>
              </a:extLst>
            </p:cNvPr>
            <p:cNvSpPr>
              <a:spLocks noChangeArrowheads="1"/>
            </p:cNvSpPr>
            <p:nvPr/>
          </p:nvSpPr>
          <p:spPr bwMode="auto">
            <a:xfrm>
              <a:off x="3873500" y="3586915"/>
              <a:ext cx="92075" cy="920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62" name="Rectangle 47">
              <a:extLst>
                <a:ext uri="{FF2B5EF4-FFF2-40B4-BE49-F238E27FC236}">
                  <a16:creationId xmlns:a16="http://schemas.microsoft.com/office/drawing/2014/main" id="{62ABBB90-C1A3-42CB-964B-4BC03DCF4CA0}"/>
                </a:ext>
              </a:extLst>
            </p:cNvPr>
            <p:cNvSpPr>
              <a:spLocks noChangeArrowheads="1"/>
            </p:cNvSpPr>
            <p:nvPr/>
          </p:nvSpPr>
          <p:spPr bwMode="auto">
            <a:xfrm>
              <a:off x="2801531" y="3101975"/>
              <a:ext cx="1035858" cy="2705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tx2"/>
                  </a:solidFill>
                  <a:effectLst/>
                  <a:latin typeface="Open Sans" panose="020B0606030504020204" pitchFamily="34" charset="0"/>
                </a:rPr>
                <a:t>CREATIVE</a:t>
              </a:r>
              <a:endParaRPr kumimoji="0" lang="ru-UA" altLang="ru-UA" sz="1900" b="0" i="0" u="none" strike="noStrike" cap="none" normalizeH="0" baseline="0">
                <a:ln>
                  <a:noFill/>
                </a:ln>
                <a:solidFill>
                  <a:schemeClr val="tx2"/>
                </a:solidFill>
                <a:effectLst/>
              </a:endParaRPr>
            </a:p>
          </p:txBody>
        </p:sp>
        <p:sp>
          <p:nvSpPr>
            <p:cNvPr id="63" name="Rectangle 48">
              <a:extLst>
                <a:ext uri="{FF2B5EF4-FFF2-40B4-BE49-F238E27FC236}">
                  <a16:creationId xmlns:a16="http://schemas.microsoft.com/office/drawing/2014/main" id="{95406B9B-A701-4115-B71F-4AE26CECCFF8}"/>
                </a:ext>
              </a:extLst>
            </p:cNvPr>
            <p:cNvSpPr>
              <a:spLocks noChangeArrowheads="1"/>
            </p:cNvSpPr>
            <p:nvPr/>
          </p:nvSpPr>
          <p:spPr bwMode="auto">
            <a:xfrm>
              <a:off x="2545603" y="3292475"/>
              <a:ext cx="1558831" cy="2705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tx2"/>
                  </a:solidFill>
                  <a:effectLst/>
                  <a:latin typeface="Open Sans" panose="020B0606030504020204" pitchFamily="34" charset="0"/>
                </a:rPr>
                <a:t>INFOGRAPHIC</a:t>
              </a:r>
              <a:endParaRPr kumimoji="0" lang="ru-UA" altLang="ru-UA" sz="1900" b="0" i="0" u="none" strike="noStrike" cap="none" normalizeH="0" baseline="0">
                <a:ln>
                  <a:noFill/>
                </a:ln>
                <a:solidFill>
                  <a:schemeClr val="tx2"/>
                </a:solidFill>
                <a:effectLst/>
              </a:endParaRPr>
            </a:p>
          </p:txBody>
        </p:sp>
      </p:grpSp>
      <p:sp>
        <p:nvSpPr>
          <p:cNvPr id="64" name="Text Placeholder 33">
            <a:extLst>
              <a:ext uri="{FF2B5EF4-FFF2-40B4-BE49-F238E27FC236}">
                <a16:creationId xmlns:a16="http://schemas.microsoft.com/office/drawing/2014/main" id="{4C40C798-1095-453F-ACB1-D3F8351AB9B2}"/>
              </a:ext>
            </a:extLst>
          </p:cNvPr>
          <p:cNvSpPr txBox="1">
            <a:spLocks/>
          </p:cNvSpPr>
          <p:nvPr/>
        </p:nvSpPr>
        <p:spPr>
          <a:xfrm>
            <a:off x="1106805" y="1274759"/>
            <a:ext cx="2098359"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65" name="Text Placeholder 36">
            <a:extLst>
              <a:ext uri="{FF2B5EF4-FFF2-40B4-BE49-F238E27FC236}">
                <a16:creationId xmlns:a16="http://schemas.microsoft.com/office/drawing/2014/main" id="{38F8B804-5809-42A1-811B-3C5EFDC13A46}"/>
              </a:ext>
            </a:extLst>
          </p:cNvPr>
          <p:cNvSpPr txBox="1">
            <a:spLocks/>
          </p:cNvSpPr>
          <p:nvPr/>
        </p:nvSpPr>
        <p:spPr>
          <a:xfrm>
            <a:off x="8905875" y="914399"/>
            <a:ext cx="2489516"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3</a:t>
            </a:r>
          </a:p>
        </p:txBody>
      </p:sp>
      <p:sp>
        <p:nvSpPr>
          <p:cNvPr id="66" name="Text Placeholder 33">
            <a:extLst>
              <a:ext uri="{FF2B5EF4-FFF2-40B4-BE49-F238E27FC236}">
                <a16:creationId xmlns:a16="http://schemas.microsoft.com/office/drawing/2014/main" id="{636DA193-AA7A-46F6-B9C7-03F1B7EDBE4D}"/>
              </a:ext>
            </a:extLst>
          </p:cNvPr>
          <p:cNvSpPr txBox="1">
            <a:spLocks/>
          </p:cNvSpPr>
          <p:nvPr/>
        </p:nvSpPr>
        <p:spPr>
          <a:xfrm>
            <a:off x="9297031" y="1287459"/>
            <a:ext cx="2098360"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69" name="Text Placeholder 36">
            <a:extLst>
              <a:ext uri="{FF2B5EF4-FFF2-40B4-BE49-F238E27FC236}">
                <a16:creationId xmlns:a16="http://schemas.microsoft.com/office/drawing/2014/main" id="{D0AB0800-0CB2-4D93-BEFF-5238204ECC44}"/>
              </a:ext>
            </a:extLst>
          </p:cNvPr>
          <p:cNvSpPr txBox="1">
            <a:spLocks/>
          </p:cNvSpPr>
          <p:nvPr/>
        </p:nvSpPr>
        <p:spPr>
          <a:xfrm>
            <a:off x="1106804" y="914399"/>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02</a:t>
            </a:r>
          </a:p>
        </p:txBody>
      </p:sp>
      <p:sp>
        <p:nvSpPr>
          <p:cNvPr id="81" name="Text Placeholder 33">
            <a:extLst>
              <a:ext uri="{FF2B5EF4-FFF2-40B4-BE49-F238E27FC236}">
                <a16:creationId xmlns:a16="http://schemas.microsoft.com/office/drawing/2014/main" id="{2289B5BC-AC4C-4C6D-8BC0-7A217AE8EE14}"/>
              </a:ext>
            </a:extLst>
          </p:cNvPr>
          <p:cNvSpPr txBox="1">
            <a:spLocks/>
          </p:cNvSpPr>
          <p:nvPr/>
        </p:nvSpPr>
        <p:spPr>
          <a:xfrm>
            <a:off x="1106805" y="5246684"/>
            <a:ext cx="2098359"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82" name="Text Placeholder 36">
            <a:extLst>
              <a:ext uri="{FF2B5EF4-FFF2-40B4-BE49-F238E27FC236}">
                <a16:creationId xmlns:a16="http://schemas.microsoft.com/office/drawing/2014/main" id="{C11CF580-11F5-47F6-B5D9-A187C162ED2D}"/>
              </a:ext>
            </a:extLst>
          </p:cNvPr>
          <p:cNvSpPr txBox="1">
            <a:spLocks/>
          </p:cNvSpPr>
          <p:nvPr/>
        </p:nvSpPr>
        <p:spPr>
          <a:xfrm>
            <a:off x="1106804" y="4886324"/>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01</a:t>
            </a:r>
          </a:p>
        </p:txBody>
      </p:sp>
      <p:sp>
        <p:nvSpPr>
          <p:cNvPr id="83" name="Text Placeholder 36">
            <a:extLst>
              <a:ext uri="{FF2B5EF4-FFF2-40B4-BE49-F238E27FC236}">
                <a16:creationId xmlns:a16="http://schemas.microsoft.com/office/drawing/2014/main" id="{F52FBB3B-6F47-4D0A-B07D-8790FB54B72F}"/>
              </a:ext>
            </a:extLst>
          </p:cNvPr>
          <p:cNvSpPr txBox="1">
            <a:spLocks/>
          </p:cNvSpPr>
          <p:nvPr/>
        </p:nvSpPr>
        <p:spPr>
          <a:xfrm>
            <a:off x="8905875" y="4886324"/>
            <a:ext cx="2489516"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04</a:t>
            </a:r>
          </a:p>
        </p:txBody>
      </p:sp>
      <p:sp>
        <p:nvSpPr>
          <p:cNvPr id="84" name="Text Placeholder 33">
            <a:extLst>
              <a:ext uri="{FF2B5EF4-FFF2-40B4-BE49-F238E27FC236}">
                <a16:creationId xmlns:a16="http://schemas.microsoft.com/office/drawing/2014/main" id="{200C38AF-5DDF-4A46-AFCA-0BD4AAC695E9}"/>
              </a:ext>
            </a:extLst>
          </p:cNvPr>
          <p:cNvSpPr txBox="1">
            <a:spLocks/>
          </p:cNvSpPr>
          <p:nvPr/>
        </p:nvSpPr>
        <p:spPr>
          <a:xfrm>
            <a:off x="9297031" y="5259384"/>
            <a:ext cx="2098359"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Tree>
    <p:extLst>
      <p:ext uri="{BB962C8B-B14F-4D97-AF65-F5344CB8AC3E}">
        <p14:creationId xmlns:p14="http://schemas.microsoft.com/office/powerpoint/2010/main" val="169304388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750" fill="hold"/>
                                            <p:tgtEl>
                                              <p:spTgt spid="54"/>
                                            </p:tgtEl>
                                            <p:attrNameLst>
                                              <p:attrName>ppt_w</p:attrName>
                                            </p:attrNameLst>
                                          </p:cBhvr>
                                          <p:tavLst>
                                            <p:tav tm="0">
                                              <p:val>
                                                <p:fltVal val="0"/>
                                              </p:val>
                                            </p:tav>
                                            <p:tav tm="100000">
                                              <p:val>
                                                <p:strVal val="#ppt_w"/>
                                              </p:val>
                                            </p:tav>
                                          </p:tavLst>
                                        </p:anim>
                                        <p:anim calcmode="lin" valueType="num">
                                          <p:cBhvr>
                                            <p:cTn id="8" dur="750" fill="hold"/>
                                            <p:tgtEl>
                                              <p:spTgt spid="54"/>
                                            </p:tgtEl>
                                            <p:attrNameLst>
                                              <p:attrName>ppt_h</p:attrName>
                                            </p:attrNameLst>
                                          </p:cBhvr>
                                          <p:tavLst>
                                            <p:tav tm="0">
                                              <p:val>
                                                <p:fltVal val="0"/>
                                              </p:val>
                                            </p:tav>
                                            <p:tav tm="100000">
                                              <p:val>
                                                <p:strVal val="#ppt_h"/>
                                              </p:val>
                                            </p:tav>
                                          </p:tavLst>
                                        </p:anim>
                                        <p:animEffect transition="in" filter="fade">
                                          <p:cBhvr>
                                            <p:cTn id="9" dur="750"/>
                                            <p:tgtEl>
                                              <p:spTgt spid="54"/>
                                            </p:tgtEl>
                                          </p:cBhvr>
                                        </p:animEffect>
                                      </p:childTnLst>
                                    </p:cTn>
                                  </p:par>
                                  <p:par>
                                    <p:cTn id="10" presetID="53" presetClass="entr" presetSubtype="16" fill="hold" nodeType="withEffect">
                                      <p:stCondLst>
                                        <p:cond delay="250"/>
                                      </p:stCondLst>
                                      <p:childTnLst>
                                        <p:set>
                                          <p:cBhvr>
                                            <p:cTn id="11" dur="1" fill="hold">
                                              <p:stCondLst>
                                                <p:cond delay="0"/>
                                              </p:stCondLst>
                                            </p:cTn>
                                            <p:tgtEl>
                                              <p:spTgt spid="57"/>
                                            </p:tgtEl>
                                            <p:attrNameLst>
                                              <p:attrName>style.visibility</p:attrName>
                                            </p:attrNameLst>
                                          </p:cBhvr>
                                          <p:to>
                                            <p:strVal val="visible"/>
                                          </p:to>
                                        </p:set>
                                        <p:anim calcmode="lin" valueType="num">
                                          <p:cBhvr>
                                            <p:cTn id="12" dur="750" fill="hold"/>
                                            <p:tgtEl>
                                              <p:spTgt spid="57"/>
                                            </p:tgtEl>
                                            <p:attrNameLst>
                                              <p:attrName>ppt_w</p:attrName>
                                            </p:attrNameLst>
                                          </p:cBhvr>
                                          <p:tavLst>
                                            <p:tav tm="0">
                                              <p:val>
                                                <p:fltVal val="0"/>
                                              </p:val>
                                            </p:tav>
                                            <p:tav tm="100000">
                                              <p:val>
                                                <p:strVal val="#ppt_w"/>
                                              </p:val>
                                            </p:tav>
                                          </p:tavLst>
                                        </p:anim>
                                        <p:anim calcmode="lin" valueType="num">
                                          <p:cBhvr>
                                            <p:cTn id="13" dur="750" fill="hold"/>
                                            <p:tgtEl>
                                              <p:spTgt spid="57"/>
                                            </p:tgtEl>
                                            <p:attrNameLst>
                                              <p:attrName>ppt_h</p:attrName>
                                            </p:attrNameLst>
                                          </p:cBhvr>
                                          <p:tavLst>
                                            <p:tav tm="0">
                                              <p:val>
                                                <p:fltVal val="0"/>
                                              </p:val>
                                            </p:tav>
                                            <p:tav tm="100000">
                                              <p:val>
                                                <p:strVal val="#ppt_h"/>
                                              </p:val>
                                            </p:tav>
                                          </p:tavLst>
                                        </p:anim>
                                        <p:animEffect transition="in" filter="fade">
                                          <p:cBhvr>
                                            <p:cTn id="14" dur="750"/>
                                            <p:tgtEl>
                                              <p:spTgt spid="57"/>
                                            </p:tgtEl>
                                          </p:cBhvr>
                                        </p:animEffect>
                                      </p:childTnLst>
                                    </p:cTn>
                                  </p:par>
                                  <p:par>
                                    <p:cTn id="15" presetID="10" presetClass="entr" presetSubtype="0" fill="hold" nodeType="withEffect">
                                      <p:stCondLst>
                                        <p:cond delay="250"/>
                                      </p:stCondLst>
                                      <p:childTnLst>
                                        <p:set>
                                          <p:cBhvr>
                                            <p:cTn id="16" dur="1" fill="hold">
                                              <p:stCondLst>
                                                <p:cond delay="0"/>
                                              </p:stCondLst>
                                            </p:cTn>
                                            <p:tgtEl>
                                              <p:spTgt spid="50"/>
                                            </p:tgtEl>
                                            <p:attrNameLst>
                                              <p:attrName>style.visibility</p:attrName>
                                            </p:attrNameLst>
                                          </p:cBhvr>
                                          <p:to>
                                            <p:strVal val="visible"/>
                                          </p:to>
                                        </p:set>
                                        <p:animEffect transition="in" filter="fade">
                                          <p:cBhvr>
                                            <p:cTn id="17" dur="750"/>
                                            <p:tgtEl>
                                              <p:spTgt spid="50"/>
                                            </p:tgtEl>
                                          </p:cBhvr>
                                        </p:animEffect>
                                      </p:childTnLst>
                                    </p:cTn>
                                  </p:par>
                                  <p:par>
                                    <p:cTn id="18" presetID="10" presetClass="entr" presetSubtype="0" fill="hold" nodeType="withEffect">
                                      <p:stCondLst>
                                        <p:cond delay="500"/>
                                      </p:stCondLst>
                                      <p:childTnLst>
                                        <p:set>
                                          <p:cBhvr>
                                            <p:cTn id="19" dur="1" fill="hold">
                                              <p:stCondLst>
                                                <p:cond delay="0"/>
                                              </p:stCondLst>
                                            </p:cTn>
                                            <p:tgtEl>
                                              <p:spTgt spid="51"/>
                                            </p:tgtEl>
                                            <p:attrNameLst>
                                              <p:attrName>style.visibility</p:attrName>
                                            </p:attrNameLst>
                                          </p:cBhvr>
                                          <p:to>
                                            <p:strVal val="visible"/>
                                          </p:to>
                                        </p:set>
                                        <p:animEffect transition="in" filter="fade">
                                          <p:cBhvr>
                                            <p:cTn id="20" dur="750"/>
                                            <p:tgtEl>
                                              <p:spTgt spid="51"/>
                                            </p:tgtEl>
                                          </p:cBhvr>
                                        </p:animEffect>
                                      </p:childTnLst>
                                    </p:cTn>
                                  </p:par>
                                  <p:par>
                                    <p:cTn id="21" presetID="10" presetClass="entr" presetSubtype="0" fill="hold" nodeType="withEffect">
                                      <p:stCondLst>
                                        <p:cond delay="750"/>
                                      </p:stCondLst>
                                      <p:childTnLst>
                                        <p:set>
                                          <p:cBhvr>
                                            <p:cTn id="22" dur="1" fill="hold">
                                              <p:stCondLst>
                                                <p:cond delay="0"/>
                                              </p:stCondLst>
                                            </p:cTn>
                                            <p:tgtEl>
                                              <p:spTgt spid="52"/>
                                            </p:tgtEl>
                                            <p:attrNameLst>
                                              <p:attrName>style.visibility</p:attrName>
                                            </p:attrNameLst>
                                          </p:cBhvr>
                                          <p:to>
                                            <p:strVal val="visible"/>
                                          </p:to>
                                        </p:set>
                                        <p:animEffect transition="in" filter="fade">
                                          <p:cBhvr>
                                            <p:cTn id="23" dur="750"/>
                                            <p:tgtEl>
                                              <p:spTgt spid="52"/>
                                            </p:tgtEl>
                                          </p:cBhvr>
                                        </p:animEffect>
                                      </p:childTnLst>
                                    </p:cTn>
                                  </p:par>
                                  <p:par>
                                    <p:cTn id="24" presetID="10" presetClass="entr" presetSubtype="0" fill="hold" nodeType="withEffect">
                                      <p:stCondLst>
                                        <p:cond delay="100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750"/>
                                            <p:tgtEl>
                                              <p:spTgt spid="53"/>
                                            </p:tgtEl>
                                          </p:cBhvr>
                                        </p:animEffect>
                                      </p:childTnLst>
                                    </p:cTn>
                                  </p:par>
                                  <p:par>
                                    <p:cTn id="27" presetID="53" presetClass="entr" presetSubtype="16" fill="hold" nodeType="withEffect">
                                      <p:stCondLst>
                                        <p:cond delay="250"/>
                                      </p:stCondLst>
                                      <p:childTnLst>
                                        <p:set>
                                          <p:cBhvr>
                                            <p:cTn id="28" dur="1" fill="hold">
                                              <p:stCondLst>
                                                <p:cond delay="0"/>
                                              </p:stCondLst>
                                            </p:cTn>
                                            <p:tgtEl>
                                              <p:spTgt spid="71"/>
                                            </p:tgtEl>
                                            <p:attrNameLst>
                                              <p:attrName>style.visibility</p:attrName>
                                            </p:attrNameLst>
                                          </p:cBhvr>
                                          <p:to>
                                            <p:strVal val="visible"/>
                                          </p:to>
                                        </p:set>
                                        <p:anim calcmode="lin" valueType="num">
                                          <p:cBhvr>
                                            <p:cTn id="29" dur="750" fill="hold"/>
                                            <p:tgtEl>
                                              <p:spTgt spid="71"/>
                                            </p:tgtEl>
                                            <p:attrNameLst>
                                              <p:attrName>ppt_w</p:attrName>
                                            </p:attrNameLst>
                                          </p:cBhvr>
                                          <p:tavLst>
                                            <p:tav tm="0">
                                              <p:val>
                                                <p:fltVal val="0"/>
                                              </p:val>
                                            </p:tav>
                                            <p:tav tm="100000">
                                              <p:val>
                                                <p:strVal val="#ppt_w"/>
                                              </p:val>
                                            </p:tav>
                                          </p:tavLst>
                                        </p:anim>
                                        <p:anim calcmode="lin" valueType="num">
                                          <p:cBhvr>
                                            <p:cTn id="30" dur="750" fill="hold"/>
                                            <p:tgtEl>
                                              <p:spTgt spid="71"/>
                                            </p:tgtEl>
                                            <p:attrNameLst>
                                              <p:attrName>ppt_h</p:attrName>
                                            </p:attrNameLst>
                                          </p:cBhvr>
                                          <p:tavLst>
                                            <p:tav tm="0">
                                              <p:val>
                                                <p:fltVal val="0"/>
                                              </p:val>
                                            </p:tav>
                                            <p:tav tm="100000">
                                              <p:val>
                                                <p:strVal val="#ppt_h"/>
                                              </p:val>
                                            </p:tav>
                                          </p:tavLst>
                                        </p:anim>
                                        <p:animEffect transition="in" filter="fade">
                                          <p:cBhvr>
                                            <p:cTn id="31" dur="750"/>
                                            <p:tgtEl>
                                              <p:spTgt spid="71"/>
                                            </p:tgtEl>
                                          </p:cBhvr>
                                        </p:animEffect>
                                      </p:childTnLst>
                                    </p:cTn>
                                  </p:par>
                                  <p:par>
                                    <p:cTn id="32" presetID="53" presetClass="entr" presetSubtype="16" fill="hold" grpId="0" nodeType="withEffect">
                                      <p:stCondLst>
                                        <p:cond delay="350"/>
                                      </p:stCondLst>
                                      <p:childTnLst>
                                        <p:set>
                                          <p:cBhvr>
                                            <p:cTn id="33" dur="1" fill="hold">
                                              <p:stCondLst>
                                                <p:cond delay="0"/>
                                              </p:stCondLst>
                                            </p:cTn>
                                            <p:tgtEl>
                                              <p:spTgt spid="34"/>
                                            </p:tgtEl>
                                            <p:attrNameLst>
                                              <p:attrName>style.visibility</p:attrName>
                                            </p:attrNameLst>
                                          </p:cBhvr>
                                          <p:to>
                                            <p:strVal val="visible"/>
                                          </p:to>
                                        </p:set>
                                        <p:anim calcmode="lin" valueType="num">
                                          <p:cBhvr>
                                            <p:cTn id="34" dur="750" fill="hold"/>
                                            <p:tgtEl>
                                              <p:spTgt spid="34"/>
                                            </p:tgtEl>
                                            <p:attrNameLst>
                                              <p:attrName>ppt_w</p:attrName>
                                            </p:attrNameLst>
                                          </p:cBhvr>
                                          <p:tavLst>
                                            <p:tav tm="0">
                                              <p:val>
                                                <p:fltVal val="0"/>
                                              </p:val>
                                            </p:tav>
                                            <p:tav tm="100000">
                                              <p:val>
                                                <p:strVal val="#ppt_w"/>
                                              </p:val>
                                            </p:tav>
                                          </p:tavLst>
                                        </p:anim>
                                        <p:anim calcmode="lin" valueType="num">
                                          <p:cBhvr>
                                            <p:cTn id="35" dur="750" fill="hold"/>
                                            <p:tgtEl>
                                              <p:spTgt spid="34"/>
                                            </p:tgtEl>
                                            <p:attrNameLst>
                                              <p:attrName>ppt_h</p:attrName>
                                            </p:attrNameLst>
                                          </p:cBhvr>
                                          <p:tavLst>
                                            <p:tav tm="0">
                                              <p:val>
                                                <p:fltVal val="0"/>
                                              </p:val>
                                            </p:tav>
                                            <p:tav tm="100000">
                                              <p:val>
                                                <p:strVal val="#ppt_h"/>
                                              </p:val>
                                            </p:tav>
                                          </p:tavLst>
                                        </p:anim>
                                        <p:animEffect transition="in" filter="fade">
                                          <p:cBhvr>
                                            <p:cTn id="36" dur="750"/>
                                            <p:tgtEl>
                                              <p:spTgt spid="34"/>
                                            </p:tgtEl>
                                          </p:cBhvr>
                                        </p:animEffect>
                                      </p:childTnLst>
                                    </p:cTn>
                                  </p:par>
                                  <p:par>
                                    <p:cTn id="37" presetID="53" presetClass="entr" presetSubtype="16" fill="hold" nodeType="withEffect">
                                      <p:stCondLst>
                                        <p:cond delay="500"/>
                                      </p:stCondLst>
                                      <p:childTnLst>
                                        <p:set>
                                          <p:cBhvr>
                                            <p:cTn id="38" dur="1" fill="hold">
                                              <p:stCondLst>
                                                <p:cond delay="0"/>
                                              </p:stCondLst>
                                            </p:cTn>
                                            <p:tgtEl>
                                              <p:spTgt spid="68"/>
                                            </p:tgtEl>
                                            <p:attrNameLst>
                                              <p:attrName>style.visibility</p:attrName>
                                            </p:attrNameLst>
                                          </p:cBhvr>
                                          <p:to>
                                            <p:strVal val="visible"/>
                                          </p:to>
                                        </p:set>
                                        <p:anim calcmode="lin" valueType="num">
                                          <p:cBhvr>
                                            <p:cTn id="39" dur="750" fill="hold"/>
                                            <p:tgtEl>
                                              <p:spTgt spid="68"/>
                                            </p:tgtEl>
                                            <p:attrNameLst>
                                              <p:attrName>ppt_w</p:attrName>
                                            </p:attrNameLst>
                                          </p:cBhvr>
                                          <p:tavLst>
                                            <p:tav tm="0">
                                              <p:val>
                                                <p:fltVal val="0"/>
                                              </p:val>
                                            </p:tav>
                                            <p:tav tm="100000">
                                              <p:val>
                                                <p:strVal val="#ppt_w"/>
                                              </p:val>
                                            </p:tav>
                                          </p:tavLst>
                                        </p:anim>
                                        <p:anim calcmode="lin" valueType="num">
                                          <p:cBhvr>
                                            <p:cTn id="40" dur="750" fill="hold"/>
                                            <p:tgtEl>
                                              <p:spTgt spid="68"/>
                                            </p:tgtEl>
                                            <p:attrNameLst>
                                              <p:attrName>ppt_h</p:attrName>
                                            </p:attrNameLst>
                                          </p:cBhvr>
                                          <p:tavLst>
                                            <p:tav tm="0">
                                              <p:val>
                                                <p:fltVal val="0"/>
                                              </p:val>
                                            </p:tav>
                                            <p:tav tm="100000">
                                              <p:val>
                                                <p:strVal val="#ppt_h"/>
                                              </p:val>
                                            </p:tav>
                                          </p:tavLst>
                                        </p:anim>
                                        <p:animEffect transition="in" filter="fade">
                                          <p:cBhvr>
                                            <p:cTn id="41" dur="750"/>
                                            <p:tgtEl>
                                              <p:spTgt spid="68"/>
                                            </p:tgtEl>
                                          </p:cBhvr>
                                        </p:animEffect>
                                      </p:childTnLst>
                                    </p:cTn>
                                  </p:par>
                                  <p:par>
                                    <p:cTn id="42" presetID="53" presetClass="entr" presetSubtype="16" fill="hold" grpId="0" nodeType="withEffect">
                                      <p:stCondLst>
                                        <p:cond delay="600"/>
                                      </p:stCondLst>
                                      <p:childTnLst>
                                        <p:set>
                                          <p:cBhvr>
                                            <p:cTn id="43" dur="1" fill="hold">
                                              <p:stCondLst>
                                                <p:cond delay="0"/>
                                              </p:stCondLst>
                                            </p:cTn>
                                            <p:tgtEl>
                                              <p:spTgt spid="33"/>
                                            </p:tgtEl>
                                            <p:attrNameLst>
                                              <p:attrName>style.visibility</p:attrName>
                                            </p:attrNameLst>
                                          </p:cBhvr>
                                          <p:to>
                                            <p:strVal val="visible"/>
                                          </p:to>
                                        </p:set>
                                        <p:anim calcmode="lin" valueType="num">
                                          <p:cBhvr>
                                            <p:cTn id="44" dur="750" fill="hold"/>
                                            <p:tgtEl>
                                              <p:spTgt spid="33"/>
                                            </p:tgtEl>
                                            <p:attrNameLst>
                                              <p:attrName>ppt_w</p:attrName>
                                            </p:attrNameLst>
                                          </p:cBhvr>
                                          <p:tavLst>
                                            <p:tav tm="0">
                                              <p:val>
                                                <p:fltVal val="0"/>
                                              </p:val>
                                            </p:tav>
                                            <p:tav tm="100000">
                                              <p:val>
                                                <p:strVal val="#ppt_w"/>
                                              </p:val>
                                            </p:tav>
                                          </p:tavLst>
                                        </p:anim>
                                        <p:anim calcmode="lin" valueType="num">
                                          <p:cBhvr>
                                            <p:cTn id="45" dur="750" fill="hold"/>
                                            <p:tgtEl>
                                              <p:spTgt spid="33"/>
                                            </p:tgtEl>
                                            <p:attrNameLst>
                                              <p:attrName>ppt_h</p:attrName>
                                            </p:attrNameLst>
                                          </p:cBhvr>
                                          <p:tavLst>
                                            <p:tav tm="0">
                                              <p:val>
                                                <p:fltVal val="0"/>
                                              </p:val>
                                            </p:tav>
                                            <p:tav tm="100000">
                                              <p:val>
                                                <p:strVal val="#ppt_h"/>
                                              </p:val>
                                            </p:tav>
                                          </p:tavLst>
                                        </p:anim>
                                        <p:animEffect transition="in" filter="fade">
                                          <p:cBhvr>
                                            <p:cTn id="46" dur="750"/>
                                            <p:tgtEl>
                                              <p:spTgt spid="33"/>
                                            </p:tgtEl>
                                          </p:cBhvr>
                                        </p:animEffect>
                                      </p:childTnLst>
                                    </p:cTn>
                                  </p:par>
                                  <p:par>
                                    <p:cTn id="47" presetID="53" presetClass="entr" presetSubtype="16" fill="hold" nodeType="withEffect">
                                      <p:stCondLst>
                                        <p:cond delay="750"/>
                                      </p:stCondLst>
                                      <p:childTnLst>
                                        <p:set>
                                          <p:cBhvr>
                                            <p:cTn id="48" dur="1" fill="hold">
                                              <p:stCondLst>
                                                <p:cond delay="0"/>
                                              </p:stCondLst>
                                            </p:cTn>
                                            <p:tgtEl>
                                              <p:spTgt spid="80"/>
                                            </p:tgtEl>
                                            <p:attrNameLst>
                                              <p:attrName>style.visibility</p:attrName>
                                            </p:attrNameLst>
                                          </p:cBhvr>
                                          <p:to>
                                            <p:strVal val="visible"/>
                                          </p:to>
                                        </p:set>
                                        <p:anim calcmode="lin" valueType="num">
                                          <p:cBhvr>
                                            <p:cTn id="49" dur="750" fill="hold"/>
                                            <p:tgtEl>
                                              <p:spTgt spid="80"/>
                                            </p:tgtEl>
                                            <p:attrNameLst>
                                              <p:attrName>ppt_w</p:attrName>
                                            </p:attrNameLst>
                                          </p:cBhvr>
                                          <p:tavLst>
                                            <p:tav tm="0">
                                              <p:val>
                                                <p:fltVal val="0"/>
                                              </p:val>
                                            </p:tav>
                                            <p:tav tm="100000">
                                              <p:val>
                                                <p:strVal val="#ppt_w"/>
                                              </p:val>
                                            </p:tav>
                                          </p:tavLst>
                                        </p:anim>
                                        <p:anim calcmode="lin" valueType="num">
                                          <p:cBhvr>
                                            <p:cTn id="50" dur="750" fill="hold"/>
                                            <p:tgtEl>
                                              <p:spTgt spid="80"/>
                                            </p:tgtEl>
                                            <p:attrNameLst>
                                              <p:attrName>ppt_h</p:attrName>
                                            </p:attrNameLst>
                                          </p:cBhvr>
                                          <p:tavLst>
                                            <p:tav tm="0">
                                              <p:val>
                                                <p:fltVal val="0"/>
                                              </p:val>
                                            </p:tav>
                                            <p:tav tm="100000">
                                              <p:val>
                                                <p:strVal val="#ppt_h"/>
                                              </p:val>
                                            </p:tav>
                                          </p:tavLst>
                                        </p:anim>
                                        <p:animEffect transition="in" filter="fade">
                                          <p:cBhvr>
                                            <p:cTn id="51" dur="750"/>
                                            <p:tgtEl>
                                              <p:spTgt spid="80"/>
                                            </p:tgtEl>
                                          </p:cBhvr>
                                        </p:animEffect>
                                      </p:childTnLst>
                                    </p:cTn>
                                  </p:par>
                                  <p:par>
                                    <p:cTn id="52" presetID="53" presetClass="entr" presetSubtype="16" fill="hold" grpId="0" nodeType="withEffect">
                                      <p:stCondLst>
                                        <p:cond delay="850"/>
                                      </p:stCondLst>
                                      <p:childTnLst>
                                        <p:set>
                                          <p:cBhvr>
                                            <p:cTn id="53" dur="1" fill="hold">
                                              <p:stCondLst>
                                                <p:cond delay="0"/>
                                              </p:stCondLst>
                                            </p:cTn>
                                            <p:tgtEl>
                                              <p:spTgt spid="32"/>
                                            </p:tgtEl>
                                            <p:attrNameLst>
                                              <p:attrName>style.visibility</p:attrName>
                                            </p:attrNameLst>
                                          </p:cBhvr>
                                          <p:to>
                                            <p:strVal val="visible"/>
                                          </p:to>
                                        </p:set>
                                        <p:anim calcmode="lin" valueType="num">
                                          <p:cBhvr>
                                            <p:cTn id="54" dur="750" fill="hold"/>
                                            <p:tgtEl>
                                              <p:spTgt spid="32"/>
                                            </p:tgtEl>
                                            <p:attrNameLst>
                                              <p:attrName>ppt_w</p:attrName>
                                            </p:attrNameLst>
                                          </p:cBhvr>
                                          <p:tavLst>
                                            <p:tav tm="0">
                                              <p:val>
                                                <p:fltVal val="0"/>
                                              </p:val>
                                            </p:tav>
                                            <p:tav tm="100000">
                                              <p:val>
                                                <p:strVal val="#ppt_w"/>
                                              </p:val>
                                            </p:tav>
                                          </p:tavLst>
                                        </p:anim>
                                        <p:anim calcmode="lin" valueType="num">
                                          <p:cBhvr>
                                            <p:cTn id="55" dur="750" fill="hold"/>
                                            <p:tgtEl>
                                              <p:spTgt spid="32"/>
                                            </p:tgtEl>
                                            <p:attrNameLst>
                                              <p:attrName>ppt_h</p:attrName>
                                            </p:attrNameLst>
                                          </p:cBhvr>
                                          <p:tavLst>
                                            <p:tav tm="0">
                                              <p:val>
                                                <p:fltVal val="0"/>
                                              </p:val>
                                            </p:tav>
                                            <p:tav tm="100000">
                                              <p:val>
                                                <p:strVal val="#ppt_h"/>
                                              </p:val>
                                            </p:tav>
                                          </p:tavLst>
                                        </p:anim>
                                        <p:animEffect transition="in" filter="fade">
                                          <p:cBhvr>
                                            <p:cTn id="56" dur="750"/>
                                            <p:tgtEl>
                                              <p:spTgt spid="32"/>
                                            </p:tgtEl>
                                          </p:cBhvr>
                                        </p:animEffect>
                                      </p:childTnLst>
                                    </p:cTn>
                                  </p:par>
                                  <p:par>
                                    <p:cTn id="57" presetID="53" presetClass="entr" presetSubtype="16" fill="hold" nodeType="withEffect">
                                      <p:stCondLst>
                                        <p:cond delay="1000"/>
                                      </p:stCondLst>
                                      <p:childTnLst>
                                        <p:set>
                                          <p:cBhvr>
                                            <p:cTn id="58" dur="1" fill="hold">
                                              <p:stCondLst>
                                                <p:cond delay="0"/>
                                              </p:stCondLst>
                                            </p:cTn>
                                            <p:tgtEl>
                                              <p:spTgt spid="70"/>
                                            </p:tgtEl>
                                            <p:attrNameLst>
                                              <p:attrName>style.visibility</p:attrName>
                                            </p:attrNameLst>
                                          </p:cBhvr>
                                          <p:to>
                                            <p:strVal val="visible"/>
                                          </p:to>
                                        </p:set>
                                        <p:anim calcmode="lin" valueType="num">
                                          <p:cBhvr>
                                            <p:cTn id="59" dur="750" fill="hold"/>
                                            <p:tgtEl>
                                              <p:spTgt spid="70"/>
                                            </p:tgtEl>
                                            <p:attrNameLst>
                                              <p:attrName>ppt_w</p:attrName>
                                            </p:attrNameLst>
                                          </p:cBhvr>
                                          <p:tavLst>
                                            <p:tav tm="0">
                                              <p:val>
                                                <p:fltVal val="0"/>
                                              </p:val>
                                            </p:tav>
                                            <p:tav tm="100000">
                                              <p:val>
                                                <p:strVal val="#ppt_w"/>
                                              </p:val>
                                            </p:tav>
                                          </p:tavLst>
                                        </p:anim>
                                        <p:anim calcmode="lin" valueType="num">
                                          <p:cBhvr>
                                            <p:cTn id="60" dur="750" fill="hold"/>
                                            <p:tgtEl>
                                              <p:spTgt spid="70"/>
                                            </p:tgtEl>
                                            <p:attrNameLst>
                                              <p:attrName>ppt_h</p:attrName>
                                            </p:attrNameLst>
                                          </p:cBhvr>
                                          <p:tavLst>
                                            <p:tav tm="0">
                                              <p:val>
                                                <p:fltVal val="0"/>
                                              </p:val>
                                            </p:tav>
                                            <p:tav tm="100000">
                                              <p:val>
                                                <p:strVal val="#ppt_h"/>
                                              </p:val>
                                            </p:tav>
                                          </p:tavLst>
                                        </p:anim>
                                        <p:animEffect transition="in" filter="fade">
                                          <p:cBhvr>
                                            <p:cTn id="61" dur="750"/>
                                            <p:tgtEl>
                                              <p:spTgt spid="70"/>
                                            </p:tgtEl>
                                          </p:cBhvr>
                                        </p:animEffect>
                                      </p:childTnLst>
                                    </p:cTn>
                                  </p:par>
                                  <p:par>
                                    <p:cTn id="62" presetID="53" presetClass="entr" presetSubtype="16" fill="hold" grpId="0" nodeType="withEffect">
                                      <p:stCondLst>
                                        <p:cond delay="1250"/>
                                      </p:stCondLst>
                                      <p:childTnLst>
                                        <p:set>
                                          <p:cBhvr>
                                            <p:cTn id="63" dur="1" fill="hold">
                                              <p:stCondLst>
                                                <p:cond delay="0"/>
                                              </p:stCondLst>
                                            </p:cTn>
                                            <p:tgtEl>
                                              <p:spTgt spid="31"/>
                                            </p:tgtEl>
                                            <p:attrNameLst>
                                              <p:attrName>style.visibility</p:attrName>
                                            </p:attrNameLst>
                                          </p:cBhvr>
                                          <p:to>
                                            <p:strVal val="visible"/>
                                          </p:to>
                                        </p:set>
                                        <p:anim calcmode="lin" valueType="num">
                                          <p:cBhvr>
                                            <p:cTn id="64" dur="750" fill="hold"/>
                                            <p:tgtEl>
                                              <p:spTgt spid="31"/>
                                            </p:tgtEl>
                                            <p:attrNameLst>
                                              <p:attrName>ppt_w</p:attrName>
                                            </p:attrNameLst>
                                          </p:cBhvr>
                                          <p:tavLst>
                                            <p:tav tm="0">
                                              <p:val>
                                                <p:fltVal val="0"/>
                                              </p:val>
                                            </p:tav>
                                            <p:tav tm="100000">
                                              <p:val>
                                                <p:strVal val="#ppt_w"/>
                                              </p:val>
                                            </p:tav>
                                          </p:tavLst>
                                        </p:anim>
                                        <p:anim calcmode="lin" valueType="num">
                                          <p:cBhvr>
                                            <p:cTn id="65" dur="750" fill="hold"/>
                                            <p:tgtEl>
                                              <p:spTgt spid="31"/>
                                            </p:tgtEl>
                                            <p:attrNameLst>
                                              <p:attrName>ppt_h</p:attrName>
                                            </p:attrNameLst>
                                          </p:cBhvr>
                                          <p:tavLst>
                                            <p:tav tm="0">
                                              <p:val>
                                                <p:fltVal val="0"/>
                                              </p:val>
                                            </p:tav>
                                            <p:tav tm="100000">
                                              <p:val>
                                                <p:strVal val="#ppt_h"/>
                                              </p:val>
                                            </p:tav>
                                          </p:tavLst>
                                        </p:anim>
                                        <p:animEffect transition="in" filter="fade">
                                          <p:cBhvr>
                                            <p:cTn id="66" dur="750"/>
                                            <p:tgtEl>
                                              <p:spTgt spid="31"/>
                                            </p:tgtEl>
                                          </p:cBhvr>
                                        </p:animEffect>
                                      </p:childTnLst>
                                    </p:cTn>
                                  </p:par>
                                  <p:par>
                                    <p:cTn id="67" presetID="53" presetClass="entr" presetSubtype="16" fill="hold" grpId="0" nodeType="withEffect">
                                      <p:stCondLst>
                                        <p:cond delay="450"/>
                                      </p:stCondLst>
                                      <p:childTnLst>
                                        <p:set>
                                          <p:cBhvr>
                                            <p:cTn id="68" dur="1" fill="hold">
                                              <p:stCondLst>
                                                <p:cond delay="0"/>
                                              </p:stCondLst>
                                            </p:cTn>
                                            <p:tgtEl>
                                              <p:spTgt spid="38"/>
                                            </p:tgtEl>
                                            <p:attrNameLst>
                                              <p:attrName>style.visibility</p:attrName>
                                            </p:attrNameLst>
                                          </p:cBhvr>
                                          <p:to>
                                            <p:strVal val="visible"/>
                                          </p:to>
                                        </p:set>
                                        <p:anim calcmode="lin" valueType="num">
                                          <p:cBhvr>
                                            <p:cTn id="69" dur="750" fill="hold"/>
                                            <p:tgtEl>
                                              <p:spTgt spid="38"/>
                                            </p:tgtEl>
                                            <p:attrNameLst>
                                              <p:attrName>ppt_w</p:attrName>
                                            </p:attrNameLst>
                                          </p:cBhvr>
                                          <p:tavLst>
                                            <p:tav tm="0">
                                              <p:val>
                                                <p:fltVal val="0"/>
                                              </p:val>
                                            </p:tav>
                                            <p:tav tm="100000">
                                              <p:val>
                                                <p:strVal val="#ppt_w"/>
                                              </p:val>
                                            </p:tav>
                                          </p:tavLst>
                                        </p:anim>
                                        <p:anim calcmode="lin" valueType="num">
                                          <p:cBhvr>
                                            <p:cTn id="70" dur="750" fill="hold"/>
                                            <p:tgtEl>
                                              <p:spTgt spid="38"/>
                                            </p:tgtEl>
                                            <p:attrNameLst>
                                              <p:attrName>ppt_h</p:attrName>
                                            </p:attrNameLst>
                                          </p:cBhvr>
                                          <p:tavLst>
                                            <p:tav tm="0">
                                              <p:val>
                                                <p:fltVal val="0"/>
                                              </p:val>
                                            </p:tav>
                                            <p:tav tm="100000">
                                              <p:val>
                                                <p:strVal val="#ppt_h"/>
                                              </p:val>
                                            </p:tav>
                                          </p:tavLst>
                                        </p:anim>
                                        <p:animEffect transition="in" filter="fade">
                                          <p:cBhvr>
                                            <p:cTn id="71" dur="750"/>
                                            <p:tgtEl>
                                              <p:spTgt spid="38"/>
                                            </p:tgtEl>
                                          </p:cBhvr>
                                        </p:animEffect>
                                      </p:childTnLst>
                                    </p:cTn>
                                  </p:par>
                                  <p:par>
                                    <p:cTn id="72" presetID="53" presetClass="entr" presetSubtype="16" fill="hold" grpId="0" nodeType="withEffect">
                                      <p:stCondLst>
                                        <p:cond delay="750"/>
                                      </p:stCondLst>
                                      <p:childTnLst>
                                        <p:set>
                                          <p:cBhvr>
                                            <p:cTn id="73" dur="1" fill="hold">
                                              <p:stCondLst>
                                                <p:cond delay="0"/>
                                              </p:stCondLst>
                                            </p:cTn>
                                            <p:tgtEl>
                                              <p:spTgt spid="35"/>
                                            </p:tgtEl>
                                            <p:attrNameLst>
                                              <p:attrName>style.visibility</p:attrName>
                                            </p:attrNameLst>
                                          </p:cBhvr>
                                          <p:to>
                                            <p:strVal val="visible"/>
                                          </p:to>
                                        </p:set>
                                        <p:anim calcmode="lin" valueType="num">
                                          <p:cBhvr>
                                            <p:cTn id="74" dur="750" fill="hold"/>
                                            <p:tgtEl>
                                              <p:spTgt spid="35"/>
                                            </p:tgtEl>
                                            <p:attrNameLst>
                                              <p:attrName>ppt_w</p:attrName>
                                            </p:attrNameLst>
                                          </p:cBhvr>
                                          <p:tavLst>
                                            <p:tav tm="0">
                                              <p:val>
                                                <p:fltVal val="0"/>
                                              </p:val>
                                            </p:tav>
                                            <p:tav tm="100000">
                                              <p:val>
                                                <p:strVal val="#ppt_w"/>
                                              </p:val>
                                            </p:tav>
                                          </p:tavLst>
                                        </p:anim>
                                        <p:anim calcmode="lin" valueType="num">
                                          <p:cBhvr>
                                            <p:cTn id="75" dur="750" fill="hold"/>
                                            <p:tgtEl>
                                              <p:spTgt spid="35"/>
                                            </p:tgtEl>
                                            <p:attrNameLst>
                                              <p:attrName>ppt_h</p:attrName>
                                            </p:attrNameLst>
                                          </p:cBhvr>
                                          <p:tavLst>
                                            <p:tav tm="0">
                                              <p:val>
                                                <p:fltVal val="0"/>
                                              </p:val>
                                            </p:tav>
                                            <p:tav tm="100000">
                                              <p:val>
                                                <p:strVal val="#ppt_h"/>
                                              </p:val>
                                            </p:tav>
                                          </p:tavLst>
                                        </p:anim>
                                        <p:animEffect transition="in" filter="fade">
                                          <p:cBhvr>
                                            <p:cTn id="76" dur="750"/>
                                            <p:tgtEl>
                                              <p:spTgt spid="35"/>
                                            </p:tgtEl>
                                          </p:cBhvr>
                                        </p:animEffect>
                                      </p:childTnLst>
                                    </p:cTn>
                                  </p:par>
                                  <p:par>
                                    <p:cTn id="77" presetID="53" presetClass="entr" presetSubtype="16" fill="hold" grpId="0" nodeType="withEffect">
                                      <p:stCondLst>
                                        <p:cond delay="1000"/>
                                      </p:stCondLst>
                                      <p:childTnLst>
                                        <p:set>
                                          <p:cBhvr>
                                            <p:cTn id="78" dur="1" fill="hold">
                                              <p:stCondLst>
                                                <p:cond delay="0"/>
                                              </p:stCondLst>
                                            </p:cTn>
                                            <p:tgtEl>
                                              <p:spTgt spid="37"/>
                                            </p:tgtEl>
                                            <p:attrNameLst>
                                              <p:attrName>style.visibility</p:attrName>
                                            </p:attrNameLst>
                                          </p:cBhvr>
                                          <p:to>
                                            <p:strVal val="visible"/>
                                          </p:to>
                                        </p:set>
                                        <p:anim calcmode="lin" valueType="num">
                                          <p:cBhvr>
                                            <p:cTn id="79" dur="750" fill="hold"/>
                                            <p:tgtEl>
                                              <p:spTgt spid="37"/>
                                            </p:tgtEl>
                                            <p:attrNameLst>
                                              <p:attrName>ppt_w</p:attrName>
                                            </p:attrNameLst>
                                          </p:cBhvr>
                                          <p:tavLst>
                                            <p:tav tm="0">
                                              <p:val>
                                                <p:fltVal val="0"/>
                                              </p:val>
                                            </p:tav>
                                            <p:tav tm="100000">
                                              <p:val>
                                                <p:strVal val="#ppt_w"/>
                                              </p:val>
                                            </p:tav>
                                          </p:tavLst>
                                        </p:anim>
                                        <p:anim calcmode="lin" valueType="num">
                                          <p:cBhvr>
                                            <p:cTn id="80" dur="750" fill="hold"/>
                                            <p:tgtEl>
                                              <p:spTgt spid="37"/>
                                            </p:tgtEl>
                                            <p:attrNameLst>
                                              <p:attrName>ppt_h</p:attrName>
                                            </p:attrNameLst>
                                          </p:cBhvr>
                                          <p:tavLst>
                                            <p:tav tm="0">
                                              <p:val>
                                                <p:fltVal val="0"/>
                                              </p:val>
                                            </p:tav>
                                            <p:tav tm="100000">
                                              <p:val>
                                                <p:strVal val="#ppt_h"/>
                                              </p:val>
                                            </p:tav>
                                          </p:tavLst>
                                        </p:anim>
                                        <p:animEffect transition="in" filter="fade">
                                          <p:cBhvr>
                                            <p:cTn id="81" dur="750"/>
                                            <p:tgtEl>
                                              <p:spTgt spid="37"/>
                                            </p:tgtEl>
                                          </p:cBhvr>
                                        </p:animEffect>
                                      </p:childTnLst>
                                    </p:cTn>
                                  </p:par>
                                  <p:par>
                                    <p:cTn id="82" presetID="53" presetClass="entr" presetSubtype="16" fill="hold" grpId="0" nodeType="withEffect">
                                      <p:stCondLst>
                                        <p:cond delay="1400"/>
                                      </p:stCondLst>
                                      <p:childTnLst>
                                        <p:set>
                                          <p:cBhvr>
                                            <p:cTn id="83" dur="1" fill="hold">
                                              <p:stCondLst>
                                                <p:cond delay="0"/>
                                              </p:stCondLst>
                                            </p:cTn>
                                            <p:tgtEl>
                                              <p:spTgt spid="36"/>
                                            </p:tgtEl>
                                            <p:attrNameLst>
                                              <p:attrName>style.visibility</p:attrName>
                                            </p:attrNameLst>
                                          </p:cBhvr>
                                          <p:to>
                                            <p:strVal val="visible"/>
                                          </p:to>
                                        </p:set>
                                        <p:anim calcmode="lin" valueType="num">
                                          <p:cBhvr>
                                            <p:cTn id="84" dur="750" fill="hold"/>
                                            <p:tgtEl>
                                              <p:spTgt spid="36"/>
                                            </p:tgtEl>
                                            <p:attrNameLst>
                                              <p:attrName>ppt_w</p:attrName>
                                            </p:attrNameLst>
                                          </p:cBhvr>
                                          <p:tavLst>
                                            <p:tav tm="0">
                                              <p:val>
                                                <p:fltVal val="0"/>
                                              </p:val>
                                            </p:tav>
                                            <p:tav tm="100000">
                                              <p:val>
                                                <p:strVal val="#ppt_w"/>
                                              </p:val>
                                            </p:tav>
                                          </p:tavLst>
                                        </p:anim>
                                        <p:anim calcmode="lin" valueType="num">
                                          <p:cBhvr>
                                            <p:cTn id="85" dur="750" fill="hold"/>
                                            <p:tgtEl>
                                              <p:spTgt spid="36"/>
                                            </p:tgtEl>
                                            <p:attrNameLst>
                                              <p:attrName>ppt_h</p:attrName>
                                            </p:attrNameLst>
                                          </p:cBhvr>
                                          <p:tavLst>
                                            <p:tav tm="0">
                                              <p:val>
                                                <p:fltVal val="0"/>
                                              </p:val>
                                            </p:tav>
                                            <p:tav tm="100000">
                                              <p:val>
                                                <p:strVal val="#ppt_h"/>
                                              </p:val>
                                            </p:tav>
                                          </p:tavLst>
                                        </p:anim>
                                        <p:animEffect transition="in" filter="fade">
                                          <p:cBhvr>
                                            <p:cTn id="86" dur="750"/>
                                            <p:tgtEl>
                                              <p:spTgt spid="36"/>
                                            </p:tgtEl>
                                          </p:cBhvr>
                                        </p:animEffect>
                                      </p:childTnLst>
                                    </p:cTn>
                                  </p:par>
                                  <p:par>
                                    <p:cTn id="87" presetID="2" presetClass="entr" presetSubtype="8" fill="hold" grpId="0" nodeType="withEffect" p14:presetBounceEnd="67000">
                                      <p:stCondLst>
                                        <p:cond delay="250"/>
                                      </p:stCondLst>
                                      <p:childTnLst>
                                        <p:set>
                                          <p:cBhvr>
                                            <p:cTn id="88" dur="1" fill="hold">
                                              <p:stCondLst>
                                                <p:cond delay="0"/>
                                              </p:stCondLst>
                                            </p:cTn>
                                            <p:tgtEl>
                                              <p:spTgt spid="82"/>
                                            </p:tgtEl>
                                            <p:attrNameLst>
                                              <p:attrName>style.visibility</p:attrName>
                                            </p:attrNameLst>
                                          </p:cBhvr>
                                          <p:to>
                                            <p:strVal val="visible"/>
                                          </p:to>
                                        </p:set>
                                        <p:anim calcmode="lin" valueType="num" p14:bounceEnd="67000">
                                          <p:cBhvr additive="base">
                                            <p:cTn id="89" dur="1000" fill="hold"/>
                                            <p:tgtEl>
                                              <p:spTgt spid="82"/>
                                            </p:tgtEl>
                                            <p:attrNameLst>
                                              <p:attrName>ppt_x</p:attrName>
                                            </p:attrNameLst>
                                          </p:cBhvr>
                                          <p:tavLst>
                                            <p:tav tm="0">
                                              <p:val>
                                                <p:strVal val="0-#ppt_w/2"/>
                                              </p:val>
                                            </p:tav>
                                            <p:tav tm="100000">
                                              <p:val>
                                                <p:strVal val="#ppt_x"/>
                                              </p:val>
                                            </p:tav>
                                          </p:tavLst>
                                        </p:anim>
                                        <p:anim calcmode="lin" valueType="num" p14:bounceEnd="67000">
                                          <p:cBhvr additive="base">
                                            <p:cTn id="90" dur="1000" fill="hold"/>
                                            <p:tgtEl>
                                              <p:spTgt spid="82"/>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14:presetBounceEnd="67000">
                                      <p:stCondLst>
                                        <p:cond delay="250"/>
                                      </p:stCondLst>
                                      <p:childTnLst>
                                        <p:set>
                                          <p:cBhvr>
                                            <p:cTn id="92" dur="1" fill="hold">
                                              <p:stCondLst>
                                                <p:cond delay="0"/>
                                              </p:stCondLst>
                                            </p:cTn>
                                            <p:tgtEl>
                                              <p:spTgt spid="81"/>
                                            </p:tgtEl>
                                            <p:attrNameLst>
                                              <p:attrName>style.visibility</p:attrName>
                                            </p:attrNameLst>
                                          </p:cBhvr>
                                          <p:to>
                                            <p:strVal val="visible"/>
                                          </p:to>
                                        </p:set>
                                        <p:anim calcmode="lin" valueType="num" p14:bounceEnd="67000">
                                          <p:cBhvr additive="base">
                                            <p:cTn id="93" dur="1000" fill="hold"/>
                                            <p:tgtEl>
                                              <p:spTgt spid="81"/>
                                            </p:tgtEl>
                                            <p:attrNameLst>
                                              <p:attrName>ppt_x</p:attrName>
                                            </p:attrNameLst>
                                          </p:cBhvr>
                                          <p:tavLst>
                                            <p:tav tm="0">
                                              <p:val>
                                                <p:strVal val="0-#ppt_w/2"/>
                                              </p:val>
                                            </p:tav>
                                            <p:tav tm="100000">
                                              <p:val>
                                                <p:strVal val="#ppt_x"/>
                                              </p:val>
                                            </p:tav>
                                          </p:tavLst>
                                        </p:anim>
                                        <p:anim calcmode="lin" valueType="num" p14:bounceEnd="67000">
                                          <p:cBhvr additive="base">
                                            <p:cTn id="94" dur="1000" fill="hold"/>
                                            <p:tgtEl>
                                              <p:spTgt spid="81"/>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14:presetBounceEnd="67000">
                                      <p:stCondLst>
                                        <p:cond delay="500"/>
                                      </p:stCondLst>
                                      <p:childTnLst>
                                        <p:set>
                                          <p:cBhvr>
                                            <p:cTn id="96" dur="1" fill="hold">
                                              <p:stCondLst>
                                                <p:cond delay="0"/>
                                              </p:stCondLst>
                                            </p:cTn>
                                            <p:tgtEl>
                                              <p:spTgt spid="69"/>
                                            </p:tgtEl>
                                            <p:attrNameLst>
                                              <p:attrName>style.visibility</p:attrName>
                                            </p:attrNameLst>
                                          </p:cBhvr>
                                          <p:to>
                                            <p:strVal val="visible"/>
                                          </p:to>
                                        </p:set>
                                        <p:anim calcmode="lin" valueType="num" p14:bounceEnd="67000">
                                          <p:cBhvr additive="base">
                                            <p:cTn id="97" dur="1000" fill="hold"/>
                                            <p:tgtEl>
                                              <p:spTgt spid="69"/>
                                            </p:tgtEl>
                                            <p:attrNameLst>
                                              <p:attrName>ppt_x</p:attrName>
                                            </p:attrNameLst>
                                          </p:cBhvr>
                                          <p:tavLst>
                                            <p:tav tm="0">
                                              <p:val>
                                                <p:strVal val="0-#ppt_w/2"/>
                                              </p:val>
                                            </p:tav>
                                            <p:tav tm="100000">
                                              <p:val>
                                                <p:strVal val="#ppt_x"/>
                                              </p:val>
                                            </p:tav>
                                          </p:tavLst>
                                        </p:anim>
                                        <p:anim calcmode="lin" valueType="num" p14:bounceEnd="67000">
                                          <p:cBhvr additive="base">
                                            <p:cTn id="98" dur="1000" fill="hold"/>
                                            <p:tgtEl>
                                              <p:spTgt spid="69"/>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14:presetBounceEnd="67000">
                                      <p:stCondLst>
                                        <p:cond delay="500"/>
                                      </p:stCondLst>
                                      <p:childTnLst>
                                        <p:set>
                                          <p:cBhvr>
                                            <p:cTn id="100" dur="1" fill="hold">
                                              <p:stCondLst>
                                                <p:cond delay="0"/>
                                              </p:stCondLst>
                                            </p:cTn>
                                            <p:tgtEl>
                                              <p:spTgt spid="64"/>
                                            </p:tgtEl>
                                            <p:attrNameLst>
                                              <p:attrName>style.visibility</p:attrName>
                                            </p:attrNameLst>
                                          </p:cBhvr>
                                          <p:to>
                                            <p:strVal val="visible"/>
                                          </p:to>
                                        </p:set>
                                        <p:anim calcmode="lin" valueType="num" p14:bounceEnd="67000">
                                          <p:cBhvr additive="base">
                                            <p:cTn id="101" dur="1000" fill="hold"/>
                                            <p:tgtEl>
                                              <p:spTgt spid="64"/>
                                            </p:tgtEl>
                                            <p:attrNameLst>
                                              <p:attrName>ppt_x</p:attrName>
                                            </p:attrNameLst>
                                          </p:cBhvr>
                                          <p:tavLst>
                                            <p:tav tm="0">
                                              <p:val>
                                                <p:strVal val="0-#ppt_w/2"/>
                                              </p:val>
                                            </p:tav>
                                            <p:tav tm="100000">
                                              <p:val>
                                                <p:strVal val="#ppt_x"/>
                                              </p:val>
                                            </p:tav>
                                          </p:tavLst>
                                        </p:anim>
                                        <p:anim calcmode="lin" valueType="num" p14:bounceEnd="67000">
                                          <p:cBhvr additive="base">
                                            <p:cTn id="102" dur="1000" fill="hold"/>
                                            <p:tgtEl>
                                              <p:spTgt spid="64"/>
                                            </p:tgtEl>
                                            <p:attrNameLst>
                                              <p:attrName>ppt_y</p:attrName>
                                            </p:attrNameLst>
                                          </p:cBhvr>
                                          <p:tavLst>
                                            <p:tav tm="0">
                                              <p:val>
                                                <p:strVal val="#ppt_y"/>
                                              </p:val>
                                            </p:tav>
                                            <p:tav tm="100000">
                                              <p:val>
                                                <p:strVal val="#ppt_y"/>
                                              </p:val>
                                            </p:tav>
                                          </p:tavLst>
                                        </p:anim>
                                      </p:childTnLst>
                                    </p:cTn>
                                  </p:par>
                                  <p:par>
                                    <p:cTn id="103" presetID="2" presetClass="entr" presetSubtype="2" fill="hold" grpId="0" nodeType="withEffect" p14:presetBounceEnd="67000">
                                      <p:stCondLst>
                                        <p:cond delay="750"/>
                                      </p:stCondLst>
                                      <p:childTnLst>
                                        <p:set>
                                          <p:cBhvr>
                                            <p:cTn id="104" dur="1" fill="hold">
                                              <p:stCondLst>
                                                <p:cond delay="0"/>
                                              </p:stCondLst>
                                            </p:cTn>
                                            <p:tgtEl>
                                              <p:spTgt spid="65"/>
                                            </p:tgtEl>
                                            <p:attrNameLst>
                                              <p:attrName>style.visibility</p:attrName>
                                            </p:attrNameLst>
                                          </p:cBhvr>
                                          <p:to>
                                            <p:strVal val="visible"/>
                                          </p:to>
                                        </p:set>
                                        <p:anim calcmode="lin" valueType="num" p14:bounceEnd="67000">
                                          <p:cBhvr additive="base">
                                            <p:cTn id="105" dur="1000" fill="hold"/>
                                            <p:tgtEl>
                                              <p:spTgt spid="65"/>
                                            </p:tgtEl>
                                            <p:attrNameLst>
                                              <p:attrName>ppt_x</p:attrName>
                                            </p:attrNameLst>
                                          </p:cBhvr>
                                          <p:tavLst>
                                            <p:tav tm="0">
                                              <p:val>
                                                <p:strVal val="1+#ppt_w/2"/>
                                              </p:val>
                                            </p:tav>
                                            <p:tav tm="100000">
                                              <p:val>
                                                <p:strVal val="#ppt_x"/>
                                              </p:val>
                                            </p:tav>
                                          </p:tavLst>
                                        </p:anim>
                                        <p:anim calcmode="lin" valueType="num" p14:bounceEnd="67000">
                                          <p:cBhvr additive="base">
                                            <p:cTn id="106" dur="1000" fill="hold"/>
                                            <p:tgtEl>
                                              <p:spTgt spid="65"/>
                                            </p:tgtEl>
                                            <p:attrNameLst>
                                              <p:attrName>ppt_y</p:attrName>
                                            </p:attrNameLst>
                                          </p:cBhvr>
                                          <p:tavLst>
                                            <p:tav tm="0">
                                              <p:val>
                                                <p:strVal val="#ppt_y"/>
                                              </p:val>
                                            </p:tav>
                                            <p:tav tm="100000">
                                              <p:val>
                                                <p:strVal val="#ppt_y"/>
                                              </p:val>
                                            </p:tav>
                                          </p:tavLst>
                                        </p:anim>
                                      </p:childTnLst>
                                    </p:cTn>
                                  </p:par>
                                  <p:par>
                                    <p:cTn id="107" presetID="2" presetClass="entr" presetSubtype="2" fill="hold" grpId="0" nodeType="withEffect" p14:presetBounceEnd="67000">
                                      <p:stCondLst>
                                        <p:cond delay="750"/>
                                      </p:stCondLst>
                                      <p:childTnLst>
                                        <p:set>
                                          <p:cBhvr>
                                            <p:cTn id="108" dur="1" fill="hold">
                                              <p:stCondLst>
                                                <p:cond delay="0"/>
                                              </p:stCondLst>
                                            </p:cTn>
                                            <p:tgtEl>
                                              <p:spTgt spid="66"/>
                                            </p:tgtEl>
                                            <p:attrNameLst>
                                              <p:attrName>style.visibility</p:attrName>
                                            </p:attrNameLst>
                                          </p:cBhvr>
                                          <p:to>
                                            <p:strVal val="visible"/>
                                          </p:to>
                                        </p:set>
                                        <p:anim calcmode="lin" valueType="num" p14:bounceEnd="67000">
                                          <p:cBhvr additive="base">
                                            <p:cTn id="109" dur="1000" fill="hold"/>
                                            <p:tgtEl>
                                              <p:spTgt spid="66"/>
                                            </p:tgtEl>
                                            <p:attrNameLst>
                                              <p:attrName>ppt_x</p:attrName>
                                            </p:attrNameLst>
                                          </p:cBhvr>
                                          <p:tavLst>
                                            <p:tav tm="0">
                                              <p:val>
                                                <p:strVal val="1+#ppt_w/2"/>
                                              </p:val>
                                            </p:tav>
                                            <p:tav tm="100000">
                                              <p:val>
                                                <p:strVal val="#ppt_x"/>
                                              </p:val>
                                            </p:tav>
                                          </p:tavLst>
                                        </p:anim>
                                        <p:anim calcmode="lin" valueType="num" p14:bounceEnd="67000">
                                          <p:cBhvr additive="base">
                                            <p:cTn id="110" dur="1000" fill="hold"/>
                                            <p:tgtEl>
                                              <p:spTgt spid="66"/>
                                            </p:tgtEl>
                                            <p:attrNameLst>
                                              <p:attrName>ppt_y</p:attrName>
                                            </p:attrNameLst>
                                          </p:cBhvr>
                                          <p:tavLst>
                                            <p:tav tm="0">
                                              <p:val>
                                                <p:strVal val="#ppt_y"/>
                                              </p:val>
                                            </p:tav>
                                            <p:tav tm="100000">
                                              <p:val>
                                                <p:strVal val="#ppt_y"/>
                                              </p:val>
                                            </p:tav>
                                          </p:tavLst>
                                        </p:anim>
                                      </p:childTnLst>
                                    </p:cTn>
                                  </p:par>
                                  <p:par>
                                    <p:cTn id="111" presetID="2" presetClass="entr" presetSubtype="2" fill="hold" grpId="0" nodeType="withEffect" p14:presetBounceEnd="67000">
                                      <p:stCondLst>
                                        <p:cond delay="1000"/>
                                      </p:stCondLst>
                                      <p:childTnLst>
                                        <p:set>
                                          <p:cBhvr>
                                            <p:cTn id="112" dur="1" fill="hold">
                                              <p:stCondLst>
                                                <p:cond delay="0"/>
                                              </p:stCondLst>
                                            </p:cTn>
                                            <p:tgtEl>
                                              <p:spTgt spid="83"/>
                                            </p:tgtEl>
                                            <p:attrNameLst>
                                              <p:attrName>style.visibility</p:attrName>
                                            </p:attrNameLst>
                                          </p:cBhvr>
                                          <p:to>
                                            <p:strVal val="visible"/>
                                          </p:to>
                                        </p:set>
                                        <p:anim calcmode="lin" valueType="num" p14:bounceEnd="67000">
                                          <p:cBhvr additive="base">
                                            <p:cTn id="113" dur="1000" fill="hold"/>
                                            <p:tgtEl>
                                              <p:spTgt spid="83"/>
                                            </p:tgtEl>
                                            <p:attrNameLst>
                                              <p:attrName>ppt_x</p:attrName>
                                            </p:attrNameLst>
                                          </p:cBhvr>
                                          <p:tavLst>
                                            <p:tav tm="0">
                                              <p:val>
                                                <p:strVal val="1+#ppt_w/2"/>
                                              </p:val>
                                            </p:tav>
                                            <p:tav tm="100000">
                                              <p:val>
                                                <p:strVal val="#ppt_x"/>
                                              </p:val>
                                            </p:tav>
                                          </p:tavLst>
                                        </p:anim>
                                        <p:anim calcmode="lin" valueType="num" p14:bounceEnd="67000">
                                          <p:cBhvr additive="base">
                                            <p:cTn id="114" dur="1000" fill="hold"/>
                                            <p:tgtEl>
                                              <p:spTgt spid="83"/>
                                            </p:tgtEl>
                                            <p:attrNameLst>
                                              <p:attrName>ppt_y</p:attrName>
                                            </p:attrNameLst>
                                          </p:cBhvr>
                                          <p:tavLst>
                                            <p:tav tm="0">
                                              <p:val>
                                                <p:strVal val="#ppt_y"/>
                                              </p:val>
                                            </p:tav>
                                            <p:tav tm="100000">
                                              <p:val>
                                                <p:strVal val="#ppt_y"/>
                                              </p:val>
                                            </p:tav>
                                          </p:tavLst>
                                        </p:anim>
                                      </p:childTnLst>
                                    </p:cTn>
                                  </p:par>
                                  <p:par>
                                    <p:cTn id="115" presetID="2" presetClass="entr" presetSubtype="2" fill="hold" grpId="0" nodeType="withEffect" p14:presetBounceEnd="67000">
                                      <p:stCondLst>
                                        <p:cond delay="1000"/>
                                      </p:stCondLst>
                                      <p:childTnLst>
                                        <p:set>
                                          <p:cBhvr>
                                            <p:cTn id="116" dur="1" fill="hold">
                                              <p:stCondLst>
                                                <p:cond delay="0"/>
                                              </p:stCondLst>
                                            </p:cTn>
                                            <p:tgtEl>
                                              <p:spTgt spid="84"/>
                                            </p:tgtEl>
                                            <p:attrNameLst>
                                              <p:attrName>style.visibility</p:attrName>
                                            </p:attrNameLst>
                                          </p:cBhvr>
                                          <p:to>
                                            <p:strVal val="visible"/>
                                          </p:to>
                                        </p:set>
                                        <p:anim calcmode="lin" valueType="num" p14:bounceEnd="67000">
                                          <p:cBhvr additive="base">
                                            <p:cTn id="117" dur="1000" fill="hold"/>
                                            <p:tgtEl>
                                              <p:spTgt spid="84"/>
                                            </p:tgtEl>
                                            <p:attrNameLst>
                                              <p:attrName>ppt_x</p:attrName>
                                            </p:attrNameLst>
                                          </p:cBhvr>
                                          <p:tavLst>
                                            <p:tav tm="0">
                                              <p:val>
                                                <p:strVal val="1+#ppt_w/2"/>
                                              </p:val>
                                            </p:tav>
                                            <p:tav tm="100000">
                                              <p:val>
                                                <p:strVal val="#ppt_x"/>
                                              </p:val>
                                            </p:tav>
                                          </p:tavLst>
                                        </p:anim>
                                        <p:anim calcmode="lin" valueType="num" p14:bounceEnd="67000">
                                          <p:cBhvr additive="base">
                                            <p:cTn id="118" dur="1000" fill="hold"/>
                                            <p:tgtEl>
                                              <p:spTgt spid="8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35" grpId="0" animBg="1"/>
          <p:bldP spid="36" grpId="0" animBg="1"/>
          <p:bldP spid="37" grpId="0" animBg="1"/>
          <p:bldP spid="38" grpId="0" animBg="1"/>
          <p:bldP spid="64" grpId="0"/>
          <p:bldP spid="65" grpId="0"/>
          <p:bldP spid="66" grpId="0"/>
          <p:bldP spid="69" grpId="0"/>
          <p:bldP spid="81" grpId="0"/>
          <p:bldP spid="82" grpId="0"/>
          <p:bldP spid="83" grpId="0"/>
          <p:bldP spid="8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750" fill="hold"/>
                                            <p:tgtEl>
                                              <p:spTgt spid="54"/>
                                            </p:tgtEl>
                                            <p:attrNameLst>
                                              <p:attrName>ppt_w</p:attrName>
                                            </p:attrNameLst>
                                          </p:cBhvr>
                                          <p:tavLst>
                                            <p:tav tm="0">
                                              <p:val>
                                                <p:fltVal val="0"/>
                                              </p:val>
                                            </p:tav>
                                            <p:tav tm="100000">
                                              <p:val>
                                                <p:strVal val="#ppt_w"/>
                                              </p:val>
                                            </p:tav>
                                          </p:tavLst>
                                        </p:anim>
                                        <p:anim calcmode="lin" valueType="num">
                                          <p:cBhvr>
                                            <p:cTn id="8" dur="750" fill="hold"/>
                                            <p:tgtEl>
                                              <p:spTgt spid="54"/>
                                            </p:tgtEl>
                                            <p:attrNameLst>
                                              <p:attrName>ppt_h</p:attrName>
                                            </p:attrNameLst>
                                          </p:cBhvr>
                                          <p:tavLst>
                                            <p:tav tm="0">
                                              <p:val>
                                                <p:fltVal val="0"/>
                                              </p:val>
                                            </p:tav>
                                            <p:tav tm="100000">
                                              <p:val>
                                                <p:strVal val="#ppt_h"/>
                                              </p:val>
                                            </p:tav>
                                          </p:tavLst>
                                        </p:anim>
                                        <p:animEffect transition="in" filter="fade">
                                          <p:cBhvr>
                                            <p:cTn id="9" dur="750"/>
                                            <p:tgtEl>
                                              <p:spTgt spid="54"/>
                                            </p:tgtEl>
                                          </p:cBhvr>
                                        </p:animEffect>
                                      </p:childTnLst>
                                    </p:cTn>
                                  </p:par>
                                  <p:par>
                                    <p:cTn id="10" presetID="53" presetClass="entr" presetSubtype="16" fill="hold" nodeType="withEffect">
                                      <p:stCondLst>
                                        <p:cond delay="250"/>
                                      </p:stCondLst>
                                      <p:childTnLst>
                                        <p:set>
                                          <p:cBhvr>
                                            <p:cTn id="11" dur="1" fill="hold">
                                              <p:stCondLst>
                                                <p:cond delay="0"/>
                                              </p:stCondLst>
                                            </p:cTn>
                                            <p:tgtEl>
                                              <p:spTgt spid="57"/>
                                            </p:tgtEl>
                                            <p:attrNameLst>
                                              <p:attrName>style.visibility</p:attrName>
                                            </p:attrNameLst>
                                          </p:cBhvr>
                                          <p:to>
                                            <p:strVal val="visible"/>
                                          </p:to>
                                        </p:set>
                                        <p:anim calcmode="lin" valueType="num">
                                          <p:cBhvr>
                                            <p:cTn id="12" dur="750" fill="hold"/>
                                            <p:tgtEl>
                                              <p:spTgt spid="57"/>
                                            </p:tgtEl>
                                            <p:attrNameLst>
                                              <p:attrName>ppt_w</p:attrName>
                                            </p:attrNameLst>
                                          </p:cBhvr>
                                          <p:tavLst>
                                            <p:tav tm="0">
                                              <p:val>
                                                <p:fltVal val="0"/>
                                              </p:val>
                                            </p:tav>
                                            <p:tav tm="100000">
                                              <p:val>
                                                <p:strVal val="#ppt_w"/>
                                              </p:val>
                                            </p:tav>
                                          </p:tavLst>
                                        </p:anim>
                                        <p:anim calcmode="lin" valueType="num">
                                          <p:cBhvr>
                                            <p:cTn id="13" dur="750" fill="hold"/>
                                            <p:tgtEl>
                                              <p:spTgt spid="57"/>
                                            </p:tgtEl>
                                            <p:attrNameLst>
                                              <p:attrName>ppt_h</p:attrName>
                                            </p:attrNameLst>
                                          </p:cBhvr>
                                          <p:tavLst>
                                            <p:tav tm="0">
                                              <p:val>
                                                <p:fltVal val="0"/>
                                              </p:val>
                                            </p:tav>
                                            <p:tav tm="100000">
                                              <p:val>
                                                <p:strVal val="#ppt_h"/>
                                              </p:val>
                                            </p:tav>
                                          </p:tavLst>
                                        </p:anim>
                                        <p:animEffect transition="in" filter="fade">
                                          <p:cBhvr>
                                            <p:cTn id="14" dur="750"/>
                                            <p:tgtEl>
                                              <p:spTgt spid="57"/>
                                            </p:tgtEl>
                                          </p:cBhvr>
                                        </p:animEffect>
                                      </p:childTnLst>
                                    </p:cTn>
                                  </p:par>
                                  <p:par>
                                    <p:cTn id="15" presetID="10" presetClass="entr" presetSubtype="0" fill="hold" nodeType="withEffect">
                                      <p:stCondLst>
                                        <p:cond delay="250"/>
                                      </p:stCondLst>
                                      <p:childTnLst>
                                        <p:set>
                                          <p:cBhvr>
                                            <p:cTn id="16" dur="1" fill="hold">
                                              <p:stCondLst>
                                                <p:cond delay="0"/>
                                              </p:stCondLst>
                                            </p:cTn>
                                            <p:tgtEl>
                                              <p:spTgt spid="50"/>
                                            </p:tgtEl>
                                            <p:attrNameLst>
                                              <p:attrName>style.visibility</p:attrName>
                                            </p:attrNameLst>
                                          </p:cBhvr>
                                          <p:to>
                                            <p:strVal val="visible"/>
                                          </p:to>
                                        </p:set>
                                        <p:animEffect transition="in" filter="fade">
                                          <p:cBhvr>
                                            <p:cTn id="17" dur="750"/>
                                            <p:tgtEl>
                                              <p:spTgt spid="50"/>
                                            </p:tgtEl>
                                          </p:cBhvr>
                                        </p:animEffect>
                                      </p:childTnLst>
                                    </p:cTn>
                                  </p:par>
                                  <p:par>
                                    <p:cTn id="18" presetID="10" presetClass="entr" presetSubtype="0" fill="hold" nodeType="withEffect">
                                      <p:stCondLst>
                                        <p:cond delay="500"/>
                                      </p:stCondLst>
                                      <p:childTnLst>
                                        <p:set>
                                          <p:cBhvr>
                                            <p:cTn id="19" dur="1" fill="hold">
                                              <p:stCondLst>
                                                <p:cond delay="0"/>
                                              </p:stCondLst>
                                            </p:cTn>
                                            <p:tgtEl>
                                              <p:spTgt spid="51"/>
                                            </p:tgtEl>
                                            <p:attrNameLst>
                                              <p:attrName>style.visibility</p:attrName>
                                            </p:attrNameLst>
                                          </p:cBhvr>
                                          <p:to>
                                            <p:strVal val="visible"/>
                                          </p:to>
                                        </p:set>
                                        <p:animEffect transition="in" filter="fade">
                                          <p:cBhvr>
                                            <p:cTn id="20" dur="750"/>
                                            <p:tgtEl>
                                              <p:spTgt spid="51"/>
                                            </p:tgtEl>
                                          </p:cBhvr>
                                        </p:animEffect>
                                      </p:childTnLst>
                                    </p:cTn>
                                  </p:par>
                                  <p:par>
                                    <p:cTn id="21" presetID="10" presetClass="entr" presetSubtype="0" fill="hold" nodeType="withEffect">
                                      <p:stCondLst>
                                        <p:cond delay="750"/>
                                      </p:stCondLst>
                                      <p:childTnLst>
                                        <p:set>
                                          <p:cBhvr>
                                            <p:cTn id="22" dur="1" fill="hold">
                                              <p:stCondLst>
                                                <p:cond delay="0"/>
                                              </p:stCondLst>
                                            </p:cTn>
                                            <p:tgtEl>
                                              <p:spTgt spid="52"/>
                                            </p:tgtEl>
                                            <p:attrNameLst>
                                              <p:attrName>style.visibility</p:attrName>
                                            </p:attrNameLst>
                                          </p:cBhvr>
                                          <p:to>
                                            <p:strVal val="visible"/>
                                          </p:to>
                                        </p:set>
                                        <p:animEffect transition="in" filter="fade">
                                          <p:cBhvr>
                                            <p:cTn id="23" dur="750"/>
                                            <p:tgtEl>
                                              <p:spTgt spid="52"/>
                                            </p:tgtEl>
                                          </p:cBhvr>
                                        </p:animEffect>
                                      </p:childTnLst>
                                    </p:cTn>
                                  </p:par>
                                  <p:par>
                                    <p:cTn id="24" presetID="10" presetClass="entr" presetSubtype="0" fill="hold" nodeType="withEffect">
                                      <p:stCondLst>
                                        <p:cond delay="100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750"/>
                                            <p:tgtEl>
                                              <p:spTgt spid="53"/>
                                            </p:tgtEl>
                                          </p:cBhvr>
                                        </p:animEffect>
                                      </p:childTnLst>
                                    </p:cTn>
                                  </p:par>
                                  <p:par>
                                    <p:cTn id="27" presetID="53" presetClass="entr" presetSubtype="16" fill="hold" nodeType="withEffect">
                                      <p:stCondLst>
                                        <p:cond delay="250"/>
                                      </p:stCondLst>
                                      <p:childTnLst>
                                        <p:set>
                                          <p:cBhvr>
                                            <p:cTn id="28" dur="1" fill="hold">
                                              <p:stCondLst>
                                                <p:cond delay="0"/>
                                              </p:stCondLst>
                                            </p:cTn>
                                            <p:tgtEl>
                                              <p:spTgt spid="71"/>
                                            </p:tgtEl>
                                            <p:attrNameLst>
                                              <p:attrName>style.visibility</p:attrName>
                                            </p:attrNameLst>
                                          </p:cBhvr>
                                          <p:to>
                                            <p:strVal val="visible"/>
                                          </p:to>
                                        </p:set>
                                        <p:anim calcmode="lin" valueType="num">
                                          <p:cBhvr>
                                            <p:cTn id="29" dur="750" fill="hold"/>
                                            <p:tgtEl>
                                              <p:spTgt spid="71"/>
                                            </p:tgtEl>
                                            <p:attrNameLst>
                                              <p:attrName>ppt_w</p:attrName>
                                            </p:attrNameLst>
                                          </p:cBhvr>
                                          <p:tavLst>
                                            <p:tav tm="0">
                                              <p:val>
                                                <p:fltVal val="0"/>
                                              </p:val>
                                            </p:tav>
                                            <p:tav tm="100000">
                                              <p:val>
                                                <p:strVal val="#ppt_w"/>
                                              </p:val>
                                            </p:tav>
                                          </p:tavLst>
                                        </p:anim>
                                        <p:anim calcmode="lin" valueType="num">
                                          <p:cBhvr>
                                            <p:cTn id="30" dur="750" fill="hold"/>
                                            <p:tgtEl>
                                              <p:spTgt spid="71"/>
                                            </p:tgtEl>
                                            <p:attrNameLst>
                                              <p:attrName>ppt_h</p:attrName>
                                            </p:attrNameLst>
                                          </p:cBhvr>
                                          <p:tavLst>
                                            <p:tav tm="0">
                                              <p:val>
                                                <p:fltVal val="0"/>
                                              </p:val>
                                            </p:tav>
                                            <p:tav tm="100000">
                                              <p:val>
                                                <p:strVal val="#ppt_h"/>
                                              </p:val>
                                            </p:tav>
                                          </p:tavLst>
                                        </p:anim>
                                        <p:animEffect transition="in" filter="fade">
                                          <p:cBhvr>
                                            <p:cTn id="31" dur="750"/>
                                            <p:tgtEl>
                                              <p:spTgt spid="71"/>
                                            </p:tgtEl>
                                          </p:cBhvr>
                                        </p:animEffect>
                                      </p:childTnLst>
                                    </p:cTn>
                                  </p:par>
                                  <p:par>
                                    <p:cTn id="32" presetID="53" presetClass="entr" presetSubtype="16" fill="hold" grpId="0" nodeType="withEffect">
                                      <p:stCondLst>
                                        <p:cond delay="350"/>
                                      </p:stCondLst>
                                      <p:childTnLst>
                                        <p:set>
                                          <p:cBhvr>
                                            <p:cTn id="33" dur="1" fill="hold">
                                              <p:stCondLst>
                                                <p:cond delay="0"/>
                                              </p:stCondLst>
                                            </p:cTn>
                                            <p:tgtEl>
                                              <p:spTgt spid="34"/>
                                            </p:tgtEl>
                                            <p:attrNameLst>
                                              <p:attrName>style.visibility</p:attrName>
                                            </p:attrNameLst>
                                          </p:cBhvr>
                                          <p:to>
                                            <p:strVal val="visible"/>
                                          </p:to>
                                        </p:set>
                                        <p:anim calcmode="lin" valueType="num">
                                          <p:cBhvr>
                                            <p:cTn id="34" dur="750" fill="hold"/>
                                            <p:tgtEl>
                                              <p:spTgt spid="34"/>
                                            </p:tgtEl>
                                            <p:attrNameLst>
                                              <p:attrName>ppt_w</p:attrName>
                                            </p:attrNameLst>
                                          </p:cBhvr>
                                          <p:tavLst>
                                            <p:tav tm="0">
                                              <p:val>
                                                <p:fltVal val="0"/>
                                              </p:val>
                                            </p:tav>
                                            <p:tav tm="100000">
                                              <p:val>
                                                <p:strVal val="#ppt_w"/>
                                              </p:val>
                                            </p:tav>
                                          </p:tavLst>
                                        </p:anim>
                                        <p:anim calcmode="lin" valueType="num">
                                          <p:cBhvr>
                                            <p:cTn id="35" dur="750" fill="hold"/>
                                            <p:tgtEl>
                                              <p:spTgt spid="34"/>
                                            </p:tgtEl>
                                            <p:attrNameLst>
                                              <p:attrName>ppt_h</p:attrName>
                                            </p:attrNameLst>
                                          </p:cBhvr>
                                          <p:tavLst>
                                            <p:tav tm="0">
                                              <p:val>
                                                <p:fltVal val="0"/>
                                              </p:val>
                                            </p:tav>
                                            <p:tav tm="100000">
                                              <p:val>
                                                <p:strVal val="#ppt_h"/>
                                              </p:val>
                                            </p:tav>
                                          </p:tavLst>
                                        </p:anim>
                                        <p:animEffect transition="in" filter="fade">
                                          <p:cBhvr>
                                            <p:cTn id="36" dur="750"/>
                                            <p:tgtEl>
                                              <p:spTgt spid="34"/>
                                            </p:tgtEl>
                                          </p:cBhvr>
                                        </p:animEffect>
                                      </p:childTnLst>
                                    </p:cTn>
                                  </p:par>
                                  <p:par>
                                    <p:cTn id="37" presetID="53" presetClass="entr" presetSubtype="16" fill="hold" nodeType="withEffect">
                                      <p:stCondLst>
                                        <p:cond delay="500"/>
                                      </p:stCondLst>
                                      <p:childTnLst>
                                        <p:set>
                                          <p:cBhvr>
                                            <p:cTn id="38" dur="1" fill="hold">
                                              <p:stCondLst>
                                                <p:cond delay="0"/>
                                              </p:stCondLst>
                                            </p:cTn>
                                            <p:tgtEl>
                                              <p:spTgt spid="68"/>
                                            </p:tgtEl>
                                            <p:attrNameLst>
                                              <p:attrName>style.visibility</p:attrName>
                                            </p:attrNameLst>
                                          </p:cBhvr>
                                          <p:to>
                                            <p:strVal val="visible"/>
                                          </p:to>
                                        </p:set>
                                        <p:anim calcmode="lin" valueType="num">
                                          <p:cBhvr>
                                            <p:cTn id="39" dur="750" fill="hold"/>
                                            <p:tgtEl>
                                              <p:spTgt spid="68"/>
                                            </p:tgtEl>
                                            <p:attrNameLst>
                                              <p:attrName>ppt_w</p:attrName>
                                            </p:attrNameLst>
                                          </p:cBhvr>
                                          <p:tavLst>
                                            <p:tav tm="0">
                                              <p:val>
                                                <p:fltVal val="0"/>
                                              </p:val>
                                            </p:tav>
                                            <p:tav tm="100000">
                                              <p:val>
                                                <p:strVal val="#ppt_w"/>
                                              </p:val>
                                            </p:tav>
                                          </p:tavLst>
                                        </p:anim>
                                        <p:anim calcmode="lin" valueType="num">
                                          <p:cBhvr>
                                            <p:cTn id="40" dur="750" fill="hold"/>
                                            <p:tgtEl>
                                              <p:spTgt spid="68"/>
                                            </p:tgtEl>
                                            <p:attrNameLst>
                                              <p:attrName>ppt_h</p:attrName>
                                            </p:attrNameLst>
                                          </p:cBhvr>
                                          <p:tavLst>
                                            <p:tav tm="0">
                                              <p:val>
                                                <p:fltVal val="0"/>
                                              </p:val>
                                            </p:tav>
                                            <p:tav tm="100000">
                                              <p:val>
                                                <p:strVal val="#ppt_h"/>
                                              </p:val>
                                            </p:tav>
                                          </p:tavLst>
                                        </p:anim>
                                        <p:animEffect transition="in" filter="fade">
                                          <p:cBhvr>
                                            <p:cTn id="41" dur="750"/>
                                            <p:tgtEl>
                                              <p:spTgt spid="68"/>
                                            </p:tgtEl>
                                          </p:cBhvr>
                                        </p:animEffect>
                                      </p:childTnLst>
                                    </p:cTn>
                                  </p:par>
                                  <p:par>
                                    <p:cTn id="42" presetID="53" presetClass="entr" presetSubtype="16" fill="hold" grpId="0" nodeType="withEffect">
                                      <p:stCondLst>
                                        <p:cond delay="600"/>
                                      </p:stCondLst>
                                      <p:childTnLst>
                                        <p:set>
                                          <p:cBhvr>
                                            <p:cTn id="43" dur="1" fill="hold">
                                              <p:stCondLst>
                                                <p:cond delay="0"/>
                                              </p:stCondLst>
                                            </p:cTn>
                                            <p:tgtEl>
                                              <p:spTgt spid="33"/>
                                            </p:tgtEl>
                                            <p:attrNameLst>
                                              <p:attrName>style.visibility</p:attrName>
                                            </p:attrNameLst>
                                          </p:cBhvr>
                                          <p:to>
                                            <p:strVal val="visible"/>
                                          </p:to>
                                        </p:set>
                                        <p:anim calcmode="lin" valueType="num">
                                          <p:cBhvr>
                                            <p:cTn id="44" dur="750" fill="hold"/>
                                            <p:tgtEl>
                                              <p:spTgt spid="33"/>
                                            </p:tgtEl>
                                            <p:attrNameLst>
                                              <p:attrName>ppt_w</p:attrName>
                                            </p:attrNameLst>
                                          </p:cBhvr>
                                          <p:tavLst>
                                            <p:tav tm="0">
                                              <p:val>
                                                <p:fltVal val="0"/>
                                              </p:val>
                                            </p:tav>
                                            <p:tav tm="100000">
                                              <p:val>
                                                <p:strVal val="#ppt_w"/>
                                              </p:val>
                                            </p:tav>
                                          </p:tavLst>
                                        </p:anim>
                                        <p:anim calcmode="lin" valueType="num">
                                          <p:cBhvr>
                                            <p:cTn id="45" dur="750" fill="hold"/>
                                            <p:tgtEl>
                                              <p:spTgt spid="33"/>
                                            </p:tgtEl>
                                            <p:attrNameLst>
                                              <p:attrName>ppt_h</p:attrName>
                                            </p:attrNameLst>
                                          </p:cBhvr>
                                          <p:tavLst>
                                            <p:tav tm="0">
                                              <p:val>
                                                <p:fltVal val="0"/>
                                              </p:val>
                                            </p:tav>
                                            <p:tav tm="100000">
                                              <p:val>
                                                <p:strVal val="#ppt_h"/>
                                              </p:val>
                                            </p:tav>
                                          </p:tavLst>
                                        </p:anim>
                                        <p:animEffect transition="in" filter="fade">
                                          <p:cBhvr>
                                            <p:cTn id="46" dur="750"/>
                                            <p:tgtEl>
                                              <p:spTgt spid="33"/>
                                            </p:tgtEl>
                                          </p:cBhvr>
                                        </p:animEffect>
                                      </p:childTnLst>
                                    </p:cTn>
                                  </p:par>
                                  <p:par>
                                    <p:cTn id="47" presetID="53" presetClass="entr" presetSubtype="16" fill="hold" nodeType="withEffect">
                                      <p:stCondLst>
                                        <p:cond delay="750"/>
                                      </p:stCondLst>
                                      <p:childTnLst>
                                        <p:set>
                                          <p:cBhvr>
                                            <p:cTn id="48" dur="1" fill="hold">
                                              <p:stCondLst>
                                                <p:cond delay="0"/>
                                              </p:stCondLst>
                                            </p:cTn>
                                            <p:tgtEl>
                                              <p:spTgt spid="80"/>
                                            </p:tgtEl>
                                            <p:attrNameLst>
                                              <p:attrName>style.visibility</p:attrName>
                                            </p:attrNameLst>
                                          </p:cBhvr>
                                          <p:to>
                                            <p:strVal val="visible"/>
                                          </p:to>
                                        </p:set>
                                        <p:anim calcmode="lin" valueType="num">
                                          <p:cBhvr>
                                            <p:cTn id="49" dur="750" fill="hold"/>
                                            <p:tgtEl>
                                              <p:spTgt spid="80"/>
                                            </p:tgtEl>
                                            <p:attrNameLst>
                                              <p:attrName>ppt_w</p:attrName>
                                            </p:attrNameLst>
                                          </p:cBhvr>
                                          <p:tavLst>
                                            <p:tav tm="0">
                                              <p:val>
                                                <p:fltVal val="0"/>
                                              </p:val>
                                            </p:tav>
                                            <p:tav tm="100000">
                                              <p:val>
                                                <p:strVal val="#ppt_w"/>
                                              </p:val>
                                            </p:tav>
                                          </p:tavLst>
                                        </p:anim>
                                        <p:anim calcmode="lin" valueType="num">
                                          <p:cBhvr>
                                            <p:cTn id="50" dur="750" fill="hold"/>
                                            <p:tgtEl>
                                              <p:spTgt spid="80"/>
                                            </p:tgtEl>
                                            <p:attrNameLst>
                                              <p:attrName>ppt_h</p:attrName>
                                            </p:attrNameLst>
                                          </p:cBhvr>
                                          <p:tavLst>
                                            <p:tav tm="0">
                                              <p:val>
                                                <p:fltVal val="0"/>
                                              </p:val>
                                            </p:tav>
                                            <p:tav tm="100000">
                                              <p:val>
                                                <p:strVal val="#ppt_h"/>
                                              </p:val>
                                            </p:tav>
                                          </p:tavLst>
                                        </p:anim>
                                        <p:animEffect transition="in" filter="fade">
                                          <p:cBhvr>
                                            <p:cTn id="51" dur="750"/>
                                            <p:tgtEl>
                                              <p:spTgt spid="80"/>
                                            </p:tgtEl>
                                          </p:cBhvr>
                                        </p:animEffect>
                                      </p:childTnLst>
                                    </p:cTn>
                                  </p:par>
                                  <p:par>
                                    <p:cTn id="52" presetID="53" presetClass="entr" presetSubtype="16" fill="hold" grpId="0" nodeType="withEffect">
                                      <p:stCondLst>
                                        <p:cond delay="850"/>
                                      </p:stCondLst>
                                      <p:childTnLst>
                                        <p:set>
                                          <p:cBhvr>
                                            <p:cTn id="53" dur="1" fill="hold">
                                              <p:stCondLst>
                                                <p:cond delay="0"/>
                                              </p:stCondLst>
                                            </p:cTn>
                                            <p:tgtEl>
                                              <p:spTgt spid="32"/>
                                            </p:tgtEl>
                                            <p:attrNameLst>
                                              <p:attrName>style.visibility</p:attrName>
                                            </p:attrNameLst>
                                          </p:cBhvr>
                                          <p:to>
                                            <p:strVal val="visible"/>
                                          </p:to>
                                        </p:set>
                                        <p:anim calcmode="lin" valueType="num">
                                          <p:cBhvr>
                                            <p:cTn id="54" dur="750" fill="hold"/>
                                            <p:tgtEl>
                                              <p:spTgt spid="32"/>
                                            </p:tgtEl>
                                            <p:attrNameLst>
                                              <p:attrName>ppt_w</p:attrName>
                                            </p:attrNameLst>
                                          </p:cBhvr>
                                          <p:tavLst>
                                            <p:tav tm="0">
                                              <p:val>
                                                <p:fltVal val="0"/>
                                              </p:val>
                                            </p:tav>
                                            <p:tav tm="100000">
                                              <p:val>
                                                <p:strVal val="#ppt_w"/>
                                              </p:val>
                                            </p:tav>
                                          </p:tavLst>
                                        </p:anim>
                                        <p:anim calcmode="lin" valueType="num">
                                          <p:cBhvr>
                                            <p:cTn id="55" dur="750" fill="hold"/>
                                            <p:tgtEl>
                                              <p:spTgt spid="32"/>
                                            </p:tgtEl>
                                            <p:attrNameLst>
                                              <p:attrName>ppt_h</p:attrName>
                                            </p:attrNameLst>
                                          </p:cBhvr>
                                          <p:tavLst>
                                            <p:tav tm="0">
                                              <p:val>
                                                <p:fltVal val="0"/>
                                              </p:val>
                                            </p:tav>
                                            <p:tav tm="100000">
                                              <p:val>
                                                <p:strVal val="#ppt_h"/>
                                              </p:val>
                                            </p:tav>
                                          </p:tavLst>
                                        </p:anim>
                                        <p:animEffect transition="in" filter="fade">
                                          <p:cBhvr>
                                            <p:cTn id="56" dur="750"/>
                                            <p:tgtEl>
                                              <p:spTgt spid="32"/>
                                            </p:tgtEl>
                                          </p:cBhvr>
                                        </p:animEffect>
                                      </p:childTnLst>
                                    </p:cTn>
                                  </p:par>
                                  <p:par>
                                    <p:cTn id="57" presetID="53" presetClass="entr" presetSubtype="16" fill="hold" nodeType="withEffect">
                                      <p:stCondLst>
                                        <p:cond delay="1000"/>
                                      </p:stCondLst>
                                      <p:childTnLst>
                                        <p:set>
                                          <p:cBhvr>
                                            <p:cTn id="58" dur="1" fill="hold">
                                              <p:stCondLst>
                                                <p:cond delay="0"/>
                                              </p:stCondLst>
                                            </p:cTn>
                                            <p:tgtEl>
                                              <p:spTgt spid="70"/>
                                            </p:tgtEl>
                                            <p:attrNameLst>
                                              <p:attrName>style.visibility</p:attrName>
                                            </p:attrNameLst>
                                          </p:cBhvr>
                                          <p:to>
                                            <p:strVal val="visible"/>
                                          </p:to>
                                        </p:set>
                                        <p:anim calcmode="lin" valueType="num">
                                          <p:cBhvr>
                                            <p:cTn id="59" dur="750" fill="hold"/>
                                            <p:tgtEl>
                                              <p:spTgt spid="70"/>
                                            </p:tgtEl>
                                            <p:attrNameLst>
                                              <p:attrName>ppt_w</p:attrName>
                                            </p:attrNameLst>
                                          </p:cBhvr>
                                          <p:tavLst>
                                            <p:tav tm="0">
                                              <p:val>
                                                <p:fltVal val="0"/>
                                              </p:val>
                                            </p:tav>
                                            <p:tav tm="100000">
                                              <p:val>
                                                <p:strVal val="#ppt_w"/>
                                              </p:val>
                                            </p:tav>
                                          </p:tavLst>
                                        </p:anim>
                                        <p:anim calcmode="lin" valueType="num">
                                          <p:cBhvr>
                                            <p:cTn id="60" dur="750" fill="hold"/>
                                            <p:tgtEl>
                                              <p:spTgt spid="70"/>
                                            </p:tgtEl>
                                            <p:attrNameLst>
                                              <p:attrName>ppt_h</p:attrName>
                                            </p:attrNameLst>
                                          </p:cBhvr>
                                          <p:tavLst>
                                            <p:tav tm="0">
                                              <p:val>
                                                <p:fltVal val="0"/>
                                              </p:val>
                                            </p:tav>
                                            <p:tav tm="100000">
                                              <p:val>
                                                <p:strVal val="#ppt_h"/>
                                              </p:val>
                                            </p:tav>
                                          </p:tavLst>
                                        </p:anim>
                                        <p:animEffect transition="in" filter="fade">
                                          <p:cBhvr>
                                            <p:cTn id="61" dur="750"/>
                                            <p:tgtEl>
                                              <p:spTgt spid="70"/>
                                            </p:tgtEl>
                                          </p:cBhvr>
                                        </p:animEffect>
                                      </p:childTnLst>
                                    </p:cTn>
                                  </p:par>
                                  <p:par>
                                    <p:cTn id="62" presetID="53" presetClass="entr" presetSubtype="16" fill="hold" grpId="0" nodeType="withEffect">
                                      <p:stCondLst>
                                        <p:cond delay="1250"/>
                                      </p:stCondLst>
                                      <p:childTnLst>
                                        <p:set>
                                          <p:cBhvr>
                                            <p:cTn id="63" dur="1" fill="hold">
                                              <p:stCondLst>
                                                <p:cond delay="0"/>
                                              </p:stCondLst>
                                            </p:cTn>
                                            <p:tgtEl>
                                              <p:spTgt spid="31"/>
                                            </p:tgtEl>
                                            <p:attrNameLst>
                                              <p:attrName>style.visibility</p:attrName>
                                            </p:attrNameLst>
                                          </p:cBhvr>
                                          <p:to>
                                            <p:strVal val="visible"/>
                                          </p:to>
                                        </p:set>
                                        <p:anim calcmode="lin" valueType="num">
                                          <p:cBhvr>
                                            <p:cTn id="64" dur="750" fill="hold"/>
                                            <p:tgtEl>
                                              <p:spTgt spid="31"/>
                                            </p:tgtEl>
                                            <p:attrNameLst>
                                              <p:attrName>ppt_w</p:attrName>
                                            </p:attrNameLst>
                                          </p:cBhvr>
                                          <p:tavLst>
                                            <p:tav tm="0">
                                              <p:val>
                                                <p:fltVal val="0"/>
                                              </p:val>
                                            </p:tav>
                                            <p:tav tm="100000">
                                              <p:val>
                                                <p:strVal val="#ppt_w"/>
                                              </p:val>
                                            </p:tav>
                                          </p:tavLst>
                                        </p:anim>
                                        <p:anim calcmode="lin" valueType="num">
                                          <p:cBhvr>
                                            <p:cTn id="65" dur="750" fill="hold"/>
                                            <p:tgtEl>
                                              <p:spTgt spid="31"/>
                                            </p:tgtEl>
                                            <p:attrNameLst>
                                              <p:attrName>ppt_h</p:attrName>
                                            </p:attrNameLst>
                                          </p:cBhvr>
                                          <p:tavLst>
                                            <p:tav tm="0">
                                              <p:val>
                                                <p:fltVal val="0"/>
                                              </p:val>
                                            </p:tav>
                                            <p:tav tm="100000">
                                              <p:val>
                                                <p:strVal val="#ppt_h"/>
                                              </p:val>
                                            </p:tav>
                                          </p:tavLst>
                                        </p:anim>
                                        <p:animEffect transition="in" filter="fade">
                                          <p:cBhvr>
                                            <p:cTn id="66" dur="750"/>
                                            <p:tgtEl>
                                              <p:spTgt spid="31"/>
                                            </p:tgtEl>
                                          </p:cBhvr>
                                        </p:animEffect>
                                      </p:childTnLst>
                                    </p:cTn>
                                  </p:par>
                                  <p:par>
                                    <p:cTn id="67" presetID="53" presetClass="entr" presetSubtype="16" fill="hold" grpId="0" nodeType="withEffect">
                                      <p:stCondLst>
                                        <p:cond delay="450"/>
                                      </p:stCondLst>
                                      <p:childTnLst>
                                        <p:set>
                                          <p:cBhvr>
                                            <p:cTn id="68" dur="1" fill="hold">
                                              <p:stCondLst>
                                                <p:cond delay="0"/>
                                              </p:stCondLst>
                                            </p:cTn>
                                            <p:tgtEl>
                                              <p:spTgt spid="38"/>
                                            </p:tgtEl>
                                            <p:attrNameLst>
                                              <p:attrName>style.visibility</p:attrName>
                                            </p:attrNameLst>
                                          </p:cBhvr>
                                          <p:to>
                                            <p:strVal val="visible"/>
                                          </p:to>
                                        </p:set>
                                        <p:anim calcmode="lin" valueType="num">
                                          <p:cBhvr>
                                            <p:cTn id="69" dur="750" fill="hold"/>
                                            <p:tgtEl>
                                              <p:spTgt spid="38"/>
                                            </p:tgtEl>
                                            <p:attrNameLst>
                                              <p:attrName>ppt_w</p:attrName>
                                            </p:attrNameLst>
                                          </p:cBhvr>
                                          <p:tavLst>
                                            <p:tav tm="0">
                                              <p:val>
                                                <p:fltVal val="0"/>
                                              </p:val>
                                            </p:tav>
                                            <p:tav tm="100000">
                                              <p:val>
                                                <p:strVal val="#ppt_w"/>
                                              </p:val>
                                            </p:tav>
                                          </p:tavLst>
                                        </p:anim>
                                        <p:anim calcmode="lin" valueType="num">
                                          <p:cBhvr>
                                            <p:cTn id="70" dur="750" fill="hold"/>
                                            <p:tgtEl>
                                              <p:spTgt spid="38"/>
                                            </p:tgtEl>
                                            <p:attrNameLst>
                                              <p:attrName>ppt_h</p:attrName>
                                            </p:attrNameLst>
                                          </p:cBhvr>
                                          <p:tavLst>
                                            <p:tav tm="0">
                                              <p:val>
                                                <p:fltVal val="0"/>
                                              </p:val>
                                            </p:tav>
                                            <p:tav tm="100000">
                                              <p:val>
                                                <p:strVal val="#ppt_h"/>
                                              </p:val>
                                            </p:tav>
                                          </p:tavLst>
                                        </p:anim>
                                        <p:animEffect transition="in" filter="fade">
                                          <p:cBhvr>
                                            <p:cTn id="71" dur="750"/>
                                            <p:tgtEl>
                                              <p:spTgt spid="38"/>
                                            </p:tgtEl>
                                          </p:cBhvr>
                                        </p:animEffect>
                                      </p:childTnLst>
                                    </p:cTn>
                                  </p:par>
                                  <p:par>
                                    <p:cTn id="72" presetID="53" presetClass="entr" presetSubtype="16" fill="hold" grpId="0" nodeType="withEffect">
                                      <p:stCondLst>
                                        <p:cond delay="750"/>
                                      </p:stCondLst>
                                      <p:childTnLst>
                                        <p:set>
                                          <p:cBhvr>
                                            <p:cTn id="73" dur="1" fill="hold">
                                              <p:stCondLst>
                                                <p:cond delay="0"/>
                                              </p:stCondLst>
                                            </p:cTn>
                                            <p:tgtEl>
                                              <p:spTgt spid="35"/>
                                            </p:tgtEl>
                                            <p:attrNameLst>
                                              <p:attrName>style.visibility</p:attrName>
                                            </p:attrNameLst>
                                          </p:cBhvr>
                                          <p:to>
                                            <p:strVal val="visible"/>
                                          </p:to>
                                        </p:set>
                                        <p:anim calcmode="lin" valueType="num">
                                          <p:cBhvr>
                                            <p:cTn id="74" dur="750" fill="hold"/>
                                            <p:tgtEl>
                                              <p:spTgt spid="35"/>
                                            </p:tgtEl>
                                            <p:attrNameLst>
                                              <p:attrName>ppt_w</p:attrName>
                                            </p:attrNameLst>
                                          </p:cBhvr>
                                          <p:tavLst>
                                            <p:tav tm="0">
                                              <p:val>
                                                <p:fltVal val="0"/>
                                              </p:val>
                                            </p:tav>
                                            <p:tav tm="100000">
                                              <p:val>
                                                <p:strVal val="#ppt_w"/>
                                              </p:val>
                                            </p:tav>
                                          </p:tavLst>
                                        </p:anim>
                                        <p:anim calcmode="lin" valueType="num">
                                          <p:cBhvr>
                                            <p:cTn id="75" dur="750" fill="hold"/>
                                            <p:tgtEl>
                                              <p:spTgt spid="35"/>
                                            </p:tgtEl>
                                            <p:attrNameLst>
                                              <p:attrName>ppt_h</p:attrName>
                                            </p:attrNameLst>
                                          </p:cBhvr>
                                          <p:tavLst>
                                            <p:tav tm="0">
                                              <p:val>
                                                <p:fltVal val="0"/>
                                              </p:val>
                                            </p:tav>
                                            <p:tav tm="100000">
                                              <p:val>
                                                <p:strVal val="#ppt_h"/>
                                              </p:val>
                                            </p:tav>
                                          </p:tavLst>
                                        </p:anim>
                                        <p:animEffect transition="in" filter="fade">
                                          <p:cBhvr>
                                            <p:cTn id="76" dur="750"/>
                                            <p:tgtEl>
                                              <p:spTgt spid="35"/>
                                            </p:tgtEl>
                                          </p:cBhvr>
                                        </p:animEffect>
                                      </p:childTnLst>
                                    </p:cTn>
                                  </p:par>
                                  <p:par>
                                    <p:cTn id="77" presetID="53" presetClass="entr" presetSubtype="16" fill="hold" grpId="0" nodeType="withEffect">
                                      <p:stCondLst>
                                        <p:cond delay="1000"/>
                                      </p:stCondLst>
                                      <p:childTnLst>
                                        <p:set>
                                          <p:cBhvr>
                                            <p:cTn id="78" dur="1" fill="hold">
                                              <p:stCondLst>
                                                <p:cond delay="0"/>
                                              </p:stCondLst>
                                            </p:cTn>
                                            <p:tgtEl>
                                              <p:spTgt spid="37"/>
                                            </p:tgtEl>
                                            <p:attrNameLst>
                                              <p:attrName>style.visibility</p:attrName>
                                            </p:attrNameLst>
                                          </p:cBhvr>
                                          <p:to>
                                            <p:strVal val="visible"/>
                                          </p:to>
                                        </p:set>
                                        <p:anim calcmode="lin" valueType="num">
                                          <p:cBhvr>
                                            <p:cTn id="79" dur="750" fill="hold"/>
                                            <p:tgtEl>
                                              <p:spTgt spid="37"/>
                                            </p:tgtEl>
                                            <p:attrNameLst>
                                              <p:attrName>ppt_w</p:attrName>
                                            </p:attrNameLst>
                                          </p:cBhvr>
                                          <p:tavLst>
                                            <p:tav tm="0">
                                              <p:val>
                                                <p:fltVal val="0"/>
                                              </p:val>
                                            </p:tav>
                                            <p:tav tm="100000">
                                              <p:val>
                                                <p:strVal val="#ppt_w"/>
                                              </p:val>
                                            </p:tav>
                                          </p:tavLst>
                                        </p:anim>
                                        <p:anim calcmode="lin" valueType="num">
                                          <p:cBhvr>
                                            <p:cTn id="80" dur="750" fill="hold"/>
                                            <p:tgtEl>
                                              <p:spTgt spid="37"/>
                                            </p:tgtEl>
                                            <p:attrNameLst>
                                              <p:attrName>ppt_h</p:attrName>
                                            </p:attrNameLst>
                                          </p:cBhvr>
                                          <p:tavLst>
                                            <p:tav tm="0">
                                              <p:val>
                                                <p:fltVal val="0"/>
                                              </p:val>
                                            </p:tav>
                                            <p:tav tm="100000">
                                              <p:val>
                                                <p:strVal val="#ppt_h"/>
                                              </p:val>
                                            </p:tav>
                                          </p:tavLst>
                                        </p:anim>
                                        <p:animEffect transition="in" filter="fade">
                                          <p:cBhvr>
                                            <p:cTn id="81" dur="750"/>
                                            <p:tgtEl>
                                              <p:spTgt spid="37"/>
                                            </p:tgtEl>
                                          </p:cBhvr>
                                        </p:animEffect>
                                      </p:childTnLst>
                                    </p:cTn>
                                  </p:par>
                                  <p:par>
                                    <p:cTn id="82" presetID="53" presetClass="entr" presetSubtype="16" fill="hold" grpId="0" nodeType="withEffect">
                                      <p:stCondLst>
                                        <p:cond delay="1400"/>
                                      </p:stCondLst>
                                      <p:childTnLst>
                                        <p:set>
                                          <p:cBhvr>
                                            <p:cTn id="83" dur="1" fill="hold">
                                              <p:stCondLst>
                                                <p:cond delay="0"/>
                                              </p:stCondLst>
                                            </p:cTn>
                                            <p:tgtEl>
                                              <p:spTgt spid="36"/>
                                            </p:tgtEl>
                                            <p:attrNameLst>
                                              <p:attrName>style.visibility</p:attrName>
                                            </p:attrNameLst>
                                          </p:cBhvr>
                                          <p:to>
                                            <p:strVal val="visible"/>
                                          </p:to>
                                        </p:set>
                                        <p:anim calcmode="lin" valueType="num">
                                          <p:cBhvr>
                                            <p:cTn id="84" dur="750" fill="hold"/>
                                            <p:tgtEl>
                                              <p:spTgt spid="36"/>
                                            </p:tgtEl>
                                            <p:attrNameLst>
                                              <p:attrName>ppt_w</p:attrName>
                                            </p:attrNameLst>
                                          </p:cBhvr>
                                          <p:tavLst>
                                            <p:tav tm="0">
                                              <p:val>
                                                <p:fltVal val="0"/>
                                              </p:val>
                                            </p:tav>
                                            <p:tav tm="100000">
                                              <p:val>
                                                <p:strVal val="#ppt_w"/>
                                              </p:val>
                                            </p:tav>
                                          </p:tavLst>
                                        </p:anim>
                                        <p:anim calcmode="lin" valueType="num">
                                          <p:cBhvr>
                                            <p:cTn id="85" dur="750" fill="hold"/>
                                            <p:tgtEl>
                                              <p:spTgt spid="36"/>
                                            </p:tgtEl>
                                            <p:attrNameLst>
                                              <p:attrName>ppt_h</p:attrName>
                                            </p:attrNameLst>
                                          </p:cBhvr>
                                          <p:tavLst>
                                            <p:tav tm="0">
                                              <p:val>
                                                <p:fltVal val="0"/>
                                              </p:val>
                                            </p:tav>
                                            <p:tav tm="100000">
                                              <p:val>
                                                <p:strVal val="#ppt_h"/>
                                              </p:val>
                                            </p:tav>
                                          </p:tavLst>
                                        </p:anim>
                                        <p:animEffect transition="in" filter="fade">
                                          <p:cBhvr>
                                            <p:cTn id="86" dur="750"/>
                                            <p:tgtEl>
                                              <p:spTgt spid="36"/>
                                            </p:tgtEl>
                                          </p:cBhvr>
                                        </p:animEffect>
                                      </p:childTnLst>
                                    </p:cTn>
                                  </p:par>
                                  <p:par>
                                    <p:cTn id="87" presetID="2" presetClass="entr" presetSubtype="8" fill="hold" grpId="0" nodeType="withEffect">
                                      <p:stCondLst>
                                        <p:cond delay="250"/>
                                      </p:stCondLst>
                                      <p:childTnLst>
                                        <p:set>
                                          <p:cBhvr>
                                            <p:cTn id="88" dur="1" fill="hold">
                                              <p:stCondLst>
                                                <p:cond delay="0"/>
                                              </p:stCondLst>
                                            </p:cTn>
                                            <p:tgtEl>
                                              <p:spTgt spid="82"/>
                                            </p:tgtEl>
                                            <p:attrNameLst>
                                              <p:attrName>style.visibility</p:attrName>
                                            </p:attrNameLst>
                                          </p:cBhvr>
                                          <p:to>
                                            <p:strVal val="visible"/>
                                          </p:to>
                                        </p:set>
                                        <p:anim calcmode="lin" valueType="num">
                                          <p:cBhvr additive="base">
                                            <p:cTn id="89" dur="1000" fill="hold"/>
                                            <p:tgtEl>
                                              <p:spTgt spid="82"/>
                                            </p:tgtEl>
                                            <p:attrNameLst>
                                              <p:attrName>ppt_x</p:attrName>
                                            </p:attrNameLst>
                                          </p:cBhvr>
                                          <p:tavLst>
                                            <p:tav tm="0">
                                              <p:val>
                                                <p:strVal val="0-#ppt_w/2"/>
                                              </p:val>
                                            </p:tav>
                                            <p:tav tm="100000">
                                              <p:val>
                                                <p:strVal val="#ppt_x"/>
                                              </p:val>
                                            </p:tav>
                                          </p:tavLst>
                                        </p:anim>
                                        <p:anim calcmode="lin" valueType="num">
                                          <p:cBhvr additive="base">
                                            <p:cTn id="90" dur="1000" fill="hold"/>
                                            <p:tgtEl>
                                              <p:spTgt spid="82"/>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250"/>
                                      </p:stCondLst>
                                      <p:childTnLst>
                                        <p:set>
                                          <p:cBhvr>
                                            <p:cTn id="92" dur="1" fill="hold">
                                              <p:stCondLst>
                                                <p:cond delay="0"/>
                                              </p:stCondLst>
                                            </p:cTn>
                                            <p:tgtEl>
                                              <p:spTgt spid="81"/>
                                            </p:tgtEl>
                                            <p:attrNameLst>
                                              <p:attrName>style.visibility</p:attrName>
                                            </p:attrNameLst>
                                          </p:cBhvr>
                                          <p:to>
                                            <p:strVal val="visible"/>
                                          </p:to>
                                        </p:set>
                                        <p:anim calcmode="lin" valueType="num">
                                          <p:cBhvr additive="base">
                                            <p:cTn id="93" dur="1000" fill="hold"/>
                                            <p:tgtEl>
                                              <p:spTgt spid="81"/>
                                            </p:tgtEl>
                                            <p:attrNameLst>
                                              <p:attrName>ppt_x</p:attrName>
                                            </p:attrNameLst>
                                          </p:cBhvr>
                                          <p:tavLst>
                                            <p:tav tm="0">
                                              <p:val>
                                                <p:strVal val="0-#ppt_w/2"/>
                                              </p:val>
                                            </p:tav>
                                            <p:tav tm="100000">
                                              <p:val>
                                                <p:strVal val="#ppt_x"/>
                                              </p:val>
                                            </p:tav>
                                          </p:tavLst>
                                        </p:anim>
                                        <p:anim calcmode="lin" valueType="num">
                                          <p:cBhvr additive="base">
                                            <p:cTn id="94" dur="1000" fill="hold"/>
                                            <p:tgtEl>
                                              <p:spTgt spid="81"/>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500"/>
                                      </p:stCondLst>
                                      <p:childTnLst>
                                        <p:set>
                                          <p:cBhvr>
                                            <p:cTn id="96" dur="1" fill="hold">
                                              <p:stCondLst>
                                                <p:cond delay="0"/>
                                              </p:stCondLst>
                                            </p:cTn>
                                            <p:tgtEl>
                                              <p:spTgt spid="69"/>
                                            </p:tgtEl>
                                            <p:attrNameLst>
                                              <p:attrName>style.visibility</p:attrName>
                                            </p:attrNameLst>
                                          </p:cBhvr>
                                          <p:to>
                                            <p:strVal val="visible"/>
                                          </p:to>
                                        </p:set>
                                        <p:anim calcmode="lin" valueType="num">
                                          <p:cBhvr additive="base">
                                            <p:cTn id="97" dur="1000" fill="hold"/>
                                            <p:tgtEl>
                                              <p:spTgt spid="69"/>
                                            </p:tgtEl>
                                            <p:attrNameLst>
                                              <p:attrName>ppt_x</p:attrName>
                                            </p:attrNameLst>
                                          </p:cBhvr>
                                          <p:tavLst>
                                            <p:tav tm="0">
                                              <p:val>
                                                <p:strVal val="0-#ppt_w/2"/>
                                              </p:val>
                                            </p:tav>
                                            <p:tav tm="100000">
                                              <p:val>
                                                <p:strVal val="#ppt_x"/>
                                              </p:val>
                                            </p:tav>
                                          </p:tavLst>
                                        </p:anim>
                                        <p:anim calcmode="lin" valueType="num">
                                          <p:cBhvr additive="base">
                                            <p:cTn id="98" dur="1000" fill="hold"/>
                                            <p:tgtEl>
                                              <p:spTgt spid="69"/>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500"/>
                                      </p:stCondLst>
                                      <p:childTnLst>
                                        <p:set>
                                          <p:cBhvr>
                                            <p:cTn id="100" dur="1" fill="hold">
                                              <p:stCondLst>
                                                <p:cond delay="0"/>
                                              </p:stCondLst>
                                            </p:cTn>
                                            <p:tgtEl>
                                              <p:spTgt spid="64"/>
                                            </p:tgtEl>
                                            <p:attrNameLst>
                                              <p:attrName>style.visibility</p:attrName>
                                            </p:attrNameLst>
                                          </p:cBhvr>
                                          <p:to>
                                            <p:strVal val="visible"/>
                                          </p:to>
                                        </p:set>
                                        <p:anim calcmode="lin" valueType="num">
                                          <p:cBhvr additive="base">
                                            <p:cTn id="101" dur="1000" fill="hold"/>
                                            <p:tgtEl>
                                              <p:spTgt spid="64"/>
                                            </p:tgtEl>
                                            <p:attrNameLst>
                                              <p:attrName>ppt_x</p:attrName>
                                            </p:attrNameLst>
                                          </p:cBhvr>
                                          <p:tavLst>
                                            <p:tav tm="0">
                                              <p:val>
                                                <p:strVal val="0-#ppt_w/2"/>
                                              </p:val>
                                            </p:tav>
                                            <p:tav tm="100000">
                                              <p:val>
                                                <p:strVal val="#ppt_x"/>
                                              </p:val>
                                            </p:tav>
                                          </p:tavLst>
                                        </p:anim>
                                        <p:anim calcmode="lin" valueType="num">
                                          <p:cBhvr additive="base">
                                            <p:cTn id="102" dur="1000" fill="hold"/>
                                            <p:tgtEl>
                                              <p:spTgt spid="64"/>
                                            </p:tgtEl>
                                            <p:attrNameLst>
                                              <p:attrName>ppt_y</p:attrName>
                                            </p:attrNameLst>
                                          </p:cBhvr>
                                          <p:tavLst>
                                            <p:tav tm="0">
                                              <p:val>
                                                <p:strVal val="#ppt_y"/>
                                              </p:val>
                                            </p:tav>
                                            <p:tav tm="100000">
                                              <p:val>
                                                <p:strVal val="#ppt_y"/>
                                              </p:val>
                                            </p:tav>
                                          </p:tavLst>
                                        </p:anim>
                                      </p:childTnLst>
                                    </p:cTn>
                                  </p:par>
                                  <p:par>
                                    <p:cTn id="103" presetID="2" presetClass="entr" presetSubtype="2" fill="hold" grpId="0" nodeType="withEffect">
                                      <p:stCondLst>
                                        <p:cond delay="750"/>
                                      </p:stCondLst>
                                      <p:childTnLst>
                                        <p:set>
                                          <p:cBhvr>
                                            <p:cTn id="104" dur="1" fill="hold">
                                              <p:stCondLst>
                                                <p:cond delay="0"/>
                                              </p:stCondLst>
                                            </p:cTn>
                                            <p:tgtEl>
                                              <p:spTgt spid="65"/>
                                            </p:tgtEl>
                                            <p:attrNameLst>
                                              <p:attrName>style.visibility</p:attrName>
                                            </p:attrNameLst>
                                          </p:cBhvr>
                                          <p:to>
                                            <p:strVal val="visible"/>
                                          </p:to>
                                        </p:set>
                                        <p:anim calcmode="lin" valueType="num">
                                          <p:cBhvr additive="base">
                                            <p:cTn id="105" dur="1000" fill="hold"/>
                                            <p:tgtEl>
                                              <p:spTgt spid="65"/>
                                            </p:tgtEl>
                                            <p:attrNameLst>
                                              <p:attrName>ppt_x</p:attrName>
                                            </p:attrNameLst>
                                          </p:cBhvr>
                                          <p:tavLst>
                                            <p:tav tm="0">
                                              <p:val>
                                                <p:strVal val="1+#ppt_w/2"/>
                                              </p:val>
                                            </p:tav>
                                            <p:tav tm="100000">
                                              <p:val>
                                                <p:strVal val="#ppt_x"/>
                                              </p:val>
                                            </p:tav>
                                          </p:tavLst>
                                        </p:anim>
                                        <p:anim calcmode="lin" valueType="num">
                                          <p:cBhvr additive="base">
                                            <p:cTn id="106" dur="1000" fill="hold"/>
                                            <p:tgtEl>
                                              <p:spTgt spid="65"/>
                                            </p:tgtEl>
                                            <p:attrNameLst>
                                              <p:attrName>ppt_y</p:attrName>
                                            </p:attrNameLst>
                                          </p:cBhvr>
                                          <p:tavLst>
                                            <p:tav tm="0">
                                              <p:val>
                                                <p:strVal val="#ppt_y"/>
                                              </p:val>
                                            </p:tav>
                                            <p:tav tm="100000">
                                              <p:val>
                                                <p:strVal val="#ppt_y"/>
                                              </p:val>
                                            </p:tav>
                                          </p:tavLst>
                                        </p:anim>
                                      </p:childTnLst>
                                    </p:cTn>
                                  </p:par>
                                  <p:par>
                                    <p:cTn id="107" presetID="2" presetClass="entr" presetSubtype="2" fill="hold" grpId="0" nodeType="withEffect">
                                      <p:stCondLst>
                                        <p:cond delay="750"/>
                                      </p:stCondLst>
                                      <p:childTnLst>
                                        <p:set>
                                          <p:cBhvr>
                                            <p:cTn id="108" dur="1" fill="hold">
                                              <p:stCondLst>
                                                <p:cond delay="0"/>
                                              </p:stCondLst>
                                            </p:cTn>
                                            <p:tgtEl>
                                              <p:spTgt spid="66"/>
                                            </p:tgtEl>
                                            <p:attrNameLst>
                                              <p:attrName>style.visibility</p:attrName>
                                            </p:attrNameLst>
                                          </p:cBhvr>
                                          <p:to>
                                            <p:strVal val="visible"/>
                                          </p:to>
                                        </p:set>
                                        <p:anim calcmode="lin" valueType="num">
                                          <p:cBhvr additive="base">
                                            <p:cTn id="109" dur="1000" fill="hold"/>
                                            <p:tgtEl>
                                              <p:spTgt spid="66"/>
                                            </p:tgtEl>
                                            <p:attrNameLst>
                                              <p:attrName>ppt_x</p:attrName>
                                            </p:attrNameLst>
                                          </p:cBhvr>
                                          <p:tavLst>
                                            <p:tav tm="0">
                                              <p:val>
                                                <p:strVal val="1+#ppt_w/2"/>
                                              </p:val>
                                            </p:tav>
                                            <p:tav tm="100000">
                                              <p:val>
                                                <p:strVal val="#ppt_x"/>
                                              </p:val>
                                            </p:tav>
                                          </p:tavLst>
                                        </p:anim>
                                        <p:anim calcmode="lin" valueType="num">
                                          <p:cBhvr additive="base">
                                            <p:cTn id="110" dur="1000" fill="hold"/>
                                            <p:tgtEl>
                                              <p:spTgt spid="66"/>
                                            </p:tgtEl>
                                            <p:attrNameLst>
                                              <p:attrName>ppt_y</p:attrName>
                                            </p:attrNameLst>
                                          </p:cBhvr>
                                          <p:tavLst>
                                            <p:tav tm="0">
                                              <p:val>
                                                <p:strVal val="#ppt_y"/>
                                              </p:val>
                                            </p:tav>
                                            <p:tav tm="100000">
                                              <p:val>
                                                <p:strVal val="#ppt_y"/>
                                              </p:val>
                                            </p:tav>
                                          </p:tavLst>
                                        </p:anim>
                                      </p:childTnLst>
                                    </p:cTn>
                                  </p:par>
                                  <p:par>
                                    <p:cTn id="111" presetID="2" presetClass="entr" presetSubtype="2" fill="hold" grpId="0" nodeType="withEffect">
                                      <p:stCondLst>
                                        <p:cond delay="1000"/>
                                      </p:stCondLst>
                                      <p:childTnLst>
                                        <p:set>
                                          <p:cBhvr>
                                            <p:cTn id="112" dur="1" fill="hold">
                                              <p:stCondLst>
                                                <p:cond delay="0"/>
                                              </p:stCondLst>
                                            </p:cTn>
                                            <p:tgtEl>
                                              <p:spTgt spid="83"/>
                                            </p:tgtEl>
                                            <p:attrNameLst>
                                              <p:attrName>style.visibility</p:attrName>
                                            </p:attrNameLst>
                                          </p:cBhvr>
                                          <p:to>
                                            <p:strVal val="visible"/>
                                          </p:to>
                                        </p:set>
                                        <p:anim calcmode="lin" valueType="num">
                                          <p:cBhvr additive="base">
                                            <p:cTn id="113" dur="1000" fill="hold"/>
                                            <p:tgtEl>
                                              <p:spTgt spid="83"/>
                                            </p:tgtEl>
                                            <p:attrNameLst>
                                              <p:attrName>ppt_x</p:attrName>
                                            </p:attrNameLst>
                                          </p:cBhvr>
                                          <p:tavLst>
                                            <p:tav tm="0">
                                              <p:val>
                                                <p:strVal val="1+#ppt_w/2"/>
                                              </p:val>
                                            </p:tav>
                                            <p:tav tm="100000">
                                              <p:val>
                                                <p:strVal val="#ppt_x"/>
                                              </p:val>
                                            </p:tav>
                                          </p:tavLst>
                                        </p:anim>
                                        <p:anim calcmode="lin" valueType="num">
                                          <p:cBhvr additive="base">
                                            <p:cTn id="114" dur="1000" fill="hold"/>
                                            <p:tgtEl>
                                              <p:spTgt spid="83"/>
                                            </p:tgtEl>
                                            <p:attrNameLst>
                                              <p:attrName>ppt_y</p:attrName>
                                            </p:attrNameLst>
                                          </p:cBhvr>
                                          <p:tavLst>
                                            <p:tav tm="0">
                                              <p:val>
                                                <p:strVal val="#ppt_y"/>
                                              </p:val>
                                            </p:tav>
                                            <p:tav tm="100000">
                                              <p:val>
                                                <p:strVal val="#ppt_y"/>
                                              </p:val>
                                            </p:tav>
                                          </p:tavLst>
                                        </p:anim>
                                      </p:childTnLst>
                                    </p:cTn>
                                  </p:par>
                                  <p:par>
                                    <p:cTn id="115" presetID="2" presetClass="entr" presetSubtype="2" fill="hold" grpId="0" nodeType="withEffect">
                                      <p:stCondLst>
                                        <p:cond delay="1000"/>
                                      </p:stCondLst>
                                      <p:childTnLst>
                                        <p:set>
                                          <p:cBhvr>
                                            <p:cTn id="116" dur="1" fill="hold">
                                              <p:stCondLst>
                                                <p:cond delay="0"/>
                                              </p:stCondLst>
                                            </p:cTn>
                                            <p:tgtEl>
                                              <p:spTgt spid="84"/>
                                            </p:tgtEl>
                                            <p:attrNameLst>
                                              <p:attrName>style.visibility</p:attrName>
                                            </p:attrNameLst>
                                          </p:cBhvr>
                                          <p:to>
                                            <p:strVal val="visible"/>
                                          </p:to>
                                        </p:set>
                                        <p:anim calcmode="lin" valueType="num">
                                          <p:cBhvr additive="base">
                                            <p:cTn id="117" dur="1000" fill="hold"/>
                                            <p:tgtEl>
                                              <p:spTgt spid="84"/>
                                            </p:tgtEl>
                                            <p:attrNameLst>
                                              <p:attrName>ppt_x</p:attrName>
                                            </p:attrNameLst>
                                          </p:cBhvr>
                                          <p:tavLst>
                                            <p:tav tm="0">
                                              <p:val>
                                                <p:strVal val="1+#ppt_w/2"/>
                                              </p:val>
                                            </p:tav>
                                            <p:tav tm="100000">
                                              <p:val>
                                                <p:strVal val="#ppt_x"/>
                                              </p:val>
                                            </p:tav>
                                          </p:tavLst>
                                        </p:anim>
                                        <p:anim calcmode="lin" valueType="num">
                                          <p:cBhvr additive="base">
                                            <p:cTn id="118" dur="1000" fill="hold"/>
                                            <p:tgtEl>
                                              <p:spTgt spid="8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35" grpId="0" animBg="1"/>
          <p:bldP spid="36" grpId="0" animBg="1"/>
          <p:bldP spid="37" grpId="0" animBg="1"/>
          <p:bldP spid="38" grpId="0" animBg="1"/>
          <p:bldP spid="64" grpId="0"/>
          <p:bldP spid="65" grpId="0"/>
          <p:bldP spid="66" grpId="0"/>
          <p:bldP spid="69" grpId="0"/>
          <p:bldP spid="81" grpId="0"/>
          <p:bldP spid="82" grpId="0"/>
          <p:bldP spid="83" grpId="0"/>
          <p:bldP spid="84" grpId="0"/>
        </p:bldLst>
      </p:timing>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id="{ED2D1C8F-F65B-47F8-84EA-23870A2DFBC7}"/>
              </a:ext>
            </a:extLst>
          </p:cNvPr>
          <p:cNvGrpSpPr/>
          <p:nvPr/>
        </p:nvGrpSpPr>
        <p:grpSpPr>
          <a:xfrm>
            <a:off x="3005138" y="3897313"/>
            <a:ext cx="1525588" cy="1554162"/>
            <a:chOff x="3005138" y="3897313"/>
            <a:chExt cx="1525588" cy="1554162"/>
          </a:xfrm>
        </p:grpSpPr>
        <p:sp>
          <p:nvSpPr>
            <p:cNvPr id="16" name="Freeform 14">
              <a:extLst>
                <a:ext uri="{FF2B5EF4-FFF2-40B4-BE49-F238E27FC236}">
                  <a16:creationId xmlns:a16="http://schemas.microsoft.com/office/drawing/2014/main" id="{AE5EAA8A-6B2E-47CF-8A4E-D59577ACC483}"/>
                </a:ext>
              </a:extLst>
            </p:cNvPr>
            <p:cNvSpPr>
              <a:spLocks/>
            </p:cNvSpPr>
            <p:nvPr/>
          </p:nvSpPr>
          <p:spPr bwMode="auto">
            <a:xfrm>
              <a:off x="3706813" y="3897313"/>
              <a:ext cx="823913" cy="1187450"/>
            </a:xfrm>
            <a:custGeom>
              <a:avLst/>
              <a:gdLst>
                <a:gd name="T0" fmla="*/ 73 w 206"/>
                <a:gd name="T1" fmla="*/ 292 h 297"/>
                <a:gd name="T2" fmla="*/ 206 w 206"/>
                <a:gd name="T3" fmla="*/ 297 h 297"/>
                <a:gd name="T4" fmla="*/ 206 w 206"/>
                <a:gd name="T5" fmla="*/ 297 h 297"/>
                <a:gd name="T6" fmla="*/ 126 w 206"/>
                <a:gd name="T7" fmla="*/ 0 h 297"/>
                <a:gd name="T8" fmla="*/ 82 w 206"/>
                <a:gd name="T9" fmla="*/ 60 h 297"/>
                <a:gd name="T10" fmla="*/ 0 w 206"/>
                <a:gd name="T11" fmla="*/ 115 h 297"/>
                <a:gd name="T12" fmla="*/ 73 w 206"/>
                <a:gd name="T13" fmla="*/ 292 h 297"/>
              </a:gdLst>
              <a:ahLst/>
              <a:cxnLst>
                <a:cxn ang="0">
                  <a:pos x="T0" y="T1"/>
                </a:cxn>
                <a:cxn ang="0">
                  <a:pos x="T2" y="T3"/>
                </a:cxn>
                <a:cxn ang="0">
                  <a:pos x="T4" y="T5"/>
                </a:cxn>
                <a:cxn ang="0">
                  <a:pos x="T6" y="T7"/>
                </a:cxn>
                <a:cxn ang="0">
                  <a:pos x="T8" y="T9"/>
                </a:cxn>
                <a:cxn ang="0">
                  <a:pos x="T10" y="T11"/>
                </a:cxn>
                <a:cxn ang="0">
                  <a:pos x="T12" y="T13"/>
                </a:cxn>
              </a:cxnLst>
              <a:rect l="0" t="0" r="r" b="b"/>
              <a:pathLst>
                <a:path w="206" h="297">
                  <a:moveTo>
                    <a:pt x="73" y="292"/>
                  </a:moveTo>
                  <a:cubicBezTo>
                    <a:pt x="117" y="273"/>
                    <a:pt x="166" y="277"/>
                    <a:pt x="206" y="297"/>
                  </a:cubicBezTo>
                  <a:cubicBezTo>
                    <a:pt x="206" y="297"/>
                    <a:pt x="206" y="297"/>
                    <a:pt x="206" y="297"/>
                  </a:cubicBezTo>
                  <a:cubicBezTo>
                    <a:pt x="99" y="243"/>
                    <a:pt x="42" y="167"/>
                    <a:pt x="126" y="0"/>
                  </a:cubicBezTo>
                  <a:cubicBezTo>
                    <a:pt x="115" y="21"/>
                    <a:pt x="100" y="42"/>
                    <a:pt x="82" y="60"/>
                  </a:cubicBezTo>
                  <a:cubicBezTo>
                    <a:pt x="57" y="84"/>
                    <a:pt x="29" y="102"/>
                    <a:pt x="0" y="115"/>
                  </a:cubicBezTo>
                  <a:cubicBezTo>
                    <a:pt x="73" y="292"/>
                    <a:pt x="73" y="292"/>
                    <a:pt x="73" y="29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5">
              <a:extLst>
                <a:ext uri="{FF2B5EF4-FFF2-40B4-BE49-F238E27FC236}">
                  <a16:creationId xmlns:a16="http://schemas.microsoft.com/office/drawing/2014/main" id="{35FAC50F-D9E8-4C34-8044-C6EFF4E47F9F}"/>
                </a:ext>
              </a:extLst>
            </p:cNvPr>
            <p:cNvSpPr>
              <a:spLocks/>
            </p:cNvSpPr>
            <p:nvPr/>
          </p:nvSpPr>
          <p:spPr bwMode="auto">
            <a:xfrm>
              <a:off x="3005138" y="4356100"/>
              <a:ext cx="993775" cy="1095375"/>
            </a:xfrm>
            <a:custGeom>
              <a:avLst/>
              <a:gdLst>
                <a:gd name="T0" fmla="*/ 248 w 248"/>
                <a:gd name="T1" fmla="*/ 177 h 274"/>
                <a:gd name="T2" fmla="*/ 175 w 248"/>
                <a:gd name="T3" fmla="*/ 0 h 274"/>
                <a:gd name="T4" fmla="*/ 0 w 248"/>
                <a:gd name="T5" fmla="*/ 6 h 274"/>
                <a:gd name="T6" fmla="*/ 0 w 248"/>
                <a:gd name="T7" fmla="*/ 6 h 274"/>
                <a:gd name="T8" fmla="*/ 157 w 248"/>
                <a:gd name="T9" fmla="*/ 274 h 274"/>
                <a:gd name="T10" fmla="*/ 157 w 248"/>
                <a:gd name="T11" fmla="*/ 274 h 274"/>
                <a:gd name="T12" fmla="*/ 248 w 248"/>
                <a:gd name="T13" fmla="*/ 177 h 274"/>
              </a:gdLst>
              <a:ahLst/>
              <a:cxnLst>
                <a:cxn ang="0">
                  <a:pos x="T0" y="T1"/>
                </a:cxn>
                <a:cxn ang="0">
                  <a:pos x="T2" y="T3"/>
                </a:cxn>
                <a:cxn ang="0">
                  <a:pos x="T4" y="T5"/>
                </a:cxn>
                <a:cxn ang="0">
                  <a:pos x="T6" y="T7"/>
                </a:cxn>
                <a:cxn ang="0">
                  <a:pos x="T8" y="T9"/>
                </a:cxn>
                <a:cxn ang="0">
                  <a:pos x="T10" y="T11"/>
                </a:cxn>
                <a:cxn ang="0">
                  <a:pos x="T12" y="T13"/>
                </a:cxn>
              </a:cxnLst>
              <a:rect l="0" t="0" r="r" b="b"/>
              <a:pathLst>
                <a:path w="248" h="274">
                  <a:moveTo>
                    <a:pt x="248" y="177"/>
                  </a:moveTo>
                  <a:cubicBezTo>
                    <a:pt x="175" y="0"/>
                    <a:pt x="175" y="0"/>
                    <a:pt x="175" y="0"/>
                  </a:cubicBezTo>
                  <a:cubicBezTo>
                    <a:pt x="119" y="23"/>
                    <a:pt x="57" y="25"/>
                    <a:pt x="0" y="6"/>
                  </a:cubicBezTo>
                  <a:cubicBezTo>
                    <a:pt x="0" y="6"/>
                    <a:pt x="0" y="6"/>
                    <a:pt x="0" y="6"/>
                  </a:cubicBezTo>
                  <a:cubicBezTo>
                    <a:pt x="181" y="65"/>
                    <a:pt x="194" y="160"/>
                    <a:pt x="157" y="274"/>
                  </a:cubicBezTo>
                  <a:cubicBezTo>
                    <a:pt x="157" y="274"/>
                    <a:pt x="157" y="274"/>
                    <a:pt x="157" y="274"/>
                  </a:cubicBezTo>
                  <a:cubicBezTo>
                    <a:pt x="171" y="232"/>
                    <a:pt x="203" y="195"/>
                    <a:pt x="248" y="177"/>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8" name="Group 87">
            <a:extLst>
              <a:ext uri="{FF2B5EF4-FFF2-40B4-BE49-F238E27FC236}">
                <a16:creationId xmlns:a16="http://schemas.microsoft.com/office/drawing/2014/main" id="{6DFAFDF6-4087-485C-A17C-1C6FF0E37A10}"/>
              </a:ext>
            </a:extLst>
          </p:cNvPr>
          <p:cNvGrpSpPr/>
          <p:nvPr/>
        </p:nvGrpSpPr>
        <p:grpSpPr>
          <a:xfrm>
            <a:off x="3773488" y="3128963"/>
            <a:ext cx="1577975" cy="1508125"/>
            <a:chOff x="3773488" y="3128963"/>
            <a:chExt cx="1577975" cy="1508125"/>
          </a:xfrm>
        </p:grpSpPr>
        <p:sp>
          <p:nvSpPr>
            <p:cNvPr id="18" name="Freeform 16">
              <a:extLst>
                <a:ext uri="{FF2B5EF4-FFF2-40B4-BE49-F238E27FC236}">
                  <a16:creationId xmlns:a16="http://schemas.microsoft.com/office/drawing/2014/main" id="{3CD5684B-D5BD-4975-B86D-7528D6C7903F}"/>
                </a:ext>
              </a:extLst>
            </p:cNvPr>
            <p:cNvSpPr>
              <a:spLocks/>
            </p:cNvSpPr>
            <p:nvPr/>
          </p:nvSpPr>
          <p:spPr bwMode="auto">
            <a:xfrm>
              <a:off x="4249738" y="3128963"/>
              <a:ext cx="1101725" cy="976313"/>
            </a:xfrm>
            <a:custGeom>
              <a:avLst/>
              <a:gdLst>
                <a:gd name="T0" fmla="*/ 177 w 275"/>
                <a:gd name="T1" fmla="*/ 244 h 244"/>
                <a:gd name="T2" fmla="*/ 274 w 275"/>
                <a:gd name="T3" fmla="*/ 154 h 244"/>
                <a:gd name="T4" fmla="*/ 275 w 275"/>
                <a:gd name="T5" fmla="*/ 154 h 244"/>
                <a:gd name="T6" fmla="*/ 8 w 275"/>
                <a:gd name="T7" fmla="*/ 0 h 244"/>
                <a:gd name="T8" fmla="*/ 19 w 275"/>
                <a:gd name="T9" fmla="*/ 74 h 244"/>
                <a:gd name="T10" fmla="*/ 0 w 275"/>
                <a:gd name="T11" fmla="*/ 171 h 244"/>
                <a:gd name="T12" fmla="*/ 177 w 275"/>
                <a:gd name="T13" fmla="*/ 244 h 244"/>
              </a:gdLst>
              <a:ahLst/>
              <a:cxnLst>
                <a:cxn ang="0">
                  <a:pos x="T0" y="T1"/>
                </a:cxn>
                <a:cxn ang="0">
                  <a:pos x="T2" y="T3"/>
                </a:cxn>
                <a:cxn ang="0">
                  <a:pos x="T4" y="T5"/>
                </a:cxn>
                <a:cxn ang="0">
                  <a:pos x="T6" y="T7"/>
                </a:cxn>
                <a:cxn ang="0">
                  <a:pos x="T8" y="T9"/>
                </a:cxn>
                <a:cxn ang="0">
                  <a:pos x="T10" y="T11"/>
                </a:cxn>
                <a:cxn ang="0">
                  <a:pos x="T12" y="T13"/>
                </a:cxn>
              </a:cxnLst>
              <a:rect l="0" t="0" r="r" b="b"/>
              <a:pathLst>
                <a:path w="275" h="244">
                  <a:moveTo>
                    <a:pt x="177" y="244"/>
                  </a:moveTo>
                  <a:cubicBezTo>
                    <a:pt x="195" y="200"/>
                    <a:pt x="232" y="168"/>
                    <a:pt x="274" y="154"/>
                  </a:cubicBezTo>
                  <a:cubicBezTo>
                    <a:pt x="275" y="154"/>
                    <a:pt x="275" y="154"/>
                    <a:pt x="275" y="154"/>
                  </a:cubicBezTo>
                  <a:cubicBezTo>
                    <a:pt x="161" y="191"/>
                    <a:pt x="67" y="177"/>
                    <a:pt x="8" y="0"/>
                  </a:cubicBezTo>
                  <a:cubicBezTo>
                    <a:pt x="15" y="23"/>
                    <a:pt x="19" y="48"/>
                    <a:pt x="19" y="74"/>
                  </a:cubicBezTo>
                  <a:cubicBezTo>
                    <a:pt x="19" y="108"/>
                    <a:pt x="12" y="141"/>
                    <a:pt x="0" y="171"/>
                  </a:cubicBezTo>
                  <a:cubicBezTo>
                    <a:pt x="177" y="244"/>
                    <a:pt x="177" y="244"/>
                    <a:pt x="177" y="2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7">
              <a:extLst>
                <a:ext uri="{FF2B5EF4-FFF2-40B4-BE49-F238E27FC236}">
                  <a16:creationId xmlns:a16="http://schemas.microsoft.com/office/drawing/2014/main" id="{8546A09F-5985-4EC0-A6C6-C36CA6512D15}"/>
                </a:ext>
              </a:extLst>
            </p:cNvPr>
            <p:cNvSpPr>
              <a:spLocks/>
            </p:cNvSpPr>
            <p:nvPr/>
          </p:nvSpPr>
          <p:spPr bwMode="auto">
            <a:xfrm>
              <a:off x="3773488" y="3813175"/>
              <a:ext cx="1204913" cy="823913"/>
            </a:xfrm>
            <a:custGeom>
              <a:avLst/>
              <a:gdLst>
                <a:gd name="T0" fmla="*/ 296 w 301"/>
                <a:gd name="T1" fmla="*/ 73 h 206"/>
                <a:gd name="T2" fmla="*/ 119 w 301"/>
                <a:gd name="T3" fmla="*/ 0 h 206"/>
                <a:gd name="T4" fmla="*/ 0 w 301"/>
                <a:gd name="T5" fmla="*/ 128 h 206"/>
                <a:gd name="T6" fmla="*/ 0 w 301"/>
                <a:gd name="T7" fmla="*/ 128 h 206"/>
                <a:gd name="T8" fmla="*/ 300 w 301"/>
                <a:gd name="T9" fmla="*/ 206 h 206"/>
                <a:gd name="T10" fmla="*/ 301 w 301"/>
                <a:gd name="T11" fmla="*/ 206 h 206"/>
                <a:gd name="T12" fmla="*/ 296 w 301"/>
                <a:gd name="T13" fmla="*/ 73 h 206"/>
              </a:gdLst>
              <a:ahLst/>
              <a:cxnLst>
                <a:cxn ang="0">
                  <a:pos x="T0" y="T1"/>
                </a:cxn>
                <a:cxn ang="0">
                  <a:pos x="T2" y="T3"/>
                </a:cxn>
                <a:cxn ang="0">
                  <a:pos x="T4" y="T5"/>
                </a:cxn>
                <a:cxn ang="0">
                  <a:pos x="T6" y="T7"/>
                </a:cxn>
                <a:cxn ang="0">
                  <a:pos x="T8" y="T9"/>
                </a:cxn>
                <a:cxn ang="0">
                  <a:pos x="T10" y="T11"/>
                </a:cxn>
                <a:cxn ang="0">
                  <a:pos x="T12" y="T13"/>
                </a:cxn>
              </a:cxnLst>
              <a:rect l="0" t="0" r="r" b="b"/>
              <a:pathLst>
                <a:path w="301" h="206">
                  <a:moveTo>
                    <a:pt x="296" y="73"/>
                  </a:moveTo>
                  <a:cubicBezTo>
                    <a:pt x="119" y="0"/>
                    <a:pt x="119" y="0"/>
                    <a:pt x="119" y="0"/>
                  </a:cubicBezTo>
                  <a:cubicBezTo>
                    <a:pt x="96" y="55"/>
                    <a:pt x="53" y="101"/>
                    <a:pt x="0" y="128"/>
                  </a:cubicBezTo>
                  <a:cubicBezTo>
                    <a:pt x="0" y="128"/>
                    <a:pt x="0" y="128"/>
                    <a:pt x="0" y="128"/>
                  </a:cubicBezTo>
                  <a:cubicBezTo>
                    <a:pt x="170" y="42"/>
                    <a:pt x="246" y="99"/>
                    <a:pt x="300" y="206"/>
                  </a:cubicBezTo>
                  <a:cubicBezTo>
                    <a:pt x="301" y="206"/>
                    <a:pt x="301" y="206"/>
                    <a:pt x="301" y="206"/>
                  </a:cubicBezTo>
                  <a:cubicBezTo>
                    <a:pt x="280" y="166"/>
                    <a:pt x="277" y="118"/>
                    <a:pt x="296" y="73"/>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9" name="Group 88">
            <a:extLst>
              <a:ext uri="{FF2B5EF4-FFF2-40B4-BE49-F238E27FC236}">
                <a16:creationId xmlns:a16="http://schemas.microsoft.com/office/drawing/2014/main" id="{FF7613A7-0E46-418F-ABA3-A3342AF1EA13}"/>
              </a:ext>
            </a:extLst>
          </p:cNvPr>
          <p:cNvGrpSpPr/>
          <p:nvPr/>
        </p:nvGrpSpPr>
        <p:grpSpPr>
          <a:xfrm>
            <a:off x="3790950" y="2217738"/>
            <a:ext cx="1560513" cy="1522412"/>
            <a:chOff x="3790950" y="2217738"/>
            <a:chExt cx="1560513" cy="1522412"/>
          </a:xfrm>
        </p:grpSpPr>
        <p:sp>
          <p:nvSpPr>
            <p:cNvPr id="20" name="Freeform 18">
              <a:extLst>
                <a:ext uri="{FF2B5EF4-FFF2-40B4-BE49-F238E27FC236}">
                  <a16:creationId xmlns:a16="http://schemas.microsoft.com/office/drawing/2014/main" id="{CCE8DE66-9375-45E1-B901-C10AEBBF808A}"/>
                </a:ext>
              </a:extLst>
            </p:cNvPr>
            <p:cNvSpPr>
              <a:spLocks/>
            </p:cNvSpPr>
            <p:nvPr/>
          </p:nvSpPr>
          <p:spPr bwMode="auto">
            <a:xfrm>
              <a:off x="3790950" y="2217738"/>
              <a:ext cx="1187450" cy="823913"/>
            </a:xfrm>
            <a:custGeom>
              <a:avLst/>
              <a:gdLst>
                <a:gd name="T0" fmla="*/ 292 w 297"/>
                <a:gd name="T1" fmla="*/ 133 h 206"/>
                <a:gd name="T2" fmla="*/ 297 w 297"/>
                <a:gd name="T3" fmla="*/ 0 h 206"/>
                <a:gd name="T4" fmla="*/ 297 w 297"/>
                <a:gd name="T5" fmla="*/ 0 h 206"/>
                <a:gd name="T6" fmla="*/ 0 w 297"/>
                <a:gd name="T7" fmla="*/ 80 h 206"/>
                <a:gd name="T8" fmla="*/ 61 w 297"/>
                <a:gd name="T9" fmla="*/ 124 h 206"/>
                <a:gd name="T10" fmla="*/ 115 w 297"/>
                <a:gd name="T11" fmla="*/ 206 h 206"/>
                <a:gd name="T12" fmla="*/ 292 w 297"/>
                <a:gd name="T13" fmla="*/ 133 h 206"/>
              </a:gdLst>
              <a:ahLst/>
              <a:cxnLst>
                <a:cxn ang="0">
                  <a:pos x="T0" y="T1"/>
                </a:cxn>
                <a:cxn ang="0">
                  <a:pos x="T2" y="T3"/>
                </a:cxn>
                <a:cxn ang="0">
                  <a:pos x="T4" y="T5"/>
                </a:cxn>
                <a:cxn ang="0">
                  <a:pos x="T6" y="T7"/>
                </a:cxn>
                <a:cxn ang="0">
                  <a:pos x="T8" y="T9"/>
                </a:cxn>
                <a:cxn ang="0">
                  <a:pos x="T10" y="T11"/>
                </a:cxn>
                <a:cxn ang="0">
                  <a:pos x="T12" y="T13"/>
                </a:cxn>
              </a:cxnLst>
              <a:rect l="0" t="0" r="r" b="b"/>
              <a:pathLst>
                <a:path w="297" h="206">
                  <a:moveTo>
                    <a:pt x="292" y="133"/>
                  </a:moveTo>
                  <a:cubicBezTo>
                    <a:pt x="274" y="88"/>
                    <a:pt x="277" y="40"/>
                    <a:pt x="297" y="0"/>
                  </a:cubicBezTo>
                  <a:cubicBezTo>
                    <a:pt x="297" y="0"/>
                    <a:pt x="297" y="0"/>
                    <a:pt x="297" y="0"/>
                  </a:cubicBezTo>
                  <a:cubicBezTo>
                    <a:pt x="243" y="107"/>
                    <a:pt x="167" y="163"/>
                    <a:pt x="0" y="80"/>
                  </a:cubicBezTo>
                  <a:cubicBezTo>
                    <a:pt x="22" y="91"/>
                    <a:pt x="42" y="106"/>
                    <a:pt x="61" y="124"/>
                  </a:cubicBezTo>
                  <a:cubicBezTo>
                    <a:pt x="85" y="148"/>
                    <a:pt x="103" y="176"/>
                    <a:pt x="115" y="206"/>
                  </a:cubicBezTo>
                  <a:cubicBezTo>
                    <a:pt x="292" y="133"/>
                    <a:pt x="292" y="133"/>
                    <a:pt x="292" y="13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19">
              <a:extLst>
                <a:ext uri="{FF2B5EF4-FFF2-40B4-BE49-F238E27FC236}">
                  <a16:creationId xmlns:a16="http://schemas.microsoft.com/office/drawing/2014/main" id="{E104C4F8-BAC5-4F61-85DE-ED9FAE691AC2}"/>
                </a:ext>
              </a:extLst>
            </p:cNvPr>
            <p:cNvSpPr>
              <a:spLocks/>
            </p:cNvSpPr>
            <p:nvPr/>
          </p:nvSpPr>
          <p:spPr bwMode="auto">
            <a:xfrm>
              <a:off x="4249738" y="2749550"/>
              <a:ext cx="1101725" cy="990600"/>
            </a:xfrm>
            <a:custGeom>
              <a:avLst/>
              <a:gdLst>
                <a:gd name="T0" fmla="*/ 177 w 275"/>
                <a:gd name="T1" fmla="*/ 0 h 248"/>
                <a:gd name="T2" fmla="*/ 0 w 275"/>
                <a:gd name="T3" fmla="*/ 73 h 248"/>
                <a:gd name="T4" fmla="*/ 7 w 275"/>
                <a:gd name="T5" fmla="*/ 248 h 248"/>
                <a:gd name="T6" fmla="*/ 7 w 275"/>
                <a:gd name="T7" fmla="*/ 248 h 248"/>
                <a:gd name="T8" fmla="*/ 275 w 275"/>
                <a:gd name="T9" fmla="*/ 91 h 248"/>
                <a:gd name="T10" fmla="*/ 275 w 275"/>
                <a:gd name="T11" fmla="*/ 91 h 248"/>
                <a:gd name="T12" fmla="*/ 177 w 275"/>
                <a:gd name="T13" fmla="*/ 0 h 248"/>
              </a:gdLst>
              <a:ahLst/>
              <a:cxnLst>
                <a:cxn ang="0">
                  <a:pos x="T0" y="T1"/>
                </a:cxn>
                <a:cxn ang="0">
                  <a:pos x="T2" y="T3"/>
                </a:cxn>
                <a:cxn ang="0">
                  <a:pos x="T4" y="T5"/>
                </a:cxn>
                <a:cxn ang="0">
                  <a:pos x="T6" y="T7"/>
                </a:cxn>
                <a:cxn ang="0">
                  <a:pos x="T8" y="T9"/>
                </a:cxn>
                <a:cxn ang="0">
                  <a:pos x="T10" y="T11"/>
                </a:cxn>
                <a:cxn ang="0">
                  <a:pos x="T12" y="T13"/>
                </a:cxn>
              </a:cxnLst>
              <a:rect l="0" t="0" r="r" b="b"/>
              <a:pathLst>
                <a:path w="275" h="248">
                  <a:moveTo>
                    <a:pt x="177" y="0"/>
                  </a:moveTo>
                  <a:cubicBezTo>
                    <a:pt x="0" y="73"/>
                    <a:pt x="0" y="73"/>
                    <a:pt x="0" y="73"/>
                  </a:cubicBezTo>
                  <a:cubicBezTo>
                    <a:pt x="23" y="129"/>
                    <a:pt x="25" y="191"/>
                    <a:pt x="7" y="248"/>
                  </a:cubicBezTo>
                  <a:cubicBezTo>
                    <a:pt x="7" y="248"/>
                    <a:pt x="7" y="248"/>
                    <a:pt x="7" y="248"/>
                  </a:cubicBezTo>
                  <a:cubicBezTo>
                    <a:pt x="66" y="67"/>
                    <a:pt x="160" y="53"/>
                    <a:pt x="275" y="91"/>
                  </a:cubicBezTo>
                  <a:cubicBezTo>
                    <a:pt x="275" y="91"/>
                    <a:pt x="275" y="91"/>
                    <a:pt x="275" y="91"/>
                  </a:cubicBezTo>
                  <a:cubicBezTo>
                    <a:pt x="232" y="77"/>
                    <a:pt x="196" y="45"/>
                    <a:pt x="177"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0" name="Group 89">
            <a:extLst>
              <a:ext uri="{FF2B5EF4-FFF2-40B4-BE49-F238E27FC236}">
                <a16:creationId xmlns:a16="http://schemas.microsoft.com/office/drawing/2014/main" id="{55EB6DA4-AAA2-4E10-9232-69FF21682998}"/>
              </a:ext>
            </a:extLst>
          </p:cNvPr>
          <p:cNvGrpSpPr/>
          <p:nvPr/>
        </p:nvGrpSpPr>
        <p:grpSpPr>
          <a:xfrm>
            <a:off x="3022600" y="1397000"/>
            <a:ext cx="1511301" cy="1576388"/>
            <a:chOff x="3022600" y="1397000"/>
            <a:chExt cx="1511301" cy="1576388"/>
          </a:xfrm>
        </p:grpSpPr>
        <p:sp>
          <p:nvSpPr>
            <p:cNvPr id="22" name="Freeform 20">
              <a:extLst>
                <a:ext uri="{FF2B5EF4-FFF2-40B4-BE49-F238E27FC236}">
                  <a16:creationId xmlns:a16="http://schemas.microsoft.com/office/drawing/2014/main" id="{AF50C65A-FE50-41B1-93B4-3D9DE2CF803C}"/>
                </a:ext>
              </a:extLst>
            </p:cNvPr>
            <p:cNvSpPr>
              <a:spLocks/>
            </p:cNvSpPr>
            <p:nvPr/>
          </p:nvSpPr>
          <p:spPr bwMode="auto">
            <a:xfrm>
              <a:off x="3022600" y="1397000"/>
              <a:ext cx="979488" cy="1100138"/>
            </a:xfrm>
            <a:custGeom>
              <a:avLst/>
              <a:gdLst>
                <a:gd name="T0" fmla="*/ 245 w 245"/>
                <a:gd name="T1" fmla="*/ 98 h 275"/>
                <a:gd name="T2" fmla="*/ 154 w 245"/>
                <a:gd name="T3" fmla="*/ 0 h 275"/>
                <a:gd name="T4" fmla="*/ 154 w 245"/>
                <a:gd name="T5" fmla="*/ 0 h 275"/>
                <a:gd name="T6" fmla="*/ 0 w 245"/>
                <a:gd name="T7" fmla="*/ 267 h 275"/>
                <a:gd name="T8" fmla="*/ 75 w 245"/>
                <a:gd name="T9" fmla="*/ 255 h 275"/>
                <a:gd name="T10" fmla="*/ 171 w 245"/>
                <a:gd name="T11" fmla="*/ 275 h 275"/>
                <a:gd name="T12" fmla="*/ 245 w 245"/>
                <a:gd name="T13" fmla="*/ 98 h 275"/>
              </a:gdLst>
              <a:ahLst/>
              <a:cxnLst>
                <a:cxn ang="0">
                  <a:pos x="T0" y="T1"/>
                </a:cxn>
                <a:cxn ang="0">
                  <a:pos x="T2" y="T3"/>
                </a:cxn>
                <a:cxn ang="0">
                  <a:pos x="T4" y="T5"/>
                </a:cxn>
                <a:cxn ang="0">
                  <a:pos x="T6" y="T7"/>
                </a:cxn>
                <a:cxn ang="0">
                  <a:pos x="T8" y="T9"/>
                </a:cxn>
                <a:cxn ang="0">
                  <a:pos x="T10" y="T11"/>
                </a:cxn>
                <a:cxn ang="0">
                  <a:pos x="T12" y="T13"/>
                </a:cxn>
              </a:cxnLst>
              <a:rect l="0" t="0" r="r" b="b"/>
              <a:pathLst>
                <a:path w="245" h="275">
                  <a:moveTo>
                    <a:pt x="245" y="98"/>
                  </a:moveTo>
                  <a:cubicBezTo>
                    <a:pt x="200" y="79"/>
                    <a:pt x="168" y="43"/>
                    <a:pt x="154" y="0"/>
                  </a:cubicBezTo>
                  <a:cubicBezTo>
                    <a:pt x="154" y="0"/>
                    <a:pt x="154" y="0"/>
                    <a:pt x="154" y="0"/>
                  </a:cubicBezTo>
                  <a:cubicBezTo>
                    <a:pt x="191" y="114"/>
                    <a:pt x="178" y="208"/>
                    <a:pt x="0" y="267"/>
                  </a:cubicBezTo>
                  <a:cubicBezTo>
                    <a:pt x="24" y="259"/>
                    <a:pt x="49" y="255"/>
                    <a:pt x="75" y="255"/>
                  </a:cubicBezTo>
                  <a:cubicBezTo>
                    <a:pt x="109" y="255"/>
                    <a:pt x="141" y="262"/>
                    <a:pt x="171" y="275"/>
                  </a:cubicBezTo>
                  <a:cubicBezTo>
                    <a:pt x="245" y="98"/>
                    <a:pt x="245" y="98"/>
                    <a:pt x="245" y="98"/>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1">
              <a:extLst>
                <a:ext uri="{FF2B5EF4-FFF2-40B4-BE49-F238E27FC236}">
                  <a16:creationId xmlns:a16="http://schemas.microsoft.com/office/drawing/2014/main" id="{2E5B17C4-EDAF-40DF-99B3-00E785E690FF}"/>
                </a:ext>
              </a:extLst>
            </p:cNvPr>
            <p:cNvSpPr>
              <a:spLocks/>
            </p:cNvSpPr>
            <p:nvPr/>
          </p:nvSpPr>
          <p:spPr bwMode="auto">
            <a:xfrm>
              <a:off x="3706813" y="1770063"/>
              <a:ext cx="827088" cy="1203325"/>
            </a:xfrm>
            <a:custGeom>
              <a:avLst/>
              <a:gdLst>
                <a:gd name="T0" fmla="*/ 74 w 207"/>
                <a:gd name="T1" fmla="*/ 5 h 301"/>
                <a:gd name="T2" fmla="*/ 0 w 207"/>
                <a:gd name="T3" fmla="*/ 182 h 301"/>
                <a:gd name="T4" fmla="*/ 128 w 207"/>
                <a:gd name="T5" fmla="*/ 301 h 301"/>
                <a:gd name="T6" fmla="*/ 128 w 207"/>
                <a:gd name="T7" fmla="*/ 301 h 301"/>
                <a:gd name="T8" fmla="*/ 207 w 207"/>
                <a:gd name="T9" fmla="*/ 0 h 301"/>
                <a:gd name="T10" fmla="*/ 207 w 207"/>
                <a:gd name="T11" fmla="*/ 0 h 301"/>
                <a:gd name="T12" fmla="*/ 74 w 207"/>
                <a:gd name="T13" fmla="*/ 5 h 301"/>
              </a:gdLst>
              <a:ahLst/>
              <a:cxnLst>
                <a:cxn ang="0">
                  <a:pos x="T0" y="T1"/>
                </a:cxn>
                <a:cxn ang="0">
                  <a:pos x="T2" y="T3"/>
                </a:cxn>
                <a:cxn ang="0">
                  <a:pos x="T4" y="T5"/>
                </a:cxn>
                <a:cxn ang="0">
                  <a:pos x="T6" y="T7"/>
                </a:cxn>
                <a:cxn ang="0">
                  <a:pos x="T8" y="T9"/>
                </a:cxn>
                <a:cxn ang="0">
                  <a:pos x="T10" y="T11"/>
                </a:cxn>
                <a:cxn ang="0">
                  <a:pos x="T12" y="T13"/>
                </a:cxn>
              </a:cxnLst>
              <a:rect l="0" t="0" r="r" b="b"/>
              <a:pathLst>
                <a:path w="207" h="301">
                  <a:moveTo>
                    <a:pt x="74" y="5"/>
                  </a:moveTo>
                  <a:cubicBezTo>
                    <a:pt x="0" y="182"/>
                    <a:pt x="0" y="182"/>
                    <a:pt x="0" y="182"/>
                  </a:cubicBezTo>
                  <a:cubicBezTo>
                    <a:pt x="56" y="205"/>
                    <a:pt x="101" y="247"/>
                    <a:pt x="128" y="301"/>
                  </a:cubicBezTo>
                  <a:cubicBezTo>
                    <a:pt x="128" y="301"/>
                    <a:pt x="128" y="301"/>
                    <a:pt x="128" y="301"/>
                  </a:cubicBezTo>
                  <a:cubicBezTo>
                    <a:pt x="42" y="131"/>
                    <a:pt x="99" y="55"/>
                    <a:pt x="207" y="0"/>
                  </a:cubicBezTo>
                  <a:cubicBezTo>
                    <a:pt x="207" y="0"/>
                    <a:pt x="207" y="0"/>
                    <a:pt x="207" y="0"/>
                  </a:cubicBezTo>
                  <a:cubicBezTo>
                    <a:pt x="167" y="20"/>
                    <a:pt x="118" y="24"/>
                    <a:pt x="74" y="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4" name="Freeform 22">
            <a:extLst>
              <a:ext uri="{FF2B5EF4-FFF2-40B4-BE49-F238E27FC236}">
                <a16:creationId xmlns:a16="http://schemas.microsoft.com/office/drawing/2014/main" id="{4CBCD34F-4FAB-482F-9B94-B903B99C48C5}"/>
              </a:ext>
            </a:extLst>
          </p:cNvPr>
          <p:cNvSpPr>
            <a:spLocks/>
          </p:cNvSpPr>
          <p:nvPr/>
        </p:nvSpPr>
        <p:spPr bwMode="auto">
          <a:xfrm>
            <a:off x="2389188" y="4048125"/>
            <a:ext cx="600075" cy="492125"/>
          </a:xfrm>
          <a:custGeom>
            <a:avLst/>
            <a:gdLst>
              <a:gd name="T0" fmla="*/ 25 w 150"/>
              <a:gd name="T1" fmla="*/ 0 h 123"/>
              <a:gd name="T2" fmla="*/ 9 w 150"/>
              <a:gd name="T3" fmla="*/ 12 h 123"/>
              <a:gd name="T4" fmla="*/ 6 w 150"/>
              <a:gd name="T5" fmla="*/ 35 h 123"/>
              <a:gd name="T6" fmla="*/ 124 w 150"/>
              <a:gd name="T7" fmla="*/ 119 h 123"/>
              <a:gd name="T8" fmla="*/ 144 w 150"/>
              <a:gd name="T9" fmla="*/ 109 h 123"/>
              <a:gd name="T10" fmla="*/ 150 w 150"/>
              <a:gd name="T11" fmla="*/ 90 h 123"/>
              <a:gd name="T12" fmla="*/ 25 w 150"/>
              <a:gd name="T13" fmla="*/ 0 h 123"/>
            </a:gdLst>
            <a:ahLst/>
            <a:cxnLst>
              <a:cxn ang="0">
                <a:pos x="T0" y="T1"/>
              </a:cxn>
              <a:cxn ang="0">
                <a:pos x="T2" y="T3"/>
              </a:cxn>
              <a:cxn ang="0">
                <a:pos x="T4" y="T5"/>
              </a:cxn>
              <a:cxn ang="0">
                <a:pos x="T6" y="T7"/>
              </a:cxn>
              <a:cxn ang="0">
                <a:pos x="T8" y="T9"/>
              </a:cxn>
              <a:cxn ang="0">
                <a:pos x="T10" y="T11"/>
              </a:cxn>
              <a:cxn ang="0">
                <a:pos x="T12" y="T13"/>
              </a:cxn>
            </a:cxnLst>
            <a:rect l="0" t="0" r="r" b="b"/>
            <a:pathLst>
              <a:path w="150" h="123">
                <a:moveTo>
                  <a:pt x="25" y="0"/>
                </a:moveTo>
                <a:cubicBezTo>
                  <a:pt x="9" y="12"/>
                  <a:pt x="9" y="12"/>
                  <a:pt x="9" y="12"/>
                </a:cubicBezTo>
                <a:cubicBezTo>
                  <a:pt x="2" y="17"/>
                  <a:pt x="0" y="28"/>
                  <a:pt x="6" y="35"/>
                </a:cubicBezTo>
                <a:cubicBezTo>
                  <a:pt x="37" y="72"/>
                  <a:pt x="78" y="101"/>
                  <a:pt x="124" y="119"/>
                </a:cubicBezTo>
                <a:cubicBezTo>
                  <a:pt x="132" y="123"/>
                  <a:pt x="141" y="118"/>
                  <a:pt x="144" y="109"/>
                </a:cubicBezTo>
                <a:cubicBezTo>
                  <a:pt x="150" y="90"/>
                  <a:pt x="150" y="90"/>
                  <a:pt x="150" y="90"/>
                </a:cubicBezTo>
                <a:cubicBezTo>
                  <a:pt x="100" y="73"/>
                  <a:pt x="57" y="41"/>
                  <a:pt x="2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23">
            <a:extLst>
              <a:ext uri="{FF2B5EF4-FFF2-40B4-BE49-F238E27FC236}">
                <a16:creationId xmlns:a16="http://schemas.microsoft.com/office/drawing/2014/main" id="{0BAA7C1A-7A36-4E46-868E-63C648C83526}"/>
              </a:ext>
            </a:extLst>
          </p:cNvPr>
          <p:cNvSpPr>
            <a:spLocks/>
          </p:cNvSpPr>
          <p:nvPr/>
        </p:nvSpPr>
        <p:spPr bwMode="auto">
          <a:xfrm>
            <a:off x="2138363" y="3441700"/>
            <a:ext cx="334963" cy="655638"/>
          </a:xfrm>
          <a:custGeom>
            <a:avLst/>
            <a:gdLst>
              <a:gd name="T0" fmla="*/ 36 w 84"/>
              <a:gd name="T1" fmla="*/ 0 h 164"/>
              <a:gd name="T2" fmla="*/ 16 w 84"/>
              <a:gd name="T3" fmla="*/ 0 h 164"/>
              <a:gd name="T4" fmla="*/ 0 w 84"/>
              <a:gd name="T5" fmla="*/ 17 h 164"/>
              <a:gd name="T6" fmla="*/ 46 w 84"/>
              <a:gd name="T7" fmla="*/ 155 h 164"/>
              <a:gd name="T8" fmla="*/ 68 w 84"/>
              <a:gd name="T9" fmla="*/ 159 h 164"/>
              <a:gd name="T10" fmla="*/ 84 w 84"/>
              <a:gd name="T11" fmla="*/ 147 h 164"/>
              <a:gd name="T12" fmla="*/ 36 w 84"/>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84" h="164">
                <a:moveTo>
                  <a:pt x="36" y="0"/>
                </a:moveTo>
                <a:cubicBezTo>
                  <a:pt x="16" y="0"/>
                  <a:pt x="16" y="0"/>
                  <a:pt x="16" y="0"/>
                </a:cubicBezTo>
                <a:cubicBezTo>
                  <a:pt x="7" y="0"/>
                  <a:pt x="0" y="8"/>
                  <a:pt x="0" y="17"/>
                </a:cubicBezTo>
                <a:cubicBezTo>
                  <a:pt x="4" y="66"/>
                  <a:pt x="19" y="113"/>
                  <a:pt x="46" y="155"/>
                </a:cubicBezTo>
                <a:cubicBezTo>
                  <a:pt x="50" y="162"/>
                  <a:pt x="61" y="164"/>
                  <a:pt x="68" y="159"/>
                </a:cubicBezTo>
                <a:cubicBezTo>
                  <a:pt x="84" y="147"/>
                  <a:pt x="84" y="147"/>
                  <a:pt x="84" y="147"/>
                </a:cubicBezTo>
                <a:cubicBezTo>
                  <a:pt x="55" y="105"/>
                  <a:pt x="37" y="55"/>
                  <a:pt x="36"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4">
            <a:extLst>
              <a:ext uri="{FF2B5EF4-FFF2-40B4-BE49-F238E27FC236}">
                <a16:creationId xmlns:a16="http://schemas.microsoft.com/office/drawing/2014/main" id="{FD057842-F4D3-4BBB-940D-1B7275308713}"/>
              </a:ext>
            </a:extLst>
          </p:cNvPr>
          <p:cNvSpPr>
            <a:spLocks/>
          </p:cNvSpPr>
          <p:nvPr/>
        </p:nvSpPr>
        <p:spPr bwMode="auto">
          <a:xfrm>
            <a:off x="2138363" y="2760663"/>
            <a:ext cx="331788" cy="655638"/>
          </a:xfrm>
          <a:custGeom>
            <a:avLst/>
            <a:gdLst>
              <a:gd name="T0" fmla="*/ 83 w 83"/>
              <a:gd name="T1" fmla="*/ 17 h 164"/>
              <a:gd name="T2" fmla="*/ 67 w 83"/>
              <a:gd name="T3" fmla="*/ 5 h 164"/>
              <a:gd name="T4" fmla="*/ 44 w 83"/>
              <a:gd name="T5" fmla="*/ 9 h 164"/>
              <a:gd name="T6" fmla="*/ 0 w 83"/>
              <a:gd name="T7" fmla="*/ 147 h 164"/>
              <a:gd name="T8" fmla="*/ 16 w 83"/>
              <a:gd name="T9" fmla="*/ 164 h 164"/>
              <a:gd name="T10" fmla="*/ 36 w 83"/>
              <a:gd name="T11" fmla="*/ 164 h 164"/>
              <a:gd name="T12" fmla="*/ 83 w 83"/>
              <a:gd name="T13" fmla="*/ 17 h 164"/>
            </a:gdLst>
            <a:ahLst/>
            <a:cxnLst>
              <a:cxn ang="0">
                <a:pos x="T0" y="T1"/>
              </a:cxn>
              <a:cxn ang="0">
                <a:pos x="T2" y="T3"/>
              </a:cxn>
              <a:cxn ang="0">
                <a:pos x="T4" y="T5"/>
              </a:cxn>
              <a:cxn ang="0">
                <a:pos x="T6" y="T7"/>
              </a:cxn>
              <a:cxn ang="0">
                <a:pos x="T8" y="T9"/>
              </a:cxn>
              <a:cxn ang="0">
                <a:pos x="T10" y="T11"/>
              </a:cxn>
              <a:cxn ang="0">
                <a:pos x="T12" y="T13"/>
              </a:cxn>
            </a:cxnLst>
            <a:rect l="0" t="0" r="r" b="b"/>
            <a:pathLst>
              <a:path w="83" h="164">
                <a:moveTo>
                  <a:pt x="83" y="17"/>
                </a:moveTo>
                <a:cubicBezTo>
                  <a:pt x="67" y="5"/>
                  <a:pt x="67" y="5"/>
                  <a:pt x="67" y="5"/>
                </a:cubicBezTo>
                <a:cubicBezTo>
                  <a:pt x="59" y="0"/>
                  <a:pt x="49" y="2"/>
                  <a:pt x="44" y="9"/>
                </a:cubicBezTo>
                <a:cubicBezTo>
                  <a:pt x="18" y="51"/>
                  <a:pt x="3" y="98"/>
                  <a:pt x="0" y="147"/>
                </a:cubicBezTo>
                <a:cubicBezTo>
                  <a:pt x="0" y="157"/>
                  <a:pt x="7" y="164"/>
                  <a:pt x="16" y="164"/>
                </a:cubicBezTo>
                <a:cubicBezTo>
                  <a:pt x="36" y="164"/>
                  <a:pt x="36" y="164"/>
                  <a:pt x="36" y="164"/>
                </a:cubicBezTo>
                <a:cubicBezTo>
                  <a:pt x="37" y="109"/>
                  <a:pt x="54" y="59"/>
                  <a:pt x="83" y="1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5">
            <a:extLst>
              <a:ext uri="{FF2B5EF4-FFF2-40B4-BE49-F238E27FC236}">
                <a16:creationId xmlns:a16="http://schemas.microsoft.com/office/drawing/2014/main" id="{E38D9DF4-4407-4BE4-9810-D9CEFF0EEC3A}"/>
              </a:ext>
            </a:extLst>
          </p:cNvPr>
          <p:cNvSpPr>
            <a:spLocks/>
          </p:cNvSpPr>
          <p:nvPr/>
        </p:nvSpPr>
        <p:spPr bwMode="auto">
          <a:xfrm>
            <a:off x="2386013" y="2312988"/>
            <a:ext cx="595313" cy="496888"/>
          </a:xfrm>
          <a:custGeom>
            <a:avLst/>
            <a:gdLst>
              <a:gd name="T0" fmla="*/ 9 w 149"/>
              <a:gd name="T1" fmla="*/ 112 h 124"/>
              <a:gd name="T2" fmla="*/ 25 w 149"/>
              <a:gd name="T3" fmla="*/ 124 h 124"/>
              <a:gd name="T4" fmla="*/ 149 w 149"/>
              <a:gd name="T5" fmla="*/ 33 h 124"/>
              <a:gd name="T6" fmla="*/ 143 w 149"/>
              <a:gd name="T7" fmla="*/ 14 h 124"/>
              <a:gd name="T8" fmla="*/ 121 w 149"/>
              <a:gd name="T9" fmla="*/ 4 h 124"/>
              <a:gd name="T10" fmla="*/ 5 w 149"/>
              <a:gd name="T11" fmla="*/ 89 h 124"/>
              <a:gd name="T12" fmla="*/ 9 w 149"/>
              <a:gd name="T13" fmla="*/ 112 h 124"/>
            </a:gdLst>
            <a:ahLst/>
            <a:cxnLst>
              <a:cxn ang="0">
                <a:pos x="T0" y="T1"/>
              </a:cxn>
              <a:cxn ang="0">
                <a:pos x="T2" y="T3"/>
              </a:cxn>
              <a:cxn ang="0">
                <a:pos x="T4" y="T5"/>
              </a:cxn>
              <a:cxn ang="0">
                <a:pos x="T6" y="T7"/>
              </a:cxn>
              <a:cxn ang="0">
                <a:pos x="T8" y="T9"/>
              </a:cxn>
              <a:cxn ang="0">
                <a:pos x="T10" y="T11"/>
              </a:cxn>
              <a:cxn ang="0">
                <a:pos x="T12" y="T13"/>
              </a:cxn>
            </a:cxnLst>
            <a:rect l="0" t="0" r="r" b="b"/>
            <a:pathLst>
              <a:path w="149" h="124">
                <a:moveTo>
                  <a:pt x="9" y="112"/>
                </a:moveTo>
                <a:cubicBezTo>
                  <a:pt x="25" y="124"/>
                  <a:pt x="25" y="124"/>
                  <a:pt x="25" y="124"/>
                </a:cubicBezTo>
                <a:cubicBezTo>
                  <a:pt x="56" y="82"/>
                  <a:pt x="99" y="50"/>
                  <a:pt x="149" y="33"/>
                </a:cubicBezTo>
                <a:cubicBezTo>
                  <a:pt x="143" y="14"/>
                  <a:pt x="143" y="14"/>
                  <a:pt x="143" y="14"/>
                </a:cubicBezTo>
                <a:cubicBezTo>
                  <a:pt x="140" y="5"/>
                  <a:pt x="130" y="0"/>
                  <a:pt x="121" y="4"/>
                </a:cubicBezTo>
                <a:cubicBezTo>
                  <a:pt x="77" y="22"/>
                  <a:pt x="36" y="52"/>
                  <a:pt x="5" y="89"/>
                </a:cubicBezTo>
                <a:cubicBezTo>
                  <a:pt x="0" y="96"/>
                  <a:pt x="1" y="107"/>
                  <a:pt x="9" y="11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85" name="Group 84">
            <a:extLst>
              <a:ext uri="{FF2B5EF4-FFF2-40B4-BE49-F238E27FC236}">
                <a16:creationId xmlns:a16="http://schemas.microsoft.com/office/drawing/2014/main" id="{31FC9F02-5BA4-4AFE-B08F-9C6AC05FF348}"/>
              </a:ext>
            </a:extLst>
          </p:cNvPr>
          <p:cNvGrpSpPr/>
          <p:nvPr/>
        </p:nvGrpSpPr>
        <p:grpSpPr>
          <a:xfrm>
            <a:off x="4910138" y="1870075"/>
            <a:ext cx="1276350" cy="1274763"/>
            <a:chOff x="4910138" y="1870075"/>
            <a:chExt cx="1276350" cy="1274763"/>
          </a:xfrm>
          <a:effectLst>
            <a:outerShdw blurRad="266700" dist="127000" dir="2700000" sx="97000" sy="97000" algn="ctr" rotWithShape="0">
              <a:srgbClr val="000000">
                <a:alpha val="30000"/>
              </a:srgbClr>
            </a:outerShdw>
          </a:effectLst>
        </p:grpSpPr>
        <p:sp>
          <p:nvSpPr>
            <p:cNvPr id="28" name="Oval 26">
              <a:extLst>
                <a:ext uri="{FF2B5EF4-FFF2-40B4-BE49-F238E27FC236}">
                  <a16:creationId xmlns:a16="http://schemas.microsoft.com/office/drawing/2014/main" id="{4D402179-7A29-4ECF-B4D8-2D8BE7480B40}"/>
                </a:ext>
              </a:extLst>
            </p:cNvPr>
            <p:cNvSpPr>
              <a:spLocks noChangeArrowheads="1"/>
            </p:cNvSpPr>
            <p:nvPr/>
          </p:nvSpPr>
          <p:spPr bwMode="auto">
            <a:xfrm>
              <a:off x="4910138" y="1870075"/>
              <a:ext cx="1276350" cy="127476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7">
              <a:extLst>
                <a:ext uri="{FF2B5EF4-FFF2-40B4-BE49-F238E27FC236}">
                  <a16:creationId xmlns:a16="http://schemas.microsoft.com/office/drawing/2014/main" id="{535AA614-DF19-4FC2-87AF-30CC2A0DEDF3}"/>
                </a:ext>
              </a:extLst>
            </p:cNvPr>
            <p:cNvSpPr>
              <a:spLocks/>
            </p:cNvSpPr>
            <p:nvPr/>
          </p:nvSpPr>
          <p:spPr bwMode="auto">
            <a:xfrm>
              <a:off x="5091113" y="2049463"/>
              <a:ext cx="1095375" cy="1095375"/>
            </a:xfrm>
            <a:custGeom>
              <a:avLst/>
              <a:gdLst>
                <a:gd name="T0" fmla="*/ 226 w 274"/>
                <a:gd name="T1" fmla="*/ 0 h 274"/>
                <a:gd name="T2" fmla="*/ 271 w 274"/>
                <a:gd name="T3" fmla="*/ 112 h 274"/>
                <a:gd name="T4" fmla="*/ 112 w 274"/>
                <a:gd name="T5" fmla="*/ 271 h 274"/>
                <a:gd name="T6" fmla="*/ 0 w 274"/>
                <a:gd name="T7" fmla="*/ 226 h 274"/>
                <a:gd name="T8" fmla="*/ 115 w 274"/>
                <a:gd name="T9" fmla="*/ 274 h 274"/>
                <a:gd name="T10" fmla="*/ 274 w 274"/>
                <a:gd name="T11" fmla="*/ 114 h 274"/>
                <a:gd name="T12" fmla="*/ 226 w 274"/>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74" h="274">
                  <a:moveTo>
                    <a:pt x="226" y="0"/>
                  </a:moveTo>
                  <a:cubicBezTo>
                    <a:pt x="254" y="29"/>
                    <a:pt x="271" y="68"/>
                    <a:pt x="271" y="112"/>
                  </a:cubicBezTo>
                  <a:cubicBezTo>
                    <a:pt x="271" y="200"/>
                    <a:pt x="200" y="271"/>
                    <a:pt x="112" y="271"/>
                  </a:cubicBezTo>
                  <a:cubicBezTo>
                    <a:pt x="68" y="271"/>
                    <a:pt x="29" y="254"/>
                    <a:pt x="0" y="226"/>
                  </a:cubicBezTo>
                  <a:cubicBezTo>
                    <a:pt x="29" y="255"/>
                    <a:pt x="70" y="274"/>
                    <a:pt x="115" y="274"/>
                  </a:cubicBezTo>
                  <a:cubicBezTo>
                    <a:pt x="203" y="274"/>
                    <a:pt x="274" y="202"/>
                    <a:pt x="274" y="114"/>
                  </a:cubicBezTo>
                  <a:cubicBezTo>
                    <a:pt x="274" y="70"/>
                    <a:pt x="256" y="29"/>
                    <a:pt x="226"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8">
              <a:extLst>
                <a:ext uri="{FF2B5EF4-FFF2-40B4-BE49-F238E27FC236}">
                  <a16:creationId xmlns:a16="http://schemas.microsoft.com/office/drawing/2014/main" id="{9E086AD1-C1D3-4167-AE0B-3B7E6C32C3EE}"/>
                </a:ext>
              </a:extLst>
            </p:cNvPr>
            <p:cNvSpPr>
              <a:spLocks/>
            </p:cNvSpPr>
            <p:nvPr/>
          </p:nvSpPr>
          <p:spPr bwMode="auto">
            <a:xfrm>
              <a:off x="4910138" y="1870075"/>
              <a:ext cx="1096963" cy="1095375"/>
            </a:xfrm>
            <a:custGeom>
              <a:avLst/>
              <a:gdLst>
                <a:gd name="T0" fmla="*/ 4 w 274"/>
                <a:gd name="T1" fmla="*/ 163 h 274"/>
                <a:gd name="T2" fmla="*/ 163 w 274"/>
                <a:gd name="T3" fmla="*/ 4 h 274"/>
                <a:gd name="T4" fmla="*/ 274 w 274"/>
                <a:gd name="T5" fmla="*/ 49 h 274"/>
                <a:gd name="T6" fmla="*/ 160 w 274"/>
                <a:gd name="T7" fmla="*/ 0 h 274"/>
                <a:gd name="T8" fmla="*/ 0 w 274"/>
                <a:gd name="T9" fmla="*/ 159 h 274"/>
                <a:gd name="T10" fmla="*/ 49 w 274"/>
                <a:gd name="T11" fmla="*/ 274 h 274"/>
                <a:gd name="T12" fmla="*/ 4 w 274"/>
                <a:gd name="T13" fmla="*/ 163 h 274"/>
              </a:gdLst>
              <a:ahLst/>
              <a:cxnLst>
                <a:cxn ang="0">
                  <a:pos x="T0" y="T1"/>
                </a:cxn>
                <a:cxn ang="0">
                  <a:pos x="T2" y="T3"/>
                </a:cxn>
                <a:cxn ang="0">
                  <a:pos x="T4" y="T5"/>
                </a:cxn>
                <a:cxn ang="0">
                  <a:pos x="T6" y="T7"/>
                </a:cxn>
                <a:cxn ang="0">
                  <a:pos x="T8" y="T9"/>
                </a:cxn>
                <a:cxn ang="0">
                  <a:pos x="T10" y="T11"/>
                </a:cxn>
                <a:cxn ang="0">
                  <a:pos x="T12" y="T13"/>
                </a:cxn>
              </a:cxnLst>
              <a:rect l="0" t="0" r="r" b="b"/>
              <a:pathLst>
                <a:path w="274" h="274">
                  <a:moveTo>
                    <a:pt x="4" y="163"/>
                  </a:moveTo>
                  <a:cubicBezTo>
                    <a:pt x="4" y="75"/>
                    <a:pt x="75" y="4"/>
                    <a:pt x="163" y="4"/>
                  </a:cubicBezTo>
                  <a:cubicBezTo>
                    <a:pt x="206" y="4"/>
                    <a:pt x="245" y="21"/>
                    <a:pt x="274" y="49"/>
                  </a:cubicBezTo>
                  <a:cubicBezTo>
                    <a:pt x="245" y="19"/>
                    <a:pt x="204" y="0"/>
                    <a:pt x="160" y="0"/>
                  </a:cubicBezTo>
                  <a:cubicBezTo>
                    <a:pt x="71" y="0"/>
                    <a:pt x="0" y="71"/>
                    <a:pt x="0" y="159"/>
                  </a:cubicBezTo>
                  <a:cubicBezTo>
                    <a:pt x="0" y="204"/>
                    <a:pt x="19" y="245"/>
                    <a:pt x="49" y="274"/>
                  </a:cubicBezTo>
                  <a:cubicBezTo>
                    <a:pt x="21" y="245"/>
                    <a:pt x="4" y="206"/>
                    <a:pt x="4" y="163"/>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4" name="Group 83">
            <a:extLst>
              <a:ext uri="{FF2B5EF4-FFF2-40B4-BE49-F238E27FC236}">
                <a16:creationId xmlns:a16="http://schemas.microsoft.com/office/drawing/2014/main" id="{0003D2AD-FA4E-4AA9-90CE-E82D5FBDF648}"/>
              </a:ext>
            </a:extLst>
          </p:cNvPr>
          <p:cNvGrpSpPr/>
          <p:nvPr/>
        </p:nvGrpSpPr>
        <p:grpSpPr>
          <a:xfrm>
            <a:off x="4906963" y="3713163"/>
            <a:ext cx="1276350" cy="1274763"/>
            <a:chOff x="4906963" y="3713163"/>
            <a:chExt cx="1276350" cy="1274763"/>
          </a:xfrm>
          <a:effectLst>
            <a:outerShdw blurRad="266700" dist="127000" dir="2700000" sx="97000" sy="97000" algn="ctr" rotWithShape="0">
              <a:srgbClr val="000000">
                <a:alpha val="30000"/>
              </a:srgbClr>
            </a:outerShdw>
          </a:effectLst>
        </p:grpSpPr>
        <p:sp>
          <p:nvSpPr>
            <p:cNvPr id="31" name="Oval 29">
              <a:extLst>
                <a:ext uri="{FF2B5EF4-FFF2-40B4-BE49-F238E27FC236}">
                  <a16:creationId xmlns:a16="http://schemas.microsoft.com/office/drawing/2014/main" id="{BDF339CA-0A71-4FA9-84A5-5105DF184A42}"/>
                </a:ext>
              </a:extLst>
            </p:cNvPr>
            <p:cNvSpPr>
              <a:spLocks noChangeArrowheads="1"/>
            </p:cNvSpPr>
            <p:nvPr/>
          </p:nvSpPr>
          <p:spPr bwMode="auto">
            <a:xfrm>
              <a:off x="4906963" y="3713163"/>
              <a:ext cx="1276350" cy="127476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30">
              <a:extLst>
                <a:ext uri="{FF2B5EF4-FFF2-40B4-BE49-F238E27FC236}">
                  <a16:creationId xmlns:a16="http://schemas.microsoft.com/office/drawing/2014/main" id="{F5FA88FD-C1B2-43B5-8BC4-73D8529CCCAB}"/>
                </a:ext>
              </a:extLst>
            </p:cNvPr>
            <p:cNvSpPr>
              <a:spLocks/>
            </p:cNvSpPr>
            <p:nvPr/>
          </p:nvSpPr>
          <p:spPr bwMode="auto">
            <a:xfrm>
              <a:off x="5091113" y="3892550"/>
              <a:ext cx="1092200" cy="1095375"/>
            </a:xfrm>
            <a:custGeom>
              <a:avLst/>
              <a:gdLst>
                <a:gd name="T0" fmla="*/ 225 w 273"/>
                <a:gd name="T1" fmla="*/ 0 h 274"/>
                <a:gd name="T2" fmla="*/ 271 w 273"/>
                <a:gd name="T3" fmla="*/ 112 h 274"/>
                <a:gd name="T4" fmla="*/ 111 w 273"/>
                <a:gd name="T5" fmla="*/ 271 h 274"/>
                <a:gd name="T6" fmla="*/ 0 w 273"/>
                <a:gd name="T7" fmla="*/ 226 h 274"/>
                <a:gd name="T8" fmla="*/ 114 w 273"/>
                <a:gd name="T9" fmla="*/ 274 h 274"/>
                <a:gd name="T10" fmla="*/ 273 w 273"/>
                <a:gd name="T11" fmla="*/ 115 h 274"/>
                <a:gd name="T12" fmla="*/ 225 w 273"/>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73" h="274">
                  <a:moveTo>
                    <a:pt x="225" y="0"/>
                  </a:moveTo>
                  <a:cubicBezTo>
                    <a:pt x="253" y="29"/>
                    <a:pt x="271" y="68"/>
                    <a:pt x="271" y="112"/>
                  </a:cubicBezTo>
                  <a:cubicBezTo>
                    <a:pt x="271" y="200"/>
                    <a:pt x="199" y="271"/>
                    <a:pt x="111" y="271"/>
                  </a:cubicBezTo>
                  <a:cubicBezTo>
                    <a:pt x="68" y="271"/>
                    <a:pt x="28" y="254"/>
                    <a:pt x="0" y="226"/>
                  </a:cubicBezTo>
                  <a:cubicBezTo>
                    <a:pt x="29" y="255"/>
                    <a:pt x="69" y="274"/>
                    <a:pt x="114" y="274"/>
                  </a:cubicBezTo>
                  <a:cubicBezTo>
                    <a:pt x="202" y="274"/>
                    <a:pt x="273" y="203"/>
                    <a:pt x="273" y="115"/>
                  </a:cubicBezTo>
                  <a:cubicBezTo>
                    <a:pt x="273" y="70"/>
                    <a:pt x="255" y="29"/>
                    <a:pt x="225"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1">
              <a:extLst>
                <a:ext uri="{FF2B5EF4-FFF2-40B4-BE49-F238E27FC236}">
                  <a16:creationId xmlns:a16="http://schemas.microsoft.com/office/drawing/2014/main" id="{8215B0AF-CF6E-432E-B431-FF00A6E2E9A9}"/>
                </a:ext>
              </a:extLst>
            </p:cNvPr>
            <p:cNvSpPr>
              <a:spLocks/>
            </p:cNvSpPr>
            <p:nvPr/>
          </p:nvSpPr>
          <p:spPr bwMode="auto">
            <a:xfrm>
              <a:off x="4906963" y="3713163"/>
              <a:ext cx="1095375" cy="1095375"/>
            </a:xfrm>
            <a:custGeom>
              <a:avLst/>
              <a:gdLst>
                <a:gd name="T0" fmla="*/ 4 w 274"/>
                <a:gd name="T1" fmla="*/ 163 h 274"/>
                <a:gd name="T2" fmla="*/ 164 w 274"/>
                <a:gd name="T3" fmla="*/ 4 h 274"/>
                <a:gd name="T4" fmla="*/ 274 w 274"/>
                <a:gd name="T5" fmla="*/ 49 h 274"/>
                <a:gd name="T6" fmla="*/ 160 w 274"/>
                <a:gd name="T7" fmla="*/ 0 h 274"/>
                <a:gd name="T8" fmla="*/ 0 w 274"/>
                <a:gd name="T9" fmla="*/ 160 h 274"/>
                <a:gd name="T10" fmla="*/ 49 w 274"/>
                <a:gd name="T11" fmla="*/ 274 h 274"/>
                <a:gd name="T12" fmla="*/ 4 w 274"/>
                <a:gd name="T13" fmla="*/ 163 h 274"/>
              </a:gdLst>
              <a:ahLst/>
              <a:cxnLst>
                <a:cxn ang="0">
                  <a:pos x="T0" y="T1"/>
                </a:cxn>
                <a:cxn ang="0">
                  <a:pos x="T2" y="T3"/>
                </a:cxn>
                <a:cxn ang="0">
                  <a:pos x="T4" y="T5"/>
                </a:cxn>
                <a:cxn ang="0">
                  <a:pos x="T6" y="T7"/>
                </a:cxn>
                <a:cxn ang="0">
                  <a:pos x="T8" y="T9"/>
                </a:cxn>
                <a:cxn ang="0">
                  <a:pos x="T10" y="T11"/>
                </a:cxn>
                <a:cxn ang="0">
                  <a:pos x="T12" y="T13"/>
                </a:cxn>
              </a:cxnLst>
              <a:rect l="0" t="0" r="r" b="b"/>
              <a:pathLst>
                <a:path w="274" h="274">
                  <a:moveTo>
                    <a:pt x="4" y="163"/>
                  </a:moveTo>
                  <a:cubicBezTo>
                    <a:pt x="4" y="75"/>
                    <a:pt x="76" y="4"/>
                    <a:pt x="164" y="4"/>
                  </a:cubicBezTo>
                  <a:cubicBezTo>
                    <a:pt x="207" y="4"/>
                    <a:pt x="246" y="21"/>
                    <a:pt x="274" y="49"/>
                  </a:cubicBezTo>
                  <a:cubicBezTo>
                    <a:pt x="245" y="19"/>
                    <a:pt x="205" y="0"/>
                    <a:pt x="160" y="0"/>
                  </a:cubicBezTo>
                  <a:cubicBezTo>
                    <a:pt x="72" y="0"/>
                    <a:pt x="0" y="71"/>
                    <a:pt x="0" y="160"/>
                  </a:cubicBezTo>
                  <a:cubicBezTo>
                    <a:pt x="0" y="205"/>
                    <a:pt x="19" y="245"/>
                    <a:pt x="49" y="274"/>
                  </a:cubicBezTo>
                  <a:cubicBezTo>
                    <a:pt x="21" y="245"/>
                    <a:pt x="4" y="206"/>
                    <a:pt x="4" y="163"/>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3" name="Group 82">
            <a:extLst>
              <a:ext uri="{FF2B5EF4-FFF2-40B4-BE49-F238E27FC236}">
                <a16:creationId xmlns:a16="http://schemas.microsoft.com/office/drawing/2014/main" id="{442AD264-8F19-470C-913A-9D8E290429AF}"/>
              </a:ext>
            </a:extLst>
          </p:cNvPr>
          <p:cNvGrpSpPr/>
          <p:nvPr/>
        </p:nvGrpSpPr>
        <p:grpSpPr>
          <a:xfrm>
            <a:off x="3602038" y="5016500"/>
            <a:ext cx="1276350" cy="1274763"/>
            <a:chOff x="3602038" y="5016500"/>
            <a:chExt cx="1276350" cy="1274763"/>
          </a:xfrm>
          <a:effectLst>
            <a:outerShdw blurRad="266700" dist="127000" dir="2700000" sx="97000" sy="97000" algn="ctr" rotWithShape="0">
              <a:srgbClr val="000000">
                <a:alpha val="30000"/>
              </a:srgbClr>
            </a:outerShdw>
          </a:effectLst>
        </p:grpSpPr>
        <p:sp>
          <p:nvSpPr>
            <p:cNvPr id="34" name="Oval 32">
              <a:extLst>
                <a:ext uri="{FF2B5EF4-FFF2-40B4-BE49-F238E27FC236}">
                  <a16:creationId xmlns:a16="http://schemas.microsoft.com/office/drawing/2014/main" id="{0637DD14-9924-40F9-ACEC-03B1BDD9D2EF}"/>
                </a:ext>
              </a:extLst>
            </p:cNvPr>
            <p:cNvSpPr>
              <a:spLocks noChangeArrowheads="1"/>
            </p:cNvSpPr>
            <p:nvPr/>
          </p:nvSpPr>
          <p:spPr bwMode="auto">
            <a:xfrm>
              <a:off x="3602038" y="5016500"/>
              <a:ext cx="1276350" cy="12747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3">
              <a:extLst>
                <a:ext uri="{FF2B5EF4-FFF2-40B4-BE49-F238E27FC236}">
                  <a16:creationId xmlns:a16="http://schemas.microsoft.com/office/drawing/2014/main" id="{74AF293E-67F1-4448-A288-3AD9507C8043}"/>
                </a:ext>
              </a:extLst>
            </p:cNvPr>
            <p:cNvSpPr>
              <a:spLocks/>
            </p:cNvSpPr>
            <p:nvPr/>
          </p:nvSpPr>
          <p:spPr bwMode="auto">
            <a:xfrm>
              <a:off x="3781425" y="5195888"/>
              <a:ext cx="1096963" cy="1095375"/>
            </a:xfrm>
            <a:custGeom>
              <a:avLst/>
              <a:gdLst>
                <a:gd name="T0" fmla="*/ 226 w 274"/>
                <a:gd name="T1" fmla="*/ 0 h 274"/>
                <a:gd name="T2" fmla="*/ 271 w 274"/>
                <a:gd name="T3" fmla="*/ 111 h 274"/>
                <a:gd name="T4" fmla="*/ 112 w 274"/>
                <a:gd name="T5" fmla="*/ 271 h 274"/>
                <a:gd name="T6" fmla="*/ 0 w 274"/>
                <a:gd name="T7" fmla="*/ 225 h 274"/>
                <a:gd name="T8" fmla="*/ 114 w 274"/>
                <a:gd name="T9" fmla="*/ 274 h 274"/>
                <a:gd name="T10" fmla="*/ 274 w 274"/>
                <a:gd name="T11" fmla="*/ 114 h 274"/>
                <a:gd name="T12" fmla="*/ 226 w 274"/>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74" h="274">
                  <a:moveTo>
                    <a:pt x="226" y="0"/>
                  </a:moveTo>
                  <a:cubicBezTo>
                    <a:pt x="254" y="29"/>
                    <a:pt x="271" y="68"/>
                    <a:pt x="271" y="111"/>
                  </a:cubicBezTo>
                  <a:cubicBezTo>
                    <a:pt x="271" y="199"/>
                    <a:pt x="200" y="271"/>
                    <a:pt x="112" y="271"/>
                  </a:cubicBezTo>
                  <a:cubicBezTo>
                    <a:pt x="68" y="271"/>
                    <a:pt x="29" y="253"/>
                    <a:pt x="0" y="225"/>
                  </a:cubicBezTo>
                  <a:cubicBezTo>
                    <a:pt x="29" y="255"/>
                    <a:pt x="70" y="274"/>
                    <a:pt x="114" y="274"/>
                  </a:cubicBezTo>
                  <a:cubicBezTo>
                    <a:pt x="202" y="274"/>
                    <a:pt x="274" y="202"/>
                    <a:pt x="274" y="114"/>
                  </a:cubicBezTo>
                  <a:cubicBezTo>
                    <a:pt x="274" y="69"/>
                    <a:pt x="255" y="29"/>
                    <a:pt x="226"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4">
              <a:extLst>
                <a:ext uri="{FF2B5EF4-FFF2-40B4-BE49-F238E27FC236}">
                  <a16:creationId xmlns:a16="http://schemas.microsoft.com/office/drawing/2014/main" id="{C571D3F1-9C07-4E92-AD8F-E616E79CFC01}"/>
                </a:ext>
              </a:extLst>
            </p:cNvPr>
            <p:cNvSpPr>
              <a:spLocks/>
            </p:cNvSpPr>
            <p:nvPr/>
          </p:nvSpPr>
          <p:spPr bwMode="auto">
            <a:xfrm>
              <a:off x="3602038" y="5016500"/>
              <a:ext cx="1096963" cy="1095375"/>
            </a:xfrm>
            <a:custGeom>
              <a:avLst/>
              <a:gdLst>
                <a:gd name="T0" fmla="*/ 4 w 274"/>
                <a:gd name="T1" fmla="*/ 163 h 274"/>
                <a:gd name="T2" fmla="*/ 163 w 274"/>
                <a:gd name="T3" fmla="*/ 3 h 274"/>
                <a:gd name="T4" fmla="*/ 274 w 274"/>
                <a:gd name="T5" fmla="*/ 48 h 274"/>
                <a:gd name="T6" fmla="*/ 159 w 274"/>
                <a:gd name="T7" fmla="*/ 0 h 274"/>
                <a:gd name="T8" fmla="*/ 0 w 274"/>
                <a:gd name="T9" fmla="*/ 159 h 274"/>
                <a:gd name="T10" fmla="*/ 49 w 274"/>
                <a:gd name="T11" fmla="*/ 274 h 274"/>
                <a:gd name="T12" fmla="*/ 4 w 274"/>
                <a:gd name="T13" fmla="*/ 163 h 274"/>
              </a:gdLst>
              <a:ahLst/>
              <a:cxnLst>
                <a:cxn ang="0">
                  <a:pos x="T0" y="T1"/>
                </a:cxn>
                <a:cxn ang="0">
                  <a:pos x="T2" y="T3"/>
                </a:cxn>
                <a:cxn ang="0">
                  <a:pos x="T4" y="T5"/>
                </a:cxn>
                <a:cxn ang="0">
                  <a:pos x="T6" y="T7"/>
                </a:cxn>
                <a:cxn ang="0">
                  <a:pos x="T8" y="T9"/>
                </a:cxn>
                <a:cxn ang="0">
                  <a:pos x="T10" y="T11"/>
                </a:cxn>
                <a:cxn ang="0">
                  <a:pos x="T12" y="T13"/>
                </a:cxn>
              </a:cxnLst>
              <a:rect l="0" t="0" r="r" b="b"/>
              <a:pathLst>
                <a:path w="274" h="274">
                  <a:moveTo>
                    <a:pt x="4" y="163"/>
                  </a:moveTo>
                  <a:cubicBezTo>
                    <a:pt x="4" y="75"/>
                    <a:pt x="75" y="3"/>
                    <a:pt x="163" y="3"/>
                  </a:cubicBezTo>
                  <a:cubicBezTo>
                    <a:pt x="206" y="3"/>
                    <a:pt x="245" y="21"/>
                    <a:pt x="274" y="48"/>
                  </a:cubicBezTo>
                  <a:cubicBezTo>
                    <a:pt x="245" y="18"/>
                    <a:pt x="204" y="0"/>
                    <a:pt x="159" y="0"/>
                  </a:cubicBezTo>
                  <a:cubicBezTo>
                    <a:pt x="71" y="0"/>
                    <a:pt x="0" y="71"/>
                    <a:pt x="0" y="159"/>
                  </a:cubicBezTo>
                  <a:cubicBezTo>
                    <a:pt x="0" y="204"/>
                    <a:pt x="19" y="245"/>
                    <a:pt x="49" y="274"/>
                  </a:cubicBezTo>
                  <a:cubicBezTo>
                    <a:pt x="21" y="245"/>
                    <a:pt x="4" y="206"/>
                    <a:pt x="4" y="16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6" name="Group 85">
            <a:extLst>
              <a:ext uri="{FF2B5EF4-FFF2-40B4-BE49-F238E27FC236}">
                <a16:creationId xmlns:a16="http://schemas.microsoft.com/office/drawing/2014/main" id="{BEFD6C1A-64C2-46AC-B876-5AD3FED6F36A}"/>
              </a:ext>
            </a:extLst>
          </p:cNvPr>
          <p:cNvGrpSpPr/>
          <p:nvPr/>
        </p:nvGrpSpPr>
        <p:grpSpPr>
          <a:xfrm>
            <a:off x="3606800" y="561975"/>
            <a:ext cx="1279525" cy="1276350"/>
            <a:chOff x="3606800" y="561975"/>
            <a:chExt cx="1279525" cy="1276350"/>
          </a:xfrm>
          <a:effectLst>
            <a:outerShdw blurRad="266700" dist="127000" dir="2700000" sx="97000" sy="97000" algn="ctr" rotWithShape="0">
              <a:srgbClr val="000000">
                <a:alpha val="30000"/>
              </a:srgbClr>
            </a:outerShdw>
          </a:effectLst>
        </p:grpSpPr>
        <p:sp>
          <p:nvSpPr>
            <p:cNvPr id="37" name="Oval 35">
              <a:extLst>
                <a:ext uri="{FF2B5EF4-FFF2-40B4-BE49-F238E27FC236}">
                  <a16:creationId xmlns:a16="http://schemas.microsoft.com/office/drawing/2014/main" id="{C2E844DF-4339-4C5F-97F2-FF8CC7026F73}"/>
                </a:ext>
              </a:extLst>
            </p:cNvPr>
            <p:cNvSpPr>
              <a:spLocks noChangeArrowheads="1"/>
            </p:cNvSpPr>
            <p:nvPr/>
          </p:nvSpPr>
          <p:spPr bwMode="auto">
            <a:xfrm>
              <a:off x="3606800" y="561975"/>
              <a:ext cx="1279525" cy="127635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36">
              <a:extLst>
                <a:ext uri="{FF2B5EF4-FFF2-40B4-BE49-F238E27FC236}">
                  <a16:creationId xmlns:a16="http://schemas.microsoft.com/office/drawing/2014/main" id="{6DC9DD71-BDF3-4883-85DA-3B201BFD0AA8}"/>
                </a:ext>
              </a:extLst>
            </p:cNvPr>
            <p:cNvSpPr>
              <a:spLocks/>
            </p:cNvSpPr>
            <p:nvPr/>
          </p:nvSpPr>
          <p:spPr bwMode="auto">
            <a:xfrm>
              <a:off x="3790950" y="746125"/>
              <a:ext cx="1095375" cy="1092200"/>
            </a:xfrm>
            <a:custGeom>
              <a:avLst/>
              <a:gdLst>
                <a:gd name="T0" fmla="*/ 225 w 274"/>
                <a:gd name="T1" fmla="*/ 0 h 273"/>
                <a:gd name="T2" fmla="*/ 271 w 274"/>
                <a:gd name="T3" fmla="*/ 111 h 273"/>
                <a:gd name="T4" fmla="*/ 111 w 274"/>
                <a:gd name="T5" fmla="*/ 271 h 273"/>
                <a:gd name="T6" fmla="*/ 0 w 274"/>
                <a:gd name="T7" fmla="*/ 225 h 273"/>
                <a:gd name="T8" fmla="*/ 114 w 274"/>
                <a:gd name="T9" fmla="*/ 273 h 273"/>
                <a:gd name="T10" fmla="*/ 274 w 274"/>
                <a:gd name="T11" fmla="*/ 114 h 273"/>
                <a:gd name="T12" fmla="*/ 225 w 274"/>
                <a:gd name="T13" fmla="*/ 0 h 273"/>
              </a:gdLst>
              <a:ahLst/>
              <a:cxnLst>
                <a:cxn ang="0">
                  <a:pos x="T0" y="T1"/>
                </a:cxn>
                <a:cxn ang="0">
                  <a:pos x="T2" y="T3"/>
                </a:cxn>
                <a:cxn ang="0">
                  <a:pos x="T4" y="T5"/>
                </a:cxn>
                <a:cxn ang="0">
                  <a:pos x="T6" y="T7"/>
                </a:cxn>
                <a:cxn ang="0">
                  <a:pos x="T8" y="T9"/>
                </a:cxn>
                <a:cxn ang="0">
                  <a:pos x="T10" y="T11"/>
                </a:cxn>
                <a:cxn ang="0">
                  <a:pos x="T12" y="T13"/>
                </a:cxn>
              </a:cxnLst>
              <a:rect l="0" t="0" r="r" b="b"/>
              <a:pathLst>
                <a:path w="274" h="273">
                  <a:moveTo>
                    <a:pt x="225" y="0"/>
                  </a:moveTo>
                  <a:cubicBezTo>
                    <a:pt x="253" y="28"/>
                    <a:pt x="271" y="68"/>
                    <a:pt x="271" y="111"/>
                  </a:cubicBezTo>
                  <a:cubicBezTo>
                    <a:pt x="271" y="199"/>
                    <a:pt x="199" y="271"/>
                    <a:pt x="111" y="271"/>
                  </a:cubicBezTo>
                  <a:cubicBezTo>
                    <a:pt x="68" y="271"/>
                    <a:pt x="29" y="253"/>
                    <a:pt x="0" y="225"/>
                  </a:cubicBezTo>
                  <a:cubicBezTo>
                    <a:pt x="29" y="255"/>
                    <a:pt x="69" y="273"/>
                    <a:pt x="114" y="273"/>
                  </a:cubicBezTo>
                  <a:cubicBezTo>
                    <a:pt x="202" y="273"/>
                    <a:pt x="274" y="202"/>
                    <a:pt x="274" y="114"/>
                  </a:cubicBezTo>
                  <a:cubicBezTo>
                    <a:pt x="274" y="69"/>
                    <a:pt x="255" y="29"/>
                    <a:pt x="225"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Freeform 37">
              <a:extLst>
                <a:ext uri="{FF2B5EF4-FFF2-40B4-BE49-F238E27FC236}">
                  <a16:creationId xmlns:a16="http://schemas.microsoft.com/office/drawing/2014/main" id="{2114E2FA-E464-4426-A9B0-5226F95362F4}"/>
                </a:ext>
              </a:extLst>
            </p:cNvPr>
            <p:cNvSpPr>
              <a:spLocks/>
            </p:cNvSpPr>
            <p:nvPr/>
          </p:nvSpPr>
          <p:spPr bwMode="auto">
            <a:xfrm>
              <a:off x="3606800" y="561975"/>
              <a:ext cx="1100138" cy="1100138"/>
            </a:xfrm>
            <a:custGeom>
              <a:avLst/>
              <a:gdLst>
                <a:gd name="T0" fmla="*/ 4 w 275"/>
                <a:gd name="T1" fmla="*/ 164 h 275"/>
                <a:gd name="T2" fmla="*/ 164 w 275"/>
                <a:gd name="T3" fmla="*/ 4 h 275"/>
                <a:gd name="T4" fmla="*/ 275 w 275"/>
                <a:gd name="T5" fmla="*/ 49 h 275"/>
                <a:gd name="T6" fmla="*/ 160 w 275"/>
                <a:gd name="T7" fmla="*/ 0 h 275"/>
                <a:gd name="T8" fmla="*/ 0 w 275"/>
                <a:gd name="T9" fmla="*/ 160 h 275"/>
                <a:gd name="T10" fmla="*/ 49 w 275"/>
                <a:gd name="T11" fmla="*/ 275 h 275"/>
                <a:gd name="T12" fmla="*/ 4 w 275"/>
                <a:gd name="T13" fmla="*/ 164 h 275"/>
              </a:gdLst>
              <a:ahLst/>
              <a:cxnLst>
                <a:cxn ang="0">
                  <a:pos x="T0" y="T1"/>
                </a:cxn>
                <a:cxn ang="0">
                  <a:pos x="T2" y="T3"/>
                </a:cxn>
                <a:cxn ang="0">
                  <a:pos x="T4" y="T5"/>
                </a:cxn>
                <a:cxn ang="0">
                  <a:pos x="T6" y="T7"/>
                </a:cxn>
                <a:cxn ang="0">
                  <a:pos x="T8" y="T9"/>
                </a:cxn>
                <a:cxn ang="0">
                  <a:pos x="T10" y="T11"/>
                </a:cxn>
                <a:cxn ang="0">
                  <a:pos x="T12" y="T13"/>
                </a:cxn>
              </a:cxnLst>
              <a:rect l="0" t="0" r="r" b="b"/>
              <a:pathLst>
                <a:path w="275" h="275">
                  <a:moveTo>
                    <a:pt x="4" y="164"/>
                  </a:moveTo>
                  <a:cubicBezTo>
                    <a:pt x="4" y="76"/>
                    <a:pt x="76" y="4"/>
                    <a:pt x="164" y="4"/>
                  </a:cubicBezTo>
                  <a:cubicBezTo>
                    <a:pt x="207" y="4"/>
                    <a:pt x="246" y="21"/>
                    <a:pt x="275" y="49"/>
                  </a:cubicBezTo>
                  <a:cubicBezTo>
                    <a:pt x="246" y="19"/>
                    <a:pt x="205" y="0"/>
                    <a:pt x="160" y="0"/>
                  </a:cubicBezTo>
                  <a:cubicBezTo>
                    <a:pt x="72" y="0"/>
                    <a:pt x="0" y="72"/>
                    <a:pt x="0" y="160"/>
                  </a:cubicBezTo>
                  <a:cubicBezTo>
                    <a:pt x="0" y="205"/>
                    <a:pt x="19" y="245"/>
                    <a:pt x="49" y="275"/>
                  </a:cubicBezTo>
                  <a:cubicBezTo>
                    <a:pt x="21" y="246"/>
                    <a:pt x="4" y="207"/>
                    <a:pt x="4" y="164"/>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0" name="Group 59">
            <a:extLst>
              <a:ext uri="{FF2B5EF4-FFF2-40B4-BE49-F238E27FC236}">
                <a16:creationId xmlns:a16="http://schemas.microsoft.com/office/drawing/2014/main" id="{2C99EC5A-0FEF-443B-BC8D-2F26AC5E61C0}"/>
              </a:ext>
            </a:extLst>
          </p:cNvPr>
          <p:cNvGrpSpPr/>
          <p:nvPr/>
        </p:nvGrpSpPr>
        <p:grpSpPr>
          <a:xfrm>
            <a:off x="2302470" y="2401299"/>
            <a:ext cx="2033983" cy="2037127"/>
            <a:chOff x="6345238" y="4948238"/>
            <a:chExt cx="1027113" cy="1028700"/>
          </a:xfrm>
          <a:effectLst>
            <a:outerShdw blurRad="241300" dist="152400" dir="2700000" sx="102000" sy="102000" algn="tl" rotWithShape="0">
              <a:prstClr val="black">
                <a:alpha val="42000"/>
              </a:prstClr>
            </a:outerShdw>
          </a:effectLst>
        </p:grpSpPr>
        <p:sp>
          <p:nvSpPr>
            <p:cNvPr id="61" name="Oval 56">
              <a:extLst>
                <a:ext uri="{FF2B5EF4-FFF2-40B4-BE49-F238E27FC236}">
                  <a16:creationId xmlns:a16="http://schemas.microsoft.com/office/drawing/2014/main" id="{7F42178E-CBB9-42E3-B299-EFA0C6FE9AB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2" name="Oval 57">
              <a:extLst>
                <a:ext uri="{FF2B5EF4-FFF2-40B4-BE49-F238E27FC236}">
                  <a16:creationId xmlns:a16="http://schemas.microsoft.com/office/drawing/2014/main" id="{CFAF3A35-42AC-43E1-8B8F-F3FA2A8CACB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9" name="Group 58">
            <a:extLst>
              <a:ext uri="{FF2B5EF4-FFF2-40B4-BE49-F238E27FC236}">
                <a16:creationId xmlns:a16="http://schemas.microsoft.com/office/drawing/2014/main" id="{7D0B5108-9E11-48C9-9EB8-60E962CB2124}"/>
              </a:ext>
            </a:extLst>
          </p:cNvPr>
          <p:cNvGrpSpPr/>
          <p:nvPr/>
        </p:nvGrpSpPr>
        <p:grpSpPr>
          <a:xfrm>
            <a:off x="2525922" y="3101975"/>
            <a:ext cx="1598194" cy="687388"/>
            <a:chOff x="2525922" y="3101975"/>
            <a:chExt cx="1598194" cy="687388"/>
          </a:xfrm>
        </p:grpSpPr>
        <p:sp>
          <p:nvSpPr>
            <p:cNvPr id="45" name="Oval 43">
              <a:extLst>
                <a:ext uri="{FF2B5EF4-FFF2-40B4-BE49-F238E27FC236}">
                  <a16:creationId xmlns:a16="http://schemas.microsoft.com/office/drawing/2014/main" id="{EF0D3653-6F25-47E9-A2BA-B8B0941AA52C}"/>
                </a:ext>
              </a:extLst>
            </p:cNvPr>
            <p:cNvSpPr>
              <a:spLocks noChangeArrowheads="1"/>
            </p:cNvSpPr>
            <p:nvPr/>
          </p:nvSpPr>
          <p:spPr bwMode="auto">
            <a:xfrm>
              <a:off x="2662238" y="3697288"/>
              <a:ext cx="92075" cy="920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46" name="Oval 44">
              <a:extLst>
                <a:ext uri="{FF2B5EF4-FFF2-40B4-BE49-F238E27FC236}">
                  <a16:creationId xmlns:a16="http://schemas.microsoft.com/office/drawing/2014/main" id="{0DDB06D5-912F-4F47-8955-9732110155FC}"/>
                </a:ext>
              </a:extLst>
            </p:cNvPr>
            <p:cNvSpPr>
              <a:spLocks noChangeArrowheads="1"/>
            </p:cNvSpPr>
            <p:nvPr/>
          </p:nvSpPr>
          <p:spPr bwMode="auto">
            <a:xfrm>
              <a:off x="3065463" y="3697288"/>
              <a:ext cx="92075" cy="920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47" name="Oval 45">
              <a:extLst>
                <a:ext uri="{FF2B5EF4-FFF2-40B4-BE49-F238E27FC236}">
                  <a16:creationId xmlns:a16="http://schemas.microsoft.com/office/drawing/2014/main" id="{8AA683DA-4485-4279-8535-E9C346052875}"/>
                </a:ext>
              </a:extLst>
            </p:cNvPr>
            <p:cNvSpPr>
              <a:spLocks noChangeArrowheads="1"/>
            </p:cNvSpPr>
            <p:nvPr/>
          </p:nvSpPr>
          <p:spPr bwMode="auto">
            <a:xfrm>
              <a:off x="3470275" y="3697288"/>
              <a:ext cx="92075" cy="920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8" name="Oval 46">
              <a:extLst>
                <a:ext uri="{FF2B5EF4-FFF2-40B4-BE49-F238E27FC236}">
                  <a16:creationId xmlns:a16="http://schemas.microsoft.com/office/drawing/2014/main" id="{C0AABF69-7B6F-4BCB-BD7E-C5B77C4C1825}"/>
                </a:ext>
              </a:extLst>
            </p:cNvPr>
            <p:cNvSpPr>
              <a:spLocks noChangeArrowheads="1"/>
            </p:cNvSpPr>
            <p:nvPr/>
          </p:nvSpPr>
          <p:spPr bwMode="auto">
            <a:xfrm>
              <a:off x="3873500" y="3697288"/>
              <a:ext cx="92075" cy="920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9" name="Rectangle 47">
              <a:extLst>
                <a:ext uri="{FF2B5EF4-FFF2-40B4-BE49-F238E27FC236}">
                  <a16:creationId xmlns:a16="http://schemas.microsoft.com/office/drawing/2014/main" id="{3C959B81-9CF1-4624-B5AD-82316359C099}"/>
                </a:ext>
              </a:extLst>
            </p:cNvPr>
            <p:cNvSpPr>
              <a:spLocks noChangeArrowheads="1"/>
            </p:cNvSpPr>
            <p:nvPr/>
          </p:nvSpPr>
          <p:spPr bwMode="auto">
            <a:xfrm>
              <a:off x="2788099" y="3101975"/>
              <a:ext cx="10627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tx2"/>
                  </a:solidFill>
                  <a:effectLst/>
                  <a:latin typeface="Open Sans" panose="020B0606030504020204" pitchFamily="34" charset="0"/>
                </a:rPr>
                <a:t>CREATIVE</a:t>
              </a:r>
              <a:endParaRPr kumimoji="0" lang="ru-UA" altLang="ru-UA" sz="1800" b="0" i="0" u="none" strike="noStrike" cap="none" normalizeH="0" baseline="0">
                <a:ln>
                  <a:noFill/>
                </a:ln>
                <a:solidFill>
                  <a:schemeClr val="tx2"/>
                </a:solidFill>
                <a:effectLst/>
              </a:endParaRPr>
            </a:p>
          </p:txBody>
        </p:sp>
        <p:sp>
          <p:nvSpPr>
            <p:cNvPr id="50" name="Rectangle 48">
              <a:extLst>
                <a:ext uri="{FF2B5EF4-FFF2-40B4-BE49-F238E27FC236}">
                  <a16:creationId xmlns:a16="http://schemas.microsoft.com/office/drawing/2014/main" id="{7ADDBDC8-548B-447C-A551-7DA3745D36EF}"/>
                </a:ext>
              </a:extLst>
            </p:cNvPr>
            <p:cNvSpPr>
              <a:spLocks noChangeArrowheads="1"/>
            </p:cNvSpPr>
            <p:nvPr/>
          </p:nvSpPr>
          <p:spPr bwMode="auto">
            <a:xfrm>
              <a:off x="2525922" y="3292475"/>
              <a:ext cx="15981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tx2"/>
                  </a:solidFill>
                  <a:effectLst/>
                  <a:latin typeface="Open Sans" panose="020B0606030504020204" pitchFamily="34" charset="0"/>
                </a:rPr>
                <a:t>INFOGRAPHIC</a:t>
              </a:r>
              <a:endParaRPr kumimoji="0" lang="ru-UA" altLang="ru-UA" sz="1800" b="0" i="0" u="none" strike="noStrike" cap="none" normalizeH="0" baseline="0">
                <a:ln>
                  <a:noFill/>
                </a:ln>
                <a:solidFill>
                  <a:schemeClr val="tx2"/>
                </a:solidFill>
                <a:effectLst/>
              </a:endParaRPr>
            </a:p>
          </p:txBody>
        </p:sp>
      </p:grpSp>
      <p:grpSp>
        <p:nvGrpSpPr>
          <p:cNvPr id="64" name="Group 63">
            <a:extLst>
              <a:ext uri="{FF2B5EF4-FFF2-40B4-BE49-F238E27FC236}">
                <a16:creationId xmlns:a16="http://schemas.microsoft.com/office/drawing/2014/main" id="{B8836E33-EE18-4F26-8F30-9D6C3CCF8F9B}"/>
              </a:ext>
            </a:extLst>
          </p:cNvPr>
          <p:cNvGrpSpPr/>
          <p:nvPr/>
        </p:nvGrpSpPr>
        <p:grpSpPr>
          <a:xfrm>
            <a:off x="3757693" y="706833"/>
            <a:ext cx="993431" cy="994967"/>
            <a:chOff x="6345238" y="4948238"/>
            <a:chExt cx="1027113" cy="1028700"/>
          </a:xfrm>
          <a:effectLst>
            <a:outerShdw blurRad="114300" dist="76200" dir="2700000" sx="102000" sy="102000" algn="tl" rotWithShape="0">
              <a:prstClr val="black">
                <a:alpha val="40000"/>
              </a:prstClr>
            </a:outerShdw>
          </a:effectLst>
        </p:grpSpPr>
        <p:sp>
          <p:nvSpPr>
            <p:cNvPr id="71" name="Oval 56">
              <a:extLst>
                <a:ext uri="{FF2B5EF4-FFF2-40B4-BE49-F238E27FC236}">
                  <a16:creationId xmlns:a16="http://schemas.microsoft.com/office/drawing/2014/main" id="{751100DC-3309-4690-8FA3-F20A21AB3682}"/>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2" name="Oval 57">
              <a:extLst>
                <a:ext uri="{FF2B5EF4-FFF2-40B4-BE49-F238E27FC236}">
                  <a16:creationId xmlns:a16="http://schemas.microsoft.com/office/drawing/2014/main" id="{DBD10A06-B43F-48AF-B811-688824E52BB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3" name="Group 72">
            <a:extLst>
              <a:ext uri="{FF2B5EF4-FFF2-40B4-BE49-F238E27FC236}">
                <a16:creationId xmlns:a16="http://schemas.microsoft.com/office/drawing/2014/main" id="{948D8AC3-74BB-498A-B5AC-8D90DFCEBF08}"/>
              </a:ext>
            </a:extLst>
          </p:cNvPr>
          <p:cNvGrpSpPr/>
          <p:nvPr/>
        </p:nvGrpSpPr>
        <p:grpSpPr>
          <a:xfrm>
            <a:off x="5050632" y="2012354"/>
            <a:ext cx="993431" cy="994967"/>
            <a:chOff x="6345238" y="4948238"/>
            <a:chExt cx="1027113" cy="1028700"/>
          </a:xfrm>
          <a:effectLst>
            <a:outerShdw blurRad="114300" dist="76200" dir="2700000" sx="102000" sy="102000" algn="tl" rotWithShape="0">
              <a:prstClr val="black">
                <a:alpha val="40000"/>
              </a:prstClr>
            </a:outerShdw>
          </a:effectLst>
        </p:grpSpPr>
        <p:sp>
          <p:nvSpPr>
            <p:cNvPr id="74" name="Oval 56">
              <a:extLst>
                <a:ext uri="{FF2B5EF4-FFF2-40B4-BE49-F238E27FC236}">
                  <a16:creationId xmlns:a16="http://schemas.microsoft.com/office/drawing/2014/main" id="{D0F196E1-0D41-42D6-94E7-D40C461A3A68}"/>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5" name="Oval 57">
              <a:extLst>
                <a:ext uri="{FF2B5EF4-FFF2-40B4-BE49-F238E27FC236}">
                  <a16:creationId xmlns:a16="http://schemas.microsoft.com/office/drawing/2014/main" id="{19DC240F-DCAF-4A48-A6C3-9E7D223A8A9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6" name="Group 75">
            <a:extLst>
              <a:ext uri="{FF2B5EF4-FFF2-40B4-BE49-F238E27FC236}">
                <a16:creationId xmlns:a16="http://schemas.microsoft.com/office/drawing/2014/main" id="{64ECBADE-920A-47FC-962E-B926765FEA7E}"/>
              </a:ext>
            </a:extLst>
          </p:cNvPr>
          <p:cNvGrpSpPr/>
          <p:nvPr/>
        </p:nvGrpSpPr>
        <p:grpSpPr>
          <a:xfrm>
            <a:off x="5050632" y="3860799"/>
            <a:ext cx="993431" cy="994967"/>
            <a:chOff x="6345238" y="4948238"/>
            <a:chExt cx="1027113" cy="1028700"/>
          </a:xfrm>
          <a:effectLst>
            <a:outerShdw blurRad="114300" dist="76200" dir="2700000" sx="102000" sy="102000" algn="tl" rotWithShape="0">
              <a:prstClr val="black">
                <a:alpha val="40000"/>
              </a:prstClr>
            </a:outerShdw>
          </a:effectLst>
        </p:grpSpPr>
        <p:sp>
          <p:nvSpPr>
            <p:cNvPr id="77" name="Oval 56">
              <a:extLst>
                <a:ext uri="{FF2B5EF4-FFF2-40B4-BE49-F238E27FC236}">
                  <a16:creationId xmlns:a16="http://schemas.microsoft.com/office/drawing/2014/main" id="{54FD2704-1655-47EC-BA53-284F6D83033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8" name="Oval 57">
              <a:extLst>
                <a:ext uri="{FF2B5EF4-FFF2-40B4-BE49-F238E27FC236}">
                  <a16:creationId xmlns:a16="http://schemas.microsoft.com/office/drawing/2014/main" id="{DC71E31F-9A81-4097-971C-0FECBB8A029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9" name="Group 78">
            <a:extLst>
              <a:ext uri="{FF2B5EF4-FFF2-40B4-BE49-F238E27FC236}">
                <a16:creationId xmlns:a16="http://schemas.microsoft.com/office/drawing/2014/main" id="{05B43DCF-1546-4F4B-9060-45515F9246A3}"/>
              </a:ext>
            </a:extLst>
          </p:cNvPr>
          <p:cNvGrpSpPr/>
          <p:nvPr/>
        </p:nvGrpSpPr>
        <p:grpSpPr>
          <a:xfrm>
            <a:off x="3741894" y="5158581"/>
            <a:ext cx="993431" cy="994967"/>
            <a:chOff x="6345238" y="4948238"/>
            <a:chExt cx="1027113" cy="1028700"/>
          </a:xfrm>
          <a:effectLst>
            <a:outerShdw blurRad="114300" dist="76200" dir="2700000" sx="102000" sy="102000" algn="tl" rotWithShape="0">
              <a:prstClr val="black">
                <a:alpha val="40000"/>
              </a:prstClr>
            </a:outerShdw>
          </a:effectLst>
        </p:grpSpPr>
        <p:sp>
          <p:nvSpPr>
            <p:cNvPr id="80" name="Oval 56">
              <a:extLst>
                <a:ext uri="{FF2B5EF4-FFF2-40B4-BE49-F238E27FC236}">
                  <a16:creationId xmlns:a16="http://schemas.microsoft.com/office/drawing/2014/main" id="{C1244B5D-A491-4FED-9AE5-58DA3518176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1" name="Oval 57">
              <a:extLst>
                <a:ext uri="{FF2B5EF4-FFF2-40B4-BE49-F238E27FC236}">
                  <a16:creationId xmlns:a16="http://schemas.microsoft.com/office/drawing/2014/main" id="{4DDDB0D5-1F28-46CF-B0D8-971AE2651B8C}"/>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1" name="Freeform 49">
            <a:extLst>
              <a:ext uri="{FF2B5EF4-FFF2-40B4-BE49-F238E27FC236}">
                <a16:creationId xmlns:a16="http://schemas.microsoft.com/office/drawing/2014/main" id="{D4AEC29D-B962-4227-80F1-ADB872472714}"/>
              </a:ext>
            </a:extLst>
          </p:cNvPr>
          <p:cNvSpPr>
            <a:spLocks noEditPoints="1"/>
          </p:cNvSpPr>
          <p:nvPr/>
        </p:nvSpPr>
        <p:spPr bwMode="auto">
          <a:xfrm>
            <a:off x="3925888" y="1022350"/>
            <a:ext cx="641350" cy="358775"/>
          </a:xfrm>
          <a:custGeom>
            <a:avLst/>
            <a:gdLst>
              <a:gd name="T0" fmla="*/ 38 w 160"/>
              <a:gd name="T1" fmla="*/ 73 h 90"/>
              <a:gd name="T2" fmla="*/ 38 w 160"/>
              <a:gd name="T3" fmla="*/ 66 h 90"/>
              <a:gd name="T4" fmla="*/ 47 w 160"/>
              <a:gd name="T5" fmla="*/ 58 h 90"/>
              <a:gd name="T6" fmla="*/ 52 w 160"/>
              <a:gd name="T7" fmla="*/ 62 h 90"/>
              <a:gd name="T8" fmla="*/ 45 w 160"/>
              <a:gd name="T9" fmla="*/ 73 h 90"/>
              <a:gd name="T10" fmla="*/ 97 w 160"/>
              <a:gd name="T11" fmla="*/ 65 h 90"/>
              <a:gd name="T12" fmla="*/ 116 w 160"/>
              <a:gd name="T13" fmla="*/ 73 h 90"/>
              <a:gd name="T14" fmla="*/ 117 w 160"/>
              <a:gd name="T15" fmla="*/ 65 h 90"/>
              <a:gd name="T16" fmla="*/ 98 w 160"/>
              <a:gd name="T17" fmla="*/ 80 h 90"/>
              <a:gd name="T18" fmla="*/ 107 w 160"/>
              <a:gd name="T19" fmla="*/ 80 h 90"/>
              <a:gd name="T20" fmla="*/ 108 w 160"/>
              <a:gd name="T21" fmla="*/ 73 h 90"/>
              <a:gd name="T22" fmla="*/ 87 w 160"/>
              <a:gd name="T23" fmla="*/ 86 h 90"/>
              <a:gd name="T24" fmla="*/ 96 w 160"/>
              <a:gd name="T25" fmla="*/ 86 h 90"/>
              <a:gd name="T26" fmla="*/ 98 w 160"/>
              <a:gd name="T27" fmla="*/ 80 h 90"/>
              <a:gd name="T28" fmla="*/ 75 w 160"/>
              <a:gd name="T29" fmla="*/ 88 h 90"/>
              <a:gd name="T30" fmla="*/ 85 w 160"/>
              <a:gd name="T31" fmla="*/ 87 h 90"/>
              <a:gd name="T32" fmla="*/ 51 w 160"/>
              <a:gd name="T33" fmla="*/ 80 h 90"/>
              <a:gd name="T34" fmla="*/ 62 w 160"/>
              <a:gd name="T35" fmla="*/ 61 h 90"/>
              <a:gd name="T36" fmla="*/ 55 w 160"/>
              <a:gd name="T37" fmla="*/ 61 h 90"/>
              <a:gd name="T38" fmla="*/ 44 w 160"/>
              <a:gd name="T39" fmla="*/ 80 h 90"/>
              <a:gd name="T40" fmla="*/ 51 w 160"/>
              <a:gd name="T41" fmla="*/ 80 h 90"/>
              <a:gd name="T42" fmla="*/ 70 w 160"/>
              <a:gd name="T43" fmla="*/ 73 h 90"/>
              <a:gd name="T44" fmla="*/ 66 w 160"/>
              <a:gd name="T45" fmla="*/ 65 h 90"/>
              <a:gd name="T46" fmla="*/ 53 w 160"/>
              <a:gd name="T47" fmla="*/ 78 h 90"/>
              <a:gd name="T48" fmla="*/ 57 w 160"/>
              <a:gd name="T49" fmla="*/ 86 h 90"/>
              <a:gd name="T50" fmla="*/ 74 w 160"/>
              <a:gd name="T51" fmla="*/ 83 h 90"/>
              <a:gd name="T52" fmla="*/ 75 w 160"/>
              <a:gd name="T53" fmla="*/ 75 h 90"/>
              <a:gd name="T54" fmla="*/ 68 w 160"/>
              <a:gd name="T55" fmla="*/ 75 h 90"/>
              <a:gd name="T56" fmla="*/ 63 w 160"/>
              <a:gd name="T57" fmla="*/ 88 h 90"/>
              <a:gd name="T58" fmla="*/ 69 w 160"/>
              <a:gd name="T59" fmla="*/ 88 h 90"/>
              <a:gd name="T60" fmla="*/ 137 w 160"/>
              <a:gd name="T61" fmla="*/ 0 h 90"/>
              <a:gd name="T62" fmla="*/ 133 w 160"/>
              <a:gd name="T63" fmla="*/ 54 h 90"/>
              <a:gd name="T64" fmla="*/ 160 w 160"/>
              <a:gd name="T65" fmla="*/ 43 h 90"/>
              <a:gd name="T66" fmla="*/ 86 w 160"/>
              <a:gd name="T67" fmla="*/ 23 h 90"/>
              <a:gd name="T68" fmla="*/ 79 w 160"/>
              <a:gd name="T69" fmla="*/ 23 h 90"/>
              <a:gd name="T70" fmla="*/ 55 w 160"/>
              <a:gd name="T71" fmla="*/ 35 h 90"/>
              <a:gd name="T72" fmla="*/ 76 w 160"/>
              <a:gd name="T73" fmla="*/ 40 h 90"/>
              <a:gd name="T74" fmla="*/ 117 w 160"/>
              <a:gd name="T75" fmla="*/ 65 h 90"/>
              <a:gd name="T76" fmla="*/ 124 w 160"/>
              <a:gd name="T77" fmla="*/ 56 h 90"/>
              <a:gd name="T78" fmla="*/ 117 w 160"/>
              <a:gd name="T79" fmla="*/ 65 h 90"/>
              <a:gd name="T80" fmla="*/ 41 w 160"/>
              <a:gd name="T81" fmla="*/ 64 h 90"/>
              <a:gd name="T82" fmla="*/ 23 w 160"/>
              <a:gd name="T83" fmla="*/ 59 h 90"/>
              <a:gd name="T84" fmla="*/ 33 w 160"/>
              <a:gd name="T85" fmla="*/ 0 h 90"/>
              <a:gd name="T86" fmla="*/ 39 w 160"/>
              <a:gd name="T87" fmla="*/ 65 h 90"/>
              <a:gd name="T88" fmla="*/ 53 w 160"/>
              <a:gd name="T89" fmla="*/ 2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0" h="90">
                <a:moveTo>
                  <a:pt x="42" y="74"/>
                </a:moveTo>
                <a:cubicBezTo>
                  <a:pt x="40" y="75"/>
                  <a:pt x="39" y="74"/>
                  <a:pt x="38" y="73"/>
                </a:cubicBezTo>
                <a:cubicBezTo>
                  <a:pt x="37" y="72"/>
                  <a:pt x="36" y="71"/>
                  <a:pt x="36" y="70"/>
                </a:cubicBezTo>
                <a:cubicBezTo>
                  <a:pt x="36" y="69"/>
                  <a:pt x="37" y="67"/>
                  <a:pt x="38" y="66"/>
                </a:cubicBezTo>
                <a:cubicBezTo>
                  <a:pt x="44" y="59"/>
                  <a:pt x="44" y="59"/>
                  <a:pt x="44" y="59"/>
                </a:cubicBezTo>
                <a:cubicBezTo>
                  <a:pt x="44" y="59"/>
                  <a:pt x="45" y="58"/>
                  <a:pt x="47" y="58"/>
                </a:cubicBezTo>
                <a:cubicBezTo>
                  <a:pt x="48" y="58"/>
                  <a:pt x="49" y="58"/>
                  <a:pt x="50" y="59"/>
                </a:cubicBezTo>
                <a:cubicBezTo>
                  <a:pt x="51" y="60"/>
                  <a:pt x="52" y="61"/>
                  <a:pt x="52" y="62"/>
                </a:cubicBezTo>
                <a:cubicBezTo>
                  <a:pt x="52" y="64"/>
                  <a:pt x="52" y="65"/>
                  <a:pt x="51" y="66"/>
                </a:cubicBezTo>
                <a:cubicBezTo>
                  <a:pt x="45" y="73"/>
                  <a:pt x="45" y="73"/>
                  <a:pt x="45" y="73"/>
                </a:cubicBezTo>
                <a:cubicBezTo>
                  <a:pt x="44" y="74"/>
                  <a:pt x="43" y="74"/>
                  <a:pt x="42" y="74"/>
                </a:cubicBezTo>
                <a:close/>
                <a:moveTo>
                  <a:pt x="97" y="65"/>
                </a:moveTo>
                <a:cubicBezTo>
                  <a:pt x="97" y="65"/>
                  <a:pt x="109" y="75"/>
                  <a:pt x="112" y="75"/>
                </a:cubicBezTo>
                <a:cubicBezTo>
                  <a:pt x="114" y="75"/>
                  <a:pt x="115" y="75"/>
                  <a:pt x="116" y="73"/>
                </a:cubicBezTo>
                <a:cubicBezTo>
                  <a:pt x="118" y="72"/>
                  <a:pt x="118" y="70"/>
                  <a:pt x="118" y="68"/>
                </a:cubicBezTo>
                <a:cubicBezTo>
                  <a:pt x="118" y="67"/>
                  <a:pt x="118" y="66"/>
                  <a:pt x="117" y="65"/>
                </a:cubicBezTo>
                <a:moveTo>
                  <a:pt x="88" y="71"/>
                </a:moveTo>
                <a:cubicBezTo>
                  <a:pt x="98" y="80"/>
                  <a:pt x="98" y="80"/>
                  <a:pt x="98" y="80"/>
                </a:cubicBezTo>
                <a:cubicBezTo>
                  <a:pt x="99" y="81"/>
                  <a:pt x="100" y="82"/>
                  <a:pt x="102" y="82"/>
                </a:cubicBezTo>
                <a:cubicBezTo>
                  <a:pt x="104" y="82"/>
                  <a:pt x="105" y="81"/>
                  <a:pt x="107" y="80"/>
                </a:cubicBezTo>
                <a:cubicBezTo>
                  <a:pt x="108" y="79"/>
                  <a:pt x="109" y="77"/>
                  <a:pt x="109" y="75"/>
                </a:cubicBezTo>
                <a:cubicBezTo>
                  <a:pt x="109" y="75"/>
                  <a:pt x="108" y="74"/>
                  <a:pt x="108" y="73"/>
                </a:cubicBezTo>
                <a:moveTo>
                  <a:pt x="82" y="82"/>
                </a:moveTo>
                <a:cubicBezTo>
                  <a:pt x="87" y="86"/>
                  <a:pt x="87" y="86"/>
                  <a:pt x="87" y="86"/>
                </a:cubicBezTo>
                <a:cubicBezTo>
                  <a:pt x="88" y="87"/>
                  <a:pt x="90" y="88"/>
                  <a:pt x="91" y="88"/>
                </a:cubicBezTo>
                <a:cubicBezTo>
                  <a:pt x="93" y="88"/>
                  <a:pt x="95" y="88"/>
                  <a:pt x="96" y="86"/>
                </a:cubicBezTo>
                <a:cubicBezTo>
                  <a:pt x="97" y="85"/>
                  <a:pt x="98" y="83"/>
                  <a:pt x="98" y="82"/>
                </a:cubicBezTo>
                <a:cubicBezTo>
                  <a:pt x="98" y="81"/>
                  <a:pt x="98" y="80"/>
                  <a:pt x="98" y="80"/>
                </a:cubicBezTo>
                <a:moveTo>
                  <a:pt x="71" y="86"/>
                </a:moveTo>
                <a:cubicBezTo>
                  <a:pt x="75" y="88"/>
                  <a:pt x="75" y="88"/>
                  <a:pt x="75" y="88"/>
                </a:cubicBezTo>
                <a:cubicBezTo>
                  <a:pt x="76" y="88"/>
                  <a:pt x="78" y="89"/>
                  <a:pt x="80" y="88"/>
                </a:cubicBezTo>
                <a:cubicBezTo>
                  <a:pt x="82" y="88"/>
                  <a:pt x="84" y="88"/>
                  <a:pt x="85" y="87"/>
                </a:cubicBezTo>
                <a:cubicBezTo>
                  <a:pt x="86" y="86"/>
                  <a:pt x="86" y="86"/>
                  <a:pt x="86" y="85"/>
                </a:cubicBezTo>
                <a:moveTo>
                  <a:pt x="51" y="80"/>
                </a:moveTo>
                <a:cubicBezTo>
                  <a:pt x="62" y="68"/>
                  <a:pt x="62" y="68"/>
                  <a:pt x="62" y="68"/>
                </a:cubicBezTo>
                <a:cubicBezTo>
                  <a:pt x="64" y="66"/>
                  <a:pt x="63" y="63"/>
                  <a:pt x="62" y="61"/>
                </a:cubicBezTo>
                <a:cubicBezTo>
                  <a:pt x="60" y="60"/>
                  <a:pt x="59" y="60"/>
                  <a:pt x="58" y="60"/>
                </a:cubicBezTo>
                <a:cubicBezTo>
                  <a:pt x="57" y="60"/>
                  <a:pt x="56" y="61"/>
                  <a:pt x="55" y="61"/>
                </a:cubicBezTo>
                <a:cubicBezTo>
                  <a:pt x="44" y="74"/>
                  <a:pt x="44" y="74"/>
                  <a:pt x="44" y="74"/>
                </a:cubicBezTo>
                <a:cubicBezTo>
                  <a:pt x="42" y="75"/>
                  <a:pt x="42" y="79"/>
                  <a:pt x="44" y="80"/>
                </a:cubicBezTo>
                <a:cubicBezTo>
                  <a:pt x="45" y="81"/>
                  <a:pt x="47" y="82"/>
                  <a:pt x="48" y="81"/>
                </a:cubicBezTo>
                <a:cubicBezTo>
                  <a:pt x="49" y="81"/>
                  <a:pt x="50" y="81"/>
                  <a:pt x="51" y="80"/>
                </a:cubicBezTo>
                <a:close/>
                <a:moveTo>
                  <a:pt x="60" y="84"/>
                </a:moveTo>
                <a:cubicBezTo>
                  <a:pt x="70" y="73"/>
                  <a:pt x="70" y="73"/>
                  <a:pt x="70" y="73"/>
                </a:cubicBezTo>
                <a:cubicBezTo>
                  <a:pt x="72" y="71"/>
                  <a:pt x="72" y="68"/>
                  <a:pt x="70" y="66"/>
                </a:cubicBezTo>
                <a:cubicBezTo>
                  <a:pt x="69" y="65"/>
                  <a:pt x="67" y="65"/>
                  <a:pt x="66" y="65"/>
                </a:cubicBezTo>
                <a:cubicBezTo>
                  <a:pt x="65" y="65"/>
                  <a:pt x="64" y="66"/>
                  <a:pt x="63" y="67"/>
                </a:cubicBezTo>
                <a:cubicBezTo>
                  <a:pt x="53" y="78"/>
                  <a:pt x="53" y="78"/>
                  <a:pt x="53" y="78"/>
                </a:cubicBezTo>
                <a:cubicBezTo>
                  <a:pt x="51" y="80"/>
                  <a:pt x="51" y="83"/>
                  <a:pt x="53" y="85"/>
                </a:cubicBezTo>
                <a:cubicBezTo>
                  <a:pt x="54" y="86"/>
                  <a:pt x="56" y="86"/>
                  <a:pt x="57" y="86"/>
                </a:cubicBezTo>
                <a:cubicBezTo>
                  <a:pt x="58" y="86"/>
                  <a:pt x="59" y="85"/>
                  <a:pt x="60" y="84"/>
                </a:cubicBezTo>
                <a:close/>
                <a:moveTo>
                  <a:pt x="74" y="83"/>
                </a:moveTo>
                <a:cubicBezTo>
                  <a:pt x="75" y="82"/>
                  <a:pt x="75" y="82"/>
                  <a:pt x="75" y="82"/>
                </a:cubicBezTo>
                <a:cubicBezTo>
                  <a:pt x="77" y="80"/>
                  <a:pt x="77" y="77"/>
                  <a:pt x="75" y="75"/>
                </a:cubicBezTo>
                <a:cubicBezTo>
                  <a:pt x="74" y="74"/>
                  <a:pt x="72" y="73"/>
                  <a:pt x="71" y="74"/>
                </a:cubicBezTo>
                <a:cubicBezTo>
                  <a:pt x="70" y="74"/>
                  <a:pt x="69" y="74"/>
                  <a:pt x="68" y="75"/>
                </a:cubicBezTo>
                <a:cubicBezTo>
                  <a:pt x="62" y="82"/>
                  <a:pt x="62" y="82"/>
                  <a:pt x="62" y="82"/>
                </a:cubicBezTo>
                <a:cubicBezTo>
                  <a:pt x="61" y="84"/>
                  <a:pt x="61" y="87"/>
                  <a:pt x="63" y="88"/>
                </a:cubicBezTo>
                <a:cubicBezTo>
                  <a:pt x="64" y="89"/>
                  <a:pt x="65" y="90"/>
                  <a:pt x="67" y="90"/>
                </a:cubicBezTo>
                <a:cubicBezTo>
                  <a:pt x="68" y="89"/>
                  <a:pt x="69" y="89"/>
                  <a:pt x="69" y="88"/>
                </a:cubicBezTo>
                <a:lnTo>
                  <a:pt x="74" y="83"/>
                </a:lnTo>
                <a:close/>
                <a:moveTo>
                  <a:pt x="137" y="0"/>
                </a:moveTo>
                <a:cubicBezTo>
                  <a:pt x="127" y="6"/>
                  <a:pt x="112" y="14"/>
                  <a:pt x="110" y="15"/>
                </a:cubicBezTo>
                <a:cubicBezTo>
                  <a:pt x="112" y="18"/>
                  <a:pt x="121" y="34"/>
                  <a:pt x="133" y="54"/>
                </a:cubicBezTo>
                <a:cubicBezTo>
                  <a:pt x="134" y="56"/>
                  <a:pt x="134" y="56"/>
                  <a:pt x="134" y="56"/>
                </a:cubicBezTo>
                <a:cubicBezTo>
                  <a:pt x="160" y="43"/>
                  <a:pt x="160" y="43"/>
                  <a:pt x="160" y="43"/>
                </a:cubicBezTo>
                <a:moveTo>
                  <a:pt x="113" y="21"/>
                </a:moveTo>
                <a:cubicBezTo>
                  <a:pt x="100" y="16"/>
                  <a:pt x="94" y="23"/>
                  <a:pt x="86" y="23"/>
                </a:cubicBezTo>
                <a:cubicBezTo>
                  <a:pt x="83" y="23"/>
                  <a:pt x="81" y="23"/>
                  <a:pt x="79" y="23"/>
                </a:cubicBezTo>
                <a:cubicBezTo>
                  <a:pt x="79" y="23"/>
                  <a:pt x="79" y="23"/>
                  <a:pt x="79" y="23"/>
                </a:cubicBezTo>
                <a:cubicBezTo>
                  <a:pt x="78" y="23"/>
                  <a:pt x="77" y="24"/>
                  <a:pt x="77" y="24"/>
                </a:cubicBezTo>
                <a:cubicBezTo>
                  <a:pt x="55" y="35"/>
                  <a:pt x="55" y="35"/>
                  <a:pt x="55" y="35"/>
                </a:cubicBezTo>
                <a:cubicBezTo>
                  <a:pt x="45" y="40"/>
                  <a:pt x="55" y="48"/>
                  <a:pt x="58" y="47"/>
                </a:cubicBezTo>
                <a:cubicBezTo>
                  <a:pt x="62" y="46"/>
                  <a:pt x="70" y="43"/>
                  <a:pt x="76" y="40"/>
                </a:cubicBezTo>
                <a:cubicBezTo>
                  <a:pt x="79" y="39"/>
                  <a:pt x="83" y="39"/>
                  <a:pt x="86" y="42"/>
                </a:cubicBezTo>
                <a:cubicBezTo>
                  <a:pt x="96" y="49"/>
                  <a:pt x="116" y="63"/>
                  <a:pt x="117" y="65"/>
                </a:cubicBezTo>
                <a:moveTo>
                  <a:pt x="131" y="52"/>
                </a:moveTo>
                <a:cubicBezTo>
                  <a:pt x="130" y="52"/>
                  <a:pt x="125" y="55"/>
                  <a:pt x="124" y="56"/>
                </a:cubicBezTo>
                <a:cubicBezTo>
                  <a:pt x="124" y="57"/>
                  <a:pt x="123" y="58"/>
                  <a:pt x="122" y="59"/>
                </a:cubicBezTo>
                <a:cubicBezTo>
                  <a:pt x="121" y="61"/>
                  <a:pt x="119" y="64"/>
                  <a:pt x="117" y="65"/>
                </a:cubicBezTo>
                <a:moveTo>
                  <a:pt x="41" y="64"/>
                </a:moveTo>
                <a:cubicBezTo>
                  <a:pt x="41" y="64"/>
                  <a:pt x="41" y="64"/>
                  <a:pt x="41" y="64"/>
                </a:cubicBezTo>
                <a:moveTo>
                  <a:pt x="0" y="40"/>
                </a:moveTo>
                <a:cubicBezTo>
                  <a:pt x="23" y="59"/>
                  <a:pt x="23" y="59"/>
                  <a:pt x="23" y="59"/>
                </a:cubicBezTo>
                <a:cubicBezTo>
                  <a:pt x="56" y="19"/>
                  <a:pt x="56" y="19"/>
                  <a:pt x="56" y="19"/>
                </a:cubicBezTo>
                <a:cubicBezTo>
                  <a:pt x="33" y="0"/>
                  <a:pt x="33" y="0"/>
                  <a:pt x="33" y="0"/>
                </a:cubicBezTo>
                <a:moveTo>
                  <a:pt x="26" y="56"/>
                </a:moveTo>
                <a:cubicBezTo>
                  <a:pt x="32" y="61"/>
                  <a:pt x="39" y="65"/>
                  <a:pt x="39" y="65"/>
                </a:cubicBezTo>
                <a:moveTo>
                  <a:pt x="69" y="28"/>
                </a:moveTo>
                <a:cubicBezTo>
                  <a:pt x="66" y="26"/>
                  <a:pt x="59" y="24"/>
                  <a:pt x="53" y="22"/>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2" name="Freeform 50">
            <a:extLst>
              <a:ext uri="{FF2B5EF4-FFF2-40B4-BE49-F238E27FC236}">
                <a16:creationId xmlns:a16="http://schemas.microsoft.com/office/drawing/2014/main" id="{DE8D17B4-BFA4-4142-BC7F-6E6CADE6959B}"/>
              </a:ext>
            </a:extLst>
          </p:cNvPr>
          <p:cNvSpPr>
            <a:spLocks noEditPoints="1"/>
          </p:cNvSpPr>
          <p:nvPr/>
        </p:nvSpPr>
        <p:spPr bwMode="auto">
          <a:xfrm>
            <a:off x="5330825" y="4108450"/>
            <a:ext cx="428625" cy="484188"/>
          </a:xfrm>
          <a:custGeom>
            <a:avLst/>
            <a:gdLst>
              <a:gd name="T0" fmla="*/ 35 w 107"/>
              <a:gd name="T1" fmla="*/ 94 h 121"/>
              <a:gd name="T2" fmla="*/ 26 w 107"/>
              <a:gd name="T3" fmla="*/ 73 h 121"/>
              <a:gd name="T4" fmla="*/ 21 w 107"/>
              <a:gd name="T5" fmla="*/ 54 h 121"/>
              <a:gd name="T6" fmla="*/ 54 w 107"/>
              <a:gd name="T7" fmla="*/ 21 h 121"/>
              <a:gd name="T8" fmla="*/ 87 w 107"/>
              <a:gd name="T9" fmla="*/ 54 h 121"/>
              <a:gd name="T10" fmla="*/ 82 w 107"/>
              <a:gd name="T11" fmla="*/ 73 h 121"/>
              <a:gd name="T12" fmla="*/ 73 w 107"/>
              <a:gd name="T13" fmla="*/ 91 h 121"/>
              <a:gd name="T14" fmla="*/ 54 w 107"/>
              <a:gd name="T15" fmla="*/ 34 h 121"/>
              <a:gd name="T16" fmla="*/ 34 w 107"/>
              <a:gd name="T17" fmla="*/ 54 h 121"/>
              <a:gd name="T18" fmla="*/ 54 w 107"/>
              <a:gd name="T19" fmla="*/ 74 h 121"/>
              <a:gd name="T20" fmla="*/ 74 w 107"/>
              <a:gd name="T21" fmla="*/ 54 h 121"/>
              <a:gd name="T22" fmla="*/ 54 w 107"/>
              <a:gd name="T23" fmla="*/ 34 h 121"/>
              <a:gd name="T24" fmla="*/ 46 w 107"/>
              <a:gd name="T25" fmla="*/ 57 h 121"/>
              <a:gd name="T26" fmla="*/ 52 w 107"/>
              <a:gd name="T27" fmla="*/ 64 h 121"/>
              <a:gd name="T28" fmla="*/ 62 w 107"/>
              <a:gd name="T29" fmla="*/ 47 h 121"/>
              <a:gd name="T30" fmla="*/ 54 w 107"/>
              <a:gd name="T31" fmla="*/ 10 h 121"/>
              <a:gd name="T32" fmla="*/ 54 w 107"/>
              <a:gd name="T33" fmla="*/ 0 h 121"/>
              <a:gd name="T34" fmla="*/ 32 w 107"/>
              <a:gd name="T35" fmla="*/ 16 h 121"/>
              <a:gd name="T36" fmla="*/ 27 w 107"/>
              <a:gd name="T37" fmla="*/ 7 h 121"/>
              <a:gd name="T38" fmla="*/ 8 w 107"/>
              <a:gd name="T39" fmla="*/ 27 h 121"/>
              <a:gd name="T40" fmla="*/ 17 w 107"/>
              <a:gd name="T41" fmla="*/ 32 h 121"/>
              <a:gd name="T42" fmla="*/ 0 w 107"/>
              <a:gd name="T43" fmla="*/ 54 h 121"/>
              <a:gd name="T44" fmla="*/ 11 w 107"/>
              <a:gd name="T45" fmla="*/ 54 h 121"/>
              <a:gd name="T46" fmla="*/ 81 w 107"/>
              <a:gd name="T47" fmla="*/ 7 h 121"/>
              <a:gd name="T48" fmla="*/ 75 w 107"/>
              <a:gd name="T49" fmla="*/ 16 h 121"/>
              <a:gd name="T50" fmla="*/ 100 w 107"/>
              <a:gd name="T51" fmla="*/ 27 h 121"/>
              <a:gd name="T52" fmla="*/ 91 w 107"/>
              <a:gd name="T53" fmla="*/ 32 h 121"/>
              <a:gd name="T54" fmla="*/ 97 w 107"/>
              <a:gd name="T55" fmla="*/ 54 h 121"/>
              <a:gd name="T56" fmla="*/ 107 w 107"/>
              <a:gd name="T57" fmla="*/ 54 h 121"/>
              <a:gd name="T58" fmla="*/ 66 w 107"/>
              <a:gd name="T59" fmla="*/ 97 h 121"/>
              <a:gd name="T60" fmla="*/ 40 w 107"/>
              <a:gd name="T61" fmla="*/ 105 h 121"/>
              <a:gd name="T62" fmla="*/ 36 w 107"/>
              <a:gd name="T63" fmla="*/ 109 h 121"/>
              <a:gd name="T64" fmla="*/ 41 w 107"/>
              <a:gd name="T65" fmla="*/ 113 h 121"/>
              <a:gd name="T66" fmla="*/ 43 w 107"/>
              <a:gd name="T67" fmla="*/ 113 h 121"/>
              <a:gd name="T68" fmla="*/ 66 w 107"/>
              <a:gd name="T69" fmla="*/ 106 h 121"/>
              <a:gd name="T70" fmla="*/ 66 w 107"/>
              <a:gd name="T71" fmla="*/ 106 h 121"/>
              <a:gd name="T72" fmla="*/ 67 w 107"/>
              <a:gd name="T73" fmla="*/ 106 h 121"/>
              <a:gd name="T74" fmla="*/ 71 w 107"/>
              <a:gd name="T75" fmla="*/ 111 h 121"/>
              <a:gd name="T76" fmla="*/ 68 w 107"/>
              <a:gd name="T77" fmla="*/ 115 h 121"/>
              <a:gd name="T78" fmla="*/ 46 w 107"/>
              <a:gd name="T79"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121">
                <a:moveTo>
                  <a:pt x="35" y="94"/>
                </a:moveTo>
                <a:cubicBezTo>
                  <a:pt x="35" y="89"/>
                  <a:pt x="33" y="84"/>
                  <a:pt x="26" y="73"/>
                </a:cubicBezTo>
                <a:cubicBezTo>
                  <a:pt x="22" y="67"/>
                  <a:pt x="21" y="61"/>
                  <a:pt x="21" y="54"/>
                </a:cubicBezTo>
                <a:cubicBezTo>
                  <a:pt x="21" y="36"/>
                  <a:pt x="35" y="21"/>
                  <a:pt x="54" y="21"/>
                </a:cubicBezTo>
                <a:cubicBezTo>
                  <a:pt x="72" y="21"/>
                  <a:pt x="87" y="36"/>
                  <a:pt x="87" y="54"/>
                </a:cubicBezTo>
                <a:cubicBezTo>
                  <a:pt x="87" y="61"/>
                  <a:pt x="85" y="67"/>
                  <a:pt x="82" y="73"/>
                </a:cubicBezTo>
                <a:cubicBezTo>
                  <a:pt x="76" y="81"/>
                  <a:pt x="74" y="86"/>
                  <a:pt x="73" y="91"/>
                </a:cubicBezTo>
                <a:moveTo>
                  <a:pt x="54" y="34"/>
                </a:moveTo>
                <a:cubicBezTo>
                  <a:pt x="43" y="34"/>
                  <a:pt x="34" y="43"/>
                  <a:pt x="34" y="54"/>
                </a:cubicBezTo>
                <a:cubicBezTo>
                  <a:pt x="34" y="65"/>
                  <a:pt x="43" y="74"/>
                  <a:pt x="54" y="74"/>
                </a:cubicBezTo>
                <a:cubicBezTo>
                  <a:pt x="65" y="74"/>
                  <a:pt x="74" y="65"/>
                  <a:pt x="74" y="54"/>
                </a:cubicBezTo>
                <a:cubicBezTo>
                  <a:pt x="74" y="43"/>
                  <a:pt x="65" y="34"/>
                  <a:pt x="54" y="34"/>
                </a:cubicBezTo>
                <a:close/>
                <a:moveTo>
                  <a:pt x="46" y="57"/>
                </a:moveTo>
                <a:cubicBezTo>
                  <a:pt x="52" y="64"/>
                  <a:pt x="52" y="64"/>
                  <a:pt x="52" y="64"/>
                </a:cubicBezTo>
                <a:cubicBezTo>
                  <a:pt x="62" y="47"/>
                  <a:pt x="62" y="47"/>
                  <a:pt x="62" y="47"/>
                </a:cubicBezTo>
                <a:moveTo>
                  <a:pt x="54" y="10"/>
                </a:moveTo>
                <a:cubicBezTo>
                  <a:pt x="54" y="0"/>
                  <a:pt x="54" y="0"/>
                  <a:pt x="54" y="0"/>
                </a:cubicBezTo>
                <a:moveTo>
                  <a:pt x="32" y="16"/>
                </a:moveTo>
                <a:cubicBezTo>
                  <a:pt x="27" y="7"/>
                  <a:pt x="27" y="7"/>
                  <a:pt x="27" y="7"/>
                </a:cubicBezTo>
                <a:moveTo>
                  <a:pt x="8" y="27"/>
                </a:moveTo>
                <a:cubicBezTo>
                  <a:pt x="17" y="32"/>
                  <a:pt x="17" y="32"/>
                  <a:pt x="17" y="32"/>
                </a:cubicBezTo>
                <a:moveTo>
                  <a:pt x="0" y="54"/>
                </a:moveTo>
                <a:cubicBezTo>
                  <a:pt x="11" y="54"/>
                  <a:pt x="11" y="54"/>
                  <a:pt x="11" y="54"/>
                </a:cubicBezTo>
                <a:moveTo>
                  <a:pt x="81" y="7"/>
                </a:moveTo>
                <a:cubicBezTo>
                  <a:pt x="75" y="16"/>
                  <a:pt x="75" y="16"/>
                  <a:pt x="75" y="16"/>
                </a:cubicBezTo>
                <a:moveTo>
                  <a:pt x="100" y="27"/>
                </a:moveTo>
                <a:cubicBezTo>
                  <a:pt x="91" y="32"/>
                  <a:pt x="91" y="32"/>
                  <a:pt x="91" y="32"/>
                </a:cubicBezTo>
                <a:moveTo>
                  <a:pt x="97" y="54"/>
                </a:moveTo>
                <a:cubicBezTo>
                  <a:pt x="107" y="54"/>
                  <a:pt x="107" y="54"/>
                  <a:pt x="107" y="54"/>
                </a:cubicBezTo>
                <a:moveTo>
                  <a:pt x="66" y="97"/>
                </a:moveTo>
                <a:cubicBezTo>
                  <a:pt x="66" y="97"/>
                  <a:pt x="40" y="104"/>
                  <a:pt x="40" y="105"/>
                </a:cubicBezTo>
                <a:cubicBezTo>
                  <a:pt x="38" y="105"/>
                  <a:pt x="36" y="107"/>
                  <a:pt x="36" y="109"/>
                </a:cubicBezTo>
                <a:cubicBezTo>
                  <a:pt x="36" y="111"/>
                  <a:pt x="38" y="113"/>
                  <a:pt x="41" y="113"/>
                </a:cubicBezTo>
                <a:cubicBezTo>
                  <a:pt x="42" y="113"/>
                  <a:pt x="43" y="113"/>
                  <a:pt x="43" y="113"/>
                </a:cubicBezTo>
                <a:cubicBezTo>
                  <a:pt x="66" y="106"/>
                  <a:pt x="66" y="106"/>
                  <a:pt x="66" y="106"/>
                </a:cubicBezTo>
                <a:cubicBezTo>
                  <a:pt x="66" y="106"/>
                  <a:pt x="66" y="106"/>
                  <a:pt x="66" y="106"/>
                </a:cubicBezTo>
                <a:cubicBezTo>
                  <a:pt x="66" y="106"/>
                  <a:pt x="67" y="106"/>
                  <a:pt x="67" y="106"/>
                </a:cubicBezTo>
                <a:cubicBezTo>
                  <a:pt x="69" y="106"/>
                  <a:pt x="71" y="108"/>
                  <a:pt x="71" y="111"/>
                </a:cubicBezTo>
                <a:cubicBezTo>
                  <a:pt x="71" y="112"/>
                  <a:pt x="70" y="114"/>
                  <a:pt x="68" y="115"/>
                </a:cubicBezTo>
                <a:cubicBezTo>
                  <a:pt x="46" y="121"/>
                  <a:pt x="46" y="121"/>
                  <a:pt x="46" y="121"/>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3" name="Freeform 51">
            <a:extLst>
              <a:ext uri="{FF2B5EF4-FFF2-40B4-BE49-F238E27FC236}">
                <a16:creationId xmlns:a16="http://schemas.microsoft.com/office/drawing/2014/main" id="{3F9EE8B8-16B0-44C0-ACF2-84D16CBB919F}"/>
              </a:ext>
            </a:extLst>
          </p:cNvPr>
          <p:cNvSpPr>
            <a:spLocks noEditPoints="1"/>
          </p:cNvSpPr>
          <p:nvPr/>
        </p:nvSpPr>
        <p:spPr bwMode="auto">
          <a:xfrm>
            <a:off x="5338763" y="2270125"/>
            <a:ext cx="420688" cy="434975"/>
          </a:xfrm>
          <a:custGeom>
            <a:avLst/>
            <a:gdLst>
              <a:gd name="T0" fmla="*/ 39 w 105"/>
              <a:gd name="T1" fmla="*/ 12 h 109"/>
              <a:gd name="T2" fmla="*/ 92 w 105"/>
              <a:gd name="T3" fmla="*/ 44 h 109"/>
              <a:gd name="T4" fmla="*/ 105 w 105"/>
              <a:gd name="T5" fmla="*/ 70 h 109"/>
              <a:gd name="T6" fmla="*/ 94 w 105"/>
              <a:gd name="T7" fmla="*/ 70 h 109"/>
              <a:gd name="T8" fmla="*/ 94 w 105"/>
              <a:gd name="T9" fmla="*/ 88 h 109"/>
              <a:gd name="T10" fmla="*/ 88 w 105"/>
              <a:gd name="T11" fmla="*/ 94 h 109"/>
              <a:gd name="T12" fmla="*/ 76 w 105"/>
              <a:gd name="T13" fmla="*/ 94 h 109"/>
              <a:gd name="T14" fmla="*/ 76 w 105"/>
              <a:gd name="T15" fmla="*/ 109 h 109"/>
              <a:gd name="T16" fmla="*/ 28 w 105"/>
              <a:gd name="T17" fmla="*/ 109 h 109"/>
              <a:gd name="T18" fmla="*/ 28 w 105"/>
              <a:gd name="T19" fmla="*/ 93 h 109"/>
              <a:gd name="T20" fmla="*/ 23 w 105"/>
              <a:gd name="T21" fmla="*/ 82 h 109"/>
              <a:gd name="T22" fmla="*/ 59 w 105"/>
              <a:gd name="T23" fmla="*/ 50 h 109"/>
              <a:gd name="T24" fmla="*/ 59 w 105"/>
              <a:gd name="T25" fmla="*/ 42 h 109"/>
              <a:gd name="T26" fmla="*/ 50 w 105"/>
              <a:gd name="T27" fmla="*/ 39 h 109"/>
              <a:gd name="T28" fmla="*/ 49 w 105"/>
              <a:gd name="T29" fmla="*/ 36 h 109"/>
              <a:gd name="T30" fmla="*/ 53 w 105"/>
              <a:gd name="T31" fmla="*/ 28 h 109"/>
              <a:gd name="T32" fmla="*/ 48 w 105"/>
              <a:gd name="T33" fmla="*/ 23 h 109"/>
              <a:gd name="T34" fmla="*/ 39 w 105"/>
              <a:gd name="T35" fmla="*/ 26 h 109"/>
              <a:gd name="T36" fmla="*/ 36 w 105"/>
              <a:gd name="T37" fmla="*/ 25 h 109"/>
              <a:gd name="T38" fmla="*/ 33 w 105"/>
              <a:gd name="T39" fmla="*/ 17 h 109"/>
              <a:gd name="T40" fmla="*/ 26 w 105"/>
              <a:gd name="T41" fmla="*/ 17 h 109"/>
              <a:gd name="T42" fmla="*/ 23 w 105"/>
              <a:gd name="T43" fmla="*/ 25 h 109"/>
              <a:gd name="T44" fmla="*/ 20 w 105"/>
              <a:gd name="T45" fmla="*/ 26 h 109"/>
              <a:gd name="T46" fmla="*/ 11 w 105"/>
              <a:gd name="T47" fmla="*/ 23 h 109"/>
              <a:gd name="T48" fmla="*/ 6 w 105"/>
              <a:gd name="T49" fmla="*/ 28 h 109"/>
              <a:gd name="T50" fmla="*/ 10 w 105"/>
              <a:gd name="T51" fmla="*/ 36 h 109"/>
              <a:gd name="T52" fmla="*/ 9 w 105"/>
              <a:gd name="T53" fmla="*/ 39 h 109"/>
              <a:gd name="T54" fmla="*/ 0 w 105"/>
              <a:gd name="T55" fmla="*/ 42 h 109"/>
              <a:gd name="T56" fmla="*/ 0 w 105"/>
              <a:gd name="T57" fmla="*/ 50 h 109"/>
              <a:gd name="T58" fmla="*/ 9 w 105"/>
              <a:gd name="T59" fmla="*/ 53 h 109"/>
              <a:gd name="T60" fmla="*/ 10 w 105"/>
              <a:gd name="T61" fmla="*/ 56 h 109"/>
              <a:gd name="T62" fmla="*/ 6 w 105"/>
              <a:gd name="T63" fmla="*/ 64 h 109"/>
              <a:gd name="T64" fmla="*/ 11 w 105"/>
              <a:gd name="T65" fmla="*/ 69 h 109"/>
              <a:gd name="T66" fmla="*/ 20 w 105"/>
              <a:gd name="T67" fmla="*/ 66 h 109"/>
              <a:gd name="T68" fmla="*/ 23 w 105"/>
              <a:gd name="T69" fmla="*/ 67 h 109"/>
              <a:gd name="T70" fmla="*/ 26 w 105"/>
              <a:gd name="T71" fmla="*/ 75 h 109"/>
              <a:gd name="T72" fmla="*/ 33 w 105"/>
              <a:gd name="T73" fmla="*/ 75 h 109"/>
              <a:gd name="T74" fmla="*/ 36 w 105"/>
              <a:gd name="T75" fmla="*/ 67 h 109"/>
              <a:gd name="T76" fmla="*/ 39 w 105"/>
              <a:gd name="T77" fmla="*/ 66 h 109"/>
              <a:gd name="T78" fmla="*/ 48 w 105"/>
              <a:gd name="T79" fmla="*/ 69 h 109"/>
              <a:gd name="T80" fmla="*/ 53 w 105"/>
              <a:gd name="T81" fmla="*/ 64 h 109"/>
              <a:gd name="T82" fmla="*/ 49 w 105"/>
              <a:gd name="T83" fmla="*/ 56 h 109"/>
              <a:gd name="T84" fmla="*/ 50 w 105"/>
              <a:gd name="T85" fmla="*/ 53 h 109"/>
              <a:gd name="T86" fmla="*/ 59 w 105"/>
              <a:gd name="T87" fmla="*/ 50 h 109"/>
              <a:gd name="T88" fmla="*/ 30 w 105"/>
              <a:gd name="T89" fmla="*/ 34 h 109"/>
              <a:gd name="T90" fmla="*/ 17 w 105"/>
              <a:gd name="T91" fmla="*/ 46 h 109"/>
              <a:gd name="T92" fmla="*/ 30 w 105"/>
              <a:gd name="T93" fmla="*/ 58 h 109"/>
              <a:gd name="T94" fmla="*/ 42 w 105"/>
              <a:gd name="T95" fmla="*/ 46 h 109"/>
              <a:gd name="T96" fmla="*/ 30 w 105"/>
              <a:gd name="T97" fmla="*/ 34 h 109"/>
              <a:gd name="T98" fmla="*/ 76 w 105"/>
              <a:gd name="T99" fmla="*/ 94 h 109"/>
              <a:gd name="T100" fmla="*/ 70 w 105"/>
              <a:gd name="T101"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 h="109">
                <a:moveTo>
                  <a:pt x="39" y="12"/>
                </a:moveTo>
                <a:cubicBezTo>
                  <a:pt x="97" y="0"/>
                  <a:pt x="92" y="44"/>
                  <a:pt x="92" y="44"/>
                </a:cubicBezTo>
                <a:cubicBezTo>
                  <a:pt x="105" y="70"/>
                  <a:pt x="105" y="70"/>
                  <a:pt x="105" y="70"/>
                </a:cubicBezTo>
                <a:cubicBezTo>
                  <a:pt x="94" y="70"/>
                  <a:pt x="94" y="70"/>
                  <a:pt x="94" y="70"/>
                </a:cubicBezTo>
                <a:cubicBezTo>
                  <a:pt x="94" y="88"/>
                  <a:pt x="94" y="88"/>
                  <a:pt x="94" y="88"/>
                </a:cubicBezTo>
                <a:cubicBezTo>
                  <a:pt x="94" y="91"/>
                  <a:pt x="91" y="94"/>
                  <a:pt x="88" y="94"/>
                </a:cubicBezTo>
                <a:cubicBezTo>
                  <a:pt x="76" y="94"/>
                  <a:pt x="76" y="94"/>
                  <a:pt x="76" y="94"/>
                </a:cubicBezTo>
                <a:cubicBezTo>
                  <a:pt x="76" y="109"/>
                  <a:pt x="76" y="109"/>
                  <a:pt x="76" y="109"/>
                </a:cubicBezTo>
                <a:moveTo>
                  <a:pt x="28" y="109"/>
                </a:moveTo>
                <a:cubicBezTo>
                  <a:pt x="28" y="93"/>
                  <a:pt x="28" y="93"/>
                  <a:pt x="28" y="93"/>
                </a:cubicBezTo>
                <a:cubicBezTo>
                  <a:pt x="23" y="82"/>
                  <a:pt x="23" y="82"/>
                  <a:pt x="23" y="82"/>
                </a:cubicBezTo>
                <a:moveTo>
                  <a:pt x="59" y="50"/>
                </a:moveTo>
                <a:cubicBezTo>
                  <a:pt x="59" y="42"/>
                  <a:pt x="59" y="42"/>
                  <a:pt x="59" y="42"/>
                </a:cubicBezTo>
                <a:cubicBezTo>
                  <a:pt x="50" y="39"/>
                  <a:pt x="50" y="39"/>
                  <a:pt x="50" y="39"/>
                </a:cubicBezTo>
                <a:cubicBezTo>
                  <a:pt x="50" y="38"/>
                  <a:pt x="50" y="37"/>
                  <a:pt x="49" y="36"/>
                </a:cubicBezTo>
                <a:cubicBezTo>
                  <a:pt x="53" y="28"/>
                  <a:pt x="53" y="28"/>
                  <a:pt x="53" y="28"/>
                </a:cubicBezTo>
                <a:cubicBezTo>
                  <a:pt x="48" y="23"/>
                  <a:pt x="48" y="23"/>
                  <a:pt x="48" y="23"/>
                </a:cubicBezTo>
                <a:cubicBezTo>
                  <a:pt x="39" y="26"/>
                  <a:pt x="39" y="26"/>
                  <a:pt x="39" y="26"/>
                </a:cubicBezTo>
                <a:cubicBezTo>
                  <a:pt x="38" y="26"/>
                  <a:pt x="37" y="25"/>
                  <a:pt x="36" y="25"/>
                </a:cubicBezTo>
                <a:cubicBezTo>
                  <a:pt x="33" y="17"/>
                  <a:pt x="33" y="17"/>
                  <a:pt x="33" y="17"/>
                </a:cubicBezTo>
                <a:cubicBezTo>
                  <a:pt x="26" y="17"/>
                  <a:pt x="26" y="17"/>
                  <a:pt x="26" y="17"/>
                </a:cubicBezTo>
                <a:cubicBezTo>
                  <a:pt x="23" y="25"/>
                  <a:pt x="23" y="25"/>
                  <a:pt x="23" y="25"/>
                </a:cubicBezTo>
                <a:cubicBezTo>
                  <a:pt x="22" y="25"/>
                  <a:pt x="21" y="26"/>
                  <a:pt x="20" y="26"/>
                </a:cubicBezTo>
                <a:cubicBezTo>
                  <a:pt x="11" y="23"/>
                  <a:pt x="11" y="23"/>
                  <a:pt x="11" y="23"/>
                </a:cubicBezTo>
                <a:cubicBezTo>
                  <a:pt x="6" y="28"/>
                  <a:pt x="6" y="28"/>
                  <a:pt x="6" y="28"/>
                </a:cubicBezTo>
                <a:cubicBezTo>
                  <a:pt x="10" y="36"/>
                  <a:pt x="10" y="36"/>
                  <a:pt x="10" y="36"/>
                </a:cubicBezTo>
                <a:cubicBezTo>
                  <a:pt x="9" y="37"/>
                  <a:pt x="9" y="38"/>
                  <a:pt x="9" y="39"/>
                </a:cubicBezTo>
                <a:cubicBezTo>
                  <a:pt x="0" y="42"/>
                  <a:pt x="0" y="42"/>
                  <a:pt x="0" y="42"/>
                </a:cubicBezTo>
                <a:cubicBezTo>
                  <a:pt x="0" y="50"/>
                  <a:pt x="0" y="50"/>
                  <a:pt x="0" y="50"/>
                </a:cubicBezTo>
                <a:cubicBezTo>
                  <a:pt x="9" y="53"/>
                  <a:pt x="9" y="53"/>
                  <a:pt x="9" y="53"/>
                </a:cubicBezTo>
                <a:cubicBezTo>
                  <a:pt x="9" y="54"/>
                  <a:pt x="9" y="55"/>
                  <a:pt x="10" y="56"/>
                </a:cubicBezTo>
                <a:cubicBezTo>
                  <a:pt x="6" y="64"/>
                  <a:pt x="6" y="64"/>
                  <a:pt x="6" y="64"/>
                </a:cubicBezTo>
                <a:cubicBezTo>
                  <a:pt x="11" y="69"/>
                  <a:pt x="11" y="69"/>
                  <a:pt x="11" y="69"/>
                </a:cubicBezTo>
                <a:cubicBezTo>
                  <a:pt x="20" y="66"/>
                  <a:pt x="20" y="66"/>
                  <a:pt x="20" y="66"/>
                </a:cubicBezTo>
                <a:cubicBezTo>
                  <a:pt x="21" y="66"/>
                  <a:pt x="22" y="66"/>
                  <a:pt x="23" y="67"/>
                </a:cubicBezTo>
                <a:cubicBezTo>
                  <a:pt x="26" y="75"/>
                  <a:pt x="26" y="75"/>
                  <a:pt x="26" y="75"/>
                </a:cubicBezTo>
                <a:cubicBezTo>
                  <a:pt x="33" y="75"/>
                  <a:pt x="33" y="75"/>
                  <a:pt x="33" y="75"/>
                </a:cubicBezTo>
                <a:cubicBezTo>
                  <a:pt x="36" y="67"/>
                  <a:pt x="36" y="67"/>
                  <a:pt x="36" y="67"/>
                </a:cubicBezTo>
                <a:cubicBezTo>
                  <a:pt x="37" y="66"/>
                  <a:pt x="38" y="66"/>
                  <a:pt x="39" y="66"/>
                </a:cubicBezTo>
                <a:cubicBezTo>
                  <a:pt x="48" y="69"/>
                  <a:pt x="48" y="69"/>
                  <a:pt x="48" y="69"/>
                </a:cubicBezTo>
                <a:cubicBezTo>
                  <a:pt x="53" y="64"/>
                  <a:pt x="53" y="64"/>
                  <a:pt x="53" y="64"/>
                </a:cubicBezTo>
                <a:cubicBezTo>
                  <a:pt x="49" y="56"/>
                  <a:pt x="49" y="56"/>
                  <a:pt x="49" y="56"/>
                </a:cubicBezTo>
                <a:cubicBezTo>
                  <a:pt x="50" y="55"/>
                  <a:pt x="50" y="54"/>
                  <a:pt x="50" y="53"/>
                </a:cubicBezTo>
                <a:lnTo>
                  <a:pt x="59" y="50"/>
                </a:lnTo>
                <a:close/>
                <a:moveTo>
                  <a:pt x="30" y="34"/>
                </a:moveTo>
                <a:cubicBezTo>
                  <a:pt x="23" y="34"/>
                  <a:pt x="17" y="39"/>
                  <a:pt x="17" y="46"/>
                </a:cubicBezTo>
                <a:cubicBezTo>
                  <a:pt x="17" y="53"/>
                  <a:pt x="23" y="58"/>
                  <a:pt x="30" y="58"/>
                </a:cubicBezTo>
                <a:cubicBezTo>
                  <a:pt x="36" y="58"/>
                  <a:pt x="42" y="53"/>
                  <a:pt x="42" y="46"/>
                </a:cubicBezTo>
                <a:cubicBezTo>
                  <a:pt x="42" y="39"/>
                  <a:pt x="36" y="34"/>
                  <a:pt x="30" y="34"/>
                </a:cubicBezTo>
                <a:close/>
                <a:moveTo>
                  <a:pt x="76" y="94"/>
                </a:moveTo>
                <a:cubicBezTo>
                  <a:pt x="70" y="94"/>
                  <a:pt x="70" y="94"/>
                  <a:pt x="70" y="94"/>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4" name="Freeform 52">
            <a:extLst>
              <a:ext uri="{FF2B5EF4-FFF2-40B4-BE49-F238E27FC236}">
                <a16:creationId xmlns:a16="http://schemas.microsoft.com/office/drawing/2014/main" id="{BECC464A-1995-46A4-90CF-D95264FB9090}"/>
              </a:ext>
            </a:extLst>
          </p:cNvPr>
          <p:cNvSpPr>
            <a:spLocks noEditPoints="1"/>
          </p:cNvSpPr>
          <p:nvPr/>
        </p:nvSpPr>
        <p:spPr bwMode="auto">
          <a:xfrm>
            <a:off x="4006850" y="5464175"/>
            <a:ext cx="468313" cy="376238"/>
          </a:xfrm>
          <a:custGeom>
            <a:avLst/>
            <a:gdLst>
              <a:gd name="T0" fmla="*/ 117 w 117"/>
              <a:gd name="T1" fmla="*/ 94 h 94"/>
              <a:gd name="T2" fmla="*/ 0 w 117"/>
              <a:gd name="T3" fmla="*/ 94 h 94"/>
              <a:gd name="T4" fmla="*/ 28 w 117"/>
              <a:gd name="T5" fmla="*/ 69 h 94"/>
              <a:gd name="T6" fmla="*/ 12 w 117"/>
              <a:gd name="T7" fmla="*/ 69 h 94"/>
              <a:gd name="T8" fmla="*/ 12 w 117"/>
              <a:gd name="T9" fmla="*/ 94 h 94"/>
              <a:gd name="T10" fmla="*/ 28 w 117"/>
              <a:gd name="T11" fmla="*/ 94 h 94"/>
              <a:gd name="T12" fmla="*/ 28 w 117"/>
              <a:gd name="T13" fmla="*/ 69 h 94"/>
              <a:gd name="T14" fmla="*/ 53 w 117"/>
              <a:gd name="T15" fmla="*/ 44 h 94"/>
              <a:gd name="T16" fmla="*/ 37 w 117"/>
              <a:gd name="T17" fmla="*/ 44 h 94"/>
              <a:gd name="T18" fmla="*/ 37 w 117"/>
              <a:gd name="T19" fmla="*/ 94 h 94"/>
              <a:gd name="T20" fmla="*/ 53 w 117"/>
              <a:gd name="T21" fmla="*/ 94 h 94"/>
              <a:gd name="T22" fmla="*/ 53 w 117"/>
              <a:gd name="T23" fmla="*/ 44 h 94"/>
              <a:gd name="T24" fmla="*/ 79 w 117"/>
              <a:gd name="T25" fmla="*/ 55 h 94"/>
              <a:gd name="T26" fmla="*/ 63 w 117"/>
              <a:gd name="T27" fmla="*/ 55 h 94"/>
              <a:gd name="T28" fmla="*/ 63 w 117"/>
              <a:gd name="T29" fmla="*/ 94 h 94"/>
              <a:gd name="T30" fmla="*/ 79 w 117"/>
              <a:gd name="T31" fmla="*/ 94 h 94"/>
              <a:gd name="T32" fmla="*/ 79 w 117"/>
              <a:gd name="T33" fmla="*/ 55 h 94"/>
              <a:gd name="T34" fmla="*/ 104 w 117"/>
              <a:gd name="T35" fmla="*/ 29 h 94"/>
              <a:gd name="T36" fmla="*/ 88 w 117"/>
              <a:gd name="T37" fmla="*/ 29 h 94"/>
              <a:gd name="T38" fmla="*/ 88 w 117"/>
              <a:gd name="T39" fmla="*/ 94 h 94"/>
              <a:gd name="T40" fmla="*/ 104 w 117"/>
              <a:gd name="T41" fmla="*/ 94 h 94"/>
              <a:gd name="T42" fmla="*/ 104 w 117"/>
              <a:gd name="T43" fmla="*/ 29 h 94"/>
              <a:gd name="T44" fmla="*/ 20 w 117"/>
              <a:gd name="T45" fmla="*/ 41 h 94"/>
              <a:gd name="T46" fmla="*/ 16 w 117"/>
              <a:gd name="T47" fmla="*/ 46 h 94"/>
              <a:gd name="T48" fmla="*/ 20 w 117"/>
              <a:gd name="T49" fmla="*/ 50 h 94"/>
              <a:gd name="T50" fmla="*/ 25 w 117"/>
              <a:gd name="T51" fmla="*/ 46 h 94"/>
              <a:gd name="T52" fmla="*/ 20 w 117"/>
              <a:gd name="T53" fmla="*/ 41 h 94"/>
              <a:gd name="T54" fmla="*/ 45 w 117"/>
              <a:gd name="T55" fmla="*/ 17 h 94"/>
              <a:gd name="T56" fmla="*/ 41 w 117"/>
              <a:gd name="T57" fmla="*/ 22 h 94"/>
              <a:gd name="T58" fmla="*/ 45 w 117"/>
              <a:gd name="T59" fmla="*/ 26 h 94"/>
              <a:gd name="T60" fmla="*/ 50 w 117"/>
              <a:gd name="T61" fmla="*/ 22 h 94"/>
              <a:gd name="T62" fmla="*/ 45 w 117"/>
              <a:gd name="T63" fmla="*/ 17 h 94"/>
              <a:gd name="T64" fmla="*/ 71 w 117"/>
              <a:gd name="T65" fmla="*/ 29 h 94"/>
              <a:gd name="T66" fmla="*/ 66 w 117"/>
              <a:gd name="T67" fmla="*/ 34 h 94"/>
              <a:gd name="T68" fmla="*/ 71 w 117"/>
              <a:gd name="T69" fmla="*/ 38 h 94"/>
              <a:gd name="T70" fmla="*/ 75 w 117"/>
              <a:gd name="T71" fmla="*/ 34 h 94"/>
              <a:gd name="T72" fmla="*/ 71 w 117"/>
              <a:gd name="T73" fmla="*/ 29 h 94"/>
              <a:gd name="T74" fmla="*/ 96 w 117"/>
              <a:gd name="T75" fmla="*/ 0 h 94"/>
              <a:gd name="T76" fmla="*/ 91 w 117"/>
              <a:gd name="T77" fmla="*/ 5 h 94"/>
              <a:gd name="T78" fmla="*/ 96 w 117"/>
              <a:gd name="T79" fmla="*/ 9 h 94"/>
              <a:gd name="T80" fmla="*/ 101 w 117"/>
              <a:gd name="T81" fmla="*/ 5 h 94"/>
              <a:gd name="T82" fmla="*/ 96 w 117"/>
              <a:gd name="T83" fmla="*/ 0 h 94"/>
              <a:gd name="T84" fmla="*/ 74 w 117"/>
              <a:gd name="T85" fmla="*/ 30 h 94"/>
              <a:gd name="T86" fmla="*/ 93 w 117"/>
              <a:gd name="T87" fmla="*/ 8 h 94"/>
              <a:gd name="T88" fmla="*/ 50 w 117"/>
              <a:gd name="T89" fmla="*/ 24 h 94"/>
              <a:gd name="T90" fmla="*/ 67 w 117"/>
              <a:gd name="T91" fmla="*/ 32 h 94"/>
              <a:gd name="T92" fmla="*/ 42 w 117"/>
              <a:gd name="T93" fmla="*/ 25 h 94"/>
              <a:gd name="T94" fmla="*/ 24 w 117"/>
              <a:gd name="T95" fmla="*/ 4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7" h="94">
                <a:moveTo>
                  <a:pt x="117" y="94"/>
                </a:moveTo>
                <a:cubicBezTo>
                  <a:pt x="0" y="94"/>
                  <a:pt x="0" y="94"/>
                  <a:pt x="0" y="94"/>
                </a:cubicBezTo>
                <a:moveTo>
                  <a:pt x="28" y="69"/>
                </a:moveTo>
                <a:cubicBezTo>
                  <a:pt x="12" y="69"/>
                  <a:pt x="12" y="69"/>
                  <a:pt x="12" y="69"/>
                </a:cubicBezTo>
                <a:cubicBezTo>
                  <a:pt x="12" y="94"/>
                  <a:pt x="12" y="94"/>
                  <a:pt x="12" y="94"/>
                </a:cubicBezTo>
                <a:cubicBezTo>
                  <a:pt x="28" y="94"/>
                  <a:pt x="28" y="94"/>
                  <a:pt x="28" y="94"/>
                </a:cubicBezTo>
                <a:lnTo>
                  <a:pt x="28" y="69"/>
                </a:lnTo>
                <a:close/>
                <a:moveTo>
                  <a:pt x="53" y="44"/>
                </a:moveTo>
                <a:cubicBezTo>
                  <a:pt x="37" y="44"/>
                  <a:pt x="37" y="44"/>
                  <a:pt x="37" y="44"/>
                </a:cubicBezTo>
                <a:cubicBezTo>
                  <a:pt x="37" y="94"/>
                  <a:pt x="37" y="94"/>
                  <a:pt x="37" y="94"/>
                </a:cubicBezTo>
                <a:cubicBezTo>
                  <a:pt x="53" y="94"/>
                  <a:pt x="53" y="94"/>
                  <a:pt x="53" y="94"/>
                </a:cubicBezTo>
                <a:lnTo>
                  <a:pt x="53" y="44"/>
                </a:lnTo>
                <a:close/>
                <a:moveTo>
                  <a:pt x="79" y="55"/>
                </a:moveTo>
                <a:cubicBezTo>
                  <a:pt x="63" y="55"/>
                  <a:pt x="63" y="55"/>
                  <a:pt x="63" y="55"/>
                </a:cubicBezTo>
                <a:cubicBezTo>
                  <a:pt x="63" y="94"/>
                  <a:pt x="63" y="94"/>
                  <a:pt x="63" y="94"/>
                </a:cubicBezTo>
                <a:cubicBezTo>
                  <a:pt x="79" y="94"/>
                  <a:pt x="79" y="94"/>
                  <a:pt x="79" y="94"/>
                </a:cubicBezTo>
                <a:lnTo>
                  <a:pt x="79" y="55"/>
                </a:lnTo>
                <a:close/>
                <a:moveTo>
                  <a:pt x="104" y="29"/>
                </a:moveTo>
                <a:cubicBezTo>
                  <a:pt x="88" y="29"/>
                  <a:pt x="88" y="29"/>
                  <a:pt x="88" y="29"/>
                </a:cubicBezTo>
                <a:cubicBezTo>
                  <a:pt x="88" y="94"/>
                  <a:pt x="88" y="94"/>
                  <a:pt x="88" y="94"/>
                </a:cubicBezTo>
                <a:cubicBezTo>
                  <a:pt x="104" y="94"/>
                  <a:pt x="104" y="94"/>
                  <a:pt x="104" y="94"/>
                </a:cubicBezTo>
                <a:lnTo>
                  <a:pt x="104" y="29"/>
                </a:lnTo>
                <a:close/>
                <a:moveTo>
                  <a:pt x="20" y="41"/>
                </a:moveTo>
                <a:cubicBezTo>
                  <a:pt x="18" y="41"/>
                  <a:pt x="16" y="43"/>
                  <a:pt x="16" y="46"/>
                </a:cubicBezTo>
                <a:cubicBezTo>
                  <a:pt x="16" y="48"/>
                  <a:pt x="18" y="50"/>
                  <a:pt x="20" y="50"/>
                </a:cubicBezTo>
                <a:cubicBezTo>
                  <a:pt x="23" y="50"/>
                  <a:pt x="25" y="48"/>
                  <a:pt x="25" y="46"/>
                </a:cubicBezTo>
                <a:cubicBezTo>
                  <a:pt x="25" y="43"/>
                  <a:pt x="23" y="41"/>
                  <a:pt x="20" y="41"/>
                </a:cubicBezTo>
                <a:close/>
                <a:moveTo>
                  <a:pt x="45" y="17"/>
                </a:moveTo>
                <a:cubicBezTo>
                  <a:pt x="43" y="17"/>
                  <a:pt x="41" y="19"/>
                  <a:pt x="41" y="22"/>
                </a:cubicBezTo>
                <a:cubicBezTo>
                  <a:pt x="41" y="24"/>
                  <a:pt x="43" y="26"/>
                  <a:pt x="45" y="26"/>
                </a:cubicBezTo>
                <a:cubicBezTo>
                  <a:pt x="48" y="26"/>
                  <a:pt x="50" y="24"/>
                  <a:pt x="50" y="22"/>
                </a:cubicBezTo>
                <a:cubicBezTo>
                  <a:pt x="50" y="19"/>
                  <a:pt x="48" y="17"/>
                  <a:pt x="45" y="17"/>
                </a:cubicBezTo>
                <a:close/>
                <a:moveTo>
                  <a:pt x="71" y="29"/>
                </a:moveTo>
                <a:cubicBezTo>
                  <a:pt x="68" y="29"/>
                  <a:pt x="66" y="31"/>
                  <a:pt x="66" y="34"/>
                </a:cubicBezTo>
                <a:cubicBezTo>
                  <a:pt x="66" y="36"/>
                  <a:pt x="68" y="38"/>
                  <a:pt x="71" y="38"/>
                </a:cubicBezTo>
                <a:cubicBezTo>
                  <a:pt x="73" y="38"/>
                  <a:pt x="75" y="36"/>
                  <a:pt x="75" y="34"/>
                </a:cubicBezTo>
                <a:cubicBezTo>
                  <a:pt x="75" y="31"/>
                  <a:pt x="73" y="29"/>
                  <a:pt x="71" y="29"/>
                </a:cubicBezTo>
                <a:close/>
                <a:moveTo>
                  <a:pt x="96" y="0"/>
                </a:moveTo>
                <a:cubicBezTo>
                  <a:pt x="93" y="0"/>
                  <a:pt x="91" y="2"/>
                  <a:pt x="91" y="5"/>
                </a:cubicBezTo>
                <a:cubicBezTo>
                  <a:pt x="91" y="7"/>
                  <a:pt x="93" y="9"/>
                  <a:pt x="96" y="9"/>
                </a:cubicBezTo>
                <a:cubicBezTo>
                  <a:pt x="99" y="9"/>
                  <a:pt x="101" y="7"/>
                  <a:pt x="101" y="5"/>
                </a:cubicBezTo>
                <a:cubicBezTo>
                  <a:pt x="101" y="2"/>
                  <a:pt x="99" y="0"/>
                  <a:pt x="96" y="0"/>
                </a:cubicBezTo>
                <a:close/>
                <a:moveTo>
                  <a:pt x="74" y="30"/>
                </a:moveTo>
                <a:cubicBezTo>
                  <a:pt x="93" y="8"/>
                  <a:pt x="93" y="8"/>
                  <a:pt x="93" y="8"/>
                </a:cubicBezTo>
                <a:moveTo>
                  <a:pt x="50" y="24"/>
                </a:moveTo>
                <a:cubicBezTo>
                  <a:pt x="67" y="32"/>
                  <a:pt x="67" y="32"/>
                  <a:pt x="67" y="32"/>
                </a:cubicBezTo>
                <a:moveTo>
                  <a:pt x="42" y="25"/>
                </a:moveTo>
                <a:cubicBezTo>
                  <a:pt x="24" y="42"/>
                  <a:pt x="24" y="42"/>
                  <a:pt x="24" y="42"/>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6D9FCA74-1758-415B-BE7B-288A34279306}"/>
              </a:ext>
            </a:extLst>
          </p:cNvPr>
          <p:cNvGrpSpPr/>
          <p:nvPr/>
        </p:nvGrpSpPr>
        <p:grpSpPr>
          <a:xfrm>
            <a:off x="7304404" y="636330"/>
            <a:ext cx="3855721" cy="1229342"/>
            <a:chOff x="7304404" y="636330"/>
            <a:chExt cx="3855721" cy="1229342"/>
          </a:xfrm>
        </p:grpSpPr>
        <p:sp>
          <p:nvSpPr>
            <p:cNvPr id="95" name="Text Placeholder 33">
              <a:extLst>
                <a:ext uri="{FF2B5EF4-FFF2-40B4-BE49-F238E27FC236}">
                  <a16:creationId xmlns:a16="http://schemas.microsoft.com/office/drawing/2014/main" id="{67A7AB5C-AABA-4B1A-A76A-F0DC4A8AF375}"/>
                </a:ext>
              </a:extLst>
            </p:cNvPr>
            <p:cNvSpPr txBox="1">
              <a:spLocks/>
            </p:cNvSpPr>
            <p:nvPr/>
          </p:nvSpPr>
          <p:spPr>
            <a:xfrm>
              <a:off x="7304405" y="1044318"/>
              <a:ext cx="3855720"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endParaRPr lang="en-US" dirty="0"/>
            </a:p>
          </p:txBody>
        </p:sp>
        <p:sp>
          <p:nvSpPr>
            <p:cNvPr id="96" name="Text Placeholder 36">
              <a:extLst>
                <a:ext uri="{FF2B5EF4-FFF2-40B4-BE49-F238E27FC236}">
                  <a16:creationId xmlns:a16="http://schemas.microsoft.com/office/drawing/2014/main" id="{356B7DE5-E040-429D-9590-8EF567DC3324}"/>
                </a:ext>
              </a:extLst>
            </p:cNvPr>
            <p:cNvSpPr txBox="1">
              <a:spLocks/>
            </p:cNvSpPr>
            <p:nvPr/>
          </p:nvSpPr>
          <p:spPr>
            <a:xfrm>
              <a:off x="7304404" y="636330"/>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01</a:t>
              </a:r>
            </a:p>
          </p:txBody>
        </p:sp>
      </p:grpSp>
      <p:grpSp>
        <p:nvGrpSpPr>
          <p:cNvPr id="3" name="Group 2">
            <a:extLst>
              <a:ext uri="{FF2B5EF4-FFF2-40B4-BE49-F238E27FC236}">
                <a16:creationId xmlns:a16="http://schemas.microsoft.com/office/drawing/2014/main" id="{12432FF8-01EA-4C1A-ADDF-86EBF7AE02C0}"/>
              </a:ext>
            </a:extLst>
          </p:cNvPr>
          <p:cNvGrpSpPr/>
          <p:nvPr/>
        </p:nvGrpSpPr>
        <p:grpSpPr>
          <a:xfrm>
            <a:off x="7304404" y="2103794"/>
            <a:ext cx="3855721" cy="1229342"/>
            <a:chOff x="7304404" y="2103794"/>
            <a:chExt cx="3855721" cy="1229342"/>
          </a:xfrm>
        </p:grpSpPr>
        <p:sp>
          <p:nvSpPr>
            <p:cNvPr id="97" name="Text Placeholder 33">
              <a:extLst>
                <a:ext uri="{FF2B5EF4-FFF2-40B4-BE49-F238E27FC236}">
                  <a16:creationId xmlns:a16="http://schemas.microsoft.com/office/drawing/2014/main" id="{7BC23A63-86B6-4F5B-960E-64C6F1785FDF}"/>
                </a:ext>
              </a:extLst>
            </p:cNvPr>
            <p:cNvSpPr txBox="1">
              <a:spLocks/>
            </p:cNvSpPr>
            <p:nvPr/>
          </p:nvSpPr>
          <p:spPr>
            <a:xfrm>
              <a:off x="7304405" y="2511782"/>
              <a:ext cx="3855720"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endParaRPr lang="en-US" dirty="0"/>
            </a:p>
          </p:txBody>
        </p:sp>
        <p:sp>
          <p:nvSpPr>
            <p:cNvPr id="98" name="Text Placeholder 36">
              <a:extLst>
                <a:ext uri="{FF2B5EF4-FFF2-40B4-BE49-F238E27FC236}">
                  <a16:creationId xmlns:a16="http://schemas.microsoft.com/office/drawing/2014/main" id="{4D81278F-CA82-4061-B030-1EF449604661}"/>
                </a:ext>
              </a:extLst>
            </p:cNvPr>
            <p:cNvSpPr txBox="1">
              <a:spLocks/>
            </p:cNvSpPr>
            <p:nvPr/>
          </p:nvSpPr>
          <p:spPr>
            <a:xfrm>
              <a:off x="7304404" y="2103794"/>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02</a:t>
              </a:r>
            </a:p>
          </p:txBody>
        </p:sp>
      </p:grpSp>
      <p:grpSp>
        <p:nvGrpSpPr>
          <p:cNvPr id="4" name="Group 3">
            <a:extLst>
              <a:ext uri="{FF2B5EF4-FFF2-40B4-BE49-F238E27FC236}">
                <a16:creationId xmlns:a16="http://schemas.microsoft.com/office/drawing/2014/main" id="{C493B6E6-3A83-4A9C-8F0C-2D4E2E048F07}"/>
              </a:ext>
            </a:extLst>
          </p:cNvPr>
          <p:cNvGrpSpPr/>
          <p:nvPr/>
        </p:nvGrpSpPr>
        <p:grpSpPr>
          <a:xfrm>
            <a:off x="7304404" y="3578632"/>
            <a:ext cx="3855721" cy="1229342"/>
            <a:chOff x="7304404" y="3578632"/>
            <a:chExt cx="3855721" cy="1229342"/>
          </a:xfrm>
        </p:grpSpPr>
        <p:sp>
          <p:nvSpPr>
            <p:cNvPr id="99" name="Text Placeholder 33">
              <a:extLst>
                <a:ext uri="{FF2B5EF4-FFF2-40B4-BE49-F238E27FC236}">
                  <a16:creationId xmlns:a16="http://schemas.microsoft.com/office/drawing/2014/main" id="{78423BDA-608D-4BC2-B962-79025373FBD4}"/>
                </a:ext>
              </a:extLst>
            </p:cNvPr>
            <p:cNvSpPr txBox="1">
              <a:spLocks/>
            </p:cNvSpPr>
            <p:nvPr/>
          </p:nvSpPr>
          <p:spPr>
            <a:xfrm>
              <a:off x="7304405" y="3986620"/>
              <a:ext cx="3855720"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endParaRPr lang="en-US" dirty="0"/>
            </a:p>
          </p:txBody>
        </p:sp>
        <p:sp>
          <p:nvSpPr>
            <p:cNvPr id="100" name="Text Placeholder 36">
              <a:extLst>
                <a:ext uri="{FF2B5EF4-FFF2-40B4-BE49-F238E27FC236}">
                  <a16:creationId xmlns:a16="http://schemas.microsoft.com/office/drawing/2014/main" id="{93F89893-E2BE-42BB-9978-5F09DEADCF62}"/>
                </a:ext>
              </a:extLst>
            </p:cNvPr>
            <p:cNvSpPr txBox="1">
              <a:spLocks/>
            </p:cNvSpPr>
            <p:nvPr/>
          </p:nvSpPr>
          <p:spPr>
            <a:xfrm>
              <a:off x="7304404" y="3578632"/>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03</a:t>
              </a:r>
            </a:p>
          </p:txBody>
        </p:sp>
      </p:grpSp>
      <p:grpSp>
        <p:nvGrpSpPr>
          <p:cNvPr id="5" name="Group 4">
            <a:extLst>
              <a:ext uri="{FF2B5EF4-FFF2-40B4-BE49-F238E27FC236}">
                <a16:creationId xmlns:a16="http://schemas.microsoft.com/office/drawing/2014/main" id="{41D3DB94-4AB9-4581-B1D0-125A70BE5CEF}"/>
              </a:ext>
            </a:extLst>
          </p:cNvPr>
          <p:cNvGrpSpPr/>
          <p:nvPr/>
        </p:nvGrpSpPr>
        <p:grpSpPr>
          <a:xfrm>
            <a:off x="7304404" y="5053470"/>
            <a:ext cx="3855721" cy="1229342"/>
            <a:chOff x="7304404" y="5053470"/>
            <a:chExt cx="3855721" cy="1229342"/>
          </a:xfrm>
        </p:grpSpPr>
        <p:sp>
          <p:nvSpPr>
            <p:cNvPr id="101" name="Text Placeholder 33">
              <a:extLst>
                <a:ext uri="{FF2B5EF4-FFF2-40B4-BE49-F238E27FC236}">
                  <a16:creationId xmlns:a16="http://schemas.microsoft.com/office/drawing/2014/main" id="{7B06A0E3-BB7F-4A89-BDDA-CD60240213B1}"/>
                </a:ext>
              </a:extLst>
            </p:cNvPr>
            <p:cNvSpPr txBox="1">
              <a:spLocks/>
            </p:cNvSpPr>
            <p:nvPr/>
          </p:nvSpPr>
          <p:spPr>
            <a:xfrm>
              <a:off x="7304405" y="5461458"/>
              <a:ext cx="3855720"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endParaRPr lang="en-US" dirty="0"/>
            </a:p>
          </p:txBody>
        </p:sp>
        <p:sp>
          <p:nvSpPr>
            <p:cNvPr id="102" name="Text Placeholder 36">
              <a:extLst>
                <a:ext uri="{FF2B5EF4-FFF2-40B4-BE49-F238E27FC236}">
                  <a16:creationId xmlns:a16="http://schemas.microsoft.com/office/drawing/2014/main" id="{5806A8BC-85F6-4BF9-849C-A3A6BC51D8A9}"/>
                </a:ext>
              </a:extLst>
            </p:cNvPr>
            <p:cNvSpPr txBox="1">
              <a:spLocks/>
            </p:cNvSpPr>
            <p:nvPr/>
          </p:nvSpPr>
          <p:spPr>
            <a:xfrm>
              <a:off x="7304404" y="5053470"/>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04</a:t>
              </a:r>
            </a:p>
          </p:txBody>
        </p:sp>
      </p:grpSp>
    </p:spTree>
    <p:extLst>
      <p:ext uri="{BB962C8B-B14F-4D97-AF65-F5344CB8AC3E}">
        <p14:creationId xmlns:p14="http://schemas.microsoft.com/office/powerpoint/2010/main" val="163117792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750" fill="hold"/>
                                            <p:tgtEl>
                                              <p:spTgt spid="60"/>
                                            </p:tgtEl>
                                            <p:attrNameLst>
                                              <p:attrName>ppt_w</p:attrName>
                                            </p:attrNameLst>
                                          </p:cBhvr>
                                          <p:tavLst>
                                            <p:tav tm="0">
                                              <p:val>
                                                <p:fltVal val="0"/>
                                              </p:val>
                                            </p:tav>
                                            <p:tav tm="100000">
                                              <p:val>
                                                <p:strVal val="#ppt_w"/>
                                              </p:val>
                                            </p:tav>
                                          </p:tavLst>
                                        </p:anim>
                                        <p:anim calcmode="lin" valueType="num">
                                          <p:cBhvr>
                                            <p:cTn id="8" dur="750" fill="hold"/>
                                            <p:tgtEl>
                                              <p:spTgt spid="60"/>
                                            </p:tgtEl>
                                            <p:attrNameLst>
                                              <p:attrName>ppt_h</p:attrName>
                                            </p:attrNameLst>
                                          </p:cBhvr>
                                          <p:tavLst>
                                            <p:tav tm="0">
                                              <p:val>
                                                <p:fltVal val="0"/>
                                              </p:val>
                                            </p:tav>
                                            <p:tav tm="100000">
                                              <p:val>
                                                <p:strVal val="#ppt_h"/>
                                              </p:val>
                                            </p:tav>
                                          </p:tavLst>
                                        </p:anim>
                                        <p:animEffect transition="in" filter="fade">
                                          <p:cBhvr>
                                            <p:cTn id="9" dur="750"/>
                                            <p:tgtEl>
                                              <p:spTgt spid="60"/>
                                            </p:tgtEl>
                                          </p:cBhvr>
                                        </p:animEffect>
                                      </p:childTnLst>
                                    </p:cTn>
                                  </p:par>
                                  <p:par>
                                    <p:cTn id="10" presetID="53" presetClass="entr" presetSubtype="16" fill="hold" nodeType="withEffect">
                                      <p:stCondLst>
                                        <p:cond delay="250"/>
                                      </p:stCondLst>
                                      <p:childTnLst>
                                        <p:set>
                                          <p:cBhvr>
                                            <p:cTn id="11" dur="1" fill="hold">
                                              <p:stCondLst>
                                                <p:cond delay="0"/>
                                              </p:stCondLst>
                                            </p:cTn>
                                            <p:tgtEl>
                                              <p:spTgt spid="59"/>
                                            </p:tgtEl>
                                            <p:attrNameLst>
                                              <p:attrName>style.visibility</p:attrName>
                                            </p:attrNameLst>
                                          </p:cBhvr>
                                          <p:to>
                                            <p:strVal val="visible"/>
                                          </p:to>
                                        </p:set>
                                        <p:anim calcmode="lin" valueType="num">
                                          <p:cBhvr>
                                            <p:cTn id="12" dur="750" fill="hold"/>
                                            <p:tgtEl>
                                              <p:spTgt spid="59"/>
                                            </p:tgtEl>
                                            <p:attrNameLst>
                                              <p:attrName>ppt_w</p:attrName>
                                            </p:attrNameLst>
                                          </p:cBhvr>
                                          <p:tavLst>
                                            <p:tav tm="0">
                                              <p:val>
                                                <p:fltVal val="0"/>
                                              </p:val>
                                            </p:tav>
                                            <p:tav tm="100000">
                                              <p:val>
                                                <p:strVal val="#ppt_w"/>
                                              </p:val>
                                            </p:tav>
                                          </p:tavLst>
                                        </p:anim>
                                        <p:anim calcmode="lin" valueType="num">
                                          <p:cBhvr>
                                            <p:cTn id="13" dur="750" fill="hold"/>
                                            <p:tgtEl>
                                              <p:spTgt spid="59"/>
                                            </p:tgtEl>
                                            <p:attrNameLst>
                                              <p:attrName>ppt_h</p:attrName>
                                            </p:attrNameLst>
                                          </p:cBhvr>
                                          <p:tavLst>
                                            <p:tav tm="0">
                                              <p:val>
                                                <p:fltVal val="0"/>
                                              </p:val>
                                            </p:tav>
                                            <p:tav tm="100000">
                                              <p:val>
                                                <p:strVal val="#ppt_h"/>
                                              </p:val>
                                            </p:tav>
                                          </p:tavLst>
                                        </p:anim>
                                        <p:animEffect transition="in" filter="fade">
                                          <p:cBhvr>
                                            <p:cTn id="14" dur="750"/>
                                            <p:tgtEl>
                                              <p:spTgt spid="59"/>
                                            </p:tgtEl>
                                          </p:cBhvr>
                                        </p:animEffect>
                                      </p:childTnLst>
                                    </p:cTn>
                                  </p:par>
                                  <p:par>
                                    <p:cTn id="15" presetID="10" presetClass="entr" presetSubtype="0" fill="hold" grpId="0" nodeType="withEffect">
                                      <p:stCondLst>
                                        <p:cond delay="25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1000"/>
                                            <p:tgtEl>
                                              <p:spTgt spid="27"/>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26"/>
                                            </p:tgtEl>
                                            <p:attrNameLst>
                                              <p:attrName>style.visibility</p:attrName>
                                            </p:attrNameLst>
                                          </p:cBhvr>
                                          <p:to>
                                            <p:strVal val="visible"/>
                                          </p:to>
                                        </p:set>
                                        <p:animEffect transition="in" filter="fade">
                                          <p:cBhvr>
                                            <p:cTn id="20" dur="1000"/>
                                            <p:tgtEl>
                                              <p:spTgt spid="26"/>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1000"/>
                                            <p:tgtEl>
                                              <p:spTgt spid="25"/>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24"/>
                                            </p:tgtEl>
                                            <p:attrNameLst>
                                              <p:attrName>style.visibility</p:attrName>
                                            </p:attrNameLst>
                                          </p:cBhvr>
                                          <p:to>
                                            <p:strVal val="visible"/>
                                          </p:to>
                                        </p:set>
                                        <p:animEffect transition="in" filter="fade">
                                          <p:cBhvr>
                                            <p:cTn id="26" dur="1000"/>
                                            <p:tgtEl>
                                              <p:spTgt spid="24"/>
                                            </p:tgtEl>
                                          </p:cBhvr>
                                        </p:animEffect>
                                      </p:childTnLst>
                                    </p:cTn>
                                  </p:par>
                                  <p:par>
                                    <p:cTn id="27" presetID="10" presetClass="entr" presetSubtype="0" fill="hold" nodeType="withEffect">
                                      <p:stCondLst>
                                        <p:cond delay="250"/>
                                      </p:stCondLst>
                                      <p:childTnLst>
                                        <p:set>
                                          <p:cBhvr>
                                            <p:cTn id="28" dur="1" fill="hold">
                                              <p:stCondLst>
                                                <p:cond delay="0"/>
                                              </p:stCondLst>
                                            </p:cTn>
                                            <p:tgtEl>
                                              <p:spTgt spid="90"/>
                                            </p:tgtEl>
                                            <p:attrNameLst>
                                              <p:attrName>style.visibility</p:attrName>
                                            </p:attrNameLst>
                                          </p:cBhvr>
                                          <p:to>
                                            <p:strVal val="visible"/>
                                          </p:to>
                                        </p:set>
                                        <p:animEffect transition="in" filter="fade">
                                          <p:cBhvr>
                                            <p:cTn id="29" dur="1000"/>
                                            <p:tgtEl>
                                              <p:spTgt spid="90"/>
                                            </p:tgtEl>
                                          </p:cBhvr>
                                        </p:animEffect>
                                      </p:childTnLst>
                                    </p:cTn>
                                  </p:par>
                                  <p:par>
                                    <p:cTn id="30" presetID="10" presetClass="entr" presetSubtype="0" fill="hold" nodeType="withEffect">
                                      <p:stCondLst>
                                        <p:cond delay="500"/>
                                      </p:stCondLst>
                                      <p:childTnLst>
                                        <p:set>
                                          <p:cBhvr>
                                            <p:cTn id="31" dur="1" fill="hold">
                                              <p:stCondLst>
                                                <p:cond delay="0"/>
                                              </p:stCondLst>
                                            </p:cTn>
                                            <p:tgtEl>
                                              <p:spTgt spid="89"/>
                                            </p:tgtEl>
                                            <p:attrNameLst>
                                              <p:attrName>style.visibility</p:attrName>
                                            </p:attrNameLst>
                                          </p:cBhvr>
                                          <p:to>
                                            <p:strVal val="visible"/>
                                          </p:to>
                                        </p:set>
                                        <p:animEffect transition="in" filter="fade">
                                          <p:cBhvr>
                                            <p:cTn id="32" dur="1000"/>
                                            <p:tgtEl>
                                              <p:spTgt spid="89"/>
                                            </p:tgtEl>
                                          </p:cBhvr>
                                        </p:animEffect>
                                      </p:childTnLst>
                                    </p:cTn>
                                  </p:par>
                                  <p:par>
                                    <p:cTn id="33" presetID="10" presetClass="entr" presetSubtype="0" fill="hold" nodeType="withEffect">
                                      <p:stCondLst>
                                        <p:cond delay="750"/>
                                      </p:stCondLst>
                                      <p:childTnLst>
                                        <p:set>
                                          <p:cBhvr>
                                            <p:cTn id="34" dur="1" fill="hold">
                                              <p:stCondLst>
                                                <p:cond delay="0"/>
                                              </p:stCondLst>
                                            </p:cTn>
                                            <p:tgtEl>
                                              <p:spTgt spid="88"/>
                                            </p:tgtEl>
                                            <p:attrNameLst>
                                              <p:attrName>style.visibility</p:attrName>
                                            </p:attrNameLst>
                                          </p:cBhvr>
                                          <p:to>
                                            <p:strVal val="visible"/>
                                          </p:to>
                                        </p:set>
                                        <p:animEffect transition="in" filter="fade">
                                          <p:cBhvr>
                                            <p:cTn id="35" dur="1000"/>
                                            <p:tgtEl>
                                              <p:spTgt spid="88"/>
                                            </p:tgtEl>
                                          </p:cBhvr>
                                        </p:animEffect>
                                      </p:childTnLst>
                                    </p:cTn>
                                  </p:par>
                                  <p:par>
                                    <p:cTn id="36" presetID="10" presetClass="entr" presetSubtype="0" fill="hold" nodeType="withEffect">
                                      <p:stCondLst>
                                        <p:cond delay="1000"/>
                                      </p:stCondLst>
                                      <p:childTnLst>
                                        <p:set>
                                          <p:cBhvr>
                                            <p:cTn id="37" dur="1" fill="hold">
                                              <p:stCondLst>
                                                <p:cond delay="0"/>
                                              </p:stCondLst>
                                            </p:cTn>
                                            <p:tgtEl>
                                              <p:spTgt spid="87"/>
                                            </p:tgtEl>
                                            <p:attrNameLst>
                                              <p:attrName>style.visibility</p:attrName>
                                            </p:attrNameLst>
                                          </p:cBhvr>
                                          <p:to>
                                            <p:strVal val="visible"/>
                                          </p:to>
                                        </p:set>
                                        <p:animEffect transition="in" filter="fade">
                                          <p:cBhvr>
                                            <p:cTn id="38" dur="1000"/>
                                            <p:tgtEl>
                                              <p:spTgt spid="87"/>
                                            </p:tgtEl>
                                          </p:cBhvr>
                                        </p:animEffect>
                                      </p:childTnLst>
                                    </p:cTn>
                                  </p:par>
                                  <p:par>
                                    <p:cTn id="39" presetID="53" presetClass="entr" presetSubtype="16" fill="hold" nodeType="withEffect">
                                      <p:stCondLst>
                                        <p:cond delay="250"/>
                                      </p:stCondLst>
                                      <p:childTnLst>
                                        <p:set>
                                          <p:cBhvr>
                                            <p:cTn id="40" dur="1" fill="hold">
                                              <p:stCondLst>
                                                <p:cond delay="0"/>
                                              </p:stCondLst>
                                            </p:cTn>
                                            <p:tgtEl>
                                              <p:spTgt spid="86"/>
                                            </p:tgtEl>
                                            <p:attrNameLst>
                                              <p:attrName>style.visibility</p:attrName>
                                            </p:attrNameLst>
                                          </p:cBhvr>
                                          <p:to>
                                            <p:strVal val="visible"/>
                                          </p:to>
                                        </p:set>
                                        <p:anim calcmode="lin" valueType="num">
                                          <p:cBhvr>
                                            <p:cTn id="41" dur="750" fill="hold"/>
                                            <p:tgtEl>
                                              <p:spTgt spid="86"/>
                                            </p:tgtEl>
                                            <p:attrNameLst>
                                              <p:attrName>ppt_w</p:attrName>
                                            </p:attrNameLst>
                                          </p:cBhvr>
                                          <p:tavLst>
                                            <p:tav tm="0">
                                              <p:val>
                                                <p:fltVal val="0"/>
                                              </p:val>
                                            </p:tav>
                                            <p:tav tm="100000">
                                              <p:val>
                                                <p:strVal val="#ppt_w"/>
                                              </p:val>
                                            </p:tav>
                                          </p:tavLst>
                                        </p:anim>
                                        <p:anim calcmode="lin" valueType="num">
                                          <p:cBhvr>
                                            <p:cTn id="42" dur="750" fill="hold"/>
                                            <p:tgtEl>
                                              <p:spTgt spid="86"/>
                                            </p:tgtEl>
                                            <p:attrNameLst>
                                              <p:attrName>ppt_h</p:attrName>
                                            </p:attrNameLst>
                                          </p:cBhvr>
                                          <p:tavLst>
                                            <p:tav tm="0">
                                              <p:val>
                                                <p:fltVal val="0"/>
                                              </p:val>
                                            </p:tav>
                                            <p:tav tm="100000">
                                              <p:val>
                                                <p:strVal val="#ppt_h"/>
                                              </p:val>
                                            </p:tav>
                                          </p:tavLst>
                                        </p:anim>
                                        <p:animEffect transition="in" filter="fade">
                                          <p:cBhvr>
                                            <p:cTn id="43" dur="750"/>
                                            <p:tgtEl>
                                              <p:spTgt spid="86"/>
                                            </p:tgtEl>
                                          </p:cBhvr>
                                        </p:animEffect>
                                      </p:childTnLst>
                                    </p:cTn>
                                  </p:par>
                                  <p:par>
                                    <p:cTn id="44" presetID="53" presetClass="entr" presetSubtype="16" fill="hold" nodeType="withEffect">
                                      <p:stCondLst>
                                        <p:cond delay="350"/>
                                      </p:stCondLst>
                                      <p:childTnLst>
                                        <p:set>
                                          <p:cBhvr>
                                            <p:cTn id="45" dur="1" fill="hold">
                                              <p:stCondLst>
                                                <p:cond delay="0"/>
                                              </p:stCondLst>
                                            </p:cTn>
                                            <p:tgtEl>
                                              <p:spTgt spid="64"/>
                                            </p:tgtEl>
                                            <p:attrNameLst>
                                              <p:attrName>style.visibility</p:attrName>
                                            </p:attrNameLst>
                                          </p:cBhvr>
                                          <p:to>
                                            <p:strVal val="visible"/>
                                          </p:to>
                                        </p:set>
                                        <p:anim calcmode="lin" valueType="num">
                                          <p:cBhvr>
                                            <p:cTn id="46" dur="750" fill="hold"/>
                                            <p:tgtEl>
                                              <p:spTgt spid="64"/>
                                            </p:tgtEl>
                                            <p:attrNameLst>
                                              <p:attrName>ppt_w</p:attrName>
                                            </p:attrNameLst>
                                          </p:cBhvr>
                                          <p:tavLst>
                                            <p:tav tm="0">
                                              <p:val>
                                                <p:fltVal val="0"/>
                                              </p:val>
                                            </p:tav>
                                            <p:tav tm="100000">
                                              <p:val>
                                                <p:strVal val="#ppt_w"/>
                                              </p:val>
                                            </p:tav>
                                          </p:tavLst>
                                        </p:anim>
                                        <p:anim calcmode="lin" valueType="num">
                                          <p:cBhvr>
                                            <p:cTn id="47" dur="750" fill="hold"/>
                                            <p:tgtEl>
                                              <p:spTgt spid="64"/>
                                            </p:tgtEl>
                                            <p:attrNameLst>
                                              <p:attrName>ppt_h</p:attrName>
                                            </p:attrNameLst>
                                          </p:cBhvr>
                                          <p:tavLst>
                                            <p:tav tm="0">
                                              <p:val>
                                                <p:fltVal val="0"/>
                                              </p:val>
                                            </p:tav>
                                            <p:tav tm="100000">
                                              <p:val>
                                                <p:strVal val="#ppt_h"/>
                                              </p:val>
                                            </p:tav>
                                          </p:tavLst>
                                        </p:anim>
                                        <p:animEffect transition="in" filter="fade">
                                          <p:cBhvr>
                                            <p:cTn id="48" dur="750"/>
                                            <p:tgtEl>
                                              <p:spTgt spid="64"/>
                                            </p:tgtEl>
                                          </p:cBhvr>
                                        </p:animEffect>
                                      </p:childTnLst>
                                    </p:cTn>
                                  </p:par>
                                  <p:par>
                                    <p:cTn id="49" presetID="53" presetClass="entr" presetSubtype="16" fill="hold" nodeType="withEffect">
                                      <p:stCondLst>
                                        <p:cond delay="500"/>
                                      </p:stCondLst>
                                      <p:childTnLst>
                                        <p:set>
                                          <p:cBhvr>
                                            <p:cTn id="50" dur="1" fill="hold">
                                              <p:stCondLst>
                                                <p:cond delay="0"/>
                                              </p:stCondLst>
                                            </p:cTn>
                                            <p:tgtEl>
                                              <p:spTgt spid="85"/>
                                            </p:tgtEl>
                                            <p:attrNameLst>
                                              <p:attrName>style.visibility</p:attrName>
                                            </p:attrNameLst>
                                          </p:cBhvr>
                                          <p:to>
                                            <p:strVal val="visible"/>
                                          </p:to>
                                        </p:set>
                                        <p:anim calcmode="lin" valueType="num">
                                          <p:cBhvr>
                                            <p:cTn id="51" dur="750" fill="hold"/>
                                            <p:tgtEl>
                                              <p:spTgt spid="85"/>
                                            </p:tgtEl>
                                            <p:attrNameLst>
                                              <p:attrName>ppt_w</p:attrName>
                                            </p:attrNameLst>
                                          </p:cBhvr>
                                          <p:tavLst>
                                            <p:tav tm="0">
                                              <p:val>
                                                <p:fltVal val="0"/>
                                              </p:val>
                                            </p:tav>
                                            <p:tav tm="100000">
                                              <p:val>
                                                <p:strVal val="#ppt_w"/>
                                              </p:val>
                                            </p:tav>
                                          </p:tavLst>
                                        </p:anim>
                                        <p:anim calcmode="lin" valueType="num">
                                          <p:cBhvr>
                                            <p:cTn id="52" dur="750" fill="hold"/>
                                            <p:tgtEl>
                                              <p:spTgt spid="85"/>
                                            </p:tgtEl>
                                            <p:attrNameLst>
                                              <p:attrName>ppt_h</p:attrName>
                                            </p:attrNameLst>
                                          </p:cBhvr>
                                          <p:tavLst>
                                            <p:tav tm="0">
                                              <p:val>
                                                <p:fltVal val="0"/>
                                              </p:val>
                                            </p:tav>
                                            <p:tav tm="100000">
                                              <p:val>
                                                <p:strVal val="#ppt_h"/>
                                              </p:val>
                                            </p:tav>
                                          </p:tavLst>
                                        </p:anim>
                                        <p:animEffect transition="in" filter="fade">
                                          <p:cBhvr>
                                            <p:cTn id="53" dur="750"/>
                                            <p:tgtEl>
                                              <p:spTgt spid="85"/>
                                            </p:tgtEl>
                                          </p:cBhvr>
                                        </p:animEffect>
                                      </p:childTnLst>
                                    </p:cTn>
                                  </p:par>
                                  <p:par>
                                    <p:cTn id="54" presetID="53" presetClass="entr" presetSubtype="16" fill="hold" nodeType="withEffect">
                                      <p:stCondLst>
                                        <p:cond delay="600"/>
                                      </p:stCondLst>
                                      <p:childTnLst>
                                        <p:set>
                                          <p:cBhvr>
                                            <p:cTn id="55" dur="1" fill="hold">
                                              <p:stCondLst>
                                                <p:cond delay="0"/>
                                              </p:stCondLst>
                                            </p:cTn>
                                            <p:tgtEl>
                                              <p:spTgt spid="73"/>
                                            </p:tgtEl>
                                            <p:attrNameLst>
                                              <p:attrName>style.visibility</p:attrName>
                                            </p:attrNameLst>
                                          </p:cBhvr>
                                          <p:to>
                                            <p:strVal val="visible"/>
                                          </p:to>
                                        </p:set>
                                        <p:anim calcmode="lin" valueType="num">
                                          <p:cBhvr>
                                            <p:cTn id="56" dur="750" fill="hold"/>
                                            <p:tgtEl>
                                              <p:spTgt spid="73"/>
                                            </p:tgtEl>
                                            <p:attrNameLst>
                                              <p:attrName>ppt_w</p:attrName>
                                            </p:attrNameLst>
                                          </p:cBhvr>
                                          <p:tavLst>
                                            <p:tav tm="0">
                                              <p:val>
                                                <p:fltVal val="0"/>
                                              </p:val>
                                            </p:tav>
                                            <p:tav tm="100000">
                                              <p:val>
                                                <p:strVal val="#ppt_w"/>
                                              </p:val>
                                            </p:tav>
                                          </p:tavLst>
                                        </p:anim>
                                        <p:anim calcmode="lin" valueType="num">
                                          <p:cBhvr>
                                            <p:cTn id="57" dur="750" fill="hold"/>
                                            <p:tgtEl>
                                              <p:spTgt spid="73"/>
                                            </p:tgtEl>
                                            <p:attrNameLst>
                                              <p:attrName>ppt_h</p:attrName>
                                            </p:attrNameLst>
                                          </p:cBhvr>
                                          <p:tavLst>
                                            <p:tav tm="0">
                                              <p:val>
                                                <p:fltVal val="0"/>
                                              </p:val>
                                            </p:tav>
                                            <p:tav tm="100000">
                                              <p:val>
                                                <p:strVal val="#ppt_h"/>
                                              </p:val>
                                            </p:tav>
                                          </p:tavLst>
                                        </p:anim>
                                        <p:animEffect transition="in" filter="fade">
                                          <p:cBhvr>
                                            <p:cTn id="58" dur="750"/>
                                            <p:tgtEl>
                                              <p:spTgt spid="73"/>
                                            </p:tgtEl>
                                          </p:cBhvr>
                                        </p:animEffect>
                                      </p:childTnLst>
                                    </p:cTn>
                                  </p:par>
                                  <p:par>
                                    <p:cTn id="59" presetID="53" presetClass="entr" presetSubtype="16" fill="hold" nodeType="withEffect">
                                      <p:stCondLst>
                                        <p:cond delay="750"/>
                                      </p:stCondLst>
                                      <p:childTnLst>
                                        <p:set>
                                          <p:cBhvr>
                                            <p:cTn id="60" dur="1" fill="hold">
                                              <p:stCondLst>
                                                <p:cond delay="0"/>
                                              </p:stCondLst>
                                            </p:cTn>
                                            <p:tgtEl>
                                              <p:spTgt spid="84"/>
                                            </p:tgtEl>
                                            <p:attrNameLst>
                                              <p:attrName>style.visibility</p:attrName>
                                            </p:attrNameLst>
                                          </p:cBhvr>
                                          <p:to>
                                            <p:strVal val="visible"/>
                                          </p:to>
                                        </p:set>
                                        <p:anim calcmode="lin" valueType="num">
                                          <p:cBhvr>
                                            <p:cTn id="61" dur="750" fill="hold"/>
                                            <p:tgtEl>
                                              <p:spTgt spid="84"/>
                                            </p:tgtEl>
                                            <p:attrNameLst>
                                              <p:attrName>ppt_w</p:attrName>
                                            </p:attrNameLst>
                                          </p:cBhvr>
                                          <p:tavLst>
                                            <p:tav tm="0">
                                              <p:val>
                                                <p:fltVal val="0"/>
                                              </p:val>
                                            </p:tav>
                                            <p:tav tm="100000">
                                              <p:val>
                                                <p:strVal val="#ppt_w"/>
                                              </p:val>
                                            </p:tav>
                                          </p:tavLst>
                                        </p:anim>
                                        <p:anim calcmode="lin" valueType="num">
                                          <p:cBhvr>
                                            <p:cTn id="62" dur="750" fill="hold"/>
                                            <p:tgtEl>
                                              <p:spTgt spid="84"/>
                                            </p:tgtEl>
                                            <p:attrNameLst>
                                              <p:attrName>ppt_h</p:attrName>
                                            </p:attrNameLst>
                                          </p:cBhvr>
                                          <p:tavLst>
                                            <p:tav tm="0">
                                              <p:val>
                                                <p:fltVal val="0"/>
                                              </p:val>
                                            </p:tav>
                                            <p:tav tm="100000">
                                              <p:val>
                                                <p:strVal val="#ppt_h"/>
                                              </p:val>
                                            </p:tav>
                                          </p:tavLst>
                                        </p:anim>
                                        <p:animEffect transition="in" filter="fade">
                                          <p:cBhvr>
                                            <p:cTn id="63" dur="750"/>
                                            <p:tgtEl>
                                              <p:spTgt spid="84"/>
                                            </p:tgtEl>
                                          </p:cBhvr>
                                        </p:animEffect>
                                      </p:childTnLst>
                                    </p:cTn>
                                  </p:par>
                                  <p:par>
                                    <p:cTn id="64" presetID="53" presetClass="entr" presetSubtype="16" fill="hold" nodeType="withEffect">
                                      <p:stCondLst>
                                        <p:cond delay="850"/>
                                      </p:stCondLst>
                                      <p:childTnLst>
                                        <p:set>
                                          <p:cBhvr>
                                            <p:cTn id="65" dur="1" fill="hold">
                                              <p:stCondLst>
                                                <p:cond delay="0"/>
                                              </p:stCondLst>
                                            </p:cTn>
                                            <p:tgtEl>
                                              <p:spTgt spid="76"/>
                                            </p:tgtEl>
                                            <p:attrNameLst>
                                              <p:attrName>style.visibility</p:attrName>
                                            </p:attrNameLst>
                                          </p:cBhvr>
                                          <p:to>
                                            <p:strVal val="visible"/>
                                          </p:to>
                                        </p:set>
                                        <p:anim calcmode="lin" valueType="num">
                                          <p:cBhvr>
                                            <p:cTn id="66" dur="750" fill="hold"/>
                                            <p:tgtEl>
                                              <p:spTgt spid="76"/>
                                            </p:tgtEl>
                                            <p:attrNameLst>
                                              <p:attrName>ppt_w</p:attrName>
                                            </p:attrNameLst>
                                          </p:cBhvr>
                                          <p:tavLst>
                                            <p:tav tm="0">
                                              <p:val>
                                                <p:fltVal val="0"/>
                                              </p:val>
                                            </p:tav>
                                            <p:tav tm="100000">
                                              <p:val>
                                                <p:strVal val="#ppt_w"/>
                                              </p:val>
                                            </p:tav>
                                          </p:tavLst>
                                        </p:anim>
                                        <p:anim calcmode="lin" valueType="num">
                                          <p:cBhvr>
                                            <p:cTn id="67" dur="750" fill="hold"/>
                                            <p:tgtEl>
                                              <p:spTgt spid="76"/>
                                            </p:tgtEl>
                                            <p:attrNameLst>
                                              <p:attrName>ppt_h</p:attrName>
                                            </p:attrNameLst>
                                          </p:cBhvr>
                                          <p:tavLst>
                                            <p:tav tm="0">
                                              <p:val>
                                                <p:fltVal val="0"/>
                                              </p:val>
                                            </p:tav>
                                            <p:tav tm="100000">
                                              <p:val>
                                                <p:strVal val="#ppt_h"/>
                                              </p:val>
                                            </p:tav>
                                          </p:tavLst>
                                        </p:anim>
                                        <p:animEffect transition="in" filter="fade">
                                          <p:cBhvr>
                                            <p:cTn id="68" dur="750"/>
                                            <p:tgtEl>
                                              <p:spTgt spid="76"/>
                                            </p:tgtEl>
                                          </p:cBhvr>
                                        </p:animEffect>
                                      </p:childTnLst>
                                    </p:cTn>
                                  </p:par>
                                  <p:par>
                                    <p:cTn id="69" presetID="53" presetClass="entr" presetSubtype="16" fill="hold" nodeType="withEffect">
                                      <p:stCondLst>
                                        <p:cond delay="1000"/>
                                      </p:stCondLst>
                                      <p:childTnLst>
                                        <p:set>
                                          <p:cBhvr>
                                            <p:cTn id="70" dur="1" fill="hold">
                                              <p:stCondLst>
                                                <p:cond delay="0"/>
                                              </p:stCondLst>
                                            </p:cTn>
                                            <p:tgtEl>
                                              <p:spTgt spid="83"/>
                                            </p:tgtEl>
                                            <p:attrNameLst>
                                              <p:attrName>style.visibility</p:attrName>
                                            </p:attrNameLst>
                                          </p:cBhvr>
                                          <p:to>
                                            <p:strVal val="visible"/>
                                          </p:to>
                                        </p:set>
                                        <p:anim calcmode="lin" valueType="num">
                                          <p:cBhvr>
                                            <p:cTn id="71" dur="750" fill="hold"/>
                                            <p:tgtEl>
                                              <p:spTgt spid="83"/>
                                            </p:tgtEl>
                                            <p:attrNameLst>
                                              <p:attrName>ppt_w</p:attrName>
                                            </p:attrNameLst>
                                          </p:cBhvr>
                                          <p:tavLst>
                                            <p:tav tm="0">
                                              <p:val>
                                                <p:fltVal val="0"/>
                                              </p:val>
                                            </p:tav>
                                            <p:tav tm="100000">
                                              <p:val>
                                                <p:strVal val="#ppt_w"/>
                                              </p:val>
                                            </p:tav>
                                          </p:tavLst>
                                        </p:anim>
                                        <p:anim calcmode="lin" valueType="num">
                                          <p:cBhvr>
                                            <p:cTn id="72" dur="750" fill="hold"/>
                                            <p:tgtEl>
                                              <p:spTgt spid="83"/>
                                            </p:tgtEl>
                                            <p:attrNameLst>
                                              <p:attrName>ppt_h</p:attrName>
                                            </p:attrNameLst>
                                          </p:cBhvr>
                                          <p:tavLst>
                                            <p:tav tm="0">
                                              <p:val>
                                                <p:fltVal val="0"/>
                                              </p:val>
                                            </p:tav>
                                            <p:tav tm="100000">
                                              <p:val>
                                                <p:strVal val="#ppt_h"/>
                                              </p:val>
                                            </p:tav>
                                          </p:tavLst>
                                        </p:anim>
                                        <p:animEffect transition="in" filter="fade">
                                          <p:cBhvr>
                                            <p:cTn id="73" dur="750"/>
                                            <p:tgtEl>
                                              <p:spTgt spid="83"/>
                                            </p:tgtEl>
                                          </p:cBhvr>
                                        </p:animEffect>
                                      </p:childTnLst>
                                    </p:cTn>
                                  </p:par>
                                  <p:par>
                                    <p:cTn id="74" presetID="53" presetClass="entr" presetSubtype="16" fill="hold" nodeType="withEffect">
                                      <p:stCondLst>
                                        <p:cond delay="1100"/>
                                      </p:stCondLst>
                                      <p:childTnLst>
                                        <p:set>
                                          <p:cBhvr>
                                            <p:cTn id="75" dur="1" fill="hold">
                                              <p:stCondLst>
                                                <p:cond delay="0"/>
                                              </p:stCondLst>
                                            </p:cTn>
                                            <p:tgtEl>
                                              <p:spTgt spid="79"/>
                                            </p:tgtEl>
                                            <p:attrNameLst>
                                              <p:attrName>style.visibility</p:attrName>
                                            </p:attrNameLst>
                                          </p:cBhvr>
                                          <p:to>
                                            <p:strVal val="visible"/>
                                          </p:to>
                                        </p:set>
                                        <p:anim calcmode="lin" valueType="num">
                                          <p:cBhvr>
                                            <p:cTn id="76" dur="750" fill="hold"/>
                                            <p:tgtEl>
                                              <p:spTgt spid="79"/>
                                            </p:tgtEl>
                                            <p:attrNameLst>
                                              <p:attrName>ppt_w</p:attrName>
                                            </p:attrNameLst>
                                          </p:cBhvr>
                                          <p:tavLst>
                                            <p:tav tm="0">
                                              <p:val>
                                                <p:fltVal val="0"/>
                                              </p:val>
                                            </p:tav>
                                            <p:tav tm="100000">
                                              <p:val>
                                                <p:strVal val="#ppt_w"/>
                                              </p:val>
                                            </p:tav>
                                          </p:tavLst>
                                        </p:anim>
                                        <p:anim calcmode="lin" valueType="num">
                                          <p:cBhvr>
                                            <p:cTn id="77" dur="750" fill="hold"/>
                                            <p:tgtEl>
                                              <p:spTgt spid="79"/>
                                            </p:tgtEl>
                                            <p:attrNameLst>
                                              <p:attrName>ppt_h</p:attrName>
                                            </p:attrNameLst>
                                          </p:cBhvr>
                                          <p:tavLst>
                                            <p:tav tm="0">
                                              <p:val>
                                                <p:fltVal val="0"/>
                                              </p:val>
                                            </p:tav>
                                            <p:tav tm="100000">
                                              <p:val>
                                                <p:strVal val="#ppt_h"/>
                                              </p:val>
                                            </p:tav>
                                          </p:tavLst>
                                        </p:anim>
                                        <p:animEffect transition="in" filter="fade">
                                          <p:cBhvr>
                                            <p:cTn id="78" dur="750"/>
                                            <p:tgtEl>
                                              <p:spTgt spid="79"/>
                                            </p:tgtEl>
                                          </p:cBhvr>
                                        </p:animEffect>
                                      </p:childTnLst>
                                    </p:cTn>
                                  </p:par>
                                  <p:par>
                                    <p:cTn id="79" presetID="53" presetClass="entr" presetSubtype="16" fill="hold" grpId="0" nodeType="withEffect">
                                      <p:stCondLst>
                                        <p:cond delay="450"/>
                                      </p:stCondLst>
                                      <p:childTnLst>
                                        <p:set>
                                          <p:cBhvr>
                                            <p:cTn id="80" dur="1" fill="hold">
                                              <p:stCondLst>
                                                <p:cond delay="0"/>
                                              </p:stCondLst>
                                            </p:cTn>
                                            <p:tgtEl>
                                              <p:spTgt spid="51"/>
                                            </p:tgtEl>
                                            <p:attrNameLst>
                                              <p:attrName>style.visibility</p:attrName>
                                            </p:attrNameLst>
                                          </p:cBhvr>
                                          <p:to>
                                            <p:strVal val="visible"/>
                                          </p:to>
                                        </p:set>
                                        <p:anim calcmode="lin" valueType="num">
                                          <p:cBhvr>
                                            <p:cTn id="81" dur="750" fill="hold"/>
                                            <p:tgtEl>
                                              <p:spTgt spid="51"/>
                                            </p:tgtEl>
                                            <p:attrNameLst>
                                              <p:attrName>ppt_w</p:attrName>
                                            </p:attrNameLst>
                                          </p:cBhvr>
                                          <p:tavLst>
                                            <p:tav tm="0">
                                              <p:val>
                                                <p:fltVal val="0"/>
                                              </p:val>
                                            </p:tav>
                                            <p:tav tm="100000">
                                              <p:val>
                                                <p:strVal val="#ppt_w"/>
                                              </p:val>
                                            </p:tav>
                                          </p:tavLst>
                                        </p:anim>
                                        <p:anim calcmode="lin" valueType="num">
                                          <p:cBhvr>
                                            <p:cTn id="82" dur="750" fill="hold"/>
                                            <p:tgtEl>
                                              <p:spTgt spid="51"/>
                                            </p:tgtEl>
                                            <p:attrNameLst>
                                              <p:attrName>ppt_h</p:attrName>
                                            </p:attrNameLst>
                                          </p:cBhvr>
                                          <p:tavLst>
                                            <p:tav tm="0">
                                              <p:val>
                                                <p:fltVal val="0"/>
                                              </p:val>
                                            </p:tav>
                                            <p:tav tm="100000">
                                              <p:val>
                                                <p:strVal val="#ppt_h"/>
                                              </p:val>
                                            </p:tav>
                                          </p:tavLst>
                                        </p:anim>
                                        <p:animEffect transition="in" filter="fade">
                                          <p:cBhvr>
                                            <p:cTn id="83" dur="750"/>
                                            <p:tgtEl>
                                              <p:spTgt spid="51"/>
                                            </p:tgtEl>
                                          </p:cBhvr>
                                        </p:animEffect>
                                      </p:childTnLst>
                                    </p:cTn>
                                  </p:par>
                                  <p:par>
                                    <p:cTn id="84" presetID="53" presetClass="entr" presetSubtype="16" fill="hold" grpId="0" nodeType="withEffect">
                                      <p:stCondLst>
                                        <p:cond delay="700"/>
                                      </p:stCondLst>
                                      <p:childTnLst>
                                        <p:set>
                                          <p:cBhvr>
                                            <p:cTn id="85" dur="1" fill="hold">
                                              <p:stCondLst>
                                                <p:cond delay="0"/>
                                              </p:stCondLst>
                                            </p:cTn>
                                            <p:tgtEl>
                                              <p:spTgt spid="53"/>
                                            </p:tgtEl>
                                            <p:attrNameLst>
                                              <p:attrName>style.visibility</p:attrName>
                                            </p:attrNameLst>
                                          </p:cBhvr>
                                          <p:to>
                                            <p:strVal val="visible"/>
                                          </p:to>
                                        </p:set>
                                        <p:anim calcmode="lin" valueType="num">
                                          <p:cBhvr>
                                            <p:cTn id="86" dur="750" fill="hold"/>
                                            <p:tgtEl>
                                              <p:spTgt spid="53"/>
                                            </p:tgtEl>
                                            <p:attrNameLst>
                                              <p:attrName>ppt_w</p:attrName>
                                            </p:attrNameLst>
                                          </p:cBhvr>
                                          <p:tavLst>
                                            <p:tav tm="0">
                                              <p:val>
                                                <p:fltVal val="0"/>
                                              </p:val>
                                            </p:tav>
                                            <p:tav tm="100000">
                                              <p:val>
                                                <p:strVal val="#ppt_w"/>
                                              </p:val>
                                            </p:tav>
                                          </p:tavLst>
                                        </p:anim>
                                        <p:anim calcmode="lin" valueType="num">
                                          <p:cBhvr>
                                            <p:cTn id="87" dur="750" fill="hold"/>
                                            <p:tgtEl>
                                              <p:spTgt spid="53"/>
                                            </p:tgtEl>
                                            <p:attrNameLst>
                                              <p:attrName>ppt_h</p:attrName>
                                            </p:attrNameLst>
                                          </p:cBhvr>
                                          <p:tavLst>
                                            <p:tav tm="0">
                                              <p:val>
                                                <p:fltVal val="0"/>
                                              </p:val>
                                            </p:tav>
                                            <p:tav tm="100000">
                                              <p:val>
                                                <p:strVal val="#ppt_h"/>
                                              </p:val>
                                            </p:tav>
                                          </p:tavLst>
                                        </p:anim>
                                        <p:animEffect transition="in" filter="fade">
                                          <p:cBhvr>
                                            <p:cTn id="88" dur="750"/>
                                            <p:tgtEl>
                                              <p:spTgt spid="53"/>
                                            </p:tgtEl>
                                          </p:cBhvr>
                                        </p:animEffect>
                                      </p:childTnLst>
                                    </p:cTn>
                                  </p:par>
                                  <p:par>
                                    <p:cTn id="89" presetID="53" presetClass="entr" presetSubtype="16" fill="hold" grpId="0" nodeType="withEffect">
                                      <p:stCondLst>
                                        <p:cond delay="950"/>
                                      </p:stCondLst>
                                      <p:childTnLst>
                                        <p:set>
                                          <p:cBhvr>
                                            <p:cTn id="90" dur="1" fill="hold">
                                              <p:stCondLst>
                                                <p:cond delay="0"/>
                                              </p:stCondLst>
                                            </p:cTn>
                                            <p:tgtEl>
                                              <p:spTgt spid="52"/>
                                            </p:tgtEl>
                                            <p:attrNameLst>
                                              <p:attrName>style.visibility</p:attrName>
                                            </p:attrNameLst>
                                          </p:cBhvr>
                                          <p:to>
                                            <p:strVal val="visible"/>
                                          </p:to>
                                        </p:set>
                                        <p:anim calcmode="lin" valueType="num">
                                          <p:cBhvr>
                                            <p:cTn id="91" dur="750" fill="hold"/>
                                            <p:tgtEl>
                                              <p:spTgt spid="52"/>
                                            </p:tgtEl>
                                            <p:attrNameLst>
                                              <p:attrName>ppt_w</p:attrName>
                                            </p:attrNameLst>
                                          </p:cBhvr>
                                          <p:tavLst>
                                            <p:tav tm="0">
                                              <p:val>
                                                <p:fltVal val="0"/>
                                              </p:val>
                                            </p:tav>
                                            <p:tav tm="100000">
                                              <p:val>
                                                <p:strVal val="#ppt_w"/>
                                              </p:val>
                                            </p:tav>
                                          </p:tavLst>
                                        </p:anim>
                                        <p:anim calcmode="lin" valueType="num">
                                          <p:cBhvr>
                                            <p:cTn id="92" dur="750" fill="hold"/>
                                            <p:tgtEl>
                                              <p:spTgt spid="52"/>
                                            </p:tgtEl>
                                            <p:attrNameLst>
                                              <p:attrName>ppt_h</p:attrName>
                                            </p:attrNameLst>
                                          </p:cBhvr>
                                          <p:tavLst>
                                            <p:tav tm="0">
                                              <p:val>
                                                <p:fltVal val="0"/>
                                              </p:val>
                                            </p:tav>
                                            <p:tav tm="100000">
                                              <p:val>
                                                <p:strVal val="#ppt_h"/>
                                              </p:val>
                                            </p:tav>
                                          </p:tavLst>
                                        </p:anim>
                                        <p:animEffect transition="in" filter="fade">
                                          <p:cBhvr>
                                            <p:cTn id="93" dur="750"/>
                                            <p:tgtEl>
                                              <p:spTgt spid="52"/>
                                            </p:tgtEl>
                                          </p:cBhvr>
                                        </p:animEffect>
                                      </p:childTnLst>
                                    </p:cTn>
                                  </p:par>
                                  <p:par>
                                    <p:cTn id="94" presetID="53" presetClass="entr" presetSubtype="16" fill="hold" grpId="0" nodeType="withEffect">
                                      <p:stCondLst>
                                        <p:cond delay="1200"/>
                                      </p:stCondLst>
                                      <p:childTnLst>
                                        <p:set>
                                          <p:cBhvr>
                                            <p:cTn id="95" dur="1" fill="hold">
                                              <p:stCondLst>
                                                <p:cond delay="0"/>
                                              </p:stCondLst>
                                            </p:cTn>
                                            <p:tgtEl>
                                              <p:spTgt spid="54"/>
                                            </p:tgtEl>
                                            <p:attrNameLst>
                                              <p:attrName>style.visibility</p:attrName>
                                            </p:attrNameLst>
                                          </p:cBhvr>
                                          <p:to>
                                            <p:strVal val="visible"/>
                                          </p:to>
                                        </p:set>
                                        <p:anim calcmode="lin" valueType="num">
                                          <p:cBhvr>
                                            <p:cTn id="96" dur="750" fill="hold"/>
                                            <p:tgtEl>
                                              <p:spTgt spid="54"/>
                                            </p:tgtEl>
                                            <p:attrNameLst>
                                              <p:attrName>ppt_w</p:attrName>
                                            </p:attrNameLst>
                                          </p:cBhvr>
                                          <p:tavLst>
                                            <p:tav tm="0">
                                              <p:val>
                                                <p:fltVal val="0"/>
                                              </p:val>
                                            </p:tav>
                                            <p:tav tm="100000">
                                              <p:val>
                                                <p:strVal val="#ppt_w"/>
                                              </p:val>
                                            </p:tav>
                                          </p:tavLst>
                                        </p:anim>
                                        <p:anim calcmode="lin" valueType="num">
                                          <p:cBhvr>
                                            <p:cTn id="97" dur="750" fill="hold"/>
                                            <p:tgtEl>
                                              <p:spTgt spid="54"/>
                                            </p:tgtEl>
                                            <p:attrNameLst>
                                              <p:attrName>ppt_h</p:attrName>
                                            </p:attrNameLst>
                                          </p:cBhvr>
                                          <p:tavLst>
                                            <p:tav tm="0">
                                              <p:val>
                                                <p:fltVal val="0"/>
                                              </p:val>
                                            </p:tav>
                                            <p:tav tm="100000">
                                              <p:val>
                                                <p:strVal val="#ppt_h"/>
                                              </p:val>
                                            </p:tav>
                                          </p:tavLst>
                                        </p:anim>
                                        <p:animEffect transition="in" filter="fade">
                                          <p:cBhvr>
                                            <p:cTn id="98" dur="750"/>
                                            <p:tgtEl>
                                              <p:spTgt spid="54"/>
                                            </p:tgtEl>
                                          </p:cBhvr>
                                        </p:animEffect>
                                      </p:childTnLst>
                                    </p:cTn>
                                  </p:par>
                                  <p:par>
                                    <p:cTn id="99" presetID="2" presetClass="entr" presetSubtype="2" fill="hold" nodeType="withEffect" p14:presetBounceEnd="67000">
                                      <p:stCondLst>
                                        <p:cond delay="750"/>
                                      </p:stCondLst>
                                      <p:childTnLst>
                                        <p:set>
                                          <p:cBhvr>
                                            <p:cTn id="100" dur="1" fill="hold">
                                              <p:stCondLst>
                                                <p:cond delay="0"/>
                                              </p:stCondLst>
                                            </p:cTn>
                                            <p:tgtEl>
                                              <p:spTgt spid="2"/>
                                            </p:tgtEl>
                                            <p:attrNameLst>
                                              <p:attrName>style.visibility</p:attrName>
                                            </p:attrNameLst>
                                          </p:cBhvr>
                                          <p:to>
                                            <p:strVal val="visible"/>
                                          </p:to>
                                        </p:set>
                                        <p:anim calcmode="lin" valueType="num" p14:bounceEnd="67000">
                                          <p:cBhvr additive="base">
                                            <p:cTn id="101" dur="1000" fill="hold"/>
                                            <p:tgtEl>
                                              <p:spTgt spid="2"/>
                                            </p:tgtEl>
                                            <p:attrNameLst>
                                              <p:attrName>ppt_x</p:attrName>
                                            </p:attrNameLst>
                                          </p:cBhvr>
                                          <p:tavLst>
                                            <p:tav tm="0">
                                              <p:val>
                                                <p:strVal val="1+#ppt_w/2"/>
                                              </p:val>
                                            </p:tav>
                                            <p:tav tm="100000">
                                              <p:val>
                                                <p:strVal val="#ppt_x"/>
                                              </p:val>
                                            </p:tav>
                                          </p:tavLst>
                                        </p:anim>
                                        <p:anim calcmode="lin" valueType="num" p14:bounceEnd="67000">
                                          <p:cBhvr additive="base">
                                            <p:cTn id="102" dur="1000" fill="hold"/>
                                            <p:tgtEl>
                                              <p:spTgt spid="2"/>
                                            </p:tgtEl>
                                            <p:attrNameLst>
                                              <p:attrName>ppt_y</p:attrName>
                                            </p:attrNameLst>
                                          </p:cBhvr>
                                          <p:tavLst>
                                            <p:tav tm="0">
                                              <p:val>
                                                <p:strVal val="#ppt_y"/>
                                              </p:val>
                                            </p:tav>
                                            <p:tav tm="100000">
                                              <p:val>
                                                <p:strVal val="#ppt_y"/>
                                              </p:val>
                                            </p:tav>
                                          </p:tavLst>
                                        </p:anim>
                                      </p:childTnLst>
                                    </p:cTn>
                                  </p:par>
                                  <p:par>
                                    <p:cTn id="103" presetID="2" presetClass="entr" presetSubtype="2" fill="hold" nodeType="withEffect" p14:presetBounceEnd="67000">
                                      <p:stCondLst>
                                        <p:cond delay="1000"/>
                                      </p:stCondLst>
                                      <p:childTnLst>
                                        <p:set>
                                          <p:cBhvr>
                                            <p:cTn id="104" dur="1" fill="hold">
                                              <p:stCondLst>
                                                <p:cond delay="0"/>
                                              </p:stCondLst>
                                            </p:cTn>
                                            <p:tgtEl>
                                              <p:spTgt spid="3"/>
                                            </p:tgtEl>
                                            <p:attrNameLst>
                                              <p:attrName>style.visibility</p:attrName>
                                            </p:attrNameLst>
                                          </p:cBhvr>
                                          <p:to>
                                            <p:strVal val="visible"/>
                                          </p:to>
                                        </p:set>
                                        <p:anim calcmode="lin" valueType="num" p14:bounceEnd="67000">
                                          <p:cBhvr additive="base">
                                            <p:cTn id="105" dur="1000" fill="hold"/>
                                            <p:tgtEl>
                                              <p:spTgt spid="3"/>
                                            </p:tgtEl>
                                            <p:attrNameLst>
                                              <p:attrName>ppt_x</p:attrName>
                                            </p:attrNameLst>
                                          </p:cBhvr>
                                          <p:tavLst>
                                            <p:tav tm="0">
                                              <p:val>
                                                <p:strVal val="1+#ppt_w/2"/>
                                              </p:val>
                                            </p:tav>
                                            <p:tav tm="100000">
                                              <p:val>
                                                <p:strVal val="#ppt_x"/>
                                              </p:val>
                                            </p:tav>
                                          </p:tavLst>
                                        </p:anim>
                                        <p:anim calcmode="lin" valueType="num" p14:bounceEnd="67000">
                                          <p:cBhvr additive="base">
                                            <p:cTn id="106" dur="1000" fill="hold"/>
                                            <p:tgtEl>
                                              <p:spTgt spid="3"/>
                                            </p:tgtEl>
                                            <p:attrNameLst>
                                              <p:attrName>ppt_y</p:attrName>
                                            </p:attrNameLst>
                                          </p:cBhvr>
                                          <p:tavLst>
                                            <p:tav tm="0">
                                              <p:val>
                                                <p:strVal val="#ppt_y"/>
                                              </p:val>
                                            </p:tav>
                                            <p:tav tm="100000">
                                              <p:val>
                                                <p:strVal val="#ppt_y"/>
                                              </p:val>
                                            </p:tav>
                                          </p:tavLst>
                                        </p:anim>
                                      </p:childTnLst>
                                    </p:cTn>
                                  </p:par>
                                  <p:par>
                                    <p:cTn id="107" presetID="2" presetClass="entr" presetSubtype="2" fill="hold" nodeType="withEffect" p14:presetBounceEnd="67000">
                                      <p:stCondLst>
                                        <p:cond delay="1250"/>
                                      </p:stCondLst>
                                      <p:childTnLst>
                                        <p:set>
                                          <p:cBhvr>
                                            <p:cTn id="108" dur="1" fill="hold">
                                              <p:stCondLst>
                                                <p:cond delay="0"/>
                                              </p:stCondLst>
                                            </p:cTn>
                                            <p:tgtEl>
                                              <p:spTgt spid="4"/>
                                            </p:tgtEl>
                                            <p:attrNameLst>
                                              <p:attrName>style.visibility</p:attrName>
                                            </p:attrNameLst>
                                          </p:cBhvr>
                                          <p:to>
                                            <p:strVal val="visible"/>
                                          </p:to>
                                        </p:set>
                                        <p:anim calcmode="lin" valueType="num" p14:bounceEnd="67000">
                                          <p:cBhvr additive="base">
                                            <p:cTn id="109" dur="1000" fill="hold"/>
                                            <p:tgtEl>
                                              <p:spTgt spid="4"/>
                                            </p:tgtEl>
                                            <p:attrNameLst>
                                              <p:attrName>ppt_x</p:attrName>
                                            </p:attrNameLst>
                                          </p:cBhvr>
                                          <p:tavLst>
                                            <p:tav tm="0">
                                              <p:val>
                                                <p:strVal val="1+#ppt_w/2"/>
                                              </p:val>
                                            </p:tav>
                                            <p:tav tm="100000">
                                              <p:val>
                                                <p:strVal val="#ppt_x"/>
                                              </p:val>
                                            </p:tav>
                                          </p:tavLst>
                                        </p:anim>
                                        <p:anim calcmode="lin" valueType="num" p14:bounceEnd="67000">
                                          <p:cBhvr additive="base">
                                            <p:cTn id="110" dur="1000" fill="hold"/>
                                            <p:tgtEl>
                                              <p:spTgt spid="4"/>
                                            </p:tgtEl>
                                            <p:attrNameLst>
                                              <p:attrName>ppt_y</p:attrName>
                                            </p:attrNameLst>
                                          </p:cBhvr>
                                          <p:tavLst>
                                            <p:tav tm="0">
                                              <p:val>
                                                <p:strVal val="#ppt_y"/>
                                              </p:val>
                                            </p:tav>
                                            <p:tav tm="100000">
                                              <p:val>
                                                <p:strVal val="#ppt_y"/>
                                              </p:val>
                                            </p:tav>
                                          </p:tavLst>
                                        </p:anim>
                                      </p:childTnLst>
                                    </p:cTn>
                                  </p:par>
                                  <p:par>
                                    <p:cTn id="111" presetID="2" presetClass="entr" presetSubtype="2" fill="hold" nodeType="withEffect" p14:presetBounceEnd="67000">
                                      <p:stCondLst>
                                        <p:cond delay="1500"/>
                                      </p:stCondLst>
                                      <p:childTnLst>
                                        <p:set>
                                          <p:cBhvr>
                                            <p:cTn id="112" dur="1" fill="hold">
                                              <p:stCondLst>
                                                <p:cond delay="0"/>
                                              </p:stCondLst>
                                            </p:cTn>
                                            <p:tgtEl>
                                              <p:spTgt spid="5"/>
                                            </p:tgtEl>
                                            <p:attrNameLst>
                                              <p:attrName>style.visibility</p:attrName>
                                            </p:attrNameLst>
                                          </p:cBhvr>
                                          <p:to>
                                            <p:strVal val="visible"/>
                                          </p:to>
                                        </p:set>
                                        <p:anim calcmode="lin" valueType="num" p14:bounceEnd="67000">
                                          <p:cBhvr additive="base">
                                            <p:cTn id="113" dur="1000" fill="hold"/>
                                            <p:tgtEl>
                                              <p:spTgt spid="5"/>
                                            </p:tgtEl>
                                            <p:attrNameLst>
                                              <p:attrName>ppt_x</p:attrName>
                                            </p:attrNameLst>
                                          </p:cBhvr>
                                          <p:tavLst>
                                            <p:tav tm="0">
                                              <p:val>
                                                <p:strVal val="1+#ppt_w/2"/>
                                              </p:val>
                                            </p:tav>
                                            <p:tav tm="100000">
                                              <p:val>
                                                <p:strVal val="#ppt_x"/>
                                              </p:val>
                                            </p:tav>
                                          </p:tavLst>
                                        </p:anim>
                                        <p:anim calcmode="lin" valueType="num" p14:bounceEnd="67000">
                                          <p:cBhvr additive="base">
                                            <p:cTn id="114"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51" grpId="0" animBg="1"/>
          <p:bldP spid="52" grpId="0" animBg="1"/>
          <p:bldP spid="53" grpId="0" animBg="1"/>
          <p:bldP spid="5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750" fill="hold"/>
                                            <p:tgtEl>
                                              <p:spTgt spid="60"/>
                                            </p:tgtEl>
                                            <p:attrNameLst>
                                              <p:attrName>ppt_w</p:attrName>
                                            </p:attrNameLst>
                                          </p:cBhvr>
                                          <p:tavLst>
                                            <p:tav tm="0">
                                              <p:val>
                                                <p:fltVal val="0"/>
                                              </p:val>
                                            </p:tav>
                                            <p:tav tm="100000">
                                              <p:val>
                                                <p:strVal val="#ppt_w"/>
                                              </p:val>
                                            </p:tav>
                                          </p:tavLst>
                                        </p:anim>
                                        <p:anim calcmode="lin" valueType="num">
                                          <p:cBhvr>
                                            <p:cTn id="8" dur="750" fill="hold"/>
                                            <p:tgtEl>
                                              <p:spTgt spid="60"/>
                                            </p:tgtEl>
                                            <p:attrNameLst>
                                              <p:attrName>ppt_h</p:attrName>
                                            </p:attrNameLst>
                                          </p:cBhvr>
                                          <p:tavLst>
                                            <p:tav tm="0">
                                              <p:val>
                                                <p:fltVal val="0"/>
                                              </p:val>
                                            </p:tav>
                                            <p:tav tm="100000">
                                              <p:val>
                                                <p:strVal val="#ppt_h"/>
                                              </p:val>
                                            </p:tav>
                                          </p:tavLst>
                                        </p:anim>
                                        <p:animEffect transition="in" filter="fade">
                                          <p:cBhvr>
                                            <p:cTn id="9" dur="750"/>
                                            <p:tgtEl>
                                              <p:spTgt spid="60"/>
                                            </p:tgtEl>
                                          </p:cBhvr>
                                        </p:animEffect>
                                      </p:childTnLst>
                                    </p:cTn>
                                  </p:par>
                                  <p:par>
                                    <p:cTn id="10" presetID="53" presetClass="entr" presetSubtype="16" fill="hold" nodeType="withEffect">
                                      <p:stCondLst>
                                        <p:cond delay="250"/>
                                      </p:stCondLst>
                                      <p:childTnLst>
                                        <p:set>
                                          <p:cBhvr>
                                            <p:cTn id="11" dur="1" fill="hold">
                                              <p:stCondLst>
                                                <p:cond delay="0"/>
                                              </p:stCondLst>
                                            </p:cTn>
                                            <p:tgtEl>
                                              <p:spTgt spid="59"/>
                                            </p:tgtEl>
                                            <p:attrNameLst>
                                              <p:attrName>style.visibility</p:attrName>
                                            </p:attrNameLst>
                                          </p:cBhvr>
                                          <p:to>
                                            <p:strVal val="visible"/>
                                          </p:to>
                                        </p:set>
                                        <p:anim calcmode="lin" valueType="num">
                                          <p:cBhvr>
                                            <p:cTn id="12" dur="750" fill="hold"/>
                                            <p:tgtEl>
                                              <p:spTgt spid="59"/>
                                            </p:tgtEl>
                                            <p:attrNameLst>
                                              <p:attrName>ppt_w</p:attrName>
                                            </p:attrNameLst>
                                          </p:cBhvr>
                                          <p:tavLst>
                                            <p:tav tm="0">
                                              <p:val>
                                                <p:fltVal val="0"/>
                                              </p:val>
                                            </p:tav>
                                            <p:tav tm="100000">
                                              <p:val>
                                                <p:strVal val="#ppt_w"/>
                                              </p:val>
                                            </p:tav>
                                          </p:tavLst>
                                        </p:anim>
                                        <p:anim calcmode="lin" valueType="num">
                                          <p:cBhvr>
                                            <p:cTn id="13" dur="750" fill="hold"/>
                                            <p:tgtEl>
                                              <p:spTgt spid="59"/>
                                            </p:tgtEl>
                                            <p:attrNameLst>
                                              <p:attrName>ppt_h</p:attrName>
                                            </p:attrNameLst>
                                          </p:cBhvr>
                                          <p:tavLst>
                                            <p:tav tm="0">
                                              <p:val>
                                                <p:fltVal val="0"/>
                                              </p:val>
                                            </p:tav>
                                            <p:tav tm="100000">
                                              <p:val>
                                                <p:strVal val="#ppt_h"/>
                                              </p:val>
                                            </p:tav>
                                          </p:tavLst>
                                        </p:anim>
                                        <p:animEffect transition="in" filter="fade">
                                          <p:cBhvr>
                                            <p:cTn id="14" dur="750"/>
                                            <p:tgtEl>
                                              <p:spTgt spid="59"/>
                                            </p:tgtEl>
                                          </p:cBhvr>
                                        </p:animEffect>
                                      </p:childTnLst>
                                    </p:cTn>
                                  </p:par>
                                  <p:par>
                                    <p:cTn id="15" presetID="10" presetClass="entr" presetSubtype="0" fill="hold" grpId="0" nodeType="withEffect">
                                      <p:stCondLst>
                                        <p:cond delay="25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1000"/>
                                            <p:tgtEl>
                                              <p:spTgt spid="27"/>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26"/>
                                            </p:tgtEl>
                                            <p:attrNameLst>
                                              <p:attrName>style.visibility</p:attrName>
                                            </p:attrNameLst>
                                          </p:cBhvr>
                                          <p:to>
                                            <p:strVal val="visible"/>
                                          </p:to>
                                        </p:set>
                                        <p:animEffect transition="in" filter="fade">
                                          <p:cBhvr>
                                            <p:cTn id="20" dur="1000"/>
                                            <p:tgtEl>
                                              <p:spTgt spid="26"/>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1000"/>
                                            <p:tgtEl>
                                              <p:spTgt spid="25"/>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24"/>
                                            </p:tgtEl>
                                            <p:attrNameLst>
                                              <p:attrName>style.visibility</p:attrName>
                                            </p:attrNameLst>
                                          </p:cBhvr>
                                          <p:to>
                                            <p:strVal val="visible"/>
                                          </p:to>
                                        </p:set>
                                        <p:animEffect transition="in" filter="fade">
                                          <p:cBhvr>
                                            <p:cTn id="26" dur="1000"/>
                                            <p:tgtEl>
                                              <p:spTgt spid="24"/>
                                            </p:tgtEl>
                                          </p:cBhvr>
                                        </p:animEffect>
                                      </p:childTnLst>
                                    </p:cTn>
                                  </p:par>
                                  <p:par>
                                    <p:cTn id="27" presetID="10" presetClass="entr" presetSubtype="0" fill="hold" nodeType="withEffect">
                                      <p:stCondLst>
                                        <p:cond delay="250"/>
                                      </p:stCondLst>
                                      <p:childTnLst>
                                        <p:set>
                                          <p:cBhvr>
                                            <p:cTn id="28" dur="1" fill="hold">
                                              <p:stCondLst>
                                                <p:cond delay="0"/>
                                              </p:stCondLst>
                                            </p:cTn>
                                            <p:tgtEl>
                                              <p:spTgt spid="90"/>
                                            </p:tgtEl>
                                            <p:attrNameLst>
                                              <p:attrName>style.visibility</p:attrName>
                                            </p:attrNameLst>
                                          </p:cBhvr>
                                          <p:to>
                                            <p:strVal val="visible"/>
                                          </p:to>
                                        </p:set>
                                        <p:animEffect transition="in" filter="fade">
                                          <p:cBhvr>
                                            <p:cTn id="29" dur="1000"/>
                                            <p:tgtEl>
                                              <p:spTgt spid="90"/>
                                            </p:tgtEl>
                                          </p:cBhvr>
                                        </p:animEffect>
                                      </p:childTnLst>
                                    </p:cTn>
                                  </p:par>
                                  <p:par>
                                    <p:cTn id="30" presetID="10" presetClass="entr" presetSubtype="0" fill="hold" nodeType="withEffect">
                                      <p:stCondLst>
                                        <p:cond delay="500"/>
                                      </p:stCondLst>
                                      <p:childTnLst>
                                        <p:set>
                                          <p:cBhvr>
                                            <p:cTn id="31" dur="1" fill="hold">
                                              <p:stCondLst>
                                                <p:cond delay="0"/>
                                              </p:stCondLst>
                                            </p:cTn>
                                            <p:tgtEl>
                                              <p:spTgt spid="89"/>
                                            </p:tgtEl>
                                            <p:attrNameLst>
                                              <p:attrName>style.visibility</p:attrName>
                                            </p:attrNameLst>
                                          </p:cBhvr>
                                          <p:to>
                                            <p:strVal val="visible"/>
                                          </p:to>
                                        </p:set>
                                        <p:animEffect transition="in" filter="fade">
                                          <p:cBhvr>
                                            <p:cTn id="32" dur="1000"/>
                                            <p:tgtEl>
                                              <p:spTgt spid="89"/>
                                            </p:tgtEl>
                                          </p:cBhvr>
                                        </p:animEffect>
                                      </p:childTnLst>
                                    </p:cTn>
                                  </p:par>
                                  <p:par>
                                    <p:cTn id="33" presetID="10" presetClass="entr" presetSubtype="0" fill="hold" nodeType="withEffect">
                                      <p:stCondLst>
                                        <p:cond delay="750"/>
                                      </p:stCondLst>
                                      <p:childTnLst>
                                        <p:set>
                                          <p:cBhvr>
                                            <p:cTn id="34" dur="1" fill="hold">
                                              <p:stCondLst>
                                                <p:cond delay="0"/>
                                              </p:stCondLst>
                                            </p:cTn>
                                            <p:tgtEl>
                                              <p:spTgt spid="88"/>
                                            </p:tgtEl>
                                            <p:attrNameLst>
                                              <p:attrName>style.visibility</p:attrName>
                                            </p:attrNameLst>
                                          </p:cBhvr>
                                          <p:to>
                                            <p:strVal val="visible"/>
                                          </p:to>
                                        </p:set>
                                        <p:animEffect transition="in" filter="fade">
                                          <p:cBhvr>
                                            <p:cTn id="35" dur="1000"/>
                                            <p:tgtEl>
                                              <p:spTgt spid="88"/>
                                            </p:tgtEl>
                                          </p:cBhvr>
                                        </p:animEffect>
                                      </p:childTnLst>
                                    </p:cTn>
                                  </p:par>
                                  <p:par>
                                    <p:cTn id="36" presetID="10" presetClass="entr" presetSubtype="0" fill="hold" nodeType="withEffect">
                                      <p:stCondLst>
                                        <p:cond delay="1000"/>
                                      </p:stCondLst>
                                      <p:childTnLst>
                                        <p:set>
                                          <p:cBhvr>
                                            <p:cTn id="37" dur="1" fill="hold">
                                              <p:stCondLst>
                                                <p:cond delay="0"/>
                                              </p:stCondLst>
                                            </p:cTn>
                                            <p:tgtEl>
                                              <p:spTgt spid="87"/>
                                            </p:tgtEl>
                                            <p:attrNameLst>
                                              <p:attrName>style.visibility</p:attrName>
                                            </p:attrNameLst>
                                          </p:cBhvr>
                                          <p:to>
                                            <p:strVal val="visible"/>
                                          </p:to>
                                        </p:set>
                                        <p:animEffect transition="in" filter="fade">
                                          <p:cBhvr>
                                            <p:cTn id="38" dur="1000"/>
                                            <p:tgtEl>
                                              <p:spTgt spid="87"/>
                                            </p:tgtEl>
                                          </p:cBhvr>
                                        </p:animEffect>
                                      </p:childTnLst>
                                    </p:cTn>
                                  </p:par>
                                  <p:par>
                                    <p:cTn id="39" presetID="53" presetClass="entr" presetSubtype="16" fill="hold" nodeType="withEffect">
                                      <p:stCondLst>
                                        <p:cond delay="250"/>
                                      </p:stCondLst>
                                      <p:childTnLst>
                                        <p:set>
                                          <p:cBhvr>
                                            <p:cTn id="40" dur="1" fill="hold">
                                              <p:stCondLst>
                                                <p:cond delay="0"/>
                                              </p:stCondLst>
                                            </p:cTn>
                                            <p:tgtEl>
                                              <p:spTgt spid="86"/>
                                            </p:tgtEl>
                                            <p:attrNameLst>
                                              <p:attrName>style.visibility</p:attrName>
                                            </p:attrNameLst>
                                          </p:cBhvr>
                                          <p:to>
                                            <p:strVal val="visible"/>
                                          </p:to>
                                        </p:set>
                                        <p:anim calcmode="lin" valueType="num">
                                          <p:cBhvr>
                                            <p:cTn id="41" dur="750" fill="hold"/>
                                            <p:tgtEl>
                                              <p:spTgt spid="86"/>
                                            </p:tgtEl>
                                            <p:attrNameLst>
                                              <p:attrName>ppt_w</p:attrName>
                                            </p:attrNameLst>
                                          </p:cBhvr>
                                          <p:tavLst>
                                            <p:tav tm="0">
                                              <p:val>
                                                <p:fltVal val="0"/>
                                              </p:val>
                                            </p:tav>
                                            <p:tav tm="100000">
                                              <p:val>
                                                <p:strVal val="#ppt_w"/>
                                              </p:val>
                                            </p:tav>
                                          </p:tavLst>
                                        </p:anim>
                                        <p:anim calcmode="lin" valueType="num">
                                          <p:cBhvr>
                                            <p:cTn id="42" dur="750" fill="hold"/>
                                            <p:tgtEl>
                                              <p:spTgt spid="86"/>
                                            </p:tgtEl>
                                            <p:attrNameLst>
                                              <p:attrName>ppt_h</p:attrName>
                                            </p:attrNameLst>
                                          </p:cBhvr>
                                          <p:tavLst>
                                            <p:tav tm="0">
                                              <p:val>
                                                <p:fltVal val="0"/>
                                              </p:val>
                                            </p:tav>
                                            <p:tav tm="100000">
                                              <p:val>
                                                <p:strVal val="#ppt_h"/>
                                              </p:val>
                                            </p:tav>
                                          </p:tavLst>
                                        </p:anim>
                                        <p:animEffect transition="in" filter="fade">
                                          <p:cBhvr>
                                            <p:cTn id="43" dur="750"/>
                                            <p:tgtEl>
                                              <p:spTgt spid="86"/>
                                            </p:tgtEl>
                                          </p:cBhvr>
                                        </p:animEffect>
                                      </p:childTnLst>
                                    </p:cTn>
                                  </p:par>
                                  <p:par>
                                    <p:cTn id="44" presetID="53" presetClass="entr" presetSubtype="16" fill="hold" nodeType="withEffect">
                                      <p:stCondLst>
                                        <p:cond delay="350"/>
                                      </p:stCondLst>
                                      <p:childTnLst>
                                        <p:set>
                                          <p:cBhvr>
                                            <p:cTn id="45" dur="1" fill="hold">
                                              <p:stCondLst>
                                                <p:cond delay="0"/>
                                              </p:stCondLst>
                                            </p:cTn>
                                            <p:tgtEl>
                                              <p:spTgt spid="64"/>
                                            </p:tgtEl>
                                            <p:attrNameLst>
                                              <p:attrName>style.visibility</p:attrName>
                                            </p:attrNameLst>
                                          </p:cBhvr>
                                          <p:to>
                                            <p:strVal val="visible"/>
                                          </p:to>
                                        </p:set>
                                        <p:anim calcmode="lin" valueType="num">
                                          <p:cBhvr>
                                            <p:cTn id="46" dur="750" fill="hold"/>
                                            <p:tgtEl>
                                              <p:spTgt spid="64"/>
                                            </p:tgtEl>
                                            <p:attrNameLst>
                                              <p:attrName>ppt_w</p:attrName>
                                            </p:attrNameLst>
                                          </p:cBhvr>
                                          <p:tavLst>
                                            <p:tav tm="0">
                                              <p:val>
                                                <p:fltVal val="0"/>
                                              </p:val>
                                            </p:tav>
                                            <p:tav tm="100000">
                                              <p:val>
                                                <p:strVal val="#ppt_w"/>
                                              </p:val>
                                            </p:tav>
                                          </p:tavLst>
                                        </p:anim>
                                        <p:anim calcmode="lin" valueType="num">
                                          <p:cBhvr>
                                            <p:cTn id="47" dur="750" fill="hold"/>
                                            <p:tgtEl>
                                              <p:spTgt spid="64"/>
                                            </p:tgtEl>
                                            <p:attrNameLst>
                                              <p:attrName>ppt_h</p:attrName>
                                            </p:attrNameLst>
                                          </p:cBhvr>
                                          <p:tavLst>
                                            <p:tav tm="0">
                                              <p:val>
                                                <p:fltVal val="0"/>
                                              </p:val>
                                            </p:tav>
                                            <p:tav tm="100000">
                                              <p:val>
                                                <p:strVal val="#ppt_h"/>
                                              </p:val>
                                            </p:tav>
                                          </p:tavLst>
                                        </p:anim>
                                        <p:animEffect transition="in" filter="fade">
                                          <p:cBhvr>
                                            <p:cTn id="48" dur="750"/>
                                            <p:tgtEl>
                                              <p:spTgt spid="64"/>
                                            </p:tgtEl>
                                          </p:cBhvr>
                                        </p:animEffect>
                                      </p:childTnLst>
                                    </p:cTn>
                                  </p:par>
                                  <p:par>
                                    <p:cTn id="49" presetID="53" presetClass="entr" presetSubtype="16" fill="hold" nodeType="withEffect">
                                      <p:stCondLst>
                                        <p:cond delay="500"/>
                                      </p:stCondLst>
                                      <p:childTnLst>
                                        <p:set>
                                          <p:cBhvr>
                                            <p:cTn id="50" dur="1" fill="hold">
                                              <p:stCondLst>
                                                <p:cond delay="0"/>
                                              </p:stCondLst>
                                            </p:cTn>
                                            <p:tgtEl>
                                              <p:spTgt spid="85"/>
                                            </p:tgtEl>
                                            <p:attrNameLst>
                                              <p:attrName>style.visibility</p:attrName>
                                            </p:attrNameLst>
                                          </p:cBhvr>
                                          <p:to>
                                            <p:strVal val="visible"/>
                                          </p:to>
                                        </p:set>
                                        <p:anim calcmode="lin" valueType="num">
                                          <p:cBhvr>
                                            <p:cTn id="51" dur="750" fill="hold"/>
                                            <p:tgtEl>
                                              <p:spTgt spid="85"/>
                                            </p:tgtEl>
                                            <p:attrNameLst>
                                              <p:attrName>ppt_w</p:attrName>
                                            </p:attrNameLst>
                                          </p:cBhvr>
                                          <p:tavLst>
                                            <p:tav tm="0">
                                              <p:val>
                                                <p:fltVal val="0"/>
                                              </p:val>
                                            </p:tav>
                                            <p:tav tm="100000">
                                              <p:val>
                                                <p:strVal val="#ppt_w"/>
                                              </p:val>
                                            </p:tav>
                                          </p:tavLst>
                                        </p:anim>
                                        <p:anim calcmode="lin" valueType="num">
                                          <p:cBhvr>
                                            <p:cTn id="52" dur="750" fill="hold"/>
                                            <p:tgtEl>
                                              <p:spTgt spid="85"/>
                                            </p:tgtEl>
                                            <p:attrNameLst>
                                              <p:attrName>ppt_h</p:attrName>
                                            </p:attrNameLst>
                                          </p:cBhvr>
                                          <p:tavLst>
                                            <p:tav tm="0">
                                              <p:val>
                                                <p:fltVal val="0"/>
                                              </p:val>
                                            </p:tav>
                                            <p:tav tm="100000">
                                              <p:val>
                                                <p:strVal val="#ppt_h"/>
                                              </p:val>
                                            </p:tav>
                                          </p:tavLst>
                                        </p:anim>
                                        <p:animEffect transition="in" filter="fade">
                                          <p:cBhvr>
                                            <p:cTn id="53" dur="750"/>
                                            <p:tgtEl>
                                              <p:spTgt spid="85"/>
                                            </p:tgtEl>
                                          </p:cBhvr>
                                        </p:animEffect>
                                      </p:childTnLst>
                                    </p:cTn>
                                  </p:par>
                                  <p:par>
                                    <p:cTn id="54" presetID="53" presetClass="entr" presetSubtype="16" fill="hold" nodeType="withEffect">
                                      <p:stCondLst>
                                        <p:cond delay="600"/>
                                      </p:stCondLst>
                                      <p:childTnLst>
                                        <p:set>
                                          <p:cBhvr>
                                            <p:cTn id="55" dur="1" fill="hold">
                                              <p:stCondLst>
                                                <p:cond delay="0"/>
                                              </p:stCondLst>
                                            </p:cTn>
                                            <p:tgtEl>
                                              <p:spTgt spid="73"/>
                                            </p:tgtEl>
                                            <p:attrNameLst>
                                              <p:attrName>style.visibility</p:attrName>
                                            </p:attrNameLst>
                                          </p:cBhvr>
                                          <p:to>
                                            <p:strVal val="visible"/>
                                          </p:to>
                                        </p:set>
                                        <p:anim calcmode="lin" valueType="num">
                                          <p:cBhvr>
                                            <p:cTn id="56" dur="750" fill="hold"/>
                                            <p:tgtEl>
                                              <p:spTgt spid="73"/>
                                            </p:tgtEl>
                                            <p:attrNameLst>
                                              <p:attrName>ppt_w</p:attrName>
                                            </p:attrNameLst>
                                          </p:cBhvr>
                                          <p:tavLst>
                                            <p:tav tm="0">
                                              <p:val>
                                                <p:fltVal val="0"/>
                                              </p:val>
                                            </p:tav>
                                            <p:tav tm="100000">
                                              <p:val>
                                                <p:strVal val="#ppt_w"/>
                                              </p:val>
                                            </p:tav>
                                          </p:tavLst>
                                        </p:anim>
                                        <p:anim calcmode="lin" valueType="num">
                                          <p:cBhvr>
                                            <p:cTn id="57" dur="750" fill="hold"/>
                                            <p:tgtEl>
                                              <p:spTgt spid="73"/>
                                            </p:tgtEl>
                                            <p:attrNameLst>
                                              <p:attrName>ppt_h</p:attrName>
                                            </p:attrNameLst>
                                          </p:cBhvr>
                                          <p:tavLst>
                                            <p:tav tm="0">
                                              <p:val>
                                                <p:fltVal val="0"/>
                                              </p:val>
                                            </p:tav>
                                            <p:tav tm="100000">
                                              <p:val>
                                                <p:strVal val="#ppt_h"/>
                                              </p:val>
                                            </p:tav>
                                          </p:tavLst>
                                        </p:anim>
                                        <p:animEffect transition="in" filter="fade">
                                          <p:cBhvr>
                                            <p:cTn id="58" dur="750"/>
                                            <p:tgtEl>
                                              <p:spTgt spid="73"/>
                                            </p:tgtEl>
                                          </p:cBhvr>
                                        </p:animEffect>
                                      </p:childTnLst>
                                    </p:cTn>
                                  </p:par>
                                  <p:par>
                                    <p:cTn id="59" presetID="53" presetClass="entr" presetSubtype="16" fill="hold" nodeType="withEffect">
                                      <p:stCondLst>
                                        <p:cond delay="750"/>
                                      </p:stCondLst>
                                      <p:childTnLst>
                                        <p:set>
                                          <p:cBhvr>
                                            <p:cTn id="60" dur="1" fill="hold">
                                              <p:stCondLst>
                                                <p:cond delay="0"/>
                                              </p:stCondLst>
                                            </p:cTn>
                                            <p:tgtEl>
                                              <p:spTgt spid="84"/>
                                            </p:tgtEl>
                                            <p:attrNameLst>
                                              <p:attrName>style.visibility</p:attrName>
                                            </p:attrNameLst>
                                          </p:cBhvr>
                                          <p:to>
                                            <p:strVal val="visible"/>
                                          </p:to>
                                        </p:set>
                                        <p:anim calcmode="lin" valueType="num">
                                          <p:cBhvr>
                                            <p:cTn id="61" dur="750" fill="hold"/>
                                            <p:tgtEl>
                                              <p:spTgt spid="84"/>
                                            </p:tgtEl>
                                            <p:attrNameLst>
                                              <p:attrName>ppt_w</p:attrName>
                                            </p:attrNameLst>
                                          </p:cBhvr>
                                          <p:tavLst>
                                            <p:tav tm="0">
                                              <p:val>
                                                <p:fltVal val="0"/>
                                              </p:val>
                                            </p:tav>
                                            <p:tav tm="100000">
                                              <p:val>
                                                <p:strVal val="#ppt_w"/>
                                              </p:val>
                                            </p:tav>
                                          </p:tavLst>
                                        </p:anim>
                                        <p:anim calcmode="lin" valueType="num">
                                          <p:cBhvr>
                                            <p:cTn id="62" dur="750" fill="hold"/>
                                            <p:tgtEl>
                                              <p:spTgt spid="84"/>
                                            </p:tgtEl>
                                            <p:attrNameLst>
                                              <p:attrName>ppt_h</p:attrName>
                                            </p:attrNameLst>
                                          </p:cBhvr>
                                          <p:tavLst>
                                            <p:tav tm="0">
                                              <p:val>
                                                <p:fltVal val="0"/>
                                              </p:val>
                                            </p:tav>
                                            <p:tav tm="100000">
                                              <p:val>
                                                <p:strVal val="#ppt_h"/>
                                              </p:val>
                                            </p:tav>
                                          </p:tavLst>
                                        </p:anim>
                                        <p:animEffect transition="in" filter="fade">
                                          <p:cBhvr>
                                            <p:cTn id="63" dur="750"/>
                                            <p:tgtEl>
                                              <p:spTgt spid="84"/>
                                            </p:tgtEl>
                                          </p:cBhvr>
                                        </p:animEffect>
                                      </p:childTnLst>
                                    </p:cTn>
                                  </p:par>
                                  <p:par>
                                    <p:cTn id="64" presetID="53" presetClass="entr" presetSubtype="16" fill="hold" nodeType="withEffect">
                                      <p:stCondLst>
                                        <p:cond delay="850"/>
                                      </p:stCondLst>
                                      <p:childTnLst>
                                        <p:set>
                                          <p:cBhvr>
                                            <p:cTn id="65" dur="1" fill="hold">
                                              <p:stCondLst>
                                                <p:cond delay="0"/>
                                              </p:stCondLst>
                                            </p:cTn>
                                            <p:tgtEl>
                                              <p:spTgt spid="76"/>
                                            </p:tgtEl>
                                            <p:attrNameLst>
                                              <p:attrName>style.visibility</p:attrName>
                                            </p:attrNameLst>
                                          </p:cBhvr>
                                          <p:to>
                                            <p:strVal val="visible"/>
                                          </p:to>
                                        </p:set>
                                        <p:anim calcmode="lin" valueType="num">
                                          <p:cBhvr>
                                            <p:cTn id="66" dur="750" fill="hold"/>
                                            <p:tgtEl>
                                              <p:spTgt spid="76"/>
                                            </p:tgtEl>
                                            <p:attrNameLst>
                                              <p:attrName>ppt_w</p:attrName>
                                            </p:attrNameLst>
                                          </p:cBhvr>
                                          <p:tavLst>
                                            <p:tav tm="0">
                                              <p:val>
                                                <p:fltVal val="0"/>
                                              </p:val>
                                            </p:tav>
                                            <p:tav tm="100000">
                                              <p:val>
                                                <p:strVal val="#ppt_w"/>
                                              </p:val>
                                            </p:tav>
                                          </p:tavLst>
                                        </p:anim>
                                        <p:anim calcmode="lin" valueType="num">
                                          <p:cBhvr>
                                            <p:cTn id="67" dur="750" fill="hold"/>
                                            <p:tgtEl>
                                              <p:spTgt spid="76"/>
                                            </p:tgtEl>
                                            <p:attrNameLst>
                                              <p:attrName>ppt_h</p:attrName>
                                            </p:attrNameLst>
                                          </p:cBhvr>
                                          <p:tavLst>
                                            <p:tav tm="0">
                                              <p:val>
                                                <p:fltVal val="0"/>
                                              </p:val>
                                            </p:tav>
                                            <p:tav tm="100000">
                                              <p:val>
                                                <p:strVal val="#ppt_h"/>
                                              </p:val>
                                            </p:tav>
                                          </p:tavLst>
                                        </p:anim>
                                        <p:animEffect transition="in" filter="fade">
                                          <p:cBhvr>
                                            <p:cTn id="68" dur="750"/>
                                            <p:tgtEl>
                                              <p:spTgt spid="76"/>
                                            </p:tgtEl>
                                          </p:cBhvr>
                                        </p:animEffect>
                                      </p:childTnLst>
                                    </p:cTn>
                                  </p:par>
                                  <p:par>
                                    <p:cTn id="69" presetID="53" presetClass="entr" presetSubtype="16" fill="hold" nodeType="withEffect">
                                      <p:stCondLst>
                                        <p:cond delay="1000"/>
                                      </p:stCondLst>
                                      <p:childTnLst>
                                        <p:set>
                                          <p:cBhvr>
                                            <p:cTn id="70" dur="1" fill="hold">
                                              <p:stCondLst>
                                                <p:cond delay="0"/>
                                              </p:stCondLst>
                                            </p:cTn>
                                            <p:tgtEl>
                                              <p:spTgt spid="83"/>
                                            </p:tgtEl>
                                            <p:attrNameLst>
                                              <p:attrName>style.visibility</p:attrName>
                                            </p:attrNameLst>
                                          </p:cBhvr>
                                          <p:to>
                                            <p:strVal val="visible"/>
                                          </p:to>
                                        </p:set>
                                        <p:anim calcmode="lin" valueType="num">
                                          <p:cBhvr>
                                            <p:cTn id="71" dur="750" fill="hold"/>
                                            <p:tgtEl>
                                              <p:spTgt spid="83"/>
                                            </p:tgtEl>
                                            <p:attrNameLst>
                                              <p:attrName>ppt_w</p:attrName>
                                            </p:attrNameLst>
                                          </p:cBhvr>
                                          <p:tavLst>
                                            <p:tav tm="0">
                                              <p:val>
                                                <p:fltVal val="0"/>
                                              </p:val>
                                            </p:tav>
                                            <p:tav tm="100000">
                                              <p:val>
                                                <p:strVal val="#ppt_w"/>
                                              </p:val>
                                            </p:tav>
                                          </p:tavLst>
                                        </p:anim>
                                        <p:anim calcmode="lin" valueType="num">
                                          <p:cBhvr>
                                            <p:cTn id="72" dur="750" fill="hold"/>
                                            <p:tgtEl>
                                              <p:spTgt spid="83"/>
                                            </p:tgtEl>
                                            <p:attrNameLst>
                                              <p:attrName>ppt_h</p:attrName>
                                            </p:attrNameLst>
                                          </p:cBhvr>
                                          <p:tavLst>
                                            <p:tav tm="0">
                                              <p:val>
                                                <p:fltVal val="0"/>
                                              </p:val>
                                            </p:tav>
                                            <p:tav tm="100000">
                                              <p:val>
                                                <p:strVal val="#ppt_h"/>
                                              </p:val>
                                            </p:tav>
                                          </p:tavLst>
                                        </p:anim>
                                        <p:animEffect transition="in" filter="fade">
                                          <p:cBhvr>
                                            <p:cTn id="73" dur="750"/>
                                            <p:tgtEl>
                                              <p:spTgt spid="83"/>
                                            </p:tgtEl>
                                          </p:cBhvr>
                                        </p:animEffect>
                                      </p:childTnLst>
                                    </p:cTn>
                                  </p:par>
                                  <p:par>
                                    <p:cTn id="74" presetID="53" presetClass="entr" presetSubtype="16" fill="hold" nodeType="withEffect">
                                      <p:stCondLst>
                                        <p:cond delay="1100"/>
                                      </p:stCondLst>
                                      <p:childTnLst>
                                        <p:set>
                                          <p:cBhvr>
                                            <p:cTn id="75" dur="1" fill="hold">
                                              <p:stCondLst>
                                                <p:cond delay="0"/>
                                              </p:stCondLst>
                                            </p:cTn>
                                            <p:tgtEl>
                                              <p:spTgt spid="79"/>
                                            </p:tgtEl>
                                            <p:attrNameLst>
                                              <p:attrName>style.visibility</p:attrName>
                                            </p:attrNameLst>
                                          </p:cBhvr>
                                          <p:to>
                                            <p:strVal val="visible"/>
                                          </p:to>
                                        </p:set>
                                        <p:anim calcmode="lin" valueType="num">
                                          <p:cBhvr>
                                            <p:cTn id="76" dur="750" fill="hold"/>
                                            <p:tgtEl>
                                              <p:spTgt spid="79"/>
                                            </p:tgtEl>
                                            <p:attrNameLst>
                                              <p:attrName>ppt_w</p:attrName>
                                            </p:attrNameLst>
                                          </p:cBhvr>
                                          <p:tavLst>
                                            <p:tav tm="0">
                                              <p:val>
                                                <p:fltVal val="0"/>
                                              </p:val>
                                            </p:tav>
                                            <p:tav tm="100000">
                                              <p:val>
                                                <p:strVal val="#ppt_w"/>
                                              </p:val>
                                            </p:tav>
                                          </p:tavLst>
                                        </p:anim>
                                        <p:anim calcmode="lin" valueType="num">
                                          <p:cBhvr>
                                            <p:cTn id="77" dur="750" fill="hold"/>
                                            <p:tgtEl>
                                              <p:spTgt spid="79"/>
                                            </p:tgtEl>
                                            <p:attrNameLst>
                                              <p:attrName>ppt_h</p:attrName>
                                            </p:attrNameLst>
                                          </p:cBhvr>
                                          <p:tavLst>
                                            <p:tav tm="0">
                                              <p:val>
                                                <p:fltVal val="0"/>
                                              </p:val>
                                            </p:tav>
                                            <p:tav tm="100000">
                                              <p:val>
                                                <p:strVal val="#ppt_h"/>
                                              </p:val>
                                            </p:tav>
                                          </p:tavLst>
                                        </p:anim>
                                        <p:animEffect transition="in" filter="fade">
                                          <p:cBhvr>
                                            <p:cTn id="78" dur="750"/>
                                            <p:tgtEl>
                                              <p:spTgt spid="79"/>
                                            </p:tgtEl>
                                          </p:cBhvr>
                                        </p:animEffect>
                                      </p:childTnLst>
                                    </p:cTn>
                                  </p:par>
                                  <p:par>
                                    <p:cTn id="79" presetID="53" presetClass="entr" presetSubtype="16" fill="hold" grpId="0" nodeType="withEffect">
                                      <p:stCondLst>
                                        <p:cond delay="450"/>
                                      </p:stCondLst>
                                      <p:childTnLst>
                                        <p:set>
                                          <p:cBhvr>
                                            <p:cTn id="80" dur="1" fill="hold">
                                              <p:stCondLst>
                                                <p:cond delay="0"/>
                                              </p:stCondLst>
                                            </p:cTn>
                                            <p:tgtEl>
                                              <p:spTgt spid="51"/>
                                            </p:tgtEl>
                                            <p:attrNameLst>
                                              <p:attrName>style.visibility</p:attrName>
                                            </p:attrNameLst>
                                          </p:cBhvr>
                                          <p:to>
                                            <p:strVal val="visible"/>
                                          </p:to>
                                        </p:set>
                                        <p:anim calcmode="lin" valueType="num">
                                          <p:cBhvr>
                                            <p:cTn id="81" dur="750" fill="hold"/>
                                            <p:tgtEl>
                                              <p:spTgt spid="51"/>
                                            </p:tgtEl>
                                            <p:attrNameLst>
                                              <p:attrName>ppt_w</p:attrName>
                                            </p:attrNameLst>
                                          </p:cBhvr>
                                          <p:tavLst>
                                            <p:tav tm="0">
                                              <p:val>
                                                <p:fltVal val="0"/>
                                              </p:val>
                                            </p:tav>
                                            <p:tav tm="100000">
                                              <p:val>
                                                <p:strVal val="#ppt_w"/>
                                              </p:val>
                                            </p:tav>
                                          </p:tavLst>
                                        </p:anim>
                                        <p:anim calcmode="lin" valueType="num">
                                          <p:cBhvr>
                                            <p:cTn id="82" dur="750" fill="hold"/>
                                            <p:tgtEl>
                                              <p:spTgt spid="51"/>
                                            </p:tgtEl>
                                            <p:attrNameLst>
                                              <p:attrName>ppt_h</p:attrName>
                                            </p:attrNameLst>
                                          </p:cBhvr>
                                          <p:tavLst>
                                            <p:tav tm="0">
                                              <p:val>
                                                <p:fltVal val="0"/>
                                              </p:val>
                                            </p:tav>
                                            <p:tav tm="100000">
                                              <p:val>
                                                <p:strVal val="#ppt_h"/>
                                              </p:val>
                                            </p:tav>
                                          </p:tavLst>
                                        </p:anim>
                                        <p:animEffect transition="in" filter="fade">
                                          <p:cBhvr>
                                            <p:cTn id="83" dur="750"/>
                                            <p:tgtEl>
                                              <p:spTgt spid="51"/>
                                            </p:tgtEl>
                                          </p:cBhvr>
                                        </p:animEffect>
                                      </p:childTnLst>
                                    </p:cTn>
                                  </p:par>
                                  <p:par>
                                    <p:cTn id="84" presetID="53" presetClass="entr" presetSubtype="16" fill="hold" grpId="0" nodeType="withEffect">
                                      <p:stCondLst>
                                        <p:cond delay="700"/>
                                      </p:stCondLst>
                                      <p:childTnLst>
                                        <p:set>
                                          <p:cBhvr>
                                            <p:cTn id="85" dur="1" fill="hold">
                                              <p:stCondLst>
                                                <p:cond delay="0"/>
                                              </p:stCondLst>
                                            </p:cTn>
                                            <p:tgtEl>
                                              <p:spTgt spid="53"/>
                                            </p:tgtEl>
                                            <p:attrNameLst>
                                              <p:attrName>style.visibility</p:attrName>
                                            </p:attrNameLst>
                                          </p:cBhvr>
                                          <p:to>
                                            <p:strVal val="visible"/>
                                          </p:to>
                                        </p:set>
                                        <p:anim calcmode="lin" valueType="num">
                                          <p:cBhvr>
                                            <p:cTn id="86" dur="750" fill="hold"/>
                                            <p:tgtEl>
                                              <p:spTgt spid="53"/>
                                            </p:tgtEl>
                                            <p:attrNameLst>
                                              <p:attrName>ppt_w</p:attrName>
                                            </p:attrNameLst>
                                          </p:cBhvr>
                                          <p:tavLst>
                                            <p:tav tm="0">
                                              <p:val>
                                                <p:fltVal val="0"/>
                                              </p:val>
                                            </p:tav>
                                            <p:tav tm="100000">
                                              <p:val>
                                                <p:strVal val="#ppt_w"/>
                                              </p:val>
                                            </p:tav>
                                          </p:tavLst>
                                        </p:anim>
                                        <p:anim calcmode="lin" valueType="num">
                                          <p:cBhvr>
                                            <p:cTn id="87" dur="750" fill="hold"/>
                                            <p:tgtEl>
                                              <p:spTgt spid="53"/>
                                            </p:tgtEl>
                                            <p:attrNameLst>
                                              <p:attrName>ppt_h</p:attrName>
                                            </p:attrNameLst>
                                          </p:cBhvr>
                                          <p:tavLst>
                                            <p:tav tm="0">
                                              <p:val>
                                                <p:fltVal val="0"/>
                                              </p:val>
                                            </p:tav>
                                            <p:tav tm="100000">
                                              <p:val>
                                                <p:strVal val="#ppt_h"/>
                                              </p:val>
                                            </p:tav>
                                          </p:tavLst>
                                        </p:anim>
                                        <p:animEffect transition="in" filter="fade">
                                          <p:cBhvr>
                                            <p:cTn id="88" dur="750"/>
                                            <p:tgtEl>
                                              <p:spTgt spid="53"/>
                                            </p:tgtEl>
                                          </p:cBhvr>
                                        </p:animEffect>
                                      </p:childTnLst>
                                    </p:cTn>
                                  </p:par>
                                  <p:par>
                                    <p:cTn id="89" presetID="53" presetClass="entr" presetSubtype="16" fill="hold" grpId="0" nodeType="withEffect">
                                      <p:stCondLst>
                                        <p:cond delay="950"/>
                                      </p:stCondLst>
                                      <p:childTnLst>
                                        <p:set>
                                          <p:cBhvr>
                                            <p:cTn id="90" dur="1" fill="hold">
                                              <p:stCondLst>
                                                <p:cond delay="0"/>
                                              </p:stCondLst>
                                            </p:cTn>
                                            <p:tgtEl>
                                              <p:spTgt spid="52"/>
                                            </p:tgtEl>
                                            <p:attrNameLst>
                                              <p:attrName>style.visibility</p:attrName>
                                            </p:attrNameLst>
                                          </p:cBhvr>
                                          <p:to>
                                            <p:strVal val="visible"/>
                                          </p:to>
                                        </p:set>
                                        <p:anim calcmode="lin" valueType="num">
                                          <p:cBhvr>
                                            <p:cTn id="91" dur="750" fill="hold"/>
                                            <p:tgtEl>
                                              <p:spTgt spid="52"/>
                                            </p:tgtEl>
                                            <p:attrNameLst>
                                              <p:attrName>ppt_w</p:attrName>
                                            </p:attrNameLst>
                                          </p:cBhvr>
                                          <p:tavLst>
                                            <p:tav tm="0">
                                              <p:val>
                                                <p:fltVal val="0"/>
                                              </p:val>
                                            </p:tav>
                                            <p:tav tm="100000">
                                              <p:val>
                                                <p:strVal val="#ppt_w"/>
                                              </p:val>
                                            </p:tav>
                                          </p:tavLst>
                                        </p:anim>
                                        <p:anim calcmode="lin" valueType="num">
                                          <p:cBhvr>
                                            <p:cTn id="92" dur="750" fill="hold"/>
                                            <p:tgtEl>
                                              <p:spTgt spid="52"/>
                                            </p:tgtEl>
                                            <p:attrNameLst>
                                              <p:attrName>ppt_h</p:attrName>
                                            </p:attrNameLst>
                                          </p:cBhvr>
                                          <p:tavLst>
                                            <p:tav tm="0">
                                              <p:val>
                                                <p:fltVal val="0"/>
                                              </p:val>
                                            </p:tav>
                                            <p:tav tm="100000">
                                              <p:val>
                                                <p:strVal val="#ppt_h"/>
                                              </p:val>
                                            </p:tav>
                                          </p:tavLst>
                                        </p:anim>
                                        <p:animEffect transition="in" filter="fade">
                                          <p:cBhvr>
                                            <p:cTn id="93" dur="750"/>
                                            <p:tgtEl>
                                              <p:spTgt spid="52"/>
                                            </p:tgtEl>
                                          </p:cBhvr>
                                        </p:animEffect>
                                      </p:childTnLst>
                                    </p:cTn>
                                  </p:par>
                                  <p:par>
                                    <p:cTn id="94" presetID="53" presetClass="entr" presetSubtype="16" fill="hold" grpId="0" nodeType="withEffect">
                                      <p:stCondLst>
                                        <p:cond delay="1200"/>
                                      </p:stCondLst>
                                      <p:childTnLst>
                                        <p:set>
                                          <p:cBhvr>
                                            <p:cTn id="95" dur="1" fill="hold">
                                              <p:stCondLst>
                                                <p:cond delay="0"/>
                                              </p:stCondLst>
                                            </p:cTn>
                                            <p:tgtEl>
                                              <p:spTgt spid="54"/>
                                            </p:tgtEl>
                                            <p:attrNameLst>
                                              <p:attrName>style.visibility</p:attrName>
                                            </p:attrNameLst>
                                          </p:cBhvr>
                                          <p:to>
                                            <p:strVal val="visible"/>
                                          </p:to>
                                        </p:set>
                                        <p:anim calcmode="lin" valueType="num">
                                          <p:cBhvr>
                                            <p:cTn id="96" dur="750" fill="hold"/>
                                            <p:tgtEl>
                                              <p:spTgt spid="54"/>
                                            </p:tgtEl>
                                            <p:attrNameLst>
                                              <p:attrName>ppt_w</p:attrName>
                                            </p:attrNameLst>
                                          </p:cBhvr>
                                          <p:tavLst>
                                            <p:tav tm="0">
                                              <p:val>
                                                <p:fltVal val="0"/>
                                              </p:val>
                                            </p:tav>
                                            <p:tav tm="100000">
                                              <p:val>
                                                <p:strVal val="#ppt_w"/>
                                              </p:val>
                                            </p:tav>
                                          </p:tavLst>
                                        </p:anim>
                                        <p:anim calcmode="lin" valueType="num">
                                          <p:cBhvr>
                                            <p:cTn id="97" dur="750" fill="hold"/>
                                            <p:tgtEl>
                                              <p:spTgt spid="54"/>
                                            </p:tgtEl>
                                            <p:attrNameLst>
                                              <p:attrName>ppt_h</p:attrName>
                                            </p:attrNameLst>
                                          </p:cBhvr>
                                          <p:tavLst>
                                            <p:tav tm="0">
                                              <p:val>
                                                <p:fltVal val="0"/>
                                              </p:val>
                                            </p:tav>
                                            <p:tav tm="100000">
                                              <p:val>
                                                <p:strVal val="#ppt_h"/>
                                              </p:val>
                                            </p:tav>
                                          </p:tavLst>
                                        </p:anim>
                                        <p:animEffect transition="in" filter="fade">
                                          <p:cBhvr>
                                            <p:cTn id="98" dur="750"/>
                                            <p:tgtEl>
                                              <p:spTgt spid="54"/>
                                            </p:tgtEl>
                                          </p:cBhvr>
                                        </p:animEffect>
                                      </p:childTnLst>
                                    </p:cTn>
                                  </p:par>
                                  <p:par>
                                    <p:cTn id="99" presetID="2" presetClass="entr" presetSubtype="2" fill="hold" nodeType="withEffect">
                                      <p:stCondLst>
                                        <p:cond delay="750"/>
                                      </p:stCondLst>
                                      <p:childTnLst>
                                        <p:set>
                                          <p:cBhvr>
                                            <p:cTn id="100" dur="1" fill="hold">
                                              <p:stCondLst>
                                                <p:cond delay="0"/>
                                              </p:stCondLst>
                                            </p:cTn>
                                            <p:tgtEl>
                                              <p:spTgt spid="2"/>
                                            </p:tgtEl>
                                            <p:attrNameLst>
                                              <p:attrName>style.visibility</p:attrName>
                                            </p:attrNameLst>
                                          </p:cBhvr>
                                          <p:to>
                                            <p:strVal val="visible"/>
                                          </p:to>
                                        </p:set>
                                        <p:anim calcmode="lin" valueType="num">
                                          <p:cBhvr additive="base">
                                            <p:cTn id="101" dur="1000" fill="hold"/>
                                            <p:tgtEl>
                                              <p:spTgt spid="2"/>
                                            </p:tgtEl>
                                            <p:attrNameLst>
                                              <p:attrName>ppt_x</p:attrName>
                                            </p:attrNameLst>
                                          </p:cBhvr>
                                          <p:tavLst>
                                            <p:tav tm="0">
                                              <p:val>
                                                <p:strVal val="1+#ppt_w/2"/>
                                              </p:val>
                                            </p:tav>
                                            <p:tav tm="100000">
                                              <p:val>
                                                <p:strVal val="#ppt_x"/>
                                              </p:val>
                                            </p:tav>
                                          </p:tavLst>
                                        </p:anim>
                                        <p:anim calcmode="lin" valueType="num">
                                          <p:cBhvr additive="base">
                                            <p:cTn id="102" dur="1000" fill="hold"/>
                                            <p:tgtEl>
                                              <p:spTgt spid="2"/>
                                            </p:tgtEl>
                                            <p:attrNameLst>
                                              <p:attrName>ppt_y</p:attrName>
                                            </p:attrNameLst>
                                          </p:cBhvr>
                                          <p:tavLst>
                                            <p:tav tm="0">
                                              <p:val>
                                                <p:strVal val="#ppt_y"/>
                                              </p:val>
                                            </p:tav>
                                            <p:tav tm="100000">
                                              <p:val>
                                                <p:strVal val="#ppt_y"/>
                                              </p:val>
                                            </p:tav>
                                          </p:tavLst>
                                        </p:anim>
                                      </p:childTnLst>
                                    </p:cTn>
                                  </p:par>
                                  <p:par>
                                    <p:cTn id="103" presetID="2" presetClass="entr" presetSubtype="2" fill="hold" nodeType="withEffect">
                                      <p:stCondLst>
                                        <p:cond delay="1000"/>
                                      </p:stCondLst>
                                      <p:childTnLst>
                                        <p:set>
                                          <p:cBhvr>
                                            <p:cTn id="104" dur="1" fill="hold">
                                              <p:stCondLst>
                                                <p:cond delay="0"/>
                                              </p:stCondLst>
                                            </p:cTn>
                                            <p:tgtEl>
                                              <p:spTgt spid="3"/>
                                            </p:tgtEl>
                                            <p:attrNameLst>
                                              <p:attrName>style.visibility</p:attrName>
                                            </p:attrNameLst>
                                          </p:cBhvr>
                                          <p:to>
                                            <p:strVal val="visible"/>
                                          </p:to>
                                        </p:set>
                                        <p:anim calcmode="lin" valueType="num">
                                          <p:cBhvr additive="base">
                                            <p:cTn id="105" dur="1000" fill="hold"/>
                                            <p:tgtEl>
                                              <p:spTgt spid="3"/>
                                            </p:tgtEl>
                                            <p:attrNameLst>
                                              <p:attrName>ppt_x</p:attrName>
                                            </p:attrNameLst>
                                          </p:cBhvr>
                                          <p:tavLst>
                                            <p:tav tm="0">
                                              <p:val>
                                                <p:strVal val="1+#ppt_w/2"/>
                                              </p:val>
                                            </p:tav>
                                            <p:tav tm="100000">
                                              <p:val>
                                                <p:strVal val="#ppt_x"/>
                                              </p:val>
                                            </p:tav>
                                          </p:tavLst>
                                        </p:anim>
                                        <p:anim calcmode="lin" valueType="num">
                                          <p:cBhvr additive="base">
                                            <p:cTn id="106" dur="1000" fill="hold"/>
                                            <p:tgtEl>
                                              <p:spTgt spid="3"/>
                                            </p:tgtEl>
                                            <p:attrNameLst>
                                              <p:attrName>ppt_y</p:attrName>
                                            </p:attrNameLst>
                                          </p:cBhvr>
                                          <p:tavLst>
                                            <p:tav tm="0">
                                              <p:val>
                                                <p:strVal val="#ppt_y"/>
                                              </p:val>
                                            </p:tav>
                                            <p:tav tm="100000">
                                              <p:val>
                                                <p:strVal val="#ppt_y"/>
                                              </p:val>
                                            </p:tav>
                                          </p:tavLst>
                                        </p:anim>
                                      </p:childTnLst>
                                    </p:cTn>
                                  </p:par>
                                  <p:par>
                                    <p:cTn id="107" presetID="2" presetClass="entr" presetSubtype="2" fill="hold" nodeType="withEffect">
                                      <p:stCondLst>
                                        <p:cond delay="1250"/>
                                      </p:stCondLst>
                                      <p:childTnLst>
                                        <p:set>
                                          <p:cBhvr>
                                            <p:cTn id="108" dur="1" fill="hold">
                                              <p:stCondLst>
                                                <p:cond delay="0"/>
                                              </p:stCondLst>
                                            </p:cTn>
                                            <p:tgtEl>
                                              <p:spTgt spid="4"/>
                                            </p:tgtEl>
                                            <p:attrNameLst>
                                              <p:attrName>style.visibility</p:attrName>
                                            </p:attrNameLst>
                                          </p:cBhvr>
                                          <p:to>
                                            <p:strVal val="visible"/>
                                          </p:to>
                                        </p:set>
                                        <p:anim calcmode="lin" valueType="num">
                                          <p:cBhvr additive="base">
                                            <p:cTn id="109" dur="1000" fill="hold"/>
                                            <p:tgtEl>
                                              <p:spTgt spid="4"/>
                                            </p:tgtEl>
                                            <p:attrNameLst>
                                              <p:attrName>ppt_x</p:attrName>
                                            </p:attrNameLst>
                                          </p:cBhvr>
                                          <p:tavLst>
                                            <p:tav tm="0">
                                              <p:val>
                                                <p:strVal val="1+#ppt_w/2"/>
                                              </p:val>
                                            </p:tav>
                                            <p:tav tm="100000">
                                              <p:val>
                                                <p:strVal val="#ppt_x"/>
                                              </p:val>
                                            </p:tav>
                                          </p:tavLst>
                                        </p:anim>
                                        <p:anim calcmode="lin" valueType="num">
                                          <p:cBhvr additive="base">
                                            <p:cTn id="110" dur="1000" fill="hold"/>
                                            <p:tgtEl>
                                              <p:spTgt spid="4"/>
                                            </p:tgtEl>
                                            <p:attrNameLst>
                                              <p:attrName>ppt_y</p:attrName>
                                            </p:attrNameLst>
                                          </p:cBhvr>
                                          <p:tavLst>
                                            <p:tav tm="0">
                                              <p:val>
                                                <p:strVal val="#ppt_y"/>
                                              </p:val>
                                            </p:tav>
                                            <p:tav tm="100000">
                                              <p:val>
                                                <p:strVal val="#ppt_y"/>
                                              </p:val>
                                            </p:tav>
                                          </p:tavLst>
                                        </p:anim>
                                      </p:childTnLst>
                                    </p:cTn>
                                  </p:par>
                                  <p:par>
                                    <p:cTn id="111" presetID="2" presetClass="entr" presetSubtype="2" fill="hold" nodeType="withEffect">
                                      <p:stCondLst>
                                        <p:cond delay="1500"/>
                                      </p:stCondLst>
                                      <p:childTnLst>
                                        <p:set>
                                          <p:cBhvr>
                                            <p:cTn id="112" dur="1" fill="hold">
                                              <p:stCondLst>
                                                <p:cond delay="0"/>
                                              </p:stCondLst>
                                            </p:cTn>
                                            <p:tgtEl>
                                              <p:spTgt spid="5"/>
                                            </p:tgtEl>
                                            <p:attrNameLst>
                                              <p:attrName>style.visibility</p:attrName>
                                            </p:attrNameLst>
                                          </p:cBhvr>
                                          <p:to>
                                            <p:strVal val="visible"/>
                                          </p:to>
                                        </p:set>
                                        <p:anim calcmode="lin" valueType="num">
                                          <p:cBhvr additive="base">
                                            <p:cTn id="113" dur="1000" fill="hold"/>
                                            <p:tgtEl>
                                              <p:spTgt spid="5"/>
                                            </p:tgtEl>
                                            <p:attrNameLst>
                                              <p:attrName>ppt_x</p:attrName>
                                            </p:attrNameLst>
                                          </p:cBhvr>
                                          <p:tavLst>
                                            <p:tav tm="0">
                                              <p:val>
                                                <p:strVal val="1+#ppt_w/2"/>
                                              </p:val>
                                            </p:tav>
                                            <p:tav tm="100000">
                                              <p:val>
                                                <p:strVal val="#ppt_x"/>
                                              </p:val>
                                            </p:tav>
                                          </p:tavLst>
                                        </p:anim>
                                        <p:anim calcmode="lin" valueType="num">
                                          <p:cBhvr additive="base">
                                            <p:cTn id="114"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51" grpId="0" animBg="1"/>
          <p:bldP spid="52" grpId="0" animBg="1"/>
          <p:bldP spid="53" grpId="0" animBg="1"/>
          <p:bldP spid="54" grpId="0" animBg="1"/>
        </p:bldLst>
      </p:timing>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CC769FAB-A499-4FB9-BEB6-F271C59B7CB6}"/>
              </a:ext>
            </a:extLst>
          </p:cNvPr>
          <p:cNvGrpSpPr/>
          <p:nvPr/>
        </p:nvGrpSpPr>
        <p:grpSpPr>
          <a:xfrm>
            <a:off x="4297363" y="3127376"/>
            <a:ext cx="1601788" cy="1617663"/>
            <a:chOff x="4297363" y="3127376"/>
            <a:chExt cx="1601788" cy="1617663"/>
          </a:xfrm>
        </p:grpSpPr>
        <p:sp>
          <p:nvSpPr>
            <p:cNvPr id="6" name="Freeform 5">
              <a:extLst>
                <a:ext uri="{FF2B5EF4-FFF2-40B4-BE49-F238E27FC236}">
                  <a16:creationId xmlns:a16="http://schemas.microsoft.com/office/drawing/2014/main" id="{00309EE0-0C58-4482-AFEF-54CE9AF2F71C}"/>
                </a:ext>
              </a:extLst>
            </p:cNvPr>
            <p:cNvSpPr>
              <a:spLocks/>
            </p:cNvSpPr>
            <p:nvPr/>
          </p:nvSpPr>
          <p:spPr bwMode="auto">
            <a:xfrm>
              <a:off x="4297363" y="3127376"/>
              <a:ext cx="1601788" cy="1617663"/>
            </a:xfrm>
            <a:custGeom>
              <a:avLst/>
              <a:gdLst>
                <a:gd name="T0" fmla="*/ 223 w 425"/>
                <a:gd name="T1" fmla="*/ 81 h 429"/>
                <a:gd name="T2" fmla="*/ 236 w 425"/>
                <a:gd name="T3" fmla="*/ 0 h 429"/>
                <a:gd name="T4" fmla="*/ 236 w 425"/>
                <a:gd name="T5" fmla="*/ 0 h 429"/>
                <a:gd name="T6" fmla="*/ 0 w 425"/>
                <a:gd name="T7" fmla="*/ 209 h 429"/>
                <a:gd name="T8" fmla="*/ 138 w 425"/>
                <a:gd name="T9" fmla="*/ 371 h 429"/>
                <a:gd name="T10" fmla="*/ 128 w 425"/>
                <a:gd name="T11" fmla="*/ 429 h 429"/>
                <a:gd name="T12" fmla="*/ 425 w 425"/>
                <a:gd name="T13" fmla="*/ 329 h 429"/>
                <a:gd name="T14" fmla="*/ 223 w 425"/>
                <a:gd name="T15" fmla="*/ 81 h 4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5" h="429">
                  <a:moveTo>
                    <a:pt x="223" y="81"/>
                  </a:moveTo>
                  <a:cubicBezTo>
                    <a:pt x="223" y="53"/>
                    <a:pt x="227" y="26"/>
                    <a:pt x="236" y="0"/>
                  </a:cubicBezTo>
                  <a:cubicBezTo>
                    <a:pt x="236" y="0"/>
                    <a:pt x="236" y="0"/>
                    <a:pt x="236" y="0"/>
                  </a:cubicBezTo>
                  <a:cubicBezTo>
                    <a:pt x="175" y="181"/>
                    <a:pt x="114" y="207"/>
                    <a:pt x="0" y="209"/>
                  </a:cubicBezTo>
                  <a:cubicBezTo>
                    <a:pt x="78" y="221"/>
                    <a:pt x="138" y="289"/>
                    <a:pt x="138" y="371"/>
                  </a:cubicBezTo>
                  <a:cubicBezTo>
                    <a:pt x="138" y="392"/>
                    <a:pt x="135" y="411"/>
                    <a:pt x="128" y="429"/>
                  </a:cubicBezTo>
                  <a:cubicBezTo>
                    <a:pt x="186" y="332"/>
                    <a:pt x="239" y="292"/>
                    <a:pt x="425" y="329"/>
                  </a:cubicBezTo>
                  <a:cubicBezTo>
                    <a:pt x="309" y="305"/>
                    <a:pt x="223" y="203"/>
                    <a:pt x="223" y="8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C1E1AC7D-7C19-44D3-B4B3-236B7A323F51}"/>
                </a:ext>
              </a:extLst>
            </p:cNvPr>
            <p:cNvSpPr>
              <a:spLocks/>
            </p:cNvSpPr>
            <p:nvPr/>
          </p:nvSpPr>
          <p:spPr bwMode="auto">
            <a:xfrm>
              <a:off x="4297363" y="3127376"/>
              <a:ext cx="968375" cy="1089025"/>
            </a:xfrm>
            <a:custGeom>
              <a:avLst/>
              <a:gdLst>
                <a:gd name="T0" fmla="*/ 116 w 257"/>
                <a:gd name="T1" fmla="*/ 289 h 289"/>
                <a:gd name="T2" fmla="*/ 257 w 257"/>
                <a:gd name="T3" fmla="*/ 208 h 289"/>
                <a:gd name="T4" fmla="*/ 223 w 257"/>
                <a:gd name="T5" fmla="*/ 81 h 289"/>
                <a:gd name="T6" fmla="*/ 236 w 257"/>
                <a:gd name="T7" fmla="*/ 0 h 289"/>
                <a:gd name="T8" fmla="*/ 236 w 257"/>
                <a:gd name="T9" fmla="*/ 0 h 289"/>
                <a:gd name="T10" fmla="*/ 0 w 257"/>
                <a:gd name="T11" fmla="*/ 209 h 289"/>
                <a:gd name="T12" fmla="*/ 116 w 257"/>
                <a:gd name="T13" fmla="*/ 289 h 289"/>
              </a:gdLst>
              <a:ahLst/>
              <a:cxnLst>
                <a:cxn ang="0">
                  <a:pos x="T0" y="T1"/>
                </a:cxn>
                <a:cxn ang="0">
                  <a:pos x="T2" y="T3"/>
                </a:cxn>
                <a:cxn ang="0">
                  <a:pos x="T4" y="T5"/>
                </a:cxn>
                <a:cxn ang="0">
                  <a:pos x="T6" y="T7"/>
                </a:cxn>
                <a:cxn ang="0">
                  <a:pos x="T8" y="T9"/>
                </a:cxn>
                <a:cxn ang="0">
                  <a:pos x="T10" y="T11"/>
                </a:cxn>
                <a:cxn ang="0">
                  <a:pos x="T12" y="T13"/>
                </a:cxn>
              </a:cxnLst>
              <a:rect l="0" t="0" r="r" b="b"/>
              <a:pathLst>
                <a:path w="257" h="289">
                  <a:moveTo>
                    <a:pt x="116" y="289"/>
                  </a:moveTo>
                  <a:cubicBezTo>
                    <a:pt x="257" y="208"/>
                    <a:pt x="257" y="208"/>
                    <a:pt x="257" y="208"/>
                  </a:cubicBezTo>
                  <a:cubicBezTo>
                    <a:pt x="235" y="171"/>
                    <a:pt x="223" y="127"/>
                    <a:pt x="223" y="81"/>
                  </a:cubicBezTo>
                  <a:cubicBezTo>
                    <a:pt x="223" y="53"/>
                    <a:pt x="227" y="26"/>
                    <a:pt x="236" y="0"/>
                  </a:cubicBezTo>
                  <a:cubicBezTo>
                    <a:pt x="236" y="0"/>
                    <a:pt x="236" y="0"/>
                    <a:pt x="236" y="0"/>
                  </a:cubicBezTo>
                  <a:cubicBezTo>
                    <a:pt x="175" y="181"/>
                    <a:pt x="114" y="207"/>
                    <a:pt x="0" y="209"/>
                  </a:cubicBezTo>
                  <a:cubicBezTo>
                    <a:pt x="50" y="217"/>
                    <a:pt x="92" y="247"/>
                    <a:pt x="116" y="289"/>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3853F9B5-029A-4622-AF64-A59C7FFD7E0E}"/>
              </a:ext>
            </a:extLst>
          </p:cNvPr>
          <p:cNvGrpSpPr/>
          <p:nvPr/>
        </p:nvGrpSpPr>
        <p:grpSpPr>
          <a:xfrm>
            <a:off x="5375275" y="4065588"/>
            <a:ext cx="1436688" cy="1162050"/>
            <a:chOff x="5375275" y="4065588"/>
            <a:chExt cx="1436688" cy="1162050"/>
          </a:xfrm>
        </p:grpSpPr>
        <p:sp>
          <p:nvSpPr>
            <p:cNvPr id="7" name="Freeform 6">
              <a:extLst>
                <a:ext uri="{FF2B5EF4-FFF2-40B4-BE49-F238E27FC236}">
                  <a16:creationId xmlns:a16="http://schemas.microsoft.com/office/drawing/2014/main" id="{E1C891A1-CAD5-49E5-A72C-68BEFA249914}"/>
                </a:ext>
              </a:extLst>
            </p:cNvPr>
            <p:cNvSpPr>
              <a:spLocks/>
            </p:cNvSpPr>
            <p:nvPr/>
          </p:nvSpPr>
          <p:spPr bwMode="auto">
            <a:xfrm>
              <a:off x="5375275" y="4065588"/>
              <a:ext cx="1436688" cy="1162050"/>
            </a:xfrm>
            <a:custGeom>
              <a:avLst/>
              <a:gdLst>
                <a:gd name="T0" fmla="*/ 63 w 381"/>
                <a:gd name="T1" fmla="*/ 308 h 308"/>
                <a:gd name="T2" fmla="*/ 190 w 381"/>
                <a:gd name="T3" fmla="*/ 248 h 308"/>
                <a:gd name="T4" fmla="*/ 318 w 381"/>
                <a:gd name="T5" fmla="*/ 308 h 308"/>
                <a:gd name="T6" fmla="*/ 381 w 381"/>
                <a:gd name="T7" fmla="*/ 0 h 308"/>
                <a:gd name="T8" fmla="*/ 380 w 381"/>
                <a:gd name="T9" fmla="*/ 0 h 308"/>
                <a:gd name="T10" fmla="*/ 190 w 381"/>
                <a:gd name="T11" fmla="*/ 86 h 308"/>
                <a:gd name="T12" fmla="*/ 0 w 381"/>
                <a:gd name="T13" fmla="*/ 0 h 308"/>
                <a:gd name="T14" fmla="*/ 0 w 381"/>
                <a:gd name="T15" fmla="*/ 0 h 308"/>
                <a:gd name="T16" fmla="*/ 63 w 381"/>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1" h="308">
                  <a:moveTo>
                    <a:pt x="63" y="308"/>
                  </a:moveTo>
                  <a:cubicBezTo>
                    <a:pt x="93" y="271"/>
                    <a:pt x="139" y="248"/>
                    <a:pt x="190" y="248"/>
                  </a:cubicBezTo>
                  <a:cubicBezTo>
                    <a:pt x="242" y="248"/>
                    <a:pt x="288" y="271"/>
                    <a:pt x="318" y="308"/>
                  </a:cubicBezTo>
                  <a:cubicBezTo>
                    <a:pt x="262" y="209"/>
                    <a:pt x="255" y="143"/>
                    <a:pt x="381" y="0"/>
                  </a:cubicBezTo>
                  <a:cubicBezTo>
                    <a:pt x="380" y="0"/>
                    <a:pt x="380" y="0"/>
                    <a:pt x="380" y="0"/>
                  </a:cubicBezTo>
                  <a:cubicBezTo>
                    <a:pt x="334" y="52"/>
                    <a:pt x="266" y="86"/>
                    <a:pt x="190" y="86"/>
                  </a:cubicBezTo>
                  <a:cubicBezTo>
                    <a:pt x="115" y="86"/>
                    <a:pt x="47" y="52"/>
                    <a:pt x="0" y="0"/>
                  </a:cubicBezTo>
                  <a:cubicBezTo>
                    <a:pt x="0" y="0"/>
                    <a:pt x="0" y="0"/>
                    <a:pt x="0" y="0"/>
                  </a:cubicBezTo>
                  <a:cubicBezTo>
                    <a:pt x="126" y="143"/>
                    <a:pt x="119" y="209"/>
                    <a:pt x="63" y="30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2BE5FDBD-7932-4C33-9E4D-0791F7BC0597}"/>
                </a:ext>
              </a:extLst>
            </p:cNvPr>
            <p:cNvSpPr>
              <a:spLocks/>
            </p:cNvSpPr>
            <p:nvPr/>
          </p:nvSpPr>
          <p:spPr bwMode="auto">
            <a:xfrm>
              <a:off x="5375275" y="4065588"/>
              <a:ext cx="717550" cy="1162050"/>
            </a:xfrm>
            <a:custGeom>
              <a:avLst/>
              <a:gdLst>
                <a:gd name="T0" fmla="*/ 63 w 190"/>
                <a:gd name="T1" fmla="*/ 308 h 308"/>
                <a:gd name="T2" fmla="*/ 190 w 190"/>
                <a:gd name="T3" fmla="*/ 248 h 308"/>
                <a:gd name="T4" fmla="*/ 190 w 190"/>
                <a:gd name="T5" fmla="*/ 248 h 308"/>
                <a:gd name="T6" fmla="*/ 190 w 190"/>
                <a:gd name="T7" fmla="*/ 86 h 308"/>
                <a:gd name="T8" fmla="*/ 190 w 190"/>
                <a:gd name="T9" fmla="*/ 86 h 308"/>
                <a:gd name="T10" fmla="*/ 0 w 190"/>
                <a:gd name="T11" fmla="*/ 0 h 308"/>
                <a:gd name="T12" fmla="*/ 0 w 190"/>
                <a:gd name="T13" fmla="*/ 0 h 308"/>
                <a:gd name="T14" fmla="*/ 63 w 190"/>
                <a:gd name="T15" fmla="*/ 308 h 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308">
                  <a:moveTo>
                    <a:pt x="63" y="308"/>
                  </a:moveTo>
                  <a:cubicBezTo>
                    <a:pt x="93" y="271"/>
                    <a:pt x="139" y="248"/>
                    <a:pt x="190" y="248"/>
                  </a:cubicBezTo>
                  <a:cubicBezTo>
                    <a:pt x="190" y="248"/>
                    <a:pt x="190" y="248"/>
                    <a:pt x="190" y="248"/>
                  </a:cubicBezTo>
                  <a:cubicBezTo>
                    <a:pt x="190" y="86"/>
                    <a:pt x="190" y="86"/>
                    <a:pt x="190" y="86"/>
                  </a:cubicBezTo>
                  <a:cubicBezTo>
                    <a:pt x="190" y="86"/>
                    <a:pt x="190" y="86"/>
                    <a:pt x="190" y="86"/>
                  </a:cubicBezTo>
                  <a:cubicBezTo>
                    <a:pt x="115" y="86"/>
                    <a:pt x="47" y="52"/>
                    <a:pt x="0" y="0"/>
                  </a:cubicBezTo>
                  <a:cubicBezTo>
                    <a:pt x="0" y="0"/>
                    <a:pt x="0" y="0"/>
                    <a:pt x="0" y="0"/>
                  </a:cubicBezTo>
                  <a:cubicBezTo>
                    <a:pt x="126" y="143"/>
                    <a:pt x="119" y="209"/>
                    <a:pt x="63" y="30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4" name="Group 53">
            <a:extLst>
              <a:ext uri="{FF2B5EF4-FFF2-40B4-BE49-F238E27FC236}">
                <a16:creationId xmlns:a16="http://schemas.microsoft.com/office/drawing/2014/main" id="{7DF86EAA-A864-4E02-A125-0546399CEBDE}"/>
              </a:ext>
            </a:extLst>
          </p:cNvPr>
          <p:cNvGrpSpPr/>
          <p:nvPr/>
        </p:nvGrpSpPr>
        <p:grpSpPr>
          <a:xfrm>
            <a:off x="6288088" y="3127376"/>
            <a:ext cx="1603375" cy="1617663"/>
            <a:chOff x="6288088" y="3127376"/>
            <a:chExt cx="1603375" cy="1617663"/>
          </a:xfrm>
        </p:grpSpPr>
        <p:sp>
          <p:nvSpPr>
            <p:cNvPr id="8" name="Freeform 7">
              <a:extLst>
                <a:ext uri="{FF2B5EF4-FFF2-40B4-BE49-F238E27FC236}">
                  <a16:creationId xmlns:a16="http://schemas.microsoft.com/office/drawing/2014/main" id="{39D88157-9C9B-443B-BC78-17A5F4D02313}"/>
                </a:ext>
              </a:extLst>
            </p:cNvPr>
            <p:cNvSpPr>
              <a:spLocks/>
            </p:cNvSpPr>
            <p:nvPr/>
          </p:nvSpPr>
          <p:spPr bwMode="auto">
            <a:xfrm>
              <a:off x="6288088" y="3127376"/>
              <a:ext cx="1603375" cy="1617663"/>
            </a:xfrm>
            <a:custGeom>
              <a:avLst/>
              <a:gdLst>
                <a:gd name="T0" fmla="*/ 287 w 425"/>
                <a:gd name="T1" fmla="*/ 371 h 429"/>
                <a:gd name="T2" fmla="*/ 425 w 425"/>
                <a:gd name="T3" fmla="*/ 209 h 429"/>
                <a:gd name="T4" fmla="*/ 189 w 425"/>
                <a:gd name="T5" fmla="*/ 0 h 429"/>
                <a:gd name="T6" fmla="*/ 189 w 425"/>
                <a:gd name="T7" fmla="*/ 0 h 429"/>
                <a:gd name="T8" fmla="*/ 202 w 425"/>
                <a:gd name="T9" fmla="*/ 81 h 429"/>
                <a:gd name="T10" fmla="*/ 0 w 425"/>
                <a:gd name="T11" fmla="*/ 329 h 429"/>
                <a:gd name="T12" fmla="*/ 297 w 425"/>
                <a:gd name="T13" fmla="*/ 429 h 429"/>
                <a:gd name="T14" fmla="*/ 287 w 425"/>
                <a:gd name="T15" fmla="*/ 371 h 4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5" h="429">
                  <a:moveTo>
                    <a:pt x="287" y="371"/>
                  </a:moveTo>
                  <a:cubicBezTo>
                    <a:pt x="287" y="289"/>
                    <a:pt x="346" y="221"/>
                    <a:pt x="425" y="209"/>
                  </a:cubicBezTo>
                  <a:cubicBezTo>
                    <a:pt x="311" y="207"/>
                    <a:pt x="249" y="181"/>
                    <a:pt x="189" y="0"/>
                  </a:cubicBezTo>
                  <a:cubicBezTo>
                    <a:pt x="189" y="0"/>
                    <a:pt x="189" y="0"/>
                    <a:pt x="189" y="0"/>
                  </a:cubicBezTo>
                  <a:cubicBezTo>
                    <a:pt x="197" y="26"/>
                    <a:pt x="202" y="53"/>
                    <a:pt x="202" y="81"/>
                  </a:cubicBezTo>
                  <a:cubicBezTo>
                    <a:pt x="202" y="203"/>
                    <a:pt x="115" y="306"/>
                    <a:pt x="0" y="329"/>
                  </a:cubicBezTo>
                  <a:cubicBezTo>
                    <a:pt x="185" y="292"/>
                    <a:pt x="239" y="332"/>
                    <a:pt x="297" y="429"/>
                  </a:cubicBezTo>
                  <a:cubicBezTo>
                    <a:pt x="290" y="411"/>
                    <a:pt x="287" y="392"/>
                    <a:pt x="287" y="37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5D65F503-6ACC-4D1C-8C21-203DD0B16BEC}"/>
                </a:ext>
              </a:extLst>
            </p:cNvPr>
            <p:cNvSpPr>
              <a:spLocks/>
            </p:cNvSpPr>
            <p:nvPr/>
          </p:nvSpPr>
          <p:spPr bwMode="auto">
            <a:xfrm>
              <a:off x="6288088" y="3911601"/>
              <a:ext cx="1165225" cy="833438"/>
            </a:xfrm>
            <a:custGeom>
              <a:avLst/>
              <a:gdLst>
                <a:gd name="T0" fmla="*/ 287 w 309"/>
                <a:gd name="T1" fmla="*/ 163 h 221"/>
                <a:gd name="T2" fmla="*/ 309 w 309"/>
                <a:gd name="T3" fmla="*/ 81 h 221"/>
                <a:gd name="T4" fmla="*/ 168 w 309"/>
                <a:gd name="T5" fmla="*/ 0 h 221"/>
                <a:gd name="T6" fmla="*/ 0 w 309"/>
                <a:gd name="T7" fmla="*/ 121 h 221"/>
                <a:gd name="T8" fmla="*/ 297 w 309"/>
                <a:gd name="T9" fmla="*/ 221 h 221"/>
                <a:gd name="T10" fmla="*/ 287 w 309"/>
                <a:gd name="T11" fmla="*/ 163 h 221"/>
              </a:gdLst>
              <a:ahLst/>
              <a:cxnLst>
                <a:cxn ang="0">
                  <a:pos x="T0" y="T1"/>
                </a:cxn>
                <a:cxn ang="0">
                  <a:pos x="T2" y="T3"/>
                </a:cxn>
                <a:cxn ang="0">
                  <a:pos x="T4" y="T5"/>
                </a:cxn>
                <a:cxn ang="0">
                  <a:pos x="T6" y="T7"/>
                </a:cxn>
                <a:cxn ang="0">
                  <a:pos x="T8" y="T9"/>
                </a:cxn>
                <a:cxn ang="0">
                  <a:pos x="T10" y="T11"/>
                </a:cxn>
              </a:cxnLst>
              <a:rect l="0" t="0" r="r" b="b"/>
              <a:pathLst>
                <a:path w="309" h="221">
                  <a:moveTo>
                    <a:pt x="287" y="163"/>
                  </a:moveTo>
                  <a:cubicBezTo>
                    <a:pt x="287" y="133"/>
                    <a:pt x="295" y="105"/>
                    <a:pt x="309" y="81"/>
                  </a:cubicBezTo>
                  <a:cubicBezTo>
                    <a:pt x="168" y="0"/>
                    <a:pt x="168" y="0"/>
                    <a:pt x="168" y="0"/>
                  </a:cubicBezTo>
                  <a:cubicBezTo>
                    <a:pt x="132" y="61"/>
                    <a:pt x="72" y="107"/>
                    <a:pt x="0" y="121"/>
                  </a:cubicBezTo>
                  <a:cubicBezTo>
                    <a:pt x="185" y="84"/>
                    <a:pt x="239" y="124"/>
                    <a:pt x="297" y="221"/>
                  </a:cubicBezTo>
                  <a:cubicBezTo>
                    <a:pt x="290" y="203"/>
                    <a:pt x="287" y="184"/>
                    <a:pt x="287" y="163"/>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35969527-D67E-4D2E-8546-A384F9EA2E57}"/>
              </a:ext>
            </a:extLst>
          </p:cNvPr>
          <p:cNvGrpSpPr/>
          <p:nvPr/>
        </p:nvGrpSpPr>
        <p:grpSpPr>
          <a:xfrm>
            <a:off x="6288088" y="2120901"/>
            <a:ext cx="1603375" cy="1617663"/>
            <a:chOff x="6288088" y="2120901"/>
            <a:chExt cx="1603375" cy="1617663"/>
          </a:xfrm>
        </p:grpSpPr>
        <p:sp>
          <p:nvSpPr>
            <p:cNvPr id="9" name="Freeform 8">
              <a:extLst>
                <a:ext uri="{FF2B5EF4-FFF2-40B4-BE49-F238E27FC236}">
                  <a16:creationId xmlns:a16="http://schemas.microsoft.com/office/drawing/2014/main" id="{5E7D5A62-B35D-4950-A1D4-378F39DA68AB}"/>
                </a:ext>
              </a:extLst>
            </p:cNvPr>
            <p:cNvSpPr>
              <a:spLocks/>
            </p:cNvSpPr>
            <p:nvPr/>
          </p:nvSpPr>
          <p:spPr bwMode="auto">
            <a:xfrm>
              <a:off x="6288088" y="2120901"/>
              <a:ext cx="1603375" cy="1617663"/>
            </a:xfrm>
            <a:custGeom>
              <a:avLst/>
              <a:gdLst>
                <a:gd name="T0" fmla="*/ 287 w 425"/>
                <a:gd name="T1" fmla="*/ 58 h 429"/>
                <a:gd name="T2" fmla="*/ 297 w 425"/>
                <a:gd name="T3" fmla="*/ 0 h 429"/>
                <a:gd name="T4" fmla="*/ 0 w 425"/>
                <a:gd name="T5" fmla="*/ 100 h 429"/>
                <a:gd name="T6" fmla="*/ 202 w 425"/>
                <a:gd name="T7" fmla="*/ 348 h 429"/>
                <a:gd name="T8" fmla="*/ 189 w 425"/>
                <a:gd name="T9" fmla="*/ 429 h 429"/>
                <a:gd name="T10" fmla="*/ 189 w 425"/>
                <a:gd name="T11" fmla="*/ 429 h 429"/>
                <a:gd name="T12" fmla="*/ 425 w 425"/>
                <a:gd name="T13" fmla="*/ 220 h 429"/>
                <a:gd name="T14" fmla="*/ 287 w 425"/>
                <a:gd name="T15" fmla="*/ 58 h 4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5" h="429">
                  <a:moveTo>
                    <a:pt x="287" y="58"/>
                  </a:moveTo>
                  <a:cubicBezTo>
                    <a:pt x="287" y="37"/>
                    <a:pt x="290" y="18"/>
                    <a:pt x="297" y="0"/>
                  </a:cubicBezTo>
                  <a:cubicBezTo>
                    <a:pt x="239" y="97"/>
                    <a:pt x="185" y="137"/>
                    <a:pt x="0" y="100"/>
                  </a:cubicBezTo>
                  <a:cubicBezTo>
                    <a:pt x="115" y="124"/>
                    <a:pt x="202" y="226"/>
                    <a:pt x="202" y="348"/>
                  </a:cubicBezTo>
                  <a:cubicBezTo>
                    <a:pt x="202" y="376"/>
                    <a:pt x="197" y="403"/>
                    <a:pt x="189" y="429"/>
                  </a:cubicBezTo>
                  <a:cubicBezTo>
                    <a:pt x="189" y="429"/>
                    <a:pt x="189" y="429"/>
                    <a:pt x="189" y="429"/>
                  </a:cubicBezTo>
                  <a:cubicBezTo>
                    <a:pt x="249" y="248"/>
                    <a:pt x="311" y="222"/>
                    <a:pt x="425" y="220"/>
                  </a:cubicBezTo>
                  <a:cubicBezTo>
                    <a:pt x="346" y="208"/>
                    <a:pt x="287" y="140"/>
                    <a:pt x="287" y="58"/>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7F21C662-0BC2-4852-BD03-8D6AD2458693}"/>
                </a:ext>
              </a:extLst>
            </p:cNvPr>
            <p:cNvSpPr>
              <a:spLocks/>
            </p:cNvSpPr>
            <p:nvPr/>
          </p:nvSpPr>
          <p:spPr bwMode="auto">
            <a:xfrm>
              <a:off x="6921500" y="2647951"/>
              <a:ext cx="969963" cy="1090613"/>
            </a:xfrm>
            <a:custGeom>
              <a:avLst/>
              <a:gdLst>
                <a:gd name="T0" fmla="*/ 141 w 257"/>
                <a:gd name="T1" fmla="*/ 0 h 289"/>
                <a:gd name="T2" fmla="*/ 0 w 257"/>
                <a:gd name="T3" fmla="*/ 81 h 289"/>
                <a:gd name="T4" fmla="*/ 34 w 257"/>
                <a:gd name="T5" fmla="*/ 208 h 289"/>
                <a:gd name="T6" fmla="*/ 21 w 257"/>
                <a:gd name="T7" fmla="*/ 289 h 289"/>
                <a:gd name="T8" fmla="*/ 21 w 257"/>
                <a:gd name="T9" fmla="*/ 289 h 289"/>
                <a:gd name="T10" fmla="*/ 257 w 257"/>
                <a:gd name="T11" fmla="*/ 80 h 289"/>
                <a:gd name="T12" fmla="*/ 141 w 257"/>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257" h="289">
                  <a:moveTo>
                    <a:pt x="141" y="0"/>
                  </a:moveTo>
                  <a:cubicBezTo>
                    <a:pt x="0" y="81"/>
                    <a:pt x="0" y="81"/>
                    <a:pt x="0" y="81"/>
                  </a:cubicBezTo>
                  <a:cubicBezTo>
                    <a:pt x="22" y="119"/>
                    <a:pt x="34" y="162"/>
                    <a:pt x="34" y="208"/>
                  </a:cubicBezTo>
                  <a:cubicBezTo>
                    <a:pt x="34" y="236"/>
                    <a:pt x="29" y="263"/>
                    <a:pt x="21" y="289"/>
                  </a:cubicBezTo>
                  <a:cubicBezTo>
                    <a:pt x="21" y="289"/>
                    <a:pt x="21" y="289"/>
                    <a:pt x="21" y="289"/>
                  </a:cubicBezTo>
                  <a:cubicBezTo>
                    <a:pt x="81" y="108"/>
                    <a:pt x="143" y="82"/>
                    <a:pt x="257" y="80"/>
                  </a:cubicBezTo>
                  <a:cubicBezTo>
                    <a:pt x="207" y="72"/>
                    <a:pt x="165" y="42"/>
                    <a:pt x="141"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C3A39715-B35E-4040-85E5-C7A99E39CC6E}"/>
              </a:ext>
            </a:extLst>
          </p:cNvPr>
          <p:cNvGrpSpPr/>
          <p:nvPr/>
        </p:nvGrpSpPr>
        <p:grpSpPr>
          <a:xfrm>
            <a:off x="5375275" y="1638301"/>
            <a:ext cx="1436688" cy="1160463"/>
            <a:chOff x="5375275" y="1638301"/>
            <a:chExt cx="1436688" cy="1160463"/>
          </a:xfrm>
        </p:grpSpPr>
        <p:sp>
          <p:nvSpPr>
            <p:cNvPr id="10" name="Freeform 9">
              <a:extLst>
                <a:ext uri="{FF2B5EF4-FFF2-40B4-BE49-F238E27FC236}">
                  <a16:creationId xmlns:a16="http://schemas.microsoft.com/office/drawing/2014/main" id="{54B2A87F-75BF-4DBA-B0B7-19004E09BC5E}"/>
                </a:ext>
              </a:extLst>
            </p:cNvPr>
            <p:cNvSpPr>
              <a:spLocks/>
            </p:cNvSpPr>
            <p:nvPr/>
          </p:nvSpPr>
          <p:spPr bwMode="auto">
            <a:xfrm>
              <a:off x="5375275" y="1638301"/>
              <a:ext cx="1436688" cy="1160463"/>
            </a:xfrm>
            <a:custGeom>
              <a:avLst/>
              <a:gdLst>
                <a:gd name="T0" fmla="*/ 318 w 381"/>
                <a:gd name="T1" fmla="*/ 0 h 308"/>
                <a:gd name="T2" fmla="*/ 190 w 381"/>
                <a:gd name="T3" fmla="*/ 60 h 308"/>
                <a:gd name="T4" fmla="*/ 63 w 381"/>
                <a:gd name="T5" fmla="*/ 0 h 308"/>
                <a:gd name="T6" fmla="*/ 0 w 381"/>
                <a:gd name="T7" fmla="*/ 308 h 308"/>
                <a:gd name="T8" fmla="*/ 0 w 381"/>
                <a:gd name="T9" fmla="*/ 308 h 308"/>
                <a:gd name="T10" fmla="*/ 190 w 381"/>
                <a:gd name="T11" fmla="*/ 222 h 308"/>
                <a:gd name="T12" fmla="*/ 380 w 381"/>
                <a:gd name="T13" fmla="*/ 308 h 308"/>
                <a:gd name="T14" fmla="*/ 381 w 381"/>
                <a:gd name="T15" fmla="*/ 308 h 308"/>
                <a:gd name="T16" fmla="*/ 318 w 381"/>
                <a:gd name="T17"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1" h="308">
                  <a:moveTo>
                    <a:pt x="318" y="0"/>
                  </a:moveTo>
                  <a:cubicBezTo>
                    <a:pt x="288" y="37"/>
                    <a:pt x="242" y="60"/>
                    <a:pt x="190" y="60"/>
                  </a:cubicBezTo>
                  <a:cubicBezTo>
                    <a:pt x="139" y="60"/>
                    <a:pt x="93" y="37"/>
                    <a:pt x="63" y="0"/>
                  </a:cubicBezTo>
                  <a:cubicBezTo>
                    <a:pt x="119" y="99"/>
                    <a:pt x="126" y="166"/>
                    <a:pt x="0" y="308"/>
                  </a:cubicBezTo>
                  <a:cubicBezTo>
                    <a:pt x="0" y="308"/>
                    <a:pt x="0" y="308"/>
                    <a:pt x="0" y="308"/>
                  </a:cubicBezTo>
                  <a:cubicBezTo>
                    <a:pt x="47" y="256"/>
                    <a:pt x="115" y="222"/>
                    <a:pt x="190" y="222"/>
                  </a:cubicBezTo>
                  <a:cubicBezTo>
                    <a:pt x="266" y="222"/>
                    <a:pt x="334" y="256"/>
                    <a:pt x="380" y="308"/>
                  </a:cubicBezTo>
                  <a:cubicBezTo>
                    <a:pt x="381" y="308"/>
                    <a:pt x="381" y="308"/>
                    <a:pt x="381" y="308"/>
                  </a:cubicBezTo>
                  <a:cubicBezTo>
                    <a:pt x="255" y="166"/>
                    <a:pt x="262" y="99"/>
                    <a:pt x="318"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C53A0778-52C9-4AE9-897D-0DB32A09C138}"/>
                </a:ext>
              </a:extLst>
            </p:cNvPr>
            <p:cNvSpPr>
              <a:spLocks/>
            </p:cNvSpPr>
            <p:nvPr/>
          </p:nvSpPr>
          <p:spPr bwMode="auto">
            <a:xfrm>
              <a:off x="6092825" y="1638301"/>
              <a:ext cx="719138" cy="1160463"/>
            </a:xfrm>
            <a:custGeom>
              <a:avLst/>
              <a:gdLst>
                <a:gd name="T0" fmla="*/ 128 w 191"/>
                <a:gd name="T1" fmla="*/ 0 h 308"/>
                <a:gd name="T2" fmla="*/ 0 w 191"/>
                <a:gd name="T3" fmla="*/ 60 h 308"/>
                <a:gd name="T4" fmla="*/ 0 w 191"/>
                <a:gd name="T5" fmla="*/ 222 h 308"/>
                <a:gd name="T6" fmla="*/ 190 w 191"/>
                <a:gd name="T7" fmla="*/ 308 h 308"/>
                <a:gd name="T8" fmla="*/ 191 w 191"/>
                <a:gd name="T9" fmla="*/ 308 h 308"/>
                <a:gd name="T10" fmla="*/ 128 w 191"/>
                <a:gd name="T11" fmla="*/ 0 h 308"/>
              </a:gdLst>
              <a:ahLst/>
              <a:cxnLst>
                <a:cxn ang="0">
                  <a:pos x="T0" y="T1"/>
                </a:cxn>
                <a:cxn ang="0">
                  <a:pos x="T2" y="T3"/>
                </a:cxn>
                <a:cxn ang="0">
                  <a:pos x="T4" y="T5"/>
                </a:cxn>
                <a:cxn ang="0">
                  <a:pos x="T6" y="T7"/>
                </a:cxn>
                <a:cxn ang="0">
                  <a:pos x="T8" y="T9"/>
                </a:cxn>
                <a:cxn ang="0">
                  <a:pos x="T10" y="T11"/>
                </a:cxn>
              </a:cxnLst>
              <a:rect l="0" t="0" r="r" b="b"/>
              <a:pathLst>
                <a:path w="191" h="308">
                  <a:moveTo>
                    <a:pt x="128" y="0"/>
                  </a:moveTo>
                  <a:cubicBezTo>
                    <a:pt x="98" y="37"/>
                    <a:pt x="52" y="60"/>
                    <a:pt x="0" y="60"/>
                  </a:cubicBezTo>
                  <a:cubicBezTo>
                    <a:pt x="0" y="222"/>
                    <a:pt x="0" y="222"/>
                    <a:pt x="0" y="222"/>
                  </a:cubicBezTo>
                  <a:cubicBezTo>
                    <a:pt x="76" y="222"/>
                    <a:pt x="144" y="256"/>
                    <a:pt x="190" y="308"/>
                  </a:cubicBezTo>
                  <a:cubicBezTo>
                    <a:pt x="191" y="308"/>
                    <a:pt x="191" y="308"/>
                    <a:pt x="191" y="308"/>
                  </a:cubicBezTo>
                  <a:cubicBezTo>
                    <a:pt x="65" y="166"/>
                    <a:pt x="72" y="99"/>
                    <a:pt x="128"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5" name="Group 54">
            <a:extLst>
              <a:ext uri="{FF2B5EF4-FFF2-40B4-BE49-F238E27FC236}">
                <a16:creationId xmlns:a16="http://schemas.microsoft.com/office/drawing/2014/main" id="{BC41FAD1-D145-446A-A384-E672B89573B9}"/>
              </a:ext>
            </a:extLst>
          </p:cNvPr>
          <p:cNvGrpSpPr/>
          <p:nvPr/>
        </p:nvGrpSpPr>
        <p:grpSpPr>
          <a:xfrm>
            <a:off x="4297363" y="2120901"/>
            <a:ext cx="1601788" cy="1617663"/>
            <a:chOff x="4297363" y="2120901"/>
            <a:chExt cx="1601788" cy="1617663"/>
          </a:xfrm>
        </p:grpSpPr>
        <p:sp>
          <p:nvSpPr>
            <p:cNvPr id="11" name="Freeform 10">
              <a:extLst>
                <a:ext uri="{FF2B5EF4-FFF2-40B4-BE49-F238E27FC236}">
                  <a16:creationId xmlns:a16="http://schemas.microsoft.com/office/drawing/2014/main" id="{25F859E5-6CB6-44E2-AA9F-99AA3100A98F}"/>
                </a:ext>
              </a:extLst>
            </p:cNvPr>
            <p:cNvSpPr>
              <a:spLocks/>
            </p:cNvSpPr>
            <p:nvPr/>
          </p:nvSpPr>
          <p:spPr bwMode="auto">
            <a:xfrm>
              <a:off x="4297363" y="2120901"/>
              <a:ext cx="1601788" cy="1617663"/>
            </a:xfrm>
            <a:custGeom>
              <a:avLst/>
              <a:gdLst>
                <a:gd name="T0" fmla="*/ 425 w 425"/>
                <a:gd name="T1" fmla="*/ 100 h 429"/>
                <a:gd name="T2" fmla="*/ 128 w 425"/>
                <a:gd name="T3" fmla="*/ 0 h 429"/>
                <a:gd name="T4" fmla="*/ 138 w 425"/>
                <a:gd name="T5" fmla="*/ 58 h 429"/>
                <a:gd name="T6" fmla="*/ 0 w 425"/>
                <a:gd name="T7" fmla="*/ 220 h 429"/>
                <a:gd name="T8" fmla="*/ 236 w 425"/>
                <a:gd name="T9" fmla="*/ 429 h 429"/>
                <a:gd name="T10" fmla="*/ 236 w 425"/>
                <a:gd name="T11" fmla="*/ 429 h 429"/>
                <a:gd name="T12" fmla="*/ 223 w 425"/>
                <a:gd name="T13" fmla="*/ 348 h 429"/>
                <a:gd name="T14" fmla="*/ 425 w 425"/>
                <a:gd name="T15" fmla="*/ 100 h 4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5" h="429">
                  <a:moveTo>
                    <a:pt x="425" y="100"/>
                  </a:moveTo>
                  <a:cubicBezTo>
                    <a:pt x="239" y="137"/>
                    <a:pt x="186" y="97"/>
                    <a:pt x="128" y="0"/>
                  </a:cubicBezTo>
                  <a:cubicBezTo>
                    <a:pt x="135" y="18"/>
                    <a:pt x="138" y="37"/>
                    <a:pt x="138" y="58"/>
                  </a:cubicBezTo>
                  <a:cubicBezTo>
                    <a:pt x="138" y="140"/>
                    <a:pt x="78" y="208"/>
                    <a:pt x="0" y="220"/>
                  </a:cubicBezTo>
                  <a:cubicBezTo>
                    <a:pt x="114" y="222"/>
                    <a:pt x="175" y="248"/>
                    <a:pt x="236" y="429"/>
                  </a:cubicBezTo>
                  <a:cubicBezTo>
                    <a:pt x="236" y="429"/>
                    <a:pt x="236" y="429"/>
                    <a:pt x="236" y="429"/>
                  </a:cubicBezTo>
                  <a:cubicBezTo>
                    <a:pt x="227" y="403"/>
                    <a:pt x="223" y="376"/>
                    <a:pt x="223" y="348"/>
                  </a:cubicBezTo>
                  <a:cubicBezTo>
                    <a:pt x="223" y="226"/>
                    <a:pt x="309" y="124"/>
                    <a:pt x="425" y="10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78A569BE-9D90-4FF6-A591-8F557605C05D}"/>
                </a:ext>
              </a:extLst>
            </p:cNvPr>
            <p:cNvSpPr>
              <a:spLocks/>
            </p:cNvSpPr>
            <p:nvPr/>
          </p:nvSpPr>
          <p:spPr bwMode="auto">
            <a:xfrm>
              <a:off x="4733925" y="2120901"/>
              <a:ext cx="1165225" cy="833438"/>
            </a:xfrm>
            <a:custGeom>
              <a:avLst/>
              <a:gdLst>
                <a:gd name="T0" fmla="*/ 12 w 309"/>
                <a:gd name="T1" fmla="*/ 0 h 221"/>
                <a:gd name="T2" fmla="*/ 22 w 309"/>
                <a:gd name="T3" fmla="*/ 58 h 221"/>
                <a:gd name="T4" fmla="*/ 0 w 309"/>
                <a:gd name="T5" fmla="*/ 140 h 221"/>
                <a:gd name="T6" fmla="*/ 141 w 309"/>
                <a:gd name="T7" fmla="*/ 221 h 221"/>
                <a:gd name="T8" fmla="*/ 309 w 309"/>
                <a:gd name="T9" fmla="*/ 100 h 221"/>
                <a:gd name="T10" fmla="*/ 12 w 309"/>
                <a:gd name="T11" fmla="*/ 0 h 221"/>
              </a:gdLst>
              <a:ahLst/>
              <a:cxnLst>
                <a:cxn ang="0">
                  <a:pos x="T0" y="T1"/>
                </a:cxn>
                <a:cxn ang="0">
                  <a:pos x="T2" y="T3"/>
                </a:cxn>
                <a:cxn ang="0">
                  <a:pos x="T4" y="T5"/>
                </a:cxn>
                <a:cxn ang="0">
                  <a:pos x="T6" y="T7"/>
                </a:cxn>
                <a:cxn ang="0">
                  <a:pos x="T8" y="T9"/>
                </a:cxn>
                <a:cxn ang="0">
                  <a:pos x="T10" y="T11"/>
                </a:cxn>
              </a:cxnLst>
              <a:rect l="0" t="0" r="r" b="b"/>
              <a:pathLst>
                <a:path w="309" h="221">
                  <a:moveTo>
                    <a:pt x="12" y="0"/>
                  </a:moveTo>
                  <a:cubicBezTo>
                    <a:pt x="19" y="18"/>
                    <a:pt x="22" y="37"/>
                    <a:pt x="22" y="58"/>
                  </a:cubicBezTo>
                  <a:cubicBezTo>
                    <a:pt x="22" y="88"/>
                    <a:pt x="14" y="116"/>
                    <a:pt x="0" y="140"/>
                  </a:cubicBezTo>
                  <a:cubicBezTo>
                    <a:pt x="141" y="221"/>
                    <a:pt x="141" y="221"/>
                    <a:pt x="141" y="221"/>
                  </a:cubicBezTo>
                  <a:cubicBezTo>
                    <a:pt x="176" y="160"/>
                    <a:pt x="237" y="115"/>
                    <a:pt x="309" y="100"/>
                  </a:cubicBezTo>
                  <a:cubicBezTo>
                    <a:pt x="123" y="137"/>
                    <a:pt x="70" y="97"/>
                    <a:pt x="12"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9" name="Group 58">
            <a:extLst>
              <a:ext uri="{FF2B5EF4-FFF2-40B4-BE49-F238E27FC236}">
                <a16:creationId xmlns:a16="http://schemas.microsoft.com/office/drawing/2014/main" id="{5F8BC13E-9D29-463D-B608-2590D5D23B45}"/>
              </a:ext>
            </a:extLst>
          </p:cNvPr>
          <p:cNvGrpSpPr/>
          <p:nvPr/>
        </p:nvGrpSpPr>
        <p:grpSpPr>
          <a:xfrm>
            <a:off x="3581400" y="3908426"/>
            <a:ext cx="1236663" cy="1236663"/>
            <a:chOff x="3581400" y="3908426"/>
            <a:chExt cx="1236663" cy="1236663"/>
          </a:xfrm>
          <a:effectLst>
            <a:outerShdw blurRad="139700" dist="76200" dir="2700000" algn="tl" rotWithShape="0">
              <a:prstClr val="black">
                <a:alpha val="33000"/>
              </a:prstClr>
            </a:outerShdw>
          </a:effectLst>
        </p:grpSpPr>
        <p:sp>
          <p:nvSpPr>
            <p:cNvPr id="19" name="Oval 18">
              <a:extLst>
                <a:ext uri="{FF2B5EF4-FFF2-40B4-BE49-F238E27FC236}">
                  <a16:creationId xmlns:a16="http://schemas.microsoft.com/office/drawing/2014/main" id="{A3158759-6C37-4BF7-95D4-2CCC685F41C0}"/>
                </a:ext>
              </a:extLst>
            </p:cNvPr>
            <p:cNvSpPr>
              <a:spLocks noChangeArrowheads="1"/>
            </p:cNvSpPr>
            <p:nvPr/>
          </p:nvSpPr>
          <p:spPr bwMode="auto">
            <a:xfrm>
              <a:off x="3581400" y="3908426"/>
              <a:ext cx="1236663" cy="1236663"/>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9AFEA161-E070-4F22-B203-5A8659AF82C9}"/>
                </a:ext>
              </a:extLst>
            </p:cNvPr>
            <p:cNvSpPr>
              <a:spLocks/>
            </p:cNvSpPr>
            <p:nvPr/>
          </p:nvSpPr>
          <p:spPr bwMode="auto">
            <a:xfrm>
              <a:off x="3757613" y="4084638"/>
              <a:ext cx="1060450" cy="1060450"/>
            </a:xfrm>
            <a:custGeom>
              <a:avLst/>
              <a:gdLst>
                <a:gd name="T0" fmla="*/ 232 w 281"/>
                <a:gd name="T1" fmla="*/ 0 h 281"/>
                <a:gd name="T2" fmla="*/ 278 w 281"/>
                <a:gd name="T3" fmla="*/ 114 h 281"/>
                <a:gd name="T4" fmla="*/ 114 w 281"/>
                <a:gd name="T5" fmla="*/ 278 h 281"/>
                <a:gd name="T6" fmla="*/ 0 w 281"/>
                <a:gd name="T7" fmla="*/ 232 h 281"/>
                <a:gd name="T8" fmla="*/ 117 w 281"/>
                <a:gd name="T9" fmla="*/ 281 h 281"/>
                <a:gd name="T10" fmla="*/ 281 w 281"/>
                <a:gd name="T11" fmla="*/ 117 h 281"/>
                <a:gd name="T12" fmla="*/ 232 w 281"/>
                <a:gd name="T13" fmla="*/ 0 h 281"/>
              </a:gdLst>
              <a:ahLst/>
              <a:cxnLst>
                <a:cxn ang="0">
                  <a:pos x="T0" y="T1"/>
                </a:cxn>
                <a:cxn ang="0">
                  <a:pos x="T2" y="T3"/>
                </a:cxn>
                <a:cxn ang="0">
                  <a:pos x="T4" y="T5"/>
                </a:cxn>
                <a:cxn ang="0">
                  <a:pos x="T6" y="T7"/>
                </a:cxn>
                <a:cxn ang="0">
                  <a:pos x="T8" y="T9"/>
                </a:cxn>
                <a:cxn ang="0">
                  <a:pos x="T10" y="T11"/>
                </a:cxn>
                <a:cxn ang="0">
                  <a:pos x="T12" y="T13"/>
                </a:cxn>
              </a:cxnLst>
              <a:rect l="0" t="0" r="r" b="b"/>
              <a:pathLst>
                <a:path w="281" h="281">
                  <a:moveTo>
                    <a:pt x="232" y="0"/>
                  </a:moveTo>
                  <a:cubicBezTo>
                    <a:pt x="261" y="29"/>
                    <a:pt x="278" y="70"/>
                    <a:pt x="278" y="114"/>
                  </a:cubicBezTo>
                  <a:cubicBezTo>
                    <a:pt x="278" y="205"/>
                    <a:pt x="205" y="278"/>
                    <a:pt x="114" y="278"/>
                  </a:cubicBezTo>
                  <a:cubicBezTo>
                    <a:pt x="70" y="278"/>
                    <a:pt x="29" y="261"/>
                    <a:pt x="0" y="232"/>
                  </a:cubicBezTo>
                  <a:cubicBezTo>
                    <a:pt x="29" y="262"/>
                    <a:pt x="71" y="281"/>
                    <a:pt x="117" y="281"/>
                  </a:cubicBezTo>
                  <a:cubicBezTo>
                    <a:pt x="208" y="281"/>
                    <a:pt x="281" y="208"/>
                    <a:pt x="281" y="117"/>
                  </a:cubicBezTo>
                  <a:cubicBezTo>
                    <a:pt x="281" y="71"/>
                    <a:pt x="262" y="29"/>
                    <a:pt x="232"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E22940E6-F46D-43BF-8521-B0BDF8C80D9F}"/>
                </a:ext>
              </a:extLst>
            </p:cNvPr>
            <p:cNvSpPr>
              <a:spLocks/>
            </p:cNvSpPr>
            <p:nvPr/>
          </p:nvSpPr>
          <p:spPr bwMode="auto">
            <a:xfrm>
              <a:off x="3581400" y="3908426"/>
              <a:ext cx="1062038" cy="1062038"/>
            </a:xfrm>
            <a:custGeom>
              <a:avLst/>
              <a:gdLst>
                <a:gd name="T0" fmla="*/ 4 w 282"/>
                <a:gd name="T1" fmla="*/ 168 h 282"/>
                <a:gd name="T2" fmla="*/ 168 w 282"/>
                <a:gd name="T3" fmla="*/ 4 h 282"/>
                <a:gd name="T4" fmla="*/ 282 w 282"/>
                <a:gd name="T5" fmla="*/ 50 h 282"/>
                <a:gd name="T6" fmla="*/ 164 w 282"/>
                <a:gd name="T7" fmla="*/ 0 h 282"/>
                <a:gd name="T8" fmla="*/ 0 w 282"/>
                <a:gd name="T9" fmla="*/ 164 h 282"/>
                <a:gd name="T10" fmla="*/ 50 w 282"/>
                <a:gd name="T11" fmla="*/ 282 h 282"/>
                <a:gd name="T12" fmla="*/ 4 w 282"/>
                <a:gd name="T13" fmla="*/ 168 h 282"/>
              </a:gdLst>
              <a:ahLst/>
              <a:cxnLst>
                <a:cxn ang="0">
                  <a:pos x="T0" y="T1"/>
                </a:cxn>
                <a:cxn ang="0">
                  <a:pos x="T2" y="T3"/>
                </a:cxn>
                <a:cxn ang="0">
                  <a:pos x="T4" y="T5"/>
                </a:cxn>
                <a:cxn ang="0">
                  <a:pos x="T6" y="T7"/>
                </a:cxn>
                <a:cxn ang="0">
                  <a:pos x="T8" y="T9"/>
                </a:cxn>
                <a:cxn ang="0">
                  <a:pos x="T10" y="T11"/>
                </a:cxn>
                <a:cxn ang="0">
                  <a:pos x="T12" y="T13"/>
                </a:cxn>
              </a:cxnLst>
              <a:rect l="0" t="0" r="r" b="b"/>
              <a:pathLst>
                <a:path w="282" h="282">
                  <a:moveTo>
                    <a:pt x="4" y="168"/>
                  </a:moveTo>
                  <a:cubicBezTo>
                    <a:pt x="4" y="77"/>
                    <a:pt x="77" y="4"/>
                    <a:pt x="168" y="4"/>
                  </a:cubicBezTo>
                  <a:cubicBezTo>
                    <a:pt x="212" y="4"/>
                    <a:pt x="252" y="21"/>
                    <a:pt x="282" y="50"/>
                  </a:cubicBezTo>
                  <a:cubicBezTo>
                    <a:pt x="252" y="19"/>
                    <a:pt x="210" y="0"/>
                    <a:pt x="164" y="0"/>
                  </a:cubicBezTo>
                  <a:cubicBezTo>
                    <a:pt x="73" y="0"/>
                    <a:pt x="0" y="73"/>
                    <a:pt x="0" y="164"/>
                  </a:cubicBezTo>
                  <a:cubicBezTo>
                    <a:pt x="0" y="210"/>
                    <a:pt x="19" y="252"/>
                    <a:pt x="50" y="282"/>
                  </a:cubicBezTo>
                  <a:cubicBezTo>
                    <a:pt x="21" y="253"/>
                    <a:pt x="4" y="212"/>
                    <a:pt x="4" y="16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7" name="Group 56">
            <a:extLst>
              <a:ext uri="{FF2B5EF4-FFF2-40B4-BE49-F238E27FC236}">
                <a16:creationId xmlns:a16="http://schemas.microsoft.com/office/drawing/2014/main" id="{9C4028DC-0089-4C0D-9EED-E484BC96AA8C}"/>
              </a:ext>
            </a:extLst>
          </p:cNvPr>
          <p:cNvGrpSpPr/>
          <p:nvPr/>
        </p:nvGrpSpPr>
        <p:grpSpPr>
          <a:xfrm>
            <a:off x="5473700" y="5000626"/>
            <a:ext cx="1239838" cy="1236663"/>
            <a:chOff x="5473700" y="5000626"/>
            <a:chExt cx="1239838" cy="1236663"/>
          </a:xfrm>
          <a:effectLst>
            <a:outerShdw blurRad="139700" dist="76200" dir="2700000" algn="tl" rotWithShape="0">
              <a:prstClr val="black">
                <a:alpha val="33000"/>
              </a:prstClr>
            </a:outerShdw>
          </a:effectLst>
        </p:grpSpPr>
        <p:sp>
          <p:nvSpPr>
            <p:cNvPr id="22" name="Oval 21">
              <a:extLst>
                <a:ext uri="{FF2B5EF4-FFF2-40B4-BE49-F238E27FC236}">
                  <a16:creationId xmlns:a16="http://schemas.microsoft.com/office/drawing/2014/main" id="{7089CEDC-AC7F-4E0E-BBC5-9CE103ACCE2C}"/>
                </a:ext>
              </a:extLst>
            </p:cNvPr>
            <p:cNvSpPr>
              <a:spLocks noChangeArrowheads="1"/>
            </p:cNvSpPr>
            <p:nvPr/>
          </p:nvSpPr>
          <p:spPr bwMode="auto">
            <a:xfrm>
              <a:off x="5473700" y="5000626"/>
              <a:ext cx="1239838" cy="123666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61D65CF7-0600-4B9D-B967-4DC78C3D3826}"/>
                </a:ext>
              </a:extLst>
            </p:cNvPr>
            <p:cNvSpPr>
              <a:spLocks/>
            </p:cNvSpPr>
            <p:nvPr/>
          </p:nvSpPr>
          <p:spPr bwMode="auto">
            <a:xfrm>
              <a:off x="5651500" y="5178426"/>
              <a:ext cx="1062038" cy="1058863"/>
            </a:xfrm>
            <a:custGeom>
              <a:avLst/>
              <a:gdLst>
                <a:gd name="T0" fmla="*/ 232 w 282"/>
                <a:gd name="T1" fmla="*/ 0 h 281"/>
                <a:gd name="T2" fmla="*/ 279 w 282"/>
                <a:gd name="T3" fmla="*/ 114 h 281"/>
                <a:gd name="T4" fmla="*/ 115 w 282"/>
                <a:gd name="T5" fmla="*/ 278 h 281"/>
                <a:gd name="T6" fmla="*/ 0 w 282"/>
                <a:gd name="T7" fmla="*/ 232 h 281"/>
                <a:gd name="T8" fmla="*/ 117 w 282"/>
                <a:gd name="T9" fmla="*/ 281 h 281"/>
                <a:gd name="T10" fmla="*/ 282 w 282"/>
                <a:gd name="T11" fmla="*/ 117 h 281"/>
                <a:gd name="T12" fmla="*/ 232 w 282"/>
                <a:gd name="T13" fmla="*/ 0 h 281"/>
              </a:gdLst>
              <a:ahLst/>
              <a:cxnLst>
                <a:cxn ang="0">
                  <a:pos x="T0" y="T1"/>
                </a:cxn>
                <a:cxn ang="0">
                  <a:pos x="T2" y="T3"/>
                </a:cxn>
                <a:cxn ang="0">
                  <a:pos x="T4" y="T5"/>
                </a:cxn>
                <a:cxn ang="0">
                  <a:pos x="T6" y="T7"/>
                </a:cxn>
                <a:cxn ang="0">
                  <a:pos x="T8" y="T9"/>
                </a:cxn>
                <a:cxn ang="0">
                  <a:pos x="T10" y="T11"/>
                </a:cxn>
                <a:cxn ang="0">
                  <a:pos x="T12" y="T13"/>
                </a:cxn>
              </a:cxnLst>
              <a:rect l="0" t="0" r="r" b="b"/>
              <a:pathLst>
                <a:path w="282" h="281">
                  <a:moveTo>
                    <a:pt x="232" y="0"/>
                  </a:moveTo>
                  <a:cubicBezTo>
                    <a:pt x="261" y="29"/>
                    <a:pt x="279" y="70"/>
                    <a:pt x="279" y="114"/>
                  </a:cubicBezTo>
                  <a:cubicBezTo>
                    <a:pt x="279" y="205"/>
                    <a:pt x="205" y="278"/>
                    <a:pt x="115" y="278"/>
                  </a:cubicBezTo>
                  <a:cubicBezTo>
                    <a:pt x="70" y="278"/>
                    <a:pt x="29" y="261"/>
                    <a:pt x="0" y="232"/>
                  </a:cubicBezTo>
                  <a:cubicBezTo>
                    <a:pt x="30" y="262"/>
                    <a:pt x="71" y="281"/>
                    <a:pt x="117" y="281"/>
                  </a:cubicBezTo>
                  <a:cubicBezTo>
                    <a:pt x="208" y="281"/>
                    <a:pt x="282" y="208"/>
                    <a:pt x="282" y="117"/>
                  </a:cubicBezTo>
                  <a:cubicBezTo>
                    <a:pt x="282" y="71"/>
                    <a:pt x="263" y="29"/>
                    <a:pt x="232"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22EB0B90-0819-40C5-BC52-78E79823B1B9}"/>
                </a:ext>
              </a:extLst>
            </p:cNvPr>
            <p:cNvSpPr>
              <a:spLocks/>
            </p:cNvSpPr>
            <p:nvPr/>
          </p:nvSpPr>
          <p:spPr bwMode="auto">
            <a:xfrm>
              <a:off x="5473700" y="5000626"/>
              <a:ext cx="1063625" cy="1063625"/>
            </a:xfrm>
            <a:custGeom>
              <a:avLst/>
              <a:gdLst>
                <a:gd name="T0" fmla="*/ 4 w 282"/>
                <a:gd name="T1" fmla="*/ 168 h 282"/>
                <a:gd name="T2" fmla="*/ 168 w 282"/>
                <a:gd name="T3" fmla="*/ 4 h 282"/>
                <a:gd name="T4" fmla="*/ 282 w 282"/>
                <a:gd name="T5" fmla="*/ 50 h 282"/>
                <a:gd name="T6" fmla="*/ 164 w 282"/>
                <a:gd name="T7" fmla="*/ 0 h 282"/>
                <a:gd name="T8" fmla="*/ 0 w 282"/>
                <a:gd name="T9" fmla="*/ 164 h 282"/>
                <a:gd name="T10" fmla="*/ 50 w 282"/>
                <a:gd name="T11" fmla="*/ 282 h 282"/>
                <a:gd name="T12" fmla="*/ 4 w 282"/>
                <a:gd name="T13" fmla="*/ 168 h 282"/>
              </a:gdLst>
              <a:ahLst/>
              <a:cxnLst>
                <a:cxn ang="0">
                  <a:pos x="T0" y="T1"/>
                </a:cxn>
                <a:cxn ang="0">
                  <a:pos x="T2" y="T3"/>
                </a:cxn>
                <a:cxn ang="0">
                  <a:pos x="T4" y="T5"/>
                </a:cxn>
                <a:cxn ang="0">
                  <a:pos x="T6" y="T7"/>
                </a:cxn>
                <a:cxn ang="0">
                  <a:pos x="T8" y="T9"/>
                </a:cxn>
                <a:cxn ang="0">
                  <a:pos x="T10" y="T11"/>
                </a:cxn>
                <a:cxn ang="0">
                  <a:pos x="T12" y="T13"/>
                </a:cxn>
              </a:cxnLst>
              <a:rect l="0" t="0" r="r" b="b"/>
              <a:pathLst>
                <a:path w="282" h="282">
                  <a:moveTo>
                    <a:pt x="4" y="168"/>
                  </a:moveTo>
                  <a:cubicBezTo>
                    <a:pt x="4" y="77"/>
                    <a:pt x="78" y="4"/>
                    <a:pt x="168" y="4"/>
                  </a:cubicBezTo>
                  <a:cubicBezTo>
                    <a:pt x="213" y="4"/>
                    <a:pt x="253" y="21"/>
                    <a:pt x="282" y="50"/>
                  </a:cubicBezTo>
                  <a:cubicBezTo>
                    <a:pt x="252" y="19"/>
                    <a:pt x="211" y="0"/>
                    <a:pt x="164" y="0"/>
                  </a:cubicBezTo>
                  <a:cubicBezTo>
                    <a:pt x="74" y="0"/>
                    <a:pt x="0" y="73"/>
                    <a:pt x="0" y="164"/>
                  </a:cubicBezTo>
                  <a:cubicBezTo>
                    <a:pt x="0" y="210"/>
                    <a:pt x="19" y="252"/>
                    <a:pt x="50" y="282"/>
                  </a:cubicBezTo>
                  <a:cubicBezTo>
                    <a:pt x="22" y="253"/>
                    <a:pt x="4" y="212"/>
                    <a:pt x="4" y="168"/>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3" name="Group 52">
            <a:extLst>
              <a:ext uri="{FF2B5EF4-FFF2-40B4-BE49-F238E27FC236}">
                <a16:creationId xmlns:a16="http://schemas.microsoft.com/office/drawing/2014/main" id="{AA200263-D720-4B06-AB37-4D4C9E48C1AF}"/>
              </a:ext>
            </a:extLst>
          </p:cNvPr>
          <p:cNvGrpSpPr/>
          <p:nvPr/>
        </p:nvGrpSpPr>
        <p:grpSpPr>
          <a:xfrm>
            <a:off x="7370763" y="3908426"/>
            <a:ext cx="1236663" cy="1236663"/>
            <a:chOff x="7370763" y="3908426"/>
            <a:chExt cx="1236663" cy="1236663"/>
          </a:xfrm>
          <a:effectLst>
            <a:outerShdw blurRad="139700" dist="76200" dir="2700000" algn="tl" rotWithShape="0">
              <a:prstClr val="black">
                <a:alpha val="33000"/>
              </a:prstClr>
            </a:outerShdw>
          </a:effectLst>
        </p:grpSpPr>
        <p:sp>
          <p:nvSpPr>
            <p:cNvPr id="25" name="Oval 24">
              <a:extLst>
                <a:ext uri="{FF2B5EF4-FFF2-40B4-BE49-F238E27FC236}">
                  <a16:creationId xmlns:a16="http://schemas.microsoft.com/office/drawing/2014/main" id="{E8BC4763-2A99-41A7-97AF-7001ED9788D3}"/>
                </a:ext>
              </a:extLst>
            </p:cNvPr>
            <p:cNvSpPr>
              <a:spLocks noChangeArrowheads="1"/>
            </p:cNvSpPr>
            <p:nvPr/>
          </p:nvSpPr>
          <p:spPr bwMode="auto">
            <a:xfrm>
              <a:off x="7370763" y="3908426"/>
              <a:ext cx="1236663" cy="12366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CAC7B3E2-8336-4E69-BE22-F7801D92C4A1}"/>
                </a:ext>
              </a:extLst>
            </p:cNvPr>
            <p:cNvSpPr>
              <a:spLocks/>
            </p:cNvSpPr>
            <p:nvPr/>
          </p:nvSpPr>
          <p:spPr bwMode="auto">
            <a:xfrm>
              <a:off x="7543800" y="4084638"/>
              <a:ext cx="1063625" cy="1060450"/>
            </a:xfrm>
            <a:custGeom>
              <a:avLst/>
              <a:gdLst>
                <a:gd name="T0" fmla="*/ 232 w 282"/>
                <a:gd name="T1" fmla="*/ 0 h 281"/>
                <a:gd name="T2" fmla="*/ 279 w 282"/>
                <a:gd name="T3" fmla="*/ 114 h 281"/>
                <a:gd name="T4" fmla="*/ 115 w 282"/>
                <a:gd name="T5" fmla="*/ 278 h 281"/>
                <a:gd name="T6" fmla="*/ 0 w 282"/>
                <a:gd name="T7" fmla="*/ 232 h 281"/>
                <a:gd name="T8" fmla="*/ 118 w 282"/>
                <a:gd name="T9" fmla="*/ 281 h 281"/>
                <a:gd name="T10" fmla="*/ 282 w 282"/>
                <a:gd name="T11" fmla="*/ 117 h 281"/>
                <a:gd name="T12" fmla="*/ 232 w 282"/>
                <a:gd name="T13" fmla="*/ 0 h 281"/>
              </a:gdLst>
              <a:ahLst/>
              <a:cxnLst>
                <a:cxn ang="0">
                  <a:pos x="T0" y="T1"/>
                </a:cxn>
                <a:cxn ang="0">
                  <a:pos x="T2" y="T3"/>
                </a:cxn>
                <a:cxn ang="0">
                  <a:pos x="T4" y="T5"/>
                </a:cxn>
                <a:cxn ang="0">
                  <a:pos x="T6" y="T7"/>
                </a:cxn>
                <a:cxn ang="0">
                  <a:pos x="T8" y="T9"/>
                </a:cxn>
                <a:cxn ang="0">
                  <a:pos x="T10" y="T11"/>
                </a:cxn>
                <a:cxn ang="0">
                  <a:pos x="T12" y="T13"/>
                </a:cxn>
              </a:cxnLst>
              <a:rect l="0" t="0" r="r" b="b"/>
              <a:pathLst>
                <a:path w="282" h="281">
                  <a:moveTo>
                    <a:pt x="232" y="0"/>
                  </a:moveTo>
                  <a:cubicBezTo>
                    <a:pt x="261" y="29"/>
                    <a:pt x="279" y="70"/>
                    <a:pt x="279" y="114"/>
                  </a:cubicBezTo>
                  <a:cubicBezTo>
                    <a:pt x="279" y="205"/>
                    <a:pt x="206" y="278"/>
                    <a:pt x="115" y="278"/>
                  </a:cubicBezTo>
                  <a:cubicBezTo>
                    <a:pt x="70" y="278"/>
                    <a:pt x="30" y="261"/>
                    <a:pt x="0" y="232"/>
                  </a:cubicBezTo>
                  <a:cubicBezTo>
                    <a:pt x="30" y="262"/>
                    <a:pt x="72" y="281"/>
                    <a:pt x="118" y="281"/>
                  </a:cubicBezTo>
                  <a:cubicBezTo>
                    <a:pt x="208" y="281"/>
                    <a:pt x="282" y="208"/>
                    <a:pt x="282" y="117"/>
                  </a:cubicBezTo>
                  <a:cubicBezTo>
                    <a:pt x="282" y="71"/>
                    <a:pt x="263" y="29"/>
                    <a:pt x="232"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BCAB032B-50B2-49FB-9A4F-56B466753AF3}"/>
                </a:ext>
              </a:extLst>
            </p:cNvPr>
            <p:cNvSpPr>
              <a:spLocks/>
            </p:cNvSpPr>
            <p:nvPr/>
          </p:nvSpPr>
          <p:spPr bwMode="auto">
            <a:xfrm>
              <a:off x="7370763" y="3908426"/>
              <a:ext cx="1063625" cy="1062038"/>
            </a:xfrm>
            <a:custGeom>
              <a:avLst/>
              <a:gdLst>
                <a:gd name="T0" fmla="*/ 3 w 282"/>
                <a:gd name="T1" fmla="*/ 168 h 282"/>
                <a:gd name="T2" fmla="*/ 168 w 282"/>
                <a:gd name="T3" fmla="*/ 4 h 282"/>
                <a:gd name="T4" fmla="*/ 282 w 282"/>
                <a:gd name="T5" fmla="*/ 50 h 282"/>
                <a:gd name="T6" fmla="*/ 164 w 282"/>
                <a:gd name="T7" fmla="*/ 0 h 282"/>
                <a:gd name="T8" fmla="*/ 0 w 282"/>
                <a:gd name="T9" fmla="*/ 164 h 282"/>
                <a:gd name="T10" fmla="*/ 50 w 282"/>
                <a:gd name="T11" fmla="*/ 282 h 282"/>
                <a:gd name="T12" fmla="*/ 3 w 282"/>
                <a:gd name="T13" fmla="*/ 168 h 282"/>
              </a:gdLst>
              <a:ahLst/>
              <a:cxnLst>
                <a:cxn ang="0">
                  <a:pos x="T0" y="T1"/>
                </a:cxn>
                <a:cxn ang="0">
                  <a:pos x="T2" y="T3"/>
                </a:cxn>
                <a:cxn ang="0">
                  <a:pos x="T4" y="T5"/>
                </a:cxn>
                <a:cxn ang="0">
                  <a:pos x="T6" y="T7"/>
                </a:cxn>
                <a:cxn ang="0">
                  <a:pos x="T8" y="T9"/>
                </a:cxn>
                <a:cxn ang="0">
                  <a:pos x="T10" y="T11"/>
                </a:cxn>
                <a:cxn ang="0">
                  <a:pos x="T12" y="T13"/>
                </a:cxn>
              </a:cxnLst>
              <a:rect l="0" t="0" r="r" b="b"/>
              <a:pathLst>
                <a:path w="282" h="282">
                  <a:moveTo>
                    <a:pt x="3" y="168"/>
                  </a:moveTo>
                  <a:cubicBezTo>
                    <a:pt x="3" y="77"/>
                    <a:pt x="77" y="4"/>
                    <a:pt x="168" y="4"/>
                  </a:cubicBezTo>
                  <a:cubicBezTo>
                    <a:pt x="212" y="4"/>
                    <a:pt x="252" y="21"/>
                    <a:pt x="282" y="50"/>
                  </a:cubicBezTo>
                  <a:cubicBezTo>
                    <a:pt x="252" y="19"/>
                    <a:pt x="210" y="0"/>
                    <a:pt x="164" y="0"/>
                  </a:cubicBezTo>
                  <a:cubicBezTo>
                    <a:pt x="73" y="0"/>
                    <a:pt x="0" y="73"/>
                    <a:pt x="0" y="164"/>
                  </a:cubicBezTo>
                  <a:cubicBezTo>
                    <a:pt x="0" y="210"/>
                    <a:pt x="19" y="252"/>
                    <a:pt x="50" y="282"/>
                  </a:cubicBezTo>
                  <a:cubicBezTo>
                    <a:pt x="21" y="253"/>
                    <a:pt x="3" y="212"/>
                    <a:pt x="3" y="16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8" name="Group 57">
            <a:extLst>
              <a:ext uri="{FF2B5EF4-FFF2-40B4-BE49-F238E27FC236}">
                <a16:creationId xmlns:a16="http://schemas.microsoft.com/office/drawing/2014/main" id="{29B55BE0-FC5D-4729-82FE-B494D2511916}"/>
              </a:ext>
            </a:extLst>
          </p:cNvPr>
          <p:cNvGrpSpPr/>
          <p:nvPr/>
        </p:nvGrpSpPr>
        <p:grpSpPr>
          <a:xfrm>
            <a:off x="7370763" y="1720851"/>
            <a:ext cx="1236663" cy="1236663"/>
            <a:chOff x="7370763" y="1720851"/>
            <a:chExt cx="1236663" cy="1236663"/>
          </a:xfrm>
          <a:effectLst>
            <a:outerShdw blurRad="139700" dist="76200" dir="2700000" algn="tl" rotWithShape="0">
              <a:prstClr val="black">
                <a:alpha val="33000"/>
              </a:prstClr>
            </a:outerShdw>
          </a:effectLst>
        </p:grpSpPr>
        <p:sp>
          <p:nvSpPr>
            <p:cNvPr id="28" name="Oval 27">
              <a:extLst>
                <a:ext uri="{FF2B5EF4-FFF2-40B4-BE49-F238E27FC236}">
                  <a16:creationId xmlns:a16="http://schemas.microsoft.com/office/drawing/2014/main" id="{7A3CEAA6-3B85-43E0-8337-5A6F5A7009A6}"/>
                </a:ext>
              </a:extLst>
            </p:cNvPr>
            <p:cNvSpPr>
              <a:spLocks noChangeArrowheads="1"/>
            </p:cNvSpPr>
            <p:nvPr/>
          </p:nvSpPr>
          <p:spPr bwMode="auto">
            <a:xfrm>
              <a:off x="7370763" y="1720851"/>
              <a:ext cx="1236663" cy="1236663"/>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6AE33283-C508-460E-8C16-997DDBC97286}"/>
                </a:ext>
              </a:extLst>
            </p:cNvPr>
            <p:cNvSpPr>
              <a:spLocks/>
            </p:cNvSpPr>
            <p:nvPr/>
          </p:nvSpPr>
          <p:spPr bwMode="auto">
            <a:xfrm>
              <a:off x="7543800" y="1893888"/>
              <a:ext cx="1063625" cy="1063625"/>
            </a:xfrm>
            <a:custGeom>
              <a:avLst/>
              <a:gdLst>
                <a:gd name="T0" fmla="*/ 232 w 282"/>
                <a:gd name="T1" fmla="*/ 0 h 282"/>
                <a:gd name="T2" fmla="*/ 279 w 282"/>
                <a:gd name="T3" fmla="*/ 115 h 282"/>
                <a:gd name="T4" fmla="*/ 115 w 282"/>
                <a:gd name="T5" fmla="*/ 279 h 282"/>
                <a:gd name="T6" fmla="*/ 0 w 282"/>
                <a:gd name="T7" fmla="*/ 233 h 282"/>
                <a:gd name="T8" fmla="*/ 118 w 282"/>
                <a:gd name="T9" fmla="*/ 282 h 282"/>
                <a:gd name="T10" fmla="*/ 282 w 282"/>
                <a:gd name="T11" fmla="*/ 118 h 282"/>
                <a:gd name="T12" fmla="*/ 232 w 282"/>
                <a:gd name="T13" fmla="*/ 0 h 282"/>
              </a:gdLst>
              <a:ahLst/>
              <a:cxnLst>
                <a:cxn ang="0">
                  <a:pos x="T0" y="T1"/>
                </a:cxn>
                <a:cxn ang="0">
                  <a:pos x="T2" y="T3"/>
                </a:cxn>
                <a:cxn ang="0">
                  <a:pos x="T4" y="T5"/>
                </a:cxn>
                <a:cxn ang="0">
                  <a:pos x="T6" y="T7"/>
                </a:cxn>
                <a:cxn ang="0">
                  <a:pos x="T8" y="T9"/>
                </a:cxn>
                <a:cxn ang="0">
                  <a:pos x="T10" y="T11"/>
                </a:cxn>
                <a:cxn ang="0">
                  <a:pos x="T12" y="T13"/>
                </a:cxn>
              </a:cxnLst>
              <a:rect l="0" t="0" r="r" b="b"/>
              <a:pathLst>
                <a:path w="282" h="282">
                  <a:moveTo>
                    <a:pt x="232" y="0"/>
                  </a:moveTo>
                  <a:cubicBezTo>
                    <a:pt x="261" y="30"/>
                    <a:pt x="279" y="70"/>
                    <a:pt x="279" y="115"/>
                  </a:cubicBezTo>
                  <a:cubicBezTo>
                    <a:pt x="279" y="206"/>
                    <a:pt x="206" y="279"/>
                    <a:pt x="115" y="279"/>
                  </a:cubicBezTo>
                  <a:cubicBezTo>
                    <a:pt x="70" y="279"/>
                    <a:pt x="30" y="262"/>
                    <a:pt x="0" y="233"/>
                  </a:cubicBezTo>
                  <a:cubicBezTo>
                    <a:pt x="30" y="263"/>
                    <a:pt x="72" y="282"/>
                    <a:pt x="118" y="282"/>
                  </a:cubicBezTo>
                  <a:cubicBezTo>
                    <a:pt x="208" y="282"/>
                    <a:pt x="282" y="209"/>
                    <a:pt x="282" y="118"/>
                  </a:cubicBezTo>
                  <a:cubicBezTo>
                    <a:pt x="282" y="72"/>
                    <a:pt x="263" y="30"/>
                    <a:pt x="232"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AFD2720C-77E2-401F-A5D0-3891C0336E49}"/>
                </a:ext>
              </a:extLst>
            </p:cNvPr>
            <p:cNvSpPr>
              <a:spLocks/>
            </p:cNvSpPr>
            <p:nvPr/>
          </p:nvSpPr>
          <p:spPr bwMode="auto">
            <a:xfrm>
              <a:off x="7370763" y="1720851"/>
              <a:ext cx="1063625" cy="1063625"/>
            </a:xfrm>
            <a:custGeom>
              <a:avLst/>
              <a:gdLst>
                <a:gd name="T0" fmla="*/ 3 w 282"/>
                <a:gd name="T1" fmla="*/ 168 h 282"/>
                <a:gd name="T2" fmla="*/ 168 w 282"/>
                <a:gd name="T3" fmla="*/ 4 h 282"/>
                <a:gd name="T4" fmla="*/ 282 w 282"/>
                <a:gd name="T5" fmla="*/ 50 h 282"/>
                <a:gd name="T6" fmla="*/ 164 w 282"/>
                <a:gd name="T7" fmla="*/ 0 h 282"/>
                <a:gd name="T8" fmla="*/ 0 w 282"/>
                <a:gd name="T9" fmla="*/ 164 h 282"/>
                <a:gd name="T10" fmla="*/ 50 w 282"/>
                <a:gd name="T11" fmla="*/ 282 h 282"/>
                <a:gd name="T12" fmla="*/ 3 w 282"/>
                <a:gd name="T13" fmla="*/ 168 h 282"/>
              </a:gdLst>
              <a:ahLst/>
              <a:cxnLst>
                <a:cxn ang="0">
                  <a:pos x="T0" y="T1"/>
                </a:cxn>
                <a:cxn ang="0">
                  <a:pos x="T2" y="T3"/>
                </a:cxn>
                <a:cxn ang="0">
                  <a:pos x="T4" y="T5"/>
                </a:cxn>
                <a:cxn ang="0">
                  <a:pos x="T6" y="T7"/>
                </a:cxn>
                <a:cxn ang="0">
                  <a:pos x="T8" y="T9"/>
                </a:cxn>
                <a:cxn ang="0">
                  <a:pos x="T10" y="T11"/>
                </a:cxn>
                <a:cxn ang="0">
                  <a:pos x="T12" y="T13"/>
                </a:cxn>
              </a:cxnLst>
              <a:rect l="0" t="0" r="r" b="b"/>
              <a:pathLst>
                <a:path w="282" h="282">
                  <a:moveTo>
                    <a:pt x="3" y="168"/>
                  </a:moveTo>
                  <a:cubicBezTo>
                    <a:pt x="3" y="77"/>
                    <a:pt x="77" y="4"/>
                    <a:pt x="168" y="4"/>
                  </a:cubicBezTo>
                  <a:cubicBezTo>
                    <a:pt x="212" y="4"/>
                    <a:pt x="252" y="21"/>
                    <a:pt x="282" y="50"/>
                  </a:cubicBezTo>
                  <a:cubicBezTo>
                    <a:pt x="252" y="19"/>
                    <a:pt x="210" y="0"/>
                    <a:pt x="164" y="0"/>
                  </a:cubicBezTo>
                  <a:cubicBezTo>
                    <a:pt x="73" y="0"/>
                    <a:pt x="0" y="73"/>
                    <a:pt x="0" y="164"/>
                  </a:cubicBezTo>
                  <a:cubicBezTo>
                    <a:pt x="0" y="210"/>
                    <a:pt x="19" y="252"/>
                    <a:pt x="50" y="282"/>
                  </a:cubicBezTo>
                  <a:cubicBezTo>
                    <a:pt x="21" y="253"/>
                    <a:pt x="3" y="212"/>
                    <a:pt x="3" y="16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6" name="Group 55">
            <a:extLst>
              <a:ext uri="{FF2B5EF4-FFF2-40B4-BE49-F238E27FC236}">
                <a16:creationId xmlns:a16="http://schemas.microsoft.com/office/drawing/2014/main" id="{C65A4A62-03B8-4AE8-BF5C-918849DA81F8}"/>
              </a:ext>
            </a:extLst>
          </p:cNvPr>
          <p:cNvGrpSpPr/>
          <p:nvPr/>
        </p:nvGrpSpPr>
        <p:grpSpPr>
          <a:xfrm>
            <a:off x="5473700" y="627063"/>
            <a:ext cx="1239838" cy="1236663"/>
            <a:chOff x="5473700" y="627063"/>
            <a:chExt cx="1239838" cy="1236663"/>
          </a:xfrm>
          <a:effectLst>
            <a:outerShdw blurRad="139700" dist="76200" dir="2700000" algn="tl" rotWithShape="0">
              <a:prstClr val="black">
                <a:alpha val="33000"/>
              </a:prstClr>
            </a:outerShdw>
          </a:effectLst>
        </p:grpSpPr>
        <p:sp>
          <p:nvSpPr>
            <p:cNvPr id="31" name="Oval 30">
              <a:extLst>
                <a:ext uri="{FF2B5EF4-FFF2-40B4-BE49-F238E27FC236}">
                  <a16:creationId xmlns:a16="http://schemas.microsoft.com/office/drawing/2014/main" id="{4E89E97E-424B-451D-81DA-68AEB1C2C685}"/>
                </a:ext>
              </a:extLst>
            </p:cNvPr>
            <p:cNvSpPr>
              <a:spLocks noChangeArrowheads="1"/>
            </p:cNvSpPr>
            <p:nvPr/>
          </p:nvSpPr>
          <p:spPr bwMode="auto">
            <a:xfrm>
              <a:off x="5473700" y="627063"/>
              <a:ext cx="1239838" cy="123666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5F8365B9-A98D-49C3-9AC8-697E7248EA95}"/>
                </a:ext>
              </a:extLst>
            </p:cNvPr>
            <p:cNvSpPr>
              <a:spLocks/>
            </p:cNvSpPr>
            <p:nvPr/>
          </p:nvSpPr>
          <p:spPr bwMode="auto">
            <a:xfrm>
              <a:off x="5651500" y="801688"/>
              <a:ext cx="1062038" cy="1062038"/>
            </a:xfrm>
            <a:custGeom>
              <a:avLst/>
              <a:gdLst>
                <a:gd name="T0" fmla="*/ 232 w 282"/>
                <a:gd name="T1" fmla="*/ 0 h 282"/>
                <a:gd name="T2" fmla="*/ 279 w 282"/>
                <a:gd name="T3" fmla="*/ 115 h 282"/>
                <a:gd name="T4" fmla="*/ 115 w 282"/>
                <a:gd name="T5" fmla="*/ 279 h 282"/>
                <a:gd name="T6" fmla="*/ 0 w 282"/>
                <a:gd name="T7" fmla="*/ 233 h 282"/>
                <a:gd name="T8" fmla="*/ 117 w 282"/>
                <a:gd name="T9" fmla="*/ 282 h 282"/>
                <a:gd name="T10" fmla="*/ 282 w 282"/>
                <a:gd name="T11" fmla="*/ 118 h 282"/>
                <a:gd name="T12" fmla="*/ 232 w 282"/>
                <a:gd name="T13" fmla="*/ 0 h 282"/>
              </a:gdLst>
              <a:ahLst/>
              <a:cxnLst>
                <a:cxn ang="0">
                  <a:pos x="T0" y="T1"/>
                </a:cxn>
                <a:cxn ang="0">
                  <a:pos x="T2" y="T3"/>
                </a:cxn>
                <a:cxn ang="0">
                  <a:pos x="T4" y="T5"/>
                </a:cxn>
                <a:cxn ang="0">
                  <a:pos x="T6" y="T7"/>
                </a:cxn>
                <a:cxn ang="0">
                  <a:pos x="T8" y="T9"/>
                </a:cxn>
                <a:cxn ang="0">
                  <a:pos x="T10" y="T11"/>
                </a:cxn>
                <a:cxn ang="0">
                  <a:pos x="T12" y="T13"/>
                </a:cxn>
              </a:cxnLst>
              <a:rect l="0" t="0" r="r" b="b"/>
              <a:pathLst>
                <a:path w="282" h="282">
                  <a:moveTo>
                    <a:pt x="232" y="0"/>
                  </a:moveTo>
                  <a:cubicBezTo>
                    <a:pt x="261" y="30"/>
                    <a:pt x="279" y="70"/>
                    <a:pt x="279" y="115"/>
                  </a:cubicBezTo>
                  <a:cubicBezTo>
                    <a:pt x="279" y="206"/>
                    <a:pt x="205" y="279"/>
                    <a:pt x="115" y="279"/>
                  </a:cubicBezTo>
                  <a:cubicBezTo>
                    <a:pt x="70" y="279"/>
                    <a:pt x="29" y="261"/>
                    <a:pt x="0" y="233"/>
                  </a:cubicBezTo>
                  <a:cubicBezTo>
                    <a:pt x="30" y="263"/>
                    <a:pt x="71" y="282"/>
                    <a:pt x="117" y="282"/>
                  </a:cubicBezTo>
                  <a:cubicBezTo>
                    <a:pt x="208" y="282"/>
                    <a:pt x="282" y="209"/>
                    <a:pt x="282" y="118"/>
                  </a:cubicBezTo>
                  <a:cubicBezTo>
                    <a:pt x="282" y="72"/>
                    <a:pt x="263" y="30"/>
                    <a:pt x="232"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3AA62704-6F9F-457A-89C7-5BBCE12B06CA}"/>
                </a:ext>
              </a:extLst>
            </p:cNvPr>
            <p:cNvSpPr>
              <a:spLocks/>
            </p:cNvSpPr>
            <p:nvPr/>
          </p:nvSpPr>
          <p:spPr bwMode="auto">
            <a:xfrm>
              <a:off x="5473700" y="627063"/>
              <a:ext cx="1063625" cy="1063625"/>
            </a:xfrm>
            <a:custGeom>
              <a:avLst/>
              <a:gdLst>
                <a:gd name="T0" fmla="*/ 4 w 282"/>
                <a:gd name="T1" fmla="*/ 168 h 282"/>
                <a:gd name="T2" fmla="*/ 168 w 282"/>
                <a:gd name="T3" fmla="*/ 4 h 282"/>
                <a:gd name="T4" fmla="*/ 282 w 282"/>
                <a:gd name="T5" fmla="*/ 50 h 282"/>
                <a:gd name="T6" fmla="*/ 164 w 282"/>
                <a:gd name="T7" fmla="*/ 0 h 282"/>
                <a:gd name="T8" fmla="*/ 0 w 282"/>
                <a:gd name="T9" fmla="*/ 164 h 282"/>
                <a:gd name="T10" fmla="*/ 50 w 282"/>
                <a:gd name="T11" fmla="*/ 282 h 282"/>
                <a:gd name="T12" fmla="*/ 4 w 282"/>
                <a:gd name="T13" fmla="*/ 168 h 282"/>
              </a:gdLst>
              <a:ahLst/>
              <a:cxnLst>
                <a:cxn ang="0">
                  <a:pos x="T0" y="T1"/>
                </a:cxn>
                <a:cxn ang="0">
                  <a:pos x="T2" y="T3"/>
                </a:cxn>
                <a:cxn ang="0">
                  <a:pos x="T4" y="T5"/>
                </a:cxn>
                <a:cxn ang="0">
                  <a:pos x="T6" y="T7"/>
                </a:cxn>
                <a:cxn ang="0">
                  <a:pos x="T8" y="T9"/>
                </a:cxn>
                <a:cxn ang="0">
                  <a:pos x="T10" y="T11"/>
                </a:cxn>
                <a:cxn ang="0">
                  <a:pos x="T12" y="T13"/>
                </a:cxn>
              </a:cxnLst>
              <a:rect l="0" t="0" r="r" b="b"/>
              <a:pathLst>
                <a:path w="282" h="282">
                  <a:moveTo>
                    <a:pt x="4" y="168"/>
                  </a:moveTo>
                  <a:cubicBezTo>
                    <a:pt x="4" y="77"/>
                    <a:pt x="78" y="4"/>
                    <a:pt x="168" y="4"/>
                  </a:cubicBezTo>
                  <a:cubicBezTo>
                    <a:pt x="213" y="4"/>
                    <a:pt x="253" y="21"/>
                    <a:pt x="282" y="50"/>
                  </a:cubicBezTo>
                  <a:cubicBezTo>
                    <a:pt x="252" y="19"/>
                    <a:pt x="211" y="0"/>
                    <a:pt x="164" y="0"/>
                  </a:cubicBezTo>
                  <a:cubicBezTo>
                    <a:pt x="74" y="0"/>
                    <a:pt x="0" y="73"/>
                    <a:pt x="0" y="164"/>
                  </a:cubicBezTo>
                  <a:cubicBezTo>
                    <a:pt x="0" y="210"/>
                    <a:pt x="19" y="252"/>
                    <a:pt x="50" y="282"/>
                  </a:cubicBezTo>
                  <a:cubicBezTo>
                    <a:pt x="22" y="252"/>
                    <a:pt x="4" y="212"/>
                    <a:pt x="4" y="168"/>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2" name="Group 51">
            <a:extLst>
              <a:ext uri="{FF2B5EF4-FFF2-40B4-BE49-F238E27FC236}">
                <a16:creationId xmlns:a16="http://schemas.microsoft.com/office/drawing/2014/main" id="{FCCA4E24-C033-47CE-BD66-47A0C9B5E997}"/>
              </a:ext>
            </a:extLst>
          </p:cNvPr>
          <p:cNvGrpSpPr/>
          <p:nvPr/>
        </p:nvGrpSpPr>
        <p:grpSpPr>
          <a:xfrm>
            <a:off x="3581400" y="1720851"/>
            <a:ext cx="1236663" cy="1236663"/>
            <a:chOff x="3581400" y="1720851"/>
            <a:chExt cx="1236663" cy="1236663"/>
          </a:xfrm>
          <a:effectLst>
            <a:outerShdw blurRad="139700" dist="76200" dir="2700000" algn="tl" rotWithShape="0">
              <a:prstClr val="black">
                <a:alpha val="33000"/>
              </a:prstClr>
            </a:outerShdw>
          </a:effectLst>
        </p:grpSpPr>
        <p:sp>
          <p:nvSpPr>
            <p:cNvPr id="34" name="Oval 33">
              <a:extLst>
                <a:ext uri="{FF2B5EF4-FFF2-40B4-BE49-F238E27FC236}">
                  <a16:creationId xmlns:a16="http://schemas.microsoft.com/office/drawing/2014/main" id="{DEA1250F-1A0E-4D29-A8D6-95E98197BD31}"/>
                </a:ext>
              </a:extLst>
            </p:cNvPr>
            <p:cNvSpPr>
              <a:spLocks noChangeArrowheads="1"/>
            </p:cNvSpPr>
            <p:nvPr/>
          </p:nvSpPr>
          <p:spPr bwMode="auto">
            <a:xfrm>
              <a:off x="3581400" y="1720851"/>
              <a:ext cx="1236663" cy="12366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63ABCEF8-F657-48FC-90A9-F73E6E2E956D}"/>
                </a:ext>
              </a:extLst>
            </p:cNvPr>
            <p:cNvSpPr>
              <a:spLocks/>
            </p:cNvSpPr>
            <p:nvPr/>
          </p:nvSpPr>
          <p:spPr bwMode="auto">
            <a:xfrm>
              <a:off x="3757613" y="1893888"/>
              <a:ext cx="1060450" cy="1063625"/>
            </a:xfrm>
            <a:custGeom>
              <a:avLst/>
              <a:gdLst>
                <a:gd name="T0" fmla="*/ 232 w 281"/>
                <a:gd name="T1" fmla="*/ 0 h 282"/>
                <a:gd name="T2" fmla="*/ 278 w 281"/>
                <a:gd name="T3" fmla="*/ 115 h 282"/>
                <a:gd name="T4" fmla="*/ 114 w 281"/>
                <a:gd name="T5" fmla="*/ 279 h 282"/>
                <a:gd name="T6" fmla="*/ 0 w 281"/>
                <a:gd name="T7" fmla="*/ 233 h 282"/>
                <a:gd name="T8" fmla="*/ 117 w 281"/>
                <a:gd name="T9" fmla="*/ 282 h 282"/>
                <a:gd name="T10" fmla="*/ 281 w 281"/>
                <a:gd name="T11" fmla="*/ 118 h 282"/>
                <a:gd name="T12" fmla="*/ 232 w 281"/>
                <a:gd name="T13" fmla="*/ 0 h 282"/>
              </a:gdLst>
              <a:ahLst/>
              <a:cxnLst>
                <a:cxn ang="0">
                  <a:pos x="T0" y="T1"/>
                </a:cxn>
                <a:cxn ang="0">
                  <a:pos x="T2" y="T3"/>
                </a:cxn>
                <a:cxn ang="0">
                  <a:pos x="T4" y="T5"/>
                </a:cxn>
                <a:cxn ang="0">
                  <a:pos x="T6" y="T7"/>
                </a:cxn>
                <a:cxn ang="0">
                  <a:pos x="T8" y="T9"/>
                </a:cxn>
                <a:cxn ang="0">
                  <a:pos x="T10" y="T11"/>
                </a:cxn>
                <a:cxn ang="0">
                  <a:pos x="T12" y="T13"/>
                </a:cxn>
              </a:cxnLst>
              <a:rect l="0" t="0" r="r" b="b"/>
              <a:pathLst>
                <a:path w="281" h="282">
                  <a:moveTo>
                    <a:pt x="232" y="0"/>
                  </a:moveTo>
                  <a:cubicBezTo>
                    <a:pt x="261" y="30"/>
                    <a:pt x="278" y="70"/>
                    <a:pt x="278" y="115"/>
                  </a:cubicBezTo>
                  <a:cubicBezTo>
                    <a:pt x="278" y="206"/>
                    <a:pt x="205" y="279"/>
                    <a:pt x="114" y="279"/>
                  </a:cubicBezTo>
                  <a:cubicBezTo>
                    <a:pt x="70" y="279"/>
                    <a:pt x="29" y="262"/>
                    <a:pt x="0" y="233"/>
                  </a:cubicBezTo>
                  <a:cubicBezTo>
                    <a:pt x="29" y="263"/>
                    <a:pt x="71" y="282"/>
                    <a:pt x="117" y="282"/>
                  </a:cubicBezTo>
                  <a:cubicBezTo>
                    <a:pt x="208" y="282"/>
                    <a:pt x="281" y="209"/>
                    <a:pt x="281" y="118"/>
                  </a:cubicBezTo>
                  <a:cubicBezTo>
                    <a:pt x="281" y="72"/>
                    <a:pt x="262" y="30"/>
                    <a:pt x="232"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762710A4-FC5F-456C-8BE3-08D78ED41E5D}"/>
                </a:ext>
              </a:extLst>
            </p:cNvPr>
            <p:cNvSpPr>
              <a:spLocks/>
            </p:cNvSpPr>
            <p:nvPr/>
          </p:nvSpPr>
          <p:spPr bwMode="auto">
            <a:xfrm>
              <a:off x="3581400" y="1720851"/>
              <a:ext cx="1062038" cy="1063625"/>
            </a:xfrm>
            <a:custGeom>
              <a:avLst/>
              <a:gdLst>
                <a:gd name="T0" fmla="*/ 4 w 282"/>
                <a:gd name="T1" fmla="*/ 168 h 282"/>
                <a:gd name="T2" fmla="*/ 168 w 282"/>
                <a:gd name="T3" fmla="*/ 4 h 282"/>
                <a:gd name="T4" fmla="*/ 282 w 282"/>
                <a:gd name="T5" fmla="*/ 50 h 282"/>
                <a:gd name="T6" fmla="*/ 164 w 282"/>
                <a:gd name="T7" fmla="*/ 0 h 282"/>
                <a:gd name="T8" fmla="*/ 0 w 282"/>
                <a:gd name="T9" fmla="*/ 164 h 282"/>
                <a:gd name="T10" fmla="*/ 50 w 282"/>
                <a:gd name="T11" fmla="*/ 282 h 282"/>
                <a:gd name="T12" fmla="*/ 4 w 282"/>
                <a:gd name="T13" fmla="*/ 168 h 282"/>
              </a:gdLst>
              <a:ahLst/>
              <a:cxnLst>
                <a:cxn ang="0">
                  <a:pos x="T0" y="T1"/>
                </a:cxn>
                <a:cxn ang="0">
                  <a:pos x="T2" y="T3"/>
                </a:cxn>
                <a:cxn ang="0">
                  <a:pos x="T4" y="T5"/>
                </a:cxn>
                <a:cxn ang="0">
                  <a:pos x="T6" y="T7"/>
                </a:cxn>
                <a:cxn ang="0">
                  <a:pos x="T8" y="T9"/>
                </a:cxn>
                <a:cxn ang="0">
                  <a:pos x="T10" y="T11"/>
                </a:cxn>
                <a:cxn ang="0">
                  <a:pos x="T12" y="T13"/>
                </a:cxn>
              </a:cxnLst>
              <a:rect l="0" t="0" r="r" b="b"/>
              <a:pathLst>
                <a:path w="282" h="282">
                  <a:moveTo>
                    <a:pt x="4" y="168"/>
                  </a:moveTo>
                  <a:cubicBezTo>
                    <a:pt x="4" y="77"/>
                    <a:pt x="77" y="4"/>
                    <a:pt x="168" y="4"/>
                  </a:cubicBezTo>
                  <a:cubicBezTo>
                    <a:pt x="212" y="4"/>
                    <a:pt x="252" y="21"/>
                    <a:pt x="282" y="50"/>
                  </a:cubicBezTo>
                  <a:cubicBezTo>
                    <a:pt x="252" y="19"/>
                    <a:pt x="210" y="0"/>
                    <a:pt x="164" y="0"/>
                  </a:cubicBezTo>
                  <a:cubicBezTo>
                    <a:pt x="73" y="0"/>
                    <a:pt x="0" y="73"/>
                    <a:pt x="0" y="164"/>
                  </a:cubicBezTo>
                  <a:cubicBezTo>
                    <a:pt x="0" y="210"/>
                    <a:pt x="19" y="252"/>
                    <a:pt x="50" y="282"/>
                  </a:cubicBezTo>
                  <a:cubicBezTo>
                    <a:pt x="21" y="253"/>
                    <a:pt x="4" y="212"/>
                    <a:pt x="4" y="16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7" name="Oval 36">
            <a:extLst>
              <a:ext uri="{FF2B5EF4-FFF2-40B4-BE49-F238E27FC236}">
                <a16:creationId xmlns:a16="http://schemas.microsoft.com/office/drawing/2014/main" id="{1CBE03A7-B4AF-4F0D-A1C1-6DC4146E8A96}"/>
              </a:ext>
            </a:extLst>
          </p:cNvPr>
          <p:cNvSpPr>
            <a:spLocks noChangeArrowheads="1"/>
          </p:cNvSpPr>
          <p:nvPr/>
        </p:nvSpPr>
        <p:spPr bwMode="auto">
          <a:xfrm>
            <a:off x="3719513" y="1860551"/>
            <a:ext cx="958850" cy="957263"/>
          </a:xfrm>
          <a:prstGeom prst="ellipse">
            <a:avLst/>
          </a:prstGeom>
          <a:solidFill>
            <a:schemeClr val="bg2"/>
          </a:solidFill>
          <a:ln>
            <a:noFill/>
          </a:ln>
          <a:effectLst>
            <a:outerShdw blurRad="88900" dist="635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38" name="Oval 37">
            <a:extLst>
              <a:ext uri="{FF2B5EF4-FFF2-40B4-BE49-F238E27FC236}">
                <a16:creationId xmlns:a16="http://schemas.microsoft.com/office/drawing/2014/main" id="{505E98D5-7B8D-480A-B4CD-881F48AB36EC}"/>
              </a:ext>
            </a:extLst>
          </p:cNvPr>
          <p:cNvSpPr>
            <a:spLocks noChangeArrowheads="1"/>
          </p:cNvSpPr>
          <p:nvPr/>
        </p:nvSpPr>
        <p:spPr bwMode="auto">
          <a:xfrm>
            <a:off x="3719513" y="4046538"/>
            <a:ext cx="958850" cy="958850"/>
          </a:xfrm>
          <a:prstGeom prst="ellipse">
            <a:avLst/>
          </a:prstGeom>
          <a:solidFill>
            <a:schemeClr val="bg2"/>
          </a:solidFill>
          <a:ln>
            <a:noFill/>
          </a:ln>
          <a:effectLst>
            <a:outerShdw blurRad="88900" dist="635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39" name="Oval 38">
            <a:extLst>
              <a:ext uri="{FF2B5EF4-FFF2-40B4-BE49-F238E27FC236}">
                <a16:creationId xmlns:a16="http://schemas.microsoft.com/office/drawing/2014/main" id="{8317AC4C-6FA1-4201-A4AF-EB098E52864A}"/>
              </a:ext>
            </a:extLst>
          </p:cNvPr>
          <p:cNvSpPr>
            <a:spLocks noChangeArrowheads="1"/>
          </p:cNvSpPr>
          <p:nvPr/>
        </p:nvSpPr>
        <p:spPr bwMode="auto">
          <a:xfrm>
            <a:off x="5616575" y="5140326"/>
            <a:ext cx="954088" cy="957263"/>
          </a:xfrm>
          <a:prstGeom prst="ellipse">
            <a:avLst/>
          </a:prstGeom>
          <a:solidFill>
            <a:schemeClr val="bg2"/>
          </a:solidFill>
          <a:ln>
            <a:noFill/>
          </a:ln>
          <a:effectLst>
            <a:outerShdw blurRad="88900" dist="635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40" name="Oval 39">
            <a:extLst>
              <a:ext uri="{FF2B5EF4-FFF2-40B4-BE49-F238E27FC236}">
                <a16:creationId xmlns:a16="http://schemas.microsoft.com/office/drawing/2014/main" id="{AFE3E297-4AAC-4735-B761-FAAD2AE481DB}"/>
              </a:ext>
            </a:extLst>
          </p:cNvPr>
          <p:cNvSpPr>
            <a:spLocks noChangeArrowheads="1"/>
          </p:cNvSpPr>
          <p:nvPr/>
        </p:nvSpPr>
        <p:spPr bwMode="auto">
          <a:xfrm>
            <a:off x="7510463" y="4046538"/>
            <a:ext cx="954088" cy="958850"/>
          </a:xfrm>
          <a:prstGeom prst="ellipse">
            <a:avLst/>
          </a:prstGeom>
          <a:solidFill>
            <a:schemeClr val="bg2"/>
          </a:solidFill>
          <a:ln>
            <a:noFill/>
          </a:ln>
          <a:effectLst>
            <a:outerShdw blurRad="88900" dist="635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41" name="Oval 40">
            <a:extLst>
              <a:ext uri="{FF2B5EF4-FFF2-40B4-BE49-F238E27FC236}">
                <a16:creationId xmlns:a16="http://schemas.microsoft.com/office/drawing/2014/main" id="{02A4D875-3016-4D7F-899E-1CD516E2E5C4}"/>
              </a:ext>
            </a:extLst>
          </p:cNvPr>
          <p:cNvSpPr>
            <a:spLocks noChangeArrowheads="1"/>
          </p:cNvSpPr>
          <p:nvPr/>
        </p:nvSpPr>
        <p:spPr bwMode="auto">
          <a:xfrm>
            <a:off x="7510463" y="1860551"/>
            <a:ext cx="954088" cy="957263"/>
          </a:xfrm>
          <a:prstGeom prst="ellipse">
            <a:avLst/>
          </a:prstGeom>
          <a:solidFill>
            <a:schemeClr val="bg2"/>
          </a:solidFill>
          <a:ln>
            <a:noFill/>
          </a:ln>
          <a:effectLst>
            <a:outerShdw blurRad="88900" dist="635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42" name="Oval 41">
            <a:extLst>
              <a:ext uri="{FF2B5EF4-FFF2-40B4-BE49-F238E27FC236}">
                <a16:creationId xmlns:a16="http://schemas.microsoft.com/office/drawing/2014/main" id="{E4A9C199-7783-4C5F-8991-3D11487D1939}"/>
              </a:ext>
            </a:extLst>
          </p:cNvPr>
          <p:cNvSpPr>
            <a:spLocks noChangeArrowheads="1"/>
          </p:cNvSpPr>
          <p:nvPr/>
        </p:nvSpPr>
        <p:spPr bwMode="auto">
          <a:xfrm>
            <a:off x="5616575" y="766763"/>
            <a:ext cx="954088" cy="957263"/>
          </a:xfrm>
          <a:prstGeom prst="ellipse">
            <a:avLst/>
          </a:prstGeom>
          <a:solidFill>
            <a:schemeClr val="bg2"/>
          </a:solidFill>
          <a:ln>
            <a:noFill/>
          </a:ln>
          <a:effectLst>
            <a:outerShdw blurRad="88900" dist="635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43" name="Freeform 42">
            <a:extLst>
              <a:ext uri="{FF2B5EF4-FFF2-40B4-BE49-F238E27FC236}">
                <a16:creationId xmlns:a16="http://schemas.microsoft.com/office/drawing/2014/main" id="{B344A315-1530-44E8-8624-18CAD7F70815}"/>
              </a:ext>
            </a:extLst>
          </p:cNvPr>
          <p:cNvSpPr>
            <a:spLocks noEditPoints="1"/>
          </p:cNvSpPr>
          <p:nvPr/>
        </p:nvSpPr>
        <p:spPr bwMode="auto">
          <a:xfrm>
            <a:off x="3998913" y="4300538"/>
            <a:ext cx="400050" cy="452438"/>
          </a:xfrm>
          <a:custGeom>
            <a:avLst/>
            <a:gdLst>
              <a:gd name="T0" fmla="*/ 34 w 106"/>
              <a:gd name="T1" fmla="*/ 93 h 120"/>
              <a:gd name="T2" fmla="*/ 25 w 106"/>
              <a:gd name="T3" fmla="*/ 72 h 120"/>
              <a:gd name="T4" fmla="*/ 20 w 106"/>
              <a:gd name="T5" fmla="*/ 54 h 120"/>
              <a:gd name="T6" fmla="*/ 53 w 106"/>
              <a:gd name="T7" fmla="*/ 21 h 120"/>
              <a:gd name="T8" fmla="*/ 86 w 106"/>
              <a:gd name="T9" fmla="*/ 54 h 120"/>
              <a:gd name="T10" fmla="*/ 81 w 106"/>
              <a:gd name="T11" fmla="*/ 72 h 120"/>
              <a:gd name="T12" fmla="*/ 72 w 106"/>
              <a:gd name="T13" fmla="*/ 90 h 120"/>
              <a:gd name="T14" fmla="*/ 53 w 106"/>
              <a:gd name="T15" fmla="*/ 33 h 120"/>
              <a:gd name="T16" fmla="*/ 33 w 106"/>
              <a:gd name="T17" fmla="*/ 53 h 120"/>
              <a:gd name="T18" fmla="*/ 53 w 106"/>
              <a:gd name="T19" fmla="*/ 73 h 120"/>
              <a:gd name="T20" fmla="*/ 73 w 106"/>
              <a:gd name="T21" fmla="*/ 53 h 120"/>
              <a:gd name="T22" fmla="*/ 53 w 106"/>
              <a:gd name="T23" fmla="*/ 33 h 120"/>
              <a:gd name="T24" fmla="*/ 45 w 106"/>
              <a:gd name="T25" fmla="*/ 57 h 120"/>
              <a:gd name="T26" fmla="*/ 51 w 106"/>
              <a:gd name="T27" fmla="*/ 63 h 120"/>
              <a:gd name="T28" fmla="*/ 61 w 106"/>
              <a:gd name="T29" fmla="*/ 47 h 120"/>
              <a:gd name="T30" fmla="*/ 53 w 106"/>
              <a:gd name="T31" fmla="*/ 11 h 120"/>
              <a:gd name="T32" fmla="*/ 53 w 106"/>
              <a:gd name="T33" fmla="*/ 0 h 120"/>
              <a:gd name="T34" fmla="*/ 32 w 106"/>
              <a:gd name="T35" fmla="*/ 16 h 120"/>
              <a:gd name="T36" fmla="*/ 27 w 106"/>
              <a:gd name="T37" fmla="*/ 7 h 120"/>
              <a:gd name="T38" fmla="*/ 7 w 106"/>
              <a:gd name="T39" fmla="*/ 27 h 120"/>
              <a:gd name="T40" fmla="*/ 16 w 106"/>
              <a:gd name="T41" fmla="*/ 32 h 120"/>
              <a:gd name="T42" fmla="*/ 0 w 106"/>
              <a:gd name="T43" fmla="*/ 53 h 120"/>
              <a:gd name="T44" fmla="*/ 11 w 106"/>
              <a:gd name="T45" fmla="*/ 53 h 120"/>
              <a:gd name="T46" fmla="*/ 79 w 106"/>
              <a:gd name="T47" fmla="*/ 7 h 120"/>
              <a:gd name="T48" fmla="*/ 74 w 106"/>
              <a:gd name="T49" fmla="*/ 16 h 120"/>
              <a:gd name="T50" fmla="*/ 99 w 106"/>
              <a:gd name="T51" fmla="*/ 27 h 120"/>
              <a:gd name="T52" fmla="*/ 90 w 106"/>
              <a:gd name="T53" fmla="*/ 32 h 120"/>
              <a:gd name="T54" fmla="*/ 96 w 106"/>
              <a:gd name="T55" fmla="*/ 53 h 120"/>
              <a:gd name="T56" fmla="*/ 106 w 106"/>
              <a:gd name="T57" fmla="*/ 53 h 120"/>
              <a:gd name="T58" fmla="*/ 65 w 106"/>
              <a:gd name="T59" fmla="*/ 96 h 120"/>
              <a:gd name="T60" fmla="*/ 39 w 106"/>
              <a:gd name="T61" fmla="*/ 104 h 120"/>
              <a:gd name="T62" fmla="*/ 36 w 106"/>
              <a:gd name="T63" fmla="*/ 108 h 120"/>
              <a:gd name="T64" fmla="*/ 40 w 106"/>
              <a:gd name="T65" fmla="*/ 112 h 120"/>
              <a:gd name="T66" fmla="*/ 42 w 106"/>
              <a:gd name="T67" fmla="*/ 112 h 120"/>
              <a:gd name="T68" fmla="*/ 65 w 106"/>
              <a:gd name="T69" fmla="*/ 105 h 120"/>
              <a:gd name="T70" fmla="*/ 65 w 106"/>
              <a:gd name="T71" fmla="*/ 105 h 120"/>
              <a:gd name="T72" fmla="*/ 66 w 106"/>
              <a:gd name="T73" fmla="*/ 105 h 120"/>
              <a:gd name="T74" fmla="*/ 70 w 106"/>
              <a:gd name="T75" fmla="*/ 110 h 120"/>
              <a:gd name="T76" fmla="*/ 67 w 106"/>
              <a:gd name="T77" fmla="*/ 114 h 120"/>
              <a:gd name="T78" fmla="*/ 45 w 106"/>
              <a:gd name="T7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20">
                <a:moveTo>
                  <a:pt x="34" y="93"/>
                </a:moveTo>
                <a:cubicBezTo>
                  <a:pt x="35" y="88"/>
                  <a:pt x="33" y="83"/>
                  <a:pt x="25" y="72"/>
                </a:cubicBezTo>
                <a:cubicBezTo>
                  <a:pt x="22" y="67"/>
                  <a:pt x="20" y="60"/>
                  <a:pt x="20" y="54"/>
                </a:cubicBezTo>
                <a:cubicBezTo>
                  <a:pt x="20" y="36"/>
                  <a:pt x="35" y="21"/>
                  <a:pt x="53" y="21"/>
                </a:cubicBezTo>
                <a:cubicBezTo>
                  <a:pt x="71" y="21"/>
                  <a:pt x="86" y="36"/>
                  <a:pt x="86" y="54"/>
                </a:cubicBezTo>
                <a:cubicBezTo>
                  <a:pt x="86" y="60"/>
                  <a:pt x="84" y="67"/>
                  <a:pt x="81" y="72"/>
                </a:cubicBezTo>
                <a:cubicBezTo>
                  <a:pt x="75" y="80"/>
                  <a:pt x="73" y="85"/>
                  <a:pt x="72" y="90"/>
                </a:cubicBezTo>
                <a:moveTo>
                  <a:pt x="53" y="33"/>
                </a:moveTo>
                <a:cubicBezTo>
                  <a:pt x="42" y="33"/>
                  <a:pt x="33" y="42"/>
                  <a:pt x="33" y="53"/>
                </a:cubicBezTo>
                <a:cubicBezTo>
                  <a:pt x="33" y="64"/>
                  <a:pt x="42" y="73"/>
                  <a:pt x="53" y="73"/>
                </a:cubicBezTo>
                <a:cubicBezTo>
                  <a:pt x="64" y="73"/>
                  <a:pt x="73" y="64"/>
                  <a:pt x="73" y="53"/>
                </a:cubicBezTo>
                <a:cubicBezTo>
                  <a:pt x="73" y="42"/>
                  <a:pt x="64" y="33"/>
                  <a:pt x="53" y="33"/>
                </a:cubicBezTo>
                <a:close/>
                <a:moveTo>
                  <a:pt x="45" y="57"/>
                </a:moveTo>
                <a:cubicBezTo>
                  <a:pt x="51" y="63"/>
                  <a:pt x="51" y="63"/>
                  <a:pt x="51" y="63"/>
                </a:cubicBezTo>
                <a:cubicBezTo>
                  <a:pt x="61" y="47"/>
                  <a:pt x="61" y="47"/>
                  <a:pt x="61" y="47"/>
                </a:cubicBezTo>
                <a:moveTo>
                  <a:pt x="53" y="11"/>
                </a:moveTo>
                <a:cubicBezTo>
                  <a:pt x="53" y="0"/>
                  <a:pt x="53" y="0"/>
                  <a:pt x="53" y="0"/>
                </a:cubicBezTo>
                <a:moveTo>
                  <a:pt x="32" y="16"/>
                </a:moveTo>
                <a:cubicBezTo>
                  <a:pt x="27" y="7"/>
                  <a:pt x="27" y="7"/>
                  <a:pt x="27" y="7"/>
                </a:cubicBezTo>
                <a:moveTo>
                  <a:pt x="7" y="27"/>
                </a:moveTo>
                <a:cubicBezTo>
                  <a:pt x="16" y="32"/>
                  <a:pt x="16" y="32"/>
                  <a:pt x="16" y="32"/>
                </a:cubicBezTo>
                <a:moveTo>
                  <a:pt x="0" y="53"/>
                </a:moveTo>
                <a:cubicBezTo>
                  <a:pt x="11" y="53"/>
                  <a:pt x="11" y="53"/>
                  <a:pt x="11" y="53"/>
                </a:cubicBezTo>
                <a:moveTo>
                  <a:pt x="79" y="7"/>
                </a:moveTo>
                <a:cubicBezTo>
                  <a:pt x="74" y="16"/>
                  <a:pt x="74" y="16"/>
                  <a:pt x="74" y="16"/>
                </a:cubicBezTo>
                <a:moveTo>
                  <a:pt x="99" y="27"/>
                </a:moveTo>
                <a:cubicBezTo>
                  <a:pt x="90" y="32"/>
                  <a:pt x="90" y="32"/>
                  <a:pt x="90" y="32"/>
                </a:cubicBezTo>
                <a:moveTo>
                  <a:pt x="96" y="53"/>
                </a:moveTo>
                <a:cubicBezTo>
                  <a:pt x="106" y="53"/>
                  <a:pt x="106" y="53"/>
                  <a:pt x="106" y="53"/>
                </a:cubicBezTo>
                <a:moveTo>
                  <a:pt x="65" y="96"/>
                </a:moveTo>
                <a:cubicBezTo>
                  <a:pt x="65" y="96"/>
                  <a:pt x="39" y="104"/>
                  <a:pt x="39" y="104"/>
                </a:cubicBezTo>
                <a:cubicBezTo>
                  <a:pt x="37" y="104"/>
                  <a:pt x="36" y="106"/>
                  <a:pt x="36" y="108"/>
                </a:cubicBezTo>
                <a:cubicBezTo>
                  <a:pt x="36" y="110"/>
                  <a:pt x="38" y="112"/>
                  <a:pt x="40" y="112"/>
                </a:cubicBezTo>
                <a:cubicBezTo>
                  <a:pt x="41" y="112"/>
                  <a:pt x="42" y="112"/>
                  <a:pt x="42" y="112"/>
                </a:cubicBezTo>
                <a:cubicBezTo>
                  <a:pt x="65" y="105"/>
                  <a:pt x="65" y="105"/>
                  <a:pt x="65" y="105"/>
                </a:cubicBezTo>
                <a:cubicBezTo>
                  <a:pt x="65" y="105"/>
                  <a:pt x="65" y="105"/>
                  <a:pt x="65" y="105"/>
                </a:cubicBezTo>
                <a:cubicBezTo>
                  <a:pt x="65" y="105"/>
                  <a:pt x="66" y="105"/>
                  <a:pt x="66" y="105"/>
                </a:cubicBezTo>
                <a:cubicBezTo>
                  <a:pt x="68" y="105"/>
                  <a:pt x="70" y="107"/>
                  <a:pt x="70" y="110"/>
                </a:cubicBezTo>
                <a:cubicBezTo>
                  <a:pt x="70" y="111"/>
                  <a:pt x="69" y="113"/>
                  <a:pt x="67" y="114"/>
                </a:cubicBezTo>
                <a:cubicBezTo>
                  <a:pt x="45" y="120"/>
                  <a:pt x="45" y="120"/>
                  <a:pt x="45" y="120"/>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Freeform 43">
            <a:extLst>
              <a:ext uri="{FF2B5EF4-FFF2-40B4-BE49-F238E27FC236}">
                <a16:creationId xmlns:a16="http://schemas.microsoft.com/office/drawing/2014/main" id="{A34252C2-549D-443B-807A-99522517AE81}"/>
              </a:ext>
            </a:extLst>
          </p:cNvPr>
          <p:cNvSpPr>
            <a:spLocks noEditPoints="1"/>
          </p:cNvSpPr>
          <p:nvPr/>
        </p:nvSpPr>
        <p:spPr bwMode="auto">
          <a:xfrm>
            <a:off x="5873750" y="996951"/>
            <a:ext cx="441325" cy="460375"/>
          </a:xfrm>
          <a:custGeom>
            <a:avLst/>
            <a:gdLst>
              <a:gd name="T0" fmla="*/ 43 w 117"/>
              <a:gd name="T1" fmla="*/ 12 h 122"/>
              <a:gd name="T2" fmla="*/ 103 w 117"/>
              <a:gd name="T3" fmla="*/ 49 h 122"/>
              <a:gd name="T4" fmla="*/ 117 w 117"/>
              <a:gd name="T5" fmla="*/ 78 h 122"/>
              <a:gd name="T6" fmla="*/ 105 w 117"/>
              <a:gd name="T7" fmla="*/ 78 h 122"/>
              <a:gd name="T8" fmla="*/ 105 w 117"/>
              <a:gd name="T9" fmla="*/ 98 h 122"/>
              <a:gd name="T10" fmla="*/ 98 w 117"/>
              <a:gd name="T11" fmla="*/ 104 h 122"/>
              <a:gd name="T12" fmla="*/ 85 w 117"/>
              <a:gd name="T13" fmla="*/ 104 h 122"/>
              <a:gd name="T14" fmla="*/ 85 w 117"/>
              <a:gd name="T15" fmla="*/ 122 h 122"/>
              <a:gd name="T16" fmla="*/ 31 w 117"/>
              <a:gd name="T17" fmla="*/ 122 h 122"/>
              <a:gd name="T18" fmla="*/ 31 w 117"/>
              <a:gd name="T19" fmla="*/ 104 h 122"/>
              <a:gd name="T20" fmla="*/ 25 w 117"/>
              <a:gd name="T21" fmla="*/ 91 h 122"/>
              <a:gd name="T22" fmla="*/ 65 w 117"/>
              <a:gd name="T23" fmla="*/ 55 h 122"/>
              <a:gd name="T24" fmla="*/ 65 w 117"/>
              <a:gd name="T25" fmla="*/ 47 h 122"/>
              <a:gd name="T26" fmla="*/ 56 w 117"/>
              <a:gd name="T27" fmla="*/ 43 h 122"/>
              <a:gd name="T28" fmla="*/ 55 w 117"/>
              <a:gd name="T29" fmla="*/ 40 h 122"/>
              <a:gd name="T30" fmla="*/ 59 w 117"/>
              <a:gd name="T31" fmla="*/ 31 h 122"/>
              <a:gd name="T32" fmla="*/ 53 w 117"/>
              <a:gd name="T33" fmla="*/ 25 h 122"/>
              <a:gd name="T34" fmla="*/ 44 w 117"/>
              <a:gd name="T35" fmla="*/ 29 h 122"/>
              <a:gd name="T36" fmla="*/ 40 w 117"/>
              <a:gd name="T37" fmla="*/ 27 h 122"/>
              <a:gd name="T38" fmla="*/ 37 w 117"/>
              <a:gd name="T39" fmla="*/ 18 h 122"/>
              <a:gd name="T40" fmla="*/ 28 w 117"/>
              <a:gd name="T41" fmla="*/ 18 h 122"/>
              <a:gd name="T42" fmla="*/ 25 w 117"/>
              <a:gd name="T43" fmla="*/ 27 h 122"/>
              <a:gd name="T44" fmla="*/ 22 w 117"/>
              <a:gd name="T45" fmla="*/ 29 h 122"/>
              <a:gd name="T46" fmla="*/ 12 w 117"/>
              <a:gd name="T47" fmla="*/ 25 h 122"/>
              <a:gd name="T48" fmla="*/ 7 w 117"/>
              <a:gd name="T49" fmla="*/ 31 h 122"/>
              <a:gd name="T50" fmla="*/ 11 w 117"/>
              <a:gd name="T51" fmla="*/ 40 h 122"/>
              <a:gd name="T52" fmla="*/ 9 w 117"/>
              <a:gd name="T53" fmla="*/ 43 h 122"/>
              <a:gd name="T54" fmla="*/ 0 w 117"/>
              <a:gd name="T55" fmla="*/ 47 h 122"/>
              <a:gd name="T56" fmla="*/ 0 w 117"/>
              <a:gd name="T57" fmla="*/ 55 h 122"/>
              <a:gd name="T58" fmla="*/ 9 w 117"/>
              <a:gd name="T59" fmla="*/ 59 h 122"/>
              <a:gd name="T60" fmla="*/ 11 w 117"/>
              <a:gd name="T61" fmla="*/ 62 h 122"/>
              <a:gd name="T62" fmla="*/ 7 w 117"/>
              <a:gd name="T63" fmla="*/ 71 h 122"/>
              <a:gd name="T64" fmla="*/ 12 w 117"/>
              <a:gd name="T65" fmla="*/ 77 h 122"/>
              <a:gd name="T66" fmla="*/ 22 w 117"/>
              <a:gd name="T67" fmla="*/ 73 h 122"/>
              <a:gd name="T68" fmla="*/ 25 w 117"/>
              <a:gd name="T69" fmla="*/ 74 h 122"/>
              <a:gd name="T70" fmla="*/ 28 w 117"/>
              <a:gd name="T71" fmla="*/ 84 h 122"/>
              <a:gd name="T72" fmla="*/ 37 w 117"/>
              <a:gd name="T73" fmla="*/ 84 h 122"/>
              <a:gd name="T74" fmla="*/ 40 w 117"/>
              <a:gd name="T75" fmla="*/ 74 h 122"/>
              <a:gd name="T76" fmla="*/ 44 w 117"/>
              <a:gd name="T77" fmla="*/ 73 h 122"/>
              <a:gd name="T78" fmla="*/ 53 w 117"/>
              <a:gd name="T79" fmla="*/ 77 h 122"/>
              <a:gd name="T80" fmla="*/ 59 w 117"/>
              <a:gd name="T81" fmla="*/ 71 h 122"/>
              <a:gd name="T82" fmla="*/ 55 w 117"/>
              <a:gd name="T83" fmla="*/ 62 h 122"/>
              <a:gd name="T84" fmla="*/ 56 w 117"/>
              <a:gd name="T85" fmla="*/ 59 h 122"/>
              <a:gd name="T86" fmla="*/ 65 w 117"/>
              <a:gd name="T87" fmla="*/ 55 h 122"/>
              <a:gd name="T88" fmla="*/ 33 w 117"/>
              <a:gd name="T89" fmla="*/ 37 h 122"/>
              <a:gd name="T90" fmla="*/ 19 w 117"/>
              <a:gd name="T91" fmla="*/ 51 h 122"/>
              <a:gd name="T92" fmla="*/ 33 w 117"/>
              <a:gd name="T93" fmla="*/ 65 h 122"/>
              <a:gd name="T94" fmla="*/ 46 w 117"/>
              <a:gd name="T95" fmla="*/ 51 h 122"/>
              <a:gd name="T96" fmla="*/ 33 w 117"/>
              <a:gd name="T97" fmla="*/ 37 h 122"/>
              <a:gd name="T98" fmla="*/ 85 w 117"/>
              <a:gd name="T99" fmla="*/ 104 h 122"/>
              <a:gd name="T100" fmla="*/ 78 w 117"/>
              <a:gd name="T101" fmla="*/ 10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 h="122">
                <a:moveTo>
                  <a:pt x="43" y="12"/>
                </a:moveTo>
                <a:cubicBezTo>
                  <a:pt x="109" y="0"/>
                  <a:pt x="103" y="49"/>
                  <a:pt x="103" y="49"/>
                </a:cubicBezTo>
                <a:cubicBezTo>
                  <a:pt x="117" y="78"/>
                  <a:pt x="117" y="78"/>
                  <a:pt x="117" y="78"/>
                </a:cubicBezTo>
                <a:cubicBezTo>
                  <a:pt x="105" y="78"/>
                  <a:pt x="105" y="78"/>
                  <a:pt x="105" y="78"/>
                </a:cubicBezTo>
                <a:cubicBezTo>
                  <a:pt x="105" y="98"/>
                  <a:pt x="105" y="98"/>
                  <a:pt x="105" y="98"/>
                </a:cubicBezTo>
                <a:cubicBezTo>
                  <a:pt x="105" y="102"/>
                  <a:pt x="102" y="104"/>
                  <a:pt x="98" y="104"/>
                </a:cubicBezTo>
                <a:cubicBezTo>
                  <a:pt x="85" y="104"/>
                  <a:pt x="85" y="104"/>
                  <a:pt x="85" y="104"/>
                </a:cubicBezTo>
                <a:cubicBezTo>
                  <a:pt x="85" y="122"/>
                  <a:pt x="85" y="122"/>
                  <a:pt x="85" y="122"/>
                </a:cubicBezTo>
                <a:moveTo>
                  <a:pt x="31" y="122"/>
                </a:moveTo>
                <a:cubicBezTo>
                  <a:pt x="31" y="104"/>
                  <a:pt x="31" y="104"/>
                  <a:pt x="31" y="104"/>
                </a:cubicBezTo>
                <a:cubicBezTo>
                  <a:pt x="25" y="91"/>
                  <a:pt x="25" y="91"/>
                  <a:pt x="25" y="91"/>
                </a:cubicBezTo>
                <a:moveTo>
                  <a:pt x="65" y="55"/>
                </a:moveTo>
                <a:cubicBezTo>
                  <a:pt x="65" y="47"/>
                  <a:pt x="65" y="47"/>
                  <a:pt x="65" y="47"/>
                </a:cubicBezTo>
                <a:cubicBezTo>
                  <a:pt x="56" y="43"/>
                  <a:pt x="56" y="43"/>
                  <a:pt x="56" y="43"/>
                </a:cubicBezTo>
                <a:cubicBezTo>
                  <a:pt x="56" y="42"/>
                  <a:pt x="55" y="41"/>
                  <a:pt x="55" y="40"/>
                </a:cubicBezTo>
                <a:cubicBezTo>
                  <a:pt x="59" y="31"/>
                  <a:pt x="59" y="31"/>
                  <a:pt x="59" y="31"/>
                </a:cubicBezTo>
                <a:cubicBezTo>
                  <a:pt x="53" y="25"/>
                  <a:pt x="53" y="25"/>
                  <a:pt x="53" y="25"/>
                </a:cubicBezTo>
                <a:cubicBezTo>
                  <a:pt x="44" y="29"/>
                  <a:pt x="44" y="29"/>
                  <a:pt x="44" y="29"/>
                </a:cubicBezTo>
                <a:cubicBezTo>
                  <a:pt x="43" y="28"/>
                  <a:pt x="42" y="28"/>
                  <a:pt x="40" y="27"/>
                </a:cubicBezTo>
                <a:cubicBezTo>
                  <a:pt x="37" y="18"/>
                  <a:pt x="37" y="18"/>
                  <a:pt x="37" y="18"/>
                </a:cubicBezTo>
                <a:cubicBezTo>
                  <a:pt x="28" y="18"/>
                  <a:pt x="28" y="18"/>
                  <a:pt x="28" y="18"/>
                </a:cubicBezTo>
                <a:cubicBezTo>
                  <a:pt x="25" y="27"/>
                  <a:pt x="25" y="27"/>
                  <a:pt x="25" y="27"/>
                </a:cubicBezTo>
                <a:cubicBezTo>
                  <a:pt x="24" y="28"/>
                  <a:pt x="23" y="28"/>
                  <a:pt x="22" y="29"/>
                </a:cubicBezTo>
                <a:cubicBezTo>
                  <a:pt x="12" y="25"/>
                  <a:pt x="12" y="25"/>
                  <a:pt x="12" y="25"/>
                </a:cubicBezTo>
                <a:cubicBezTo>
                  <a:pt x="7" y="31"/>
                  <a:pt x="7" y="31"/>
                  <a:pt x="7" y="31"/>
                </a:cubicBezTo>
                <a:cubicBezTo>
                  <a:pt x="11" y="40"/>
                  <a:pt x="11" y="40"/>
                  <a:pt x="11" y="40"/>
                </a:cubicBezTo>
                <a:cubicBezTo>
                  <a:pt x="10" y="41"/>
                  <a:pt x="10" y="42"/>
                  <a:pt x="9" y="43"/>
                </a:cubicBezTo>
                <a:cubicBezTo>
                  <a:pt x="0" y="47"/>
                  <a:pt x="0" y="47"/>
                  <a:pt x="0" y="47"/>
                </a:cubicBezTo>
                <a:cubicBezTo>
                  <a:pt x="0" y="55"/>
                  <a:pt x="0" y="55"/>
                  <a:pt x="0" y="55"/>
                </a:cubicBezTo>
                <a:cubicBezTo>
                  <a:pt x="9" y="59"/>
                  <a:pt x="9" y="59"/>
                  <a:pt x="9" y="59"/>
                </a:cubicBezTo>
                <a:cubicBezTo>
                  <a:pt x="10" y="60"/>
                  <a:pt x="10" y="61"/>
                  <a:pt x="11" y="62"/>
                </a:cubicBezTo>
                <a:cubicBezTo>
                  <a:pt x="7" y="71"/>
                  <a:pt x="7" y="71"/>
                  <a:pt x="7" y="71"/>
                </a:cubicBezTo>
                <a:cubicBezTo>
                  <a:pt x="12" y="77"/>
                  <a:pt x="12" y="77"/>
                  <a:pt x="12" y="77"/>
                </a:cubicBezTo>
                <a:cubicBezTo>
                  <a:pt x="22" y="73"/>
                  <a:pt x="22" y="73"/>
                  <a:pt x="22" y="73"/>
                </a:cubicBezTo>
                <a:cubicBezTo>
                  <a:pt x="23" y="73"/>
                  <a:pt x="24" y="74"/>
                  <a:pt x="25" y="74"/>
                </a:cubicBezTo>
                <a:cubicBezTo>
                  <a:pt x="28" y="84"/>
                  <a:pt x="28" y="84"/>
                  <a:pt x="28" y="84"/>
                </a:cubicBezTo>
                <a:cubicBezTo>
                  <a:pt x="37" y="84"/>
                  <a:pt x="37" y="84"/>
                  <a:pt x="37" y="84"/>
                </a:cubicBezTo>
                <a:cubicBezTo>
                  <a:pt x="40" y="74"/>
                  <a:pt x="40" y="74"/>
                  <a:pt x="40" y="74"/>
                </a:cubicBezTo>
                <a:cubicBezTo>
                  <a:pt x="42" y="74"/>
                  <a:pt x="43" y="73"/>
                  <a:pt x="44" y="73"/>
                </a:cubicBezTo>
                <a:cubicBezTo>
                  <a:pt x="53" y="77"/>
                  <a:pt x="53" y="77"/>
                  <a:pt x="53" y="77"/>
                </a:cubicBezTo>
                <a:cubicBezTo>
                  <a:pt x="59" y="71"/>
                  <a:pt x="59" y="71"/>
                  <a:pt x="59" y="71"/>
                </a:cubicBezTo>
                <a:cubicBezTo>
                  <a:pt x="55" y="62"/>
                  <a:pt x="55" y="62"/>
                  <a:pt x="55" y="62"/>
                </a:cubicBezTo>
                <a:cubicBezTo>
                  <a:pt x="55" y="61"/>
                  <a:pt x="56" y="60"/>
                  <a:pt x="56" y="59"/>
                </a:cubicBezTo>
                <a:lnTo>
                  <a:pt x="65" y="55"/>
                </a:lnTo>
                <a:close/>
                <a:moveTo>
                  <a:pt x="33" y="37"/>
                </a:moveTo>
                <a:cubicBezTo>
                  <a:pt x="25" y="37"/>
                  <a:pt x="19" y="43"/>
                  <a:pt x="19" y="51"/>
                </a:cubicBezTo>
                <a:cubicBezTo>
                  <a:pt x="19" y="58"/>
                  <a:pt x="25" y="65"/>
                  <a:pt x="33" y="65"/>
                </a:cubicBezTo>
                <a:cubicBezTo>
                  <a:pt x="40" y="65"/>
                  <a:pt x="46" y="58"/>
                  <a:pt x="46" y="51"/>
                </a:cubicBezTo>
                <a:cubicBezTo>
                  <a:pt x="46" y="43"/>
                  <a:pt x="40" y="37"/>
                  <a:pt x="33" y="37"/>
                </a:cubicBezTo>
                <a:close/>
                <a:moveTo>
                  <a:pt x="85" y="104"/>
                </a:moveTo>
                <a:cubicBezTo>
                  <a:pt x="78" y="104"/>
                  <a:pt x="78" y="104"/>
                  <a:pt x="78" y="104"/>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Freeform 44">
            <a:extLst>
              <a:ext uri="{FF2B5EF4-FFF2-40B4-BE49-F238E27FC236}">
                <a16:creationId xmlns:a16="http://schemas.microsoft.com/office/drawing/2014/main" id="{BAB03F88-89DD-4C3D-84F5-3DC400EDBDF4}"/>
              </a:ext>
            </a:extLst>
          </p:cNvPr>
          <p:cNvSpPr>
            <a:spLocks noEditPoints="1"/>
          </p:cNvSpPr>
          <p:nvPr/>
        </p:nvSpPr>
        <p:spPr bwMode="auto">
          <a:xfrm>
            <a:off x="3908425" y="2176463"/>
            <a:ext cx="581025" cy="328613"/>
          </a:xfrm>
          <a:custGeom>
            <a:avLst/>
            <a:gdLst>
              <a:gd name="T0" fmla="*/ 36 w 154"/>
              <a:gd name="T1" fmla="*/ 70 h 87"/>
              <a:gd name="T2" fmla="*/ 36 w 154"/>
              <a:gd name="T3" fmla="*/ 64 h 87"/>
              <a:gd name="T4" fmla="*/ 45 w 154"/>
              <a:gd name="T5" fmla="*/ 56 h 87"/>
              <a:gd name="T6" fmla="*/ 50 w 154"/>
              <a:gd name="T7" fmla="*/ 60 h 87"/>
              <a:gd name="T8" fmla="*/ 43 w 154"/>
              <a:gd name="T9" fmla="*/ 70 h 87"/>
              <a:gd name="T10" fmla="*/ 94 w 154"/>
              <a:gd name="T11" fmla="*/ 63 h 87"/>
              <a:gd name="T12" fmla="*/ 112 w 154"/>
              <a:gd name="T13" fmla="*/ 71 h 87"/>
              <a:gd name="T14" fmla="*/ 113 w 154"/>
              <a:gd name="T15" fmla="*/ 63 h 87"/>
              <a:gd name="T16" fmla="*/ 94 w 154"/>
              <a:gd name="T17" fmla="*/ 77 h 87"/>
              <a:gd name="T18" fmla="*/ 103 w 154"/>
              <a:gd name="T19" fmla="*/ 77 h 87"/>
              <a:gd name="T20" fmla="*/ 104 w 154"/>
              <a:gd name="T21" fmla="*/ 71 h 87"/>
              <a:gd name="T22" fmla="*/ 84 w 154"/>
              <a:gd name="T23" fmla="*/ 83 h 87"/>
              <a:gd name="T24" fmla="*/ 92 w 154"/>
              <a:gd name="T25" fmla="*/ 83 h 87"/>
              <a:gd name="T26" fmla="*/ 94 w 154"/>
              <a:gd name="T27" fmla="*/ 77 h 87"/>
              <a:gd name="T28" fmla="*/ 72 w 154"/>
              <a:gd name="T29" fmla="*/ 85 h 87"/>
              <a:gd name="T30" fmla="*/ 82 w 154"/>
              <a:gd name="T31" fmla="*/ 84 h 87"/>
              <a:gd name="T32" fmla="*/ 49 w 154"/>
              <a:gd name="T33" fmla="*/ 77 h 87"/>
              <a:gd name="T34" fmla="*/ 59 w 154"/>
              <a:gd name="T35" fmla="*/ 59 h 87"/>
              <a:gd name="T36" fmla="*/ 53 w 154"/>
              <a:gd name="T37" fmla="*/ 59 h 87"/>
              <a:gd name="T38" fmla="*/ 42 w 154"/>
              <a:gd name="T39" fmla="*/ 77 h 87"/>
              <a:gd name="T40" fmla="*/ 49 w 154"/>
              <a:gd name="T41" fmla="*/ 77 h 87"/>
              <a:gd name="T42" fmla="*/ 67 w 154"/>
              <a:gd name="T43" fmla="*/ 70 h 87"/>
              <a:gd name="T44" fmla="*/ 63 w 154"/>
              <a:gd name="T45" fmla="*/ 63 h 87"/>
              <a:gd name="T46" fmla="*/ 51 w 154"/>
              <a:gd name="T47" fmla="*/ 75 h 87"/>
              <a:gd name="T48" fmla="*/ 55 w 154"/>
              <a:gd name="T49" fmla="*/ 83 h 87"/>
              <a:gd name="T50" fmla="*/ 71 w 154"/>
              <a:gd name="T51" fmla="*/ 80 h 87"/>
              <a:gd name="T52" fmla="*/ 72 w 154"/>
              <a:gd name="T53" fmla="*/ 72 h 87"/>
              <a:gd name="T54" fmla="*/ 66 w 154"/>
              <a:gd name="T55" fmla="*/ 72 h 87"/>
              <a:gd name="T56" fmla="*/ 60 w 154"/>
              <a:gd name="T57" fmla="*/ 85 h 87"/>
              <a:gd name="T58" fmla="*/ 67 w 154"/>
              <a:gd name="T59" fmla="*/ 85 h 87"/>
              <a:gd name="T60" fmla="*/ 132 w 154"/>
              <a:gd name="T61" fmla="*/ 0 h 87"/>
              <a:gd name="T62" fmla="*/ 128 w 154"/>
              <a:gd name="T63" fmla="*/ 52 h 87"/>
              <a:gd name="T64" fmla="*/ 154 w 154"/>
              <a:gd name="T65" fmla="*/ 41 h 87"/>
              <a:gd name="T66" fmla="*/ 83 w 154"/>
              <a:gd name="T67" fmla="*/ 22 h 87"/>
              <a:gd name="T68" fmla="*/ 76 w 154"/>
              <a:gd name="T69" fmla="*/ 22 h 87"/>
              <a:gd name="T70" fmla="*/ 53 w 154"/>
              <a:gd name="T71" fmla="*/ 33 h 87"/>
              <a:gd name="T72" fmla="*/ 73 w 154"/>
              <a:gd name="T73" fmla="*/ 39 h 87"/>
              <a:gd name="T74" fmla="*/ 113 w 154"/>
              <a:gd name="T75" fmla="*/ 63 h 87"/>
              <a:gd name="T76" fmla="*/ 120 w 154"/>
              <a:gd name="T77" fmla="*/ 54 h 87"/>
              <a:gd name="T78" fmla="*/ 113 w 154"/>
              <a:gd name="T79" fmla="*/ 63 h 87"/>
              <a:gd name="T80" fmla="*/ 39 w 154"/>
              <a:gd name="T81" fmla="*/ 61 h 87"/>
              <a:gd name="T82" fmla="*/ 22 w 154"/>
              <a:gd name="T83" fmla="*/ 57 h 87"/>
              <a:gd name="T84" fmla="*/ 32 w 154"/>
              <a:gd name="T85" fmla="*/ 0 h 87"/>
              <a:gd name="T86" fmla="*/ 37 w 154"/>
              <a:gd name="T87" fmla="*/ 63 h 87"/>
              <a:gd name="T88" fmla="*/ 51 w 154"/>
              <a:gd name="T89"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4" h="87">
                <a:moveTo>
                  <a:pt x="40" y="72"/>
                </a:moveTo>
                <a:cubicBezTo>
                  <a:pt x="39" y="72"/>
                  <a:pt x="37" y="71"/>
                  <a:pt x="36" y="70"/>
                </a:cubicBezTo>
                <a:cubicBezTo>
                  <a:pt x="35" y="70"/>
                  <a:pt x="35" y="68"/>
                  <a:pt x="35" y="67"/>
                </a:cubicBezTo>
                <a:cubicBezTo>
                  <a:pt x="35" y="66"/>
                  <a:pt x="35" y="65"/>
                  <a:pt x="36" y="64"/>
                </a:cubicBezTo>
                <a:cubicBezTo>
                  <a:pt x="42" y="57"/>
                  <a:pt x="42" y="57"/>
                  <a:pt x="42" y="57"/>
                </a:cubicBezTo>
                <a:cubicBezTo>
                  <a:pt x="43" y="56"/>
                  <a:pt x="44" y="56"/>
                  <a:pt x="45" y="56"/>
                </a:cubicBezTo>
                <a:cubicBezTo>
                  <a:pt x="46" y="56"/>
                  <a:pt x="47" y="56"/>
                  <a:pt x="48" y="57"/>
                </a:cubicBezTo>
                <a:cubicBezTo>
                  <a:pt x="49" y="58"/>
                  <a:pt x="50" y="59"/>
                  <a:pt x="50" y="60"/>
                </a:cubicBezTo>
                <a:cubicBezTo>
                  <a:pt x="50" y="61"/>
                  <a:pt x="50" y="63"/>
                  <a:pt x="49" y="63"/>
                </a:cubicBezTo>
                <a:cubicBezTo>
                  <a:pt x="43" y="70"/>
                  <a:pt x="43" y="70"/>
                  <a:pt x="43" y="70"/>
                </a:cubicBezTo>
                <a:cubicBezTo>
                  <a:pt x="42" y="71"/>
                  <a:pt x="41" y="71"/>
                  <a:pt x="40" y="72"/>
                </a:cubicBezTo>
                <a:close/>
                <a:moveTo>
                  <a:pt x="94" y="63"/>
                </a:moveTo>
                <a:cubicBezTo>
                  <a:pt x="94" y="63"/>
                  <a:pt x="105" y="72"/>
                  <a:pt x="108" y="72"/>
                </a:cubicBezTo>
                <a:cubicBezTo>
                  <a:pt x="110" y="73"/>
                  <a:pt x="111" y="72"/>
                  <a:pt x="112" y="71"/>
                </a:cubicBezTo>
                <a:cubicBezTo>
                  <a:pt x="114" y="69"/>
                  <a:pt x="114" y="68"/>
                  <a:pt x="114" y="66"/>
                </a:cubicBezTo>
                <a:cubicBezTo>
                  <a:pt x="114" y="65"/>
                  <a:pt x="114" y="64"/>
                  <a:pt x="113" y="63"/>
                </a:cubicBezTo>
                <a:moveTo>
                  <a:pt x="85" y="69"/>
                </a:moveTo>
                <a:cubicBezTo>
                  <a:pt x="94" y="77"/>
                  <a:pt x="94" y="77"/>
                  <a:pt x="94" y="77"/>
                </a:cubicBezTo>
                <a:cubicBezTo>
                  <a:pt x="95" y="78"/>
                  <a:pt x="97" y="79"/>
                  <a:pt x="98" y="79"/>
                </a:cubicBezTo>
                <a:cubicBezTo>
                  <a:pt x="100" y="79"/>
                  <a:pt x="102" y="78"/>
                  <a:pt x="103" y="77"/>
                </a:cubicBezTo>
                <a:cubicBezTo>
                  <a:pt x="104" y="76"/>
                  <a:pt x="105" y="74"/>
                  <a:pt x="105" y="73"/>
                </a:cubicBezTo>
                <a:cubicBezTo>
                  <a:pt x="105" y="72"/>
                  <a:pt x="105" y="71"/>
                  <a:pt x="104" y="71"/>
                </a:cubicBezTo>
                <a:moveTo>
                  <a:pt x="79" y="79"/>
                </a:moveTo>
                <a:cubicBezTo>
                  <a:pt x="84" y="83"/>
                  <a:pt x="84" y="83"/>
                  <a:pt x="84" y="83"/>
                </a:cubicBezTo>
                <a:cubicBezTo>
                  <a:pt x="85" y="84"/>
                  <a:pt x="86" y="85"/>
                  <a:pt x="88" y="85"/>
                </a:cubicBezTo>
                <a:cubicBezTo>
                  <a:pt x="90" y="85"/>
                  <a:pt x="91" y="84"/>
                  <a:pt x="92" y="83"/>
                </a:cubicBezTo>
                <a:cubicBezTo>
                  <a:pt x="94" y="82"/>
                  <a:pt x="95" y="80"/>
                  <a:pt x="95" y="79"/>
                </a:cubicBezTo>
                <a:cubicBezTo>
                  <a:pt x="94" y="78"/>
                  <a:pt x="94" y="77"/>
                  <a:pt x="94" y="77"/>
                </a:cubicBezTo>
                <a:moveTo>
                  <a:pt x="69" y="83"/>
                </a:moveTo>
                <a:cubicBezTo>
                  <a:pt x="72" y="85"/>
                  <a:pt x="72" y="85"/>
                  <a:pt x="72" y="85"/>
                </a:cubicBezTo>
                <a:cubicBezTo>
                  <a:pt x="73" y="85"/>
                  <a:pt x="75" y="86"/>
                  <a:pt x="78" y="85"/>
                </a:cubicBezTo>
                <a:cubicBezTo>
                  <a:pt x="79" y="85"/>
                  <a:pt x="81" y="85"/>
                  <a:pt x="82" y="84"/>
                </a:cubicBezTo>
                <a:cubicBezTo>
                  <a:pt x="82" y="83"/>
                  <a:pt x="83" y="83"/>
                  <a:pt x="83" y="82"/>
                </a:cubicBezTo>
                <a:moveTo>
                  <a:pt x="49" y="77"/>
                </a:moveTo>
                <a:cubicBezTo>
                  <a:pt x="59" y="65"/>
                  <a:pt x="59" y="65"/>
                  <a:pt x="59" y="65"/>
                </a:cubicBezTo>
                <a:cubicBezTo>
                  <a:pt x="61" y="63"/>
                  <a:pt x="61" y="60"/>
                  <a:pt x="59" y="59"/>
                </a:cubicBezTo>
                <a:cubicBezTo>
                  <a:pt x="58" y="58"/>
                  <a:pt x="57" y="57"/>
                  <a:pt x="55" y="58"/>
                </a:cubicBezTo>
                <a:cubicBezTo>
                  <a:pt x="54" y="58"/>
                  <a:pt x="53" y="58"/>
                  <a:pt x="53" y="59"/>
                </a:cubicBezTo>
                <a:cubicBezTo>
                  <a:pt x="42" y="71"/>
                  <a:pt x="42" y="71"/>
                  <a:pt x="42" y="71"/>
                </a:cubicBezTo>
                <a:cubicBezTo>
                  <a:pt x="40" y="73"/>
                  <a:pt x="41" y="76"/>
                  <a:pt x="42" y="77"/>
                </a:cubicBezTo>
                <a:cubicBezTo>
                  <a:pt x="43" y="78"/>
                  <a:pt x="45" y="79"/>
                  <a:pt x="46" y="79"/>
                </a:cubicBezTo>
                <a:cubicBezTo>
                  <a:pt x="47" y="78"/>
                  <a:pt x="48" y="78"/>
                  <a:pt x="49" y="77"/>
                </a:cubicBezTo>
                <a:close/>
                <a:moveTo>
                  <a:pt x="58" y="81"/>
                </a:moveTo>
                <a:cubicBezTo>
                  <a:pt x="67" y="70"/>
                  <a:pt x="67" y="70"/>
                  <a:pt x="67" y="70"/>
                </a:cubicBezTo>
                <a:cubicBezTo>
                  <a:pt x="69" y="68"/>
                  <a:pt x="69" y="66"/>
                  <a:pt x="67" y="64"/>
                </a:cubicBezTo>
                <a:cubicBezTo>
                  <a:pt x="66" y="63"/>
                  <a:pt x="65" y="62"/>
                  <a:pt x="63" y="63"/>
                </a:cubicBezTo>
                <a:cubicBezTo>
                  <a:pt x="62" y="63"/>
                  <a:pt x="61" y="63"/>
                  <a:pt x="61" y="64"/>
                </a:cubicBezTo>
                <a:cubicBezTo>
                  <a:pt x="51" y="75"/>
                  <a:pt x="51" y="75"/>
                  <a:pt x="51" y="75"/>
                </a:cubicBezTo>
                <a:cubicBezTo>
                  <a:pt x="49" y="77"/>
                  <a:pt x="49" y="80"/>
                  <a:pt x="51" y="82"/>
                </a:cubicBezTo>
                <a:cubicBezTo>
                  <a:pt x="52" y="82"/>
                  <a:pt x="54" y="83"/>
                  <a:pt x="55" y="83"/>
                </a:cubicBezTo>
                <a:cubicBezTo>
                  <a:pt x="56" y="83"/>
                  <a:pt x="57" y="82"/>
                  <a:pt x="58" y="81"/>
                </a:cubicBezTo>
                <a:close/>
                <a:moveTo>
                  <a:pt x="71" y="80"/>
                </a:moveTo>
                <a:cubicBezTo>
                  <a:pt x="72" y="79"/>
                  <a:pt x="72" y="79"/>
                  <a:pt x="72" y="79"/>
                </a:cubicBezTo>
                <a:cubicBezTo>
                  <a:pt x="74" y="77"/>
                  <a:pt x="74" y="74"/>
                  <a:pt x="72" y="72"/>
                </a:cubicBezTo>
                <a:cubicBezTo>
                  <a:pt x="71" y="71"/>
                  <a:pt x="70" y="71"/>
                  <a:pt x="68" y="71"/>
                </a:cubicBezTo>
                <a:cubicBezTo>
                  <a:pt x="67" y="71"/>
                  <a:pt x="66" y="72"/>
                  <a:pt x="66" y="72"/>
                </a:cubicBezTo>
                <a:cubicBezTo>
                  <a:pt x="60" y="79"/>
                  <a:pt x="60" y="79"/>
                  <a:pt x="60" y="79"/>
                </a:cubicBezTo>
                <a:cubicBezTo>
                  <a:pt x="58" y="81"/>
                  <a:pt x="58" y="83"/>
                  <a:pt x="60" y="85"/>
                </a:cubicBezTo>
                <a:cubicBezTo>
                  <a:pt x="61" y="86"/>
                  <a:pt x="63" y="87"/>
                  <a:pt x="64" y="86"/>
                </a:cubicBezTo>
                <a:cubicBezTo>
                  <a:pt x="65" y="86"/>
                  <a:pt x="66" y="86"/>
                  <a:pt x="67" y="85"/>
                </a:cubicBezTo>
                <a:lnTo>
                  <a:pt x="71" y="80"/>
                </a:lnTo>
                <a:close/>
                <a:moveTo>
                  <a:pt x="132" y="0"/>
                </a:moveTo>
                <a:cubicBezTo>
                  <a:pt x="122" y="5"/>
                  <a:pt x="108" y="13"/>
                  <a:pt x="106" y="14"/>
                </a:cubicBezTo>
                <a:cubicBezTo>
                  <a:pt x="108" y="17"/>
                  <a:pt x="117" y="32"/>
                  <a:pt x="128" y="52"/>
                </a:cubicBezTo>
                <a:cubicBezTo>
                  <a:pt x="129" y="54"/>
                  <a:pt x="129" y="54"/>
                  <a:pt x="129" y="54"/>
                </a:cubicBezTo>
                <a:cubicBezTo>
                  <a:pt x="154" y="41"/>
                  <a:pt x="154" y="41"/>
                  <a:pt x="154" y="41"/>
                </a:cubicBezTo>
                <a:moveTo>
                  <a:pt x="109" y="19"/>
                </a:moveTo>
                <a:cubicBezTo>
                  <a:pt x="97" y="15"/>
                  <a:pt x="91" y="22"/>
                  <a:pt x="83" y="22"/>
                </a:cubicBezTo>
                <a:cubicBezTo>
                  <a:pt x="80" y="22"/>
                  <a:pt x="78" y="22"/>
                  <a:pt x="76" y="22"/>
                </a:cubicBezTo>
                <a:cubicBezTo>
                  <a:pt x="76" y="22"/>
                  <a:pt x="76" y="22"/>
                  <a:pt x="76" y="22"/>
                </a:cubicBezTo>
                <a:cubicBezTo>
                  <a:pt x="75" y="22"/>
                  <a:pt x="74" y="22"/>
                  <a:pt x="74" y="23"/>
                </a:cubicBezTo>
                <a:cubicBezTo>
                  <a:pt x="53" y="33"/>
                  <a:pt x="53" y="33"/>
                  <a:pt x="53" y="33"/>
                </a:cubicBezTo>
                <a:cubicBezTo>
                  <a:pt x="43" y="38"/>
                  <a:pt x="53" y="46"/>
                  <a:pt x="56" y="45"/>
                </a:cubicBezTo>
                <a:cubicBezTo>
                  <a:pt x="59" y="44"/>
                  <a:pt x="68" y="41"/>
                  <a:pt x="73" y="39"/>
                </a:cubicBezTo>
                <a:cubicBezTo>
                  <a:pt x="76" y="37"/>
                  <a:pt x="80" y="38"/>
                  <a:pt x="83" y="40"/>
                </a:cubicBezTo>
                <a:cubicBezTo>
                  <a:pt x="92" y="47"/>
                  <a:pt x="112" y="61"/>
                  <a:pt x="113" y="63"/>
                </a:cubicBezTo>
                <a:moveTo>
                  <a:pt x="127" y="49"/>
                </a:moveTo>
                <a:cubicBezTo>
                  <a:pt x="125" y="50"/>
                  <a:pt x="121" y="53"/>
                  <a:pt x="120" y="54"/>
                </a:cubicBezTo>
                <a:cubicBezTo>
                  <a:pt x="119" y="54"/>
                  <a:pt x="119" y="56"/>
                  <a:pt x="118" y="57"/>
                </a:cubicBezTo>
                <a:cubicBezTo>
                  <a:pt x="116" y="59"/>
                  <a:pt x="115" y="62"/>
                  <a:pt x="113" y="63"/>
                </a:cubicBezTo>
                <a:moveTo>
                  <a:pt x="39" y="61"/>
                </a:moveTo>
                <a:cubicBezTo>
                  <a:pt x="39" y="61"/>
                  <a:pt x="39" y="61"/>
                  <a:pt x="39" y="61"/>
                </a:cubicBezTo>
                <a:moveTo>
                  <a:pt x="0" y="39"/>
                </a:moveTo>
                <a:cubicBezTo>
                  <a:pt x="22" y="57"/>
                  <a:pt x="22" y="57"/>
                  <a:pt x="22" y="57"/>
                </a:cubicBezTo>
                <a:cubicBezTo>
                  <a:pt x="54" y="17"/>
                  <a:pt x="54" y="17"/>
                  <a:pt x="54" y="17"/>
                </a:cubicBezTo>
                <a:cubicBezTo>
                  <a:pt x="32" y="0"/>
                  <a:pt x="32" y="0"/>
                  <a:pt x="32" y="0"/>
                </a:cubicBezTo>
                <a:moveTo>
                  <a:pt x="24" y="54"/>
                </a:moveTo>
                <a:cubicBezTo>
                  <a:pt x="31" y="59"/>
                  <a:pt x="37" y="63"/>
                  <a:pt x="37" y="63"/>
                </a:cubicBezTo>
                <a:moveTo>
                  <a:pt x="66" y="27"/>
                </a:moveTo>
                <a:cubicBezTo>
                  <a:pt x="63" y="25"/>
                  <a:pt x="57" y="22"/>
                  <a:pt x="51" y="2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6" name="Freeform 45">
            <a:extLst>
              <a:ext uri="{FF2B5EF4-FFF2-40B4-BE49-F238E27FC236}">
                <a16:creationId xmlns:a16="http://schemas.microsoft.com/office/drawing/2014/main" id="{63EC045E-58AC-43C4-AF61-E1AFE04728CE}"/>
              </a:ext>
            </a:extLst>
          </p:cNvPr>
          <p:cNvSpPr>
            <a:spLocks noEditPoints="1"/>
          </p:cNvSpPr>
          <p:nvPr/>
        </p:nvSpPr>
        <p:spPr bwMode="auto">
          <a:xfrm>
            <a:off x="7766050" y="4348163"/>
            <a:ext cx="444500" cy="355600"/>
          </a:xfrm>
          <a:custGeom>
            <a:avLst/>
            <a:gdLst>
              <a:gd name="T0" fmla="*/ 118 w 118"/>
              <a:gd name="T1" fmla="*/ 94 h 94"/>
              <a:gd name="T2" fmla="*/ 0 w 118"/>
              <a:gd name="T3" fmla="*/ 94 h 94"/>
              <a:gd name="T4" fmla="*/ 28 w 118"/>
              <a:gd name="T5" fmla="*/ 69 h 94"/>
              <a:gd name="T6" fmla="*/ 12 w 118"/>
              <a:gd name="T7" fmla="*/ 69 h 94"/>
              <a:gd name="T8" fmla="*/ 12 w 118"/>
              <a:gd name="T9" fmla="*/ 94 h 94"/>
              <a:gd name="T10" fmla="*/ 28 w 118"/>
              <a:gd name="T11" fmla="*/ 94 h 94"/>
              <a:gd name="T12" fmla="*/ 28 w 118"/>
              <a:gd name="T13" fmla="*/ 69 h 94"/>
              <a:gd name="T14" fmla="*/ 54 w 118"/>
              <a:gd name="T15" fmla="*/ 44 h 94"/>
              <a:gd name="T16" fmla="*/ 38 w 118"/>
              <a:gd name="T17" fmla="*/ 44 h 94"/>
              <a:gd name="T18" fmla="*/ 38 w 118"/>
              <a:gd name="T19" fmla="*/ 94 h 94"/>
              <a:gd name="T20" fmla="*/ 54 w 118"/>
              <a:gd name="T21" fmla="*/ 94 h 94"/>
              <a:gd name="T22" fmla="*/ 54 w 118"/>
              <a:gd name="T23" fmla="*/ 44 h 94"/>
              <a:gd name="T24" fmla="*/ 79 w 118"/>
              <a:gd name="T25" fmla="*/ 55 h 94"/>
              <a:gd name="T26" fmla="*/ 63 w 118"/>
              <a:gd name="T27" fmla="*/ 55 h 94"/>
              <a:gd name="T28" fmla="*/ 63 w 118"/>
              <a:gd name="T29" fmla="*/ 94 h 94"/>
              <a:gd name="T30" fmla="*/ 79 w 118"/>
              <a:gd name="T31" fmla="*/ 94 h 94"/>
              <a:gd name="T32" fmla="*/ 79 w 118"/>
              <a:gd name="T33" fmla="*/ 55 h 94"/>
              <a:gd name="T34" fmla="*/ 105 w 118"/>
              <a:gd name="T35" fmla="*/ 29 h 94"/>
              <a:gd name="T36" fmla="*/ 89 w 118"/>
              <a:gd name="T37" fmla="*/ 29 h 94"/>
              <a:gd name="T38" fmla="*/ 89 w 118"/>
              <a:gd name="T39" fmla="*/ 94 h 94"/>
              <a:gd name="T40" fmla="*/ 105 w 118"/>
              <a:gd name="T41" fmla="*/ 94 h 94"/>
              <a:gd name="T42" fmla="*/ 105 w 118"/>
              <a:gd name="T43" fmla="*/ 29 h 94"/>
              <a:gd name="T44" fmla="*/ 20 w 118"/>
              <a:gd name="T45" fmla="*/ 41 h 94"/>
              <a:gd name="T46" fmla="*/ 16 w 118"/>
              <a:gd name="T47" fmla="*/ 46 h 94"/>
              <a:gd name="T48" fmla="*/ 20 w 118"/>
              <a:gd name="T49" fmla="*/ 50 h 94"/>
              <a:gd name="T50" fmla="*/ 25 w 118"/>
              <a:gd name="T51" fmla="*/ 46 h 94"/>
              <a:gd name="T52" fmla="*/ 20 w 118"/>
              <a:gd name="T53" fmla="*/ 41 h 94"/>
              <a:gd name="T54" fmla="*/ 46 w 118"/>
              <a:gd name="T55" fmla="*/ 17 h 94"/>
              <a:gd name="T56" fmla="*/ 41 w 118"/>
              <a:gd name="T57" fmla="*/ 21 h 94"/>
              <a:gd name="T58" fmla="*/ 46 w 118"/>
              <a:gd name="T59" fmla="*/ 26 h 94"/>
              <a:gd name="T60" fmla="*/ 50 w 118"/>
              <a:gd name="T61" fmla="*/ 21 h 94"/>
              <a:gd name="T62" fmla="*/ 46 w 118"/>
              <a:gd name="T63" fmla="*/ 17 h 94"/>
              <a:gd name="T64" fmla="*/ 71 w 118"/>
              <a:gd name="T65" fmla="*/ 29 h 94"/>
              <a:gd name="T66" fmla="*/ 67 w 118"/>
              <a:gd name="T67" fmla="*/ 33 h 94"/>
              <a:gd name="T68" fmla="*/ 71 w 118"/>
              <a:gd name="T69" fmla="*/ 38 h 94"/>
              <a:gd name="T70" fmla="*/ 76 w 118"/>
              <a:gd name="T71" fmla="*/ 33 h 94"/>
              <a:gd name="T72" fmla="*/ 71 w 118"/>
              <a:gd name="T73" fmla="*/ 29 h 94"/>
              <a:gd name="T74" fmla="*/ 97 w 118"/>
              <a:gd name="T75" fmla="*/ 0 h 94"/>
              <a:gd name="T76" fmla="*/ 92 w 118"/>
              <a:gd name="T77" fmla="*/ 4 h 94"/>
              <a:gd name="T78" fmla="*/ 97 w 118"/>
              <a:gd name="T79" fmla="*/ 9 h 94"/>
              <a:gd name="T80" fmla="*/ 101 w 118"/>
              <a:gd name="T81" fmla="*/ 4 h 94"/>
              <a:gd name="T82" fmla="*/ 97 w 118"/>
              <a:gd name="T83" fmla="*/ 0 h 94"/>
              <a:gd name="T84" fmla="*/ 74 w 118"/>
              <a:gd name="T85" fmla="*/ 30 h 94"/>
              <a:gd name="T86" fmla="*/ 94 w 118"/>
              <a:gd name="T87" fmla="*/ 8 h 94"/>
              <a:gd name="T88" fmla="*/ 50 w 118"/>
              <a:gd name="T89" fmla="*/ 23 h 94"/>
              <a:gd name="T90" fmla="*/ 67 w 118"/>
              <a:gd name="T91" fmla="*/ 31 h 94"/>
              <a:gd name="T92" fmla="*/ 42 w 118"/>
              <a:gd name="T93" fmla="*/ 24 h 94"/>
              <a:gd name="T94" fmla="*/ 24 w 118"/>
              <a:gd name="T95" fmla="*/ 4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 h="94">
                <a:moveTo>
                  <a:pt x="118" y="94"/>
                </a:moveTo>
                <a:cubicBezTo>
                  <a:pt x="0" y="94"/>
                  <a:pt x="0" y="94"/>
                  <a:pt x="0" y="94"/>
                </a:cubicBezTo>
                <a:moveTo>
                  <a:pt x="28" y="69"/>
                </a:moveTo>
                <a:cubicBezTo>
                  <a:pt x="12" y="69"/>
                  <a:pt x="12" y="69"/>
                  <a:pt x="12" y="69"/>
                </a:cubicBezTo>
                <a:cubicBezTo>
                  <a:pt x="12" y="94"/>
                  <a:pt x="12" y="94"/>
                  <a:pt x="12" y="94"/>
                </a:cubicBezTo>
                <a:cubicBezTo>
                  <a:pt x="28" y="94"/>
                  <a:pt x="28" y="94"/>
                  <a:pt x="28" y="94"/>
                </a:cubicBezTo>
                <a:lnTo>
                  <a:pt x="28" y="69"/>
                </a:lnTo>
                <a:close/>
                <a:moveTo>
                  <a:pt x="54" y="44"/>
                </a:moveTo>
                <a:cubicBezTo>
                  <a:pt x="38" y="44"/>
                  <a:pt x="38" y="44"/>
                  <a:pt x="38" y="44"/>
                </a:cubicBezTo>
                <a:cubicBezTo>
                  <a:pt x="38" y="94"/>
                  <a:pt x="38" y="94"/>
                  <a:pt x="38" y="94"/>
                </a:cubicBezTo>
                <a:cubicBezTo>
                  <a:pt x="54" y="94"/>
                  <a:pt x="54" y="94"/>
                  <a:pt x="54" y="94"/>
                </a:cubicBezTo>
                <a:lnTo>
                  <a:pt x="54" y="44"/>
                </a:lnTo>
                <a:close/>
                <a:moveTo>
                  <a:pt x="79" y="55"/>
                </a:moveTo>
                <a:cubicBezTo>
                  <a:pt x="63" y="55"/>
                  <a:pt x="63" y="55"/>
                  <a:pt x="63" y="55"/>
                </a:cubicBezTo>
                <a:cubicBezTo>
                  <a:pt x="63" y="94"/>
                  <a:pt x="63" y="94"/>
                  <a:pt x="63" y="94"/>
                </a:cubicBezTo>
                <a:cubicBezTo>
                  <a:pt x="79" y="94"/>
                  <a:pt x="79" y="94"/>
                  <a:pt x="79" y="94"/>
                </a:cubicBezTo>
                <a:lnTo>
                  <a:pt x="79" y="55"/>
                </a:lnTo>
                <a:close/>
                <a:moveTo>
                  <a:pt x="105" y="29"/>
                </a:moveTo>
                <a:cubicBezTo>
                  <a:pt x="89" y="29"/>
                  <a:pt x="89" y="29"/>
                  <a:pt x="89" y="29"/>
                </a:cubicBezTo>
                <a:cubicBezTo>
                  <a:pt x="89" y="94"/>
                  <a:pt x="89" y="94"/>
                  <a:pt x="89" y="94"/>
                </a:cubicBezTo>
                <a:cubicBezTo>
                  <a:pt x="105" y="94"/>
                  <a:pt x="105" y="94"/>
                  <a:pt x="105" y="94"/>
                </a:cubicBezTo>
                <a:lnTo>
                  <a:pt x="105" y="29"/>
                </a:lnTo>
                <a:close/>
                <a:moveTo>
                  <a:pt x="20" y="41"/>
                </a:moveTo>
                <a:cubicBezTo>
                  <a:pt x="18" y="41"/>
                  <a:pt x="16" y="43"/>
                  <a:pt x="16" y="46"/>
                </a:cubicBezTo>
                <a:cubicBezTo>
                  <a:pt x="16" y="48"/>
                  <a:pt x="18" y="50"/>
                  <a:pt x="20" y="50"/>
                </a:cubicBezTo>
                <a:cubicBezTo>
                  <a:pt x="23" y="50"/>
                  <a:pt x="25" y="48"/>
                  <a:pt x="25" y="46"/>
                </a:cubicBezTo>
                <a:cubicBezTo>
                  <a:pt x="25" y="43"/>
                  <a:pt x="23" y="41"/>
                  <a:pt x="20" y="41"/>
                </a:cubicBezTo>
                <a:close/>
                <a:moveTo>
                  <a:pt x="46" y="17"/>
                </a:moveTo>
                <a:cubicBezTo>
                  <a:pt x="43" y="17"/>
                  <a:pt x="41" y="19"/>
                  <a:pt x="41" y="21"/>
                </a:cubicBezTo>
                <a:cubicBezTo>
                  <a:pt x="41" y="24"/>
                  <a:pt x="43" y="26"/>
                  <a:pt x="46" y="26"/>
                </a:cubicBezTo>
                <a:cubicBezTo>
                  <a:pt x="48" y="26"/>
                  <a:pt x="50" y="24"/>
                  <a:pt x="50" y="21"/>
                </a:cubicBezTo>
                <a:cubicBezTo>
                  <a:pt x="50" y="19"/>
                  <a:pt x="48" y="17"/>
                  <a:pt x="46" y="17"/>
                </a:cubicBezTo>
                <a:close/>
                <a:moveTo>
                  <a:pt x="71" y="29"/>
                </a:moveTo>
                <a:cubicBezTo>
                  <a:pt x="69" y="29"/>
                  <a:pt x="67" y="31"/>
                  <a:pt x="67" y="33"/>
                </a:cubicBezTo>
                <a:cubicBezTo>
                  <a:pt x="67" y="36"/>
                  <a:pt x="69" y="38"/>
                  <a:pt x="71" y="38"/>
                </a:cubicBezTo>
                <a:cubicBezTo>
                  <a:pt x="74" y="38"/>
                  <a:pt x="76" y="36"/>
                  <a:pt x="76" y="33"/>
                </a:cubicBezTo>
                <a:cubicBezTo>
                  <a:pt x="76" y="31"/>
                  <a:pt x="74" y="29"/>
                  <a:pt x="71" y="29"/>
                </a:cubicBezTo>
                <a:close/>
                <a:moveTo>
                  <a:pt x="97" y="0"/>
                </a:moveTo>
                <a:cubicBezTo>
                  <a:pt x="94" y="0"/>
                  <a:pt x="92" y="2"/>
                  <a:pt x="92" y="4"/>
                </a:cubicBezTo>
                <a:cubicBezTo>
                  <a:pt x="92" y="7"/>
                  <a:pt x="94" y="9"/>
                  <a:pt x="97" y="9"/>
                </a:cubicBezTo>
                <a:cubicBezTo>
                  <a:pt x="99" y="9"/>
                  <a:pt x="101" y="7"/>
                  <a:pt x="101" y="4"/>
                </a:cubicBezTo>
                <a:cubicBezTo>
                  <a:pt x="101" y="2"/>
                  <a:pt x="99" y="0"/>
                  <a:pt x="97" y="0"/>
                </a:cubicBezTo>
                <a:close/>
                <a:moveTo>
                  <a:pt x="74" y="30"/>
                </a:moveTo>
                <a:cubicBezTo>
                  <a:pt x="94" y="8"/>
                  <a:pt x="94" y="8"/>
                  <a:pt x="94" y="8"/>
                </a:cubicBezTo>
                <a:moveTo>
                  <a:pt x="50" y="23"/>
                </a:moveTo>
                <a:cubicBezTo>
                  <a:pt x="67" y="31"/>
                  <a:pt x="67" y="31"/>
                  <a:pt x="67" y="31"/>
                </a:cubicBezTo>
                <a:moveTo>
                  <a:pt x="42" y="24"/>
                </a:moveTo>
                <a:cubicBezTo>
                  <a:pt x="24" y="42"/>
                  <a:pt x="24" y="42"/>
                  <a:pt x="24" y="42"/>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Freeform 46">
            <a:extLst>
              <a:ext uri="{FF2B5EF4-FFF2-40B4-BE49-F238E27FC236}">
                <a16:creationId xmlns:a16="http://schemas.microsoft.com/office/drawing/2014/main" id="{41098CE6-622A-4F77-B1CA-28998CB7216E}"/>
              </a:ext>
            </a:extLst>
          </p:cNvPr>
          <p:cNvSpPr>
            <a:spLocks noEditPoints="1"/>
          </p:cNvSpPr>
          <p:nvPr/>
        </p:nvSpPr>
        <p:spPr bwMode="auto">
          <a:xfrm>
            <a:off x="7815263" y="2135188"/>
            <a:ext cx="342900" cy="407988"/>
          </a:xfrm>
          <a:custGeom>
            <a:avLst/>
            <a:gdLst>
              <a:gd name="T0" fmla="*/ 216 w 216"/>
              <a:gd name="T1" fmla="*/ 105 h 257"/>
              <a:gd name="T2" fmla="*/ 216 w 216"/>
              <a:gd name="T3" fmla="*/ 257 h 257"/>
              <a:gd name="T4" fmla="*/ 0 w 216"/>
              <a:gd name="T5" fmla="*/ 257 h 257"/>
              <a:gd name="T6" fmla="*/ 0 w 216"/>
              <a:gd name="T7" fmla="*/ 105 h 257"/>
              <a:gd name="T8" fmla="*/ 216 w 216"/>
              <a:gd name="T9" fmla="*/ 257 h 257"/>
              <a:gd name="T10" fmla="*/ 109 w 216"/>
              <a:gd name="T11" fmla="*/ 181 h 257"/>
              <a:gd name="T12" fmla="*/ 0 w 216"/>
              <a:gd name="T13" fmla="*/ 257 h 257"/>
              <a:gd name="T14" fmla="*/ 216 w 216"/>
              <a:gd name="T15" fmla="*/ 105 h 257"/>
              <a:gd name="T16" fmla="*/ 145 w 216"/>
              <a:gd name="T17" fmla="*/ 183 h 257"/>
              <a:gd name="T18" fmla="*/ 0 w 216"/>
              <a:gd name="T19" fmla="*/ 105 h 257"/>
              <a:gd name="T20" fmla="*/ 74 w 216"/>
              <a:gd name="T21" fmla="*/ 183 h 257"/>
              <a:gd name="T22" fmla="*/ 190 w 216"/>
              <a:gd name="T23" fmla="*/ 100 h 257"/>
              <a:gd name="T24" fmla="*/ 190 w 216"/>
              <a:gd name="T25" fmla="*/ 48 h 257"/>
              <a:gd name="T26" fmla="*/ 143 w 216"/>
              <a:gd name="T27" fmla="*/ 0 h 257"/>
              <a:gd name="T28" fmla="*/ 26 w 216"/>
              <a:gd name="T29" fmla="*/ 0 h 257"/>
              <a:gd name="T30" fmla="*/ 26 w 216"/>
              <a:gd name="T31" fmla="*/ 100 h 257"/>
              <a:gd name="T32" fmla="*/ 190 w 216"/>
              <a:gd name="T33" fmla="*/ 48 h 257"/>
              <a:gd name="T34" fmla="*/ 143 w 216"/>
              <a:gd name="T35" fmla="*/ 0 h 257"/>
              <a:gd name="T36" fmla="*/ 143 w 216"/>
              <a:gd name="T37" fmla="*/ 48 h 257"/>
              <a:gd name="T38" fmla="*/ 190 w 216"/>
              <a:gd name="T39" fmla="*/ 48 h 257"/>
              <a:gd name="T40" fmla="*/ 74 w 216"/>
              <a:gd name="T41" fmla="*/ 76 h 257"/>
              <a:gd name="T42" fmla="*/ 50 w 216"/>
              <a:gd name="T43" fmla="*/ 76 h 257"/>
              <a:gd name="T44" fmla="*/ 162 w 216"/>
              <a:gd name="T45" fmla="*/ 76 h 257"/>
              <a:gd name="T46" fmla="*/ 95 w 216"/>
              <a:gd name="T47" fmla="*/ 76 h 257"/>
              <a:gd name="T48" fmla="*/ 50 w 216"/>
              <a:gd name="T49" fmla="*/ 100 h 257"/>
              <a:gd name="T50" fmla="*/ 112 w 216"/>
              <a:gd name="T51" fmla="*/ 100 h 257"/>
              <a:gd name="T52" fmla="*/ 162 w 216"/>
              <a:gd name="T53" fmla="*/ 100 h 257"/>
              <a:gd name="T54" fmla="*/ 138 w 216"/>
              <a:gd name="T55" fmla="*/ 10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6" h="257">
                <a:moveTo>
                  <a:pt x="216" y="105"/>
                </a:moveTo>
                <a:lnTo>
                  <a:pt x="216" y="257"/>
                </a:lnTo>
                <a:lnTo>
                  <a:pt x="0" y="257"/>
                </a:lnTo>
                <a:lnTo>
                  <a:pt x="0" y="105"/>
                </a:lnTo>
                <a:moveTo>
                  <a:pt x="216" y="257"/>
                </a:moveTo>
                <a:lnTo>
                  <a:pt x="109" y="181"/>
                </a:lnTo>
                <a:lnTo>
                  <a:pt x="0" y="257"/>
                </a:lnTo>
                <a:moveTo>
                  <a:pt x="216" y="105"/>
                </a:moveTo>
                <a:lnTo>
                  <a:pt x="145" y="183"/>
                </a:lnTo>
                <a:moveTo>
                  <a:pt x="0" y="105"/>
                </a:moveTo>
                <a:lnTo>
                  <a:pt x="74" y="183"/>
                </a:lnTo>
                <a:moveTo>
                  <a:pt x="190" y="100"/>
                </a:moveTo>
                <a:lnTo>
                  <a:pt x="190" y="48"/>
                </a:lnTo>
                <a:moveTo>
                  <a:pt x="143" y="0"/>
                </a:moveTo>
                <a:lnTo>
                  <a:pt x="26" y="0"/>
                </a:lnTo>
                <a:lnTo>
                  <a:pt x="26" y="100"/>
                </a:lnTo>
                <a:moveTo>
                  <a:pt x="190" y="48"/>
                </a:moveTo>
                <a:lnTo>
                  <a:pt x="143" y="0"/>
                </a:lnTo>
                <a:lnTo>
                  <a:pt x="143" y="48"/>
                </a:lnTo>
                <a:lnTo>
                  <a:pt x="190" y="48"/>
                </a:lnTo>
                <a:moveTo>
                  <a:pt x="74" y="76"/>
                </a:moveTo>
                <a:lnTo>
                  <a:pt x="50" y="76"/>
                </a:lnTo>
                <a:moveTo>
                  <a:pt x="162" y="76"/>
                </a:moveTo>
                <a:lnTo>
                  <a:pt x="95" y="76"/>
                </a:lnTo>
                <a:moveTo>
                  <a:pt x="50" y="100"/>
                </a:moveTo>
                <a:lnTo>
                  <a:pt x="112" y="100"/>
                </a:lnTo>
                <a:moveTo>
                  <a:pt x="162" y="100"/>
                </a:moveTo>
                <a:lnTo>
                  <a:pt x="138" y="100"/>
                </a:ln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8" name="Freeform 47">
            <a:extLst>
              <a:ext uri="{FF2B5EF4-FFF2-40B4-BE49-F238E27FC236}">
                <a16:creationId xmlns:a16="http://schemas.microsoft.com/office/drawing/2014/main" id="{01FCEF32-321A-4FDB-B37D-36BB5F71562E}"/>
              </a:ext>
            </a:extLst>
          </p:cNvPr>
          <p:cNvSpPr>
            <a:spLocks noEditPoints="1"/>
          </p:cNvSpPr>
          <p:nvPr/>
        </p:nvSpPr>
        <p:spPr bwMode="auto">
          <a:xfrm>
            <a:off x="5922963" y="5427663"/>
            <a:ext cx="384175" cy="384175"/>
          </a:xfrm>
          <a:custGeom>
            <a:avLst/>
            <a:gdLst>
              <a:gd name="T0" fmla="*/ 88 w 102"/>
              <a:gd name="T1" fmla="*/ 28 h 102"/>
              <a:gd name="T2" fmla="*/ 96 w 102"/>
              <a:gd name="T3" fmla="*/ 54 h 102"/>
              <a:gd name="T4" fmla="*/ 48 w 102"/>
              <a:gd name="T5" fmla="*/ 102 h 102"/>
              <a:gd name="T6" fmla="*/ 0 w 102"/>
              <a:gd name="T7" fmla="*/ 54 h 102"/>
              <a:gd name="T8" fmla="*/ 48 w 102"/>
              <a:gd name="T9" fmla="*/ 6 h 102"/>
              <a:gd name="T10" fmla="*/ 74 w 102"/>
              <a:gd name="T11" fmla="*/ 14 h 102"/>
              <a:gd name="T12" fmla="*/ 66 w 102"/>
              <a:gd name="T13" fmla="*/ 23 h 102"/>
              <a:gd name="T14" fmla="*/ 48 w 102"/>
              <a:gd name="T15" fmla="*/ 18 h 102"/>
              <a:gd name="T16" fmla="*/ 12 w 102"/>
              <a:gd name="T17" fmla="*/ 54 h 102"/>
              <a:gd name="T18" fmla="*/ 48 w 102"/>
              <a:gd name="T19" fmla="*/ 90 h 102"/>
              <a:gd name="T20" fmla="*/ 84 w 102"/>
              <a:gd name="T21" fmla="*/ 54 h 102"/>
              <a:gd name="T22" fmla="*/ 79 w 102"/>
              <a:gd name="T23" fmla="*/ 36 h 102"/>
              <a:gd name="T24" fmla="*/ 57 w 102"/>
              <a:gd name="T25" fmla="*/ 32 h 102"/>
              <a:gd name="T26" fmla="*/ 48 w 102"/>
              <a:gd name="T27" fmla="*/ 31 h 102"/>
              <a:gd name="T28" fmla="*/ 25 w 102"/>
              <a:gd name="T29" fmla="*/ 54 h 102"/>
              <a:gd name="T30" fmla="*/ 48 w 102"/>
              <a:gd name="T31" fmla="*/ 78 h 102"/>
              <a:gd name="T32" fmla="*/ 71 w 102"/>
              <a:gd name="T33" fmla="*/ 54 h 102"/>
              <a:gd name="T34" fmla="*/ 69 w 102"/>
              <a:gd name="T35" fmla="*/ 44 h 102"/>
              <a:gd name="T36" fmla="*/ 48 w 102"/>
              <a:gd name="T37" fmla="*/ 54 h 102"/>
              <a:gd name="T38" fmla="*/ 100 w 102"/>
              <a:gd name="T39" fmla="*/ 3 h 102"/>
              <a:gd name="T40" fmla="*/ 87 w 102"/>
              <a:gd name="T41" fmla="*/ 0 h 102"/>
              <a:gd name="T42" fmla="*/ 87 w 102"/>
              <a:gd name="T43" fmla="*/ 15 h 102"/>
              <a:gd name="T44" fmla="*/ 102 w 102"/>
              <a:gd name="T45" fmla="*/ 15 h 102"/>
              <a:gd name="T46" fmla="*/ 8 w 102"/>
              <a:gd name="T47" fmla="*/ 102 h 102"/>
              <a:gd name="T48" fmla="*/ 18 w 102"/>
              <a:gd name="T49" fmla="*/ 91 h 102"/>
              <a:gd name="T50" fmla="*/ 78 w 102"/>
              <a:gd name="T51" fmla="*/ 91 h 102"/>
              <a:gd name="T52" fmla="*/ 88 w 102"/>
              <a:gd name="T53"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2" h="102">
                <a:moveTo>
                  <a:pt x="88" y="28"/>
                </a:moveTo>
                <a:cubicBezTo>
                  <a:pt x="93" y="35"/>
                  <a:pt x="96" y="45"/>
                  <a:pt x="96" y="54"/>
                </a:cubicBezTo>
                <a:cubicBezTo>
                  <a:pt x="96" y="81"/>
                  <a:pt x="74" y="102"/>
                  <a:pt x="48" y="102"/>
                </a:cubicBezTo>
                <a:cubicBezTo>
                  <a:pt x="22" y="102"/>
                  <a:pt x="0" y="81"/>
                  <a:pt x="0" y="54"/>
                </a:cubicBezTo>
                <a:cubicBezTo>
                  <a:pt x="0" y="28"/>
                  <a:pt x="22" y="6"/>
                  <a:pt x="48" y="6"/>
                </a:cubicBezTo>
                <a:cubicBezTo>
                  <a:pt x="58" y="6"/>
                  <a:pt x="67" y="9"/>
                  <a:pt x="74" y="14"/>
                </a:cubicBezTo>
                <a:moveTo>
                  <a:pt x="66" y="23"/>
                </a:moveTo>
                <a:cubicBezTo>
                  <a:pt x="61" y="20"/>
                  <a:pt x="55" y="18"/>
                  <a:pt x="48" y="18"/>
                </a:cubicBezTo>
                <a:cubicBezTo>
                  <a:pt x="28" y="18"/>
                  <a:pt x="12" y="34"/>
                  <a:pt x="12" y="54"/>
                </a:cubicBezTo>
                <a:cubicBezTo>
                  <a:pt x="12" y="74"/>
                  <a:pt x="28" y="90"/>
                  <a:pt x="48" y="90"/>
                </a:cubicBezTo>
                <a:cubicBezTo>
                  <a:pt x="68" y="90"/>
                  <a:pt x="84" y="74"/>
                  <a:pt x="84" y="54"/>
                </a:cubicBezTo>
                <a:cubicBezTo>
                  <a:pt x="84" y="48"/>
                  <a:pt x="82" y="41"/>
                  <a:pt x="79" y="36"/>
                </a:cubicBezTo>
                <a:moveTo>
                  <a:pt x="57" y="32"/>
                </a:moveTo>
                <a:cubicBezTo>
                  <a:pt x="54" y="31"/>
                  <a:pt x="51" y="31"/>
                  <a:pt x="48" y="31"/>
                </a:cubicBezTo>
                <a:cubicBezTo>
                  <a:pt x="35" y="31"/>
                  <a:pt x="25" y="41"/>
                  <a:pt x="25" y="54"/>
                </a:cubicBezTo>
                <a:cubicBezTo>
                  <a:pt x="25" y="67"/>
                  <a:pt x="35" y="78"/>
                  <a:pt x="48" y="78"/>
                </a:cubicBezTo>
                <a:cubicBezTo>
                  <a:pt x="61" y="78"/>
                  <a:pt x="71" y="67"/>
                  <a:pt x="71" y="54"/>
                </a:cubicBezTo>
                <a:cubicBezTo>
                  <a:pt x="71" y="51"/>
                  <a:pt x="71" y="47"/>
                  <a:pt x="69" y="44"/>
                </a:cubicBezTo>
                <a:moveTo>
                  <a:pt x="48" y="54"/>
                </a:moveTo>
                <a:cubicBezTo>
                  <a:pt x="100" y="3"/>
                  <a:pt x="100" y="3"/>
                  <a:pt x="100" y="3"/>
                </a:cubicBezTo>
                <a:moveTo>
                  <a:pt x="87" y="0"/>
                </a:moveTo>
                <a:cubicBezTo>
                  <a:pt x="87" y="15"/>
                  <a:pt x="87" y="15"/>
                  <a:pt x="87" y="15"/>
                </a:cubicBezTo>
                <a:cubicBezTo>
                  <a:pt x="102" y="15"/>
                  <a:pt x="102" y="15"/>
                  <a:pt x="102" y="15"/>
                </a:cubicBezTo>
                <a:moveTo>
                  <a:pt x="8" y="102"/>
                </a:moveTo>
                <a:cubicBezTo>
                  <a:pt x="18" y="91"/>
                  <a:pt x="18" y="91"/>
                  <a:pt x="18" y="91"/>
                </a:cubicBezTo>
                <a:moveTo>
                  <a:pt x="78" y="91"/>
                </a:moveTo>
                <a:cubicBezTo>
                  <a:pt x="88" y="102"/>
                  <a:pt x="88" y="102"/>
                  <a:pt x="88" y="102"/>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60" name="Group 59">
            <a:extLst>
              <a:ext uri="{FF2B5EF4-FFF2-40B4-BE49-F238E27FC236}">
                <a16:creationId xmlns:a16="http://schemas.microsoft.com/office/drawing/2014/main" id="{707460AF-572F-42CF-9939-E897D3E704EE}"/>
              </a:ext>
            </a:extLst>
          </p:cNvPr>
          <p:cNvGrpSpPr/>
          <p:nvPr/>
        </p:nvGrpSpPr>
        <p:grpSpPr>
          <a:xfrm>
            <a:off x="5138146" y="2466184"/>
            <a:ext cx="1921871" cy="1924842"/>
            <a:chOff x="6345238" y="4948238"/>
            <a:chExt cx="1027113" cy="1028700"/>
          </a:xfrm>
          <a:effectLst>
            <a:outerShdw blurRad="241300" dist="152400" dir="2700000" sx="102000" sy="102000" algn="tl" rotWithShape="0">
              <a:prstClr val="black">
                <a:alpha val="42000"/>
              </a:prstClr>
            </a:outerShdw>
          </a:effectLst>
        </p:grpSpPr>
        <p:sp>
          <p:nvSpPr>
            <p:cNvPr id="61" name="Oval 56">
              <a:extLst>
                <a:ext uri="{FF2B5EF4-FFF2-40B4-BE49-F238E27FC236}">
                  <a16:creationId xmlns:a16="http://schemas.microsoft.com/office/drawing/2014/main" id="{18EA404B-D70C-4465-AA59-D937CB2F2D10}"/>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2" name="Oval 57">
              <a:extLst>
                <a:ext uri="{FF2B5EF4-FFF2-40B4-BE49-F238E27FC236}">
                  <a16:creationId xmlns:a16="http://schemas.microsoft.com/office/drawing/2014/main" id="{E602A253-BEC6-4C5A-9328-04E79E66CF9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3" name="Group 62">
            <a:extLst>
              <a:ext uri="{FF2B5EF4-FFF2-40B4-BE49-F238E27FC236}">
                <a16:creationId xmlns:a16="http://schemas.microsoft.com/office/drawing/2014/main" id="{F175BFC1-1DC9-4F85-B0B4-062737F20E95}"/>
              </a:ext>
            </a:extLst>
          </p:cNvPr>
          <p:cNvGrpSpPr/>
          <p:nvPr/>
        </p:nvGrpSpPr>
        <p:grpSpPr>
          <a:xfrm>
            <a:off x="5320020" y="3129415"/>
            <a:ext cx="1510102" cy="571499"/>
            <a:chOff x="6297613" y="3125788"/>
            <a:chExt cx="1598194" cy="604837"/>
          </a:xfrm>
        </p:grpSpPr>
        <p:sp>
          <p:nvSpPr>
            <p:cNvPr id="64" name="Rectangle 63">
              <a:extLst>
                <a:ext uri="{FF2B5EF4-FFF2-40B4-BE49-F238E27FC236}">
                  <a16:creationId xmlns:a16="http://schemas.microsoft.com/office/drawing/2014/main" id="{BF5DE6DC-047A-4502-A11E-E2E5982E8056}"/>
                </a:ext>
              </a:extLst>
            </p:cNvPr>
            <p:cNvSpPr>
              <a:spLocks noChangeArrowheads="1"/>
            </p:cNvSpPr>
            <p:nvPr/>
          </p:nvSpPr>
          <p:spPr bwMode="auto">
            <a:xfrm>
              <a:off x="6556375" y="3125788"/>
              <a:ext cx="10627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CREATIVE</a:t>
              </a:r>
              <a:endParaRPr kumimoji="0" lang="ru-UA" altLang="ru-UA" sz="1800" b="0" i="0" u="none" strike="noStrike" cap="none" normalizeH="0" baseline="0">
                <a:ln>
                  <a:noFill/>
                </a:ln>
                <a:effectLst/>
              </a:endParaRPr>
            </a:p>
          </p:txBody>
        </p:sp>
        <p:sp>
          <p:nvSpPr>
            <p:cNvPr id="65" name="Rectangle 64">
              <a:extLst>
                <a:ext uri="{FF2B5EF4-FFF2-40B4-BE49-F238E27FC236}">
                  <a16:creationId xmlns:a16="http://schemas.microsoft.com/office/drawing/2014/main" id="{74FD6654-6369-4C2E-9DAD-1746E55A4997}"/>
                </a:ext>
              </a:extLst>
            </p:cNvPr>
            <p:cNvSpPr>
              <a:spLocks noChangeArrowheads="1"/>
            </p:cNvSpPr>
            <p:nvPr/>
          </p:nvSpPr>
          <p:spPr bwMode="auto">
            <a:xfrm>
              <a:off x="6297613" y="3322638"/>
              <a:ext cx="15981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INFOGRAPHIC</a:t>
              </a:r>
              <a:endParaRPr kumimoji="0" lang="ru-UA" altLang="ru-UA" sz="1800" b="0" i="0" u="none" strike="noStrike" cap="none" normalizeH="0" baseline="0">
                <a:ln>
                  <a:noFill/>
                </a:ln>
                <a:effectLst/>
              </a:endParaRPr>
            </a:p>
          </p:txBody>
        </p:sp>
        <p:sp>
          <p:nvSpPr>
            <p:cNvPr id="66" name="Oval 65">
              <a:extLst>
                <a:ext uri="{FF2B5EF4-FFF2-40B4-BE49-F238E27FC236}">
                  <a16:creationId xmlns:a16="http://schemas.microsoft.com/office/drawing/2014/main" id="{772E31F3-5042-4FDE-A18E-4A40BD366064}"/>
                </a:ext>
              </a:extLst>
            </p:cNvPr>
            <p:cNvSpPr>
              <a:spLocks noChangeArrowheads="1"/>
            </p:cNvSpPr>
            <p:nvPr/>
          </p:nvSpPr>
          <p:spPr bwMode="auto">
            <a:xfrm>
              <a:off x="6472238" y="3638550"/>
              <a:ext cx="92075" cy="920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67" name="Oval 66">
              <a:extLst>
                <a:ext uri="{FF2B5EF4-FFF2-40B4-BE49-F238E27FC236}">
                  <a16:creationId xmlns:a16="http://schemas.microsoft.com/office/drawing/2014/main" id="{5AF403B8-B533-46A0-9277-A27776FE4312}"/>
                </a:ext>
              </a:extLst>
            </p:cNvPr>
            <p:cNvSpPr>
              <a:spLocks noChangeArrowheads="1"/>
            </p:cNvSpPr>
            <p:nvPr/>
          </p:nvSpPr>
          <p:spPr bwMode="auto">
            <a:xfrm>
              <a:off x="7070725" y="3638550"/>
              <a:ext cx="87313" cy="920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68" name="Oval 67">
              <a:extLst>
                <a:ext uri="{FF2B5EF4-FFF2-40B4-BE49-F238E27FC236}">
                  <a16:creationId xmlns:a16="http://schemas.microsoft.com/office/drawing/2014/main" id="{378A1C32-102C-47E0-9B72-EFF49DE6922F}"/>
                </a:ext>
              </a:extLst>
            </p:cNvPr>
            <p:cNvSpPr>
              <a:spLocks noChangeArrowheads="1"/>
            </p:cNvSpPr>
            <p:nvPr/>
          </p:nvSpPr>
          <p:spPr bwMode="auto">
            <a:xfrm>
              <a:off x="7664450" y="3638550"/>
              <a:ext cx="90488" cy="920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2" name="Group 81">
            <a:extLst>
              <a:ext uri="{FF2B5EF4-FFF2-40B4-BE49-F238E27FC236}">
                <a16:creationId xmlns:a16="http://schemas.microsoft.com/office/drawing/2014/main" id="{E822800E-393E-4FA4-90EF-C5A36ED11F5A}"/>
              </a:ext>
            </a:extLst>
          </p:cNvPr>
          <p:cNvGrpSpPr/>
          <p:nvPr/>
        </p:nvGrpSpPr>
        <p:grpSpPr>
          <a:xfrm>
            <a:off x="1478278" y="5035548"/>
            <a:ext cx="2226947" cy="1241428"/>
            <a:chOff x="1478278" y="5035548"/>
            <a:chExt cx="2226947" cy="1241428"/>
          </a:xfrm>
        </p:grpSpPr>
        <p:sp>
          <p:nvSpPr>
            <p:cNvPr id="70" name="Text Placeholder 33">
              <a:extLst>
                <a:ext uri="{FF2B5EF4-FFF2-40B4-BE49-F238E27FC236}">
                  <a16:creationId xmlns:a16="http://schemas.microsoft.com/office/drawing/2014/main" id="{245A8E76-61FC-4FFD-9F7B-CB4B7CCBC41E}"/>
                </a:ext>
              </a:extLst>
            </p:cNvPr>
            <p:cNvSpPr txBox="1">
              <a:spLocks/>
            </p:cNvSpPr>
            <p:nvPr/>
          </p:nvSpPr>
          <p:spPr>
            <a:xfrm>
              <a:off x="1478278" y="5418134"/>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71" name="Text Placeholder 36">
              <a:extLst>
                <a:ext uri="{FF2B5EF4-FFF2-40B4-BE49-F238E27FC236}">
                  <a16:creationId xmlns:a16="http://schemas.microsoft.com/office/drawing/2014/main" id="{9ED92E5A-BF5B-48CF-BE0E-972359C2BFCA}"/>
                </a:ext>
              </a:extLst>
            </p:cNvPr>
            <p:cNvSpPr txBox="1">
              <a:spLocks/>
            </p:cNvSpPr>
            <p:nvPr/>
          </p:nvSpPr>
          <p:spPr>
            <a:xfrm>
              <a:off x="1478278" y="5035548"/>
              <a:ext cx="22269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03</a:t>
              </a:r>
            </a:p>
          </p:txBody>
        </p:sp>
      </p:grpSp>
      <p:grpSp>
        <p:nvGrpSpPr>
          <p:cNvPr id="50" name="Group 49">
            <a:extLst>
              <a:ext uri="{FF2B5EF4-FFF2-40B4-BE49-F238E27FC236}">
                <a16:creationId xmlns:a16="http://schemas.microsoft.com/office/drawing/2014/main" id="{0E869F68-7644-44B1-8700-88B28856EDB5}"/>
              </a:ext>
            </a:extLst>
          </p:cNvPr>
          <p:cNvGrpSpPr/>
          <p:nvPr/>
        </p:nvGrpSpPr>
        <p:grpSpPr>
          <a:xfrm>
            <a:off x="1011553" y="3050776"/>
            <a:ext cx="2322197" cy="1241428"/>
            <a:chOff x="1011553" y="3050776"/>
            <a:chExt cx="2322197" cy="1241428"/>
          </a:xfrm>
        </p:grpSpPr>
        <p:sp>
          <p:nvSpPr>
            <p:cNvPr id="72" name="Text Placeholder 33">
              <a:extLst>
                <a:ext uri="{FF2B5EF4-FFF2-40B4-BE49-F238E27FC236}">
                  <a16:creationId xmlns:a16="http://schemas.microsoft.com/office/drawing/2014/main" id="{276621AB-2AEF-4F22-A47C-84B6558FFC8A}"/>
                </a:ext>
              </a:extLst>
            </p:cNvPr>
            <p:cNvSpPr txBox="1">
              <a:spLocks/>
            </p:cNvSpPr>
            <p:nvPr/>
          </p:nvSpPr>
          <p:spPr>
            <a:xfrm>
              <a:off x="1011553" y="3433362"/>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73" name="Text Placeholder 36">
              <a:extLst>
                <a:ext uri="{FF2B5EF4-FFF2-40B4-BE49-F238E27FC236}">
                  <a16:creationId xmlns:a16="http://schemas.microsoft.com/office/drawing/2014/main" id="{F75C0312-721D-4D2B-B854-05F30AC0FE57}"/>
                </a:ext>
              </a:extLst>
            </p:cNvPr>
            <p:cNvSpPr txBox="1">
              <a:spLocks/>
            </p:cNvSpPr>
            <p:nvPr/>
          </p:nvSpPr>
          <p:spPr>
            <a:xfrm>
              <a:off x="1011553" y="3050776"/>
              <a:ext cx="232219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02</a:t>
              </a:r>
            </a:p>
          </p:txBody>
        </p:sp>
      </p:grpSp>
      <p:grpSp>
        <p:nvGrpSpPr>
          <p:cNvPr id="18" name="Group 17">
            <a:extLst>
              <a:ext uri="{FF2B5EF4-FFF2-40B4-BE49-F238E27FC236}">
                <a16:creationId xmlns:a16="http://schemas.microsoft.com/office/drawing/2014/main" id="{3AFBD5FA-E862-4A60-AC59-F2CAFAADECA4}"/>
              </a:ext>
            </a:extLst>
          </p:cNvPr>
          <p:cNvGrpSpPr/>
          <p:nvPr/>
        </p:nvGrpSpPr>
        <p:grpSpPr>
          <a:xfrm>
            <a:off x="1478278" y="1022750"/>
            <a:ext cx="2322197" cy="1241428"/>
            <a:chOff x="1478278" y="1022750"/>
            <a:chExt cx="2322197" cy="1241428"/>
          </a:xfrm>
        </p:grpSpPr>
        <p:sp>
          <p:nvSpPr>
            <p:cNvPr id="74" name="Text Placeholder 33">
              <a:extLst>
                <a:ext uri="{FF2B5EF4-FFF2-40B4-BE49-F238E27FC236}">
                  <a16:creationId xmlns:a16="http://schemas.microsoft.com/office/drawing/2014/main" id="{7E5CDCFD-70E5-44F4-8086-0FFCADCD7118}"/>
                </a:ext>
              </a:extLst>
            </p:cNvPr>
            <p:cNvSpPr txBox="1">
              <a:spLocks/>
            </p:cNvSpPr>
            <p:nvPr/>
          </p:nvSpPr>
          <p:spPr>
            <a:xfrm>
              <a:off x="1478278" y="1405336"/>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75" name="Text Placeholder 36">
              <a:extLst>
                <a:ext uri="{FF2B5EF4-FFF2-40B4-BE49-F238E27FC236}">
                  <a16:creationId xmlns:a16="http://schemas.microsoft.com/office/drawing/2014/main" id="{33AF3049-7A03-489D-91BF-5333F9585BF1}"/>
                </a:ext>
              </a:extLst>
            </p:cNvPr>
            <p:cNvSpPr txBox="1">
              <a:spLocks/>
            </p:cNvSpPr>
            <p:nvPr/>
          </p:nvSpPr>
          <p:spPr>
            <a:xfrm>
              <a:off x="1478278" y="1022750"/>
              <a:ext cx="232219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01</a:t>
              </a:r>
            </a:p>
          </p:txBody>
        </p:sp>
      </p:grpSp>
      <p:grpSp>
        <p:nvGrpSpPr>
          <p:cNvPr id="84" name="Group 83">
            <a:extLst>
              <a:ext uri="{FF2B5EF4-FFF2-40B4-BE49-F238E27FC236}">
                <a16:creationId xmlns:a16="http://schemas.microsoft.com/office/drawing/2014/main" id="{F4DE3126-C5AF-4FCD-A129-74B92803CFE6}"/>
              </a:ext>
            </a:extLst>
          </p:cNvPr>
          <p:cNvGrpSpPr/>
          <p:nvPr/>
        </p:nvGrpSpPr>
        <p:grpSpPr>
          <a:xfrm>
            <a:off x="9258299" y="3112687"/>
            <a:ext cx="1889442" cy="1189038"/>
            <a:chOff x="9258299" y="3112687"/>
            <a:chExt cx="1889442" cy="1189038"/>
          </a:xfrm>
        </p:grpSpPr>
        <p:sp>
          <p:nvSpPr>
            <p:cNvPr id="76" name="Text Placeholder 36">
              <a:extLst>
                <a:ext uri="{FF2B5EF4-FFF2-40B4-BE49-F238E27FC236}">
                  <a16:creationId xmlns:a16="http://schemas.microsoft.com/office/drawing/2014/main" id="{3D469B1C-2D41-41C0-8F52-90E8B43F0F9B}"/>
                </a:ext>
              </a:extLst>
            </p:cNvPr>
            <p:cNvSpPr txBox="1">
              <a:spLocks/>
            </p:cNvSpPr>
            <p:nvPr/>
          </p:nvSpPr>
          <p:spPr>
            <a:xfrm>
              <a:off x="9258299" y="3112687"/>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05</a:t>
              </a:r>
            </a:p>
          </p:txBody>
        </p:sp>
        <p:sp>
          <p:nvSpPr>
            <p:cNvPr id="77" name="Text Placeholder 33">
              <a:extLst>
                <a:ext uri="{FF2B5EF4-FFF2-40B4-BE49-F238E27FC236}">
                  <a16:creationId xmlns:a16="http://schemas.microsoft.com/office/drawing/2014/main" id="{6D10AFA8-376A-4C48-A343-DB20108748C2}"/>
                </a:ext>
              </a:extLst>
            </p:cNvPr>
            <p:cNvSpPr txBox="1">
              <a:spLocks/>
            </p:cNvSpPr>
            <p:nvPr/>
          </p:nvSpPr>
          <p:spPr>
            <a:xfrm>
              <a:off x="9382125" y="3507973"/>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grpSp>
      <p:grpSp>
        <p:nvGrpSpPr>
          <p:cNvPr id="85" name="Group 84">
            <a:extLst>
              <a:ext uri="{FF2B5EF4-FFF2-40B4-BE49-F238E27FC236}">
                <a16:creationId xmlns:a16="http://schemas.microsoft.com/office/drawing/2014/main" id="{1253EEBA-5FC5-4204-90CB-954B1288A445}"/>
              </a:ext>
            </a:extLst>
          </p:cNvPr>
          <p:cNvGrpSpPr/>
          <p:nvPr/>
        </p:nvGrpSpPr>
        <p:grpSpPr>
          <a:xfrm>
            <a:off x="8848724" y="1022750"/>
            <a:ext cx="1889442" cy="1189038"/>
            <a:chOff x="8848724" y="1022750"/>
            <a:chExt cx="1889442" cy="1189038"/>
          </a:xfrm>
        </p:grpSpPr>
        <p:sp>
          <p:nvSpPr>
            <p:cNvPr id="78" name="Text Placeholder 36">
              <a:extLst>
                <a:ext uri="{FF2B5EF4-FFF2-40B4-BE49-F238E27FC236}">
                  <a16:creationId xmlns:a16="http://schemas.microsoft.com/office/drawing/2014/main" id="{DF84C7D3-13C4-4D37-AFBC-2FDF7BB32EC5}"/>
                </a:ext>
              </a:extLst>
            </p:cNvPr>
            <p:cNvSpPr txBox="1">
              <a:spLocks/>
            </p:cNvSpPr>
            <p:nvPr/>
          </p:nvSpPr>
          <p:spPr>
            <a:xfrm>
              <a:off x="8848724" y="1022750"/>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4"/>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04</a:t>
              </a:r>
            </a:p>
          </p:txBody>
        </p:sp>
        <p:sp>
          <p:nvSpPr>
            <p:cNvPr id="79" name="Text Placeholder 33">
              <a:extLst>
                <a:ext uri="{FF2B5EF4-FFF2-40B4-BE49-F238E27FC236}">
                  <a16:creationId xmlns:a16="http://schemas.microsoft.com/office/drawing/2014/main" id="{3FBB26FF-143A-4382-9D88-E98258A3E270}"/>
                </a:ext>
              </a:extLst>
            </p:cNvPr>
            <p:cNvSpPr txBox="1">
              <a:spLocks/>
            </p:cNvSpPr>
            <p:nvPr/>
          </p:nvSpPr>
          <p:spPr>
            <a:xfrm>
              <a:off x="8972550" y="1418036"/>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grpSp>
      <p:grpSp>
        <p:nvGrpSpPr>
          <p:cNvPr id="83" name="Group 82">
            <a:extLst>
              <a:ext uri="{FF2B5EF4-FFF2-40B4-BE49-F238E27FC236}">
                <a16:creationId xmlns:a16="http://schemas.microsoft.com/office/drawing/2014/main" id="{0F87CEC2-FA8D-4052-AFC6-0AFF97128C47}"/>
              </a:ext>
            </a:extLst>
          </p:cNvPr>
          <p:cNvGrpSpPr/>
          <p:nvPr/>
        </p:nvGrpSpPr>
        <p:grpSpPr>
          <a:xfrm>
            <a:off x="8848724" y="5087938"/>
            <a:ext cx="1889442" cy="1189038"/>
            <a:chOff x="8848724" y="5087938"/>
            <a:chExt cx="1889442" cy="1189038"/>
          </a:xfrm>
        </p:grpSpPr>
        <p:sp>
          <p:nvSpPr>
            <p:cNvPr id="80" name="Text Placeholder 36">
              <a:extLst>
                <a:ext uri="{FF2B5EF4-FFF2-40B4-BE49-F238E27FC236}">
                  <a16:creationId xmlns:a16="http://schemas.microsoft.com/office/drawing/2014/main" id="{00D2627C-1D38-4415-A5CE-9D0CB5194CB2}"/>
                </a:ext>
              </a:extLst>
            </p:cNvPr>
            <p:cNvSpPr txBox="1">
              <a:spLocks/>
            </p:cNvSpPr>
            <p:nvPr/>
          </p:nvSpPr>
          <p:spPr>
            <a:xfrm>
              <a:off x="8848724" y="5087938"/>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6"/>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06</a:t>
              </a:r>
            </a:p>
          </p:txBody>
        </p:sp>
        <p:sp>
          <p:nvSpPr>
            <p:cNvPr id="81" name="Text Placeholder 33">
              <a:extLst>
                <a:ext uri="{FF2B5EF4-FFF2-40B4-BE49-F238E27FC236}">
                  <a16:creationId xmlns:a16="http://schemas.microsoft.com/office/drawing/2014/main" id="{3ED4A904-F462-40B6-9B59-7D633C68F09D}"/>
                </a:ext>
              </a:extLst>
            </p:cNvPr>
            <p:cNvSpPr txBox="1">
              <a:spLocks/>
            </p:cNvSpPr>
            <p:nvPr/>
          </p:nvSpPr>
          <p:spPr>
            <a:xfrm>
              <a:off x="8972550" y="5483224"/>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grpSp>
    </p:spTree>
    <p:extLst>
      <p:ext uri="{BB962C8B-B14F-4D97-AF65-F5344CB8AC3E}">
        <p14:creationId xmlns:p14="http://schemas.microsoft.com/office/powerpoint/2010/main" val="218716383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750" fill="hold"/>
                                            <p:tgtEl>
                                              <p:spTgt spid="60"/>
                                            </p:tgtEl>
                                            <p:attrNameLst>
                                              <p:attrName>ppt_w</p:attrName>
                                            </p:attrNameLst>
                                          </p:cBhvr>
                                          <p:tavLst>
                                            <p:tav tm="0">
                                              <p:val>
                                                <p:fltVal val="0"/>
                                              </p:val>
                                            </p:tav>
                                            <p:tav tm="100000">
                                              <p:val>
                                                <p:strVal val="#ppt_w"/>
                                              </p:val>
                                            </p:tav>
                                          </p:tavLst>
                                        </p:anim>
                                        <p:anim calcmode="lin" valueType="num">
                                          <p:cBhvr>
                                            <p:cTn id="8" dur="750" fill="hold"/>
                                            <p:tgtEl>
                                              <p:spTgt spid="60"/>
                                            </p:tgtEl>
                                            <p:attrNameLst>
                                              <p:attrName>ppt_h</p:attrName>
                                            </p:attrNameLst>
                                          </p:cBhvr>
                                          <p:tavLst>
                                            <p:tav tm="0">
                                              <p:val>
                                                <p:fltVal val="0"/>
                                              </p:val>
                                            </p:tav>
                                            <p:tav tm="100000">
                                              <p:val>
                                                <p:strVal val="#ppt_h"/>
                                              </p:val>
                                            </p:tav>
                                          </p:tavLst>
                                        </p:anim>
                                        <p:animEffect transition="in" filter="fade">
                                          <p:cBhvr>
                                            <p:cTn id="9" dur="750"/>
                                            <p:tgtEl>
                                              <p:spTgt spid="60"/>
                                            </p:tgtEl>
                                          </p:cBhvr>
                                        </p:animEffect>
                                      </p:childTnLst>
                                    </p:cTn>
                                  </p:par>
                                  <p:par>
                                    <p:cTn id="10" presetID="53" presetClass="entr" presetSubtype="16" fill="hold" nodeType="withEffect">
                                      <p:stCondLst>
                                        <p:cond delay="500"/>
                                      </p:stCondLst>
                                      <p:childTnLst>
                                        <p:set>
                                          <p:cBhvr>
                                            <p:cTn id="11" dur="1" fill="hold">
                                              <p:stCondLst>
                                                <p:cond delay="0"/>
                                              </p:stCondLst>
                                            </p:cTn>
                                            <p:tgtEl>
                                              <p:spTgt spid="63"/>
                                            </p:tgtEl>
                                            <p:attrNameLst>
                                              <p:attrName>style.visibility</p:attrName>
                                            </p:attrNameLst>
                                          </p:cBhvr>
                                          <p:to>
                                            <p:strVal val="visible"/>
                                          </p:to>
                                        </p:set>
                                        <p:anim calcmode="lin" valueType="num">
                                          <p:cBhvr>
                                            <p:cTn id="12" dur="500" fill="hold"/>
                                            <p:tgtEl>
                                              <p:spTgt spid="63"/>
                                            </p:tgtEl>
                                            <p:attrNameLst>
                                              <p:attrName>ppt_w</p:attrName>
                                            </p:attrNameLst>
                                          </p:cBhvr>
                                          <p:tavLst>
                                            <p:tav tm="0">
                                              <p:val>
                                                <p:fltVal val="0"/>
                                              </p:val>
                                            </p:tav>
                                            <p:tav tm="100000">
                                              <p:val>
                                                <p:strVal val="#ppt_w"/>
                                              </p:val>
                                            </p:tav>
                                          </p:tavLst>
                                        </p:anim>
                                        <p:anim calcmode="lin" valueType="num">
                                          <p:cBhvr>
                                            <p:cTn id="13" dur="500" fill="hold"/>
                                            <p:tgtEl>
                                              <p:spTgt spid="63"/>
                                            </p:tgtEl>
                                            <p:attrNameLst>
                                              <p:attrName>ppt_h</p:attrName>
                                            </p:attrNameLst>
                                          </p:cBhvr>
                                          <p:tavLst>
                                            <p:tav tm="0">
                                              <p:val>
                                                <p:fltVal val="0"/>
                                              </p:val>
                                            </p:tav>
                                            <p:tav tm="100000">
                                              <p:val>
                                                <p:strVal val="#ppt_h"/>
                                              </p:val>
                                            </p:tav>
                                          </p:tavLst>
                                        </p:anim>
                                        <p:animEffect transition="in" filter="fade">
                                          <p:cBhvr>
                                            <p:cTn id="14" dur="500"/>
                                            <p:tgtEl>
                                              <p:spTgt spid="63"/>
                                            </p:tgtEl>
                                          </p:cBhvr>
                                        </p:animEffect>
                                      </p:childTnLst>
                                    </p:cTn>
                                  </p:par>
                                  <p:par>
                                    <p:cTn id="15" presetID="10" presetClass="entr" presetSubtype="0" fill="hold" nodeType="withEffect">
                                      <p:stCondLst>
                                        <p:cond delay="100"/>
                                      </p:stCondLst>
                                      <p:childTnLst>
                                        <p:set>
                                          <p:cBhvr>
                                            <p:cTn id="16" dur="1" fill="hold">
                                              <p:stCondLst>
                                                <p:cond delay="0"/>
                                              </p:stCondLst>
                                            </p:cTn>
                                            <p:tgtEl>
                                              <p:spTgt spid="55"/>
                                            </p:tgtEl>
                                            <p:attrNameLst>
                                              <p:attrName>style.visibility</p:attrName>
                                            </p:attrNameLst>
                                          </p:cBhvr>
                                          <p:to>
                                            <p:strVal val="visible"/>
                                          </p:to>
                                        </p:set>
                                        <p:animEffect transition="in" filter="fade">
                                          <p:cBhvr>
                                            <p:cTn id="17" dur="750"/>
                                            <p:tgtEl>
                                              <p:spTgt spid="55"/>
                                            </p:tgtEl>
                                          </p:cBhvr>
                                        </p:animEffect>
                                      </p:childTnLst>
                                    </p:cTn>
                                  </p:par>
                                  <p:par>
                                    <p:cTn id="18" presetID="10" presetClass="entr" presetSubtype="0" fill="hold" nodeType="withEffect">
                                      <p:stCondLst>
                                        <p:cond delay="25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750"/>
                                            <p:tgtEl>
                                              <p:spTgt spid="2"/>
                                            </p:tgtEl>
                                          </p:cBhvr>
                                        </p:animEffect>
                                      </p:childTnLst>
                                    </p:cTn>
                                  </p:par>
                                  <p:par>
                                    <p:cTn id="21" presetID="10" presetClass="entr" presetSubtype="0" fill="hold" nodeType="withEffect">
                                      <p:stCondLst>
                                        <p:cond delay="5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750"/>
                                            <p:tgtEl>
                                              <p:spTgt spid="3"/>
                                            </p:tgtEl>
                                          </p:cBhvr>
                                        </p:animEffect>
                                      </p:childTnLst>
                                    </p:cTn>
                                  </p:par>
                                  <p:par>
                                    <p:cTn id="24" presetID="10" presetClass="entr" presetSubtype="0" fill="hold" nodeType="withEffect">
                                      <p:stCondLst>
                                        <p:cond delay="75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750"/>
                                            <p:tgtEl>
                                              <p:spTgt spid="54"/>
                                            </p:tgtEl>
                                          </p:cBhvr>
                                        </p:animEffect>
                                      </p:childTnLst>
                                    </p:cTn>
                                  </p:par>
                                  <p:par>
                                    <p:cTn id="27" presetID="10" presetClass="entr" presetSubtype="0" fill="hold" nodeType="withEffect">
                                      <p:stCondLst>
                                        <p:cond delay="110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750"/>
                                            <p:tgtEl>
                                              <p:spTgt spid="4"/>
                                            </p:tgtEl>
                                          </p:cBhvr>
                                        </p:animEffect>
                                      </p:childTnLst>
                                    </p:cTn>
                                  </p:par>
                                  <p:par>
                                    <p:cTn id="30" presetID="10" presetClass="entr" presetSubtype="0" fill="hold" nodeType="withEffect">
                                      <p:stCondLst>
                                        <p:cond delay="140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750"/>
                                            <p:tgtEl>
                                              <p:spTgt spid="5"/>
                                            </p:tgtEl>
                                          </p:cBhvr>
                                        </p:animEffect>
                                      </p:childTnLst>
                                    </p:cTn>
                                  </p:par>
                                  <p:par>
                                    <p:cTn id="33" presetID="53" presetClass="entr" presetSubtype="16" fill="hold" nodeType="withEffect">
                                      <p:stCondLst>
                                        <p:cond delay="250"/>
                                      </p:stCondLst>
                                      <p:childTnLst>
                                        <p:set>
                                          <p:cBhvr>
                                            <p:cTn id="34" dur="1" fill="hold">
                                              <p:stCondLst>
                                                <p:cond delay="0"/>
                                              </p:stCondLst>
                                            </p:cTn>
                                            <p:tgtEl>
                                              <p:spTgt spid="52"/>
                                            </p:tgtEl>
                                            <p:attrNameLst>
                                              <p:attrName>style.visibility</p:attrName>
                                            </p:attrNameLst>
                                          </p:cBhvr>
                                          <p:to>
                                            <p:strVal val="visible"/>
                                          </p:to>
                                        </p:set>
                                        <p:anim calcmode="lin" valueType="num">
                                          <p:cBhvr>
                                            <p:cTn id="35" dur="750" fill="hold"/>
                                            <p:tgtEl>
                                              <p:spTgt spid="52"/>
                                            </p:tgtEl>
                                            <p:attrNameLst>
                                              <p:attrName>ppt_w</p:attrName>
                                            </p:attrNameLst>
                                          </p:cBhvr>
                                          <p:tavLst>
                                            <p:tav tm="0">
                                              <p:val>
                                                <p:fltVal val="0"/>
                                              </p:val>
                                            </p:tav>
                                            <p:tav tm="100000">
                                              <p:val>
                                                <p:strVal val="#ppt_w"/>
                                              </p:val>
                                            </p:tav>
                                          </p:tavLst>
                                        </p:anim>
                                        <p:anim calcmode="lin" valueType="num">
                                          <p:cBhvr>
                                            <p:cTn id="36" dur="750" fill="hold"/>
                                            <p:tgtEl>
                                              <p:spTgt spid="52"/>
                                            </p:tgtEl>
                                            <p:attrNameLst>
                                              <p:attrName>ppt_h</p:attrName>
                                            </p:attrNameLst>
                                          </p:cBhvr>
                                          <p:tavLst>
                                            <p:tav tm="0">
                                              <p:val>
                                                <p:fltVal val="0"/>
                                              </p:val>
                                            </p:tav>
                                            <p:tav tm="100000">
                                              <p:val>
                                                <p:strVal val="#ppt_h"/>
                                              </p:val>
                                            </p:tav>
                                          </p:tavLst>
                                        </p:anim>
                                        <p:animEffect transition="in" filter="fade">
                                          <p:cBhvr>
                                            <p:cTn id="37" dur="750"/>
                                            <p:tgtEl>
                                              <p:spTgt spid="52"/>
                                            </p:tgtEl>
                                          </p:cBhvr>
                                        </p:animEffect>
                                      </p:childTnLst>
                                    </p:cTn>
                                  </p:par>
                                  <p:par>
                                    <p:cTn id="38" presetID="53" presetClass="entr" presetSubtype="16" fill="hold" grpId="0" nodeType="withEffect">
                                      <p:stCondLst>
                                        <p:cond delay="350"/>
                                      </p:stCondLst>
                                      <p:childTnLst>
                                        <p:set>
                                          <p:cBhvr>
                                            <p:cTn id="39" dur="1" fill="hold">
                                              <p:stCondLst>
                                                <p:cond delay="0"/>
                                              </p:stCondLst>
                                            </p:cTn>
                                            <p:tgtEl>
                                              <p:spTgt spid="37"/>
                                            </p:tgtEl>
                                            <p:attrNameLst>
                                              <p:attrName>style.visibility</p:attrName>
                                            </p:attrNameLst>
                                          </p:cBhvr>
                                          <p:to>
                                            <p:strVal val="visible"/>
                                          </p:to>
                                        </p:set>
                                        <p:anim calcmode="lin" valueType="num">
                                          <p:cBhvr>
                                            <p:cTn id="40" dur="750" fill="hold"/>
                                            <p:tgtEl>
                                              <p:spTgt spid="37"/>
                                            </p:tgtEl>
                                            <p:attrNameLst>
                                              <p:attrName>ppt_w</p:attrName>
                                            </p:attrNameLst>
                                          </p:cBhvr>
                                          <p:tavLst>
                                            <p:tav tm="0">
                                              <p:val>
                                                <p:fltVal val="0"/>
                                              </p:val>
                                            </p:tav>
                                            <p:tav tm="100000">
                                              <p:val>
                                                <p:strVal val="#ppt_w"/>
                                              </p:val>
                                            </p:tav>
                                          </p:tavLst>
                                        </p:anim>
                                        <p:anim calcmode="lin" valueType="num">
                                          <p:cBhvr>
                                            <p:cTn id="41" dur="750" fill="hold"/>
                                            <p:tgtEl>
                                              <p:spTgt spid="37"/>
                                            </p:tgtEl>
                                            <p:attrNameLst>
                                              <p:attrName>ppt_h</p:attrName>
                                            </p:attrNameLst>
                                          </p:cBhvr>
                                          <p:tavLst>
                                            <p:tav tm="0">
                                              <p:val>
                                                <p:fltVal val="0"/>
                                              </p:val>
                                            </p:tav>
                                            <p:tav tm="100000">
                                              <p:val>
                                                <p:strVal val="#ppt_h"/>
                                              </p:val>
                                            </p:tav>
                                          </p:tavLst>
                                        </p:anim>
                                        <p:animEffect transition="in" filter="fade">
                                          <p:cBhvr>
                                            <p:cTn id="42" dur="750"/>
                                            <p:tgtEl>
                                              <p:spTgt spid="37"/>
                                            </p:tgtEl>
                                          </p:cBhvr>
                                        </p:animEffect>
                                      </p:childTnLst>
                                    </p:cTn>
                                  </p:par>
                                  <p:par>
                                    <p:cTn id="43" presetID="53" presetClass="entr" presetSubtype="16" fill="hold" nodeType="withEffect">
                                      <p:stCondLst>
                                        <p:cond delay="500"/>
                                      </p:stCondLst>
                                      <p:childTnLst>
                                        <p:set>
                                          <p:cBhvr>
                                            <p:cTn id="44" dur="1" fill="hold">
                                              <p:stCondLst>
                                                <p:cond delay="0"/>
                                              </p:stCondLst>
                                            </p:cTn>
                                            <p:tgtEl>
                                              <p:spTgt spid="56"/>
                                            </p:tgtEl>
                                            <p:attrNameLst>
                                              <p:attrName>style.visibility</p:attrName>
                                            </p:attrNameLst>
                                          </p:cBhvr>
                                          <p:to>
                                            <p:strVal val="visible"/>
                                          </p:to>
                                        </p:set>
                                        <p:anim calcmode="lin" valueType="num">
                                          <p:cBhvr>
                                            <p:cTn id="45" dur="750" fill="hold"/>
                                            <p:tgtEl>
                                              <p:spTgt spid="56"/>
                                            </p:tgtEl>
                                            <p:attrNameLst>
                                              <p:attrName>ppt_w</p:attrName>
                                            </p:attrNameLst>
                                          </p:cBhvr>
                                          <p:tavLst>
                                            <p:tav tm="0">
                                              <p:val>
                                                <p:fltVal val="0"/>
                                              </p:val>
                                            </p:tav>
                                            <p:tav tm="100000">
                                              <p:val>
                                                <p:strVal val="#ppt_w"/>
                                              </p:val>
                                            </p:tav>
                                          </p:tavLst>
                                        </p:anim>
                                        <p:anim calcmode="lin" valueType="num">
                                          <p:cBhvr>
                                            <p:cTn id="46" dur="750" fill="hold"/>
                                            <p:tgtEl>
                                              <p:spTgt spid="56"/>
                                            </p:tgtEl>
                                            <p:attrNameLst>
                                              <p:attrName>ppt_h</p:attrName>
                                            </p:attrNameLst>
                                          </p:cBhvr>
                                          <p:tavLst>
                                            <p:tav tm="0">
                                              <p:val>
                                                <p:fltVal val="0"/>
                                              </p:val>
                                            </p:tav>
                                            <p:tav tm="100000">
                                              <p:val>
                                                <p:strVal val="#ppt_h"/>
                                              </p:val>
                                            </p:tav>
                                          </p:tavLst>
                                        </p:anim>
                                        <p:animEffect transition="in" filter="fade">
                                          <p:cBhvr>
                                            <p:cTn id="47" dur="750"/>
                                            <p:tgtEl>
                                              <p:spTgt spid="56"/>
                                            </p:tgtEl>
                                          </p:cBhvr>
                                        </p:animEffect>
                                      </p:childTnLst>
                                    </p:cTn>
                                  </p:par>
                                  <p:par>
                                    <p:cTn id="48" presetID="53" presetClass="entr" presetSubtype="16" fill="hold" grpId="0" nodeType="withEffect">
                                      <p:stCondLst>
                                        <p:cond delay="600"/>
                                      </p:stCondLst>
                                      <p:childTnLst>
                                        <p:set>
                                          <p:cBhvr>
                                            <p:cTn id="49" dur="1" fill="hold">
                                              <p:stCondLst>
                                                <p:cond delay="0"/>
                                              </p:stCondLst>
                                            </p:cTn>
                                            <p:tgtEl>
                                              <p:spTgt spid="42"/>
                                            </p:tgtEl>
                                            <p:attrNameLst>
                                              <p:attrName>style.visibility</p:attrName>
                                            </p:attrNameLst>
                                          </p:cBhvr>
                                          <p:to>
                                            <p:strVal val="visible"/>
                                          </p:to>
                                        </p:set>
                                        <p:anim calcmode="lin" valueType="num">
                                          <p:cBhvr>
                                            <p:cTn id="50" dur="750" fill="hold"/>
                                            <p:tgtEl>
                                              <p:spTgt spid="42"/>
                                            </p:tgtEl>
                                            <p:attrNameLst>
                                              <p:attrName>ppt_w</p:attrName>
                                            </p:attrNameLst>
                                          </p:cBhvr>
                                          <p:tavLst>
                                            <p:tav tm="0">
                                              <p:val>
                                                <p:fltVal val="0"/>
                                              </p:val>
                                            </p:tav>
                                            <p:tav tm="100000">
                                              <p:val>
                                                <p:strVal val="#ppt_w"/>
                                              </p:val>
                                            </p:tav>
                                          </p:tavLst>
                                        </p:anim>
                                        <p:anim calcmode="lin" valueType="num">
                                          <p:cBhvr>
                                            <p:cTn id="51" dur="750" fill="hold"/>
                                            <p:tgtEl>
                                              <p:spTgt spid="42"/>
                                            </p:tgtEl>
                                            <p:attrNameLst>
                                              <p:attrName>ppt_h</p:attrName>
                                            </p:attrNameLst>
                                          </p:cBhvr>
                                          <p:tavLst>
                                            <p:tav tm="0">
                                              <p:val>
                                                <p:fltVal val="0"/>
                                              </p:val>
                                            </p:tav>
                                            <p:tav tm="100000">
                                              <p:val>
                                                <p:strVal val="#ppt_h"/>
                                              </p:val>
                                            </p:tav>
                                          </p:tavLst>
                                        </p:anim>
                                        <p:animEffect transition="in" filter="fade">
                                          <p:cBhvr>
                                            <p:cTn id="52" dur="750"/>
                                            <p:tgtEl>
                                              <p:spTgt spid="42"/>
                                            </p:tgtEl>
                                          </p:cBhvr>
                                        </p:animEffect>
                                      </p:childTnLst>
                                    </p:cTn>
                                  </p:par>
                                  <p:par>
                                    <p:cTn id="53" presetID="53" presetClass="entr" presetSubtype="16" fill="hold" nodeType="withEffect">
                                      <p:stCondLst>
                                        <p:cond delay="750"/>
                                      </p:stCondLst>
                                      <p:childTnLst>
                                        <p:set>
                                          <p:cBhvr>
                                            <p:cTn id="54" dur="1" fill="hold">
                                              <p:stCondLst>
                                                <p:cond delay="0"/>
                                              </p:stCondLst>
                                            </p:cTn>
                                            <p:tgtEl>
                                              <p:spTgt spid="58"/>
                                            </p:tgtEl>
                                            <p:attrNameLst>
                                              <p:attrName>style.visibility</p:attrName>
                                            </p:attrNameLst>
                                          </p:cBhvr>
                                          <p:to>
                                            <p:strVal val="visible"/>
                                          </p:to>
                                        </p:set>
                                        <p:anim calcmode="lin" valueType="num">
                                          <p:cBhvr>
                                            <p:cTn id="55" dur="750" fill="hold"/>
                                            <p:tgtEl>
                                              <p:spTgt spid="58"/>
                                            </p:tgtEl>
                                            <p:attrNameLst>
                                              <p:attrName>ppt_w</p:attrName>
                                            </p:attrNameLst>
                                          </p:cBhvr>
                                          <p:tavLst>
                                            <p:tav tm="0">
                                              <p:val>
                                                <p:fltVal val="0"/>
                                              </p:val>
                                            </p:tav>
                                            <p:tav tm="100000">
                                              <p:val>
                                                <p:strVal val="#ppt_w"/>
                                              </p:val>
                                            </p:tav>
                                          </p:tavLst>
                                        </p:anim>
                                        <p:anim calcmode="lin" valueType="num">
                                          <p:cBhvr>
                                            <p:cTn id="56" dur="750" fill="hold"/>
                                            <p:tgtEl>
                                              <p:spTgt spid="58"/>
                                            </p:tgtEl>
                                            <p:attrNameLst>
                                              <p:attrName>ppt_h</p:attrName>
                                            </p:attrNameLst>
                                          </p:cBhvr>
                                          <p:tavLst>
                                            <p:tav tm="0">
                                              <p:val>
                                                <p:fltVal val="0"/>
                                              </p:val>
                                            </p:tav>
                                            <p:tav tm="100000">
                                              <p:val>
                                                <p:strVal val="#ppt_h"/>
                                              </p:val>
                                            </p:tav>
                                          </p:tavLst>
                                        </p:anim>
                                        <p:animEffect transition="in" filter="fade">
                                          <p:cBhvr>
                                            <p:cTn id="57" dur="750"/>
                                            <p:tgtEl>
                                              <p:spTgt spid="58"/>
                                            </p:tgtEl>
                                          </p:cBhvr>
                                        </p:animEffect>
                                      </p:childTnLst>
                                    </p:cTn>
                                  </p:par>
                                  <p:par>
                                    <p:cTn id="58" presetID="53" presetClass="entr" presetSubtype="16" fill="hold" grpId="0" nodeType="withEffect">
                                      <p:stCondLst>
                                        <p:cond delay="850"/>
                                      </p:stCondLst>
                                      <p:childTnLst>
                                        <p:set>
                                          <p:cBhvr>
                                            <p:cTn id="59" dur="1" fill="hold">
                                              <p:stCondLst>
                                                <p:cond delay="0"/>
                                              </p:stCondLst>
                                            </p:cTn>
                                            <p:tgtEl>
                                              <p:spTgt spid="41"/>
                                            </p:tgtEl>
                                            <p:attrNameLst>
                                              <p:attrName>style.visibility</p:attrName>
                                            </p:attrNameLst>
                                          </p:cBhvr>
                                          <p:to>
                                            <p:strVal val="visible"/>
                                          </p:to>
                                        </p:set>
                                        <p:anim calcmode="lin" valueType="num">
                                          <p:cBhvr>
                                            <p:cTn id="60" dur="750" fill="hold"/>
                                            <p:tgtEl>
                                              <p:spTgt spid="41"/>
                                            </p:tgtEl>
                                            <p:attrNameLst>
                                              <p:attrName>ppt_w</p:attrName>
                                            </p:attrNameLst>
                                          </p:cBhvr>
                                          <p:tavLst>
                                            <p:tav tm="0">
                                              <p:val>
                                                <p:fltVal val="0"/>
                                              </p:val>
                                            </p:tav>
                                            <p:tav tm="100000">
                                              <p:val>
                                                <p:strVal val="#ppt_w"/>
                                              </p:val>
                                            </p:tav>
                                          </p:tavLst>
                                        </p:anim>
                                        <p:anim calcmode="lin" valueType="num">
                                          <p:cBhvr>
                                            <p:cTn id="61" dur="750" fill="hold"/>
                                            <p:tgtEl>
                                              <p:spTgt spid="41"/>
                                            </p:tgtEl>
                                            <p:attrNameLst>
                                              <p:attrName>ppt_h</p:attrName>
                                            </p:attrNameLst>
                                          </p:cBhvr>
                                          <p:tavLst>
                                            <p:tav tm="0">
                                              <p:val>
                                                <p:fltVal val="0"/>
                                              </p:val>
                                            </p:tav>
                                            <p:tav tm="100000">
                                              <p:val>
                                                <p:strVal val="#ppt_h"/>
                                              </p:val>
                                            </p:tav>
                                          </p:tavLst>
                                        </p:anim>
                                        <p:animEffect transition="in" filter="fade">
                                          <p:cBhvr>
                                            <p:cTn id="62" dur="750"/>
                                            <p:tgtEl>
                                              <p:spTgt spid="41"/>
                                            </p:tgtEl>
                                          </p:cBhvr>
                                        </p:animEffect>
                                      </p:childTnLst>
                                    </p:cTn>
                                  </p:par>
                                  <p:par>
                                    <p:cTn id="63" presetID="53" presetClass="entr" presetSubtype="16" fill="hold" nodeType="withEffect">
                                      <p:stCondLst>
                                        <p:cond delay="1000"/>
                                      </p:stCondLst>
                                      <p:childTnLst>
                                        <p:set>
                                          <p:cBhvr>
                                            <p:cTn id="64" dur="1" fill="hold">
                                              <p:stCondLst>
                                                <p:cond delay="0"/>
                                              </p:stCondLst>
                                            </p:cTn>
                                            <p:tgtEl>
                                              <p:spTgt spid="53"/>
                                            </p:tgtEl>
                                            <p:attrNameLst>
                                              <p:attrName>style.visibility</p:attrName>
                                            </p:attrNameLst>
                                          </p:cBhvr>
                                          <p:to>
                                            <p:strVal val="visible"/>
                                          </p:to>
                                        </p:set>
                                        <p:anim calcmode="lin" valueType="num">
                                          <p:cBhvr>
                                            <p:cTn id="65" dur="750" fill="hold"/>
                                            <p:tgtEl>
                                              <p:spTgt spid="53"/>
                                            </p:tgtEl>
                                            <p:attrNameLst>
                                              <p:attrName>ppt_w</p:attrName>
                                            </p:attrNameLst>
                                          </p:cBhvr>
                                          <p:tavLst>
                                            <p:tav tm="0">
                                              <p:val>
                                                <p:fltVal val="0"/>
                                              </p:val>
                                            </p:tav>
                                            <p:tav tm="100000">
                                              <p:val>
                                                <p:strVal val="#ppt_w"/>
                                              </p:val>
                                            </p:tav>
                                          </p:tavLst>
                                        </p:anim>
                                        <p:anim calcmode="lin" valueType="num">
                                          <p:cBhvr>
                                            <p:cTn id="66" dur="750" fill="hold"/>
                                            <p:tgtEl>
                                              <p:spTgt spid="53"/>
                                            </p:tgtEl>
                                            <p:attrNameLst>
                                              <p:attrName>ppt_h</p:attrName>
                                            </p:attrNameLst>
                                          </p:cBhvr>
                                          <p:tavLst>
                                            <p:tav tm="0">
                                              <p:val>
                                                <p:fltVal val="0"/>
                                              </p:val>
                                            </p:tav>
                                            <p:tav tm="100000">
                                              <p:val>
                                                <p:strVal val="#ppt_h"/>
                                              </p:val>
                                            </p:tav>
                                          </p:tavLst>
                                        </p:anim>
                                        <p:animEffect transition="in" filter="fade">
                                          <p:cBhvr>
                                            <p:cTn id="67" dur="750"/>
                                            <p:tgtEl>
                                              <p:spTgt spid="53"/>
                                            </p:tgtEl>
                                          </p:cBhvr>
                                        </p:animEffect>
                                      </p:childTnLst>
                                    </p:cTn>
                                  </p:par>
                                  <p:par>
                                    <p:cTn id="68" presetID="53" presetClass="entr" presetSubtype="16" fill="hold" grpId="0" nodeType="withEffect">
                                      <p:stCondLst>
                                        <p:cond delay="1100"/>
                                      </p:stCondLst>
                                      <p:childTnLst>
                                        <p:set>
                                          <p:cBhvr>
                                            <p:cTn id="69" dur="1" fill="hold">
                                              <p:stCondLst>
                                                <p:cond delay="0"/>
                                              </p:stCondLst>
                                            </p:cTn>
                                            <p:tgtEl>
                                              <p:spTgt spid="40"/>
                                            </p:tgtEl>
                                            <p:attrNameLst>
                                              <p:attrName>style.visibility</p:attrName>
                                            </p:attrNameLst>
                                          </p:cBhvr>
                                          <p:to>
                                            <p:strVal val="visible"/>
                                          </p:to>
                                        </p:set>
                                        <p:anim calcmode="lin" valueType="num">
                                          <p:cBhvr>
                                            <p:cTn id="70" dur="750" fill="hold"/>
                                            <p:tgtEl>
                                              <p:spTgt spid="40"/>
                                            </p:tgtEl>
                                            <p:attrNameLst>
                                              <p:attrName>ppt_w</p:attrName>
                                            </p:attrNameLst>
                                          </p:cBhvr>
                                          <p:tavLst>
                                            <p:tav tm="0">
                                              <p:val>
                                                <p:fltVal val="0"/>
                                              </p:val>
                                            </p:tav>
                                            <p:tav tm="100000">
                                              <p:val>
                                                <p:strVal val="#ppt_w"/>
                                              </p:val>
                                            </p:tav>
                                          </p:tavLst>
                                        </p:anim>
                                        <p:anim calcmode="lin" valueType="num">
                                          <p:cBhvr>
                                            <p:cTn id="71" dur="750" fill="hold"/>
                                            <p:tgtEl>
                                              <p:spTgt spid="40"/>
                                            </p:tgtEl>
                                            <p:attrNameLst>
                                              <p:attrName>ppt_h</p:attrName>
                                            </p:attrNameLst>
                                          </p:cBhvr>
                                          <p:tavLst>
                                            <p:tav tm="0">
                                              <p:val>
                                                <p:fltVal val="0"/>
                                              </p:val>
                                            </p:tav>
                                            <p:tav tm="100000">
                                              <p:val>
                                                <p:strVal val="#ppt_h"/>
                                              </p:val>
                                            </p:tav>
                                          </p:tavLst>
                                        </p:anim>
                                        <p:animEffect transition="in" filter="fade">
                                          <p:cBhvr>
                                            <p:cTn id="72" dur="750"/>
                                            <p:tgtEl>
                                              <p:spTgt spid="40"/>
                                            </p:tgtEl>
                                          </p:cBhvr>
                                        </p:animEffect>
                                      </p:childTnLst>
                                    </p:cTn>
                                  </p:par>
                                  <p:par>
                                    <p:cTn id="73" presetID="53" presetClass="entr" presetSubtype="16" fill="hold" nodeType="withEffect">
                                      <p:stCondLst>
                                        <p:cond delay="1250"/>
                                      </p:stCondLst>
                                      <p:childTnLst>
                                        <p:set>
                                          <p:cBhvr>
                                            <p:cTn id="74" dur="1" fill="hold">
                                              <p:stCondLst>
                                                <p:cond delay="0"/>
                                              </p:stCondLst>
                                            </p:cTn>
                                            <p:tgtEl>
                                              <p:spTgt spid="57"/>
                                            </p:tgtEl>
                                            <p:attrNameLst>
                                              <p:attrName>style.visibility</p:attrName>
                                            </p:attrNameLst>
                                          </p:cBhvr>
                                          <p:to>
                                            <p:strVal val="visible"/>
                                          </p:to>
                                        </p:set>
                                        <p:anim calcmode="lin" valueType="num">
                                          <p:cBhvr>
                                            <p:cTn id="75" dur="750" fill="hold"/>
                                            <p:tgtEl>
                                              <p:spTgt spid="57"/>
                                            </p:tgtEl>
                                            <p:attrNameLst>
                                              <p:attrName>ppt_w</p:attrName>
                                            </p:attrNameLst>
                                          </p:cBhvr>
                                          <p:tavLst>
                                            <p:tav tm="0">
                                              <p:val>
                                                <p:fltVal val="0"/>
                                              </p:val>
                                            </p:tav>
                                            <p:tav tm="100000">
                                              <p:val>
                                                <p:strVal val="#ppt_w"/>
                                              </p:val>
                                            </p:tav>
                                          </p:tavLst>
                                        </p:anim>
                                        <p:anim calcmode="lin" valueType="num">
                                          <p:cBhvr>
                                            <p:cTn id="76" dur="750" fill="hold"/>
                                            <p:tgtEl>
                                              <p:spTgt spid="57"/>
                                            </p:tgtEl>
                                            <p:attrNameLst>
                                              <p:attrName>ppt_h</p:attrName>
                                            </p:attrNameLst>
                                          </p:cBhvr>
                                          <p:tavLst>
                                            <p:tav tm="0">
                                              <p:val>
                                                <p:fltVal val="0"/>
                                              </p:val>
                                            </p:tav>
                                            <p:tav tm="100000">
                                              <p:val>
                                                <p:strVal val="#ppt_h"/>
                                              </p:val>
                                            </p:tav>
                                          </p:tavLst>
                                        </p:anim>
                                        <p:animEffect transition="in" filter="fade">
                                          <p:cBhvr>
                                            <p:cTn id="77" dur="750"/>
                                            <p:tgtEl>
                                              <p:spTgt spid="57"/>
                                            </p:tgtEl>
                                          </p:cBhvr>
                                        </p:animEffect>
                                      </p:childTnLst>
                                    </p:cTn>
                                  </p:par>
                                  <p:par>
                                    <p:cTn id="78" presetID="53" presetClass="entr" presetSubtype="16" fill="hold" grpId="0" nodeType="withEffect">
                                      <p:stCondLst>
                                        <p:cond delay="1350"/>
                                      </p:stCondLst>
                                      <p:childTnLst>
                                        <p:set>
                                          <p:cBhvr>
                                            <p:cTn id="79" dur="1" fill="hold">
                                              <p:stCondLst>
                                                <p:cond delay="0"/>
                                              </p:stCondLst>
                                            </p:cTn>
                                            <p:tgtEl>
                                              <p:spTgt spid="39"/>
                                            </p:tgtEl>
                                            <p:attrNameLst>
                                              <p:attrName>style.visibility</p:attrName>
                                            </p:attrNameLst>
                                          </p:cBhvr>
                                          <p:to>
                                            <p:strVal val="visible"/>
                                          </p:to>
                                        </p:set>
                                        <p:anim calcmode="lin" valueType="num">
                                          <p:cBhvr>
                                            <p:cTn id="80" dur="750" fill="hold"/>
                                            <p:tgtEl>
                                              <p:spTgt spid="39"/>
                                            </p:tgtEl>
                                            <p:attrNameLst>
                                              <p:attrName>ppt_w</p:attrName>
                                            </p:attrNameLst>
                                          </p:cBhvr>
                                          <p:tavLst>
                                            <p:tav tm="0">
                                              <p:val>
                                                <p:fltVal val="0"/>
                                              </p:val>
                                            </p:tav>
                                            <p:tav tm="100000">
                                              <p:val>
                                                <p:strVal val="#ppt_w"/>
                                              </p:val>
                                            </p:tav>
                                          </p:tavLst>
                                        </p:anim>
                                        <p:anim calcmode="lin" valueType="num">
                                          <p:cBhvr>
                                            <p:cTn id="81" dur="750" fill="hold"/>
                                            <p:tgtEl>
                                              <p:spTgt spid="39"/>
                                            </p:tgtEl>
                                            <p:attrNameLst>
                                              <p:attrName>ppt_h</p:attrName>
                                            </p:attrNameLst>
                                          </p:cBhvr>
                                          <p:tavLst>
                                            <p:tav tm="0">
                                              <p:val>
                                                <p:fltVal val="0"/>
                                              </p:val>
                                            </p:tav>
                                            <p:tav tm="100000">
                                              <p:val>
                                                <p:strVal val="#ppt_h"/>
                                              </p:val>
                                            </p:tav>
                                          </p:tavLst>
                                        </p:anim>
                                        <p:animEffect transition="in" filter="fade">
                                          <p:cBhvr>
                                            <p:cTn id="82" dur="750"/>
                                            <p:tgtEl>
                                              <p:spTgt spid="39"/>
                                            </p:tgtEl>
                                          </p:cBhvr>
                                        </p:animEffect>
                                      </p:childTnLst>
                                    </p:cTn>
                                  </p:par>
                                  <p:par>
                                    <p:cTn id="83" presetID="53" presetClass="entr" presetSubtype="16" fill="hold" nodeType="withEffect">
                                      <p:stCondLst>
                                        <p:cond delay="1500"/>
                                      </p:stCondLst>
                                      <p:childTnLst>
                                        <p:set>
                                          <p:cBhvr>
                                            <p:cTn id="84" dur="1" fill="hold">
                                              <p:stCondLst>
                                                <p:cond delay="0"/>
                                              </p:stCondLst>
                                            </p:cTn>
                                            <p:tgtEl>
                                              <p:spTgt spid="59"/>
                                            </p:tgtEl>
                                            <p:attrNameLst>
                                              <p:attrName>style.visibility</p:attrName>
                                            </p:attrNameLst>
                                          </p:cBhvr>
                                          <p:to>
                                            <p:strVal val="visible"/>
                                          </p:to>
                                        </p:set>
                                        <p:anim calcmode="lin" valueType="num">
                                          <p:cBhvr>
                                            <p:cTn id="85" dur="750" fill="hold"/>
                                            <p:tgtEl>
                                              <p:spTgt spid="59"/>
                                            </p:tgtEl>
                                            <p:attrNameLst>
                                              <p:attrName>ppt_w</p:attrName>
                                            </p:attrNameLst>
                                          </p:cBhvr>
                                          <p:tavLst>
                                            <p:tav tm="0">
                                              <p:val>
                                                <p:fltVal val="0"/>
                                              </p:val>
                                            </p:tav>
                                            <p:tav tm="100000">
                                              <p:val>
                                                <p:strVal val="#ppt_w"/>
                                              </p:val>
                                            </p:tav>
                                          </p:tavLst>
                                        </p:anim>
                                        <p:anim calcmode="lin" valueType="num">
                                          <p:cBhvr>
                                            <p:cTn id="86" dur="750" fill="hold"/>
                                            <p:tgtEl>
                                              <p:spTgt spid="59"/>
                                            </p:tgtEl>
                                            <p:attrNameLst>
                                              <p:attrName>ppt_h</p:attrName>
                                            </p:attrNameLst>
                                          </p:cBhvr>
                                          <p:tavLst>
                                            <p:tav tm="0">
                                              <p:val>
                                                <p:fltVal val="0"/>
                                              </p:val>
                                            </p:tav>
                                            <p:tav tm="100000">
                                              <p:val>
                                                <p:strVal val="#ppt_h"/>
                                              </p:val>
                                            </p:tav>
                                          </p:tavLst>
                                        </p:anim>
                                        <p:animEffect transition="in" filter="fade">
                                          <p:cBhvr>
                                            <p:cTn id="87" dur="750"/>
                                            <p:tgtEl>
                                              <p:spTgt spid="59"/>
                                            </p:tgtEl>
                                          </p:cBhvr>
                                        </p:animEffect>
                                      </p:childTnLst>
                                    </p:cTn>
                                  </p:par>
                                  <p:par>
                                    <p:cTn id="88" presetID="53" presetClass="entr" presetSubtype="16" fill="hold" grpId="0" nodeType="withEffect">
                                      <p:stCondLst>
                                        <p:cond delay="1600"/>
                                      </p:stCondLst>
                                      <p:childTnLst>
                                        <p:set>
                                          <p:cBhvr>
                                            <p:cTn id="89" dur="1" fill="hold">
                                              <p:stCondLst>
                                                <p:cond delay="0"/>
                                              </p:stCondLst>
                                            </p:cTn>
                                            <p:tgtEl>
                                              <p:spTgt spid="38"/>
                                            </p:tgtEl>
                                            <p:attrNameLst>
                                              <p:attrName>style.visibility</p:attrName>
                                            </p:attrNameLst>
                                          </p:cBhvr>
                                          <p:to>
                                            <p:strVal val="visible"/>
                                          </p:to>
                                        </p:set>
                                        <p:anim calcmode="lin" valueType="num">
                                          <p:cBhvr>
                                            <p:cTn id="90" dur="750" fill="hold"/>
                                            <p:tgtEl>
                                              <p:spTgt spid="38"/>
                                            </p:tgtEl>
                                            <p:attrNameLst>
                                              <p:attrName>ppt_w</p:attrName>
                                            </p:attrNameLst>
                                          </p:cBhvr>
                                          <p:tavLst>
                                            <p:tav tm="0">
                                              <p:val>
                                                <p:fltVal val="0"/>
                                              </p:val>
                                            </p:tav>
                                            <p:tav tm="100000">
                                              <p:val>
                                                <p:strVal val="#ppt_w"/>
                                              </p:val>
                                            </p:tav>
                                          </p:tavLst>
                                        </p:anim>
                                        <p:anim calcmode="lin" valueType="num">
                                          <p:cBhvr>
                                            <p:cTn id="91" dur="750" fill="hold"/>
                                            <p:tgtEl>
                                              <p:spTgt spid="38"/>
                                            </p:tgtEl>
                                            <p:attrNameLst>
                                              <p:attrName>ppt_h</p:attrName>
                                            </p:attrNameLst>
                                          </p:cBhvr>
                                          <p:tavLst>
                                            <p:tav tm="0">
                                              <p:val>
                                                <p:fltVal val="0"/>
                                              </p:val>
                                            </p:tav>
                                            <p:tav tm="100000">
                                              <p:val>
                                                <p:strVal val="#ppt_h"/>
                                              </p:val>
                                            </p:tav>
                                          </p:tavLst>
                                        </p:anim>
                                        <p:animEffect transition="in" filter="fade">
                                          <p:cBhvr>
                                            <p:cTn id="92" dur="750"/>
                                            <p:tgtEl>
                                              <p:spTgt spid="38"/>
                                            </p:tgtEl>
                                          </p:cBhvr>
                                        </p:animEffect>
                                      </p:childTnLst>
                                    </p:cTn>
                                  </p:par>
                                  <p:par>
                                    <p:cTn id="93" presetID="53" presetClass="entr" presetSubtype="16" fill="hold" grpId="0" nodeType="withEffect">
                                      <p:stCondLst>
                                        <p:cond delay="500"/>
                                      </p:stCondLst>
                                      <p:childTnLst>
                                        <p:set>
                                          <p:cBhvr>
                                            <p:cTn id="94" dur="1" fill="hold">
                                              <p:stCondLst>
                                                <p:cond delay="0"/>
                                              </p:stCondLst>
                                            </p:cTn>
                                            <p:tgtEl>
                                              <p:spTgt spid="45"/>
                                            </p:tgtEl>
                                            <p:attrNameLst>
                                              <p:attrName>style.visibility</p:attrName>
                                            </p:attrNameLst>
                                          </p:cBhvr>
                                          <p:to>
                                            <p:strVal val="visible"/>
                                          </p:to>
                                        </p:set>
                                        <p:anim calcmode="lin" valueType="num">
                                          <p:cBhvr>
                                            <p:cTn id="95" dur="500" fill="hold"/>
                                            <p:tgtEl>
                                              <p:spTgt spid="45"/>
                                            </p:tgtEl>
                                            <p:attrNameLst>
                                              <p:attrName>ppt_w</p:attrName>
                                            </p:attrNameLst>
                                          </p:cBhvr>
                                          <p:tavLst>
                                            <p:tav tm="0">
                                              <p:val>
                                                <p:fltVal val="0"/>
                                              </p:val>
                                            </p:tav>
                                            <p:tav tm="100000">
                                              <p:val>
                                                <p:strVal val="#ppt_w"/>
                                              </p:val>
                                            </p:tav>
                                          </p:tavLst>
                                        </p:anim>
                                        <p:anim calcmode="lin" valueType="num">
                                          <p:cBhvr>
                                            <p:cTn id="96" dur="500" fill="hold"/>
                                            <p:tgtEl>
                                              <p:spTgt spid="45"/>
                                            </p:tgtEl>
                                            <p:attrNameLst>
                                              <p:attrName>ppt_h</p:attrName>
                                            </p:attrNameLst>
                                          </p:cBhvr>
                                          <p:tavLst>
                                            <p:tav tm="0">
                                              <p:val>
                                                <p:fltVal val="0"/>
                                              </p:val>
                                            </p:tav>
                                            <p:tav tm="100000">
                                              <p:val>
                                                <p:strVal val="#ppt_h"/>
                                              </p:val>
                                            </p:tav>
                                          </p:tavLst>
                                        </p:anim>
                                        <p:animEffect transition="in" filter="fade">
                                          <p:cBhvr>
                                            <p:cTn id="97" dur="500"/>
                                            <p:tgtEl>
                                              <p:spTgt spid="45"/>
                                            </p:tgtEl>
                                          </p:cBhvr>
                                        </p:animEffect>
                                      </p:childTnLst>
                                    </p:cTn>
                                  </p:par>
                                  <p:par>
                                    <p:cTn id="98" presetID="53" presetClass="entr" presetSubtype="16" fill="hold" grpId="0" nodeType="withEffect">
                                      <p:stCondLst>
                                        <p:cond delay="800"/>
                                      </p:stCondLst>
                                      <p:childTnLst>
                                        <p:set>
                                          <p:cBhvr>
                                            <p:cTn id="99" dur="1" fill="hold">
                                              <p:stCondLst>
                                                <p:cond delay="0"/>
                                              </p:stCondLst>
                                            </p:cTn>
                                            <p:tgtEl>
                                              <p:spTgt spid="44"/>
                                            </p:tgtEl>
                                            <p:attrNameLst>
                                              <p:attrName>style.visibility</p:attrName>
                                            </p:attrNameLst>
                                          </p:cBhvr>
                                          <p:to>
                                            <p:strVal val="visible"/>
                                          </p:to>
                                        </p:set>
                                        <p:anim calcmode="lin" valueType="num">
                                          <p:cBhvr>
                                            <p:cTn id="100" dur="500" fill="hold"/>
                                            <p:tgtEl>
                                              <p:spTgt spid="44"/>
                                            </p:tgtEl>
                                            <p:attrNameLst>
                                              <p:attrName>ppt_w</p:attrName>
                                            </p:attrNameLst>
                                          </p:cBhvr>
                                          <p:tavLst>
                                            <p:tav tm="0">
                                              <p:val>
                                                <p:fltVal val="0"/>
                                              </p:val>
                                            </p:tav>
                                            <p:tav tm="100000">
                                              <p:val>
                                                <p:strVal val="#ppt_w"/>
                                              </p:val>
                                            </p:tav>
                                          </p:tavLst>
                                        </p:anim>
                                        <p:anim calcmode="lin" valueType="num">
                                          <p:cBhvr>
                                            <p:cTn id="101" dur="500" fill="hold"/>
                                            <p:tgtEl>
                                              <p:spTgt spid="44"/>
                                            </p:tgtEl>
                                            <p:attrNameLst>
                                              <p:attrName>ppt_h</p:attrName>
                                            </p:attrNameLst>
                                          </p:cBhvr>
                                          <p:tavLst>
                                            <p:tav tm="0">
                                              <p:val>
                                                <p:fltVal val="0"/>
                                              </p:val>
                                            </p:tav>
                                            <p:tav tm="100000">
                                              <p:val>
                                                <p:strVal val="#ppt_h"/>
                                              </p:val>
                                            </p:tav>
                                          </p:tavLst>
                                        </p:anim>
                                        <p:animEffect transition="in" filter="fade">
                                          <p:cBhvr>
                                            <p:cTn id="102" dur="500"/>
                                            <p:tgtEl>
                                              <p:spTgt spid="44"/>
                                            </p:tgtEl>
                                          </p:cBhvr>
                                        </p:animEffect>
                                      </p:childTnLst>
                                    </p:cTn>
                                  </p:par>
                                  <p:par>
                                    <p:cTn id="103" presetID="53" presetClass="entr" presetSubtype="16" fill="hold" grpId="0" nodeType="withEffect">
                                      <p:stCondLst>
                                        <p:cond delay="1050"/>
                                      </p:stCondLst>
                                      <p:childTnLst>
                                        <p:set>
                                          <p:cBhvr>
                                            <p:cTn id="104" dur="1" fill="hold">
                                              <p:stCondLst>
                                                <p:cond delay="0"/>
                                              </p:stCondLst>
                                            </p:cTn>
                                            <p:tgtEl>
                                              <p:spTgt spid="47"/>
                                            </p:tgtEl>
                                            <p:attrNameLst>
                                              <p:attrName>style.visibility</p:attrName>
                                            </p:attrNameLst>
                                          </p:cBhvr>
                                          <p:to>
                                            <p:strVal val="visible"/>
                                          </p:to>
                                        </p:set>
                                        <p:anim calcmode="lin" valueType="num">
                                          <p:cBhvr>
                                            <p:cTn id="105" dur="500" fill="hold"/>
                                            <p:tgtEl>
                                              <p:spTgt spid="47"/>
                                            </p:tgtEl>
                                            <p:attrNameLst>
                                              <p:attrName>ppt_w</p:attrName>
                                            </p:attrNameLst>
                                          </p:cBhvr>
                                          <p:tavLst>
                                            <p:tav tm="0">
                                              <p:val>
                                                <p:fltVal val="0"/>
                                              </p:val>
                                            </p:tav>
                                            <p:tav tm="100000">
                                              <p:val>
                                                <p:strVal val="#ppt_w"/>
                                              </p:val>
                                            </p:tav>
                                          </p:tavLst>
                                        </p:anim>
                                        <p:anim calcmode="lin" valueType="num">
                                          <p:cBhvr>
                                            <p:cTn id="106" dur="500" fill="hold"/>
                                            <p:tgtEl>
                                              <p:spTgt spid="47"/>
                                            </p:tgtEl>
                                            <p:attrNameLst>
                                              <p:attrName>ppt_h</p:attrName>
                                            </p:attrNameLst>
                                          </p:cBhvr>
                                          <p:tavLst>
                                            <p:tav tm="0">
                                              <p:val>
                                                <p:fltVal val="0"/>
                                              </p:val>
                                            </p:tav>
                                            <p:tav tm="100000">
                                              <p:val>
                                                <p:strVal val="#ppt_h"/>
                                              </p:val>
                                            </p:tav>
                                          </p:tavLst>
                                        </p:anim>
                                        <p:animEffect transition="in" filter="fade">
                                          <p:cBhvr>
                                            <p:cTn id="107" dur="500"/>
                                            <p:tgtEl>
                                              <p:spTgt spid="47"/>
                                            </p:tgtEl>
                                          </p:cBhvr>
                                        </p:animEffect>
                                      </p:childTnLst>
                                    </p:cTn>
                                  </p:par>
                                  <p:par>
                                    <p:cTn id="108" presetID="53" presetClass="entr" presetSubtype="16" fill="hold" grpId="0" nodeType="withEffect">
                                      <p:stCondLst>
                                        <p:cond delay="1300"/>
                                      </p:stCondLst>
                                      <p:childTnLst>
                                        <p:set>
                                          <p:cBhvr>
                                            <p:cTn id="109" dur="1" fill="hold">
                                              <p:stCondLst>
                                                <p:cond delay="0"/>
                                              </p:stCondLst>
                                            </p:cTn>
                                            <p:tgtEl>
                                              <p:spTgt spid="46"/>
                                            </p:tgtEl>
                                            <p:attrNameLst>
                                              <p:attrName>style.visibility</p:attrName>
                                            </p:attrNameLst>
                                          </p:cBhvr>
                                          <p:to>
                                            <p:strVal val="visible"/>
                                          </p:to>
                                        </p:set>
                                        <p:anim calcmode="lin" valueType="num">
                                          <p:cBhvr>
                                            <p:cTn id="110" dur="500" fill="hold"/>
                                            <p:tgtEl>
                                              <p:spTgt spid="46"/>
                                            </p:tgtEl>
                                            <p:attrNameLst>
                                              <p:attrName>ppt_w</p:attrName>
                                            </p:attrNameLst>
                                          </p:cBhvr>
                                          <p:tavLst>
                                            <p:tav tm="0">
                                              <p:val>
                                                <p:fltVal val="0"/>
                                              </p:val>
                                            </p:tav>
                                            <p:tav tm="100000">
                                              <p:val>
                                                <p:strVal val="#ppt_w"/>
                                              </p:val>
                                            </p:tav>
                                          </p:tavLst>
                                        </p:anim>
                                        <p:anim calcmode="lin" valueType="num">
                                          <p:cBhvr>
                                            <p:cTn id="111" dur="500" fill="hold"/>
                                            <p:tgtEl>
                                              <p:spTgt spid="46"/>
                                            </p:tgtEl>
                                            <p:attrNameLst>
                                              <p:attrName>ppt_h</p:attrName>
                                            </p:attrNameLst>
                                          </p:cBhvr>
                                          <p:tavLst>
                                            <p:tav tm="0">
                                              <p:val>
                                                <p:fltVal val="0"/>
                                              </p:val>
                                            </p:tav>
                                            <p:tav tm="100000">
                                              <p:val>
                                                <p:strVal val="#ppt_h"/>
                                              </p:val>
                                            </p:tav>
                                          </p:tavLst>
                                        </p:anim>
                                        <p:animEffect transition="in" filter="fade">
                                          <p:cBhvr>
                                            <p:cTn id="112" dur="500"/>
                                            <p:tgtEl>
                                              <p:spTgt spid="46"/>
                                            </p:tgtEl>
                                          </p:cBhvr>
                                        </p:animEffect>
                                      </p:childTnLst>
                                    </p:cTn>
                                  </p:par>
                                  <p:par>
                                    <p:cTn id="113" presetID="53" presetClass="entr" presetSubtype="16" fill="hold" grpId="0" nodeType="withEffect">
                                      <p:stCondLst>
                                        <p:cond delay="1550"/>
                                      </p:stCondLst>
                                      <p:childTnLst>
                                        <p:set>
                                          <p:cBhvr>
                                            <p:cTn id="114" dur="1" fill="hold">
                                              <p:stCondLst>
                                                <p:cond delay="0"/>
                                              </p:stCondLst>
                                            </p:cTn>
                                            <p:tgtEl>
                                              <p:spTgt spid="48"/>
                                            </p:tgtEl>
                                            <p:attrNameLst>
                                              <p:attrName>style.visibility</p:attrName>
                                            </p:attrNameLst>
                                          </p:cBhvr>
                                          <p:to>
                                            <p:strVal val="visible"/>
                                          </p:to>
                                        </p:set>
                                        <p:anim calcmode="lin" valueType="num">
                                          <p:cBhvr>
                                            <p:cTn id="115" dur="500" fill="hold"/>
                                            <p:tgtEl>
                                              <p:spTgt spid="48"/>
                                            </p:tgtEl>
                                            <p:attrNameLst>
                                              <p:attrName>ppt_w</p:attrName>
                                            </p:attrNameLst>
                                          </p:cBhvr>
                                          <p:tavLst>
                                            <p:tav tm="0">
                                              <p:val>
                                                <p:fltVal val="0"/>
                                              </p:val>
                                            </p:tav>
                                            <p:tav tm="100000">
                                              <p:val>
                                                <p:strVal val="#ppt_w"/>
                                              </p:val>
                                            </p:tav>
                                          </p:tavLst>
                                        </p:anim>
                                        <p:anim calcmode="lin" valueType="num">
                                          <p:cBhvr>
                                            <p:cTn id="116" dur="500" fill="hold"/>
                                            <p:tgtEl>
                                              <p:spTgt spid="48"/>
                                            </p:tgtEl>
                                            <p:attrNameLst>
                                              <p:attrName>ppt_h</p:attrName>
                                            </p:attrNameLst>
                                          </p:cBhvr>
                                          <p:tavLst>
                                            <p:tav tm="0">
                                              <p:val>
                                                <p:fltVal val="0"/>
                                              </p:val>
                                            </p:tav>
                                            <p:tav tm="100000">
                                              <p:val>
                                                <p:strVal val="#ppt_h"/>
                                              </p:val>
                                            </p:tav>
                                          </p:tavLst>
                                        </p:anim>
                                        <p:animEffect transition="in" filter="fade">
                                          <p:cBhvr>
                                            <p:cTn id="117" dur="500"/>
                                            <p:tgtEl>
                                              <p:spTgt spid="48"/>
                                            </p:tgtEl>
                                          </p:cBhvr>
                                        </p:animEffect>
                                      </p:childTnLst>
                                    </p:cTn>
                                  </p:par>
                                  <p:par>
                                    <p:cTn id="118" presetID="53" presetClass="entr" presetSubtype="16" fill="hold" grpId="0" nodeType="withEffect">
                                      <p:stCondLst>
                                        <p:cond delay="1750"/>
                                      </p:stCondLst>
                                      <p:childTnLst>
                                        <p:set>
                                          <p:cBhvr>
                                            <p:cTn id="119" dur="1" fill="hold">
                                              <p:stCondLst>
                                                <p:cond delay="0"/>
                                              </p:stCondLst>
                                            </p:cTn>
                                            <p:tgtEl>
                                              <p:spTgt spid="43"/>
                                            </p:tgtEl>
                                            <p:attrNameLst>
                                              <p:attrName>style.visibility</p:attrName>
                                            </p:attrNameLst>
                                          </p:cBhvr>
                                          <p:to>
                                            <p:strVal val="visible"/>
                                          </p:to>
                                        </p:set>
                                        <p:anim calcmode="lin" valueType="num">
                                          <p:cBhvr>
                                            <p:cTn id="120" dur="500" fill="hold"/>
                                            <p:tgtEl>
                                              <p:spTgt spid="43"/>
                                            </p:tgtEl>
                                            <p:attrNameLst>
                                              <p:attrName>ppt_w</p:attrName>
                                            </p:attrNameLst>
                                          </p:cBhvr>
                                          <p:tavLst>
                                            <p:tav tm="0">
                                              <p:val>
                                                <p:fltVal val="0"/>
                                              </p:val>
                                            </p:tav>
                                            <p:tav tm="100000">
                                              <p:val>
                                                <p:strVal val="#ppt_w"/>
                                              </p:val>
                                            </p:tav>
                                          </p:tavLst>
                                        </p:anim>
                                        <p:anim calcmode="lin" valueType="num">
                                          <p:cBhvr>
                                            <p:cTn id="121" dur="500" fill="hold"/>
                                            <p:tgtEl>
                                              <p:spTgt spid="43"/>
                                            </p:tgtEl>
                                            <p:attrNameLst>
                                              <p:attrName>ppt_h</p:attrName>
                                            </p:attrNameLst>
                                          </p:cBhvr>
                                          <p:tavLst>
                                            <p:tav tm="0">
                                              <p:val>
                                                <p:fltVal val="0"/>
                                              </p:val>
                                            </p:tav>
                                            <p:tav tm="100000">
                                              <p:val>
                                                <p:strVal val="#ppt_h"/>
                                              </p:val>
                                            </p:tav>
                                          </p:tavLst>
                                        </p:anim>
                                        <p:animEffect transition="in" filter="fade">
                                          <p:cBhvr>
                                            <p:cTn id="122" dur="500"/>
                                            <p:tgtEl>
                                              <p:spTgt spid="43"/>
                                            </p:tgtEl>
                                          </p:cBhvr>
                                        </p:animEffect>
                                      </p:childTnLst>
                                    </p:cTn>
                                  </p:par>
                                  <p:par>
                                    <p:cTn id="123" presetID="2" presetClass="entr" presetSubtype="8" fill="hold" nodeType="withEffect" p14:presetBounceEnd="67000">
                                      <p:stCondLst>
                                        <p:cond delay="2000"/>
                                      </p:stCondLst>
                                      <p:childTnLst>
                                        <p:set>
                                          <p:cBhvr>
                                            <p:cTn id="124" dur="1" fill="hold">
                                              <p:stCondLst>
                                                <p:cond delay="0"/>
                                              </p:stCondLst>
                                            </p:cTn>
                                            <p:tgtEl>
                                              <p:spTgt spid="82"/>
                                            </p:tgtEl>
                                            <p:attrNameLst>
                                              <p:attrName>style.visibility</p:attrName>
                                            </p:attrNameLst>
                                          </p:cBhvr>
                                          <p:to>
                                            <p:strVal val="visible"/>
                                          </p:to>
                                        </p:set>
                                        <p:anim calcmode="lin" valueType="num" p14:bounceEnd="67000">
                                          <p:cBhvr additive="base">
                                            <p:cTn id="125" dur="1000" fill="hold"/>
                                            <p:tgtEl>
                                              <p:spTgt spid="82"/>
                                            </p:tgtEl>
                                            <p:attrNameLst>
                                              <p:attrName>ppt_x</p:attrName>
                                            </p:attrNameLst>
                                          </p:cBhvr>
                                          <p:tavLst>
                                            <p:tav tm="0">
                                              <p:val>
                                                <p:strVal val="0-#ppt_w/2"/>
                                              </p:val>
                                            </p:tav>
                                            <p:tav tm="100000">
                                              <p:val>
                                                <p:strVal val="#ppt_x"/>
                                              </p:val>
                                            </p:tav>
                                          </p:tavLst>
                                        </p:anim>
                                        <p:anim calcmode="lin" valueType="num" p14:bounceEnd="67000">
                                          <p:cBhvr additive="base">
                                            <p:cTn id="126" dur="1000" fill="hold"/>
                                            <p:tgtEl>
                                              <p:spTgt spid="82"/>
                                            </p:tgtEl>
                                            <p:attrNameLst>
                                              <p:attrName>ppt_y</p:attrName>
                                            </p:attrNameLst>
                                          </p:cBhvr>
                                          <p:tavLst>
                                            <p:tav tm="0">
                                              <p:val>
                                                <p:strVal val="#ppt_y"/>
                                              </p:val>
                                            </p:tav>
                                            <p:tav tm="100000">
                                              <p:val>
                                                <p:strVal val="#ppt_y"/>
                                              </p:val>
                                            </p:tav>
                                          </p:tavLst>
                                        </p:anim>
                                      </p:childTnLst>
                                    </p:cTn>
                                  </p:par>
                                  <p:par>
                                    <p:cTn id="127" presetID="2" presetClass="entr" presetSubtype="8" fill="hold" nodeType="withEffect" p14:presetBounceEnd="67000">
                                      <p:stCondLst>
                                        <p:cond delay="2000"/>
                                      </p:stCondLst>
                                      <p:childTnLst>
                                        <p:set>
                                          <p:cBhvr>
                                            <p:cTn id="128" dur="1" fill="hold">
                                              <p:stCondLst>
                                                <p:cond delay="0"/>
                                              </p:stCondLst>
                                            </p:cTn>
                                            <p:tgtEl>
                                              <p:spTgt spid="50"/>
                                            </p:tgtEl>
                                            <p:attrNameLst>
                                              <p:attrName>style.visibility</p:attrName>
                                            </p:attrNameLst>
                                          </p:cBhvr>
                                          <p:to>
                                            <p:strVal val="visible"/>
                                          </p:to>
                                        </p:set>
                                        <p:anim calcmode="lin" valueType="num" p14:bounceEnd="67000">
                                          <p:cBhvr additive="base">
                                            <p:cTn id="129" dur="1000" fill="hold"/>
                                            <p:tgtEl>
                                              <p:spTgt spid="50"/>
                                            </p:tgtEl>
                                            <p:attrNameLst>
                                              <p:attrName>ppt_x</p:attrName>
                                            </p:attrNameLst>
                                          </p:cBhvr>
                                          <p:tavLst>
                                            <p:tav tm="0">
                                              <p:val>
                                                <p:strVal val="0-#ppt_w/2"/>
                                              </p:val>
                                            </p:tav>
                                            <p:tav tm="100000">
                                              <p:val>
                                                <p:strVal val="#ppt_x"/>
                                              </p:val>
                                            </p:tav>
                                          </p:tavLst>
                                        </p:anim>
                                        <p:anim calcmode="lin" valueType="num" p14:bounceEnd="67000">
                                          <p:cBhvr additive="base">
                                            <p:cTn id="130" dur="1000" fill="hold"/>
                                            <p:tgtEl>
                                              <p:spTgt spid="50"/>
                                            </p:tgtEl>
                                            <p:attrNameLst>
                                              <p:attrName>ppt_y</p:attrName>
                                            </p:attrNameLst>
                                          </p:cBhvr>
                                          <p:tavLst>
                                            <p:tav tm="0">
                                              <p:val>
                                                <p:strVal val="#ppt_y"/>
                                              </p:val>
                                            </p:tav>
                                            <p:tav tm="100000">
                                              <p:val>
                                                <p:strVal val="#ppt_y"/>
                                              </p:val>
                                            </p:tav>
                                          </p:tavLst>
                                        </p:anim>
                                      </p:childTnLst>
                                    </p:cTn>
                                  </p:par>
                                  <p:par>
                                    <p:cTn id="131" presetID="2" presetClass="entr" presetSubtype="8" fill="hold" nodeType="withEffect" p14:presetBounceEnd="67000">
                                      <p:stCondLst>
                                        <p:cond delay="2000"/>
                                      </p:stCondLst>
                                      <p:childTnLst>
                                        <p:set>
                                          <p:cBhvr>
                                            <p:cTn id="132" dur="1" fill="hold">
                                              <p:stCondLst>
                                                <p:cond delay="0"/>
                                              </p:stCondLst>
                                            </p:cTn>
                                            <p:tgtEl>
                                              <p:spTgt spid="18"/>
                                            </p:tgtEl>
                                            <p:attrNameLst>
                                              <p:attrName>style.visibility</p:attrName>
                                            </p:attrNameLst>
                                          </p:cBhvr>
                                          <p:to>
                                            <p:strVal val="visible"/>
                                          </p:to>
                                        </p:set>
                                        <p:anim calcmode="lin" valueType="num" p14:bounceEnd="67000">
                                          <p:cBhvr additive="base">
                                            <p:cTn id="133" dur="1000" fill="hold"/>
                                            <p:tgtEl>
                                              <p:spTgt spid="18"/>
                                            </p:tgtEl>
                                            <p:attrNameLst>
                                              <p:attrName>ppt_x</p:attrName>
                                            </p:attrNameLst>
                                          </p:cBhvr>
                                          <p:tavLst>
                                            <p:tav tm="0">
                                              <p:val>
                                                <p:strVal val="0-#ppt_w/2"/>
                                              </p:val>
                                            </p:tav>
                                            <p:tav tm="100000">
                                              <p:val>
                                                <p:strVal val="#ppt_x"/>
                                              </p:val>
                                            </p:tav>
                                          </p:tavLst>
                                        </p:anim>
                                        <p:anim calcmode="lin" valueType="num" p14:bounceEnd="67000">
                                          <p:cBhvr additive="base">
                                            <p:cTn id="134" dur="1000" fill="hold"/>
                                            <p:tgtEl>
                                              <p:spTgt spid="18"/>
                                            </p:tgtEl>
                                            <p:attrNameLst>
                                              <p:attrName>ppt_y</p:attrName>
                                            </p:attrNameLst>
                                          </p:cBhvr>
                                          <p:tavLst>
                                            <p:tav tm="0">
                                              <p:val>
                                                <p:strVal val="#ppt_y"/>
                                              </p:val>
                                            </p:tav>
                                            <p:tav tm="100000">
                                              <p:val>
                                                <p:strVal val="#ppt_y"/>
                                              </p:val>
                                            </p:tav>
                                          </p:tavLst>
                                        </p:anim>
                                      </p:childTnLst>
                                    </p:cTn>
                                  </p:par>
                                  <p:par>
                                    <p:cTn id="135" presetID="2" presetClass="entr" presetSubtype="2" fill="hold" nodeType="withEffect" p14:presetBounceEnd="67000">
                                      <p:stCondLst>
                                        <p:cond delay="2000"/>
                                      </p:stCondLst>
                                      <p:childTnLst>
                                        <p:set>
                                          <p:cBhvr>
                                            <p:cTn id="136" dur="1" fill="hold">
                                              <p:stCondLst>
                                                <p:cond delay="0"/>
                                              </p:stCondLst>
                                            </p:cTn>
                                            <p:tgtEl>
                                              <p:spTgt spid="85"/>
                                            </p:tgtEl>
                                            <p:attrNameLst>
                                              <p:attrName>style.visibility</p:attrName>
                                            </p:attrNameLst>
                                          </p:cBhvr>
                                          <p:to>
                                            <p:strVal val="visible"/>
                                          </p:to>
                                        </p:set>
                                        <p:anim calcmode="lin" valueType="num" p14:bounceEnd="67000">
                                          <p:cBhvr additive="base">
                                            <p:cTn id="137" dur="1000" fill="hold"/>
                                            <p:tgtEl>
                                              <p:spTgt spid="85"/>
                                            </p:tgtEl>
                                            <p:attrNameLst>
                                              <p:attrName>ppt_x</p:attrName>
                                            </p:attrNameLst>
                                          </p:cBhvr>
                                          <p:tavLst>
                                            <p:tav tm="0">
                                              <p:val>
                                                <p:strVal val="1+#ppt_w/2"/>
                                              </p:val>
                                            </p:tav>
                                            <p:tav tm="100000">
                                              <p:val>
                                                <p:strVal val="#ppt_x"/>
                                              </p:val>
                                            </p:tav>
                                          </p:tavLst>
                                        </p:anim>
                                        <p:anim calcmode="lin" valueType="num" p14:bounceEnd="67000">
                                          <p:cBhvr additive="base">
                                            <p:cTn id="138" dur="1000" fill="hold"/>
                                            <p:tgtEl>
                                              <p:spTgt spid="85"/>
                                            </p:tgtEl>
                                            <p:attrNameLst>
                                              <p:attrName>ppt_y</p:attrName>
                                            </p:attrNameLst>
                                          </p:cBhvr>
                                          <p:tavLst>
                                            <p:tav tm="0">
                                              <p:val>
                                                <p:strVal val="#ppt_y"/>
                                              </p:val>
                                            </p:tav>
                                            <p:tav tm="100000">
                                              <p:val>
                                                <p:strVal val="#ppt_y"/>
                                              </p:val>
                                            </p:tav>
                                          </p:tavLst>
                                        </p:anim>
                                      </p:childTnLst>
                                    </p:cTn>
                                  </p:par>
                                  <p:par>
                                    <p:cTn id="139" presetID="2" presetClass="entr" presetSubtype="2" fill="hold" nodeType="withEffect" p14:presetBounceEnd="67000">
                                      <p:stCondLst>
                                        <p:cond delay="2000"/>
                                      </p:stCondLst>
                                      <p:childTnLst>
                                        <p:set>
                                          <p:cBhvr>
                                            <p:cTn id="140" dur="1" fill="hold">
                                              <p:stCondLst>
                                                <p:cond delay="0"/>
                                              </p:stCondLst>
                                            </p:cTn>
                                            <p:tgtEl>
                                              <p:spTgt spid="84"/>
                                            </p:tgtEl>
                                            <p:attrNameLst>
                                              <p:attrName>style.visibility</p:attrName>
                                            </p:attrNameLst>
                                          </p:cBhvr>
                                          <p:to>
                                            <p:strVal val="visible"/>
                                          </p:to>
                                        </p:set>
                                        <p:anim calcmode="lin" valueType="num" p14:bounceEnd="67000">
                                          <p:cBhvr additive="base">
                                            <p:cTn id="141" dur="1000" fill="hold"/>
                                            <p:tgtEl>
                                              <p:spTgt spid="84"/>
                                            </p:tgtEl>
                                            <p:attrNameLst>
                                              <p:attrName>ppt_x</p:attrName>
                                            </p:attrNameLst>
                                          </p:cBhvr>
                                          <p:tavLst>
                                            <p:tav tm="0">
                                              <p:val>
                                                <p:strVal val="1+#ppt_w/2"/>
                                              </p:val>
                                            </p:tav>
                                            <p:tav tm="100000">
                                              <p:val>
                                                <p:strVal val="#ppt_x"/>
                                              </p:val>
                                            </p:tav>
                                          </p:tavLst>
                                        </p:anim>
                                        <p:anim calcmode="lin" valueType="num" p14:bounceEnd="67000">
                                          <p:cBhvr additive="base">
                                            <p:cTn id="142" dur="1000" fill="hold"/>
                                            <p:tgtEl>
                                              <p:spTgt spid="84"/>
                                            </p:tgtEl>
                                            <p:attrNameLst>
                                              <p:attrName>ppt_y</p:attrName>
                                            </p:attrNameLst>
                                          </p:cBhvr>
                                          <p:tavLst>
                                            <p:tav tm="0">
                                              <p:val>
                                                <p:strVal val="#ppt_y"/>
                                              </p:val>
                                            </p:tav>
                                            <p:tav tm="100000">
                                              <p:val>
                                                <p:strVal val="#ppt_y"/>
                                              </p:val>
                                            </p:tav>
                                          </p:tavLst>
                                        </p:anim>
                                      </p:childTnLst>
                                    </p:cTn>
                                  </p:par>
                                  <p:par>
                                    <p:cTn id="143" presetID="2" presetClass="entr" presetSubtype="2" fill="hold" nodeType="withEffect" p14:presetBounceEnd="67000">
                                      <p:stCondLst>
                                        <p:cond delay="2000"/>
                                      </p:stCondLst>
                                      <p:childTnLst>
                                        <p:set>
                                          <p:cBhvr>
                                            <p:cTn id="144" dur="1" fill="hold">
                                              <p:stCondLst>
                                                <p:cond delay="0"/>
                                              </p:stCondLst>
                                            </p:cTn>
                                            <p:tgtEl>
                                              <p:spTgt spid="83"/>
                                            </p:tgtEl>
                                            <p:attrNameLst>
                                              <p:attrName>style.visibility</p:attrName>
                                            </p:attrNameLst>
                                          </p:cBhvr>
                                          <p:to>
                                            <p:strVal val="visible"/>
                                          </p:to>
                                        </p:set>
                                        <p:anim calcmode="lin" valueType="num" p14:bounceEnd="67000">
                                          <p:cBhvr additive="base">
                                            <p:cTn id="145" dur="1000" fill="hold"/>
                                            <p:tgtEl>
                                              <p:spTgt spid="83"/>
                                            </p:tgtEl>
                                            <p:attrNameLst>
                                              <p:attrName>ppt_x</p:attrName>
                                            </p:attrNameLst>
                                          </p:cBhvr>
                                          <p:tavLst>
                                            <p:tav tm="0">
                                              <p:val>
                                                <p:strVal val="1+#ppt_w/2"/>
                                              </p:val>
                                            </p:tav>
                                            <p:tav tm="100000">
                                              <p:val>
                                                <p:strVal val="#ppt_x"/>
                                              </p:val>
                                            </p:tav>
                                          </p:tavLst>
                                        </p:anim>
                                        <p:anim calcmode="lin" valueType="num" p14:bounceEnd="67000">
                                          <p:cBhvr additive="base">
                                            <p:cTn id="146" dur="1000" fill="hold"/>
                                            <p:tgtEl>
                                              <p:spTgt spid="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750" fill="hold"/>
                                            <p:tgtEl>
                                              <p:spTgt spid="60"/>
                                            </p:tgtEl>
                                            <p:attrNameLst>
                                              <p:attrName>ppt_w</p:attrName>
                                            </p:attrNameLst>
                                          </p:cBhvr>
                                          <p:tavLst>
                                            <p:tav tm="0">
                                              <p:val>
                                                <p:fltVal val="0"/>
                                              </p:val>
                                            </p:tav>
                                            <p:tav tm="100000">
                                              <p:val>
                                                <p:strVal val="#ppt_w"/>
                                              </p:val>
                                            </p:tav>
                                          </p:tavLst>
                                        </p:anim>
                                        <p:anim calcmode="lin" valueType="num">
                                          <p:cBhvr>
                                            <p:cTn id="8" dur="750" fill="hold"/>
                                            <p:tgtEl>
                                              <p:spTgt spid="60"/>
                                            </p:tgtEl>
                                            <p:attrNameLst>
                                              <p:attrName>ppt_h</p:attrName>
                                            </p:attrNameLst>
                                          </p:cBhvr>
                                          <p:tavLst>
                                            <p:tav tm="0">
                                              <p:val>
                                                <p:fltVal val="0"/>
                                              </p:val>
                                            </p:tav>
                                            <p:tav tm="100000">
                                              <p:val>
                                                <p:strVal val="#ppt_h"/>
                                              </p:val>
                                            </p:tav>
                                          </p:tavLst>
                                        </p:anim>
                                        <p:animEffect transition="in" filter="fade">
                                          <p:cBhvr>
                                            <p:cTn id="9" dur="750"/>
                                            <p:tgtEl>
                                              <p:spTgt spid="60"/>
                                            </p:tgtEl>
                                          </p:cBhvr>
                                        </p:animEffect>
                                      </p:childTnLst>
                                    </p:cTn>
                                  </p:par>
                                  <p:par>
                                    <p:cTn id="10" presetID="53" presetClass="entr" presetSubtype="16" fill="hold" nodeType="withEffect">
                                      <p:stCondLst>
                                        <p:cond delay="500"/>
                                      </p:stCondLst>
                                      <p:childTnLst>
                                        <p:set>
                                          <p:cBhvr>
                                            <p:cTn id="11" dur="1" fill="hold">
                                              <p:stCondLst>
                                                <p:cond delay="0"/>
                                              </p:stCondLst>
                                            </p:cTn>
                                            <p:tgtEl>
                                              <p:spTgt spid="63"/>
                                            </p:tgtEl>
                                            <p:attrNameLst>
                                              <p:attrName>style.visibility</p:attrName>
                                            </p:attrNameLst>
                                          </p:cBhvr>
                                          <p:to>
                                            <p:strVal val="visible"/>
                                          </p:to>
                                        </p:set>
                                        <p:anim calcmode="lin" valueType="num">
                                          <p:cBhvr>
                                            <p:cTn id="12" dur="500" fill="hold"/>
                                            <p:tgtEl>
                                              <p:spTgt spid="63"/>
                                            </p:tgtEl>
                                            <p:attrNameLst>
                                              <p:attrName>ppt_w</p:attrName>
                                            </p:attrNameLst>
                                          </p:cBhvr>
                                          <p:tavLst>
                                            <p:tav tm="0">
                                              <p:val>
                                                <p:fltVal val="0"/>
                                              </p:val>
                                            </p:tav>
                                            <p:tav tm="100000">
                                              <p:val>
                                                <p:strVal val="#ppt_w"/>
                                              </p:val>
                                            </p:tav>
                                          </p:tavLst>
                                        </p:anim>
                                        <p:anim calcmode="lin" valueType="num">
                                          <p:cBhvr>
                                            <p:cTn id="13" dur="500" fill="hold"/>
                                            <p:tgtEl>
                                              <p:spTgt spid="63"/>
                                            </p:tgtEl>
                                            <p:attrNameLst>
                                              <p:attrName>ppt_h</p:attrName>
                                            </p:attrNameLst>
                                          </p:cBhvr>
                                          <p:tavLst>
                                            <p:tav tm="0">
                                              <p:val>
                                                <p:fltVal val="0"/>
                                              </p:val>
                                            </p:tav>
                                            <p:tav tm="100000">
                                              <p:val>
                                                <p:strVal val="#ppt_h"/>
                                              </p:val>
                                            </p:tav>
                                          </p:tavLst>
                                        </p:anim>
                                        <p:animEffect transition="in" filter="fade">
                                          <p:cBhvr>
                                            <p:cTn id="14" dur="500"/>
                                            <p:tgtEl>
                                              <p:spTgt spid="63"/>
                                            </p:tgtEl>
                                          </p:cBhvr>
                                        </p:animEffect>
                                      </p:childTnLst>
                                    </p:cTn>
                                  </p:par>
                                  <p:par>
                                    <p:cTn id="15" presetID="10" presetClass="entr" presetSubtype="0" fill="hold" nodeType="withEffect">
                                      <p:stCondLst>
                                        <p:cond delay="100"/>
                                      </p:stCondLst>
                                      <p:childTnLst>
                                        <p:set>
                                          <p:cBhvr>
                                            <p:cTn id="16" dur="1" fill="hold">
                                              <p:stCondLst>
                                                <p:cond delay="0"/>
                                              </p:stCondLst>
                                            </p:cTn>
                                            <p:tgtEl>
                                              <p:spTgt spid="55"/>
                                            </p:tgtEl>
                                            <p:attrNameLst>
                                              <p:attrName>style.visibility</p:attrName>
                                            </p:attrNameLst>
                                          </p:cBhvr>
                                          <p:to>
                                            <p:strVal val="visible"/>
                                          </p:to>
                                        </p:set>
                                        <p:animEffect transition="in" filter="fade">
                                          <p:cBhvr>
                                            <p:cTn id="17" dur="750"/>
                                            <p:tgtEl>
                                              <p:spTgt spid="55"/>
                                            </p:tgtEl>
                                          </p:cBhvr>
                                        </p:animEffect>
                                      </p:childTnLst>
                                    </p:cTn>
                                  </p:par>
                                  <p:par>
                                    <p:cTn id="18" presetID="10" presetClass="entr" presetSubtype="0" fill="hold" nodeType="withEffect">
                                      <p:stCondLst>
                                        <p:cond delay="25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750"/>
                                            <p:tgtEl>
                                              <p:spTgt spid="2"/>
                                            </p:tgtEl>
                                          </p:cBhvr>
                                        </p:animEffect>
                                      </p:childTnLst>
                                    </p:cTn>
                                  </p:par>
                                  <p:par>
                                    <p:cTn id="21" presetID="10" presetClass="entr" presetSubtype="0" fill="hold" nodeType="withEffect">
                                      <p:stCondLst>
                                        <p:cond delay="5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750"/>
                                            <p:tgtEl>
                                              <p:spTgt spid="3"/>
                                            </p:tgtEl>
                                          </p:cBhvr>
                                        </p:animEffect>
                                      </p:childTnLst>
                                    </p:cTn>
                                  </p:par>
                                  <p:par>
                                    <p:cTn id="24" presetID="10" presetClass="entr" presetSubtype="0" fill="hold" nodeType="withEffect">
                                      <p:stCondLst>
                                        <p:cond delay="75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750"/>
                                            <p:tgtEl>
                                              <p:spTgt spid="54"/>
                                            </p:tgtEl>
                                          </p:cBhvr>
                                        </p:animEffect>
                                      </p:childTnLst>
                                    </p:cTn>
                                  </p:par>
                                  <p:par>
                                    <p:cTn id="27" presetID="10" presetClass="entr" presetSubtype="0" fill="hold" nodeType="withEffect">
                                      <p:stCondLst>
                                        <p:cond delay="110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750"/>
                                            <p:tgtEl>
                                              <p:spTgt spid="4"/>
                                            </p:tgtEl>
                                          </p:cBhvr>
                                        </p:animEffect>
                                      </p:childTnLst>
                                    </p:cTn>
                                  </p:par>
                                  <p:par>
                                    <p:cTn id="30" presetID="10" presetClass="entr" presetSubtype="0" fill="hold" nodeType="withEffect">
                                      <p:stCondLst>
                                        <p:cond delay="140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750"/>
                                            <p:tgtEl>
                                              <p:spTgt spid="5"/>
                                            </p:tgtEl>
                                          </p:cBhvr>
                                        </p:animEffect>
                                      </p:childTnLst>
                                    </p:cTn>
                                  </p:par>
                                  <p:par>
                                    <p:cTn id="33" presetID="53" presetClass="entr" presetSubtype="16" fill="hold" nodeType="withEffect">
                                      <p:stCondLst>
                                        <p:cond delay="250"/>
                                      </p:stCondLst>
                                      <p:childTnLst>
                                        <p:set>
                                          <p:cBhvr>
                                            <p:cTn id="34" dur="1" fill="hold">
                                              <p:stCondLst>
                                                <p:cond delay="0"/>
                                              </p:stCondLst>
                                            </p:cTn>
                                            <p:tgtEl>
                                              <p:spTgt spid="52"/>
                                            </p:tgtEl>
                                            <p:attrNameLst>
                                              <p:attrName>style.visibility</p:attrName>
                                            </p:attrNameLst>
                                          </p:cBhvr>
                                          <p:to>
                                            <p:strVal val="visible"/>
                                          </p:to>
                                        </p:set>
                                        <p:anim calcmode="lin" valueType="num">
                                          <p:cBhvr>
                                            <p:cTn id="35" dur="750" fill="hold"/>
                                            <p:tgtEl>
                                              <p:spTgt spid="52"/>
                                            </p:tgtEl>
                                            <p:attrNameLst>
                                              <p:attrName>ppt_w</p:attrName>
                                            </p:attrNameLst>
                                          </p:cBhvr>
                                          <p:tavLst>
                                            <p:tav tm="0">
                                              <p:val>
                                                <p:fltVal val="0"/>
                                              </p:val>
                                            </p:tav>
                                            <p:tav tm="100000">
                                              <p:val>
                                                <p:strVal val="#ppt_w"/>
                                              </p:val>
                                            </p:tav>
                                          </p:tavLst>
                                        </p:anim>
                                        <p:anim calcmode="lin" valueType="num">
                                          <p:cBhvr>
                                            <p:cTn id="36" dur="750" fill="hold"/>
                                            <p:tgtEl>
                                              <p:spTgt spid="52"/>
                                            </p:tgtEl>
                                            <p:attrNameLst>
                                              <p:attrName>ppt_h</p:attrName>
                                            </p:attrNameLst>
                                          </p:cBhvr>
                                          <p:tavLst>
                                            <p:tav tm="0">
                                              <p:val>
                                                <p:fltVal val="0"/>
                                              </p:val>
                                            </p:tav>
                                            <p:tav tm="100000">
                                              <p:val>
                                                <p:strVal val="#ppt_h"/>
                                              </p:val>
                                            </p:tav>
                                          </p:tavLst>
                                        </p:anim>
                                        <p:animEffect transition="in" filter="fade">
                                          <p:cBhvr>
                                            <p:cTn id="37" dur="750"/>
                                            <p:tgtEl>
                                              <p:spTgt spid="52"/>
                                            </p:tgtEl>
                                          </p:cBhvr>
                                        </p:animEffect>
                                      </p:childTnLst>
                                    </p:cTn>
                                  </p:par>
                                  <p:par>
                                    <p:cTn id="38" presetID="53" presetClass="entr" presetSubtype="16" fill="hold" grpId="0" nodeType="withEffect">
                                      <p:stCondLst>
                                        <p:cond delay="350"/>
                                      </p:stCondLst>
                                      <p:childTnLst>
                                        <p:set>
                                          <p:cBhvr>
                                            <p:cTn id="39" dur="1" fill="hold">
                                              <p:stCondLst>
                                                <p:cond delay="0"/>
                                              </p:stCondLst>
                                            </p:cTn>
                                            <p:tgtEl>
                                              <p:spTgt spid="37"/>
                                            </p:tgtEl>
                                            <p:attrNameLst>
                                              <p:attrName>style.visibility</p:attrName>
                                            </p:attrNameLst>
                                          </p:cBhvr>
                                          <p:to>
                                            <p:strVal val="visible"/>
                                          </p:to>
                                        </p:set>
                                        <p:anim calcmode="lin" valueType="num">
                                          <p:cBhvr>
                                            <p:cTn id="40" dur="750" fill="hold"/>
                                            <p:tgtEl>
                                              <p:spTgt spid="37"/>
                                            </p:tgtEl>
                                            <p:attrNameLst>
                                              <p:attrName>ppt_w</p:attrName>
                                            </p:attrNameLst>
                                          </p:cBhvr>
                                          <p:tavLst>
                                            <p:tav tm="0">
                                              <p:val>
                                                <p:fltVal val="0"/>
                                              </p:val>
                                            </p:tav>
                                            <p:tav tm="100000">
                                              <p:val>
                                                <p:strVal val="#ppt_w"/>
                                              </p:val>
                                            </p:tav>
                                          </p:tavLst>
                                        </p:anim>
                                        <p:anim calcmode="lin" valueType="num">
                                          <p:cBhvr>
                                            <p:cTn id="41" dur="750" fill="hold"/>
                                            <p:tgtEl>
                                              <p:spTgt spid="37"/>
                                            </p:tgtEl>
                                            <p:attrNameLst>
                                              <p:attrName>ppt_h</p:attrName>
                                            </p:attrNameLst>
                                          </p:cBhvr>
                                          <p:tavLst>
                                            <p:tav tm="0">
                                              <p:val>
                                                <p:fltVal val="0"/>
                                              </p:val>
                                            </p:tav>
                                            <p:tav tm="100000">
                                              <p:val>
                                                <p:strVal val="#ppt_h"/>
                                              </p:val>
                                            </p:tav>
                                          </p:tavLst>
                                        </p:anim>
                                        <p:animEffect transition="in" filter="fade">
                                          <p:cBhvr>
                                            <p:cTn id="42" dur="750"/>
                                            <p:tgtEl>
                                              <p:spTgt spid="37"/>
                                            </p:tgtEl>
                                          </p:cBhvr>
                                        </p:animEffect>
                                      </p:childTnLst>
                                    </p:cTn>
                                  </p:par>
                                  <p:par>
                                    <p:cTn id="43" presetID="53" presetClass="entr" presetSubtype="16" fill="hold" nodeType="withEffect">
                                      <p:stCondLst>
                                        <p:cond delay="500"/>
                                      </p:stCondLst>
                                      <p:childTnLst>
                                        <p:set>
                                          <p:cBhvr>
                                            <p:cTn id="44" dur="1" fill="hold">
                                              <p:stCondLst>
                                                <p:cond delay="0"/>
                                              </p:stCondLst>
                                            </p:cTn>
                                            <p:tgtEl>
                                              <p:spTgt spid="56"/>
                                            </p:tgtEl>
                                            <p:attrNameLst>
                                              <p:attrName>style.visibility</p:attrName>
                                            </p:attrNameLst>
                                          </p:cBhvr>
                                          <p:to>
                                            <p:strVal val="visible"/>
                                          </p:to>
                                        </p:set>
                                        <p:anim calcmode="lin" valueType="num">
                                          <p:cBhvr>
                                            <p:cTn id="45" dur="750" fill="hold"/>
                                            <p:tgtEl>
                                              <p:spTgt spid="56"/>
                                            </p:tgtEl>
                                            <p:attrNameLst>
                                              <p:attrName>ppt_w</p:attrName>
                                            </p:attrNameLst>
                                          </p:cBhvr>
                                          <p:tavLst>
                                            <p:tav tm="0">
                                              <p:val>
                                                <p:fltVal val="0"/>
                                              </p:val>
                                            </p:tav>
                                            <p:tav tm="100000">
                                              <p:val>
                                                <p:strVal val="#ppt_w"/>
                                              </p:val>
                                            </p:tav>
                                          </p:tavLst>
                                        </p:anim>
                                        <p:anim calcmode="lin" valueType="num">
                                          <p:cBhvr>
                                            <p:cTn id="46" dur="750" fill="hold"/>
                                            <p:tgtEl>
                                              <p:spTgt spid="56"/>
                                            </p:tgtEl>
                                            <p:attrNameLst>
                                              <p:attrName>ppt_h</p:attrName>
                                            </p:attrNameLst>
                                          </p:cBhvr>
                                          <p:tavLst>
                                            <p:tav tm="0">
                                              <p:val>
                                                <p:fltVal val="0"/>
                                              </p:val>
                                            </p:tav>
                                            <p:tav tm="100000">
                                              <p:val>
                                                <p:strVal val="#ppt_h"/>
                                              </p:val>
                                            </p:tav>
                                          </p:tavLst>
                                        </p:anim>
                                        <p:animEffect transition="in" filter="fade">
                                          <p:cBhvr>
                                            <p:cTn id="47" dur="750"/>
                                            <p:tgtEl>
                                              <p:spTgt spid="56"/>
                                            </p:tgtEl>
                                          </p:cBhvr>
                                        </p:animEffect>
                                      </p:childTnLst>
                                    </p:cTn>
                                  </p:par>
                                  <p:par>
                                    <p:cTn id="48" presetID="53" presetClass="entr" presetSubtype="16" fill="hold" grpId="0" nodeType="withEffect">
                                      <p:stCondLst>
                                        <p:cond delay="600"/>
                                      </p:stCondLst>
                                      <p:childTnLst>
                                        <p:set>
                                          <p:cBhvr>
                                            <p:cTn id="49" dur="1" fill="hold">
                                              <p:stCondLst>
                                                <p:cond delay="0"/>
                                              </p:stCondLst>
                                            </p:cTn>
                                            <p:tgtEl>
                                              <p:spTgt spid="42"/>
                                            </p:tgtEl>
                                            <p:attrNameLst>
                                              <p:attrName>style.visibility</p:attrName>
                                            </p:attrNameLst>
                                          </p:cBhvr>
                                          <p:to>
                                            <p:strVal val="visible"/>
                                          </p:to>
                                        </p:set>
                                        <p:anim calcmode="lin" valueType="num">
                                          <p:cBhvr>
                                            <p:cTn id="50" dur="750" fill="hold"/>
                                            <p:tgtEl>
                                              <p:spTgt spid="42"/>
                                            </p:tgtEl>
                                            <p:attrNameLst>
                                              <p:attrName>ppt_w</p:attrName>
                                            </p:attrNameLst>
                                          </p:cBhvr>
                                          <p:tavLst>
                                            <p:tav tm="0">
                                              <p:val>
                                                <p:fltVal val="0"/>
                                              </p:val>
                                            </p:tav>
                                            <p:tav tm="100000">
                                              <p:val>
                                                <p:strVal val="#ppt_w"/>
                                              </p:val>
                                            </p:tav>
                                          </p:tavLst>
                                        </p:anim>
                                        <p:anim calcmode="lin" valueType="num">
                                          <p:cBhvr>
                                            <p:cTn id="51" dur="750" fill="hold"/>
                                            <p:tgtEl>
                                              <p:spTgt spid="42"/>
                                            </p:tgtEl>
                                            <p:attrNameLst>
                                              <p:attrName>ppt_h</p:attrName>
                                            </p:attrNameLst>
                                          </p:cBhvr>
                                          <p:tavLst>
                                            <p:tav tm="0">
                                              <p:val>
                                                <p:fltVal val="0"/>
                                              </p:val>
                                            </p:tav>
                                            <p:tav tm="100000">
                                              <p:val>
                                                <p:strVal val="#ppt_h"/>
                                              </p:val>
                                            </p:tav>
                                          </p:tavLst>
                                        </p:anim>
                                        <p:animEffect transition="in" filter="fade">
                                          <p:cBhvr>
                                            <p:cTn id="52" dur="750"/>
                                            <p:tgtEl>
                                              <p:spTgt spid="42"/>
                                            </p:tgtEl>
                                          </p:cBhvr>
                                        </p:animEffect>
                                      </p:childTnLst>
                                    </p:cTn>
                                  </p:par>
                                  <p:par>
                                    <p:cTn id="53" presetID="53" presetClass="entr" presetSubtype="16" fill="hold" nodeType="withEffect">
                                      <p:stCondLst>
                                        <p:cond delay="750"/>
                                      </p:stCondLst>
                                      <p:childTnLst>
                                        <p:set>
                                          <p:cBhvr>
                                            <p:cTn id="54" dur="1" fill="hold">
                                              <p:stCondLst>
                                                <p:cond delay="0"/>
                                              </p:stCondLst>
                                            </p:cTn>
                                            <p:tgtEl>
                                              <p:spTgt spid="58"/>
                                            </p:tgtEl>
                                            <p:attrNameLst>
                                              <p:attrName>style.visibility</p:attrName>
                                            </p:attrNameLst>
                                          </p:cBhvr>
                                          <p:to>
                                            <p:strVal val="visible"/>
                                          </p:to>
                                        </p:set>
                                        <p:anim calcmode="lin" valueType="num">
                                          <p:cBhvr>
                                            <p:cTn id="55" dur="750" fill="hold"/>
                                            <p:tgtEl>
                                              <p:spTgt spid="58"/>
                                            </p:tgtEl>
                                            <p:attrNameLst>
                                              <p:attrName>ppt_w</p:attrName>
                                            </p:attrNameLst>
                                          </p:cBhvr>
                                          <p:tavLst>
                                            <p:tav tm="0">
                                              <p:val>
                                                <p:fltVal val="0"/>
                                              </p:val>
                                            </p:tav>
                                            <p:tav tm="100000">
                                              <p:val>
                                                <p:strVal val="#ppt_w"/>
                                              </p:val>
                                            </p:tav>
                                          </p:tavLst>
                                        </p:anim>
                                        <p:anim calcmode="lin" valueType="num">
                                          <p:cBhvr>
                                            <p:cTn id="56" dur="750" fill="hold"/>
                                            <p:tgtEl>
                                              <p:spTgt spid="58"/>
                                            </p:tgtEl>
                                            <p:attrNameLst>
                                              <p:attrName>ppt_h</p:attrName>
                                            </p:attrNameLst>
                                          </p:cBhvr>
                                          <p:tavLst>
                                            <p:tav tm="0">
                                              <p:val>
                                                <p:fltVal val="0"/>
                                              </p:val>
                                            </p:tav>
                                            <p:tav tm="100000">
                                              <p:val>
                                                <p:strVal val="#ppt_h"/>
                                              </p:val>
                                            </p:tav>
                                          </p:tavLst>
                                        </p:anim>
                                        <p:animEffect transition="in" filter="fade">
                                          <p:cBhvr>
                                            <p:cTn id="57" dur="750"/>
                                            <p:tgtEl>
                                              <p:spTgt spid="58"/>
                                            </p:tgtEl>
                                          </p:cBhvr>
                                        </p:animEffect>
                                      </p:childTnLst>
                                    </p:cTn>
                                  </p:par>
                                  <p:par>
                                    <p:cTn id="58" presetID="53" presetClass="entr" presetSubtype="16" fill="hold" grpId="0" nodeType="withEffect">
                                      <p:stCondLst>
                                        <p:cond delay="850"/>
                                      </p:stCondLst>
                                      <p:childTnLst>
                                        <p:set>
                                          <p:cBhvr>
                                            <p:cTn id="59" dur="1" fill="hold">
                                              <p:stCondLst>
                                                <p:cond delay="0"/>
                                              </p:stCondLst>
                                            </p:cTn>
                                            <p:tgtEl>
                                              <p:spTgt spid="41"/>
                                            </p:tgtEl>
                                            <p:attrNameLst>
                                              <p:attrName>style.visibility</p:attrName>
                                            </p:attrNameLst>
                                          </p:cBhvr>
                                          <p:to>
                                            <p:strVal val="visible"/>
                                          </p:to>
                                        </p:set>
                                        <p:anim calcmode="lin" valueType="num">
                                          <p:cBhvr>
                                            <p:cTn id="60" dur="750" fill="hold"/>
                                            <p:tgtEl>
                                              <p:spTgt spid="41"/>
                                            </p:tgtEl>
                                            <p:attrNameLst>
                                              <p:attrName>ppt_w</p:attrName>
                                            </p:attrNameLst>
                                          </p:cBhvr>
                                          <p:tavLst>
                                            <p:tav tm="0">
                                              <p:val>
                                                <p:fltVal val="0"/>
                                              </p:val>
                                            </p:tav>
                                            <p:tav tm="100000">
                                              <p:val>
                                                <p:strVal val="#ppt_w"/>
                                              </p:val>
                                            </p:tav>
                                          </p:tavLst>
                                        </p:anim>
                                        <p:anim calcmode="lin" valueType="num">
                                          <p:cBhvr>
                                            <p:cTn id="61" dur="750" fill="hold"/>
                                            <p:tgtEl>
                                              <p:spTgt spid="41"/>
                                            </p:tgtEl>
                                            <p:attrNameLst>
                                              <p:attrName>ppt_h</p:attrName>
                                            </p:attrNameLst>
                                          </p:cBhvr>
                                          <p:tavLst>
                                            <p:tav tm="0">
                                              <p:val>
                                                <p:fltVal val="0"/>
                                              </p:val>
                                            </p:tav>
                                            <p:tav tm="100000">
                                              <p:val>
                                                <p:strVal val="#ppt_h"/>
                                              </p:val>
                                            </p:tav>
                                          </p:tavLst>
                                        </p:anim>
                                        <p:animEffect transition="in" filter="fade">
                                          <p:cBhvr>
                                            <p:cTn id="62" dur="750"/>
                                            <p:tgtEl>
                                              <p:spTgt spid="41"/>
                                            </p:tgtEl>
                                          </p:cBhvr>
                                        </p:animEffect>
                                      </p:childTnLst>
                                    </p:cTn>
                                  </p:par>
                                  <p:par>
                                    <p:cTn id="63" presetID="53" presetClass="entr" presetSubtype="16" fill="hold" nodeType="withEffect">
                                      <p:stCondLst>
                                        <p:cond delay="1000"/>
                                      </p:stCondLst>
                                      <p:childTnLst>
                                        <p:set>
                                          <p:cBhvr>
                                            <p:cTn id="64" dur="1" fill="hold">
                                              <p:stCondLst>
                                                <p:cond delay="0"/>
                                              </p:stCondLst>
                                            </p:cTn>
                                            <p:tgtEl>
                                              <p:spTgt spid="53"/>
                                            </p:tgtEl>
                                            <p:attrNameLst>
                                              <p:attrName>style.visibility</p:attrName>
                                            </p:attrNameLst>
                                          </p:cBhvr>
                                          <p:to>
                                            <p:strVal val="visible"/>
                                          </p:to>
                                        </p:set>
                                        <p:anim calcmode="lin" valueType="num">
                                          <p:cBhvr>
                                            <p:cTn id="65" dur="750" fill="hold"/>
                                            <p:tgtEl>
                                              <p:spTgt spid="53"/>
                                            </p:tgtEl>
                                            <p:attrNameLst>
                                              <p:attrName>ppt_w</p:attrName>
                                            </p:attrNameLst>
                                          </p:cBhvr>
                                          <p:tavLst>
                                            <p:tav tm="0">
                                              <p:val>
                                                <p:fltVal val="0"/>
                                              </p:val>
                                            </p:tav>
                                            <p:tav tm="100000">
                                              <p:val>
                                                <p:strVal val="#ppt_w"/>
                                              </p:val>
                                            </p:tav>
                                          </p:tavLst>
                                        </p:anim>
                                        <p:anim calcmode="lin" valueType="num">
                                          <p:cBhvr>
                                            <p:cTn id="66" dur="750" fill="hold"/>
                                            <p:tgtEl>
                                              <p:spTgt spid="53"/>
                                            </p:tgtEl>
                                            <p:attrNameLst>
                                              <p:attrName>ppt_h</p:attrName>
                                            </p:attrNameLst>
                                          </p:cBhvr>
                                          <p:tavLst>
                                            <p:tav tm="0">
                                              <p:val>
                                                <p:fltVal val="0"/>
                                              </p:val>
                                            </p:tav>
                                            <p:tav tm="100000">
                                              <p:val>
                                                <p:strVal val="#ppt_h"/>
                                              </p:val>
                                            </p:tav>
                                          </p:tavLst>
                                        </p:anim>
                                        <p:animEffect transition="in" filter="fade">
                                          <p:cBhvr>
                                            <p:cTn id="67" dur="750"/>
                                            <p:tgtEl>
                                              <p:spTgt spid="53"/>
                                            </p:tgtEl>
                                          </p:cBhvr>
                                        </p:animEffect>
                                      </p:childTnLst>
                                    </p:cTn>
                                  </p:par>
                                  <p:par>
                                    <p:cTn id="68" presetID="53" presetClass="entr" presetSubtype="16" fill="hold" grpId="0" nodeType="withEffect">
                                      <p:stCondLst>
                                        <p:cond delay="1100"/>
                                      </p:stCondLst>
                                      <p:childTnLst>
                                        <p:set>
                                          <p:cBhvr>
                                            <p:cTn id="69" dur="1" fill="hold">
                                              <p:stCondLst>
                                                <p:cond delay="0"/>
                                              </p:stCondLst>
                                            </p:cTn>
                                            <p:tgtEl>
                                              <p:spTgt spid="40"/>
                                            </p:tgtEl>
                                            <p:attrNameLst>
                                              <p:attrName>style.visibility</p:attrName>
                                            </p:attrNameLst>
                                          </p:cBhvr>
                                          <p:to>
                                            <p:strVal val="visible"/>
                                          </p:to>
                                        </p:set>
                                        <p:anim calcmode="lin" valueType="num">
                                          <p:cBhvr>
                                            <p:cTn id="70" dur="750" fill="hold"/>
                                            <p:tgtEl>
                                              <p:spTgt spid="40"/>
                                            </p:tgtEl>
                                            <p:attrNameLst>
                                              <p:attrName>ppt_w</p:attrName>
                                            </p:attrNameLst>
                                          </p:cBhvr>
                                          <p:tavLst>
                                            <p:tav tm="0">
                                              <p:val>
                                                <p:fltVal val="0"/>
                                              </p:val>
                                            </p:tav>
                                            <p:tav tm="100000">
                                              <p:val>
                                                <p:strVal val="#ppt_w"/>
                                              </p:val>
                                            </p:tav>
                                          </p:tavLst>
                                        </p:anim>
                                        <p:anim calcmode="lin" valueType="num">
                                          <p:cBhvr>
                                            <p:cTn id="71" dur="750" fill="hold"/>
                                            <p:tgtEl>
                                              <p:spTgt spid="40"/>
                                            </p:tgtEl>
                                            <p:attrNameLst>
                                              <p:attrName>ppt_h</p:attrName>
                                            </p:attrNameLst>
                                          </p:cBhvr>
                                          <p:tavLst>
                                            <p:tav tm="0">
                                              <p:val>
                                                <p:fltVal val="0"/>
                                              </p:val>
                                            </p:tav>
                                            <p:tav tm="100000">
                                              <p:val>
                                                <p:strVal val="#ppt_h"/>
                                              </p:val>
                                            </p:tav>
                                          </p:tavLst>
                                        </p:anim>
                                        <p:animEffect transition="in" filter="fade">
                                          <p:cBhvr>
                                            <p:cTn id="72" dur="750"/>
                                            <p:tgtEl>
                                              <p:spTgt spid="40"/>
                                            </p:tgtEl>
                                          </p:cBhvr>
                                        </p:animEffect>
                                      </p:childTnLst>
                                    </p:cTn>
                                  </p:par>
                                  <p:par>
                                    <p:cTn id="73" presetID="53" presetClass="entr" presetSubtype="16" fill="hold" nodeType="withEffect">
                                      <p:stCondLst>
                                        <p:cond delay="1250"/>
                                      </p:stCondLst>
                                      <p:childTnLst>
                                        <p:set>
                                          <p:cBhvr>
                                            <p:cTn id="74" dur="1" fill="hold">
                                              <p:stCondLst>
                                                <p:cond delay="0"/>
                                              </p:stCondLst>
                                            </p:cTn>
                                            <p:tgtEl>
                                              <p:spTgt spid="57"/>
                                            </p:tgtEl>
                                            <p:attrNameLst>
                                              <p:attrName>style.visibility</p:attrName>
                                            </p:attrNameLst>
                                          </p:cBhvr>
                                          <p:to>
                                            <p:strVal val="visible"/>
                                          </p:to>
                                        </p:set>
                                        <p:anim calcmode="lin" valueType="num">
                                          <p:cBhvr>
                                            <p:cTn id="75" dur="750" fill="hold"/>
                                            <p:tgtEl>
                                              <p:spTgt spid="57"/>
                                            </p:tgtEl>
                                            <p:attrNameLst>
                                              <p:attrName>ppt_w</p:attrName>
                                            </p:attrNameLst>
                                          </p:cBhvr>
                                          <p:tavLst>
                                            <p:tav tm="0">
                                              <p:val>
                                                <p:fltVal val="0"/>
                                              </p:val>
                                            </p:tav>
                                            <p:tav tm="100000">
                                              <p:val>
                                                <p:strVal val="#ppt_w"/>
                                              </p:val>
                                            </p:tav>
                                          </p:tavLst>
                                        </p:anim>
                                        <p:anim calcmode="lin" valueType="num">
                                          <p:cBhvr>
                                            <p:cTn id="76" dur="750" fill="hold"/>
                                            <p:tgtEl>
                                              <p:spTgt spid="57"/>
                                            </p:tgtEl>
                                            <p:attrNameLst>
                                              <p:attrName>ppt_h</p:attrName>
                                            </p:attrNameLst>
                                          </p:cBhvr>
                                          <p:tavLst>
                                            <p:tav tm="0">
                                              <p:val>
                                                <p:fltVal val="0"/>
                                              </p:val>
                                            </p:tav>
                                            <p:tav tm="100000">
                                              <p:val>
                                                <p:strVal val="#ppt_h"/>
                                              </p:val>
                                            </p:tav>
                                          </p:tavLst>
                                        </p:anim>
                                        <p:animEffect transition="in" filter="fade">
                                          <p:cBhvr>
                                            <p:cTn id="77" dur="750"/>
                                            <p:tgtEl>
                                              <p:spTgt spid="57"/>
                                            </p:tgtEl>
                                          </p:cBhvr>
                                        </p:animEffect>
                                      </p:childTnLst>
                                    </p:cTn>
                                  </p:par>
                                  <p:par>
                                    <p:cTn id="78" presetID="53" presetClass="entr" presetSubtype="16" fill="hold" grpId="0" nodeType="withEffect">
                                      <p:stCondLst>
                                        <p:cond delay="1350"/>
                                      </p:stCondLst>
                                      <p:childTnLst>
                                        <p:set>
                                          <p:cBhvr>
                                            <p:cTn id="79" dur="1" fill="hold">
                                              <p:stCondLst>
                                                <p:cond delay="0"/>
                                              </p:stCondLst>
                                            </p:cTn>
                                            <p:tgtEl>
                                              <p:spTgt spid="39"/>
                                            </p:tgtEl>
                                            <p:attrNameLst>
                                              <p:attrName>style.visibility</p:attrName>
                                            </p:attrNameLst>
                                          </p:cBhvr>
                                          <p:to>
                                            <p:strVal val="visible"/>
                                          </p:to>
                                        </p:set>
                                        <p:anim calcmode="lin" valueType="num">
                                          <p:cBhvr>
                                            <p:cTn id="80" dur="750" fill="hold"/>
                                            <p:tgtEl>
                                              <p:spTgt spid="39"/>
                                            </p:tgtEl>
                                            <p:attrNameLst>
                                              <p:attrName>ppt_w</p:attrName>
                                            </p:attrNameLst>
                                          </p:cBhvr>
                                          <p:tavLst>
                                            <p:tav tm="0">
                                              <p:val>
                                                <p:fltVal val="0"/>
                                              </p:val>
                                            </p:tav>
                                            <p:tav tm="100000">
                                              <p:val>
                                                <p:strVal val="#ppt_w"/>
                                              </p:val>
                                            </p:tav>
                                          </p:tavLst>
                                        </p:anim>
                                        <p:anim calcmode="lin" valueType="num">
                                          <p:cBhvr>
                                            <p:cTn id="81" dur="750" fill="hold"/>
                                            <p:tgtEl>
                                              <p:spTgt spid="39"/>
                                            </p:tgtEl>
                                            <p:attrNameLst>
                                              <p:attrName>ppt_h</p:attrName>
                                            </p:attrNameLst>
                                          </p:cBhvr>
                                          <p:tavLst>
                                            <p:tav tm="0">
                                              <p:val>
                                                <p:fltVal val="0"/>
                                              </p:val>
                                            </p:tav>
                                            <p:tav tm="100000">
                                              <p:val>
                                                <p:strVal val="#ppt_h"/>
                                              </p:val>
                                            </p:tav>
                                          </p:tavLst>
                                        </p:anim>
                                        <p:animEffect transition="in" filter="fade">
                                          <p:cBhvr>
                                            <p:cTn id="82" dur="750"/>
                                            <p:tgtEl>
                                              <p:spTgt spid="39"/>
                                            </p:tgtEl>
                                          </p:cBhvr>
                                        </p:animEffect>
                                      </p:childTnLst>
                                    </p:cTn>
                                  </p:par>
                                  <p:par>
                                    <p:cTn id="83" presetID="53" presetClass="entr" presetSubtype="16" fill="hold" nodeType="withEffect">
                                      <p:stCondLst>
                                        <p:cond delay="1500"/>
                                      </p:stCondLst>
                                      <p:childTnLst>
                                        <p:set>
                                          <p:cBhvr>
                                            <p:cTn id="84" dur="1" fill="hold">
                                              <p:stCondLst>
                                                <p:cond delay="0"/>
                                              </p:stCondLst>
                                            </p:cTn>
                                            <p:tgtEl>
                                              <p:spTgt spid="59"/>
                                            </p:tgtEl>
                                            <p:attrNameLst>
                                              <p:attrName>style.visibility</p:attrName>
                                            </p:attrNameLst>
                                          </p:cBhvr>
                                          <p:to>
                                            <p:strVal val="visible"/>
                                          </p:to>
                                        </p:set>
                                        <p:anim calcmode="lin" valueType="num">
                                          <p:cBhvr>
                                            <p:cTn id="85" dur="750" fill="hold"/>
                                            <p:tgtEl>
                                              <p:spTgt spid="59"/>
                                            </p:tgtEl>
                                            <p:attrNameLst>
                                              <p:attrName>ppt_w</p:attrName>
                                            </p:attrNameLst>
                                          </p:cBhvr>
                                          <p:tavLst>
                                            <p:tav tm="0">
                                              <p:val>
                                                <p:fltVal val="0"/>
                                              </p:val>
                                            </p:tav>
                                            <p:tav tm="100000">
                                              <p:val>
                                                <p:strVal val="#ppt_w"/>
                                              </p:val>
                                            </p:tav>
                                          </p:tavLst>
                                        </p:anim>
                                        <p:anim calcmode="lin" valueType="num">
                                          <p:cBhvr>
                                            <p:cTn id="86" dur="750" fill="hold"/>
                                            <p:tgtEl>
                                              <p:spTgt spid="59"/>
                                            </p:tgtEl>
                                            <p:attrNameLst>
                                              <p:attrName>ppt_h</p:attrName>
                                            </p:attrNameLst>
                                          </p:cBhvr>
                                          <p:tavLst>
                                            <p:tav tm="0">
                                              <p:val>
                                                <p:fltVal val="0"/>
                                              </p:val>
                                            </p:tav>
                                            <p:tav tm="100000">
                                              <p:val>
                                                <p:strVal val="#ppt_h"/>
                                              </p:val>
                                            </p:tav>
                                          </p:tavLst>
                                        </p:anim>
                                        <p:animEffect transition="in" filter="fade">
                                          <p:cBhvr>
                                            <p:cTn id="87" dur="750"/>
                                            <p:tgtEl>
                                              <p:spTgt spid="59"/>
                                            </p:tgtEl>
                                          </p:cBhvr>
                                        </p:animEffect>
                                      </p:childTnLst>
                                    </p:cTn>
                                  </p:par>
                                  <p:par>
                                    <p:cTn id="88" presetID="53" presetClass="entr" presetSubtype="16" fill="hold" grpId="0" nodeType="withEffect">
                                      <p:stCondLst>
                                        <p:cond delay="1600"/>
                                      </p:stCondLst>
                                      <p:childTnLst>
                                        <p:set>
                                          <p:cBhvr>
                                            <p:cTn id="89" dur="1" fill="hold">
                                              <p:stCondLst>
                                                <p:cond delay="0"/>
                                              </p:stCondLst>
                                            </p:cTn>
                                            <p:tgtEl>
                                              <p:spTgt spid="38"/>
                                            </p:tgtEl>
                                            <p:attrNameLst>
                                              <p:attrName>style.visibility</p:attrName>
                                            </p:attrNameLst>
                                          </p:cBhvr>
                                          <p:to>
                                            <p:strVal val="visible"/>
                                          </p:to>
                                        </p:set>
                                        <p:anim calcmode="lin" valueType="num">
                                          <p:cBhvr>
                                            <p:cTn id="90" dur="750" fill="hold"/>
                                            <p:tgtEl>
                                              <p:spTgt spid="38"/>
                                            </p:tgtEl>
                                            <p:attrNameLst>
                                              <p:attrName>ppt_w</p:attrName>
                                            </p:attrNameLst>
                                          </p:cBhvr>
                                          <p:tavLst>
                                            <p:tav tm="0">
                                              <p:val>
                                                <p:fltVal val="0"/>
                                              </p:val>
                                            </p:tav>
                                            <p:tav tm="100000">
                                              <p:val>
                                                <p:strVal val="#ppt_w"/>
                                              </p:val>
                                            </p:tav>
                                          </p:tavLst>
                                        </p:anim>
                                        <p:anim calcmode="lin" valueType="num">
                                          <p:cBhvr>
                                            <p:cTn id="91" dur="750" fill="hold"/>
                                            <p:tgtEl>
                                              <p:spTgt spid="38"/>
                                            </p:tgtEl>
                                            <p:attrNameLst>
                                              <p:attrName>ppt_h</p:attrName>
                                            </p:attrNameLst>
                                          </p:cBhvr>
                                          <p:tavLst>
                                            <p:tav tm="0">
                                              <p:val>
                                                <p:fltVal val="0"/>
                                              </p:val>
                                            </p:tav>
                                            <p:tav tm="100000">
                                              <p:val>
                                                <p:strVal val="#ppt_h"/>
                                              </p:val>
                                            </p:tav>
                                          </p:tavLst>
                                        </p:anim>
                                        <p:animEffect transition="in" filter="fade">
                                          <p:cBhvr>
                                            <p:cTn id="92" dur="750"/>
                                            <p:tgtEl>
                                              <p:spTgt spid="38"/>
                                            </p:tgtEl>
                                          </p:cBhvr>
                                        </p:animEffect>
                                      </p:childTnLst>
                                    </p:cTn>
                                  </p:par>
                                  <p:par>
                                    <p:cTn id="93" presetID="53" presetClass="entr" presetSubtype="16" fill="hold" grpId="0" nodeType="withEffect">
                                      <p:stCondLst>
                                        <p:cond delay="500"/>
                                      </p:stCondLst>
                                      <p:childTnLst>
                                        <p:set>
                                          <p:cBhvr>
                                            <p:cTn id="94" dur="1" fill="hold">
                                              <p:stCondLst>
                                                <p:cond delay="0"/>
                                              </p:stCondLst>
                                            </p:cTn>
                                            <p:tgtEl>
                                              <p:spTgt spid="45"/>
                                            </p:tgtEl>
                                            <p:attrNameLst>
                                              <p:attrName>style.visibility</p:attrName>
                                            </p:attrNameLst>
                                          </p:cBhvr>
                                          <p:to>
                                            <p:strVal val="visible"/>
                                          </p:to>
                                        </p:set>
                                        <p:anim calcmode="lin" valueType="num">
                                          <p:cBhvr>
                                            <p:cTn id="95" dur="500" fill="hold"/>
                                            <p:tgtEl>
                                              <p:spTgt spid="45"/>
                                            </p:tgtEl>
                                            <p:attrNameLst>
                                              <p:attrName>ppt_w</p:attrName>
                                            </p:attrNameLst>
                                          </p:cBhvr>
                                          <p:tavLst>
                                            <p:tav tm="0">
                                              <p:val>
                                                <p:fltVal val="0"/>
                                              </p:val>
                                            </p:tav>
                                            <p:tav tm="100000">
                                              <p:val>
                                                <p:strVal val="#ppt_w"/>
                                              </p:val>
                                            </p:tav>
                                          </p:tavLst>
                                        </p:anim>
                                        <p:anim calcmode="lin" valueType="num">
                                          <p:cBhvr>
                                            <p:cTn id="96" dur="500" fill="hold"/>
                                            <p:tgtEl>
                                              <p:spTgt spid="45"/>
                                            </p:tgtEl>
                                            <p:attrNameLst>
                                              <p:attrName>ppt_h</p:attrName>
                                            </p:attrNameLst>
                                          </p:cBhvr>
                                          <p:tavLst>
                                            <p:tav tm="0">
                                              <p:val>
                                                <p:fltVal val="0"/>
                                              </p:val>
                                            </p:tav>
                                            <p:tav tm="100000">
                                              <p:val>
                                                <p:strVal val="#ppt_h"/>
                                              </p:val>
                                            </p:tav>
                                          </p:tavLst>
                                        </p:anim>
                                        <p:animEffect transition="in" filter="fade">
                                          <p:cBhvr>
                                            <p:cTn id="97" dur="500"/>
                                            <p:tgtEl>
                                              <p:spTgt spid="45"/>
                                            </p:tgtEl>
                                          </p:cBhvr>
                                        </p:animEffect>
                                      </p:childTnLst>
                                    </p:cTn>
                                  </p:par>
                                  <p:par>
                                    <p:cTn id="98" presetID="53" presetClass="entr" presetSubtype="16" fill="hold" grpId="0" nodeType="withEffect">
                                      <p:stCondLst>
                                        <p:cond delay="800"/>
                                      </p:stCondLst>
                                      <p:childTnLst>
                                        <p:set>
                                          <p:cBhvr>
                                            <p:cTn id="99" dur="1" fill="hold">
                                              <p:stCondLst>
                                                <p:cond delay="0"/>
                                              </p:stCondLst>
                                            </p:cTn>
                                            <p:tgtEl>
                                              <p:spTgt spid="44"/>
                                            </p:tgtEl>
                                            <p:attrNameLst>
                                              <p:attrName>style.visibility</p:attrName>
                                            </p:attrNameLst>
                                          </p:cBhvr>
                                          <p:to>
                                            <p:strVal val="visible"/>
                                          </p:to>
                                        </p:set>
                                        <p:anim calcmode="lin" valueType="num">
                                          <p:cBhvr>
                                            <p:cTn id="100" dur="500" fill="hold"/>
                                            <p:tgtEl>
                                              <p:spTgt spid="44"/>
                                            </p:tgtEl>
                                            <p:attrNameLst>
                                              <p:attrName>ppt_w</p:attrName>
                                            </p:attrNameLst>
                                          </p:cBhvr>
                                          <p:tavLst>
                                            <p:tav tm="0">
                                              <p:val>
                                                <p:fltVal val="0"/>
                                              </p:val>
                                            </p:tav>
                                            <p:tav tm="100000">
                                              <p:val>
                                                <p:strVal val="#ppt_w"/>
                                              </p:val>
                                            </p:tav>
                                          </p:tavLst>
                                        </p:anim>
                                        <p:anim calcmode="lin" valueType="num">
                                          <p:cBhvr>
                                            <p:cTn id="101" dur="500" fill="hold"/>
                                            <p:tgtEl>
                                              <p:spTgt spid="44"/>
                                            </p:tgtEl>
                                            <p:attrNameLst>
                                              <p:attrName>ppt_h</p:attrName>
                                            </p:attrNameLst>
                                          </p:cBhvr>
                                          <p:tavLst>
                                            <p:tav tm="0">
                                              <p:val>
                                                <p:fltVal val="0"/>
                                              </p:val>
                                            </p:tav>
                                            <p:tav tm="100000">
                                              <p:val>
                                                <p:strVal val="#ppt_h"/>
                                              </p:val>
                                            </p:tav>
                                          </p:tavLst>
                                        </p:anim>
                                        <p:animEffect transition="in" filter="fade">
                                          <p:cBhvr>
                                            <p:cTn id="102" dur="500"/>
                                            <p:tgtEl>
                                              <p:spTgt spid="44"/>
                                            </p:tgtEl>
                                          </p:cBhvr>
                                        </p:animEffect>
                                      </p:childTnLst>
                                    </p:cTn>
                                  </p:par>
                                  <p:par>
                                    <p:cTn id="103" presetID="53" presetClass="entr" presetSubtype="16" fill="hold" grpId="0" nodeType="withEffect">
                                      <p:stCondLst>
                                        <p:cond delay="1050"/>
                                      </p:stCondLst>
                                      <p:childTnLst>
                                        <p:set>
                                          <p:cBhvr>
                                            <p:cTn id="104" dur="1" fill="hold">
                                              <p:stCondLst>
                                                <p:cond delay="0"/>
                                              </p:stCondLst>
                                            </p:cTn>
                                            <p:tgtEl>
                                              <p:spTgt spid="47"/>
                                            </p:tgtEl>
                                            <p:attrNameLst>
                                              <p:attrName>style.visibility</p:attrName>
                                            </p:attrNameLst>
                                          </p:cBhvr>
                                          <p:to>
                                            <p:strVal val="visible"/>
                                          </p:to>
                                        </p:set>
                                        <p:anim calcmode="lin" valueType="num">
                                          <p:cBhvr>
                                            <p:cTn id="105" dur="500" fill="hold"/>
                                            <p:tgtEl>
                                              <p:spTgt spid="47"/>
                                            </p:tgtEl>
                                            <p:attrNameLst>
                                              <p:attrName>ppt_w</p:attrName>
                                            </p:attrNameLst>
                                          </p:cBhvr>
                                          <p:tavLst>
                                            <p:tav tm="0">
                                              <p:val>
                                                <p:fltVal val="0"/>
                                              </p:val>
                                            </p:tav>
                                            <p:tav tm="100000">
                                              <p:val>
                                                <p:strVal val="#ppt_w"/>
                                              </p:val>
                                            </p:tav>
                                          </p:tavLst>
                                        </p:anim>
                                        <p:anim calcmode="lin" valueType="num">
                                          <p:cBhvr>
                                            <p:cTn id="106" dur="500" fill="hold"/>
                                            <p:tgtEl>
                                              <p:spTgt spid="47"/>
                                            </p:tgtEl>
                                            <p:attrNameLst>
                                              <p:attrName>ppt_h</p:attrName>
                                            </p:attrNameLst>
                                          </p:cBhvr>
                                          <p:tavLst>
                                            <p:tav tm="0">
                                              <p:val>
                                                <p:fltVal val="0"/>
                                              </p:val>
                                            </p:tav>
                                            <p:tav tm="100000">
                                              <p:val>
                                                <p:strVal val="#ppt_h"/>
                                              </p:val>
                                            </p:tav>
                                          </p:tavLst>
                                        </p:anim>
                                        <p:animEffect transition="in" filter="fade">
                                          <p:cBhvr>
                                            <p:cTn id="107" dur="500"/>
                                            <p:tgtEl>
                                              <p:spTgt spid="47"/>
                                            </p:tgtEl>
                                          </p:cBhvr>
                                        </p:animEffect>
                                      </p:childTnLst>
                                    </p:cTn>
                                  </p:par>
                                  <p:par>
                                    <p:cTn id="108" presetID="53" presetClass="entr" presetSubtype="16" fill="hold" grpId="0" nodeType="withEffect">
                                      <p:stCondLst>
                                        <p:cond delay="1300"/>
                                      </p:stCondLst>
                                      <p:childTnLst>
                                        <p:set>
                                          <p:cBhvr>
                                            <p:cTn id="109" dur="1" fill="hold">
                                              <p:stCondLst>
                                                <p:cond delay="0"/>
                                              </p:stCondLst>
                                            </p:cTn>
                                            <p:tgtEl>
                                              <p:spTgt spid="46"/>
                                            </p:tgtEl>
                                            <p:attrNameLst>
                                              <p:attrName>style.visibility</p:attrName>
                                            </p:attrNameLst>
                                          </p:cBhvr>
                                          <p:to>
                                            <p:strVal val="visible"/>
                                          </p:to>
                                        </p:set>
                                        <p:anim calcmode="lin" valueType="num">
                                          <p:cBhvr>
                                            <p:cTn id="110" dur="500" fill="hold"/>
                                            <p:tgtEl>
                                              <p:spTgt spid="46"/>
                                            </p:tgtEl>
                                            <p:attrNameLst>
                                              <p:attrName>ppt_w</p:attrName>
                                            </p:attrNameLst>
                                          </p:cBhvr>
                                          <p:tavLst>
                                            <p:tav tm="0">
                                              <p:val>
                                                <p:fltVal val="0"/>
                                              </p:val>
                                            </p:tav>
                                            <p:tav tm="100000">
                                              <p:val>
                                                <p:strVal val="#ppt_w"/>
                                              </p:val>
                                            </p:tav>
                                          </p:tavLst>
                                        </p:anim>
                                        <p:anim calcmode="lin" valueType="num">
                                          <p:cBhvr>
                                            <p:cTn id="111" dur="500" fill="hold"/>
                                            <p:tgtEl>
                                              <p:spTgt spid="46"/>
                                            </p:tgtEl>
                                            <p:attrNameLst>
                                              <p:attrName>ppt_h</p:attrName>
                                            </p:attrNameLst>
                                          </p:cBhvr>
                                          <p:tavLst>
                                            <p:tav tm="0">
                                              <p:val>
                                                <p:fltVal val="0"/>
                                              </p:val>
                                            </p:tav>
                                            <p:tav tm="100000">
                                              <p:val>
                                                <p:strVal val="#ppt_h"/>
                                              </p:val>
                                            </p:tav>
                                          </p:tavLst>
                                        </p:anim>
                                        <p:animEffect transition="in" filter="fade">
                                          <p:cBhvr>
                                            <p:cTn id="112" dur="500"/>
                                            <p:tgtEl>
                                              <p:spTgt spid="46"/>
                                            </p:tgtEl>
                                          </p:cBhvr>
                                        </p:animEffect>
                                      </p:childTnLst>
                                    </p:cTn>
                                  </p:par>
                                  <p:par>
                                    <p:cTn id="113" presetID="53" presetClass="entr" presetSubtype="16" fill="hold" grpId="0" nodeType="withEffect">
                                      <p:stCondLst>
                                        <p:cond delay="1550"/>
                                      </p:stCondLst>
                                      <p:childTnLst>
                                        <p:set>
                                          <p:cBhvr>
                                            <p:cTn id="114" dur="1" fill="hold">
                                              <p:stCondLst>
                                                <p:cond delay="0"/>
                                              </p:stCondLst>
                                            </p:cTn>
                                            <p:tgtEl>
                                              <p:spTgt spid="48"/>
                                            </p:tgtEl>
                                            <p:attrNameLst>
                                              <p:attrName>style.visibility</p:attrName>
                                            </p:attrNameLst>
                                          </p:cBhvr>
                                          <p:to>
                                            <p:strVal val="visible"/>
                                          </p:to>
                                        </p:set>
                                        <p:anim calcmode="lin" valueType="num">
                                          <p:cBhvr>
                                            <p:cTn id="115" dur="500" fill="hold"/>
                                            <p:tgtEl>
                                              <p:spTgt spid="48"/>
                                            </p:tgtEl>
                                            <p:attrNameLst>
                                              <p:attrName>ppt_w</p:attrName>
                                            </p:attrNameLst>
                                          </p:cBhvr>
                                          <p:tavLst>
                                            <p:tav tm="0">
                                              <p:val>
                                                <p:fltVal val="0"/>
                                              </p:val>
                                            </p:tav>
                                            <p:tav tm="100000">
                                              <p:val>
                                                <p:strVal val="#ppt_w"/>
                                              </p:val>
                                            </p:tav>
                                          </p:tavLst>
                                        </p:anim>
                                        <p:anim calcmode="lin" valueType="num">
                                          <p:cBhvr>
                                            <p:cTn id="116" dur="500" fill="hold"/>
                                            <p:tgtEl>
                                              <p:spTgt spid="48"/>
                                            </p:tgtEl>
                                            <p:attrNameLst>
                                              <p:attrName>ppt_h</p:attrName>
                                            </p:attrNameLst>
                                          </p:cBhvr>
                                          <p:tavLst>
                                            <p:tav tm="0">
                                              <p:val>
                                                <p:fltVal val="0"/>
                                              </p:val>
                                            </p:tav>
                                            <p:tav tm="100000">
                                              <p:val>
                                                <p:strVal val="#ppt_h"/>
                                              </p:val>
                                            </p:tav>
                                          </p:tavLst>
                                        </p:anim>
                                        <p:animEffect transition="in" filter="fade">
                                          <p:cBhvr>
                                            <p:cTn id="117" dur="500"/>
                                            <p:tgtEl>
                                              <p:spTgt spid="48"/>
                                            </p:tgtEl>
                                          </p:cBhvr>
                                        </p:animEffect>
                                      </p:childTnLst>
                                    </p:cTn>
                                  </p:par>
                                  <p:par>
                                    <p:cTn id="118" presetID="53" presetClass="entr" presetSubtype="16" fill="hold" grpId="0" nodeType="withEffect">
                                      <p:stCondLst>
                                        <p:cond delay="1750"/>
                                      </p:stCondLst>
                                      <p:childTnLst>
                                        <p:set>
                                          <p:cBhvr>
                                            <p:cTn id="119" dur="1" fill="hold">
                                              <p:stCondLst>
                                                <p:cond delay="0"/>
                                              </p:stCondLst>
                                            </p:cTn>
                                            <p:tgtEl>
                                              <p:spTgt spid="43"/>
                                            </p:tgtEl>
                                            <p:attrNameLst>
                                              <p:attrName>style.visibility</p:attrName>
                                            </p:attrNameLst>
                                          </p:cBhvr>
                                          <p:to>
                                            <p:strVal val="visible"/>
                                          </p:to>
                                        </p:set>
                                        <p:anim calcmode="lin" valueType="num">
                                          <p:cBhvr>
                                            <p:cTn id="120" dur="500" fill="hold"/>
                                            <p:tgtEl>
                                              <p:spTgt spid="43"/>
                                            </p:tgtEl>
                                            <p:attrNameLst>
                                              <p:attrName>ppt_w</p:attrName>
                                            </p:attrNameLst>
                                          </p:cBhvr>
                                          <p:tavLst>
                                            <p:tav tm="0">
                                              <p:val>
                                                <p:fltVal val="0"/>
                                              </p:val>
                                            </p:tav>
                                            <p:tav tm="100000">
                                              <p:val>
                                                <p:strVal val="#ppt_w"/>
                                              </p:val>
                                            </p:tav>
                                          </p:tavLst>
                                        </p:anim>
                                        <p:anim calcmode="lin" valueType="num">
                                          <p:cBhvr>
                                            <p:cTn id="121" dur="500" fill="hold"/>
                                            <p:tgtEl>
                                              <p:spTgt spid="43"/>
                                            </p:tgtEl>
                                            <p:attrNameLst>
                                              <p:attrName>ppt_h</p:attrName>
                                            </p:attrNameLst>
                                          </p:cBhvr>
                                          <p:tavLst>
                                            <p:tav tm="0">
                                              <p:val>
                                                <p:fltVal val="0"/>
                                              </p:val>
                                            </p:tav>
                                            <p:tav tm="100000">
                                              <p:val>
                                                <p:strVal val="#ppt_h"/>
                                              </p:val>
                                            </p:tav>
                                          </p:tavLst>
                                        </p:anim>
                                        <p:animEffect transition="in" filter="fade">
                                          <p:cBhvr>
                                            <p:cTn id="122" dur="500"/>
                                            <p:tgtEl>
                                              <p:spTgt spid="43"/>
                                            </p:tgtEl>
                                          </p:cBhvr>
                                        </p:animEffect>
                                      </p:childTnLst>
                                    </p:cTn>
                                  </p:par>
                                  <p:par>
                                    <p:cTn id="123" presetID="2" presetClass="entr" presetSubtype="8" fill="hold" nodeType="withEffect">
                                      <p:stCondLst>
                                        <p:cond delay="2000"/>
                                      </p:stCondLst>
                                      <p:childTnLst>
                                        <p:set>
                                          <p:cBhvr>
                                            <p:cTn id="124" dur="1" fill="hold">
                                              <p:stCondLst>
                                                <p:cond delay="0"/>
                                              </p:stCondLst>
                                            </p:cTn>
                                            <p:tgtEl>
                                              <p:spTgt spid="82"/>
                                            </p:tgtEl>
                                            <p:attrNameLst>
                                              <p:attrName>style.visibility</p:attrName>
                                            </p:attrNameLst>
                                          </p:cBhvr>
                                          <p:to>
                                            <p:strVal val="visible"/>
                                          </p:to>
                                        </p:set>
                                        <p:anim calcmode="lin" valueType="num">
                                          <p:cBhvr additive="base">
                                            <p:cTn id="125" dur="1000" fill="hold"/>
                                            <p:tgtEl>
                                              <p:spTgt spid="82"/>
                                            </p:tgtEl>
                                            <p:attrNameLst>
                                              <p:attrName>ppt_x</p:attrName>
                                            </p:attrNameLst>
                                          </p:cBhvr>
                                          <p:tavLst>
                                            <p:tav tm="0">
                                              <p:val>
                                                <p:strVal val="0-#ppt_w/2"/>
                                              </p:val>
                                            </p:tav>
                                            <p:tav tm="100000">
                                              <p:val>
                                                <p:strVal val="#ppt_x"/>
                                              </p:val>
                                            </p:tav>
                                          </p:tavLst>
                                        </p:anim>
                                        <p:anim calcmode="lin" valueType="num">
                                          <p:cBhvr additive="base">
                                            <p:cTn id="126" dur="1000" fill="hold"/>
                                            <p:tgtEl>
                                              <p:spTgt spid="82"/>
                                            </p:tgtEl>
                                            <p:attrNameLst>
                                              <p:attrName>ppt_y</p:attrName>
                                            </p:attrNameLst>
                                          </p:cBhvr>
                                          <p:tavLst>
                                            <p:tav tm="0">
                                              <p:val>
                                                <p:strVal val="#ppt_y"/>
                                              </p:val>
                                            </p:tav>
                                            <p:tav tm="100000">
                                              <p:val>
                                                <p:strVal val="#ppt_y"/>
                                              </p:val>
                                            </p:tav>
                                          </p:tavLst>
                                        </p:anim>
                                      </p:childTnLst>
                                    </p:cTn>
                                  </p:par>
                                  <p:par>
                                    <p:cTn id="127" presetID="2" presetClass="entr" presetSubtype="8" fill="hold" nodeType="withEffect">
                                      <p:stCondLst>
                                        <p:cond delay="2000"/>
                                      </p:stCondLst>
                                      <p:childTnLst>
                                        <p:set>
                                          <p:cBhvr>
                                            <p:cTn id="128" dur="1" fill="hold">
                                              <p:stCondLst>
                                                <p:cond delay="0"/>
                                              </p:stCondLst>
                                            </p:cTn>
                                            <p:tgtEl>
                                              <p:spTgt spid="50"/>
                                            </p:tgtEl>
                                            <p:attrNameLst>
                                              <p:attrName>style.visibility</p:attrName>
                                            </p:attrNameLst>
                                          </p:cBhvr>
                                          <p:to>
                                            <p:strVal val="visible"/>
                                          </p:to>
                                        </p:set>
                                        <p:anim calcmode="lin" valueType="num">
                                          <p:cBhvr additive="base">
                                            <p:cTn id="129" dur="1000" fill="hold"/>
                                            <p:tgtEl>
                                              <p:spTgt spid="50"/>
                                            </p:tgtEl>
                                            <p:attrNameLst>
                                              <p:attrName>ppt_x</p:attrName>
                                            </p:attrNameLst>
                                          </p:cBhvr>
                                          <p:tavLst>
                                            <p:tav tm="0">
                                              <p:val>
                                                <p:strVal val="0-#ppt_w/2"/>
                                              </p:val>
                                            </p:tav>
                                            <p:tav tm="100000">
                                              <p:val>
                                                <p:strVal val="#ppt_x"/>
                                              </p:val>
                                            </p:tav>
                                          </p:tavLst>
                                        </p:anim>
                                        <p:anim calcmode="lin" valueType="num">
                                          <p:cBhvr additive="base">
                                            <p:cTn id="130" dur="1000" fill="hold"/>
                                            <p:tgtEl>
                                              <p:spTgt spid="50"/>
                                            </p:tgtEl>
                                            <p:attrNameLst>
                                              <p:attrName>ppt_y</p:attrName>
                                            </p:attrNameLst>
                                          </p:cBhvr>
                                          <p:tavLst>
                                            <p:tav tm="0">
                                              <p:val>
                                                <p:strVal val="#ppt_y"/>
                                              </p:val>
                                            </p:tav>
                                            <p:tav tm="100000">
                                              <p:val>
                                                <p:strVal val="#ppt_y"/>
                                              </p:val>
                                            </p:tav>
                                          </p:tavLst>
                                        </p:anim>
                                      </p:childTnLst>
                                    </p:cTn>
                                  </p:par>
                                  <p:par>
                                    <p:cTn id="131" presetID="2" presetClass="entr" presetSubtype="8" fill="hold" nodeType="withEffect">
                                      <p:stCondLst>
                                        <p:cond delay="2000"/>
                                      </p:stCondLst>
                                      <p:childTnLst>
                                        <p:set>
                                          <p:cBhvr>
                                            <p:cTn id="132" dur="1" fill="hold">
                                              <p:stCondLst>
                                                <p:cond delay="0"/>
                                              </p:stCondLst>
                                            </p:cTn>
                                            <p:tgtEl>
                                              <p:spTgt spid="18"/>
                                            </p:tgtEl>
                                            <p:attrNameLst>
                                              <p:attrName>style.visibility</p:attrName>
                                            </p:attrNameLst>
                                          </p:cBhvr>
                                          <p:to>
                                            <p:strVal val="visible"/>
                                          </p:to>
                                        </p:set>
                                        <p:anim calcmode="lin" valueType="num">
                                          <p:cBhvr additive="base">
                                            <p:cTn id="133" dur="1000" fill="hold"/>
                                            <p:tgtEl>
                                              <p:spTgt spid="18"/>
                                            </p:tgtEl>
                                            <p:attrNameLst>
                                              <p:attrName>ppt_x</p:attrName>
                                            </p:attrNameLst>
                                          </p:cBhvr>
                                          <p:tavLst>
                                            <p:tav tm="0">
                                              <p:val>
                                                <p:strVal val="0-#ppt_w/2"/>
                                              </p:val>
                                            </p:tav>
                                            <p:tav tm="100000">
                                              <p:val>
                                                <p:strVal val="#ppt_x"/>
                                              </p:val>
                                            </p:tav>
                                          </p:tavLst>
                                        </p:anim>
                                        <p:anim calcmode="lin" valueType="num">
                                          <p:cBhvr additive="base">
                                            <p:cTn id="134" dur="1000" fill="hold"/>
                                            <p:tgtEl>
                                              <p:spTgt spid="18"/>
                                            </p:tgtEl>
                                            <p:attrNameLst>
                                              <p:attrName>ppt_y</p:attrName>
                                            </p:attrNameLst>
                                          </p:cBhvr>
                                          <p:tavLst>
                                            <p:tav tm="0">
                                              <p:val>
                                                <p:strVal val="#ppt_y"/>
                                              </p:val>
                                            </p:tav>
                                            <p:tav tm="100000">
                                              <p:val>
                                                <p:strVal val="#ppt_y"/>
                                              </p:val>
                                            </p:tav>
                                          </p:tavLst>
                                        </p:anim>
                                      </p:childTnLst>
                                    </p:cTn>
                                  </p:par>
                                  <p:par>
                                    <p:cTn id="135" presetID="2" presetClass="entr" presetSubtype="2" fill="hold" nodeType="withEffect">
                                      <p:stCondLst>
                                        <p:cond delay="2000"/>
                                      </p:stCondLst>
                                      <p:childTnLst>
                                        <p:set>
                                          <p:cBhvr>
                                            <p:cTn id="136" dur="1" fill="hold">
                                              <p:stCondLst>
                                                <p:cond delay="0"/>
                                              </p:stCondLst>
                                            </p:cTn>
                                            <p:tgtEl>
                                              <p:spTgt spid="85"/>
                                            </p:tgtEl>
                                            <p:attrNameLst>
                                              <p:attrName>style.visibility</p:attrName>
                                            </p:attrNameLst>
                                          </p:cBhvr>
                                          <p:to>
                                            <p:strVal val="visible"/>
                                          </p:to>
                                        </p:set>
                                        <p:anim calcmode="lin" valueType="num">
                                          <p:cBhvr additive="base">
                                            <p:cTn id="137" dur="1000" fill="hold"/>
                                            <p:tgtEl>
                                              <p:spTgt spid="85"/>
                                            </p:tgtEl>
                                            <p:attrNameLst>
                                              <p:attrName>ppt_x</p:attrName>
                                            </p:attrNameLst>
                                          </p:cBhvr>
                                          <p:tavLst>
                                            <p:tav tm="0">
                                              <p:val>
                                                <p:strVal val="1+#ppt_w/2"/>
                                              </p:val>
                                            </p:tav>
                                            <p:tav tm="100000">
                                              <p:val>
                                                <p:strVal val="#ppt_x"/>
                                              </p:val>
                                            </p:tav>
                                          </p:tavLst>
                                        </p:anim>
                                        <p:anim calcmode="lin" valueType="num">
                                          <p:cBhvr additive="base">
                                            <p:cTn id="138" dur="1000" fill="hold"/>
                                            <p:tgtEl>
                                              <p:spTgt spid="85"/>
                                            </p:tgtEl>
                                            <p:attrNameLst>
                                              <p:attrName>ppt_y</p:attrName>
                                            </p:attrNameLst>
                                          </p:cBhvr>
                                          <p:tavLst>
                                            <p:tav tm="0">
                                              <p:val>
                                                <p:strVal val="#ppt_y"/>
                                              </p:val>
                                            </p:tav>
                                            <p:tav tm="100000">
                                              <p:val>
                                                <p:strVal val="#ppt_y"/>
                                              </p:val>
                                            </p:tav>
                                          </p:tavLst>
                                        </p:anim>
                                      </p:childTnLst>
                                    </p:cTn>
                                  </p:par>
                                  <p:par>
                                    <p:cTn id="139" presetID="2" presetClass="entr" presetSubtype="2" fill="hold" nodeType="withEffect">
                                      <p:stCondLst>
                                        <p:cond delay="2000"/>
                                      </p:stCondLst>
                                      <p:childTnLst>
                                        <p:set>
                                          <p:cBhvr>
                                            <p:cTn id="140" dur="1" fill="hold">
                                              <p:stCondLst>
                                                <p:cond delay="0"/>
                                              </p:stCondLst>
                                            </p:cTn>
                                            <p:tgtEl>
                                              <p:spTgt spid="84"/>
                                            </p:tgtEl>
                                            <p:attrNameLst>
                                              <p:attrName>style.visibility</p:attrName>
                                            </p:attrNameLst>
                                          </p:cBhvr>
                                          <p:to>
                                            <p:strVal val="visible"/>
                                          </p:to>
                                        </p:set>
                                        <p:anim calcmode="lin" valueType="num">
                                          <p:cBhvr additive="base">
                                            <p:cTn id="141" dur="1000" fill="hold"/>
                                            <p:tgtEl>
                                              <p:spTgt spid="84"/>
                                            </p:tgtEl>
                                            <p:attrNameLst>
                                              <p:attrName>ppt_x</p:attrName>
                                            </p:attrNameLst>
                                          </p:cBhvr>
                                          <p:tavLst>
                                            <p:tav tm="0">
                                              <p:val>
                                                <p:strVal val="1+#ppt_w/2"/>
                                              </p:val>
                                            </p:tav>
                                            <p:tav tm="100000">
                                              <p:val>
                                                <p:strVal val="#ppt_x"/>
                                              </p:val>
                                            </p:tav>
                                          </p:tavLst>
                                        </p:anim>
                                        <p:anim calcmode="lin" valueType="num">
                                          <p:cBhvr additive="base">
                                            <p:cTn id="142" dur="1000" fill="hold"/>
                                            <p:tgtEl>
                                              <p:spTgt spid="84"/>
                                            </p:tgtEl>
                                            <p:attrNameLst>
                                              <p:attrName>ppt_y</p:attrName>
                                            </p:attrNameLst>
                                          </p:cBhvr>
                                          <p:tavLst>
                                            <p:tav tm="0">
                                              <p:val>
                                                <p:strVal val="#ppt_y"/>
                                              </p:val>
                                            </p:tav>
                                            <p:tav tm="100000">
                                              <p:val>
                                                <p:strVal val="#ppt_y"/>
                                              </p:val>
                                            </p:tav>
                                          </p:tavLst>
                                        </p:anim>
                                      </p:childTnLst>
                                    </p:cTn>
                                  </p:par>
                                  <p:par>
                                    <p:cTn id="143" presetID="2" presetClass="entr" presetSubtype="2" fill="hold" nodeType="withEffect">
                                      <p:stCondLst>
                                        <p:cond delay="2000"/>
                                      </p:stCondLst>
                                      <p:childTnLst>
                                        <p:set>
                                          <p:cBhvr>
                                            <p:cTn id="144" dur="1" fill="hold">
                                              <p:stCondLst>
                                                <p:cond delay="0"/>
                                              </p:stCondLst>
                                            </p:cTn>
                                            <p:tgtEl>
                                              <p:spTgt spid="83"/>
                                            </p:tgtEl>
                                            <p:attrNameLst>
                                              <p:attrName>style.visibility</p:attrName>
                                            </p:attrNameLst>
                                          </p:cBhvr>
                                          <p:to>
                                            <p:strVal val="visible"/>
                                          </p:to>
                                        </p:set>
                                        <p:anim calcmode="lin" valueType="num">
                                          <p:cBhvr additive="base">
                                            <p:cTn id="145" dur="1000" fill="hold"/>
                                            <p:tgtEl>
                                              <p:spTgt spid="83"/>
                                            </p:tgtEl>
                                            <p:attrNameLst>
                                              <p:attrName>ppt_x</p:attrName>
                                            </p:attrNameLst>
                                          </p:cBhvr>
                                          <p:tavLst>
                                            <p:tav tm="0">
                                              <p:val>
                                                <p:strVal val="1+#ppt_w/2"/>
                                              </p:val>
                                            </p:tav>
                                            <p:tav tm="100000">
                                              <p:val>
                                                <p:strVal val="#ppt_x"/>
                                              </p:val>
                                            </p:tav>
                                          </p:tavLst>
                                        </p:anim>
                                        <p:anim calcmode="lin" valueType="num">
                                          <p:cBhvr additive="base">
                                            <p:cTn id="146" dur="1000" fill="hold"/>
                                            <p:tgtEl>
                                              <p:spTgt spid="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Lst>
      </p:timing>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06">
            <a:extLst>
              <a:ext uri="{FF2B5EF4-FFF2-40B4-BE49-F238E27FC236}">
                <a16:creationId xmlns:a16="http://schemas.microsoft.com/office/drawing/2014/main" id="{1418A7BE-BFE9-430C-A51D-95BBF80986FD}"/>
              </a:ext>
            </a:extLst>
          </p:cNvPr>
          <p:cNvGrpSpPr/>
          <p:nvPr/>
        </p:nvGrpSpPr>
        <p:grpSpPr>
          <a:xfrm>
            <a:off x="5809477" y="4104765"/>
            <a:ext cx="4176423" cy="2180346"/>
            <a:chOff x="1230602" y="877757"/>
            <a:chExt cx="4176423" cy="2180346"/>
          </a:xfrm>
        </p:grpSpPr>
        <p:sp>
          <p:nvSpPr>
            <p:cNvPr id="86" name="Right Triangle 34">
              <a:extLst>
                <a:ext uri="{FF2B5EF4-FFF2-40B4-BE49-F238E27FC236}">
                  <a16:creationId xmlns:a16="http://schemas.microsoft.com/office/drawing/2014/main" id="{38B44C3D-8ABB-4791-9DF2-B3C5856166D4}"/>
                </a:ext>
              </a:extLst>
            </p:cNvPr>
            <p:cNvSpPr/>
            <p:nvPr/>
          </p:nvSpPr>
          <p:spPr>
            <a:xfrm flipH="1" flipV="1">
              <a:off x="1230602" y="2173993"/>
              <a:ext cx="3734491" cy="88411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80808">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7" name="Freeform 5">
              <a:extLst>
                <a:ext uri="{FF2B5EF4-FFF2-40B4-BE49-F238E27FC236}">
                  <a16:creationId xmlns:a16="http://schemas.microsoft.com/office/drawing/2014/main" id="{44996923-9FCD-496D-AFBE-5A81DF0CAEAD}"/>
                </a:ext>
              </a:extLst>
            </p:cNvPr>
            <p:cNvSpPr>
              <a:spLocks noEditPoints="1"/>
            </p:cNvSpPr>
            <p:nvPr/>
          </p:nvSpPr>
          <p:spPr bwMode="auto">
            <a:xfrm>
              <a:off x="2330450" y="1241425"/>
              <a:ext cx="3076575" cy="1158875"/>
            </a:xfrm>
            <a:custGeom>
              <a:avLst/>
              <a:gdLst>
                <a:gd name="T0" fmla="*/ 642 w 790"/>
                <a:gd name="T1" fmla="*/ 0 h 296"/>
                <a:gd name="T2" fmla="*/ 0 w 790"/>
                <a:gd name="T3" fmla="*/ 0 h 296"/>
                <a:gd name="T4" fmla="*/ 0 w 790"/>
                <a:gd name="T5" fmla="*/ 289 h 296"/>
                <a:gd name="T6" fmla="*/ 642 w 790"/>
                <a:gd name="T7" fmla="*/ 296 h 296"/>
                <a:gd name="T8" fmla="*/ 790 w 790"/>
                <a:gd name="T9" fmla="*/ 148 h 296"/>
                <a:gd name="T10" fmla="*/ 642 w 790"/>
                <a:gd name="T11" fmla="*/ 0 h 296"/>
                <a:gd name="T12" fmla="*/ 642 w 790"/>
                <a:gd name="T13" fmla="*/ 276 h 296"/>
                <a:gd name="T14" fmla="*/ 514 w 790"/>
                <a:gd name="T15" fmla="*/ 148 h 296"/>
                <a:gd name="T16" fmla="*/ 642 w 790"/>
                <a:gd name="T17" fmla="*/ 19 h 296"/>
                <a:gd name="T18" fmla="*/ 771 w 790"/>
                <a:gd name="T19" fmla="*/ 148 h 296"/>
                <a:gd name="T20" fmla="*/ 642 w 790"/>
                <a:gd name="T21" fmla="*/ 27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0" h="296">
                  <a:moveTo>
                    <a:pt x="642" y="0"/>
                  </a:moveTo>
                  <a:cubicBezTo>
                    <a:pt x="0" y="0"/>
                    <a:pt x="0" y="0"/>
                    <a:pt x="0" y="0"/>
                  </a:cubicBezTo>
                  <a:cubicBezTo>
                    <a:pt x="0" y="289"/>
                    <a:pt x="0" y="289"/>
                    <a:pt x="0" y="289"/>
                  </a:cubicBezTo>
                  <a:cubicBezTo>
                    <a:pt x="642" y="296"/>
                    <a:pt x="642" y="296"/>
                    <a:pt x="642" y="296"/>
                  </a:cubicBezTo>
                  <a:cubicBezTo>
                    <a:pt x="724" y="296"/>
                    <a:pt x="790" y="229"/>
                    <a:pt x="790" y="148"/>
                  </a:cubicBezTo>
                  <a:cubicBezTo>
                    <a:pt x="790" y="66"/>
                    <a:pt x="724" y="0"/>
                    <a:pt x="642" y="0"/>
                  </a:cubicBezTo>
                  <a:close/>
                  <a:moveTo>
                    <a:pt x="642" y="276"/>
                  </a:moveTo>
                  <a:cubicBezTo>
                    <a:pt x="571" y="276"/>
                    <a:pt x="514" y="219"/>
                    <a:pt x="514" y="148"/>
                  </a:cubicBezTo>
                  <a:cubicBezTo>
                    <a:pt x="514" y="76"/>
                    <a:pt x="571" y="19"/>
                    <a:pt x="642" y="19"/>
                  </a:cubicBezTo>
                  <a:cubicBezTo>
                    <a:pt x="714" y="19"/>
                    <a:pt x="771" y="76"/>
                    <a:pt x="771" y="148"/>
                  </a:cubicBezTo>
                  <a:cubicBezTo>
                    <a:pt x="771" y="219"/>
                    <a:pt x="714" y="276"/>
                    <a:pt x="642" y="276"/>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8" name="Freeform 6">
              <a:extLst>
                <a:ext uri="{FF2B5EF4-FFF2-40B4-BE49-F238E27FC236}">
                  <a16:creationId xmlns:a16="http://schemas.microsoft.com/office/drawing/2014/main" id="{F578DFE8-D67F-4F6A-AD7F-E30F138DFA9A}"/>
                </a:ext>
              </a:extLst>
            </p:cNvPr>
            <p:cNvSpPr>
              <a:spLocks noEditPoints="1"/>
            </p:cNvSpPr>
            <p:nvPr/>
          </p:nvSpPr>
          <p:spPr bwMode="auto">
            <a:xfrm>
              <a:off x="2314576" y="1212850"/>
              <a:ext cx="3070225" cy="1160463"/>
            </a:xfrm>
            <a:custGeom>
              <a:avLst/>
              <a:gdLst>
                <a:gd name="T0" fmla="*/ 640 w 788"/>
                <a:gd name="T1" fmla="*/ 0 h 296"/>
                <a:gd name="T2" fmla="*/ 0 w 788"/>
                <a:gd name="T3" fmla="*/ 0 h 296"/>
                <a:gd name="T4" fmla="*/ 0 w 788"/>
                <a:gd name="T5" fmla="*/ 296 h 296"/>
                <a:gd name="T6" fmla="*/ 640 w 788"/>
                <a:gd name="T7" fmla="*/ 296 h 296"/>
                <a:gd name="T8" fmla="*/ 788 w 788"/>
                <a:gd name="T9" fmla="*/ 148 h 296"/>
                <a:gd name="T10" fmla="*/ 640 w 788"/>
                <a:gd name="T11" fmla="*/ 0 h 296"/>
                <a:gd name="T12" fmla="*/ 640 w 788"/>
                <a:gd name="T13" fmla="*/ 277 h 296"/>
                <a:gd name="T14" fmla="*/ 511 w 788"/>
                <a:gd name="T15" fmla="*/ 148 h 296"/>
                <a:gd name="T16" fmla="*/ 640 w 788"/>
                <a:gd name="T17" fmla="*/ 19 h 296"/>
                <a:gd name="T18" fmla="*/ 769 w 788"/>
                <a:gd name="T19" fmla="*/ 148 h 296"/>
                <a:gd name="T20" fmla="*/ 640 w 788"/>
                <a:gd name="T21" fmla="*/ 27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8" h="296">
                  <a:moveTo>
                    <a:pt x="640" y="0"/>
                  </a:moveTo>
                  <a:cubicBezTo>
                    <a:pt x="0" y="0"/>
                    <a:pt x="0" y="0"/>
                    <a:pt x="0" y="0"/>
                  </a:cubicBezTo>
                  <a:cubicBezTo>
                    <a:pt x="0" y="296"/>
                    <a:pt x="0" y="296"/>
                    <a:pt x="0" y="296"/>
                  </a:cubicBezTo>
                  <a:cubicBezTo>
                    <a:pt x="640" y="296"/>
                    <a:pt x="640" y="296"/>
                    <a:pt x="640" y="296"/>
                  </a:cubicBezTo>
                  <a:cubicBezTo>
                    <a:pt x="722" y="296"/>
                    <a:pt x="788" y="230"/>
                    <a:pt x="788" y="148"/>
                  </a:cubicBezTo>
                  <a:cubicBezTo>
                    <a:pt x="788" y="66"/>
                    <a:pt x="722" y="0"/>
                    <a:pt x="640" y="0"/>
                  </a:cubicBezTo>
                  <a:close/>
                  <a:moveTo>
                    <a:pt x="640" y="277"/>
                  </a:moveTo>
                  <a:cubicBezTo>
                    <a:pt x="569" y="277"/>
                    <a:pt x="511" y="219"/>
                    <a:pt x="511" y="148"/>
                  </a:cubicBezTo>
                  <a:cubicBezTo>
                    <a:pt x="511" y="77"/>
                    <a:pt x="569" y="19"/>
                    <a:pt x="640" y="19"/>
                  </a:cubicBezTo>
                  <a:cubicBezTo>
                    <a:pt x="711" y="19"/>
                    <a:pt x="769" y="77"/>
                    <a:pt x="769" y="148"/>
                  </a:cubicBezTo>
                  <a:cubicBezTo>
                    <a:pt x="769" y="219"/>
                    <a:pt x="711" y="277"/>
                    <a:pt x="640" y="27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89" name="Rectangle 9">
              <a:extLst>
                <a:ext uri="{FF2B5EF4-FFF2-40B4-BE49-F238E27FC236}">
                  <a16:creationId xmlns:a16="http://schemas.microsoft.com/office/drawing/2014/main" id="{681578F4-6941-4920-A1C5-42153942407D}"/>
                </a:ext>
              </a:extLst>
            </p:cNvPr>
            <p:cNvSpPr>
              <a:spLocks noChangeArrowheads="1"/>
            </p:cNvSpPr>
            <p:nvPr/>
          </p:nvSpPr>
          <p:spPr bwMode="auto">
            <a:xfrm>
              <a:off x="4566359" y="1303338"/>
              <a:ext cx="511357"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UA" sz="6800" b="1" i="0" u="none" strike="noStrike" cap="none" normalizeH="0" baseline="0">
                  <a:ln>
                    <a:noFill/>
                  </a:ln>
                  <a:solidFill>
                    <a:schemeClr val="accent5"/>
                  </a:solidFill>
                  <a:effectLst/>
                  <a:latin typeface="Open Sans Extrabold" panose="020B0906030804020204" pitchFamily="34" charset="0"/>
                </a:rPr>
                <a:t>6</a:t>
              </a:r>
              <a:endParaRPr kumimoji="0" lang="ru-UA" altLang="ru-UA" sz="1800" b="0" i="0" u="none" strike="noStrike" cap="none" normalizeH="0" baseline="0">
                <a:ln>
                  <a:noFill/>
                </a:ln>
                <a:solidFill>
                  <a:schemeClr val="accent5"/>
                </a:solidFill>
                <a:effectLst/>
              </a:endParaRPr>
            </a:p>
          </p:txBody>
        </p:sp>
        <p:grpSp>
          <p:nvGrpSpPr>
            <p:cNvPr id="90" name="Shadow">
              <a:extLst>
                <a:ext uri="{FF2B5EF4-FFF2-40B4-BE49-F238E27FC236}">
                  <a16:creationId xmlns:a16="http://schemas.microsoft.com/office/drawing/2014/main" id="{5F9BC609-1A5D-4096-96B5-B43E0C0C6BE1}"/>
                </a:ext>
              </a:extLst>
            </p:cNvPr>
            <p:cNvGrpSpPr/>
            <p:nvPr/>
          </p:nvGrpSpPr>
          <p:grpSpPr>
            <a:xfrm>
              <a:off x="2007945" y="877757"/>
              <a:ext cx="311393" cy="1968189"/>
              <a:chOff x="1390652" y="2150666"/>
              <a:chExt cx="269875" cy="1705769"/>
            </a:xfrm>
          </p:grpSpPr>
          <p:sp>
            <p:nvSpPr>
              <p:cNvPr id="91" name="Freeform 14">
                <a:extLst>
                  <a:ext uri="{FF2B5EF4-FFF2-40B4-BE49-F238E27FC236}">
                    <a16:creationId xmlns:a16="http://schemas.microsoft.com/office/drawing/2014/main" id="{E0D1BE64-8FD4-4D34-BBEC-53DB1F15004E}"/>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92" name="Rectangle 91">
                <a:extLst>
                  <a:ext uri="{FF2B5EF4-FFF2-40B4-BE49-F238E27FC236}">
                    <a16:creationId xmlns:a16="http://schemas.microsoft.com/office/drawing/2014/main" id="{AAA1624A-7A6E-46FA-9824-4A9BA6985CB9}"/>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73" name="05">
            <a:extLst>
              <a:ext uri="{FF2B5EF4-FFF2-40B4-BE49-F238E27FC236}">
                <a16:creationId xmlns:a16="http://schemas.microsoft.com/office/drawing/2014/main" id="{BFEEB858-6C09-4016-891B-4896B886BF20}"/>
              </a:ext>
            </a:extLst>
          </p:cNvPr>
          <p:cNvGrpSpPr/>
          <p:nvPr/>
        </p:nvGrpSpPr>
        <p:grpSpPr>
          <a:xfrm>
            <a:off x="5809477" y="2503282"/>
            <a:ext cx="4176423" cy="2180346"/>
            <a:chOff x="1230602" y="877757"/>
            <a:chExt cx="4176423" cy="2180346"/>
          </a:xfrm>
        </p:grpSpPr>
        <p:sp>
          <p:nvSpPr>
            <p:cNvPr id="74" name="Right Triangle 34">
              <a:extLst>
                <a:ext uri="{FF2B5EF4-FFF2-40B4-BE49-F238E27FC236}">
                  <a16:creationId xmlns:a16="http://schemas.microsoft.com/office/drawing/2014/main" id="{787274CB-1413-4C21-90E0-0C0D4B6A407E}"/>
                </a:ext>
              </a:extLst>
            </p:cNvPr>
            <p:cNvSpPr/>
            <p:nvPr/>
          </p:nvSpPr>
          <p:spPr>
            <a:xfrm flipH="1" flipV="1">
              <a:off x="1230602" y="2173993"/>
              <a:ext cx="3734491" cy="88411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80808">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5" name="Freeform 5">
              <a:extLst>
                <a:ext uri="{FF2B5EF4-FFF2-40B4-BE49-F238E27FC236}">
                  <a16:creationId xmlns:a16="http://schemas.microsoft.com/office/drawing/2014/main" id="{0214F9A5-DBEB-4D2B-867C-08318062FECE}"/>
                </a:ext>
              </a:extLst>
            </p:cNvPr>
            <p:cNvSpPr>
              <a:spLocks noEditPoints="1"/>
            </p:cNvSpPr>
            <p:nvPr/>
          </p:nvSpPr>
          <p:spPr bwMode="auto">
            <a:xfrm>
              <a:off x="2330450" y="1241425"/>
              <a:ext cx="3076575" cy="1158875"/>
            </a:xfrm>
            <a:custGeom>
              <a:avLst/>
              <a:gdLst>
                <a:gd name="T0" fmla="*/ 642 w 790"/>
                <a:gd name="T1" fmla="*/ 0 h 296"/>
                <a:gd name="T2" fmla="*/ 0 w 790"/>
                <a:gd name="T3" fmla="*/ 0 h 296"/>
                <a:gd name="T4" fmla="*/ 0 w 790"/>
                <a:gd name="T5" fmla="*/ 289 h 296"/>
                <a:gd name="T6" fmla="*/ 642 w 790"/>
                <a:gd name="T7" fmla="*/ 296 h 296"/>
                <a:gd name="T8" fmla="*/ 790 w 790"/>
                <a:gd name="T9" fmla="*/ 148 h 296"/>
                <a:gd name="T10" fmla="*/ 642 w 790"/>
                <a:gd name="T11" fmla="*/ 0 h 296"/>
                <a:gd name="T12" fmla="*/ 642 w 790"/>
                <a:gd name="T13" fmla="*/ 276 h 296"/>
                <a:gd name="T14" fmla="*/ 514 w 790"/>
                <a:gd name="T15" fmla="*/ 148 h 296"/>
                <a:gd name="T16" fmla="*/ 642 w 790"/>
                <a:gd name="T17" fmla="*/ 19 h 296"/>
                <a:gd name="T18" fmla="*/ 771 w 790"/>
                <a:gd name="T19" fmla="*/ 148 h 296"/>
                <a:gd name="T20" fmla="*/ 642 w 790"/>
                <a:gd name="T21" fmla="*/ 27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0" h="296">
                  <a:moveTo>
                    <a:pt x="642" y="0"/>
                  </a:moveTo>
                  <a:cubicBezTo>
                    <a:pt x="0" y="0"/>
                    <a:pt x="0" y="0"/>
                    <a:pt x="0" y="0"/>
                  </a:cubicBezTo>
                  <a:cubicBezTo>
                    <a:pt x="0" y="289"/>
                    <a:pt x="0" y="289"/>
                    <a:pt x="0" y="289"/>
                  </a:cubicBezTo>
                  <a:cubicBezTo>
                    <a:pt x="642" y="296"/>
                    <a:pt x="642" y="296"/>
                    <a:pt x="642" y="296"/>
                  </a:cubicBezTo>
                  <a:cubicBezTo>
                    <a:pt x="724" y="296"/>
                    <a:pt x="790" y="229"/>
                    <a:pt x="790" y="148"/>
                  </a:cubicBezTo>
                  <a:cubicBezTo>
                    <a:pt x="790" y="66"/>
                    <a:pt x="724" y="0"/>
                    <a:pt x="642" y="0"/>
                  </a:cubicBezTo>
                  <a:close/>
                  <a:moveTo>
                    <a:pt x="642" y="276"/>
                  </a:moveTo>
                  <a:cubicBezTo>
                    <a:pt x="571" y="276"/>
                    <a:pt x="514" y="219"/>
                    <a:pt x="514" y="148"/>
                  </a:cubicBezTo>
                  <a:cubicBezTo>
                    <a:pt x="514" y="76"/>
                    <a:pt x="571" y="19"/>
                    <a:pt x="642" y="19"/>
                  </a:cubicBezTo>
                  <a:cubicBezTo>
                    <a:pt x="714" y="19"/>
                    <a:pt x="771" y="76"/>
                    <a:pt x="771" y="148"/>
                  </a:cubicBezTo>
                  <a:cubicBezTo>
                    <a:pt x="771" y="219"/>
                    <a:pt x="714" y="276"/>
                    <a:pt x="642" y="276"/>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6" name="Freeform 6">
              <a:extLst>
                <a:ext uri="{FF2B5EF4-FFF2-40B4-BE49-F238E27FC236}">
                  <a16:creationId xmlns:a16="http://schemas.microsoft.com/office/drawing/2014/main" id="{22F08933-ACBD-49CE-B9FF-F7B98B8AA768}"/>
                </a:ext>
              </a:extLst>
            </p:cNvPr>
            <p:cNvSpPr>
              <a:spLocks noEditPoints="1"/>
            </p:cNvSpPr>
            <p:nvPr/>
          </p:nvSpPr>
          <p:spPr bwMode="auto">
            <a:xfrm>
              <a:off x="2314576" y="1212850"/>
              <a:ext cx="3070225" cy="1160463"/>
            </a:xfrm>
            <a:custGeom>
              <a:avLst/>
              <a:gdLst>
                <a:gd name="T0" fmla="*/ 640 w 788"/>
                <a:gd name="T1" fmla="*/ 0 h 296"/>
                <a:gd name="T2" fmla="*/ 0 w 788"/>
                <a:gd name="T3" fmla="*/ 0 h 296"/>
                <a:gd name="T4" fmla="*/ 0 w 788"/>
                <a:gd name="T5" fmla="*/ 296 h 296"/>
                <a:gd name="T6" fmla="*/ 640 w 788"/>
                <a:gd name="T7" fmla="*/ 296 h 296"/>
                <a:gd name="T8" fmla="*/ 788 w 788"/>
                <a:gd name="T9" fmla="*/ 148 h 296"/>
                <a:gd name="T10" fmla="*/ 640 w 788"/>
                <a:gd name="T11" fmla="*/ 0 h 296"/>
                <a:gd name="T12" fmla="*/ 640 w 788"/>
                <a:gd name="T13" fmla="*/ 277 h 296"/>
                <a:gd name="T14" fmla="*/ 511 w 788"/>
                <a:gd name="T15" fmla="*/ 148 h 296"/>
                <a:gd name="T16" fmla="*/ 640 w 788"/>
                <a:gd name="T17" fmla="*/ 19 h 296"/>
                <a:gd name="T18" fmla="*/ 769 w 788"/>
                <a:gd name="T19" fmla="*/ 148 h 296"/>
                <a:gd name="T20" fmla="*/ 640 w 788"/>
                <a:gd name="T21" fmla="*/ 27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8" h="296">
                  <a:moveTo>
                    <a:pt x="640" y="0"/>
                  </a:moveTo>
                  <a:cubicBezTo>
                    <a:pt x="0" y="0"/>
                    <a:pt x="0" y="0"/>
                    <a:pt x="0" y="0"/>
                  </a:cubicBezTo>
                  <a:cubicBezTo>
                    <a:pt x="0" y="296"/>
                    <a:pt x="0" y="296"/>
                    <a:pt x="0" y="296"/>
                  </a:cubicBezTo>
                  <a:cubicBezTo>
                    <a:pt x="640" y="296"/>
                    <a:pt x="640" y="296"/>
                    <a:pt x="640" y="296"/>
                  </a:cubicBezTo>
                  <a:cubicBezTo>
                    <a:pt x="722" y="296"/>
                    <a:pt x="788" y="230"/>
                    <a:pt x="788" y="148"/>
                  </a:cubicBezTo>
                  <a:cubicBezTo>
                    <a:pt x="788" y="66"/>
                    <a:pt x="722" y="0"/>
                    <a:pt x="640" y="0"/>
                  </a:cubicBezTo>
                  <a:close/>
                  <a:moveTo>
                    <a:pt x="640" y="277"/>
                  </a:moveTo>
                  <a:cubicBezTo>
                    <a:pt x="569" y="277"/>
                    <a:pt x="511" y="219"/>
                    <a:pt x="511" y="148"/>
                  </a:cubicBezTo>
                  <a:cubicBezTo>
                    <a:pt x="511" y="77"/>
                    <a:pt x="569" y="19"/>
                    <a:pt x="640" y="19"/>
                  </a:cubicBezTo>
                  <a:cubicBezTo>
                    <a:pt x="711" y="19"/>
                    <a:pt x="769" y="77"/>
                    <a:pt x="769" y="148"/>
                  </a:cubicBezTo>
                  <a:cubicBezTo>
                    <a:pt x="769" y="219"/>
                    <a:pt x="711" y="277"/>
                    <a:pt x="640" y="27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77" name="Rectangle 9">
              <a:extLst>
                <a:ext uri="{FF2B5EF4-FFF2-40B4-BE49-F238E27FC236}">
                  <a16:creationId xmlns:a16="http://schemas.microsoft.com/office/drawing/2014/main" id="{5031442C-6A5E-436B-8688-E6CBE5ACC8F0}"/>
                </a:ext>
              </a:extLst>
            </p:cNvPr>
            <p:cNvSpPr>
              <a:spLocks noChangeArrowheads="1"/>
            </p:cNvSpPr>
            <p:nvPr/>
          </p:nvSpPr>
          <p:spPr bwMode="auto">
            <a:xfrm>
              <a:off x="4561293" y="1303338"/>
              <a:ext cx="511357"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UA" sz="6800" b="1" i="0" u="none" strike="noStrike" cap="none" normalizeH="0" baseline="0">
                  <a:ln>
                    <a:noFill/>
                  </a:ln>
                  <a:solidFill>
                    <a:schemeClr val="accent4"/>
                  </a:solidFill>
                  <a:effectLst/>
                  <a:latin typeface="Open Sans Extrabold" panose="020B0906030804020204" pitchFamily="34" charset="0"/>
                </a:rPr>
                <a:t>5</a:t>
              </a:r>
              <a:endParaRPr kumimoji="0" lang="ru-UA" altLang="ru-UA" sz="1800" b="0" i="0" u="none" strike="noStrike" cap="none" normalizeH="0" baseline="0">
                <a:ln>
                  <a:noFill/>
                </a:ln>
                <a:solidFill>
                  <a:schemeClr val="accent4"/>
                </a:solidFill>
                <a:effectLst/>
              </a:endParaRPr>
            </a:p>
          </p:txBody>
        </p:sp>
        <p:grpSp>
          <p:nvGrpSpPr>
            <p:cNvPr id="78" name="Shadow">
              <a:extLst>
                <a:ext uri="{FF2B5EF4-FFF2-40B4-BE49-F238E27FC236}">
                  <a16:creationId xmlns:a16="http://schemas.microsoft.com/office/drawing/2014/main" id="{BA354E5D-2D19-410F-9962-AFCCBAC2094B}"/>
                </a:ext>
              </a:extLst>
            </p:cNvPr>
            <p:cNvGrpSpPr/>
            <p:nvPr/>
          </p:nvGrpSpPr>
          <p:grpSpPr>
            <a:xfrm>
              <a:off x="2007945" y="877757"/>
              <a:ext cx="311393" cy="1968189"/>
              <a:chOff x="1390652" y="2150666"/>
              <a:chExt cx="269875" cy="1705769"/>
            </a:xfrm>
          </p:grpSpPr>
          <p:sp>
            <p:nvSpPr>
              <p:cNvPr id="79" name="Freeform 14">
                <a:extLst>
                  <a:ext uri="{FF2B5EF4-FFF2-40B4-BE49-F238E27FC236}">
                    <a16:creationId xmlns:a16="http://schemas.microsoft.com/office/drawing/2014/main" id="{F50FFDE6-B21F-42AE-9CF9-85AF03D03FBE}"/>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0" name="Rectangle 79">
                <a:extLst>
                  <a:ext uri="{FF2B5EF4-FFF2-40B4-BE49-F238E27FC236}">
                    <a16:creationId xmlns:a16="http://schemas.microsoft.com/office/drawing/2014/main" id="{2C4EB131-FAB0-4FD5-94D1-5758B1CFBB5B}"/>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60" name="04">
            <a:extLst>
              <a:ext uri="{FF2B5EF4-FFF2-40B4-BE49-F238E27FC236}">
                <a16:creationId xmlns:a16="http://schemas.microsoft.com/office/drawing/2014/main" id="{C364A634-3C29-454E-8E8D-2763CBB12B6E}"/>
              </a:ext>
            </a:extLst>
          </p:cNvPr>
          <p:cNvGrpSpPr/>
          <p:nvPr/>
        </p:nvGrpSpPr>
        <p:grpSpPr>
          <a:xfrm>
            <a:off x="5809477" y="963276"/>
            <a:ext cx="4176423" cy="2180346"/>
            <a:chOff x="1230602" y="877757"/>
            <a:chExt cx="4176423" cy="2180346"/>
          </a:xfrm>
        </p:grpSpPr>
        <p:sp>
          <p:nvSpPr>
            <p:cNvPr id="61" name="Right Triangle 34">
              <a:extLst>
                <a:ext uri="{FF2B5EF4-FFF2-40B4-BE49-F238E27FC236}">
                  <a16:creationId xmlns:a16="http://schemas.microsoft.com/office/drawing/2014/main" id="{15CFBCAF-A727-4888-94C7-21F1C84F2C0A}"/>
                </a:ext>
              </a:extLst>
            </p:cNvPr>
            <p:cNvSpPr/>
            <p:nvPr/>
          </p:nvSpPr>
          <p:spPr>
            <a:xfrm flipH="1" flipV="1">
              <a:off x="1230602" y="2173993"/>
              <a:ext cx="3734491" cy="88411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80808">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2" name="Freeform 5">
              <a:extLst>
                <a:ext uri="{FF2B5EF4-FFF2-40B4-BE49-F238E27FC236}">
                  <a16:creationId xmlns:a16="http://schemas.microsoft.com/office/drawing/2014/main" id="{3EFC9ABA-DDA0-43EC-BB30-988B749CBFE0}"/>
                </a:ext>
              </a:extLst>
            </p:cNvPr>
            <p:cNvSpPr>
              <a:spLocks noEditPoints="1"/>
            </p:cNvSpPr>
            <p:nvPr/>
          </p:nvSpPr>
          <p:spPr bwMode="auto">
            <a:xfrm>
              <a:off x="2330450" y="1241425"/>
              <a:ext cx="3076575" cy="1158875"/>
            </a:xfrm>
            <a:custGeom>
              <a:avLst/>
              <a:gdLst>
                <a:gd name="T0" fmla="*/ 642 w 790"/>
                <a:gd name="T1" fmla="*/ 0 h 296"/>
                <a:gd name="T2" fmla="*/ 0 w 790"/>
                <a:gd name="T3" fmla="*/ 0 h 296"/>
                <a:gd name="T4" fmla="*/ 0 w 790"/>
                <a:gd name="T5" fmla="*/ 289 h 296"/>
                <a:gd name="T6" fmla="*/ 642 w 790"/>
                <a:gd name="T7" fmla="*/ 296 h 296"/>
                <a:gd name="T8" fmla="*/ 790 w 790"/>
                <a:gd name="T9" fmla="*/ 148 h 296"/>
                <a:gd name="T10" fmla="*/ 642 w 790"/>
                <a:gd name="T11" fmla="*/ 0 h 296"/>
                <a:gd name="T12" fmla="*/ 642 w 790"/>
                <a:gd name="T13" fmla="*/ 276 h 296"/>
                <a:gd name="T14" fmla="*/ 514 w 790"/>
                <a:gd name="T15" fmla="*/ 148 h 296"/>
                <a:gd name="T16" fmla="*/ 642 w 790"/>
                <a:gd name="T17" fmla="*/ 19 h 296"/>
                <a:gd name="T18" fmla="*/ 771 w 790"/>
                <a:gd name="T19" fmla="*/ 148 h 296"/>
                <a:gd name="T20" fmla="*/ 642 w 790"/>
                <a:gd name="T21" fmla="*/ 27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0" h="296">
                  <a:moveTo>
                    <a:pt x="642" y="0"/>
                  </a:moveTo>
                  <a:cubicBezTo>
                    <a:pt x="0" y="0"/>
                    <a:pt x="0" y="0"/>
                    <a:pt x="0" y="0"/>
                  </a:cubicBezTo>
                  <a:cubicBezTo>
                    <a:pt x="0" y="289"/>
                    <a:pt x="0" y="289"/>
                    <a:pt x="0" y="289"/>
                  </a:cubicBezTo>
                  <a:cubicBezTo>
                    <a:pt x="642" y="296"/>
                    <a:pt x="642" y="296"/>
                    <a:pt x="642" y="296"/>
                  </a:cubicBezTo>
                  <a:cubicBezTo>
                    <a:pt x="724" y="296"/>
                    <a:pt x="790" y="229"/>
                    <a:pt x="790" y="148"/>
                  </a:cubicBezTo>
                  <a:cubicBezTo>
                    <a:pt x="790" y="66"/>
                    <a:pt x="724" y="0"/>
                    <a:pt x="642" y="0"/>
                  </a:cubicBezTo>
                  <a:close/>
                  <a:moveTo>
                    <a:pt x="642" y="276"/>
                  </a:moveTo>
                  <a:cubicBezTo>
                    <a:pt x="571" y="276"/>
                    <a:pt x="514" y="219"/>
                    <a:pt x="514" y="148"/>
                  </a:cubicBezTo>
                  <a:cubicBezTo>
                    <a:pt x="514" y="76"/>
                    <a:pt x="571" y="19"/>
                    <a:pt x="642" y="19"/>
                  </a:cubicBezTo>
                  <a:cubicBezTo>
                    <a:pt x="714" y="19"/>
                    <a:pt x="771" y="76"/>
                    <a:pt x="771" y="148"/>
                  </a:cubicBezTo>
                  <a:cubicBezTo>
                    <a:pt x="771" y="219"/>
                    <a:pt x="714" y="276"/>
                    <a:pt x="642" y="276"/>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3" name="Freeform 6">
              <a:extLst>
                <a:ext uri="{FF2B5EF4-FFF2-40B4-BE49-F238E27FC236}">
                  <a16:creationId xmlns:a16="http://schemas.microsoft.com/office/drawing/2014/main" id="{BC1F8A0D-CDB8-4EC0-99A7-F02FDAA96B73}"/>
                </a:ext>
              </a:extLst>
            </p:cNvPr>
            <p:cNvSpPr>
              <a:spLocks noEditPoints="1"/>
            </p:cNvSpPr>
            <p:nvPr/>
          </p:nvSpPr>
          <p:spPr bwMode="auto">
            <a:xfrm>
              <a:off x="2314576" y="1212850"/>
              <a:ext cx="3070225" cy="1160463"/>
            </a:xfrm>
            <a:custGeom>
              <a:avLst/>
              <a:gdLst>
                <a:gd name="T0" fmla="*/ 640 w 788"/>
                <a:gd name="T1" fmla="*/ 0 h 296"/>
                <a:gd name="T2" fmla="*/ 0 w 788"/>
                <a:gd name="T3" fmla="*/ 0 h 296"/>
                <a:gd name="T4" fmla="*/ 0 w 788"/>
                <a:gd name="T5" fmla="*/ 296 h 296"/>
                <a:gd name="T6" fmla="*/ 640 w 788"/>
                <a:gd name="T7" fmla="*/ 296 h 296"/>
                <a:gd name="T8" fmla="*/ 788 w 788"/>
                <a:gd name="T9" fmla="*/ 148 h 296"/>
                <a:gd name="T10" fmla="*/ 640 w 788"/>
                <a:gd name="T11" fmla="*/ 0 h 296"/>
                <a:gd name="T12" fmla="*/ 640 w 788"/>
                <a:gd name="T13" fmla="*/ 277 h 296"/>
                <a:gd name="T14" fmla="*/ 511 w 788"/>
                <a:gd name="T15" fmla="*/ 148 h 296"/>
                <a:gd name="T16" fmla="*/ 640 w 788"/>
                <a:gd name="T17" fmla="*/ 19 h 296"/>
                <a:gd name="T18" fmla="*/ 769 w 788"/>
                <a:gd name="T19" fmla="*/ 148 h 296"/>
                <a:gd name="T20" fmla="*/ 640 w 788"/>
                <a:gd name="T21" fmla="*/ 27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8" h="296">
                  <a:moveTo>
                    <a:pt x="640" y="0"/>
                  </a:moveTo>
                  <a:cubicBezTo>
                    <a:pt x="0" y="0"/>
                    <a:pt x="0" y="0"/>
                    <a:pt x="0" y="0"/>
                  </a:cubicBezTo>
                  <a:cubicBezTo>
                    <a:pt x="0" y="296"/>
                    <a:pt x="0" y="296"/>
                    <a:pt x="0" y="296"/>
                  </a:cubicBezTo>
                  <a:cubicBezTo>
                    <a:pt x="640" y="296"/>
                    <a:pt x="640" y="296"/>
                    <a:pt x="640" y="296"/>
                  </a:cubicBezTo>
                  <a:cubicBezTo>
                    <a:pt x="722" y="296"/>
                    <a:pt x="788" y="230"/>
                    <a:pt x="788" y="148"/>
                  </a:cubicBezTo>
                  <a:cubicBezTo>
                    <a:pt x="788" y="66"/>
                    <a:pt x="722" y="0"/>
                    <a:pt x="640" y="0"/>
                  </a:cubicBezTo>
                  <a:close/>
                  <a:moveTo>
                    <a:pt x="640" y="277"/>
                  </a:moveTo>
                  <a:cubicBezTo>
                    <a:pt x="569" y="277"/>
                    <a:pt x="511" y="219"/>
                    <a:pt x="511" y="148"/>
                  </a:cubicBezTo>
                  <a:cubicBezTo>
                    <a:pt x="511" y="77"/>
                    <a:pt x="569" y="19"/>
                    <a:pt x="640" y="19"/>
                  </a:cubicBezTo>
                  <a:cubicBezTo>
                    <a:pt x="711" y="19"/>
                    <a:pt x="769" y="77"/>
                    <a:pt x="769" y="148"/>
                  </a:cubicBezTo>
                  <a:cubicBezTo>
                    <a:pt x="769" y="219"/>
                    <a:pt x="711" y="277"/>
                    <a:pt x="640" y="27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64" name="Rectangle 9">
              <a:extLst>
                <a:ext uri="{FF2B5EF4-FFF2-40B4-BE49-F238E27FC236}">
                  <a16:creationId xmlns:a16="http://schemas.microsoft.com/office/drawing/2014/main" id="{82C18632-F55C-40C4-BE50-91FFD7726A2A}"/>
                </a:ext>
              </a:extLst>
            </p:cNvPr>
            <p:cNvSpPr>
              <a:spLocks noChangeArrowheads="1"/>
            </p:cNvSpPr>
            <p:nvPr/>
          </p:nvSpPr>
          <p:spPr bwMode="auto">
            <a:xfrm>
              <a:off x="4540160" y="1303338"/>
              <a:ext cx="511357"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UA" sz="6800" b="1" i="0" u="none" strike="noStrike" cap="none" normalizeH="0" baseline="0">
                  <a:ln>
                    <a:noFill/>
                  </a:ln>
                  <a:solidFill>
                    <a:schemeClr val="accent3"/>
                  </a:solidFill>
                  <a:effectLst/>
                  <a:latin typeface="Open Sans Extrabold" panose="020B0906030804020204" pitchFamily="34" charset="0"/>
                </a:rPr>
                <a:t>4</a:t>
              </a:r>
              <a:endParaRPr kumimoji="0" lang="ru-UA" altLang="ru-UA" sz="1800" b="0" i="0" u="none" strike="noStrike" cap="none" normalizeH="0" baseline="0">
                <a:ln>
                  <a:noFill/>
                </a:ln>
                <a:solidFill>
                  <a:schemeClr val="accent3"/>
                </a:solidFill>
                <a:effectLst/>
              </a:endParaRPr>
            </a:p>
          </p:txBody>
        </p:sp>
        <p:grpSp>
          <p:nvGrpSpPr>
            <p:cNvPr id="65" name="Shadow">
              <a:extLst>
                <a:ext uri="{FF2B5EF4-FFF2-40B4-BE49-F238E27FC236}">
                  <a16:creationId xmlns:a16="http://schemas.microsoft.com/office/drawing/2014/main" id="{A695E60F-EAF9-444B-9477-11EBECFF9BAC}"/>
                </a:ext>
              </a:extLst>
            </p:cNvPr>
            <p:cNvGrpSpPr/>
            <p:nvPr/>
          </p:nvGrpSpPr>
          <p:grpSpPr>
            <a:xfrm>
              <a:off x="2007945" y="877757"/>
              <a:ext cx="311393" cy="1968189"/>
              <a:chOff x="1390652" y="2150666"/>
              <a:chExt cx="269875" cy="1705769"/>
            </a:xfrm>
          </p:grpSpPr>
          <p:sp>
            <p:nvSpPr>
              <p:cNvPr id="66" name="Freeform 14">
                <a:extLst>
                  <a:ext uri="{FF2B5EF4-FFF2-40B4-BE49-F238E27FC236}">
                    <a16:creationId xmlns:a16="http://schemas.microsoft.com/office/drawing/2014/main" id="{643BA2F0-64D1-4F0D-AC33-049FBBA484B1}"/>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7" name="Rectangle 66">
                <a:extLst>
                  <a:ext uri="{FF2B5EF4-FFF2-40B4-BE49-F238E27FC236}">
                    <a16:creationId xmlns:a16="http://schemas.microsoft.com/office/drawing/2014/main" id="{BCFD8B29-4D7C-48A7-B090-3699DA8B8B22}"/>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47" name="03">
            <a:extLst>
              <a:ext uri="{FF2B5EF4-FFF2-40B4-BE49-F238E27FC236}">
                <a16:creationId xmlns:a16="http://schemas.microsoft.com/office/drawing/2014/main" id="{16DED30A-C855-4580-BA61-589C4A431015}"/>
              </a:ext>
            </a:extLst>
          </p:cNvPr>
          <p:cNvGrpSpPr/>
          <p:nvPr/>
        </p:nvGrpSpPr>
        <p:grpSpPr>
          <a:xfrm>
            <a:off x="1230602" y="4104765"/>
            <a:ext cx="4176423" cy="2180346"/>
            <a:chOff x="1230602" y="877757"/>
            <a:chExt cx="4176423" cy="2180346"/>
          </a:xfrm>
        </p:grpSpPr>
        <p:sp>
          <p:nvSpPr>
            <p:cNvPr id="48" name="Right Triangle 34">
              <a:extLst>
                <a:ext uri="{FF2B5EF4-FFF2-40B4-BE49-F238E27FC236}">
                  <a16:creationId xmlns:a16="http://schemas.microsoft.com/office/drawing/2014/main" id="{76CBD063-28A6-45F8-AF01-6525BC93F8E7}"/>
                </a:ext>
              </a:extLst>
            </p:cNvPr>
            <p:cNvSpPr/>
            <p:nvPr/>
          </p:nvSpPr>
          <p:spPr>
            <a:xfrm flipH="1" flipV="1">
              <a:off x="1230602" y="2173993"/>
              <a:ext cx="3734491" cy="88411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80808">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9" name="Freeform 5">
              <a:extLst>
                <a:ext uri="{FF2B5EF4-FFF2-40B4-BE49-F238E27FC236}">
                  <a16:creationId xmlns:a16="http://schemas.microsoft.com/office/drawing/2014/main" id="{4320F517-2777-4269-B13D-14EEA7E75AB8}"/>
                </a:ext>
              </a:extLst>
            </p:cNvPr>
            <p:cNvSpPr>
              <a:spLocks noEditPoints="1"/>
            </p:cNvSpPr>
            <p:nvPr/>
          </p:nvSpPr>
          <p:spPr bwMode="auto">
            <a:xfrm>
              <a:off x="2330450" y="1241425"/>
              <a:ext cx="3076575" cy="1158875"/>
            </a:xfrm>
            <a:custGeom>
              <a:avLst/>
              <a:gdLst>
                <a:gd name="T0" fmla="*/ 642 w 790"/>
                <a:gd name="T1" fmla="*/ 0 h 296"/>
                <a:gd name="T2" fmla="*/ 0 w 790"/>
                <a:gd name="T3" fmla="*/ 0 h 296"/>
                <a:gd name="T4" fmla="*/ 0 w 790"/>
                <a:gd name="T5" fmla="*/ 289 h 296"/>
                <a:gd name="T6" fmla="*/ 642 w 790"/>
                <a:gd name="T7" fmla="*/ 296 h 296"/>
                <a:gd name="T8" fmla="*/ 790 w 790"/>
                <a:gd name="T9" fmla="*/ 148 h 296"/>
                <a:gd name="T10" fmla="*/ 642 w 790"/>
                <a:gd name="T11" fmla="*/ 0 h 296"/>
                <a:gd name="T12" fmla="*/ 642 w 790"/>
                <a:gd name="T13" fmla="*/ 276 h 296"/>
                <a:gd name="T14" fmla="*/ 514 w 790"/>
                <a:gd name="T15" fmla="*/ 148 h 296"/>
                <a:gd name="T16" fmla="*/ 642 w 790"/>
                <a:gd name="T17" fmla="*/ 19 h 296"/>
                <a:gd name="T18" fmla="*/ 771 w 790"/>
                <a:gd name="T19" fmla="*/ 148 h 296"/>
                <a:gd name="T20" fmla="*/ 642 w 790"/>
                <a:gd name="T21" fmla="*/ 27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0" h="296">
                  <a:moveTo>
                    <a:pt x="642" y="0"/>
                  </a:moveTo>
                  <a:cubicBezTo>
                    <a:pt x="0" y="0"/>
                    <a:pt x="0" y="0"/>
                    <a:pt x="0" y="0"/>
                  </a:cubicBezTo>
                  <a:cubicBezTo>
                    <a:pt x="0" y="289"/>
                    <a:pt x="0" y="289"/>
                    <a:pt x="0" y="289"/>
                  </a:cubicBezTo>
                  <a:cubicBezTo>
                    <a:pt x="642" y="296"/>
                    <a:pt x="642" y="296"/>
                    <a:pt x="642" y="296"/>
                  </a:cubicBezTo>
                  <a:cubicBezTo>
                    <a:pt x="724" y="296"/>
                    <a:pt x="790" y="229"/>
                    <a:pt x="790" y="148"/>
                  </a:cubicBezTo>
                  <a:cubicBezTo>
                    <a:pt x="790" y="66"/>
                    <a:pt x="724" y="0"/>
                    <a:pt x="642" y="0"/>
                  </a:cubicBezTo>
                  <a:close/>
                  <a:moveTo>
                    <a:pt x="642" y="276"/>
                  </a:moveTo>
                  <a:cubicBezTo>
                    <a:pt x="571" y="276"/>
                    <a:pt x="514" y="219"/>
                    <a:pt x="514" y="148"/>
                  </a:cubicBezTo>
                  <a:cubicBezTo>
                    <a:pt x="514" y="76"/>
                    <a:pt x="571" y="19"/>
                    <a:pt x="642" y="19"/>
                  </a:cubicBezTo>
                  <a:cubicBezTo>
                    <a:pt x="714" y="19"/>
                    <a:pt x="771" y="76"/>
                    <a:pt x="771" y="148"/>
                  </a:cubicBezTo>
                  <a:cubicBezTo>
                    <a:pt x="771" y="219"/>
                    <a:pt x="714" y="276"/>
                    <a:pt x="642" y="276"/>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0" name="Freeform 6">
              <a:extLst>
                <a:ext uri="{FF2B5EF4-FFF2-40B4-BE49-F238E27FC236}">
                  <a16:creationId xmlns:a16="http://schemas.microsoft.com/office/drawing/2014/main" id="{1B690535-03D4-4EFD-84DA-E09C36AC7F3F}"/>
                </a:ext>
              </a:extLst>
            </p:cNvPr>
            <p:cNvSpPr>
              <a:spLocks noEditPoints="1"/>
            </p:cNvSpPr>
            <p:nvPr/>
          </p:nvSpPr>
          <p:spPr bwMode="auto">
            <a:xfrm>
              <a:off x="2314576" y="1212850"/>
              <a:ext cx="3070225" cy="1160463"/>
            </a:xfrm>
            <a:custGeom>
              <a:avLst/>
              <a:gdLst>
                <a:gd name="T0" fmla="*/ 640 w 788"/>
                <a:gd name="T1" fmla="*/ 0 h 296"/>
                <a:gd name="T2" fmla="*/ 0 w 788"/>
                <a:gd name="T3" fmla="*/ 0 h 296"/>
                <a:gd name="T4" fmla="*/ 0 w 788"/>
                <a:gd name="T5" fmla="*/ 296 h 296"/>
                <a:gd name="T6" fmla="*/ 640 w 788"/>
                <a:gd name="T7" fmla="*/ 296 h 296"/>
                <a:gd name="T8" fmla="*/ 788 w 788"/>
                <a:gd name="T9" fmla="*/ 148 h 296"/>
                <a:gd name="T10" fmla="*/ 640 w 788"/>
                <a:gd name="T11" fmla="*/ 0 h 296"/>
                <a:gd name="T12" fmla="*/ 640 w 788"/>
                <a:gd name="T13" fmla="*/ 277 h 296"/>
                <a:gd name="T14" fmla="*/ 511 w 788"/>
                <a:gd name="T15" fmla="*/ 148 h 296"/>
                <a:gd name="T16" fmla="*/ 640 w 788"/>
                <a:gd name="T17" fmla="*/ 19 h 296"/>
                <a:gd name="T18" fmla="*/ 769 w 788"/>
                <a:gd name="T19" fmla="*/ 148 h 296"/>
                <a:gd name="T20" fmla="*/ 640 w 788"/>
                <a:gd name="T21" fmla="*/ 27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8" h="296">
                  <a:moveTo>
                    <a:pt x="640" y="0"/>
                  </a:moveTo>
                  <a:cubicBezTo>
                    <a:pt x="0" y="0"/>
                    <a:pt x="0" y="0"/>
                    <a:pt x="0" y="0"/>
                  </a:cubicBezTo>
                  <a:cubicBezTo>
                    <a:pt x="0" y="296"/>
                    <a:pt x="0" y="296"/>
                    <a:pt x="0" y="296"/>
                  </a:cubicBezTo>
                  <a:cubicBezTo>
                    <a:pt x="640" y="296"/>
                    <a:pt x="640" y="296"/>
                    <a:pt x="640" y="296"/>
                  </a:cubicBezTo>
                  <a:cubicBezTo>
                    <a:pt x="722" y="296"/>
                    <a:pt x="788" y="230"/>
                    <a:pt x="788" y="148"/>
                  </a:cubicBezTo>
                  <a:cubicBezTo>
                    <a:pt x="788" y="66"/>
                    <a:pt x="722" y="0"/>
                    <a:pt x="640" y="0"/>
                  </a:cubicBezTo>
                  <a:close/>
                  <a:moveTo>
                    <a:pt x="640" y="277"/>
                  </a:moveTo>
                  <a:cubicBezTo>
                    <a:pt x="569" y="277"/>
                    <a:pt x="511" y="219"/>
                    <a:pt x="511" y="148"/>
                  </a:cubicBezTo>
                  <a:cubicBezTo>
                    <a:pt x="511" y="77"/>
                    <a:pt x="569" y="19"/>
                    <a:pt x="640" y="19"/>
                  </a:cubicBezTo>
                  <a:cubicBezTo>
                    <a:pt x="711" y="19"/>
                    <a:pt x="769" y="77"/>
                    <a:pt x="769" y="148"/>
                  </a:cubicBezTo>
                  <a:cubicBezTo>
                    <a:pt x="769" y="219"/>
                    <a:pt x="711" y="277"/>
                    <a:pt x="640" y="27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51" name="Rectangle 9">
              <a:extLst>
                <a:ext uri="{FF2B5EF4-FFF2-40B4-BE49-F238E27FC236}">
                  <a16:creationId xmlns:a16="http://schemas.microsoft.com/office/drawing/2014/main" id="{36BB4E9E-8C8A-4F56-BB06-B2D25C1875AF}"/>
                </a:ext>
              </a:extLst>
            </p:cNvPr>
            <p:cNvSpPr>
              <a:spLocks noChangeArrowheads="1"/>
            </p:cNvSpPr>
            <p:nvPr/>
          </p:nvSpPr>
          <p:spPr bwMode="auto">
            <a:xfrm>
              <a:off x="4566359" y="1303338"/>
              <a:ext cx="511357"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UA" sz="6800" b="1" i="0" u="none" strike="noStrike" cap="none" normalizeH="0" baseline="0">
                  <a:ln>
                    <a:noFill/>
                  </a:ln>
                  <a:solidFill>
                    <a:schemeClr val="accent6"/>
                  </a:solidFill>
                  <a:effectLst/>
                  <a:latin typeface="Open Sans Extrabold" panose="020B0906030804020204" pitchFamily="34" charset="0"/>
                </a:rPr>
                <a:t>3</a:t>
              </a:r>
              <a:endParaRPr kumimoji="0" lang="ru-UA" altLang="ru-UA" sz="1800" b="0" i="0" u="none" strike="noStrike" cap="none" normalizeH="0" baseline="0">
                <a:ln>
                  <a:noFill/>
                </a:ln>
                <a:solidFill>
                  <a:schemeClr val="accent6"/>
                </a:solidFill>
                <a:effectLst/>
              </a:endParaRPr>
            </a:p>
          </p:txBody>
        </p:sp>
        <p:grpSp>
          <p:nvGrpSpPr>
            <p:cNvPr id="52" name="Shadow">
              <a:extLst>
                <a:ext uri="{FF2B5EF4-FFF2-40B4-BE49-F238E27FC236}">
                  <a16:creationId xmlns:a16="http://schemas.microsoft.com/office/drawing/2014/main" id="{71DD2DE4-B545-43BA-A507-7D02C425DBFC}"/>
                </a:ext>
              </a:extLst>
            </p:cNvPr>
            <p:cNvGrpSpPr/>
            <p:nvPr/>
          </p:nvGrpSpPr>
          <p:grpSpPr>
            <a:xfrm>
              <a:off x="2007945" y="877757"/>
              <a:ext cx="311393" cy="1968189"/>
              <a:chOff x="1390652" y="2150666"/>
              <a:chExt cx="269875" cy="1705769"/>
            </a:xfrm>
          </p:grpSpPr>
          <p:sp>
            <p:nvSpPr>
              <p:cNvPr id="53" name="Freeform 14">
                <a:extLst>
                  <a:ext uri="{FF2B5EF4-FFF2-40B4-BE49-F238E27FC236}">
                    <a16:creationId xmlns:a16="http://schemas.microsoft.com/office/drawing/2014/main" id="{A2658BDF-D313-4C40-A102-B3DDC79A9442}"/>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4" name="Rectangle 53">
                <a:extLst>
                  <a:ext uri="{FF2B5EF4-FFF2-40B4-BE49-F238E27FC236}">
                    <a16:creationId xmlns:a16="http://schemas.microsoft.com/office/drawing/2014/main" id="{4F81B2D2-AC42-4378-875A-275299C4480E}"/>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34" name="02">
            <a:extLst>
              <a:ext uri="{FF2B5EF4-FFF2-40B4-BE49-F238E27FC236}">
                <a16:creationId xmlns:a16="http://schemas.microsoft.com/office/drawing/2014/main" id="{DE84C461-BE74-4420-A093-40FD100180EC}"/>
              </a:ext>
            </a:extLst>
          </p:cNvPr>
          <p:cNvGrpSpPr/>
          <p:nvPr/>
        </p:nvGrpSpPr>
        <p:grpSpPr>
          <a:xfrm>
            <a:off x="1230602" y="2503282"/>
            <a:ext cx="4176423" cy="2180346"/>
            <a:chOff x="1230602" y="877757"/>
            <a:chExt cx="4176423" cy="2180346"/>
          </a:xfrm>
        </p:grpSpPr>
        <p:sp>
          <p:nvSpPr>
            <p:cNvPr id="35" name="Right Triangle 34">
              <a:extLst>
                <a:ext uri="{FF2B5EF4-FFF2-40B4-BE49-F238E27FC236}">
                  <a16:creationId xmlns:a16="http://schemas.microsoft.com/office/drawing/2014/main" id="{F64C51F6-9854-4AC9-ABC3-B09893896F39}"/>
                </a:ext>
              </a:extLst>
            </p:cNvPr>
            <p:cNvSpPr/>
            <p:nvPr/>
          </p:nvSpPr>
          <p:spPr>
            <a:xfrm flipH="1" flipV="1">
              <a:off x="1230602" y="2173993"/>
              <a:ext cx="3734491" cy="88411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80808">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6" name="Freeform 5">
              <a:extLst>
                <a:ext uri="{FF2B5EF4-FFF2-40B4-BE49-F238E27FC236}">
                  <a16:creationId xmlns:a16="http://schemas.microsoft.com/office/drawing/2014/main" id="{F8772A4B-3CDF-416E-BCF1-9F72F0AFCB58}"/>
                </a:ext>
              </a:extLst>
            </p:cNvPr>
            <p:cNvSpPr>
              <a:spLocks noEditPoints="1"/>
            </p:cNvSpPr>
            <p:nvPr/>
          </p:nvSpPr>
          <p:spPr bwMode="auto">
            <a:xfrm>
              <a:off x="2330450" y="1241425"/>
              <a:ext cx="3076575" cy="1158875"/>
            </a:xfrm>
            <a:custGeom>
              <a:avLst/>
              <a:gdLst>
                <a:gd name="T0" fmla="*/ 642 w 790"/>
                <a:gd name="T1" fmla="*/ 0 h 296"/>
                <a:gd name="T2" fmla="*/ 0 w 790"/>
                <a:gd name="T3" fmla="*/ 0 h 296"/>
                <a:gd name="T4" fmla="*/ 0 w 790"/>
                <a:gd name="T5" fmla="*/ 289 h 296"/>
                <a:gd name="T6" fmla="*/ 642 w 790"/>
                <a:gd name="T7" fmla="*/ 296 h 296"/>
                <a:gd name="T8" fmla="*/ 790 w 790"/>
                <a:gd name="T9" fmla="*/ 148 h 296"/>
                <a:gd name="T10" fmla="*/ 642 w 790"/>
                <a:gd name="T11" fmla="*/ 0 h 296"/>
                <a:gd name="T12" fmla="*/ 642 w 790"/>
                <a:gd name="T13" fmla="*/ 276 h 296"/>
                <a:gd name="T14" fmla="*/ 514 w 790"/>
                <a:gd name="T15" fmla="*/ 148 h 296"/>
                <a:gd name="T16" fmla="*/ 642 w 790"/>
                <a:gd name="T17" fmla="*/ 19 h 296"/>
                <a:gd name="T18" fmla="*/ 771 w 790"/>
                <a:gd name="T19" fmla="*/ 148 h 296"/>
                <a:gd name="T20" fmla="*/ 642 w 790"/>
                <a:gd name="T21" fmla="*/ 27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0" h="296">
                  <a:moveTo>
                    <a:pt x="642" y="0"/>
                  </a:moveTo>
                  <a:cubicBezTo>
                    <a:pt x="0" y="0"/>
                    <a:pt x="0" y="0"/>
                    <a:pt x="0" y="0"/>
                  </a:cubicBezTo>
                  <a:cubicBezTo>
                    <a:pt x="0" y="289"/>
                    <a:pt x="0" y="289"/>
                    <a:pt x="0" y="289"/>
                  </a:cubicBezTo>
                  <a:cubicBezTo>
                    <a:pt x="642" y="296"/>
                    <a:pt x="642" y="296"/>
                    <a:pt x="642" y="296"/>
                  </a:cubicBezTo>
                  <a:cubicBezTo>
                    <a:pt x="724" y="296"/>
                    <a:pt x="790" y="229"/>
                    <a:pt x="790" y="148"/>
                  </a:cubicBezTo>
                  <a:cubicBezTo>
                    <a:pt x="790" y="66"/>
                    <a:pt x="724" y="0"/>
                    <a:pt x="642" y="0"/>
                  </a:cubicBezTo>
                  <a:close/>
                  <a:moveTo>
                    <a:pt x="642" y="276"/>
                  </a:moveTo>
                  <a:cubicBezTo>
                    <a:pt x="571" y="276"/>
                    <a:pt x="514" y="219"/>
                    <a:pt x="514" y="148"/>
                  </a:cubicBezTo>
                  <a:cubicBezTo>
                    <a:pt x="514" y="76"/>
                    <a:pt x="571" y="19"/>
                    <a:pt x="642" y="19"/>
                  </a:cubicBezTo>
                  <a:cubicBezTo>
                    <a:pt x="714" y="19"/>
                    <a:pt x="771" y="76"/>
                    <a:pt x="771" y="148"/>
                  </a:cubicBezTo>
                  <a:cubicBezTo>
                    <a:pt x="771" y="219"/>
                    <a:pt x="714" y="276"/>
                    <a:pt x="642" y="276"/>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6">
              <a:extLst>
                <a:ext uri="{FF2B5EF4-FFF2-40B4-BE49-F238E27FC236}">
                  <a16:creationId xmlns:a16="http://schemas.microsoft.com/office/drawing/2014/main" id="{072BD892-05C1-4810-B63C-6B5896350C49}"/>
                </a:ext>
              </a:extLst>
            </p:cNvPr>
            <p:cNvSpPr>
              <a:spLocks noEditPoints="1"/>
            </p:cNvSpPr>
            <p:nvPr/>
          </p:nvSpPr>
          <p:spPr bwMode="auto">
            <a:xfrm>
              <a:off x="2314576" y="1212850"/>
              <a:ext cx="3070225" cy="1160463"/>
            </a:xfrm>
            <a:custGeom>
              <a:avLst/>
              <a:gdLst>
                <a:gd name="T0" fmla="*/ 640 w 788"/>
                <a:gd name="T1" fmla="*/ 0 h 296"/>
                <a:gd name="T2" fmla="*/ 0 w 788"/>
                <a:gd name="T3" fmla="*/ 0 h 296"/>
                <a:gd name="T4" fmla="*/ 0 w 788"/>
                <a:gd name="T5" fmla="*/ 296 h 296"/>
                <a:gd name="T6" fmla="*/ 640 w 788"/>
                <a:gd name="T7" fmla="*/ 296 h 296"/>
                <a:gd name="T8" fmla="*/ 788 w 788"/>
                <a:gd name="T9" fmla="*/ 148 h 296"/>
                <a:gd name="T10" fmla="*/ 640 w 788"/>
                <a:gd name="T11" fmla="*/ 0 h 296"/>
                <a:gd name="T12" fmla="*/ 640 w 788"/>
                <a:gd name="T13" fmla="*/ 277 h 296"/>
                <a:gd name="T14" fmla="*/ 511 w 788"/>
                <a:gd name="T15" fmla="*/ 148 h 296"/>
                <a:gd name="T16" fmla="*/ 640 w 788"/>
                <a:gd name="T17" fmla="*/ 19 h 296"/>
                <a:gd name="T18" fmla="*/ 769 w 788"/>
                <a:gd name="T19" fmla="*/ 148 h 296"/>
                <a:gd name="T20" fmla="*/ 640 w 788"/>
                <a:gd name="T21" fmla="*/ 27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8" h="296">
                  <a:moveTo>
                    <a:pt x="640" y="0"/>
                  </a:moveTo>
                  <a:cubicBezTo>
                    <a:pt x="0" y="0"/>
                    <a:pt x="0" y="0"/>
                    <a:pt x="0" y="0"/>
                  </a:cubicBezTo>
                  <a:cubicBezTo>
                    <a:pt x="0" y="296"/>
                    <a:pt x="0" y="296"/>
                    <a:pt x="0" y="296"/>
                  </a:cubicBezTo>
                  <a:cubicBezTo>
                    <a:pt x="640" y="296"/>
                    <a:pt x="640" y="296"/>
                    <a:pt x="640" y="296"/>
                  </a:cubicBezTo>
                  <a:cubicBezTo>
                    <a:pt x="722" y="296"/>
                    <a:pt x="788" y="230"/>
                    <a:pt x="788" y="148"/>
                  </a:cubicBezTo>
                  <a:cubicBezTo>
                    <a:pt x="788" y="66"/>
                    <a:pt x="722" y="0"/>
                    <a:pt x="640" y="0"/>
                  </a:cubicBezTo>
                  <a:close/>
                  <a:moveTo>
                    <a:pt x="640" y="277"/>
                  </a:moveTo>
                  <a:cubicBezTo>
                    <a:pt x="569" y="277"/>
                    <a:pt x="511" y="219"/>
                    <a:pt x="511" y="148"/>
                  </a:cubicBezTo>
                  <a:cubicBezTo>
                    <a:pt x="511" y="77"/>
                    <a:pt x="569" y="19"/>
                    <a:pt x="640" y="19"/>
                  </a:cubicBezTo>
                  <a:cubicBezTo>
                    <a:pt x="711" y="19"/>
                    <a:pt x="769" y="77"/>
                    <a:pt x="769" y="148"/>
                  </a:cubicBezTo>
                  <a:cubicBezTo>
                    <a:pt x="769" y="219"/>
                    <a:pt x="711" y="277"/>
                    <a:pt x="640" y="27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Rectangle 9">
              <a:extLst>
                <a:ext uri="{FF2B5EF4-FFF2-40B4-BE49-F238E27FC236}">
                  <a16:creationId xmlns:a16="http://schemas.microsoft.com/office/drawing/2014/main" id="{B73014DD-49FB-47E9-BE18-C941109D2999}"/>
                </a:ext>
              </a:extLst>
            </p:cNvPr>
            <p:cNvSpPr>
              <a:spLocks noChangeArrowheads="1"/>
            </p:cNvSpPr>
            <p:nvPr/>
          </p:nvSpPr>
          <p:spPr bwMode="auto">
            <a:xfrm>
              <a:off x="4561293" y="1303338"/>
              <a:ext cx="511357"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UA" sz="6800" b="1" i="0" u="none" strike="noStrike" cap="none" normalizeH="0" baseline="0">
                  <a:ln>
                    <a:noFill/>
                  </a:ln>
                  <a:solidFill>
                    <a:schemeClr val="accent1"/>
                  </a:solidFill>
                  <a:effectLst/>
                  <a:latin typeface="Open Sans Extrabold" panose="020B0906030804020204" pitchFamily="34" charset="0"/>
                </a:rPr>
                <a:t>2</a:t>
              </a:r>
              <a:endParaRPr kumimoji="0" lang="ru-UA" altLang="ru-UA" sz="1800" b="0" i="0" u="none" strike="noStrike" cap="none" normalizeH="0" baseline="0">
                <a:ln>
                  <a:noFill/>
                </a:ln>
                <a:solidFill>
                  <a:schemeClr val="accent1"/>
                </a:solidFill>
                <a:effectLst/>
              </a:endParaRPr>
            </a:p>
          </p:txBody>
        </p:sp>
        <p:grpSp>
          <p:nvGrpSpPr>
            <p:cNvPr id="39" name="Shadow">
              <a:extLst>
                <a:ext uri="{FF2B5EF4-FFF2-40B4-BE49-F238E27FC236}">
                  <a16:creationId xmlns:a16="http://schemas.microsoft.com/office/drawing/2014/main" id="{71D17DEC-0E04-4F74-8560-7509144648DE}"/>
                </a:ext>
              </a:extLst>
            </p:cNvPr>
            <p:cNvGrpSpPr/>
            <p:nvPr/>
          </p:nvGrpSpPr>
          <p:grpSpPr>
            <a:xfrm>
              <a:off x="2007945" y="877757"/>
              <a:ext cx="311393" cy="1968189"/>
              <a:chOff x="1390652" y="2150666"/>
              <a:chExt cx="269875" cy="1705769"/>
            </a:xfrm>
          </p:grpSpPr>
          <p:sp>
            <p:nvSpPr>
              <p:cNvPr id="40" name="Freeform 14">
                <a:extLst>
                  <a:ext uri="{FF2B5EF4-FFF2-40B4-BE49-F238E27FC236}">
                    <a16:creationId xmlns:a16="http://schemas.microsoft.com/office/drawing/2014/main" id="{295C33E0-258B-4C11-AF1B-FF9D2653B0BF}"/>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1" name="Rectangle 40">
                <a:extLst>
                  <a:ext uri="{FF2B5EF4-FFF2-40B4-BE49-F238E27FC236}">
                    <a16:creationId xmlns:a16="http://schemas.microsoft.com/office/drawing/2014/main" id="{7E6EDC00-53CC-41A6-BFF5-032158460793}"/>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33" name="01">
            <a:extLst>
              <a:ext uri="{FF2B5EF4-FFF2-40B4-BE49-F238E27FC236}">
                <a16:creationId xmlns:a16="http://schemas.microsoft.com/office/drawing/2014/main" id="{CFB9CA49-4D87-4B26-B65D-5D9B3A35F484}"/>
              </a:ext>
            </a:extLst>
          </p:cNvPr>
          <p:cNvGrpSpPr/>
          <p:nvPr/>
        </p:nvGrpSpPr>
        <p:grpSpPr>
          <a:xfrm>
            <a:off x="1230602" y="963276"/>
            <a:ext cx="4176423" cy="2180346"/>
            <a:chOff x="1230602" y="877757"/>
            <a:chExt cx="4176423" cy="2180346"/>
          </a:xfrm>
        </p:grpSpPr>
        <p:sp>
          <p:nvSpPr>
            <p:cNvPr id="17" name="Right Triangle 34">
              <a:extLst>
                <a:ext uri="{FF2B5EF4-FFF2-40B4-BE49-F238E27FC236}">
                  <a16:creationId xmlns:a16="http://schemas.microsoft.com/office/drawing/2014/main" id="{B2406671-3D87-4948-AF41-303F06FA7A3F}"/>
                </a:ext>
              </a:extLst>
            </p:cNvPr>
            <p:cNvSpPr/>
            <p:nvPr/>
          </p:nvSpPr>
          <p:spPr>
            <a:xfrm flipH="1" flipV="1">
              <a:off x="1230602" y="2173993"/>
              <a:ext cx="3734491" cy="88411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80808">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 name="Freeform 5">
              <a:extLst>
                <a:ext uri="{FF2B5EF4-FFF2-40B4-BE49-F238E27FC236}">
                  <a16:creationId xmlns:a16="http://schemas.microsoft.com/office/drawing/2014/main" id="{2ED26FC8-C9F3-4738-869D-359DFA6CE9C6}"/>
                </a:ext>
              </a:extLst>
            </p:cNvPr>
            <p:cNvSpPr>
              <a:spLocks noEditPoints="1"/>
            </p:cNvSpPr>
            <p:nvPr/>
          </p:nvSpPr>
          <p:spPr bwMode="auto">
            <a:xfrm>
              <a:off x="2330450" y="1241425"/>
              <a:ext cx="3076575" cy="1158875"/>
            </a:xfrm>
            <a:custGeom>
              <a:avLst/>
              <a:gdLst>
                <a:gd name="T0" fmla="*/ 642 w 790"/>
                <a:gd name="T1" fmla="*/ 0 h 296"/>
                <a:gd name="T2" fmla="*/ 0 w 790"/>
                <a:gd name="T3" fmla="*/ 0 h 296"/>
                <a:gd name="T4" fmla="*/ 0 w 790"/>
                <a:gd name="T5" fmla="*/ 289 h 296"/>
                <a:gd name="T6" fmla="*/ 642 w 790"/>
                <a:gd name="T7" fmla="*/ 296 h 296"/>
                <a:gd name="T8" fmla="*/ 790 w 790"/>
                <a:gd name="T9" fmla="*/ 148 h 296"/>
                <a:gd name="T10" fmla="*/ 642 w 790"/>
                <a:gd name="T11" fmla="*/ 0 h 296"/>
                <a:gd name="T12" fmla="*/ 642 w 790"/>
                <a:gd name="T13" fmla="*/ 276 h 296"/>
                <a:gd name="T14" fmla="*/ 514 w 790"/>
                <a:gd name="T15" fmla="*/ 148 h 296"/>
                <a:gd name="T16" fmla="*/ 642 w 790"/>
                <a:gd name="T17" fmla="*/ 19 h 296"/>
                <a:gd name="T18" fmla="*/ 771 w 790"/>
                <a:gd name="T19" fmla="*/ 148 h 296"/>
                <a:gd name="T20" fmla="*/ 642 w 790"/>
                <a:gd name="T21" fmla="*/ 27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0" h="296">
                  <a:moveTo>
                    <a:pt x="642" y="0"/>
                  </a:moveTo>
                  <a:cubicBezTo>
                    <a:pt x="0" y="0"/>
                    <a:pt x="0" y="0"/>
                    <a:pt x="0" y="0"/>
                  </a:cubicBezTo>
                  <a:cubicBezTo>
                    <a:pt x="0" y="289"/>
                    <a:pt x="0" y="289"/>
                    <a:pt x="0" y="289"/>
                  </a:cubicBezTo>
                  <a:cubicBezTo>
                    <a:pt x="642" y="296"/>
                    <a:pt x="642" y="296"/>
                    <a:pt x="642" y="296"/>
                  </a:cubicBezTo>
                  <a:cubicBezTo>
                    <a:pt x="724" y="296"/>
                    <a:pt x="790" y="229"/>
                    <a:pt x="790" y="148"/>
                  </a:cubicBezTo>
                  <a:cubicBezTo>
                    <a:pt x="790" y="66"/>
                    <a:pt x="724" y="0"/>
                    <a:pt x="642" y="0"/>
                  </a:cubicBezTo>
                  <a:close/>
                  <a:moveTo>
                    <a:pt x="642" y="276"/>
                  </a:moveTo>
                  <a:cubicBezTo>
                    <a:pt x="571" y="276"/>
                    <a:pt x="514" y="219"/>
                    <a:pt x="514" y="148"/>
                  </a:cubicBezTo>
                  <a:cubicBezTo>
                    <a:pt x="514" y="76"/>
                    <a:pt x="571" y="19"/>
                    <a:pt x="642" y="19"/>
                  </a:cubicBezTo>
                  <a:cubicBezTo>
                    <a:pt x="714" y="19"/>
                    <a:pt x="771" y="76"/>
                    <a:pt x="771" y="148"/>
                  </a:cubicBezTo>
                  <a:cubicBezTo>
                    <a:pt x="771" y="219"/>
                    <a:pt x="714" y="276"/>
                    <a:pt x="642" y="276"/>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6">
              <a:extLst>
                <a:ext uri="{FF2B5EF4-FFF2-40B4-BE49-F238E27FC236}">
                  <a16:creationId xmlns:a16="http://schemas.microsoft.com/office/drawing/2014/main" id="{B5E0CF48-A7A3-4341-B98A-BEE50DF06796}"/>
                </a:ext>
              </a:extLst>
            </p:cNvPr>
            <p:cNvSpPr>
              <a:spLocks noEditPoints="1"/>
            </p:cNvSpPr>
            <p:nvPr/>
          </p:nvSpPr>
          <p:spPr bwMode="auto">
            <a:xfrm>
              <a:off x="2314576" y="1212850"/>
              <a:ext cx="3070225" cy="1160463"/>
            </a:xfrm>
            <a:custGeom>
              <a:avLst/>
              <a:gdLst>
                <a:gd name="T0" fmla="*/ 640 w 788"/>
                <a:gd name="T1" fmla="*/ 0 h 296"/>
                <a:gd name="T2" fmla="*/ 0 w 788"/>
                <a:gd name="T3" fmla="*/ 0 h 296"/>
                <a:gd name="T4" fmla="*/ 0 w 788"/>
                <a:gd name="T5" fmla="*/ 296 h 296"/>
                <a:gd name="T6" fmla="*/ 640 w 788"/>
                <a:gd name="T7" fmla="*/ 296 h 296"/>
                <a:gd name="T8" fmla="*/ 788 w 788"/>
                <a:gd name="T9" fmla="*/ 148 h 296"/>
                <a:gd name="T10" fmla="*/ 640 w 788"/>
                <a:gd name="T11" fmla="*/ 0 h 296"/>
                <a:gd name="T12" fmla="*/ 640 w 788"/>
                <a:gd name="T13" fmla="*/ 277 h 296"/>
                <a:gd name="T14" fmla="*/ 511 w 788"/>
                <a:gd name="T15" fmla="*/ 148 h 296"/>
                <a:gd name="T16" fmla="*/ 640 w 788"/>
                <a:gd name="T17" fmla="*/ 19 h 296"/>
                <a:gd name="T18" fmla="*/ 769 w 788"/>
                <a:gd name="T19" fmla="*/ 148 h 296"/>
                <a:gd name="T20" fmla="*/ 640 w 788"/>
                <a:gd name="T21" fmla="*/ 27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8" h="296">
                  <a:moveTo>
                    <a:pt x="640" y="0"/>
                  </a:moveTo>
                  <a:cubicBezTo>
                    <a:pt x="0" y="0"/>
                    <a:pt x="0" y="0"/>
                    <a:pt x="0" y="0"/>
                  </a:cubicBezTo>
                  <a:cubicBezTo>
                    <a:pt x="0" y="296"/>
                    <a:pt x="0" y="296"/>
                    <a:pt x="0" y="296"/>
                  </a:cubicBezTo>
                  <a:cubicBezTo>
                    <a:pt x="640" y="296"/>
                    <a:pt x="640" y="296"/>
                    <a:pt x="640" y="296"/>
                  </a:cubicBezTo>
                  <a:cubicBezTo>
                    <a:pt x="722" y="296"/>
                    <a:pt x="788" y="230"/>
                    <a:pt x="788" y="148"/>
                  </a:cubicBezTo>
                  <a:cubicBezTo>
                    <a:pt x="788" y="66"/>
                    <a:pt x="722" y="0"/>
                    <a:pt x="640" y="0"/>
                  </a:cubicBezTo>
                  <a:close/>
                  <a:moveTo>
                    <a:pt x="640" y="277"/>
                  </a:moveTo>
                  <a:cubicBezTo>
                    <a:pt x="569" y="277"/>
                    <a:pt x="511" y="219"/>
                    <a:pt x="511" y="148"/>
                  </a:cubicBezTo>
                  <a:cubicBezTo>
                    <a:pt x="511" y="77"/>
                    <a:pt x="569" y="19"/>
                    <a:pt x="640" y="19"/>
                  </a:cubicBezTo>
                  <a:cubicBezTo>
                    <a:pt x="711" y="19"/>
                    <a:pt x="769" y="77"/>
                    <a:pt x="769" y="148"/>
                  </a:cubicBezTo>
                  <a:cubicBezTo>
                    <a:pt x="769" y="219"/>
                    <a:pt x="711" y="277"/>
                    <a:pt x="640" y="27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Rectangle 9">
              <a:extLst>
                <a:ext uri="{FF2B5EF4-FFF2-40B4-BE49-F238E27FC236}">
                  <a16:creationId xmlns:a16="http://schemas.microsoft.com/office/drawing/2014/main" id="{1C954606-5C7C-46AD-A7B0-56EE89007642}"/>
                </a:ext>
              </a:extLst>
            </p:cNvPr>
            <p:cNvSpPr>
              <a:spLocks noChangeArrowheads="1"/>
            </p:cNvSpPr>
            <p:nvPr/>
          </p:nvSpPr>
          <p:spPr bwMode="auto">
            <a:xfrm>
              <a:off x="4540160" y="1303338"/>
              <a:ext cx="511357"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6800" b="1" i="0" u="none" strike="noStrike" cap="none" normalizeH="0" baseline="0">
                  <a:ln>
                    <a:noFill/>
                  </a:ln>
                  <a:solidFill>
                    <a:schemeClr val="accent2"/>
                  </a:solidFill>
                  <a:effectLst/>
                  <a:latin typeface="Open Sans Extrabold" panose="020B0906030804020204" pitchFamily="34" charset="0"/>
                </a:rPr>
                <a:t>1</a:t>
              </a:r>
              <a:endParaRPr kumimoji="0" lang="ru-UA" altLang="ru-UA" sz="1800" b="0" i="0" u="none" strike="noStrike" cap="none" normalizeH="0" baseline="0">
                <a:ln>
                  <a:noFill/>
                </a:ln>
                <a:solidFill>
                  <a:schemeClr val="accent2"/>
                </a:solidFill>
                <a:effectLst/>
              </a:endParaRPr>
            </a:p>
          </p:txBody>
        </p:sp>
        <p:grpSp>
          <p:nvGrpSpPr>
            <p:cNvPr id="14" name="Shadow">
              <a:extLst>
                <a:ext uri="{FF2B5EF4-FFF2-40B4-BE49-F238E27FC236}">
                  <a16:creationId xmlns:a16="http://schemas.microsoft.com/office/drawing/2014/main" id="{6FEBCFA9-13FA-4F3B-AC5E-A2CD4A49FCA6}"/>
                </a:ext>
              </a:extLst>
            </p:cNvPr>
            <p:cNvGrpSpPr/>
            <p:nvPr/>
          </p:nvGrpSpPr>
          <p:grpSpPr>
            <a:xfrm>
              <a:off x="2007945" y="877757"/>
              <a:ext cx="311393" cy="1968189"/>
              <a:chOff x="1390652" y="2150666"/>
              <a:chExt cx="269875" cy="1705769"/>
            </a:xfrm>
          </p:grpSpPr>
          <p:sp>
            <p:nvSpPr>
              <p:cNvPr id="15" name="Freeform 14">
                <a:extLst>
                  <a:ext uri="{FF2B5EF4-FFF2-40B4-BE49-F238E27FC236}">
                    <a16:creationId xmlns:a16="http://schemas.microsoft.com/office/drawing/2014/main" id="{93981913-5BF5-4772-9359-F46F8058BDD6}"/>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6" name="Rectangle 15">
                <a:extLst>
                  <a:ext uri="{FF2B5EF4-FFF2-40B4-BE49-F238E27FC236}">
                    <a16:creationId xmlns:a16="http://schemas.microsoft.com/office/drawing/2014/main" id="{D17A8EB6-AE6B-4C63-8A3A-456B83ADFD76}"/>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19" name="Group 18">
            <a:extLst>
              <a:ext uri="{FF2B5EF4-FFF2-40B4-BE49-F238E27FC236}">
                <a16:creationId xmlns:a16="http://schemas.microsoft.com/office/drawing/2014/main" id="{69957B28-7642-4E25-AC30-3531FBAAD8EF}"/>
              </a:ext>
            </a:extLst>
          </p:cNvPr>
          <p:cNvGrpSpPr/>
          <p:nvPr/>
        </p:nvGrpSpPr>
        <p:grpSpPr>
          <a:xfrm>
            <a:off x="3209925" y="1487282"/>
            <a:ext cx="1112837" cy="800805"/>
            <a:chOff x="3209925" y="1401763"/>
            <a:chExt cx="1112837" cy="800805"/>
          </a:xfrm>
        </p:grpSpPr>
        <p:sp>
          <p:nvSpPr>
            <p:cNvPr id="11" name="Rectangle 8">
              <a:extLst>
                <a:ext uri="{FF2B5EF4-FFF2-40B4-BE49-F238E27FC236}">
                  <a16:creationId xmlns:a16="http://schemas.microsoft.com/office/drawing/2014/main" id="{1DD572E8-BDA0-4FC5-9CDF-F4B2CE940B1D}"/>
                </a:ext>
              </a:extLst>
            </p:cNvPr>
            <p:cNvSpPr>
              <a:spLocks noChangeArrowheads="1"/>
            </p:cNvSpPr>
            <p:nvPr/>
          </p:nvSpPr>
          <p:spPr bwMode="auto">
            <a:xfrm>
              <a:off x="3311436" y="1401763"/>
              <a:ext cx="76302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panose="020B0606030504020204" pitchFamily="34" charset="0"/>
                </a:rPr>
                <a:t>STEP 01</a:t>
              </a:r>
              <a:endParaRPr kumimoji="0" lang="ru-UA" altLang="ru-UA" sz="2400" b="0" i="0" u="none" strike="noStrike" cap="none" normalizeH="0" baseline="0">
                <a:ln>
                  <a:noFill/>
                </a:ln>
                <a:solidFill>
                  <a:schemeClr val="bg2"/>
                </a:solidFill>
                <a:effectLst/>
              </a:endParaRPr>
            </a:p>
          </p:txBody>
        </p:sp>
        <p:sp>
          <p:nvSpPr>
            <p:cNvPr id="18" name="Text Placeholder 33">
              <a:extLst>
                <a:ext uri="{FF2B5EF4-FFF2-40B4-BE49-F238E27FC236}">
                  <a16:creationId xmlns:a16="http://schemas.microsoft.com/office/drawing/2014/main" id="{7FAC9168-3819-4F2E-813C-96ADFF99282D}"/>
                </a:ext>
              </a:extLst>
            </p:cNvPr>
            <p:cNvSpPr txBox="1">
              <a:spLocks/>
            </p:cNvSpPr>
            <p:nvPr/>
          </p:nvSpPr>
          <p:spPr>
            <a:xfrm>
              <a:off x="3209925" y="1652746"/>
              <a:ext cx="1112837" cy="54982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700">
                  <a:solidFill>
                    <a:schemeClr val="bg2"/>
                  </a:solidFill>
                </a:rPr>
                <a:t>Lorem ipsum dolor sit amet, consectetur adipiscing elit, sed do eiusmod tempor</a:t>
              </a:r>
              <a:endParaRPr lang="en-US" sz="700" dirty="0">
                <a:solidFill>
                  <a:schemeClr val="bg2"/>
                </a:solidFill>
              </a:endParaRPr>
            </a:p>
          </p:txBody>
        </p:sp>
      </p:grpSp>
      <p:grpSp>
        <p:nvGrpSpPr>
          <p:cNvPr id="42" name="Group 41">
            <a:extLst>
              <a:ext uri="{FF2B5EF4-FFF2-40B4-BE49-F238E27FC236}">
                <a16:creationId xmlns:a16="http://schemas.microsoft.com/office/drawing/2014/main" id="{9E037D93-4085-42CE-A1C2-51727745EAB9}"/>
              </a:ext>
            </a:extLst>
          </p:cNvPr>
          <p:cNvGrpSpPr/>
          <p:nvPr/>
        </p:nvGrpSpPr>
        <p:grpSpPr>
          <a:xfrm>
            <a:off x="3209925" y="3027288"/>
            <a:ext cx="1112837" cy="800805"/>
            <a:chOff x="3209925" y="1401763"/>
            <a:chExt cx="1112837" cy="800805"/>
          </a:xfrm>
        </p:grpSpPr>
        <p:sp>
          <p:nvSpPr>
            <p:cNvPr id="43" name="Rectangle 8">
              <a:extLst>
                <a:ext uri="{FF2B5EF4-FFF2-40B4-BE49-F238E27FC236}">
                  <a16:creationId xmlns:a16="http://schemas.microsoft.com/office/drawing/2014/main" id="{FE31D6E0-75C6-410A-B100-670D64059F7C}"/>
                </a:ext>
              </a:extLst>
            </p:cNvPr>
            <p:cNvSpPr>
              <a:spLocks noChangeArrowheads="1"/>
            </p:cNvSpPr>
            <p:nvPr/>
          </p:nvSpPr>
          <p:spPr bwMode="auto">
            <a:xfrm>
              <a:off x="3311436" y="1401763"/>
              <a:ext cx="76302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panose="020B0606030504020204" pitchFamily="34" charset="0"/>
                </a:rPr>
                <a:t>STEP 0</a:t>
              </a:r>
              <a:r>
                <a:rPr kumimoji="0" lang="en-US" altLang="ru-UA" sz="1600" b="1" i="0" u="none" strike="noStrike" cap="none" normalizeH="0" baseline="0">
                  <a:ln>
                    <a:noFill/>
                  </a:ln>
                  <a:solidFill>
                    <a:schemeClr val="bg2"/>
                  </a:solidFill>
                  <a:effectLst/>
                  <a:latin typeface="Open Sans" panose="020B0606030504020204" pitchFamily="34" charset="0"/>
                </a:rPr>
                <a:t>2</a:t>
              </a:r>
              <a:endParaRPr kumimoji="0" lang="ru-UA" altLang="ru-UA" sz="2400" b="0" i="0" u="none" strike="noStrike" cap="none" normalizeH="0" baseline="0">
                <a:ln>
                  <a:noFill/>
                </a:ln>
                <a:solidFill>
                  <a:schemeClr val="bg2"/>
                </a:solidFill>
                <a:effectLst/>
              </a:endParaRPr>
            </a:p>
          </p:txBody>
        </p:sp>
        <p:sp>
          <p:nvSpPr>
            <p:cNvPr id="44" name="Text Placeholder 33">
              <a:extLst>
                <a:ext uri="{FF2B5EF4-FFF2-40B4-BE49-F238E27FC236}">
                  <a16:creationId xmlns:a16="http://schemas.microsoft.com/office/drawing/2014/main" id="{9CD319C2-835B-4D2F-99DF-709752C6A41F}"/>
                </a:ext>
              </a:extLst>
            </p:cNvPr>
            <p:cNvSpPr txBox="1">
              <a:spLocks/>
            </p:cNvSpPr>
            <p:nvPr/>
          </p:nvSpPr>
          <p:spPr>
            <a:xfrm>
              <a:off x="3209925" y="1652746"/>
              <a:ext cx="1112837" cy="54982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700">
                  <a:solidFill>
                    <a:schemeClr val="bg2"/>
                  </a:solidFill>
                </a:rPr>
                <a:t>Lorem ipsum dolor sit amet, consectetur adipiscing elit, sed do eiusmod tempor</a:t>
              </a:r>
              <a:endParaRPr lang="en-US" sz="700" dirty="0">
                <a:solidFill>
                  <a:schemeClr val="bg2"/>
                </a:solidFill>
              </a:endParaRPr>
            </a:p>
          </p:txBody>
        </p:sp>
      </p:grpSp>
      <p:grpSp>
        <p:nvGrpSpPr>
          <p:cNvPr id="55" name="Group 54">
            <a:extLst>
              <a:ext uri="{FF2B5EF4-FFF2-40B4-BE49-F238E27FC236}">
                <a16:creationId xmlns:a16="http://schemas.microsoft.com/office/drawing/2014/main" id="{319C1B1D-BDA0-4D1F-82CD-F919547A7880}"/>
              </a:ext>
            </a:extLst>
          </p:cNvPr>
          <p:cNvGrpSpPr/>
          <p:nvPr/>
        </p:nvGrpSpPr>
        <p:grpSpPr>
          <a:xfrm>
            <a:off x="3209925" y="4628771"/>
            <a:ext cx="1112837" cy="800805"/>
            <a:chOff x="3209925" y="1401763"/>
            <a:chExt cx="1112837" cy="800805"/>
          </a:xfrm>
        </p:grpSpPr>
        <p:sp>
          <p:nvSpPr>
            <p:cNvPr id="56" name="Rectangle 8">
              <a:extLst>
                <a:ext uri="{FF2B5EF4-FFF2-40B4-BE49-F238E27FC236}">
                  <a16:creationId xmlns:a16="http://schemas.microsoft.com/office/drawing/2014/main" id="{28F6A76C-0544-48EF-88AC-883CBCCF1530}"/>
                </a:ext>
              </a:extLst>
            </p:cNvPr>
            <p:cNvSpPr>
              <a:spLocks noChangeArrowheads="1"/>
            </p:cNvSpPr>
            <p:nvPr/>
          </p:nvSpPr>
          <p:spPr bwMode="auto">
            <a:xfrm>
              <a:off x="3311436" y="1401763"/>
              <a:ext cx="76302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panose="020B0606030504020204" pitchFamily="34" charset="0"/>
                </a:rPr>
                <a:t>STEP 0</a:t>
              </a:r>
              <a:r>
                <a:rPr kumimoji="0" lang="en-US" altLang="ru-UA" sz="1600" b="1" i="0" u="none" strike="noStrike" cap="none" normalizeH="0" baseline="0">
                  <a:ln>
                    <a:noFill/>
                  </a:ln>
                  <a:solidFill>
                    <a:schemeClr val="bg2"/>
                  </a:solidFill>
                  <a:effectLst/>
                  <a:latin typeface="Open Sans" panose="020B0606030504020204" pitchFamily="34" charset="0"/>
                </a:rPr>
                <a:t>3</a:t>
              </a:r>
              <a:endParaRPr kumimoji="0" lang="ru-UA" altLang="ru-UA" sz="2400" b="0" i="0" u="none" strike="noStrike" cap="none" normalizeH="0" baseline="0">
                <a:ln>
                  <a:noFill/>
                </a:ln>
                <a:solidFill>
                  <a:schemeClr val="bg2"/>
                </a:solidFill>
                <a:effectLst/>
              </a:endParaRPr>
            </a:p>
          </p:txBody>
        </p:sp>
        <p:sp>
          <p:nvSpPr>
            <p:cNvPr id="57" name="Text Placeholder 33">
              <a:extLst>
                <a:ext uri="{FF2B5EF4-FFF2-40B4-BE49-F238E27FC236}">
                  <a16:creationId xmlns:a16="http://schemas.microsoft.com/office/drawing/2014/main" id="{F1EA6C25-E86E-40DC-8BAD-B419209B853C}"/>
                </a:ext>
              </a:extLst>
            </p:cNvPr>
            <p:cNvSpPr txBox="1">
              <a:spLocks/>
            </p:cNvSpPr>
            <p:nvPr/>
          </p:nvSpPr>
          <p:spPr>
            <a:xfrm>
              <a:off x="3209925" y="1652746"/>
              <a:ext cx="1112837" cy="54982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700">
                  <a:solidFill>
                    <a:schemeClr val="bg2"/>
                  </a:solidFill>
                </a:rPr>
                <a:t>Lorem ipsum dolor sit amet, consectetur adipiscing elit, sed do eiusmod tempor</a:t>
              </a:r>
              <a:endParaRPr lang="en-US" sz="700" dirty="0">
                <a:solidFill>
                  <a:schemeClr val="bg2"/>
                </a:solidFill>
              </a:endParaRPr>
            </a:p>
          </p:txBody>
        </p:sp>
      </p:grpSp>
      <p:grpSp>
        <p:nvGrpSpPr>
          <p:cNvPr id="68" name="Group 67">
            <a:extLst>
              <a:ext uri="{FF2B5EF4-FFF2-40B4-BE49-F238E27FC236}">
                <a16:creationId xmlns:a16="http://schemas.microsoft.com/office/drawing/2014/main" id="{47A33A6D-9F6D-4B3D-A6DF-0EA613AE6E31}"/>
              </a:ext>
            </a:extLst>
          </p:cNvPr>
          <p:cNvGrpSpPr/>
          <p:nvPr/>
        </p:nvGrpSpPr>
        <p:grpSpPr>
          <a:xfrm>
            <a:off x="7788800" y="1487282"/>
            <a:ext cx="1112837" cy="800805"/>
            <a:chOff x="3209925" y="1401763"/>
            <a:chExt cx="1112837" cy="800805"/>
          </a:xfrm>
        </p:grpSpPr>
        <p:sp>
          <p:nvSpPr>
            <p:cNvPr id="69" name="Rectangle 8">
              <a:extLst>
                <a:ext uri="{FF2B5EF4-FFF2-40B4-BE49-F238E27FC236}">
                  <a16:creationId xmlns:a16="http://schemas.microsoft.com/office/drawing/2014/main" id="{5AE64D15-717B-4634-AD0C-78B97883B5BC}"/>
                </a:ext>
              </a:extLst>
            </p:cNvPr>
            <p:cNvSpPr>
              <a:spLocks noChangeArrowheads="1"/>
            </p:cNvSpPr>
            <p:nvPr/>
          </p:nvSpPr>
          <p:spPr bwMode="auto">
            <a:xfrm>
              <a:off x="3311436" y="1401763"/>
              <a:ext cx="76302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panose="020B0606030504020204" pitchFamily="34" charset="0"/>
                </a:rPr>
                <a:t>STEP 0</a:t>
              </a:r>
              <a:r>
                <a:rPr kumimoji="0" lang="en-US" altLang="ru-UA" sz="1600" b="1" i="0" u="none" strike="noStrike" cap="none" normalizeH="0" baseline="0">
                  <a:ln>
                    <a:noFill/>
                  </a:ln>
                  <a:solidFill>
                    <a:schemeClr val="bg2"/>
                  </a:solidFill>
                  <a:effectLst/>
                  <a:latin typeface="Open Sans" panose="020B0606030504020204" pitchFamily="34" charset="0"/>
                </a:rPr>
                <a:t>4</a:t>
              </a:r>
              <a:endParaRPr kumimoji="0" lang="ru-UA" altLang="ru-UA" sz="2400" b="0" i="0" u="none" strike="noStrike" cap="none" normalizeH="0" baseline="0">
                <a:ln>
                  <a:noFill/>
                </a:ln>
                <a:solidFill>
                  <a:schemeClr val="bg2"/>
                </a:solidFill>
                <a:effectLst/>
              </a:endParaRPr>
            </a:p>
          </p:txBody>
        </p:sp>
        <p:sp>
          <p:nvSpPr>
            <p:cNvPr id="70" name="Text Placeholder 33">
              <a:extLst>
                <a:ext uri="{FF2B5EF4-FFF2-40B4-BE49-F238E27FC236}">
                  <a16:creationId xmlns:a16="http://schemas.microsoft.com/office/drawing/2014/main" id="{930DD709-7C17-43A5-9335-66F23C818D9F}"/>
                </a:ext>
              </a:extLst>
            </p:cNvPr>
            <p:cNvSpPr txBox="1">
              <a:spLocks/>
            </p:cNvSpPr>
            <p:nvPr/>
          </p:nvSpPr>
          <p:spPr>
            <a:xfrm>
              <a:off x="3209925" y="1652746"/>
              <a:ext cx="1112837" cy="54982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700">
                  <a:solidFill>
                    <a:schemeClr val="bg2"/>
                  </a:solidFill>
                </a:rPr>
                <a:t>Lorem ipsum dolor sit amet, consectetur adipiscing elit, sed do eiusmod tempor</a:t>
              </a:r>
              <a:endParaRPr lang="en-US" sz="700" dirty="0">
                <a:solidFill>
                  <a:schemeClr val="bg2"/>
                </a:solidFill>
              </a:endParaRPr>
            </a:p>
          </p:txBody>
        </p:sp>
      </p:grpSp>
      <p:grpSp>
        <p:nvGrpSpPr>
          <p:cNvPr id="81" name="Group 80">
            <a:extLst>
              <a:ext uri="{FF2B5EF4-FFF2-40B4-BE49-F238E27FC236}">
                <a16:creationId xmlns:a16="http://schemas.microsoft.com/office/drawing/2014/main" id="{060EFEB8-9F03-47CE-BCBD-86F0A256CB95}"/>
              </a:ext>
            </a:extLst>
          </p:cNvPr>
          <p:cNvGrpSpPr/>
          <p:nvPr/>
        </p:nvGrpSpPr>
        <p:grpSpPr>
          <a:xfrm>
            <a:off x="7788800" y="3027288"/>
            <a:ext cx="1112837" cy="800805"/>
            <a:chOff x="3209925" y="1401763"/>
            <a:chExt cx="1112837" cy="800805"/>
          </a:xfrm>
        </p:grpSpPr>
        <p:sp>
          <p:nvSpPr>
            <p:cNvPr id="82" name="Rectangle 8">
              <a:extLst>
                <a:ext uri="{FF2B5EF4-FFF2-40B4-BE49-F238E27FC236}">
                  <a16:creationId xmlns:a16="http://schemas.microsoft.com/office/drawing/2014/main" id="{7F926209-91CE-4FC2-A905-E779EF7CCA85}"/>
                </a:ext>
              </a:extLst>
            </p:cNvPr>
            <p:cNvSpPr>
              <a:spLocks noChangeArrowheads="1"/>
            </p:cNvSpPr>
            <p:nvPr/>
          </p:nvSpPr>
          <p:spPr bwMode="auto">
            <a:xfrm>
              <a:off x="3311436" y="1401763"/>
              <a:ext cx="76302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panose="020B0606030504020204" pitchFamily="34" charset="0"/>
                </a:rPr>
                <a:t>STEP 0</a:t>
              </a:r>
              <a:r>
                <a:rPr kumimoji="0" lang="en-US" altLang="ru-UA" sz="1600" b="1" i="0" u="none" strike="noStrike" cap="none" normalizeH="0" baseline="0">
                  <a:ln>
                    <a:noFill/>
                  </a:ln>
                  <a:solidFill>
                    <a:schemeClr val="bg2"/>
                  </a:solidFill>
                  <a:effectLst/>
                  <a:latin typeface="Open Sans" panose="020B0606030504020204" pitchFamily="34" charset="0"/>
                </a:rPr>
                <a:t>5</a:t>
              </a:r>
              <a:endParaRPr kumimoji="0" lang="ru-UA" altLang="ru-UA" sz="2400" b="0" i="0" u="none" strike="noStrike" cap="none" normalizeH="0" baseline="0">
                <a:ln>
                  <a:noFill/>
                </a:ln>
                <a:solidFill>
                  <a:schemeClr val="bg2"/>
                </a:solidFill>
                <a:effectLst/>
              </a:endParaRPr>
            </a:p>
          </p:txBody>
        </p:sp>
        <p:sp>
          <p:nvSpPr>
            <p:cNvPr id="83" name="Text Placeholder 33">
              <a:extLst>
                <a:ext uri="{FF2B5EF4-FFF2-40B4-BE49-F238E27FC236}">
                  <a16:creationId xmlns:a16="http://schemas.microsoft.com/office/drawing/2014/main" id="{CC3C64A7-2807-4EED-A019-C2EC25329A53}"/>
                </a:ext>
              </a:extLst>
            </p:cNvPr>
            <p:cNvSpPr txBox="1">
              <a:spLocks/>
            </p:cNvSpPr>
            <p:nvPr/>
          </p:nvSpPr>
          <p:spPr>
            <a:xfrm>
              <a:off x="3209925" y="1652746"/>
              <a:ext cx="1112837" cy="54982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700">
                  <a:solidFill>
                    <a:schemeClr val="bg2"/>
                  </a:solidFill>
                </a:rPr>
                <a:t>Lorem ipsum dolor sit amet, consectetur adipiscing elit, sed do eiusmod tempor</a:t>
              </a:r>
              <a:endParaRPr lang="en-US" sz="700" dirty="0">
                <a:solidFill>
                  <a:schemeClr val="bg2"/>
                </a:solidFill>
              </a:endParaRPr>
            </a:p>
          </p:txBody>
        </p:sp>
      </p:grpSp>
      <p:grpSp>
        <p:nvGrpSpPr>
          <p:cNvPr id="93" name="Group 92">
            <a:extLst>
              <a:ext uri="{FF2B5EF4-FFF2-40B4-BE49-F238E27FC236}">
                <a16:creationId xmlns:a16="http://schemas.microsoft.com/office/drawing/2014/main" id="{0A91B8F8-FD68-455C-9F24-D6CAC686EB79}"/>
              </a:ext>
            </a:extLst>
          </p:cNvPr>
          <p:cNvGrpSpPr/>
          <p:nvPr/>
        </p:nvGrpSpPr>
        <p:grpSpPr>
          <a:xfrm>
            <a:off x="7788800" y="4628771"/>
            <a:ext cx="1112837" cy="800805"/>
            <a:chOff x="3209925" y="1401763"/>
            <a:chExt cx="1112837" cy="800805"/>
          </a:xfrm>
        </p:grpSpPr>
        <p:sp>
          <p:nvSpPr>
            <p:cNvPr id="94" name="Rectangle 8">
              <a:extLst>
                <a:ext uri="{FF2B5EF4-FFF2-40B4-BE49-F238E27FC236}">
                  <a16:creationId xmlns:a16="http://schemas.microsoft.com/office/drawing/2014/main" id="{410D0351-F0EB-4B37-BC18-36812AA020D9}"/>
                </a:ext>
              </a:extLst>
            </p:cNvPr>
            <p:cNvSpPr>
              <a:spLocks noChangeArrowheads="1"/>
            </p:cNvSpPr>
            <p:nvPr/>
          </p:nvSpPr>
          <p:spPr bwMode="auto">
            <a:xfrm>
              <a:off x="3311436" y="1401763"/>
              <a:ext cx="76302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bg2"/>
                  </a:solidFill>
                  <a:effectLst/>
                  <a:latin typeface="Open Sans" panose="020B0606030504020204" pitchFamily="34" charset="0"/>
                </a:rPr>
                <a:t>STEP 0</a:t>
              </a:r>
              <a:r>
                <a:rPr kumimoji="0" lang="en-US" altLang="ru-UA" sz="1600" b="1" i="0" u="none" strike="noStrike" cap="none" normalizeH="0" baseline="0">
                  <a:ln>
                    <a:noFill/>
                  </a:ln>
                  <a:solidFill>
                    <a:schemeClr val="bg2"/>
                  </a:solidFill>
                  <a:effectLst/>
                  <a:latin typeface="Open Sans" panose="020B0606030504020204" pitchFamily="34" charset="0"/>
                </a:rPr>
                <a:t>6</a:t>
              </a:r>
              <a:endParaRPr kumimoji="0" lang="ru-UA" altLang="ru-UA" sz="2400" b="0" i="0" u="none" strike="noStrike" cap="none" normalizeH="0" baseline="0">
                <a:ln>
                  <a:noFill/>
                </a:ln>
                <a:solidFill>
                  <a:schemeClr val="bg2"/>
                </a:solidFill>
                <a:effectLst/>
              </a:endParaRPr>
            </a:p>
          </p:txBody>
        </p:sp>
        <p:sp>
          <p:nvSpPr>
            <p:cNvPr id="95" name="Text Placeholder 33">
              <a:extLst>
                <a:ext uri="{FF2B5EF4-FFF2-40B4-BE49-F238E27FC236}">
                  <a16:creationId xmlns:a16="http://schemas.microsoft.com/office/drawing/2014/main" id="{706AD8A0-715B-46F8-9D7A-B816C9A6B9B8}"/>
                </a:ext>
              </a:extLst>
            </p:cNvPr>
            <p:cNvSpPr txBox="1">
              <a:spLocks/>
            </p:cNvSpPr>
            <p:nvPr/>
          </p:nvSpPr>
          <p:spPr>
            <a:xfrm>
              <a:off x="3209925" y="1652746"/>
              <a:ext cx="1112837" cy="54982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700">
                  <a:solidFill>
                    <a:schemeClr val="bg2"/>
                  </a:solidFill>
                </a:rPr>
                <a:t>Lorem ipsum dolor sit amet, consectetur adipiscing elit, sed do eiusmod tempor</a:t>
              </a:r>
              <a:endParaRPr lang="en-US" sz="700" dirty="0">
                <a:solidFill>
                  <a:schemeClr val="bg2"/>
                </a:solidFill>
              </a:endParaRPr>
            </a:p>
          </p:txBody>
        </p:sp>
      </p:grpSp>
      <p:sp>
        <p:nvSpPr>
          <p:cNvPr id="10" name="Oval 7">
            <a:extLst>
              <a:ext uri="{FF2B5EF4-FFF2-40B4-BE49-F238E27FC236}">
                <a16:creationId xmlns:a16="http://schemas.microsoft.com/office/drawing/2014/main" id="{3EEA6654-A1A6-4439-99C7-E7D15D0468CD}"/>
              </a:ext>
            </a:extLst>
          </p:cNvPr>
          <p:cNvSpPr>
            <a:spLocks noChangeArrowheads="1"/>
          </p:cNvSpPr>
          <p:nvPr/>
        </p:nvSpPr>
        <p:spPr bwMode="auto">
          <a:xfrm>
            <a:off x="2424113" y="1487282"/>
            <a:ext cx="774700" cy="7842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45" name="Oval 7">
            <a:extLst>
              <a:ext uri="{FF2B5EF4-FFF2-40B4-BE49-F238E27FC236}">
                <a16:creationId xmlns:a16="http://schemas.microsoft.com/office/drawing/2014/main" id="{288B69B7-95A2-4958-A7E2-F9D7DEA8AA3E}"/>
              </a:ext>
            </a:extLst>
          </p:cNvPr>
          <p:cNvSpPr>
            <a:spLocks noChangeArrowheads="1"/>
          </p:cNvSpPr>
          <p:nvPr/>
        </p:nvSpPr>
        <p:spPr bwMode="auto">
          <a:xfrm>
            <a:off x="2424113" y="3027288"/>
            <a:ext cx="774700" cy="7842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58" name="Oval 7">
            <a:extLst>
              <a:ext uri="{FF2B5EF4-FFF2-40B4-BE49-F238E27FC236}">
                <a16:creationId xmlns:a16="http://schemas.microsoft.com/office/drawing/2014/main" id="{0A376BA5-09C6-4DCA-834A-4FA174016CE1}"/>
              </a:ext>
            </a:extLst>
          </p:cNvPr>
          <p:cNvSpPr>
            <a:spLocks noChangeArrowheads="1"/>
          </p:cNvSpPr>
          <p:nvPr/>
        </p:nvSpPr>
        <p:spPr bwMode="auto">
          <a:xfrm>
            <a:off x="2424113" y="4628771"/>
            <a:ext cx="774700" cy="7842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71" name="Oval 7">
            <a:extLst>
              <a:ext uri="{FF2B5EF4-FFF2-40B4-BE49-F238E27FC236}">
                <a16:creationId xmlns:a16="http://schemas.microsoft.com/office/drawing/2014/main" id="{C374CDC9-9724-4A6E-AA25-775336CC0736}"/>
              </a:ext>
            </a:extLst>
          </p:cNvPr>
          <p:cNvSpPr>
            <a:spLocks noChangeArrowheads="1"/>
          </p:cNvSpPr>
          <p:nvPr/>
        </p:nvSpPr>
        <p:spPr bwMode="auto">
          <a:xfrm>
            <a:off x="7002988" y="1487282"/>
            <a:ext cx="774700" cy="7842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84" name="Oval 7">
            <a:extLst>
              <a:ext uri="{FF2B5EF4-FFF2-40B4-BE49-F238E27FC236}">
                <a16:creationId xmlns:a16="http://schemas.microsoft.com/office/drawing/2014/main" id="{F8DC6AD4-C732-478F-A6EE-6DE63C3F0F5B}"/>
              </a:ext>
            </a:extLst>
          </p:cNvPr>
          <p:cNvSpPr>
            <a:spLocks noChangeArrowheads="1"/>
          </p:cNvSpPr>
          <p:nvPr/>
        </p:nvSpPr>
        <p:spPr bwMode="auto">
          <a:xfrm>
            <a:off x="7002988" y="3027288"/>
            <a:ext cx="774700" cy="7842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96" name="Oval 7">
            <a:extLst>
              <a:ext uri="{FF2B5EF4-FFF2-40B4-BE49-F238E27FC236}">
                <a16:creationId xmlns:a16="http://schemas.microsoft.com/office/drawing/2014/main" id="{85BA8AA7-2E87-4AEA-B202-D2DBF104C344}"/>
              </a:ext>
            </a:extLst>
          </p:cNvPr>
          <p:cNvSpPr>
            <a:spLocks noChangeArrowheads="1"/>
          </p:cNvSpPr>
          <p:nvPr/>
        </p:nvSpPr>
        <p:spPr bwMode="auto">
          <a:xfrm>
            <a:off x="7002988" y="4628771"/>
            <a:ext cx="774700" cy="7842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0">
            <a:extLst>
              <a:ext uri="{FF2B5EF4-FFF2-40B4-BE49-F238E27FC236}">
                <a16:creationId xmlns:a16="http://schemas.microsoft.com/office/drawing/2014/main" id="{703D5CA2-E82E-41FF-9C9B-0FD15808B606}"/>
              </a:ext>
            </a:extLst>
          </p:cNvPr>
          <p:cNvSpPr>
            <a:spLocks noEditPoints="1"/>
          </p:cNvSpPr>
          <p:nvPr/>
        </p:nvSpPr>
        <p:spPr bwMode="auto">
          <a:xfrm>
            <a:off x="2528888" y="1719057"/>
            <a:ext cx="565150" cy="320675"/>
          </a:xfrm>
          <a:custGeom>
            <a:avLst/>
            <a:gdLst>
              <a:gd name="T0" fmla="*/ 34 w 145"/>
              <a:gd name="T1" fmla="*/ 67 h 82"/>
              <a:gd name="T2" fmla="*/ 34 w 145"/>
              <a:gd name="T3" fmla="*/ 61 h 82"/>
              <a:gd name="T4" fmla="*/ 42 w 145"/>
              <a:gd name="T5" fmla="*/ 53 h 82"/>
              <a:gd name="T6" fmla="*/ 47 w 145"/>
              <a:gd name="T7" fmla="*/ 57 h 82"/>
              <a:gd name="T8" fmla="*/ 40 w 145"/>
              <a:gd name="T9" fmla="*/ 66 h 82"/>
              <a:gd name="T10" fmla="*/ 88 w 145"/>
              <a:gd name="T11" fmla="*/ 59 h 82"/>
              <a:gd name="T12" fmla="*/ 106 w 145"/>
              <a:gd name="T13" fmla="*/ 67 h 82"/>
              <a:gd name="T14" fmla="*/ 106 w 145"/>
              <a:gd name="T15" fmla="*/ 59 h 82"/>
              <a:gd name="T16" fmla="*/ 89 w 145"/>
              <a:gd name="T17" fmla="*/ 73 h 82"/>
              <a:gd name="T18" fmla="*/ 97 w 145"/>
              <a:gd name="T19" fmla="*/ 73 h 82"/>
              <a:gd name="T20" fmla="*/ 98 w 145"/>
              <a:gd name="T21" fmla="*/ 67 h 82"/>
              <a:gd name="T22" fmla="*/ 79 w 145"/>
              <a:gd name="T23" fmla="*/ 78 h 82"/>
              <a:gd name="T24" fmla="*/ 87 w 145"/>
              <a:gd name="T25" fmla="*/ 79 h 82"/>
              <a:gd name="T26" fmla="*/ 89 w 145"/>
              <a:gd name="T27" fmla="*/ 73 h 82"/>
              <a:gd name="T28" fmla="*/ 68 w 145"/>
              <a:gd name="T29" fmla="*/ 80 h 82"/>
              <a:gd name="T30" fmla="*/ 77 w 145"/>
              <a:gd name="T31" fmla="*/ 79 h 82"/>
              <a:gd name="T32" fmla="*/ 46 w 145"/>
              <a:gd name="T33" fmla="*/ 73 h 82"/>
              <a:gd name="T34" fmla="*/ 56 w 145"/>
              <a:gd name="T35" fmla="*/ 56 h 82"/>
              <a:gd name="T36" fmla="*/ 50 w 145"/>
              <a:gd name="T37" fmla="*/ 56 h 82"/>
              <a:gd name="T38" fmla="*/ 40 w 145"/>
              <a:gd name="T39" fmla="*/ 73 h 82"/>
              <a:gd name="T40" fmla="*/ 46 w 145"/>
              <a:gd name="T41" fmla="*/ 73 h 82"/>
              <a:gd name="T42" fmla="*/ 63 w 145"/>
              <a:gd name="T43" fmla="*/ 67 h 82"/>
              <a:gd name="T44" fmla="*/ 60 w 145"/>
              <a:gd name="T45" fmla="*/ 59 h 82"/>
              <a:gd name="T46" fmla="*/ 48 w 145"/>
              <a:gd name="T47" fmla="*/ 71 h 82"/>
              <a:gd name="T48" fmla="*/ 52 w 145"/>
              <a:gd name="T49" fmla="*/ 78 h 82"/>
              <a:gd name="T50" fmla="*/ 67 w 145"/>
              <a:gd name="T51" fmla="*/ 76 h 82"/>
              <a:gd name="T52" fmla="*/ 68 w 145"/>
              <a:gd name="T53" fmla="*/ 68 h 82"/>
              <a:gd name="T54" fmla="*/ 62 w 145"/>
              <a:gd name="T55" fmla="*/ 69 h 82"/>
              <a:gd name="T56" fmla="*/ 57 w 145"/>
              <a:gd name="T57" fmla="*/ 80 h 82"/>
              <a:gd name="T58" fmla="*/ 63 w 145"/>
              <a:gd name="T59" fmla="*/ 80 h 82"/>
              <a:gd name="T60" fmla="*/ 124 w 145"/>
              <a:gd name="T61" fmla="*/ 1 h 82"/>
              <a:gd name="T62" fmla="*/ 120 w 145"/>
              <a:gd name="T63" fmla="*/ 49 h 82"/>
              <a:gd name="T64" fmla="*/ 145 w 145"/>
              <a:gd name="T65" fmla="*/ 39 h 82"/>
              <a:gd name="T66" fmla="*/ 78 w 145"/>
              <a:gd name="T67" fmla="*/ 21 h 82"/>
              <a:gd name="T68" fmla="*/ 71 w 145"/>
              <a:gd name="T69" fmla="*/ 22 h 82"/>
              <a:gd name="T70" fmla="*/ 50 w 145"/>
              <a:gd name="T71" fmla="*/ 32 h 82"/>
              <a:gd name="T72" fmla="*/ 69 w 145"/>
              <a:gd name="T73" fmla="*/ 37 h 82"/>
              <a:gd name="T74" fmla="*/ 106 w 145"/>
              <a:gd name="T75" fmla="*/ 59 h 82"/>
              <a:gd name="T76" fmla="*/ 113 w 145"/>
              <a:gd name="T77" fmla="*/ 51 h 82"/>
              <a:gd name="T78" fmla="*/ 106 w 145"/>
              <a:gd name="T79" fmla="*/ 59 h 82"/>
              <a:gd name="T80" fmla="*/ 37 w 145"/>
              <a:gd name="T81" fmla="*/ 58 h 82"/>
              <a:gd name="T82" fmla="*/ 21 w 145"/>
              <a:gd name="T83" fmla="*/ 54 h 82"/>
              <a:gd name="T84" fmla="*/ 30 w 145"/>
              <a:gd name="T85" fmla="*/ 0 h 82"/>
              <a:gd name="T86" fmla="*/ 35 w 145"/>
              <a:gd name="T87" fmla="*/ 59 h 82"/>
              <a:gd name="T88" fmla="*/ 48 w 145"/>
              <a:gd name="T89" fmla="*/ 2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5" h="82">
                <a:moveTo>
                  <a:pt x="38" y="68"/>
                </a:moveTo>
                <a:cubicBezTo>
                  <a:pt x="37" y="68"/>
                  <a:pt x="35" y="68"/>
                  <a:pt x="34" y="67"/>
                </a:cubicBezTo>
                <a:cubicBezTo>
                  <a:pt x="33" y="66"/>
                  <a:pt x="33" y="65"/>
                  <a:pt x="33" y="64"/>
                </a:cubicBezTo>
                <a:cubicBezTo>
                  <a:pt x="33" y="63"/>
                  <a:pt x="33" y="61"/>
                  <a:pt x="34" y="61"/>
                </a:cubicBezTo>
                <a:cubicBezTo>
                  <a:pt x="40" y="54"/>
                  <a:pt x="40" y="54"/>
                  <a:pt x="40" y="54"/>
                </a:cubicBezTo>
                <a:cubicBezTo>
                  <a:pt x="40" y="54"/>
                  <a:pt x="41" y="53"/>
                  <a:pt x="42" y="53"/>
                </a:cubicBezTo>
                <a:cubicBezTo>
                  <a:pt x="43" y="53"/>
                  <a:pt x="45" y="53"/>
                  <a:pt x="46" y="54"/>
                </a:cubicBezTo>
                <a:cubicBezTo>
                  <a:pt x="47" y="55"/>
                  <a:pt x="47" y="56"/>
                  <a:pt x="47" y="57"/>
                </a:cubicBezTo>
                <a:cubicBezTo>
                  <a:pt x="47" y="58"/>
                  <a:pt x="47" y="59"/>
                  <a:pt x="46" y="60"/>
                </a:cubicBezTo>
                <a:cubicBezTo>
                  <a:pt x="40" y="66"/>
                  <a:pt x="40" y="66"/>
                  <a:pt x="40" y="66"/>
                </a:cubicBezTo>
                <a:cubicBezTo>
                  <a:pt x="40" y="67"/>
                  <a:pt x="39" y="68"/>
                  <a:pt x="38" y="68"/>
                </a:cubicBezTo>
                <a:close/>
                <a:moveTo>
                  <a:pt x="88" y="59"/>
                </a:moveTo>
                <a:cubicBezTo>
                  <a:pt x="88" y="59"/>
                  <a:pt x="99" y="68"/>
                  <a:pt x="101" y="68"/>
                </a:cubicBezTo>
                <a:cubicBezTo>
                  <a:pt x="104" y="69"/>
                  <a:pt x="104" y="68"/>
                  <a:pt x="106" y="67"/>
                </a:cubicBezTo>
                <a:cubicBezTo>
                  <a:pt x="107" y="66"/>
                  <a:pt x="108" y="64"/>
                  <a:pt x="107" y="62"/>
                </a:cubicBezTo>
                <a:cubicBezTo>
                  <a:pt x="107" y="61"/>
                  <a:pt x="107" y="60"/>
                  <a:pt x="106" y="59"/>
                </a:cubicBezTo>
                <a:moveTo>
                  <a:pt x="80" y="65"/>
                </a:moveTo>
                <a:cubicBezTo>
                  <a:pt x="89" y="73"/>
                  <a:pt x="89" y="73"/>
                  <a:pt x="89" y="73"/>
                </a:cubicBezTo>
                <a:cubicBezTo>
                  <a:pt x="90" y="74"/>
                  <a:pt x="91" y="74"/>
                  <a:pt x="93" y="75"/>
                </a:cubicBezTo>
                <a:cubicBezTo>
                  <a:pt x="94" y="75"/>
                  <a:pt x="96" y="74"/>
                  <a:pt x="97" y="73"/>
                </a:cubicBezTo>
                <a:cubicBezTo>
                  <a:pt x="98" y="72"/>
                  <a:pt x="99" y="70"/>
                  <a:pt x="99" y="69"/>
                </a:cubicBezTo>
                <a:cubicBezTo>
                  <a:pt x="99" y="68"/>
                  <a:pt x="98" y="67"/>
                  <a:pt x="98" y="67"/>
                </a:cubicBezTo>
                <a:moveTo>
                  <a:pt x="75" y="74"/>
                </a:moveTo>
                <a:cubicBezTo>
                  <a:pt x="79" y="78"/>
                  <a:pt x="79" y="78"/>
                  <a:pt x="79" y="78"/>
                </a:cubicBezTo>
                <a:cubicBezTo>
                  <a:pt x="80" y="79"/>
                  <a:pt x="81" y="80"/>
                  <a:pt x="83" y="80"/>
                </a:cubicBezTo>
                <a:cubicBezTo>
                  <a:pt x="84" y="80"/>
                  <a:pt x="86" y="80"/>
                  <a:pt x="87" y="79"/>
                </a:cubicBezTo>
                <a:cubicBezTo>
                  <a:pt x="88" y="78"/>
                  <a:pt x="89" y="76"/>
                  <a:pt x="89" y="74"/>
                </a:cubicBezTo>
                <a:cubicBezTo>
                  <a:pt x="89" y="74"/>
                  <a:pt x="89" y="73"/>
                  <a:pt x="89" y="73"/>
                </a:cubicBezTo>
                <a:moveTo>
                  <a:pt x="65" y="78"/>
                </a:moveTo>
                <a:cubicBezTo>
                  <a:pt x="68" y="80"/>
                  <a:pt x="68" y="80"/>
                  <a:pt x="68" y="80"/>
                </a:cubicBezTo>
                <a:cubicBezTo>
                  <a:pt x="69" y="80"/>
                  <a:pt x="71" y="81"/>
                  <a:pt x="73" y="81"/>
                </a:cubicBezTo>
                <a:cubicBezTo>
                  <a:pt x="75" y="80"/>
                  <a:pt x="76" y="80"/>
                  <a:pt x="77" y="79"/>
                </a:cubicBezTo>
                <a:cubicBezTo>
                  <a:pt x="78" y="79"/>
                  <a:pt x="78" y="78"/>
                  <a:pt x="78" y="78"/>
                </a:cubicBezTo>
                <a:moveTo>
                  <a:pt x="46" y="73"/>
                </a:moveTo>
                <a:cubicBezTo>
                  <a:pt x="56" y="62"/>
                  <a:pt x="56" y="62"/>
                  <a:pt x="56" y="62"/>
                </a:cubicBezTo>
                <a:cubicBezTo>
                  <a:pt x="58" y="60"/>
                  <a:pt x="58" y="57"/>
                  <a:pt x="56" y="56"/>
                </a:cubicBezTo>
                <a:cubicBezTo>
                  <a:pt x="55" y="55"/>
                  <a:pt x="54" y="54"/>
                  <a:pt x="52" y="55"/>
                </a:cubicBezTo>
                <a:cubicBezTo>
                  <a:pt x="51" y="55"/>
                  <a:pt x="50" y="55"/>
                  <a:pt x="50" y="56"/>
                </a:cubicBezTo>
                <a:cubicBezTo>
                  <a:pt x="40" y="67"/>
                  <a:pt x="40" y="67"/>
                  <a:pt x="40" y="67"/>
                </a:cubicBezTo>
                <a:cubicBezTo>
                  <a:pt x="38" y="69"/>
                  <a:pt x="38" y="72"/>
                  <a:pt x="40" y="73"/>
                </a:cubicBezTo>
                <a:cubicBezTo>
                  <a:pt x="41" y="74"/>
                  <a:pt x="42" y="74"/>
                  <a:pt x="44" y="74"/>
                </a:cubicBezTo>
                <a:cubicBezTo>
                  <a:pt x="45" y="74"/>
                  <a:pt x="46" y="74"/>
                  <a:pt x="46" y="73"/>
                </a:cubicBezTo>
                <a:close/>
                <a:moveTo>
                  <a:pt x="54" y="77"/>
                </a:moveTo>
                <a:cubicBezTo>
                  <a:pt x="63" y="67"/>
                  <a:pt x="63" y="67"/>
                  <a:pt x="63" y="67"/>
                </a:cubicBezTo>
                <a:cubicBezTo>
                  <a:pt x="65" y="65"/>
                  <a:pt x="65" y="62"/>
                  <a:pt x="63" y="61"/>
                </a:cubicBezTo>
                <a:cubicBezTo>
                  <a:pt x="62" y="60"/>
                  <a:pt x="61" y="59"/>
                  <a:pt x="60" y="59"/>
                </a:cubicBezTo>
                <a:cubicBezTo>
                  <a:pt x="59" y="60"/>
                  <a:pt x="58" y="60"/>
                  <a:pt x="57" y="61"/>
                </a:cubicBezTo>
                <a:cubicBezTo>
                  <a:pt x="48" y="71"/>
                  <a:pt x="48" y="71"/>
                  <a:pt x="48" y="71"/>
                </a:cubicBezTo>
                <a:cubicBezTo>
                  <a:pt x="46" y="73"/>
                  <a:pt x="47" y="75"/>
                  <a:pt x="48" y="77"/>
                </a:cubicBezTo>
                <a:cubicBezTo>
                  <a:pt x="49" y="78"/>
                  <a:pt x="51" y="78"/>
                  <a:pt x="52" y="78"/>
                </a:cubicBezTo>
                <a:cubicBezTo>
                  <a:pt x="53" y="78"/>
                  <a:pt x="54" y="78"/>
                  <a:pt x="54" y="77"/>
                </a:cubicBezTo>
                <a:close/>
                <a:moveTo>
                  <a:pt x="67" y="76"/>
                </a:moveTo>
                <a:cubicBezTo>
                  <a:pt x="68" y="74"/>
                  <a:pt x="68" y="74"/>
                  <a:pt x="68" y="74"/>
                </a:cubicBezTo>
                <a:cubicBezTo>
                  <a:pt x="70" y="73"/>
                  <a:pt x="70" y="70"/>
                  <a:pt x="68" y="68"/>
                </a:cubicBezTo>
                <a:cubicBezTo>
                  <a:pt x="67" y="67"/>
                  <a:pt x="66" y="67"/>
                  <a:pt x="64" y="67"/>
                </a:cubicBezTo>
                <a:cubicBezTo>
                  <a:pt x="63" y="67"/>
                  <a:pt x="62" y="68"/>
                  <a:pt x="62" y="69"/>
                </a:cubicBezTo>
                <a:cubicBezTo>
                  <a:pt x="57" y="74"/>
                  <a:pt x="57" y="74"/>
                  <a:pt x="57" y="74"/>
                </a:cubicBezTo>
                <a:cubicBezTo>
                  <a:pt x="55" y="76"/>
                  <a:pt x="55" y="79"/>
                  <a:pt x="57" y="80"/>
                </a:cubicBezTo>
                <a:cubicBezTo>
                  <a:pt x="58" y="81"/>
                  <a:pt x="59" y="82"/>
                  <a:pt x="60" y="82"/>
                </a:cubicBezTo>
                <a:cubicBezTo>
                  <a:pt x="61" y="81"/>
                  <a:pt x="62" y="81"/>
                  <a:pt x="63" y="80"/>
                </a:cubicBezTo>
                <a:lnTo>
                  <a:pt x="67" y="76"/>
                </a:lnTo>
                <a:close/>
                <a:moveTo>
                  <a:pt x="124" y="1"/>
                </a:moveTo>
                <a:cubicBezTo>
                  <a:pt x="115" y="6"/>
                  <a:pt x="102" y="13"/>
                  <a:pt x="100" y="14"/>
                </a:cubicBezTo>
                <a:cubicBezTo>
                  <a:pt x="102" y="17"/>
                  <a:pt x="110" y="31"/>
                  <a:pt x="120" y="49"/>
                </a:cubicBezTo>
                <a:cubicBezTo>
                  <a:pt x="122" y="51"/>
                  <a:pt x="122" y="51"/>
                  <a:pt x="122" y="51"/>
                </a:cubicBezTo>
                <a:cubicBezTo>
                  <a:pt x="145" y="39"/>
                  <a:pt x="145" y="39"/>
                  <a:pt x="145" y="39"/>
                </a:cubicBezTo>
                <a:moveTo>
                  <a:pt x="103" y="19"/>
                </a:moveTo>
                <a:cubicBezTo>
                  <a:pt x="91" y="14"/>
                  <a:pt x="85" y="21"/>
                  <a:pt x="78" y="21"/>
                </a:cubicBezTo>
                <a:cubicBezTo>
                  <a:pt x="75" y="21"/>
                  <a:pt x="73" y="21"/>
                  <a:pt x="72" y="22"/>
                </a:cubicBezTo>
                <a:cubicBezTo>
                  <a:pt x="72" y="22"/>
                  <a:pt x="71" y="22"/>
                  <a:pt x="71" y="22"/>
                </a:cubicBezTo>
                <a:cubicBezTo>
                  <a:pt x="71" y="22"/>
                  <a:pt x="70" y="22"/>
                  <a:pt x="69" y="22"/>
                </a:cubicBezTo>
                <a:cubicBezTo>
                  <a:pt x="50" y="32"/>
                  <a:pt x="50" y="32"/>
                  <a:pt x="50" y="32"/>
                </a:cubicBezTo>
                <a:cubicBezTo>
                  <a:pt x="41" y="37"/>
                  <a:pt x="50" y="43"/>
                  <a:pt x="53" y="43"/>
                </a:cubicBezTo>
                <a:cubicBezTo>
                  <a:pt x="56" y="42"/>
                  <a:pt x="64" y="39"/>
                  <a:pt x="69" y="37"/>
                </a:cubicBezTo>
                <a:cubicBezTo>
                  <a:pt x="72" y="36"/>
                  <a:pt x="76" y="36"/>
                  <a:pt x="78" y="38"/>
                </a:cubicBezTo>
                <a:cubicBezTo>
                  <a:pt x="87" y="44"/>
                  <a:pt x="105" y="58"/>
                  <a:pt x="106" y="59"/>
                </a:cubicBezTo>
                <a:moveTo>
                  <a:pt x="119" y="47"/>
                </a:moveTo>
                <a:cubicBezTo>
                  <a:pt x="118" y="48"/>
                  <a:pt x="114" y="50"/>
                  <a:pt x="113" y="51"/>
                </a:cubicBezTo>
                <a:cubicBezTo>
                  <a:pt x="112" y="52"/>
                  <a:pt x="111" y="53"/>
                  <a:pt x="111" y="54"/>
                </a:cubicBezTo>
                <a:cubicBezTo>
                  <a:pt x="109" y="56"/>
                  <a:pt x="108" y="59"/>
                  <a:pt x="106" y="59"/>
                </a:cubicBezTo>
                <a:moveTo>
                  <a:pt x="37" y="58"/>
                </a:moveTo>
                <a:cubicBezTo>
                  <a:pt x="37" y="58"/>
                  <a:pt x="37" y="58"/>
                  <a:pt x="37" y="58"/>
                </a:cubicBezTo>
                <a:moveTo>
                  <a:pt x="0" y="37"/>
                </a:moveTo>
                <a:cubicBezTo>
                  <a:pt x="21" y="54"/>
                  <a:pt x="21" y="54"/>
                  <a:pt x="21" y="54"/>
                </a:cubicBezTo>
                <a:cubicBezTo>
                  <a:pt x="51" y="17"/>
                  <a:pt x="51" y="17"/>
                  <a:pt x="51" y="17"/>
                </a:cubicBezTo>
                <a:cubicBezTo>
                  <a:pt x="30" y="0"/>
                  <a:pt x="30" y="0"/>
                  <a:pt x="30" y="0"/>
                </a:cubicBezTo>
                <a:moveTo>
                  <a:pt x="23" y="51"/>
                </a:moveTo>
                <a:cubicBezTo>
                  <a:pt x="29" y="56"/>
                  <a:pt x="35" y="59"/>
                  <a:pt x="35" y="59"/>
                </a:cubicBezTo>
                <a:moveTo>
                  <a:pt x="62" y="26"/>
                </a:moveTo>
                <a:cubicBezTo>
                  <a:pt x="60" y="24"/>
                  <a:pt x="54" y="22"/>
                  <a:pt x="48" y="20"/>
                </a:cubicBez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3" name="Freeform 19">
            <a:extLst>
              <a:ext uri="{FF2B5EF4-FFF2-40B4-BE49-F238E27FC236}">
                <a16:creationId xmlns:a16="http://schemas.microsoft.com/office/drawing/2014/main" id="{EB363F78-2ED4-4E47-8253-CE68F14C8313}"/>
              </a:ext>
            </a:extLst>
          </p:cNvPr>
          <p:cNvSpPr>
            <a:spLocks noEditPoints="1"/>
          </p:cNvSpPr>
          <p:nvPr/>
        </p:nvSpPr>
        <p:spPr bwMode="auto">
          <a:xfrm>
            <a:off x="2646485" y="4825171"/>
            <a:ext cx="340782" cy="384056"/>
          </a:xfrm>
          <a:custGeom>
            <a:avLst/>
            <a:gdLst>
              <a:gd name="T0" fmla="*/ 34 w 105"/>
              <a:gd name="T1" fmla="*/ 92 h 118"/>
              <a:gd name="T2" fmla="*/ 25 w 105"/>
              <a:gd name="T3" fmla="*/ 71 h 118"/>
              <a:gd name="T4" fmla="*/ 20 w 105"/>
              <a:gd name="T5" fmla="*/ 53 h 118"/>
              <a:gd name="T6" fmla="*/ 53 w 105"/>
              <a:gd name="T7" fmla="*/ 20 h 118"/>
              <a:gd name="T8" fmla="*/ 85 w 105"/>
              <a:gd name="T9" fmla="*/ 53 h 118"/>
              <a:gd name="T10" fmla="*/ 80 w 105"/>
              <a:gd name="T11" fmla="*/ 71 h 118"/>
              <a:gd name="T12" fmla="*/ 71 w 105"/>
              <a:gd name="T13" fmla="*/ 88 h 118"/>
              <a:gd name="T14" fmla="*/ 53 w 105"/>
              <a:gd name="T15" fmla="*/ 33 h 118"/>
              <a:gd name="T16" fmla="*/ 33 w 105"/>
              <a:gd name="T17" fmla="*/ 52 h 118"/>
              <a:gd name="T18" fmla="*/ 53 w 105"/>
              <a:gd name="T19" fmla="*/ 72 h 118"/>
              <a:gd name="T20" fmla="*/ 72 w 105"/>
              <a:gd name="T21" fmla="*/ 52 h 118"/>
              <a:gd name="T22" fmla="*/ 53 w 105"/>
              <a:gd name="T23" fmla="*/ 33 h 118"/>
              <a:gd name="T24" fmla="*/ 45 w 105"/>
              <a:gd name="T25" fmla="*/ 56 h 118"/>
              <a:gd name="T26" fmla="*/ 51 w 105"/>
              <a:gd name="T27" fmla="*/ 62 h 118"/>
              <a:gd name="T28" fmla="*/ 60 w 105"/>
              <a:gd name="T29" fmla="*/ 46 h 118"/>
              <a:gd name="T30" fmla="*/ 53 w 105"/>
              <a:gd name="T31" fmla="*/ 10 h 118"/>
              <a:gd name="T32" fmla="*/ 53 w 105"/>
              <a:gd name="T33" fmla="*/ 0 h 118"/>
              <a:gd name="T34" fmla="*/ 32 w 105"/>
              <a:gd name="T35" fmla="*/ 16 h 118"/>
              <a:gd name="T36" fmla="*/ 26 w 105"/>
              <a:gd name="T37" fmla="*/ 7 h 118"/>
              <a:gd name="T38" fmla="*/ 7 w 105"/>
              <a:gd name="T39" fmla="*/ 26 h 118"/>
              <a:gd name="T40" fmla="*/ 16 w 105"/>
              <a:gd name="T41" fmla="*/ 31 h 118"/>
              <a:gd name="T42" fmla="*/ 0 w 105"/>
              <a:gd name="T43" fmla="*/ 52 h 118"/>
              <a:gd name="T44" fmla="*/ 10 w 105"/>
              <a:gd name="T45" fmla="*/ 52 h 118"/>
              <a:gd name="T46" fmla="*/ 79 w 105"/>
              <a:gd name="T47" fmla="*/ 7 h 118"/>
              <a:gd name="T48" fmla="*/ 74 w 105"/>
              <a:gd name="T49" fmla="*/ 16 h 118"/>
              <a:gd name="T50" fmla="*/ 98 w 105"/>
              <a:gd name="T51" fmla="*/ 26 h 118"/>
              <a:gd name="T52" fmla="*/ 89 w 105"/>
              <a:gd name="T53" fmla="*/ 31 h 118"/>
              <a:gd name="T54" fmla="*/ 95 w 105"/>
              <a:gd name="T55" fmla="*/ 52 h 118"/>
              <a:gd name="T56" fmla="*/ 105 w 105"/>
              <a:gd name="T57" fmla="*/ 52 h 118"/>
              <a:gd name="T58" fmla="*/ 64 w 105"/>
              <a:gd name="T59" fmla="*/ 95 h 118"/>
              <a:gd name="T60" fmla="*/ 39 w 105"/>
              <a:gd name="T61" fmla="*/ 102 h 118"/>
              <a:gd name="T62" fmla="*/ 36 w 105"/>
              <a:gd name="T63" fmla="*/ 106 h 118"/>
              <a:gd name="T64" fmla="*/ 40 w 105"/>
              <a:gd name="T65" fmla="*/ 111 h 118"/>
              <a:gd name="T66" fmla="*/ 42 w 105"/>
              <a:gd name="T67" fmla="*/ 110 h 118"/>
              <a:gd name="T68" fmla="*/ 64 w 105"/>
              <a:gd name="T69" fmla="*/ 104 h 118"/>
              <a:gd name="T70" fmla="*/ 64 w 105"/>
              <a:gd name="T71" fmla="*/ 104 h 118"/>
              <a:gd name="T72" fmla="*/ 65 w 105"/>
              <a:gd name="T73" fmla="*/ 104 h 118"/>
              <a:gd name="T74" fmla="*/ 70 w 105"/>
              <a:gd name="T75" fmla="*/ 108 h 118"/>
              <a:gd name="T76" fmla="*/ 67 w 105"/>
              <a:gd name="T77" fmla="*/ 112 h 118"/>
              <a:gd name="T78" fmla="*/ 45 w 105"/>
              <a:gd name="T7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8">
                <a:moveTo>
                  <a:pt x="34" y="92"/>
                </a:moveTo>
                <a:cubicBezTo>
                  <a:pt x="34" y="87"/>
                  <a:pt x="32" y="82"/>
                  <a:pt x="25" y="71"/>
                </a:cubicBezTo>
                <a:cubicBezTo>
                  <a:pt x="22" y="65"/>
                  <a:pt x="20" y="59"/>
                  <a:pt x="20" y="53"/>
                </a:cubicBezTo>
                <a:cubicBezTo>
                  <a:pt x="20" y="35"/>
                  <a:pt x="35" y="20"/>
                  <a:pt x="53" y="20"/>
                </a:cubicBezTo>
                <a:cubicBezTo>
                  <a:pt x="71" y="20"/>
                  <a:pt x="85" y="35"/>
                  <a:pt x="85" y="53"/>
                </a:cubicBezTo>
                <a:cubicBezTo>
                  <a:pt x="85" y="59"/>
                  <a:pt x="83" y="65"/>
                  <a:pt x="80" y="71"/>
                </a:cubicBezTo>
                <a:cubicBezTo>
                  <a:pt x="75" y="79"/>
                  <a:pt x="72" y="84"/>
                  <a:pt x="71" y="88"/>
                </a:cubicBezTo>
                <a:moveTo>
                  <a:pt x="53" y="33"/>
                </a:moveTo>
                <a:cubicBezTo>
                  <a:pt x="42" y="33"/>
                  <a:pt x="33" y="41"/>
                  <a:pt x="33" y="52"/>
                </a:cubicBezTo>
                <a:cubicBezTo>
                  <a:pt x="33" y="63"/>
                  <a:pt x="42" y="72"/>
                  <a:pt x="53" y="72"/>
                </a:cubicBezTo>
                <a:cubicBezTo>
                  <a:pt x="63" y="72"/>
                  <a:pt x="72" y="63"/>
                  <a:pt x="72" y="52"/>
                </a:cubicBezTo>
                <a:cubicBezTo>
                  <a:pt x="72" y="41"/>
                  <a:pt x="63" y="33"/>
                  <a:pt x="53" y="33"/>
                </a:cubicBezTo>
                <a:close/>
                <a:moveTo>
                  <a:pt x="45" y="56"/>
                </a:moveTo>
                <a:cubicBezTo>
                  <a:pt x="51" y="62"/>
                  <a:pt x="51" y="62"/>
                  <a:pt x="51" y="62"/>
                </a:cubicBezTo>
                <a:cubicBezTo>
                  <a:pt x="60" y="46"/>
                  <a:pt x="60" y="46"/>
                  <a:pt x="60" y="46"/>
                </a:cubicBezTo>
                <a:moveTo>
                  <a:pt x="53" y="10"/>
                </a:moveTo>
                <a:cubicBezTo>
                  <a:pt x="53" y="0"/>
                  <a:pt x="53" y="0"/>
                  <a:pt x="53" y="0"/>
                </a:cubicBezTo>
                <a:moveTo>
                  <a:pt x="32" y="16"/>
                </a:moveTo>
                <a:cubicBezTo>
                  <a:pt x="26" y="7"/>
                  <a:pt x="26" y="7"/>
                  <a:pt x="26" y="7"/>
                </a:cubicBezTo>
                <a:moveTo>
                  <a:pt x="7" y="26"/>
                </a:moveTo>
                <a:cubicBezTo>
                  <a:pt x="16" y="31"/>
                  <a:pt x="16" y="31"/>
                  <a:pt x="16" y="31"/>
                </a:cubicBezTo>
                <a:moveTo>
                  <a:pt x="0" y="52"/>
                </a:moveTo>
                <a:cubicBezTo>
                  <a:pt x="10" y="52"/>
                  <a:pt x="10" y="52"/>
                  <a:pt x="10" y="52"/>
                </a:cubicBezTo>
                <a:moveTo>
                  <a:pt x="79" y="7"/>
                </a:moveTo>
                <a:cubicBezTo>
                  <a:pt x="74" y="16"/>
                  <a:pt x="74" y="16"/>
                  <a:pt x="74" y="16"/>
                </a:cubicBezTo>
                <a:moveTo>
                  <a:pt x="98" y="26"/>
                </a:moveTo>
                <a:cubicBezTo>
                  <a:pt x="89" y="31"/>
                  <a:pt x="89" y="31"/>
                  <a:pt x="89" y="31"/>
                </a:cubicBezTo>
                <a:moveTo>
                  <a:pt x="95" y="52"/>
                </a:moveTo>
                <a:cubicBezTo>
                  <a:pt x="105" y="52"/>
                  <a:pt x="105" y="52"/>
                  <a:pt x="105" y="52"/>
                </a:cubicBezTo>
                <a:moveTo>
                  <a:pt x="64" y="95"/>
                </a:moveTo>
                <a:cubicBezTo>
                  <a:pt x="64" y="95"/>
                  <a:pt x="39" y="102"/>
                  <a:pt x="39" y="102"/>
                </a:cubicBezTo>
                <a:cubicBezTo>
                  <a:pt x="37" y="103"/>
                  <a:pt x="36" y="104"/>
                  <a:pt x="36" y="106"/>
                </a:cubicBezTo>
                <a:cubicBezTo>
                  <a:pt x="36" y="109"/>
                  <a:pt x="38" y="111"/>
                  <a:pt x="40" y="111"/>
                </a:cubicBezTo>
                <a:cubicBezTo>
                  <a:pt x="41" y="111"/>
                  <a:pt x="42" y="110"/>
                  <a:pt x="42" y="110"/>
                </a:cubicBezTo>
                <a:cubicBezTo>
                  <a:pt x="64" y="104"/>
                  <a:pt x="64" y="104"/>
                  <a:pt x="64" y="104"/>
                </a:cubicBezTo>
                <a:cubicBezTo>
                  <a:pt x="64" y="104"/>
                  <a:pt x="64" y="104"/>
                  <a:pt x="64" y="104"/>
                </a:cubicBezTo>
                <a:cubicBezTo>
                  <a:pt x="65" y="104"/>
                  <a:pt x="65" y="104"/>
                  <a:pt x="65" y="104"/>
                </a:cubicBezTo>
                <a:cubicBezTo>
                  <a:pt x="68" y="104"/>
                  <a:pt x="70" y="106"/>
                  <a:pt x="70" y="108"/>
                </a:cubicBezTo>
                <a:cubicBezTo>
                  <a:pt x="70" y="110"/>
                  <a:pt x="68" y="112"/>
                  <a:pt x="67" y="112"/>
                </a:cubicBezTo>
                <a:cubicBezTo>
                  <a:pt x="45" y="118"/>
                  <a:pt x="45" y="118"/>
                  <a:pt x="45" y="118"/>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04" name="Freeform 20">
            <a:extLst>
              <a:ext uri="{FF2B5EF4-FFF2-40B4-BE49-F238E27FC236}">
                <a16:creationId xmlns:a16="http://schemas.microsoft.com/office/drawing/2014/main" id="{2784126F-B49A-4042-ACF8-0A0CB1484EC0}"/>
              </a:ext>
            </a:extLst>
          </p:cNvPr>
          <p:cNvSpPr>
            <a:spLocks noEditPoints="1"/>
          </p:cNvSpPr>
          <p:nvPr/>
        </p:nvSpPr>
        <p:spPr bwMode="auto">
          <a:xfrm>
            <a:off x="7188058" y="1658808"/>
            <a:ext cx="415926" cy="429342"/>
          </a:xfrm>
          <a:custGeom>
            <a:avLst/>
            <a:gdLst>
              <a:gd name="T0" fmla="*/ 43 w 116"/>
              <a:gd name="T1" fmla="*/ 12 h 120"/>
              <a:gd name="T2" fmla="*/ 102 w 116"/>
              <a:gd name="T3" fmla="*/ 48 h 120"/>
              <a:gd name="T4" fmla="*/ 116 w 116"/>
              <a:gd name="T5" fmla="*/ 77 h 120"/>
              <a:gd name="T6" fmla="*/ 104 w 116"/>
              <a:gd name="T7" fmla="*/ 77 h 120"/>
              <a:gd name="T8" fmla="*/ 104 w 116"/>
              <a:gd name="T9" fmla="*/ 97 h 120"/>
              <a:gd name="T10" fmla="*/ 98 w 116"/>
              <a:gd name="T11" fmla="*/ 103 h 120"/>
              <a:gd name="T12" fmla="*/ 85 w 116"/>
              <a:gd name="T13" fmla="*/ 103 h 120"/>
              <a:gd name="T14" fmla="*/ 85 w 116"/>
              <a:gd name="T15" fmla="*/ 120 h 120"/>
              <a:gd name="T16" fmla="*/ 32 w 116"/>
              <a:gd name="T17" fmla="*/ 120 h 120"/>
              <a:gd name="T18" fmla="*/ 32 w 116"/>
              <a:gd name="T19" fmla="*/ 102 h 120"/>
              <a:gd name="T20" fmla="*/ 26 w 116"/>
              <a:gd name="T21" fmla="*/ 90 h 120"/>
              <a:gd name="T22" fmla="*/ 65 w 116"/>
              <a:gd name="T23" fmla="*/ 54 h 120"/>
              <a:gd name="T24" fmla="*/ 65 w 116"/>
              <a:gd name="T25" fmla="*/ 46 h 120"/>
              <a:gd name="T26" fmla="*/ 56 w 116"/>
              <a:gd name="T27" fmla="*/ 42 h 120"/>
              <a:gd name="T28" fmla="*/ 55 w 116"/>
              <a:gd name="T29" fmla="*/ 39 h 120"/>
              <a:gd name="T30" fmla="*/ 59 w 116"/>
              <a:gd name="T31" fmla="*/ 30 h 120"/>
              <a:gd name="T32" fmla="*/ 53 w 116"/>
              <a:gd name="T33" fmla="*/ 24 h 120"/>
              <a:gd name="T34" fmla="*/ 44 w 116"/>
              <a:gd name="T35" fmla="*/ 28 h 120"/>
              <a:gd name="T36" fmla="*/ 41 w 116"/>
              <a:gd name="T37" fmla="*/ 27 h 120"/>
              <a:gd name="T38" fmla="*/ 37 w 116"/>
              <a:gd name="T39" fmla="*/ 18 h 120"/>
              <a:gd name="T40" fmla="*/ 29 w 116"/>
              <a:gd name="T41" fmla="*/ 18 h 120"/>
              <a:gd name="T42" fmla="*/ 25 w 116"/>
              <a:gd name="T43" fmla="*/ 27 h 120"/>
              <a:gd name="T44" fmla="*/ 22 w 116"/>
              <a:gd name="T45" fmla="*/ 28 h 120"/>
              <a:gd name="T46" fmla="*/ 13 w 116"/>
              <a:gd name="T47" fmla="*/ 24 h 120"/>
              <a:gd name="T48" fmla="*/ 7 w 116"/>
              <a:gd name="T49" fmla="*/ 30 h 120"/>
              <a:gd name="T50" fmla="*/ 11 w 116"/>
              <a:gd name="T51" fmla="*/ 39 h 120"/>
              <a:gd name="T52" fmla="*/ 10 w 116"/>
              <a:gd name="T53" fmla="*/ 42 h 120"/>
              <a:gd name="T54" fmla="*/ 0 w 116"/>
              <a:gd name="T55" fmla="*/ 46 h 120"/>
              <a:gd name="T56" fmla="*/ 0 w 116"/>
              <a:gd name="T57" fmla="*/ 54 h 120"/>
              <a:gd name="T58" fmla="*/ 10 w 116"/>
              <a:gd name="T59" fmla="*/ 58 h 120"/>
              <a:gd name="T60" fmla="*/ 11 w 116"/>
              <a:gd name="T61" fmla="*/ 61 h 120"/>
              <a:gd name="T62" fmla="*/ 7 w 116"/>
              <a:gd name="T63" fmla="*/ 70 h 120"/>
              <a:gd name="T64" fmla="*/ 13 w 116"/>
              <a:gd name="T65" fmla="*/ 76 h 120"/>
              <a:gd name="T66" fmla="*/ 22 w 116"/>
              <a:gd name="T67" fmla="*/ 72 h 120"/>
              <a:gd name="T68" fmla="*/ 25 w 116"/>
              <a:gd name="T69" fmla="*/ 73 h 120"/>
              <a:gd name="T70" fmla="*/ 29 w 116"/>
              <a:gd name="T71" fmla="*/ 82 h 120"/>
              <a:gd name="T72" fmla="*/ 37 w 116"/>
              <a:gd name="T73" fmla="*/ 82 h 120"/>
              <a:gd name="T74" fmla="*/ 41 w 116"/>
              <a:gd name="T75" fmla="*/ 73 h 120"/>
              <a:gd name="T76" fmla="*/ 44 w 116"/>
              <a:gd name="T77" fmla="*/ 72 h 120"/>
              <a:gd name="T78" fmla="*/ 53 w 116"/>
              <a:gd name="T79" fmla="*/ 76 h 120"/>
              <a:gd name="T80" fmla="*/ 59 w 116"/>
              <a:gd name="T81" fmla="*/ 70 h 120"/>
              <a:gd name="T82" fmla="*/ 55 w 116"/>
              <a:gd name="T83" fmla="*/ 61 h 120"/>
              <a:gd name="T84" fmla="*/ 56 w 116"/>
              <a:gd name="T85" fmla="*/ 58 h 120"/>
              <a:gd name="T86" fmla="*/ 65 w 116"/>
              <a:gd name="T87" fmla="*/ 54 h 120"/>
              <a:gd name="T88" fmla="*/ 33 w 116"/>
              <a:gd name="T89" fmla="*/ 36 h 120"/>
              <a:gd name="T90" fmla="*/ 19 w 116"/>
              <a:gd name="T91" fmla="*/ 50 h 120"/>
              <a:gd name="T92" fmla="*/ 33 w 116"/>
              <a:gd name="T93" fmla="*/ 64 h 120"/>
              <a:gd name="T94" fmla="*/ 46 w 116"/>
              <a:gd name="T95" fmla="*/ 50 h 120"/>
              <a:gd name="T96" fmla="*/ 33 w 116"/>
              <a:gd name="T97" fmla="*/ 36 h 120"/>
              <a:gd name="T98" fmla="*/ 85 w 116"/>
              <a:gd name="T99" fmla="*/ 103 h 120"/>
              <a:gd name="T100" fmla="*/ 77 w 116"/>
              <a:gd name="T101" fmla="*/ 10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6" h="120">
                <a:moveTo>
                  <a:pt x="43" y="12"/>
                </a:moveTo>
                <a:cubicBezTo>
                  <a:pt x="108" y="0"/>
                  <a:pt x="102" y="48"/>
                  <a:pt x="102" y="48"/>
                </a:cubicBezTo>
                <a:cubicBezTo>
                  <a:pt x="116" y="77"/>
                  <a:pt x="116" y="77"/>
                  <a:pt x="116" y="77"/>
                </a:cubicBezTo>
                <a:cubicBezTo>
                  <a:pt x="104" y="77"/>
                  <a:pt x="104" y="77"/>
                  <a:pt x="104" y="77"/>
                </a:cubicBezTo>
                <a:cubicBezTo>
                  <a:pt x="104" y="97"/>
                  <a:pt x="104" y="97"/>
                  <a:pt x="104" y="97"/>
                </a:cubicBezTo>
                <a:cubicBezTo>
                  <a:pt x="104" y="100"/>
                  <a:pt x="102" y="103"/>
                  <a:pt x="98" y="103"/>
                </a:cubicBezTo>
                <a:cubicBezTo>
                  <a:pt x="85" y="103"/>
                  <a:pt x="85" y="103"/>
                  <a:pt x="85" y="103"/>
                </a:cubicBezTo>
                <a:cubicBezTo>
                  <a:pt x="85" y="120"/>
                  <a:pt x="85" y="120"/>
                  <a:pt x="85" y="120"/>
                </a:cubicBezTo>
                <a:moveTo>
                  <a:pt x="32" y="120"/>
                </a:moveTo>
                <a:cubicBezTo>
                  <a:pt x="32" y="102"/>
                  <a:pt x="32" y="102"/>
                  <a:pt x="32" y="102"/>
                </a:cubicBezTo>
                <a:cubicBezTo>
                  <a:pt x="26" y="90"/>
                  <a:pt x="26" y="90"/>
                  <a:pt x="26" y="90"/>
                </a:cubicBezTo>
                <a:moveTo>
                  <a:pt x="65" y="54"/>
                </a:moveTo>
                <a:cubicBezTo>
                  <a:pt x="65" y="46"/>
                  <a:pt x="65" y="46"/>
                  <a:pt x="65" y="46"/>
                </a:cubicBezTo>
                <a:cubicBezTo>
                  <a:pt x="56" y="42"/>
                  <a:pt x="56" y="42"/>
                  <a:pt x="56" y="42"/>
                </a:cubicBezTo>
                <a:cubicBezTo>
                  <a:pt x="56" y="41"/>
                  <a:pt x="55" y="40"/>
                  <a:pt x="55" y="39"/>
                </a:cubicBezTo>
                <a:cubicBezTo>
                  <a:pt x="59" y="30"/>
                  <a:pt x="59" y="30"/>
                  <a:pt x="59" y="30"/>
                </a:cubicBezTo>
                <a:cubicBezTo>
                  <a:pt x="53" y="24"/>
                  <a:pt x="53" y="24"/>
                  <a:pt x="53" y="24"/>
                </a:cubicBezTo>
                <a:cubicBezTo>
                  <a:pt x="44" y="28"/>
                  <a:pt x="44" y="28"/>
                  <a:pt x="44" y="28"/>
                </a:cubicBezTo>
                <a:cubicBezTo>
                  <a:pt x="43" y="28"/>
                  <a:pt x="42" y="27"/>
                  <a:pt x="41" y="27"/>
                </a:cubicBezTo>
                <a:cubicBezTo>
                  <a:pt x="37" y="18"/>
                  <a:pt x="37" y="18"/>
                  <a:pt x="37" y="18"/>
                </a:cubicBezTo>
                <a:cubicBezTo>
                  <a:pt x="29" y="18"/>
                  <a:pt x="29" y="18"/>
                  <a:pt x="29" y="18"/>
                </a:cubicBezTo>
                <a:cubicBezTo>
                  <a:pt x="25" y="27"/>
                  <a:pt x="25" y="27"/>
                  <a:pt x="25" y="27"/>
                </a:cubicBezTo>
                <a:cubicBezTo>
                  <a:pt x="24" y="27"/>
                  <a:pt x="23" y="28"/>
                  <a:pt x="22" y="28"/>
                </a:cubicBezTo>
                <a:cubicBezTo>
                  <a:pt x="13" y="24"/>
                  <a:pt x="13" y="24"/>
                  <a:pt x="13" y="24"/>
                </a:cubicBezTo>
                <a:cubicBezTo>
                  <a:pt x="7" y="30"/>
                  <a:pt x="7" y="30"/>
                  <a:pt x="7" y="30"/>
                </a:cubicBezTo>
                <a:cubicBezTo>
                  <a:pt x="11" y="39"/>
                  <a:pt x="11" y="39"/>
                  <a:pt x="11" y="39"/>
                </a:cubicBezTo>
                <a:cubicBezTo>
                  <a:pt x="10" y="40"/>
                  <a:pt x="10" y="41"/>
                  <a:pt x="10" y="42"/>
                </a:cubicBezTo>
                <a:cubicBezTo>
                  <a:pt x="0" y="46"/>
                  <a:pt x="0" y="46"/>
                  <a:pt x="0" y="46"/>
                </a:cubicBezTo>
                <a:cubicBezTo>
                  <a:pt x="0" y="54"/>
                  <a:pt x="0" y="54"/>
                  <a:pt x="0" y="54"/>
                </a:cubicBezTo>
                <a:cubicBezTo>
                  <a:pt x="10" y="58"/>
                  <a:pt x="10" y="58"/>
                  <a:pt x="10" y="58"/>
                </a:cubicBezTo>
                <a:cubicBezTo>
                  <a:pt x="10" y="59"/>
                  <a:pt x="10" y="60"/>
                  <a:pt x="11" y="61"/>
                </a:cubicBezTo>
                <a:cubicBezTo>
                  <a:pt x="7" y="70"/>
                  <a:pt x="7" y="70"/>
                  <a:pt x="7" y="70"/>
                </a:cubicBezTo>
                <a:cubicBezTo>
                  <a:pt x="13" y="76"/>
                  <a:pt x="13" y="76"/>
                  <a:pt x="13" y="76"/>
                </a:cubicBezTo>
                <a:cubicBezTo>
                  <a:pt x="22" y="72"/>
                  <a:pt x="22" y="72"/>
                  <a:pt x="22" y="72"/>
                </a:cubicBezTo>
                <a:cubicBezTo>
                  <a:pt x="23" y="72"/>
                  <a:pt x="24" y="73"/>
                  <a:pt x="25" y="73"/>
                </a:cubicBezTo>
                <a:cubicBezTo>
                  <a:pt x="29" y="82"/>
                  <a:pt x="29" y="82"/>
                  <a:pt x="29" y="82"/>
                </a:cubicBezTo>
                <a:cubicBezTo>
                  <a:pt x="37" y="82"/>
                  <a:pt x="37" y="82"/>
                  <a:pt x="37" y="82"/>
                </a:cubicBezTo>
                <a:cubicBezTo>
                  <a:pt x="41" y="73"/>
                  <a:pt x="41" y="73"/>
                  <a:pt x="41" y="73"/>
                </a:cubicBezTo>
                <a:cubicBezTo>
                  <a:pt x="42" y="73"/>
                  <a:pt x="43" y="72"/>
                  <a:pt x="44" y="72"/>
                </a:cubicBezTo>
                <a:cubicBezTo>
                  <a:pt x="53" y="76"/>
                  <a:pt x="53" y="76"/>
                  <a:pt x="53" y="76"/>
                </a:cubicBezTo>
                <a:cubicBezTo>
                  <a:pt x="59" y="70"/>
                  <a:pt x="59" y="70"/>
                  <a:pt x="59" y="70"/>
                </a:cubicBezTo>
                <a:cubicBezTo>
                  <a:pt x="55" y="61"/>
                  <a:pt x="55" y="61"/>
                  <a:pt x="55" y="61"/>
                </a:cubicBezTo>
                <a:cubicBezTo>
                  <a:pt x="55" y="60"/>
                  <a:pt x="56" y="59"/>
                  <a:pt x="56" y="58"/>
                </a:cubicBezTo>
                <a:lnTo>
                  <a:pt x="65" y="54"/>
                </a:lnTo>
                <a:close/>
                <a:moveTo>
                  <a:pt x="33" y="36"/>
                </a:moveTo>
                <a:cubicBezTo>
                  <a:pt x="25" y="36"/>
                  <a:pt x="19" y="42"/>
                  <a:pt x="19" y="50"/>
                </a:cubicBezTo>
                <a:cubicBezTo>
                  <a:pt x="19" y="58"/>
                  <a:pt x="25" y="64"/>
                  <a:pt x="33" y="64"/>
                </a:cubicBezTo>
                <a:cubicBezTo>
                  <a:pt x="40" y="64"/>
                  <a:pt x="46" y="58"/>
                  <a:pt x="46" y="50"/>
                </a:cubicBezTo>
                <a:cubicBezTo>
                  <a:pt x="46" y="42"/>
                  <a:pt x="40" y="36"/>
                  <a:pt x="33" y="36"/>
                </a:cubicBezTo>
                <a:close/>
                <a:moveTo>
                  <a:pt x="85" y="103"/>
                </a:moveTo>
                <a:cubicBezTo>
                  <a:pt x="77" y="103"/>
                  <a:pt x="77" y="103"/>
                  <a:pt x="77" y="103"/>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05" name="Freeform 22">
            <a:extLst>
              <a:ext uri="{FF2B5EF4-FFF2-40B4-BE49-F238E27FC236}">
                <a16:creationId xmlns:a16="http://schemas.microsoft.com/office/drawing/2014/main" id="{6C942E98-E215-433B-A91F-9D2635207CF2}"/>
              </a:ext>
            </a:extLst>
          </p:cNvPr>
          <p:cNvSpPr>
            <a:spLocks noEditPoints="1"/>
          </p:cNvSpPr>
          <p:nvPr/>
        </p:nvSpPr>
        <p:spPr bwMode="auto">
          <a:xfrm>
            <a:off x="2609973" y="3261484"/>
            <a:ext cx="378647" cy="305622"/>
          </a:xfrm>
          <a:custGeom>
            <a:avLst/>
            <a:gdLst>
              <a:gd name="T0" fmla="*/ 117 w 117"/>
              <a:gd name="T1" fmla="*/ 94 h 94"/>
              <a:gd name="T2" fmla="*/ 0 w 117"/>
              <a:gd name="T3" fmla="*/ 94 h 94"/>
              <a:gd name="T4" fmla="*/ 29 w 117"/>
              <a:gd name="T5" fmla="*/ 69 h 94"/>
              <a:gd name="T6" fmla="*/ 13 w 117"/>
              <a:gd name="T7" fmla="*/ 69 h 94"/>
              <a:gd name="T8" fmla="*/ 13 w 117"/>
              <a:gd name="T9" fmla="*/ 94 h 94"/>
              <a:gd name="T10" fmla="*/ 29 w 117"/>
              <a:gd name="T11" fmla="*/ 94 h 94"/>
              <a:gd name="T12" fmla="*/ 29 w 117"/>
              <a:gd name="T13" fmla="*/ 69 h 94"/>
              <a:gd name="T14" fmla="*/ 54 w 117"/>
              <a:gd name="T15" fmla="*/ 44 h 94"/>
              <a:gd name="T16" fmla="*/ 38 w 117"/>
              <a:gd name="T17" fmla="*/ 44 h 94"/>
              <a:gd name="T18" fmla="*/ 38 w 117"/>
              <a:gd name="T19" fmla="*/ 94 h 94"/>
              <a:gd name="T20" fmla="*/ 54 w 117"/>
              <a:gd name="T21" fmla="*/ 94 h 94"/>
              <a:gd name="T22" fmla="*/ 54 w 117"/>
              <a:gd name="T23" fmla="*/ 44 h 94"/>
              <a:gd name="T24" fmla="*/ 79 w 117"/>
              <a:gd name="T25" fmla="*/ 55 h 94"/>
              <a:gd name="T26" fmla="*/ 63 w 117"/>
              <a:gd name="T27" fmla="*/ 55 h 94"/>
              <a:gd name="T28" fmla="*/ 63 w 117"/>
              <a:gd name="T29" fmla="*/ 94 h 94"/>
              <a:gd name="T30" fmla="*/ 79 w 117"/>
              <a:gd name="T31" fmla="*/ 94 h 94"/>
              <a:gd name="T32" fmla="*/ 79 w 117"/>
              <a:gd name="T33" fmla="*/ 55 h 94"/>
              <a:gd name="T34" fmla="*/ 105 w 117"/>
              <a:gd name="T35" fmla="*/ 29 h 94"/>
              <a:gd name="T36" fmla="*/ 88 w 117"/>
              <a:gd name="T37" fmla="*/ 29 h 94"/>
              <a:gd name="T38" fmla="*/ 88 w 117"/>
              <a:gd name="T39" fmla="*/ 94 h 94"/>
              <a:gd name="T40" fmla="*/ 105 w 117"/>
              <a:gd name="T41" fmla="*/ 94 h 94"/>
              <a:gd name="T42" fmla="*/ 105 w 117"/>
              <a:gd name="T43" fmla="*/ 29 h 94"/>
              <a:gd name="T44" fmla="*/ 21 w 117"/>
              <a:gd name="T45" fmla="*/ 41 h 94"/>
              <a:gd name="T46" fmla="*/ 16 w 117"/>
              <a:gd name="T47" fmla="*/ 46 h 94"/>
              <a:gd name="T48" fmla="*/ 21 w 117"/>
              <a:gd name="T49" fmla="*/ 50 h 94"/>
              <a:gd name="T50" fmla="*/ 25 w 117"/>
              <a:gd name="T51" fmla="*/ 46 h 94"/>
              <a:gd name="T52" fmla="*/ 21 w 117"/>
              <a:gd name="T53" fmla="*/ 41 h 94"/>
              <a:gd name="T54" fmla="*/ 46 w 117"/>
              <a:gd name="T55" fmla="*/ 17 h 94"/>
              <a:gd name="T56" fmla="*/ 41 w 117"/>
              <a:gd name="T57" fmla="*/ 21 h 94"/>
              <a:gd name="T58" fmla="*/ 46 w 117"/>
              <a:gd name="T59" fmla="*/ 26 h 94"/>
              <a:gd name="T60" fmla="*/ 51 w 117"/>
              <a:gd name="T61" fmla="*/ 21 h 94"/>
              <a:gd name="T62" fmla="*/ 46 w 117"/>
              <a:gd name="T63" fmla="*/ 17 h 94"/>
              <a:gd name="T64" fmla="*/ 71 w 117"/>
              <a:gd name="T65" fmla="*/ 29 h 94"/>
              <a:gd name="T66" fmla="*/ 67 w 117"/>
              <a:gd name="T67" fmla="*/ 34 h 94"/>
              <a:gd name="T68" fmla="*/ 71 w 117"/>
              <a:gd name="T69" fmla="*/ 38 h 94"/>
              <a:gd name="T70" fmla="*/ 76 w 117"/>
              <a:gd name="T71" fmla="*/ 34 h 94"/>
              <a:gd name="T72" fmla="*/ 71 w 117"/>
              <a:gd name="T73" fmla="*/ 29 h 94"/>
              <a:gd name="T74" fmla="*/ 96 w 117"/>
              <a:gd name="T75" fmla="*/ 0 h 94"/>
              <a:gd name="T76" fmla="*/ 92 w 117"/>
              <a:gd name="T77" fmla="*/ 5 h 94"/>
              <a:gd name="T78" fmla="*/ 96 w 117"/>
              <a:gd name="T79" fmla="*/ 9 h 94"/>
              <a:gd name="T80" fmla="*/ 101 w 117"/>
              <a:gd name="T81" fmla="*/ 5 h 94"/>
              <a:gd name="T82" fmla="*/ 96 w 117"/>
              <a:gd name="T83" fmla="*/ 0 h 94"/>
              <a:gd name="T84" fmla="*/ 74 w 117"/>
              <a:gd name="T85" fmla="*/ 30 h 94"/>
              <a:gd name="T86" fmla="*/ 93 w 117"/>
              <a:gd name="T87" fmla="*/ 8 h 94"/>
              <a:gd name="T88" fmla="*/ 50 w 117"/>
              <a:gd name="T89" fmla="*/ 23 h 94"/>
              <a:gd name="T90" fmla="*/ 67 w 117"/>
              <a:gd name="T91" fmla="*/ 32 h 94"/>
              <a:gd name="T92" fmla="*/ 43 w 117"/>
              <a:gd name="T93" fmla="*/ 25 h 94"/>
              <a:gd name="T94" fmla="*/ 24 w 117"/>
              <a:gd name="T95" fmla="*/ 4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7" h="94">
                <a:moveTo>
                  <a:pt x="117" y="94"/>
                </a:moveTo>
                <a:cubicBezTo>
                  <a:pt x="0" y="94"/>
                  <a:pt x="0" y="94"/>
                  <a:pt x="0" y="94"/>
                </a:cubicBezTo>
                <a:moveTo>
                  <a:pt x="29" y="69"/>
                </a:moveTo>
                <a:cubicBezTo>
                  <a:pt x="13" y="69"/>
                  <a:pt x="13" y="69"/>
                  <a:pt x="13" y="69"/>
                </a:cubicBezTo>
                <a:cubicBezTo>
                  <a:pt x="13" y="94"/>
                  <a:pt x="13" y="94"/>
                  <a:pt x="13" y="94"/>
                </a:cubicBezTo>
                <a:cubicBezTo>
                  <a:pt x="29" y="94"/>
                  <a:pt x="29" y="94"/>
                  <a:pt x="29" y="94"/>
                </a:cubicBezTo>
                <a:lnTo>
                  <a:pt x="29" y="69"/>
                </a:lnTo>
                <a:close/>
                <a:moveTo>
                  <a:pt x="54" y="44"/>
                </a:moveTo>
                <a:cubicBezTo>
                  <a:pt x="38" y="44"/>
                  <a:pt x="38" y="44"/>
                  <a:pt x="38" y="44"/>
                </a:cubicBezTo>
                <a:cubicBezTo>
                  <a:pt x="38" y="94"/>
                  <a:pt x="38" y="94"/>
                  <a:pt x="38" y="94"/>
                </a:cubicBezTo>
                <a:cubicBezTo>
                  <a:pt x="54" y="94"/>
                  <a:pt x="54" y="94"/>
                  <a:pt x="54" y="94"/>
                </a:cubicBezTo>
                <a:lnTo>
                  <a:pt x="54" y="44"/>
                </a:lnTo>
                <a:close/>
                <a:moveTo>
                  <a:pt x="79" y="55"/>
                </a:moveTo>
                <a:cubicBezTo>
                  <a:pt x="63" y="55"/>
                  <a:pt x="63" y="55"/>
                  <a:pt x="63" y="55"/>
                </a:cubicBezTo>
                <a:cubicBezTo>
                  <a:pt x="63" y="94"/>
                  <a:pt x="63" y="94"/>
                  <a:pt x="63" y="94"/>
                </a:cubicBezTo>
                <a:cubicBezTo>
                  <a:pt x="79" y="94"/>
                  <a:pt x="79" y="94"/>
                  <a:pt x="79" y="94"/>
                </a:cubicBezTo>
                <a:lnTo>
                  <a:pt x="79" y="55"/>
                </a:lnTo>
                <a:close/>
                <a:moveTo>
                  <a:pt x="105" y="29"/>
                </a:moveTo>
                <a:cubicBezTo>
                  <a:pt x="88" y="29"/>
                  <a:pt x="88" y="29"/>
                  <a:pt x="88" y="29"/>
                </a:cubicBezTo>
                <a:cubicBezTo>
                  <a:pt x="88" y="94"/>
                  <a:pt x="88" y="94"/>
                  <a:pt x="88" y="94"/>
                </a:cubicBezTo>
                <a:cubicBezTo>
                  <a:pt x="105" y="94"/>
                  <a:pt x="105" y="94"/>
                  <a:pt x="105" y="94"/>
                </a:cubicBezTo>
                <a:lnTo>
                  <a:pt x="105" y="29"/>
                </a:lnTo>
                <a:close/>
                <a:moveTo>
                  <a:pt x="21" y="41"/>
                </a:moveTo>
                <a:cubicBezTo>
                  <a:pt x="18" y="41"/>
                  <a:pt x="16" y="43"/>
                  <a:pt x="16" y="46"/>
                </a:cubicBezTo>
                <a:cubicBezTo>
                  <a:pt x="16" y="48"/>
                  <a:pt x="18" y="50"/>
                  <a:pt x="21" y="50"/>
                </a:cubicBezTo>
                <a:cubicBezTo>
                  <a:pt x="23" y="50"/>
                  <a:pt x="25" y="48"/>
                  <a:pt x="25" y="46"/>
                </a:cubicBezTo>
                <a:cubicBezTo>
                  <a:pt x="25" y="43"/>
                  <a:pt x="23" y="41"/>
                  <a:pt x="21" y="41"/>
                </a:cubicBezTo>
                <a:close/>
                <a:moveTo>
                  <a:pt x="46" y="17"/>
                </a:moveTo>
                <a:cubicBezTo>
                  <a:pt x="43" y="17"/>
                  <a:pt x="41" y="19"/>
                  <a:pt x="41" y="21"/>
                </a:cubicBezTo>
                <a:cubicBezTo>
                  <a:pt x="41" y="24"/>
                  <a:pt x="43" y="26"/>
                  <a:pt x="46" y="26"/>
                </a:cubicBezTo>
                <a:cubicBezTo>
                  <a:pt x="48" y="26"/>
                  <a:pt x="51" y="24"/>
                  <a:pt x="51" y="21"/>
                </a:cubicBezTo>
                <a:cubicBezTo>
                  <a:pt x="51" y="19"/>
                  <a:pt x="48" y="17"/>
                  <a:pt x="46" y="17"/>
                </a:cubicBezTo>
                <a:close/>
                <a:moveTo>
                  <a:pt x="71" y="29"/>
                </a:moveTo>
                <a:cubicBezTo>
                  <a:pt x="69" y="29"/>
                  <a:pt x="67" y="31"/>
                  <a:pt x="67" y="34"/>
                </a:cubicBezTo>
                <a:cubicBezTo>
                  <a:pt x="67" y="36"/>
                  <a:pt x="69" y="38"/>
                  <a:pt x="71" y="38"/>
                </a:cubicBezTo>
                <a:cubicBezTo>
                  <a:pt x="74" y="38"/>
                  <a:pt x="76" y="36"/>
                  <a:pt x="76" y="34"/>
                </a:cubicBezTo>
                <a:cubicBezTo>
                  <a:pt x="76" y="31"/>
                  <a:pt x="74" y="29"/>
                  <a:pt x="71" y="29"/>
                </a:cubicBezTo>
                <a:close/>
                <a:moveTo>
                  <a:pt x="96" y="0"/>
                </a:moveTo>
                <a:cubicBezTo>
                  <a:pt x="94" y="0"/>
                  <a:pt x="92" y="2"/>
                  <a:pt x="92" y="5"/>
                </a:cubicBezTo>
                <a:cubicBezTo>
                  <a:pt x="92" y="7"/>
                  <a:pt x="94" y="9"/>
                  <a:pt x="96" y="9"/>
                </a:cubicBezTo>
                <a:cubicBezTo>
                  <a:pt x="99" y="9"/>
                  <a:pt x="101" y="7"/>
                  <a:pt x="101" y="5"/>
                </a:cubicBezTo>
                <a:cubicBezTo>
                  <a:pt x="101" y="2"/>
                  <a:pt x="99" y="0"/>
                  <a:pt x="96" y="0"/>
                </a:cubicBezTo>
                <a:close/>
                <a:moveTo>
                  <a:pt x="74" y="30"/>
                </a:moveTo>
                <a:cubicBezTo>
                  <a:pt x="93" y="8"/>
                  <a:pt x="93" y="8"/>
                  <a:pt x="93" y="8"/>
                </a:cubicBezTo>
                <a:moveTo>
                  <a:pt x="50" y="23"/>
                </a:moveTo>
                <a:cubicBezTo>
                  <a:pt x="67" y="32"/>
                  <a:pt x="67" y="32"/>
                  <a:pt x="67" y="32"/>
                </a:cubicBezTo>
                <a:moveTo>
                  <a:pt x="43" y="25"/>
                </a:moveTo>
                <a:cubicBezTo>
                  <a:pt x="24" y="42"/>
                  <a:pt x="24" y="42"/>
                  <a:pt x="24" y="42"/>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06" name="Freeform 23">
            <a:extLst>
              <a:ext uri="{FF2B5EF4-FFF2-40B4-BE49-F238E27FC236}">
                <a16:creationId xmlns:a16="http://schemas.microsoft.com/office/drawing/2014/main" id="{613948C8-6CFD-4145-A835-69F7680BBD66}"/>
              </a:ext>
            </a:extLst>
          </p:cNvPr>
          <p:cNvSpPr>
            <a:spLocks noEditPoints="1"/>
          </p:cNvSpPr>
          <p:nvPr/>
        </p:nvSpPr>
        <p:spPr bwMode="auto">
          <a:xfrm>
            <a:off x="7249004" y="3249014"/>
            <a:ext cx="290747" cy="343487"/>
          </a:xfrm>
          <a:custGeom>
            <a:avLst/>
            <a:gdLst>
              <a:gd name="T0" fmla="*/ 215 w 215"/>
              <a:gd name="T1" fmla="*/ 105 h 254"/>
              <a:gd name="T2" fmla="*/ 215 w 215"/>
              <a:gd name="T3" fmla="*/ 254 h 254"/>
              <a:gd name="T4" fmla="*/ 0 w 215"/>
              <a:gd name="T5" fmla="*/ 254 h 254"/>
              <a:gd name="T6" fmla="*/ 0 w 215"/>
              <a:gd name="T7" fmla="*/ 105 h 254"/>
              <a:gd name="T8" fmla="*/ 215 w 215"/>
              <a:gd name="T9" fmla="*/ 254 h 254"/>
              <a:gd name="T10" fmla="*/ 107 w 215"/>
              <a:gd name="T11" fmla="*/ 180 h 254"/>
              <a:gd name="T12" fmla="*/ 0 w 215"/>
              <a:gd name="T13" fmla="*/ 254 h 254"/>
              <a:gd name="T14" fmla="*/ 215 w 215"/>
              <a:gd name="T15" fmla="*/ 105 h 254"/>
              <a:gd name="T16" fmla="*/ 143 w 215"/>
              <a:gd name="T17" fmla="*/ 180 h 254"/>
              <a:gd name="T18" fmla="*/ 0 w 215"/>
              <a:gd name="T19" fmla="*/ 105 h 254"/>
              <a:gd name="T20" fmla="*/ 74 w 215"/>
              <a:gd name="T21" fmla="*/ 180 h 254"/>
              <a:gd name="T22" fmla="*/ 189 w 215"/>
              <a:gd name="T23" fmla="*/ 101 h 254"/>
              <a:gd name="T24" fmla="*/ 189 w 215"/>
              <a:gd name="T25" fmla="*/ 48 h 254"/>
              <a:gd name="T26" fmla="*/ 143 w 215"/>
              <a:gd name="T27" fmla="*/ 0 h 254"/>
              <a:gd name="T28" fmla="*/ 26 w 215"/>
              <a:gd name="T29" fmla="*/ 0 h 254"/>
              <a:gd name="T30" fmla="*/ 26 w 215"/>
              <a:gd name="T31" fmla="*/ 101 h 254"/>
              <a:gd name="T32" fmla="*/ 189 w 215"/>
              <a:gd name="T33" fmla="*/ 48 h 254"/>
              <a:gd name="T34" fmla="*/ 143 w 215"/>
              <a:gd name="T35" fmla="*/ 0 h 254"/>
              <a:gd name="T36" fmla="*/ 143 w 215"/>
              <a:gd name="T37" fmla="*/ 48 h 254"/>
              <a:gd name="T38" fmla="*/ 189 w 215"/>
              <a:gd name="T39" fmla="*/ 48 h 254"/>
              <a:gd name="T40" fmla="*/ 71 w 215"/>
              <a:gd name="T41" fmla="*/ 74 h 254"/>
              <a:gd name="T42" fmla="*/ 50 w 215"/>
              <a:gd name="T43" fmla="*/ 74 h 254"/>
              <a:gd name="T44" fmla="*/ 160 w 215"/>
              <a:gd name="T45" fmla="*/ 74 h 254"/>
              <a:gd name="T46" fmla="*/ 95 w 215"/>
              <a:gd name="T47" fmla="*/ 74 h 254"/>
              <a:gd name="T48" fmla="*/ 50 w 215"/>
              <a:gd name="T49" fmla="*/ 98 h 254"/>
              <a:gd name="T50" fmla="*/ 112 w 215"/>
              <a:gd name="T51" fmla="*/ 98 h 254"/>
              <a:gd name="T52" fmla="*/ 160 w 215"/>
              <a:gd name="T53" fmla="*/ 98 h 254"/>
              <a:gd name="T54" fmla="*/ 136 w 215"/>
              <a:gd name="T55" fmla="*/ 98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5" h="254">
                <a:moveTo>
                  <a:pt x="215" y="105"/>
                </a:moveTo>
                <a:lnTo>
                  <a:pt x="215" y="254"/>
                </a:lnTo>
                <a:lnTo>
                  <a:pt x="0" y="254"/>
                </a:lnTo>
                <a:lnTo>
                  <a:pt x="0" y="105"/>
                </a:lnTo>
                <a:moveTo>
                  <a:pt x="215" y="254"/>
                </a:moveTo>
                <a:lnTo>
                  <a:pt x="107" y="180"/>
                </a:lnTo>
                <a:lnTo>
                  <a:pt x="0" y="254"/>
                </a:lnTo>
                <a:moveTo>
                  <a:pt x="215" y="105"/>
                </a:moveTo>
                <a:lnTo>
                  <a:pt x="143" y="180"/>
                </a:lnTo>
                <a:moveTo>
                  <a:pt x="0" y="105"/>
                </a:moveTo>
                <a:lnTo>
                  <a:pt x="74" y="180"/>
                </a:lnTo>
                <a:moveTo>
                  <a:pt x="189" y="101"/>
                </a:moveTo>
                <a:lnTo>
                  <a:pt x="189" y="48"/>
                </a:lnTo>
                <a:moveTo>
                  <a:pt x="143" y="0"/>
                </a:moveTo>
                <a:lnTo>
                  <a:pt x="26" y="0"/>
                </a:lnTo>
                <a:lnTo>
                  <a:pt x="26" y="101"/>
                </a:lnTo>
                <a:moveTo>
                  <a:pt x="189" y="48"/>
                </a:moveTo>
                <a:lnTo>
                  <a:pt x="143" y="0"/>
                </a:lnTo>
                <a:lnTo>
                  <a:pt x="143" y="48"/>
                </a:lnTo>
                <a:lnTo>
                  <a:pt x="189" y="48"/>
                </a:lnTo>
                <a:moveTo>
                  <a:pt x="71" y="74"/>
                </a:moveTo>
                <a:lnTo>
                  <a:pt x="50" y="74"/>
                </a:lnTo>
                <a:moveTo>
                  <a:pt x="160" y="74"/>
                </a:moveTo>
                <a:lnTo>
                  <a:pt x="95" y="74"/>
                </a:lnTo>
                <a:moveTo>
                  <a:pt x="50" y="98"/>
                </a:moveTo>
                <a:lnTo>
                  <a:pt x="112" y="98"/>
                </a:lnTo>
                <a:moveTo>
                  <a:pt x="160" y="98"/>
                </a:moveTo>
                <a:lnTo>
                  <a:pt x="136" y="98"/>
                </a:ln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07" name="Freeform 24">
            <a:extLst>
              <a:ext uri="{FF2B5EF4-FFF2-40B4-BE49-F238E27FC236}">
                <a16:creationId xmlns:a16="http://schemas.microsoft.com/office/drawing/2014/main" id="{957CDA31-923B-4432-A1BF-A8E55996E0EF}"/>
              </a:ext>
            </a:extLst>
          </p:cNvPr>
          <p:cNvSpPr>
            <a:spLocks noEditPoints="1"/>
          </p:cNvSpPr>
          <p:nvPr/>
        </p:nvSpPr>
        <p:spPr bwMode="auto">
          <a:xfrm>
            <a:off x="7243885" y="4850572"/>
            <a:ext cx="327259" cy="328612"/>
          </a:xfrm>
          <a:custGeom>
            <a:avLst/>
            <a:gdLst>
              <a:gd name="T0" fmla="*/ 86 w 101"/>
              <a:gd name="T1" fmla="*/ 28 h 101"/>
              <a:gd name="T2" fmla="*/ 94 w 101"/>
              <a:gd name="T3" fmla="*/ 54 h 101"/>
              <a:gd name="T4" fmla="*/ 47 w 101"/>
              <a:gd name="T5" fmla="*/ 101 h 101"/>
              <a:gd name="T6" fmla="*/ 0 w 101"/>
              <a:gd name="T7" fmla="*/ 54 h 101"/>
              <a:gd name="T8" fmla="*/ 47 w 101"/>
              <a:gd name="T9" fmla="*/ 6 h 101"/>
              <a:gd name="T10" fmla="*/ 73 w 101"/>
              <a:gd name="T11" fmla="*/ 14 h 101"/>
              <a:gd name="T12" fmla="*/ 65 w 101"/>
              <a:gd name="T13" fmla="*/ 23 h 101"/>
              <a:gd name="T14" fmla="*/ 47 w 101"/>
              <a:gd name="T15" fmla="*/ 18 h 101"/>
              <a:gd name="T16" fmla="*/ 11 w 101"/>
              <a:gd name="T17" fmla="*/ 54 h 101"/>
              <a:gd name="T18" fmla="*/ 47 w 101"/>
              <a:gd name="T19" fmla="*/ 89 h 101"/>
              <a:gd name="T20" fmla="*/ 83 w 101"/>
              <a:gd name="T21" fmla="*/ 54 h 101"/>
              <a:gd name="T22" fmla="*/ 78 w 101"/>
              <a:gd name="T23" fmla="*/ 36 h 101"/>
              <a:gd name="T24" fmla="*/ 56 w 101"/>
              <a:gd name="T25" fmla="*/ 32 h 101"/>
              <a:gd name="T26" fmla="*/ 47 w 101"/>
              <a:gd name="T27" fmla="*/ 30 h 101"/>
              <a:gd name="T28" fmla="*/ 24 w 101"/>
              <a:gd name="T29" fmla="*/ 54 h 101"/>
              <a:gd name="T30" fmla="*/ 47 w 101"/>
              <a:gd name="T31" fmla="*/ 77 h 101"/>
              <a:gd name="T32" fmla="*/ 70 w 101"/>
              <a:gd name="T33" fmla="*/ 54 h 101"/>
              <a:gd name="T34" fmla="*/ 68 w 101"/>
              <a:gd name="T35" fmla="*/ 43 h 101"/>
              <a:gd name="T36" fmla="*/ 47 w 101"/>
              <a:gd name="T37" fmla="*/ 54 h 101"/>
              <a:gd name="T38" fmla="*/ 98 w 101"/>
              <a:gd name="T39" fmla="*/ 3 h 101"/>
              <a:gd name="T40" fmla="*/ 86 w 101"/>
              <a:gd name="T41" fmla="*/ 0 h 101"/>
              <a:gd name="T42" fmla="*/ 86 w 101"/>
              <a:gd name="T43" fmla="*/ 15 h 101"/>
              <a:gd name="T44" fmla="*/ 101 w 101"/>
              <a:gd name="T45" fmla="*/ 15 h 101"/>
              <a:gd name="T46" fmla="*/ 8 w 101"/>
              <a:gd name="T47" fmla="*/ 101 h 101"/>
              <a:gd name="T48" fmla="*/ 17 w 101"/>
              <a:gd name="T49" fmla="*/ 90 h 101"/>
              <a:gd name="T50" fmla="*/ 77 w 101"/>
              <a:gd name="T51" fmla="*/ 90 h 101"/>
              <a:gd name="T52" fmla="*/ 86 w 101"/>
              <a:gd name="T53"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 h="101">
                <a:moveTo>
                  <a:pt x="86" y="28"/>
                </a:moveTo>
                <a:cubicBezTo>
                  <a:pt x="91" y="35"/>
                  <a:pt x="94" y="44"/>
                  <a:pt x="94" y="54"/>
                </a:cubicBezTo>
                <a:cubicBezTo>
                  <a:pt x="94" y="80"/>
                  <a:pt x="73" y="101"/>
                  <a:pt x="47" y="101"/>
                </a:cubicBezTo>
                <a:cubicBezTo>
                  <a:pt x="21" y="101"/>
                  <a:pt x="0" y="80"/>
                  <a:pt x="0" y="54"/>
                </a:cubicBezTo>
                <a:cubicBezTo>
                  <a:pt x="0" y="27"/>
                  <a:pt x="21" y="6"/>
                  <a:pt x="47" y="6"/>
                </a:cubicBezTo>
                <a:cubicBezTo>
                  <a:pt x="56" y="6"/>
                  <a:pt x="65" y="9"/>
                  <a:pt x="73" y="14"/>
                </a:cubicBezTo>
                <a:moveTo>
                  <a:pt x="65" y="23"/>
                </a:moveTo>
                <a:cubicBezTo>
                  <a:pt x="60" y="20"/>
                  <a:pt x="54" y="18"/>
                  <a:pt x="47" y="18"/>
                </a:cubicBezTo>
                <a:cubicBezTo>
                  <a:pt x="27" y="18"/>
                  <a:pt x="11" y="34"/>
                  <a:pt x="11" y="54"/>
                </a:cubicBezTo>
                <a:cubicBezTo>
                  <a:pt x="11" y="73"/>
                  <a:pt x="27" y="89"/>
                  <a:pt x="47" y="89"/>
                </a:cubicBezTo>
                <a:cubicBezTo>
                  <a:pt x="67" y="89"/>
                  <a:pt x="83" y="73"/>
                  <a:pt x="83" y="54"/>
                </a:cubicBezTo>
                <a:cubicBezTo>
                  <a:pt x="83" y="47"/>
                  <a:pt x="81" y="41"/>
                  <a:pt x="78" y="36"/>
                </a:cubicBezTo>
                <a:moveTo>
                  <a:pt x="56" y="32"/>
                </a:moveTo>
                <a:cubicBezTo>
                  <a:pt x="53" y="31"/>
                  <a:pt x="50" y="30"/>
                  <a:pt x="47" y="30"/>
                </a:cubicBezTo>
                <a:cubicBezTo>
                  <a:pt x="34" y="30"/>
                  <a:pt x="24" y="41"/>
                  <a:pt x="24" y="54"/>
                </a:cubicBezTo>
                <a:cubicBezTo>
                  <a:pt x="24" y="67"/>
                  <a:pt x="34" y="77"/>
                  <a:pt x="47" y="77"/>
                </a:cubicBezTo>
                <a:cubicBezTo>
                  <a:pt x="60" y="77"/>
                  <a:pt x="70" y="67"/>
                  <a:pt x="70" y="54"/>
                </a:cubicBezTo>
                <a:cubicBezTo>
                  <a:pt x="70" y="50"/>
                  <a:pt x="69" y="46"/>
                  <a:pt x="68" y="43"/>
                </a:cubicBezTo>
                <a:moveTo>
                  <a:pt x="47" y="54"/>
                </a:moveTo>
                <a:cubicBezTo>
                  <a:pt x="98" y="3"/>
                  <a:pt x="98" y="3"/>
                  <a:pt x="98" y="3"/>
                </a:cubicBezTo>
                <a:moveTo>
                  <a:pt x="86" y="0"/>
                </a:moveTo>
                <a:cubicBezTo>
                  <a:pt x="86" y="15"/>
                  <a:pt x="86" y="15"/>
                  <a:pt x="86" y="15"/>
                </a:cubicBezTo>
                <a:cubicBezTo>
                  <a:pt x="101" y="15"/>
                  <a:pt x="101" y="15"/>
                  <a:pt x="101" y="15"/>
                </a:cubicBezTo>
                <a:moveTo>
                  <a:pt x="8" y="101"/>
                </a:moveTo>
                <a:cubicBezTo>
                  <a:pt x="17" y="90"/>
                  <a:pt x="17" y="90"/>
                  <a:pt x="17" y="90"/>
                </a:cubicBezTo>
                <a:moveTo>
                  <a:pt x="77" y="90"/>
                </a:moveTo>
                <a:cubicBezTo>
                  <a:pt x="86" y="101"/>
                  <a:pt x="86" y="101"/>
                  <a:pt x="86" y="101"/>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9515331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67000">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14:bounceEnd="67000">
                                          <p:cBhvr additive="base">
                                            <p:cTn id="7" dur="1000" fill="hold"/>
                                            <p:tgtEl>
                                              <p:spTgt spid="33"/>
                                            </p:tgtEl>
                                            <p:attrNameLst>
                                              <p:attrName>ppt_x</p:attrName>
                                            </p:attrNameLst>
                                          </p:cBhvr>
                                          <p:tavLst>
                                            <p:tav tm="0">
                                              <p:val>
                                                <p:strVal val="1+#ppt_w/2"/>
                                              </p:val>
                                            </p:tav>
                                            <p:tav tm="100000">
                                              <p:val>
                                                <p:strVal val="#ppt_x"/>
                                              </p:val>
                                            </p:tav>
                                          </p:tavLst>
                                        </p:anim>
                                        <p:anim calcmode="lin" valueType="num" p14:bounceEnd="67000">
                                          <p:cBhvr additive="base">
                                            <p:cTn id="8" dur="10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67000">
                                      <p:stCondLst>
                                        <p:cond delay="250"/>
                                      </p:stCondLst>
                                      <p:childTnLst>
                                        <p:set>
                                          <p:cBhvr>
                                            <p:cTn id="10" dur="1" fill="hold">
                                              <p:stCondLst>
                                                <p:cond delay="0"/>
                                              </p:stCondLst>
                                            </p:cTn>
                                            <p:tgtEl>
                                              <p:spTgt spid="34"/>
                                            </p:tgtEl>
                                            <p:attrNameLst>
                                              <p:attrName>style.visibility</p:attrName>
                                            </p:attrNameLst>
                                          </p:cBhvr>
                                          <p:to>
                                            <p:strVal val="visible"/>
                                          </p:to>
                                        </p:set>
                                        <p:anim calcmode="lin" valueType="num" p14:bounceEnd="67000">
                                          <p:cBhvr additive="base">
                                            <p:cTn id="11" dur="1000" fill="hold"/>
                                            <p:tgtEl>
                                              <p:spTgt spid="34"/>
                                            </p:tgtEl>
                                            <p:attrNameLst>
                                              <p:attrName>ppt_x</p:attrName>
                                            </p:attrNameLst>
                                          </p:cBhvr>
                                          <p:tavLst>
                                            <p:tav tm="0">
                                              <p:val>
                                                <p:strVal val="1+#ppt_w/2"/>
                                              </p:val>
                                            </p:tav>
                                            <p:tav tm="100000">
                                              <p:val>
                                                <p:strVal val="#ppt_x"/>
                                              </p:val>
                                            </p:tav>
                                          </p:tavLst>
                                        </p:anim>
                                        <p:anim calcmode="lin" valueType="num" p14:bounceEnd="67000">
                                          <p:cBhvr additive="base">
                                            <p:cTn id="12" dur="10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67000">
                                      <p:stCondLst>
                                        <p:cond delay="500"/>
                                      </p:stCondLst>
                                      <p:childTnLst>
                                        <p:set>
                                          <p:cBhvr>
                                            <p:cTn id="14" dur="1" fill="hold">
                                              <p:stCondLst>
                                                <p:cond delay="0"/>
                                              </p:stCondLst>
                                            </p:cTn>
                                            <p:tgtEl>
                                              <p:spTgt spid="47"/>
                                            </p:tgtEl>
                                            <p:attrNameLst>
                                              <p:attrName>style.visibility</p:attrName>
                                            </p:attrNameLst>
                                          </p:cBhvr>
                                          <p:to>
                                            <p:strVal val="visible"/>
                                          </p:to>
                                        </p:set>
                                        <p:anim calcmode="lin" valueType="num" p14:bounceEnd="67000">
                                          <p:cBhvr additive="base">
                                            <p:cTn id="15" dur="1000" fill="hold"/>
                                            <p:tgtEl>
                                              <p:spTgt spid="47"/>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47"/>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14:presetBounceEnd="67000">
                                      <p:stCondLst>
                                        <p:cond delay="750"/>
                                      </p:stCondLst>
                                      <p:childTnLst>
                                        <p:set>
                                          <p:cBhvr>
                                            <p:cTn id="18" dur="1" fill="hold">
                                              <p:stCondLst>
                                                <p:cond delay="0"/>
                                              </p:stCondLst>
                                            </p:cTn>
                                            <p:tgtEl>
                                              <p:spTgt spid="60"/>
                                            </p:tgtEl>
                                            <p:attrNameLst>
                                              <p:attrName>style.visibility</p:attrName>
                                            </p:attrNameLst>
                                          </p:cBhvr>
                                          <p:to>
                                            <p:strVal val="visible"/>
                                          </p:to>
                                        </p:set>
                                        <p:anim calcmode="lin" valueType="num" p14:bounceEnd="67000">
                                          <p:cBhvr additive="base">
                                            <p:cTn id="19" dur="1000" fill="hold"/>
                                            <p:tgtEl>
                                              <p:spTgt spid="60"/>
                                            </p:tgtEl>
                                            <p:attrNameLst>
                                              <p:attrName>ppt_x</p:attrName>
                                            </p:attrNameLst>
                                          </p:cBhvr>
                                          <p:tavLst>
                                            <p:tav tm="0">
                                              <p:val>
                                                <p:strVal val="1+#ppt_w/2"/>
                                              </p:val>
                                            </p:tav>
                                            <p:tav tm="100000">
                                              <p:val>
                                                <p:strVal val="#ppt_x"/>
                                              </p:val>
                                            </p:tav>
                                          </p:tavLst>
                                        </p:anim>
                                        <p:anim calcmode="lin" valueType="num" p14:bounceEnd="67000">
                                          <p:cBhvr additive="base">
                                            <p:cTn id="20" dur="1000" fill="hold"/>
                                            <p:tgtEl>
                                              <p:spTgt spid="60"/>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67000">
                                      <p:stCondLst>
                                        <p:cond delay="1000"/>
                                      </p:stCondLst>
                                      <p:childTnLst>
                                        <p:set>
                                          <p:cBhvr>
                                            <p:cTn id="22" dur="1" fill="hold">
                                              <p:stCondLst>
                                                <p:cond delay="0"/>
                                              </p:stCondLst>
                                            </p:cTn>
                                            <p:tgtEl>
                                              <p:spTgt spid="73"/>
                                            </p:tgtEl>
                                            <p:attrNameLst>
                                              <p:attrName>style.visibility</p:attrName>
                                            </p:attrNameLst>
                                          </p:cBhvr>
                                          <p:to>
                                            <p:strVal val="visible"/>
                                          </p:to>
                                        </p:set>
                                        <p:anim calcmode="lin" valueType="num" p14:bounceEnd="67000">
                                          <p:cBhvr additive="base">
                                            <p:cTn id="23" dur="1000" fill="hold"/>
                                            <p:tgtEl>
                                              <p:spTgt spid="73"/>
                                            </p:tgtEl>
                                            <p:attrNameLst>
                                              <p:attrName>ppt_x</p:attrName>
                                            </p:attrNameLst>
                                          </p:cBhvr>
                                          <p:tavLst>
                                            <p:tav tm="0">
                                              <p:val>
                                                <p:strVal val="1+#ppt_w/2"/>
                                              </p:val>
                                            </p:tav>
                                            <p:tav tm="100000">
                                              <p:val>
                                                <p:strVal val="#ppt_x"/>
                                              </p:val>
                                            </p:tav>
                                          </p:tavLst>
                                        </p:anim>
                                        <p:anim calcmode="lin" valueType="num" p14:bounceEnd="67000">
                                          <p:cBhvr additive="base">
                                            <p:cTn id="24" dur="1000" fill="hold"/>
                                            <p:tgtEl>
                                              <p:spTgt spid="73"/>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14:presetBounceEnd="67000">
                                      <p:stCondLst>
                                        <p:cond delay="1250"/>
                                      </p:stCondLst>
                                      <p:childTnLst>
                                        <p:set>
                                          <p:cBhvr>
                                            <p:cTn id="26" dur="1" fill="hold">
                                              <p:stCondLst>
                                                <p:cond delay="0"/>
                                              </p:stCondLst>
                                            </p:cTn>
                                            <p:tgtEl>
                                              <p:spTgt spid="85"/>
                                            </p:tgtEl>
                                            <p:attrNameLst>
                                              <p:attrName>style.visibility</p:attrName>
                                            </p:attrNameLst>
                                          </p:cBhvr>
                                          <p:to>
                                            <p:strVal val="visible"/>
                                          </p:to>
                                        </p:set>
                                        <p:anim calcmode="lin" valueType="num" p14:bounceEnd="67000">
                                          <p:cBhvr additive="base">
                                            <p:cTn id="27" dur="1000" fill="hold"/>
                                            <p:tgtEl>
                                              <p:spTgt spid="85"/>
                                            </p:tgtEl>
                                            <p:attrNameLst>
                                              <p:attrName>ppt_x</p:attrName>
                                            </p:attrNameLst>
                                          </p:cBhvr>
                                          <p:tavLst>
                                            <p:tav tm="0">
                                              <p:val>
                                                <p:strVal val="1+#ppt_w/2"/>
                                              </p:val>
                                            </p:tav>
                                            <p:tav tm="100000">
                                              <p:val>
                                                <p:strVal val="#ppt_x"/>
                                              </p:val>
                                            </p:tav>
                                          </p:tavLst>
                                        </p:anim>
                                        <p:anim calcmode="lin" valueType="num" p14:bounceEnd="67000">
                                          <p:cBhvr additive="base">
                                            <p:cTn id="28" dur="1000" fill="hold"/>
                                            <p:tgtEl>
                                              <p:spTgt spid="85"/>
                                            </p:tgtEl>
                                            <p:attrNameLst>
                                              <p:attrName>ppt_y</p:attrName>
                                            </p:attrNameLst>
                                          </p:cBhvr>
                                          <p:tavLst>
                                            <p:tav tm="0">
                                              <p:val>
                                                <p:strVal val="#ppt_y"/>
                                              </p:val>
                                            </p:tav>
                                            <p:tav tm="100000">
                                              <p:val>
                                                <p:strVal val="#ppt_y"/>
                                              </p:val>
                                            </p:tav>
                                          </p:tavLst>
                                        </p:anim>
                                      </p:childTnLst>
                                    </p:cTn>
                                  </p:par>
                                  <p:par>
                                    <p:cTn id="29" presetID="53" presetClass="entr" presetSubtype="16" fill="hold" grpId="0" nodeType="withEffect">
                                      <p:stCondLst>
                                        <p:cond delay="250"/>
                                      </p:stCondLst>
                                      <p:childTnLst>
                                        <p:set>
                                          <p:cBhvr>
                                            <p:cTn id="30" dur="1" fill="hold">
                                              <p:stCondLst>
                                                <p:cond delay="0"/>
                                              </p:stCondLst>
                                            </p:cTn>
                                            <p:tgtEl>
                                              <p:spTgt spid="10"/>
                                            </p:tgtEl>
                                            <p:attrNameLst>
                                              <p:attrName>style.visibility</p:attrName>
                                            </p:attrNameLst>
                                          </p:cBhvr>
                                          <p:to>
                                            <p:strVal val="visible"/>
                                          </p:to>
                                        </p:set>
                                        <p:anim calcmode="lin" valueType="num">
                                          <p:cBhvr>
                                            <p:cTn id="31" dur="750" fill="hold"/>
                                            <p:tgtEl>
                                              <p:spTgt spid="10"/>
                                            </p:tgtEl>
                                            <p:attrNameLst>
                                              <p:attrName>ppt_w</p:attrName>
                                            </p:attrNameLst>
                                          </p:cBhvr>
                                          <p:tavLst>
                                            <p:tav tm="0">
                                              <p:val>
                                                <p:fltVal val="0"/>
                                              </p:val>
                                            </p:tav>
                                            <p:tav tm="100000">
                                              <p:val>
                                                <p:strVal val="#ppt_w"/>
                                              </p:val>
                                            </p:tav>
                                          </p:tavLst>
                                        </p:anim>
                                        <p:anim calcmode="lin" valueType="num">
                                          <p:cBhvr>
                                            <p:cTn id="32" dur="750" fill="hold"/>
                                            <p:tgtEl>
                                              <p:spTgt spid="10"/>
                                            </p:tgtEl>
                                            <p:attrNameLst>
                                              <p:attrName>ppt_h</p:attrName>
                                            </p:attrNameLst>
                                          </p:cBhvr>
                                          <p:tavLst>
                                            <p:tav tm="0">
                                              <p:val>
                                                <p:fltVal val="0"/>
                                              </p:val>
                                            </p:tav>
                                            <p:tav tm="100000">
                                              <p:val>
                                                <p:strVal val="#ppt_h"/>
                                              </p:val>
                                            </p:tav>
                                          </p:tavLst>
                                        </p:anim>
                                        <p:animEffect transition="in" filter="fade">
                                          <p:cBhvr>
                                            <p:cTn id="33" dur="750"/>
                                            <p:tgtEl>
                                              <p:spTgt spid="10"/>
                                            </p:tgtEl>
                                          </p:cBhvr>
                                        </p:animEffect>
                                      </p:childTnLst>
                                    </p:cTn>
                                  </p:par>
                                  <p:par>
                                    <p:cTn id="34" presetID="53" presetClass="entr" presetSubtype="16" fill="hold" grpId="0" nodeType="withEffect">
                                      <p:stCondLst>
                                        <p:cond delay="500"/>
                                      </p:stCondLst>
                                      <p:childTnLst>
                                        <p:set>
                                          <p:cBhvr>
                                            <p:cTn id="35" dur="1" fill="hold">
                                              <p:stCondLst>
                                                <p:cond delay="0"/>
                                              </p:stCondLst>
                                            </p:cTn>
                                            <p:tgtEl>
                                              <p:spTgt spid="45"/>
                                            </p:tgtEl>
                                            <p:attrNameLst>
                                              <p:attrName>style.visibility</p:attrName>
                                            </p:attrNameLst>
                                          </p:cBhvr>
                                          <p:to>
                                            <p:strVal val="visible"/>
                                          </p:to>
                                        </p:set>
                                        <p:anim calcmode="lin" valueType="num">
                                          <p:cBhvr>
                                            <p:cTn id="36" dur="750" fill="hold"/>
                                            <p:tgtEl>
                                              <p:spTgt spid="45"/>
                                            </p:tgtEl>
                                            <p:attrNameLst>
                                              <p:attrName>ppt_w</p:attrName>
                                            </p:attrNameLst>
                                          </p:cBhvr>
                                          <p:tavLst>
                                            <p:tav tm="0">
                                              <p:val>
                                                <p:fltVal val="0"/>
                                              </p:val>
                                            </p:tav>
                                            <p:tav tm="100000">
                                              <p:val>
                                                <p:strVal val="#ppt_w"/>
                                              </p:val>
                                            </p:tav>
                                          </p:tavLst>
                                        </p:anim>
                                        <p:anim calcmode="lin" valueType="num">
                                          <p:cBhvr>
                                            <p:cTn id="37" dur="750" fill="hold"/>
                                            <p:tgtEl>
                                              <p:spTgt spid="45"/>
                                            </p:tgtEl>
                                            <p:attrNameLst>
                                              <p:attrName>ppt_h</p:attrName>
                                            </p:attrNameLst>
                                          </p:cBhvr>
                                          <p:tavLst>
                                            <p:tav tm="0">
                                              <p:val>
                                                <p:fltVal val="0"/>
                                              </p:val>
                                            </p:tav>
                                            <p:tav tm="100000">
                                              <p:val>
                                                <p:strVal val="#ppt_h"/>
                                              </p:val>
                                            </p:tav>
                                          </p:tavLst>
                                        </p:anim>
                                        <p:animEffect transition="in" filter="fade">
                                          <p:cBhvr>
                                            <p:cTn id="38" dur="750"/>
                                            <p:tgtEl>
                                              <p:spTgt spid="45"/>
                                            </p:tgtEl>
                                          </p:cBhvr>
                                        </p:animEffect>
                                      </p:childTnLst>
                                    </p:cTn>
                                  </p:par>
                                  <p:par>
                                    <p:cTn id="39" presetID="53" presetClass="entr" presetSubtype="16" fill="hold" grpId="0" nodeType="withEffect">
                                      <p:stCondLst>
                                        <p:cond delay="750"/>
                                      </p:stCondLst>
                                      <p:childTnLst>
                                        <p:set>
                                          <p:cBhvr>
                                            <p:cTn id="40" dur="1" fill="hold">
                                              <p:stCondLst>
                                                <p:cond delay="0"/>
                                              </p:stCondLst>
                                            </p:cTn>
                                            <p:tgtEl>
                                              <p:spTgt spid="58"/>
                                            </p:tgtEl>
                                            <p:attrNameLst>
                                              <p:attrName>style.visibility</p:attrName>
                                            </p:attrNameLst>
                                          </p:cBhvr>
                                          <p:to>
                                            <p:strVal val="visible"/>
                                          </p:to>
                                        </p:set>
                                        <p:anim calcmode="lin" valueType="num">
                                          <p:cBhvr>
                                            <p:cTn id="41" dur="750" fill="hold"/>
                                            <p:tgtEl>
                                              <p:spTgt spid="58"/>
                                            </p:tgtEl>
                                            <p:attrNameLst>
                                              <p:attrName>ppt_w</p:attrName>
                                            </p:attrNameLst>
                                          </p:cBhvr>
                                          <p:tavLst>
                                            <p:tav tm="0">
                                              <p:val>
                                                <p:fltVal val="0"/>
                                              </p:val>
                                            </p:tav>
                                            <p:tav tm="100000">
                                              <p:val>
                                                <p:strVal val="#ppt_w"/>
                                              </p:val>
                                            </p:tav>
                                          </p:tavLst>
                                        </p:anim>
                                        <p:anim calcmode="lin" valueType="num">
                                          <p:cBhvr>
                                            <p:cTn id="42" dur="750" fill="hold"/>
                                            <p:tgtEl>
                                              <p:spTgt spid="58"/>
                                            </p:tgtEl>
                                            <p:attrNameLst>
                                              <p:attrName>ppt_h</p:attrName>
                                            </p:attrNameLst>
                                          </p:cBhvr>
                                          <p:tavLst>
                                            <p:tav tm="0">
                                              <p:val>
                                                <p:fltVal val="0"/>
                                              </p:val>
                                            </p:tav>
                                            <p:tav tm="100000">
                                              <p:val>
                                                <p:strVal val="#ppt_h"/>
                                              </p:val>
                                            </p:tav>
                                          </p:tavLst>
                                        </p:anim>
                                        <p:animEffect transition="in" filter="fade">
                                          <p:cBhvr>
                                            <p:cTn id="43" dur="750"/>
                                            <p:tgtEl>
                                              <p:spTgt spid="58"/>
                                            </p:tgtEl>
                                          </p:cBhvr>
                                        </p:animEffect>
                                      </p:childTnLst>
                                    </p:cTn>
                                  </p:par>
                                  <p:par>
                                    <p:cTn id="44" presetID="53" presetClass="entr" presetSubtype="16" fill="hold" grpId="0" nodeType="withEffect">
                                      <p:stCondLst>
                                        <p:cond delay="1000"/>
                                      </p:stCondLst>
                                      <p:childTnLst>
                                        <p:set>
                                          <p:cBhvr>
                                            <p:cTn id="45" dur="1" fill="hold">
                                              <p:stCondLst>
                                                <p:cond delay="0"/>
                                              </p:stCondLst>
                                            </p:cTn>
                                            <p:tgtEl>
                                              <p:spTgt spid="71"/>
                                            </p:tgtEl>
                                            <p:attrNameLst>
                                              <p:attrName>style.visibility</p:attrName>
                                            </p:attrNameLst>
                                          </p:cBhvr>
                                          <p:to>
                                            <p:strVal val="visible"/>
                                          </p:to>
                                        </p:set>
                                        <p:anim calcmode="lin" valueType="num">
                                          <p:cBhvr>
                                            <p:cTn id="46" dur="750" fill="hold"/>
                                            <p:tgtEl>
                                              <p:spTgt spid="71"/>
                                            </p:tgtEl>
                                            <p:attrNameLst>
                                              <p:attrName>ppt_w</p:attrName>
                                            </p:attrNameLst>
                                          </p:cBhvr>
                                          <p:tavLst>
                                            <p:tav tm="0">
                                              <p:val>
                                                <p:fltVal val="0"/>
                                              </p:val>
                                            </p:tav>
                                            <p:tav tm="100000">
                                              <p:val>
                                                <p:strVal val="#ppt_w"/>
                                              </p:val>
                                            </p:tav>
                                          </p:tavLst>
                                        </p:anim>
                                        <p:anim calcmode="lin" valueType="num">
                                          <p:cBhvr>
                                            <p:cTn id="47" dur="750" fill="hold"/>
                                            <p:tgtEl>
                                              <p:spTgt spid="71"/>
                                            </p:tgtEl>
                                            <p:attrNameLst>
                                              <p:attrName>ppt_h</p:attrName>
                                            </p:attrNameLst>
                                          </p:cBhvr>
                                          <p:tavLst>
                                            <p:tav tm="0">
                                              <p:val>
                                                <p:fltVal val="0"/>
                                              </p:val>
                                            </p:tav>
                                            <p:tav tm="100000">
                                              <p:val>
                                                <p:strVal val="#ppt_h"/>
                                              </p:val>
                                            </p:tav>
                                          </p:tavLst>
                                        </p:anim>
                                        <p:animEffect transition="in" filter="fade">
                                          <p:cBhvr>
                                            <p:cTn id="48" dur="750"/>
                                            <p:tgtEl>
                                              <p:spTgt spid="71"/>
                                            </p:tgtEl>
                                          </p:cBhvr>
                                        </p:animEffect>
                                      </p:childTnLst>
                                    </p:cTn>
                                  </p:par>
                                  <p:par>
                                    <p:cTn id="49" presetID="53" presetClass="entr" presetSubtype="16" fill="hold" grpId="0" nodeType="withEffect">
                                      <p:stCondLst>
                                        <p:cond delay="1250"/>
                                      </p:stCondLst>
                                      <p:childTnLst>
                                        <p:set>
                                          <p:cBhvr>
                                            <p:cTn id="50" dur="1" fill="hold">
                                              <p:stCondLst>
                                                <p:cond delay="0"/>
                                              </p:stCondLst>
                                            </p:cTn>
                                            <p:tgtEl>
                                              <p:spTgt spid="84"/>
                                            </p:tgtEl>
                                            <p:attrNameLst>
                                              <p:attrName>style.visibility</p:attrName>
                                            </p:attrNameLst>
                                          </p:cBhvr>
                                          <p:to>
                                            <p:strVal val="visible"/>
                                          </p:to>
                                        </p:set>
                                        <p:anim calcmode="lin" valueType="num">
                                          <p:cBhvr>
                                            <p:cTn id="51" dur="750" fill="hold"/>
                                            <p:tgtEl>
                                              <p:spTgt spid="84"/>
                                            </p:tgtEl>
                                            <p:attrNameLst>
                                              <p:attrName>ppt_w</p:attrName>
                                            </p:attrNameLst>
                                          </p:cBhvr>
                                          <p:tavLst>
                                            <p:tav tm="0">
                                              <p:val>
                                                <p:fltVal val="0"/>
                                              </p:val>
                                            </p:tav>
                                            <p:tav tm="100000">
                                              <p:val>
                                                <p:strVal val="#ppt_w"/>
                                              </p:val>
                                            </p:tav>
                                          </p:tavLst>
                                        </p:anim>
                                        <p:anim calcmode="lin" valueType="num">
                                          <p:cBhvr>
                                            <p:cTn id="52" dur="750" fill="hold"/>
                                            <p:tgtEl>
                                              <p:spTgt spid="84"/>
                                            </p:tgtEl>
                                            <p:attrNameLst>
                                              <p:attrName>ppt_h</p:attrName>
                                            </p:attrNameLst>
                                          </p:cBhvr>
                                          <p:tavLst>
                                            <p:tav tm="0">
                                              <p:val>
                                                <p:fltVal val="0"/>
                                              </p:val>
                                            </p:tav>
                                            <p:tav tm="100000">
                                              <p:val>
                                                <p:strVal val="#ppt_h"/>
                                              </p:val>
                                            </p:tav>
                                          </p:tavLst>
                                        </p:anim>
                                        <p:animEffect transition="in" filter="fade">
                                          <p:cBhvr>
                                            <p:cTn id="53" dur="750"/>
                                            <p:tgtEl>
                                              <p:spTgt spid="84"/>
                                            </p:tgtEl>
                                          </p:cBhvr>
                                        </p:animEffect>
                                      </p:childTnLst>
                                    </p:cTn>
                                  </p:par>
                                  <p:par>
                                    <p:cTn id="54" presetID="53" presetClass="entr" presetSubtype="16" fill="hold" grpId="0" nodeType="withEffect">
                                      <p:stCondLst>
                                        <p:cond delay="1500"/>
                                      </p:stCondLst>
                                      <p:childTnLst>
                                        <p:set>
                                          <p:cBhvr>
                                            <p:cTn id="55" dur="1" fill="hold">
                                              <p:stCondLst>
                                                <p:cond delay="0"/>
                                              </p:stCondLst>
                                            </p:cTn>
                                            <p:tgtEl>
                                              <p:spTgt spid="96"/>
                                            </p:tgtEl>
                                            <p:attrNameLst>
                                              <p:attrName>style.visibility</p:attrName>
                                            </p:attrNameLst>
                                          </p:cBhvr>
                                          <p:to>
                                            <p:strVal val="visible"/>
                                          </p:to>
                                        </p:set>
                                        <p:anim calcmode="lin" valueType="num">
                                          <p:cBhvr>
                                            <p:cTn id="56" dur="750" fill="hold"/>
                                            <p:tgtEl>
                                              <p:spTgt spid="96"/>
                                            </p:tgtEl>
                                            <p:attrNameLst>
                                              <p:attrName>ppt_w</p:attrName>
                                            </p:attrNameLst>
                                          </p:cBhvr>
                                          <p:tavLst>
                                            <p:tav tm="0">
                                              <p:val>
                                                <p:fltVal val="0"/>
                                              </p:val>
                                            </p:tav>
                                            <p:tav tm="100000">
                                              <p:val>
                                                <p:strVal val="#ppt_w"/>
                                              </p:val>
                                            </p:tav>
                                          </p:tavLst>
                                        </p:anim>
                                        <p:anim calcmode="lin" valueType="num">
                                          <p:cBhvr>
                                            <p:cTn id="57" dur="750" fill="hold"/>
                                            <p:tgtEl>
                                              <p:spTgt spid="96"/>
                                            </p:tgtEl>
                                            <p:attrNameLst>
                                              <p:attrName>ppt_h</p:attrName>
                                            </p:attrNameLst>
                                          </p:cBhvr>
                                          <p:tavLst>
                                            <p:tav tm="0">
                                              <p:val>
                                                <p:fltVal val="0"/>
                                              </p:val>
                                            </p:tav>
                                            <p:tav tm="100000">
                                              <p:val>
                                                <p:strVal val="#ppt_h"/>
                                              </p:val>
                                            </p:tav>
                                          </p:tavLst>
                                        </p:anim>
                                        <p:animEffect transition="in" filter="fade">
                                          <p:cBhvr>
                                            <p:cTn id="58" dur="750"/>
                                            <p:tgtEl>
                                              <p:spTgt spid="96"/>
                                            </p:tgtEl>
                                          </p:cBhvr>
                                        </p:animEffect>
                                      </p:childTnLst>
                                    </p:cTn>
                                  </p:par>
                                  <p:par>
                                    <p:cTn id="59" presetID="10" presetClass="entr" presetSubtype="0" fill="hold" grpId="0" nodeType="withEffect">
                                      <p:stCondLst>
                                        <p:cond delay="50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750"/>
                                            <p:tgtEl>
                                              <p:spTgt spid="13"/>
                                            </p:tgtEl>
                                          </p:cBhvr>
                                        </p:animEffect>
                                      </p:childTnLst>
                                    </p:cTn>
                                  </p:par>
                                  <p:par>
                                    <p:cTn id="62" presetID="10" presetClass="entr" presetSubtype="0" fill="hold" grpId="0" nodeType="withEffect">
                                      <p:stCondLst>
                                        <p:cond delay="750"/>
                                      </p:stCondLst>
                                      <p:childTnLst>
                                        <p:set>
                                          <p:cBhvr>
                                            <p:cTn id="63" dur="1" fill="hold">
                                              <p:stCondLst>
                                                <p:cond delay="0"/>
                                              </p:stCondLst>
                                            </p:cTn>
                                            <p:tgtEl>
                                              <p:spTgt spid="105"/>
                                            </p:tgtEl>
                                            <p:attrNameLst>
                                              <p:attrName>style.visibility</p:attrName>
                                            </p:attrNameLst>
                                          </p:cBhvr>
                                          <p:to>
                                            <p:strVal val="visible"/>
                                          </p:to>
                                        </p:set>
                                        <p:animEffect transition="in" filter="fade">
                                          <p:cBhvr>
                                            <p:cTn id="64" dur="750"/>
                                            <p:tgtEl>
                                              <p:spTgt spid="105"/>
                                            </p:tgtEl>
                                          </p:cBhvr>
                                        </p:animEffect>
                                      </p:childTnLst>
                                    </p:cTn>
                                  </p:par>
                                  <p:par>
                                    <p:cTn id="65" presetID="10" presetClass="entr" presetSubtype="0" fill="hold" grpId="0" nodeType="withEffect">
                                      <p:stCondLst>
                                        <p:cond delay="1000"/>
                                      </p:stCondLst>
                                      <p:childTnLst>
                                        <p:set>
                                          <p:cBhvr>
                                            <p:cTn id="66" dur="1" fill="hold">
                                              <p:stCondLst>
                                                <p:cond delay="0"/>
                                              </p:stCondLst>
                                            </p:cTn>
                                            <p:tgtEl>
                                              <p:spTgt spid="103"/>
                                            </p:tgtEl>
                                            <p:attrNameLst>
                                              <p:attrName>style.visibility</p:attrName>
                                            </p:attrNameLst>
                                          </p:cBhvr>
                                          <p:to>
                                            <p:strVal val="visible"/>
                                          </p:to>
                                        </p:set>
                                        <p:animEffect transition="in" filter="fade">
                                          <p:cBhvr>
                                            <p:cTn id="67" dur="750"/>
                                            <p:tgtEl>
                                              <p:spTgt spid="103"/>
                                            </p:tgtEl>
                                          </p:cBhvr>
                                        </p:animEffect>
                                      </p:childTnLst>
                                    </p:cTn>
                                  </p:par>
                                  <p:par>
                                    <p:cTn id="68" presetID="10" presetClass="entr" presetSubtype="0" fill="hold" grpId="0" nodeType="withEffect">
                                      <p:stCondLst>
                                        <p:cond delay="1250"/>
                                      </p:stCondLst>
                                      <p:childTnLst>
                                        <p:set>
                                          <p:cBhvr>
                                            <p:cTn id="69" dur="1" fill="hold">
                                              <p:stCondLst>
                                                <p:cond delay="0"/>
                                              </p:stCondLst>
                                            </p:cTn>
                                            <p:tgtEl>
                                              <p:spTgt spid="104"/>
                                            </p:tgtEl>
                                            <p:attrNameLst>
                                              <p:attrName>style.visibility</p:attrName>
                                            </p:attrNameLst>
                                          </p:cBhvr>
                                          <p:to>
                                            <p:strVal val="visible"/>
                                          </p:to>
                                        </p:set>
                                        <p:animEffect transition="in" filter="fade">
                                          <p:cBhvr>
                                            <p:cTn id="70" dur="750"/>
                                            <p:tgtEl>
                                              <p:spTgt spid="104"/>
                                            </p:tgtEl>
                                          </p:cBhvr>
                                        </p:animEffect>
                                      </p:childTnLst>
                                    </p:cTn>
                                  </p:par>
                                  <p:par>
                                    <p:cTn id="71" presetID="10" presetClass="entr" presetSubtype="0" fill="hold" grpId="0" nodeType="withEffect">
                                      <p:stCondLst>
                                        <p:cond delay="1500"/>
                                      </p:stCondLst>
                                      <p:childTnLst>
                                        <p:set>
                                          <p:cBhvr>
                                            <p:cTn id="72" dur="1" fill="hold">
                                              <p:stCondLst>
                                                <p:cond delay="0"/>
                                              </p:stCondLst>
                                            </p:cTn>
                                            <p:tgtEl>
                                              <p:spTgt spid="106"/>
                                            </p:tgtEl>
                                            <p:attrNameLst>
                                              <p:attrName>style.visibility</p:attrName>
                                            </p:attrNameLst>
                                          </p:cBhvr>
                                          <p:to>
                                            <p:strVal val="visible"/>
                                          </p:to>
                                        </p:set>
                                        <p:animEffect transition="in" filter="fade">
                                          <p:cBhvr>
                                            <p:cTn id="73" dur="750"/>
                                            <p:tgtEl>
                                              <p:spTgt spid="106"/>
                                            </p:tgtEl>
                                          </p:cBhvr>
                                        </p:animEffect>
                                      </p:childTnLst>
                                    </p:cTn>
                                  </p:par>
                                  <p:par>
                                    <p:cTn id="74" presetID="10" presetClass="entr" presetSubtype="0" fill="hold" grpId="0" nodeType="withEffect">
                                      <p:stCondLst>
                                        <p:cond delay="1750"/>
                                      </p:stCondLst>
                                      <p:childTnLst>
                                        <p:set>
                                          <p:cBhvr>
                                            <p:cTn id="75" dur="1" fill="hold">
                                              <p:stCondLst>
                                                <p:cond delay="0"/>
                                              </p:stCondLst>
                                            </p:cTn>
                                            <p:tgtEl>
                                              <p:spTgt spid="107"/>
                                            </p:tgtEl>
                                            <p:attrNameLst>
                                              <p:attrName>style.visibility</p:attrName>
                                            </p:attrNameLst>
                                          </p:cBhvr>
                                          <p:to>
                                            <p:strVal val="visible"/>
                                          </p:to>
                                        </p:set>
                                        <p:animEffect transition="in" filter="fade">
                                          <p:cBhvr>
                                            <p:cTn id="76" dur="750"/>
                                            <p:tgtEl>
                                              <p:spTgt spid="107"/>
                                            </p:tgtEl>
                                          </p:cBhvr>
                                        </p:animEffect>
                                      </p:childTnLst>
                                    </p:cTn>
                                  </p:par>
                                  <p:par>
                                    <p:cTn id="77" presetID="10" presetClass="entr" presetSubtype="0" fill="hold" nodeType="withEffect">
                                      <p:stCondLst>
                                        <p:cond delay="2000"/>
                                      </p:stCondLst>
                                      <p:childTnLst>
                                        <p:set>
                                          <p:cBhvr>
                                            <p:cTn id="78" dur="1" fill="hold">
                                              <p:stCondLst>
                                                <p:cond delay="0"/>
                                              </p:stCondLst>
                                            </p:cTn>
                                            <p:tgtEl>
                                              <p:spTgt spid="19"/>
                                            </p:tgtEl>
                                            <p:attrNameLst>
                                              <p:attrName>style.visibility</p:attrName>
                                            </p:attrNameLst>
                                          </p:cBhvr>
                                          <p:to>
                                            <p:strVal val="visible"/>
                                          </p:to>
                                        </p:set>
                                        <p:animEffect transition="in" filter="fade">
                                          <p:cBhvr>
                                            <p:cTn id="79" dur="750"/>
                                            <p:tgtEl>
                                              <p:spTgt spid="19"/>
                                            </p:tgtEl>
                                          </p:cBhvr>
                                        </p:animEffect>
                                      </p:childTnLst>
                                    </p:cTn>
                                  </p:par>
                                  <p:par>
                                    <p:cTn id="80" presetID="10" presetClass="entr" presetSubtype="0" fill="hold" nodeType="withEffect">
                                      <p:stCondLst>
                                        <p:cond delay="2000"/>
                                      </p:stCondLst>
                                      <p:childTnLst>
                                        <p:set>
                                          <p:cBhvr>
                                            <p:cTn id="81" dur="1" fill="hold">
                                              <p:stCondLst>
                                                <p:cond delay="0"/>
                                              </p:stCondLst>
                                            </p:cTn>
                                            <p:tgtEl>
                                              <p:spTgt spid="42"/>
                                            </p:tgtEl>
                                            <p:attrNameLst>
                                              <p:attrName>style.visibility</p:attrName>
                                            </p:attrNameLst>
                                          </p:cBhvr>
                                          <p:to>
                                            <p:strVal val="visible"/>
                                          </p:to>
                                        </p:set>
                                        <p:animEffect transition="in" filter="fade">
                                          <p:cBhvr>
                                            <p:cTn id="82" dur="750"/>
                                            <p:tgtEl>
                                              <p:spTgt spid="42"/>
                                            </p:tgtEl>
                                          </p:cBhvr>
                                        </p:animEffect>
                                      </p:childTnLst>
                                    </p:cTn>
                                  </p:par>
                                  <p:par>
                                    <p:cTn id="83" presetID="10" presetClass="entr" presetSubtype="0" fill="hold" nodeType="withEffect">
                                      <p:stCondLst>
                                        <p:cond delay="2000"/>
                                      </p:stCondLst>
                                      <p:childTnLst>
                                        <p:set>
                                          <p:cBhvr>
                                            <p:cTn id="84" dur="1" fill="hold">
                                              <p:stCondLst>
                                                <p:cond delay="0"/>
                                              </p:stCondLst>
                                            </p:cTn>
                                            <p:tgtEl>
                                              <p:spTgt spid="55"/>
                                            </p:tgtEl>
                                            <p:attrNameLst>
                                              <p:attrName>style.visibility</p:attrName>
                                            </p:attrNameLst>
                                          </p:cBhvr>
                                          <p:to>
                                            <p:strVal val="visible"/>
                                          </p:to>
                                        </p:set>
                                        <p:animEffect transition="in" filter="fade">
                                          <p:cBhvr>
                                            <p:cTn id="85" dur="750"/>
                                            <p:tgtEl>
                                              <p:spTgt spid="55"/>
                                            </p:tgtEl>
                                          </p:cBhvr>
                                        </p:animEffect>
                                      </p:childTnLst>
                                    </p:cTn>
                                  </p:par>
                                  <p:par>
                                    <p:cTn id="86" presetID="10" presetClass="entr" presetSubtype="0" fill="hold" nodeType="withEffect">
                                      <p:stCondLst>
                                        <p:cond delay="2000"/>
                                      </p:stCondLst>
                                      <p:childTnLst>
                                        <p:set>
                                          <p:cBhvr>
                                            <p:cTn id="87" dur="1" fill="hold">
                                              <p:stCondLst>
                                                <p:cond delay="0"/>
                                              </p:stCondLst>
                                            </p:cTn>
                                            <p:tgtEl>
                                              <p:spTgt spid="93"/>
                                            </p:tgtEl>
                                            <p:attrNameLst>
                                              <p:attrName>style.visibility</p:attrName>
                                            </p:attrNameLst>
                                          </p:cBhvr>
                                          <p:to>
                                            <p:strVal val="visible"/>
                                          </p:to>
                                        </p:set>
                                        <p:animEffect transition="in" filter="fade">
                                          <p:cBhvr>
                                            <p:cTn id="88" dur="750"/>
                                            <p:tgtEl>
                                              <p:spTgt spid="93"/>
                                            </p:tgtEl>
                                          </p:cBhvr>
                                        </p:animEffect>
                                      </p:childTnLst>
                                    </p:cTn>
                                  </p:par>
                                  <p:par>
                                    <p:cTn id="89" presetID="10" presetClass="entr" presetSubtype="0" fill="hold" nodeType="withEffect">
                                      <p:stCondLst>
                                        <p:cond delay="2000"/>
                                      </p:stCondLst>
                                      <p:childTnLst>
                                        <p:set>
                                          <p:cBhvr>
                                            <p:cTn id="90" dur="1" fill="hold">
                                              <p:stCondLst>
                                                <p:cond delay="0"/>
                                              </p:stCondLst>
                                            </p:cTn>
                                            <p:tgtEl>
                                              <p:spTgt spid="81"/>
                                            </p:tgtEl>
                                            <p:attrNameLst>
                                              <p:attrName>style.visibility</p:attrName>
                                            </p:attrNameLst>
                                          </p:cBhvr>
                                          <p:to>
                                            <p:strVal val="visible"/>
                                          </p:to>
                                        </p:set>
                                        <p:animEffect transition="in" filter="fade">
                                          <p:cBhvr>
                                            <p:cTn id="91" dur="750"/>
                                            <p:tgtEl>
                                              <p:spTgt spid="81"/>
                                            </p:tgtEl>
                                          </p:cBhvr>
                                        </p:animEffect>
                                      </p:childTnLst>
                                    </p:cTn>
                                  </p:par>
                                  <p:par>
                                    <p:cTn id="92" presetID="10" presetClass="entr" presetSubtype="0" fill="hold" nodeType="withEffect">
                                      <p:stCondLst>
                                        <p:cond delay="2000"/>
                                      </p:stCondLst>
                                      <p:childTnLst>
                                        <p:set>
                                          <p:cBhvr>
                                            <p:cTn id="93" dur="1" fill="hold">
                                              <p:stCondLst>
                                                <p:cond delay="0"/>
                                              </p:stCondLst>
                                            </p:cTn>
                                            <p:tgtEl>
                                              <p:spTgt spid="68"/>
                                            </p:tgtEl>
                                            <p:attrNameLst>
                                              <p:attrName>style.visibility</p:attrName>
                                            </p:attrNameLst>
                                          </p:cBhvr>
                                          <p:to>
                                            <p:strVal val="visible"/>
                                          </p:to>
                                        </p:set>
                                        <p:animEffect transition="in" filter="fade">
                                          <p:cBhvr>
                                            <p:cTn id="94" dur="75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45" grpId="0" animBg="1"/>
          <p:bldP spid="58" grpId="0" animBg="1"/>
          <p:bldP spid="71" grpId="0" animBg="1"/>
          <p:bldP spid="84" grpId="0" animBg="1"/>
          <p:bldP spid="96" grpId="0" animBg="1"/>
          <p:bldP spid="13" grpId="0" animBg="1"/>
          <p:bldP spid="103" grpId="0" animBg="1"/>
          <p:bldP spid="104" grpId="0" animBg="1"/>
          <p:bldP spid="105" grpId="0" animBg="1"/>
          <p:bldP spid="106" grpId="0" animBg="1"/>
          <p:bldP spid="10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1000" fill="hold"/>
                                            <p:tgtEl>
                                              <p:spTgt spid="33"/>
                                            </p:tgtEl>
                                            <p:attrNameLst>
                                              <p:attrName>ppt_x</p:attrName>
                                            </p:attrNameLst>
                                          </p:cBhvr>
                                          <p:tavLst>
                                            <p:tav tm="0">
                                              <p:val>
                                                <p:strVal val="1+#ppt_w/2"/>
                                              </p:val>
                                            </p:tav>
                                            <p:tav tm="100000">
                                              <p:val>
                                                <p:strVal val="#ppt_x"/>
                                              </p:val>
                                            </p:tav>
                                          </p:tavLst>
                                        </p:anim>
                                        <p:anim calcmode="lin" valueType="num">
                                          <p:cBhvr additive="base">
                                            <p:cTn id="8" dur="10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25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fill="hold"/>
                                            <p:tgtEl>
                                              <p:spTgt spid="34"/>
                                            </p:tgtEl>
                                            <p:attrNameLst>
                                              <p:attrName>ppt_x</p:attrName>
                                            </p:attrNameLst>
                                          </p:cBhvr>
                                          <p:tavLst>
                                            <p:tav tm="0">
                                              <p:val>
                                                <p:strVal val="1+#ppt_w/2"/>
                                              </p:val>
                                            </p:tav>
                                            <p:tav tm="100000">
                                              <p:val>
                                                <p:strVal val="#ppt_x"/>
                                              </p:val>
                                            </p:tav>
                                          </p:tavLst>
                                        </p:anim>
                                        <p:anim calcmode="lin" valueType="num">
                                          <p:cBhvr additive="base">
                                            <p:cTn id="12" dur="10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500"/>
                                      </p:stCondLst>
                                      <p:childTnLst>
                                        <p:set>
                                          <p:cBhvr>
                                            <p:cTn id="14" dur="1" fill="hold">
                                              <p:stCondLst>
                                                <p:cond delay="0"/>
                                              </p:stCondLst>
                                            </p:cTn>
                                            <p:tgtEl>
                                              <p:spTgt spid="47"/>
                                            </p:tgtEl>
                                            <p:attrNameLst>
                                              <p:attrName>style.visibility</p:attrName>
                                            </p:attrNameLst>
                                          </p:cBhvr>
                                          <p:to>
                                            <p:strVal val="visible"/>
                                          </p:to>
                                        </p:set>
                                        <p:anim calcmode="lin" valueType="num">
                                          <p:cBhvr additive="base">
                                            <p:cTn id="15" dur="1000" fill="hold"/>
                                            <p:tgtEl>
                                              <p:spTgt spid="47"/>
                                            </p:tgtEl>
                                            <p:attrNameLst>
                                              <p:attrName>ppt_x</p:attrName>
                                            </p:attrNameLst>
                                          </p:cBhvr>
                                          <p:tavLst>
                                            <p:tav tm="0">
                                              <p:val>
                                                <p:strVal val="1+#ppt_w/2"/>
                                              </p:val>
                                            </p:tav>
                                            <p:tav tm="100000">
                                              <p:val>
                                                <p:strVal val="#ppt_x"/>
                                              </p:val>
                                            </p:tav>
                                          </p:tavLst>
                                        </p:anim>
                                        <p:anim calcmode="lin" valueType="num">
                                          <p:cBhvr additive="base">
                                            <p:cTn id="16" dur="1000" fill="hold"/>
                                            <p:tgtEl>
                                              <p:spTgt spid="47"/>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750"/>
                                      </p:stCondLst>
                                      <p:childTnLst>
                                        <p:set>
                                          <p:cBhvr>
                                            <p:cTn id="18" dur="1" fill="hold">
                                              <p:stCondLst>
                                                <p:cond delay="0"/>
                                              </p:stCondLst>
                                            </p:cTn>
                                            <p:tgtEl>
                                              <p:spTgt spid="60"/>
                                            </p:tgtEl>
                                            <p:attrNameLst>
                                              <p:attrName>style.visibility</p:attrName>
                                            </p:attrNameLst>
                                          </p:cBhvr>
                                          <p:to>
                                            <p:strVal val="visible"/>
                                          </p:to>
                                        </p:set>
                                        <p:anim calcmode="lin" valueType="num">
                                          <p:cBhvr additive="base">
                                            <p:cTn id="19" dur="1000" fill="hold"/>
                                            <p:tgtEl>
                                              <p:spTgt spid="60"/>
                                            </p:tgtEl>
                                            <p:attrNameLst>
                                              <p:attrName>ppt_x</p:attrName>
                                            </p:attrNameLst>
                                          </p:cBhvr>
                                          <p:tavLst>
                                            <p:tav tm="0">
                                              <p:val>
                                                <p:strVal val="1+#ppt_w/2"/>
                                              </p:val>
                                            </p:tav>
                                            <p:tav tm="100000">
                                              <p:val>
                                                <p:strVal val="#ppt_x"/>
                                              </p:val>
                                            </p:tav>
                                          </p:tavLst>
                                        </p:anim>
                                        <p:anim calcmode="lin" valueType="num">
                                          <p:cBhvr additive="base">
                                            <p:cTn id="20" dur="1000" fill="hold"/>
                                            <p:tgtEl>
                                              <p:spTgt spid="60"/>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1000"/>
                                      </p:stCondLst>
                                      <p:childTnLst>
                                        <p:set>
                                          <p:cBhvr>
                                            <p:cTn id="22" dur="1" fill="hold">
                                              <p:stCondLst>
                                                <p:cond delay="0"/>
                                              </p:stCondLst>
                                            </p:cTn>
                                            <p:tgtEl>
                                              <p:spTgt spid="73"/>
                                            </p:tgtEl>
                                            <p:attrNameLst>
                                              <p:attrName>style.visibility</p:attrName>
                                            </p:attrNameLst>
                                          </p:cBhvr>
                                          <p:to>
                                            <p:strVal val="visible"/>
                                          </p:to>
                                        </p:set>
                                        <p:anim calcmode="lin" valueType="num">
                                          <p:cBhvr additive="base">
                                            <p:cTn id="23" dur="1000" fill="hold"/>
                                            <p:tgtEl>
                                              <p:spTgt spid="73"/>
                                            </p:tgtEl>
                                            <p:attrNameLst>
                                              <p:attrName>ppt_x</p:attrName>
                                            </p:attrNameLst>
                                          </p:cBhvr>
                                          <p:tavLst>
                                            <p:tav tm="0">
                                              <p:val>
                                                <p:strVal val="1+#ppt_w/2"/>
                                              </p:val>
                                            </p:tav>
                                            <p:tav tm="100000">
                                              <p:val>
                                                <p:strVal val="#ppt_x"/>
                                              </p:val>
                                            </p:tav>
                                          </p:tavLst>
                                        </p:anim>
                                        <p:anim calcmode="lin" valueType="num">
                                          <p:cBhvr additive="base">
                                            <p:cTn id="24" dur="1000" fill="hold"/>
                                            <p:tgtEl>
                                              <p:spTgt spid="73"/>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1250"/>
                                      </p:stCondLst>
                                      <p:childTnLst>
                                        <p:set>
                                          <p:cBhvr>
                                            <p:cTn id="26" dur="1" fill="hold">
                                              <p:stCondLst>
                                                <p:cond delay="0"/>
                                              </p:stCondLst>
                                            </p:cTn>
                                            <p:tgtEl>
                                              <p:spTgt spid="85"/>
                                            </p:tgtEl>
                                            <p:attrNameLst>
                                              <p:attrName>style.visibility</p:attrName>
                                            </p:attrNameLst>
                                          </p:cBhvr>
                                          <p:to>
                                            <p:strVal val="visible"/>
                                          </p:to>
                                        </p:set>
                                        <p:anim calcmode="lin" valueType="num">
                                          <p:cBhvr additive="base">
                                            <p:cTn id="27" dur="1000" fill="hold"/>
                                            <p:tgtEl>
                                              <p:spTgt spid="85"/>
                                            </p:tgtEl>
                                            <p:attrNameLst>
                                              <p:attrName>ppt_x</p:attrName>
                                            </p:attrNameLst>
                                          </p:cBhvr>
                                          <p:tavLst>
                                            <p:tav tm="0">
                                              <p:val>
                                                <p:strVal val="1+#ppt_w/2"/>
                                              </p:val>
                                            </p:tav>
                                            <p:tav tm="100000">
                                              <p:val>
                                                <p:strVal val="#ppt_x"/>
                                              </p:val>
                                            </p:tav>
                                          </p:tavLst>
                                        </p:anim>
                                        <p:anim calcmode="lin" valueType="num">
                                          <p:cBhvr additive="base">
                                            <p:cTn id="28" dur="1000" fill="hold"/>
                                            <p:tgtEl>
                                              <p:spTgt spid="85"/>
                                            </p:tgtEl>
                                            <p:attrNameLst>
                                              <p:attrName>ppt_y</p:attrName>
                                            </p:attrNameLst>
                                          </p:cBhvr>
                                          <p:tavLst>
                                            <p:tav tm="0">
                                              <p:val>
                                                <p:strVal val="#ppt_y"/>
                                              </p:val>
                                            </p:tav>
                                            <p:tav tm="100000">
                                              <p:val>
                                                <p:strVal val="#ppt_y"/>
                                              </p:val>
                                            </p:tav>
                                          </p:tavLst>
                                        </p:anim>
                                      </p:childTnLst>
                                    </p:cTn>
                                  </p:par>
                                  <p:par>
                                    <p:cTn id="29" presetID="53" presetClass="entr" presetSubtype="16" fill="hold" grpId="0" nodeType="withEffect">
                                      <p:stCondLst>
                                        <p:cond delay="250"/>
                                      </p:stCondLst>
                                      <p:childTnLst>
                                        <p:set>
                                          <p:cBhvr>
                                            <p:cTn id="30" dur="1" fill="hold">
                                              <p:stCondLst>
                                                <p:cond delay="0"/>
                                              </p:stCondLst>
                                            </p:cTn>
                                            <p:tgtEl>
                                              <p:spTgt spid="10"/>
                                            </p:tgtEl>
                                            <p:attrNameLst>
                                              <p:attrName>style.visibility</p:attrName>
                                            </p:attrNameLst>
                                          </p:cBhvr>
                                          <p:to>
                                            <p:strVal val="visible"/>
                                          </p:to>
                                        </p:set>
                                        <p:anim calcmode="lin" valueType="num">
                                          <p:cBhvr>
                                            <p:cTn id="31" dur="750" fill="hold"/>
                                            <p:tgtEl>
                                              <p:spTgt spid="10"/>
                                            </p:tgtEl>
                                            <p:attrNameLst>
                                              <p:attrName>ppt_w</p:attrName>
                                            </p:attrNameLst>
                                          </p:cBhvr>
                                          <p:tavLst>
                                            <p:tav tm="0">
                                              <p:val>
                                                <p:fltVal val="0"/>
                                              </p:val>
                                            </p:tav>
                                            <p:tav tm="100000">
                                              <p:val>
                                                <p:strVal val="#ppt_w"/>
                                              </p:val>
                                            </p:tav>
                                          </p:tavLst>
                                        </p:anim>
                                        <p:anim calcmode="lin" valueType="num">
                                          <p:cBhvr>
                                            <p:cTn id="32" dur="750" fill="hold"/>
                                            <p:tgtEl>
                                              <p:spTgt spid="10"/>
                                            </p:tgtEl>
                                            <p:attrNameLst>
                                              <p:attrName>ppt_h</p:attrName>
                                            </p:attrNameLst>
                                          </p:cBhvr>
                                          <p:tavLst>
                                            <p:tav tm="0">
                                              <p:val>
                                                <p:fltVal val="0"/>
                                              </p:val>
                                            </p:tav>
                                            <p:tav tm="100000">
                                              <p:val>
                                                <p:strVal val="#ppt_h"/>
                                              </p:val>
                                            </p:tav>
                                          </p:tavLst>
                                        </p:anim>
                                        <p:animEffect transition="in" filter="fade">
                                          <p:cBhvr>
                                            <p:cTn id="33" dur="750"/>
                                            <p:tgtEl>
                                              <p:spTgt spid="10"/>
                                            </p:tgtEl>
                                          </p:cBhvr>
                                        </p:animEffect>
                                      </p:childTnLst>
                                    </p:cTn>
                                  </p:par>
                                  <p:par>
                                    <p:cTn id="34" presetID="53" presetClass="entr" presetSubtype="16" fill="hold" grpId="0" nodeType="withEffect">
                                      <p:stCondLst>
                                        <p:cond delay="500"/>
                                      </p:stCondLst>
                                      <p:childTnLst>
                                        <p:set>
                                          <p:cBhvr>
                                            <p:cTn id="35" dur="1" fill="hold">
                                              <p:stCondLst>
                                                <p:cond delay="0"/>
                                              </p:stCondLst>
                                            </p:cTn>
                                            <p:tgtEl>
                                              <p:spTgt spid="45"/>
                                            </p:tgtEl>
                                            <p:attrNameLst>
                                              <p:attrName>style.visibility</p:attrName>
                                            </p:attrNameLst>
                                          </p:cBhvr>
                                          <p:to>
                                            <p:strVal val="visible"/>
                                          </p:to>
                                        </p:set>
                                        <p:anim calcmode="lin" valueType="num">
                                          <p:cBhvr>
                                            <p:cTn id="36" dur="750" fill="hold"/>
                                            <p:tgtEl>
                                              <p:spTgt spid="45"/>
                                            </p:tgtEl>
                                            <p:attrNameLst>
                                              <p:attrName>ppt_w</p:attrName>
                                            </p:attrNameLst>
                                          </p:cBhvr>
                                          <p:tavLst>
                                            <p:tav tm="0">
                                              <p:val>
                                                <p:fltVal val="0"/>
                                              </p:val>
                                            </p:tav>
                                            <p:tav tm="100000">
                                              <p:val>
                                                <p:strVal val="#ppt_w"/>
                                              </p:val>
                                            </p:tav>
                                          </p:tavLst>
                                        </p:anim>
                                        <p:anim calcmode="lin" valueType="num">
                                          <p:cBhvr>
                                            <p:cTn id="37" dur="750" fill="hold"/>
                                            <p:tgtEl>
                                              <p:spTgt spid="45"/>
                                            </p:tgtEl>
                                            <p:attrNameLst>
                                              <p:attrName>ppt_h</p:attrName>
                                            </p:attrNameLst>
                                          </p:cBhvr>
                                          <p:tavLst>
                                            <p:tav tm="0">
                                              <p:val>
                                                <p:fltVal val="0"/>
                                              </p:val>
                                            </p:tav>
                                            <p:tav tm="100000">
                                              <p:val>
                                                <p:strVal val="#ppt_h"/>
                                              </p:val>
                                            </p:tav>
                                          </p:tavLst>
                                        </p:anim>
                                        <p:animEffect transition="in" filter="fade">
                                          <p:cBhvr>
                                            <p:cTn id="38" dur="750"/>
                                            <p:tgtEl>
                                              <p:spTgt spid="45"/>
                                            </p:tgtEl>
                                          </p:cBhvr>
                                        </p:animEffect>
                                      </p:childTnLst>
                                    </p:cTn>
                                  </p:par>
                                  <p:par>
                                    <p:cTn id="39" presetID="53" presetClass="entr" presetSubtype="16" fill="hold" grpId="0" nodeType="withEffect">
                                      <p:stCondLst>
                                        <p:cond delay="750"/>
                                      </p:stCondLst>
                                      <p:childTnLst>
                                        <p:set>
                                          <p:cBhvr>
                                            <p:cTn id="40" dur="1" fill="hold">
                                              <p:stCondLst>
                                                <p:cond delay="0"/>
                                              </p:stCondLst>
                                            </p:cTn>
                                            <p:tgtEl>
                                              <p:spTgt spid="58"/>
                                            </p:tgtEl>
                                            <p:attrNameLst>
                                              <p:attrName>style.visibility</p:attrName>
                                            </p:attrNameLst>
                                          </p:cBhvr>
                                          <p:to>
                                            <p:strVal val="visible"/>
                                          </p:to>
                                        </p:set>
                                        <p:anim calcmode="lin" valueType="num">
                                          <p:cBhvr>
                                            <p:cTn id="41" dur="750" fill="hold"/>
                                            <p:tgtEl>
                                              <p:spTgt spid="58"/>
                                            </p:tgtEl>
                                            <p:attrNameLst>
                                              <p:attrName>ppt_w</p:attrName>
                                            </p:attrNameLst>
                                          </p:cBhvr>
                                          <p:tavLst>
                                            <p:tav tm="0">
                                              <p:val>
                                                <p:fltVal val="0"/>
                                              </p:val>
                                            </p:tav>
                                            <p:tav tm="100000">
                                              <p:val>
                                                <p:strVal val="#ppt_w"/>
                                              </p:val>
                                            </p:tav>
                                          </p:tavLst>
                                        </p:anim>
                                        <p:anim calcmode="lin" valueType="num">
                                          <p:cBhvr>
                                            <p:cTn id="42" dur="750" fill="hold"/>
                                            <p:tgtEl>
                                              <p:spTgt spid="58"/>
                                            </p:tgtEl>
                                            <p:attrNameLst>
                                              <p:attrName>ppt_h</p:attrName>
                                            </p:attrNameLst>
                                          </p:cBhvr>
                                          <p:tavLst>
                                            <p:tav tm="0">
                                              <p:val>
                                                <p:fltVal val="0"/>
                                              </p:val>
                                            </p:tav>
                                            <p:tav tm="100000">
                                              <p:val>
                                                <p:strVal val="#ppt_h"/>
                                              </p:val>
                                            </p:tav>
                                          </p:tavLst>
                                        </p:anim>
                                        <p:animEffect transition="in" filter="fade">
                                          <p:cBhvr>
                                            <p:cTn id="43" dur="750"/>
                                            <p:tgtEl>
                                              <p:spTgt spid="58"/>
                                            </p:tgtEl>
                                          </p:cBhvr>
                                        </p:animEffect>
                                      </p:childTnLst>
                                    </p:cTn>
                                  </p:par>
                                  <p:par>
                                    <p:cTn id="44" presetID="53" presetClass="entr" presetSubtype="16" fill="hold" grpId="0" nodeType="withEffect">
                                      <p:stCondLst>
                                        <p:cond delay="1000"/>
                                      </p:stCondLst>
                                      <p:childTnLst>
                                        <p:set>
                                          <p:cBhvr>
                                            <p:cTn id="45" dur="1" fill="hold">
                                              <p:stCondLst>
                                                <p:cond delay="0"/>
                                              </p:stCondLst>
                                            </p:cTn>
                                            <p:tgtEl>
                                              <p:spTgt spid="71"/>
                                            </p:tgtEl>
                                            <p:attrNameLst>
                                              <p:attrName>style.visibility</p:attrName>
                                            </p:attrNameLst>
                                          </p:cBhvr>
                                          <p:to>
                                            <p:strVal val="visible"/>
                                          </p:to>
                                        </p:set>
                                        <p:anim calcmode="lin" valueType="num">
                                          <p:cBhvr>
                                            <p:cTn id="46" dur="750" fill="hold"/>
                                            <p:tgtEl>
                                              <p:spTgt spid="71"/>
                                            </p:tgtEl>
                                            <p:attrNameLst>
                                              <p:attrName>ppt_w</p:attrName>
                                            </p:attrNameLst>
                                          </p:cBhvr>
                                          <p:tavLst>
                                            <p:tav tm="0">
                                              <p:val>
                                                <p:fltVal val="0"/>
                                              </p:val>
                                            </p:tav>
                                            <p:tav tm="100000">
                                              <p:val>
                                                <p:strVal val="#ppt_w"/>
                                              </p:val>
                                            </p:tav>
                                          </p:tavLst>
                                        </p:anim>
                                        <p:anim calcmode="lin" valueType="num">
                                          <p:cBhvr>
                                            <p:cTn id="47" dur="750" fill="hold"/>
                                            <p:tgtEl>
                                              <p:spTgt spid="71"/>
                                            </p:tgtEl>
                                            <p:attrNameLst>
                                              <p:attrName>ppt_h</p:attrName>
                                            </p:attrNameLst>
                                          </p:cBhvr>
                                          <p:tavLst>
                                            <p:tav tm="0">
                                              <p:val>
                                                <p:fltVal val="0"/>
                                              </p:val>
                                            </p:tav>
                                            <p:tav tm="100000">
                                              <p:val>
                                                <p:strVal val="#ppt_h"/>
                                              </p:val>
                                            </p:tav>
                                          </p:tavLst>
                                        </p:anim>
                                        <p:animEffect transition="in" filter="fade">
                                          <p:cBhvr>
                                            <p:cTn id="48" dur="750"/>
                                            <p:tgtEl>
                                              <p:spTgt spid="71"/>
                                            </p:tgtEl>
                                          </p:cBhvr>
                                        </p:animEffect>
                                      </p:childTnLst>
                                    </p:cTn>
                                  </p:par>
                                  <p:par>
                                    <p:cTn id="49" presetID="53" presetClass="entr" presetSubtype="16" fill="hold" grpId="0" nodeType="withEffect">
                                      <p:stCondLst>
                                        <p:cond delay="1250"/>
                                      </p:stCondLst>
                                      <p:childTnLst>
                                        <p:set>
                                          <p:cBhvr>
                                            <p:cTn id="50" dur="1" fill="hold">
                                              <p:stCondLst>
                                                <p:cond delay="0"/>
                                              </p:stCondLst>
                                            </p:cTn>
                                            <p:tgtEl>
                                              <p:spTgt spid="84"/>
                                            </p:tgtEl>
                                            <p:attrNameLst>
                                              <p:attrName>style.visibility</p:attrName>
                                            </p:attrNameLst>
                                          </p:cBhvr>
                                          <p:to>
                                            <p:strVal val="visible"/>
                                          </p:to>
                                        </p:set>
                                        <p:anim calcmode="lin" valueType="num">
                                          <p:cBhvr>
                                            <p:cTn id="51" dur="750" fill="hold"/>
                                            <p:tgtEl>
                                              <p:spTgt spid="84"/>
                                            </p:tgtEl>
                                            <p:attrNameLst>
                                              <p:attrName>ppt_w</p:attrName>
                                            </p:attrNameLst>
                                          </p:cBhvr>
                                          <p:tavLst>
                                            <p:tav tm="0">
                                              <p:val>
                                                <p:fltVal val="0"/>
                                              </p:val>
                                            </p:tav>
                                            <p:tav tm="100000">
                                              <p:val>
                                                <p:strVal val="#ppt_w"/>
                                              </p:val>
                                            </p:tav>
                                          </p:tavLst>
                                        </p:anim>
                                        <p:anim calcmode="lin" valueType="num">
                                          <p:cBhvr>
                                            <p:cTn id="52" dur="750" fill="hold"/>
                                            <p:tgtEl>
                                              <p:spTgt spid="84"/>
                                            </p:tgtEl>
                                            <p:attrNameLst>
                                              <p:attrName>ppt_h</p:attrName>
                                            </p:attrNameLst>
                                          </p:cBhvr>
                                          <p:tavLst>
                                            <p:tav tm="0">
                                              <p:val>
                                                <p:fltVal val="0"/>
                                              </p:val>
                                            </p:tav>
                                            <p:tav tm="100000">
                                              <p:val>
                                                <p:strVal val="#ppt_h"/>
                                              </p:val>
                                            </p:tav>
                                          </p:tavLst>
                                        </p:anim>
                                        <p:animEffect transition="in" filter="fade">
                                          <p:cBhvr>
                                            <p:cTn id="53" dur="750"/>
                                            <p:tgtEl>
                                              <p:spTgt spid="84"/>
                                            </p:tgtEl>
                                          </p:cBhvr>
                                        </p:animEffect>
                                      </p:childTnLst>
                                    </p:cTn>
                                  </p:par>
                                  <p:par>
                                    <p:cTn id="54" presetID="53" presetClass="entr" presetSubtype="16" fill="hold" grpId="0" nodeType="withEffect">
                                      <p:stCondLst>
                                        <p:cond delay="1500"/>
                                      </p:stCondLst>
                                      <p:childTnLst>
                                        <p:set>
                                          <p:cBhvr>
                                            <p:cTn id="55" dur="1" fill="hold">
                                              <p:stCondLst>
                                                <p:cond delay="0"/>
                                              </p:stCondLst>
                                            </p:cTn>
                                            <p:tgtEl>
                                              <p:spTgt spid="96"/>
                                            </p:tgtEl>
                                            <p:attrNameLst>
                                              <p:attrName>style.visibility</p:attrName>
                                            </p:attrNameLst>
                                          </p:cBhvr>
                                          <p:to>
                                            <p:strVal val="visible"/>
                                          </p:to>
                                        </p:set>
                                        <p:anim calcmode="lin" valueType="num">
                                          <p:cBhvr>
                                            <p:cTn id="56" dur="750" fill="hold"/>
                                            <p:tgtEl>
                                              <p:spTgt spid="96"/>
                                            </p:tgtEl>
                                            <p:attrNameLst>
                                              <p:attrName>ppt_w</p:attrName>
                                            </p:attrNameLst>
                                          </p:cBhvr>
                                          <p:tavLst>
                                            <p:tav tm="0">
                                              <p:val>
                                                <p:fltVal val="0"/>
                                              </p:val>
                                            </p:tav>
                                            <p:tav tm="100000">
                                              <p:val>
                                                <p:strVal val="#ppt_w"/>
                                              </p:val>
                                            </p:tav>
                                          </p:tavLst>
                                        </p:anim>
                                        <p:anim calcmode="lin" valueType="num">
                                          <p:cBhvr>
                                            <p:cTn id="57" dur="750" fill="hold"/>
                                            <p:tgtEl>
                                              <p:spTgt spid="96"/>
                                            </p:tgtEl>
                                            <p:attrNameLst>
                                              <p:attrName>ppt_h</p:attrName>
                                            </p:attrNameLst>
                                          </p:cBhvr>
                                          <p:tavLst>
                                            <p:tav tm="0">
                                              <p:val>
                                                <p:fltVal val="0"/>
                                              </p:val>
                                            </p:tav>
                                            <p:tav tm="100000">
                                              <p:val>
                                                <p:strVal val="#ppt_h"/>
                                              </p:val>
                                            </p:tav>
                                          </p:tavLst>
                                        </p:anim>
                                        <p:animEffect transition="in" filter="fade">
                                          <p:cBhvr>
                                            <p:cTn id="58" dur="750"/>
                                            <p:tgtEl>
                                              <p:spTgt spid="96"/>
                                            </p:tgtEl>
                                          </p:cBhvr>
                                        </p:animEffect>
                                      </p:childTnLst>
                                    </p:cTn>
                                  </p:par>
                                  <p:par>
                                    <p:cTn id="59" presetID="10" presetClass="entr" presetSubtype="0" fill="hold" grpId="0" nodeType="withEffect">
                                      <p:stCondLst>
                                        <p:cond delay="50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750"/>
                                            <p:tgtEl>
                                              <p:spTgt spid="13"/>
                                            </p:tgtEl>
                                          </p:cBhvr>
                                        </p:animEffect>
                                      </p:childTnLst>
                                    </p:cTn>
                                  </p:par>
                                  <p:par>
                                    <p:cTn id="62" presetID="10" presetClass="entr" presetSubtype="0" fill="hold" grpId="0" nodeType="withEffect">
                                      <p:stCondLst>
                                        <p:cond delay="750"/>
                                      </p:stCondLst>
                                      <p:childTnLst>
                                        <p:set>
                                          <p:cBhvr>
                                            <p:cTn id="63" dur="1" fill="hold">
                                              <p:stCondLst>
                                                <p:cond delay="0"/>
                                              </p:stCondLst>
                                            </p:cTn>
                                            <p:tgtEl>
                                              <p:spTgt spid="105"/>
                                            </p:tgtEl>
                                            <p:attrNameLst>
                                              <p:attrName>style.visibility</p:attrName>
                                            </p:attrNameLst>
                                          </p:cBhvr>
                                          <p:to>
                                            <p:strVal val="visible"/>
                                          </p:to>
                                        </p:set>
                                        <p:animEffect transition="in" filter="fade">
                                          <p:cBhvr>
                                            <p:cTn id="64" dur="750"/>
                                            <p:tgtEl>
                                              <p:spTgt spid="105"/>
                                            </p:tgtEl>
                                          </p:cBhvr>
                                        </p:animEffect>
                                      </p:childTnLst>
                                    </p:cTn>
                                  </p:par>
                                  <p:par>
                                    <p:cTn id="65" presetID="10" presetClass="entr" presetSubtype="0" fill="hold" grpId="0" nodeType="withEffect">
                                      <p:stCondLst>
                                        <p:cond delay="1000"/>
                                      </p:stCondLst>
                                      <p:childTnLst>
                                        <p:set>
                                          <p:cBhvr>
                                            <p:cTn id="66" dur="1" fill="hold">
                                              <p:stCondLst>
                                                <p:cond delay="0"/>
                                              </p:stCondLst>
                                            </p:cTn>
                                            <p:tgtEl>
                                              <p:spTgt spid="103"/>
                                            </p:tgtEl>
                                            <p:attrNameLst>
                                              <p:attrName>style.visibility</p:attrName>
                                            </p:attrNameLst>
                                          </p:cBhvr>
                                          <p:to>
                                            <p:strVal val="visible"/>
                                          </p:to>
                                        </p:set>
                                        <p:animEffect transition="in" filter="fade">
                                          <p:cBhvr>
                                            <p:cTn id="67" dur="750"/>
                                            <p:tgtEl>
                                              <p:spTgt spid="103"/>
                                            </p:tgtEl>
                                          </p:cBhvr>
                                        </p:animEffect>
                                      </p:childTnLst>
                                    </p:cTn>
                                  </p:par>
                                  <p:par>
                                    <p:cTn id="68" presetID="10" presetClass="entr" presetSubtype="0" fill="hold" grpId="0" nodeType="withEffect">
                                      <p:stCondLst>
                                        <p:cond delay="1250"/>
                                      </p:stCondLst>
                                      <p:childTnLst>
                                        <p:set>
                                          <p:cBhvr>
                                            <p:cTn id="69" dur="1" fill="hold">
                                              <p:stCondLst>
                                                <p:cond delay="0"/>
                                              </p:stCondLst>
                                            </p:cTn>
                                            <p:tgtEl>
                                              <p:spTgt spid="104"/>
                                            </p:tgtEl>
                                            <p:attrNameLst>
                                              <p:attrName>style.visibility</p:attrName>
                                            </p:attrNameLst>
                                          </p:cBhvr>
                                          <p:to>
                                            <p:strVal val="visible"/>
                                          </p:to>
                                        </p:set>
                                        <p:animEffect transition="in" filter="fade">
                                          <p:cBhvr>
                                            <p:cTn id="70" dur="750"/>
                                            <p:tgtEl>
                                              <p:spTgt spid="104"/>
                                            </p:tgtEl>
                                          </p:cBhvr>
                                        </p:animEffect>
                                      </p:childTnLst>
                                    </p:cTn>
                                  </p:par>
                                  <p:par>
                                    <p:cTn id="71" presetID="10" presetClass="entr" presetSubtype="0" fill="hold" grpId="0" nodeType="withEffect">
                                      <p:stCondLst>
                                        <p:cond delay="1500"/>
                                      </p:stCondLst>
                                      <p:childTnLst>
                                        <p:set>
                                          <p:cBhvr>
                                            <p:cTn id="72" dur="1" fill="hold">
                                              <p:stCondLst>
                                                <p:cond delay="0"/>
                                              </p:stCondLst>
                                            </p:cTn>
                                            <p:tgtEl>
                                              <p:spTgt spid="106"/>
                                            </p:tgtEl>
                                            <p:attrNameLst>
                                              <p:attrName>style.visibility</p:attrName>
                                            </p:attrNameLst>
                                          </p:cBhvr>
                                          <p:to>
                                            <p:strVal val="visible"/>
                                          </p:to>
                                        </p:set>
                                        <p:animEffect transition="in" filter="fade">
                                          <p:cBhvr>
                                            <p:cTn id="73" dur="750"/>
                                            <p:tgtEl>
                                              <p:spTgt spid="106"/>
                                            </p:tgtEl>
                                          </p:cBhvr>
                                        </p:animEffect>
                                      </p:childTnLst>
                                    </p:cTn>
                                  </p:par>
                                  <p:par>
                                    <p:cTn id="74" presetID="10" presetClass="entr" presetSubtype="0" fill="hold" grpId="0" nodeType="withEffect">
                                      <p:stCondLst>
                                        <p:cond delay="1750"/>
                                      </p:stCondLst>
                                      <p:childTnLst>
                                        <p:set>
                                          <p:cBhvr>
                                            <p:cTn id="75" dur="1" fill="hold">
                                              <p:stCondLst>
                                                <p:cond delay="0"/>
                                              </p:stCondLst>
                                            </p:cTn>
                                            <p:tgtEl>
                                              <p:spTgt spid="107"/>
                                            </p:tgtEl>
                                            <p:attrNameLst>
                                              <p:attrName>style.visibility</p:attrName>
                                            </p:attrNameLst>
                                          </p:cBhvr>
                                          <p:to>
                                            <p:strVal val="visible"/>
                                          </p:to>
                                        </p:set>
                                        <p:animEffect transition="in" filter="fade">
                                          <p:cBhvr>
                                            <p:cTn id="76" dur="750"/>
                                            <p:tgtEl>
                                              <p:spTgt spid="107"/>
                                            </p:tgtEl>
                                          </p:cBhvr>
                                        </p:animEffect>
                                      </p:childTnLst>
                                    </p:cTn>
                                  </p:par>
                                  <p:par>
                                    <p:cTn id="77" presetID="10" presetClass="entr" presetSubtype="0" fill="hold" nodeType="withEffect">
                                      <p:stCondLst>
                                        <p:cond delay="2000"/>
                                      </p:stCondLst>
                                      <p:childTnLst>
                                        <p:set>
                                          <p:cBhvr>
                                            <p:cTn id="78" dur="1" fill="hold">
                                              <p:stCondLst>
                                                <p:cond delay="0"/>
                                              </p:stCondLst>
                                            </p:cTn>
                                            <p:tgtEl>
                                              <p:spTgt spid="19"/>
                                            </p:tgtEl>
                                            <p:attrNameLst>
                                              <p:attrName>style.visibility</p:attrName>
                                            </p:attrNameLst>
                                          </p:cBhvr>
                                          <p:to>
                                            <p:strVal val="visible"/>
                                          </p:to>
                                        </p:set>
                                        <p:animEffect transition="in" filter="fade">
                                          <p:cBhvr>
                                            <p:cTn id="79" dur="750"/>
                                            <p:tgtEl>
                                              <p:spTgt spid="19"/>
                                            </p:tgtEl>
                                          </p:cBhvr>
                                        </p:animEffect>
                                      </p:childTnLst>
                                    </p:cTn>
                                  </p:par>
                                  <p:par>
                                    <p:cTn id="80" presetID="10" presetClass="entr" presetSubtype="0" fill="hold" nodeType="withEffect">
                                      <p:stCondLst>
                                        <p:cond delay="2000"/>
                                      </p:stCondLst>
                                      <p:childTnLst>
                                        <p:set>
                                          <p:cBhvr>
                                            <p:cTn id="81" dur="1" fill="hold">
                                              <p:stCondLst>
                                                <p:cond delay="0"/>
                                              </p:stCondLst>
                                            </p:cTn>
                                            <p:tgtEl>
                                              <p:spTgt spid="42"/>
                                            </p:tgtEl>
                                            <p:attrNameLst>
                                              <p:attrName>style.visibility</p:attrName>
                                            </p:attrNameLst>
                                          </p:cBhvr>
                                          <p:to>
                                            <p:strVal val="visible"/>
                                          </p:to>
                                        </p:set>
                                        <p:animEffect transition="in" filter="fade">
                                          <p:cBhvr>
                                            <p:cTn id="82" dur="750"/>
                                            <p:tgtEl>
                                              <p:spTgt spid="42"/>
                                            </p:tgtEl>
                                          </p:cBhvr>
                                        </p:animEffect>
                                      </p:childTnLst>
                                    </p:cTn>
                                  </p:par>
                                  <p:par>
                                    <p:cTn id="83" presetID="10" presetClass="entr" presetSubtype="0" fill="hold" nodeType="withEffect">
                                      <p:stCondLst>
                                        <p:cond delay="2000"/>
                                      </p:stCondLst>
                                      <p:childTnLst>
                                        <p:set>
                                          <p:cBhvr>
                                            <p:cTn id="84" dur="1" fill="hold">
                                              <p:stCondLst>
                                                <p:cond delay="0"/>
                                              </p:stCondLst>
                                            </p:cTn>
                                            <p:tgtEl>
                                              <p:spTgt spid="55"/>
                                            </p:tgtEl>
                                            <p:attrNameLst>
                                              <p:attrName>style.visibility</p:attrName>
                                            </p:attrNameLst>
                                          </p:cBhvr>
                                          <p:to>
                                            <p:strVal val="visible"/>
                                          </p:to>
                                        </p:set>
                                        <p:animEffect transition="in" filter="fade">
                                          <p:cBhvr>
                                            <p:cTn id="85" dur="750"/>
                                            <p:tgtEl>
                                              <p:spTgt spid="55"/>
                                            </p:tgtEl>
                                          </p:cBhvr>
                                        </p:animEffect>
                                      </p:childTnLst>
                                    </p:cTn>
                                  </p:par>
                                  <p:par>
                                    <p:cTn id="86" presetID="10" presetClass="entr" presetSubtype="0" fill="hold" nodeType="withEffect">
                                      <p:stCondLst>
                                        <p:cond delay="2000"/>
                                      </p:stCondLst>
                                      <p:childTnLst>
                                        <p:set>
                                          <p:cBhvr>
                                            <p:cTn id="87" dur="1" fill="hold">
                                              <p:stCondLst>
                                                <p:cond delay="0"/>
                                              </p:stCondLst>
                                            </p:cTn>
                                            <p:tgtEl>
                                              <p:spTgt spid="93"/>
                                            </p:tgtEl>
                                            <p:attrNameLst>
                                              <p:attrName>style.visibility</p:attrName>
                                            </p:attrNameLst>
                                          </p:cBhvr>
                                          <p:to>
                                            <p:strVal val="visible"/>
                                          </p:to>
                                        </p:set>
                                        <p:animEffect transition="in" filter="fade">
                                          <p:cBhvr>
                                            <p:cTn id="88" dur="750"/>
                                            <p:tgtEl>
                                              <p:spTgt spid="93"/>
                                            </p:tgtEl>
                                          </p:cBhvr>
                                        </p:animEffect>
                                      </p:childTnLst>
                                    </p:cTn>
                                  </p:par>
                                  <p:par>
                                    <p:cTn id="89" presetID="10" presetClass="entr" presetSubtype="0" fill="hold" nodeType="withEffect">
                                      <p:stCondLst>
                                        <p:cond delay="2000"/>
                                      </p:stCondLst>
                                      <p:childTnLst>
                                        <p:set>
                                          <p:cBhvr>
                                            <p:cTn id="90" dur="1" fill="hold">
                                              <p:stCondLst>
                                                <p:cond delay="0"/>
                                              </p:stCondLst>
                                            </p:cTn>
                                            <p:tgtEl>
                                              <p:spTgt spid="81"/>
                                            </p:tgtEl>
                                            <p:attrNameLst>
                                              <p:attrName>style.visibility</p:attrName>
                                            </p:attrNameLst>
                                          </p:cBhvr>
                                          <p:to>
                                            <p:strVal val="visible"/>
                                          </p:to>
                                        </p:set>
                                        <p:animEffect transition="in" filter="fade">
                                          <p:cBhvr>
                                            <p:cTn id="91" dur="750"/>
                                            <p:tgtEl>
                                              <p:spTgt spid="81"/>
                                            </p:tgtEl>
                                          </p:cBhvr>
                                        </p:animEffect>
                                      </p:childTnLst>
                                    </p:cTn>
                                  </p:par>
                                  <p:par>
                                    <p:cTn id="92" presetID="10" presetClass="entr" presetSubtype="0" fill="hold" nodeType="withEffect">
                                      <p:stCondLst>
                                        <p:cond delay="2000"/>
                                      </p:stCondLst>
                                      <p:childTnLst>
                                        <p:set>
                                          <p:cBhvr>
                                            <p:cTn id="93" dur="1" fill="hold">
                                              <p:stCondLst>
                                                <p:cond delay="0"/>
                                              </p:stCondLst>
                                            </p:cTn>
                                            <p:tgtEl>
                                              <p:spTgt spid="68"/>
                                            </p:tgtEl>
                                            <p:attrNameLst>
                                              <p:attrName>style.visibility</p:attrName>
                                            </p:attrNameLst>
                                          </p:cBhvr>
                                          <p:to>
                                            <p:strVal val="visible"/>
                                          </p:to>
                                        </p:set>
                                        <p:animEffect transition="in" filter="fade">
                                          <p:cBhvr>
                                            <p:cTn id="94" dur="75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45" grpId="0" animBg="1"/>
          <p:bldP spid="58" grpId="0" animBg="1"/>
          <p:bldP spid="71" grpId="0" animBg="1"/>
          <p:bldP spid="84" grpId="0" animBg="1"/>
          <p:bldP spid="96" grpId="0" animBg="1"/>
          <p:bldP spid="13" grpId="0" animBg="1"/>
          <p:bldP spid="103" grpId="0" animBg="1"/>
          <p:bldP spid="104" grpId="0" animBg="1"/>
          <p:bldP spid="105" grpId="0" animBg="1"/>
          <p:bldP spid="106" grpId="0" animBg="1"/>
          <p:bldP spid="107" grpId="0" animBg="1"/>
        </p:bldLst>
      </p:timing>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Shadow 04">
            <a:extLst>
              <a:ext uri="{FF2B5EF4-FFF2-40B4-BE49-F238E27FC236}">
                <a16:creationId xmlns:a16="http://schemas.microsoft.com/office/drawing/2014/main" id="{B869ABBD-2003-40C0-921C-4B7A3D0D8F71}"/>
              </a:ext>
            </a:extLst>
          </p:cNvPr>
          <p:cNvSpPr>
            <a:spLocks/>
          </p:cNvSpPr>
          <p:nvPr/>
        </p:nvSpPr>
        <p:spPr bwMode="auto">
          <a:xfrm>
            <a:off x="7836211" y="2808279"/>
            <a:ext cx="2272506" cy="1968105"/>
          </a:xfrm>
          <a:custGeom>
            <a:avLst/>
            <a:gdLst>
              <a:gd name="T0" fmla="*/ 465 w 465"/>
              <a:gd name="T1" fmla="*/ 406 h 412"/>
              <a:gd name="T2" fmla="*/ 461 w 465"/>
              <a:gd name="T3" fmla="*/ 411 h 412"/>
              <a:gd name="T4" fmla="*/ 43 w 465"/>
              <a:gd name="T5" fmla="*/ 411 h 412"/>
              <a:gd name="T6" fmla="*/ 39 w 465"/>
              <a:gd name="T7" fmla="*/ 408 h 412"/>
              <a:gd name="T8" fmla="*/ 0 w 465"/>
              <a:gd name="T9" fmla="*/ 46 h 412"/>
              <a:gd name="T10" fmla="*/ 4 w 465"/>
              <a:gd name="T11" fmla="*/ 41 h 412"/>
              <a:gd name="T12" fmla="*/ 295 w 465"/>
              <a:gd name="T13" fmla="*/ 0 h 412"/>
              <a:gd name="T14" fmla="*/ 299 w 465"/>
              <a:gd name="T15" fmla="*/ 4 h 412"/>
              <a:gd name="T16" fmla="*/ 465 w 465"/>
              <a:gd name="T17" fmla="*/ 406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412">
                <a:moveTo>
                  <a:pt x="465" y="406"/>
                </a:moveTo>
                <a:cubicBezTo>
                  <a:pt x="465" y="408"/>
                  <a:pt x="463" y="410"/>
                  <a:pt x="461" y="411"/>
                </a:cubicBezTo>
                <a:cubicBezTo>
                  <a:pt x="43" y="411"/>
                  <a:pt x="43" y="411"/>
                  <a:pt x="43" y="411"/>
                </a:cubicBezTo>
                <a:cubicBezTo>
                  <a:pt x="41" y="412"/>
                  <a:pt x="39" y="410"/>
                  <a:pt x="39" y="408"/>
                </a:cubicBezTo>
                <a:cubicBezTo>
                  <a:pt x="0" y="46"/>
                  <a:pt x="0" y="46"/>
                  <a:pt x="0" y="46"/>
                </a:cubicBezTo>
                <a:cubicBezTo>
                  <a:pt x="0" y="43"/>
                  <a:pt x="2" y="41"/>
                  <a:pt x="4" y="41"/>
                </a:cubicBezTo>
                <a:cubicBezTo>
                  <a:pt x="295" y="0"/>
                  <a:pt x="295" y="0"/>
                  <a:pt x="295" y="0"/>
                </a:cubicBezTo>
                <a:cubicBezTo>
                  <a:pt x="298" y="0"/>
                  <a:pt x="299" y="1"/>
                  <a:pt x="299" y="4"/>
                </a:cubicBezTo>
                <a:lnTo>
                  <a:pt x="465" y="406"/>
                </a:lnTo>
                <a:close/>
              </a:path>
            </a:pathLst>
          </a:custGeom>
          <a:gradFill>
            <a:gsLst>
              <a:gs pos="1000">
                <a:srgbClr val="000000">
                  <a:alpha val="53000"/>
                </a:srgbClr>
              </a:gs>
              <a:gs pos="100000">
                <a:schemeClr val="bg2">
                  <a:alpha val="8000"/>
                </a:schemeClr>
              </a:gs>
            </a:gsLst>
            <a:lin ang="5400000" scaled="0"/>
          </a:gradFill>
          <a:ln>
            <a:noFill/>
          </a:ln>
          <a:effectLst>
            <a:softEdge rad="139700"/>
          </a:effectLst>
        </p:spPr>
        <p:txBody>
          <a:bodyPr vert="horz" wrap="square" lIns="91440" tIns="45720" rIns="91440" bIns="45720" numCol="1" anchor="t" anchorCtr="0" compatLnSpc="1">
            <a:prstTxWarp prst="textNoShape">
              <a:avLst/>
            </a:prstTxWarp>
          </a:bodyPr>
          <a:lstStyle/>
          <a:p>
            <a:endParaRPr lang="ru-UA"/>
          </a:p>
        </p:txBody>
      </p:sp>
      <p:sp>
        <p:nvSpPr>
          <p:cNvPr id="40" name="Shadow 03">
            <a:extLst>
              <a:ext uri="{FF2B5EF4-FFF2-40B4-BE49-F238E27FC236}">
                <a16:creationId xmlns:a16="http://schemas.microsoft.com/office/drawing/2014/main" id="{0E1C35B7-C6B8-481E-B987-24008ACEA94C}"/>
              </a:ext>
            </a:extLst>
          </p:cNvPr>
          <p:cNvSpPr>
            <a:spLocks/>
          </p:cNvSpPr>
          <p:nvPr/>
        </p:nvSpPr>
        <p:spPr bwMode="auto">
          <a:xfrm>
            <a:off x="5988361" y="3521762"/>
            <a:ext cx="2272506" cy="1968105"/>
          </a:xfrm>
          <a:custGeom>
            <a:avLst/>
            <a:gdLst>
              <a:gd name="T0" fmla="*/ 465 w 465"/>
              <a:gd name="T1" fmla="*/ 406 h 412"/>
              <a:gd name="T2" fmla="*/ 461 w 465"/>
              <a:gd name="T3" fmla="*/ 411 h 412"/>
              <a:gd name="T4" fmla="*/ 43 w 465"/>
              <a:gd name="T5" fmla="*/ 411 h 412"/>
              <a:gd name="T6" fmla="*/ 39 w 465"/>
              <a:gd name="T7" fmla="*/ 408 h 412"/>
              <a:gd name="T8" fmla="*/ 0 w 465"/>
              <a:gd name="T9" fmla="*/ 46 h 412"/>
              <a:gd name="T10" fmla="*/ 4 w 465"/>
              <a:gd name="T11" fmla="*/ 41 h 412"/>
              <a:gd name="T12" fmla="*/ 295 w 465"/>
              <a:gd name="T13" fmla="*/ 0 h 412"/>
              <a:gd name="T14" fmla="*/ 299 w 465"/>
              <a:gd name="T15" fmla="*/ 4 h 412"/>
              <a:gd name="T16" fmla="*/ 465 w 465"/>
              <a:gd name="T17" fmla="*/ 406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412">
                <a:moveTo>
                  <a:pt x="465" y="406"/>
                </a:moveTo>
                <a:cubicBezTo>
                  <a:pt x="465" y="408"/>
                  <a:pt x="463" y="410"/>
                  <a:pt x="461" y="411"/>
                </a:cubicBezTo>
                <a:cubicBezTo>
                  <a:pt x="43" y="411"/>
                  <a:pt x="43" y="411"/>
                  <a:pt x="43" y="411"/>
                </a:cubicBezTo>
                <a:cubicBezTo>
                  <a:pt x="41" y="412"/>
                  <a:pt x="39" y="410"/>
                  <a:pt x="39" y="408"/>
                </a:cubicBezTo>
                <a:cubicBezTo>
                  <a:pt x="0" y="46"/>
                  <a:pt x="0" y="46"/>
                  <a:pt x="0" y="46"/>
                </a:cubicBezTo>
                <a:cubicBezTo>
                  <a:pt x="0" y="43"/>
                  <a:pt x="2" y="41"/>
                  <a:pt x="4" y="41"/>
                </a:cubicBezTo>
                <a:cubicBezTo>
                  <a:pt x="295" y="0"/>
                  <a:pt x="295" y="0"/>
                  <a:pt x="295" y="0"/>
                </a:cubicBezTo>
                <a:cubicBezTo>
                  <a:pt x="298" y="0"/>
                  <a:pt x="299" y="1"/>
                  <a:pt x="299" y="4"/>
                </a:cubicBezTo>
                <a:lnTo>
                  <a:pt x="465" y="406"/>
                </a:lnTo>
                <a:close/>
              </a:path>
            </a:pathLst>
          </a:custGeom>
          <a:gradFill>
            <a:gsLst>
              <a:gs pos="1000">
                <a:srgbClr val="000000">
                  <a:alpha val="53000"/>
                </a:srgbClr>
              </a:gs>
              <a:gs pos="100000">
                <a:schemeClr val="bg2">
                  <a:alpha val="8000"/>
                </a:schemeClr>
              </a:gs>
            </a:gsLst>
            <a:lin ang="5400000" scaled="0"/>
          </a:gradFill>
          <a:ln>
            <a:noFill/>
          </a:ln>
          <a:effectLst>
            <a:softEdge rad="139700"/>
          </a:effectLst>
        </p:spPr>
        <p:txBody>
          <a:bodyPr vert="horz" wrap="square" lIns="91440" tIns="45720" rIns="91440" bIns="45720" numCol="1" anchor="t" anchorCtr="0" compatLnSpc="1">
            <a:prstTxWarp prst="textNoShape">
              <a:avLst/>
            </a:prstTxWarp>
          </a:bodyPr>
          <a:lstStyle/>
          <a:p>
            <a:endParaRPr lang="ru-UA"/>
          </a:p>
        </p:txBody>
      </p:sp>
      <p:sp>
        <p:nvSpPr>
          <p:cNvPr id="39" name="Shadow 02">
            <a:extLst>
              <a:ext uri="{FF2B5EF4-FFF2-40B4-BE49-F238E27FC236}">
                <a16:creationId xmlns:a16="http://schemas.microsoft.com/office/drawing/2014/main" id="{87BA9991-F6E2-456E-857C-6EDB6E18A608}"/>
              </a:ext>
            </a:extLst>
          </p:cNvPr>
          <p:cNvSpPr>
            <a:spLocks/>
          </p:cNvSpPr>
          <p:nvPr/>
        </p:nvSpPr>
        <p:spPr bwMode="auto">
          <a:xfrm>
            <a:off x="4117050" y="4207349"/>
            <a:ext cx="2272506" cy="1968105"/>
          </a:xfrm>
          <a:custGeom>
            <a:avLst/>
            <a:gdLst>
              <a:gd name="T0" fmla="*/ 465 w 465"/>
              <a:gd name="T1" fmla="*/ 406 h 412"/>
              <a:gd name="T2" fmla="*/ 461 w 465"/>
              <a:gd name="T3" fmla="*/ 411 h 412"/>
              <a:gd name="T4" fmla="*/ 43 w 465"/>
              <a:gd name="T5" fmla="*/ 411 h 412"/>
              <a:gd name="T6" fmla="*/ 39 w 465"/>
              <a:gd name="T7" fmla="*/ 408 h 412"/>
              <a:gd name="T8" fmla="*/ 0 w 465"/>
              <a:gd name="T9" fmla="*/ 46 h 412"/>
              <a:gd name="T10" fmla="*/ 4 w 465"/>
              <a:gd name="T11" fmla="*/ 41 h 412"/>
              <a:gd name="T12" fmla="*/ 295 w 465"/>
              <a:gd name="T13" fmla="*/ 0 h 412"/>
              <a:gd name="T14" fmla="*/ 299 w 465"/>
              <a:gd name="T15" fmla="*/ 4 h 412"/>
              <a:gd name="T16" fmla="*/ 465 w 465"/>
              <a:gd name="T17" fmla="*/ 406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412">
                <a:moveTo>
                  <a:pt x="465" y="406"/>
                </a:moveTo>
                <a:cubicBezTo>
                  <a:pt x="465" y="408"/>
                  <a:pt x="463" y="410"/>
                  <a:pt x="461" y="411"/>
                </a:cubicBezTo>
                <a:cubicBezTo>
                  <a:pt x="43" y="411"/>
                  <a:pt x="43" y="411"/>
                  <a:pt x="43" y="411"/>
                </a:cubicBezTo>
                <a:cubicBezTo>
                  <a:pt x="41" y="412"/>
                  <a:pt x="39" y="410"/>
                  <a:pt x="39" y="408"/>
                </a:cubicBezTo>
                <a:cubicBezTo>
                  <a:pt x="0" y="46"/>
                  <a:pt x="0" y="46"/>
                  <a:pt x="0" y="46"/>
                </a:cubicBezTo>
                <a:cubicBezTo>
                  <a:pt x="0" y="43"/>
                  <a:pt x="2" y="41"/>
                  <a:pt x="4" y="41"/>
                </a:cubicBezTo>
                <a:cubicBezTo>
                  <a:pt x="295" y="0"/>
                  <a:pt x="295" y="0"/>
                  <a:pt x="295" y="0"/>
                </a:cubicBezTo>
                <a:cubicBezTo>
                  <a:pt x="298" y="0"/>
                  <a:pt x="299" y="1"/>
                  <a:pt x="299" y="4"/>
                </a:cubicBezTo>
                <a:lnTo>
                  <a:pt x="465" y="406"/>
                </a:lnTo>
                <a:close/>
              </a:path>
            </a:pathLst>
          </a:custGeom>
          <a:gradFill>
            <a:gsLst>
              <a:gs pos="1000">
                <a:srgbClr val="000000">
                  <a:alpha val="53000"/>
                </a:srgbClr>
              </a:gs>
              <a:gs pos="100000">
                <a:schemeClr val="bg2">
                  <a:alpha val="8000"/>
                </a:schemeClr>
              </a:gs>
            </a:gsLst>
            <a:lin ang="5400000" scaled="0"/>
          </a:gradFill>
          <a:ln>
            <a:noFill/>
          </a:ln>
          <a:effectLst>
            <a:softEdge rad="139700"/>
          </a:effectLst>
        </p:spPr>
        <p:txBody>
          <a:bodyPr vert="horz" wrap="square" lIns="91440" tIns="45720" rIns="91440" bIns="45720" numCol="1" anchor="t" anchorCtr="0" compatLnSpc="1">
            <a:prstTxWarp prst="textNoShape">
              <a:avLst/>
            </a:prstTxWarp>
          </a:bodyPr>
          <a:lstStyle/>
          <a:p>
            <a:endParaRPr lang="ru-UA"/>
          </a:p>
        </p:txBody>
      </p:sp>
      <p:sp>
        <p:nvSpPr>
          <p:cNvPr id="38" name="Shadow 01">
            <a:extLst>
              <a:ext uri="{FF2B5EF4-FFF2-40B4-BE49-F238E27FC236}">
                <a16:creationId xmlns:a16="http://schemas.microsoft.com/office/drawing/2014/main" id="{26C04C07-95F0-4141-B369-321134FAEA70}"/>
              </a:ext>
            </a:extLst>
          </p:cNvPr>
          <p:cNvSpPr>
            <a:spLocks/>
          </p:cNvSpPr>
          <p:nvPr/>
        </p:nvSpPr>
        <p:spPr bwMode="auto">
          <a:xfrm>
            <a:off x="2047257" y="4895392"/>
            <a:ext cx="2272506" cy="1968105"/>
          </a:xfrm>
          <a:custGeom>
            <a:avLst/>
            <a:gdLst>
              <a:gd name="T0" fmla="*/ 465 w 465"/>
              <a:gd name="T1" fmla="*/ 406 h 412"/>
              <a:gd name="T2" fmla="*/ 461 w 465"/>
              <a:gd name="T3" fmla="*/ 411 h 412"/>
              <a:gd name="T4" fmla="*/ 43 w 465"/>
              <a:gd name="T5" fmla="*/ 411 h 412"/>
              <a:gd name="T6" fmla="*/ 39 w 465"/>
              <a:gd name="T7" fmla="*/ 408 h 412"/>
              <a:gd name="T8" fmla="*/ 0 w 465"/>
              <a:gd name="T9" fmla="*/ 46 h 412"/>
              <a:gd name="T10" fmla="*/ 4 w 465"/>
              <a:gd name="T11" fmla="*/ 41 h 412"/>
              <a:gd name="T12" fmla="*/ 295 w 465"/>
              <a:gd name="T13" fmla="*/ 0 h 412"/>
              <a:gd name="T14" fmla="*/ 299 w 465"/>
              <a:gd name="T15" fmla="*/ 4 h 412"/>
              <a:gd name="T16" fmla="*/ 465 w 465"/>
              <a:gd name="T17" fmla="*/ 406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412">
                <a:moveTo>
                  <a:pt x="465" y="406"/>
                </a:moveTo>
                <a:cubicBezTo>
                  <a:pt x="465" y="408"/>
                  <a:pt x="463" y="410"/>
                  <a:pt x="461" y="411"/>
                </a:cubicBezTo>
                <a:cubicBezTo>
                  <a:pt x="43" y="411"/>
                  <a:pt x="43" y="411"/>
                  <a:pt x="43" y="411"/>
                </a:cubicBezTo>
                <a:cubicBezTo>
                  <a:pt x="41" y="412"/>
                  <a:pt x="39" y="410"/>
                  <a:pt x="39" y="408"/>
                </a:cubicBezTo>
                <a:cubicBezTo>
                  <a:pt x="0" y="46"/>
                  <a:pt x="0" y="46"/>
                  <a:pt x="0" y="46"/>
                </a:cubicBezTo>
                <a:cubicBezTo>
                  <a:pt x="0" y="43"/>
                  <a:pt x="2" y="41"/>
                  <a:pt x="4" y="41"/>
                </a:cubicBezTo>
                <a:cubicBezTo>
                  <a:pt x="295" y="0"/>
                  <a:pt x="295" y="0"/>
                  <a:pt x="295" y="0"/>
                </a:cubicBezTo>
                <a:cubicBezTo>
                  <a:pt x="298" y="0"/>
                  <a:pt x="299" y="1"/>
                  <a:pt x="299" y="4"/>
                </a:cubicBezTo>
                <a:lnTo>
                  <a:pt x="465" y="406"/>
                </a:lnTo>
                <a:close/>
              </a:path>
            </a:pathLst>
          </a:custGeom>
          <a:gradFill>
            <a:gsLst>
              <a:gs pos="1000">
                <a:srgbClr val="000000">
                  <a:alpha val="53000"/>
                </a:srgbClr>
              </a:gs>
              <a:gs pos="100000">
                <a:schemeClr val="bg2">
                  <a:alpha val="8000"/>
                </a:schemeClr>
              </a:gs>
            </a:gsLst>
            <a:lin ang="5400000" scaled="0"/>
          </a:gradFill>
          <a:ln>
            <a:noFill/>
          </a:ln>
          <a:effectLst>
            <a:softEdge rad="139700"/>
          </a:effectLst>
        </p:spPr>
        <p:txBody>
          <a:bodyPr vert="horz" wrap="square" lIns="91440" tIns="45720" rIns="91440" bIns="45720" numCol="1" anchor="t" anchorCtr="0" compatLnSpc="1">
            <a:prstTxWarp prst="textNoShape">
              <a:avLst/>
            </a:prstTxWarp>
          </a:bodyPr>
          <a:lstStyle/>
          <a:p>
            <a:endParaRPr lang="ru-UA"/>
          </a:p>
        </p:txBody>
      </p:sp>
      <p:grpSp>
        <p:nvGrpSpPr>
          <p:cNvPr id="30" name="Group 29">
            <a:extLst>
              <a:ext uri="{FF2B5EF4-FFF2-40B4-BE49-F238E27FC236}">
                <a16:creationId xmlns:a16="http://schemas.microsoft.com/office/drawing/2014/main" id="{141BC79D-7139-462C-BF9D-65F7BA24432B}"/>
              </a:ext>
            </a:extLst>
          </p:cNvPr>
          <p:cNvGrpSpPr/>
          <p:nvPr/>
        </p:nvGrpSpPr>
        <p:grpSpPr>
          <a:xfrm>
            <a:off x="8261958" y="672690"/>
            <a:ext cx="862416" cy="1131779"/>
            <a:chOff x="8050011" y="696913"/>
            <a:chExt cx="862416" cy="1131779"/>
          </a:xfrm>
        </p:grpSpPr>
        <p:sp>
          <p:nvSpPr>
            <p:cNvPr id="12" name="Rectangle 11">
              <a:extLst>
                <a:ext uri="{FF2B5EF4-FFF2-40B4-BE49-F238E27FC236}">
                  <a16:creationId xmlns:a16="http://schemas.microsoft.com/office/drawing/2014/main" id="{0BEABF2B-FF8A-48DB-99C8-919BF20C3C7D}"/>
                </a:ext>
              </a:extLst>
            </p:cNvPr>
            <p:cNvSpPr>
              <a:spLocks noChangeArrowheads="1"/>
            </p:cNvSpPr>
            <p:nvPr/>
          </p:nvSpPr>
          <p:spPr bwMode="auto">
            <a:xfrm>
              <a:off x="8110302" y="696913"/>
              <a:ext cx="7053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400" b="1" i="0" u="none" strike="noStrike" cap="none" normalizeH="0" baseline="0">
                  <a:ln>
                    <a:noFill/>
                  </a:ln>
                  <a:solidFill>
                    <a:schemeClr val="accent5"/>
                  </a:solidFill>
                  <a:effectLst/>
                  <a:latin typeface="Open Sans Semibold" panose="020B0706030804020204" pitchFamily="34" charset="0"/>
                </a:rPr>
                <a:t>STEP</a:t>
              </a:r>
              <a:endParaRPr kumimoji="0" lang="ru-UA" altLang="ru-UA" sz="1800" b="0" i="0" u="none" strike="noStrike" cap="none" normalizeH="0" baseline="0">
                <a:ln>
                  <a:noFill/>
                </a:ln>
                <a:solidFill>
                  <a:schemeClr val="accent5"/>
                </a:solidFill>
                <a:effectLst/>
              </a:endParaRPr>
            </a:p>
          </p:txBody>
        </p:sp>
        <p:sp>
          <p:nvSpPr>
            <p:cNvPr id="13" name="Rectangle 12">
              <a:extLst>
                <a:ext uri="{FF2B5EF4-FFF2-40B4-BE49-F238E27FC236}">
                  <a16:creationId xmlns:a16="http://schemas.microsoft.com/office/drawing/2014/main" id="{B8B109E8-8325-4FB7-A62A-F8445E41020F}"/>
                </a:ext>
              </a:extLst>
            </p:cNvPr>
            <p:cNvSpPr>
              <a:spLocks noChangeArrowheads="1"/>
            </p:cNvSpPr>
            <p:nvPr/>
          </p:nvSpPr>
          <p:spPr bwMode="auto">
            <a:xfrm>
              <a:off x="8050011" y="920751"/>
              <a:ext cx="86241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900" b="1" i="0" u="none" strike="noStrike" cap="none" normalizeH="0" baseline="0">
                  <a:ln>
                    <a:noFill/>
                  </a:ln>
                  <a:solidFill>
                    <a:schemeClr val="accent5"/>
                  </a:solidFill>
                  <a:effectLst/>
                  <a:latin typeface="Open Sans Semibold" panose="020B0706030804020204" pitchFamily="34" charset="0"/>
                </a:rPr>
                <a:t>04</a:t>
              </a:r>
              <a:endParaRPr kumimoji="0" lang="ru-UA" altLang="ru-UA" sz="1800" b="0" i="0" u="none" strike="noStrike" cap="none" normalizeH="0" baseline="0">
                <a:ln>
                  <a:noFill/>
                </a:ln>
                <a:solidFill>
                  <a:schemeClr val="accent5"/>
                </a:solidFill>
                <a:effectLst/>
              </a:endParaRPr>
            </a:p>
          </p:txBody>
        </p:sp>
      </p:grpSp>
      <p:grpSp>
        <p:nvGrpSpPr>
          <p:cNvPr id="31" name="Group 30">
            <a:extLst>
              <a:ext uri="{FF2B5EF4-FFF2-40B4-BE49-F238E27FC236}">
                <a16:creationId xmlns:a16="http://schemas.microsoft.com/office/drawing/2014/main" id="{1D73BCB3-51FA-4BFC-A94A-309A83CFCA1F}"/>
              </a:ext>
            </a:extLst>
          </p:cNvPr>
          <p:cNvGrpSpPr/>
          <p:nvPr/>
        </p:nvGrpSpPr>
        <p:grpSpPr>
          <a:xfrm>
            <a:off x="6420458" y="1271178"/>
            <a:ext cx="862416" cy="1122253"/>
            <a:chOff x="6208511" y="1295401"/>
            <a:chExt cx="862416" cy="1122253"/>
          </a:xfrm>
        </p:grpSpPr>
        <p:sp>
          <p:nvSpPr>
            <p:cNvPr id="14" name="Rectangle 13">
              <a:extLst>
                <a:ext uri="{FF2B5EF4-FFF2-40B4-BE49-F238E27FC236}">
                  <a16:creationId xmlns:a16="http://schemas.microsoft.com/office/drawing/2014/main" id="{84795EB8-4C3A-40B8-94EC-1736E8C4A150}"/>
                </a:ext>
              </a:extLst>
            </p:cNvPr>
            <p:cNvSpPr>
              <a:spLocks noChangeArrowheads="1"/>
            </p:cNvSpPr>
            <p:nvPr/>
          </p:nvSpPr>
          <p:spPr bwMode="auto">
            <a:xfrm>
              <a:off x="6278327" y="1295401"/>
              <a:ext cx="7053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400" b="1" i="0" u="none" strike="noStrike" cap="none" normalizeH="0" baseline="0">
                  <a:ln>
                    <a:noFill/>
                  </a:ln>
                  <a:solidFill>
                    <a:schemeClr val="accent3"/>
                  </a:solidFill>
                  <a:effectLst/>
                  <a:latin typeface="Open Sans Semibold" panose="020B0706030804020204" pitchFamily="34" charset="0"/>
                </a:rPr>
                <a:t>STEP</a:t>
              </a:r>
              <a:endParaRPr kumimoji="0" lang="ru-UA" altLang="ru-UA" sz="1800" b="0" i="0" u="none" strike="noStrike" cap="none" normalizeH="0" baseline="0">
                <a:ln>
                  <a:noFill/>
                </a:ln>
                <a:solidFill>
                  <a:schemeClr val="accent3"/>
                </a:solidFill>
                <a:effectLst/>
              </a:endParaRPr>
            </a:p>
          </p:txBody>
        </p:sp>
        <p:sp>
          <p:nvSpPr>
            <p:cNvPr id="15" name="Rectangle 14">
              <a:extLst>
                <a:ext uri="{FF2B5EF4-FFF2-40B4-BE49-F238E27FC236}">
                  <a16:creationId xmlns:a16="http://schemas.microsoft.com/office/drawing/2014/main" id="{7262961A-97A6-4674-8A55-123027A1E815}"/>
                </a:ext>
              </a:extLst>
            </p:cNvPr>
            <p:cNvSpPr>
              <a:spLocks noChangeArrowheads="1"/>
            </p:cNvSpPr>
            <p:nvPr/>
          </p:nvSpPr>
          <p:spPr bwMode="auto">
            <a:xfrm>
              <a:off x="6208511" y="1509713"/>
              <a:ext cx="86241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900" b="1" i="0" u="none" strike="noStrike" cap="none" normalizeH="0" baseline="0">
                  <a:ln>
                    <a:noFill/>
                  </a:ln>
                  <a:solidFill>
                    <a:schemeClr val="accent3"/>
                  </a:solidFill>
                  <a:effectLst/>
                  <a:latin typeface="Open Sans Semibold" panose="020B0706030804020204" pitchFamily="34" charset="0"/>
                </a:rPr>
                <a:t>03</a:t>
              </a:r>
              <a:endParaRPr kumimoji="0" lang="ru-UA" altLang="ru-UA" sz="1800" b="0" i="0" u="none" strike="noStrike" cap="none" normalizeH="0" baseline="0">
                <a:ln>
                  <a:noFill/>
                </a:ln>
                <a:solidFill>
                  <a:schemeClr val="accent3"/>
                </a:solidFill>
                <a:effectLst/>
              </a:endParaRPr>
            </a:p>
          </p:txBody>
        </p:sp>
      </p:grpSp>
      <p:grpSp>
        <p:nvGrpSpPr>
          <p:cNvPr id="32" name="Group 31">
            <a:extLst>
              <a:ext uri="{FF2B5EF4-FFF2-40B4-BE49-F238E27FC236}">
                <a16:creationId xmlns:a16="http://schemas.microsoft.com/office/drawing/2014/main" id="{39353248-10AD-4A63-ACF8-CF1C78FDBD94}"/>
              </a:ext>
            </a:extLst>
          </p:cNvPr>
          <p:cNvGrpSpPr/>
          <p:nvPr/>
        </p:nvGrpSpPr>
        <p:grpSpPr>
          <a:xfrm>
            <a:off x="4578958" y="1909353"/>
            <a:ext cx="862416" cy="1130191"/>
            <a:chOff x="4367011" y="1933576"/>
            <a:chExt cx="862416" cy="1130191"/>
          </a:xfrm>
        </p:grpSpPr>
        <p:sp>
          <p:nvSpPr>
            <p:cNvPr id="16" name="Rectangle 15">
              <a:extLst>
                <a:ext uri="{FF2B5EF4-FFF2-40B4-BE49-F238E27FC236}">
                  <a16:creationId xmlns:a16="http://schemas.microsoft.com/office/drawing/2014/main" id="{CE3D00F1-E87C-464C-9CBC-B1AB9C582BD9}"/>
                </a:ext>
              </a:extLst>
            </p:cNvPr>
            <p:cNvSpPr>
              <a:spLocks noChangeArrowheads="1"/>
            </p:cNvSpPr>
            <p:nvPr/>
          </p:nvSpPr>
          <p:spPr bwMode="auto">
            <a:xfrm>
              <a:off x="4430477" y="1933576"/>
              <a:ext cx="7053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400" b="1" i="0" u="none" strike="noStrike" cap="none" normalizeH="0" baseline="0">
                  <a:ln>
                    <a:noFill/>
                  </a:ln>
                  <a:solidFill>
                    <a:schemeClr val="accent2"/>
                  </a:solidFill>
                  <a:effectLst/>
                  <a:latin typeface="Open Sans Semibold" panose="020B0706030804020204" pitchFamily="34" charset="0"/>
                </a:rPr>
                <a:t>STEP</a:t>
              </a:r>
              <a:endParaRPr kumimoji="0" lang="ru-UA" altLang="ru-UA" sz="1800" b="0" i="0" u="none" strike="noStrike" cap="none" normalizeH="0" baseline="0">
                <a:ln>
                  <a:noFill/>
                </a:ln>
                <a:solidFill>
                  <a:schemeClr val="accent2"/>
                </a:solidFill>
                <a:effectLst/>
              </a:endParaRPr>
            </a:p>
          </p:txBody>
        </p:sp>
        <p:sp>
          <p:nvSpPr>
            <p:cNvPr id="17" name="Rectangle 16">
              <a:extLst>
                <a:ext uri="{FF2B5EF4-FFF2-40B4-BE49-F238E27FC236}">
                  <a16:creationId xmlns:a16="http://schemas.microsoft.com/office/drawing/2014/main" id="{D95A476A-0A03-49F2-B7E7-88FE1497CB7C}"/>
                </a:ext>
              </a:extLst>
            </p:cNvPr>
            <p:cNvSpPr>
              <a:spLocks noChangeArrowheads="1"/>
            </p:cNvSpPr>
            <p:nvPr/>
          </p:nvSpPr>
          <p:spPr bwMode="auto">
            <a:xfrm>
              <a:off x="4367011" y="2155826"/>
              <a:ext cx="86241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900" b="1" i="0" u="none" strike="noStrike" cap="none" normalizeH="0" baseline="0">
                  <a:ln>
                    <a:noFill/>
                  </a:ln>
                  <a:solidFill>
                    <a:schemeClr val="accent2"/>
                  </a:solidFill>
                  <a:effectLst/>
                  <a:latin typeface="Open Sans Semibold" panose="020B0706030804020204" pitchFamily="34" charset="0"/>
                </a:rPr>
                <a:t>02</a:t>
              </a:r>
              <a:endParaRPr kumimoji="0" lang="ru-UA" altLang="ru-UA" sz="1800" b="0" i="0" u="none" strike="noStrike" cap="none" normalizeH="0" baseline="0">
                <a:ln>
                  <a:noFill/>
                </a:ln>
                <a:solidFill>
                  <a:schemeClr val="accent2"/>
                </a:solidFill>
                <a:effectLst/>
              </a:endParaRPr>
            </a:p>
          </p:txBody>
        </p:sp>
      </p:grpSp>
      <p:grpSp>
        <p:nvGrpSpPr>
          <p:cNvPr id="33" name="Group 32">
            <a:extLst>
              <a:ext uri="{FF2B5EF4-FFF2-40B4-BE49-F238E27FC236}">
                <a16:creationId xmlns:a16="http://schemas.microsoft.com/office/drawing/2014/main" id="{40BDBE6D-54ED-430A-A96B-1D2A22E3F1D6}"/>
              </a:ext>
            </a:extLst>
          </p:cNvPr>
          <p:cNvGrpSpPr/>
          <p:nvPr/>
        </p:nvGrpSpPr>
        <p:grpSpPr>
          <a:xfrm>
            <a:off x="2523146" y="2599915"/>
            <a:ext cx="862416" cy="1117491"/>
            <a:chOff x="2311199" y="2624138"/>
            <a:chExt cx="862416" cy="1117491"/>
          </a:xfrm>
        </p:grpSpPr>
        <p:sp>
          <p:nvSpPr>
            <p:cNvPr id="18" name="Rectangle 17">
              <a:extLst>
                <a:ext uri="{FF2B5EF4-FFF2-40B4-BE49-F238E27FC236}">
                  <a16:creationId xmlns:a16="http://schemas.microsoft.com/office/drawing/2014/main" id="{2EA65503-90DC-4FCD-8E3A-749ED52C8F2C}"/>
                </a:ext>
              </a:extLst>
            </p:cNvPr>
            <p:cNvSpPr>
              <a:spLocks noChangeArrowheads="1"/>
            </p:cNvSpPr>
            <p:nvPr/>
          </p:nvSpPr>
          <p:spPr bwMode="auto">
            <a:xfrm>
              <a:off x="2363552" y="2624138"/>
              <a:ext cx="7053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400" b="1" i="0" u="none" strike="noStrike" cap="none" normalizeH="0" baseline="0">
                  <a:ln>
                    <a:noFill/>
                  </a:ln>
                  <a:solidFill>
                    <a:schemeClr val="accent1"/>
                  </a:solidFill>
                  <a:effectLst/>
                  <a:latin typeface="Open Sans Semibold" panose="020B0706030804020204" pitchFamily="34" charset="0"/>
                </a:rPr>
                <a:t>STEP</a:t>
              </a:r>
              <a:endParaRPr kumimoji="0" lang="ru-UA" altLang="ru-UA" sz="1800" b="0" i="0" u="none" strike="noStrike" cap="none" normalizeH="0" baseline="0">
                <a:ln>
                  <a:noFill/>
                </a:ln>
                <a:solidFill>
                  <a:schemeClr val="accent1"/>
                </a:solidFill>
                <a:effectLst/>
              </a:endParaRPr>
            </a:p>
          </p:txBody>
        </p:sp>
        <p:sp>
          <p:nvSpPr>
            <p:cNvPr id="19" name="Rectangle 18">
              <a:extLst>
                <a:ext uri="{FF2B5EF4-FFF2-40B4-BE49-F238E27FC236}">
                  <a16:creationId xmlns:a16="http://schemas.microsoft.com/office/drawing/2014/main" id="{EDFA675F-8AA9-46D1-A84A-70F29C3C00E7}"/>
                </a:ext>
              </a:extLst>
            </p:cNvPr>
            <p:cNvSpPr>
              <a:spLocks noChangeArrowheads="1"/>
            </p:cNvSpPr>
            <p:nvPr/>
          </p:nvSpPr>
          <p:spPr bwMode="auto">
            <a:xfrm>
              <a:off x="2311199" y="2833688"/>
              <a:ext cx="86241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900" b="1" i="0" u="none" strike="noStrike" cap="none" normalizeH="0" baseline="0">
                  <a:ln>
                    <a:noFill/>
                  </a:ln>
                  <a:solidFill>
                    <a:schemeClr val="accent1"/>
                  </a:solidFill>
                  <a:effectLst/>
                  <a:latin typeface="Open Sans Semibold" panose="020B0706030804020204" pitchFamily="34" charset="0"/>
                </a:rPr>
                <a:t>01</a:t>
              </a:r>
              <a:endParaRPr kumimoji="0" lang="ru-UA" altLang="ru-UA" sz="1800" b="0" i="0" u="none" strike="noStrike" cap="none" normalizeH="0" baseline="0">
                <a:ln>
                  <a:noFill/>
                </a:ln>
                <a:solidFill>
                  <a:schemeClr val="accent1"/>
                </a:solidFill>
                <a:effectLst/>
              </a:endParaRPr>
            </a:p>
          </p:txBody>
        </p:sp>
      </p:grpSp>
      <p:grpSp>
        <p:nvGrpSpPr>
          <p:cNvPr id="37" name="Stair_04">
            <a:extLst>
              <a:ext uri="{FF2B5EF4-FFF2-40B4-BE49-F238E27FC236}">
                <a16:creationId xmlns:a16="http://schemas.microsoft.com/office/drawing/2014/main" id="{2FDCCA3B-0F19-42F9-B452-9FE763469F3D}"/>
              </a:ext>
            </a:extLst>
          </p:cNvPr>
          <p:cNvGrpSpPr/>
          <p:nvPr/>
        </p:nvGrpSpPr>
        <p:grpSpPr>
          <a:xfrm>
            <a:off x="7966885" y="2995203"/>
            <a:ext cx="2463800" cy="1017588"/>
            <a:chOff x="7754938" y="3019426"/>
            <a:chExt cx="2463800" cy="1017588"/>
          </a:xfrm>
        </p:grpSpPr>
        <p:sp>
          <p:nvSpPr>
            <p:cNvPr id="26" name="Freeform 25">
              <a:extLst>
                <a:ext uri="{FF2B5EF4-FFF2-40B4-BE49-F238E27FC236}">
                  <a16:creationId xmlns:a16="http://schemas.microsoft.com/office/drawing/2014/main" id="{4319D15D-C3BA-45BA-93AE-2AA6C17DD48B}"/>
                </a:ext>
              </a:extLst>
            </p:cNvPr>
            <p:cNvSpPr>
              <a:spLocks/>
            </p:cNvSpPr>
            <p:nvPr/>
          </p:nvSpPr>
          <p:spPr bwMode="auto">
            <a:xfrm>
              <a:off x="7754938" y="3189288"/>
              <a:ext cx="1258888" cy="847725"/>
            </a:xfrm>
            <a:custGeom>
              <a:avLst/>
              <a:gdLst>
                <a:gd name="T0" fmla="*/ 793 w 793"/>
                <a:gd name="T1" fmla="*/ 534 h 534"/>
                <a:gd name="T2" fmla="*/ 0 w 793"/>
                <a:gd name="T3" fmla="*/ 101 h 534"/>
                <a:gd name="T4" fmla="*/ 0 w 793"/>
                <a:gd name="T5" fmla="*/ 0 h 534"/>
                <a:gd name="T6" fmla="*/ 793 w 793"/>
                <a:gd name="T7" fmla="*/ 432 h 534"/>
                <a:gd name="T8" fmla="*/ 793 w 793"/>
                <a:gd name="T9" fmla="*/ 534 h 534"/>
              </a:gdLst>
              <a:ahLst/>
              <a:cxnLst>
                <a:cxn ang="0">
                  <a:pos x="T0" y="T1"/>
                </a:cxn>
                <a:cxn ang="0">
                  <a:pos x="T2" y="T3"/>
                </a:cxn>
                <a:cxn ang="0">
                  <a:pos x="T4" y="T5"/>
                </a:cxn>
                <a:cxn ang="0">
                  <a:pos x="T6" y="T7"/>
                </a:cxn>
                <a:cxn ang="0">
                  <a:pos x="T8" y="T9"/>
                </a:cxn>
              </a:cxnLst>
              <a:rect l="0" t="0" r="r" b="b"/>
              <a:pathLst>
                <a:path w="793" h="534">
                  <a:moveTo>
                    <a:pt x="793" y="534"/>
                  </a:moveTo>
                  <a:lnTo>
                    <a:pt x="0" y="101"/>
                  </a:lnTo>
                  <a:lnTo>
                    <a:pt x="0" y="0"/>
                  </a:lnTo>
                  <a:lnTo>
                    <a:pt x="793" y="432"/>
                  </a:lnTo>
                  <a:lnTo>
                    <a:pt x="793" y="534"/>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6CA80AF0-081D-4CBB-A3D2-2965F8AB3731}"/>
                </a:ext>
              </a:extLst>
            </p:cNvPr>
            <p:cNvSpPr>
              <a:spLocks/>
            </p:cNvSpPr>
            <p:nvPr/>
          </p:nvSpPr>
          <p:spPr bwMode="auto">
            <a:xfrm>
              <a:off x="7754938" y="3019426"/>
              <a:ext cx="2463800" cy="855663"/>
            </a:xfrm>
            <a:custGeom>
              <a:avLst/>
              <a:gdLst>
                <a:gd name="T0" fmla="*/ 793 w 1552"/>
                <a:gd name="T1" fmla="*/ 539 h 539"/>
                <a:gd name="T2" fmla="*/ 0 w 1552"/>
                <a:gd name="T3" fmla="*/ 107 h 539"/>
                <a:gd name="T4" fmla="*/ 759 w 1552"/>
                <a:gd name="T5" fmla="*/ 0 h 539"/>
                <a:gd name="T6" fmla="*/ 1552 w 1552"/>
                <a:gd name="T7" fmla="*/ 432 h 539"/>
                <a:gd name="T8" fmla="*/ 793 w 1552"/>
                <a:gd name="T9" fmla="*/ 539 h 539"/>
              </a:gdLst>
              <a:ahLst/>
              <a:cxnLst>
                <a:cxn ang="0">
                  <a:pos x="T0" y="T1"/>
                </a:cxn>
                <a:cxn ang="0">
                  <a:pos x="T2" y="T3"/>
                </a:cxn>
                <a:cxn ang="0">
                  <a:pos x="T4" y="T5"/>
                </a:cxn>
                <a:cxn ang="0">
                  <a:pos x="T6" y="T7"/>
                </a:cxn>
                <a:cxn ang="0">
                  <a:pos x="T8" y="T9"/>
                </a:cxn>
              </a:cxnLst>
              <a:rect l="0" t="0" r="r" b="b"/>
              <a:pathLst>
                <a:path w="1552" h="539">
                  <a:moveTo>
                    <a:pt x="793" y="539"/>
                  </a:moveTo>
                  <a:lnTo>
                    <a:pt x="0" y="107"/>
                  </a:lnTo>
                  <a:lnTo>
                    <a:pt x="759" y="0"/>
                  </a:lnTo>
                  <a:lnTo>
                    <a:pt x="1552" y="432"/>
                  </a:lnTo>
                  <a:lnTo>
                    <a:pt x="793" y="53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31BACDB0-E972-4A7E-AB19-2C58791A4DFE}"/>
                </a:ext>
              </a:extLst>
            </p:cNvPr>
            <p:cNvSpPr>
              <a:spLocks/>
            </p:cNvSpPr>
            <p:nvPr/>
          </p:nvSpPr>
          <p:spPr bwMode="auto">
            <a:xfrm>
              <a:off x="9013825" y="3705226"/>
              <a:ext cx="1204913" cy="331788"/>
            </a:xfrm>
            <a:custGeom>
              <a:avLst/>
              <a:gdLst>
                <a:gd name="T0" fmla="*/ 759 w 759"/>
                <a:gd name="T1" fmla="*/ 0 h 209"/>
                <a:gd name="T2" fmla="*/ 759 w 759"/>
                <a:gd name="T3" fmla="*/ 102 h 209"/>
                <a:gd name="T4" fmla="*/ 0 w 759"/>
                <a:gd name="T5" fmla="*/ 209 h 209"/>
                <a:gd name="T6" fmla="*/ 0 w 759"/>
                <a:gd name="T7" fmla="*/ 107 h 209"/>
                <a:gd name="T8" fmla="*/ 759 w 759"/>
                <a:gd name="T9" fmla="*/ 0 h 209"/>
              </a:gdLst>
              <a:ahLst/>
              <a:cxnLst>
                <a:cxn ang="0">
                  <a:pos x="T0" y="T1"/>
                </a:cxn>
                <a:cxn ang="0">
                  <a:pos x="T2" y="T3"/>
                </a:cxn>
                <a:cxn ang="0">
                  <a:pos x="T4" y="T5"/>
                </a:cxn>
                <a:cxn ang="0">
                  <a:pos x="T6" y="T7"/>
                </a:cxn>
                <a:cxn ang="0">
                  <a:pos x="T8" y="T9"/>
                </a:cxn>
              </a:cxnLst>
              <a:rect l="0" t="0" r="r" b="b"/>
              <a:pathLst>
                <a:path w="759" h="209">
                  <a:moveTo>
                    <a:pt x="759" y="0"/>
                  </a:moveTo>
                  <a:lnTo>
                    <a:pt x="759" y="102"/>
                  </a:lnTo>
                  <a:lnTo>
                    <a:pt x="0" y="209"/>
                  </a:lnTo>
                  <a:lnTo>
                    <a:pt x="0" y="107"/>
                  </a:lnTo>
                  <a:lnTo>
                    <a:pt x="759"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6D26E4E2-247E-4718-942C-B82A3A73961E}"/>
                </a:ext>
              </a:extLst>
            </p:cNvPr>
            <p:cNvSpPr>
              <a:spLocks/>
            </p:cNvSpPr>
            <p:nvPr/>
          </p:nvSpPr>
          <p:spPr bwMode="auto">
            <a:xfrm>
              <a:off x="7754938" y="3189288"/>
              <a:ext cx="2463800" cy="685800"/>
            </a:xfrm>
            <a:custGeom>
              <a:avLst/>
              <a:gdLst>
                <a:gd name="T0" fmla="*/ 0 w 1552"/>
                <a:gd name="T1" fmla="*/ 0 h 432"/>
                <a:gd name="T2" fmla="*/ 793 w 1552"/>
                <a:gd name="T3" fmla="*/ 432 h 432"/>
                <a:gd name="T4" fmla="*/ 1552 w 1552"/>
                <a:gd name="T5" fmla="*/ 325 h 432"/>
              </a:gdLst>
              <a:ahLst/>
              <a:cxnLst>
                <a:cxn ang="0">
                  <a:pos x="T0" y="T1"/>
                </a:cxn>
                <a:cxn ang="0">
                  <a:pos x="T2" y="T3"/>
                </a:cxn>
                <a:cxn ang="0">
                  <a:pos x="T4" y="T5"/>
                </a:cxn>
              </a:cxnLst>
              <a:rect l="0" t="0" r="r" b="b"/>
              <a:pathLst>
                <a:path w="1552" h="432">
                  <a:moveTo>
                    <a:pt x="0" y="0"/>
                  </a:moveTo>
                  <a:lnTo>
                    <a:pt x="793" y="432"/>
                  </a:lnTo>
                  <a:lnTo>
                    <a:pt x="1552" y="325"/>
                  </a:lnTo>
                </a:path>
              </a:pathLst>
            </a:custGeom>
            <a:noFill/>
            <a:ln w="15875" cap="flat">
              <a:solidFill>
                <a:schemeClr val="accent5">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36" name="Stair_03">
            <a:extLst>
              <a:ext uri="{FF2B5EF4-FFF2-40B4-BE49-F238E27FC236}">
                <a16:creationId xmlns:a16="http://schemas.microsoft.com/office/drawing/2014/main" id="{6C017BF9-6D24-4192-8594-83599629D593}"/>
              </a:ext>
            </a:extLst>
          </p:cNvPr>
          <p:cNvGrpSpPr/>
          <p:nvPr/>
        </p:nvGrpSpPr>
        <p:grpSpPr>
          <a:xfrm>
            <a:off x="6114272" y="3681003"/>
            <a:ext cx="2465388" cy="1017587"/>
            <a:chOff x="5902325" y="3705226"/>
            <a:chExt cx="2465388" cy="1017587"/>
          </a:xfrm>
        </p:grpSpPr>
        <p:sp>
          <p:nvSpPr>
            <p:cNvPr id="22" name="Freeform 21">
              <a:extLst>
                <a:ext uri="{FF2B5EF4-FFF2-40B4-BE49-F238E27FC236}">
                  <a16:creationId xmlns:a16="http://schemas.microsoft.com/office/drawing/2014/main" id="{1E47FEB7-9E69-4BA6-8219-434A15918CE3}"/>
                </a:ext>
              </a:extLst>
            </p:cNvPr>
            <p:cNvSpPr>
              <a:spLocks/>
            </p:cNvSpPr>
            <p:nvPr/>
          </p:nvSpPr>
          <p:spPr bwMode="auto">
            <a:xfrm>
              <a:off x="5902325" y="3705226"/>
              <a:ext cx="2465388" cy="857250"/>
            </a:xfrm>
            <a:custGeom>
              <a:avLst/>
              <a:gdLst>
                <a:gd name="T0" fmla="*/ 793 w 1553"/>
                <a:gd name="T1" fmla="*/ 540 h 540"/>
                <a:gd name="T2" fmla="*/ 0 w 1553"/>
                <a:gd name="T3" fmla="*/ 107 h 540"/>
                <a:gd name="T4" fmla="*/ 760 w 1553"/>
                <a:gd name="T5" fmla="*/ 0 h 540"/>
                <a:gd name="T6" fmla="*/ 1553 w 1553"/>
                <a:gd name="T7" fmla="*/ 433 h 540"/>
                <a:gd name="T8" fmla="*/ 793 w 1553"/>
                <a:gd name="T9" fmla="*/ 540 h 540"/>
              </a:gdLst>
              <a:ahLst/>
              <a:cxnLst>
                <a:cxn ang="0">
                  <a:pos x="T0" y="T1"/>
                </a:cxn>
                <a:cxn ang="0">
                  <a:pos x="T2" y="T3"/>
                </a:cxn>
                <a:cxn ang="0">
                  <a:pos x="T4" y="T5"/>
                </a:cxn>
                <a:cxn ang="0">
                  <a:pos x="T6" y="T7"/>
                </a:cxn>
                <a:cxn ang="0">
                  <a:pos x="T8" y="T9"/>
                </a:cxn>
              </a:cxnLst>
              <a:rect l="0" t="0" r="r" b="b"/>
              <a:pathLst>
                <a:path w="1553" h="540">
                  <a:moveTo>
                    <a:pt x="793" y="540"/>
                  </a:moveTo>
                  <a:lnTo>
                    <a:pt x="0" y="107"/>
                  </a:lnTo>
                  <a:lnTo>
                    <a:pt x="760" y="0"/>
                  </a:lnTo>
                  <a:lnTo>
                    <a:pt x="1553" y="433"/>
                  </a:lnTo>
                  <a:lnTo>
                    <a:pt x="793" y="54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7CEEEDEA-9914-48BB-ABB8-EF30B6052275}"/>
                </a:ext>
              </a:extLst>
            </p:cNvPr>
            <p:cNvSpPr>
              <a:spLocks/>
            </p:cNvSpPr>
            <p:nvPr/>
          </p:nvSpPr>
          <p:spPr bwMode="auto">
            <a:xfrm>
              <a:off x="7161213" y="4392613"/>
              <a:ext cx="1206500" cy="330200"/>
            </a:xfrm>
            <a:custGeom>
              <a:avLst/>
              <a:gdLst>
                <a:gd name="T0" fmla="*/ 760 w 760"/>
                <a:gd name="T1" fmla="*/ 0 h 208"/>
                <a:gd name="T2" fmla="*/ 760 w 760"/>
                <a:gd name="T3" fmla="*/ 101 h 208"/>
                <a:gd name="T4" fmla="*/ 0 w 760"/>
                <a:gd name="T5" fmla="*/ 208 h 208"/>
                <a:gd name="T6" fmla="*/ 0 w 760"/>
                <a:gd name="T7" fmla="*/ 107 h 208"/>
                <a:gd name="T8" fmla="*/ 760 w 760"/>
                <a:gd name="T9" fmla="*/ 0 h 208"/>
              </a:gdLst>
              <a:ahLst/>
              <a:cxnLst>
                <a:cxn ang="0">
                  <a:pos x="T0" y="T1"/>
                </a:cxn>
                <a:cxn ang="0">
                  <a:pos x="T2" y="T3"/>
                </a:cxn>
                <a:cxn ang="0">
                  <a:pos x="T4" y="T5"/>
                </a:cxn>
                <a:cxn ang="0">
                  <a:pos x="T6" y="T7"/>
                </a:cxn>
                <a:cxn ang="0">
                  <a:pos x="T8" y="T9"/>
                </a:cxn>
              </a:cxnLst>
              <a:rect l="0" t="0" r="r" b="b"/>
              <a:pathLst>
                <a:path w="760" h="208">
                  <a:moveTo>
                    <a:pt x="760" y="0"/>
                  </a:moveTo>
                  <a:lnTo>
                    <a:pt x="760" y="101"/>
                  </a:lnTo>
                  <a:lnTo>
                    <a:pt x="0" y="208"/>
                  </a:lnTo>
                  <a:lnTo>
                    <a:pt x="0" y="107"/>
                  </a:lnTo>
                  <a:lnTo>
                    <a:pt x="76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D291B82A-7AB6-4451-9F40-B4A9151A1CC5}"/>
                </a:ext>
              </a:extLst>
            </p:cNvPr>
            <p:cNvSpPr>
              <a:spLocks/>
            </p:cNvSpPr>
            <p:nvPr/>
          </p:nvSpPr>
          <p:spPr bwMode="auto">
            <a:xfrm>
              <a:off x="5902325" y="3875088"/>
              <a:ext cx="1258888" cy="847725"/>
            </a:xfrm>
            <a:custGeom>
              <a:avLst/>
              <a:gdLst>
                <a:gd name="T0" fmla="*/ 793 w 793"/>
                <a:gd name="T1" fmla="*/ 534 h 534"/>
                <a:gd name="T2" fmla="*/ 0 w 793"/>
                <a:gd name="T3" fmla="*/ 102 h 534"/>
                <a:gd name="T4" fmla="*/ 0 w 793"/>
                <a:gd name="T5" fmla="*/ 0 h 534"/>
                <a:gd name="T6" fmla="*/ 793 w 793"/>
                <a:gd name="T7" fmla="*/ 433 h 534"/>
                <a:gd name="T8" fmla="*/ 793 w 793"/>
                <a:gd name="T9" fmla="*/ 534 h 534"/>
              </a:gdLst>
              <a:ahLst/>
              <a:cxnLst>
                <a:cxn ang="0">
                  <a:pos x="T0" y="T1"/>
                </a:cxn>
                <a:cxn ang="0">
                  <a:pos x="T2" y="T3"/>
                </a:cxn>
                <a:cxn ang="0">
                  <a:pos x="T4" y="T5"/>
                </a:cxn>
                <a:cxn ang="0">
                  <a:pos x="T6" y="T7"/>
                </a:cxn>
                <a:cxn ang="0">
                  <a:pos x="T8" y="T9"/>
                </a:cxn>
              </a:cxnLst>
              <a:rect l="0" t="0" r="r" b="b"/>
              <a:pathLst>
                <a:path w="793" h="534">
                  <a:moveTo>
                    <a:pt x="793" y="534"/>
                  </a:moveTo>
                  <a:lnTo>
                    <a:pt x="0" y="102"/>
                  </a:lnTo>
                  <a:lnTo>
                    <a:pt x="0" y="0"/>
                  </a:lnTo>
                  <a:lnTo>
                    <a:pt x="793" y="433"/>
                  </a:lnTo>
                  <a:lnTo>
                    <a:pt x="793" y="534"/>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178032C4-4290-4084-8DB4-3720CC1B1737}"/>
                </a:ext>
              </a:extLst>
            </p:cNvPr>
            <p:cNvSpPr>
              <a:spLocks/>
            </p:cNvSpPr>
            <p:nvPr/>
          </p:nvSpPr>
          <p:spPr bwMode="auto">
            <a:xfrm>
              <a:off x="5902325" y="3875088"/>
              <a:ext cx="2465388" cy="687388"/>
            </a:xfrm>
            <a:custGeom>
              <a:avLst/>
              <a:gdLst>
                <a:gd name="T0" fmla="*/ 0 w 1553"/>
                <a:gd name="T1" fmla="*/ 0 h 433"/>
                <a:gd name="T2" fmla="*/ 793 w 1553"/>
                <a:gd name="T3" fmla="*/ 433 h 433"/>
                <a:gd name="T4" fmla="*/ 1553 w 1553"/>
                <a:gd name="T5" fmla="*/ 326 h 433"/>
              </a:gdLst>
              <a:ahLst/>
              <a:cxnLst>
                <a:cxn ang="0">
                  <a:pos x="T0" y="T1"/>
                </a:cxn>
                <a:cxn ang="0">
                  <a:pos x="T2" y="T3"/>
                </a:cxn>
                <a:cxn ang="0">
                  <a:pos x="T4" y="T5"/>
                </a:cxn>
              </a:cxnLst>
              <a:rect l="0" t="0" r="r" b="b"/>
              <a:pathLst>
                <a:path w="1553" h="433">
                  <a:moveTo>
                    <a:pt x="0" y="0"/>
                  </a:moveTo>
                  <a:lnTo>
                    <a:pt x="793" y="433"/>
                  </a:lnTo>
                  <a:lnTo>
                    <a:pt x="1553" y="326"/>
                  </a:lnTo>
                </a:path>
              </a:pathLst>
            </a:custGeom>
            <a:noFill/>
            <a:ln w="15875" cap="flat">
              <a:solidFill>
                <a:schemeClr val="accent3">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35" name="Stair_02">
            <a:extLst>
              <a:ext uri="{FF2B5EF4-FFF2-40B4-BE49-F238E27FC236}">
                <a16:creationId xmlns:a16="http://schemas.microsoft.com/office/drawing/2014/main" id="{8354A207-8721-46A4-B3BF-13687A7EC988}"/>
              </a:ext>
            </a:extLst>
          </p:cNvPr>
          <p:cNvGrpSpPr/>
          <p:nvPr/>
        </p:nvGrpSpPr>
        <p:grpSpPr>
          <a:xfrm>
            <a:off x="4266422" y="4368390"/>
            <a:ext cx="2465388" cy="1017588"/>
            <a:chOff x="4054475" y="4392613"/>
            <a:chExt cx="2465388" cy="1017588"/>
          </a:xfrm>
        </p:grpSpPr>
        <p:sp>
          <p:nvSpPr>
            <p:cNvPr id="6" name="Freeform 5">
              <a:extLst>
                <a:ext uri="{FF2B5EF4-FFF2-40B4-BE49-F238E27FC236}">
                  <a16:creationId xmlns:a16="http://schemas.microsoft.com/office/drawing/2014/main" id="{19D9E952-1BB4-44C2-9851-BB4DCE8548F7}"/>
                </a:ext>
              </a:extLst>
            </p:cNvPr>
            <p:cNvSpPr>
              <a:spLocks/>
            </p:cNvSpPr>
            <p:nvPr/>
          </p:nvSpPr>
          <p:spPr bwMode="auto">
            <a:xfrm>
              <a:off x="4054475" y="4392613"/>
              <a:ext cx="2465388" cy="850900"/>
            </a:xfrm>
            <a:custGeom>
              <a:avLst/>
              <a:gdLst>
                <a:gd name="T0" fmla="*/ 793 w 1553"/>
                <a:gd name="T1" fmla="*/ 536 h 536"/>
                <a:gd name="T2" fmla="*/ 0 w 1553"/>
                <a:gd name="T3" fmla="*/ 107 h 536"/>
                <a:gd name="T4" fmla="*/ 760 w 1553"/>
                <a:gd name="T5" fmla="*/ 0 h 536"/>
                <a:gd name="T6" fmla="*/ 1553 w 1553"/>
                <a:gd name="T7" fmla="*/ 430 h 536"/>
                <a:gd name="T8" fmla="*/ 793 w 1553"/>
                <a:gd name="T9" fmla="*/ 536 h 536"/>
              </a:gdLst>
              <a:ahLst/>
              <a:cxnLst>
                <a:cxn ang="0">
                  <a:pos x="T0" y="T1"/>
                </a:cxn>
                <a:cxn ang="0">
                  <a:pos x="T2" y="T3"/>
                </a:cxn>
                <a:cxn ang="0">
                  <a:pos x="T4" y="T5"/>
                </a:cxn>
                <a:cxn ang="0">
                  <a:pos x="T6" y="T7"/>
                </a:cxn>
                <a:cxn ang="0">
                  <a:pos x="T8" y="T9"/>
                </a:cxn>
              </a:cxnLst>
              <a:rect l="0" t="0" r="r" b="b"/>
              <a:pathLst>
                <a:path w="1553" h="536">
                  <a:moveTo>
                    <a:pt x="793" y="536"/>
                  </a:moveTo>
                  <a:lnTo>
                    <a:pt x="0" y="107"/>
                  </a:lnTo>
                  <a:lnTo>
                    <a:pt x="760" y="0"/>
                  </a:lnTo>
                  <a:lnTo>
                    <a:pt x="1553" y="430"/>
                  </a:lnTo>
                  <a:lnTo>
                    <a:pt x="793" y="53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4801494B-5CC7-4066-ABA2-2AE4EDA6E548}"/>
                </a:ext>
              </a:extLst>
            </p:cNvPr>
            <p:cNvSpPr>
              <a:spLocks/>
            </p:cNvSpPr>
            <p:nvPr/>
          </p:nvSpPr>
          <p:spPr bwMode="auto">
            <a:xfrm>
              <a:off x="5313363" y="5075238"/>
              <a:ext cx="1206500" cy="334963"/>
            </a:xfrm>
            <a:custGeom>
              <a:avLst/>
              <a:gdLst>
                <a:gd name="T0" fmla="*/ 760 w 760"/>
                <a:gd name="T1" fmla="*/ 0 h 211"/>
                <a:gd name="T2" fmla="*/ 760 w 760"/>
                <a:gd name="T3" fmla="*/ 104 h 211"/>
                <a:gd name="T4" fmla="*/ 0 w 760"/>
                <a:gd name="T5" fmla="*/ 211 h 211"/>
                <a:gd name="T6" fmla="*/ 0 w 760"/>
                <a:gd name="T7" fmla="*/ 106 h 211"/>
                <a:gd name="T8" fmla="*/ 760 w 760"/>
                <a:gd name="T9" fmla="*/ 0 h 211"/>
              </a:gdLst>
              <a:ahLst/>
              <a:cxnLst>
                <a:cxn ang="0">
                  <a:pos x="T0" y="T1"/>
                </a:cxn>
                <a:cxn ang="0">
                  <a:pos x="T2" y="T3"/>
                </a:cxn>
                <a:cxn ang="0">
                  <a:pos x="T4" y="T5"/>
                </a:cxn>
                <a:cxn ang="0">
                  <a:pos x="T6" y="T7"/>
                </a:cxn>
                <a:cxn ang="0">
                  <a:pos x="T8" y="T9"/>
                </a:cxn>
              </a:cxnLst>
              <a:rect l="0" t="0" r="r" b="b"/>
              <a:pathLst>
                <a:path w="760" h="211">
                  <a:moveTo>
                    <a:pt x="760" y="0"/>
                  </a:moveTo>
                  <a:lnTo>
                    <a:pt x="760" y="104"/>
                  </a:lnTo>
                  <a:lnTo>
                    <a:pt x="0" y="211"/>
                  </a:lnTo>
                  <a:lnTo>
                    <a:pt x="0" y="106"/>
                  </a:lnTo>
                  <a:lnTo>
                    <a:pt x="76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B3A3B19C-7729-4321-A99F-9BD0CE93F28D}"/>
                </a:ext>
              </a:extLst>
            </p:cNvPr>
            <p:cNvSpPr>
              <a:spLocks/>
            </p:cNvSpPr>
            <p:nvPr/>
          </p:nvSpPr>
          <p:spPr bwMode="auto">
            <a:xfrm>
              <a:off x="4054475" y="4562476"/>
              <a:ext cx="1258888" cy="847725"/>
            </a:xfrm>
            <a:custGeom>
              <a:avLst/>
              <a:gdLst>
                <a:gd name="T0" fmla="*/ 793 w 793"/>
                <a:gd name="T1" fmla="*/ 534 h 534"/>
                <a:gd name="T2" fmla="*/ 0 w 793"/>
                <a:gd name="T3" fmla="*/ 101 h 534"/>
                <a:gd name="T4" fmla="*/ 0 w 793"/>
                <a:gd name="T5" fmla="*/ 0 h 534"/>
                <a:gd name="T6" fmla="*/ 793 w 793"/>
                <a:gd name="T7" fmla="*/ 429 h 534"/>
                <a:gd name="T8" fmla="*/ 793 w 793"/>
                <a:gd name="T9" fmla="*/ 534 h 534"/>
              </a:gdLst>
              <a:ahLst/>
              <a:cxnLst>
                <a:cxn ang="0">
                  <a:pos x="T0" y="T1"/>
                </a:cxn>
                <a:cxn ang="0">
                  <a:pos x="T2" y="T3"/>
                </a:cxn>
                <a:cxn ang="0">
                  <a:pos x="T4" y="T5"/>
                </a:cxn>
                <a:cxn ang="0">
                  <a:pos x="T6" y="T7"/>
                </a:cxn>
                <a:cxn ang="0">
                  <a:pos x="T8" y="T9"/>
                </a:cxn>
              </a:cxnLst>
              <a:rect l="0" t="0" r="r" b="b"/>
              <a:pathLst>
                <a:path w="793" h="534">
                  <a:moveTo>
                    <a:pt x="793" y="534"/>
                  </a:moveTo>
                  <a:lnTo>
                    <a:pt x="0" y="101"/>
                  </a:lnTo>
                  <a:lnTo>
                    <a:pt x="0" y="0"/>
                  </a:lnTo>
                  <a:lnTo>
                    <a:pt x="793" y="429"/>
                  </a:lnTo>
                  <a:lnTo>
                    <a:pt x="793" y="534"/>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BCAEB75C-535E-4257-B2A9-F0F75C0D69B6}"/>
                </a:ext>
              </a:extLst>
            </p:cNvPr>
            <p:cNvSpPr>
              <a:spLocks/>
            </p:cNvSpPr>
            <p:nvPr/>
          </p:nvSpPr>
          <p:spPr bwMode="auto">
            <a:xfrm>
              <a:off x="4054475" y="4562476"/>
              <a:ext cx="2465388" cy="681038"/>
            </a:xfrm>
            <a:custGeom>
              <a:avLst/>
              <a:gdLst>
                <a:gd name="T0" fmla="*/ 0 w 1553"/>
                <a:gd name="T1" fmla="*/ 0 h 429"/>
                <a:gd name="T2" fmla="*/ 793 w 1553"/>
                <a:gd name="T3" fmla="*/ 429 h 429"/>
                <a:gd name="T4" fmla="*/ 1553 w 1553"/>
                <a:gd name="T5" fmla="*/ 323 h 429"/>
              </a:gdLst>
              <a:ahLst/>
              <a:cxnLst>
                <a:cxn ang="0">
                  <a:pos x="T0" y="T1"/>
                </a:cxn>
                <a:cxn ang="0">
                  <a:pos x="T2" y="T3"/>
                </a:cxn>
                <a:cxn ang="0">
                  <a:pos x="T4" y="T5"/>
                </a:cxn>
              </a:cxnLst>
              <a:rect l="0" t="0" r="r" b="b"/>
              <a:pathLst>
                <a:path w="1553" h="429">
                  <a:moveTo>
                    <a:pt x="0" y="0"/>
                  </a:moveTo>
                  <a:lnTo>
                    <a:pt x="793" y="429"/>
                  </a:lnTo>
                  <a:lnTo>
                    <a:pt x="1553" y="323"/>
                  </a:lnTo>
                </a:path>
              </a:pathLst>
            </a:custGeom>
            <a:noFill/>
            <a:ln w="15875" cap="flat">
              <a:solidFill>
                <a:schemeClr val="accent2">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34" name="Stair_01">
            <a:extLst>
              <a:ext uri="{FF2B5EF4-FFF2-40B4-BE49-F238E27FC236}">
                <a16:creationId xmlns:a16="http://schemas.microsoft.com/office/drawing/2014/main" id="{446C01CB-85AE-4BBA-B65F-874993F1C08E}"/>
              </a:ext>
            </a:extLst>
          </p:cNvPr>
          <p:cNvGrpSpPr/>
          <p:nvPr/>
        </p:nvGrpSpPr>
        <p:grpSpPr>
          <a:xfrm>
            <a:off x="2188385" y="5051015"/>
            <a:ext cx="2468563" cy="1017588"/>
            <a:chOff x="1976438" y="5075238"/>
            <a:chExt cx="2468563" cy="1017588"/>
          </a:xfrm>
        </p:grpSpPr>
        <p:sp>
          <p:nvSpPr>
            <p:cNvPr id="9" name="Freeform 8">
              <a:extLst>
                <a:ext uri="{FF2B5EF4-FFF2-40B4-BE49-F238E27FC236}">
                  <a16:creationId xmlns:a16="http://schemas.microsoft.com/office/drawing/2014/main" id="{50193F08-A6B0-4C91-8FEF-9722E90ABCA2}"/>
                </a:ext>
              </a:extLst>
            </p:cNvPr>
            <p:cNvSpPr>
              <a:spLocks/>
            </p:cNvSpPr>
            <p:nvPr/>
          </p:nvSpPr>
          <p:spPr bwMode="auto">
            <a:xfrm>
              <a:off x="1976438" y="5075238"/>
              <a:ext cx="2468563" cy="855663"/>
            </a:xfrm>
            <a:custGeom>
              <a:avLst/>
              <a:gdLst>
                <a:gd name="T0" fmla="*/ 796 w 1555"/>
                <a:gd name="T1" fmla="*/ 539 h 539"/>
                <a:gd name="T2" fmla="*/ 0 w 1555"/>
                <a:gd name="T3" fmla="*/ 106 h 539"/>
                <a:gd name="T4" fmla="*/ 760 w 1555"/>
                <a:gd name="T5" fmla="*/ 0 h 539"/>
                <a:gd name="T6" fmla="*/ 1555 w 1555"/>
                <a:gd name="T7" fmla="*/ 432 h 539"/>
                <a:gd name="T8" fmla="*/ 796 w 1555"/>
                <a:gd name="T9" fmla="*/ 539 h 539"/>
              </a:gdLst>
              <a:ahLst/>
              <a:cxnLst>
                <a:cxn ang="0">
                  <a:pos x="T0" y="T1"/>
                </a:cxn>
                <a:cxn ang="0">
                  <a:pos x="T2" y="T3"/>
                </a:cxn>
                <a:cxn ang="0">
                  <a:pos x="T4" y="T5"/>
                </a:cxn>
                <a:cxn ang="0">
                  <a:pos x="T6" y="T7"/>
                </a:cxn>
                <a:cxn ang="0">
                  <a:pos x="T8" y="T9"/>
                </a:cxn>
              </a:cxnLst>
              <a:rect l="0" t="0" r="r" b="b"/>
              <a:pathLst>
                <a:path w="1555" h="539">
                  <a:moveTo>
                    <a:pt x="796" y="539"/>
                  </a:moveTo>
                  <a:lnTo>
                    <a:pt x="0" y="106"/>
                  </a:lnTo>
                  <a:lnTo>
                    <a:pt x="760" y="0"/>
                  </a:lnTo>
                  <a:lnTo>
                    <a:pt x="1555" y="432"/>
                  </a:lnTo>
                  <a:lnTo>
                    <a:pt x="796" y="539"/>
                  </a:ln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813BA94C-C32C-4F78-905F-2A4A8E263B2C}"/>
                </a:ext>
              </a:extLst>
            </p:cNvPr>
            <p:cNvSpPr>
              <a:spLocks/>
            </p:cNvSpPr>
            <p:nvPr/>
          </p:nvSpPr>
          <p:spPr bwMode="auto">
            <a:xfrm>
              <a:off x="3240088" y="5761038"/>
              <a:ext cx="1204913" cy="331788"/>
            </a:xfrm>
            <a:custGeom>
              <a:avLst/>
              <a:gdLst>
                <a:gd name="T0" fmla="*/ 759 w 759"/>
                <a:gd name="T1" fmla="*/ 0 h 209"/>
                <a:gd name="T2" fmla="*/ 759 w 759"/>
                <a:gd name="T3" fmla="*/ 102 h 209"/>
                <a:gd name="T4" fmla="*/ 0 w 759"/>
                <a:gd name="T5" fmla="*/ 209 h 209"/>
                <a:gd name="T6" fmla="*/ 0 w 759"/>
                <a:gd name="T7" fmla="*/ 107 h 209"/>
                <a:gd name="T8" fmla="*/ 759 w 759"/>
                <a:gd name="T9" fmla="*/ 0 h 209"/>
              </a:gdLst>
              <a:ahLst/>
              <a:cxnLst>
                <a:cxn ang="0">
                  <a:pos x="T0" y="T1"/>
                </a:cxn>
                <a:cxn ang="0">
                  <a:pos x="T2" y="T3"/>
                </a:cxn>
                <a:cxn ang="0">
                  <a:pos x="T4" y="T5"/>
                </a:cxn>
                <a:cxn ang="0">
                  <a:pos x="T6" y="T7"/>
                </a:cxn>
                <a:cxn ang="0">
                  <a:pos x="T8" y="T9"/>
                </a:cxn>
              </a:cxnLst>
              <a:rect l="0" t="0" r="r" b="b"/>
              <a:pathLst>
                <a:path w="759" h="209">
                  <a:moveTo>
                    <a:pt x="759" y="0"/>
                  </a:moveTo>
                  <a:lnTo>
                    <a:pt x="759" y="102"/>
                  </a:lnTo>
                  <a:lnTo>
                    <a:pt x="0" y="209"/>
                  </a:lnTo>
                  <a:lnTo>
                    <a:pt x="0" y="107"/>
                  </a:lnTo>
                  <a:lnTo>
                    <a:pt x="759"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6635C85D-F77A-4818-B8DE-A31B64E2668D}"/>
                </a:ext>
              </a:extLst>
            </p:cNvPr>
            <p:cNvSpPr>
              <a:spLocks/>
            </p:cNvSpPr>
            <p:nvPr/>
          </p:nvSpPr>
          <p:spPr bwMode="auto">
            <a:xfrm>
              <a:off x="1976438" y="5243513"/>
              <a:ext cx="1263650" cy="849313"/>
            </a:xfrm>
            <a:custGeom>
              <a:avLst/>
              <a:gdLst>
                <a:gd name="T0" fmla="*/ 796 w 796"/>
                <a:gd name="T1" fmla="*/ 535 h 535"/>
                <a:gd name="T2" fmla="*/ 0 w 796"/>
                <a:gd name="T3" fmla="*/ 105 h 535"/>
                <a:gd name="T4" fmla="*/ 0 w 796"/>
                <a:gd name="T5" fmla="*/ 0 h 535"/>
                <a:gd name="T6" fmla="*/ 796 w 796"/>
                <a:gd name="T7" fmla="*/ 433 h 535"/>
                <a:gd name="T8" fmla="*/ 796 w 796"/>
                <a:gd name="T9" fmla="*/ 535 h 535"/>
              </a:gdLst>
              <a:ahLst/>
              <a:cxnLst>
                <a:cxn ang="0">
                  <a:pos x="T0" y="T1"/>
                </a:cxn>
                <a:cxn ang="0">
                  <a:pos x="T2" y="T3"/>
                </a:cxn>
                <a:cxn ang="0">
                  <a:pos x="T4" y="T5"/>
                </a:cxn>
                <a:cxn ang="0">
                  <a:pos x="T6" y="T7"/>
                </a:cxn>
                <a:cxn ang="0">
                  <a:pos x="T8" y="T9"/>
                </a:cxn>
              </a:cxnLst>
              <a:rect l="0" t="0" r="r" b="b"/>
              <a:pathLst>
                <a:path w="796" h="535">
                  <a:moveTo>
                    <a:pt x="796" y="535"/>
                  </a:moveTo>
                  <a:lnTo>
                    <a:pt x="0" y="105"/>
                  </a:lnTo>
                  <a:lnTo>
                    <a:pt x="0" y="0"/>
                  </a:lnTo>
                  <a:lnTo>
                    <a:pt x="796" y="433"/>
                  </a:lnTo>
                  <a:lnTo>
                    <a:pt x="796" y="535"/>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81721B7F-F763-46FC-BC35-91EB1A2860E7}"/>
                </a:ext>
              </a:extLst>
            </p:cNvPr>
            <p:cNvSpPr>
              <a:spLocks/>
            </p:cNvSpPr>
            <p:nvPr/>
          </p:nvSpPr>
          <p:spPr bwMode="auto">
            <a:xfrm>
              <a:off x="1976438" y="5243513"/>
              <a:ext cx="2468563" cy="687388"/>
            </a:xfrm>
            <a:custGeom>
              <a:avLst/>
              <a:gdLst>
                <a:gd name="T0" fmla="*/ 1555 w 1555"/>
                <a:gd name="T1" fmla="*/ 326 h 433"/>
                <a:gd name="T2" fmla="*/ 796 w 1555"/>
                <a:gd name="T3" fmla="*/ 433 h 433"/>
                <a:gd name="T4" fmla="*/ 0 w 1555"/>
                <a:gd name="T5" fmla="*/ 0 h 433"/>
              </a:gdLst>
              <a:ahLst/>
              <a:cxnLst>
                <a:cxn ang="0">
                  <a:pos x="T0" y="T1"/>
                </a:cxn>
                <a:cxn ang="0">
                  <a:pos x="T2" y="T3"/>
                </a:cxn>
                <a:cxn ang="0">
                  <a:pos x="T4" y="T5"/>
                </a:cxn>
              </a:cxnLst>
              <a:rect l="0" t="0" r="r" b="b"/>
              <a:pathLst>
                <a:path w="1555" h="433">
                  <a:moveTo>
                    <a:pt x="1555" y="326"/>
                  </a:moveTo>
                  <a:lnTo>
                    <a:pt x="796" y="433"/>
                  </a:lnTo>
                  <a:lnTo>
                    <a:pt x="0" y="0"/>
                  </a:lnTo>
                </a:path>
              </a:pathLst>
            </a:custGeom>
            <a:noFill/>
            <a:ln w="15875" cap="flat">
              <a:solidFill>
                <a:schemeClr val="accent1">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42" name="Text Placeholder 33">
            <a:extLst>
              <a:ext uri="{FF2B5EF4-FFF2-40B4-BE49-F238E27FC236}">
                <a16:creationId xmlns:a16="http://schemas.microsoft.com/office/drawing/2014/main" id="{7207E495-B3B2-477C-89CB-0CDE5AAA1CAC}"/>
              </a:ext>
            </a:extLst>
          </p:cNvPr>
          <p:cNvSpPr txBox="1">
            <a:spLocks/>
          </p:cNvSpPr>
          <p:nvPr/>
        </p:nvSpPr>
        <p:spPr>
          <a:xfrm>
            <a:off x="2219600" y="3637541"/>
            <a:ext cx="1568133"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a:t>
            </a:r>
            <a:endParaRPr lang="en-US" sz="1100" dirty="0"/>
          </a:p>
        </p:txBody>
      </p:sp>
      <p:sp>
        <p:nvSpPr>
          <p:cNvPr id="43" name="Text Placeholder 33">
            <a:extLst>
              <a:ext uri="{FF2B5EF4-FFF2-40B4-BE49-F238E27FC236}">
                <a16:creationId xmlns:a16="http://schemas.microsoft.com/office/drawing/2014/main" id="{EBEFB0DF-600B-4CD4-BB5B-22FCF328C899}"/>
              </a:ext>
            </a:extLst>
          </p:cNvPr>
          <p:cNvSpPr txBox="1">
            <a:spLocks/>
          </p:cNvSpPr>
          <p:nvPr/>
        </p:nvSpPr>
        <p:spPr>
          <a:xfrm>
            <a:off x="4319763" y="3017124"/>
            <a:ext cx="1568133"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a:t>
            </a:r>
            <a:endParaRPr lang="en-US" sz="1100" dirty="0"/>
          </a:p>
        </p:txBody>
      </p:sp>
      <p:sp>
        <p:nvSpPr>
          <p:cNvPr id="44" name="Text Placeholder 33">
            <a:extLst>
              <a:ext uri="{FF2B5EF4-FFF2-40B4-BE49-F238E27FC236}">
                <a16:creationId xmlns:a16="http://schemas.microsoft.com/office/drawing/2014/main" id="{C77B8BFC-4801-4FC3-864E-EDD6082AECBB}"/>
              </a:ext>
            </a:extLst>
          </p:cNvPr>
          <p:cNvSpPr txBox="1">
            <a:spLocks/>
          </p:cNvSpPr>
          <p:nvPr/>
        </p:nvSpPr>
        <p:spPr>
          <a:xfrm>
            <a:off x="6143324" y="2401271"/>
            <a:ext cx="1568133"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a:t>
            </a:r>
            <a:endParaRPr lang="en-US" sz="1100" dirty="0"/>
          </a:p>
        </p:txBody>
      </p:sp>
      <p:sp>
        <p:nvSpPr>
          <p:cNvPr id="45" name="Text Placeholder 33">
            <a:extLst>
              <a:ext uri="{FF2B5EF4-FFF2-40B4-BE49-F238E27FC236}">
                <a16:creationId xmlns:a16="http://schemas.microsoft.com/office/drawing/2014/main" id="{BB451810-F1E6-4330-91AB-0940C3C46574}"/>
              </a:ext>
            </a:extLst>
          </p:cNvPr>
          <p:cNvSpPr txBox="1">
            <a:spLocks/>
          </p:cNvSpPr>
          <p:nvPr/>
        </p:nvSpPr>
        <p:spPr>
          <a:xfrm>
            <a:off x="8000103" y="1791871"/>
            <a:ext cx="1568133"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a:t>
            </a:r>
            <a:endParaRPr lang="en-US" sz="1100" dirty="0"/>
          </a:p>
        </p:txBody>
      </p:sp>
    </p:spTree>
    <p:extLst>
      <p:ext uri="{BB962C8B-B14F-4D97-AF65-F5344CB8AC3E}">
        <p14:creationId xmlns:p14="http://schemas.microsoft.com/office/powerpoint/2010/main" val="331746070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7000">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14:bounceEnd="67000">
                                          <p:cBhvr additive="base">
                                            <p:cTn id="7" dur="1000" fill="hold"/>
                                            <p:tgtEl>
                                              <p:spTgt spid="34"/>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7000">
                                      <p:stCondLst>
                                        <p:cond delay="250"/>
                                      </p:stCondLst>
                                      <p:childTnLst>
                                        <p:set>
                                          <p:cBhvr>
                                            <p:cTn id="10" dur="1" fill="hold">
                                              <p:stCondLst>
                                                <p:cond delay="0"/>
                                              </p:stCondLst>
                                            </p:cTn>
                                            <p:tgtEl>
                                              <p:spTgt spid="35"/>
                                            </p:tgtEl>
                                            <p:attrNameLst>
                                              <p:attrName>style.visibility</p:attrName>
                                            </p:attrNameLst>
                                          </p:cBhvr>
                                          <p:to>
                                            <p:strVal val="visible"/>
                                          </p:to>
                                        </p:set>
                                        <p:anim calcmode="lin" valueType="num" p14:bounceEnd="67000">
                                          <p:cBhvr additive="base">
                                            <p:cTn id="11" dur="1000" fill="hold"/>
                                            <p:tgtEl>
                                              <p:spTgt spid="35"/>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7000">
                                      <p:stCondLst>
                                        <p:cond delay="500"/>
                                      </p:stCondLst>
                                      <p:childTnLst>
                                        <p:set>
                                          <p:cBhvr>
                                            <p:cTn id="14" dur="1" fill="hold">
                                              <p:stCondLst>
                                                <p:cond delay="0"/>
                                              </p:stCondLst>
                                            </p:cTn>
                                            <p:tgtEl>
                                              <p:spTgt spid="36"/>
                                            </p:tgtEl>
                                            <p:attrNameLst>
                                              <p:attrName>style.visibility</p:attrName>
                                            </p:attrNameLst>
                                          </p:cBhvr>
                                          <p:to>
                                            <p:strVal val="visible"/>
                                          </p:to>
                                        </p:set>
                                        <p:anim calcmode="lin" valueType="num" p14:bounceEnd="67000">
                                          <p:cBhvr additive="base">
                                            <p:cTn id="15" dur="1000" fill="hold"/>
                                            <p:tgtEl>
                                              <p:spTgt spid="36"/>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7000">
                                      <p:stCondLst>
                                        <p:cond delay="750"/>
                                      </p:stCondLst>
                                      <p:childTnLst>
                                        <p:set>
                                          <p:cBhvr>
                                            <p:cTn id="18" dur="1" fill="hold">
                                              <p:stCondLst>
                                                <p:cond delay="0"/>
                                              </p:stCondLst>
                                            </p:cTn>
                                            <p:tgtEl>
                                              <p:spTgt spid="37"/>
                                            </p:tgtEl>
                                            <p:attrNameLst>
                                              <p:attrName>style.visibility</p:attrName>
                                            </p:attrNameLst>
                                          </p:cBhvr>
                                          <p:to>
                                            <p:strVal val="visible"/>
                                          </p:to>
                                        </p:set>
                                        <p:anim calcmode="lin" valueType="num" p14:bounceEnd="67000">
                                          <p:cBhvr additive="base">
                                            <p:cTn id="19" dur="1000" fill="hold"/>
                                            <p:tgtEl>
                                              <p:spTgt spid="37"/>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37"/>
                                            </p:tgtEl>
                                            <p:attrNameLst>
                                              <p:attrName>ppt_y</p:attrName>
                                            </p:attrNameLst>
                                          </p:cBhvr>
                                          <p:tavLst>
                                            <p:tav tm="0">
                                              <p:val>
                                                <p:strVal val="1+#ppt_h/2"/>
                                              </p:val>
                                            </p:tav>
                                            <p:tav tm="100000">
                                              <p:val>
                                                <p:strVal val="#ppt_y"/>
                                              </p:val>
                                            </p:tav>
                                          </p:tavLst>
                                        </p:anim>
                                      </p:childTnLst>
                                    </p:cTn>
                                  </p:par>
                                  <p:par>
                                    <p:cTn id="21" presetID="22" presetClass="entr" presetSubtype="1" fill="hold" grpId="0" nodeType="withEffect">
                                      <p:stCondLst>
                                        <p:cond delay="250"/>
                                      </p:stCondLst>
                                      <p:childTnLst>
                                        <p:set>
                                          <p:cBhvr>
                                            <p:cTn id="22" dur="1" fill="hold">
                                              <p:stCondLst>
                                                <p:cond delay="0"/>
                                              </p:stCondLst>
                                            </p:cTn>
                                            <p:tgtEl>
                                              <p:spTgt spid="38"/>
                                            </p:tgtEl>
                                            <p:attrNameLst>
                                              <p:attrName>style.visibility</p:attrName>
                                            </p:attrNameLst>
                                          </p:cBhvr>
                                          <p:to>
                                            <p:strVal val="visible"/>
                                          </p:to>
                                        </p:set>
                                        <p:animEffect transition="in" filter="wipe(up)">
                                          <p:cBhvr>
                                            <p:cTn id="23" dur="750"/>
                                            <p:tgtEl>
                                              <p:spTgt spid="38"/>
                                            </p:tgtEl>
                                          </p:cBhvr>
                                        </p:animEffect>
                                      </p:childTnLst>
                                    </p:cTn>
                                  </p:par>
                                  <p:par>
                                    <p:cTn id="24" presetID="22" presetClass="entr" presetSubtype="1" fill="hold" grpId="0" nodeType="withEffect">
                                      <p:stCondLst>
                                        <p:cond delay="500"/>
                                      </p:stCondLst>
                                      <p:childTnLst>
                                        <p:set>
                                          <p:cBhvr>
                                            <p:cTn id="25" dur="1" fill="hold">
                                              <p:stCondLst>
                                                <p:cond delay="0"/>
                                              </p:stCondLst>
                                            </p:cTn>
                                            <p:tgtEl>
                                              <p:spTgt spid="39"/>
                                            </p:tgtEl>
                                            <p:attrNameLst>
                                              <p:attrName>style.visibility</p:attrName>
                                            </p:attrNameLst>
                                          </p:cBhvr>
                                          <p:to>
                                            <p:strVal val="visible"/>
                                          </p:to>
                                        </p:set>
                                        <p:animEffect transition="in" filter="wipe(up)">
                                          <p:cBhvr>
                                            <p:cTn id="26" dur="750"/>
                                            <p:tgtEl>
                                              <p:spTgt spid="39"/>
                                            </p:tgtEl>
                                          </p:cBhvr>
                                        </p:animEffect>
                                      </p:childTnLst>
                                    </p:cTn>
                                  </p:par>
                                  <p:par>
                                    <p:cTn id="27" presetID="22" presetClass="entr" presetSubtype="1" fill="hold" grpId="0" nodeType="withEffect">
                                      <p:stCondLst>
                                        <p:cond delay="750"/>
                                      </p:stCondLst>
                                      <p:childTnLst>
                                        <p:set>
                                          <p:cBhvr>
                                            <p:cTn id="28" dur="1" fill="hold">
                                              <p:stCondLst>
                                                <p:cond delay="0"/>
                                              </p:stCondLst>
                                            </p:cTn>
                                            <p:tgtEl>
                                              <p:spTgt spid="40"/>
                                            </p:tgtEl>
                                            <p:attrNameLst>
                                              <p:attrName>style.visibility</p:attrName>
                                            </p:attrNameLst>
                                          </p:cBhvr>
                                          <p:to>
                                            <p:strVal val="visible"/>
                                          </p:to>
                                        </p:set>
                                        <p:animEffect transition="in" filter="wipe(up)">
                                          <p:cBhvr>
                                            <p:cTn id="29" dur="750"/>
                                            <p:tgtEl>
                                              <p:spTgt spid="40"/>
                                            </p:tgtEl>
                                          </p:cBhvr>
                                        </p:animEffect>
                                      </p:childTnLst>
                                    </p:cTn>
                                  </p:par>
                                  <p:par>
                                    <p:cTn id="30" presetID="22" presetClass="entr" presetSubtype="1" fill="hold" grpId="0" nodeType="withEffect">
                                      <p:stCondLst>
                                        <p:cond delay="1000"/>
                                      </p:stCondLst>
                                      <p:childTnLst>
                                        <p:set>
                                          <p:cBhvr>
                                            <p:cTn id="31" dur="1" fill="hold">
                                              <p:stCondLst>
                                                <p:cond delay="0"/>
                                              </p:stCondLst>
                                            </p:cTn>
                                            <p:tgtEl>
                                              <p:spTgt spid="41"/>
                                            </p:tgtEl>
                                            <p:attrNameLst>
                                              <p:attrName>style.visibility</p:attrName>
                                            </p:attrNameLst>
                                          </p:cBhvr>
                                          <p:to>
                                            <p:strVal val="visible"/>
                                          </p:to>
                                        </p:set>
                                        <p:animEffect transition="in" filter="wipe(up)">
                                          <p:cBhvr>
                                            <p:cTn id="32" dur="750"/>
                                            <p:tgtEl>
                                              <p:spTgt spid="41"/>
                                            </p:tgtEl>
                                          </p:cBhvr>
                                        </p:animEffect>
                                      </p:childTnLst>
                                    </p:cTn>
                                  </p:par>
                                  <p:par>
                                    <p:cTn id="33" presetID="53" presetClass="entr" presetSubtype="16" fill="hold" nodeType="withEffect">
                                      <p:stCondLst>
                                        <p:cond delay="250"/>
                                      </p:stCondLst>
                                      <p:childTnLst>
                                        <p:set>
                                          <p:cBhvr>
                                            <p:cTn id="34" dur="1" fill="hold">
                                              <p:stCondLst>
                                                <p:cond delay="0"/>
                                              </p:stCondLst>
                                            </p:cTn>
                                            <p:tgtEl>
                                              <p:spTgt spid="33"/>
                                            </p:tgtEl>
                                            <p:attrNameLst>
                                              <p:attrName>style.visibility</p:attrName>
                                            </p:attrNameLst>
                                          </p:cBhvr>
                                          <p:to>
                                            <p:strVal val="visible"/>
                                          </p:to>
                                        </p:set>
                                        <p:anim calcmode="lin" valueType="num">
                                          <p:cBhvr>
                                            <p:cTn id="35" dur="750" fill="hold"/>
                                            <p:tgtEl>
                                              <p:spTgt spid="33"/>
                                            </p:tgtEl>
                                            <p:attrNameLst>
                                              <p:attrName>ppt_w</p:attrName>
                                            </p:attrNameLst>
                                          </p:cBhvr>
                                          <p:tavLst>
                                            <p:tav tm="0">
                                              <p:val>
                                                <p:fltVal val="0"/>
                                              </p:val>
                                            </p:tav>
                                            <p:tav tm="100000">
                                              <p:val>
                                                <p:strVal val="#ppt_w"/>
                                              </p:val>
                                            </p:tav>
                                          </p:tavLst>
                                        </p:anim>
                                        <p:anim calcmode="lin" valueType="num">
                                          <p:cBhvr>
                                            <p:cTn id="36" dur="750" fill="hold"/>
                                            <p:tgtEl>
                                              <p:spTgt spid="33"/>
                                            </p:tgtEl>
                                            <p:attrNameLst>
                                              <p:attrName>ppt_h</p:attrName>
                                            </p:attrNameLst>
                                          </p:cBhvr>
                                          <p:tavLst>
                                            <p:tav tm="0">
                                              <p:val>
                                                <p:fltVal val="0"/>
                                              </p:val>
                                            </p:tav>
                                            <p:tav tm="100000">
                                              <p:val>
                                                <p:strVal val="#ppt_h"/>
                                              </p:val>
                                            </p:tav>
                                          </p:tavLst>
                                        </p:anim>
                                        <p:animEffect transition="in" filter="fade">
                                          <p:cBhvr>
                                            <p:cTn id="37" dur="750"/>
                                            <p:tgtEl>
                                              <p:spTgt spid="33"/>
                                            </p:tgtEl>
                                          </p:cBhvr>
                                        </p:animEffect>
                                      </p:childTnLst>
                                    </p:cTn>
                                  </p:par>
                                  <p:par>
                                    <p:cTn id="38" presetID="53" presetClass="entr" presetSubtype="16" fill="hold" grpId="0" nodeType="withEffect">
                                      <p:stCondLst>
                                        <p:cond delay="250"/>
                                      </p:stCondLst>
                                      <p:childTnLst>
                                        <p:set>
                                          <p:cBhvr>
                                            <p:cTn id="39" dur="1" fill="hold">
                                              <p:stCondLst>
                                                <p:cond delay="0"/>
                                              </p:stCondLst>
                                            </p:cTn>
                                            <p:tgtEl>
                                              <p:spTgt spid="42"/>
                                            </p:tgtEl>
                                            <p:attrNameLst>
                                              <p:attrName>style.visibility</p:attrName>
                                            </p:attrNameLst>
                                          </p:cBhvr>
                                          <p:to>
                                            <p:strVal val="visible"/>
                                          </p:to>
                                        </p:set>
                                        <p:anim calcmode="lin" valueType="num">
                                          <p:cBhvr>
                                            <p:cTn id="40" dur="750" fill="hold"/>
                                            <p:tgtEl>
                                              <p:spTgt spid="42"/>
                                            </p:tgtEl>
                                            <p:attrNameLst>
                                              <p:attrName>ppt_w</p:attrName>
                                            </p:attrNameLst>
                                          </p:cBhvr>
                                          <p:tavLst>
                                            <p:tav tm="0">
                                              <p:val>
                                                <p:fltVal val="0"/>
                                              </p:val>
                                            </p:tav>
                                            <p:tav tm="100000">
                                              <p:val>
                                                <p:strVal val="#ppt_w"/>
                                              </p:val>
                                            </p:tav>
                                          </p:tavLst>
                                        </p:anim>
                                        <p:anim calcmode="lin" valueType="num">
                                          <p:cBhvr>
                                            <p:cTn id="41" dur="750" fill="hold"/>
                                            <p:tgtEl>
                                              <p:spTgt spid="42"/>
                                            </p:tgtEl>
                                            <p:attrNameLst>
                                              <p:attrName>ppt_h</p:attrName>
                                            </p:attrNameLst>
                                          </p:cBhvr>
                                          <p:tavLst>
                                            <p:tav tm="0">
                                              <p:val>
                                                <p:fltVal val="0"/>
                                              </p:val>
                                            </p:tav>
                                            <p:tav tm="100000">
                                              <p:val>
                                                <p:strVal val="#ppt_h"/>
                                              </p:val>
                                            </p:tav>
                                          </p:tavLst>
                                        </p:anim>
                                        <p:animEffect transition="in" filter="fade">
                                          <p:cBhvr>
                                            <p:cTn id="42" dur="750"/>
                                            <p:tgtEl>
                                              <p:spTgt spid="42"/>
                                            </p:tgtEl>
                                          </p:cBhvr>
                                        </p:animEffect>
                                      </p:childTnLst>
                                    </p:cTn>
                                  </p:par>
                                  <p:par>
                                    <p:cTn id="43" presetID="53" presetClass="entr" presetSubtype="16" fill="hold" nodeType="withEffect">
                                      <p:stCondLst>
                                        <p:cond delay="500"/>
                                      </p:stCondLst>
                                      <p:childTnLst>
                                        <p:set>
                                          <p:cBhvr>
                                            <p:cTn id="44" dur="1" fill="hold">
                                              <p:stCondLst>
                                                <p:cond delay="0"/>
                                              </p:stCondLst>
                                            </p:cTn>
                                            <p:tgtEl>
                                              <p:spTgt spid="32"/>
                                            </p:tgtEl>
                                            <p:attrNameLst>
                                              <p:attrName>style.visibility</p:attrName>
                                            </p:attrNameLst>
                                          </p:cBhvr>
                                          <p:to>
                                            <p:strVal val="visible"/>
                                          </p:to>
                                        </p:set>
                                        <p:anim calcmode="lin" valueType="num">
                                          <p:cBhvr>
                                            <p:cTn id="45" dur="750" fill="hold"/>
                                            <p:tgtEl>
                                              <p:spTgt spid="32"/>
                                            </p:tgtEl>
                                            <p:attrNameLst>
                                              <p:attrName>ppt_w</p:attrName>
                                            </p:attrNameLst>
                                          </p:cBhvr>
                                          <p:tavLst>
                                            <p:tav tm="0">
                                              <p:val>
                                                <p:fltVal val="0"/>
                                              </p:val>
                                            </p:tav>
                                            <p:tav tm="100000">
                                              <p:val>
                                                <p:strVal val="#ppt_w"/>
                                              </p:val>
                                            </p:tav>
                                          </p:tavLst>
                                        </p:anim>
                                        <p:anim calcmode="lin" valueType="num">
                                          <p:cBhvr>
                                            <p:cTn id="46" dur="750" fill="hold"/>
                                            <p:tgtEl>
                                              <p:spTgt spid="32"/>
                                            </p:tgtEl>
                                            <p:attrNameLst>
                                              <p:attrName>ppt_h</p:attrName>
                                            </p:attrNameLst>
                                          </p:cBhvr>
                                          <p:tavLst>
                                            <p:tav tm="0">
                                              <p:val>
                                                <p:fltVal val="0"/>
                                              </p:val>
                                            </p:tav>
                                            <p:tav tm="100000">
                                              <p:val>
                                                <p:strVal val="#ppt_h"/>
                                              </p:val>
                                            </p:tav>
                                          </p:tavLst>
                                        </p:anim>
                                        <p:animEffect transition="in" filter="fade">
                                          <p:cBhvr>
                                            <p:cTn id="47" dur="750"/>
                                            <p:tgtEl>
                                              <p:spTgt spid="32"/>
                                            </p:tgtEl>
                                          </p:cBhvr>
                                        </p:animEffect>
                                      </p:childTnLst>
                                    </p:cTn>
                                  </p:par>
                                  <p:par>
                                    <p:cTn id="48" presetID="53" presetClass="entr" presetSubtype="16" fill="hold" grpId="0" nodeType="withEffect">
                                      <p:stCondLst>
                                        <p:cond delay="500"/>
                                      </p:stCondLst>
                                      <p:childTnLst>
                                        <p:set>
                                          <p:cBhvr>
                                            <p:cTn id="49" dur="1" fill="hold">
                                              <p:stCondLst>
                                                <p:cond delay="0"/>
                                              </p:stCondLst>
                                            </p:cTn>
                                            <p:tgtEl>
                                              <p:spTgt spid="43"/>
                                            </p:tgtEl>
                                            <p:attrNameLst>
                                              <p:attrName>style.visibility</p:attrName>
                                            </p:attrNameLst>
                                          </p:cBhvr>
                                          <p:to>
                                            <p:strVal val="visible"/>
                                          </p:to>
                                        </p:set>
                                        <p:anim calcmode="lin" valueType="num">
                                          <p:cBhvr>
                                            <p:cTn id="50" dur="750" fill="hold"/>
                                            <p:tgtEl>
                                              <p:spTgt spid="43"/>
                                            </p:tgtEl>
                                            <p:attrNameLst>
                                              <p:attrName>ppt_w</p:attrName>
                                            </p:attrNameLst>
                                          </p:cBhvr>
                                          <p:tavLst>
                                            <p:tav tm="0">
                                              <p:val>
                                                <p:fltVal val="0"/>
                                              </p:val>
                                            </p:tav>
                                            <p:tav tm="100000">
                                              <p:val>
                                                <p:strVal val="#ppt_w"/>
                                              </p:val>
                                            </p:tav>
                                          </p:tavLst>
                                        </p:anim>
                                        <p:anim calcmode="lin" valueType="num">
                                          <p:cBhvr>
                                            <p:cTn id="51" dur="750" fill="hold"/>
                                            <p:tgtEl>
                                              <p:spTgt spid="43"/>
                                            </p:tgtEl>
                                            <p:attrNameLst>
                                              <p:attrName>ppt_h</p:attrName>
                                            </p:attrNameLst>
                                          </p:cBhvr>
                                          <p:tavLst>
                                            <p:tav tm="0">
                                              <p:val>
                                                <p:fltVal val="0"/>
                                              </p:val>
                                            </p:tav>
                                            <p:tav tm="100000">
                                              <p:val>
                                                <p:strVal val="#ppt_h"/>
                                              </p:val>
                                            </p:tav>
                                          </p:tavLst>
                                        </p:anim>
                                        <p:animEffect transition="in" filter="fade">
                                          <p:cBhvr>
                                            <p:cTn id="52" dur="750"/>
                                            <p:tgtEl>
                                              <p:spTgt spid="43"/>
                                            </p:tgtEl>
                                          </p:cBhvr>
                                        </p:animEffect>
                                      </p:childTnLst>
                                    </p:cTn>
                                  </p:par>
                                  <p:par>
                                    <p:cTn id="53" presetID="53" presetClass="entr" presetSubtype="16" fill="hold" nodeType="withEffect">
                                      <p:stCondLst>
                                        <p:cond delay="750"/>
                                      </p:stCondLst>
                                      <p:childTnLst>
                                        <p:set>
                                          <p:cBhvr>
                                            <p:cTn id="54" dur="1" fill="hold">
                                              <p:stCondLst>
                                                <p:cond delay="0"/>
                                              </p:stCondLst>
                                            </p:cTn>
                                            <p:tgtEl>
                                              <p:spTgt spid="31"/>
                                            </p:tgtEl>
                                            <p:attrNameLst>
                                              <p:attrName>style.visibility</p:attrName>
                                            </p:attrNameLst>
                                          </p:cBhvr>
                                          <p:to>
                                            <p:strVal val="visible"/>
                                          </p:to>
                                        </p:set>
                                        <p:anim calcmode="lin" valueType="num">
                                          <p:cBhvr>
                                            <p:cTn id="55" dur="750" fill="hold"/>
                                            <p:tgtEl>
                                              <p:spTgt spid="31"/>
                                            </p:tgtEl>
                                            <p:attrNameLst>
                                              <p:attrName>ppt_w</p:attrName>
                                            </p:attrNameLst>
                                          </p:cBhvr>
                                          <p:tavLst>
                                            <p:tav tm="0">
                                              <p:val>
                                                <p:fltVal val="0"/>
                                              </p:val>
                                            </p:tav>
                                            <p:tav tm="100000">
                                              <p:val>
                                                <p:strVal val="#ppt_w"/>
                                              </p:val>
                                            </p:tav>
                                          </p:tavLst>
                                        </p:anim>
                                        <p:anim calcmode="lin" valueType="num">
                                          <p:cBhvr>
                                            <p:cTn id="56" dur="750" fill="hold"/>
                                            <p:tgtEl>
                                              <p:spTgt spid="31"/>
                                            </p:tgtEl>
                                            <p:attrNameLst>
                                              <p:attrName>ppt_h</p:attrName>
                                            </p:attrNameLst>
                                          </p:cBhvr>
                                          <p:tavLst>
                                            <p:tav tm="0">
                                              <p:val>
                                                <p:fltVal val="0"/>
                                              </p:val>
                                            </p:tav>
                                            <p:tav tm="100000">
                                              <p:val>
                                                <p:strVal val="#ppt_h"/>
                                              </p:val>
                                            </p:tav>
                                          </p:tavLst>
                                        </p:anim>
                                        <p:animEffect transition="in" filter="fade">
                                          <p:cBhvr>
                                            <p:cTn id="57" dur="750"/>
                                            <p:tgtEl>
                                              <p:spTgt spid="31"/>
                                            </p:tgtEl>
                                          </p:cBhvr>
                                        </p:animEffect>
                                      </p:childTnLst>
                                    </p:cTn>
                                  </p:par>
                                  <p:par>
                                    <p:cTn id="58" presetID="53" presetClass="entr" presetSubtype="16" fill="hold" grpId="0" nodeType="withEffect">
                                      <p:stCondLst>
                                        <p:cond delay="750"/>
                                      </p:stCondLst>
                                      <p:childTnLst>
                                        <p:set>
                                          <p:cBhvr>
                                            <p:cTn id="59" dur="1" fill="hold">
                                              <p:stCondLst>
                                                <p:cond delay="0"/>
                                              </p:stCondLst>
                                            </p:cTn>
                                            <p:tgtEl>
                                              <p:spTgt spid="44"/>
                                            </p:tgtEl>
                                            <p:attrNameLst>
                                              <p:attrName>style.visibility</p:attrName>
                                            </p:attrNameLst>
                                          </p:cBhvr>
                                          <p:to>
                                            <p:strVal val="visible"/>
                                          </p:to>
                                        </p:set>
                                        <p:anim calcmode="lin" valueType="num">
                                          <p:cBhvr>
                                            <p:cTn id="60" dur="750" fill="hold"/>
                                            <p:tgtEl>
                                              <p:spTgt spid="44"/>
                                            </p:tgtEl>
                                            <p:attrNameLst>
                                              <p:attrName>ppt_w</p:attrName>
                                            </p:attrNameLst>
                                          </p:cBhvr>
                                          <p:tavLst>
                                            <p:tav tm="0">
                                              <p:val>
                                                <p:fltVal val="0"/>
                                              </p:val>
                                            </p:tav>
                                            <p:tav tm="100000">
                                              <p:val>
                                                <p:strVal val="#ppt_w"/>
                                              </p:val>
                                            </p:tav>
                                          </p:tavLst>
                                        </p:anim>
                                        <p:anim calcmode="lin" valueType="num">
                                          <p:cBhvr>
                                            <p:cTn id="61" dur="750" fill="hold"/>
                                            <p:tgtEl>
                                              <p:spTgt spid="44"/>
                                            </p:tgtEl>
                                            <p:attrNameLst>
                                              <p:attrName>ppt_h</p:attrName>
                                            </p:attrNameLst>
                                          </p:cBhvr>
                                          <p:tavLst>
                                            <p:tav tm="0">
                                              <p:val>
                                                <p:fltVal val="0"/>
                                              </p:val>
                                            </p:tav>
                                            <p:tav tm="100000">
                                              <p:val>
                                                <p:strVal val="#ppt_h"/>
                                              </p:val>
                                            </p:tav>
                                          </p:tavLst>
                                        </p:anim>
                                        <p:animEffect transition="in" filter="fade">
                                          <p:cBhvr>
                                            <p:cTn id="62" dur="750"/>
                                            <p:tgtEl>
                                              <p:spTgt spid="44"/>
                                            </p:tgtEl>
                                          </p:cBhvr>
                                        </p:animEffect>
                                      </p:childTnLst>
                                    </p:cTn>
                                  </p:par>
                                  <p:par>
                                    <p:cTn id="63" presetID="53" presetClass="entr" presetSubtype="16" fill="hold" nodeType="withEffect">
                                      <p:stCondLst>
                                        <p:cond delay="1000"/>
                                      </p:stCondLst>
                                      <p:childTnLst>
                                        <p:set>
                                          <p:cBhvr>
                                            <p:cTn id="64" dur="1" fill="hold">
                                              <p:stCondLst>
                                                <p:cond delay="0"/>
                                              </p:stCondLst>
                                            </p:cTn>
                                            <p:tgtEl>
                                              <p:spTgt spid="30"/>
                                            </p:tgtEl>
                                            <p:attrNameLst>
                                              <p:attrName>style.visibility</p:attrName>
                                            </p:attrNameLst>
                                          </p:cBhvr>
                                          <p:to>
                                            <p:strVal val="visible"/>
                                          </p:to>
                                        </p:set>
                                        <p:anim calcmode="lin" valueType="num">
                                          <p:cBhvr>
                                            <p:cTn id="65" dur="750" fill="hold"/>
                                            <p:tgtEl>
                                              <p:spTgt spid="30"/>
                                            </p:tgtEl>
                                            <p:attrNameLst>
                                              <p:attrName>ppt_w</p:attrName>
                                            </p:attrNameLst>
                                          </p:cBhvr>
                                          <p:tavLst>
                                            <p:tav tm="0">
                                              <p:val>
                                                <p:fltVal val="0"/>
                                              </p:val>
                                            </p:tav>
                                            <p:tav tm="100000">
                                              <p:val>
                                                <p:strVal val="#ppt_w"/>
                                              </p:val>
                                            </p:tav>
                                          </p:tavLst>
                                        </p:anim>
                                        <p:anim calcmode="lin" valueType="num">
                                          <p:cBhvr>
                                            <p:cTn id="66" dur="750" fill="hold"/>
                                            <p:tgtEl>
                                              <p:spTgt spid="30"/>
                                            </p:tgtEl>
                                            <p:attrNameLst>
                                              <p:attrName>ppt_h</p:attrName>
                                            </p:attrNameLst>
                                          </p:cBhvr>
                                          <p:tavLst>
                                            <p:tav tm="0">
                                              <p:val>
                                                <p:fltVal val="0"/>
                                              </p:val>
                                            </p:tav>
                                            <p:tav tm="100000">
                                              <p:val>
                                                <p:strVal val="#ppt_h"/>
                                              </p:val>
                                            </p:tav>
                                          </p:tavLst>
                                        </p:anim>
                                        <p:animEffect transition="in" filter="fade">
                                          <p:cBhvr>
                                            <p:cTn id="67" dur="750"/>
                                            <p:tgtEl>
                                              <p:spTgt spid="30"/>
                                            </p:tgtEl>
                                          </p:cBhvr>
                                        </p:animEffect>
                                      </p:childTnLst>
                                    </p:cTn>
                                  </p:par>
                                  <p:par>
                                    <p:cTn id="68" presetID="53" presetClass="entr" presetSubtype="16" fill="hold" grpId="0" nodeType="withEffect">
                                      <p:stCondLst>
                                        <p:cond delay="1000"/>
                                      </p:stCondLst>
                                      <p:childTnLst>
                                        <p:set>
                                          <p:cBhvr>
                                            <p:cTn id="69" dur="1" fill="hold">
                                              <p:stCondLst>
                                                <p:cond delay="0"/>
                                              </p:stCondLst>
                                            </p:cTn>
                                            <p:tgtEl>
                                              <p:spTgt spid="45"/>
                                            </p:tgtEl>
                                            <p:attrNameLst>
                                              <p:attrName>style.visibility</p:attrName>
                                            </p:attrNameLst>
                                          </p:cBhvr>
                                          <p:to>
                                            <p:strVal val="visible"/>
                                          </p:to>
                                        </p:set>
                                        <p:anim calcmode="lin" valueType="num">
                                          <p:cBhvr>
                                            <p:cTn id="70" dur="750" fill="hold"/>
                                            <p:tgtEl>
                                              <p:spTgt spid="45"/>
                                            </p:tgtEl>
                                            <p:attrNameLst>
                                              <p:attrName>ppt_w</p:attrName>
                                            </p:attrNameLst>
                                          </p:cBhvr>
                                          <p:tavLst>
                                            <p:tav tm="0">
                                              <p:val>
                                                <p:fltVal val="0"/>
                                              </p:val>
                                            </p:tav>
                                            <p:tav tm="100000">
                                              <p:val>
                                                <p:strVal val="#ppt_w"/>
                                              </p:val>
                                            </p:tav>
                                          </p:tavLst>
                                        </p:anim>
                                        <p:anim calcmode="lin" valueType="num">
                                          <p:cBhvr>
                                            <p:cTn id="71" dur="750" fill="hold"/>
                                            <p:tgtEl>
                                              <p:spTgt spid="45"/>
                                            </p:tgtEl>
                                            <p:attrNameLst>
                                              <p:attrName>ppt_h</p:attrName>
                                            </p:attrNameLst>
                                          </p:cBhvr>
                                          <p:tavLst>
                                            <p:tav tm="0">
                                              <p:val>
                                                <p:fltVal val="0"/>
                                              </p:val>
                                            </p:tav>
                                            <p:tav tm="100000">
                                              <p:val>
                                                <p:strVal val="#ppt_h"/>
                                              </p:val>
                                            </p:tav>
                                          </p:tavLst>
                                        </p:anim>
                                        <p:animEffect transition="in" filter="fade">
                                          <p:cBhvr>
                                            <p:cTn id="72" dur="75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0" grpId="0" animBg="1"/>
          <p:bldP spid="39" grpId="0" animBg="1"/>
          <p:bldP spid="38" grpId="0" animBg="1"/>
          <p:bldP spid="42" grpId="0"/>
          <p:bldP spid="43" grpId="0"/>
          <p:bldP spid="44" grpId="0"/>
          <p:bldP spid="4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ppt_x"/>
                                              </p:val>
                                            </p:tav>
                                            <p:tav tm="100000">
                                              <p:val>
                                                <p:strVal val="#ppt_x"/>
                                              </p:val>
                                            </p:tav>
                                          </p:tavLst>
                                        </p:anim>
                                        <p:anim calcmode="lin" valueType="num">
                                          <p:cBhvr additive="base">
                                            <p:cTn id="8" dur="10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5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000" fill="hold"/>
                                            <p:tgtEl>
                                              <p:spTgt spid="35"/>
                                            </p:tgtEl>
                                            <p:attrNameLst>
                                              <p:attrName>ppt_x</p:attrName>
                                            </p:attrNameLst>
                                          </p:cBhvr>
                                          <p:tavLst>
                                            <p:tav tm="0">
                                              <p:val>
                                                <p:strVal val="#ppt_x"/>
                                              </p:val>
                                            </p:tav>
                                            <p:tav tm="100000">
                                              <p:val>
                                                <p:strVal val="#ppt_x"/>
                                              </p:val>
                                            </p:tav>
                                          </p:tavLst>
                                        </p:anim>
                                        <p:anim calcmode="lin" valueType="num">
                                          <p:cBhvr additive="base">
                                            <p:cTn id="12" dur="10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50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1000" fill="hold"/>
                                            <p:tgtEl>
                                              <p:spTgt spid="36"/>
                                            </p:tgtEl>
                                            <p:attrNameLst>
                                              <p:attrName>ppt_x</p:attrName>
                                            </p:attrNameLst>
                                          </p:cBhvr>
                                          <p:tavLst>
                                            <p:tav tm="0">
                                              <p:val>
                                                <p:strVal val="#ppt_x"/>
                                              </p:val>
                                            </p:tav>
                                            <p:tav tm="100000">
                                              <p:val>
                                                <p:strVal val="#ppt_x"/>
                                              </p:val>
                                            </p:tav>
                                          </p:tavLst>
                                        </p:anim>
                                        <p:anim calcmode="lin" valueType="num">
                                          <p:cBhvr additive="base">
                                            <p:cTn id="16" dur="100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75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ppt_x"/>
                                              </p:val>
                                            </p:tav>
                                            <p:tav tm="100000">
                                              <p:val>
                                                <p:strVal val="#ppt_x"/>
                                              </p:val>
                                            </p:tav>
                                          </p:tavLst>
                                        </p:anim>
                                        <p:anim calcmode="lin" valueType="num">
                                          <p:cBhvr additive="base">
                                            <p:cTn id="20" dur="1000" fill="hold"/>
                                            <p:tgtEl>
                                              <p:spTgt spid="37"/>
                                            </p:tgtEl>
                                            <p:attrNameLst>
                                              <p:attrName>ppt_y</p:attrName>
                                            </p:attrNameLst>
                                          </p:cBhvr>
                                          <p:tavLst>
                                            <p:tav tm="0">
                                              <p:val>
                                                <p:strVal val="1+#ppt_h/2"/>
                                              </p:val>
                                            </p:tav>
                                            <p:tav tm="100000">
                                              <p:val>
                                                <p:strVal val="#ppt_y"/>
                                              </p:val>
                                            </p:tav>
                                          </p:tavLst>
                                        </p:anim>
                                      </p:childTnLst>
                                    </p:cTn>
                                  </p:par>
                                  <p:par>
                                    <p:cTn id="21" presetID="22" presetClass="entr" presetSubtype="1" fill="hold" grpId="0" nodeType="withEffect">
                                      <p:stCondLst>
                                        <p:cond delay="250"/>
                                      </p:stCondLst>
                                      <p:childTnLst>
                                        <p:set>
                                          <p:cBhvr>
                                            <p:cTn id="22" dur="1" fill="hold">
                                              <p:stCondLst>
                                                <p:cond delay="0"/>
                                              </p:stCondLst>
                                            </p:cTn>
                                            <p:tgtEl>
                                              <p:spTgt spid="38"/>
                                            </p:tgtEl>
                                            <p:attrNameLst>
                                              <p:attrName>style.visibility</p:attrName>
                                            </p:attrNameLst>
                                          </p:cBhvr>
                                          <p:to>
                                            <p:strVal val="visible"/>
                                          </p:to>
                                        </p:set>
                                        <p:animEffect transition="in" filter="wipe(up)">
                                          <p:cBhvr>
                                            <p:cTn id="23" dur="750"/>
                                            <p:tgtEl>
                                              <p:spTgt spid="38"/>
                                            </p:tgtEl>
                                          </p:cBhvr>
                                        </p:animEffect>
                                      </p:childTnLst>
                                    </p:cTn>
                                  </p:par>
                                  <p:par>
                                    <p:cTn id="24" presetID="22" presetClass="entr" presetSubtype="1" fill="hold" grpId="0" nodeType="withEffect">
                                      <p:stCondLst>
                                        <p:cond delay="500"/>
                                      </p:stCondLst>
                                      <p:childTnLst>
                                        <p:set>
                                          <p:cBhvr>
                                            <p:cTn id="25" dur="1" fill="hold">
                                              <p:stCondLst>
                                                <p:cond delay="0"/>
                                              </p:stCondLst>
                                            </p:cTn>
                                            <p:tgtEl>
                                              <p:spTgt spid="39"/>
                                            </p:tgtEl>
                                            <p:attrNameLst>
                                              <p:attrName>style.visibility</p:attrName>
                                            </p:attrNameLst>
                                          </p:cBhvr>
                                          <p:to>
                                            <p:strVal val="visible"/>
                                          </p:to>
                                        </p:set>
                                        <p:animEffect transition="in" filter="wipe(up)">
                                          <p:cBhvr>
                                            <p:cTn id="26" dur="750"/>
                                            <p:tgtEl>
                                              <p:spTgt spid="39"/>
                                            </p:tgtEl>
                                          </p:cBhvr>
                                        </p:animEffect>
                                      </p:childTnLst>
                                    </p:cTn>
                                  </p:par>
                                  <p:par>
                                    <p:cTn id="27" presetID="22" presetClass="entr" presetSubtype="1" fill="hold" grpId="0" nodeType="withEffect">
                                      <p:stCondLst>
                                        <p:cond delay="750"/>
                                      </p:stCondLst>
                                      <p:childTnLst>
                                        <p:set>
                                          <p:cBhvr>
                                            <p:cTn id="28" dur="1" fill="hold">
                                              <p:stCondLst>
                                                <p:cond delay="0"/>
                                              </p:stCondLst>
                                            </p:cTn>
                                            <p:tgtEl>
                                              <p:spTgt spid="40"/>
                                            </p:tgtEl>
                                            <p:attrNameLst>
                                              <p:attrName>style.visibility</p:attrName>
                                            </p:attrNameLst>
                                          </p:cBhvr>
                                          <p:to>
                                            <p:strVal val="visible"/>
                                          </p:to>
                                        </p:set>
                                        <p:animEffect transition="in" filter="wipe(up)">
                                          <p:cBhvr>
                                            <p:cTn id="29" dur="750"/>
                                            <p:tgtEl>
                                              <p:spTgt spid="40"/>
                                            </p:tgtEl>
                                          </p:cBhvr>
                                        </p:animEffect>
                                      </p:childTnLst>
                                    </p:cTn>
                                  </p:par>
                                  <p:par>
                                    <p:cTn id="30" presetID="22" presetClass="entr" presetSubtype="1" fill="hold" grpId="0" nodeType="withEffect">
                                      <p:stCondLst>
                                        <p:cond delay="1000"/>
                                      </p:stCondLst>
                                      <p:childTnLst>
                                        <p:set>
                                          <p:cBhvr>
                                            <p:cTn id="31" dur="1" fill="hold">
                                              <p:stCondLst>
                                                <p:cond delay="0"/>
                                              </p:stCondLst>
                                            </p:cTn>
                                            <p:tgtEl>
                                              <p:spTgt spid="41"/>
                                            </p:tgtEl>
                                            <p:attrNameLst>
                                              <p:attrName>style.visibility</p:attrName>
                                            </p:attrNameLst>
                                          </p:cBhvr>
                                          <p:to>
                                            <p:strVal val="visible"/>
                                          </p:to>
                                        </p:set>
                                        <p:animEffect transition="in" filter="wipe(up)">
                                          <p:cBhvr>
                                            <p:cTn id="32" dur="750"/>
                                            <p:tgtEl>
                                              <p:spTgt spid="41"/>
                                            </p:tgtEl>
                                          </p:cBhvr>
                                        </p:animEffect>
                                      </p:childTnLst>
                                    </p:cTn>
                                  </p:par>
                                  <p:par>
                                    <p:cTn id="33" presetID="53" presetClass="entr" presetSubtype="16" fill="hold" nodeType="withEffect">
                                      <p:stCondLst>
                                        <p:cond delay="250"/>
                                      </p:stCondLst>
                                      <p:childTnLst>
                                        <p:set>
                                          <p:cBhvr>
                                            <p:cTn id="34" dur="1" fill="hold">
                                              <p:stCondLst>
                                                <p:cond delay="0"/>
                                              </p:stCondLst>
                                            </p:cTn>
                                            <p:tgtEl>
                                              <p:spTgt spid="33"/>
                                            </p:tgtEl>
                                            <p:attrNameLst>
                                              <p:attrName>style.visibility</p:attrName>
                                            </p:attrNameLst>
                                          </p:cBhvr>
                                          <p:to>
                                            <p:strVal val="visible"/>
                                          </p:to>
                                        </p:set>
                                        <p:anim calcmode="lin" valueType="num">
                                          <p:cBhvr>
                                            <p:cTn id="35" dur="750" fill="hold"/>
                                            <p:tgtEl>
                                              <p:spTgt spid="33"/>
                                            </p:tgtEl>
                                            <p:attrNameLst>
                                              <p:attrName>ppt_w</p:attrName>
                                            </p:attrNameLst>
                                          </p:cBhvr>
                                          <p:tavLst>
                                            <p:tav tm="0">
                                              <p:val>
                                                <p:fltVal val="0"/>
                                              </p:val>
                                            </p:tav>
                                            <p:tav tm="100000">
                                              <p:val>
                                                <p:strVal val="#ppt_w"/>
                                              </p:val>
                                            </p:tav>
                                          </p:tavLst>
                                        </p:anim>
                                        <p:anim calcmode="lin" valueType="num">
                                          <p:cBhvr>
                                            <p:cTn id="36" dur="750" fill="hold"/>
                                            <p:tgtEl>
                                              <p:spTgt spid="33"/>
                                            </p:tgtEl>
                                            <p:attrNameLst>
                                              <p:attrName>ppt_h</p:attrName>
                                            </p:attrNameLst>
                                          </p:cBhvr>
                                          <p:tavLst>
                                            <p:tav tm="0">
                                              <p:val>
                                                <p:fltVal val="0"/>
                                              </p:val>
                                            </p:tav>
                                            <p:tav tm="100000">
                                              <p:val>
                                                <p:strVal val="#ppt_h"/>
                                              </p:val>
                                            </p:tav>
                                          </p:tavLst>
                                        </p:anim>
                                        <p:animEffect transition="in" filter="fade">
                                          <p:cBhvr>
                                            <p:cTn id="37" dur="750"/>
                                            <p:tgtEl>
                                              <p:spTgt spid="33"/>
                                            </p:tgtEl>
                                          </p:cBhvr>
                                        </p:animEffect>
                                      </p:childTnLst>
                                    </p:cTn>
                                  </p:par>
                                  <p:par>
                                    <p:cTn id="38" presetID="53" presetClass="entr" presetSubtype="16" fill="hold" grpId="0" nodeType="withEffect">
                                      <p:stCondLst>
                                        <p:cond delay="250"/>
                                      </p:stCondLst>
                                      <p:childTnLst>
                                        <p:set>
                                          <p:cBhvr>
                                            <p:cTn id="39" dur="1" fill="hold">
                                              <p:stCondLst>
                                                <p:cond delay="0"/>
                                              </p:stCondLst>
                                            </p:cTn>
                                            <p:tgtEl>
                                              <p:spTgt spid="42"/>
                                            </p:tgtEl>
                                            <p:attrNameLst>
                                              <p:attrName>style.visibility</p:attrName>
                                            </p:attrNameLst>
                                          </p:cBhvr>
                                          <p:to>
                                            <p:strVal val="visible"/>
                                          </p:to>
                                        </p:set>
                                        <p:anim calcmode="lin" valueType="num">
                                          <p:cBhvr>
                                            <p:cTn id="40" dur="750" fill="hold"/>
                                            <p:tgtEl>
                                              <p:spTgt spid="42"/>
                                            </p:tgtEl>
                                            <p:attrNameLst>
                                              <p:attrName>ppt_w</p:attrName>
                                            </p:attrNameLst>
                                          </p:cBhvr>
                                          <p:tavLst>
                                            <p:tav tm="0">
                                              <p:val>
                                                <p:fltVal val="0"/>
                                              </p:val>
                                            </p:tav>
                                            <p:tav tm="100000">
                                              <p:val>
                                                <p:strVal val="#ppt_w"/>
                                              </p:val>
                                            </p:tav>
                                          </p:tavLst>
                                        </p:anim>
                                        <p:anim calcmode="lin" valueType="num">
                                          <p:cBhvr>
                                            <p:cTn id="41" dur="750" fill="hold"/>
                                            <p:tgtEl>
                                              <p:spTgt spid="42"/>
                                            </p:tgtEl>
                                            <p:attrNameLst>
                                              <p:attrName>ppt_h</p:attrName>
                                            </p:attrNameLst>
                                          </p:cBhvr>
                                          <p:tavLst>
                                            <p:tav tm="0">
                                              <p:val>
                                                <p:fltVal val="0"/>
                                              </p:val>
                                            </p:tav>
                                            <p:tav tm="100000">
                                              <p:val>
                                                <p:strVal val="#ppt_h"/>
                                              </p:val>
                                            </p:tav>
                                          </p:tavLst>
                                        </p:anim>
                                        <p:animEffect transition="in" filter="fade">
                                          <p:cBhvr>
                                            <p:cTn id="42" dur="750"/>
                                            <p:tgtEl>
                                              <p:spTgt spid="42"/>
                                            </p:tgtEl>
                                          </p:cBhvr>
                                        </p:animEffect>
                                      </p:childTnLst>
                                    </p:cTn>
                                  </p:par>
                                  <p:par>
                                    <p:cTn id="43" presetID="53" presetClass="entr" presetSubtype="16" fill="hold" nodeType="withEffect">
                                      <p:stCondLst>
                                        <p:cond delay="500"/>
                                      </p:stCondLst>
                                      <p:childTnLst>
                                        <p:set>
                                          <p:cBhvr>
                                            <p:cTn id="44" dur="1" fill="hold">
                                              <p:stCondLst>
                                                <p:cond delay="0"/>
                                              </p:stCondLst>
                                            </p:cTn>
                                            <p:tgtEl>
                                              <p:spTgt spid="32"/>
                                            </p:tgtEl>
                                            <p:attrNameLst>
                                              <p:attrName>style.visibility</p:attrName>
                                            </p:attrNameLst>
                                          </p:cBhvr>
                                          <p:to>
                                            <p:strVal val="visible"/>
                                          </p:to>
                                        </p:set>
                                        <p:anim calcmode="lin" valueType="num">
                                          <p:cBhvr>
                                            <p:cTn id="45" dur="750" fill="hold"/>
                                            <p:tgtEl>
                                              <p:spTgt spid="32"/>
                                            </p:tgtEl>
                                            <p:attrNameLst>
                                              <p:attrName>ppt_w</p:attrName>
                                            </p:attrNameLst>
                                          </p:cBhvr>
                                          <p:tavLst>
                                            <p:tav tm="0">
                                              <p:val>
                                                <p:fltVal val="0"/>
                                              </p:val>
                                            </p:tav>
                                            <p:tav tm="100000">
                                              <p:val>
                                                <p:strVal val="#ppt_w"/>
                                              </p:val>
                                            </p:tav>
                                          </p:tavLst>
                                        </p:anim>
                                        <p:anim calcmode="lin" valueType="num">
                                          <p:cBhvr>
                                            <p:cTn id="46" dur="750" fill="hold"/>
                                            <p:tgtEl>
                                              <p:spTgt spid="32"/>
                                            </p:tgtEl>
                                            <p:attrNameLst>
                                              <p:attrName>ppt_h</p:attrName>
                                            </p:attrNameLst>
                                          </p:cBhvr>
                                          <p:tavLst>
                                            <p:tav tm="0">
                                              <p:val>
                                                <p:fltVal val="0"/>
                                              </p:val>
                                            </p:tav>
                                            <p:tav tm="100000">
                                              <p:val>
                                                <p:strVal val="#ppt_h"/>
                                              </p:val>
                                            </p:tav>
                                          </p:tavLst>
                                        </p:anim>
                                        <p:animEffect transition="in" filter="fade">
                                          <p:cBhvr>
                                            <p:cTn id="47" dur="750"/>
                                            <p:tgtEl>
                                              <p:spTgt spid="32"/>
                                            </p:tgtEl>
                                          </p:cBhvr>
                                        </p:animEffect>
                                      </p:childTnLst>
                                    </p:cTn>
                                  </p:par>
                                  <p:par>
                                    <p:cTn id="48" presetID="53" presetClass="entr" presetSubtype="16" fill="hold" grpId="0" nodeType="withEffect">
                                      <p:stCondLst>
                                        <p:cond delay="500"/>
                                      </p:stCondLst>
                                      <p:childTnLst>
                                        <p:set>
                                          <p:cBhvr>
                                            <p:cTn id="49" dur="1" fill="hold">
                                              <p:stCondLst>
                                                <p:cond delay="0"/>
                                              </p:stCondLst>
                                            </p:cTn>
                                            <p:tgtEl>
                                              <p:spTgt spid="43"/>
                                            </p:tgtEl>
                                            <p:attrNameLst>
                                              <p:attrName>style.visibility</p:attrName>
                                            </p:attrNameLst>
                                          </p:cBhvr>
                                          <p:to>
                                            <p:strVal val="visible"/>
                                          </p:to>
                                        </p:set>
                                        <p:anim calcmode="lin" valueType="num">
                                          <p:cBhvr>
                                            <p:cTn id="50" dur="750" fill="hold"/>
                                            <p:tgtEl>
                                              <p:spTgt spid="43"/>
                                            </p:tgtEl>
                                            <p:attrNameLst>
                                              <p:attrName>ppt_w</p:attrName>
                                            </p:attrNameLst>
                                          </p:cBhvr>
                                          <p:tavLst>
                                            <p:tav tm="0">
                                              <p:val>
                                                <p:fltVal val="0"/>
                                              </p:val>
                                            </p:tav>
                                            <p:tav tm="100000">
                                              <p:val>
                                                <p:strVal val="#ppt_w"/>
                                              </p:val>
                                            </p:tav>
                                          </p:tavLst>
                                        </p:anim>
                                        <p:anim calcmode="lin" valueType="num">
                                          <p:cBhvr>
                                            <p:cTn id="51" dur="750" fill="hold"/>
                                            <p:tgtEl>
                                              <p:spTgt spid="43"/>
                                            </p:tgtEl>
                                            <p:attrNameLst>
                                              <p:attrName>ppt_h</p:attrName>
                                            </p:attrNameLst>
                                          </p:cBhvr>
                                          <p:tavLst>
                                            <p:tav tm="0">
                                              <p:val>
                                                <p:fltVal val="0"/>
                                              </p:val>
                                            </p:tav>
                                            <p:tav tm="100000">
                                              <p:val>
                                                <p:strVal val="#ppt_h"/>
                                              </p:val>
                                            </p:tav>
                                          </p:tavLst>
                                        </p:anim>
                                        <p:animEffect transition="in" filter="fade">
                                          <p:cBhvr>
                                            <p:cTn id="52" dur="750"/>
                                            <p:tgtEl>
                                              <p:spTgt spid="43"/>
                                            </p:tgtEl>
                                          </p:cBhvr>
                                        </p:animEffect>
                                      </p:childTnLst>
                                    </p:cTn>
                                  </p:par>
                                  <p:par>
                                    <p:cTn id="53" presetID="53" presetClass="entr" presetSubtype="16" fill="hold" nodeType="withEffect">
                                      <p:stCondLst>
                                        <p:cond delay="750"/>
                                      </p:stCondLst>
                                      <p:childTnLst>
                                        <p:set>
                                          <p:cBhvr>
                                            <p:cTn id="54" dur="1" fill="hold">
                                              <p:stCondLst>
                                                <p:cond delay="0"/>
                                              </p:stCondLst>
                                            </p:cTn>
                                            <p:tgtEl>
                                              <p:spTgt spid="31"/>
                                            </p:tgtEl>
                                            <p:attrNameLst>
                                              <p:attrName>style.visibility</p:attrName>
                                            </p:attrNameLst>
                                          </p:cBhvr>
                                          <p:to>
                                            <p:strVal val="visible"/>
                                          </p:to>
                                        </p:set>
                                        <p:anim calcmode="lin" valueType="num">
                                          <p:cBhvr>
                                            <p:cTn id="55" dur="750" fill="hold"/>
                                            <p:tgtEl>
                                              <p:spTgt spid="31"/>
                                            </p:tgtEl>
                                            <p:attrNameLst>
                                              <p:attrName>ppt_w</p:attrName>
                                            </p:attrNameLst>
                                          </p:cBhvr>
                                          <p:tavLst>
                                            <p:tav tm="0">
                                              <p:val>
                                                <p:fltVal val="0"/>
                                              </p:val>
                                            </p:tav>
                                            <p:tav tm="100000">
                                              <p:val>
                                                <p:strVal val="#ppt_w"/>
                                              </p:val>
                                            </p:tav>
                                          </p:tavLst>
                                        </p:anim>
                                        <p:anim calcmode="lin" valueType="num">
                                          <p:cBhvr>
                                            <p:cTn id="56" dur="750" fill="hold"/>
                                            <p:tgtEl>
                                              <p:spTgt spid="31"/>
                                            </p:tgtEl>
                                            <p:attrNameLst>
                                              <p:attrName>ppt_h</p:attrName>
                                            </p:attrNameLst>
                                          </p:cBhvr>
                                          <p:tavLst>
                                            <p:tav tm="0">
                                              <p:val>
                                                <p:fltVal val="0"/>
                                              </p:val>
                                            </p:tav>
                                            <p:tav tm="100000">
                                              <p:val>
                                                <p:strVal val="#ppt_h"/>
                                              </p:val>
                                            </p:tav>
                                          </p:tavLst>
                                        </p:anim>
                                        <p:animEffect transition="in" filter="fade">
                                          <p:cBhvr>
                                            <p:cTn id="57" dur="750"/>
                                            <p:tgtEl>
                                              <p:spTgt spid="31"/>
                                            </p:tgtEl>
                                          </p:cBhvr>
                                        </p:animEffect>
                                      </p:childTnLst>
                                    </p:cTn>
                                  </p:par>
                                  <p:par>
                                    <p:cTn id="58" presetID="53" presetClass="entr" presetSubtype="16" fill="hold" grpId="0" nodeType="withEffect">
                                      <p:stCondLst>
                                        <p:cond delay="750"/>
                                      </p:stCondLst>
                                      <p:childTnLst>
                                        <p:set>
                                          <p:cBhvr>
                                            <p:cTn id="59" dur="1" fill="hold">
                                              <p:stCondLst>
                                                <p:cond delay="0"/>
                                              </p:stCondLst>
                                            </p:cTn>
                                            <p:tgtEl>
                                              <p:spTgt spid="44"/>
                                            </p:tgtEl>
                                            <p:attrNameLst>
                                              <p:attrName>style.visibility</p:attrName>
                                            </p:attrNameLst>
                                          </p:cBhvr>
                                          <p:to>
                                            <p:strVal val="visible"/>
                                          </p:to>
                                        </p:set>
                                        <p:anim calcmode="lin" valueType="num">
                                          <p:cBhvr>
                                            <p:cTn id="60" dur="750" fill="hold"/>
                                            <p:tgtEl>
                                              <p:spTgt spid="44"/>
                                            </p:tgtEl>
                                            <p:attrNameLst>
                                              <p:attrName>ppt_w</p:attrName>
                                            </p:attrNameLst>
                                          </p:cBhvr>
                                          <p:tavLst>
                                            <p:tav tm="0">
                                              <p:val>
                                                <p:fltVal val="0"/>
                                              </p:val>
                                            </p:tav>
                                            <p:tav tm="100000">
                                              <p:val>
                                                <p:strVal val="#ppt_w"/>
                                              </p:val>
                                            </p:tav>
                                          </p:tavLst>
                                        </p:anim>
                                        <p:anim calcmode="lin" valueType="num">
                                          <p:cBhvr>
                                            <p:cTn id="61" dur="750" fill="hold"/>
                                            <p:tgtEl>
                                              <p:spTgt spid="44"/>
                                            </p:tgtEl>
                                            <p:attrNameLst>
                                              <p:attrName>ppt_h</p:attrName>
                                            </p:attrNameLst>
                                          </p:cBhvr>
                                          <p:tavLst>
                                            <p:tav tm="0">
                                              <p:val>
                                                <p:fltVal val="0"/>
                                              </p:val>
                                            </p:tav>
                                            <p:tav tm="100000">
                                              <p:val>
                                                <p:strVal val="#ppt_h"/>
                                              </p:val>
                                            </p:tav>
                                          </p:tavLst>
                                        </p:anim>
                                        <p:animEffect transition="in" filter="fade">
                                          <p:cBhvr>
                                            <p:cTn id="62" dur="750"/>
                                            <p:tgtEl>
                                              <p:spTgt spid="44"/>
                                            </p:tgtEl>
                                          </p:cBhvr>
                                        </p:animEffect>
                                      </p:childTnLst>
                                    </p:cTn>
                                  </p:par>
                                  <p:par>
                                    <p:cTn id="63" presetID="53" presetClass="entr" presetSubtype="16" fill="hold" nodeType="withEffect">
                                      <p:stCondLst>
                                        <p:cond delay="1000"/>
                                      </p:stCondLst>
                                      <p:childTnLst>
                                        <p:set>
                                          <p:cBhvr>
                                            <p:cTn id="64" dur="1" fill="hold">
                                              <p:stCondLst>
                                                <p:cond delay="0"/>
                                              </p:stCondLst>
                                            </p:cTn>
                                            <p:tgtEl>
                                              <p:spTgt spid="30"/>
                                            </p:tgtEl>
                                            <p:attrNameLst>
                                              <p:attrName>style.visibility</p:attrName>
                                            </p:attrNameLst>
                                          </p:cBhvr>
                                          <p:to>
                                            <p:strVal val="visible"/>
                                          </p:to>
                                        </p:set>
                                        <p:anim calcmode="lin" valueType="num">
                                          <p:cBhvr>
                                            <p:cTn id="65" dur="750" fill="hold"/>
                                            <p:tgtEl>
                                              <p:spTgt spid="30"/>
                                            </p:tgtEl>
                                            <p:attrNameLst>
                                              <p:attrName>ppt_w</p:attrName>
                                            </p:attrNameLst>
                                          </p:cBhvr>
                                          <p:tavLst>
                                            <p:tav tm="0">
                                              <p:val>
                                                <p:fltVal val="0"/>
                                              </p:val>
                                            </p:tav>
                                            <p:tav tm="100000">
                                              <p:val>
                                                <p:strVal val="#ppt_w"/>
                                              </p:val>
                                            </p:tav>
                                          </p:tavLst>
                                        </p:anim>
                                        <p:anim calcmode="lin" valueType="num">
                                          <p:cBhvr>
                                            <p:cTn id="66" dur="750" fill="hold"/>
                                            <p:tgtEl>
                                              <p:spTgt spid="30"/>
                                            </p:tgtEl>
                                            <p:attrNameLst>
                                              <p:attrName>ppt_h</p:attrName>
                                            </p:attrNameLst>
                                          </p:cBhvr>
                                          <p:tavLst>
                                            <p:tav tm="0">
                                              <p:val>
                                                <p:fltVal val="0"/>
                                              </p:val>
                                            </p:tav>
                                            <p:tav tm="100000">
                                              <p:val>
                                                <p:strVal val="#ppt_h"/>
                                              </p:val>
                                            </p:tav>
                                          </p:tavLst>
                                        </p:anim>
                                        <p:animEffect transition="in" filter="fade">
                                          <p:cBhvr>
                                            <p:cTn id="67" dur="750"/>
                                            <p:tgtEl>
                                              <p:spTgt spid="30"/>
                                            </p:tgtEl>
                                          </p:cBhvr>
                                        </p:animEffect>
                                      </p:childTnLst>
                                    </p:cTn>
                                  </p:par>
                                  <p:par>
                                    <p:cTn id="68" presetID="53" presetClass="entr" presetSubtype="16" fill="hold" grpId="0" nodeType="withEffect">
                                      <p:stCondLst>
                                        <p:cond delay="1000"/>
                                      </p:stCondLst>
                                      <p:childTnLst>
                                        <p:set>
                                          <p:cBhvr>
                                            <p:cTn id="69" dur="1" fill="hold">
                                              <p:stCondLst>
                                                <p:cond delay="0"/>
                                              </p:stCondLst>
                                            </p:cTn>
                                            <p:tgtEl>
                                              <p:spTgt spid="45"/>
                                            </p:tgtEl>
                                            <p:attrNameLst>
                                              <p:attrName>style.visibility</p:attrName>
                                            </p:attrNameLst>
                                          </p:cBhvr>
                                          <p:to>
                                            <p:strVal val="visible"/>
                                          </p:to>
                                        </p:set>
                                        <p:anim calcmode="lin" valueType="num">
                                          <p:cBhvr>
                                            <p:cTn id="70" dur="750" fill="hold"/>
                                            <p:tgtEl>
                                              <p:spTgt spid="45"/>
                                            </p:tgtEl>
                                            <p:attrNameLst>
                                              <p:attrName>ppt_w</p:attrName>
                                            </p:attrNameLst>
                                          </p:cBhvr>
                                          <p:tavLst>
                                            <p:tav tm="0">
                                              <p:val>
                                                <p:fltVal val="0"/>
                                              </p:val>
                                            </p:tav>
                                            <p:tav tm="100000">
                                              <p:val>
                                                <p:strVal val="#ppt_w"/>
                                              </p:val>
                                            </p:tav>
                                          </p:tavLst>
                                        </p:anim>
                                        <p:anim calcmode="lin" valueType="num">
                                          <p:cBhvr>
                                            <p:cTn id="71" dur="750" fill="hold"/>
                                            <p:tgtEl>
                                              <p:spTgt spid="45"/>
                                            </p:tgtEl>
                                            <p:attrNameLst>
                                              <p:attrName>ppt_h</p:attrName>
                                            </p:attrNameLst>
                                          </p:cBhvr>
                                          <p:tavLst>
                                            <p:tav tm="0">
                                              <p:val>
                                                <p:fltVal val="0"/>
                                              </p:val>
                                            </p:tav>
                                            <p:tav tm="100000">
                                              <p:val>
                                                <p:strVal val="#ppt_h"/>
                                              </p:val>
                                            </p:tav>
                                          </p:tavLst>
                                        </p:anim>
                                        <p:animEffect transition="in" filter="fade">
                                          <p:cBhvr>
                                            <p:cTn id="72" dur="75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0" grpId="0" animBg="1"/>
          <p:bldP spid="39" grpId="0" animBg="1"/>
          <p:bldP spid="38" grpId="0" animBg="1"/>
          <p:bldP spid="42" grpId="0"/>
          <p:bldP spid="43" grpId="0"/>
          <p:bldP spid="44" grpId="0"/>
          <p:bldP spid="45" grpId="0"/>
        </p:bldLst>
      </p:timing>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 name="Group 117">
            <a:extLst>
              <a:ext uri="{FF2B5EF4-FFF2-40B4-BE49-F238E27FC236}">
                <a16:creationId xmlns:a16="http://schemas.microsoft.com/office/drawing/2014/main" id="{BAA038F7-8820-4CF6-8A09-E059234F4130}"/>
              </a:ext>
            </a:extLst>
          </p:cNvPr>
          <p:cNvGrpSpPr/>
          <p:nvPr/>
        </p:nvGrpSpPr>
        <p:grpSpPr>
          <a:xfrm>
            <a:off x="5110163" y="2184401"/>
            <a:ext cx="441325" cy="2497138"/>
            <a:chOff x="5110163" y="2184401"/>
            <a:chExt cx="441325" cy="2497138"/>
          </a:xfrm>
        </p:grpSpPr>
        <p:sp>
          <p:nvSpPr>
            <p:cNvPr id="63" name="Freeform 6">
              <a:extLst>
                <a:ext uri="{FF2B5EF4-FFF2-40B4-BE49-F238E27FC236}">
                  <a16:creationId xmlns:a16="http://schemas.microsoft.com/office/drawing/2014/main" id="{752459CF-262A-4FC5-9BEC-B8D79D5C0061}"/>
                </a:ext>
              </a:extLst>
            </p:cNvPr>
            <p:cNvSpPr>
              <a:spLocks/>
            </p:cNvSpPr>
            <p:nvPr/>
          </p:nvSpPr>
          <p:spPr bwMode="auto">
            <a:xfrm>
              <a:off x="5110163" y="2184401"/>
              <a:ext cx="441325" cy="2497138"/>
            </a:xfrm>
            <a:custGeom>
              <a:avLst/>
              <a:gdLst>
                <a:gd name="T0" fmla="*/ 0 w 117"/>
                <a:gd name="T1" fmla="*/ 0 h 662"/>
                <a:gd name="T2" fmla="*/ 0 w 117"/>
                <a:gd name="T3" fmla="*/ 480 h 662"/>
                <a:gd name="T4" fmla="*/ 117 w 117"/>
                <a:gd name="T5" fmla="*/ 662 h 662"/>
                <a:gd name="T6" fmla="*/ 117 w 117"/>
                <a:gd name="T7" fmla="*/ 182 h 662"/>
                <a:gd name="T8" fmla="*/ 0 w 117"/>
                <a:gd name="T9" fmla="*/ 0 h 662"/>
              </a:gdLst>
              <a:ahLst/>
              <a:cxnLst>
                <a:cxn ang="0">
                  <a:pos x="T0" y="T1"/>
                </a:cxn>
                <a:cxn ang="0">
                  <a:pos x="T2" y="T3"/>
                </a:cxn>
                <a:cxn ang="0">
                  <a:pos x="T4" y="T5"/>
                </a:cxn>
                <a:cxn ang="0">
                  <a:pos x="T6" y="T7"/>
                </a:cxn>
                <a:cxn ang="0">
                  <a:pos x="T8" y="T9"/>
                </a:cxn>
              </a:cxnLst>
              <a:rect l="0" t="0" r="r" b="b"/>
              <a:pathLst>
                <a:path w="117" h="662">
                  <a:moveTo>
                    <a:pt x="0" y="0"/>
                  </a:moveTo>
                  <a:cubicBezTo>
                    <a:pt x="0" y="480"/>
                    <a:pt x="0" y="480"/>
                    <a:pt x="0" y="480"/>
                  </a:cubicBezTo>
                  <a:cubicBezTo>
                    <a:pt x="62" y="521"/>
                    <a:pt x="105" y="586"/>
                    <a:pt x="117" y="662"/>
                  </a:cubicBezTo>
                  <a:cubicBezTo>
                    <a:pt x="117" y="182"/>
                    <a:pt x="117" y="182"/>
                    <a:pt x="117" y="182"/>
                  </a:cubicBezTo>
                  <a:cubicBezTo>
                    <a:pt x="56" y="141"/>
                    <a:pt x="12" y="76"/>
                    <a:pt x="0" y="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86" name="Freeform 29">
              <a:extLst>
                <a:ext uri="{FF2B5EF4-FFF2-40B4-BE49-F238E27FC236}">
                  <a16:creationId xmlns:a16="http://schemas.microsoft.com/office/drawing/2014/main" id="{031DA172-537E-413D-891C-F1EDB4B7F136}"/>
                </a:ext>
              </a:extLst>
            </p:cNvPr>
            <p:cNvSpPr>
              <a:spLocks/>
            </p:cNvSpPr>
            <p:nvPr/>
          </p:nvSpPr>
          <p:spPr bwMode="auto">
            <a:xfrm>
              <a:off x="5110163" y="3640138"/>
              <a:ext cx="441325" cy="1041400"/>
            </a:xfrm>
            <a:custGeom>
              <a:avLst/>
              <a:gdLst>
                <a:gd name="T0" fmla="*/ 117 w 117"/>
                <a:gd name="T1" fmla="*/ 87 h 276"/>
                <a:gd name="T2" fmla="*/ 0 w 117"/>
                <a:gd name="T3" fmla="*/ 0 h 276"/>
                <a:gd name="T4" fmla="*/ 0 w 117"/>
                <a:gd name="T5" fmla="*/ 94 h 276"/>
                <a:gd name="T6" fmla="*/ 117 w 117"/>
                <a:gd name="T7" fmla="*/ 276 h 276"/>
                <a:gd name="T8" fmla="*/ 117 w 117"/>
                <a:gd name="T9" fmla="*/ 87 h 276"/>
              </a:gdLst>
              <a:ahLst/>
              <a:cxnLst>
                <a:cxn ang="0">
                  <a:pos x="T0" y="T1"/>
                </a:cxn>
                <a:cxn ang="0">
                  <a:pos x="T2" y="T3"/>
                </a:cxn>
                <a:cxn ang="0">
                  <a:pos x="T4" y="T5"/>
                </a:cxn>
                <a:cxn ang="0">
                  <a:pos x="T6" y="T7"/>
                </a:cxn>
                <a:cxn ang="0">
                  <a:pos x="T8" y="T9"/>
                </a:cxn>
              </a:cxnLst>
              <a:rect l="0" t="0" r="r" b="b"/>
              <a:pathLst>
                <a:path w="117" h="276">
                  <a:moveTo>
                    <a:pt x="117" y="87"/>
                  </a:moveTo>
                  <a:cubicBezTo>
                    <a:pt x="85" y="50"/>
                    <a:pt x="45" y="20"/>
                    <a:pt x="0" y="0"/>
                  </a:cubicBezTo>
                  <a:cubicBezTo>
                    <a:pt x="0" y="94"/>
                    <a:pt x="0" y="94"/>
                    <a:pt x="0" y="94"/>
                  </a:cubicBezTo>
                  <a:cubicBezTo>
                    <a:pt x="62" y="134"/>
                    <a:pt x="105" y="200"/>
                    <a:pt x="117" y="276"/>
                  </a:cubicBezTo>
                  <a:lnTo>
                    <a:pt x="117" y="87"/>
                  </a:lnTo>
                  <a:close/>
                </a:path>
              </a:pathLst>
            </a:custGeom>
            <a:gradFill flip="none" rotWithShape="1">
              <a:gsLst>
                <a:gs pos="32000">
                  <a:schemeClr val="accent6">
                    <a:alpha val="0"/>
                  </a:schemeClr>
                </a:gs>
                <a:gs pos="72000">
                  <a:srgbClr val="000000"/>
                </a:gs>
              </a:gsLst>
              <a:lin ang="8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7" name="Freeform 30">
              <a:extLst>
                <a:ext uri="{FF2B5EF4-FFF2-40B4-BE49-F238E27FC236}">
                  <a16:creationId xmlns:a16="http://schemas.microsoft.com/office/drawing/2014/main" id="{26323100-4C4F-4D40-B8A3-F672A4A73CEA}"/>
                </a:ext>
              </a:extLst>
            </p:cNvPr>
            <p:cNvSpPr>
              <a:spLocks/>
            </p:cNvSpPr>
            <p:nvPr/>
          </p:nvSpPr>
          <p:spPr bwMode="auto">
            <a:xfrm>
              <a:off x="5110163" y="2184401"/>
              <a:ext cx="441325" cy="987425"/>
            </a:xfrm>
            <a:custGeom>
              <a:avLst/>
              <a:gdLst>
                <a:gd name="T0" fmla="*/ 0 w 117"/>
                <a:gd name="T1" fmla="*/ 0 h 262"/>
                <a:gd name="T2" fmla="*/ 0 w 117"/>
                <a:gd name="T3" fmla="*/ 168 h 262"/>
                <a:gd name="T4" fmla="*/ 117 w 117"/>
                <a:gd name="T5" fmla="*/ 262 h 262"/>
                <a:gd name="T6" fmla="*/ 117 w 117"/>
                <a:gd name="T7" fmla="*/ 182 h 262"/>
                <a:gd name="T8" fmla="*/ 0 w 117"/>
                <a:gd name="T9" fmla="*/ 0 h 262"/>
              </a:gdLst>
              <a:ahLst/>
              <a:cxnLst>
                <a:cxn ang="0">
                  <a:pos x="T0" y="T1"/>
                </a:cxn>
                <a:cxn ang="0">
                  <a:pos x="T2" y="T3"/>
                </a:cxn>
                <a:cxn ang="0">
                  <a:pos x="T4" y="T5"/>
                </a:cxn>
                <a:cxn ang="0">
                  <a:pos x="T6" y="T7"/>
                </a:cxn>
                <a:cxn ang="0">
                  <a:pos x="T8" y="T9"/>
                </a:cxn>
              </a:cxnLst>
              <a:rect l="0" t="0" r="r" b="b"/>
              <a:pathLst>
                <a:path w="117" h="262">
                  <a:moveTo>
                    <a:pt x="0" y="0"/>
                  </a:moveTo>
                  <a:cubicBezTo>
                    <a:pt x="0" y="168"/>
                    <a:pt x="0" y="168"/>
                    <a:pt x="0" y="168"/>
                  </a:cubicBezTo>
                  <a:cubicBezTo>
                    <a:pt x="31" y="207"/>
                    <a:pt x="71" y="240"/>
                    <a:pt x="117" y="262"/>
                  </a:cubicBezTo>
                  <a:cubicBezTo>
                    <a:pt x="117" y="182"/>
                    <a:pt x="117" y="182"/>
                    <a:pt x="117" y="182"/>
                  </a:cubicBezTo>
                  <a:cubicBezTo>
                    <a:pt x="56" y="141"/>
                    <a:pt x="12" y="76"/>
                    <a:pt x="0" y="0"/>
                  </a:cubicBezTo>
                  <a:close/>
                </a:path>
              </a:pathLst>
            </a:custGeom>
            <a:gradFill flip="none" rotWithShape="1">
              <a:gsLst>
                <a:gs pos="32000">
                  <a:schemeClr val="accent6">
                    <a:alpha val="0"/>
                  </a:schemeClr>
                </a:gs>
                <a:gs pos="72000">
                  <a:srgbClr val="000000"/>
                </a:gs>
              </a:gsLst>
              <a:lin ang="192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20" name="Group 119">
            <a:extLst>
              <a:ext uri="{FF2B5EF4-FFF2-40B4-BE49-F238E27FC236}">
                <a16:creationId xmlns:a16="http://schemas.microsoft.com/office/drawing/2014/main" id="{DF14232E-5FDB-4F40-A1DE-605F03EA1ADE}"/>
              </a:ext>
            </a:extLst>
          </p:cNvPr>
          <p:cNvGrpSpPr/>
          <p:nvPr/>
        </p:nvGrpSpPr>
        <p:grpSpPr>
          <a:xfrm>
            <a:off x="8174038" y="2184401"/>
            <a:ext cx="444500" cy="2497138"/>
            <a:chOff x="8174038" y="2184401"/>
            <a:chExt cx="444500" cy="2497138"/>
          </a:xfrm>
        </p:grpSpPr>
        <p:sp>
          <p:nvSpPr>
            <p:cNvPr id="65" name="Freeform 8">
              <a:extLst>
                <a:ext uri="{FF2B5EF4-FFF2-40B4-BE49-F238E27FC236}">
                  <a16:creationId xmlns:a16="http://schemas.microsoft.com/office/drawing/2014/main" id="{552C23B3-BF9B-4F38-A06F-D4C016A67CB8}"/>
                </a:ext>
              </a:extLst>
            </p:cNvPr>
            <p:cNvSpPr>
              <a:spLocks/>
            </p:cNvSpPr>
            <p:nvPr/>
          </p:nvSpPr>
          <p:spPr bwMode="auto">
            <a:xfrm>
              <a:off x="8174038" y="2184401"/>
              <a:ext cx="444500" cy="2497138"/>
            </a:xfrm>
            <a:custGeom>
              <a:avLst/>
              <a:gdLst>
                <a:gd name="T0" fmla="*/ 0 w 118"/>
                <a:gd name="T1" fmla="*/ 0 h 662"/>
                <a:gd name="T2" fmla="*/ 0 w 118"/>
                <a:gd name="T3" fmla="*/ 480 h 662"/>
                <a:gd name="T4" fmla="*/ 118 w 118"/>
                <a:gd name="T5" fmla="*/ 662 h 662"/>
                <a:gd name="T6" fmla="*/ 118 w 118"/>
                <a:gd name="T7" fmla="*/ 182 h 662"/>
                <a:gd name="T8" fmla="*/ 0 w 118"/>
                <a:gd name="T9" fmla="*/ 0 h 662"/>
              </a:gdLst>
              <a:ahLst/>
              <a:cxnLst>
                <a:cxn ang="0">
                  <a:pos x="T0" y="T1"/>
                </a:cxn>
                <a:cxn ang="0">
                  <a:pos x="T2" y="T3"/>
                </a:cxn>
                <a:cxn ang="0">
                  <a:pos x="T4" y="T5"/>
                </a:cxn>
                <a:cxn ang="0">
                  <a:pos x="T6" y="T7"/>
                </a:cxn>
                <a:cxn ang="0">
                  <a:pos x="T8" y="T9"/>
                </a:cxn>
              </a:cxnLst>
              <a:rect l="0" t="0" r="r" b="b"/>
              <a:pathLst>
                <a:path w="118" h="662">
                  <a:moveTo>
                    <a:pt x="0" y="0"/>
                  </a:moveTo>
                  <a:cubicBezTo>
                    <a:pt x="0" y="480"/>
                    <a:pt x="0" y="480"/>
                    <a:pt x="0" y="480"/>
                  </a:cubicBezTo>
                  <a:cubicBezTo>
                    <a:pt x="62" y="521"/>
                    <a:pt x="106" y="586"/>
                    <a:pt x="118" y="662"/>
                  </a:cubicBezTo>
                  <a:cubicBezTo>
                    <a:pt x="118" y="182"/>
                    <a:pt x="118" y="182"/>
                    <a:pt x="118" y="182"/>
                  </a:cubicBezTo>
                  <a:cubicBezTo>
                    <a:pt x="56" y="141"/>
                    <a:pt x="12" y="76"/>
                    <a:pt x="0"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88" name="Freeform 31">
              <a:extLst>
                <a:ext uri="{FF2B5EF4-FFF2-40B4-BE49-F238E27FC236}">
                  <a16:creationId xmlns:a16="http://schemas.microsoft.com/office/drawing/2014/main" id="{1CFFED8F-0398-4D37-9CBA-24152D3CF6B6}"/>
                </a:ext>
              </a:extLst>
            </p:cNvPr>
            <p:cNvSpPr>
              <a:spLocks/>
            </p:cNvSpPr>
            <p:nvPr/>
          </p:nvSpPr>
          <p:spPr bwMode="auto">
            <a:xfrm>
              <a:off x="8174038" y="3640138"/>
              <a:ext cx="444500" cy="1041400"/>
            </a:xfrm>
            <a:custGeom>
              <a:avLst/>
              <a:gdLst>
                <a:gd name="T0" fmla="*/ 118 w 118"/>
                <a:gd name="T1" fmla="*/ 87 h 276"/>
                <a:gd name="T2" fmla="*/ 0 w 118"/>
                <a:gd name="T3" fmla="*/ 0 h 276"/>
                <a:gd name="T4" fmla="*/ 0 w 118"/>
                <a:gd name="T5" fmla="*/ 94 h 276"/>
                <a:gd name="T6" fmla="*/ 118 w 118"/>
                <a:gd name="T7" fmla="*/ 276 h 276"/>
                <a:gd name="T8" fmla="*/ 118 w 118"/>
                <a:gd name="T9" fmla="*/ 87 h 276"/>
              </a:gdLst>
              <a:ahLst/>
              <a:cxnLst>
                <a:cxn ang="0">
                  <a:pos x="T0" y="T1"/>
                </a:cxn>
                <a:cxn ang="0">
                  <a:pos x="T2" y="T3"/>
                </a:cxn>
                <a:cxn ang="0">
                  <a:pos x="T4" y="T5"/>
                </a:cxn>
                <a:cxn ang="0">
                  <a:pos x="T6" y="T7"/>
                </a:cxn>
                <a:cxn ang="0">
                  <a:pos x="T8" y="T9"/>
                </a:cxn>
              </a:cxnLst>
              <a:rect l="0" t="0" r="r" b="b"/>
              <a:pathLst>
                <a:path w="118" h="276">
                  <a:moveTo>
                    <a:pt x="118" y="87"/>
                  </a:moveTo>
                  <a:cubicBezTo>
                    <a:pt x="85" y="50"/>
                    <a:pt x="45" y="20"/>
                    <a:pt x="0" y="0"/>
                  </a:cubicBezTo>
                  <a:cubicBezTo>
                    <a:pt x="0" y="94"/>
                    <a:pt x="0" y="94"/>
                    <a:pt x="0" y="94"/>
                  </a:cubicBezTo>
                  <a:cubicBezTo>
                    <a:pt x="62" y="134"/>
                    <a:pt x="106" y="200"/>
                    <a:pt x="118" y="276"/>
                  </a:cubicBezTo>
                  <a:lnTo>
                    <a:pt x="118" y="87"/>
                  </a:lnTo>
                  <a:close/>
                </a:path>
              </a:pathLst>
            </a:custGeom>
            <a:gradFill flip="none" rotWithShape="1">
              <a:gsLst>
                <a:gs pos="32000">
                  <a:schemeClr val="accent4">
                    <a:alpha val="0"/>
                  </a:schemeClr>
                </a:gs>
                <a:gs pos="72000">
                  <a:srgbClr val="000000"/>
                </a:gs>
              </a:gsLst>
              <a:lin ang="8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9" name="Freeform 32">
              <a:extLst>
                <a:ext uri="{FF2B5EF4-FFF2-40B4-BE49-F238E27FC236}">
                  <a16:creationId xmlns:a16="http://schemas.microsoft.com/office/drawing/2014/main" id="{799E95DB-1349-40E1-A822-4AAFE6725947}"/>
                </a:ext>
              </a:extLst>
            </p:cNvPr>
            <p:cNvSpPr>
              <a:spLocks/>
            </p:cNvSpPr>
            <p:nvPr/>
          </p:nvSpPr>
          <p:spPr bwMode="auto">
            <a:xfrm>
              <a:off x="8174038" y="2184401"/>
              <a:ext cx="444500" cy="987425"/>
            </a:xfrm>
            <a:custGeom>
              <a:avLst/>
              <a:gdLst>
                <a:gd name="T0" fmla="*/ 0 w 118"/>
                <a:gd name="T1" fmla="*/ 0 h 262"/>
                <a:gd name="T2" fmla="*/ 0 w 118"/>
                <a:gd name="T3" fmla="*/ 168 h 262"/>
                <a:gd name="T4" fmla="*/ 118 w 118"/>
                <a:gd name="T5" fmla="*/ 262 h 262"/>
                <a:gd name="T6" fmla="*/ 118 w 118"/>
                <a:gd name="T7" fmla="*/ 182 h 262"/>
                <a:gd name="T8" fmla="*/ 0 w 118"/>
                <a:gd name="T9" fmla="*/ 0 h 262"/>
              </a:gdLst>
              <a:ahLst/>
              <a:cxnLst>
                <a:cxn ang="0">
                  <a:pos x="T0" y="T1"/>
                </a:cxn>
                <a:cxn ang="0">
                  <a:pos x="T2" y="T3"/>
                </a:cxn>
                <a:cxn ang="0">
                  <a:pos x="T4" y="T5"/>
                </a:cxn>
                <a:cxn ang="0">
                  <a:pos x="T6" y="T7"/>
                </a:cxn>
                <a:cxn ang="0">
                  <a:pos x="T8" y="T9"/>
                </a:cxn>
              </a:cxnLst>
              <a:rect l="0" t="0" r="r" b="b"/>
              <a:pathLst>
                <a:path w="118" h="262">
                  <a:moveTo>
                    <a:pt x="0" y="0"/>
                  </a:moveTo>
                  <a:cubicBezTo>
                    <a:pt x="0" y="168"/>
                    <a:pt x="0" y="168"/>
                    <a:pt x="0" y="168"/>
                  </a:cubicBezTo>
                  <a:cubicBezTo>
                    <a:pt x="32" y="207"/>
                    <a:pt x="72" y="240"/>
                    <a:pt x="118" y="262"/>
                  </a:cubicBezTo>
                  <a:cubicBezTo>
                    <a:pt x="118" y="182"/>
                    <a:pt x="118" y="182"/>
                    <a:pt x="118" y="182"/>
                  </a:cubicBezTo>
                  <a:cubicBezTo>
                    <a:pt x="56" y="141"/>
                    <a:pt x="12" y="76"/>
                    <a:pt x="0" y="0"/>
                  </a:cubicBezTo>
                  <a:close/>
                </a:path>
              </a:pathLst>
            </a:custGeom>
            <a:gradFill flip="none" rotWithShape="1">
              <a:gsLst>
                <a:gs pos="32000">
                  <a:schemeClr val="accent4">
                    <a:alpha val="0"/>
                  </a:schemeClr>
                </a:gs>
                <a:gs pos="67000">
                  <a:srgbClr val="000000"/>
                </a:gs>
              </a:gsLst>
              <a:lin ang="192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9" name="Group 118">
            <a:extLst>
              <a:ext uri="{FF2B5EF4-FFF2-40B4-BE49-F238E27FC236}">
                <a16:creationId xmlns:a16="http://schemas.microsoft.com/office/drawing/2014/main" id="{70D3AF01-8636-4B52-B953-3CB74128FFFE}"/>
              </a:ext>
            </a:extLst>
          </p:cNvPr>
          <p:cNvGrpSpPr/>
          <p:nvPr/>
        </p:nvGrpSpPr>
        <p:grpSpPr>
          <a:xfrm>
            <a:off x="6643688" y="2184401"/>
            <a:ext cx="441325" cy="2497138"/>
            <a:chOff x="6643688" y="2184401"/>
            <a:chExt cx="441325" cy="2497138"/>
          </a:xfrm>
        </p:grpSpPr>
        <p:sp>
          <p:nvSpPr>
            <p:cNvPr id="62" name="Freeform 5">
              <a:extLst>
                <a:ext uri="{FF2B5EF4-FFF2-40B4-BE49-F238E27FC236}">
                  <a16:creationId xmlns:a16="http://schemas.microsoft.com/office/drawing/2014/main" id="{B4EE5F2F-39BF-4D07-AA53-C913A4F050C4}"/>
                </a:ext>
              </a:extLst>
            </p:cNvPr>
            <p:cNvSpPr>
              <a:spLocks/>
            </p:cNvSpPr>
            <p:nvPr/>
          </p:nvSpPr>
          <p:spPr bwMode="auto">
            <a:xfrm>
              <a:off x="6643688" y="2184401"/>
              <a:ext cx="441325" cy="2497138"/>
            </a:xfrm>
            <a:custGeom>
              <a:avLst/>
              <a:gdLst>
                <a:gd name="T0" fmla="*/ 117 w 117"/>
                <a:gd name="T1" fmla="*/ 480 h 662"/>
                <a:gd name="T2" fmla="*/ 117 w 117"/>
                <a:gd name="T3" fmla="*/ 0 h 662"/>
                <a:gd name="T4" fmla="*/ 0 w 117"/>
                <a:gd name="T5" fmla="*/ 182 h 662"/>
                <a:gd name="T6" fmla="*/ 0 w 117"/>
                <a:gd name="T7" fmla="*/ 662 h 662"/>
                <a:gd name="T8" fmla="*/ 117 w 117"/>
                <a:gd name="T9" fmla="*/ 480 h 662"/>
              </a:gdLst>
              <a:ahLst/>
              <a:cxnLst>
                <a:cxn ang="0">
                  <a:pos x="T0" y="T1"/>
                </a:cxn>
                <a:cxn ang="0">
                  <a:pos x="T2" y="T3"/>
                </a:cxn>
                <a:cxn ang="0">
                  <a:pos x="T4" y="T5"/>
                </a:cxn>
                <a:cxn ang="0">
                  <a:pos x="T6" y="T7"/>
                </a:cxn>
                <a:cxn ang="0">
                  <a:pos x="T8" y="T9"/>
                </a:cxn>
              </a:cxnLst>
              <a:rect l="0" t="0" r="r" b="b"/>
              <a:pathLst>
                <a:path w="117" h="662">
                  <a:moveTo>
                    <a:pt x="117" y="480"/>
                  </a:moveTo>
                  <a:cubicBezTo>
                    <a:pt x="117" y="0"/>
                    <a:pt x="117" y="0"/>
                    <a:pt x="117" y="0"/>
                  </a:cubicBezTo>
                  <a:cubicBezTo>
                    <a:pt x="105" y="76"/>
                    <a:pt x="61" y="141"/>
                    <a:pt x="0" y="182"/>
                  </a:cubicBezTo>
                  <a:cubicBezTo>
                    <a:pt x="0" y="662"/>
                    <a:pt x="0" y="662"/>
                    <a:pt x="0" y="662"/>
                  </a:cubicBezTo>
                  <a:cubicBezTo>
                    <a:pt x="11" y="586"/>
                    <a:pt x="55" y="521"/>
                    <a:pt x="117" y="48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90" name="Freeform 33">
              <a:extLst>
                <a:ext uri="{FF2B5EF4-FFF2-40B4-BE49-F238E27FC236}">
                  <a16:creationId xmlns:a16="http://schemas.microsoft.com/office/drawing/2014/main" id="{6F0C32AB-3433-4C3D-83A9-6ABA9FE783A3}"/>
                </a:ext>
              </a:extLst>
            </p:cNvPr>
            <p:cNvSpPr>
              <a:spLocks/>
            </p:cNvSpPr>
            <p:nvPr/>
          </p:nvSpPr>
          <p:spPr bwMode="auto">
            <a:xfrm>
              <a:off x="6643688" y="3640138"/>
              <a:ext cx="441325" cy="1041400"/>
            </a:xfrm>
            <a:custGeom>
              <a:avLst/>
              <a:gdLst>
                <a:gd name="T0" fmla="*/ 0 w 117"/>
                <a:gd name="T1" fmla="*/ 87 h 276"/>
                <a:gd name="T2" fmla="*/ 117 w 117"/>
                <a:gd name="T3" fmla="*/ 0 h 276"/>
                <a:gd name="T4" fmla="*/ 117 w 117"/>
                <a:gd name="T5" fmla="*/ 94 h 276"/>
                <a:gd name="T6" fmla="*/ 0 w 117"/>
                <a:gd name="T7" fmla="*/ 276 h 276"/>
                <a:gd name="T8" fmla="*/ 0 w 117"/>
                <a:gd name="T9" fmla="*/ 87 h 276"/>
              </a:gdLst>
              <a:ahLst/>
              <a:cxnLst>
                <a:cxn ang="0">
                  <a:pos x="T0" y="T1"/>
                </a:cxn>
                <a:cxn ang="0">
                  <a:pos x="T2" y="T3"/>
                </a:cxn>
                <a:cxn ang="0">
                  <a:pos x="T4" y="T5"/>
                </a:cxn>
                <a:cxn ang="0">
                  <a:pos x="T6" y="T7"/>
                </a:cxn>
                <a:cxn ang="0">
                  <a:pos x="T8" y="T9"/>
                </a:cxn>
              </a:cxnLst>
              <a:rect l="0" t="0" r="r" b="b"/>
              <a:pathLst>
                <a:path w="117" h="276">
                  <a:moveTo>
                    <a:pt x="0" y="87"/>
                  </a:moveTo>
                  <a:cubicBezTo>
                    <a:pt x="32" y="50"/>
                    <a:pt x="72" y="20"/>
                    <a:pt x="117" y="0"/>
                  </a:cubicBezTo>
                  <a:cubicBezTo>
                    <a:pt x="117" y="94"/>
                    <a:pt x="117" y="94"/>
                    <a:pt x="117" y="94"/>
                  </a:cubicBezTo>
                  <a:cubicBezTo>
                    <a:pt x="55" y="134"/>
                    <a:pt x="11" y="200"/>
                    <a:pt x="0" y="276"/>
                  </a:cubicBezTo>
                  <a:lnTo>
                    <a:pt x="0" y="87"/>
                  </a:lnTo>
                  <a:close/>
                </a:path>
              </a:pathLst>
            </a:custGeom>
            <a:gradFill flip="none" rotWithShape="1">
              <a:gsLst>
                <a:gs pos="32000">
                  <a:schemeClr val="accent4">
                    <a:alpha val="0"/>
                  </a:schemeClr>
                </a:gs>
                <a:gs pos="72000">
                  <a:srgbClr val="000000"/>
                </a:gs>
              </a:gsLst>
              <a:lin ang="2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1" name="Freeform 34">
              <a:extLst>
                <a:ext uri="{FF2B5EF4-FFF2-40B4-BE49-F238E27FC236}">
                  <a16:creationId xmlns:a16="http://schemas.microsoft.com/office/drawing/2014/main" id="{93DD5793-3B5C-4FF6-BE4A-40CC87B953B9}"/>
                </a:ext>
              </a:extLst>
            </p:cNvPr>
            <p:cNvSpPr>
              <a:spLocks/>
            </p:cNvSpPr>
            <p:nvPr/>
          </p:nvSpPr>
          <p:spPr bwMode="auto">
            <a:xfrm>
              <a:off x="6643688" y="2184401"/>
              <a:ext cx="441325" cy="987425"/>
            </a:xfrm>
            <a:custGeom>
              <a:avLst/>
              <a:gdLst>
                <a:gd name="T0" fmla="*/ 117 w 117"/>
                <a:gd name="T1" fmla="*/ 0 h 262"/>
                <a:gd name="T2" fmla="*/ 117 w 117"/>
                <a:gd name="T3" fmla="*/ 168 h 262"/>
                <a:gd name="T4" fmla="*/ 0 w 117"/>
                <a:gd name="T5" fmla="*/ 262 h 262"/>
                <a:gd name="T6" fmla="*/ 0 w 117"/>
                <a:gd name="T7" fmla="*/ 182 h 262"/>
                <a:gd name="T8" fmla="*/ 117 w 117"/>
                <a:gd name="T9" fmla="*/ 0 h 262"/>
              </a:gdLst>
              <a:ahLst/>
              <a:cxnLst>
                <a:cxn ang="0">
                  <a:pos x="T0" y="T1"/>
                </a:cxn>
                <a:cxn ang="0">
                  <a:pos x="T2" y="T3"/>
                </a:cxn>
                <a:cxn ang="0">
                  <a:pos x="T4" y="T5"/>
                </a:cxn>
                <a:cxn ang="0">
                  <a:pos x="T6" y="T7"/>
                </a:cxn>
                <a:cxn ang="0">
                  <a:pos x="T8" y="T9"/>
                </a:cxn>
              </a:cxnLst>
              <a:rect l="0" t="0" r="r" b="b"/>
              <a:pathLst>
                <a:path w="117" h="262">
                  <a:moveTo>
                    <a:pt x="117" y="0"/>
                  </a:moveTo>
                  <a:cubicBezTo>
                    <a:pt x="117" y="168"/>
                    <a:pt x="117" y="168"/>
                    <a:pt x="117" y="168"/>
                  </a:cubicBezTo>
                  <a:cubicBezTo>
                    <a:pt x="86" y="207"/>
                    <a:pt x="45" y="240"/>
                    <a:pt x="0" y="262"/>
                  </a:cubicBezTo>
                  <a:cubicBezTo>
                    <a:pt x="0" y="182"/>
                    <a:pt x="0" y="182"/>
                    <a:pt x="0" y="182"/>
                  </a:cubicBezTo>
                  <a:cubicBezTo>
                    <a:pt x="61" y="141"/>
                    <a:pt x="105" y="76"/>
                    <a:pt x="117" y="0"/>
                  </a:cubicBezTo>
                  <a:close/>
                </a:path>
              </a:pathLst>
            </a:custGeom>
            <a:gradFill flip="none" rotWithShape="1">
              <a:gsLst>
                <a:gs pos="32000">
                  <a:schemeClr val="accent3">
                    <a:alpha val="0"/>
                  </a:schemeClr>
                </a:gs>
                <a:gs pos="72000">
                  <a:srgbClr val="000000"/>
                </a:gs>
              </a:gsLst>
              <a:lin ang="132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7" name="Group 116">
            <a:extLst>
              <a:ext uri="{FF2B5EF4-FFF2-40B4-BE49-F238E27FC236}">
                <a16:creationId xmlns:a16="http://schemas.microsoft.com/office/drawing/2014/main" id="{A115C4BE-ACA7-4A64-8903-44F3CFF688AC}"/>
              </a:ext>
            </a:extLst>
          </p:cNvPr>
          <p:cNvGrpSpPr/>
          <p:nvPr/>
        </p:nvGrpSpPr>
        <p:grpSpPr>
          <a:xfrm>
            <a:off x="3576638" y="2184401"/>
            <a:ext cx="441325" cy="2497138"/>
            <a:chOff x="3576638" y="2184401"/>
            <a:chExt cx="441325" cy="2497138"/>
          </a:xfrm>
        </p:grpSpPr>
        <p:sp>
          <p:nvSpPr>
            <p:cNvPr id="64" name="Freeform 7">
              <a:extLst>
                <a:ext uri="{FF2B5EF4-FFF2-40B4-BE49-F238E27FC236}">
                  <a16:creationId xmlns:a16="http://schemas.microsoft.com/office/drawing/2014/main" id="{CC6F9801-C7E3-46C0-A13F-4B3CC2C964C6}"/>
                </a:ext>
              </a:extLst>
            </p:cNvPr>
            <p:cNvSpPr>
              <a:spLocks/>
            </p:cNvSpPr>
            <p:nvPr/>
          </p:nvSpPr>
          <p:spPr bwMode="auto">
            <a:xfrm>
              <a:off x="3576638" y="2184401"/>
              <a:ext cx="441325" cy="2497138"/>
            </a:xfrm>
            <a:custGeom>
              <a:avLst/>
              <a:gdLst>
                <a:gd name="T0" fmla="*/ 117 w 117"/>
                <a:gd name="T1" fmla="*/ 480 h 662"/>
                <a:gd name="T2" fmla="*/ 117 w 117"/>
                <a:gd name="T3" fmla="*/ 0 h 662"/>
                <a:gd name="T4" fmla="*/ 0 w 117"/>
                <a:gd name="T5" fmla="*/ 182 h 662"/>
                <a:gd name="T6" fmla="*/ 0 w 117"/>
                <a:gd name="T7" fmla="*/ 662 h 662"/>
                <a:gd name="T8" fmla="*/ 117 w 117"/>
                <a:gd name="T9" fmla="*/ 480 h 662"/>
              </a:gdLst>
              <a:ahLst/>
              <a:cxnLst>
                <a:cxn ang="0">
                  <a:pos x="T0" y="T1"/>
                </a:cxn>
                <a:cxn ang="0">
                  <a:pos x="T2" y="T3"/>
                </a:cxn>
                <a:cxn ang="0">
                  <a:pos x="T4" y="T5"/>
                </a:cxn>
                <a:cxn ang="0">
                  <a:pos x="T6" y="T7"/>
                </a:cxn>
                <a:cxn ang="0">
                  <a:pos x="T8" y="T9"/>
                </a:cxn>
              </a:cxnLst>
              <a:rect l="0" t="0" r="r" b="b"/>
              <a:pathLst>
                <a:path w="117" h="662">
                  <a:moveTo>
                    <a:pt x="117" y="480"/>
                  </a:moveTo>
                  <a:cubicBezTo>
                    <a:pt x="117" y="0"/>
                    <a:pt x="117" y="0"/>
                    <a:pt x="117" y="0"/>
                  </a:cubicBezTo>
                  <a:cubicBezTo>
                    <a:pt x="106" y="76"/>
                    <a:pt x="62" y="141"/>
                    <a:pt x="0" y="182"/>
                  </a:cubicBezTo>
                  <a:cubicBezTo>
                    <a:pt x="0" y="662"/>
                    <a:pt x="0" y="662"/>
                    <a:pt x="0" y="662"/>
                  </a:cubicBezTo>
                  <a:cubicBezTo>
                    <a:pt x="12" y="586"/>
                    <a:pt x="56" y="521"/>
                    <a:pt x="117" y="48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92" name="Freeform 35">
              <a:extLst>
                <a:ext uri="{FF2B5EF4-FFF2-40B4-BE49-F238E27FC236}">
                  <a16:creationId xmlns:a16="http://schemas.microsoft.com/office/drawing/2014/main" id="{CBF3A791-B525-40D2-9EF0-A58639CEC0A9}"/>
                </a:ext>
              </a:extLst>
            </p:cNvPr>
            <p:cNvSpPr>
              <a:spLocks/>
            </p:cNvSpPr>
            <p:nvPr/>
          </p:nvSpPr>
          <p:spPr bwMode="auto">
            <a:xfrm>
              <a:off x="3576638" y="3640138"/>
              <a:ext cx="441325" cy="1041400"/>
            </a:xfrm>
            <a:custGeom>
              <a:avLst/>
              <a:gdLst>
                <a:gd name="T0" fmla="*/ 0 w 117"/>
                <a:gd name="T1" fmla="*/ 87 h 276"/>
                <a:gd name="T2" fmla="*/ 117 w 117"/>
                <a:gd name="T3" fmla="*/ 0 h 276"/>
                <a:gd name="T4" fmla="*/ 117 w 117"/>
                <a:gd name="T5" fmla="*/ 94 h 276"/>
                <a:gd name="T6" fmla="*/ 0 w 117"/>
                <a:gd name="T7" fmla="*/ 276 h 276"/>
                <a:gd name="T8" fmla="*/ 0 w 117"/>
                <a:gd name="T9" fmla="*/ 87 h 276"/>
              </a:gdLst>
              <a:ahLst/>
              <a:cxnLst>
                <a:cxn ang="0">
                  <a:pos x="T0" y="T1"/>
                </a:cxn>
                <a:cxn ang="0">
                  <a:pos x="T2" y="T3"/>
                </a:cxn>
                <a:cxn ang="0">
                  <a:pos x="T4" y="T5"/>
                </a:cxn>
                <a:cxn ang="0">
                  <a:pos x="T6" y="T7"/>
                </a:cxn>
                <a:cxn ang="0">
                  <a:pos x="T8" y="T9"/>
                </a:cxn>
              </a:cxnLst>
              <a:rect l="0" t="0" r="r" b="b"/>
              <a:pathLst>
                <a:path w="117" h="276">
                  <a:moveTo>
                    <a:pt x="0" y="87"/>
                  </a:moveTo>
                  <a:cubicBezTo>
                    <a:pt x="32" y="50"/>
                    <a:pt x="72" y="20"/>
                    <a:pt x="117" y="0"/>
                  </a:cubicBezTo>
                  <a:cubicBezTo>
                    <a:pt x="117" y="94"/>
                    <a:pt x="117" y="94"/>
                    <a:pt x="117" y="94"/>
                  </a:cubicBezTo>
                  <a:cubicBezTo>
                    <a:pt x="56" y="134"/>
                    <a:pt x="12" y="200"/>
                    <a:pt x="0" y="276"/>
                  </a:cubicBezTo>
                  <a:lnTo>
                    <a:pt x="0" y="87"/>
                  </a:lnTo>
                  <a:close/>
                </a:path>
              </a:pathLst>
            </a:custGeom>
            <a:gradFill flip="none" rotWithShape="1">
              <a:gsLst>
                <a:gs pos="32000">
                  <a:schemeClr val="accent1">
                    <a:alpha val="0"/>
                  </a:schemeClr>
                </a:gs>
                <a:gs pos="72000">
                  <a:srgbClr val="000000"/>
                </a:gs>
              </a:gsLst>
              <a:lin ang="2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3" name="Freeform 36">
              <a:extLst>
                <a:ext uri="{FF2B5EF4-FFF2-40B4-BE49-F238E27FC236}">
                  <a16:creationId xmlns:a16="http://schemas.microsoft.com/office/drawing/2014/main" id="{5F78E9DB-AA38-41C4-A3AD-466ACFC96AAA}"/>
                </a:ext>
              </a:extLst>
            </p:cNvPr>
            <p:cNvSpPr>
              <a:spLocks/>
            </p:cNvSpPr>
            <p:nvPr/>
          </p:nvSpPr>
          <p:spPr bwMode="auto">
            <a:xfrm>
              <a:off x="3576638" y="2184401"/>
              <a:ext cx="441325" cy="987425"/>
            </a:xfrm>
            <a:custGeom>
              <a:avLst/>
              <a:gdLst>
                <a:gd name="T0" fmla="*/ 117 w 117"/>
                <a:gd name="T1" fmla="*/ 0 h 262"/>
                <a:gd name="T2" fmla="*/ 117 w 117"/>
                <a:gd name="T3" fmla="*/ 168 h 262"/>
                <a:gd name="T4" fmla="*/ 0 w 117"/>
                <a:gd name="T5" fmla="*/ 262 h 262"/>
                <a:gd name="T6" fmla="*/ 0 w 117"/>
                <a:gd name="T7" fmla="*/ 182 h 262"/>
                <a:gd name="T8" fmla="*/ 117 w 117"/>
                <a:gd name="T9" fmla="*/ 0 h 262"/>
              </a:gdLst>
              <a:ahLst/>
              <a:cxnLst>
                <a:cxn ang="0">
                  <a:pos x="T0" y="T1"/>
                </a:cxn>
                <a:cxn ang="0">
                  <a:pos x="T2" y="T3"/>
                </a:cxn>
                <a:cxn ang="0">
                  <a:pos x="T4" y="T5"/>
                </a:cxn>
                <a:cxn ang="0">
                  <a:pos x="T6" y="T7"/>
                </a:cxn>
                <a:cxn ang="0">
                  <a:pos x="T8" y="T9"/>
                </a:cxn>
              </a:cxnLst>
              <a:rect l="0" t="0" r="r" b="b"/>
              <a:pathLst>
                <a:path w="117" h="262">
                  <a:moveTo>
                    <a:pt x="117" y="0"/>
                  </a:moveTo>
                  <a:cubicBezTo>
                    <a:pt x="117" y="168"/>
                    <a:pt x="117" y="168"/>
                    <a:pt x="117" y="168"/>
                  </a:cubicBezTo>
                  <a:cubicBezTo>
                    <a:pt x="86" y="207"/>
                    <a:pt x="46" y="240"/>
                    <a:pt x="0" y="262"/>
                  </a:cubicBezTo>
                  <a:cubicBezTo>
                    <a:pt x="0" y="182"/>
                    <a:pt x="0" y="182"/>
                    <a:pt x="0" y="182"/>
                  </a:cubicBezTo>
                  <a:cubicBezTo>
                    <a:pt x="62" y="141"/>
                    <a:pt x="106" y="76"/>
                    <a:pt x="117" y="0"/>
                  </a:cubicBezTo>
                  <a:close/>
                </a:path>
              </a:pathLst>
            </a:custGeom>
            <a:gradFill flip="none" rotWithShape="1">
              <a:gsLst>
                <a:gs pos="32000">
                  <a:schemeClr val="accent1">
                    <a:alpha val="0"/>
                  </a:schemeClr>
                </a:gs>
                <a:gs pos="72000">
                  <a:srgbClr val="000000"/>
                </a:gs>
              </a:gsLst>
              <a:lin ang="132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2" name="Group 111">
            <a:extLst>
              <a:ext uri="{FF2B5EF4-FFF2-40B4-BE49-F238E27FC236}">
                <a16:creationId xmlns:a16="http://schemas.microsoft.com/office/drawing/2014/main" id="{81446B58-A13F-4C6E-8FA2-ABA37983CCB6}"/>
              </a:ext>
            </a:extLst>
          </p:cNvPr>
          <p:cNvGrpSpPr/>
          <p:nvPr/>
        </p:nvGrpSpPr>
        <p:grpSpPr>
          <a:xfrm>
            <a:off x="5099050" y="1030288"/>
            <a:ext cx="1997075" cy="2003426"/>
            <a:chOff x="5099050" y="1030288"/>
            <a:chExt cx="1997075" cy="2003426"/>
          </a:xfrm>
          <a:effectLst>
            <a:outerShdw blurRad="215900" dist="177800" dir="2700000" sx="98000" sy="98000" algn="tl" rotWithShape="0">
              <a:prstClr val="black">
                <a:alpha val="33000"/>
              </a:prstClr>
            </a:outerShdw>
          </a:effectLst>
        </p:grpSpPr>
        <p:sp>
          <p:nvSpPr>
            <p:cNvPr id="66" name="Oval 9">
              <a:extLst>
                <a:ext uri="{FF2B5EF4-FFF2-40B4-BE49-F238E27FC236}">
                  <a16:creationId xmlns:a16="http://schemas.microsoft.com/office/drawing/2014/main" id="{AC991AAC-E06F-42A9-B468-E4D81591C04C}"/>
                </a:ext>
              </a:extLst>
            </p:cNvPr>
            <p:cNvSpPr>
              <a:spLocks noChangeArrowheads="1"/>
            </p:cNvSpPr>
            <p:nvPr/>
          </p:nvSpPr>
          <p:spPr bwMode="auto">
            <a:xfrm>
              <a:off x="5099050" y="1030288"/>
              <a:ext cx="1997075" cy="200342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67" name="Freeform 10">
              <a:extLst>
                <a:ext uri="{FF2B5EF4-FFF2-40B4-BE49-F238E27FC236}">
                  <a16:creationId xmlns:a16="http://schemas.microsoft.com/office/drawing/2014/main" id="{D8FBFCE6-0FA4-4423-BA1D-356E101ECE55}"/>
                </a:ext>
              </a:extLst>
            </p:cNvPr>
            <p:cNvSpPr>
              <a:spLocks/>
            </p:cNvSpPr>
            <p:nvPr/>
          </p:nvSpPr>
          <p:spPr bwMode="auto">
            <a:xfrm>
              <a:off x="5381625" y="1317626"/>
              <a:ext cx="1714500" cy="1716088"/>
            </a:xfrm>
            <a:custGeom>
              <a:avLst/>
              <a:gdLst>
                <a:gd name="T0" fmla="*/ 375 w 455"/>
                <a:gd name="T1" fmla="*/ 0 h 455"/>
                <a:gd name="T2" fmla="*/ 450 w 455"/>
                <a:gd name="T3" fmla="*/ 185 h 455"/>
                <a:gd name="T4" fmla="*/ 185 w 455"/>
                <a:gd name="T5" fmla="*/ 450 h 455"/>
                <a:gd name="T6" fmla="*/ 0 w 455"/>
                <a:gd name="T7" fmla="*/ 375 h 455"/>
                <a:gd name="T8" fmla="*/ 190 w 455"/>
                <a:gd name="T9" fmla="*/ 455 h 455"/>
                <a:gd name="T10" fmla="*/ 455 w 455"/>
                <a:gd name="T11" fmla="*/ 190 h 455"/>
                <a:gd name="T12" fmla="*/ 375 w 455"/>
                <a:gd name="T13" fmla="*/ 0 h 455"/>
              </a:gdLst>
              <a:ahLst/>
              <a:cxnLst>
                <a:cxn ang="0">
                  <a:pos x="T0" y="T1"/>
                </a:cxn>
                <a:cxn ang="0">
                  <a:pos x="T2" y="T3"/>
                </a:cxn>
                <a:cxn ang="0">
                  <a:pos x="T4" y="T5"/>
                </a:cxn>
                <a:cxn ang="0">
                  <a:pos x="T6" y="T7"/>
                </a:cxn>
                <a:cxn ang="0">
                  <a:pos x="T8" y="T9"/>
                </a:cxn>
                <a:cxn ang="0">
                  <a:pos x="T10" y="T11"/>
                </a:cxn>
                <a:cxn ang="0">
                  <a:pos x="T12" y="T13"/>
                </a:cxn>
              </a:cxnLst>
              <a:rect l="0" t="0" r="r" b="b"/>
              <a:pathLst>
                <a:path w="455" h="455">
                  <a:moveTo>
                    <a:pt x="375" y="0"/>
                  </a:moveTo>
                  <a:cubicBezTo>
                    <a:pt x="421" y="48"/>
                    <a:pt x="450" y="113"/>
                    <a:pt x="450" y="185"/>
                  </a:cubicBezTo>
                  <a:cubicBezTo>
                    <a:pt x="450" y="331"/>
                    <a:pt x="332" y="450"/>
                    <a:pt x="185" y="450"/>
                  </a:cubicBezTo>
                  <a:cubicBezTo>
                    <a:pt x="113" y="450"/>
                    <a:pt x="48" y="421"/>
                    <a:pt x="0" y="375"/>
                  </a:cubicBezTo>
                  <a:cubicBezTo>
                    <a:pt x="48" y="424"/>
                    <a:pt x="115" y="455"/>
                    <a:pt x="190" y="455"/>
                  </a:cubicBezTo>
                  <a:cubicBezTo>
                    <a:pt x="336" y="455"/>
                    <a:pt x="455" y="336"/>
                    <a:pt x="455" y="190"/>
                  </a:cubicBezTo>
                  <a:cubicBezTo>
                    <a:pt x="455" y="115"/>
                    <a:pt x="424" y="48"/>
                    <a:pt x="375"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8" name="Freeform 11">
              <a:extLst>
                <a:ext uri="{FF2B5EF4-FFF2-40B4-BE49-F238E27FC236}">
                  <a16:creationId xmlns:a16="http://schemas.microsoft.com/office/drawing/2014/main" id="{90B6E574-513F-4477-B84D-8F186114ACC3}"/>
                </a:ext>
              </a:extLst>
            </p:cNvPr>
            <p:cNvSpPr>
              <a:spLocks/>
            </p:cNvSpPr>
            <p:nvPr/>
          </p:nvSpPr>
          <p:spPr bwMode="auto">
            <a:xfrm>
              <a:off x="5099050" y="1030288"/>
              <a:ext cx="1714500" cy="1719263"/>
            </a:xfrm>
            <a:custGeom>
              <a:avLst/>
              <a:gdLst>
                <a:gd name="T0" fmla="*/ 6 w 455"/>
                <a:gd name="T1" fmla="*/ 272 h 456"/>
                <a:gd name="T2" fmla="*/ 271 w 455"/>
                <a:gd name="T3" fmla="*/ 7 h 456"/>
                <a:gd name="T4" fmla="*/ 455 w 455"/>
                <a:gd name="T5" fmla="*/ 81 h 456"/>
                <a:gd name="T6" fmla="*/ 265 w 455"/>
                <a:gd name="T7" fmla="*/ 0 h 456"/>
                <a:gd name="T8" fmla="*/ 0 w 455"/>
                <a:gd name="T9" fmla="*/ 266 h 456"/>
                <a:gd name="T10" fmla="*/ 81 w 455"/>
                <a:gd name="T11" fmla="*/ 456 h 456"/>
                <a:gd name="T12" fmla="*/ 6 w 455"/>
                <a:gd name="T13" fmla="*/ 272 h 456"/>
              </a:gdLst>
              <a:ahLst/>
              <a:cxnLst>
                <a:cxn ang="0">
                  <a:pos x="T0" y="T1"/>
                </a:cxn>
                <a:cxn ang="0">
                  <a:pos x="T2" y="T3"/>
                </a:cxn>
                <a:cxn ang="0">
                  <a:pos x="T4" y="T5"/>
                </a:cxn>
                <a:cxn ang="0">
                  <a:pos x="T6" y="T7"/>
                </a:cxn>
                <a:cxn ang="0">
                  <a:pos x="T8" y="T9"/>
                </a:cxn>
                <a:cxn ang="0">
                  <a:pos x="T10" y="T11"/>
                </a:cxn>
                <a:cxn ang="0">
                  <a:pos x="T12" y="T13"/>
                </a:cxn>
              </a:cxnLst>
              <a:rect l="0" t="0" r="r" b="b"/>
              <a:pathLst>
                <a:path w="455" h="456">
                  <a:moveTo>
                    <a:pt x="6" y="272"/>
                  </a:moveTo>
                  <a:cubicBezTo>
                    <a:pt x="6" y="125"/>
                    <a:pt x="125" y="7"/>
                    <a:pt x="271" y="7"/>
                  </a:cubicBezTo>
                  <a:cubicBezTo>
                    <a:pt x="343" y="7"/>
                    <a:pt x="408" y="35"/>
                    <a:pt x="455" y="81"/>
                  </a:cubicBezTo>
                  <a:cubicBezTo>
                    <a:pt x="407" y="32"/>
                    <a:pt x="340" y="0"/>
                    <a:pt x="265" y="0"/>
                  </a:cubicBezTo>
                  <a:cubicBezTo>
                    <a:pt x="118" y="0"/>
                    <a:pt x="0" y="119"/>
                    <a:pt x="0" y="266"/>
                  </a:cubicBezTo>
                  <a:cubicBezTo>
                    <a:pt x="0" y="340"/>
                    <a:pt x="31" y="408"/>
                    <a:pt x="81" y="456"/>
                  </a:cubicBezTo>
                  <a:cubicBezTo>
                    <a:pt x="35" y="408"/>
                    <a:pt x="6" y="344"/>
                    <a:pt x="6" y="272"/>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1" name="Group 110">
            <a:extLst>
              <a:ext uri="{FF2B5EF4-FFF2-40B4-BE49-F238E27FC236}">
                <a16:creationId xmlns:a16="http://schemas.microsoft.com/office/drawing/2014/main" id="{7B5CC069-6463-4A71-93D5-A6E454506AEF}"/>
              </a:ext>
            </a:extLst>
          </p:cNvPr>
          <p:cNvGrpSpPr/>
          <p:nvPr/>
        </p:nvGrpSpPr>
        <p:grpSpPr>
          <a:xfrm>
            <a:off x="2032000" y="1030288"/>
            <a:ext cx="2000250" cy="2003426"/>
            <a:chOff x="2032000" y="1030288"/>
            <a:chExt cx="2000250" cy="2003426"/>
          </a:xfrm>
          <a:effectLst>
            <a:outerShdw blurRad="215900" dist="177800" dir="2700000" sx="98000" sy="98000" algn="tl" rotWithShape="0">
              <a:prstClr val="black">
                <a:alpha val="33000"/>
              </a:prstClr>
            </a:outerShdw>
          </a:effectLst>
        </p:grpSpPr>
        <p:sp>
          <p:nvSpPr>
            <p:cNvPr id="69" name="Oval 12">
              <a:extLst>
                <a:ext uri="{FF2B5EF4-FFF2-40B4-BE49-F238E27FC236}">
                  <a16:creationId xmlns:a16="http://schemas.microsoft.com/office/drawing/2014/main" id="{720A25B3-67F3-4D2B-922A-0475B592234D}"/>
                </a:ext>
              </a:extLst>
            </p:cNvPr>
            <p:cNvSpPr>
              <a:spLocks noChangeArrowheads="1"/>
            </p:cNvSpPr>
            <p:nvPr/>
          </p:nvSpPr>
          <p:spPr bwMode="auto">
            <a:xfrm>
              <a:off x="2032000" y="1030288"/>
              <a:ext cx="2000250" cy="20034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70" name="Freeform 13">
              <a:extLst>
                <a:ext uri="{FF2B5EF4-FFF2-40B4-BE49-F238E27FC236}">
                  <a16:creationId xmlns:a16="http://schemas.microsoft.com/office/drawing/2014/main" id="{4600ED35-75B2-40CA-B92B-65A92F2A04A2}"/>
                </a:ext>
              </a:extLst>
            </p:cNvPr>
            <p:cNvSpPr>
              <a:spLocks/>
            </p:cNvSpPr>
            <p:nvPr/>
          </p:nvSpPr>
          <p:spPr bwMode="auto">
            <a:xfrm>
              <a:off x="2317750" y="1317626"/>
              <a:ext cx="1714500" cy="1716088"/>
            </a:xfrm>
            <a:custGeom>
              <a:avLst/>
              <a:gdLst>
                <a:gd name="T0" fmla="*/ 375 w 455"/>
                <a:gd name="T1" fmla="*/ 0 h 455"/>
                <a:gd name="T2" fmla="*/ 450 w 455"/>
                <a:gd name="T3" fmla="*/ 185 h 455"/>
                <a:gd name="T4" fmla="*/ 185 w 455"/>
                <a:gd name="T5" fmla="*/ 450 h 455"/>
                <a:gd name="T6" fmla="*/ 0 w 455"/>
                <a:gd name="T7" fmla="*/ 375 h 455"/>
                <a:gd name="T8" fmla="*/ 189 w 455"/>
                <a:gd name="T9" fmla="*/ 455 h 455"/>
                <a:gd name="T10" fmla="*/ 455 w 455"/>
                <a:gd name="T11" fmla="*/ 190 h 455"/>
                <a:gd name="T12" fmla="*/ 375 w 455"/>
                <a:gd name="T13" fmla="*/ 0 h 455"/>
              </a:gdLst>
              <a:ahLst/>
              <a:cxnLst>
                <a:cxn ang="0">
                  <a:pos x="T0" y="T1"/>
                </a:cxn>
                <a:cxn ang="0">
                  <a:pos x="T2" y="T3"/>
                </a:cxn>
                <a:cxn ang="0">
                  <a:pos x="T4" y="T5"/>
                </a:cxn>
                <a:cxn ang="0">
                  <a:pos x="T6" y="T7"/>
                </a:cxn>
                <a:cxn ang="0">
                  <a:pos x="T8" y="T9"/>
                </a:cxn>
                <a:cxn ang="0">
                  <a:pos x="T10" y="T11"/>
                </a:cxn>
                <a:cxn ang="0">
                  <a:pos x="T12" y="T13"/>
                </a:cxn>
              </a:cxnLst>
              <a:rect l="0" t="0" r="r" b="b"/>
              <a:pathLst>
                <a:path w="455" h="455">
                  <a:moveTo>
                    <a:pt x="375" y="0"/>
                  </a:moveTo>
                  <a:cubicBezTo>
                    <a:pt x="421" y="48"/>
                    <a:pt x="450" y="113"/>
                    <a:pt x="450" y="185"/>
                  </a:cubicBezTo>
                  <a:cubicBezTo>
                    <a:pt x="450" y="331"/>
                    <a:pt x="331" y="450"/>
                    <a:pt x="185" y="450"/>
                  </a:cubicBezTo>
                  <a:cubicBezTo>
                    <a:pt x="113" y="450"/>
                    <a:pt x="48" y="421"/>
                    <a:pt x="0" y="375"/>
                  </a:cubicBezTo>
                  <a:cubicBezTo>
                    <a:pt x="48" y="424"/>
                    <a:pt x="115" y="455"/>
                    <a:pt x="189" y="455"/>
                  </a:cubicBezTo>
                  <a:cubicBezTo>
                    <a:pt x="336" y="455"/>
                    <a:pt x="455" y="336"/>
                    <a:pt x="455" y="190"/>
                  </a:cubicBezTo>
                  <a:cubicBezTo>
                    <a:pt x="455" y="115"/>
                    <a:pt x="424" y="48"/>
                    <a:pt x="375"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1" name="Freeform 14">
              <a:extLst>
                <a:ext uri="{FF2B5EF4-FFF2-40B4-BE49-F238E27FC236}">
                  <a16:creationId xmlns:a16="http://schemas.microsoft.com/office/drawing/2014/main" id="{B51BC964-DEAE-4CD1-ABA9-30C754BF9844}"/>
                </a:ext>
              </a:extLst>
            </p:cNvPr>
            <p:cNvSpPr>
              <a:spLocks/>
            </p:cNvSpPr>
            <p:nvPr/>
          </p:nvSpPr>
          <p:spPr bwMode="auto">
            <a:xfrm>
              <a:off x="2032000" y="1030288"/>
              <a:ext cx="1717675" cy="1719263"/>
            </a:xfrm>
            <a:custGeom>
              <a:avLst/>
              <a:gdLst>
                <a:gd name="T0" fmla="*/ 7 w 456"/>
                <a:gd name="T1" fmla="*/ 272 h 456"/>
                <a:gd name="T2" fmla="*/ 272 w 456"/>
                <a:gd name="T3" fmla="*/ 7 h 456"/>
                <a:gd name="T4" fmla="*/ 456 w 456"/>
                <a:gd name="T5" fmla="*/ 81 h 456"/>
                <a:gd name="T6" fmla="*/ 265 w 456"/>
                <a:gd name="T7" fmla="*/ 0 h 456"/>
                <a:gd name="T8" fmla="*/ 0 w 456"/>
                <a:gd name="T9" fmla="*/ 266 h 456"/>
                <a:gd name="T10" fmla="*/ 82 w 456"/>
                <a:gd name="T11" fmla="*/ 456 h 456"/>
                <a:gd name="T12" fmla="*/ 7 w 456"/>
                <a:gd name="T13" fmla="*/ 272 h 456"/>
              </a:gdLst>
              <a:ahLst/>
              <a:cxnLst>
                <a:cxn ang="0">
                  <a:pos x="T0" y="T1"/>
                </a:cxn>
                <a:cxn ang="0">
                  <a:pos x="T2" y="T3"/>
                </a:cxn>
                <a:cxn ang="0">
                  <a:pos x="T4" y="T5"/>
                </a:cxn>
                <a:cxn ang="0">
                  <a:pos x="T6" y="T7"/>
                </a:cxn>
                <a:cxn ang="0">
                  <a:pos x="T8" y="T9"/>
                </a:cxn>
                <a:cxn ang="0">
                  <a:pos x="T10" y="T11"/>
                </a:cxn>
                <a:cxn ang="0">
                  <a:pos x="T12" y="T13"/>
                </a:cxn>
              </a:cxnLst>
              <a:rect l="0" t="0" r="r" b="b"/>
              <a:pathLst>
                <a:path w="456" h="456">
                  <a:moveTo>
                    <a:pt x="7" y="272"/>
                  </a:moveTo>
                  <a:cubicBezTo>
                    <a:pt x="7" y="125"/>
                    <a:pt x="125" y="7"/>
                    <a:pt x="272" y="7"/>
                  </a:cubicBezTo>
                  <a:cubicBezTo>
                    <a:pt x="343" y="7"/>
                    <a:pt x="408" y="35"/>
                    <a:pt x="456" y="81"/>
                  </a:cubicBezTo>
                  <a:cubicBezTo>
                    <a:pt x="408" y="32"/>
                    <a:pt x="340" y="0"/>
                    <a:pt x="265" y="0"/>
                  </a:cubicBezTo>
                  <a:cubicBezTo>
                    <a:pt x="119" y="0"/>
                    <a:pt x="0" y="119"/>
                    <a:pt x="0" y="266"/>
                  </a:cubicBezTo>
                  <a:cubicBezTo>
                    <a:pt x="0" y="340"/>
                    <a:pt x="32" y="408"/>
                    <a:pt x="82" y="456"/>
                  </a:cubicBezTo>
                  <a:cubicBezTo>
                    <a:pt x="35" y="408"/>
                    <a:pt x="7" y="344"/>
                    <a:pt x="7" y="27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4" name="Group 113">
            <a:extLst>
              <a:ext uri="{FF2B5EF4-FFF2-40B4-BE49-F238E27FC236}">
                <a16:creationId xmlns:a16="http://schemas.microsoft.com/office/drawing/2014/main" id="{C70A8167-2E9D-4CD6-9C56-5B7BB0E7FA28}"/>
              </a:ext>
            </a:extLst>
          </p:cNvPr>
          <p:cNvGrpSpPr/>
          <p:nvPr/>
        </p:nvGrpSpPr>
        <p:grpSpPr>
          <a:xfrm>
            <a:off x="6629400" y="3832226"/>
            <a:ext cx="2000250" cy="1998663"/>
            <a:chOff x="6629400" y="3832226"/>
            <a:chExt cx="2000250" cy="1998663"/>
          </a:xfrm>
          <a:effectLst>
            <a:outerShdw blurRad="215900" dist="177800" dir="2700000" sx="98000" sy="98000" algn="tl" rotWithShape="0">
              <a:prstClr val="black">
                <a:alpha val="33000"/>
              </a:prstClr>
            </a:outerShdw>
          </a:effectLst>
        </p:grpSpPr>
        <p:sp>
          <p:nvSpPr>
            <p:cNvPr id="72" name="Oval 15">
              <a:extLst>
                <a:ext uri="{FF2B5EF4-FFF2-40B4-BE49-F238E27FC236}">
                  <a16:creationId xmlns:a16="http://schemas.microsoft.com/office/drawing/2014/main" id="{E9512CAF-4949-47BC-A91A-1EBD6FDEC7B8}"/>
                </a:ext>
              </a:extLst>
            </p:cNvPr>
            <p:cNvSpPr>
              <a:spLocks noChangeArrowheads="1"/>
            </p:cNvSpPr>
            <p:nvPr/>
          </p:nvSpPr>
          <p:spPr bwMode="auto">
            <a:xfrm>
              <a:off x="6629400" y="3832226"/>
              <a:ext cx="2000250" cy="1998663"/>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73" name="Freeform 16">
              <a:extLst>
                <a:ext uri="{FF2B5EF4-FFF2-40B4-BE49-F238E27FC236}">
                  <a16:creationId xmlns:a16="http://schemas.microsoft.com/office/drawing/2014/main" id="{A747C6BE-9C8C-4DAF-8BCF-49B66C90F7BA}"/>
                </a:ext>
              </a:extLst>
            </p:cNvPr>
            <p:cNvSpPr>
              <a:spLocks/>
            </p:cNvSpPr>
            <p:nvPr/>
          </p:nvSpPr>
          <p:spPr bwMode="auto">
            <a:xfrm>
              <a:off x="6915150" y="4119563"/>
              <a:ext cx="1714500" cy="1711325"/>
            </a:xfrm>
            <a:custGeom>
              <a:avLst/>
              <a:gdLst>
                <a:gd name="T0" fmla="*/ 375 w 455"/>
                <a:gd name="T1" fmla="*/ 0 h 454"/>
                <a:gd name="T2" fmla="*/ 450 w 455"/>
                <a:gd name="T3" fmla="*/ 185 h 454"/>
                <a:gd name="T4" fmla="*/ 185 w 455"/>
                <a:gd name="T5" fmla="*/ 450 h 454"/>
                <a:gd name="T6" fmla="*/ 0 w 455"/>
                <a:gd name="T7" fmla="*/ 374 h 454"/>
                <a:gd name="T8" fmla="*/ 190 w 455"/>
                <a:gd name="T9" fmla="*/ 454 h 454"/>
                <a:gd name="T10" fmla="*/ 455 w 455"/>
                <a:gd name="T11" fmla="*/ 189 h 454"/>
                <a:gd name="T12" fmla="*/ 375 w 455"/>
                <a:gd name="T13" fmla="*/ 0 h 454"/>
              </a:gdLst>
              <a:ahLst/>
              <a:cxnLst>
                <a:cxn ang="0">
                  <a:pos x="T0" y="T1"/>
                </a:cxn>
                <a:cxn ang="0">
                  <a:pos x="T2" y="T3"/>
                </a:cxn>
                <a:cxn ang="0">
                  <a:pos x="T4" y="T5"/>
                </a:cxn>
                <a:cxn ang="0">
                  <a:pos x="T6" y="T7"/>
                </a:cxn>
                <a:cxn ang="0">
                  <a:pos x="T8" y="T9"/>
                </a:cxn>
                <a:cxn ang="0">
                  <a:pos x="T10" y="T11"/>
                </a:cxn>
                <a:cxn ang="0">
                  <a:pos x="T12" y="T13"/>
                </a:cxn>
              </a:cxnLst>
              <a:rect l="0" t="0" r="r" b="b"/>
              <a:pathLst>
                <a:path w="455" h="454">
                  <a:moveTo>
                    <a:pt x="375" y="0"/>
                  </a:moveTo>
                  <a:cubicBezTo>
                    <a:pt x="421" y="47"/>
                    <a:pt x="450" y="113"/>
                    <a:pt x="450" y="185"/>
                  </a:cubicBezTo>
                  <a:cubicBezTo>
                    <a:pt x="450" y="331"/>
                    <a:pt x="331" y="450"/>
                    <a:pt x="185" y="450"/>
                  </a:cubicBezTo>
                  <a:cubicBezTo>
                    <a:pt x="113" y="450"/>
                    <a:pt x="48" y="421"/>
                    <a:pt x="0" y="374"/>
                  </a:cubicBezTo>
                  <a:cubicBezTo>
                    <a:pt x="48" y="424"/>
                    <a:pt x="115" y="454"/>
                    <a:pt x="190" y="454"/>
                  </a:cubicBezTo>
                  <a:cubicBezTo>
                    <a:pt x="336" y="454"/>
                    <a:pt x="455" y="336"/>
                    <a:pt x="455" y="189"/>
                  </a:cubicBezTo>
                  <a:cubicBezTo>
                    <a:pt x="455" y="115"/>
                    <a:pt x="424" y="48"/>
                    <a:pt x="375"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4" name="Freeform 17">
              <a:extLst>
                <a:ext uri="{FF2B5EF4-FFF2-40B4-BE49-F238E27FC236}">
                  <a16:creationId xmlns:a16="http://schemas.microsoft.com/office/drawing/2014/main" id="{DD039570-30F8-464C-A790-DB102743E01C}"/>
                </a:ext>
              </a:extLst>
            </p:cNvPr>
            <p:cNvSpPr>
              <a:spLocks/>
            </p:cNvSpPr>
            <p:nvPr/>
          </p:nvSpPr>
          <p:spPr bwMode="auto">
            <a:xfrm>
              <a:off x="6629400" y="3832226"/>
              <a:ext cx="1717675" cy="1720850"/>
            </a:xfrm>
            <a:custGeom>
              <a:avLst/>
              <a:gdLst>
                <a:gd name="T0" fmla="*/ 7 w 456"/>
                <a:gd name="T1" fmla="*/ 272 h 456"/>
                <a:gd name="T2" fmla="*/ 272 w 456"/>
                <a:gd name="T3" fmla="*/ 7 h 456"/>
                <a:gd name="T4" fmla="*/ 456 w 456"/>
                <a:gd name="T5" fmla="*/ 81 h 456"/>
                <a:gd name="T6" fmla="*/ 266 w 456"/>
                <a:gd name="T7" fmla="*/ 0 h 456"/>
                <a:gd name="T8" fmla="*/ 0 w 456"/>
                <a:gd name="T9" fmla="*/ 265 h 456"/>
                <a:gd name="T10" fmla="*/ 82 w 456"/>
                <a:gd name="T11" fmla="*/ 456 h 456"/>
                <a:gd name="T12" fmla="*/ 7 w 456"/>
                <a:gd name="T13" fmla="*/ 272 h 456"/>
              </a:gdLst>
              <a:ahLst/>
              <a:cxnLst>
                <a:cxn ang="0">
                  <a:pos x="T0" y="T1"/>
                </a:cxn>
                <a:cxn ang="0">
                  <a:pos x="T2" y="T3"/>
                </a:cxn>
                <a:cxn ang="0">
                  <a:pos x="T4" y="T5"/>
                </a:cxn>
                <a:cxn ang="0">
                  <a:pos x="T6" y="T7"/>
                </a:cxn>
                <a:cxn ang="0">
                  <a:pos x="T8" y="T9"/>
                </a:cxn>
                <a:cxn ang="0">
                  <a:pos x="T10" y="T11"/>
                </a:cxn>
                <a:cxn ang="0">
                  <a:pos x="T12" y="T13"/>
                </a:cxn>
              </a:cxnLst>
              <a:rect l="0" t="0" r="r" b="b"/>
              <a:pathLst>
                <a:path w="456" h="456">
                  <a:moveTo>
                    <a:pt x="7" y="272"/>
                  </a:moveTo>
                  <a:cubicBezTo>
                    <a:pt x="7" y="125"/>
                    <a:pt x="126" y="7"/>
                    <a:pt x="272" y="7"/>
                  </a:cubicBezTo>
                  <a:cubicBezTo>
                    <a:pt x="343" y="7"/>
                    <a:pt x="408" y="35"/>
                    <a:pt x="456" y="81"/>
                  </a:cubicBezTo>
                  <a:cubicBezTo>
                    <a:pt x="408" y="31"/>
                    <a:pt x="340" y="0"/>
                    <a:pt x="266" y="0"/>
                  </a:cubicBezTo>
                  <a:cubicBezTo>
                    <a:pt x="119" y="0"/>
                    <a:pt x="0" y="119"/>
                    <a:pt x="0" y="265"/>
                  </a:cubicBezTo>
                  <a:cubicBezTo>
                    <a:pt x="0" y="340"/>
                    <a:pt x="32" y="408"/>
                    <a:pt x="82" y="456"/>
                  </a:cubicBezTo>
                  <a:cubicBezTo>
                    <a:pt x="35" y="408"/>
                    <a:pt x="7" y="343"/>
                    <a:pt x="7" y="272"/>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3" name="Group 112">
            <a:extLst>
              <a:ext uri="{FF2B5EF4-FFF2-40B4-BE49-F238E27FC236}">
                <a16:creationId xmlns:a16="http://schemas.microsoft.com/office/drawing/2014/main" id="{5E553B75-9F3E-410D-B060-2F6F86567729}"/>
              </a:ext>
            </a:extLst>
          </p:cNvPr>
          <p:cNvGrpSpPr/>
          <p:nvPr/>
        </p:nvGrpSpPr>
        <p:grpSpPr>
          <a:xfrm>
            <a:off x="8162925" y="1030288"/>
            <a:ext cx="1997075" cy="2003426"/>
            <a:chOff x="8162925" y="1030288"/>
            <a:chExt cx="1997075" cy="2003426"/>
          </a:xfrm>
          <a:effectLst>
            <a:outerShdw blurRad="215900" dist="177800" dir="2700000" sx="98000" sy="98000" algn="tl" rotWithShape="0">
              <a:prstClr val="black">
                <a:alpha val="33000"/>
              </a:prstClr>
            </a:outerShdw>
          </a:effectLst>
        </p:grpSpPr>
        <p:sp>
          <p:nvSpPr>
            <p:cNvPr id="75" name="Oval 18">
              <a:extLst>
                <a:ext uri="{FF2B5EF4-FFF2-40B4-BE49-F238E27FC236}">
                  <a16:creationId xmlns:a16="http://schemas.microsoft.com/office/drawing/2014/main" id="{D1E30CBE-1570-4DA2-B8CB-1925177D32B2}"/>
                </a:ext>
              </a:extLst>
            </p:cNvPr>
            <p:cNvSpPr>
              <a:spLocks noChangeArrowheads="1"/>
            </p:cNvSpPr>
            <p:nvPr/>
          </p:nvSpPr>
          <p:spPr bwMode="auto">
            <a:xfrm>
              <a:off x="8162925" y="1030288"/>
              <a:ext cx="1997075" cy="200342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76" name="Freeform 19">
              <a:extLst>
                <a:ext uri="{FF2B5EF4-FFF2-40B4-BE49-F238E27FC236}">
                  <a16:creationId xmlns:a16="http://schemas.microsoft.com/office/drawing/2014/main" id="{C66A2550-545C-4A35-AFCB-995620FCE7DA}"/>
                </a:ext>
              </a:extLst>
            </p:cNvPr>
            <p:cNvSpPr>
              <a:spLocks/>
            </p:cNvSpPr>
            <p:nvPr/>
          </p:nvSpPr>
          <p:spPr bwMode="auto">
            <a:xfrm>
              <a:off x="8448675" y="1317626"/>
              <a:ext cx="1711325" cy="1716088"/>
            </a:xfrm>
            <a:custGeom>
              <a:avLst/>
              <a:gdLst>
                <a:gd name="T0" fmla="*/ 374 w 454"/>
                <a:gd name="T1" fmla="*/ 0 h 455"/>
                <a:gd name="T2" fmla="*/ 450 w 454"/>
                <a:gd name="T3" fmla="*/ 185 h 455"/>
                <a:gd name="T4" fmla="*/ 185 w 454"/>
                <a:gd name="T5" fmla="*/ 450 h 455"/>
                <a:gd name="T6" fmla="*/ 0 w 454"/>
                <a:gd name="T7" fmla="*/ 375 h 455"/>
                <a:gd name="T8" fmla="*/ 189 w 454"/>
                <a:gd name="T9" fmla="*/ 455 h 455"/>
                <a:gd name="T10" fmla="*/ 454 w 454"/>
                <a:gd name="T11" fmla="*/ 190 h 455"/>
                <a:gd name="T12" fmla="*/ 374 w 454"/>
                <a:gd name="T13" fmla="*/ 0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374" y="0"/>
                  </a:moveTo>
                  <a:cubicBezTo>
                    <a:pt x="421" y="48"/>
                    <a:pt x="450" y="113"/>
                    <a:pt x="450" y="185"/>
                  </a:cubicBezTo>
                  <a:cubicBezTo>
                    <a:pt x="450" y="331"/>
                    <a:pt x="331" y="450"/>
                    <a:pt x="185" y="450"/>
                  </a:cubicBezTo>
                  <a:cubicBezTo>
                    <a:pt x="113" y="450"/>
                    <a:pt x="47" y="421"/>
                    <a:pt x="0" y="375"/>
                  </a:cubicBezTo>
                  <a:cubicBezTo>
                    <a:pt x="48" y="424"/>
                    <a:pt x="115" y="455"/>
                    <a:pt x="189" y="455"/>
                  </a:cubicBezTo>
                  <a:cubicBezTo>
                    <a:pt x="336" y="455"/>
                    <a:pt x="454" y="336"/>
                    <a:pt x="454" y="190"/>
                  </a:cubicBezTo>
                  <a:cubicBezTo>
                    <a:pt x="454" y="115"/>
                    <a:pt x="424" y="48"/>
                    <a:pt x="374" y="0"/>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7" name="Freeform 20">
              <a:extLst>
                <a:ext uri="{FF2B5EF4-FFF2-40B4-BE49-F238E27FC236}">
                  <a16:creationId xmlns:a16="http://schemas.microsoft.com/office/drawing/2014/main" id="{E48DFF16-2398-4B68-8FB4-803974F4250F}"/>
                </a:ext>
              </a:extLst>
            </p:cNvPr>
            <p:cNvSpPr>
              <a:spLocks/>
            </p:cNvSpPr>
            <p:nvPr/>
          </p:nvSpPr>
          <p:spPr bwMode="auto">
            <a:xfrm>
              <a:off x="8162925" y="1030288"/>
              <a:ext cx="1717675" cy="1719263"/>
            </a:xfrm>
            <a:custGeom>
              <a:avLst/>
              <a:gdLst>
                <a:gd name="T0" fmla="*/ 7 w 456"/>
                <a:gd name="T1" fmla="*/ 272 h 456"/>
                <a:gd name="T2" fmla="*/ 272 w 456"/>
                <a:gd name="T3" fmla="*/ 7 h 456"/>
                <a:gd name="T4" fmla="*/ 456 w 456"/>
                <a:gd name="T5" fmla="*/ 81 h 456"/>
                <a:gd name="T6" fmla="*/ 265 w 456"/>
                <a:gd name="T7" fmla="*/ 0 h 456"/>
                <a:gd name="T8" fmla="*/ 0 w 456"/>
                <a:gd name="T9" fmla="*/ 266 h 456"/>
                <a:gd name="T10" fmla="*/ 81 w 456"/>
                <a:gd name="T11" fmla="*/ 456 h 456"/>
                <a:gd name="T12" fmla="*/ 7 w 456"/>
                <a:gd name="T13" fmla="*/ 272 h 456"/>
              </a:gdLst>
              <a:ahLst/>
              <a:cxnLst>
                <a:cxn ang="0">
                  <a:pos x="T0" y="T1"/>
                </a:cxn>
                <a:cxn ang="0">
                  <a:pos x="T2" y="T3"/>
                </a:cxn>
                <a:cxn ang="0">
                  <a:pos x="T4" y="T5"/>
                </a:cxn>
                <a:cxn ang="0">
                  <a:pos x="T6" y="T7"/>
                </a:cxn>
                <a:cxn ang="0">
                  <a:pos x="T8" y="T9"/>
                </a:cxn>
                <a:cxn ang="0">
                  <a:pos x="T10" y="T11"/>
                </a:cxn>
                <a:cxn ang="0">
                  <a:pos x="T12" y="T13"/>
                </a:cxn>
              </a:cxnLst>
              <a:rect l="0" t="0" r="r" b="b"/>
              <a:pathLst>
                <a:path w="456" h="456">
                  <a:moveTo>
                    <a:pt x="7" y="272"/>
                  </a:moveTo>
                  <a:cubicBezTo>
                    <a:pt x="7" y="125"/>
                    <a:pt x="125" y="7"/>
                    <a:pt x="272" y="7"/>
                  </a:cubicBezTo>
                  <a:cubicBezTo>
                    <a:pt x="343" y="7"/>
                    <a:pt x="408" y="35"/>
                    <a:pt x="456" y="81"/>
                  </a:cubicBezTo>
                  <a:cubicBezTo>
                    <a:pt x="407" y="32"/>
                    <a:pt x="340" y="0"/>
                    <a:pt x="265" y="0"/>
                  </a:cubicBezTo>
                  <a:cubicBezTo>
                    <a:pt x="119" y="0"/>
                    <a:pt x="0" y="119"/>
                    <a:pt x="0" y="266"/>
                  </a:cubicBezTo>
                  <a:cubicBezTo>
                    <a:pt x="0" y="340"/>
                    <a:pt x="31" y="408"/>
                    <a:pt x="81" y="456"/>
                  </a:cubicBezTo>
                  <a:cubicBezTo>
                    <a:pt x="35" y="408"/>
                    <a:pt x="7" y="344"/>
                    <a:pt x="7" y="272"/>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5" name="Group 114">
            <a:extLst>
              <a:ext uri="{FF2B5EF4-FFF2-40B4-BE49-F238E27FC236}">
                <a16:creationId xmlns:a16="http://schemas.microsoft.com/office/drawing/2014/main" id="{798110A0-4DAA-4AFA-BC6D-550D29E2E376}"/>
              </a:ext>
            </a:extLst>
          </p:cNvPr>
          <p:cNvGrpSpPr/>
          <p:nvPr/>
        </p:nvGrpSpPr>
        <p:grpSpPr>
          <a:xfrm>
            <a:off x="3565525" y="3832226"/>
            <a:ext cx="1997075" cy="1998663"/>
            <a:chOff x="3565525" y="3832226"/>
            <a:chExt cx="1997075" cy="1998663"/>
          </a:xfrm>
          <a:effectLst>
            <a:outerShdw blurRad="215900" dist="177800" dir="2700000" sx="98000" sy="98000" algn="tl" rotWithShape="0">
              <a:prstClr val="black">
                <a:alpha val="33000"/>
              </a:prstClr>
            </a:outerShdw>
          </a:effectLst>
        </p:grpSpPr>
        <p:sp>
          <p:nvSpPr>
            <p:cNvPr id="78" name="Oval 21">
              <a:extLst>
                <a:ext uri="{FF2B5EF4-FFF2-40B4-BE49-F238E27FC236}">
                  <a16:creationId xmlns:a16="http://schemas.microsoft.com/office/drawing/2014/main" id="{74663DB2-6038-4112-92FA-FEA51EBA6AF1}"/>
                </a:ext>
              </a:extLst>
            </p:cNvPr>
            <p:cNvSpPr>
              <a:spLocks noChangeArrowheads="1"/>
            </p:cNvSpPr>
            <p:nvPr/>
          </p:nvSpPr>
          <p:spPr bwMode="auto">
            <a:xfrm>
              <a:off x="3565525" y="3832226"/>
              <a:ext cx="1997075" cy="1998663"/>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79" name="Freeform 22">
              <a:extLst>
                <a:ext uri="{FF2B5EF4-FFF2-40B4-BE49-F238E27FC236}">
                  <a16:creationId xmlns:a16="http://schemas.microsoft.com/office/drawing/2014/main" id="{99A36AEE-26BA-491D-BAAF-E804A9E526A4}"/>
                </a:ext>
              </a:extLst>
            </p:cNvPr>
            <p:cNvSpPr>
              <a:spLocks/>
            </p:cNvSpPr>
            <p:nvPr/>
          </p:nvSpPr>
          <p:spPr bwMode="auto">
            <a:xfrm>
              <a:off x="3851275" y="4119563"/>
              <a:ext cx="1711325" cy="1711325"/>
            </a:xfrm>
            <a:custGeom>
              <a:avLst/>
              <a:gdLst>
                <a:gd name="T0" fmla="*/ 374 w 454"/>
                <a:gd name="T1" fmla="*/ 0 h 454"/>
                <a:gd name="T2" fmla="*/ 450 w 454"/>
                <a:gd name="T3" fmla="*/ 185 h 454"/>
                <a:gd name="T4" fmla="*/ 185 w 454"/>
                <a:gd name="T5" fmla="*/ 450 h 454"/>
                <a:gd name="T6" fmla="*/ 0 w 454"/>
                <a:gd name="T7" fmla="*/ 374 h 454"/>
                <a:gd name="T8" fmla="*/ 189 w 454"/>
                <a:gd name="T9" fmla="*/ 454 h 454"/>
                <a:gd name="T10" fmla="*/ 454 w 454"/>
                <a:gd name="T11" fmla="*/ 189 h 454"/>
                <a:gd name="T12" fmla="*/ 374 w 454"/>
                <a:gd name="T13" fmla="*/ 0 h 454"/>
              </a:gdLst>
              <a:ahLst/>
              <a:cxnLst>
                <a:cxn ang="0">
                  <a:pos x="T0" y="T1"/>
                </a:cxn>
                <a:cxn ang="0">
                  <a:pos x="T2" y="T3"/>
                </a:cxn>
                <a:cxn ang="0">
                  <a:pos x="T4" y="T5"/>
                </a:cxn>
                <a:cxn ang="0">
                  <a:pos x="T6" y="T7"/>
                </a:cxn>
                <a:cxn ang="0">
                  <a:pos x="T8" y="T9"/>
                </a:cxn>
                <a:cxn ang="0">
                  <a:pos x="T10" y="T11"/>
                </a:cxn>
                <a:cxn ang="0">
                  <a:pos x="T12" y="T13"/>
                </a:cxn>
              </a:cxnLst>
              <a:rect l="0" t="0" r="r" b="b"/>
              <a:pathLst>
                <a:path w="454" h="454">
                  <a:moveTo>
                    <a:pt x="374" y="0"/>
                  </a:moveTo>
                  <a:cubicBezTo>
                    <a:pt x="421" y="47"/>
                    <a:pt x="450" y="113"/>
                    <a:pt x="450" y="185"/>
                  </a:cubicBezTo>
                  <a:cubicBezTo>
                    <a:pt x="450" y="331"/>
                    <a:pt x="331" y="450"/>
                    <a:pt x="185" y="450"/>
                  </a:cubicBezTo>
                  <a:cubicBezTo>
                    <a:pt x="113" y="450"/>
                    <a:pt x="47" y="421"/>
                    <a:pt x="0" y="374"/>
                  </a:cubicBezTo>
                  <a:cubicBezTo>
                    <a:pt x="48" y="424"/>
                    <a:pt x="115" y="454"/>
                    <a:pt x="189" y="454"/>
                  </a:cubicBezTo>
                  <a:cubicBezTo>
                    <a:pt x="336" y="454"/>
                    <a:pt x="454" y="336"/>
                    <a:pt x="454" y="189"/>
                  </a:cubicBezTo>
                  <a:cubicBezTo>
                    <a:pt x="454" y="115"/>
                    <a:pt x="424" y="48"/>
                    <a:pt x="374" y="0"/>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0" name="Freeform 23">
              <a:extLst>
                <a:ext uri="{FF2B5EF4-FFF2-40B4-BE49-F238E27FC236}">
                  <a16:creationId xmlns:a16="http://schemas.microsoft.com/office/drawing/2014/main" id="{07FBFD61-C387-46A3-9264-3F61965EA5B2}"/>
                </a:ext>
              </a:extLst>
            </p:cNvPr>
            <p:cNvSpPr>
              <a:spLocks/>
            </p:cNvSpPr>
            <p:nvPr/>
          </p:nvSpPr>
          <p:spPr bwMode="auto">
            <a:xfrm>
              <a:off x="3565525" y="3832226"/>
              <a:ext cx="1717675" cy="1720850"/>
            </a:xfrm>
            <a:custGeom>
              <a:avLst/>
              <a:gdLst>
                <a:gd name="T0" fmla="*/ 6 w 456"/>
                <a:gd name="T1" fmla="*/ 272 h 456"/>
                <a:gd name="T2" fmla="*/ 272 w 456"/>
                <a:gd name="T3" fmla="*/ 7 h 456"/>
                <a:gd name="T4" fmla="*/ 456 w 456"/>
                <a:gd name="T5" fmla="*/ 81 h 456"/>
                <a:gd name="T6" fmla="*/ 265 w 456"/>
                <a:gd name="T7" fmla="*/ 0 h 456"/>
                <a:gd name="T8" fmla="*/ 0 w 456"/>
                <a:gd name="T9" fmla="*/ 265 h 456"/>
                <a:gd name="T10" fmla="*/ 81 w 456"/>
                <a:gd name="T11" fmla="*/ 456 h 456"/>
                <a:gd name="T12" fmla="*/ 6 w 456"/>
                <a:gd name="T13" fmla="*/ 272 h 456"/>
              </a:gdLst>
              <a:ahLst/>
              <a:cxnLst>
                <a:cxn ang="0">
                  <a:pos x="T0" y="T1"/>
                </a:cxn>
                <a:cxn ang="0">
                  <a:pos x="T2" y="T3"/>
                </a:cxn>
                <a:cxn ang="0">
                  <a:pos x="T4" y="T5"/>
                </a:cxn>
                <a:cxn ang="0">
                  <a:pos x="T6" y="T7"/>
                </a:cxn>
                <a:cxn ang="0">
                  <a:pos x="T8" y="T9"/>
                </a:cxn>
                <a:cxn ang="0">
                  <a:pos x="T10" y="T11"/>
                </a:cxn>
                <a:cxn ang="0">
                  <a:pos x="T12" y="T13"/>
                </a:cxn>
              </a:cxnLst>
              <a:rect l="0" t="0" r="r" b="b"/>
              <a:pathLst>
                <a:path w="456" h="456">
                  <a:moveTo>
                    <a:pt x="6" y="272"/>
                  </a:moveTo>
                  <a:cubicBezTo>
                    <a:pt x="6" y="125"/>
                    <a:pt x="125" y="7"/>
                    <a:pt x="272" y="7"/>
                  </a:cubicBezTo>
                  <a:cubicBezTo>
                    <a:pt x="343" y="7"/>
                    <a:pt x="408" y="35"/>
                    <a:pt x="456" y="81"/>
                  </a:cubicBezTo>
                  <a:cubicBezTo>
                    <a:pt x="407" y="31"/>
                    <a:pt x="340" y="0"/>
                    <a:pt x="265" y="0"/>
                  </a:cubicBezTo>
                  <a:cubicBezTo>
                    <a:pt x="119" y="0"/>
                    <a:pt x="0" y="119"/>
                    <a:pt x="0" y="265"/>
                  </a:cubicBezTo>
                  <a:cubicBezTo>
                    <a:pt x="0" y="340"/>
                    <a:pt x="31" y="408"/>
                    <a:pt x="81" y="456"/>
                  </a:cubicBezTo>
                  <a:cubicBezTo>
                    <a:pt x="35" y="408"/>
                    <a:pt x="6" y="343"/>
                    <a:pt x="6" y="272"/>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4" name="Group 93">
            <a:extLst>
              <a:ext uri="{FF2B5EF4-FFF2-40B4-BE49-F238E27FC236}">
                <a16:creationId xmlns:a16="http://schemas.microsoft.com/office/drawing/2014/main" id="{EC12D4A8-936C-4F8F-B0C7-E528E1E3B482}"/>
              </a:ext>
            </a:extLst>
          </p:cNvPr>
          <p:cNvGrpSpPr/>
          <p:nvPr/>
        </p:nvGrpSpPr>
        <p:grpSpPr>
          <a:xfrm>
            <a:off x="2325473" y="1314828"/>
            <a:ext cx="1426167" cy="1428372"/>
            <a:chOff x="6345238" y="4948238"/>
            <a:chExt cx="1027113" cy="1028700"/>
          </a:xfrm>
          <a:effectLst>
            <a:outerShdw blurRad="114300" dist="76200" dir="2700000" sx="102000" sy="102000" algn="tl" rotWithShape="0">
              <a:prstClr val="black">
                <a:alpha val="40000"/>
              </a:prstClr>
            </a:outerShdw>
          </a:effectLst>
        </p:grpSpPr>
        <p:sp>
          <p:nvSpPr>
            <p:cNvPr id="95" name="Oval 56">
              <a:extLst>
                <a:ext uri="{FF2B5EF4-FFF2-40B4-BE49-F238E27FC236}">
                  <a16:creationId xmlns:a16="http://schemas.microsoft.com/office/drawing/2014/main" id="{766C79F5-CE23-485C-9646-AC4E9AF9AF11}"/>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6" name="Oval 57">
              <a:extLst>
                <a:ext uri="{FF2B5EF4-FFF2-40B4-BE49-F238E27FC236}">
                  <a16:creationId xmlns:a16="http://schemas.microsoft.com/office/drawing/2014/main" id="{7F4896CF-499B-45D3-ABC2-C659E29183FE}"/>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7" name="Group 96">
            <a:extLst>
              <a:ext uri="{FF2B5EF4-FFF2-40B4-BE49-F238E27FC236}">
                <a16:creationId xmlns:a16="http://schemas.microsoft.com/office/drawing/2014/main" id="{496139D4-1F0D-4026-B0B0-6B1FB566BD26}"/>
              </a:ext>
            </a:extLst>
          </p:cNvPr>
          <p:cNvGrpSpPr/>
          <p:nvPr/>
        </p:nvGrpSpPr>
        <p:grpSpPr>
          <a:xfrm>
            <a:off x="3849594" y="4106863"/>
            <a:ext cx="1426167" cy="1428372"/>
            <a:chOff x="6345238" y="4948238"/>
            <a:chExt cx="1027113" cy="1028700"/>
          </a:xfrm>
          <a:effectLst>
            <a:outerShdw blurRad="114300" dist="76200" dir="2700000" sx="102000" sy="102000" algn="tl" rotWithShape="0">
              <a:prstClr val="black">
                <a:alpha val="40000"/>
              </a:prstClr>
            </a:outerShdw>
          </a:effectLst>
        </p:grpSpPr>
        <p:sp>
          <p:nvSpPr>
            <p:cNvPr id="98" name="Oval 56">
              <a:extLst>
                <a:ext uri="{FF2B5EF4-FFF2-40B4-BE49-F238E27FC236}">
                  <a16:creationId xmlns:a16="http://schemas.microsoft.com/office/drawing/2014/main" id="{A93B023E-BC31-498D-8578-5046D68909E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9" name="Oval 57">
              <a:extLst>
                <a:ext uri="{FF2B5EF4-FFF2-40B4-BE49-F238E27FC236}">
                  <a16:creationId xmlns:a16="http://schemas.microsoft.com/office/drawing/2014/main" id="{72CAED79-7EBE-40FD-A7A4-9A9860D5C3F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0" name="Group 99">
            <a:extLst>
              <a:ext uri="{FF2B5EF4-FFF2-40B4-BE49-F238E27FC236}">
                <a16:creationId xmlns:a16="http://schemas.microsoft.com/office/drawing/2014/main" id="{5A3C7C77-DC26-4DB5-A68B-6C0CFD350D1A}"/>
              </a:ext>
            </a:extLst>
          </p:cNvPr>
          <p:cNvGrpSpPr/>
          <p:nvPr/>
        </p:nvGrpSpPr>
        <p:grpSpPr>
          <a:xfrm>
            <a:off x="5388971" y="1323748"/>
            <a:ext cx="1426167" cy="1428372"/>
            <a:chOff x="6345238" y="4948238"/>
            <a:chExt cx="1027113" cy="1028700"/>
          </a:xfrm>
          <a:effectLst>
            <a:outerShdw blurRad="114300" dist="76200" dir="2700000" sx="102000" sy="102000" algn="tl" rotWithShape="0">
              <a:prstClr val="black">
                <a:alpha val="40000"/>
              </a:prstClr>
            </a:outerShdw>
          </a:effectLst>
        </p:grpSpPr>
        <p:sp>
          <p:nvSpPr>
            <p:cNvPr id="101" name="Oval 56">
              <a:extLst>
                <a:ext uri="{FF2B5EF4-FFF2-40B4-BE49-F238E27FC236}">
                  <a16:creationId xmlns:a16="http://schemas.microsoft.com/office/drawing/2014/main" id="{126A5CAC-62C4-44D7-9BA8-18F1DC16712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2" name="Oval 57">
              <a:extLst>
                <a:ext uri="{FF2B5EF4-FFF2-40B4-BE49-F238E27FC236}">
                  <a16:creationId xmlns:a16="http://schemas.microsoft.com/office/drawing/2014/main" id="{F9C065DB-8E84-469E-AB64-14333E21441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3" name="Group 102">
            <a:extLst>
              <a:ext uri="{FF2B5EF4-FFF2-40B4-BE49-F238E27FC236}">
                <a16:creationId xmlns:a16="http://schemas.microsoft.com/office/drawing/2014/main" id="{7C015394-AD2A-42EC-9F1F-F21627C8D78A}"/>
              </a:ext>
            </a:extLst>
          </p:cNvPr>
          <p:cNvGrpSpPr/>
          <p:nvPr/>
        </p:nvGrpSpPr>
        <p:grpSpPr>
          <a:xfrm>
            <a:off x="6926338" y="4115670"/>
            <a:ext cx="1426167" cy="1428372"/>
            <a:chOff x="6345238" y="4948238"/>
            <a:chExt cx="1027113" cy="1028700"/>
          </a:xfrm>
          <a:effectLst>
            <a:outerShdw blurRad="114300" dist="76200" dir="2700000" sx="102000" sy="102000" algn="tl" rotWithShape="0">
              <a:prstClr val="black">
                <a:alpha val="40000"/>
              </a:prstClr>
            </a:outerShdw>
          </a:effectLst>
        </p:grpSpPr>
        <p:sp>
          <p:nvSpPr>
            <p:cNvPr id="104" name="Oval 56">
              <a:extLst>
                <a:ext uri="{FF2B5EF4-FFF2-40B4-BE49-F238E27FC236}">
                  <a16:creationId xmlns:a16="http://schemas.microsoft.com/office/drawing/2014/main" id="{EA670FA9-4DA4-421C-A717-BABDEAFCAD16}"/>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5" name="Oval 57">
              <a:extLst>
                <a:ext uri="{FF2B5EF4-FFF2-40B4-BE49-F238E27FC236}">
                  <a16:creationId xmlns:a16="http://schemas.microsoft.com/office/drawing/2014/main" id="{20445084-C499-41FF-8871-1D3F1880CEE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6" name="Group 105">
            <a:extLst>
              <a:ext uri="{FF2B5EF4-FFF2-40B4-BE49-F238E27FC236}">
                <a16:creationId xmlns:a16="http://schemas.microsoft.com/office/drawing/2014/main" id="{9C62A81B-2972-4857-A6E0-D0F5F4F94DD9}"/>
              </a:ext>
            </a:extLst>
          </p:cNvPr>
          <p:cNvGrpSpPr/>
          <p:nvPr/>
        </p:nvGrpSpPr>
        <p:grpSpPr>
          <a:xfrm>
            <a:off x="8445205" y="1307868"/>
            <a:ext cx="1426167" cy="1428372"/>
            <a:chOff x="6345238" y="4948238"/>
            <a:chExt cx="1027113" cy="1028700"/>
          </a:xfrm>
          <a:effectLst>
            <a:outerShdw blurRad="114300" dist="76200" dir="2700000" sx="102000" sy="102000" algn="tl" rotWithShape="0">
              <a:prstClr val="black">
                <a:alpha val="40000"/>
              </a:prstClr>
            </a:outerShdw>
          </a:effectLst>
        </p:grpSpPr>
        <p:sp>
          <p:nvSpPr>
            <p:cNvPr id="107" name="Oval 56">
              <a:extLst>
                <a:ext uri="{FF2B5EF4-FFF2-40B4-BE49-F238E27FC236}">
                  <a16:creationId xmlns:a16="http://schemas.microsoft.com/office/drawing/2014/main" id="{0E57B75F-786B-49BE-BFA8-C288666586C2}"/>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8" name="Oval 57">
              <a:extLst>
                <a:ext uri="{FF2B5EF4-FFF2-40B4-BE49-F238E27FC236}">
                  <a16:creationId xmlns:a16="http://schemas.microsoft.com/office/drawing/2014/main" id="{660E0C7A-930B-4DFA-898B-BE2F95FFE8C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21" name="Freeform 42">
            <a:extLst>
              <a:ext uri="{FF2B5EF4-FFF2-40B4-BE49-F238E27FC236}">
                <a16:creationId xmlns:a16="http://schemas.microsoft.com/office/drawing/2014/main" id="{F10F031C-D9D6-42B8-9A83-6E3E9292F317}"/>
              </a:ext>
            </a:extLst>
          </p:cNvPr>
          <p:cNvSpPr>
            <a:spLocks noEditPoints="1"/>
          </p:cNvSpPr>
          <p:nvPr/>
        </p:nvSpPr>
        <p:spPr bwMode="auto">
          <a:xfrm>
            <a:off x="4255868" y="4476315"/>
            <a:ext cx="617313" cy="698152"/>
          </a:xfrm>
          <a:custGeom>
            <a:avLst/>
            <a:gdLst>
              <a:gd name="T0" fmla="*/ 34 w 106"/>
              <a:gd name="T1" fmla="*/ 93 h 120"/>
              <a:gd name="T2" fmla="*/ 25 w 106"/>
              <a:gd name="T3" fmla="*/ 72 h 120"/>
              <a:gd name="T4" fmla="*/ 20 w 106"/>
              <a:gd name="T5" fmla="*/ 54 h 120"/>
              <a:gd name="T6" fmla="*/ 53 w 106"/>
              <a:gd name="T7" fmla="*/ 21 h 120"/>
              <a:gd name="T8" fmla="*/ 86 w 106"/>
              <a:gd name="T9" fmla="*/ 54 h 120"/>
              <a:gd name="T10" fmla="*/ 81 w 106"/>
              <a:gd name="T11" fmla="*/ 72 h 120"/>
              <a:gd name="T12" fmla="*/ 72 w 106"/>
              <a:gd name="T13" fmla="*/ 90 h 120"/>
              <a:gd name="T14" fmla="*/ 53 w 106"/>
              <a:gd name="T15" fmla="*/ 33 h 120"/>
              <a:gd name="T16" fmla="*/ 33 w 106"/>
              <a:gd name="T17" fmla="*/ 53 h 120"/>
              <a:gd name="T18" fmla="*/ 53 w 106"/>
              <a:gd name="T19" fmla="*/ 73 h 120"/>
              <a:gd name="T20" fmla="*/ 73 w 106"/>
              <a:gd name="T21" fmla="*/ 53 h 120"/>
              <a:gd name="T22" fmla="*/ 53 w 106"/>
              <a:gd name="T23" fmla="*/ 33 h 120"/>
              <a:gd name="T24" fmla="*/ 45 w 106"/>
              <a:gd name="T25" fmla="*/ 57 h 120"/>
              <a:gd name="T26" fmla="*/ 51 w 106"/>
              <a:gd name="T27" fmla="*/ 63 h 120"/>
              <a:gd name="T28" fmla="*/ 61 w 106"/>
              <a:gd name="T29" fmla="*/ 47 h 120"/>
              <a:gd name="T30" fmla="*/ 53 w 106"/>
              <a:gd name="T31" fmla="*/ 11 h 120"/>
              <a:gd name="T32" fmla="*/ 53 w 106"/>
              <a:gd name="T33" fmla="*/ 0 h 120"/>
              <a:gd name="T34" fmla="*/ 32 w 106"/>
              <a:gd name="T35" fmla="*/ 16 h 120"/>
              <a:gd name="T36" fmla="*/ 27 w 106"/>
              <a:gd name="T37" fmla="*/ 7 h 120"/>
              <a:gd name="T38" fmla="*/ 7 w 106"/>
              <a:gd name="T39" fmla="*/ 27 h 120"/>
              <a:gd name="T40" fmla="*/ 16 w 106"/>
              <a:gd name="T41" fmla="*/ 32 h 120"/>
              <a:gd name="T42" fmla="*/ 0 w 106"/>
              <a:gd name="T43" fmla="*/ 53 h 120"/>
              <a:gd name="T44" fmla="*/ 11 w 106"/>
              <a:gd name="T45" fmla="*/ 53 h 120"/>
              <a:gd name="T46" fmla="*/ 79 w 106"/>
              <a:gd name="T47" fmla="*/ 7 h 120"/>
              <a:gd name="T48" fmla="*/ 74 w 106"/>
              <a:gd name="T49" fmla="*/ 16 h 120"/>
              <a:gd name="T50" fmla="*/ 99 w 106"/>
              <a:gd name="T51" fmla="*/ 27 h 120"/>
              <a:gd name="T52" fmla="*/ 90 w 106"/>
              <a:gd name="T53" fmla="*/ 32 h 120"/>
              <a:gd name="T54" fmla="*/ 96 w 106"/>
              <a:gd name="T55" fmla="*/ 53 h 120"/>
              <a:gd name="T56" fmla="*/ 106 w 106"/>
              <a:gd name="T57" fmla="*/ 53 h 120"/>
              <a:gd name="T58" fmla="*/ 65 w 106"/>
              <a:gd name="T59" fmla="*/ 96 h 120"/>
              <a:gd name="T60" fmla="*/ 39 w 106"/>
              <a:gd name="T61" fmla="*/ 104 h 120"/>
              <a:gd name="T62" fmla="*/ 36 w 106"/>
              <a:gd name="T63" fmla="*/ 108 h 120"/>
              <a:gd name="T64" fmla="*/ 40 w 106"/>
              <a:gd name="T65" fmla="*/ 112 h 120"/>
              <a:gd name="T66" fmla="*/ 42 w 106"/>
              <a:gd name="T67" fmla="*/ 112 h 120"/>
              <a:gd name="T68" fmla="*/ 65 w 106"/>
              <a:gd name="T69" fmla="*/ 105 h 120"/>
              <a:gd name="T70" fmla="*/ 65 w 106"/>
              <a:gd name="T71" fmla="*/ 105 h 120"/>
              <a:gd name="T72" fmla="*/ 66 w 106"/>
              <a:gd name="T73" fmla="*/ 105 h 120"/>
              <a:gd name="T74" fmla="*/ 70 w 106"/>
              <a:gd name="T75" fmla="*/ 110 h 120"/>
              <a:gd name="T76" fmla="*/ 67 w 106"/>
              <a:gd name="T77" fmla="*/ 114 h 120"/>
              <a:gd name="T78" fmla="*/ 45 w 106"/>
              <a:gd name="T7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20">
                <a:moveTo>
                  <a:pt x="34" y="93"/>
                </a:moveTo>
                <a:cubicBezTo>
                  <a:pt x="35" y="88"/>
                  <a:pt x="33" y="83"/>
                  <a:pt x="25" y="72"/>
                </a:cubicBezTo>
                <a:cubicBezTo>
                  <a:pt x="22" y="67"/>
                  <a:pt x="20" y="60"/>
                  <a:pt x="20" y="54"/>
                </a:cubicBezTo>
                <a:cubicBezTo>
                  <a:pt x="20" y="36"/>
                  <a:pt x="35" y="21"/>
                  <a:pt x="53" y="21"/>
                </a:cubicBezTo>
                <a:cubicBezTo>
                  <a:pt x="71" y="21"/>
                  <a:pt x="86" y="36"/>
                  <a:pt x="86" y="54"/>
                </a:cubicBezTo>
                <a:cubicBezTo>
                  <a:pt x="86" y="60"/>
                  <a:pt x="84" y="67"/>
                  <a:pt x="81" y="72"/>
                </a:cubicBezTo>
                <a:cubicBezTo>
                  <a:pt x="75" y="80"/>
                  <a:pt x="73" y="85"/>
                  <a:pt x="72" y="90"/>
                </a:cubicBezTo>
                <a:moveTo>
                  <a:pt x="53" y="33"/>
                </a:moveTo>
                <a:cubicBezTo>
                  <a:pt x="42" y="33"/>
                  <a:pt x="33" y="42"/>
                  <a:pt x="33" y="53"/>
                </a:cubicBezTo>
                <a:cubicBezTo>
                  <a:pt x="33" y="64"/>
                  <a:pt x="42" y="73"/>
                  <a:pt x="53" y="73"/>
                </a:cubicBezTo>
                <a:cubicBezTo>
                  <a:pt x="64" y="73"/>
                  <a:pt x="73" y="64"/>
                  <a:pt x="73" y="53"/>
                </a:cubicBezTo>
                <a:cubicBezTo>
                  <a:pt x="73" y="42"/>
                  <a:pt x="64" y="33"/>
                  <a:pt x="53" y="33"/>
                </a:cubicBezTo>
                <a:close/>
                <a:moveTo>
                  <a:pt x="45" y="57"/>
                </a:moveTo>
                <a:cubicBezTo>
                  <a:pt x="51" y="63"/>
                  <a:pt x="51" y="63"/>
                  <a:pt x="51" y="63"/>
                </a:cubicBezTo>
                <a:cubicBezTo>
                  <a:pt x="61" y="47"/>
                  <a:pt x="61" y="47"/>
                  <a:pt x="61" y="47"/>
                </a:cubicBezTo>
                <a:moveTo>
                  <a:pt x="53" y="11"/>
                </a:moveTo>
                <a:cubicBezTo>
                  <a:pt x="53" y="0"/>
                  <a:pt x="53" y="0"/>
                  <a:pt x="53" y="0"/>
                </a:cubicBezTo>
                <a:moveTo>
                  <a:pt x="32" y="16"/>
                </a:moveTo>
                <a:cubicBezTo>
                  <a:pt x="27" y="7"/>
                  <a:pt x="27" y="7"/>
                  <a:pt x="27" y="7"/>
                </a:cubicBezTo>
                <a:moveTo>
                  <a:pt x="7" y="27"/>
                </a:moveTo>
                <a:cubicBezTo>
                  <a:pt x="16" y="32"/>
                  <a:pt x="16" y="32"/>
                  <a:pt x="16" y="32"/>
                </a:cubicBezTo>
                <a:moveTo>
                  <a:pt x="0" y="53"/>
                </a:moveTo>
                <a:cubicBezTo>
                  <a:pt x="11" y="53"/>
                  <a:pt x="11" y="53"/>
                  <a:pt x="11" y="53"/>
                </a:cubicBezTo>
                <a:moveTo>
                  <a:pt x="79" y="7"/>
                </a:moveTo>
                <a:cubicBezTo>
                  <a:pt x="74" y="16"/>
                  <a:pt x="74" y="16"/>
                  <a:pt x="74" y="16"/>
                </a:cubicBezTo>
                <a:moveTo>
                  <a:pt x="99" y="27"/>
                </a:moveTo>
                <a:cubicBezTo>
                  <a:pt x="90" y="32"/>
                  <a:pt x="90" y="32"/>
                  <a:pt x="90" y="32"/>
                </a:cubicBezTo>
                <a:moveTo>
                  <a:pt x="96" y="53"/>
                </a:moveTo>
                <a:cubicBezTo>
                  <a:pt x="106" y="53"/>
                  <a:pt x="106" y="53"/>
                  <a:pt x="106" y="53"/>
                </a:cubicBezTo>
                <a:moveTo>
                  <a:pt x="65" y="96"/>
                </a:moveTo>
                <a:cubicBezTo>
                  <a:pt x="65" y="96"/>
                  <a:pt x="39" y="104"/>
                  <a:pt x="39" y="104"/>
                </a:cubicBezTo>
                <a:cubicBezTo>
                  <a:pt x="37" y="104"/>
                  <a:pt x="36" y="106"/>
                  <a:pt x="36" y="108"/>
                </a:cubicBezTo>
                <a:cubicBezTo>
                  <a:pt x="36" y="110"/>
                  <a:pt x="38" y="112"/>
                  <a:pt x="40" y="112"/>
                </a:cubicBezTo>
                <a:cubicBezTo>
                  <a:pt x="41" y="112"/>
                  <a:pt x="42" y="112"/>
                  <a:pt x="42" y="112"/>
                </a:cubicBezTo>
                <a:cubicBezTo>
                  <a:pt x="65" y="105"/>
                  <a:pt x="65" y="105"/>
                  <a:pt x="65" y="105"/>
                </a:cubicBezTo>
                <a:cubicBezTo>
                  <a:pt x="65" y="105"/>
                  <a:pt x="65" y="105"/>
                  <a:pt x="65" y="105"/>
                </a:cubicBezTo>
                <a:cubicBezTo>
                  <a:pt x="65" y="105"/>
                  <a:pt x="66" y="105"/>
                  <a:pt x="66" y="105"/>
                </a:cubicBezTo>
                <a:cubicBezTo>
                  <a:pt x="68" y="105"/>
                  <a:pt x="70" y="107"/>
                  <a:pt x="70" y="110"/>
                </a:cubicBezTo>
                <a:cubicBezTo>
                  <a:pt x="70" y="111"/>
                  <a:pt x="69" y="113"/>
                  <a:pt x="67" y="114"/>
                </a:cubicBezTo>
                <a:cubicBezTo>
                  <a:pt x="45" y="120"/>
                  <a:pt x="45" y="120"/>
                  <a:pt x="45" y="120"/>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2" name="Freeform 43">
            <a:extLst>
              <a:ext uri="{FF2B5EF4-FFF2-40B4-BE49-F238E27FC236}">
                <a16:creationId xmlns:a16="http://schemas.microsoft.com/office/drawing/2014/main" id="{2408F4F9-6D6D-4D5F-924B-A37021C01837}"/>
              </a:ext>
            </a:extLst>
          </p:cNvPr>
          <p:cNvSpPr>
            <a:spLocks noEditPoints="1"/>
          </p:cNvSpPr>
          <p:nvPr/>
        </p:nvSpPr>
        <p:spPr bwMode="auto">
          <a:xfrm>
            <a:off x="5762313" y="1636619"/>
            <a:ext cx="681004" cy="710400"/>
          </a:xfrm>
          <a:custGeom>
            <a:avLst/>
            <a:gdLst>
              <a:gd name="T0" fmla="*/ 43 w 117"/>
              <a:gd name="T1" fmla="*/ 12 h 122"/>
              <a:gd name="T2" fmla="*/ 103 w 117"/>
              <a:gd name="T3" fmla="*/ 49 h 122"/>
              <a:gd name="T4" fmla="*/ 117 w 117"/>
              <a:gd name="T5" fmla="*/ 78 h 122"/>
              <a:gd name="T6" fmla="*/ 105 w 117"/>
              <a:gd name="T7" fmla="*/ 78 h 122"/>
              <a:gd name="T8" fmla="*/ 105 w 117"/>
              <a:gd name="T9" fmla="*/ 98 h 122"/>
              <a:gd name="T10" fmla="*/ 98 w 117"/>
              <a:gd name="T11" fmla="*/ 104 h 122"/>
              <a:gd name="T12" fmla="*/ 85 w 117"/>
              <a:gd name="T13" fmla="*/ 104 h 122"/>
              <a:gd name="T14" fmla="*/ 85 w 117"/>
              <a:gd name="T15" fmla="*/ 122 h 122"/>
              <a:gd name="T16" fmla="*/ 31 w 117"/>
              <a:gd name="T17" fmla="*/ 122 h 122"/>
              <a:gd name="T18" fmla="*/ 31 w 117"/>
              <a:gd name="T19" fmla="*/ 104 h 122"/>
              <a:gd name="T20" fmla="*/ 25 w 117"/>
              <a:gd name="T21" fmla="*/ 91 h 122"/>
              <a:gd name="T22" fmla="*/ 65 w 117"/>
              <a:gd name="T23" fmla="*/ 55 h 122"/>
              <a:gd name="T24" fmla="*/ 65 w 117"/>
              <a:gd name="T25" fmla="*/ 47 h 122"/>
              <a:gd name="T26" fmla="*/ 56 w 117"/>
              <a:gd name="T27" fmla="*/ 43 h 122"/>
              <a:gd name="T28" fmla="*/ 55 w 117"/>
              <a:gd name="T29" fmla="*/ 40 h 122"/>
              <a:gd name="T30" fmla="*/ 59 w 117"/>
              <a:gd name="T31" fmla="*/ 31 h 122"/>
              <a:gd name="T32" fmla="*/ 53 w 117"/>
              <a:gd name="T33" fmla="*/ 25 h 122"/>
              <a:gd name="T34" fmla="*/ 44 w 117"/>
              <a:gd name="T35" fmla="*/ 29 h 122"/>
              <a:gd name="T36" fmla="*/ 40 w 117"/>
              <a:gd name="T37" fmla="*/ 27 h 122"/>
              <a:gd name="T38" fmla="*/ 37 w 117"/>
              <a:gd name="T39" fmla="*/ 18 h 122"/>
              <a:gd name="T40" fmla="*/ 28 w 117"/>
              <a:gd name="T41" fmla="*/ 18 h 122"/>
              <a:gd name="T42" fmla="*/ 25 w 117"/>
              <a:gd name="T43" fmla="*/ 27 h 122"/>
              <a:gd name="T44" fmla="*/ 22 w 117"/>
              <a:gd name="T45" fmla="*/ 29 h 122"/>
              <a:gd name="T46" fmla="*/ 12 w 117"/>
              <a:gd name="T47" fmla="*/ 25 h 122"/>
              <a:gd name="T48" fmla="*/ 7 w 117"/>
              <a:gd name="T49" fmla="*/ 31 h 122"/>
              <a:gd name="T50" fmla="*/ 11 w 117"/>
              <a:gd name="T51" fmla="*/ 40 h 122"/>
              <a:gd name="T52" fmla="*/ 9 w 117"/>
              <a:gd name="T53" fmla="*/ 43 h 122"/>
              <a:gd name="T54" fmla="*/ 0 w 117"/>
              <a:gd name="T55" fmla="*/ 47 h 122"/>
              <a:gd name="T56" fmla="*/ 0 w 117"/>
              <a:gd name="T57" fmla="*/ 55 h 122"/>
              <a:gd name="T58" fmla="*/ 9 w 117"/>
              <a:gd name="T59" fmla="*/ 59 h 122"/>
              <a:gd name="T60" fmla="*/ 11 w 117"/>
              <a:gd name="T61" fmla="*/ 62 h 122"/>
              <a:gd name="T62" fmla="*/ 7 w 117"/>
              <a:gd name="T63" fmla="*/ 71 h 122"/>
              <a:gd name="T64" fmla="*/ 12 w 117"/>
              <a:gd name="T65" fmla="*/ 77 h 122"/>
              <a:gd name="T66" fmla="*/ 22 w 117"/>
              <a:gd name="T67" fmla="*/ 73 h 122"/>
              <a:gd name="T68" fmla="*/ 25 w 117"/>
              <a:gd name="T69" fmla="*/ 74 h 122"/>
              <a:gd name="T70" fmla="*/ 28 w 117"/>
              <a:gd name="T71" fmla="*/ 84 h 122"/>
              <a:gd name="T72" fmla="*/ 37 w 117"/>
              <a:gd name="T73" fmla="*/ 84 h 122"/>
              <a:gd name="T74" fmla="*/ 40 w 117"/>
              <a:gd name="T75" fmla="*/ 74 h 122"/>
              <a:gd name="T76" fmla="*/ 44 w 117"/>
              <a:gd name="T77" fmla="*/ 73 h 122"/>
              <a:gd name="T78" fmla="*/ 53 w 117"/>
              <a:gd name="T79" fmla="*/ 77 h 122"/>
              <a:gd name="T80" fmla="*/ 59 w 117"/>
              <a:gd name="T81" fmla="*/ 71 h 122"/>
              <a:gd name="T82" fmla="*/ 55 w 117"/>
              <a:gd name="T83" fmla="*/ 62 h 122"/>
              <a:gd name="T84" fmla="*/ 56 w 117"/>
              <a:gd name="T85" fmla="*/ 59 h 122"/>
              <a:gd name="T86" fmla="*/ 65 w 117"/>
              <a:gd name="T87" fmla="*/ 55 h 122"/>
              <a:gd name="T88" fmla="*/ 33 w 117"/>
              <a:gd name="T89" fmla="*/ 37 h 122"/>
              <a:gd name="T90" fmla="*/ 19 w 117"/>
              <a:gd name="T91" fmla="*/ 51 h 122"/>
              <a:gd name="T92" fmla="*/ 33 w 117"/>
              <a:gd name="T93" fmla="*/ 65 h 122"/>
              <a:gd name="T94" fmla="*/ 46 w 117"/>
              <a:gd name="T95" fmla="*/ 51 h 122"/>
              <a:gd name="T96" fmla="*/ 33 w 117"/>
              <a:gd name="T97" fmla="*/ 37 h 122"/>
              <a:gd name="T98" fmla="*/ 85 w 117"/>
              <a:gd name="T99" fmla="*/ 104 h 122"/>
              <a:gd name="T100" fmla="*/ 78 w 117"/>
              <a:gd name="T101" fmla="*/ 10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 h="122">
                <a:moveTo>
                  <a:pt x="43" y="12"/>
                </a:moveTo>
                <a:cubicBezTo>
                  <a:pt x="109" y="0"/>
                  <a:pt x="103" y="49"/>
                  <a:pt x="103" y="49"/>
                </a:cubicBezTo>
                <a:cubicBezTo>
                  <a:pt x="117" y="78"/>
                  <a:pt x="117" y="78"/>
                  <a:pt x="117" y="78"/>
                </a:cubicBezTo>
                <a:cubicBezTo>
                  <a:pt x="105" y="78"/>
                  <a:pt x="105" y="78"/>
                  <a:pt x="105" y="78"/>
                </a:cubicBezTo>
                <a:cubicBezTo>
                  <a:pt x="105" y="98"/>
                  <a:pt x="105" y="98"/>
                  <a:pt x="105" y="98"/>
                </a:cubicBezTo>
                <a:cubicBezTo>
                  <a:pt x="105" y="102"/>
                  <a:pt x="102" y="104"/>
                  <a:pt x="98" y="104"/>
                </a:cubicBezTo>
                <a:cubicBezTo>
                  <a:pt x="85" y="104"/>
                  <a:pt x="85" y="104"/>
                  <a:pt x="85" y="104"/>
                </a:cubicBezTo>
                <a:cubicBezTo>
                  <a:pt x="85" y="122"/>
                  <a:pt x="85" y="122"/>
                  <a:pt x="85" y="122"/>
                </a:cubicBezTo>
                <a:moveTo>
                  <a:pt x="31" y="122"/>
                </a:moveTo>
                <a:cubicBezTo>
                  <a:pt x="31" y="104"/>
                  <a:pt x="31" y="104"/>
                  <a:pt x="31" y="104"/>
                </a:cubicBezTo>
                <a:cubicBezTo>
                  <a:pt x="25" y="91"/>
                  <a:pt x="25" y="91"/>
                  <a:pt x="25" y="91"/>
                </a:cubicBezTo>
                <a:moveTo>
                  <a:pt x="65" y="55"/>
                </a:moveTo>
                <a:cubicBezTo>
                  <a:pt x="65" y="47"/>
                  <a:pt x="65" y="47"/>
                  <a:pt x="65" y="47"/>
                </a:cubicBezTo>
                <a:cubicBezTo>
                  <a:pt x="56" y="43"/>
                  <a:pt x="56" y="43"/>
                  <a:pt x="56" y="43"/>
                </a:cubicBezTo>
                <a:cubicBezTo>
                  <a:pt x="56" y="42"/>
                  <a:pt x="55" y="41"/>
                  <a:pt x="55" y="40"/>
                </a:cubicBezTo>
                <a:cubicBezTo>
                  <a:pt x="59" y="31"/>
                  <a:pt x="59" y="31"/>
                  <a:pt x="59" y="31"/>
                </a:cubicBezTo>
                <a:cubicBezTo>
                  <a:pt x="53" y="25"/>
                  <a:pt x="53" y="25"/>
                  <a:pt x="53" y="25"/>
                </a:cubicBezTo>
                <a:cubicBezTo>
                  <a:pt x="44" y="29"/>
                  <a:pt x="44" y="29"/>
                  <a:pt x="44" y="29"/>
                </a:cubicBezTo>
                <a:cubicBezTo>
                  <a:pt x="43" y="28"/>
                  <a:pt x="42" y="28"/>
                  <a:pt x="40" y="27"/>
                </a:cubicBezTo>
                <a:cubicBezTo>
                  <a:pt x="37" y="18"/>
                  <a:pt x="37" y="18"/>
                  <a:pt x="37" y="18"/>
                </a:cubicBezTo>
                <a:cubicBezTo>
                  <a:pt x="28" y="18"/>
                  <a:pt x="28" y="18"/>
                  <a:pt x="28" y="18"/>
                </a:cubicBezTo>
                <a:cubicBezTo>
                  <a:pt x="25" y="27"/>
                  <a:pt x="25" y="27"/>
                  <a:pt x="25" y="27"/>
                </a:cubicBezTo>
                <a:cubicBezTo>
                  <a:pt x="24" y="28"/>
                  <a:pt x="23" y="28"/>
                  <a:pt x="22" y="29"/>
                </a:cubicBezTo>
                <a:cubicBezTo>
                  <a:pt x="12" y="25"/>
                  <a:pt x="12" y="25"/>
                  <a:pt x="12" y="25"/>
                </a:cubicBezTo>
                <a:cubicBezTo>
                  <a:pt x="7" y="31"/>
                  <a:pt x="7" y="31"/>
                  <a:pt x="7" y="31"/>
                </a:cubicBezTo>
                <a:cubicBezTo>
                  <a:pt x="11" y="40"/>
                  <a:pt x="11" y="40"/>
                  <a:pt x="11" y="40"/>
                </a:cubicBezTo>
                <a:cubicBezTo>
                  <a:pt x="10" y="41"/>
                  <a:pt x="10" y="42"/>
                  <a:pt x="9" y="43"/>
                </a:cubicBezTo>
                <a:cubicBezTo>
                  <a:pt x="0" y="47"/>
                  <a:pt x="0" y="47"/>
                  <a:pt x="0" y="47"/>
                </a:cubicBezTo>
                <a:cubicBezTo>
                  <a:pt x="0" y="55"/>
                  <a:pt x="0" y="55"/>
                  <a:pt x="0" y="55"/>
                </a:cubicBezTo>
                <a:cubicBezTo>
                  <a:pt x="9" y="59"/>
                  <a:pt x="9" y="59"/>
                  <a:pt x="9" y="59"/>
                </a:cubicBezTo>
                <a:cubicBezTo>
                  <a:pt x="10" y="60"/>
                  <a:pt x="10" y="61"/>
                  <a:pt x="11" y="62"/>
                </a:cubicBezTo>
                <a:cubicBezTo>
                  <a:pt x="7" y="71"/>
                  <a:pt x="7" y="71"/>
                  <a:pt x="7" y="71"/>
                </a:cubicBezTo>
                <a:cubicBezTo>
                  <a:pt x="12" y="77"/>
                  <a:pt x="12" y="77"/>
                  <a:pt x="12" y="77"/>
                </a:cubicBezTo>
                <a:cubicBezTo>
                  <a:pt x="22" y="73"/>
                  <a:pt x="22" y="73"/>
                  <a:pt x="22" y="73"/>
                </a:cubicBezTo>
                <a:cubicBezTo>
                  <a:pt x="23" y="73"/>
                  <a:pt x="24" y="74"/>
                  <a:pt x="25" y="74"/>
                </a:cubicBezTo>
                <a:cubicBezTo>
                  <a:pt x="28" y="84"/>
                  <a:pt x="28" y="84"/>
                  <a:pt x="28" y="84"/>
                </a:cubicBezTo>
                <a:cubicBezTo>
                  <a:pt x="37" y="84"/>
                  <a:pt x="37" y="84"/>
                  <a:pt x="37" y="84"/>
                </a:cubicBezTo>
                <a:cubicBezTo>
                  <a:pt x="40" y="74"/>
                  <a:pt x="40" y="74"/>
                  <a:pt x="40" y="74"/>
                </a:cubicBezTo>
                <a:cubicBezTo>
                  <a:pt x="42" y="74"/>
                  <a:pt x="43" y="73"/>
                  <a:pt x="44" y="73"/>
                </a:cubicBezTo>
                <a:cubicBezTo>
                  <a:pt x="53" y="77"/>
                  <a:pt x="53" y="77"/>
                  <a:pt x="53" y="77"/>
                </a:cubicBezTo>
                <a:cubicBezTo>
                  <a:pt x="59" y="71"/>
                  <a:pt x="59" y="71"/>
                  <a:pt x="59" y="71"/>
                </a:cubicBezTo>
                <a:cubicBezTo>
                  <a:pt x="55" y="62"/>
                  <a:pt x="55" y="62"/>
                  <a:pt x="55" y="62"/>
                </a:cubicBezTo>
                <a:cubicBezTo>
                  <a:pt x="55" y="61"/>
                  <a:pt x="56" y="60"/>
                  <a:pt x="56" y="59"/>
                </a:cubicBezTo>
                <a:lnTo>
                  <a:pt x="65" y="55"/>
                </a:lnTo>
                <a:close/>
                <a:moveTo>
                  <a:pt x="33" y="37"/>
                </a:moveTo>
                <a:cubicBezTo>
                  <a:pt x="25" y="37"/>
                  <a:pt x="19" y="43"/>
                  <a:pt x="19" y="51"/>
                </a:cubicBezTo>
                <a:cubicBezTo>
                  <a:pt x="19" y="58"/>
                  <a:pt x="25" y="65"/>
                  <a:pt x="33" y="65"/>
                </a:cubicBezTo>
                <a:cubicBezTo>
                  <a:pt x="40" y="65"/>
                  <a:pt x="46" y="58"/>
                  <a:pt x="46" y="51"/>
                </a:cubicBezTo>
                <a:cubicBezTo>
                  <a:pt x="46" y="43"/>
                  <a:pt x="40" y="37"/>
                  <a:pt x="33" y="37"/>
                </a:cubicBezTo>
                <a:close/>
                <a:moveTo>
                  <a:pt x="85" y="104"/>
                </a:moveTo>
                <a:cubicBezTo>
                  <a:pt x="78" y="104"/>
                  <a:pt x="78" y="104"/>
                  <a:pt x="78" y="104"/>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3" name="Freeform 44">
            <a:extLst>
              <a:ext uri="{FF2B5EF4-FFF2-40B4-BE49-F238E27FC236}">
                <a16:creationId xmlns:a16="http://schemas.microsoft.com/office/drawing/2014/main" id="{8058140C-A5D5-4F12-8B14-E5C252FA6E25}"/>
              </a:ext>
            </a:extLst>
          </p:cNvPr>
          <p:cNvSpPr>
            <a:spLocks noEditPoints="1"/>
          </p:cNvSpPr>
          <p:nvPr/>
        </p:nvSpPr>
        <p:spPr bwMode="auto">
          <a:xfrm>
            <a:off x="2586560" y="1783440"/>
            <a:ext cx="896576" cy="507080"/>
          </a:xfrm>
          <a:custGeom>
            <a:avLst/>
            <a:gdLst>
              <a:gd name="T0" fmla="*/ 36 w 154"/>
              <a:gd name="T1" fmla="*/ 70 h 87"/>
              <a:gd name="T2" fmla="*/ 36 w 154"/>
              <a:gd name="T3" fmla="*/ 64 h 87"/>
              <a:gd name="T4" fmla="*/ 45 w 154"/>
              <a:gd name="T5" fmla="*/ 56 h 87"/>
              <a:gd name="T6" fmla="*/ 50 w 154"/>
              <a:gd name="T7" fmla="*/ 60 h 87"/>
              <a:gd name="T8" fmla="*/ 43 w 154"/>
              <a:gd name="T9" fmla="*/ 70 h 87"/>
              <a:gd name="T10" fmla="*/ 94 w 154"/>
              <a:gd name="T11" fmla="*/ 63 h 87"/>
              <a:gd name="T12" fmla="*/ 112 w 154"/>
              <a:gd name="T13" fmla="*/ 71 h 87"/>
              <a:gd name="T14" fmla="*/ 113 w 154"/>
              <a:gd name="T15" fmla="*/ 63 h 87"/>
              <a:gd name="T16" fmla="*/ 94 w 154"/>
              <a:gd name="T17" fmla="*/ 77 h 87"/>
              <a:gd name="T18" fmla="*/ 103 w 154"/>
              <a:gd name="T19" fmla="*/ 77 h 87"/>
              <a:gd name="T20" fmla="*/ 104 w 154"/>
              <a:gd name="T21" fmla="*/ 71 h 87"/>
              <a:gd name="T22" fmla="*/ 84 w 154"/>
              <a:gd name="T23" fmla="*/ 83 h 87"/>
              <a:gd name="T24" fmla="*/ 92 w 154"/>
              <a:gd name="T25" fmla="*/ 83 h 87"/>
              <a:gd name="T26" fmla="*/ 94 w 154"/>
              <a:gd name="T27" fmla="*/ 77 h 87"/>
              <a:gd name="T28" fmla="*/ 72 w 154"/>
              <a:gd name="T29" fmla="*/ 85 h 87"/>
              <a:gd name="T30" fmla="*/ 82 w 154"/>
              <a:gd name="T31" fmla="*/ 84 h 87"/>
              <a:gd name="T32" fmla="*/ 49 w 154"/>
              <a:gd name="T33" fmla="*/ 77 h 87"/>
              <a:gd name="T34" fmla="*/ 59 w 154"/>
              <a:gd name="T35" fmla="*/ 59 h 87"/>
              <a:gd name="T36" fmla="*/ 53 w 154"/>
              <a:gd name="T37" fmla="*/ 59 h 87"/>
              <a:gd name="T38" fmla="*/ 42 w 154"/>
              <a:gd name="T39" fmla="*/ 77 h 87"/>
              <a:gd name="T40" fmla="*/ 49 w 154"/>
              <a:gd name="T41" fmla="*/ 77 h 87"/>
              <a:gd name="T42" fmla="*/ 67 w 154"/>
              <a:gd name="T43" fmla="*/ 70 h 87"/>
              <a:gd name="T44" fmla="*/ 63 w 154"/>
              <a:gd name="T45" fmla="*/ 63 h 87"/>
              <a:gd name="T46" fmla="*/ 51 w 154"/>
              <a:gd name="T47" fmla="*/ 75 h 87"/>
              <a:gd name="T48" fmla="*/ 55 w 154"/>
              <a:gd name="T49" fmla="*/ 83 h 87"/>
              <a:gd name="T50" fmla="*/ 71 w 154"/>
              <a:gd name="T51" fmla="*/ 80 h 87"/>
              <a:gd name="T52" fmla="*/ 72 w 154"/>
              <a:gd name="T53" fmla="*/ 72 h 87"/>
              <a:gd name="T54" fmla="*/ 66 w 154"/>
              <a:gd name="T55" fmla="*/ 72 h 87"/>
              <a:gd name="T56" fmla="*/ 60 w 154"/>
              <a:gd name="T57" fmla="*/ 85 h 87"/>
              <a:gd name="T58" fmla="*/ 67 w 154"/>
              <a:gd name="T59" fmla="*/ 85 h 87"/>
              <a:gd name="T60" fmla="*/ 132 w 154"/>
              <a:gd name="T61" fmla="*/ 0 h 87"/>
              <a:gd name="T62" fmla="*/ 128 w 154"/>
              <a:gd name="T63" fmla="*/ 52 h 87"/>
              <a:gd name="T64" fmla="*/ 154 w 154"/>
              <a:gd name="T65" fmla="*/ 41 h 87"/>
              <a:gd name="T66" fmla="*/ 83 w 154"/>
              <a:gd name="T67" fmla="*/ 22 h 87"/>
              <a:gd name="T68" fmla="*/ 76 w 154"/>
              <a:gd name="T69" fmla="*/ 22 h 87"/>
              <a:gd name="T70" fmla="*/ 53 w 154"/>
              <a:gd name="T71" fmla="*/ 33 h 87"/>
              <a:gd name="T72" fmla="*/ 73 w 154"/>
              <a:gd name="T73" fmla="*/ 39 h 87"/>
              <a:gd name="T74" fmla="*/ 113 w 154"/>
              <a:gd name="T75" fmla="*/ 63 h 87"/>
              <a:gd name="T76" fmla="*/ 120 w 154"/>
              <a:gd name="T77" fmla="*/ 54 h 87"/>
              <a:gd name="T78" fmla="*/ 113 w 154"/>
              <a:gd name="T79" fmla="*/ 63 h 87"/>
              <a:gd name="T80" fmla="*/ 39 w 154"/>
              <a:gd name="T81" fmla="*/ 61 h 87"/>
              <a:gd name="T82" fmla="*/ 22 w 154"/>
              <a:gd name="T83" fmla="*/ 57 h 87"/>
              <a:gd name="T84" fmla="*/ 32 w 154"/>
              <a:gd name="T85" fmla="*/ 0 h 87"/>
              <a:gd name="T86" fmla="*/ 37 w 154"/>
              <a:gd name="T87" fmla="*/ 63 h 87"/>
              <a:gd name="T88" fmla="*/ 51 w 154"/>
              <a:gd name="T89"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4" h="87">
                <a:moveTo>
                  <a:pt x="40" y="72"/>
                </a:moveTo>
                <a:cubicBezTo>
                  <a:pt x="39" y="72"/>
                  <a:pt x="37" y="71"/>
                  <a:pt x="36" y="70"/>
                </a:cubicBezTo>
                <a:cubicBezTo>
                  <a:pt x="35" y="70"/>
                  <a:pt x="35" y="68"/>
                  <a:pt x="35" y="67"/>
                </a:cubicBezTo>
                <a:cubicBezTo>
                  <a:pt x="35" y="66"/>
                  <a:pt x="35" y="65"/>
                  <a:pt x="36" y="64"/>
                </a:cubicBezTo>
                <a:cubicBezTo>
                  <a:pt x="42" y="57"/>
                  <a:pt x="42" y="57"/>
                  <a:pt x="42" y="57"/>
                </a:cubicBezTo>
                <a:cubicBezTo>
                  <a:pt x="43" y="56"/>
                  <a:pt x="44" y="56"/>
                  <a:pt x="45" y="56"/>
                </a:cubicBezTo>
                <a:cubicBezTo>
                  <a:pt x="46" y="56"/>
                  <a:pt x="47" y="56"/>
                  <a:pt x="48" y="57"/>
                </a:cubicBezTo>
                <a:cubicBezTo>
                  <a:pt x="49" y="58"/>
                  <a:pt x="50" y="59"/>
                  <a:pt x="50" y="60"/>
                </a:cubicBezTo>
                <a:cubicBezTo>
                  <a:pt x="50" y="61"/>
                  <a:pt x="50" y="63"/>
                  <a:pt x="49" y="63"/>
                </a:cubicBezTo>
                <a:cubicBezTo>
                  <a:pt x="43" y="70"/>
                  <a:pt x="43" y="70"/>
                  <a:pt x="43" y="70"/>
                </a:cubicBezTo>
                <a:cubicBezTo>
                  <a:pt x="42" y="71"/>
                  <a:pt x="41" y="71"/>
                  <a:pt x="40" y="72"/>
                </a:cubicBezTo>
                <a:close/>
                <a:moveTo>
                  <a:pt x="94" y="63"/>
                </a:moveTo>
                <a:cubicBezTo>
                  <a:pt x="94" y="63"/>
                  <a:pt x="105" y="72"/>
                  <a:pt x="108" y="72"/>
                </a:cubicBezTo>
                <a:cubicBezTo>
                  <a:pt x="110" y="73"/>
                  <a:pt x="111" y="72"/>
                  <a:pt x="112" y="71"/>
                </a:cubicBezTo>
                <a:cubicBezTo>
                  <a:pt x="114" y="69"/>
                  <a:pt x="114" y="68"/>
                  <a:pt x="114" y="66"/>
                </a:cubicBezTo>
                <a:cubicBezTo>
                  <a:pt x="114" y="65"/>
                  <a:pt x="114" y="64"/>
                  <a:pt x="113" y="63"/>
                </a:cubicBezTo>
                <a:moveTo>
                  <a:pt x="85" y="69"/>
                </a:moveTo>
                <a:cubicBezTo>
                  <a:pt x="94" y="77"/>
                  <a:pt x="94" y="77"/>
                  <a:pt x="94" y="77"/>
                </a:cubicBezTo>
                <a:cubicBezTo>
                  <a:pt x="95" y="78"/>
                  <a:pt x="97" y="79"/>
                  <a:pt x="98" y="79"/>
                </a:cubicBezTo>
                <a:cubicBezTo>
                  <a:pt x="100" y="79"/>
                  <a:pt x="102" y="78"/>
                  <a:pt x="103" y="77"/>
                </a:cubicBezTo>
                <a:cubicBezTo>
                  <a:pt x="104" y="76"/>
                  <a:pt x="105" y="74"/>
                  <a:pt x="105" y="73"/>
                </a:cubicBezTo>
                <a:cubicBezTo>
                  <a:pt x="105" y="72"/>
                  <a:pt x="105" y="71"/>
                  <a:pt x="104" y="71"/>
                </a:cubicBezTo>
                <a:moveTo>
                  <a:pt x="79" y="79"/>
                </a:moveTo>
                <a:cubicBezTo>
                  <a:pt x="84" y="83"/>
                  <a:pt x="84" y="83"/>
                  <a:pt x="84" y="83"/>
                </a:cubicBezTo>
                <a:cubicBezTo>
                  <a:pt x="85" y="84"/>
                  <a:pt x="86" y="85"/>
                  <a:pt x="88" y="85"/>
                </a:cubicBezTo>
                <a:cubicBezTo>
                  <a:pt x="90" y="85"/>
                  <a:pt x="91" y="84"/>
                  <a:pt x="92" y="83"/>
                </a:cubicBezTo>
                <a:cubicBezTo>
                  <a:pt x="94" y="82"/>
                  <a:pt x="95" y="80"/>
                  <a:pt x="95" y="79"/>
                </a:cubicBezTo>
                <a:cubicBezTo>
                  <a:pt x="94" y="78"/>
                  <a:pt x="94" y="77"/>
                  <a:pt x="94" y="77"/>
                </a:cubicBezTo>
                <a:moveTo>
                  <a:pt x="69" y="83"/>
                </a:moveTo>
                <a:cubicBezTo>
                  <a:pt x="72" y="85"/>
                  <a:pt x="72" y="85"/>
                  <a:pt x="72" y="85"/>
                </a:cubicBezTo>
                <a:cubicBezTo>
                  <a:pt x="73" y="85"/>
                  <a:pt x="75" y="86"/>
                  <a:pt x="78" y="85"/>
                </a:cubicBezTo>
                <a:cubicBezTo>
                  <a:pt x="79" y="85"/>
                  <a:pt x="81" y="85"/>
                  <a:pt x="82" y="84"/>
                </a:cubicBezTo>
                <a:cubicBezTo>
                  <a:pt x="82" y="83"/>
                  <a:pt x="83" y="83"/>
                  <a:pt x="83" y="82"/>
                </a:cubicBezTo>
                <a:moveTo>
                  <a:pt x="49" y="77"/>
                </a:moveTo>
                <a:cubicBezTo>
                  <a:pt x="59" y="65"/>
                  <a:pt x="59" y="65"/>
                  <a:pt x="59" y="65"/>
                </a:cubicBezTo>
                <a:cubicBezTo>
                  <a:pt x="61" y="63"/>
                  <a:pt x="61" y="60"/>
                  <a:pt x="59" y="59"/>
                </a:cubicBezTo>
                <a:cubicBezTo>
                  <a:pt x="58" y="58"/>
                  <a:pt x="57" y="57"/>
                  <a:pt x="55" y="58"/>
                </a:cubicBezTo>
                <a:cubicBezTo>
                  <a:pt x="54" y="58"/>
                  <a:pt x="53" y="58"/>
                  <a:pt x="53" y="59"/>
                </a:cubicBezTo>
                <a:cubicBezTo>
                  <a:pt x="42" y="71"/>
                  <a:pt x="42" y="71"/>
                  <a:pt x="42" y="71"/>
                </a:cubicBezTo>
                <a:cubicBezTo>
                  <a:pt x="40" y="73"/>
                  <a:pt x="41" y="76"/>
                  <a:pt x="42" y="77"/>
                </a:cubicBezTo>
                <a:cubicBezTo>
                  <a:pt x="43" y="78"/>
                  <a:pt x="45" y="79"/>
                  <a:pt x="46" y="79"/>
                </a:cubicBezTo>
                <a:cubicBezTo>
                  <a:pt x="47" y="78"/>
                  <a:pt x="48" y="78"/>
                  <a:pt x="49" y="77"/>
                </a:cubicBezTo>
                <a:close/>
                <a:moveTo>
                  <a:pt x="58" y="81"/>
                </a:moveTo>
                <a:cubicBezTo>
                  <a:pt x="67" y="70"/>
                  <a:pt x="67" y="70"/>
                  <a:pt x="67" y="70"/>
                </a:cubicBezTo>
                <a:cubicBezTo>
                  <a:pt x="69" y="68"/>
                  <a:pt x="69" y="66"/>
                  <a:pt x="67" y="64"/>
                </a:cubicBezTo>
                <a:cubicBezTo>
                  <a:pt x="66" y="63"/>
                  <a:pt x="65" y="62"/>
                  <a:pt x="63" y="63"/>
                </a:cubicBezTo>
                <a:cubicBezTo>
                  <a:pt x="62" y="63"/>
                  <a:pt x="61" y="63"/>
                  <a:pt x="61" y="64"/>
                </a:cubicBezTo>
                <a:cubicBezTo>
                  <a:pt x="51" y="75"/>
                  <a:pt x="51" y="75"/>
                  <a:pt x="51" y="75"/>
                </a:cubicBezTo>
                <a:cubicBezTo>
                  <a:pt x="49" y="77"/>
                  <a:pt x="49" y="80"/>
                  <a:pt x="51" y="82"/>
                </a:cubicBezTo>
                <a:cubicBezTo>
                  <a:pt x="52" y="82"/>
                  <a:pt x="54" y="83"/>
                  <a:pt x="55" y="83"/>
                </a:cubicBezTo>
                <a:cubicBezTo>
                  <a:pt x="56" y="83"/>
                  <a:pt x="57" y="82"/>
                  <a:pt x="58" y="81"/>
                </a:cubicBezTo>
                <a:close/>
                <a:moveTo>
                  <a:pt x="71" y="80"/>
                </a:moveTo>
                <a:cubicBezTo>
                  <a:pt x="72" y="79"/>
                  <a:pt x="72" y="79"/>
                  <a:pt x="72" y="79"/>
                </a:cubicBezTo>
                <a:cubicBezTo>
                  <a:pt x="74" y="77"/>
                  <a:pt x="74" y="74"/>
                  <a:pt x="72" y="72"/>
                </a:cubicBezTo>
                <a:cubicBezTo>
                  <a:pt x="71" y="71"/>
                  <a:pt x="70" y="71"/>
                  <a:pt x="68" y="71"/>
                </a:cubicBezTo>
                <a:cubicBezTo>
                  <a:pt x="67" y="71"/>
                  <a:pt x="66" y="72"/>
                  <a:pt x="66" y="72"/>
                </a:cubicBezTo>
                <a:cubicBezTo>
                  <a:pt x="60" y="79"/>
                  <a:pt x="60" y="79"/>
                  <a:pt x="60" y="79"/>
                </a:cubicBezTo>
                <a:cubicBezTo>
                  <a:pt x="58" y="81"/>
                  <a:pt x="58" y="83"/>
                  <a:pt x="60" y="85"/>
                </a:cubicBezTo>
                <a:cubicBezTo>
                  <a:pt x="61" y="86"/>
                  <a:pt x="63" y="87"/>
                  <a:pt x="64" y="86"/>
                </a:cubicBezTo>
                <a:cubicBezTo>
                  <a:pt x="65" y="86"/>
                  <a:pt x="66" y="86"/>
                  <a:pt x="67" y="85"/>
                </a:cubicBezTo>
                <a:lnTo>
                  <a:pt x="71" y="80"/>
                </a:lnTo>
                <a:close/>
                <a:moveTo>
                  <a:pt x="132" y="0"/>
                </a:moveTo>
                <a:cubicBezTo>
                  <a:pt x="122" y="5"/>
                  <a:pt x="108" y="13"/>
                  <a:pt x="106" y="14"/>
                </a:cubicBezTo>
                <a:cubicBezTo>
                  <a:pt x="108" y="17"/>
                  <a:pt x="117" y="32"/>
                  <a:pt x="128" y="52"/>
                </a:cubicBezTo>
                <a:cubicBezTo>
                  <a:pt x="129" y="54"/>
                  <a:pt x="129" y="54"/>
                  <a:pt x="129" y="54"/>
                </a:cubicBezTo>
                <a:cubicBezTo>
                  <a:pt x="154" y="41"/>
                  <a:pt x="154" y="41"/>
                  <a:pt x="154" y="41"/>
                </a:cubicBezTo>
                <a:moveTo>
                  <a:pt x="109" y="19"/>
                </a:moveTo>
                <a:cubicBezTo>
                  <a:pt x="97" y="15"/>
                  <a:pt x="91" y="22"/>
                  <a:pt x="83" y="22"/>
                </a:cubicBezTo>
                <a:cubicBezTo>
                  <a:pt x="80" y="22"/>
                  <a:pt x="78" y="22"/>
                  <a:pt x="76" y="22"/>
                </a:cubicBezTo>
                <a:cubicBezTo>
                  <a:pt x="76" y="22"/>
                  <a:pt x="76" y="22"/>
                  <a:pt x="76" y="22"/>
                </a:cubicBezTo>
                <a:cubicBezTo>
                  <a:pt x="75" y="22"/>
                  <a:pt x="74" y="22"/>
                  <a:pt x="74" y="23"/>
                </a:cubicBezTo>
                <a:cubicBezTo>
                  <a:pt x="53" y="33"/>
                  <a:pt x="53" y="33"/>
                  <a:pt x="53" y="33"/>
                </a:cubicBezTo>
                <a:cubicBezTo>
                  <a:pt x="43" y="38"/>
                  <a:pt x="53" y="46"/>
                  <a:pt x="56" y="45"/>
                </a:cubicBezTo>
                <a:cubicBezTo>
                  <a:pt x="59" y="44"/>
                  <a:pt x="68" y="41"/>
                  <a:pt x="73" y="39"/>
                </a:cubicBezTo>
                <a:cubicBezTo>
                  <a:pt x="76" y="37"/>
                  <a:pt x="80" y="38"/>
                  <a:pt x="83" y="40"/>
                </a:cubicBezTo>
                <a:cubicBezTo>
                  <a:pt x="92" y="47"/>
                  <a:pt x="112" y="61"/>
                  <a:pt x="113" y="63"/>
                </a:cubicBezTo>
                <a:moveTo>
                  <a:pt x="127" y="49"/>
                </a:moveTo>
                <a:cubicBezTo>
                  <a:pt x="125" y="50"/>
                  <a:pt x="121" y="53"/>
                  <a:pt x="120" y="54"/>
                </a:cubicBezTo>
                <a:cubicBezTo>
                  <a:pt x="119" y="54"/>
                  <a:pt x="119" y="56"/>
                  <a:pt x="118" y="57"/>
                </a:cubicBezTo>
                <a:cubicBezTo>
                  <a:pt x="116" y="59"/>
                  <a:pt x="115" y="62"/>
                  <a:pt x="113" y="63"/>
                </a:cubicBezTo>
                <a:moveTo>
                  <a:pt x="39" y="61"/>
                </a:moveTo>
                <a:cubicBezTo>
                  <a:pt x="39" y="61"/>
                  <a:pt x="39" y="61"/>
                  <a:pt x="39" y="61"/>
                </a:cubicBezTo>
                <a:moveTo>
                  <a:pt x="0" y="39"/>
                </a:moveTo>
                <a:cubicBezTo>
                  <a:pt x="22" y="57"/>
                  <a:pt x="22" y="57"/>
                  <a:pt x="22" y="57"/>
                </a:cubicBezTo>
                <a:cubicBezTo>
                  <a:pt x="54" y="17"/>
                  <a:pt x="54" y="17"/>
                  <a:pt x="54" y="17"/>
                </a:cubicBezTo>
                <a:cubicBezTo>
                  <a:pt x="32" y="0"/>
                  <a:pt x="32" y="0"/>
                  <a:pt x="32" y="0"/>
                </a:cubicBezTo>
                <a:moveTo>
                  <a:pt x="24" y="54"/>
                </a:moveTo>
                <a:cubicBezTo>
                  <a:pt x="31" y="59"/>
                  <a:pt x="37" y="63"/>
                  <a:pt x="37" y="63"/>
                </a:cubicBezTo>
                <a:moveTo>
                  <a:pt x="66" y="27"/>
                </a:moveTo>
                <a:cubicBezTo>
                  <a:pt x="63" y="25"/>
                  <a:pt x="57" y="22"/>
                  <a:pt x="51" y="21"/>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4" name="Freeform 45">
            <a:extLst>
              <a:ext uri="{FF2B5EF4-FFF2-40B4-BE49-F238E27FC236}">
                <a16:creationId xmlns:a16="http://schemas.microsoft.com/office/drawing/2014/main" id="{56C0ACBD-64BE-49C6-A5A7-85E12BD58CF2}"/>
              </a:ext>
            </a:extLst>
          </p:cNvPr>
          <p:cNvSpPr>
            <a:spLocks noEditPoints="1"/>
          </p:cNvSpPr>
          <p:nvPr/>
        </p:nvSpPr>
        <p:spPr bwMode="auto">
          <a:xfrm>
            <a:off x="7299379" y="4529816"/>
            <a:ext cx="685903" cy="548722"/>
          </a:xfrm>
          <a:custGeom>
            <a:avLst/>
            <a:gdLst>
              <a:gd name="T0" fmla="*/ 118 w 118"/>
              <a:gd name="T1" fmla="*/ 94 h 94"/>
              <a:gd name="T2" fmla="*/ 0 w 118"/>
              <a:gd name="T3" fmla="*/ 94 h 94"/>
              <a:gd name="T4" fmla="*/ 28 w 118"/>
              <a:gd name="T5" fmla="*/ 69 h 94"/>
              <a:gd name="T6" fmla="*/ 12 w 118"/>
              <a:gd name="T7" fmla="*/ 69 h 94"/>
              <a:gd name="T8" fmla="*/ 12 w 118"/>
              <a:gd name="T9" fmla="*/ 94 h 94"/>
              <a:gd name="T10" fmla="*/ 28 w 118"/>
              <a:gd name="T11" fmla="*/ 94 h 94"/>
              <a:gd name="T12" fmla="*/ 28 w 118"/>
              <a:gd name="T13" fmla="*/ 69 h 94"/>
              <a:gd name="T14" fmla="*/ 54 w 118"/>
              <a:gd name="T15" fmla="*/ 44 h 94"/>
              <a:gd name="T16" fmla="*/ 38 w 118"/>
              <a:gd name="T17" fmla="*/ 44 h 94"/>
              <a:gd name="T18" fmla="*/ 38 w 118"/>
              <a:gd name="T19" fmla="*/ 94 h 94"/>
              <a:gd name="T20" fmla="*/ 54 w 118"/>
              <a:gd name="T21" fmla="*/ 94 h 94"/>
              <a:gd name="T22" fmla="*/ 54 w 118"/>
              <a:gd name="T23" fmla="*/ 44 h 94"/>
              <a:gd name="T24" fmla="*/ 79 w 118"/>
              <a:gd name="T25" fmla="*/ 55 h 94"/>
              <a:gd name="T26" fmla="*/ 63 w 118"/>
              <a:gd name="T27" fmla="*/ 55 h 94"/>
              <a:gd name="T28" fmla="*/ 63 w 118"/>
              <a:gd name="T29" fmla="*/ 94 h 94"/>
              <a:gd name="T30" fmla="*/ 79 w 118"/>
              <a:gd name="T31" fmla="*/ 94 h 94"/>
              <a:gd name="T32" fmla="*/ 79 w 118"/>
              <a:gd name="T33" fmla="*/ 55 h 94"/>
              <a:gd name="T34" fmla="*/ 105 w 118"/>
              <a:gd name="T35" fmla="*/ 29 h 94"/>
              <a:gd name="T36" fmla="*/ 89 w 118"/>
              <a:gd name="T37" fmla="*/ 29 h 94"/>
              <a:gd name="T38" fmla="*/ 89 w 118"/>
              <a:gd name="T39" fmla="*/ 94 h 94"/>
              <a:gd name="T40" fmla="*/ 105 w 118"/>
              <a:gd name="T41" fmla="*/ 94 h 94"/>
              <a:gd name="T42" fmla="*/ 105 w 118"/>
              <a:gd name="T43" fmla="*/ 29 h 94"/>
              <a:gd name="T44" fmla="*/ 20 w 118"/>
              <a:gd name="T45" fmla="*/ 41 h 94"/>
              <a:gd name="T46" fmla="*/ 16 w 118"/>
              <a:gd name="T47" fmla="*/ 46 h 94"/>
              <a:gd name="T48" fmla="*/ 20 w 118"/>
              <a:gd name="T49" fmla="*/ 50 h 94"/>
              <a:gd name="T50" fmla="*/ 25 w 118"/>
              <a:gd name="T51" fmla="*/ 46 h 94"/>
              <a:gd name="T52" fmla="*/ 20 w 118"/>
              <a:gd name="T53" fmla="*/ 41 h 94"/>
              <a:gd name="T54" fmla="*/ 46 w 118"/>
              <a:gd name="T55" fmla="*/ 17 h 94"/>
              <a:gd name="T56" fmla="*/ 41 w 118"/>
              <a:gd name="T57" fmla="*/ 21 h 94"/>
              <a:gd name="T58" fmla="*/ 46 w 118"/>
              <a:gd name="T59" fmla="*/ 26 h 94"/>
              <a:gd name="T60" fmla="*/ 50 w 118"/>
              <a:gd name="T61" fmla="*/ 21 h 94"/>
              <a:gd name="T62" fmla="*/ 46 w 118"/>
              <a:gd name="T63" fmla="*/ 17 h 94"/>
              <a:gd name="T64" fmla="*/ 71 w 118"/>
              <a:gd name="T65" fmla="*/ 29 h 94"/>
              <a:gd name="T66" fmla="*/ 67 w 118"/>
              <a:gd name="T67" fmla="*/ 33 h 94"/>
              <a:gd name="T68" fmla="*/ 71 w 118"/>
              <a:gd name="T69" fmla="*/ 38 h 94"/>
              <a:gd name="T70" fmla="*/ 76 w 118"/>
              <a:gd name="T71" fmla="*/ 33 h 94"/>
              <a:gd name="T72" fmla="*/ 71 w 118"/>
              <a:gd name="T73" fmla="*/ 29 h 94"/>
              <a:gd name="T74" fmla="*/ 97 w 118"/>
              <a:gd name="T75" fmla="*/ 0 h 94"/>
              <a:gd name="T76" fmla="*/ 92 w 118"/>
              <a:gd name="T77" fmla="*/ 4 h 94"/>
              <a:gd name="T78" fmla="*/ 97 w 118"/>
              <a:gd name="T79" fmla="*/ 9 h 94"/>
              <a:gd name="T80" fmla="*/ 101 w 118"/>
              <a:gd name="T81" fmla="*/ 4 h 94"/>
              <a:gd name="T82" fmla="*/ 97 w 118"/>
              <a:gd name="T83" fmla="*/ 0 h 94"/>
              <a:gd name="T84" fmla="*/ 74 w 118"/>
              <a:gd name="T85" fmla="*/ 30 h 94"/>
              <a:gd name="T86" fmla="*/ 94 w 118"/>
              <a:gd name="T87" fmla="*/ 8 h 94"/>
              <a:gd name="T88" fmla="*/ 50 w 118"/>
              <a:gd name="T89" fmla="*/ 23 h 94"/>
              <a:gd name="T90" fmla="*/ 67 w 118"/>
              <a:gd name="T91" fmla="*/ 31 h 94"/>
              <a:gd name="T92" fmla="*/ 42 w 118"/>
              <a:gd name="T93" fmla="*/ 24 h 94"/>
              <a:gd name="T94" fmla="*/ 24 w 118"/>
              <a:gd name="T95" fmla="*/ 4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 h="94">
                <a:moveTo>
                  <a:pt x="118" y="94"/>
                </a:moveTo>
                <a:cubicBezTo>
                  <a:pt x="0" y="94"/>
                  <a:pt x="0" y="94"/>
                  <a:pt x="0" y="94"/>
                </a:cubicBezTo>
                <a:moveTo>
                  <a:pt x="28" y="69"/>
                </a:moveTo>
                <a:cubicBezTo>
                  <a:pt x="12" y="69"/>
                  <a:pt x="12" y="69"/>
                  <a:pt x="12" y="69"/>
                </a:cubicBezTo>
                <a:cubicBezTo>
                  <a:pt x="12" y="94"/>
                  <a:pt x="12" y="94"/>
                  <a:pt x="12" y="94"/>
                </a:cubicBezTo>
                <a:cubicBezTo>
                  <a:pt x="28" y="94"/>
                  <a:pt x="28" y="94"/>
                  <a:pt x="28" y="94"/>
                </a:cubicBezTo>
                <a:lnTo>
                  <a:pt x="28" y="69"/>
                </a:lnTo>
                <a:close/>
                <a:moveTo>
                  <a:pt x="54" y="44"/>
                </a:moveTo>
                <a:cubicBezTo>
                  <a:pt x="38" y="44"/>
                  <a:pt x="38" y="44"/>
                  <a:pt x="38" y="44"/>
                </a:cubicBezTo>
                <a:cubicBezTo>
                  <a:pt x="38" y="94"/>
                  <a:pt x="38" y="94"/>
                  <a:pt x="38" y="94"/>
                </a:cubicBezTo>
                <a:cubicBezTo>
                  <a:pt x="54" y="94"/>
                  <a:pt x="54" y="94"/>
                  <a:pt x="54" y="94"/>
                </a:cubicBezTo>
                <a:lnTo>
                  <a:pt x="54" y="44"/>
                </a:lnTo>
                <a:close/>
                <a:moveTo>
                  <a:pt x="79" y="55"/>
                </a:moveTo>
                <a:cubicBezTo>
                  <a:pt x="63" y="55"/>
                  <a:pt x="63" y="55"/>
                  <a:pt x="63" y="55"/>
                </a:cubicBezTo>
                <a:cubicBezTo>
                  <a:pt x="63" y="94"/>
                  <a:pt x="63" y="94"/>
                  <a:pt x="63" y="94"/>
                </a:cubicBezTo>
                <a:cubicBezTo>
                  <a:pt x="79" y="94"/>
                  <a:pt x="79" y="94"/>
                  <a:pt x="79" y="94"/>
                </a:cubicBezTo>
                <a:lnTo>
                  <a:pt x="79" y="55"/>
                </a:lnTo>
                <a:close/>
                <a:moveTo>
                  <a:pt x="105" y="29"/>
                </a:moveTo>
                <a:cubicBezTo>
                  <a:pt x="89" y="29"/>
                  <a:pt x="89" y="29"/>
                  <a:pt x="89" y="29"/>
                </a:cubicBezTo>
                <a:cubicBezTo>
                  <a:pt x="89" y="94"/>
                  <a:pt x="89" y="94"/>
                  <a:pt x="89" y="94"/>
                </a:cubicBezTo>
                <a:cubicBezTo>
                  <a:pt x="105" y="94"/>
                  <a:pt x="105" y="94"/>
                  <a:pt x="105" y="94"/>
                </a:cubicBezTo>
                <a:lnTo>
                  <a:pt x="105" y="29"/>
                </a:lnTo>
                <a:close/>
                <a:moveTo>
                  <a:pt x="20" y="41"/>
                </a:moveTo>
                <a:cubicBezTo>
                  <a:pt x="18" y="41"/>
                  <a:pt x="16" y="43"/>
                  <a:pt x="16" y="46"/>
                </a:cubicBezTo>
                <a:cubicBezTo>
                  <a:pt x="16" y="48"/>
                  <a:pt x="18" y="50"/>
                  <a:pt x="20" y="50"/>
                </a:cubicBezTo>
                <a:cubicBezTo>
                  <a:pt x="23" y="50"/>
                  <a:pt x="25" y="48"/>
                  <a:pt x="25" y="46"/>
                </a:cubicBezTo>
                <a:cubicBezTo>
                  <a:pt x="25" y="43"/>
                  <a:pt x="23" y="41"/>
                  <a:pt x="20" y="41"/>
                </a:cubicBezTo>
                <a:close/>
                <a:moveTo>
                  <a:pt x="46" y="17"/>
                </a:moveTo>
                <a:cubicBezTo>
                  <a:pt x="43" y="17"/>
                  <a:pt x="41" y="19"/>
                  <a:pt x="41" y="21"/>
                </a:cubicBezTo>
                <a:cubicBezTo>
                  <a:pt x="41" y="24"/>
                  <a:pt x="43" y="26"/>
                  <a:pt x="46" y="26"/>
                </a:cubicBezTo>
                <a:cubicBezTo>
                  <a:pt x="48" y="26"/>
                  <a:pt x="50" y="24"/>
                  <a:pt x="50" y="21"/>
                </a:cubicBezTo>
                <a:cubicBezTo>
                  <a:pt x="50" y="19"/>
                  <a:pt x="48" y="17"/>
                  <a:pt x="46" y="17"/>
                </a:cubicBezTo>
                <a:close/>
                <a:moveTo>
                  <a:pt x="71" y="29"/>
                </a:moveTo>
                <a:cubicBezTo>
                  <a:pt x="69" y="29"/>
                  <a:pt x="67" y="31"/>
                  <a:pt x="67" y="33"/>
                </a:cubicBezTo>
                <a:cubicBezTo>
                  <a:pt x="67" y="36"/>
                  <a:pt x="69" y="38"/>
                  <a:pt x="71" y="38"/>
                </a:cubicBezTo>
                <a:cubicBezTo>
                  <a:pt x="74" y="38"/>
                  <a:pt x="76" y="36"/>
                  <a:pt x="76" y="33"/>
                </a:cubicBezTo>
                <a:cubicBezTo>
                  <a:pt x="76" y="31"/>
                  <a:pt x="74" y="29"/>
                  <a:pt x="71" y="29"/>
                </a:cubicBezTo>
                <a:close/>
                <a:moveTo>
                  <a:pt x="97" y="0"/>
                </a:moveTo>
                <a:cubicBezTo>
                  <a:pt x="94" y="0"/>
                  <a:pt x="92" y="2"/>
                  <a:pt x="92" y="4"/>
                </a:cubicBezTo>
                <a:cubicBezTo>
                  <a:pt x="92" y="7"/>
                  <a:pt x="94" y="9"/>
                  <a:pt x="97" y="9"/>
                </a:cubicBezTo>
                <a:cubicBezTo>
                  <a:pt x="99" y="9"/>
                  <a:pt x="101" y="7"/>
                  <a:pt x="101" y="4"/>
                </a:cubicBezTo>
                <a:cubicBezTo>
                  <a:pt x="101" y="2"/>
                  <a:pt x="99" y="0"/>
                  <a:pt x="97" y="0"/>
                </a:cubicBezTo>
                <a:close/>
                <a:moveTo>
                  <a:pt x="74" y="30"/>
                </a:moveTo>
                <a:cubicBezTo>
                  <a:pt x="94" y="8"/>
                  <a:pt x="94" y="8"/>
                  <a:pt x="94" y="8"/>
                </a:cubicBezTo>
                <a:moveTo>
                  <a:pt x="50" y="23"/>
                </a:moveTo>
                <a:cubicBezTo>
                  <a:pt x="67" y="31"/>
                  <a:pt x="67" y="31"/>
                  <a:pt x="67" y="31"/>
                </a:cubicBezTo>
                <a:moveTo>
                  <a:pt x="42" y="24"/>
                </a:moveTo>
                <a:cubicBezTo>
                  <a:pt x="24" y="42"/>
                  <a:pt x="24" y="42"/>
                  <a:pt x="24" y="42"/>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5" name="Freeform 46">
            <a:extLst>
              <a:ext uri="{FF2B5EF4-FFF2-40B4-BE49-F238E27FC236}">
                <a16:creationId xmlns:a16="http://schemas.microsoft.com/office/drawing/2014/main" id="{122768BF-D2B3-42BD-AC60-E55DBB8C5656}"/>
              </a:ext>
            </a:extLst>
          </p:cNvPr>
          <p:cNvSpPr>
            <a:spLocks noEditPoints="1"/>
          </p:cNvSpPr>
          <p:nvPr/>
        </p:nvSpPr>
        <p:spPr bwMode="auto">
          <a:xfrm>
            <a:off x="8894520" y="1690653"/>
            <a:ext cx="529126" cy="629563"/>
          </a:xfrm>
          <a:custGeom>
            <a:avLst/>
            <a:gdLst>
              <a:gd name="T0" fmla="*/ 216 w 216"/>
              <a:gd name="T1" fmla="*/ 105 h 257"/>
              <a:gd name="T2" fmla="*/ 216 w 216"/>
              <a:gd name="T3" fmla="*/ 257 h 257"/>
              <a:gd name="T4" fmla="*/ 0 w 216"/>
              <a:gd name="T5" fmla="*/ 257 h 257"/>
              <a:gd name="T6" fmla="*/ 0 w 216"/>
              <a:gd name="T7" fmla="*/ 105 h 257"/>
              <a:gd name="T8" fmla="*/ 216 w 216"/>
              <a:gd name="T9" fmla="*/ 257 h 257"/>
              <a:gd name="T10" fmla="*/ 109 w 216"/>
              <a:gd name="T11" fmla="*/ 181 h 257"/>
              <a:gd name="T12" fmla="*/ 0 w 216"/>
              <a:gd name="T13" fmla="*/ 257 h 257"/>
              <a:gd name="T14" fmla="*/ 216 w 216"/>
              <a:gd name="T15" fmla="*/ 105 h 257"/>
              <a:gd name="T16" fmla="*/ 145 w 216"/>
              <a:gd name="T17" fmla="*/ 183 h 257"/>
              <a:gd name="T18" fmla="*/ 0 w 216"/>
              <a:gd name="T19" fmla="*/ 105 h 257"/>
              <a:gd name="T20" fmla="*/ 74 w 216"/>
              <a:gd name="T21" fmla="*/ 183 h 257"/>
              <a:gd name="T22" fmla="*/ 190 w 216"/>
              <a:gd name="T23" fmla="*/ 100 h 257"/>
              <a:gd name="T24" fmla="*/ 190 w 216"/>
              <a:gd name="T25" fmla="*/ 48 h 257"/>
              <a:gd name="T26" fmla="*/ 143 w 216"/>
              <a:gd name="T27" fmla="*/ 0 h 257"/>
              <a:gd name="T28" fmla="*/ 26 w 216"/>
              <a:gd name="T29" fmla="*/ 0 h 257"/>
              <a:gd name="T30" fmla="*/ 26 w 216"/>
              <a:gd name="T31" fmla="*/ 100 h 257"/>
              <a:gd name="T32" fmla="*/ 190 w 216"/>
              <a:gd name="T33" fmla="*/ 48 h 257"/>
              <a:gd name="T34" fmla="*/ 143 w 216"/>
              <a:gd name="T35" fmla="*/ 0 h 257"/>
              <a:gd name="T36" fmla="*/ 143 w 216"/>
              <a:gd name="T37" fmla="*/ 48 h 257"/>
              <a:gd name="T38" fmla="*/ 190 w 216"/>
              <a:gd name="T39" fmla="*/ 48 h 257"/>
              <a:gd name="T40" fmla="*/ 74 w 216"/>
              <a:gd name="T41" fmla="*/ 76 h 257"/>
              <a:gd name="T42" fmla="*/ 50 w 216"/>
              <a:gd name="T43" fmla="*/ 76 h 257"/>
              <a:gd name="T44" fmla="*/ 162 w 216"/>
              <a:gd name="T45" fmla="*/ 76 h 257"/>
              <a:gd name="T46" fmla="*/ 95 w 216"/>
              <a:gd name="T47" fmla="*/ 76 h 257"/>
              <a:gd name="T48" fmla="*/ 50 w 216"/>
              <a:gd name="T49" fmla="*/ 100 h 257"/>
              <a:gd name="T50" fmla="*/ 112 w 216"/>
              <a:gd name="T51" fmla="*/ 100 h 257"/>
              <a:gd name="T52" fmla="*/ 162 w 216"/>
              <a:gd name="T53" fmla="*/ 100 h 257"/>
              <a:gd name="T54" fmla="*/ 138 w 216"/>
              <a:gd name="T55" fmla="*/ 10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6" h="257">
                <a:moveTo>
                  <a:pt x="216" y="105"/>
                </a:moveTo>
                <a:lnTo>
                  <a:pt x="216" y="257"/>
                </a:lnTo>
                <a:lnTo>
                  <a:pt x="0" y="257"/>
                </a:lnTo>
                <a:lnTo>
                  <a:pt x="0" y="105"/>
                </a:lnTo>
                <a:moveTo>
                  <a:pt x="216" y="257"/>
                </a:moveTo>
                <a:lnTo>
                  <a:pt x="109" y="181"/>
                </a:lnTo>
                <a:lnTo>
                  <a:pt x="0" y="257"/>
                </a:lnTo>
                <a:moveTo>
                  <a:pt x="216" y="105"/>
                </a:moveTo>
                <a:lnTo>
                  <a:pt x="145" y="183"/>
                </a:lnTo>
                <a:moveTo>
                  <a:pt x="0" y="105"/>
                </a:moveTo>
                <a:lnTo>
                  <a:pt x="74" y="183"/>
                </a:lnTo>
                <a:moveTo>
                  <a:pt x="190" y="100"/>
                </a:moveTo>
                <a:lnTo>
                  <a:pt x="190" y="48"/>
                </a:lnTo>
                <a:moveTo>
                  <a:pt x="143" y="0"/>
                </a:moveTo>
                <a:lnTo>
                  <a:pt x="26" y="0"/>
                </a:lnTo>
                <a:lnTo>
                  <a:pt x="26" y="100"/>
                </a:lnTo>
                <a:moveTo>
                  <a:pt x="190" y="48"/>
                </a:moveTo>
                <a:lnTo>
                  <a:pt x="143" y="0"/>
                </a:lnTo>
                <a:lnTo>
                  <a:pt x="143" y="48"/>
                </a:lnTo>
                <a:lnTo>
                  <a:pt x="190" y="48"/>
                </a:lnTo>
                <a:moveTo>
                  <a:pt x="74" y="76"/>
                </a:moveTo>
                <a:lnTo>
                  <a:pt x="50" y="76"/>
                </a:lnTo>
                <a:moveTo>
                  <a:pt x="162" y="76"/>
                </a:moveTo>
                <a:lnTo>
                  <a:pt x="95" y="76"/>
                </a:lnTo>
                <a:moveTo>
                  <a:pt x="50" y="100"/>
                </a:moveTo>
                <a:lnTo>
                  <a:pt x="112" y="100"/>
                </a:lnTo>
                <a:moveTo>
                  <a:pt x="162" y="100"/>
                </a:moveTo>
                <a:lnTo>
                  <a:pt x="138" y="100"/>
                </a:ln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595651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p:cTn id="7" dur="750" fill="hold"/>
                                        <p:tgtEl>
                                          <p:spTgt spid="111"/>
                                        </p:tgtEl>
                                        <p:attrNameLst>
                                          <p:attrName>ppt_w</p:attrName>
                                        </p:attrNameLst>
                                      </p:cBhvr>
                                      <p:tavLst>
                                        <p:tav tm="0">
                                          <p:val>
                                            <p:fltVal val="0"/>
                                          </p:val>
                                        </p:tav>
                                        <p:tav tm="100000">
                                          <p:val>
                                            <p:strVal val="#ppt_w"/>
                                          </p:val>
                                        </p:tav>
                                      </p:tavLst>
                                    </p:anim>
                                    <p:anim calcmode="lin" valueType="num">
                                      <p:cBhvr>
                                        <p:cTn id="8" dur="750" fill="hold"/>
                                        <p:tgtEl>
                                          <p:spTgt spid="111"/>
                                        </p:tgtEl>
                                        <p:attrNameLst>
                                          <p:attrName>ppt_h</p:attrName>
                                        </p:attrNameLst>
                                      </p:cBhvr>
                                      <p:tavLst>
                                        <p:tav tm="0">
                                          <p:val>
                                            <p:fltVal val="0"/>
                                          </p:val>
                                        </p:tav>
                                        <p:tav tm="100000">
                                          <p:val>
                                            <p:strVal val="#ppt_h"/>
                                          </p:val>
                                        </p:tav>
                                      </p:tavLst>
                                    </p:anim>
                                    <p:animEffect transition="in" filter="fade">
                                      <p:cBhvr>
                                        <p:cTn id="9" dur="750"/>
                                        <p:tgtEl>
                                          <p:spTgt spid="111"/>
                                        </p:tgtEl>
                                      </p:cBhvr>
                                    </p:animEffect>
                                  </p:childTnLst>
                                </p:cTn>
                              </p:par>
                              <p:par>
                                <p:cTn id="10" presetID="53" presetClass="entr" presetSubtype="16" fill="hold" nodeType="withEffect">
                                  <p:stCondLst>
                                    <p:cond delay="250"/>
                                  </p:stCondLst>
                                  <p:childTnLst>
                                    <p:set>
                                      <p:cBhvr>
                                        <p:cTn id="11" dur="1" fill="hold">
                                          <p:stCondLst>
                                            <p:cond delay="0"/>
                                          </p:stCondLst>
                                        </p:cTn>
                                        <p:tgtEl>
                                          <p:spTgt spid="94"/>
                                        </p:tgtEl>
                                        <p:attrNameLst>
                                          <p:attrName>style.visibility</p:attrName>
                                        </p:attrNameLst>
                                      </p:cBhvr>
                                      <p:to>
                                        <p:strVal val="visible"/>
                                      </p:to>
                                    </p:set>
                                    <p:anim calcmode="lin" valueType="num">
                                      <p:cBhvr>
                                        <p:cTn id="12" dur="750" fill="hold"/>
                                        <p:tgtEl>
                                          <p:spTgt spid="94"/>
                                        </p:tgtEl>
                                        <p:attrNameLst>
                                          <p:attrName>ppt_w</p:attrName>
                                        </p:attrNameLst>
                                      </p:cBhvr>
                                      <p:tavLst>
                                        <p:tav tm="0">
                                          <p:val>
                                            <p:fltVal val="0"/>
                                          </p:val>
                                        </p:tav>
                                        <p:tav tm="100000">
                                          <p:val>
                                            <p:strVal val="#ppt_w"/>
                                          </p:val>
                                        </p:tav>
                                      </p:tavLst>
                                    </p:anim>
                                    <p:anim calcmode="lin" valueType="num">
                                      <p:cBhvr>
                                        <p:cTn id="13" dur="750" fill="hold"/>
                                        <p:tgtEl>
                                          <p:spTgt spid="94"/>
                                        </p:tgtEl>
                                        <p:attrNameLst>
                                          <p:attrName>ppt_h</p:attrName>
                                        </p:attrNameLst>
                                      </p:cBhvr>
                                      <p:tavLst>
                                        <p:tav tm="0">
                                          <p:val>
                                            <p:fltVal val="0"/>
                                          </p:val>
                                        </p:tav>
                                        <p:tav tm="100000">
                                          <p:val>
                                            <p:strVal val="#ppt_h"/>
                                          </p:val>
                                        </p:tav>
                                      </p:tavLst>
                                    </p:anim>
                                    <p:animEffect transition="in" filter="fade">
                                      <p:cBhvr>
                                        <p:cTn id="14" dur="750"/>
                                        <p:tgtEl>
                                          <p:spTgt spid="94"/>
                                        </p:tgtEl>
                                      </p:cBhvr>
                                    </p:animEffect>
                                  </p:childTnLst>
                                </p:cTn>
                              </p:par>
                              <p:par>
                                <p:cTn id="15" presetID="22" presetClass="entr" presetSubtype="1" fill="hold" nodeType="withEffect">
                                  <p:stCondLst>
                                    <p:cond delay="500"/>
                                  </p:stCondLst>
                                  <p:childTnLst>
                                    <p:set>
                                      <p:cBhvr>
                                        <p:cTn id="16" dur="1" fill="hold">
                                          <p:stCondLst>
                                            <p:cond delay="0"/>
                                          </p:stCondLst>
                                        </p:cTn>
                                        <p:tgtEl>
                                          <p:spTgt spid="117"/>
                                        </p:tgtEl>
                                        <p:attrNameLst>
                                          <p:attrName>style.visibility</p:attrName>
                                        </p:attrNameLst>
                                      </p:cBhvr>
                                      <p:to>
                                        <p:strVal val="visible"/>
                                      </p:to>
                                    </p:set>
                                    <p:animEffect transition="in" filter="wipe(up)">
                                      <p:cBhvr>
                                        <p:cTn id="17" dur="500"/>
                                        <p:tgtEl>
                                          <p:spTgt spid="117"/>
                                        </p:tgtEl>
                                      </p:cBhvr>
                                    </p:animEffect>
                                  </p:childTnLst>
                                </p:cTn>
                              </p:par>
                              <p:par>
                                <p:cTn id="18" presetID="53" presetClass="entr" presetSubtype="16" fill="hold" nodeType="withEffect">
                                  <p:stCondLst>
                                    <p:cond delay="750"/>
                                  </p:stCondLst>
                                  <p:childTnLst>
                                    <p:set>
                                      <p:cBhvr>
                                        <p:cTn id="19" dur="1" fill="hold">
                                          <p:stCondLst>
                                            <p:cond delay="0"/>
                                          </p:stCondLst>
                                        </p:cTn>
                                        <p:tgtEl>
                                          <p:spTgt spid="115"/>
                                        </p:tgtEl>
                                        <p:attrNameLst>
                                          <p:attrName>style.visibility</p:attrName>
                                        </p:attrNameLst>
                                      </p:cBhvr>
                                      <p:to>
                                        <p:strVal val="visible"/>
                                      </p:to>
                                    </p:set>
                                    <p:anim calcmode="lin" valueType="num">
                                      <p:cBhvr>
                                        <p:cTn id="20" dur="750" fill="hold"/>
                                        <p:tgtEl>
                                          <p:spTgt spid="115"/>
                                        </p:tgtEl>
                                        <p:attrNameLst>
                                          <p:attrName>ppt_w</p:attrName>
                                        </p:attrNameLst>
                                      </p:cBhvr>
                                      <p:tavLst>
                                        <p:tav tm="0">
                                          <p:val>
                                            <p:fltVal val="0"/>
                                          </p:val>
                                        </p:tav>
                                        <p:tav tm="100000">
                                          <p:val>
                                            <p:strVal val="#ppt_w"/>
                                          </p:val>
                                        </p:tav>
                                      </p:tavLst>
                                    </p:anim>
                                    <p:anim calcmode="lin" valueType="num">
                                      <p:cBhvr>
                                        <p:cTn id="21" dur="750" fill="hold"/>
                                        <p:tgtEl>
                                          <p:spTgt spid="115"/>
                                        </p:tgtEl>
                                        <p:attrNameLst>
                                          <p:attrName>ppt_h</p:attrName>
                                        </p:attrNameLst>
                                      </p:cBhvr>
                                      <p:tavLst>
                                        <p:tav tm="0">
                                          <p:val>
                                            <p:fltVal val="0"/>
                                          </p:val>
                                        </p:tav>
                                        <p:tav tm="100000">
                                          <p:val>
                                            <p:strVal val="#ppt_h"/>
                                          </p:val>
                                        </p:tav>
                                      </p:tavLst>
                                    </p:anim>
                                    <p:animEffect transition="in" filter="fade">
                                      <p:cBhvr>
                                        <p:cTn id="22" dur="750"/>
                                        <p:tgtEl>
                                          <p:spTgt spid="115"/>
                                        </p:tgtEl>
                                      </p:cBhvr>
                                    </p:animEffect>
                                  </p:childTnLst>
                                </p:cTn>
                              </p:par>
                              <p:par>
                                <p:cTn id="23" presetID="53" presetClass="entr" presetSubtype="16" fill="hold" nodeType="withEffect">
                                  <p:stCondLst>
                                    <p:cond delay="1000"/>
                                  </p:stCondLst>
                                  <p:childTnLst>
                                    <p:set>
                                      <p:cBhvr>
                                        <p:cTn id="24" dur="1" fill="hold">
                                          <p:stCondLst>
                                            <p:cond delay="0"/>
                                          </p:stCondLst>
                                        </p:cTn>
                                        <p:tgtEl>
                                          <p:spTgt spid="97"/>
                                        </p:tgtEl>
                                        <p:attrNameLst>
                                          <p:attrName>style.visibility</p:attrName>
                                        </p:attrNameLst>
                                      </p:cBhvr>
                                      <p:to>
                                        <p:strVal val="visible"/>
                                      </p:to>
                                    </p:set>
                                    <p:anim calcmode="lin" valueType="num">
                                      <p:cBhvr>
                                        <p:cTn id="25" dur="750" fill="hold"/>
                                        <p:tgtEl>
                                          <p:spTgt spid="97"/>
                                        </p:tgtEl>
                                        <p:attrNameLst>
                                          <p:attrName>ppt_w</p:attrName>
                                        </p:attrNameLst>
                                      </p:cBhvr>
                                      <p:tavLst>
                                        <p:tav tm="0">
                                          <p:val>
                                            <p:fltVal val="0"/>
                                          </p:val>
                                        </p:tav>
                                        <p:tav tm="100000">
                                          <p:val>
                                            <p:strVal val="#ppt_w"/>
                                          </p:val>
                                        </p:tav>
                                      </p:tavLst>
                                    </p:anim>
                                    <p:anim calcmode="lin" valueType="num">
                                      <p:cBhvr>
                                        <p:cTn id="26" dur="750" fill="hold"/>
                                        <p:tgtEl>
                                          <p:spTgt spid="97"/>
                                        </p:tgtEl>
                                        <p:attrNameLst>
                                          <p:attrName>ppt_h</p:attrName>
                                        </p:attrNameLst>
                                      </p:cBhvr>
                                      <p:tavLst>
                                        <p:tav tm="0">
                                          <p:val>
                                            <p:fltVal val="0"/>
                                          </p:val>
                                        </p:tav>
                                        <p:tav tm="100000">
                                          <p:val>
                                            <p:strVal val="#ppt_h"/>
                                          </p:val>
                                        </p:tav>
                                      </p:tavLst>
                                    </p:anim>
                                    <p:animEffect transition="in" filter="fade">
                                      <p:cBhvr>
                                        <p:cTn id="27" dur="750"/>
                                        <p:tgtEl>
                                          <p:spTgt spid="97"/>
                                        </p:tgtEl>
                                      </p:cBhvr>
                                    </p:animEffect>
                                  </p:childTnLst>
                                </p:cTn>
                              </p:par>
                              <p:par>
                                <p:cTn id="28" presetID="22" presetClass="entr" presetSubtype="4" fill="hold" nodeType="withEffect">
                                  <p:stCondLst>
                                    <p:cond delay="1250"/>
                                  </p:stCondLst>
                                  <p:childTnLst>
                                    <p:set>
                                      <p:cBhvr>
                                        <p:cTn id="29" dur="1" fill="hold">
                                          <p:stCondLst>
                                            <p:cond delay="0"/>
                                          </p:stCondLst>
                                        </p:cTn>
                                        <p:tgtEl>
                                          <p:spTgt spid="118"/>
                                        </p:tgtEl>
                                        <p:attrNameLst>
                                          <p:attrName>style.visibility</p:attrName>
                                        </p:attrNameLst>
                                      </p:cBhvr>
                                      <p:to>
                                        <p:strVal val="visible"/>
                                      </p:to>
                                    </p:set>
                                    <p:animEffect transition="in" filter="wipe(down)">
                                      <p:cBhvr>
                                        <p:cTn id="30" dur="500"/>
                                        <p:tgtEl>
                                          <p:spTgt spid="118"/>
                                        </p:tgtEl>
                                      </p:cBhvr>
                                    </p:animEffect>
                                  </p:childTnLst>
                                </p:cTn>
                              </p:par>
                              <p:par>
                                <p:cTn id="31" presetID="53" presetClass="entr" presetSubtype="16" fill="hold" nodeType="withEffect">
                                  <p:stCondLst>
                                    <p:cond delay="1500"/>
                                  </p:stCondLst>
                                  <p:childTnLst>
                                    <p:set>
                                      <p:cBhvr>
                                        <p:cTn id="32" dur="1" fill="hold">
                                          <p:stCondLst>
                                            <p:cond delay="0"/>
                                          </p:stCondLst>
                                        </p:cTn>
                                        <p:tgtEl>
                                          <p:spTgt spid="112"/>
                                        </p:tgtEl>
                                        <p:attrNameLst>
                                          <p:attrName>style.visibility</p:attrName>
                                        </p:attrNameLst>
                                      </p:cBhvr>
                                      <p:to>
                                        <p:strVal val="visible"/>
                                      </p:to>
                                    </p:set>
                                    <p:anim calcmode="lin" valueType="num">
                                      <p:cBhvr>
                                        <p:cTn id="33" dur="750" fill="hold"/>
                                        <p:tgtEl>
                                          <p:spTgt spid="112"/>
                                        </p:tgtEl>
                                        <p:attrNameLst>
                                          <p:attrName>ppt_w</p:attrName>
                                        </p:attrNameLst>
                                      </p:cBhvr>
                                      <p:tavLst>
                                        <p:tav tm="0">
                                          <p:val>
                                            <p:fltVal val="0"/>
                                          </p:val>
                                        </p:tav>
                                        <p:tav tm="100000">
                                          <p:val>
                                            <p:strVal val="#ppt_w"/>
                                          </p:val>
                                        </p:tav>
                                      </p:tavLst>
                                    </p:anim>
                                    <p:anim calcmode="lin" valueType="num">
                                      <p:cBhvr>
                                        <p:cTn id="34" dur="750" fill="hold"/>
                                        <p:tgtEl>
                                          <p:spTgt spid="112"/>
                                        </p:tgtEl>
                                        <p:attrNameLst>
                                          <p:attrName>ppt_h</p:attrName>
                                        </p:attrNameLst>
                                      </p:cBhvr>
                                      <p:tavLst>
                                        <p:tav tm="0">
                                          <p:val>
                                            <p:fltVal val="0"/>
                                          </p:val>
                                        </p:tav>
                                        <p:tav tm="100000">
                                          <p:val>
                                            <p:strVal val="#ppt_h"/>
                                          </p:val>
                                        </p:tav>
                                      </p:tavLst>
                                    </p:anim>
                                    <p:animEffect transition="in" filter="fade">
                                      <p:cBhvr>
                                        <p:cTn id="35" dur="750"/>
                                        <p:tgtEl>
                                          <p:spTgt spid="112"/>
                                        </p:tgtEl>
                                      </p:cBhvr>
                                    </p:animEffect>
                                  </p:childTnLst>
                                </p:cTn>
                              </p:par>
                              <p:par>
                                <p:cTn id="36" presetID="53" presetClass="entr" presetSubtype="16" fill="hold" nodeType="withEffect">
                                  <p:stCondLst>
                                    <p:cond delay="1750"/>
                                  </p:stCondLst>
                                  <p:childTnLst>
                                    <p:set>
                                      <p:cBhvr>
                                        <p:cTn id="37" dur="1" fill="hold">
                                          <p:stCondLst>
                                            <p:cond delay="0"/>
                                          </p:stCondLst>
                                        </p:cTn>
                                        <p:tgtEl>
                                          <p:spTgt spid="100"/>
                                        </p:tgtEl>
                                        <p:attrNameLst>
                                          <p:attrName>style.visibility</p:attrName>
                                        </p:attrNameLst>
                                      </p:cBhvr>
                                      <p:to>
                                        <p:strVal val="visible"/>
                                      </p:to>
                                    </p:set>
                                    <p:anim calcmode="lin" valueType="num">
                                      <p:cBhvr>
                                        <p:cTn id="38" dur="750" fill="hold"/>
                                        <p:tgtEl>
                                          <p:spTgt spid="100"/>
                                        </p:tgtEl>
                                        <p:attrNameLst>
                                          <p:attrName>ppt_w</p:attrName>
                                        </p:attrNameLst>
                                      </p:cBhvr>
                                      <p:tavLst>
                                        <p:tav tm="0">
                                          <p:val>
                                            <p:fltVal val="0"/>
                                          </p:val>
                                        </p:tav>
                                        <p:tav tm="100000">
                                          <p:val>
                                            <p:strVal val="#ppt_w"/>
                                          </p:val>
                                        </p:tav>
                                      </p:tavLst>
                                    </p:anim>
                                    <p:anim calcmode="lin" valueType="num">
                                      <p:cBhvr>
                                        <p:cTn id="39" dur="750" fill="hold"/>
                                        <p:tgtEl>
                                          <p:spTgt spid="100"/>
                                        </p:tgtEl>
                                        <p:attrNameLst>
                                          <p:attrName>ppt_h</p:attrName>
                                        </p:attrNameLst>
                                      </p:cBhvr>
                                      <p:tavLst>
                                        <p:tav tm="0">
                                          <p:val>
                                            <p:fltVal val="0"/>
                                          </p:val>
                                        </p:tav>
                                        <p:tav tm="100000">
                                          <p:val>
                                            <p:strVal val="#ppt_h"/>
                                          </p:val>
                                        </p:tav>
                                      </p:tavLst>
                                    </p:anim>
                                    <p:animEffect transition="in" filter="fade">
                                      <p:cBhvr>
                                        <p:cTn id="40" dur="750"/>
                                        <p:tgtEl>
                                          <p:spTgt spid="100"/>
                                        </p:tgtEl>
                                      </p:cBhvr>
                                    </p:animEffect>
                                  </p:childTnLst>
                                </p:cTn>
                              </p:par>
                              <p:par>
                                <p:cTn id="41" presetID="22" presetClass="entr" presetSubtype="1" fill="hold" nodeType="withEffect">
                                  <p:stCondLst>
                                    <p:cond delay="2000"/>
                                  </p:stCondLst>
                                  <p:childTnLst>
                                    <p:set>
                                      <p:cBhvr>
                                        <p:cTn id="42" dur="1" fill="hold">
                                          <p:stCondLst>
                                            <p:cond delay="0"/>
                                          </p:stCondLst>
                                        </p:cTn>
                                        <p:tgtEl>
                                          <p:spTgt spid="119"/>
                                        </p:tgtEl>
                                        <p:attrNameLst>
                                          <p:attrName>style.visibility</p:attrName>
                                        </p:attrNameLst>
                                      </p:cBhvr>
                                      <p:to>
                                        <p:strVal val="visible"/>
                                      </p:to>
                                    </p:set>
                                    <p:animEffect transition="in" filter="wipe(up)">
                                      <p:cBhvr>
                                        <p:cTn id="43" dur="500"/>
                                        <p:tgtEl>
                                          <p:spTgt spid="119"/>
                                        </p:tgtEl>
                                      </p:cBhvr>
                                    </p:animEffect>
                                  </p:childTnLst>
                                </p:cTn>
                              </p:par>
                              <p:par>
                                <p:cTn id="44" presetID="53" presetClass="entr" presetSubtype="16" fill="hold" nodeType="withEffect">
                                  <p:stCondLst>
                                    <p:cond delay="2250"/>
                                  </p:stCondLst>
                                  <p:childTnLst>
                                    <p:set>
                                      <p:cBhvr>
                                        <p:cTn id="45" dur="1" fill="hold">
                                          <p:stCondLst>
                                            <p:cond delay="0"/>
                                          </p:stCondLst>
                                        </p:cTn>
                                        <p:tgtEl>
                                          <p:spTgt spid="114"/>
                                        </p:tgtEl>
                                        <p:attrNameLst>
                                          <p:attrName>style.visibility</p:attrName>
                                        </p:attrNameLst>
                                      </p:cBhvr>
                                      <p:to>
                                        <p:strVal val="visible"/>
                                      </p:to>
                                    </p:set>
                                    <p:anim calcmode="lin" valueType="num">
                                      <p:cBhvr>
                                        <p:cTn id="46" dur="750" fill="hold"/>
                                        <p:tgtEl>
                                          <p:spTgt spid="114"/>
                                        </p:tgtEl>
                                        <p:attrNameLst>
                                          <p:attrName>ppt_w</p:attrName>
                                        </p:attrNameLst>
                                      </p:cBhvr>
                                      <p:tavLst>
                                        <p:tav tm="0">
                                          <p:val>
                                            <p:fltVal val="0"/>
                                          </p:val>
                                        </p:tav>
                                        <p:tav tm="100000">
                                          <p:val>
                                            <p:strVal val="#ppt_w"/>
                                          </p:val>
                                        </p:tav>
                                      </p:tavLst>
                                    </p:anim>
                                    <p:anim calcmode="lin" valueType="num">
                                      <p:cBhvr>
                                        <p:cTn id="47" dur="750" fill="hold"/>
                                        <p:tgtEl>
                                          <p:spTgt spid="114"/>
                                        </p:tgtEl>
                                        <p:attrNameLst>
                                          <p:attrName>ppt_h</p:attrName>
                                        </p:attrNameLst>
                                      </p:cBhvr>
                                      <p:tavLst>
                                        <p:tav tm="0">
                                          <p:val>
                                            <p:fltVal val="0"/>
                                          </p:val>
                                        </p:tav>
                                        <p:tav tm="100000">
                                          <p:val>
                                            <p:strVal val="#ppt_h"/>
                                          </p:val>
                                        </p:tav>
                                      </p:tavLst>
                                    </p:anim>
                                    <p:animEffect transition="in" filter="fade">
                                      <p:cBhvr>
                                        <p:cTn id="48" dur="750"/>
                                        <p:tgtEl>
                                          <p:spTgt spid="114"/>
                                        </p:tgtEl>
                                      </p:cBhvr>
                                    </p:animEffect>
                                  </p:childTnLst>
                                </p:cTn>
                              </p:par>
                              <p:par>
                                <p:cTn id="49" presetID="53" presetClass="entr" presetSubtype="16" fill="hold" nodeType="withEffect">
                                  <p:stCondLst>
                                    <p:cond delay="2500"/>
                                  </p:stCondLst>
                                  <p:childTnLst>
                                    <p:set>
                                      <p:cBhvr>
                                        <p:cTn id="50" dur="1" fill="hold">
                                          <p:stCondLst>
                                            <p:cond delay="0"/>
                                          </p:stCondLst>
                                        </p:cTn>
                                        <p:tgtEl>
                                          <p:spTgt spid="103"/>
                                        </p:tgtEl>
                                        <p:attrNameLst>
                                          <p:attrName>style.visibility</p:attrName>
                                        </p:attrNameLst>
                                      </p:cBhvr>
                                      <p:to>
                                        <p:strVal val="visible"/>
                                      </p:to>
                                    </p:set>
                                    <p:anim calcmode="lin" valueType="num">
                                      <p:cBhvr>
                                        <p:cTn id="51" dur="750" fill="hold"/>
                                        <p:tgtEl>
                                          <p:spTgt spid="103"/>
                                        </p:tgtEl>
                                        <p:attrNameLst>
                                          <p:attrName>ppt_w</p:attrName>
                                        </p:attrNameLst>
                                      </p:cBhvr>
                                      <p:tavLst>
                                        <p:tav tm="0">
                                          <p:val>
                                            <p:fltVal val="0"/>
                                          </p:val>
                                        </p:tav>
                                        <p:tav tm="100000">
                                          <p:val>
                                            <p:strVal val="#ppt_w"/>
                                          </p:val>
                                        </p:tav>
                                      </p:tavLst>
                                    </p:anim>
                                    <p:anim calcmode="lin" valueType="num">
                                      <p:cBhvr>
                                        <p:cTn id="52" dur="750" fill="hold"/>
                                        <p:tgtEl>
                                          <p:spTgt spid="103"/>
                                        </p:tgtEl>
                                        <p:attrNameLst>
                                          <p:attrName>ppt_h</p:attrName>
                                        </p:attrNameLst>
                                      </p:cBhvr>
                                      <p:tavLst>
                                        <p:tav tm="0">
                                          <p:val>
                                            <p:fltVal val="0"/>
                                          </p:val>
                                        </p:tav>
                                        <p:tav tm="100000">
                                          <p:val>
                                            <p:strVal val="#ppt_h"/>
                                          </p:val>
                                        </p:tav>
                                      </p:tavLst>
                                    </p:anim>
                                    <p:animEffect transition="in" filter="fade">
                                      <p:cBhvr>
                                        <p:cTn id="53" dur="750"/>
                                        <p:tgtEl>
                                          <p:spTgt spid="103"/>
                                        </p:tgtEl>
                                      </p:cBhvr>
                                    </p:animEffect>
                                  </p:childTnLst>
                                </p:cTn>
                              </p:par>
                              <p:par>
                                <p:cTn id="54" presetID="22" presetClass="entr" presetSubtype="4" fill="hold" nodeType="withEffect">
                                  <p:stCondLst>
                                    <p:cond delay="2750"/>
                                  </p:stCondLst>
                                  <p:childTnLst>
                                    <p:set>
                                      <p:cBhvr>
                                        <p:cTn id="55" dur="1" fill="hold">
                                          <p:stCondLst>
                                            <p:cond delay="0"/>
                                          </p:stCondLst>
                                        </p:cTn>
                                        <p:tgtEl>
                                          <p:spTgt spid="120"/>
                                        </p:tgtEl>
                                        <p:attrNameLst>
                                          <p:attrName>style.visibility</p:attrName>
                                        </p:attrNameLst>
                                      </p:cBhvr>
                                      <p:to>
                                        <p:strVal val="visible"/>
                                      </p:to>
                                    </p:set>
                                    <p:animEffect transition="in" filter="wipe(down)">
                                      <p:cBhvr>
                                        <p:cTn id="56" dur="500"/>
                                        <p:tgtEl>
                                          <p:spTgt spid="120"/>
                                        </p:tgtEl>
                                      </p:cBhvr>
                                    </p:animEffect>
                                  </p:childTnLst>
                                </p:cTn>
                              </p:par>
                              <p:par>
                                <p:cTn id="57" presetID="53" presetClass="entr" presetSubtype="16" fill="hold" nodeType="withEffect">
                                  <p:stCondLst>
                                    <p:cond delay="3000"/>
                                  </p:stCondLst>
                                  <p:childTnLst>
                                    <p:set>
                                      <p:cBhvr>
                                        <p:cTn id="58" dur="1" fill="hold">
                                          <p:stCondLst>
                                            <p:cond delay="0"/>
                                          </p:stCondLst>
                                        </p:cTn>
                                        <p:tgtEl>
                                          <p:spTgt spid="113"/>
                                        </p:tgtEl>
                                        <p:attrNameLst>
                                          <p:attrName>style.visibility</p:attrName>
                                        </p:attrNameLst>
                                      </p:cBhvr>
                                      <p:to>
                                        <p:strVal val="visible"/>
                                      </p:to>
                                    </p:set>
                                    <p:anim calcmode="lin" valueType="num">
                                      <p:cBhvr>
                                        <p:cTn id="59" dur="750" fill="hold"/>
                                        <p:tgtEl>
                                          <p:spTgt spid="113"/>
                                        </p:tgtEl>
                                        <p:attrNameLst>
                                          <p:attrName>ppt_w</p:attrName>
                                        </p:attrNameLst>
                                      </p:cBhvr>
                                      <p:tavLst>
                                        <p:tav tm="0">
                                          <p:val>
                                            <p:fltVal val="0"/>
                                          </p:val>
                                        </p:tav>
                                        <p:tav tm="100000">
                                          <p:val>
                                            <p:strVal val="#ppt_w"/>
                                          </p:val>
                                        </p:tav>
                                      </p:tavLst>
                                    </p:anim>
                                    <p:anim calcmode="lin" valueType="num">
                                      <p:cBhvr>
                                        <p:cTn id="60" dur="750" fill="hold"/>
                                        <p:tgtEl>
                                          <p:spTgt spid="113"/>
                                        </p:tgtEl>
                                        <p:attrNameLst>
                                          <p:attrName>ppt_h</p:attrName>
                                        </p:attrNameLst>
                                      </p:cBhvr>
                                      <p:tavLst>
                                        <p:tav tm="0">
                                          <p:val>
                                            <p:fltVal val="0"/>
                                          </p:val>
                                        </p:tav>
                                        <p:tav tm="100000">
                                          <p:val>
                                            <p:strVal val="#ppt_h"/>
                                          </p:val>
                                        </p:tav>
                                      </p:tavLst>
                                    </p:anim>
                                    <p:animEffect transition="in" filter="fade">
                                      <p:cBhvr>
                                        <p:cTn id="61" dur="750"/>
                                        <p:tgtEl>
                                          <p:spTgt spid="113"/>
                                        </p:tgtEl>
                                      </p:cBhvr>
                                    </p:animEffect>
                                  </p:childTnLst>
                                </p:cTn>
                              </p:par>
                              <p:par>
                                <p:cTn id="62" presetID="53" presetClass="entr" presetSubtype="16" fill="hold" nodeType="withEffect">
                                  <p:stCondLst>
                                    <p:cond delay="3250"/>
                                  </p:stCondLst>
                                  <p:childTnLst>
                                    <p:set>
                                      <p:cBhvr>
                                        <p:cTn id="63" dur="1" fill="hold">
                                          <p:stCondLst>
                                            <p:cond delay="0"/>
                                          </p:stCondLst>
                                        </p:cTn>
                                        <p:tgtEl>
                                          <p:spTgt spid="106"/>
                                        </p:tgtEl>
                                        <p:attrNameLst>
                                          <p:attrName>style.visibility</p:attrName>
                                        </p:attrNameLst>
                                      </p:cBhvr>
                                      <p:to>
                                        <p:strVal val="visible"/>
                                      </p:to>
                                    </p:set>
                                    <p:anim calcmode="lin" valueType="num">
                                      <p:cBhvr>
                                        <p:cTn id="64" dur="750" fill="hold"/>
                                        <p:tgtEl>
                                          <p:spTgt spid="106"/>
                                        </p:tgtEl>
                                        <p:attrNameLst>
                                          <p:attrName>ppt_w</p:attrName>
                                        </p:attrNameLst>
                                      </p:cBhvr>
                                      <p:tavLst>
                                        <p:tav tm="0">
                                          <p:val>
                                            <p:fltVal val="0"/>
                                          </p:val>
                                        </p:tav>
                                        <p:tav tm="100000">
                                          <p:val>
                                            <p:strVal val="#ppt_w"/>
                                          </p:val>
                                        </p:tav>
                                      </p:tavLst>
                                    </p:anim>
                                    <p:anim calcmode="lin" valueType="num">
                                      <p:cBhvr>
                                        <p:cTn id="65" dur="750" fill="hold"/>
                                        <p:tgtEl>
                                          <p:spTgt spid="106"/>
                                        </p:tgtEl>
                                        <p:attrNameLst>
                                          <p:attrName>ppt_h</p:attrName>
                                        </p:attrNameLst>
                                      </p:cBhvr>
                                      <p:tavLst>
                                        <p:tav tm="0">
                                          <p:val>
                                            <p:fltVal val="0"/>
                                          </p:val>
                                        </p:tav>
                                        <p:tav tm="100000">
                                          <p:val>
                                            <p:strVal val="#ppt_h"/>
                                          </p:val>
                                        </p:tav>
                                      </p:tavLst>
                                    </p:anim>
                                    <p:animEffect transition="in" filter="fade">
                                      <p:cBhvr>
                                        <p:cTn id="66" dur="750"/>
                                        <p:tgtEl>
                                          <p:spTgt spid="106"/>
                                        </p:tgtEl>
                                      </p:cBhvr>
                                    </p:animEffect>
                                  </p:childTnLst>
                                </p:cTn>
                              </p:par>
                              <p:par>
                                <p:cTn id="67" presetID="10" presetClass="entr" presetSubtype="0" fill="hold" grpId="0" nodeType="withEffect">
                                  <p:stCondLst>
                                    <p:cond delay="750"/>
                                  </p:stCondLst>
                                  <p:childTnLst>
                                    <p:set>
                                      <p:cBhvr>
                                        <p:cTn id="68" dur="1" fill="hold">
                                          <p:stCondLst>
                                            <p:cond delay="0"/>
                                          </p:stCondLst>
                                        </p:cTn>
                                        <p:tgtEl>
                                          <p:spTgt spid="123"/>
                                        </p:tgtEl>
                                        <p:attrNameLst>
                                          <p:attrName>style.visibility</p:attrName>
                                        </p:attrNameLst>
                                      </p:cBhvr>
                                      <p:to>
                                        <p:strVal val="visible"/>
                                      </p:to>
                                    </p:set>
                                    <p:animEffect transition="in" filter="fade">
                                      <p:cBhvr>
                                        <p:cTn id="69" dur="500"/>
                                        <p:tgtEl>
                                          <p:spTgt spid="123"/>
                                        </p:tgtEl>
                                      </p:cBhvr>
                                    </p:animEffect>
                                  </p:childTnLst>
                                </p:cTn>
                              </p:par>
                              <p:par>
                                <p:cTn id="70" presetID="10" presetClass="entr" presetSubtype="0" fill="hold" grpId="0" nodeType="withEffect">
                                  <p:stCondLst>
                                    <p:cond delay="1250"/>
                                  </p:stCondLst>
                                  <p:childTnLst>
                                    <p:set>
                                      <p:cBhvr>
                                        <p:cTn id="71" dur="1" fill="hold">
                                          <p:stCondLst>
                                            <p:cond delay="0"/>
                                          </p:stCondLst>
                                        </p:cTn>
                                        <p:tgtEl>
                                          <p:spTgt spid="121"/>
                                        </p:tgtEl>
                                        <p:attrNameLst>
                                          <p:attrName>style.visibility</p:attrName>
                                        </p:attrNameLst>
                                      </p:cBhvr>
                                      <p:to>
                                        <p:strVal val="visible"/>
                                      </p:to>
                                    </p:set>
                                    <p:animEffect transition="in" filter="fade">
                                      <p:cBhvr>
                                        <p:cTn id="72" dur="500"/>
                                        <p:tgtEl>
                                          <p:spTgt spid="121"/>
                                        </p:tgtEl>
                                      </p:cBhvr>
                                    </p:animEffect>
                                  </p:childTnLst>
                                </p:cTn>
                              </p:par>
                              <p:par>
                                <p:cTn id="73" presetID="10" presetClass="entr" presetSubtype="0" fill="hold" grpId="0" nodeType="withEffect">
                                  <p:stCondLst>
                                    <p:cond delay="2000"/>
                                  </p:stCondLst>
                                  <p:childTnLst>
                                    <p:set>
                                      <p:cBhvr>
                                        <p:cTn id="74" dur="1" fill="hold">
                                          <p:stCondLst>
                                            <p:cond delay="0"/>
                                          </p:stCondLst>
                                        </p:cTn>
                                        <p:tgtEl>
                                          <p:spTgt spid="122"/>
                                        </p:tgtEl>
                                        <p:attrNameLst>
                                          <p:attrName>style.visibility</p:attrName>
                                        </p:attrNameLst>
                                      </p:cBhvr>
                                      <p:to>
                                        <p:strVal val="visible"/>
                                      </p:to>
                                    </p:set>
                                    <p:animEffect transition="in" filter="fade">
                                      <p:cBhvr>
                                        <p:cTn id="75" dur="500"/>
                                        <p:tgtEl>
                                          <p:spTgt spid="122"/>
                                        </p:tgtEl>
                                      </p:cBhvr>
                                    </p:animEffect>
                                  </p:childTnLst>
                                </p:cTn>
                              </p:par>
                              <p:par>
                                <p:cTn id="76" presetID="10" presetClass="entr" presetSubtype="0" fill="hold" grpId="0" nodeType="withEffect">
                                  <p:stCondLst>
                                    <p:cond delay="2750"/>
                                  </p:stCondLst>
                                  <p:childTnLst>
                                    <p:set>
                                      <p:cBhvr>
                                        <p:cTn id="77" dur="1" fill="hold">
                                          <p:stCondLst>
                                            <p:cond delay="0"/>
                                          </p:stCondLst>
                                        </p:cTn>
                                        <p:tgtEl>
                                          <p:spTgt spid="124"/>
                                        </p:tgtEl>
                                        <p:attrNameLst>
                                          <p:attrName>style.visibility</p:attrName>
                                        </p:attrNameLst>
                                      </p:cBhvr>
                                      <p:to>
                                        <p:strVal val="visible"/>
                                      </p:to>
                                    </p:set>
                                    <p:animEffect transition="in" filter="fade">
                                      <p:cBhvr>
                                        <p:cTn id="78" dur="500"/>
                                        <p:tgtEl>
                                          <p:spTgt spid="124"/>
                                        </p:tgtEl>
                                      </p:cBhvr>
                                    </p:animEffect>
                                  </p:childTnLst>
                                </p:cTn>
                              </p:par>
                              <p:par>
                                <p:cTn id="79" presetID="10" presetClass="entr" presetSubtype="0" fill="hold" grpId="0" nodeType="withEffect">
                                  <p:stCondLst>
                                    <p:cond delay="3500"/>
                                  </p:stCondLst>
                                  <p:childTnLst>
                                    <p:set>
                                      <p:cBhvr>
                                        <p:cTn id="80" dur="1" fill="hold">
                                          <p:stCondLst>
                                            <p:cond delay="0"/>
                                          </p:stCondLst>
                                        </p:cTn>
                                        <p:tgtEl>
                                          <p:spTgt spid="125"/>
                                        </p:tgtEl>
                                        <p:attrNameLst>
                                          <p:attrName>style.visibility</p:attrName>
                                        </p:attrNameLst>
                                      </p:cBhvr>
                                      <p:to>
                                        <p:strVal val="visible"/>
                                      </p:to>
                                    </p:set>
                                    <p:animEffect transition="in" filter="fade">
                                      <p:cBhvr>
                                        <p:cTn id="8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2" grpId="0" animBg="1"/>
      <p:bldP spid="123" grpId="0" animBg="1"/>
      <p:bldP spid="124" grpId="0" animBg="1"/>
      <p:bldP spid="12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Ring_04">
            <a:extLst>
              <a:ext uri="{FF2B5EF4-FFF2-40B4-BE49-F238E27FC236}">
                <a16:creationId xmlns:a16="http://schemas.microsoft.com/office/drawing/2014/main" id="{6FF9C6D6-A2A4-441A-99EE-EECE9F7D2F39}"/>
              </a:ext>
            </a:extLst>
          </p:cNvPr>
          <p:cNvGrpSpPr/>
          <p:nvPr/>
        </p:nvGrpSpPr>
        <p:grpSpPr>
          <a:xfrm>
            <a:off x="8212138" y="1851025"/>
            <a:ext cx="3979863" cy="1689100"/>
            <a:chOff x="8212138" y="1851025"/>
            <a:chExt cx="3979863" cy="1689100"/>
          </a:xfrm>
        </p:grpSpPr>
        <p:grpSp>
          <p:nvGrpSpPr>
            <p:cNvPr id="75" name="Group 74">
              <a:extLst>
                <a:ext uri="{FF2B5EF4-FFF2-40B4-BE49-F238E27FC236}">
                  <a16:creationId xmlns:a16="http://schemas.microsoft.com/office/drawing/2014/main" id="{76C690BE-4546-48E6-BE24-C6C9BED6165F}"/>
                </a:ext>
              </a:extLst>
            </p:cNvPr>
            <p:cNvGrpSpPr/>
            <p:nvPr/>
          </p:nvGrpSpPr>
          <p:grpSpPr>
            <a:xfrm>
              <a:off x="8212138" y="3355975"/>
              <a:ext cx="1149350" cy="184150"/>
              <a:chOff x="8212138" y="3355975"/>
              <a:chExt cx="1149350" cy="184150"/>
            </a:xfrm>
            <a:effectLst>
              <a:outerShdw blurRad="127000" dist="38100" dir="2700000" algn="tl" rotWithShape="0">
                <a:prstClr val="black">
                  <a:alpha val="35000"/>
                </a:prstClr>
              </a:outerShdw>
            </a:effectLst>
          </p:grpSpPr>
          <p:sp>
            <p:nvSpPr>
              <p:cNvPr id="10" name="Freeform 9">
                <a:extLst>
                  <a:ext uri="{FF2B5EF4-FFF2-40B4-BE49-F238E27FC236}">
                    <a16:creationId xmlns:a16="http://schemas.microsoft.com/office/drawing/2014/main" id="{0B583E46-2D32-4F17-B957-616A6E96E037}"/>
                  </a:ext>
                </a:extLst>
              </p:cNvPr>
              <p:cNvSpPr>
                <a:spLocks/>
              </p:cNvSpPr>
              <p:nvPr/>
            </p:nvSpPr>
            <p:spPr bwMode="auto">
              <a:xfrm>
                <a:off x="8212138" y="3355975"/>
                <a:ext cx="1149350" cy="184150"/>
              </a:xfrm>
              <a:custGeom>
                <a:avLst/>
                <a:gdLst>
                  <a:gd name="T0" fmla="*/ 165 w 302"/>
                  <a:gd name="T1" fmla="*/ 0 h 48"/>
                  <a:gd name="T2" fmla="*/ 0 w 302"/>
                  <a:gd name="T3" fmla="*/ 0 h 48"/>
                  <a:gd name="T4" fmla="*/ 0 w 302"/>
                  <a:gd name="T5" fmla="*/ 48 h 48"/>
                  <a:gd name="T6" fmla="*/ 302 w 302"/>
                  <a:gd name="T7" fmla="*/ 48 h 48"/>
                  <a:gd name="T8" fmla="*/ 165 w 302"/>
                  <a:gd name="T9" fmla="*/ 0 h 48"/>
                </a:gdLst>
                <a:ahLst/>
                <a:cxnLst>
                  <a:cxn ang="0">
                    <a:pos x="T0" y="T1"/>
                  </a:cxn>
                  <a:cxn ang="0">
                    <a:pos x="T2" y="T3"/>
                  </a:cxn>
                  <a:cxn ang="0">
                    <a:pos x="T4" y="T5"/>
                  </a:cxn>
                  <a:cxn ang="0">
                    <a:pos x="T6" y="T7"/>
                  </a:cxn>
                  <a:cxn ang="0">
                    <a:pos x="T8" y="T9"/>
                  </a:cxn>
                </a:cxnLst>
                <a:rect l="0" t="0" r="r" b="b"/>
                <a:pathLst>
                  <a:path w="302" h="48">
                    <a:moveTo>
                      <a:pt x="165" y="0"/>
                    </a:moveTo>
                    <a:cubicBezTo>
                      <a:pt x="0" y="0"/>
                      <a:pt x="0" y="0"/>
                      <a:pt x="0" y="0"/>
                    </a:cubicBezTo>
                    <a:cubicBezTo>
                      <a:pt x="0" y="48"/>
                      <a:pt x="0" y="48"/>
                      <a:pt x="0" y="48"/>
                    </a:cubicBezTo>
                    <a:cubicBezTo>
                      <a:pt x="302" y="48"/>
                      <a:pt x="302" y="48"/>
                      <a:pt x="302" y="48"/>
                    </a:cubicBezTo>
                    <a:cubicBezTo>
                      <a:pt x="250" y="48"/>
                      <a:pt x="202" y="30"/>
                      <a:pt x="165"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39B1E28D-0233-4585-A990-FDDFE9380BFC}"/>
                  </a:ext>
                </a:extLst>
              </p:cNvPr>
              <p:cNvSpPr>
                <a:spLocks/>
              </p:cNvSpPr>
              <p:nvPr/>
            </p:nvSpPr>
            <p:spPr bwMode="auto">
              <a:xfrm>
                <a:off x="8212138" y="3355975"/>
                <a:ext cx="642938" cy="15875"/>
              </a:xfrm>
              <a:custGeom>
                <a:avLst/>
                <a:gdLst>
                  <a:gd name="T0" fmla="*/ 165 w 169"/>
                  <a:gd name="T1" fmla="*/ 0 h 4"/>
                  <a:gd name="T2" fmla="*/ 0 w 169"/>
                  <a:gd name="T3" fmla="*/ 0 h 4"/>
                  <a:gd name="T4" fmla="*/ 0 w 169"/>
                  <a:gd name="T5" fmla="*/ 4 h 4"/>
                  <a:gd name="T6" fmla="*/ 159 w 169"/>
                  <a:gd name="T7" fmla="*/ 4 h 4"/>
                  <a:gd name="T8" fmla="*/ 168 w 169"/>
                  <a:gd name="T9" fmla="*/ 4 h 4"/>
                  <a:gd name="T10" fmla="*/ 169 w 169"/>
                  <a:gd name="T11" fmla="*/ 4 h 4"/>
                  <a:gd name="T12" fmla="*/ 165 w 169"/>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9" h="4">
                    <a:moveTo>
                      <a:pt x="165" y="0"/>
                    </a:moveTo>
                    <a:cubicBezTo>
                      <a:pt x="0" y="0"/>
                      <a:pt x="0" y="0"/>
                      <a:pt x="0" y="0"/>
                    </a:cubicBezTo>
                    <a:cubicBezTo>
                      <a:pt x="0" y="4"/>
                      <a:pt x="0" y="4"/>
                      <a:pt x="0" y="4"/>
                    </a:cubicBezTo>
                    <a:cubicBezTo>
                      <a:pt x="159" y="4"/>
                      <a:pt x="159" y="4"/>
                      <a:pt x="159" y="4"/>
                    </a:cubicBezTo>
                    <a:cubicBezTo>
                      <a:pt x="168" y="4"/>
                      <a:pt x="168" y="4"/>
                      <a:pt x="168" y="4"/>
                    </a:cubicBezTo>
                    <a:cubicBezTo>
                      <a:pt x="169" y="4"/>
                      <a:pt x="169" y="4"/>
                      <a:pt x="169" y="4"/>
                    </a:cubicBezTo>
                    <a:cubicBezTo>
                      <a:pt x="167" y="3"/>
                      <a:pt x="166" y="2"/>
                      <a:pt x="165" y="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2" name="Group 71">
              <a:extLst>
                <a:ext uri="{FF2B5EF4-FFF2-40B4-BE49-F238E27FC236}">
                  <a16:creationId xmlns:a16="http://schemas.microsoft.com/office/drawing/2014/main" id="{62A3BA7B-0C9E-4902-A487-1C275B906F11}"/>
                </a:ext>
              </a:extLst>
            </p:cNvPr>
            <p:cNvGrpSpPr/>
            <p:nvPr/>
          </p:nvGrpSpPr>
          <p:grpSpPr>
            <a:xfrm>
              <a:off x="8520113" y="1851025"/>
              <a:ext cx="3671888" cy="1689100"/>
              <a:chOff x="8520113" y="1851025"/>
              <a:chExt cx="3671888" cy="1689100"/>
            </a:xfrm>
            <a:effectLst>
              <a:outerShdw blurRad="139700" dist="38100" dir="2700000" algn="tl" rotWithShape="0">
                <a:prstClr val="black">
                  <a:alpha val="35000"/>
                </a:prstClr>
              </a:outerShdw>
            </a:effectLst>
          </p:grpSpPr>
          <p:sp>
            <p:nvSpPr>
              <p:cNvPr id="6" name="Freeform 5">
                <a:extLst>
                  <a:ext uri="{FF2B5EF4-FFF2-40B4-BE49-F238E27FC236}">
                    <a16:creationId xmlns:a16="http://schemas.microsoft.com/office/drawing/2014/main" id="{DAD4367A-AEFC-4392-B5F4-956BD2F6C8DC}"/>
                  </a:ext>
                </a:extLst>
              </p:cNvPr>
              <p:cNvSpPr>
                <a:spLocks noEditPoints="1"/>
              </p:cNvSpPr>
              <p:nvPr/>
            </p:nvSpPr>
            <p:spPr bwMode="auto">
              <a:xfrm>
                <a:off x="8520113" y="1851025"/>
                <a:ext cx="3671888" cy="1689100"/>
              </a:xfrm>
              <a:custGeom>
                <a:avLst/>
                <a:gdLst>
                  <a:gd name="T0" fmla="*/ 358 w 964"/>
                  <a:gd name="T1" fmla="*/ 394 h 442"/>
                  <a:gd name="T2" fmla="*/ 442 w 964"/>
                  <a:gd name="T3" fmla="*/ 221 h 442"/>
                  <a:gd name="T4" fmla="*/ 221 w 964"/>
                  <a:gd name="T5" fmla="*/ 0 h 442"/>
                  <a:gd name="T6" fmla="*/ 0 w 964"/>
                  <a:gd name="T7" fmla="*/ 221 h 442"/>
                  <a:gd name="T8" fmla="*/ 221 w 964"/>
                  <a:gd name="T9" fmla="*/ 442 h 442"/>
                  <a:gd name="T10" fmla="*/ 964 w 964"/>
                  <a:gd name="T11" fmla="*/ 442 h 442"/>
                  <a:gd name="T12" fmla="*/ 964 w 964"/>
                  <a:gd name="T13" fmla="*/ 394 h 442"/>
                  <a:gd name="T14" fmla="*/ 358 w 964"/>
                  <a:gd name="T15" fmla="*/ 394 h 442"/>
                  <a:gd name="T16" fmla="*/ 47 w 964"/>
                  <a:gd name="T17" fmla="*/ 221 h 442"/>
                  <a:gd name="T18" fmla="*/ 221 w 964"/>
                  <a:gd name="T19" fmla="*/ 48 h 442"/>
                  <a:gd name="T20" fmla="*/ 394 w 964"/>
                  <a:gd name="T21" fmla="*/ 221 h 442"/>
                  <a:gd name="T22" fmla="*/ 221 w 964"/>
                  <a:gd name="T23" fmla="*/ 394 h 442"/>
                  <a:gd name="T24" fmla="*/ 47 w 964"/>
                  <a:gd name="T25" fmla="*/ 221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4" h="442">
                    <a:moveTo>
                      <a:pt x="358" y="394"/>
                    </a:moveTo>
                    <a:cubicBezTo>
                      <a:pt x="409" y="354"/>
                      <a:pt x="442" y="291"/>
                      <a:pt x="442" y="221"/>
                    </a:cubicBezTo>
                    <a:cubicBezTo>
                      <a:pt x="442" y="99"/>
                      <a:pt x="343" y="0"/>
                      <a:pt x="221" y="0"/>
                    </a:cubicBezTo>
                    <a:cubicBezTo>
                      <a:pt x="99" y="0"/>
                      <a:pt x="0" y="99"/>
                      <a:pt x="0" y="221"/>
                    </a:cubicBezTo>
                    <a:cubicBezTo>
                      <a:pt x="0" y="343"/>
                      <a:pt x="99" y="442"/>
                      <a:pt x="221" y="442"/>
                    </a:cubicBezTo>
                    <a:cubicBezTo>
                      <a:pt x="964" y="442"/>
                      <a:pt x="964" y="442"/>
                      <a:pt x="964" y="442"/>
                    </a:cubicBezTo>
                    <a:cubicBezTo>
                      <a:pt x="964" y="394"/>
                      <a:pt x="964" y="394"/>
                      <a:pt x="964" y="394"/>
                    </a:cubicBezTo>
                    <a:lnTo>
                      <a:pt x="358" y="394"/>
                    </a:lnTo>
                    <a:close/>
                    <a:moveTo>
                      <a:pt x="47" y="221"/>
                    </a:moveTo>
                    <a:cubicBezTo>
                      <a:pt x="47" y="125"/>
                      <a:pt x="125" y="48"/>
                      <a:pt x="221" y="48"/>
                    </a:cubicBezTo>
                    <a:cubicBezTo>
                      <a:pt x="316" y="48"/>
                      <a:pt x="394" y="125"/>
                      <a:pt x="394" y="221"/>
                    </a:cubicBezTo>
                    <a:cubicBezTo>
                      <a:pt x="394" y="317"/>
                      <a:pt x="316" y="394"/>
                      <a:pt x="221" y="394"/>
                    </a:cubicBezTo>
                    <a:cubicBezTo>
                      <a:pt x="125" y="394"/>
                      <a:pt x="47" y="317"/>
                      <a:pt x="47" y="22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6596CBD5-A6BF-428C-9C1C-13B993DC91CF}"/>
                  </a:ext>
                </a:extLst>
              </p:cNvPr>
              <p:cNvSpPr>
                <a:spLocks/>
              </p:cNvSpPr>
              <p:nvPr/>
            </p:nvSpPr>
            <p:spPr bwMode="auto">
              <a:xfrm>
                <a:off x="8901113" y="2233613"/>
                <a:ext cx="3290888" cy="1138238"/>
              </a:xfrm>
              <a:custGeom>
                <a:avLst/>
                <a:gdLst>
                  <a:gd name="T0" fmla="*/ 157 w 864"/>
                  <a:gd name="T1" fmla="*/ 294 h 298"/>
                  <a:gd name="T2" fmla="*/ 297 w 864"/>
                  <a:gd name="T3" fmla="*/ 124 h 298"/>
                  <a:gd name="T4" fmla="*/ 245 w 864"/>
                  <a:gd name="T5" fmla="*/ 0 h 298"/>
                  <a:gd name="T6" fmla="*/ 294 w 864"/>
                  <a:gd name="T7" fmla="*/ 121 h 298"/>
                  <a:gd name="T8" fmla="*/ 121 w 864"/>
                  <a:gd name="T9" fmla="*/ 294 h 298"/>
                  <a:gd name="T10" fmla="*/ 0 w 864"/>
                  <a:gd name="T11" fmla="*/ 245 h 298"/>
                  <a:gd name="T12" fmla="*/ 123 w 864"/>
                  <a:gd name="T13" fmla="*/ 298 h 298"/>
                  <a:gd name="T14" fmla="*/ 864 w 864"/>
                  <a:gd name="T15" fmla="*/ 298 h 298"/>
                  <a:gd name="T16" fmla="*/ 864 w 864"/>
                  <a:gd name="T17" fmla="*/ 294 h 298"/>
                  <a:gd name="T18" fmla="*/ 157 w 864"/>
                  <a:gd name="T19" fmla="*/ 29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4" h="298">
                    <a:moveTo>
                      <a:pt x="157" y="294"/>
                    </a:moveTo>
                    <a:cubicBezTo>
                      <a:pt x="237" y="279"/>
                      <a:pt x="297" y="209"/>
                      <a:pt x="297" y="124"/>
                    </a:cubicBezTo>
                    <a:cubicBezTo>
                      <a:pt x="297" y="76"/>
                      <a:pt x="277" y="32"/>
                      <a:pt x="245" y="0"/>
                    </a:cubicBezTo>
                    <a:cubicBezTo>
                      <a:pt x="275" y="31"/>
                      <a:pt x="294" y="74"/>
                      <a:pt x="294" y="121"/>
                    </a:cubicBezTo>
                    <a:cubicBezTo>
                      <a:pt x="294" y="217"/>
                      <a:pt x="216" y="294"/>
                      <a:pt x="121" y="294"/>
                    </a:cubicBezTo>
                    <a:cubicBezTo>
                      <a:pt x="74" y="294"/>
                      <a:pt x="31" y="276"/>
                      <a:pt x="0" y="245"/>
                    </a:cubicBezTo>
                    <a:cubicBezTo>
                      <a:pt x="31" y="277"/>
                      <a:pt x="75" y="297"/>
                      <a:pt x="123" y="298"/>
                    </a:cubicBezTo>
                    <a:cubicBezTo>
                      <a:pt x="123" y="298"/>
                      <a:pt x="864" y="298"/>
                      <a:pt x="864" y="298"/>
                    </a:cubicBezTo>
                    <a:cubicBezTo>
                      <a:pt x="864" y="294"/>
                      <a:pt x="864" y="294"/>
                      <a:pt x="864" y="294"/>
                    </a:cubicBezTo>
                    <a:lnTo>
                      <a:pt x="157" y="294"/>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26554403-0085-4853-B7D2-6811955F44EA}"/>
                  </a:ext>
                </a:extLst>
              </p:cNvPr>
              <p:cNvSpPr>
                <a:spLocks/>
              </p:cNvSpPr>
              <p:nvPr/>
            </p:nvSpPr>
            <p:spPr bwMode="auto">
              <a:xfrm>
                <a:off x="8520113" y="1851025"/>
                <a:ext cx="1443038" cy="1447800"/>
              </a:xfrm>
              <a:custGeom>
                <a:avLst/>
                <a:gdLst>
                  <a:gd name="T0" fmla="*/ 3 w 379"/>
                  <a:gd name="T1" fmla="*/ 224 h 379"/>
                  <a:gd name="T2" fmla="*/ 224 w 379"/>
                  <a:gd name="T3" fmla="*/ 3 h 379"/>
                  <a:gd name="T4" fmla="*/ 379 w 379"/>
                  <a:gd name="T5" fmla="*/ 66 h 379"/>
                  <a:gd name="T6" fmla="*/ 221 w 379"/>
                  <a:gd name="T7" fmla="*/ 0 h 379"/>
                  <a:gd name="T8" fmla="*/ 0 w 379"/>
                  <a:gd name="T9" fmla="*/ 221 h 379"/>
                  <a:gd name="T10" fmla="*/ 66 w 379"/>
                  <a:gd name="T11" fmla="*/ 379 h 379"/>
                  <a:gd name="T12" fmla="*/ 3 w 379"/>
                  <a:gd name="T13" fmla="*/ 224 h 379"/>
                </a:gdLst>
                <a:ahLst/>
                <a:cxnLst>
                  <a:cxn ang="0">
                    <a:pos x="T0" y="T1"/>
                  </a:cxn>
                  <a:cxn ang="0">
                    <a:pos x="T2" y="T3"/>
                  </a:cxn>
                  <a:cxn ang="0">
                    <a:pos x="T4" y="T5"/>
                  </a:cxn>
                  <a:cxn ang="0">
                    <a:pos x="T6" y="T7"/>
                  </a:cxn>
                  <a:cxn ang="0">
                    <a:pos x="T8" y="T9"/>
                  </a:cxn>
                  <a:cxn ang="0">
                    <a:pos x="T10" y="T11"/>
                  </a:cxn>
                  <a:cxn ang="0">
                    <a:pos x="T12" y="T13"/>
                  </a:cxn>
                </a:cxnLst>
                <a:rect l="0" t="0" r="r" b="b"/>
                <a:pathLst>
                  <a:path w="379" h="379">
                    <a:moveTo>
                      <a:pt x="3" y="224"/>
                    </a:moveTo>
                    <a:cubicBezTo>
                      <a:pt x="3" y="102"/>
                      <a:pt x="102" y="3"/>
                      <a:pt x="224" y="3"/>
                    </a:cubicBezTo>
                    <a:cubicBezTo>
                      <a:pt x="284" y="3"/>
                      <a:pt x="339" y="27"/>
                      <a:pt x="379" y="66"/>
                    </a:cubicBezTo>
                    <a:cubicBezTo>
                      <a:pt x="339" y="25"/>
                      <a:pt x="283" y="0"/>
                      <a:pt x="221" y="0"/>
                    </a:cubicBezTo>
                    <a:cubicBezTo>
                      <a:pt x="99" y="0"/>
                      <a:pt x="0" y="99"/>
                      <a:pt x="0" y="221"/>
                    </a:cubicBezTo>
                    <a:cubicBezTo>
                      <a:pt x="0" y="283"/>
                      <a:pt x="25" y="339"/>
                      <a:pt x="66" y="379"/>
                    </a:cubicBezTo>
                    <a:cubicBezTo>
                      <a:pt x="27" y="339"/>
                      <a:pt x="3" y="284"/>
                      <a:pt x="3" y="224"/>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41139EB1-4B4A-40F8-89A7-DD8B12AA5FE6}"/>
                  </a:ext>
                </a:extLst>
              </p:cNvPr>
              <p:cNvSpPr>
                <a:spLocks/>
              </p:cNvSpPr>
              <p:nvPr/>
            </p:nvSpPr>
            <p:spPr bwMode="auto">
              <a:xfrm>
                <a:off x="9361488" y="3135313"/>
                <a:ext cx="720725" cy="220663"/>
              </a:xfrm>
              <a:custGeom>
                <a:avLst/>
                <a:gdLst>
                  <a:gd name="T0" fmla="*/ 0 w 189"/>
                  <a:gd name="T1" fmla="*/ 58 h 58"/>
                  <a:gd name="T2" fmla="*/ 137 w 189"/>
                  <a:gd name="T3" fmla="*/ 58 h 58"/>
                  <a:gd name="T4" fmla="*/ 189 w 189"/>
                  <a:gd name="T5" fmla="*/ 0 h 58"/>
                  <a:gd name="T6" fmla="*/ 129 w 189"/>
                  <a:gd name="T7" fmla="*/ 0 h 58"/>
                  <a:gd name="T8" fmla="*/ 0 w 189"/>
                  <a:gd name="T9" fmla="*/ 58 h 58"/>
                </a:gdLst>
                <a:ahLst/>
                <a:cxnLst>
                  <a:cxn ang="0">
                    <a:pos x="T0" y="T1"/>
                  </a:cxn>
                  <a:cxn ang="0">
                    <a:pos x="T2" y="T3"/>
                  </a:cxn>
                  <a:cxn ang="0">
                    <a:pos x="T4" y="T5"/>
                  </a:cxn>
                  <a:cxn ang="0">
                    <a:pos x="T6" y="T7"/>
                  </a:cxn>
                  <a:cxn ang="0">
                    <a:pos x="T8" y="T9"/>
                  </a:cxn>
                </a:cxnLst>
                <a:rect l="0" t="0" r="r" b="b"/>
                <a:pathLst>
                  <a:path w="189" h="58">
                    <a:moveTo>
                      <a:pt x="0" y="58"/>
                    </a:moveTo>
                    <a:cubicBezTo>
                      <a:pt x="137" y="58"/>
                      <a:pt x="137" y="58"/>
                      <a:pt x="137" y="58"/>
                    </a:cubicBezTo>
                    <a:cubicBezTo>
                      <a:pt x="157" y="42"/>
                      <a:pt x="175" y="22"/>
                      <a:pt x="189" y="0"/>
                    </a:cubicBezTo>
                    <a:cubicBezTo>
                      <a:pt x="129" y="0"/>
                      <a:pt x="129" y="0"/>
                      <a:pt x="129" y="0"/>
                    </a:cubicBezTo>
                    <a:cubicBezTo>
                      <a:pt x="98" y="36"/>
                      <a:pt x="51" y="58"/>
                      <a:pt x="0" y="58"/>
                    </a:cubicBezTo>
                    <a:close/>
                  </a:path>
                </a:pathLst>
              </a:custGeom>
              <a:gradFill>
                <a:gsLst>
                  <a:gs pos="62000">
                    <a:schemeClr val="accent4">
                      <a:alpha val="0"/>
                    </a:schemeClr>
                  </a:gs>
                  <a:gs pos="100000">
                    <a:srgbClr val="000000">
                      <a:alpha val="40000"/>
                    </a:srgb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85" name="Ring_03">
            <a:extLst>
              <a:ext uri="{FF2B5EF4-FFF2-40B4-BE49-F238E27FC236}">
                <a16:creationId xmlns:a16="http://schemas.microsoft.com/office/drawing/2014/main" id="{D0BDB323-001E-4DD7-B366-3BD9E3533FA0}"/>
              </a:ext>
            </a:extLst>
          </p:cNvPr>
          <p:cNvGrpSpPr/>
          <p:nvPr/>
        </p:nvGrpSpPr>
        <p:grpSpPr>
          <a:xfrm>
            <a:off x="6048375" y="1851025"/>
            <a:ext cx="2498726" cy="1743076"/>
            <a:chOff x="6048375" y="1851025"/>
            <a:chExt cx="2498726" cy="1743076"/>
          </a:xfrm>
        </p:grpSpPr>
        <p:grpSp>
          <p:nvGrpSpPr>
            <p:cNvPr id="62" name="Group 61">
              <a:extLst>
                <a:ext uri="{FF2B5EF4-FFF2-40B4-BE49-F238E27FC236}">
                  <a16:creationId xmlns:a16="http://schemas.microsoft.com/office/drawing/2014/main" id="{4F827625-3C9E-4E30-B145-2D185705E900}"/>
                </a:ext>
              </a:extLst>
            </p:cNvPr>
            <p:cNvGrpSpPr/>
            <p:nvPr/>
          </p:nvGrpSpPr>
          <p:grpSpPr>
            <a:xfrm>
              <a:off x="6048375" y="3355975"/>
              <a:ext cx="1131888" cy="184150"/>
              <a:chOff x="6048375" y="3355975"/>
              <a:chExt cx="1131888" cy="184150"/>
            </a:xfrm>
            <a:effectLst>
              <a:outerShdw blurRad="127000" dist="38100" dir="2700000" algn="tl" rotWithShape="0">
                <a:prstClr val="black">
                  <a:alpha val="35000"/>
                </a:prstClr>
              </a:outerShdw>
            </a:effectLst>
          </p:grpSpPr>
          <p:sp>
            <p:nvSpPr>
              <p:cNvPr id="17" name="Freeform 16">
                <a:extLst>
                  <a:ext uri="{FF2B5EF4-FFF2-40B4-BE49-F238E27FC236}">
                    <a16:creationId xmlns:a16="http://schemas.microsoft.com/office/drawing/2014/main" id="{0AF6977E-49E5-4F77-8F31-05FDB2FB4434}"/>
                  </a:ext>
                </a:extLst>
              </p:cNvPr>
              <p:cNvSpPr>
                <a:spLocks/>
              </p:cNvSpPr>
              <p:nvPr/>
            </p:nvSpPr>
            <p:spPr bwMode="auto">
              <a:xfrm>
                <a:off x="6048375" y="3355975"/>
                <a:ext cx="1131888" cy="184150"/>
              </a:xfrm>
              <a:custGeom>
                <a:avLst/>
                <a:gdLst>
                  <a:gd name="T0" fmla="*/ 160 w 297"/>
                  <a:gd name="T1" fmla="*/ 0 h 48"/>
                  <a:gd name="T2" fmla="*/ 0 w 297"/>
                  <a:gd name="T3" fmla="*/ 0 h 48"/>
                  <a:gd name="T4" fmla="*/ 0 w 297"/>
                  <a:gd name="T5" fmla="*/ 48 h 48"/>
                  <a:gd name="T6" fmla="*/ 297 w 297"/>
                  <a:gd name="T7" fmla="*/ 48 h 48"/>
                  <a:gd name="T8" fmla="*/ 160 w 297"/>
                  <a:gd name="T9" fmla="*/ 0 h 48"/>
                </a:gdLst>
                <a:ahLst/>
                <a:cxnLst>
                  <a:cxn ang="0">
                    <a:pos x="T0" y="T1"/>
                  </a:cxn>
                  <a:cxn ang="0">
                    <a:pos x="T2" y="T3"/>
                  </a:cxn>
                  <a:cxn ang="0">
                    <a:pos x="T4" y="T5"/>
                  </a:cxn>
                  <a:cxn ang="0">
                    <a:pos x="T6" y="T7"/>
                  </a:cxn>
                  <a:cxn ang="0">
                    <a:pos x="T8" y="T9"/>
                  </a:cxn>
                </a:cxnLst>
                <a:rect l="0" t="0" r="r" b="b"/>
                <a:pathLst>
                  <a:path w="297" h="48">
                    <a:moveTo>
                      <a:pt x="160" y="0"/>
                    </a:moveTo>
                    <a:cubicBezTo>
                      <a:pt x="0" y="0"/>
                      <a:pt x="0" y="0"/>
                      <a:pt x="0" y="0"/>
                    </a:cubicBezTo>
                    <a:cubicBezTo>
                      <a:pt x="0" y="48"/>
                      <a:pt x="0" y="48"/>
                      <a:pt x="0" y="48"/>
                    </a:cubicBezTo>
                    <a:cubicBezTo>
                      <a:pt x="297" y="48"/>
                      <a:pt x="297" y="48"/>
                      <a:pt x="297" y="48"/>
                    </a:cubicBezTo>
                    <a:cubicBezTo>
                      <a:pt x="245" y="48"/>
                      <a:pt x="198" y="30"/>
                      <a:pt x="160"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DE46A7C4-E461-4DED-9425-737BF0E7B8EF}"/>
                  </a:ext>
                </a:extLst>
              </p:cNvPr>
              <p:cNvSpPr>
                <a:spLocks/>
              </p:cNvSpPr>
              <p:nvPr/>
            </p:nvSpPr>
            <p:spPr bwMode="auto">
              <a:xfrm>
                <a:off x="6048375" y="3355975"/>
                <a:ext cx="625475" cy="15875"/>
              </a:xfrm>
              <a:custGeom>
                <a:avLst/>
                <a:gdLst>
                  <a:gd name="T0" fmla="*/ 160 w 164"/>
                  <a:gd name="T1" fmla="*/ 0 h 4"/>
                  <a:gd name="T2" fmla="*/ 0 w 164"/>
                  <a:gd name="T3" fmla="*/ 0 h 4"/>
                  <a:gd name="T4" fmla="*/ 0 w 164"/>
                  <a:gd name="T5" fmla="*/ 4 h 4"/>
                  <a:gd name="T6" fmla="*/ 156 w 164"/>
                  <a:gd name="T7" fmla="*/ 4 h 4"/>
                  <a:gd name="T8" fmla="*/ 163 w 164"/>
                  <a:gd name="T9" fmla="*/ 4 h 4"/>
                  <a:gd name="T10" fmla="*/ 164 w 164"/>
                  <a:gd name="T11" fmla="*/ 4 h 4"/>
                  <a:gd name="T12" fmla="*/ 160 w 16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4" h="4">
                    <a:moveTo>
                      <a:pt x="160" y="0"/>
                    </a:moveTo>
                    <a:cubicBezTo>
                      <a:pt x="0" y="0"/>
                      <a:pt x="0" y="0"/>
                      <a:pt x="0" y="0"/>
                    </a:cubicBezTo>
                    <a:cubicBezTo>
                      <a:pt x="0" y="4"/>
                      <a:pt x="0" y="4"/>
                      <a:pt x="0" y="4"/>
                    </a:cubicBezTo>
                    <a:cubicBezTo>
                      <a:pt x="156" y="4"/>
                      <a:pt x="156" y="4"/>
                      <a:pt x="156" y="4"/>
                    </a:cubicBezTo>
                    <a:cubicBezTo>
                      <a:pt x="163" y="4"/>
                      <a:pt x="163" y="4"/>
                      <a:pt x="163" y="4"/>
                    </a:cubicBezTo>
                    <a:cubicBezTo>
                      <a:pt x="164" y="4"/>
                      <a:pt x="164" y="4"/>
                      <a:pt x="164" y="4"/>
                    </a:cubicBezTo>
                    <a:cubicBezTo>
                      <a:pt x="163" y="3"/>
                      <a:pt x="161" y="2"/>
                      <a:pt x="160" y="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9" name="Group 78">
              <a:extLst>
                <a:ext uri="{FF2B5EF4-FFF2-40B4-BE49-F238E27FC236}">
                  <a16:creationId xmlns:a16="http://schemas.microsoft.com/office/drawing/2014/main" id="{AAA4E83C-CC4D-4490-B8A0-0BFE26BCD3B8}"/>
                </a:ext>
              </a:extLst>
            </p:cNvPr>
            <p:cNvGrpSpPr/>
            <p:nvPr/>
          </p:nvGrpSpPr>
          <p:grpSpPr>
            <a:xfrm>
              <a:off x="6337300" y="1851025"/>
              <a:ext cx="2209801" cy="1743076"/>
              <a:chOff x="6337300" y="1851025"/>
              <a:chExt cx="2209801" cy="1743076"/>
            </a:xfrm>
            <a:effectLst>
              <a:outerShdw blurRad="139700" dist="38100" dir="2700000" algn="tl" rotWithShape="0">
                <a:prstClr val="black">
                  <a:alpha val="35000"/>
                </a:prstClr>
              </a:outerShdw>
            </a:effectLst>
          </p:grpSpPr>
          <p:grpSp>
            <p:nvGrpSpPr>
              <p:cNvPr id="61" name="Group 60">
                <a:extLst>
                  <a:ext uri="{FF2B5EF4-FFF2-40B4-BE49-F238E27FC236}">
                    <a16:creationId xmlns:a16="http://schemas.microsoft.com/office/drawing/2014/main" id="{FCE0F77C-E173-454A-A425-602C49535E89}"/>
                  </a:ext>
                </a:extLst>
              </p:cNvPr>
              <p:cNvGrpSpPr/>
              <p:nvPr/>
            </p:nvGrpSpPr>
            <p:grpSpPr>
              <a:xfrm>
                <a:off x="8212138" y="3306763"/>
                <a:ext cx="334963" cy="287338"/>
                <a:chOff x="8212138" y="3306763"/>
                <a:chExt cx="334963" cy="287338"/>
              </a:xfrm>
            </p:grpSpPr>
            <p:sp>
              <p:nvSpPr>
                <p:cNvPr id="19" name="Freeform 18">
                  <a:extLst>
                    <a:ext uri="{FF2B5EF4-FFF2-40B4-BE49-F238E27FC236}">
                      <a16:creationId xmlns:a16="http://schemas.microsoft.com/office/drawing/2014/main" id="{1FB0AF54-0FA0-4261-8639-17FA4BEE943E}"/>
                    </a:ext>
                  </a:extLst>
                </p:cNvPr>
                <p:cNvSpPr>
                  <a:spLocks/>
                </p:cNvSpPr>
                <p:nvPr/>
              </p:nvSpPr>
              <p:spPr bwMode="auto">
                <a:xfrm>
                  <a:off x="8212138" y="3306763"/>
                  <a:ext cx="334963" cy="287338"/>
                </a:xfrm>
                <a:custGeom>
                  <a:avLst/>
                  <a:gdLst>
                    <a:gd name="T0" fmla="*/ 0 w 211"/>
                    <a:gd name="T1" fmla="*/ 0 h 181"/>
                    <a:gd name="T2" fmla="*/ 211 w 211"/>
                    <a:gd name="T3" fmla="*/ 89 h 181"/>
                    <a:gd name="T4" fmla="*/ 0 w 211"/>
                    <a:gd name="T5" fmla="*/ 181 h 181"/>
                    <a:gd name="T6" fmla="*/ 0 w 211"/>
                    <a:gd name="T7" fmla="*/ 0 h 181"/>
                  </a:gdLst>
                  <a:ahLst/>
                  <a:cxnLst>
                    <a:cxn ang="0">
                      <a:pos x="T0" y="T1"/>
                    </a:cxn>
                    <a:cxn ang="0">
                      <a:pos x="T2" y="T3"/>
                    </a:cxn>
                    <a:cxn ang="0">
                      <a:pos x="T4" y="T5"/>
                    </a:cxn>
                    <a:cxn ang="0">
                      <a:pos x="T6" y="T7"/>
                    </a:cxn>
                  </a:cxnLst>
                  <a:rect l="0" t="0" r="r" b="b"/>
                  <a:pathLst>
                    <a:path w="211" h="181">
                      <a:moveTo>
                        <a:pt x="0" y="0"/>
                      </a:moveTo>
                      <a:lnTo>
                        <a:pt x="211" y="89"/>
                      </a:lnTo>
                      <a:lnTo>
                        <a:pt x="0" y="181"/>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ECC5ABB2-2D55-4348-9E35-DBED594DF069}"/>
                    </a:ext>
                  </a:extLst>
                </p:cNvPr>
                <p:cNvSpPr>
                  <a:spLocks/>
                </p:cNvSpPr>
                <p:nvPr/>
              </p:nvSpPr>
              <p:spPr bwMode="auto">
                <a:xfrm>
                  <a:off x="8212138" y="3306763"/>
                  <a:ext cx="334963" cy="141288"/>
                </a:xfrm>
                <a:custGeom>
                  <a:avLst/>
                  <a:gdLst>
                    <a:gd name="T0" fmla="*/ 0 w 211"/>
                    <a:gd name="T1" fmla="*/ 41 h 89"/>
                    <a:gd name="T2" fmla="*/ 9 w 211"/>
                    <a:gd name="T3" fmla="*/ 41 h 89"/>
                    <a:gd name="T4" fmla="*/ 9 w 211"/>
                    <a:gd name="T5" fmla="*/ 15 h 89"/>
                    <a:gd name="T6" fmla="*/ 211 w 211"/>
                    <a:gd name="T7" fmla="*/ 89 h 89"/>
                    <a:gd name="T8" fmla="*/ 0 w 211"/>
                    <a:gd name="T9" fmla="*/ 0 h 89"/>
                    <a:gd name="T10" fmla="*/ 0 w 211"/>
                    <a:gd name="T11" fmla="*/ 41 h 89"/>
                  </a:gdLst>
                  <a:ahLst/>
                  <a:cxnLst>
                    <a:cxn ang="0">
                      <a:pos x="T0" y="T1"/>
                    </a:cxn>
                    <a:cxn ang="0">
                      <a:pos x="T2" y="T3"/>
                    </a:cxn>
                    <a:cxn ang="0">
                      <a:pos x="T4" y="T5"/>
                    </a:cxn>
                    <a:cxn ang="0">
                      <a:pos x="T6" y="T7"/>
                    </a:cxn>
                    <a:cxn ang="0">
                      <a:pos x="T8" y="T9"/>
                    </a:cxn>
                    <a:cxn ang="0">
                      <a:pos x="T10" y="T11"/>
                    </a:cxn>
                  </a:cxnLst>
                  <a:rect l="0" t="0" r="r" b="b"/>
                  <a:pathLst>
                    <a:path w="211" h="89">
                      <a:moveTo>
                        <a:pt x="0" y="41"/>
                      </a:moveTo>
                      <a:lnTo>
                        <a:pt x="9" y="41"/>
                      </a:lnTo>
                      <a:lnTo>
                        <a:pt x="9" y="15"/>
                      </a:lnTo>
                      <a:lnTo>
                        <a:pt x="211" y="89"/>
                      </a:lnTo>
                      <a:lnTo>
                        <a:pt x="0" y="0"/>
                      </a:lnTo>
                      <a:lnTo>
                        <a:pt x="0" y="41"/>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1" name="Group 70">
                <a:extLst>
                  <a:ext uri="{FF2B5EF4-FFF2-40B4-BE49-F238E27FC236}">
                    <a16:creationId xmlns:a16="http://schemas.microsoft.com/office/drawing/2014/main" id="{95572BF7-4BC5-412E-BF31-7B75CDA4A513}"/>
                  </a:ext>
                </a:extLst>
              </p:cNvPr>
              <p:cNvGrpSpPr/>
              <p:nvPr/>
            </p:nvGrpSpPr>
            <p:grpSpPr>
              <a:xfrm>
                <a:off x="6337300" y="1851025"/>
                <a:ext cx="1874838" cy="1689100"/>
                <a:chOff x="6337300" y="1851025"/>
                <a:chExt cx="1874838" cy="1689100"/>
              </a:xfrm>
              <a:effectLst/>
            </p:grpSpPr>
            <p:sp>
              <p:nvSpPr>
                <p:cNvPr id="13" name="Freeform 12">
                  <a:extLst>
                    <a:ext uri="{FF2B5EF4-FFF2-40B4-BE49-F238E27FC236}">
                      <a16:creationId xmlns:a16="http://schemas.microsoft.com/office/drawing/2014/main" id="{0DF9AF12-7E82-4704-9F8D-51CCA92C5123}"/>
                    </a:ext>
                  </a:extLst>
                </p:cNvPr>
                <p:cNvSpPr>
                  <a:spLocks noEditPoints="1"/>
                </p:cNvSpPr>
                <p:nvPr/>
              </p:nvSpPr>
              <p:spPr bwMode="auto">
                <a:xfrm>
                  <a:off x="6337300" y="1851025"/>
                  <a:ext cx="1874838" cy="1689100"/>
                </a:xfrm>
                <a:custGeom>
                  <a:avLst/>
                  <a:gdLst>
                    <a:gd name="T0" fmla="*/ 358 w 492"/>
                    <a:gd name="T1" fmla="*/ 394 h 442"/>
                    <a:gd name="T2" fmla="*/ 442 w 492"/>
                    <a:gd name="T3" fmla="*/ 221 h 442"/>
                    <a:gd name="T4" fmla="*/ 221 w 492"/>
                    <a:gd name="T5" fmla="*/ 0 h 442"/>
                    <a:gd name="T6" fmla="*/ 0 w 492"/>
                    <a:gd name="T7" fmla="*/ 221 h 442"/>
                    <a:gd name="T8" fmla="*/ 221 w 492"/>
                    <a:gd name="T9" fmla="*/ 442 h 442"/>
                    <a:gd name="T10" fmla="*/ 492 w 492"/>
                    <a:gd name="T11" fmla="*/ 442 h 442"/>
                    <a:gd name="T12" fmla="*/ 492 w 492"/>
                    <a:gd name="T13" fmla="*/ 394 h 442"/>
                    <a:gd name="T14" fmla="*/ 358 w 492"/>
                    <a:gd name="T15" fmla="*/ 394 h 442"/>
                    <a:gd name="T16" fmla="*/ 221 w 492"/>
                    <a:gd name="T17" fmla="*/ 394 h 442"/>
                    <a:gd name="T18" fmla="*/ 48 w 492"/>
                    <a:gd name="T19" fmla="*/ 221 h 442"/>
                    <a:gd name="T20" fmla="*/ 221 w 492"/>
                    <a:gd name="T21" fmla="*/ 48 h 442"/>
                    <a:gd name="T22" fmla="*/ 394 w 492"/>
                    <a:gd name="T23" fmla="*/ 221 h 442"/>
                    <a:gd name="T24" fmla="*/ 221 w 492"/>
                    <a:gd name="T25" fmla="*/ 394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2" h="442">
                      <a:moveTo>
                        <a:pt x="358" y="394"/>
                      </a:moveTo>
                      <a:cubicBezTo>
                        <a:pt x="409" y="354"/>
                        <a:pt x="442" y="291"/>
                        <a:pt x="442" y="221"/>
                      </a:cubicBezTo>
                      <a:cubicBezTo>
                        <a:pt x="442" y="99"/>
                        <a:pt x="343" y="0"/>
                        <a:pt x="221" y="0"/>
                      </a:cubicBezTo>
                      <a:cubicBezTo>
                        <a:pt x="99" y="0"/>
                        <a:pt x="0" y="99"/>
                        <a:pt x="0" y="221"/>
                      </a:cubicBezTo>
                      <a:cubicBezTo>
                        <a:pt x="0" y="343"/>
                        <a:pt x="99" y="442"/>
                        <a:pt x="221" y="442"/>
                      </a:cubicBezTo>
                      <a:cubicBezTo>
                        <a:pt x="492" y="442"/>
                        <a:pt x="492" y="442"/>
                        <a:pt x="492" y="442"/>
                      </a:cubicBezTo>
                      <a:cubicBezTo>
                        <a:pt x="492" y="394"/>
                        <a:pt x="492" y="394"/>
                        <a:pt x="492" y="394"/>
                      </a:cubicBezTo>
                      <a:lnTo>
                        <a:pt x="358" y="394"/>
                      </a:lnTo>
                      <a:close/>
                      <a:moveTo>
                        <a:pt x="221" y="394"/>
                      </a:moveTo>
                      <a:cubicBezTo>
                        <a:pt x="125" y="394"/>
                        <a:pt x="48" y="317"/>
                        <a:pt x="48" y="221"/>
                      </a:cubicBezTo>
                      <a:cubicBezTo>
                        <a:pt x="48" y="125"/>
                        <a:pt x="125" y="48"/>
                        <a:pt x="221" y="48"/>
                      </a:cubicBezTo>
                      <a:cubicBezTo>
                        <a:pt x="317" y="48"/>
                        <a:pt x="394" y="125"/>
                        <a:pt x="394" y="221"/>
                      </a:cubicBezTo>
                      <a:cubicBezTo>
                        <a:pt x="394" y="317"/>
                        <a:pt x="317" y="394"/>
                        <a:pt x="221" y="39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80D47D0C-7871-482F-8B11-683C2427DD86}"/>
                    </a:ext>
                  </a:extLst>
                </p:cNvPr>
                <p:cNvSpPr>
                  <a:spLocks/>
                </p:cNvSpPr>
                <p:nvPr/>
              </p:nvSpPr>
              <p:spPr bwMode="auto">
                <a:xfrm>
                  <a:off x="6718300" y="2233613"/>
                  <a:ext cx="1493838" cy="1138238"/>
                </a:xfrm>
                <a:custGeom>
                  <a:avLst/>
                  <a:gdLst>
                    <a:gd name="T0" fmla="*/ 157 w 392"/>
                    <a:gd name="T1" fmla="*/ 294 h 298"/>
                    <a:gd name="T2" fmla="*/ 298 w 392"/>
                    <a:gd name="T3" fmla="*/ 124 h 298"/>
                    <a:gd name="T4" fmla="*/ 245 w 392"/>
                    <a:gd name="T5" fmla="*/ 0 h 298"/>
                    <a:gd name="T6" fmla="*/ 294 w 392"/>
                    <a:gd name="T7" fmla="*/ 121 h 298"/>
                    <a:gd name="T8" fmla="*/ 121 w 392"/>
                    <a:gd name="T9" fmla="*/ 294 h 298"/>
                    <a:gd name="T10" fmla="*/ 0 w 392"/>
                    <a:gd name="T11" fmla="*/ 245 h 298"/>
                    <a:gd name="T12" fmla="*/ 123 w 392"/>
                    <a:gd name="T13" fmla="*/ 298 h 298"/>
                    <a:gd name="T14" fmla="*/ 123 w 392"/>
                    <a:gd name="T15" fmla="*/ 298 h 298"/>
                    <a:gd name="T16" fmla="*/ 392 w 392"/>
                    <a:gd name="T17" fmla="*/ 298 h 298"/>
                    <a:gd name="T18" fmla="*/ 392 w 392"/>
                    <a:gd name="T19" fmla="*/ 294 h 298"/>
                    <a:gd name="T20" fmla="*/ 157 w 392"/>
                    <a:gd name="T21" fmla="*/ 29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298">
                      <a:moveTo>
                        <a:pt x="157" y="294"/>
                      </a:moveTo>
                      <a:cubicBezTo>
                        <a:pt x="237" y="279"/>
                        <a:pt x="298" y="209"/>
                        <a:pt x="298" y="124"/>
                      </a:cubicBezTo>
                      <a:cubicBezTo>
                        <a:pt x="298" y="76"/>
                        <a:pt x="277" y="32"/>
                        <a:pt x="245" y="0"/>
                      </a:cubicBezTo>
                      <a:cubicBezTo>
                        <a:pt x="276" y="31"/>
                        <a:pt x="294" y="74"/>
                        <a:pt x="294" y="121"/>
                      </a:cubicBezTo>
                      <a:cubicBezTo>
                        <a:pt x="294" y="217"/>
                        <a:pt x="217" y="294"/>
                        <a:pt x="121" y="294"/>
                      </a:cubicBezTo>
                      <a:cubicBezTo>
                        <a:pt x="74" y="294"/>
                        <a:pt x="31" y="276"/>
                        <a:pt x="0" y="245"/>
                      </a:cubicBezTo>
                      <a:cubicBezTo>
                        <a:pt x="31" y="277"/>
                        <a:pt x="75" y="297"/>
                        <a:pt x="123" y="298"/>
                      </a:cubicBezTo>
                      <a:cubicBezTo>
                        <a:pt x="123" y="298"/>
                        <a:pt x="123" y="298"/>
                        <a:pt x="123" y="298"/>
                      </a:cubicBezTo>
                      <a:cubicBezTo>
                        <a:pt x="392" y="298"/>
                        <a:pt x="392" y="298"/>
                        <a:pt x="392" y="298"/>
                      </a:cubicBezTo>
                      <a:cubicBezTo>
                        <a:pt x="392" y="294"/>
                        <a:pt x="392" y="294"/>
                        <a:pt x="392" y="294"/>
                      </a:cubicBezTo>
                      <a:lnTo>
                        <a:pt x="157" y="294"/>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379AA376-0342-4791-AAAE-A61A01FA5564}"/>
                    </a:ext>
                  </a:extLst>
                </p:cNvPr>
                <p:cNvSpPr>
                  <a:spLocks/>
                </p:cNvSpPr>
                <p:nvPr/>
              </p:nvSpPr>
              <p:spPr bwMode="auto">
                <a:xfrm>
                  <a:off x="6337300" y="1851025"/>
                  <a:ext cx="1444625" cy="1447800"/>
                </a:xfrm>
                <a:custGeom>
                  <a:avLst/>
                  <a:gdLst>
                    <a:gd name="T0" fmla="*/ 3 w 379"/>
                    <a:gd name="T1" fmla="*/ 224 h 379"/>
                    <a:gd name="T2" fmla="*/ 224 w 379"/>
                    <a:gd name="T3" fmla="*/ 3 h 379"/>
                    <a:gd name="T4" fmla="*/ 379 w 379"/>
                    <a:gd name="T5" fmla="*/ 66 h 379"/>
                    <a:gd name="T6" fmla="*/ 221 w 379"/>
                    <a:gd name="T7" fmla="*/ 0 h 379"/>
                    <a:gd name="T8" fmla="*/ 0 w 379"/>
                    <a:gd name="T9" fmla="*/ 221 h 379"/>
                    <a:gd name="T10" fmla="*/ 66 w 379"/>
                    <a:gd name="T11" fmla="*/ 379 h 379"/>
                    <a:gd name="T12" fmla="*/ 3 w 379"/>
                    <a:gd name="T13" fmla="*/ 224 h 379"/>
                  </a:gdLst>
                  <a:ahLst/>
                  <a:cxnLst>
                    <a:cxn ang="0">
                      <a:pos x="T0" y="T1"/>
                    </a:cxn>
                    <a:cxn ang="0">
                      <a:pos x="T2" y="T3"/>
                    </a:cxn>
                    <a:cxn ang="0">
                      <a:pos x="T4" y="T5"/>
                    </a:cxn>
                    <a:cxn ang="0">
                      <a:pos x="T6" y="T7"/>
                    </a:cxn>
                    <a:cxn ang="0">
                      <a:pos x="T8" y="T9"/>
                    </a:cxn>
                    <a:cxn ang="0">
                      <a:pos x="T10" y="T11"/>
                    </a:cxn>
                    <a:cxn ang="0">
                      <a:pos x="T12" y="T13"/>
                    </a:cxn>
                  </a:cxnLst>
                  <a:rect l="0" t="0" r="r" b="b"/>
                  <a:pathLst>
                    <a:path w="379" h="379">
                      <a:moveTo>
                        <a:pt x="3" y="224"/>
                      </a:moveTo>
                      <a:cubicBezTo>
                        <a:pt x="3" y="102"/>
                        <a:pt x="102" y="3"/>
                        <a:pt x="224" y="3"/>
                      </a:cubicBezTo>
                      <a:cubicBezTo>
                        <a:pt x="284" y="3"/>
                        <a:pt x="339" y="27"/>
                        <a:pt x="379" y="66"/>
                      </a:cubicBezTo>
                      <a:cubicBezTo>
                        <a:pt x="339" y="25"/>
                        <a:pt x="283" y="0"/>
                        <a:pt x="221" y="0"/>
                      </a:cubicBezTo>
                      <a:cubicBezTo>
                        <a:pt x="99" y="0"/>
                        <a:pt x="0" y="99"/>
                        <a:pt x="0" y="221"/>
                      </a:cubicBezTo>
                      <a:cubicBezTo>
                        <a:pt x="0" y="283"/>
                        <a:pt x="25" y="339"/>
                        <a:pt x="66" y="379"/>
                      </a:cubicBezTo>
                      <a:cubicBezTo>
                        <a:pt x="27" y="339"/>
                        <a:pt x="3" y="284"/>
                        <a:pt x="3" y="224"/>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D50F7789-AA09-4F9D-8893-3E6AAD5065FD}"/>
                    </a:ext>
                  </a:extLst>
                </p:cNvPr>
                <p:cNvSpPr>
                  <a:spLocks/>
                </p:cNvSpPr>
                <p:nvPr/>
              </p:nvSpPr>
              <p:spPr bwMode="auto">
                <a:xfrm>
                  <a:off x="7180263" y="3135313"/>
                  <a:ext cx="719138" cy="220663"/>
                </a:xfrm>
                <a:custGeom>
                  <a:avLst/>
                  <a:gdLst>
                    <a:gd name="T0" fmla="*/ 0 w 189"/>
                    <a:gd name="T1" fmla="*/ 58 h 58"/>
                    <a:gd name="T2" fmla="*/ 137 w 189"/>
                    <a:gd name="T3" fmla="*/ 58 h 58"/>
                    <a:gd name="T4" fmla="*/ 189 w 189"/>
                    <a:gd name="T5" fmla="*/ 0 h 58"/>
                    <a:gd name="T6" fmla="*/ 130 w 189"/>
                    <a:gd name="T7" fmla="*/ 0 h 58"/>
                    <a:gd name="T8" fmla="*/ 0 w 189"/>
                    <a:gd name="T9" fmla="*/ 58 h 58"/>
                  </a:gdLst>
                  <a:ahLst/>
                  <a:cxnLst>
                    <a:cxn ang="0">
                      <a:pos x="T0" y="T1"/>
                    </a:cxn>
                    <a:cxn ang="0">
                      <a:pos x="T2" y="T3"/>
                    </a:cxn>
                    <a:cxn ang="0">
                      <a:pos x="T4" y="T5"/>
                    </a:cxn>
                    <a:cxn ang="0">
                      <a:pos x="T6" y="T7"/>
                    </a:cxn>
                    <a:cxn ang="0">
                      <a:pos x="T8" y="T9"/>
                    </a:cxn>
                  </a:cxnLst>
                  <a:rect l="0" t="0" r="r" b="b"/>
                  <a:pathLst>
                    <a:path w="189" h="58">
                      <a:moveTo>
                        <a:pt x="0" y="58"/>
                      </a:moveTo>
                      <a:cubicBezTo>
                        <a:pt x="137" y="58"/>
                        <a:pt x="137" y="58"/>
                        <a:pt x="137" y="58"/>
                      </a:cubicBezTo>
                      <a:cubicBezTo>
                        <a:pt x="158" y="42"/>
                        <a:pt x="175" y="22"/>
                        <a:pt x="189" y="0"/>
                      </a:cubicBezTo>
                      <a:cubicBezTo>
                        <a:pt x="130" y="0"/>
                        <a:pt x="130" y="0"/>
                        <a:pt x="130" y="0"/>
                      </a:cubicBezTo>
                      <a:cubicBezTo>
                        <a:pt x="98" y="36"/>
                        <a:pt x="51" y="58"/>
                        <a:pt x="0" y="58"/>
                      </a:cubicBezTo>
                      <a:close/>
                    </a:path>
                  </a:pathLst>
                </a:custGeom>
                <a:gradFill>
                  <a:gsLst>
                    <a:gs pos="62000">
                      <a:schemeClr val="accent3">
                        <a:alpha val="0"/>
                      </a:schemeClr>
                    </a:gs>
                    <a:gs pos="100000">
                      <a:srgbClr val="000000">
                        <a:alpha val="40000"/>
                      </a:srgb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grpSp>
        <p:nvGrpSpPr>
          <p:cNvPr id="84" name="Ring_02">
            <a:extLst>
              <a:ext uri="{FF2B5EF4-FFF2-40B4-BE49-F238E27FC236}">
                <a16:creationId xmlns:a16="http://schemas.microsoft.com/office/drawing/2014/main" id="{35030BE5-E66C-4AB2-9E21-D2C69CBA0D67}"/>
              </a:ext>
            </a:extLst>
          </p:cNvPr>
          <p:cNvGrpSpPr/>
          <p:nvPr/>
        </p:nvGrpSpPr>
        <p:grpSpPr>
          <a:xfrm>
            <a:off x="3884613" y="1851025"/>
            <a:ext cx="2498725" cy="1743076"/>
            <a:chOff x="3884613" y="1851025"/>
            <a:chExt cx="2498725" cy="1743076"/>
          </a:xfrm>
        </p:grpSpPr>
        <p:grpSp>
          <p:nvGrpSpPr>
            <p:cNvPr id="63" name="Group 62">
              <a:extLst>
                <a:ext uri="{FF2B5EF4-FFF2-40B4-BE49-F238E27FC236}">
                  <a16:creationId xmlns:a16="http://schemas.microsoft.com/office/drawing/2014/main" id="{0EBBF290-FD3B-4A05-BA6B-848B812D3F89}"/>
                </a:ext>
              </a:extLst>
            </p:cNvPr>
            <p:cNvGrpSpPr/>
            <p:nvPr/>
          </p:nvGrpSpPr>
          <p:grpSpPr>
            <a:xfrm>
              <a:off x="3884613" y="3355975"/>
              <a:ext cx="1131888" cy="184150"/>
              <a:chOff x="3884613" y="3355975"/>
              <a:chExt cx="1131888" cy="184150"/>
            </a:xfrm>
            <a:effectLst>
              <a:outerShdw blurRad="127000" dist="38100" dir="2700000" algn="tl" rotWithShape="0">
                <a:prstClr val="black">
                  <a:alpha val="35000"/>
                </a:prstClr>
              </a:outerShdw>
            </a:effectLst>
          </p:grpSpPr>
          <p:sp>
            <p:nvSpPr>
              <p:cNvPr id="22" name="Freeform 21">
                <a:extLst>
                  <a:ext uri="{FF2B5EF4-FFF2-40B4-BE49-F238E27FC236}">
                    <a16:creationId xmlns:a16="http://schemas.microsoft.com/office/drawing/2014/main" id="{77E15B17-D282-4376-803D-0DE712104987}"/>
                  </a:ext>
                </a:extLst>
              </p:cNvPr>
              <p:cNvSpPr>
                <a:spLocks/>
              </p:cNvSpPr>
              <p:nvPr/>
            </p:nvSpPr>
            <p:spPr bwMode="auto">
              <a:xfrm>
                <a:off x="3884613" y="3355975"/>
                <a:ext cx="1131888" cy="184150"/>
              </a:xfrm>
              <a:custGeom>
                <a:avLst/>
                <a:gdLst>
                  <a:gd name="T0" fmla="*/ 160 w 297"/>
                  <a:gd name="T1" fmla="*/ 0 h 48"/>
                  <a:gd name="T2" fmla="*/ 0 w 297"/>
                  <a:gd name="T3" fmla="*/ 0 h 48"/>
                  <a:gd name="T4" fmla="*/ 0 w 297"/>
                  <a:gd name="T5" fmla="*/ 48 h 48"/>
                  <a:gd name="T6" fmla="*/ 297 w 297"/>
                  <a:gd name="T7" fmla="*/ 48 h 48"/>
                  <a:gd name="T8" fmla="*/ 160 w 297"/>
                  <a:gd name="T9" fmla="*/ 0 h 48"/>
                </a:gdLst>
                <a:ahLst/>
                <a:cxnLst>
                  <a:cxn ang="0">
                    <a:pos x="T0" y="T1"/>
                  </a:cxn>
                  <a:cxn ang="0">
                    <a:pos x="T2" y="T3"/>
                  </a:cxn>
                  <a:cxn ang="0">
                    <a:pos x="T4" y="T5"/>
                  </a:cxn>
                  <a:cxn ang="0">
                    <a:pos x="T6" y="T7"/>
                  </a:cxn>
                  <a:cxn ang="0">
                    <a:pos x="T8" y="T9"/>
                  </a:cxn>
                </a:cxnLst>
                <a:rect l="0" t="0" r="r" b="b"/>
                <a:pathLst>
                  <a:path w="297" h="48">
                    <a:moveTo>
                      <a:pt x="160" y="0"/>
                    </a:moveTo>
                    <a:cubicBezTo>
                      <a:pt x="0" y="0"/>
                      <a:pt x="0" y="0"/>
                      <a:pt x="0" y="0"/>
                    </a:cubicBezTo>
                    <a:cubicBezTo>
                      <a:pt x="0" y="48"/>
                      <a:pt x="0" y="48"/>
                      <a:pt x="0" y="48"/>
                    </a:cubicBezTo>
                    <a:cubicBezTo>
                      <a:pt x="297" y="48"/>
                      <a:pt x="297" y="48"/>
                      <a:pt x="297" y="48"/>
                    </a:cubicBezTo>
                    <a:cubicBezTo>
                      <a:pt x="245" y="48"/>
                      <a:pt x="198" y="30"/>
                      <a:pt x="16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1933C1D1-024C-44F6-B70F-AFB48AB643CD}"/>
                  </a:ext>
                </a:extLst>
              </p:cNvPr>
              <p:cNvSpPr>
                <a:spLocks/>
              </p:cNvSpPr>
              <p:nvPr/>
            </p:nvSpPr>
            <p:spPr bwMode="auto">
              <a:xfrm>
                <a:off x="3884613" y="3355975"/>
                <a:ext cx="625475" cy="15875"/>
              </a:xfrm>
              <a:custGeom>
                <a:avLst/>
                <a:gdLst>
                  <a:gd name="T0" fmla="*/ 160 w 164"/>
                  <a:gd name="T1" fmla="*/ 0 h 4"/>
                  <a:gd name="T2" fmla="*/ 0 w 164"/>
                  <a:gd name="T3" fmla="*/ 0 h 4"/>
                  <a:gd name="T4" fmla="*/ 0 w 164"/>
                  <a:gd name="T5" fmla="*/ 4 h 4"/>
                  <a:gd name="T6" fmla="*/ 156 w 164"/>
                  <a:gd name="T7" fmla="*/ 4 h 4"/>
                  <a:gd name="T8" fmla="*/ 163 w 164"/>
                  <a:gd name="T9" fmla="*/ 4 h 4"/>
                  <a:gd name="T10" fmla="*/ 164 w 164"/>
                  <a:gd name="T11" fmla="*/ 4 h 4"/>
                  <a:gd name="T12" fmla="*/ 160 w 16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4" h="4">
                    <a:moveTo>
                      <a:pt x="160" y="0"/>
                    </a:moveTo>
                    <a:cubicBezTo>
                      <a:pt x="0" y="0"/>
                      <a:pt x="0" y="0"/>
                      <a:pt x="0" y="0"/>
                    </a:cubicBezTo>
                    <a:cubicBezTo>
                      <a:pt x="0" y="4"/>
                      <a:pt x="0" y="4"/>
                      <a:pt x="0" y="4"/>
                    </a:cubicBezTo>
                    <a:cubicBezTo>
                      <a:pt x="156" y="4"/>
                      <a:pt x="156" y="4"/>
                      <a:pt x="156" y="4"/>
                    </a:cubicBezTo>
                    <a:cubicBezTo>
                      <a:pt x="163" y="4"/>
                      <a:pt x="163" y="4"/>
                      <a:pt x="163" y="4"/>
                    </a:cubicBezTo>
                    <a:cubicBezTo>
                      <a:pt x="164" y="4"/>
                      <a:pt x="164" y="4"/>
                      <a:pt x="164" y="4"/>
                    </a:cubicBezTo>
                    <a:cubicBezTo>
                      <a:pt x="163" y="3"/>
                      <a:pt x="161" y="2"/>
                      <a:pt x="160" y="0"/>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8" name="Group 77">
              <a:extLst>
                <a:ext uri="{FF2B5EF4-FFF2-40B4-BE49-F238E27FC236}">
                  <a16:creationId xmlns:a16="http://schemas.microsoft.com/office/drawing/2014/main" id="{538CC715-074D-47F0-9597-F42B9D8BCCF0}"/>
                </a:ext>
              </a:extLst>
            </p:cNvPr>
            <p:cNvGrpSpPr/>
            <p:nvPr/>
          </p:nvGrpSpPr>
          <p:grpSpPr>
            <a:xfrm>
              <a:off x="4175125" y="1851025"/>
              <a:ext cx="2208213" cy="1743076"/>
              <a:chOff x="4175125" y="1851025"/>
              <a:chExt cx="2208213" cy="1743076"/>
            </a:xfrm>
            <a:effectLst>
              <a:outerShdw blurRad="139700" dist="38100" dir="2700000" algn="tl" rotWithShape="0">
                <a:prstClr val="black">
                  <a:alpha val="35000"/>
                </a:prstClr>
              </a:outerShdw>
            </a:effectLst>
          </p:grpSpPr>
          <p:grpSp>
            <p:nvGrpSpPr>
              <p:cNvPr id="59" name="Group 58">
                <a:extLst>
                  <a:ext uri="{FF2B5EF4-FFF2-40B4-BE49-F238E27FC236}">
                    <a16:creationId xmlns:a16="http://schemas.microsoft.com/office/drawing/2014/main" id="{E9BC7280-FC9D-498C-9017-2EDE35013188}"/>
                  </a:ext>
                </a:extLst>
              </p:cNvPr>
              <p:cNvGrpSpPr/>
              <p:nvPr/>
            </p:nvGrpSpPr>
            <p:grpSpPr>
              <a:xfrm>
                <a:off x="6048375" y="3306763"/>
                <a:ext cx="334963" cy="287338"/>
                <a:chOff x="6048375" y="3306763"/>
                <a:chExt cx="334963" cy="287338"/>
              </a:xfrm>
            </p:grpSpPr>
            <p:sp>
              <p:nvSpPr>
                <p:cNvPr id="24" name="Freeform 23">
                  <a:extLst>
                    <a:ext uri="{FF2B5EF4-FFF2-40B4-BE49-F238E27FC236}">
                      <a16:creationId xmlns:a16="http://schemas.microsoft.com/office/drawing/2014/main" id="{2D7EBD18-9E0C-4618-AAD0-B0C3C2913BC6}"/>
                    </a:ext>
                  </a:extLst>
                </p:cNvPr>
                <p:cNvSpPr>
                  <a:spLocks/>
                </p:cNvSpPr>
                <p:nvPr/>
              </p:nvSpPr>
              <p:spPr bwMode="auto">
                <a:xfrm>
                  <a:off x="6048375" y="3306763"/>
                  <a:ext cx="334963" cy="287338"/>
                </a:xfrm>
                <a:custGeom>
                  <a:avLst/>
                  <a:gdLst>
                    <a:gd name="T0" fmla="*/ 0 w 211"/>
                    <a:gd name="T1" fmla="*/ 0 h 181"/>
                    <a:gd name="T2" fmla="*/ 211 w 211"/>
                    <a:gd name="T3" fmla="*/ 89 h 181"/>
                    <a:gd name="T4" fmla="*/ 0 w 211"/>
                    <a:gd name="T5" fmla="*/ 181 h 181"/>
                    <a:gd name="T6" fmla="*/ 0 w 211"/>
                    <a:gd name="T7" fmla="*/ 0 h 181"/>
                  </a:gdLst>
                  <a:ahLst/>
                  <a:cxnLst>
                    <a:cxn ang="0">
                      <a:pos x="T0" y="T1"/>
                    </a:cxn>
                    <a:cxn ang="0">
                      <a:pos x="T2" y="T3"/>
                    </a:cxn>
                    <a:cxn ang="0">
                      <a:pos x="T4" y="T5"/>
                    </a:cxn>
                    <a:cxn ang="0">
                      <a:pos x="T6" y="T7"/>
                    </a:cxn>
                  </a:cxnLst>
                  <a:rect l="0" t="0" r="r" b="b"/>
                  <a:pathLst>
                    <a:path w="211" h="181">
                      <a:moveTo>
                        <a:pt x="0" y="0"/>
                      </a:moveTo>
                      <a:lnTo>
                        <a:pt x="211" y="89"/>
                      </a:lnTo>
                      <a:lnTo>
                        <a:pt x="0" y="181"/>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2A768EA2-ABD1-44E4-A1C9-A499C196B161}"/>
                    </a:ext>
                  </a:extLst>
                </p:cNvPr>
                <p:cNvSpPr>
                  <a:spLocks/>
                </p:cNvSpPr>
                <p:nvPr/>
              </p:nvSpPr>
              <p:spPr bwMode="auto">
                <a:xfrm>
                  <a:off x="6048375" y="3306763"/>
                  <a:ext cx="334963" cy="141288"/>
                </a:xfrm>
                <a:custGeom>
                  <a:avLst/>
                  <a:gdLst>
                    <a:gd name="T0" fmla="*/ 0 w 211"/>
                    <a:gd name="T1" fmla="*/ 41 h 89"/>
                    <a:gd name="T2" fmla="*/ 10 w 211"/>
                    <a:gd name="T3" fmla="*/ 41 h 89"/>
                    <a:gd name="T4" fmla="*/ 10 w 211"/>
                    <a:gd name="T5" fmla="*/ 15 h 89"/>
                    <a:gd name="T6" fmla="*/ 211 w 211"/>
                    <a:gd name="T7" fmla="*/ 89 h 89"/>
                    <a:gd name="T8" fmla="*/ 0 w 211"/>
                    <a:gd name="T9" fmla="*/ 0 h 89"/>
                    <a:gd name="T10" fmla="*/ 0 w 211"/>
                    <a:gd name="T11" fmla="*/ 41 h 89"/>
                  </a:gdLst>
                  <a:ahLst/>
                  <a:cxnLst>
                    <a:cxn ang="0">
                      <a:pos x="T0" y="T1"/>
                    </a:cxn>
                    <a:cxn ang="0">
                      <a:pos x="T2" y="T3"/>
                    </a:cxn>
                    <a:cxn ang="0">
                      <a:pos x="T4" y="T5"/>
                    </a:cxn>
                    <a:cxn ang="0">
                      <a:pos x="T6" y="T7"/>
                    </a:cxn>
                    <a:cxn ang="0">
                      <a:pos x="T8" y="T9"/>
                    </a:cxn>
                    <a:cxn ang="0">
                      <a:pos x="T10" y="T11"/>
                    </a:cxn>
                  </a:cxnLst>
                  <a:rect l="0" t="0" r="r" b="b"/>
                  <a:pathLst>
                    <a:path w="211" h="89">
                      <a:moveTo>
                        <a:pt x="0" y="41"/>
                      </a:moveTo>
                      <a:lnTo>
                        <a:pt x="10" y="41"/>
                      </a:lnTo>
                      <a:lnTo>
                        <a:pt x="10" y="15"/>
                      </a:lnTo>
                      <a:lnTo>
                        <a:pt x="211" y="89"/>
                      </a:lnTo>
                      <a:lnTo>
                        <a:pt x="0" y="0"/>
                      </a:lnTo>
                      <a:lnTo>
                        <a:pt x="0" y="41"/>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7" name="Group 66">
                <a:extLst>
                  <a:ext uri="{FF2B5EF4-FFF2-40B4-BE49-F238E27FC236}">
                    <a16:creationId xmlns:a16="http://schemas.microsoft.com/office/drawing/2014/main" id="{B7A2A5DD-C7CD-416D-9A7D-858615C9624A}"/>
                  </a:ext>
                </a:extLst>
              </p:cNvPr>
              <p:cNvGrpSpPr/>
              <p:nvPr/>
            </p:nvGrpSpPr>
            <p:grpSpPr>
              <a:xfrm>
                <a:off x="4175125" y="1851025"/>
                <a:ext cx="1873250" cy="1689100"/>
                <a:chOff x="4175125" y="1851025"/>
                <a:chExt cx="1873250" cy="1689100"/>
              </a:xfrm>
              <a:effectLst/>
            </p:grpSpPr>
            <p:sp>
              <p:nvSpPr>
                <p:cNvPr id="27" name="Freeform 26">
                  <a:extLst>
                    <a:ext uri="{FF2B5EF4-FFF2-40B4-BE49-F238E27FC236}">
                      <a16:creationId xmlns:a16="http://schemas.microsoft.com/office/drawing/2014/main" id="{9BC2E7C2-51E3-4B0A-9AD2-55E92420C752}"/>
                    </a:ext>
                  </a:extLst>
                </p:cNvPr>
                <p:cNvSpPr>
                  <a:spLocks noEditPoints="1"/>
                </p:cNvSpPr>
                <p:nvPr/>
              </p:nvSpPr>
              <p:spPr bwMode="auto">
                <a:xfrm>
                  <a:off x="4175125" y="1851025"/>
                  <a:ext cx="1873250" cy="1689100"/>
                </a:xfrm>
                <a:custGeom>
                  <a:avLst/>
                  <a:gdLst>
                    <a:gd name="T0" fmla="*/ 358 w 492"/>
                    <a:gd name="T1" fmla="*/ 394 h 442"/>
                    <a:gd name="T2" fmla="*/ 442 w 492"/>
                    <a:gd name="T3" fmla="*/ 221 h 442"/>
                    <a:gd name="T4" fmla="*/ 221 w 492"/>
                    <a:gd name="T5" fmla="*/ 0 h 442"/>
                    <a:gd name="T6" fmla="*/ 0 w 492"/>
                    <a:gd name="T7" fmla="*/ 221 h 442"/>
                    <a:gd name="T8" fmla="*/ 221 w 492"/>
                    <a:gd name="T9" fmla="*/ 442 h 442"/>
                    <a:gd name="T10" fmla="*/ 492 w 492"/>
                    <a:gd name="T11" fmla="*/ 442 h 442"/>
                    <a:gd name="T12" fmla="*/ 492 w 492"/>
                    <a:gd name="T13" fmla="*/ 394 h 442"/>
                    <a:gd name="T14" fmla="*/ 358 w 492"/>
                    <a:gd name="T15" fmla="*/ 394 h 442"/>
                    <a:gd name="T16" fmla="*/ 221 w 492"/>
                    <a:gd name="T17" fmla="*/ 394 h 442"/>
                    <a:gd name="T18" fmla="*/ 48 w 492"/>
                    <a:gd name="T19" fmla="*/ 221 h 442"/>
                    <a:gd name="T20" fmla="*/ 221 w 492"/>
                    <a:gd name="T21" fmla="*/ 48 h 442"/>
                    <a:gd name="T22" fmla="*/ 394 w 492"/>
                    <a:gd name="T23" fmla="*/ 221 h 442"/>
                    <a:gd name="T24" fmla="*/ 221 w 492"/>
                    <a:gd name="T25" fmla="*/ 394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2" h="442">
                      <a:moveTo>
                        <a:pt x="358" y="394"/>
                      </a:moveTo>
                      <a:cubicBezTo>
                        <a:pt x="409" y="354"/>
                        <a:pt x="442" y="291"/>
                        <a:pt x="442" y="221"/>
                      </a:cubicBezTo>
                      <a:cubicBezTo>
                        <a:pt x="442" y="99"/>
                        <a:pt x="343" y="0"/>
                        <a:pt x="221" y="0"/>
                      </a:cubicBezTo>
                      <a:cubicBezTo>
                        <a:pt x="99" y="0"/>
                        <a:pt x="0" y="99"/>
                        <a:pt x="0" y="221"/>
                      </a:cubicBezTo>
                      <a:cubicBezTo>
                        <a:pt x="0" y="343"/>
                        <a:pt x="99" y="442"/>
                        <a:pt x="221" y="442"/>
                      </a:cubicBezTo>
                      <a:cubicBezTo>
                        <a:pt x="492" y="442"/>
                        <a:pt x="492" y="442"/>
                        <a:pt x="492" y="442"/>
                      </a:cubicBezTo>
                      <a:cubicBezTo>
                        <a:pt x="492" y="394"/>
                        <a:pt x="492" y="394"/>
                        <a:pt x="492" y="394"/>
                      </a:cubicBezTo>
                      <a:lnTo>
                        <a:pt x="358" y="394"/>
                      </a:lnTo>
                      <a:close/>
                      <a:moveTo>
                        <a:pt x="221" y="394"/>
                      </a:moveTo>
                      <a:cubicBezTo>
                        <a:pt x="125" y="394"/>
                        <a:pt x="48" y="317"/>
                        <a:pt x="48" y="221"/>
                      </a:cubicBezTo>
                      <a:cubicBezTo>
                        <a:pt x="48" y="125"/>
                        <a:pt x="125" y="48"/>
                        <a:pt x="221" y="48"/>
                      </a:cubicBezTo>
                      <a:cubicBezTo>
                        <a:pt x="317" y="48"/>
                        <a:pt x="394" y="125"/>
                        <a:pt x="394" y="221"/>
                      </a:cubicBezTo>
                      <a:cubicBezTo>
                        <a:pt x="394" y="317"/>
                        <a:pt x="317" y="394"/>
                        <a:pt x="221" y="39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5FC19E40-A189-4E56-89B6-6082F3A89473}"/>
                    </a:ext>
                  </a:extLst>
                </p:cNvPr>
                <p:cNvSpPr>
                  <a:spLocks/>
                </p:cNvSpPr>
                <p:nvPr/>
              </p:nvSpPr>
              <p:spPr bwMode="auto">
                <a:xfrm>
                  <a:off x="4556125" y="2233613"/>
                  <a:ext cx="1492250" cy="1138238"/>
                </a:xfrm>
                <a:custGeom>
                  <a:avLst/>
                  <a:gdLst>
                    <a:gd name="T0" fmla="*/ 157 w 392"/>
                    <a:gd name="T1" fmla="*/ 294 h 298"/>
                    <a:gd name="T2" fmla="*/ 298 w 392"/>
                    <a:gd name="T3" fmla="*/ 124 h 298"/>
                    <a:gd name="T4" fmla="*/ 245 w 392"/>
                    <a:gd name="T5" fmla="*/ 0 h 298"/>
                    <a:gd name="T6" fmla="*/ 294 w 392"/>
                    <a:gd name="T7" fmla="*/ 121 h 298"/>
                    <a:gd name="T8" fmla="*/ 121 w 392"/>
                    <a:gd name="T9" fmla="*/ 294 h 298"/>
                    <a:gd name="T10" fmla="*/ 0 w 392"/>
                    <a:gd name="T11" fmla="*/ 245 h 298"/>
                    <a:gd name="T12" fmla="*/ 123 w 392"/>
                    <a:gd name="T13" fmla="*/ 298 h 298"/>
                    <a:gd name="T14" fmla="*/ 123 w 392"/>
                    <a:gd name="T15" fmla="*/ 298 h 298"/>
                    <a:gd name="T16" fmla="*/ 392 w 392"/>
                    <a:gd name="T17" fmla="*/ 298 h 298"/>
                    <a:gd name="T18" fmla="*/ 392 w 392"/>
                    <a:gd name="T19" fmla="*/ 294 h 298"/>
                    <a:gd name="T20" fmla="*/ 157 w 392"/>
                    <a:gd name="T21" fmla="*/ 29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298">
                      <a:moveTo>
                        <a:pt x="157" y="294"/>
                      </a:moveTo>
                      <a:cubicBezTo>
                        <a:pt x="237" y="279"/>
                        <a:pt x="298" y="209"/>
                        <a:pt x="298" y="124"/>
                      </a:cubicBezTo>
                      <a:cubicBezTo>
                        <a:pt x="298" y="76"/>
                        <a:pt x="277" y="32"/>
                        <a:pt x="245" y="0"/>
                      </a:cubicBezTo>
                      <a:cubicBezTo>
                        <a:pt x="276" y="31"/>
                        <a:pt x="294" y="74"/>
                        <a:pt x="294" y="121"/>
                      </a:cubicBezTo>
                      <a:cubicBezTo>
                        <a:pt x="294" y="217"/>
                        <a:pt x="217" y="294"/>
                        <a:pt x="121" y="294"/>
                      </a:cubicBezTo>
                      <a:cubicBezTo>
                        <a:pt x="74" y="294"/>
                        <a:pt x="31" y="276"/>
                        <a:pt x="0" y="245"/>
                      </a:cubicBezTo>
                      <a:cubicBezTo>
                        <a:pt x="31" y="277"/>
                        <a:pt x="75" y="297"/>
                        <a:pt x="123" y="298"/>
                      </a:cubicBezTo>
                      <a:cubicBezTo>
                        <a:pt x="123" y="298"/>
                        <a:pt x="123" y="298"/>
                        <a:pt x="123" y="298"/>
                      </a:cubicBezTo>
                      <a:cubicBezTo>
                        <a:pt x="392" y="298"/>
                        <a:pt x="392" y="298"/>
                        <a:pt x="392" y="298"/>
                      </a:cubicBezTo>
                      <a:cubicBezTo>
                        <a:pt x="392" y="294"/>
                        <a:pt x="392" y="294"/>
                        <a:pt x="392" y="294"/>
                      </a:cubicBezTo>
                      <a:lnTo>
                        <a:pt x="157" y="294"/>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130364BA-E409-46DD-8650-BCAE0CB58D96}"/>
                    </a:ext>
                  </a:extLst>
                </p:cNvPr>
                <p:cNvSpPr>
                  <a:spLocks/>
                </p:cNvSpPr>
                <p:nvPr/>
              </p:nvSpPr>
              <p:spPr bwMode="auto">
                <a:xfrm>
                  <a:off x="4175125" y="1851025"/>
                  <a:ext cx="1443038" cy="1447800"/>
                </a:xfrm>
                <a:custGeom>
                  <a:avLst/>
                  <a:gdLst>
                    <a:gd name="T0" fmla="*/ 3 w 379"/>
                    <a:gd name="T1" fmla="*/ 224 h 379"/>
                    <a:gd name="T2" fmla="*/ 224 w 379"/>
                    <a:gd name="T3" fmla="*/ 3 h 379"/>
                    <a:gd name="T4" fmla="*/ 379 w 379"/>
                    <a:gd name="T5" fmla="*/ 66 h 379"/>
                    <a:gd name="T6" fmla="*/ 221 w 379"/>
                    <a:gd name="T7" fmla="*/ 0 h 379"/>
                    <a:gd name="T8" fmla="*/ 0 w 379"/>
                    <a:gd name="T9" fmla="*/ 221 h 379"/>
                    <a:gd name="T10" fmla="*/ 66 w 379"/>
                    <a:gd name="T11" fmla="*/ 379 h 379"/>
                    <a:gd name="T12" fmla="*/ 3 w 379"/>
                    <a:gd name="T13" fmla="*/ 224 h 379"/>
                  </a:gdLst>
                  <a:ahLst/>
                  <a:cxnLst>
                    <a:cxn ang="0">
                      <a:pos x="T0" y="T1"/>
                    </a:cxn>
                    <a:cxn ang="0">
                      <a:pos x="T2" y="T3"/>
                    </a:cxn>
                    <a:cxn ang="0">
                      <a:pos x="T4" y="T5"/>
                    </a:cxn>
                    <a:cxn ang="0">
                      <a:pos x="T6" y="T7"/>
                    </a:cxn>
                    <a:cxn ang="0">
                      <a:pos x="T8" y="T9"/>
                    </a:cxn>
                    <a:cxn ang="0">
                      <a:pos x="T10" y="T11"/>
                    </a:cxn>
                    <a:cxn ang="0">
                      <a:pos x="T12" y="T13"/>
                    </a:cxn>
                  </a:cxnLst>
                  <a:rect l="0" t="0" r="r" b="b"/>
                  <a:pathLst>
                    <a:path w="379" h="379">
                      <a:moveTo>
                        <a:pt x="3" y="224"/>
                      </a:moveTo>
                      <a:cubicBezTo>
                        <a:pt x="3" y="102"/>
                        <a:pt x="102" y="3"/>
                        <a:pt x="224" y="3"/>
                      </a:cubicBezTo>
                      <a:cubicBezTo>
                        <a:pt x="284" y="3"/>
                        <a:pt x="339" y="27"/>
                        <a:pt x="379" y="66"/>
                      </a:cubicBezTo>
                      <a:cubicBezTo>
                        <a:pt x="339" y="25"/>
                        <a:pt x="283" y="0"/>
                        <a:pt x="221" y="0"/>
                      </a:cubicBezTo>
                      <a:cubicBezTo>
                        <a:pt x="99" y="0"/>
                        <a:pt x="0" y="99"/>
                        <a:pt x="0" y="221"/>
                      </a:cubicBezTo>
                      <a:cubicBezTo>
                        <a:pt x="0" y="283"/>
                        <a:pt x="25" y="339"/>
                        <a:pt x="66" y="379"/>
                      </a:cubicBezTo>
                      <a:cubicBezTo>
                        <a:pt x="27" y="339"/>
                        <a:pt x="3" y="284"/>
                        <a:pt x="3" y="224"/>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2E2D99D2-44FC-433E-9EB1-B1D2E84D300D}"/>
                    </a:ext>
                  </a:extLst>
                </p:cNvPr>
                <p:cNvSpPr>
                  <a:spLocks/>
                </p:cNvSpPr>
                <p:nvPr/>
              </p:nvSpPr>
              <p:spPr bwMode="auto">
                <a:xfrm>
                  <a:off x="5016500" y="3135313"/>
                  <a:ext cx="719138" cy="220663"/>
                </a:xfrm>
                <a:custGeom>
                  <a:avLst/>
                  <a:gdLst>
                    <a:gd name="T0" fmla="*/ 0 w 189"/>
                    <a:gd name="T1" fmla="*/ 58 h 58"/>
                    <a:gd name="T2" fmla="*/ 137 w 189"/>
                    <a:gd name="T3" fmla="*/ 58 h 58"/>
                    <a:gd name="T4" fmla="*/ 189 w 189"/>
                    <a:gd name="T5" fmla="*/ 0 h 58"/>
                    <a:gd name="T6" fmla="*/ 130 w 189"/>
                    <a:gd name="T7" fmla="*/ 0 h 58"/>
                    <a:gd name="T8" fmla="*/ 0 w 189"/>
                    <a:gd name="T9" fmla="*/ 58 h 58"/>
                  </a:gdLst>
                  <a:ahLst/>
                  <a:cxnLst>
                    <a:cxn ang="0">
                      <a:pos x="T0" y="T1"/>
                    </a:cxn>
                    <a:cxn ang="0">
                      <a:pos x="T2" y="T3"/>
                    </a:cxn>
                    <a:cxn ang="0">
                      <a:pos x="T4" y="T5"/>
                    </a:cxn>
                    <a:cxn ang="0">
                      <a:pos x="T6" y="T7"/>
                    </a:cxn>
                    <a:cxn ang="0">
                      <a:pos x="T8" y="T9"/>
                    </a:cxn>
                  </a:cxnLst>
                  <a:rect l="0" t="0" r="r" b="b"/>
                  <a:pathLst>
                    <a:path w="189" h="58">
                      <a:moveTo>
                        <a:pt x="0" y="58"/>
                      </a:moveTo>
                      <a:cubicBezTo>
                        <a:pt x="137" y="58"/>
                        <a:pt x="137" y="58"/>
                        <a:pt x="137" y="58"/>
                      </a:cubicBezTo>
                      <a:cubicBezTo>
                        <a:pt x="158" y="42"/>
                        <a:pt x="175" y="22"/>
                        <a:pt x="189" y="0"/>
                      </a:cubicBezTo>
                      <a:cubicBezTo>
                        <a:pt x="130" y="0"/>
                        <a:pt x="130" y="0"/>
                        <a:pt x="130" y="0"/>
                      </a:cubicBezTo>
                      <a:cubicBezTo>
                        <a:pt x="98" y="36"/>
                        <a:pt x="51" y="58"/>
                        <a:pt x="0" y="58"/>
                      </a:cubicBezTo>
                      <a:close/>
                    </a:path>
                  </a:pathLst>
                </a:custGeom>
                <a:gradFill>
                  <a:gsLst>
                    <a:gs pos="62000">
                      <a:schemeClr val="accent2">
                        <a:alpha val="0"/>
                      </a:schemeClr>
                    </a:gs>
                    <a:gs pos="100000">
                      <a:schemeClr val="accent2">
                        <a:lumMod val="75000"/>
                      </a:scheme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grpSp>
        <p:nvGrpSpPr>
          <p:cNvPr id="87" name="Ring_01">
            <a:extLst>
              <a:ext uri="{FF2B5EF4-FFF2-40B4-BE49-F238E27FC236}">
                <a16:creationId xmlns:a16="http://schemas.microsoft.com/office/drawing/2014/main" id="{9B706FB5-E951-49E4-8E0D-60BC8FC93C87}"/>
              </a:ext>
            </a:extLst>
          </p:cNvPr>
          <p:cNvGrpSpPr/>
          <p:nvPr/>
        </p:nvGrpSpPr>
        <p:grpSpPr>
          <a:xfrm>
            <a:off x="3175" y="1851025"/>
            <a:ext cx="4216401" cy="1743076"/>
            <a:chOff x="3175" y="1851025"/>
            <a:chExt cx="4216401" cy="1743076"/>
          </a:xfrm>
        </p:grpSpPr>
        <p:grpSp>
          <p:nvGrpSpPr>
            <p:cNvPr id="65" name="Group 64">
              <a:extLst>
                <a:ext uri="{FF2B5EF4-FFF2-40B4-BE49-F238E27FC236}">
                  <a16:creationId xmlns:a16="http://schemas.microsoft.com/office/drawing/2014/main" id="{C4728752-EC51-4D26-9660-1C896A20ED1B}"/>
                </a:ext>
              </a:extLst>
            </p:cNvPr>
            <p:cNvGrpSpPr/>
            <p:nvPr/>
          </p:nvGrpSpPr>
          <p:grpSpPr>
            <a:xfrm>
              <a:off x="3175" y="3355975"/>
              <a:ext cx="2808288" cy="184150"/>
              <a:chOff x="3175" y="3355975"/>
              <a:chExt cx="2808288" cy="184150"/>
            </a:xfrm>
            <a:effectLst>
              <a:outerShdw blurRad="127000" dist="38100" dir="2700000" algn="tl" rotWithShape="0">
                <a:prstClr val="black">
                  <a:alpha val="35000"/>
                </a:prstClr>
              </a:outerShdw>
            </a:effectLst>
          </p:grpSpPr>
          <p:sp>
            <p:nvSpPr>
              <p:cNvPr id="37" name="Freeform 36">
                <a:extLst>
                  <a:ext uri="{FF2B5EF4-FFF2-40B4-BE49-F238E27FC236}">
                    <a16:creationId xmlns:a16="http://schemas.microsoft.com/office/drawing/2014/main" id="{9AAE05EF-E6D3-40E2-AA29-D3A8B1834CE3}"/>
                  </a:ext>
                </a:extLst>
              </p:cNvPr>
              <p:cNvSpPr>
                <a:spLocks/>
              </p:cNvSpPr>
              <p:nvPr/>
            </p:nvSpPr>
            <p:spPr bwMode="auto">
              <a:xfrm>
                <a:off x="3175" y="3355975"/>
                <a:ext cx="2808288" cy="184150"/>
              </a:xfrm>
              <a:custGeom>
                <a:avLst/>
                <a:gdLst>
                  <a:gd name="T0" fmla="*/ 606 w 737"/>
                  <a:gd name="T1" fmla="*/ 0 h 48"/>
                  <a:gd name="T2" fmla="*/ 0 w 737"/>
                  <a:gd name="T3" fmla="*/ 0 h 48"/>
                  <a:gd name="T4" fmla="*/ 0 w 737"/>
                  <a:gd name="T5" fmla="*/ 48 h 48"/>
                  <a:gd name="T6" fmla="*/ 737 w 737"/>
                  <a:gd name="T7" fmla="*/ 48 h 48"/>
                  <a:gd name="T8" fmla="*/ 737 w 737"/>
                  <a:gd name="T9" fmla="*/ 48 h 48"/>
                  <a:gd name="T10" fmla="*/ 606 w 737"/>
                  <a:gd name="T11" fmla="*/ 0 h 48"/>
                </a:gdLst>
                <a:ahLst/>
                <a:cxnLst>
                  <a:cxn ang="0">
                    <a:pos x="T0" y="T1"/>
                  </a:cxn>
                  <a:cxn ang="0">
                    <a:pos x="T2" y="T3"/>
                  </a:cxn>
                  <a:cxn ang="0">
                    <a:pos x="T4" y="T5"/>
                  </a:cxn>
                  <a:cxn ang="0">
                    <a:pos x="T6" y="T7"/>
                  </a:cxn>
                  <a:cxn ang="0">
                    <a:pos x="T8" y="T9"/>
                  </a:cxn>
                  <a:cxn ang="0">
                    <a:pos x="T10" y="T11"/>
                  </a:cxn>
                </a:cxnLst>
                <a:rect l="0" t="0" r="r" b="b"/>
                <a:pathLst>
                  <a:path w="737" h="48">
                    <a:moveTo>
                      <a:pt x="606" y="0"/>
                    </a:moveTo>
                    <a:cubicBezTo>
                      <a:pt x="0" y="0"/>
                      <a:pt x="0" y="0"/>
                      <a:pt x="0" y="0"/>
                    </a:cubicBezTo>
                    <a:cubicBezTo>
                      <a:pt x="0" y="48"/>
                      <a:pt x="0" y="48"/>
                      <a:pt x="0" y="48"/>
                    </a:cubicBezTo>
                    <a:cubicBezTo>
                      <a:pt x="737" y="48"/>
                      <a:pt x="737" y="48"/>
                      <a:pt x="737" y="48"/>
                    </a:cubicBezTo>
                    <a:cubicBezTo>
                      <a:pt x="737" y="48"/>
                      <a:pt x="737" y="48"/>
                      <a:pt x="737" y="48"/>
                    </a:cubicBezTo>
                    <a:cubicBezTo>
                      <a:pt x="688" y="47"/>
                      <a:pt x="642" y="29"/>
                      <a:pt x="60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37">
                <a:extLst>
                  <a:ext uri="{FF2B5EF4-FFF2-40B4-BE49-F238E27FC236}">
                    <a16:creationId xmlns:a16="http://schemas.microsoft.com/office/drawing/2014/main" id="{18120E13-3530-4140-9594-A74E2182CFBA}"/>
                  </a:ext>
                </a:extLst>
              </p:cNvPr>
              <p:cNvSpPr>
                <a:spLocks/>
              </p:cNvSpPr>
              <p:nvPr/>
            </p:nvSpPr>
            <p:spPr bwMode="auto">
              <a:xfrm>
                <a:off x="3175" y="3355975"/>
                <a:ext cx="2324100" cy="15875"/>
              </a:xfrm>
              <a:custGeom>
                <a:avLst/>
                <a:gdLst>
                  <a:gd name="T0" fmla="*/ 606 w 610"/>
                  <a:gd name="T1" fmla="*/ 0 h 4"/>
                  <a:gd name="T2" fmla="*/ 0 w 610"/>
                  <a:gd name="T3" fmla="*/ 0 h 4"/>
                  <a:gd name="T4" fmla="*/ 0 w 610"/>
                  <a:gd name="T5" fmla="*/ 4 h 4"/>
                  <a:gd name="T6" fmla="*/ 595 w 610"/>
                  <a:gd name="T7" fmla="*/ 4 h 4"/>
                  <a:gd name="T8" fmla="*/ 606 w 610"/>
                  <a:gd name="T9" fmla="*/ 4 h 4"/>
                  <a:gd name="T10" fmla="*/ 610 w 610"/>
                  <a:gd name="T11" fmla="*/ 4 h 4"/>
                  <a:gd name="T12" fmla="*/ 606 w 61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10" h="4">
                    <a:moveTo>
                      <a:pt x="606" y="0"/>
                    </a:moveTo>
                    <a:cubicBezTo>
                      <a:pt x="0" y="0"/>
                      <a:pt x="0" y="0"/>
                      <a:pt x="0" y="0"/>
                    </a:cubicBezTo>
                    <a:cubicBezTo>
                      <a:pt x="0" y="4"/>
                      <a:pt x="0" y="4"/>
                      <a:pt x="0" y="4"/>
                    </a:cubicBezTo>
                    <a:cubicBezTo>
                      <a:pt x="595" y="4"/>
                      <a:pt x="595" y="4"/>
                      <a:pt x="595" y="4"/>
                    </a:cubicBezTo>
                    <a:cubicBezTo>
                      <a:pt x="606" y="4"/>
                      <a:pt x="606" y="4"/>
                      <a:pt x="606" y="4"/>
                    </a:cubicBezTo>
                    <a:cubicBezTo>
                      <a:pt x="610" y="4"/>
                      <a:pt x="610" y="4"/>
                      <a:pt x="610" y="4"/>
                    </a:cubicBezTo>
                    <a:cubicBezTo>
                      <a:pt x="609" y="3"/>
                      <a:pt x="607" y="2"/>
                      <a:pt x="606"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7" name="Group 76">
              <a:extLst>
                <a:ext uri="{FF2B5EF4-FFF2-40B4-BE49-F238E27FC236}">
                  <a16:creationId xmlns:a16="http://schemas.microsoft.com/office/drawing/2014/main" id="{57EED771-77F9-4FCD-91E0-5A3BB1ACB239}"/>
                </a:ext>
              </a:extLst>
            </p:cNvPr>
            <p:cNvGrpSpPr/>
            <p:nvPr/>
          </p:nvGrpSpPr>
          <p:grpSpPr>
            <a:xfrm>
              <a:off x="1992313" y="1851025"/>
              <a:ext cx="2227263" cy="1743076"/>
              <a:chOff x="1992313" y="1851025"/>
              <a:chExt cx="2227263" cy="1743076"/>
            </a:xfrm>
            <a:effectLst>
              <a:outerShdw blurRad="139700" dist="38100" dir="2700000" algn="tl" rotWithShape="0">
                <a:prstClr val="black">
                  <a:alpha val="35000"/>
                </a:prstClr>
              </a:outerShdw>
            </a:effectLst>
          </p:grpSpPr>
          <p:grpSp>
            <p:nvGrpSpPr>
              <p:cNvPr id="57" name="Group 56">
                <a:extLst>
                  <a:ext uri="{FF2B5EF4-FFF2-40B4-BE49-F238E27FC236}">
                    <a16:creationId xmlns:a16="http://schemas.microsoft.com/office/drawing/2014/main" id="{BBB8D2ED-7276-4EE0-93EA-2BF699BD86C6}"/>
                  </a:ext>
                </a:extLst>
              </p:cNvPr>
              <p:cNvGrpSpPr/>
              <p:nvPr/>
            </p:nvGrpSpPr>
            <p:grpSpPr>
              <a:xfrm>
                <a:off x="3884613" y="3306763"/>
                <a:ext cx="334963" cy="287338"/>
                <a:chOff x="3884613" y="3306763"/>
                <a:chExt cx="334963" cy="287338"/>
              </a:xfrm>
            </p:grpSpPr>
            <p:sp>
              <p:nvSpPr>
                <p:cNvPr id="35" name="Freeform 34">
                  <a:extLst>
                    <a:ext uri="{FF2B5EF4-FFF2-40B4-BE49-F238E27FC236}">
                      <a16:creationId xmlns:a16="http://schemas.microsoft.com/office/drawing/2014/main" id="{9070D5E0-DE64-481B-BE8C-F6707C42C41A}"/>
                    </a:ext>
                  </a:extLst>
                </p:cNvPr>
                <p:cNvSpPr>
                  <a:spLocks/>
                </p:cNvSpPr>
                <p:nvPr/>
              </p:nvSpPr>
              <p:spPr bwMode="auto">
                <a:xfrm>
                  <a:off x="3884613" y="3306763"/>
                  <a:ext cx="334963" cy="287338"/>
                </a:xfrm>
                <a:custGeom>
                  <a:avLst/>
                  <a:gdLst>
                    <a:gd name="T0" fmla="*/ 0 w 211"/>
                    <a:gd name="T1" fmla="*/ 0 h 181"/>
                    <a:gd name="T2" fmla="*/ 211 w 211"/>
                    <a:gd name="T3" fmla="*/ 89 h 181"/>
                    <a:gd name="T4" fmla="*/ 0 w 211"/>
                    <a:gd name="T5" fmla="*/ 181 h 181"/>
                    <a:gd name="T6" fmla="*/ 0 w 211"/>
                    <a:gd name="T7" fmla="*/ 0 h 181"/>
                  </a:gdLst>
                  <a:ahLst/>
                  <a:cxnLst>
                    <a:cxn ang="0">
                      <a:pos x="T0" y="T1"/>
                    </a:cxn>
                    <a:cxn ang="0">
                      <a:pos x="T2" y="T3"/>
                    </a:cxn>
                    <a:cxn ang="0">
                      <a:pos x="T4" y="T5"/>
                    </a:cxn>
                    <a:cxn ang="0">
                      <a:pos x="T6" y="T7"/>
                    </a:cxn>
                  </a:cxnLst>
                  <a:rect l="0" t="0" r="r" b="b"/>
                  <a:pathLst>
                    <a:path w="211" h="181">
                      <a:moveTo>
                        <a:pt x="0" y="0"/>
                      </a:moveTo>
                      <a:lnTo>
                        <a:pt x="211" y="89"/>
                      </a:lnTo>
                      <a:lnTo>
                        <a:pt x="0" y="181"/>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62928F7C-1FC3-4E0D-BD59-5CF449489188}"/>
                    </a:ext>
                  </a:extLst>
                </p:cNvPr>
                <p:cNvSpPr>
                  <a:spLocks/>
                </p:cNvSpPr>
                <p:nvPr/>
              </p:nvSpPr>
              <p:spPr bwMode="auto">
                <a:xfrm>
                  <a:off x="3884613" y="3306763"/>
                  <a:ext cx="334963" cy="141288"/>
                </a:xfrm>
                <a:custGeom>
                  <a:avLst/>
                  <a:gdLst>
                    <a:gd name="T0" fmla="*/ 0 w 211"/>
                    <a:gd name="T1" fmla="*/ 41 h 89"/>
                    <a:gd name="T2" fmla="*/ 10 w 211"/>
                    <a:gd name="T3" fmla="*/ 41 h 89"/>
                    <a:gd name="T4" fmla="*/ 10 w 211"/>
                    <a:gd name="T5" fmla="*/ 15 h 89"/>
                    <a:gd name="T6" fmla="*/ 211 w 211"/>
                    <a:gd name="T7" fmla="*/ 89 h 89"/>
                    <a:gd name="T8" fmla="*/ 0 w 211"/>
                    <a:gd name="T9" fmla="*/ 0 h 89"/>
                    <a:gd name="T10" fmla="*/ 0 w 211"/>
                    <a:gd name="T11" fmla="*/ 41 h 89"/>
                  </a:gdLst>
                  <a:ahLst/>
                  <a:cxnLst>
                    <a:cxn ang="0">
                      <a:pos x="T0" y="T1"/>
                    </a:cxn>
                    <a:cxn ang="0">
                      <a:pos x="T2" y="T3"/>
                    </a:cxn>
                    <a:cxn ang="0">
                      <a:pos x="T4" y="T5"/>
                    </a:cxn>
                    <a:cxn ang="0">
                      <a:pos x="T6" y="T7"/>
                    </a:cxn>
                    <a:cxn ang="0">
                      <a:pos x="T8" y="T9"/>
                    </a:cxn>
                    <a:cxn ang="0">
                      <a:pos x="T10" y="T11"/>
                    </a:cxn>
                  </a:cxnLst>
                  <a:rect l="0" t="0" r="r" b="b"/>
                  <a:pathLst>
                    <a:path w="211" h="89">
                      <a:moveTo>
                        <a:pt x="0" y="41"/>
                      </a:moveTo>
                      <a:lnTo>
                        <a:pt x="10" y="41"/>
                      </a:lnTo>
                      <a:lnTo>
                        <a:pt x="10" y="15"/>
                      </a:lnTo>
                      <a:lnTo>
                        <a:pt x="211" y="89"/>
                      </a:lnTo>
                      <a:lnTo>
                        <a:pt x="0" y="0"/>
                      </a:lnTo>
                      <a:lnTo>
                        <a:pt x="0" y="4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6" name="Group 65">
                <a:extLst>
                  <a:ext uri="{FF2B5EF4-FFF2-40B4-BE49-F238E27FC236}">
                    <a16:creationId xmlns:a16="http://schemas.microsoft.com/office/drawing/2014/main" id="{DBCC175D-49F5-4CBD-BBA4-0F63359FD951}"/>
                  </a:ext>
                </a:extLst>
              </p:cNvPr>
              <p:cNvGrpSpPr/>
              <p:nvPr/>
            </p:nvGrpSpPr>
            <p:grpSpPr>
              <a:xfrm>
                <a:off x="1992313" y="1851025"/>
                <a:ext cx="1892300" cy="1689100"/>
                <a:chOff x="1992313" y="1851025"/>
                <a:chExt cx="1892300" cy="1689100"/>
              </a:xfrm>
              <a:effectLst/>
            </p:grpSpPr>
            <p:sp>
              <p:nvSpPr>
                <p:cNvPr id="31" name="Freeform 30">
                  <a:extLst>
                    <a:ext uri="{FF2B5EF4-FFF2-40B4-BE49-F238E27FC236}">
                      <a16:creationId xmlns:a16="http://schemas.microsoft.com/office/drawing/2014/main" id="{E2CC2F9D-6765-4A1C-9C35-1C5D28081C8D}"/>
                    </a:ext>
                  </a:extLst>
                </p:cNvPr>
                <p:cNvSpPr>
                  <a:spLocks noEditPoints="1"/>
                </p:cNvSpPr>
                <p:nvPr/>
              </p:nvSpPr>
              <p:spPr bwMode="auto">
                <a:xfrm>
                  <a:off x="1992313" y="1851025"/>
                  <a:ext cx="1892300" cy="1689100"/>
                </a:xfrm>
                <a:custGeom>
                  <a:avLst/>
                  <a:gdLst>
                    <a:gd name="T0" fmla="*/ 358 w 497"/>
                    <a:gd name="T1" fmla="*/ 394 h 442"/>
                    <a:gd name="T2" fmla="*/ 442 w 497"/>
                    <a:gd name="T3" fmla="*/ 221 h 442"/>
                    <a:gd name="T4" fmla="*/ 221 w 497"/>
                    <a:gd name="T5" fmla="*/ 0 h 442"/>
                    <a:gd name="T6" fmla="*/ 0 w 497"/>
                    <a:gd name="T7" fmla="*/ 221 h 442"/>
                    <a:gd name="T8" fmla="*/ 221 w 497"/>
                    <a:gd name="T9" fmla="*/ 442 h 442"/>
                    <a:gd name="T10" fmla="*/ 497 w 497"/>
                    <a:gd name="T11" fmla="*/ 442 h 442"/>
                    <a:gd name="T12" fmla="*/ 497 w 497"/>
                    <a:gd name="T13" fmla="*/ 394 h 442"/>
                    <a:gd name="T14" fmla="*/ 358 w 497"/>
                    <a:gd name="T15" fmla="*/ 394 h 442"/>
                    <a:gd name="T16" fmla="*/ 221 w 497"/>
                    <a:gd name="T17" fmla="*/ 394 h 442"/>
                    <a:gd name="T18" fmla="*/ 48 w 497"/>
                    <a:gd name="T19" fmla="*/ 221 h 442"/>
                    <a:gd name="T20" fmla="*/ 221 w 497"/>
                    <a:gd name="T21" fmla="*/ 48 h 442"/>
                    <a:gd name="T22" fmla="*/ 395 w 497"/>
                    <a:gd name="T23" fmla="*/ 221 h 442"/>
                    <a:gd name="T24" fmla="*/ 221 w 497"/>
                    <a:gd name="T25" fmla="*/ 394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7" h="442">
                      <a:moveTo>
                        <a:pt x="358" y="394"/>
                      </a:moveTo>
                      <a:cubicBezTo>
                        <a:pt x="410" y="354"/>
                        <a:pt x="442" y="291"/>
                        <a:pt x="442" y="221"/>
                      </a:cubicBezTo>
                      <a:cubicBezTo>
                        <a:pt x="442" y="99"/>
                        <a:pt x="343" y="0"/>
                        <a:pt x="221" y="0"/>
                      </a:cubicBezTo>
                      <a:cubicBezTo>
                        <a:pt x="99" y="0"/>
                        <a:pt x="0" y="99"/>
                        <a:pt x="0" y="221"/>
                      </a:cubicBezTo>
                      <a:cubicBezTo>
                        <a:pt x="0" y="343"/>
                        <a:pt x="99" y="442"/>
                        <a:pt x="221" y="442"/>
                      </a:cubicBezTo>
                      <a:cubicBezTo>
                        <a:pt x="497" y="442"/>
                        <a:pt x="497" y="442"/>
                        <a:pt x="497" y="442"/>
                      </a:cubicBezTo>
                      <a:cubicBezTo>
                        <a:pt x="497" y="394"/>
                        <a:pt x="497" y="394"/>
                        <a:pt x="497" y="394"/>
                      </a:cubicBezTo>
                      <a:lnTo>
                        <a:pt x="358" y="394"/>
                      </a:lnTo>
                      <a:close/>
                      <a:moveTo>
                        <a:pt x="221" y="394"/>
                      </a:moveTo>
                      <a:cubicBezTo>
                        <a:pt x="126" y="394"/>
                        <a:pt x="48" y="317"/>
                        <a:pt x="48" y="221"/>
                      </a:cubicBezTo>
                      <a:cubicBezTo>
                        <a:pt x="48" y="125"/>
                        <a:pt x="126" y="48"/>
                        <a:pt x="221" y="48"/>
                      </a:cubicBezTo>
                      <a:cubicBezTo>
                        <a:pt x="317" y="48"/>
                        <a:pt x="395" y="125"/>
                        <a:pt x="395" y="221"/>
                      </a:cubicBezTo>
                      <a:cubicBezTo>
                        <a:pt x="395" y="317"/>
                        <a:pt x="317" y="394"/>
                        <a:pt x="221" y="39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B6A37CC9-FB3B-4B2F-A906-C2CA841B7C6A}"/>
                    </a:ext>
                  </a:extLst>
                </p:cNvPr>
                <p:cNvSpPr>
                  <a:spLocks/>
                </p:cNvSpPr>
                <p:nvPr/>
              </p:nvSpPr>
              <p:spPr bwMode="auto">
                <a:xfrm>
                  <a:off x="2373313" y="2233613"/>
                  <a:ext cx="1511300" cy="1138238"/>
                </a:xfrm>
                <a:custGeom>
                  <a:avLst/>
                  <a:gdLst>
                    <a:gd name="T0" fmla="*/ 157 w 397"/>
                    <a:gd name="T1" fmla="*/ 294 h 298"/>
                    <a:gd name="T2" fmla="*/ 298 w 397"/>
                    <a:gd name="T3" fmla="*/ 124 h 298"/>
                    <a:gd name="T4" fmla="*/ 245 w 397"/>
                    <a:gd name="T5" fmla="*/ 0 h 298"/>
                    <a:gd name="T6" fmla="*/ 295 w 397"/>
                    <a:gd name="T7" fmla="*/ 121 h 298"/>
                    <a:gd name="T8" fmla="*/ 121 w 397"/>
                    <a:gd name="T9" fmla="*/ 294 h 298"/>
                    <a:gd name="T10" fmla="*/ 0 w 397"/>
                    <a:gd name="T11" fmla="*/ 245 h 298"/>
                    <a:gd name="T12" fmla="*/ 124 w 397"/>
                    <a:gd name="T13" fmla="*/ 298 h 298"/>
                    <a:gd name="T14" fmla="*/ 124 w 397"/>
                    <a:gd name="T15" fmla="*/ 298 h 298"/>
                    <a:gd name="T16" fmla="*/ 124 w 397"/>
                    <a:gd name="T17" fmla="*/ 298 h 298"/>
                    <a:gd name="T18" fmla="*/ 397 w 397"/>
                    <a:gd name="T19" fmla="*/ 298 h 298"/>
                    <a:gd name="T20" fmla="*/ 397 w 397"/>
                    <a:gd name="T21" fmla="*/ 294 h 298"/>
                    <a:gd name="T22" fmla="*/ 157 w 397"/>
                    <a:gd name="T23" fmla="*/ 29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298">
                      <a:moveTo>
                        <a:pt x="157" y="294"/>
                      </a:moveTo>
                      <a:cubicBezTo>
                        <a:pt x="237" y="279"/>
                        <a:pt x="298" y="209"/>
                        <a:pt x="298" y="124"/>
                      </a:cubicBezTo>
                      <a:cubicBezTo>
                        <a:pt x="298" y="76"/>
                        <a:pt x="278" y="32"/>
                        <a:pt x="245" y="0"/>
                      </a:cubicBezTo>
                      <a:cubicBezTo>
                        <a:pt x="276" y="31"/>
                        <a:pt x="295" y="74"/>
                        <a:pt x="295" y="121"/>
                      </a:cubicBezTo>
                      <a:cubicBezTo>
                        <a:pt x="295" y="217"/>
                        <a:pt x="217" y="294"/>
                        <a:pt x="121" y="294"/>
                      </a:cubicBezTo>
                      <a:cubicBezTo>
                        <a:pt x="74" y="294"/>
                        <a:pt x="32" y="276"/>
                        <a:pt x="0" y="245"/>
                      </a:cubicBezTo>
                      <a:cubicBezTo>
                        <a:pt x="32" y="277"/>
                        <a:pt x="76" y="298"/>
                        <a:pt x="124" y="298"/>
                      </a:cubicBezTo>
                      <a:cubicBezTo>
                        <a:pt x="124" y="298"/>
                        <a:pt x="124" y="298"/>
                        <a:pt x="124" y="298"/>
                      </a:cubicBezTo>
                      <a:cubicBezTo>
                        <a:pt x="124" y="298"/>
                        <a:pt x="124" y="298"/>
                        <a:pt x="124" y="298"/>
                      </a:cubicBezTo>
                      <a:cubicBezTo>
                        <a:pt x="397" y="298"/>
                        <a:pt x="397" y="298"/>
                        <a:pt x="397" y="298"/>
                      </a:cubicBezTo>
                      <a:cubicBezTo>
                        <a:pt x="397" y="294"/>
                        <a:pt x="397" y="294"/>
                        <a:pt x="397" y="294"/>
                      </a:cubicBezTo>
                      <a:lnTo>
                        <a:pt x="157" y="294"/>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3577A6EC-4E23-4709-A587-0397245A239F}"/>
                    </a:ext>
                  </a:extLst>
                </p:cNvPr>
                <p:cNvSpPr>
                  <a:spLocks/>
                </p:cNvSpPr>
                <p:nvPr/>
              </p:nvSpPr>
              <p:spPr bwMode="auto">
                <a:xfrm>
                  <a:off x="1992313" y="1851025"/>
                  <a:ext cx="1443038" cy="1447800"/>
                </a:xfrm>
                <a:custGeom>
                  <a:avLst/>
                  <a:gdLst>
                    <a:gd name="T0" fmla="*/ 3 w 379"/>
                    <a:gd name="T1" fmla="*/ 224 h 379"/>
                    <a:gd name="T2" fmla="*/ 224 w 379"/>
                    <a:gd name="T3" fmla="*/ 3 h 379"/>
                    <a:gd name="T4" fmla="*/ 379 w 379"/>
                    <a:gd name="T5" fmla="*/ 66 h 379"/>
                    <a:gd name="T6" fmla="*/ 221 w 379"/>
                    <a:gd name="T7" fmla="*/ 0 h 379"/>
                    <a:gd name="T8" fmla="*/ 0 w 379"/>
                    <a:gd name="T9" fmla="*/ 221 h 379"/>
                    <a:gd name="T10" fmla="*/ 66 w 379"/>
                    <a:gd name="T11" fmla="*/ 379 h 379"/>
                    <a:gd name="T12" fmla="*/ 3 w 379"/>
                    <a:gd name="T13" fmla="*/ 224 h 379"/>
                  </a:gdLst>
                  <a:ahLst/>
                  <a:cxnLst>
                    <a:cxn ang="0">
                      <a:pos x="T0" y="T1"/>
                    </a:cxn>
                    <a:cxn ang="0">
                      <a:pos x="T2" y="T3"/>
                    </a:cxn>
                    <a:cxn ang="0">
                      <a:pos x="T4" y="T5"/>
                    </a:cxn>
                    <a:cxn ang="0">
                      <a:pos x="T6" y="T7"/>
                    </a:cxn>
                    <a:cxn ang="0">
                      <a:pos x="T8" y="T9"/>
                    </a:cxn>
                    <a:cxn ang="0">
                      <a:pos x="T10" y="T11"/>
                    </a:cxn>
                    <a:cxn ang="0">
                      <a:pos x="T12" y="T13"/>
                    </a:cxn>
                  </a:cxnLst>
                  <a:rect l="0" t="0" r="r" b="b"/>
                  <a:pathLst>
                    <a:path w="379" h="379">
                      <a:moveTo>
                        <a:pt x="3" y="224"/>
                      </a:moveTo>
                      <a:cubicBezTo>
                        <a:pt x="3" y="102"/>
                        <a:pt x="102" y="3"/>
                        <a:pt x="224" y="3"/>
                      </a:cubicBezTo>
                      <a:cubicBezTo>
                        <a:pt x="285" y="3"/>
                        <a:pt x="339" y="27"/>
                        <a:pt x="379" y="66"/>
                      </a:cubicBezTo>
                      <a:cubicBezTo>
                        <a:pt x="339" y="25"/>
                        <a:pt x="283" y="0"/>
                        <a:pt x="221" y="0"/>
                      </a:cubicBezTo>
                      <a:cubicBezTo>
                        <a:pt x="99" y="0"/>
                        <a:pt x="0" y="99"/>
                        <a:pt x="0" y="221"/>
                      </a:cubicBezTo>
                      <a:cubicBezTo>
                        <a:pt x="0" y="283"/>
                        <a:pt x="25" y="339"/>
                        <a:pt x="66" y="379"/>
                      </a:cubicBezTo>
                      <a:cubicBezTo>
                        <a:pt x="27" y="339"/>
                        <a:pt x="3" y="284"/>
                        <a:pt x="3" y="22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F44F3CB6-5E19-43C3-ACBB-C62B4B82A80B}"/>
                    </a:ext>
                  </a:extLst>
                </p:cNvPr>
                <p:cNvSpPr>
                  <a:spLocks/>
                </p:cNvSpPr>
                <p:nvPr/>
              </p:nvSpPr>
              <p:spPr bwMode="auto">
                <a:xfrm>
                  <a:off x="2833688" y="3130550"/>
                  <a:ext cx="723900" cy="225425"/>
                </a:xfrm>
                <a:custGeom>
                  <a:avLst/>
                  <a:gdLst>
                    <a:gd name="T0" fmla="*/ 0 w 190"/>
                    <a:gd name="T1" fmla="*/ 59 h 59"/>
                    <a:gd name="T2" fmla="*/ 137 w 190"/>
                    <a:gd name="T3" fmla="*/ 59 h 59"/>
                    <a:gd name="T4" fmla="*/ 190 w 190"/>
                    <a:gd name="T5" fmla="*/ 0 h 59"/>
                    <a:gd name="T6" fmla="*/ 131 w 190"/>
                    <a:gd name="T7" fmla="*/ 0 h 59"/>
                    <a:gd name="T8" fmla="*/ 0 w 190"/>
                    <a:gd name="T9" fmla="*/ 59 h 59"/>
                  </a:gdLst>
                  <a:ahLst/>
                  <a:cxnLst>
                    <a:cxn ang="0">
                      <a:pos x="T0" y="T1"/>
                    </a:cxn>
                    <a:cxn ang="0">
                      <a:pos x="T2" y="T3"/>
                    </a:cxn>
                    <a:cxn ang="0">
                      <a:pos x="T4" y="T5"/>
                    </a:cxn>
                    <a:cxn ang="0">
                      <a:pos x="T6" y="T7"/>
                    </a:cxn>
                    <a:cxn ang="0">
                      <a:pos x="T8" y="T9"/>
                    </a:cxn>
                  </a:cxnLst>
                  <a:rect l="0" t="0" r="r" b="b"/>
                  <a:pathLst>
                    <a:path w="190" h="59">
                      <a:moveTo>
                        <a:pt x="0" y="59"/>
                      </a:moveTo>
                      <a:cubicBezTo>
                        <a:pt x="137" y="59"/>
                        <a:pt x="137" y="59"/>
                        <a:pt x="137" y="59"/>
                      </a:cubicBezTo>
                      <a:cubicBezTo>
                        <a:pt x="158" y="43"/>
                        <a:pt x="176" y="23"/>
                        <a:pt x="190" y="0"/>
                      </a:cubicBezTo>
                      <a:cubicBezTo>
                        <a:pt x="131" y="0"/>
                        <a:pt x="131" y="0"/>
                        <a:pt x="131" y="0"/>
                      </a:cubicBezTo>
                      <a:cubicBezTo>
                        <a:pt x="99" y="36"/>
                        <a:pt x="52" y="59"/>
                        <a:pt x="0" y="59"/>
                      </a:cubicBezTo>
                      <a:close/>
                    </a:path>
                  </a:pathLst>
                </a:custGeom>
                <a:gradFill>
                  <a:gsLst>
                    <a:gs pos="62000">
                      <a:schemeClr val="accent1">
                        <a:alpha val="0"/>
                      </a:schemeClr>
                    </a:gs>
                    <a:gs pos="100000">
                      <a:srgbClr val="000000">
                        <a:alpha val="40000"/>
                      </a:srgb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grpSp>
      <p:grpSp>
        <p:nvGrpSpPr>
          <p:cNvPr id="80" name="Group 79">
            <a:extLst>
              <a:ext uri="{FF2B5EF4-FFF2-40B4-BE49-F238E27FC236}">
                <a16:creationId xmlns:a16="http://schemas.microsoft.com/office/drawing/2014/main" id="{93D7517E-165D-490C-9913-A44F3E980A15}"/>
              </a:ext>
            </a:extLst>
          </p:cNvPr>
          <p:cNvGrpSpPr/>
          <p:nvPr/>
        </p:nvGrpSpPr>
        <p:grpSpPr>
          <a:xfrm>
            <a:off x="2768600" y="3811588"/>
            <a:ext cx="157163" cy="850900"/>
            <a:chOff x="2768600" y="3811588"/>
            <a:chExt cx="157163" cy="850900"/>
          </a:xfrm>
        </p:grpSpPr>
        <p:sp>
          <p:nvSpPr>
            <p:cNvPr id="41" name="Line 40">
              <a:extLst>
                <a:ext uri="{FF2B5EF4-FFF2-40B4-BE49-F238E27FC236}">
                  <a16:creationId xmlns:a16="http://schemas.microsoft.com/office/drawing/2014/main" id="{2A794675-8703-4BDA-A5D5-DDCEE23E7F0A}"/>
                </a:ext>
              </a:extLst>
            </p:cNvPr>
            <p:cNvSpPr>
              <a:spLocks noChangeShapeType="1"/>
            </p:cNvSpPr>
            <p:nvPr/>
          </p:nvSpPr>
          <p:spPr bwMode="auto">
            <a:xfrm>
              <a:off x="2849563" y="3890963"/>
              <a:ext cx="0" cy="771525"/>
            </a:xfrm>
            <a:prstGeom prst="line">
              <a:avLst/>
            </a:prstGeom>
            <a:noFill/>
            <a:ln w="30163" cap="rnd">
              <a:solidFill>
                <a:schemeClr val="bg2">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2" name="Oval 41">
              <a:extLst>
                <a:ext uri="{FF2B5EF4-FFF2-40B4-BE49-F238E27FC236}">
                  <a16:creationId xmlns:a16="http://schemas.microsoft.com/office/drawing/2014/main" id="{DF5C7D86-37DA-4751-BB4D-3D2A50489DC2}"/>
                </a:ext>
              </a:extLst>
            </p:cNvPr>
            <p:cNvSpPr>
              <a:spLocks noChangeArrowheads="1"/>
            </p:cNvSpPr>
            <p:nvPr/>
          </p:nvSpPr>
          <p:spPr bwMode="auto">
            <a:xfrm>
              <a:off x="2768600" y="3811588"/>
              <a:ext cx="157163" cy="155575"/>
            </a:xfrm>
            <a:prstGeom prst="ellipse">
              <a:avLst/>
            </a:pr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1" name="Group 80">
            <a:extLst>
              <a:ext uri="{FF2B5EF4-FFF2-40B4-BE49-F238E27FC236}">
                <a16:creationId xmlns:a16="http://schemas.microsoft.com/office/drawing/2014/main" id="{E7773444-F0D4-401A-A7DB-A35FA6288FBE}"/>
              </a:ext>
            </a:extLst>
          </p:cNvPr>
          <p:cNvGrpSpPr/>
          <p:nvPr/>
        </p:nvGrpSpPr>
        <p:grpSpPr>
          <a:xfrm>
            <a:off x="4959350" y="3811588"/>
            <a:ext cx="160338" cy="841375"/>
            <a:chOff x="4959350" y="3811588"/>
            <a:chExt cx="160338" cy="841375"/>
          </a:xfrm>
        </p:grpSpPr>
        <p:sp>
          <p:nvSpPr>
            <p:cNvPr id="44" name="Line 43">
              <a:extLst>
                <a:ext uri="{FF2B5EF4-FFF2-40B4-BE49-F238E27FC236}">
                  <a16:creationId xmlns:a16="http://schemas.microsoft.com/office/drawing/2014/main" id="{46DC0B7D-376E-479C-B987-B49011EDB29D}"/>
                </a:ext>
              </a:extLst>
            </p:cNvPr>
            <p:cNvSpPr>
              <a:spLocks noChangeShapeType="1"/>
            </p:cNvSpPr>
            <p:nvPr/>
          </p:nvSpPr>
          <p:spPr bwMode="auto">
            <a:xfrm>
              <a:off x="5038724" y="3881438"/>
              <a:ext cx="0" cy="771525"/>
            </a:xfrm>
            <a:prstGeom prst="line">
              <a:avLst/>
            </a:prstGeom>
            <a:noFill/>
            <a:ln w="30163" cap="rnd">
              <a:solidFill>
                <a:schemeClr val="bg2">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Oval 44">
              <a:extLst>
                <a:ext uri="{FF2B5EF4-FFF2-40B4-BE49-F238E27FC236}">
                  <a16:creationId xmlns:a16="http://schemas.microsoft.com/office/drawing/2014/main" id="{2DFFB661-4D45-4DB7-A7F5-4B8E5AE919E9}"/>
                </a:ext>
              </a:extLst>
            </p:cNvPr>
            <p:cNvSpPr>
              <a:spLocks noChangeArrowheads="1"/>
            </p:cNvSpPr>
            <p:nvPr/>
          </p:nvSpPr>
          <p:spPr bwMode="auto">
            <a:xfrm>
              <a:off x="4959350" y="3811588"/>
              <a:ext cx="160338" cy="155575"/>
            </a:xfrm>
            <a:prstGeom prst="ellipse">
              <a:avLst/>
            </a:pr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2" name="Group 81">
            <a:extLst>
              <a:ext uri="{FF2B5EF4-FFF2-40B4-BE49-F238E27FC236}">
                <a16:creationId xmlns:a16="http://schemas.microsoft.com/office/drawing/2014/main" id="{EA28ED3B-81BF-461B-8005-2B4299EDFF69}"/>
              </a:ext>
            </a:extLst>
          </p:cNvPr>
          <p:cNvGrpSpPr/>
          <p:nvPr/>
        </p:nvGrpSpPr>
        <p:grpSpPr>
          <a:xfrm>
            <a:off x="7153275" y="3811588"/>
            <a:ext cx="155575" cy="850900"/>
            <a:chOff x="7153275" y="3811588"/>
            <a:chExt cx="155575" cy="850900"/>
          </a:xfrm>
        </p:grpSpPr>
        <p:sp>
          <p:nvSpPr>
            <p:cNvPr id="47" name="Line 46">
              <a:extLst>
                <a:ext uri="{FF2B5EF4-FFF2-40B4-BE49-F238E27FC236}">
                  <a16:creationId xmlns:a16="http://schemas.microsoft.com/office/drawing/2014/main" id="{AF45BB86-0444-4737-BB18-757C32070F14}"/>
                </a:ext>
              </a:extLst>
            </p:cNvPr>
            <p:cNvSpPr>
              <a:spLocks noChangeShapeType="1"/>
            </p:cNvSpPr>
            <p:nvPr/>
          </p:nvSpPr>
          <p:spPr bwMode="auto">
            <a:xfrm>
              <a:off x="7229475" y="3890963"/>
              <a:ext cx="0" cy="771525"/>
            </a:xfrm>
            <a:prstGeom prst="line">
              <a:avLst/>
            </a:prstGeom>
            <a:noFill/>
            <a:ln w="30163" cap="rnd">
              <a:solidFill>
                <a:schemeClr val="bg2">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8" name="Oval 47">
              <a:extLst>
                <a:ext uri="{FF2B5EF4-FFF2-40B4-BE49-F238E27FC236}">
                  <a16:creationId xmlns:a16="http://schemas.microsoft.com/office/drawing/2014/main" id="{D4B0F3D9-501E-4BDD-AACB-62B7A91D0CDE}"/>
                </a:ext>
              </a:extLst>
            </p:cNvPr>
            <p:cNvSpPr>
              <a:spLocks noChangeArrowheads="1"/>
            </p:cNvSpPr>
            <p:nvPr/>
          </p:nvSpPr>
          <p:spPr bwMode="auto">
            <a:xfrm>
              <a:off x="7153275" y="3811588"/>
              <a:ext cx="155575" cy="155575"/>
            </a:xfrm>
            <a:prstGeom prst="ellipse">
              <a:avLst/>
            </a:pr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3" name="Group 82">
            <a:extLst>
              <a:ext uri="{FF2B5EF4-FFF2-40B4-BE49-F238E27FC236}">
                <a16:creationId xmlns:a16="http://schemas.microsoft.com/office/drawing/2014/main" id="{2DD1A865-B0A7-48C6-9438-B5D315DC600A}"/>
              </a:ext>
            </a:extLst>
          </p:cNvPr>
          <p:cNvGrpSpPr/>
          <p:nvPr/>
        </p:nvGrpSpPr>
        <p:grpSpPr>
          <a:xfrm>
            <a:off x="9342438" y="3811588"/>
            <a:ext cx="157163" cy="850900"/>
            <a:chOff x="9342438" y="3811588"/>
            <a:chExt cx="157163" cy="850900"/>
          </a:xfrm>
        </p:grpSpPr>
        <p:sp>
          <p:nvSpPr>
            <p:cNvPr id="50" name="Line 49">
              <a:extLst>
                <a:ext uri="{FF2B5EF4-FFF2-40B4-BE49-F238E27FC236}">
                  <a16:creationId xmlns:a16="http://schemas.microsoft.com/office/drawing/2014/main" id="{008A0E39-8151-45A6-AA16-98342A28EE7C}"/>
                </a:ext>
              </a:extLst>
            </p:cNvPr>
            <p:cNvSpPr>
              <a:spLocks noChangeShapeType="1"/>
            </p:cNvSpPr>
            <p:nvPr/>
          </p:nvSpPr>
          <p:spPr bwMode="auto">
            <a:xfrm>
              <a:off x="9423400" y="3890963"/>
              <a:ext cx="0" cy="771525"/>
            </a:xfrm>
            <a:prstGeom prst="line">
              <a:avLst/>
            </a:prstGeom>
            <a:noFill/>
            <a:ln w="30163" cap="rnd">
              <a:solidFill>
                <a:schemeClr val="bg2">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1" name="Oval 50">
              <a:extLst>
                <a:ext uri="{FF2B5EF4-FFF2-40B4-BE49-F238E27FC236}">
                  <a16:creationId xmlns:a16="http://schemas.microsoft.com/office/drawing/2014/main" id="{B67F1680-2686-494D-8453-A3D24C094295}"/>
                </a:ext>
              </a:extLst>
            </p:cNvPr>
            <p:cNvSpPr>
              <a:spLocks noChangeArrowheads="1"/>
            </p:cNvSpPr>
            <p:nvPr/>
          </p:nvSpPr>
          <p:spPr bwMode="auto">
            <a:xfrm>
              <a:off x="9342438" y="3811588"/>
              <a:ext cx="157163" cy="155575"/>
            </a:xfrm>
            <a:prstGeom prst="ellipse">
              <a:avLst/>
            </a:pr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2" name="Rectangle 51">
            <a:extLst>
              <a:ext uri="{FF2B5EF4-FFF2-40B4-BE49-F238E27FC236}">
                <a16:creationId xmlns:a16="http://schemas.microsoft.com/office/drawing/2014/main" id="{15B75593-C819-41EE-9CB2-590F80FD864A}"/>
              </a:ext>
            </a:extLst>
          </p:cNvPr>
          <p:cNvSpPr>
            <a:spLocks noChangeArrowheads="1"/>
          </p:cNvSpPr>
          <p:nvPr/>
        </p:nvSpPr>
        <p:spPr bwMode="auto">
          <a:xfrm>
            <a:off x="2483280" y="2291002"/>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1"/>
                </a:solidFill>
                <a:effectLst/>
                <a:latin typeface="Open Sans" panose="020B0606030504020204" pitchFamily="34" charset="0"/>
              </a:rPr>
              <a:t>01</a:t>
            </a:r>
            <a:endParaRPr kumimoji="0" lang="ru-UA" altLang="ru-UA" sz="1800" b="0" i="0" u="none" strike="noStrike" cap="none" normalizeH="0" baseline="0">
              <a:ln>
                <a:noFill/>
              </a:ln>
              <a:solidFill>
                <a:schemeClr val="accent1"/>
              </a:solidFill>
              <a:effectLst/>
            </a:endParaRPr>
          </a:p>
        </p:txBody>
      </p:sp>
      <p:sp>
        <p:nvSpPr>
          <p:cNvPr id="53" name="Rectangle 52">
            <a:extLst>
              <a:ext uri="{FF2B5EF4-FFF2-40B4-BE49-F238E27FC236}">
                <a16:creationId xmlns:a16="http://schemas.microsoft.com/office/drawing/2014/main" id="{C4225834-14AA-44E7-A63C-80954EDC3D2F}"/>
              </a:ext>
            </a:extLst>
          </p:cNvPr>
          <p:cNvSpPr>
            <a:spLocks noChangeArrowheads="1"/>
          </p:cNvSpPr>
          <p:nvPr/>
        </p:nvSpPr>
        <p:spPr bwMode="auto">
          <a:xfrm>
            <a:off x="4645445" y="2291002"/>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2"/>
                </a:solidFill>
                <a:effectLst/>
                <a:latin typeface="Open Sans" panose="020B0606030504020204" pitchFamily="34" charset="0"/>
              </a:rPr>
              <a:t>02</a:t>
            </a:r>
            <a:endParaRPr kumimoji="0" lang="ru-UA" altLang="ru-UA" sz="1800" b="0" i="0" u="none" strike="noStrike" cap="none" normalizeH="0" baseline="0">
              <a:ln>
                <a:noFill/>
              </a:ln>
              <a:solidFill>
                <a:schemeClr val="accent2"/>
              </a:solidFill>
              <a:effectLst/>
            </a:endParaRPr>
          </a:p>
        </p:txBody>
      </p:sp>
      <p:sp>
        <p:nvSpPr>
          <p:cNvPr id="54" name="Rectangle 53">
            <a:extLst>
              <a:ext uri="{FF2B5EF4-FFF2-40B4-BE49-F238E27FC236}">
                <a16:creationId xmlns:a16="http://schemas.microsoft.com/office/drawing/2014/main" id="{6191AE3C-542D-4E55-BC92-B9F760E4E5EF}"/>
              </a:ext>
            </a:extLst>
          </p:cNvPr>
          <p:cNvSpPr>
            <a:spLocks noChangeArrowheads="1"/>
          </p:cNvSpPr>
          <p:nvPr/>
        </p:nvSpPr>
        <p:spPr bwMode="auto">
          <a:xfrm>
            <a:off x="6833533" y="2291002"/>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3"/>
                </a:solidFill>
                <a:effectLst/>
                <a:latin typeface="Open Sans" panose="020B0606030504020204" pitchFamily="34" charset="0"/>
              </a:rPr>
              <a:t>03</a:t>
            </a:r>
            <a:endParaRPr kumimoji="0" lang="ru-UA" altLang="ru-UA" sz="1800" b="0" i="0" u="none" strike="noStrike" cap="none" normalizeH="0" baseline="0">
              <a:ln>
                <a:noFill/>
              </a:ln>
              <a:solidFill>
                <a:schemeClr val="accent3"/>
              </a:solidFill>
              <a:effectLst/>
            </a:endParaRPr>
          </a:p>
        </p:txBody>
      </p:sp>
      <p:sp>
        <p:nvSpPr>
          <p:cNvPr id="55" name="Rectangle 54">
            <a:extLst>
              <a:ext uri="{FF2B5EF4-FFF2-40B4-BE49-F238E27FC236}">
                <a16:creationId xmlns:a16="http://schemas.microsoft.com/office/drawing/2014/main" id="{8F84385C-06D2-4595-8523-0E84141BC5CD}"/>
              </a:ext>
            </a:extLst>
          </p:cNvPr>
          <p:cNvSpPr>
            <a:spLocks noChangeArrowheads="1"/>
          </p:cNvSpPr>
          <p:nvPr/>
        </p:nvSpPr>
        <p:spPr bwMode="auto">
          <a:xfrm>
            <a:off x="8997238" y="2291002"/>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4"/>
                </a:solidFill>
                <a:effectLst/>
                <a:latin typeface="Open Sans" panose="020B0606030504020204" pitchFamily="34" charset="0"/>
              </a:rPr>
              <a:t>04</a:t>
            </a:r>
            <a:endParaRPr kumimoji="0" lang="ru-UA" altLang="ru-UA" sz="1800" b="0" i="0" u="none" strike="noStrike" cap="none" normalizeH="0" baseline="0">
              <a:ln>
                <a:noFill/>
              </a:ln>
              <a:solidFill>
                <a:schemeClr val="accent4"/>
              </a:solidFill>
              <a:effectLst/>
            </a:endParaRPr>
          </a:p>
        </p:txBody>
      </p:sp>
      <p:grpSp>
        <p:nvGrpSpPr>
          <p:cNvPr id="2" name="Group 1">
            <a:extLst>
              <a:ext uri="{FF2B5EF4-FFF2-40B4-BE49-F238E27FC236}">
                <a16:creationId xmlns:a16="http://schemas.microsoft.com/office/drawing/2014/main" id="{D4CA479A-38C0-4723-84C9-CAF9BF23FF0E}"/>
              </a:ext>
            </a:extLst>
          </p:cNvPr>
          <p:cNvGrpSpPr/>
          <p:nvPr/>
        </p:nvGrpSpPr>
        <p:grpSpPr>
          <a:xfrm>
            <a:off x="1981342" y="4730155"/>
            <a:ext cx="1773732" cy="1313339"/>
            <a:chOff x="1981342" y="4730155"/>
            <a:chExt cx="1773732" cy="1313339"/>
          </a:xfrm>
        </p:grpSpPr>
        <p:sp>
          <p:nvSpPr>
            <p:cNvPr id="40" name="Rectangle 39">
              <a:extLst>
                <a:ext uri="{FF2B5EF4-FFF2-40B4-BE49-F238E27FC236}">
                  <a16:creationId xmlns:a16="http://schemas.microsoft.com/office/drawing/2014/main" id="{EDBE697B-F6B6-491F-8D0B-C757D4972C7F}"/>
                </a:ext>
              </a:extLst>
            </p:cNvPr>
            <p:cNvSpPr>
              <a:spLocks noChangeArrowheads="1"/>
            </p:cNvSpPr>
            <p:nvPr/>
          </p:nvSpPr>
          <p:spPr bwMode="auto">
            <a:xfrm>
              <a:off x="2205572" y="4730155"/>
              <a:ext cx="12879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solidFill>
                    <a:schemeClr val="accent1"/>
                  </a:solidFill>
                  <a:effectLst/>
                  <a:latin typeface="Open Sans" panose="020B0606030504020204" pitchFamily="34" charset="0"/>
                </a:rPr>
                <a:t>INFODATA</a:t>
              </a:r>
              <a:endParaRPr kumimoji="0" lang="ru-UA" altLang="ru-UA" sz="1800" b="0" i="0" u="none" strike="noStrike" cap="none" normalizeH="0" baseline="0">
                <a:ln>
                  <a:noFill/>
                </a:ln>
                <a:solidFill>
                  <a:schemeClr val="accent1"/>
                </a:solidFill>
                <a:effectLst/>
              </a:endParaRPr>
            </a:p>
          </p:txBody>
        </p:sp>
        <p:sp>
          <p:nvSpPr>
            <p:cNvPr id="88" name="Text Placeholder 33">
              <a:extLst>
                <a:ext uri="{FF2B5EF4-FFF2-40B4-BE49-F238E27FC236}">
                  <a16:creationId xmlns:a16="http://schemas.microsoft.com/office/drawing/2014/main" id="{CFDBF925-CDB7-4CB1-9B53-4E94AD7133F7}"/>
                </a:ext>
              </a:extLst>
            </p:cNvPr>
            <p:cNvSpPr txBox="1">
              <a:spLocks/>
            </p:cNvSpPr>
            <p:nvPr/>
          </p:nvSpPr>
          <p:spPr>
            <a:xfrm>
              <a:off x="1981342" y="5075119"/>
              <a:ext cx="1773732"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050"/>
                <a:t>Lorem ipsum dolor sit amet, consectetur adipiscing elit, sed do eiusmod tempor incididunt ut labore et</a:t>
              </a:r>
            </a:p>
          </p:txBody>
        </p:sp>
      </p:grpSp>
      <p:grpSp>
        <p:nvGrpSpPr>
          <p:cNvPr id="3" name="Group 2">
            <a:extLst>
              <a:ext uri="{FF2B5EF4-FFF2-40B4-BE49-F238E27FC236}">
                <a16:creationId xmlns:a16="http://schemas.microsoft.com/office/drawing/2014/main" id="{DA219209-0914-4AB9-8309-AF63FBB48015}"/>
              </a:ext>
            </a:extLst>
          </p:cNvPr>
          <p:cNvGrpSpPr/>
          <p:nvPr/>
        </p:nvGrpSpPr>
        <p:grpSpPr>
          <a:xfrm>
            <a:off x="4137802" y="4730155"/>
            <a:ext cx="1773732" cy="1313339"/>
            <a:chOff x="4137802" y="4730155"/>
            <a:chExt cx="1773732" cy="1313339"/>
          </a:xfrm>
        </p:grpSpPr>
        <p:sp>
          <p:nvSpPr>
            <p:cNvPr id="43" name="Rectangle 42">
              <a:extLst>
                <a:ext uri="{FF2B5EF4-FFF2-40B4-BE49-F238E27FC236}">
                  <a16:creationId xmlns:a16="http://schemas.microsoft.com/office/drawing/2014/main" id="{D6A9135E-6448-488C-A816-236F7C381F25}"/>
                </a:ext>
              </a:extLst>
            </p:cNvPr>
            <p:cNvSpPr>
              <a:spLocks noChangeArrowheads="1"/>
            </p:cNvSpPr>
            <p:nvPr/>
          </p:nvSpPr>
          <p:spPr bwMode="auto">
            <a:xfrm>
              <a:off x="4394734" y="4730155"/>
              <a:ext cx="12879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solidFill>
                    <a:schemeClr val="accent2"/>
                  </a:solidFill>
                  <a:effectLst/>
                  <a:latin typeface="Open Sans" panose="020B0606030504020204" pitchFamily="34" charset="0"/>
                </a:rPr>
                <a:t>INFODATA</a:t>
              </a:r>
              <a:endParaRPr kumimoji="0" lang="ru-UA" altLang="ru-UA" sz="1800" b="0" i="0" u="none" strike="noStrike" cap="none" normalizeH="0" baseline="0">
                <a:ln>
                  <a:noFill/>
                </a:ln>
                <a:solidFill>
                  <a:schemeClr val="accent2"/>
                </a:solidFill>
                <a:effectLst/>
              </a:endParaRPr>
            </a:p>
          </p:txBody>
        </p:sp>
        <p:sp>
          <p:nvSpPr>
            <p:cNvPr id="89" name="Text Placeholder 33">
              <a:extLst>
                <a:ext uri="{FF2B5EF4-FFF2-40B4-BE49-F238E27FC236}">
                  <a16:creationId xmlns:a16="http://schemas.microsoft.com/office/drawing/2014/main" id="{214BF374-5481-406B-B1C1-993ABBA49982}"/>
                </a:ext>
              </a:extLst>
            </p:cNvPr>
            <p:cNvSpPr txBox="1">
              <a:spLocks/>
            </p:cNvSpPr>
            <p:nvPr/>
          </p:nvSpPr>
          <p:spPr>
            <a:xfrm>
              <a:off x="4137802" y="5075119"/>
              <a:ext cx="1773732"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050"/>
                <a:t>Lorem ipsum dolor sit amet, consectetur adipiscing elit, sed do eiusmod tempor incididunt ut labore et</a:t>
              </a:r>
            </a:p>
          </p:txBody>
        </p:sp>
      </p:grpSp>
      <p:grpSp>
        <p:nvGrpSpPr>
          <p:cNvPr id="4" name="Group 3">
            <a:extLst>
              <a:ext uri="{FF2B5EF4-FFF2-40B4-BE49-F238E27FC236}">
                <a16:creationId xmlns:a16="http://schemas.microsoft.com/office/drawing/2014/main" id="{33D18AE6-D285-429B-B388-65091CC5EF98}"/>
              </a:ext>
            </a:extLst>
          </p:cNvPr>
          <p:cNvGrpSpPr/>
          <p:nvPr/>
        </p:nvGrpSpPr>
        <p:grpSpPr>
          <a:xfrm>
            <a:off x="6332362" y="4730155"/>
            <a:ext cx="1773732" cy="1313339"/>
            <a:chOff x="6332362" y="4730155"/>
            <a:chExt cx="1773732" cy="1313339"/>
          </a:xfrm>
        </p:grpSpPr>
        <p:sp>
          <p:nvSpPr>
            <p:cNvPr id="46" name="Rectangle 45">
              <a:extLst>
                <a:ext uri="{FF2B5EF4-FFF2-40B4-BE49-F238E27FC236}">
                  <a16:creationId xmlns:a16="http://schemas.microsoft.com/office/drawing/2014/main" id="{6E7D8357-F1BF-4D90-8226-8D2BBE8285FB}"/>
                </a:ext>
              </a:extLst>
            </p:cNvPr>
            <p:cNvSpPr>
              <a:spLocks noChangeArrowheads="1"/>
            </p:cNvSpPr>
            <p:nvPr/>
          </p:nvSpPr>
          <p:spPr bwMode="auto">
            <a:xfrm>
              <a:off x="6588659" y="4730155"/>
              <a:ext cx="12879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solidFill>
                    <a:schemeClr val="accent3"/>
                  </a:solidFill>
                  <a:effectLst/>
                  <a:latin typeface="Open Sans" panose="020B0606030504020204" pitchFamily="34" charset="0"/>
                </a:rPr>
                <a:t>INFODATA</a:t>
              </a:r>
              <a:endParaRPr kumimoji="0" lang="ru-UA" altLang="ru-UA" sz="1800" b="0" i="0" u="none" strike="noStrike" cap="none" normalizeH="0" baseline="0">
                <a:ln>
                  <a:noFill/>
                </a:ln>
                <a:solidFill>
                  <a:schemeClr val="accent3"/>
                </a:solidFill>
                <a:effectLst/>
              </a:endParaRPr>
            </a:p>
          </p:txBody>
        </p:sp>
        <p:sp>
          <p:nvSpPr>
            <p:cNvPr id="90" name="Text Placeholder 33">
              <a:extLst>
                <a:ext uri="{FF2B5EF4-FFF2-40B4-BE49-F238E27FC236}">
                  <a16:creationId xmlns:a16="http://schemas.microsoft.com/office/drawing/2014/main" id="{C35F608B-D89E-470D-8447-2F8FEB1631D9}"/>
                </a:ext>
              </a:extLst>
            </p:cNvPr>
            <p:cNvSpPr txBox="1">
              <a:spLocks/>
            </p:cNvSpPr>
            <p:nvPr/>
          </p:nvSpPr>
          <p:spPr>
            <a:xfrm>
              <a:off x="6332362" y="5075119"/>
              <a:ext cx="1773732"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050"/>
                <a:t>Lorem ipsum dolor sit amet, consectetur adipiscing elit, sed do eiusmod tempor incididunt ut labore et</a:t>
              </a:r>
            </a:p>
          </p:txBody>
        </p:sp>
      </p:grpSp>
      <p:grpSp>
        <p:nvGrpSpPr>
          <p:cNvPr id="5" name="Group 4">
            <a:extLst>
              <a:ext uri="{FF2B5EF4-FFF2-40B4-BE49-F238E27FC236}">
                <a16:creationId xmlns:a16="http://schemas.microsoft.com/office/drawing/2014/main" id="{31E44DA8-30F9-42C1-A947-C2197B794A21}"/>
              </a:ext>
            </a:extLst>
          </p:cNvPr>
          <p:cNvGrpSpPr/>
          <p:nvPr/>
        </p:nvGrpSpPr>
        <p:grpSpPr>
          <a:xfrm>
            <a:off x="8526922" y="4730155"/>
            <a:ext cx="1773732" cy="1313339"/>
            <a:chOff x="8526922" y="4730155"/>
            <a:chExt cx="1773732" cy="1313339"/>
          </a:xfrm>
        </p:grpSpPr>
        <p:sp>
          <p:nvSpPr>
            <p:cNvPr id="49" name="Rectangle 48">
              <a:extLst>
                <a:ext uri="{FF2B5EF4-FFF2-40B4-BE49-F238E27FC236}">
                  <a16:creationId xmlns:a16="http://schemas.microsoft.com/office/drawing/2014/main" id="{44EA76DD-EA65-40E9-8586-75E658609204}"/>
                </a:ext>
              </a:extLst>
            </p:cNvPr>
            <p:cNvSpPr>
              <a:spLocks noChangeArrowheads="1"/>
            </p:cNvSpPr>
            <p:nvPr/>
          </p:nvSpPr>
          <p:spPr bwMode="auto">
            <a:xfrm>
              <a:off x="8779409" y="4730155"/>
              <a:ext cx="12879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solidFill>
                    <a:schemeClr val="accent4"/>
                  </a:solidFill>
                  <a:effectLst/>
                  <a:latin typeface="Open Sans" panose="020B0606030504020204" pitchFamily="34" charset="0"/>
                </a:rPr>
                <a:t>INFODATA</a:t>
              </a:r>
              <a:endParaRPr kumimoji="0" lang="ru-UA" altLang="ru-UA" sz="1800" b="0" i="0" u="none" strike="noStrike" cap="none" normalizeH="0" baseline="0">
                <a:ln>
                  <a:noFill/>
                </a:ln>
                <a:solidFill>
                  <a:schemeClr val="accent4"/>
                </a:solidFill>
                <a:effectLst/>
              </a:endParaRPr>
            </a:p>
          </p:txBody>
        </p:sp>
        <p:sp>
          <p:nvSpPr>
            <p:cNvPr id="91" name="Text Placeholder 33">
              <a:extLst>
                <a:ext uri="{FF2B5EF4-FFF2-40B4-BE49-F238E27FC236}">
                  <a16:creationId xmlns:a16="http://schemas.microsoft.com/office/drawing/2014/main" id="{298EE96C-D01D-4224-9CDF-E33952392E82}"/>
                </a:ext>
              </a:extLst>
            </p:cNvPr>
            <p:cNvSpPr txBox="1">
              <a:spLocks/>
            </p:cNvSpPr>
            <p:nvPr/>
          </p:nvSpPr>
          <p:spPr>
            <a:xfrm>
              <a:off x="8526922" y="5075119"/>
              <a:ext cx="1773732"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050"/>
                <a:t>Lorem ipsum dolor sit amet, consectetur adipiscing elit, sed do eiusmod tempor incididunt ut labore et</a:t>
              </a:r>
            </a:p>
          </p:txBody>
        </p:sp>
      </p:grpSp>
    </p:spTree>
    <p:extLst>
      <p:ext uri="{BB962C8B-B14F-4D97-AF65-F5344CB8AC3E}">
        <p14:creationId xmlns:p14="http://schemas.microsoft.com/office/powerpoint/2010/main" val="381249113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14:bounceEnd="67000">
                                          <p:cBhvr additive="base">
                                            <p:cTn id="7" dur="1000" fill="hold"/>
                                            <p:tgtEl>
                                              <p:spTgt spid="87"/>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7000">
                                      <p:stCondLst>
                                        <p:cond delay="250"/>
                                      </p:stCondLst>
                                      <p:childTnLst>
                                        <p:set>
                                          <p:cBhvr>
                                            <p:cTn id="10" dur="1" fill="hold">
                                              <p:stCondLst>
                                                <p:cond delay="0"/>
                                              </p:stCondLst>
                                            </p:cTn>
                                            <p:tgtEl>
                                              <p:spTgt spid="84"/>
                                            </p:tgtEl>
                                            <p:attrNameLst>
                                              <p:attrName>style.visibility</p:attrName>
                                            </p:attrNameLst>
                                          </p:cBhvr>
                                          <p:to>
                                            <p:strVal val="visible"/>
                                          </p:to>
                                        </p:set>
                                        <p:anim calcmode="lin" valueType="num" p14:bounceEnd="67000">
                                          <p:cBhvr additive="base">
                                            <p:cTn id="11" dur="1000" fill="hold"/>
                                            <p:tgtEl>
                                              <p:spTgt spid="84"/>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8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67000">
                                      <p:stCondLst>
                                        <p:cond delay="500"/>
                                      </p:stCondLst>
                                      <p:childTnLst>
                                        <p:set>
                                          <p:cBhvr>
                                            <p:cTn id="14" dur="1" fill="hold">
                                              <p:stCondLst>
                                                <p:cond delay="0"/>
                                              </p:stCondLst>
                                            </p:cTn>
                                            <p:tgtEl>
                                              <p:spTgt spid="85"/>
                                            </p:tgtEl>
                                            <p:attrNameLst>
                                              <p:attrName>style.visibility</p:attrName>
                                            </p:attrNameLst>
                                          </p:cBhvr>
                                          <p:to>
                                            <p:strVal val="visible"/>
                                          </p:to>
                                        </p:set>
                                        <p:anim calcmode="lin" valueType="num" p14:bounceEnd="67000">
                                          <p:cBhvr additive="base">
                                            <p:cTn id="15" dur="1000" fill="hold"/>
                                            <p:tgtEl>
                                              <p:spTgt spid="85"/>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8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67000">
                                      <p:stCondLst>
                                        <p:cond delay="750"/>
                                      </p:stCondLst>
                                      <p:childTnLst>
                                        <p:set>
                                          <p:cBhvr>
                                            <p:cTn id="18" dur="1" fill="hold">
                                              <p:stCondLst>
                                                <p:cond delay="0"/>
                                              </p:stCondLst>
                                            </p:cTn>
                                            <p:tgtEl>
                                              <p:spTgt spid="86"/>
                                            </p:tgtEl>
                                            <p:attrNameLst>
                                              <p:attrName>style.visibility</p:attrName>
                                            </p:attrNameLst>
                                          </p:cBhvr>
                                          <p:to>
                                            <p:strVal val="visible"/>
                                          </p:to>
                                        </p:set>
                                        <p:anim calcmode="lin" valueType="num" p14:bounceEnd="67000">
                                          <p:cBhvr additive="base">
                                            <p:cTn id="19" dur="1000" fill="hold"/>
                                            <p:tgtEl>
                                              <p:spTgt spid="86"/>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86"/>
                                            </p:tgtEl>
                                            <p:attrNameLst>
                                              <p:attrName>ppt_y</p:attrName>
                                            </p:attrNameLst>
                                          </p:cBhvr>
                                          <p:tavLst>
                                            <p:tav tm="0">
                                              <p:val>
                                                <p:strVal val="#ppt_y"/>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52"/>
                                            </p:tgtEl>
                                            <p:attrNameLst>
                                              <p:attrName>style.visibility</p:attrName>
                                            </p:attrNameLst>
                                          </p:cBhvr>
                                          <p:to>
                                            <p:strVal val="visible"/>
                                          </p:to>
                                        </p:set>
                                        <p:anim calcmode="lin" valueType="num">
                                          <p:cBhvr>
                                            <p:cTn id="23" dur="500" fill="hold"/>
                                            <p:tgtEl>
                                              <p:spTgt spid="52"/>
                                            </p:tgtEl>
                                            <p:attrNameLst>
                                              <p:attrName>ppt_w</p:attrName>
                                            </p:attrNameLst>
                                          </p:cBhvr>
                                          <p:tavLst>
                                            <p:tav tm="0">
                                              <p:val>
                                                <p:fltVal val="0"/>
                                              </p:val>
                                            </p:tav>
                                            <p:tav tm="100000">
                                              <p:val>
                                                <p:strVal val="#ppt_w"/>
                                              </p:val>
                                            </p:tav>
                                          </p:tavLst>
                                        </p:anim>
                                        <p:anim calcmode="lin" valueType="num">
                                          <p:cBhvr>
                                            <p:cTn id="24" dur="500" fill="hold"/>
                                            <p:tgtEl>
                                              <p:spTgt spid="52"/>
                                            </p:tgtEl>
                                            <p:attrNameLst>
                                              <p:attrName>ppt_h</p:attrName>
                                            </p:attrNameLst>
                                          </p:cBhvr>
                                          <p:tavLst>
                                            <p:tav tm="0">
                                              <p:val>
                                                <p:fltVal val="0"/>
                                              </p:val>
                                            </p:tav>
                                            <p:tav tm="100000">
                                              <p:val>
                                                <p:strVal val="#ppt_h"/>
                                              </p:val>
                                            </p:tav>
                                          </p:tavLst>
                                        </p:anim>
                                        <p:animEffect transition="in" filter="fade">
                                          <p:cBhvr>
                                            <p:cTn id="25" dur="500"/>
                                            <p:tgtEl>
                                              <p:spTgt spid="52"/>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53"/>
                                            </p:tgtEl>
                                            <p:attrNameLst>
                                              <p:attrName>style.visibility</p:attrName>
                                            </p:attrNameLst>
                                          </p:cBhvr>
                                          <p:to>
                                            <p:strVal val="visible"/>
                                          </p:to>
                                        </p:set>
                                        <p:anim calcmode="lin" valueType="num">
                                          <p:cBhvr>
                                            <p:cTn id="28" dur="500" fill="hold"/>
                                            <p:tgtEl>
                                              <p:spTgt spid="53"/>
                                            </p:tgtEl>
                                            <p:attrNameLst>
                                              <p:attrName>ppt_w</p:attrName>
                                            </p:attrNameLst>
                                          </p:cBhvr>
                                          <p:tavLst>
                                            <p:tav tm="0">
                                              <p:val>
                                                <p:fltVal val="0"/>
                                              </p:val>
                                            </p:tav>
                                            <p:tav tm="100000">
                                              <p:val>
                                                <p:strVal val="#ppt_w"/>
                                              </p:val>
                                            </p:tav>
                                          </p:tavLst>
                                        </p:anim>
                                        <p:anim calcmode="lin" valueType="num">
                                          <p:cBhvr>
                                            <p:cTn id="29" dur="500" fill="hold"/>
                                            <p:tgtEl>
                                              <p:spTgt spid="53"/>
                                            </p:tgtEl>
                                            <p:attrNameLst>
                                              <p:attrName>ppt_h</p:attrName>
                                            </p:attrNameLst>
                                          </p:cBhvr>
                                          <p:tavLst>
                                            <p:tav tm="0">
                                              <p:val>
                                                <p:fltVal val="0"/>
                                              </p:val>
                                            </p:tav>
                                            <p:tav tm="100000">
                                              <p:val>
                                                <p:strVal val="#ppt_h"/>
                                              </p:val>
                                            </p:tav>
                                          </p:tavLst>
                                        </p:anim>
                                        <p:animEffect transition="in" filter="fade">
                                          <p:cBhvr>
                                            <p:cTn id="30" dur="500"/>
                                            <p:tgtEl>
                                              <p:spTgt spid="53"/>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54"/>
                                            </p:tgtEl>
                                            <p:attrNameLst>
                                              <p:attrName>style.visibility</p:attrName>
                                            </p:attrNameLst>
                                          </p:cBhvr>
                                          <p:to>
                                            <p:strVal val="visible"/>
                                          </p:to>
                                        </p:set>
                                        <p:anim calcmode="lin" valueType="num">
                                          <p:cBhvr>
                                            <p:cTn id="33" dur="500" fill="hold"/>
                                            <p:tgtEl>
                                              <p:spTgt spid="54"/>
                                            </p:tgtEl>
                                            <p:attrNameLst>
                                              <p:attrName>ppt_w</p:attrName>
                                            </p:attrNameLst>
                                          </p:cBhvr>
                                          <p:tavLst>
                                            <p:tav tm="0">
                                              <p:val>
                                                <p:fltVal val="0"/>
                                              </p:val>
                                            </p:tav>
                                            <p:tav tm="100000">
                                              <p:val>
                                                <p:strVal val="#ppt_w"/>
                                              </p:val>
                                            </p:tav>
                                          </p:tavLst>
                                        </p:anim>
                                        <p:anim calcmode="lin" valueType="num">
                                          <p:cBhvr>
                                            <p:cTn id="34" dur="500" fill="hold"/>
                                            <p:tgtEl>
                                              <p:spTgt spid="54"/>
                                            </p:tgtEl>
                                            <p:attrNameLst>
                                              <p:attrName>ppt_h</p:attrName>
                                            </p:attrNameLst>
                                          </p:cBhvr>
                                          <p:tavLst>
                                            <p:tav tm="0">
                                              <p:val>
                                                <p:fltVal val="0"/>
                                              </p:val>
                                            </p:tav>
                                            <p:tav tm="100000">
                                              <p:val>
                                                <p:strVal val="#ppt_h"/>
                                              </p:val>
                                            </p:tav>
                                          </p:tavLst>
                                        </p:anim>
                                        <p:animEffect transition="in" filter="fade">
                                          <p:cBhvr>
                                            <p:cTn id="35" dur="500"/>
                                            <p:tgtEl>
                                              <p:spTgt spid="54"/>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55"/>
                                            </p:tgtEl>
                                            <p:attrNameLst>
                                              <p:attrName>style.visibility</p:attrName>
                                            </p:attrNameLst>
                                          </p:cBhvr>
                                          <p:to>
                                            <p:strVal val="visible"/>
                                          </p:to>
                                        </p:set>
                                        <p:anim calcmode="lin" valueType="num">
                                          <p:cBhvr>
                                            <p:cTn id="38" dur="500" fill="hold"/>
                                            <p:tgtEl>
                                              <p:spTgt spid="55"/>
                                            </p:tgtEl>
                                            <p:attrNameLst>
                                              <p:attrName>ppt_w</p:attrName>
                                            </p:attrNameLst>
                                          </p:cBhvr>
                                          <p:tavLst>
                                            <p:tav tm="0">
                                              <p:val>
                                                <p:fltVal val="0"/>
                                              </p:val>
                                            </p:tav>
                                            <p:tav tm="100000">
                                              <p:val>
                                                <p:strVal val="#ppt_w"/>
                                              </p:val>
                                            </p:tav>
                                          </p:tavLst>
                                        </p:anim>
                                        <p:anim calcmode="lin" valueType="num">
                                          <p:cBhvr>
                                            <p:cTn id="39" dur="500" fill="hold"/>
                                            <p:tgtEl>
                                              <p:spTgt spid="55"/>
                                            </p:tgtEl>
                                            <p:attrNameLst>
                                              <p:attrName>ppt_h</p:attrName>
                                            </p:attrNameLst>
                                          </p:cBhvr>
                                          <p:tavLst>
                                            <p:tav tm="0">
                                              <p:val>
                                                <p:fltVal val="0"/>
                                              </p:val>
                                            </p:tav>
                                            <p:tav tm="100000">
                                              <p:val>
                                                <p:strVal val="#ppt_h"/>
                                              </p:val>
                                            </p:tav>
                                          </p:tavLst>
                                        </p:anim>
                                        <p:animEffect transition="in" filter="fade">
                                          <p:cBhvr>
                                            <p:cTn id="40" dur="500"/>
                                            <p:tgtEl>
                                              <p:spTgt spid="55"/>
                                            </p:tgtEl>
                                          </p:cBhvr>
                                        </p:animEffect>
                                      </p:childTnLst>
                                    </p:cTn>
                                  </p:par>
                                  <p:par>
                                    <p:cTn id="41" presetID="22" presetClass="entr" presetSubtype="1" fill="hold" nodeType="withEffect">
                                      <p:stCondLst>
                                        <p:cond delay="250"/>
                                      </p:stCondLst>
                                      <p:childTnLst>
                                        <p:set>
                                          <p:cBhvr>
                                            <p:cTn id="42" dur="1" fill="hold">
                                              <p:stCondLst>
                                                <p:cond delay="0"/>
                                              </p:stCondLst>
                                            </p:cTn>
                                            <p:tgtEl>
                                              <p:spTgt spid="80"/>
                                            </p:tgtEl>
                                            <p:attrNameLst>
                                              <p:attrName>style.visibility</p:attrName>
                                            </p:attrNameLst>
                                          </p:cBhvr>
                                          <p:to>
                                            <p:strVal val="visible"/>
                                          </p:to>
                                        </p:set>
                                        <p:animEffect transition="in" filter="wipe(up)">
                                          <p:cBhvr>
                                            <p:cTn id="43" dur="750"/>
                                            <p:tgtEl>
                                              <p:spTgt spid="80"/>
                                            </p:tgtEl>
                                          </p:cBhvr>
                                        </p:animEffect>
                                      </p:childTnLst>
                                    </p:cTn>
                                  </p:par>
                                  <p:par>
                                    <p:cTn id="44" presetID="22" presetClass="entr" presetSubtype="1" fill="hold" nodeType="withEffect">
                                      <p:stCondLst>
                                        <p:cond delay="500"/>
                                      </p:stCondLst>
                                      <p:childTnLst>
                                        <p:set>
                                          <p:cBhvr>
                                            <p:cTn id="45" dur="1" fill="hold">
                                              <p:stCondLst>
                                                <p:cond delay="0"/>
                                              </p:stCondLst>
                                            </p:cTn>
                                            <p:tgtEl>
                                              <p:spTgt spid="81"/>
                                            </p:tgtEl>
                                            <p:attrNameLst>
                                              <p:attrName>style.visibility</p:attrName>
                                            </p:attrNameLst>
                                          </p:cBhvr>
                                          <p:to>
                                            <p:strVal val="visible"/>
                                          </p:to>
                                        </p:set>
                                        <p:animEffect transition="in" filter="wipe(up)">
                                          <p:cBhvr>
                                            <p:cTn id="46" dur="750"/>
                                            <p:tgtEl>
                                              <p:spTgt spid="81"/>
                                            </p:tgtEl>
                                          </p:cBhvr>
                                        </p:animEffect>
                                      </p:childTnLst>
                                    </p:cTn>
                                  </p:par>
                                  <p:par>
                                    <p:cTn id="47" presetID="22" presetClass="entr" presetSubtype="1" fill="hold" nodeType="withEffect">
                                      <p:stCondLst>
                                        <p:cond delay="750"/>
                                      </p:stCondLst>
                                      <p:childTnLst>
                                        <p:set>
                                          <p:cBhvr>
                                            <p:cTn id="48" dur="1" fill="hold">
                                              <p:stCondLst>
                                                <p:cond delay="0"/>
                                              </p:stCondLst>
                                            </p:cTn>
                                            <p:tgtEl>
                                              <p:spTgt spid="82"/>
                                            </p:tgtEl>
                                            <p:attrNameLst>
                                              <p:attrName>style.visibility</p:attrName>
                                            </p:attrNameLst>
                                          </p:cBhvr>
                                          <p:to>
                                            <p:strVal val="visible"/>
                                          </p:to>
                                        </p:set>
                                        <p:animEffect transition="in" filter="wipe(up)">
                                          <p:cBhvr>
                                            <p:cTn id="49" dur="750"/>
                                            <p:tgtEl>
                                              <p:spTgt spid="82"/>
                                            </p:tgtEl>
                                          </p:cBhvr>
                                        </p:animEffect>
                                      </p:childTnLst>
                                    </p:cTn>
                                  </p:par>
                                  <p:par>
                                    <p:cTn id="50" presetID="22" presetClass="entr" presetSubtype="1" fill="hold" nodeType="withEffect">
                                      <p:stCondLst>
                                        <p:cond delay="1000"/>
                                      </p:stCondLst>
                                      <p:childTnLst>
                                        <p:set>
                                          <p:cBhvr>
                                            <p:cTn id="51" dur="1" fill="hold">
                                              <p:stCondLst>
                                                <p:cond delay="0"/>
                                              </p:stCondLst>
                                            </p:cTn>
                                            <p:tgtEl>
                                              <p:spTgt spid="83"/>
                                            </p:tgtEl>
                                            <p:attrNameLst>
                                              <p:attrName>style.visibility</p:attrName>
                                            </p:attrNameLst>
                                          </p:cBhvr>
                                          <p:to>
                                            <p:strVal val="visible"/>
                                          </p:to>
                                        </p:set>
                                        <p:animEffect transition="in" filter="wipe(up)">
                                          <p:cBhvr>
                                            <p:cTn id="52" dur="750"/>
                                            <p:tgtEl>
                                              <p:spTgt spid="83"/>
                                            </p:tgtEl>
                                          </p:cBhvr>
                                        </p:animEffect>
                                      </p:childTnLst>
                                    </p:cTn>
                                  </p:par>
                                  <p:par>
                                    <p:cTn id="53" presetID="2" presetClass="entr" presetSubtype="4" fill="hold" nodeType="withEffect" p14:presetBounceEnd="67000">
                                      <p:stCondLst>
                                        <p:cond delay="250"/>
                                      </p:stCondLst>
                                      <p:childTnLst>
                                        <p:set>
                                          <p:cBhvr>
                                            <p:cTn id="54" dur="1" fill="hold">
                                              <p:stCondLst>
                                                <p:cond delay="0"/>
                                              </p:stCondLst>
                                            </p:cTn>
                                            <p:tgtEl>
                                              <p:spTgt spid="2"/>
                                            </p:tgtEl>
                                            <p:attrNameLst>
                                              <p:attrName>style.visibility</p:attrName>
                                            </p:attrNameLst>
                                          </p:cBhvr>
                                          <p:to>
                                            <p:strVal val="visible"/>
                                          </p:to>
                                        </p:set>
                                        <p:anim calcmode="lin" valueType="num" p14:bounceEnd="67000">
                                          <p:cBhvr additive="base">
                                            <p:cTn id="55" dur="1000" fill="hold"/>
                                            <p:tgtEl>
                                              <p:spTgt spid="2"/>
                                            </p:tgtEl>
                                            <p:attrNameLst>
                                              <p:attrName>ppt_x</p:attrName>
                                            </p:attrNameLst>
                                          </p:cBhvr>
                                          <p:tavLst>
                                            <p:tav tm="0">
                                              <p:val>
                                                <p:strVal val="#ppt_x"/>
                                              </p:val>
                                            </p:tav>
                                            <p:tav tm="100000">
                                              <p:val>
                                                <p:strVal val="#ppt_x"/>
                                              </p:val>
                                            </p:tav>
                                          </p:tavLst>
                                        </p:anim>
                                        <p:anim calcmode="lin" valueType="num" p14:bounceEnd="67000">
                                          <p:cBhvr additive="base">
                                            <p:cTn id="56" dur="1000" fill="hold"/>
                                            <p:tgtEl>
                                              <p:spTgt spid="2"/>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67000">
                                      <p:stCondLst>
                                        <p:cond delay="500"/>
                                      </p:stCondLst>
                                      <p:childTnLst>
                                        <p:set>
                                          <p:cBhvr>
                                            <p:cTn id="58" dur="1" fill="hold">
                                              <p:stCondLst>
                                                <p:cond delay="0"/>
                                              </p:stCondLst>
                                            </p:cTn>
                                            <p:tgtEl>
                                              <p:spTgt spid="3"/>
                                            </p:tgtEl>
                                            <p:attrNameLst>
                                              <p:attrName>style.visibility</p:attrName>
                                            </p:attrNameLst>
                                          </p:cBhvr>
                                          <p:to>
                                            <p:strVal val="visible"/>
                                          </p:to>
                                        </p:set>
                                        <p:anim calcmode="lin" valueType="num" p14:bounceEnd="67000">
                                          <p:cBhvr additive="base">
                                            <p:cTn id="59" dur="1000" fill="hold"/>
                                            <p:tgtEl>
                                              <p:spTgt spid="3"/>
                                            </p:tgtEl>
                                            <p:attrNameLst>
                                              <p:attrName>ppt_x</p:attrName>
                                            </p:attrNameLst>
                                          </p:cBhvr>
                                          <p:tavLst>
                                            <p:tav tm="0">
                                              <p:val>
                                                <p:strVal val="#ppt_x"/>
                                              </p:val>
                                            </p:tav>
                                            <p:tav tm="100000">
                                              <p:val>
                                                <p:strVal val="#ppt_x"/>
                                              </p:val>
                                            </p:tav>
                                          </p:tavLst>
                                        </p:anim>
                                        <p:anim calcmode="lin" valueType="num" p14:bounceEnd="67000">
                                          <p:cBhvr additive="base">
                                            <p:cTn id="60" dur="1000" fill="hold"/>
                                            <p:tgtEl>
                                              <p:spTgt spid="3"/>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67000">
                                      <p:stCondLst>
                                        <p:cond delay="750"/>
                                      </p:stCondLst>
                                      <p:childTnLst>
                                        <p:set>
                                          <p:cBhvr>
                                            <p:cTn id="62" dur="1" fill="hold">
                                              <p:stCondLst>
                                                <p:cond delay="0"/>
                                              </p:stCondLst>
                                            </p:cTn>
                                            <p:tgtEl>
                                              <p:spTgt spid="4"/>
                                            </p:tgtEl>
                                            <p:attrNameLst>
                                              <p:attrName>style.visibility</p:attrName>
                                            </p:attrNameLst>
                                          </p:cBhvr>
                                          <p:to>
                                            <p:strVal val="visible"/>
                                          </p:to>
                                        </p:set>
                                        <p:anim calcmode="lin" valueType="num" p14:bounceEnd="67000">
                                          <p:cBhvr additive="base">
                                            <p:cTn id="63" dur="1000" fill="hold"/>
                                            <p:tgtEl>
                                              <p:spTgt spid="4"/>
                                            </p:tgtEl>
                                            <p:attrNameLst>
                                              <p:attrName>ppt_x</p:attrName>
                                            </p:attrNameLst>
                                          </p:cBhvr>
                                          <p:tavLst>
                                            <p:tav tm="0">
                                              <p:val>
                                                <p:strVal val="#ppt_x"/>
                                              </p:val>
                                            </p:tav>
                                            <p:tav tm="100000">
                                              <p:val>
                                                <p:strVal val="#ppt_x"/>
                                              </p:val>
                                            </p:tav>
                                          </p:tavLst>
                                        </p:anim>
                                        <p:anim calcmode="lin" valueType="num" p14:bounceEnd="67000">
                                          <p:cBhvr additive="base">
                                            <p:cTn id="64" dur="1000" fill="hold"/>
                                            <p:tgtEl>
                                              <p:spTgt spid="4"/>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14:presetBounceEnd="67000">
                                      <p:stCondLst>
                                        <p:cond delay="1000"/>
                                      </p:stCondLst>
                                      <p:childTnLst>
                                        <p:set>
                                          <p:cBhvr>
                                            <p:cTn id="66" dur="1" fill="hold">
                                              <p:stCondLst>
                                                <p:cond delay="0"/>
                                              </p:stCondLst>
                                            </p:cTn>
                                            <p:tgtEl>
                                              <p:spTgt spid="5"/>
                                            </p:tgtEl>
                                            <p:attrNameLst>
                                              <p:attrName>style.visibility</p:attrName>
                                            </p:attrNameLst>
                                          </p:cBhvr>
                                          <p:to>
                                            <p:strVal val="visible"/>
                                          </p:to>
                                        </p:set>
                                        <p:anim calcmode="lin" valueType="num" p14:bounceEnd="67000">
                                          <p:cBhvr additive="base">
                                            <p:cTn id="67" dur="1000" fill="hold"/>
                                            <p:tgtEl>
                                              <p:spTgt spid="5"/>
                                            </p:tgtEl>
                                            <p:attrNameLst>
                                              <p:attrName>ppt_x</p:attrName>
                                            </p:attrNameLst>
                                          </p:cBhvr>
                                          <p:tavLst>
                                            <p:tav tm="0">
                                              <p:val>
                                                <p:strVal val="#ppt_x"/>
                                              </p:val>
                                            </p:tav>
                                            <p:tav tm="100000">
                                              <p:val>
                                                <p:strVal val="#ppt_x"/>
                                              </p:val>
                                            </p:tav>
                                          </p:tavLst>
                                        </p:anim>
                                        <p:anim calcmode="lin" valueType="num" p14:bounceEnd="67000">
                                          <p:cBhvr additive="base">
                                            <p:cTn id="68" dur="10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000" fill="hold"/>
                                            <p:tgtEl>
                                              <p:spTgt spid="87"/>
                                            </p:tgtEl>
                                            <p:attrNameLst>
                                              <p:attrName>ppt_x</p:attrName>
                                            </p:attrNameLst>
                                          </p:cBhvr>
                                          <p:tavLst>
                                            <p:tav tm="0">
                                              <p:val>
                                                <p:strVal val="0-#ppt_w/2"/>
                                              </p:val>
                                            </p:tav>
                                            <p:tav tm="100000">
                                              <p:val>
                                                <p:strVal val="#ppt_x"/>
                                              </p:val>
                                            </p:tav>
                                          </p:tavLst>
                                        </p:anim>
                                        <p:anim calcmode="lin" valueType="num">
                                          <p:cBhvr additive="base">
                                            <p:cTn id="8" dur="10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50"/>
                                      </p:stCondLst>
                                      <p:childTnLst>
                                        <p:set>
                                          <p:cBhvr>
                                            <p:cTn id="10" dur="1" fill="hold">
                                              <p:stCondLst>
                                                <p:cond delay="0"/>
                                              </p:stCondLst>
                                            </p:cTn>
                                            <p:tgtEl>
                                              <p:spTgt spid="84"/>
                                            </p:tgtEl>
                                            <p:attrNameLst>
                                              <p:attrName>style.visibility</p:attrName>
                                            </p:attrNameLst>
                                          </p:cBhvr>
                                          <p:to>
                                            <p:strVal val="visible"/>
                                          </p:to>
                                        </p:set>
                                        <p:anim calcmode="lin" valueType="num">
                                          <p:cBhvr additive="base">
                                            <p:cTn id="11" dur="1000" fill="hold"/>
                                            <p:tgtEl>
                                              <p:spTgt spid="84"/>
                                            </p:tgtEl>
                                            <p:attrNameLst>
                                              <p:attrName>ppt_x</p:attrName>
                                            </p:attrNameLst>
                                          </p:cBhvr>
                                          <p:tavLst>
                                            <p:tav tm="0">
                                              <p:val>
                                                <p:strVal val="0-#ppt_w/2"/>
                                              </p:val>
                                            </p:tav>
                                            <p:tav tm="100000">
                                              <p:val>
                                                <p:strVal val="#ppt_x"/>
                                              </p:val>
                                            </p:tav>
                                          </p:tavLst>
                                        </p:anim>
                                        <p:anim calcmode="lin" valueType="num">
                                          <p:cBhvr additive="base">
                                            <p:cTn id="12" dur="1000" fill="hold"/>
                                            <p:tgtEl>
                                              <p:spTgt spid="8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500"/>
                                      </p:stCondLst>
                                      <p:childTnLst>
                                        <p:set>
                                          <p:cBhvr>
                                            <p:cTn id="14" dur="1" fill="hold">
                                              <p:stCondLst>
                                                <p:cond delay="0"/>
                                              </p:stCondLst>
                                            </p:cTn>
                                            <p:tgtEl>
                                              <p:spTgt spid="85"/>
                                            </p:tgtEl>
                                            <p:attrNameLst>
                                              <p:attrName>style.visibility</p:attrName>
                                            </p:attrNameLst>
                                          </p:cBhvr>
                                          <p:to>
                                            <p:strVal val="visible"/>
                                          </p:to>
                                        </p:set>
                                        <p:anim calcmode="lin" valueType="num">
                                          <p:cBhvr additive="base">
                                            <p:cTn id="15" dur="1000" fill="hold"/>
                                            <p:tgtEl>
                                              <p:spTgt spid="85"/>
                                            </p:tgtEl>
                                            <p:attrNameLst>
                                              <p:attrName>ppt_x</p:attrName>
                                            </p:attrNameLst>
                                          </p:cBhvr>
                                          <p:tavLst>
                                            <p:tav tm="0">
                                              <p:val>
                                                <p:strVal val="0-#ppt_w/2"/>
                                              </p:val>
                                            </p:tav>
                                            <p:tav tm="100000">
                                              <p:val>
                                                <p:strVal val="#ppt_x"/>
                                              </p:val>
                                            </p:tav>
                                          </p:tavLst>
                                        </p:anim>
                                        <p:anim calcmode="lin" valueType="num">
                                          <p:cBhvr additive="base">
                                            <p:cTn id="16" dur="1000" fill="hold"/>
                                            <p:tgtEl>
                                              <p:spTgt spid="8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750"/>
                                      </p:stCondLst>
                                      <p:childTnLst>
                                        <p:set>
                                          <p:cBhvr>
                                            <p:cTn id="18" dur="1" fill="hold">
                                              <p:stCondLst>
                                                <p:cond delay="0"/>
                                              </p:stCondLst>
                                            </p:cTn>
                                            <p:tgtEl>
                                              <p:spTgt spid="86"/>
                                            </p:tgtEl>
                                            <p:attrNameLst>
                                              <p:attrName>style.visibility</p:attrName>
                                            </p:attrNameLst>
                                          </p:cBhvr>
                                          <p:to>
                                            <p:strVal val="visible"/>
                                          </p:to>
                                        </p:set>
                                        <p:anim calcmode="lin" valueType="num">
                                          <p:cBhvr additive="base">
                                            <p:cTn id="19" dur="1000" fill="hold"/>
                                            <p:tgtEl>
                                              <p:spTgt spid="86"/>
                                            </p:tgtEl>
                                            <p:attrNameLst>
                                              <p:attrName>ppt_x</p:attrName>
                                            </p:attrNameLst>
                                          </p:cBhvr>
                                          <p:tavLst>
                                            <p:tav tm="0">
                                              <p:val>
                                                <p:strVal val="0-#ppt_w/2"/>
                                              </p:val>
                                            </p:tav>
                                            <p:tav tm="100000">
                                              <p:val>
                                                <p:strVal val="#ppt_x"/>
                                              </p:val>
                                            </p:tav>
                                          </p:tavLst>
                                        </p:anim>
                                        <p:anim calcmode="lin" valueType="num">
                                          <p:cBhvr additive="base">
                                            <p:cTn id="20" dur="1000" fill="hold"/>
                                            <p:tgtEl>
                                              <p:spTgt spid="86"/>
                                            </p:tgtEl>
                                            <p:attrNameLst>
                                              <p:attrName>ppt_y</p:attrName>
                                            </p:attrNameLst>
                                          </p:cBhvr>
                                          <p:tavLst>
                                            <p:tav tm="0">
                                              <p:val>
                                                <p:strVal val="#ppt_y"/>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52"/>
                                            </p:tgtEl>
                                            <p:attrNameLst>
                                              <p:attrName>style.visibility</p:attrName>
                                            </p:attrNameLst>
                                          </p:cBhvr>
                                          <p:to>
                                            <p:strVal val="visible"/>
                                          </p:to>
                                        </p:set>
                                        <p:anim calcmode="lin" valueType="num">
                                          <p:cBhvr>
                                            <p:cTn id="23" dur="500" fill="hold"/>
                                            <p:tgtEl>
                                              <p:spTgt spid="52"/>
                                            </p:tgtEl>
                                            <p:attrNameLst>
                                              <p:attrName>ppt_w</p:attrName>
                                            </p:attrNameLst>
                                          </p:cBhvr>
                                          <p:tavLst>
                                            <p:tav tm="0">
                                              <p:val>
                                                <p:fltVal val="0"/>
                                              </p:val>
                                            </p:tav>
                                            <p:tav tm="100000">
                                              <p:val>
                                                <p:strVal val="#ppt_w"/>
                                              </p:val>
                                            </p:tav>
                                          </p:tavLst>
                                        </p:anim>
                                        <p:anim calcmode="lin" valueType="num">
                                          <p:cBhvr>
                                            <p:cTn id="24" dur="500" fill="hold"/>
                                            <p:tgtEl>
                                              <p:spTgt spid="52"/>
                                            </p:tgtEl>
                                            <p:attrNameLst>
                                              <p:attrName>ppt_h</p:attrName>
                                            </p:attrNameLst>
                                          </p:cBhvr>
                                          <p:tavLst>
                                            <p:tav tm="0">
                                              <p:val>
                                                <p:fltVal val="0"/>
                                              </p:val>
                                            </p:tav>
                                            <p:tav tm="100000">
                                              <p:val>
                                                <p:strVal val="#ppt_h"/>
                                              </p:val>
                                            </p:tav>
                                          </p:tavLst>
                                        </p:anim>
                                        <p:animEffect transition="in" filter="fade">
                                          <p:cBhvr>
                                            <p:cTn id="25" dur="500"/>
                                            <p:tgtEl>
                                              <p:spTgt spid="52"/>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53"/>
                                            </p:tgtEl>
                                            <p:attrNameLst>
                                              <p:attrName>style.visibility</p:attrName>
                                            </p:attrNameLst>
                                          </p:cBhvr>
                                          <p:to>
                                            <p:strVal val="visible"/>
                                          </p:to>
                                        </p:set>
                                        <p:anim calcmode="lin" valueType="num">
                                          <p:cBhvr>
                                            <p:cTn id="28" dur="500" fill="hold"/>
                                            <p:tgtEl>
                                              <p:spTgt spid="53"/>
                                            </p:tgtEl>
                                            <p:attrNameLst>
                                              <p:attrName>ppt_w</p:attrName>
                                            </p:attrNameLst>
                                          </p:cBhvr>
                                          <p:tavLst>
                                            <p:tav tm="0">
                                              <p:val>
                                                <p:fltVal val="0"/>
                                              </p:val>
                                            </p:tav>
                                            <p:tav tm="100000">
                                              <p:val>
                                                <p:strVal val="#ppt_w"/>
                                              </p:val>
                                            </p:tav>
                                          </p:tavLst>
                                        </p:anim>
                                        <p:anim calcmode="lin" valueType="num">
                                          <p:cBhvr>
                                            <p:cTn id="29" dur="500" fill="hold"/>
                                            <p:tgtEl>
                                              <p:spTgt spid="53"/>
                                            </p:tgtEl>
                                            <p:attrNameLst>
                                              <p:attrName>ppt_h</p:attrName>
                                            </p:attrNameLst>
                                          </p:cBhvr>
                                          <p:tavLst>
                                            <p:tav tm="0">
                                              <p:val>
                                                <p:fltVal val="0"/>
                                              </p:val>
                                            </p:tav>
                                            <p:tav tm="100000">
                                              <p:val>
                                                <p:strVal val="#ppt_h"/>
                                              </p:val>
                                            </p:tav>
                                          </p:tavLst>
                                        </p:anim>
                                        <p:animEffect transition="in" filter="fade">
                                          <p:cBhvr>
                                            <p:cTn id="30" dur="500"/>
                                            <p:tgtEl>
                                              <p:spTgt spid="53"/>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54"/>
                                            </p:tgtEl>
                                            <p:attrNameLst>
                                              <p:attrName>style.visibility</p:attrName>
                                            </p:attrNameLst>
                                          </p:cBhvr>
                                          <p:to>
                                            <p:strVal val="visible"/>
                                          </p:to>
                                        </p:set>
                                        <p:anim calcmode="lin" valueType="num">
                                          <p:cBhvr>
                                            <p:cTn id="33" dur="500" fill="hold"/>
                                            <p:tgtEl>
                                              <p:spTgt spid="54"/>
                                            </p:tgtEl>
                                            <p:attrNameLst>
                                              <p:attrName>ppt_w</p:attrName>
                                            </p:attrNameLst>
                                          </p:cBhvr>
                                          <p:tavLst>
                                            <p:tav tm="0">
                                              <p:val>
                                                <p:fltVal val="0"/>
                                              </p:val>
                                            </p:tav>
                                            <p:tav tm="100000">
                                              <p:val>
                                                <p:strVal val="#ppt_w"/>
                                              </p:val>
                                            </p:tav>
                                          </p:tavLst>
                                        </p:anim>
                                        <p:anim calcmode="lin" valueType="num">
                                          <p:cBhvr>
                                            <p:cTn id="34" dur="500" fill="hold"/>
                                            <p:tgtEl>
                                              <p:spTgt spid="54"/>
                                            </p:tgtEl>
                                            <p:attrNameLst>
                                              <p:attrName>ppt_h</p:attrName>
                                            </p:attrNameLst>
                                          </p:cBhvr>
                                          <p:tavLst>
                                            <p:tav tm="0">
                                              <p:val>
                                                <p:fltVal val="0"/>
                                              </p:val>
                                            </p:tav>
                                            <p:tav tm="100000">
                                              <p:val>
                                                <p:strVal val="#ppt_h"/>
                                              </p:val>
                                            </p:tav>
                                          </p:tavLst>
                                        </p:anim>
                                        <p:animEffect transition="in" filter="fade">
                                          <p:cBhvr>
                                            <p:cTn id="35" dur="500"/>
                                            <p:tgtEl>
                                              <p:spTgt spid="54"/>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55"/>
                                            </p:tgtEl>
                                            <p:attrNameLst>
                                              <p:attrName>style.visibility</p:attrName>
                                            </p:attrNameLst>
                                          </p:cBhvr>
                                          <p:to>
                                            <p:strVal val="visible"/>
                                          </p:to>
                                        </p:set>
                                        <p:anim calcmode="lin" valueType="num">
                                          <p:cBhvr>
                                            <p:cTn id="38" dur="500" fill="hold"/>
                                            <p:tgtEl>
                                              <p:spTgt spid="55"/>
                                            </p:tgtEl>
                                            <p:attrNameLst>
                                              <p:attrName>ppt_w</p:attrName>
                                            </p:attrNameLst>
                                          </p:cBhvr>
                                          <p:tavLst>
                                            <p:tav tm="0">
                                              <p:val>
                                                <p:fltVal val="0"/>
                                              </p:val>
                                            </p:tav>
                                            <p:tav tm="100000">
                                              <p:val>
                                                <p:strVal val="#ppt_w"/>
                                              </p:val>
                                            </p:tav>
                                          </p:tavLst>
                                        </p:anim>
                                        <p:anim calcmode="lin" valueType="num">
                                          <p:cBhvr>
                                            <p:cTn id="39" dur="500" fill="hold"/>
                                            <p:tgtEl>
                                              <p:spTgt spid="55"/>
                                            </p:tgtEl>
                                            <p:attrNameLst>
                                              <p:attrName>ppt_h</p:attrName>
                                            </p:attrNameLst>
                                          </p:cBhvr>
                                          <p:tavLst>
                                            <p:tav tm="0">
                                              <p:val>
                                                <p:fltVal val="0"/>
                                              </p:val>
                                            </p:tav>
                                            <p:tav tm="100000">
                                              <p:val>
                                                <p:strVal val="#ppt_h"/>
                                              </p:val>
                                            </p:tav>
                                          </p:tavLst>
                                        </p:anim>
                                        <p:animEffect transition="in" filter="fade">
                                          <p:cBhvr>
                                            <p:cTn id="40" dur="500"/>
                                            <p:tgtEl>
                                              <p:spTgt spid="55"/>
                                            </p:tgtEl>
                                          </p:cBhvr>
                                        </p:animEffect>
                                      </p:childTnLst>
                                    </p:cTn>
                                  </p:par>
                                  <p:par>
                                    <p:cTn id="41" presetID="22" presetClass="entr" presetSubtype="1" fill="hold" nodeType="withEffect">
                                      <p:stCondLst>
                                        <p:cond delay="250"/>
                                      </p:stCondLst>
                                      <p:childTnLst>
                                        <p:set>
                                          <p:cBhvr>
                                            <p:cTn id="42" dur="1" fill="hold">
                                              <p:stCondLst>
                                                <p:cond delay="0"/>
                                              </p:stCondLst>
                                            </p:cTn>
                                            <p:tgtEl>
                                              <p:spTgt spid="80"/>
                                            </p:tgtEl>
                                            <p:attrNameLst>
                                              <p:attrName>style.visibility</p:attrName>
                                            </p:attrNameLst>
                                          </p:cBhvr>
                                          <p:to>
                                            <p:strVal val="visible"/>
                                          </p:to>
                                        </p:set>
                                        <p:animEffect transition="in" filter="wipe(up)">
                                          <p:cBhvr>
                                            <p:cTn id="43" dur="750"/>
                                            <p:tgtEl>
                                              <p:spTgt spid="80"/>
                                            </p:tgtEl>
                                          </p:cBhvr>
                                        </p:animEffect>
                                      </p:childTnLst>
                                    </p:cTn>
                                  </p:par>
                                  <p:par>
                                    <p:cTn id="44" presetID="22" presetClass="entr" presetSubtype="1" fill="hold" nodeType="withEffect">
                                      <p:stCondLst>
                                        <p:cond delay="500"/>
                                      </p:stCondLst>
                                      <p:childTnLst>
                                        <p:set>
                                          <p:cBhvr>
                                            <p:cTn id="45" dur="1" fill="hold">
                                              <p:stCondLst>
                                                <p:cond delay="0"/>
                                              </p:stCondLst>
                                            </p:cTn>
                                            <p:tgtEl>
                                              <p:spTgt spid="81"/>
                                            </p:tgtEl>
                                            <p:attrNameLst>
                                              <p:attrName>style.visibility</p:attrName>
                                            </p:attrNameLst>
                                          </p:cBhvr>
                                          <p:to>
                                            <p:strVal val="visible"/>
                                          </p:to>
                                        </p:set>
                                        <p:animEffect transition="in" filter="wipe(up)">
                                          <p:cBhvr>
                                            <p:cTn id="46" dur="750"/>
                                            <p:tgtEl>
                                              <p:spTgt spid="81"/>
                                            </p:tgtEl>
                                          </p:cBhvr>
                                        </p:animEffect>
                                      </p:childTnLst>
                                    </p:cTn>
                                  </p:par>
                                  <p:par>
                                    <p:cTn id="47" presetID="22" presetClass="entr" presetSubtype="1" fill="hold" nodeType="withEffect">
                                      <p:stCondLst>
                                        <p:cond delay="750"/>
                                      </p:stCondLst>
                                      <p:childTnLst>
                                        <p:set>
                                          <p:cBhvr>
                                            <p:cTn id="48" dur="1" fill="hold">
                                              <p:stCondLst>
                                                <p:cond delay="0"/>
                                              </p:stCondLst>
                                            </p:cTn>
                                            <p:tgtEl>
                                              <p:spTgt spid="82"/>
                                            </p:tgtEl>
                                            <p:attrNameLst>
                                              <p:attrName>style.visibility</p:attrName>
                                            </p:attrNameLst>
                                          </p:cBhvr>
                                          <p:to>
                                            <p:strVal val="visible"/>
                                          </p:to>
                                        </p:set>
                                        <p:animEffect transition="in" filter="wipe(up)">
                                          <p:cBhvr>
                                            <p:cTn id="49" dur="750"/>
                                            <p:tgtEl>
                                              <p:spTgt spid="82"/>
                                            </p:tgtEl>
                                          </p:cBhvr>
                                        </p:animEffect>
                                      </p:childTnLst>
                                    </p:cTn>
                                  </p:par>
                                  <p:par>
                                    <p:cTn id="50" presetID="22" presetClass="entr" presetSubtype="1" fill="hold" nodeType="withEffect">
                                      <p:stCondLst>
                                        <p:cond delay="1000"/>
                                      </p:stCondLst>
                                      <p:childTnLst>
                                        <p:set>
                                          <p:cBhvr>
                                            <p:cTn id="51" dur="1" fill="hold">
                                              <p:stCondLst>
                                                <p:cond delay="0"/>
                                              </p:stCondLst>
                                            </p:cTn>
                                            <p:tgtEl>
                                              <p:spTgt spid="83"/>
                                            </p:tgtEl>
                                            <p:attrNameLst>
                                              <p:attrName>style.visibility</p:attrName>
                                            </p:attrNameLst>
                                          </p:cBhvr>
                                          <p:to>
                                            <p:strVal val="visible"/>
                                          </p:to>
                                        </p:set>
                                        <p:animEffect transition="in" filter="wipe(up)">
                                          <p:cBhvr>
                                            <p:cTn id="52" dur="750"/>
                                            <p:tgtEl>
                                              <p:spTgt spid="83"/>
                                            </p:tgtEl>
                                          </p:cBhvr>
                                        </p:animEffect>
                                      </p:childTnLst>
                                    </p:cTn>
                                  </p:par>
                                  <p:par>
                                    <p:cTn id="53" presetID="2" presetClass="entr" presetSubtype="4" fill="hold" nodeType="withEffect">
                                      <p:stCondLst>
                                        <p:cond delay="25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1000" fill="hold"/>
                                            <p:tgtEl>
                                              <p:spTgt spid="2"/>
                                            </p:tgtEl>
                                            <p:attrNameLst>
                                              <p:attrName>ppt_x</p:attrName>
                                            </p:attrNameLst>
                                          </p:cBhvr>
                                          <p:tavLst>
                                            <p:tav tm="0">
                                              <p:val>
                                                <p:strVal val="#ppt_x"/>
                                              </p:val>
                                            </p:tav>
                                            <p:tav tm="100000">
                                              <p:val>
                                                <p:strVal val="#ppt_x"/>
                                              </p:val>
                                            </p:tav>
                                          </p:tavLst>
                                        </p:anim>
                                        <p:anim calcmode="lin" valueType="num">
                                          <p:cBhvr additive="base">
                                            <p:cTn id="56" dur="1000" fill="hold"/>
                                            <p:tgtEl>
                                              <p:spTgt spid="2"/>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500"/>
                                      </p:stCondLst>
                                      <p:childTnLst>
                                        <p:set>
                                          <p:cBhvr>
                                            <p:cTn id="58" dur="1" fill="hold">
                                              <p:stCondLst>
                                                <p:cond delay="0"/>
                                              </p:stCondLst>
                                            </p:cTn>
                                            <p:tgtEl>
                                              <p:spTgt spid="3"/>
                                            </p:tgtEl>
                                            <p:attrNameLst>
                                              <p:attrName>style.visibility</p:attrName>
                                            </p:attrNameLst>
                                          </p:cBhvr>
                                          <p:to>
                                            <p:strVal val="visible"/>
                                          </p:to>
                                        </p:set>
                                        <p:anim calcmode="lin" valueType="num">
                                          <p:cBhvr additive="base">
                                            <p:cTn id="59" dur="1000" fill="hold"/>
                                            <p:tgtEl>
                                              <p:spTgt spid="3"/>
                                            </p:tgtEl>
                                            <p:attrNameLst>
                                              <p:attrName>ppt_x</p:attrName>
                                            </p:attrNameLst>
                                          </p:cBhvr>
                                          <p:tavLst>
                                            <p:tav tm="0">
                                              <p:val>
                                                <p:strVal val="#ppt_x"/>
                                              </p:val>
                                            </p:tav>
                                            <p:tav tm="100000">
                                              <p:val>
                                                <p:strVal val="#ppt_x"/>
                                              </p:val>
                                            </p:tav>
                                          </p:tavLst>
                                        </p:anim>
                                        <p:anim calcmode="lin" valueType="num">
                                          <p:cBhvr additive="base">
                                            <p:cTn id="60" dur="1000" fill="hold"/>
                                            <p:tgtEl>
                                              <p:spTgt spid="3"/>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750"/>
                                      </p:stCondLst>
                                      <p:childTnLst>
                                        <p:set>
                                          <p:cBhvr>
                                            <p:cTn id="62" dur="1" fill="hold">
                                              <p:stCondLst>
                                                <p:cond delay="0"/>
                                              </p:stCondLst>
                                            </p:cTn>
                                            <p:tgtEl>
                                              <p:spTgt spid="4"/>
                                            </p:tgtEl>
                                            <p:attrNameLst>
                                              <p:attrName>style.visibility</p:attrName>
                                            </p:attrNameLst>
                                          </p:cBhvr>
                                          <p:to>
                                            <p:strVal val="visible"/>
                                          </p:to>
                                        </p:set>
                                        <p:anim calcmode="lin" valueType="num">
                                          <p:cBhvr additive="base">
                                            <p:cTn id="63" dur="1000" fill="hold"/>
                                            <p:tgtEl>
                                              <p:spTgt spid="4"/>
                                            </p:tgtEl>
                                            <p:attrNameLst>
                                              <p:attrName>ppt_x</p:attrName>
                                            </p:attrNameLst>
                                          </p:cBhvr>
                                          <p:tavLst>
                                            <p:tav tm="0">
                                              <p:val>
                                                <p:strVal val="#ppt_x"/>
                                              </p:val>
                                            </p:tav>
                                            <p:tav tm="100000">
                                              <p:val>
                                                <p:strVal val="#ppt_x"/>
                                              </p:val>
                                            </p:tav>
                                          </p:tavLst>
                                        </p:anim>
                                        <p:anim calcmode="lin" valueType="num">
                                          <p:cBhvr additive="base">
                                            <p:cTn id="64" dur="1000" fill="hold"/>
                                            <p:tgtEl>
                                              <p:spTgt spid="4"/>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100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1000" fill="hold"/>
                                            <p:tgtEl>
                                              <p:spTgt spid="5"/>
                                            </p:tgtEl>
                                            <p:attrNameLst>
                                              <p:attrName>ppt_x</p:attrName>
                                            </p:attrNameLst>
                                          </p:cBhvr>
                                          <p:tavLst>
                                            <p:tav tm="0">
                                              <p:val>
                                                <p:strVal val="#ppt_x"/>
                                              </p:val>
                                            </p:tav>
                                            <p:tav tm="100000">
                                              <p:val>
                                                <p:strVal val="#ppt_x"/>
                                              </p:val>
                                            </p:tav>
                                          </p:tavLst>
                                        </p:anim>
                                        <p:anim calcmode="lin" valueType="num">
                                          <p:cBhvr additive="base">
                                            <p:cTn id="68" dur="10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5" grpId="0"/>
        </p:bldLst>
      </p:timing>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Map">
            <a:extLst>
              <a:ext uri="{FF2B5EF4-FFF2-40B4-BE49-F238E27FC236}">
                <a16:creationId xmlns:a16="http://schemas.microsoft.com/office/drawing/2014/main" id="{D8EFD940-2670-4EEA-895E-685706094DA2}"/>
              </a:ext>
            </a:extLst>
          </p:cNvPr>
          <p:cNvSpPr>
            <a:spLocks noEditPoints="1"/>
          </p:cNvSpPr>
          <p:nvPr/>
        </p:nvSpPr>
        <p:spPr bwMode="auto">
          <a:xfrm>
            <a:off x="928137" y="508943"/>
            <a:ext cx="10024590" cy="5840114"/>
          </a:xfrm>
          <a:custGeom>
            <a:avLst/>
            <a:gdLst>
              <a:gd name="T0" fmla="*/ 1722 w 1953"/>
              <a:gd name="T1" fmla="*/ 460 h 1137"/>
              <a:gd name="T2" fmla="*/ 1724 w 1953"/>
              <a:gd name="T3" fmla="*/ 449 h 1137"/>
              <a:gd name="T4" fmla="*/ 1545 w 1953"/>
              <a:gd name="T5" fmla="*/ 799 h 1137"/>
              <a:gd name="T6" fmla="*/ 1600 w 1953"/>
              <a:gd name="T7" fmla="*/ 783 h 1137"/>
              <a:gd name="T8" fmla="*/ 1721 w 1953"/>
              <a:gd name="T9" fmla="*/ 988 h 1137"/>
              <a:gd name="T10" fmla="*/ 1708 w 1953"/>
              <a:gd name="T11" fmla="*/ 833 h 1137"/>
              <a:gd name="T12" fmla="*/ 1901 w 1953"/>
              <a:gd name="T13" fmla="*/ 1105 h 1137"/>
              <a:gd name="T14" fmla="*/ 1797 w 1953"/>
              <a:gd name="T15" fmla="*/ 814 h 1137"/>
              <a:gd name="T16" fmla="*/ 551 w 1953"/>
              <a:gd name="T17" fmla="*/ 698 h 1137"/>
              <a:gd name="T18" fmla="*/ 548 w 1953"/>
              <a:gd name="T19" fmla="*/ 472 h 1137"/>
              <a:gd name="T20" fmla="*/ 440 w 1953"/>
              <a:gd name="T21" fmla="*/ 294 h 1137"/>
              <a:gd name="T22" fmla="*/ 420 w 1953"/>
              <a:gd name="T23" fmla="*/ 214 h 1137"/>
              <a:gd name="T24" fmla="*/ 121 w 1953"/>
              <a:gd name="T25" fmla="*/ 142 h 1137"/>
              <a:gd name="T26" fmla="*/ 122 w 1953"/>
              <a:gd name="T27" fmla="*/ 265 h 1137"/>
              <a:gd name="T28" fmla="*/ 214 w 1953"/>
              <a:gd name="T29" fmla="*/ 444 h 1137"/>
              <a:gd name="T30" fmla="*/ 440 w 1953"/>
              <a:gd name="T31" fmla="*/ 707 h 1137"/>
              <a:gd name="T32" fmla="*/ 511 w 1953"/>
              <a:gd name="T33" fmla="*/ 1100 h 1137"/>
              <a:gd name="T34" fmla="*/ 883 w 1953"/>
              <a:gd name="T35" fmla="*/ 378 h 1137"/>
              <a:gd name="T36" fmla="*/ 590 w 1953"/>
              <a:gd name="T37" fmla="*/ 438 h 1137"/>
              <a:gd name="T38" fmla="*/ 431 w 1953"/>
              <a:gd name="T39" fmla="*/ 617 h 1137"/>
              <a:gd name="T40" fmla="*/ 376 w 1953"/>
              <a:gd name="T41" fmla="*/ 197 h 1137"/>
              <a:gd name="T42" fmla="*/ 461 w 1953"/>
              <a:gd name="T43" fmla="*/ 172 h 1137"/>
              <a:gd name="T44" fmla="*/ 603 w 1953"/>
              <a:gd name="T45" fmla="*/ 273 h 1137"/>
              <a:gd name="T46" fmla="*/ 533 w 1953"/>
              <a:gd name="T47" fmla="*/ 174 h 1137"/>
              <a:gd name="T48" fmla="*/ 830 w 1953"/>
              <a:gd name="T49" fmla="*/ 163 h 1137"/>
              <a:gd name="T50" fmla="*/ 723 w 1953"/>
              <a:gd name="T51" fmla="*/ 48 h 1137"/>
              <a:gd name="T52" fmla="*/ 799 w 1953"/>
              <a:gd name="T53" fmla="*/ 296 h 1137"/>
              <a:gd name="T54" fmla="*/ 613 w 1953"/>
              <a:gd name="T55" fmla="*/ 43 h 1137"/>
              <a:gd name="T56" fmla="*/ 572 w 1953"/>
              <a:gd name="T57" fmla="*/ 143 h 1137"/>
              <a:gd name="T58" fmla="*/ 562 w 1953"/>
              <a:gd name="T59" fmla="*/ 62 h 1137"/>
              <a:gd name="T60" fmla="*/ 427 w 1953"/>
              <a:gd name="T61" fmla="*/ 80 h 1137"/>
              <a:gd name="T62" fmla="*/ 416 w 1953"/>
              <a:gd name="T63" fmla="*/ 64 h 1137"/>
              <a:gd name="T64" fmla="*/ 987 w 1953"/>
              <a:gd name="T65" fmla="*/ 133 h 1137"/>
              <a:gd name="T66" fmla="*/ 1286 w 1953"/>
              <a:gd name="T67" fmla="*/ 38 h 1137"/>
              <a:gd name="T68" fmla="*/ 1525 w 1953"/>
              <a:gd name="T69" fmla="*/ 45 h 1137"/>
              <a:gd name="T70" fmla="*/ 1671 w 1953"/>
              <a:gd name="T71" fmla="*/ 724 h 1137"/>
              <a:gd name="T72" fmla="*/ 1798 w 1953"/>
              <a:gd name="T73" fmla="*/ 134 h 1137"/>
              <a:gd name="T74" fmla="*/ 1791 w 1953"/>
              <a:gd name="T75" fmla="*/ 311 h 1137"/>
              <a:gd name="T76" fmla="*/ 1718 w 1953"/>
              <a:gd name="T77" fmla="*/ 266 h 1137"/>
              <a:gd name="T78" fmla="*/ 1641 w 1953"/>
              <a:gd name="T79" fmla="*/ 499 h 1137"/>
              <a:gd name="T80" fmla="*/ 1571 w 1953"/>
              <a:gd name="T81" fmla="*/ 631 h 1137"/>
              <a:gd name="T82" fmla="*/ 1432 w 1953"/>
              <a:gd name="T83" fmla="*/ 633 h 1137"/>
              <a:gd name="T84" fmla="*/ 1271 w 1953"/>
              <a:gd name="T85" fmla="*/ 620 h 1137"/>
              <a:gd name="T86" fmla="*/ 1090 w 1953"/>
              <a:gd name="T87" fmla="*/ 952 h 1137"/>
              <a:gd name="T88" fmla="*/ 955 w 1953"/>
              <a:gd name="T89" fmla="*/ 735 h 1137"/>
              <a:gd name="T90" fmla="*/ 882 w 1953"/>
              <a:gd name="T91" fmla="*/ 539 h 1137"/>
              <a:gd name="T92" fmla="*/ 1080 w 1953"/>
              <a:gd name="T93" fmla="*/ 528 h 1137"/>
              <a:gd name="T94" fmla="*/ 1118 w 1953"/>
              <a:gd name="T95" fmla="*/ 466 h 1137"/>
              <a:gd name="T96" fmla="*/ 1024 w 1953"/>
              <a:gd name="T97" fmla="*/ 498 h 1137"/>
              <a:gd name="T98" fmla="*/ 902 w 1953"/>
              <a:gd name="T99" fmla="*/ 450 h 1137"/>
              <a:gd name="T100" fmla="*/ 970 w 1953"/>
              <a:gd name="T101" fmla="*/ 378 h 1137"/>
              <a:gd name="T102" fmla="*/ 1034 w 1953"/>
              <a:gd name="T103" fmla="*/ 298 h 1137"/>
              <a:gd name="T104" fmla="*/ 940 w 1953"/>
              <a:gd name="T105" fmla="*/ 334 h 1137"/>
              <a:gd name="T106" fmla="*/ 1000 w 1953"/>
              <a:gd name="T107" fmla="*/ 248 h 1137"/>
              <a:gd name="T108" fmla="*/ 1098 w 1953"/>
              <a:gd name="T109" fmla="*/ 256 h 1137"/>
              <a:gd name="T110" fmla="*/ 1165 w 1953"/>
              <a:gd name="T111" fmla="*/ 244 h 1137"/>
              <a:gd name="T112" fmla="*/ 1273 w 1953"/>
              <a:gd name="T113" fmla="*/ 241 h 1137"/>
              <a:gd name="T114" fmla="*/ 1284 w 1953"/>
              <a:gd name="T115" fmla="*/ 142 h 1137"/>
              <a:gd name="T116" fmla="*/ 1373 w 1953"/>
              <a:gd name="T117" fmla="*/ 79 h 1137"/>
              <a:gd name="T118" fmla="*/ 1518 w 1953"/>
              <a:gd name="T119" fmla="*/ 136 h 1137"/>
              <a:gd name="T120" fmla="*/ 1672 w 1953"/>
              <a:gd name="T121" fmla="*/ 117 h 1137"/>
              <a:gd name="T122" fmla="*/ 1220 w 1953"/>
              <a:gd name="T123" fmla="*/ 508 h 1137"/>
              <a:gd name="T124" fmla="*/ 1495 w 1953"/>
              <a:gd name="T125" fmla="*/ 374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53" h="1137">
                <a:moveTo>
                  <a:pt x="1109" y="921"/>
                </a:moveTo>
                <a:cubicBezTo>
                  <a:pt x="1109" y="921"/>
                  <a:pt x="1109" y="921"/>
                  <a:pt x="1109" y="921"/>
                </a:cubicBezTo>
                <a:cubicBezTo>
                  <a:pt x="1109" y="921"/>
                  <a:pt x="1109" y="921"/>
                  <a:pt x="1109" y="921"/>
                </a:cubicBezTo>
                <a:close/>
                <a:moveTo>
                  <a:pt x="1173" y="889"/>
                </a:moveTo>
                <a:cubicBezTo>
                  <a:pt x="1170" y="896"/>
                  <a:pt x="1170" y="911"/>
                  <a:pt x="1177" y="915"/>
                </a:cubicBezTo>
                <a:cubicBezTo>
                  <a:pt x="1186" y="921"/>
                  <a:pt x="1194" y="913"/>
                  <a:pt x="1197" y="906"/>
                </a:cubicBezTo>
                <a:cubicBezTo>
                  <a:pt x="1200" y="897"/>
                  <a:pt x="1204" y="888"/>
                  <a:pt x="1207" y="878"/>
                </a:cubicBezTo>
                <a:cubicBezTo>
                  <a:pt x="1208" y="876"/>
                  <a:pt x="1210" y="855"/>
                  <a:pt x="1213" y="855"/>
                </a:cubicBezTo>
                <a:cubicBezTo>
                  <a:pt x="1214" y="856"/>
                  <a:pt x="1214" y="856"/>
                  <a:pt x="1215" y="857"/>
                </a:cubicBezTo>
                <a:cubicBezTo>
                  <a:pt x="1217" y="856"/>
                  <a:pt x="1215" y="846"/>
                  <a:pt x="1214" y="843"/>
                </a:cubicBezTo>
                <a:cubicBezTo>
                  <a:pt x="1214" y="842"/>
                  <a:pt x="1213" y="834"/>
                  <a:pt x="1213" y="834"/>
                </a:cubicBezTo>
                <a:cubicBezTo>
                  <a:pt x="1210" y="832"/>
                  <a:pt x="1202" y="846"/>
                  <a:pt x="1202" y="850"/>
                </a:cubicBezTo>
                <a:cubicBezTo>
                  <a:pt x="1198" y="849"/>
                  <a:pt x="1200" y="852"/>
                  <a:pt x="1199" y="853"/>
                </a:cubicBezTo>
                <a:cubicBezTo>
                  <a:pt x="1198" y="853"/>
                  <a:pt x="1196" y="854"/>
                  <a:pt x="1196" y="854"/>
                </a:cubicBezTo>
                <a:cubicBezTo>
                  <a:pt x="1193" y="857"/>
                  <a:pt x="1193" y="856"/>
                  <a:pt x="1189" y="857"/>
                </a:cubicBezTo>
                <a:cubicBezTo>
                  <a:pt x="1169" y="861"/>
                  <a:pt x="1186" y="878"/>
                  <a:pt x="1174" y="888"/>
                </a:cubicBezTo>
                <a:lnTo>
                  <a:pt x="1173" y="889"/>
                </a:lnTo>
                <a:close/>
                <a:moveTo>
                  <a:pt x="1676" y="532"/>
                </a:moveTo>
                <a:cubicBezTo>
                  <a:pt x="1675" y="533"/>
                  <a:pt x="1675" y="534"/>
                  <a:pt x="1675" y="536"/>
                </a:cubicBezTo>
                <a:cubicBezTo>
                  <a:pt x="1680" y="538"/>
                  <a:pt x="1677" y="538"/>
                  <a:pt x="1679" y="543"/>
                </a:cubicBezTo>
                <a:cubicBezTo>
                  <a:pt x="1680" y="548"/>
                  <a:pt x="1680" y="547"/>
                  <a:pt x="1684" y="548"/>
                </a:cubicBezTo>
                <a:cubicBezTo>
                  <a:pt x="1684" y="549"/>
                  <a:pt x="1684" y="550"/>
                  <a:pt x="1684" y="551"/>
                </a:cubicBezTo>
                <a:cubicBezTo>
                  <a:pt x="1685" y="551"/>
                  <a:pt x="1685" y="551"/>
                  <a:pt x="1686" y="551"/>
                </a:cubicBezTo>
                <a:cubicBezTo>
                  <a:pt x="1686" y="544"/>
                  <a:pt x="1687" y="538"/>
                  <a:pt x="1687" y="531"/>
                </a:cubicBezTo>
                <a:cubicBezTo>
                  <a:pt x="1686" y="531"/>
                  <a:pt x="1685" y="531"/>
                  <a:pt x="1683" y="531"/>
                </a:cubicBezTo>
                <a:cubicBezTo>
                  <a:pt x="1682" y="527"/>
                  <a:pt x="1701" y="520"/>
                  <a:pt x="1704" y="522"/>
                </a:cubicBezTo>
                <a:cubicBezTo>
                  <a:pt x="1706" y="523"/>
                  <a:pt x="1704" y="529"/>
                  <a:pt x="1708" y="530"/>
                </a:cubicBezTo>
                <a:cubicBezTo>
                  <a:pt x="1713" y="533"/>
                  <a:pt x="1712" y="521"/>
                  <a:pt x="1713" y="519"/>
                </a:cubicBezTo>
                <a:cubicBezTo>
                  <a:pt x="1715" y="519"/>
                  <a:pt x="1717" y="520"/>
                  <a:pt x="1719" y="520"/>
                </a:cubicBezTo>
                <a:cubicBezTo>
                  <a:pt x="1720" y="519"/>
                  <a:pt x="1722" y="518"/>
                  <a:pt x="1723" y="517"/>
                </a:cubicBezTo>
                <a:cubicBezTo>
                  <a:pt x="1723" y="519"/>
                  <a:pt x="1727" y="522"/>
                  <a:pt x="1726" y="519"/>
                </a:cubicBezTo>
                <a:cubicBezTo>
                  <a:pt x="1726" y="519"/>
                  <a:pt x="1726" y="519"/>
                  <a:pt x="1726" y="519"/>
                </a:cubicBezTo>
                <a:cubicBezTo>
                  <a:pt x="1725" y="517"/>
                  <a:pt x="1731" y="511"/>
                  <a:pt x="1731" y="512"/>
                </a:cubicBezTo>
                <a:cubicBezTo>
                  <a:pt x="1732" y="513"/>
                  <a:pt x="1730" y="516"/>
                  <a:pt x="1730" y="518"/>
                </a:cubicBezTo>
                <a:cubicBezTo>
                  <a:pt x="1740" y="518"/>
                  <a:pt x="1735" y="509"/>
                  <a:pt x="1734" y="505"/>
                </a:cubicBezTo>
                <a:cubicBezTo>
                  <a:pt x="1732" y="500"/>
                  <a:pt x="1731" y="495"/>
                  <a:pt x="1732" y="489"/>
                </a:cubicBezTo>
                <a:cubicBezTo>
                  <a:pt x="1734" y="482"/>
                  <a:pt x="1735" y="481"/>
                  <a:pt x="1731" y="474"/>
                </a:cubicBezTo>
                <a:cubicBezTo>
                  <a:pt x="1730" y="471"/>
                  <a:pt x="1727" y="460"/>
                  <a:pt x="1722" y="460"/>
                </a:cubicBezTo>
                <a:cubicBezTo>
                  <a:pt x="1724" y="461"/>
                  <a:pt x="1724" y="462"/>
                  <a:pt x="1724" y="463"/>
                </a:cubicBezTo>
                <a:cubicBezTo>
                  <a:pt x="1721" y="466"/>
                  <a:pt x="1721" y="461"/>
                  <a:pt x="1719" y="467"/>
                </a:cubicBezTo>
                <a:cubicBezTo>
                  <a:pt x="1718" y="470"/>
                  <a:pt x="1719" y="470"/>
                  <a:pt x="1719" y="472"/>
                </a:cubicBezTo>
                <a:cubicBezTo>
                  <a:pt x="1720" y="477"/>
                  <a:pt x="1723" y="481"/>
                  <a:pt x="1721" y="487"/>
                </a:cubicBezTo>
                <a:cubicBezTo>
                  <a:pt x="1720" y="490"/>
                  <a:pt x="1718" y="491"/>
                  <a:pt x="1718" y="493"/>
                </a:cubicBezTo>
                <a:cubicBezTo>
                  <a:pt x="1717" y="494"/>
                  <a:pt x="1719" y="495"/>
                  <a:pt x="1718" y="497"/>
                </a:cubicBezTo>
                <a:cubicBezTo>
                  <a:pt x="1716" y="501"/>
                  <a:pt x="1709" y="504"/>
                  <a:pt x="1711" y="497"/>
                </a:cubicBezTo>
                <a:cubicBezTo>
                  <a:pt x="1707" y="497"/>
                  <a:pt x="1708" y="503"/>
                  <a:pt x="1708" y="506"/>
                </a:cubicBezTo>
                <a:cubicBezTo>
                  <a:pt x="1706" y="512"/>
                  <a:pt x="1706" y="511"/>
                  <a:pt x="1701" y="512"/>
                </a:cubicBezTo>
                <a:cubicBezTo>
                  <a:pt x="1698" y="513"/>
                  <a:pt x="1692" y="514"/>
                  <a:pt x="1689" y="516"/>
                </a:cubicBezTo>
                <a:cubicBezTo>
                  <a:pt x="1686" y="519"/>
                  <a:pt x="1685" y="524"/>
                  <a:pt x="1680" y="525"/>
                </a:cubicBezTo>
                <a:cubicBezTo>
                  <a:pt x="1680" y="527"/>
                  <a:pt x="1681" y="528"/>
                  <a:pt x="1678" y="530"/>
                </a:cubicBezTo>
                <a:lnTo>
                  <a:pt x="1676" y="532"/>
                </a:lnTo>
                <a:close/>
                <a:moveTo>
                  <a:pt x="1696" y="532"/>
                </a:moveTo>
                <a:cubicBezTo>
                  <a:pt x="1696" y="532"/>
                  <a:pt x="1702" y="531"/>
                  <a:pt x="1701" y="531"/>
                </a:cubicBezTo>
                <a:cubicBezTo>
                  <a:pt x="1703" y="525"/>
                  <a:pt x="1700" y="524"/>
                  <a:pt x="1695" y="527"/>
                </a:cubicBezTo>
                <a:cubicBezTo>
                  <a:pt x="1692" y="529"/>
                  <a:pt x="1691" y="527"/>
                  <a:pt x="1691" y="531"/>
                </a:cubicBezTo>
                <a:cubicBezTo>
                  <a:pt x="1691" y="532"/>
                  <a:pt x="1693" y="537"/>
                  <a:pt x="1694" y="537"/>
                </a:cubicBezTo>
                <a:cubicBezTo>
                  <a:pt x="1695" y="536"/>
                  <a:pt x="1696" y="531"/>
                  <a:pt x="1696" y="532"/>
                </a:cubicBezTo>
                <a:close/>
                <a:moveTo>
                  <a:pt x="1716" y="385"/>
                </a:moveTo>
                <a:cubicBezTo>
                  <a:pt x="1718" y="385"/>
                  <a:pt x="1723" y="390"/>
                  <a:pt x="1723" y="390"/>
                </a:cubicBezTo>
                <a:cubicBezTo>
                  <a:pt x="1722" y="386"/>
                  <a:pt x="1715" y="381"/>
                  <a:pt x="1713" y="377"/>
                </a:cubicBezTo>
                <a:cubicBezTo>
                  <a:pt x="1711" y="373"/>
                  <a:pt x="1706" y="366"/>
                  <a:pt x="1705" y="362"/>
                </a:cubicBezTo>
                <a:cubicBezTo>
                  <a:pt x="1702" y="361"/>
                  <a:pt x="1700" y="360"/>
                  <a:pt x="1700" y="356"/>
                </a:cubicBezTo>
                <a:cubicBezTo>
                  <a:pt x="1699" y="354"/>
                  <a:pt x="1700" y="352"/>
                  <a:pt x="1700" y="350"/>
                </a:cubicBezTo>
                <a:cubicBezTo>
                  <a:pt x="1699" y="348"/>
                  <a:pt x="1695" y="347"/>
                  <a:pt x="1696" y="345"/>
                </a:cubicBezTo>
                <a:cubicBezTo>
                  <a:pt x="1697" y="345"/>
                  <a:pt x="1697" y="347"/>
                  <a:pt x="1698" y="346"/>
                </a:cubicBezTo>
                <a:cubicBezTo>
                  <a:pt x="1697" y="345"/>
                  <a:pt x="1690" y="331"/>
                  <a:pt x="1686" y="332"/>
                </a:cubicBezTo>
                <a:cubicBezTo>
                  <a:pt x="1683" y="333"/>
                  <a:pt x="1689" y="336"/>
                  <a:pt x="1689" y="336"/>
                </a:cubicBezTo>
                <a:cubicBezTo>
                  <a:pt x="1690" y="339"/>
                  <a:pt x="1688" y="342"/>
                  <a:pt x="1688" y="345"/>
                </a:cubicBezTo>
                <a:cubicBezTo>
                  <a:pt x="1689" y="354"/>
                  <a:pt x="1695" y="361"/>
                  <a:pt x="1700" y="368"/>
                </a:cubicBezTo>
                <a:cubicBezTo>
                  <a:pt x="1703" y="374"/>
                  <a:pt x="1711" y="418"/>
                  <a:pt x="1715" y="417"/>
                </a:cubicBezTo>
                <a:cubicBezTo>
                  <a:pt x="1717" y="417"/>
                  <a:pt x="1717" y="412"/>
                  <a:pt x="1719" y="411"/>
                </a:cubicBezTo>
                <a:cubicBezTo>
                  <a:pt x="1721" y="411"/>
                  <a:pt x="1723" y="416"/>
                  <a:pt x="1724" y="415"/>
                </a:cubicBezTo>
                <a:cubicBezTo>
                  <a:pt x="1727" y="413"/>
                  <a:pt x="1717" y="404"/>
                  <a:pt x="1716" y="404"/>
                </a:cubicBezTo>
                <a:cubicBezTo>
                  <a:pt x="1714" y="401"/>
                  <a:pt x="1707" y="383"/>
                  <a:pt x="1716" y="385"/>
                </a:cubicBezTo>
                <a:cubicBezTo>
                  <a:pt x="1718" y="385"/>
                  <a:pt x="1715" y="384"/>
                  <a:pt x="1716" y="385"/>
                </a:cubicBezTo>
                <a:close/>
                <a:moveTo>
                  <a:pt x="1724" y="449"/>
                </a:moveTo>
                <a:cubicBezTo>
                  <a:pt x="1726" y="448"/>
                  <a:pt x="1734" y="455"/>
                  <a:pt x="1735" y="454"/>
                </a:cubicBezTo>
                <a:cubicBezTo>
                  <a:pt x="1737" y="452"/>
                  <a:pt x="1733" y="449"/>
                  <a:pt x="1735" y="446"/>
                </a:cubicBezTo>
                <a:cubicBezTo>
                  <a:pt x="1736" y="445"/>
                  <a:pt x="1741" y="443"/>
                  <a:pt x="1743" y="443"/>
                </a:cubicBezTo>
                <a:cubicBezTo>
                  <a:pt x="1743" y="441"/>
                  <a:pt x="1746" y="442"/>
                  <a:pt x="1747" y="440"/>
                </a:cubicBezTo>
                <a:cubicBezTo>
                  <a:pt x="1747" y="438"/>
                  <a:pt x="1744" y="440"/>
                  <a:pt x="1744" y="440"/>
                </a:cubicBezTo>
                <a:cubicBezTo>
                  <a:pt x="1744" y="440"/>
                  <a:pt x="1738" y="431"/>
                  <a:pt x="1741" y="431"/>
                </a:cubicBezTo>
                <a:cubicBezTo>
                  <a:pt x="1736" y="445"/>
                  <a:pt x="1720" y="419"/>
                  <a:pt x="1716" y="423"/>
                </a:cubicBezTo>
                <a:cubicBezTo>
                  <a:pt x="1715" y="424"/>
                  <a:pt x="1719" y="436"/>
                  <a:pt x="1719" y="438"/>
                </a:cubicBezTo>
                <a:cubicBezTo>
                  <a:pt x="1719" y="441"/>
                  <a:pt x="1720" y="441"/>
                  <a:pt x="1719" y="444"/>
                </a:cubicBezTo>
                <a:cubicBezTo>
                  <a:pt x="1719" y="444"/>
                  <a:pt x="1716" y="442"/>
                  <a:pt x="1716" y="443"/>
                </a:cubicBezTo>
                <a:cubicBezTo>
                  <a:pt x="1716" y="443"/>
                  <a:pt x="1714" y="449"/>
                  <a:pt x="1714" y="449"/>
                </a:cubicBezTo>
                <a:cubicBezTo>
                  <a:pt x="1714" y="451"/>
                  <a:pt x="1714" y="451"/>
                  <a:pt x="1715" y="454"/>
                </a:cubicBezTo>
                <a:cubicBezTo>
                  <a:pt x="1716" y="459"/>
                  <a:pt x="1718" y="462"/>
                  <a:pt x="1722" y="457"/>
                </a:cubicBezTo>
                <a:cubicBezTo>
                  <a:pt x="1723" y="459"/>
                  <a:pt x="1724" y="456"/>
                  <a:pt x="1724" y="455"/>
                </a:cubicBezTo>
                <a:cubicBezTo>
                  <a:pt x="1723" y="455"/>
                  <a:pt x="1721" y="455"/>
                  <a:pt x="1721" y="454"/>
                </a:cubicBezTo>
                <a:cubicBezTo>
                  <a:pt x="1720" y="453"/>
                  <a:pt x="1717" y="453"/>
                  <a:pt x="1717" y="452"/>
                </a:cubicBezTo>
                <a:cubicBezTo>
                  <a:pt x="1717" y="452"/>
                  <a:pt x="1717" y="449"/>
                  <a:pt x="1718" y="450"/>
                </a:cubicBezTo>
                <a:cubicBezTo>
                  <a:pt x="1720" y="450"/>
                  <a:pt x="1722" y="448"/>
                  <a:pt x="1724" y="449"/>
                </a:cubicBezTo>
                <a:close/>
                <a:moveTo>
                  <a:pt x="1399" y="723"/>
                </a:moveTo>
                <a:cubicBezTo>
                  <a:pt x="1402" y="727"/>
                  <a:pt x="1407" y="723"/>
                  <a:pt x="1408" y="719"/>
                </a:cubicBezTo>
                <a:cubicBezTo>
                  <a:pt x="1411" y="712"/>
                  <a:pt x="1397" y="696"/>
                  <a:pt x="1397" y="709"/>
                </a:cubicBezTo>
                <a:cubicBezTo>
                  <a:pt x="1397" y="712"/>
                  <a:pt x="1396" y="720"/>
                  <a:pt x="1399" y="723"/>
                </a:cubicBezTo>
                <a:close/>
                <a:moveTo>
                  <a:pt x="1552" y="779"/>
                </a:moveTo>
                <a:cubicBezTo>
                  <a:pt x="1550" y="776"/>
                  <a:pt x="1549" y="772"/>
                  <a:pt x="1547" y="769"/>
                </a:cubicBezTo>
                <a:cubicBezTo>
                  <a:pt x="1546" y="768"/>
                  <a:pt x="1543" y="769"/>
                  <a:pt x="1542" y="768"/>
                </a:cubicBezTo>
                <a:cubicBezTo>
                  <a:pt x="1540" y="765"/>
                  <a:pt x="1543" y="768"/>
                  <a:pt x="1542" y="764"/>
                </a:cubicBezTo>
                <a:cubicBezTo>
                  <a:pt x="1541" y="764"/>
                  <a:pt x="1541" y="764"/>
                  <a:pt x="1541" y="764"/>
                </a:cubicBezTo>
                <a:cubicBezTo>
                  <a:pt x="1542" y="763"/>
                  <a:pt x="1541" y="762"/>
                  <a:pt x="1541" y="761"/>
                </a:cubicBezTo>
                <a:cubicBezTo>
                  <a:pt x="1539" y="761"/>
                  <a:pt x="1538" y="762"/>
                  <a:pt x="1537" y="761"/>
                </a:cubicBezTo>
                <a:cubicBezTo>
                  <a:pt x="1537" y="755"/>
                  <a:pt x="1524" y="748"/>
                  <a:pt x="1520" y="744"/>
                </a:cubicBezTo>
                <a:cubicBezTo>
                  <a:pt x="1517" y="742"/>
                  <a:pt x="1515" y="739"/>
                  <a:pt x="1512" y="737"/>
                </a:cubicBezTo>
                <a:cubicBezTo>
                  <a:pt x="1509" y="735"/>
                  <a:pt x="1504" y="733"/>
                  <a:pt x="1502" y="729"/>
                </a:cubicBezTo>
                <a:cubicBezTo>
                  <a:pt x="1499" y="729"/>
                  <a:pt x="1494" y="726"/>
                  <a:pt x="1491" y="727"/>
                </a:cubicBezTo>
                <a:cubicBezTo>
                  <a:pt x="1490" y="734"/>
                  <a:pt x="1502" y="741"/>
                  <a:pt x="1506" y="745"/>
                </a:cubicBezTo>
                <a:cubicBezTo>
                  <a:pt x="1510" y="751"/>
                  <a:pt x="1513" y="757"/>
                  <a:pt x="1517" y="763"/>
                </a:cubicBezTo>
                <a:cubicBezTo>
                  <a:pt x="1520" y="767"/>
                  <a:pt x="1520" y="769"/>
                  <a:pt x="1522" y="773"/>
                </a:cubicBezTo>
                <a:cubicBezTo>
                  <a:pt x="1524" y="777"/>
                  <a:pt x="1526" y="779"/>
                  <a:pt x="1529" y="782"/>
                </a:cubicBezTo>
                <a:cubicBezTo>
                  <a:pt x="1534" y="788"/>
                  <a:pt x="1539" y="794"/>
                  <a:pt x="1545" y="799"/>
                </a:cubicBezTo>
                <a:cubicBezTo>
                  <a:pt x="1545" y="798"/>
                  <a:pt x="1545" y="798"/>
                  <a:pt x="1545" y="797"/>
                </a:cubicBezTo>
                <a:cubicBezTo>
                  <a:pt x="1547" y="797"/>
                  <a:pt x="1548" y="799"/>
                  <a:pt x="1549" y="799"/>
                </a:cubicBezTo>
                <a:cubicBezTo>
                  <a:pt x="1550" y="798"/>
                  <a:pt x="1550" y="798"/>
                  <a:pt x="1550" y="797"/>
                </a:cubicBezTo>
                <a:cubicBezTo>
                  <a:pt x="1551" y="797"/>
                  <a:pt x="1552" y="798"/>
                  <a:pt x="1554" y="797"/>
                </a:cubicBezTo>
                <a:cubicBezTo>
                  <a:pt x="1555" y="794"/>
                  <a:pt x="1554" y="791"/>
                  <a:pt x="1554" y="787"/>
                </a:cubicBezTo>
                <a:cubicBezTo>
                  <a:pt x="1554" y="789"/>
                  <a:pt x="1556" y="778"/>
                  <a:pt x="1552" y="779"/>
                </a:cubicBezTo>
                <a:close/>
                <a:moveTo>
                  <a:pt x="1551" y="802"/>
                </a:moveTo>
                <a:cubicBezTo>
                  <a:pt x="1550" y="806"/>
                  <a:pt x="1551" y="803"/>
                  <a:pt x="1553" y="805"/>
                </a:cubicBezTo>
                <a:cubicBezTo>
                  <a:pt x="1556" y="807"/>
                  <a:pt x="1565" y="809"/>
                  <a:pt x="1569" y="809"/>
                </a:cubicBezTo>
                <a:cubicBezTo>
                  <a:pt x="1573" y="810"/>
                  <a:pt x="1599" y="814"/>
                  <a:pt x="1598" y="815"/>
                </a:cubicBezTo>
                <a:cubicBezTo>
                  <a:pt x="1600" y="816"/>
                  <a:pt x="1602" y="817"/>
                  <a:pt x="1604" y="817"/>
                </a:cubicBezTo>
                <a:cubicBezTo>
                  <a:pt x="1604" y="815"/>
                  <a:pt x="1604" y="813"/>
                  <a:pt x="1604" y="811"/>
                </a:cubicBezTo>
                <a:cubicBezTo>
                  <a:pt x="1603" y="810"/>
                  <a:pt x="1603" y="810"/>
                  <a:pt x="1603" y="810"/>
                </a:cubicBezTo>
                <a:cubicBezTo>
                  <a:pt x="1596" y="809"/>
                  <a:pt x="1598" y="808"/>
                  <a:pt x="1593" y="804"/>
                </a:cubicBezTo>
                <a:cubicBezTo>
                  <a:pt x="1590" y="802"/>
                  <a:pt x="1583" y="801"/>
                  <a:pt x="1582" y="805"/>
                </a:cubicBezTo>
                <a:cubicBezTo>
                  <a:pt x="1579" y="805"/>
                  <a:pt x="1575" y="805"/>
                  <a:pt x="1571" y="804"/>
                </a:cubicBezTo>
                <a:cubicBezTo>
                  <a:pt x="1569" y="803"/>
                  <a:pt x="1570" y="802"/>
                  <a:pt x="1569" y="801"/>
                </a:cubicBezTo>
                <a:cubicBezTo>
                  <a:pt x="1567" y="800"/>
                  <a:pt x="1564" y="800"/>
                  <a:pt x="1563" y="800"/>
                </a:cubicBezTo>
                <a:cubicBezTo>
                  <a:pt x="1559" y="799"/>
                  <a:pt x="1558" y="801"/>
                  <a:pt x="1555" y="801"/>
                </a:cubicBezTo>
                <a:cubicBezTo>
                  <a:pt x="1557" y="801"/>
                  <a:pt x="1551" y="801"/>
                  <a:pt x="1551" y="802"/>
                </a:cubicBezTo>
                <a:close/>
                <a:moveTo>
                  <a:pt x="1622" y="767"/>
                </a:moveTo>
                <a:cubicBezTo>
                  <a:pt x="1623" y="762"/>
                  <a:pt x="1625" y="762"/>
                  <a:pt x="1629" y="759"/>
                </a:cubicBezTo>
                <a:cubicBezTo>
                  <a:pt x="1632" y="756"/>
                  <a:pt x="1632" y="759"/>
                  <a:pt x="1630" y="755"/>
                </a:cubicBezTo>
                <a:cubicBezTo>
                  <a:pt x="1628" y="750"/>
                  <a:pt x="1627" y="750"/>
                  <a:pt x="1626" y="745"/>
                </a:cubicBezTo>
                <a:cubicBezTo>
                  <a:pt x="1625" y="744"/>
                  <a:pt x="1624" y="744"/>
                  <a:pt x="1624" y="743"/>
                </a:cubicBezTo>
                <a:cubicBezTo>
                  <a:pt x="1624" y="742"/>
                  <a:pt x="1625" y="740"/>
                  <a:pt x="1624" y="739"/>
                </a:cubicBezTo>
                <a:cubicBezTo>
                  <a:pt x="1620" y="739"/>
                  <a:pt x="1629" y="735"/>
                  <a:pt x="1629" y="735"/>
                </a:cubicBezTo>
                <a:cubicBezTo>
                  <a:pt x="1631" y="733"/>
                  <a:pt x="1629" y="732"/>
                  <a:pt x="1633" y="731"/>
                </a:cubicBezTo>
                <a:cubicBezTo>
                  <a:pt x="1634" y="726"/>
                  <a:pt x="1630" y="729"/>
                  <a:pt x="1628" y="727"/>
                </a:cubicBezTo>
                <a:cubicBezTo>
                  <a:pt x="1627" y="725"/>
                  <a:pt x="1625" y="723"/>
                  <a:pt x="1624" y="721"/>
                </a:cubicBezTo>
                <a:cubicBezTo>
                  <a:pt x="1617" y="715"/>
                  <a:pt x="1615" y="725"/>
                  <a:pt x="1611" y="728"/>
                </a:cubicBezTo>
                <a:cubicBezTo>
                  <a:pt x="1609" y="731"/>
                  <a:pt x="1606" y="732"/>
                  <a:pt x="1603" y="734"/>
                </a:cubicBezTo>
                <a:cubicBezTo>
                  <a:pt x="1600" y="737"/>
                  <a:pt x="1598" y="740"/>
                  <a:pt x="1595" y="742"/>
                </a:cubicBezTo>
                <a:cubicBezTo>
                  <a:pt x="1590" y="746"/>
                  <a:pt x="1588" y="752"/>
                  <a:pt x="1580" y="752"/>
                </a:cubicBezTo>
                <a:cubicBezTo>
                  <a:pt x="1580" y="751"/>
                  <a:pt x="1580" y="751"/>
                  <a:pt x="1580" y="751"/>
                </a:cubicBezTo>
                <a:cubicBezTo>
                  <a:pt x="1571" y="746"/>
                  <a:pt x="1575" y="764"/>
                  <a:pt x="1576" y="767"/>
                </a:cubicBezTo>
                <a:cubicBezTo>
                  <a:pt x="1580" y="776"/>
                  <a:pt x="1578" y="780"/>
                  <a:pt x="1589" y="781"/>
                </a:cubicBezTo>
                <a:cubicBezTo>
                  <a:pt x="1589" y="786"/>
                  <a:pt x="1597" y="783"/>
                  <a:pt x="1600" y="783"/>
                </a:cubicBezTo>
                <a:cubicBezTo>
                  <a:pt x="1606" y="787"/>
                  <a:pt x="1610" y="789"/>
                  <a:pt x="1615" y="783"/>
                </a:cubicBezTo>
                <a:cubicBezTo>
                  <a:pt x="1618" y="778"/>
                  <a:pt x="1615" y="771"/>
                  <a:pt x="1621" y="768"/>
                </a:cubicBezTo>
                <a:cubicBezTo>
                  <a:pt x="1620" y="768"/>
                  <a:pt x="1620" y="768"/>
                  <a:pt x="1622" y="767"/>
                </a:cubicBezTo>
                <a:close/>
                <a:moveTo>
                  <a:pt x="1664" y="755"/>
                </a:moveTo>
                <a:cubicBezTo>
                  <a:pt x="1659" y="756"/>
                  <a:pt x="1656" y="755"/>
                  <a:pt x="1651" y="755"/>
                </a:cubicBezTo>
                <a:cubicBezTo>
                  <a:pt x="1647" y="754"/>
                  <a:pt x="1643" y="755"/>
                  <a:pt x="1640" y="758"/>
                </a:cubicBezTo>
                <a:cubicBezTo>
                  <a:pt x="1637" y="761"/>
                  <a:pt x="1638" y="762"/>
                  <a:pt x="1637" y="766"/>
                </a:cubicBezTo>
                <a:cubicBezTo>
                  <a:pt x="1635" y="769"/>
                  <a:pt x="1634" y="772"/>
                  <a:pt x="1633" y="776"/>
                </a:cubicBezTo>
                <a:cubicBezTo>
                  <a:pt x="1631" y="780"/>
                  <a:pt x="1631" y="780"/>
                  <a:pt x="1633" y="784"/>
                </a:cubicBezTo>
                <a:cubicBezTo>
                  <a:pt x="1633" y="785"/>
                  <a:pt x="1636" y="786"/>
                  <a:pt x="1636" y="788"/>
                </a:cubicBezTo>
                <a:cubicBezTo>
                  <a:pt x="1637" y="789"/>
                  <a:pt x="1635" y="791"/>
                  <a:pt x="1635" y="792"/>
                </a:cubicBezTo>
                <a:cubicBezTo>
                  <a:pt x="1635" y="797"/>
                  <a:pt x="1636" y="798"/>
                  <a:pt x="1641" y="796"/>
                </a:cubicBezTo>
                <a:cubicBezTo>
                  <a:pt x="1642" y="794"/>
                  <a:pt x="1639" y="776"/>
                  <a:pt x="1644" y="781"/>
                </a:cubicBezTo>
                <a:cubicBezTo>
                  <a:pt x="1646" y="782"/>
                  <a:pt x="1645" y="790"/>
                  <a:pt x="1648" y="792"/>
                </a:cubicBezTo>
                <a:cubicBezTo>
                  <a:pt x="1649" y="792"/>
                  <a:pt x="1657" y="790"/>
                  <a:pt x="1658" y="789"/>
                </a:cubicBezTo>
                <a:cubicBezTo>
                  <a:pt x="1657" y="790"/>
                  <a:pt x="1647" y="775"/>
                  <a:pt x="1647" y="774"/>
                </a:cubicBezTo>
                <a:cubicBezTo>
                  <a:pt x="1649" y="771"/>
                  <a:pt x="1659" y="770"/>
                  <a:pt x="1660" y="767"/>
                </a:cubicBezTo>
                <a:cubicBezTo>
                  <a:pt x="1661" y="767"/>
                  <a:pt x="1650" y="766"/>
                  <a:pt x="1649" y="767"/>
                </a:cubicBezTo>
                <a:cubicBezTo>
                  <a:pt x="1646" y="768"/>
                  <a:pt x="1642" y="774"/>
                  <a:pt x="1640" y="766"/>
                </a:cubicBezTo>
                <a:cubicBezTo>
                  <a:pt x="1637" y="756"/>
                  <a:pt x="1662" y="761"/>
                  <a:pt x="1667" y="759"/>
                </a:cubicBezTo>
                <a:cubicBezTo>
                  <a:pt x="1666" y="759"/>
                  <a:pt x="1671" y="755"/>
                  <a:pt x="1670" y="756"/>
                </a:cubicBezTo>
                <a:cubicBezTo>
                  <a:pt x="1674" y="753"/>
                  <a:pt x="1665" y="755"/>
                  <a:pt x="1664" y="755"/>
                </a:cubicBezTo>
                <a:close/>
                <a:moveTo>
                  <a:pt x="1568" y="636"/>
                </a:moveTo>
                <a:cubicBezTo>
                  <a:pt x="1563" y="642"/>
                  <a:pt x="1570" y="648"/>
                  <a:pt x="1576" y="642"/>
                </a:cubicBezTo>
                <a:cubicBezTo>
                  <a:pt x="1583" y="634"/>
                  <a:pt x="1574" y="633"/>
                  <a:pt x="1568" y="636"/>
                </a:cubicBezTo>
                <a:cubicBezTo>
                  <a:pt x="1567" y="638"/>
                  <a:pt x="1570" y="635"/>
                  <a:pt x="1568" y="636"/>
                </a:cubicBezTo>
                <a:close/>
                <a:moveTo>
                  <a:pt x="1591" y="931"/>
                </a:moveTo>
                <a:cubicBezTo>
                  <a:pt x="1590" y="932"/>
                  <a:pt x="1589" y="934"/>
                  <a:pt x="1588" y="935"/>
                </a:cubicBezTo>
                <a:cubicBezTo>
                  <a:pt x="1588" y="934"/>
                  <a:pt x="1589" y="931"/>
                  <a:pt x="1587" y="931"/>
                </a:cubicBezTo>
                <a:cubicBezTo>
                  <a:pt x="1587" y="940"/>
                  <a:pt x="1591" y="948"/>
                  <a:pt x="1591" y="957"/>
                </a:cubicBezTo>
                <a:cubicBezTo>
                  <a:pt x="1591" y="967"/>
                  <a:pt x="1594" y="973"/>
                  <a:pt x="1590" y="982"/>
                </a:cubicBezTo>
                <a:cubicBezTo>
                  <a:pt x="1587" y="988"/>
                  <a:pt x="1585" y="994"/>
                  <a:pt x="1593" y="996"/>
                </a:cubicBezTo>
                <a:cubicBezTo>
                  <a:pt x="1600" y="998"/>
                  <a:pt x="1608" y="991"/>
                  <a:pt x="1615" y="990"/>
                </a:cubicBezTo>
                <a:cubicBezTo>
                  <a:pt x="1625" y="990"/>
                  <a:pt x="1631" y="990"/>
                  <a:pt x="1641" y="985"/>
                </a:cubicBezTo>
                <a:cubicBezTo>
                  <a:pt x="1649" y="981"/>
                  <a:pt x="1657" y="979"/>
                  <a:pt x="1666" y="977"/>
                </a:cubicBezTo>
                <a:cubicBezTo>
                  <a:pt x="1683" y="973"/>
                  <a:pt x="1709" y="976"/>
                  <a:pt x="1702" y="1000"/>
                </a:cubicBezTo>
                <a:cubicBezTo>
                  <a:pt x="1704" y="1000"/>
                  <a:pt x="1706" y="1000"/>
                  <a:pt x="1707" y="1000"/>
                </a:cubicBezTo>
                <a:cubicBezTo>
                  <a:pt x="1708" y="997"/>
                  <a:pt x="1717" y="987"/>
                  <a:pt x="1721" y="988"/>
                </a:cubicBezTo>
                <a:cubicBezTo>
                  <a:pt x="1720" y="990"/>
                  <a:pt x="1720" y="993"/>
                  <a:pt x="1718" y="996"/>
                </a:cubicBezTo>
                <a:cubicBezTo>
                  <a:pt x="1717" y="998"/>
                  <a:pt x="1714" y="998"/>
                  <a:pt x="1714" y="1000"/>
                </a:cubicBezTo>
                <a:cubicBezTo>
                  <a:pt x="1712" y="1010"/>
                  <a:pt x="1720" y="999"/>
                  <a:pt x="1721" y="998"/>
                </a:cubicBezTo>
                <a:cubicBezTo>
                  <a:pt x="1721" y="1000"/>
                  <a:pt x="1720" y="1003"/>
                  <a:pt x="1721" y="1006"/>
                </a:cubicBezTo>
                <a:cubicBezTo>
                  <a:pt x="1722" y="1007"/>
                  <a:pt x="1724" y="1007"/>
                  <a:pt x="1725" y="1008"/>
                </a:cubicBezTo>
                <a:cubicBezTo>
                  <a:pt x="1727" y="1013"/>
                  <a:pt x="1725" y="1016"/>
                  <a:pt x="1725" y="1020"/>
                </a:cubicBezTo>
                <a:cubicBezTo>
                  <a:pt x="1725" y="1032"/>
                  <a:pt x="1739" y="1026"/>
                  <a:pt x="1740" y="1039"/>
                </a:cubicBezTo>
                <a:cubicBezTo>
                  <a:pt x="1745" y="1039"/>
                  <a:pt x="1748" y="1038"/>
                  <a:pt x="1751" y="1033"/>
                </a:cubicBezTo>
                <a:cubicBezTo>
                  <a:pt x="1752" y="1033"/>
                  <a:pt x="1754" y="1033"/>
                  <a:pt x="1755" y="1033"/>
                </a:cubicBezTo>
                <a:cubicBezTo>
                  <a:pt x="1755" y="1034"/>
                  <a:pt x="1755" y="1035"/>
                  <a:pt x="1755" y="1036"/>
                </a:cubicBezTo>
                <a:cubicBezTo>
                  <a:pt x="1758" y="1038"/>
                  <a:pt x="1757" y="1042"/>
                  <a:pt x="1761" y="1042"/>
                </a:cubicBezTo>
                <a:cubicBezTo>
                  <a:pt x="1764" y="1043"/>
                  <a:pt x="1766" y="1040"/>
                  <a:pt x="1768" y="1039"/>
                </a:cubicBezTo>
                <a:cubicBezTo>
                  <a:pt x="1773" y="1036"/>
                  <a:pt x="1782" y="1035"/>
                  <a:pt x="1785" y="1031"/>
                </a:cubicBezTo>
                <a:cubicBezTo>
                  <a:pt x="1788" y="1027"/>
                  <a:pt x="1789" y="1020"/>
                  <a:pt x="1791" y="1015"/>
                </a:cubicBezTo>
                <a:cubicBezTo>
                  <a:pt x="1795" y="1009"/>
                  <a:pt x="1800" y="1004"/>
                  <a:pt x="1802" y="997"/>
                </a:cubicBezTo>
                <a:cubicBezTo>
                  <a:pt x="1809" y="994"/>
                  <a:pt x="1814" y="986"/>
                  <a:pt x="1816" y="980"/>
                </a:cubicBezTo>
                <a:cubicBezTo>
                  <a:pt x="1819" y="973"/>
                  <a:pt x="1824" y="964"/>
                  <a:pt x="1825" y="956"/>
                </a:cubicBezTo>
                <a:cubicBezTo>
                  <a:pt x="1825" y="953"/>
                  <a:pt x="1824" y="949"/>
                  <a:pt x="1824" y="945"/>
                </a:cubicBezTo>
                <a:cubicBezTo>
                  <a:pt x="1824" y="942"/>
                  <a:pt x="1826" y="939"/>
                  <a:pt x="1825" y="936"/>
                </a:cubicBezTo>
                <a:cubicBezTo>
                  <a:pt x="1825" y="932"/>
                  <a:pt x="1821" y="922"/>
                  <a:pt x="1817" y="920"/>
                </a:cubicBezTo>
                <a:cubicBezTo>
                  <a:pt x="1816" y="918"/>
                  <a:pt x="1816" y="914"/>
                  <a:pt x="1815" y="911"/>
                </a:cubicBezTo>
                <a:cubicBezTo>
                  <a:pt x="1808" y="911"/>
                  <a:pt x="1807" y="902"/>
                  <a:pt x="1807" y="895"/>
                </a:cubicBezTo>
                <a:cubicBezTo>
                  <a:pt x="1802" y="894"/>
                  <a:pt x="1793" y="887"/>
                  <a:pt x="1792" y="883"/>
                </a:cubicBezTo>
                <a:cubicBezTo>
                  <a:pt x="1790" y="880"/>
                  <a:pt x="1792" y="876"/>
                  <a:pt x="1791" y="873"/>
                </a:cubicBezTo>
                <a:cubicBezTo>
                  <a:pt x="1790" y="871"/>
                  <a:pt x="1789" y="869"/>
                  <a:pt x="1788" y="867"/>
                </a:cubicBezTo>
                <a:cubicBezTo>
                  <a:pt x="1786" y="863"/>
                  <a:pt x="1787" y="859"/>
                  <a:pt x="1785" y="856"/>
                </a:cubicBezTo>
                <a:cubicBezTo>
                  <a:pt x="1784" y="853"/>
                  <a:pt x="1782" y="852"/>
                  <a:pt x="1780" y="850"/>
                </a:cubicBezTo>
                <a:cubicBezTo>
                  <a:pt x="1777" y="845"/>
                  <a:pt x="1777" y="837"/>
                  <a:pt x="1776" y="831"/>
                </a:cubicBezTo>
                <a:cubicBezTo>
                  <a:pt x="1765" y="833"/>
                  <a:pt x="1764" y="855"/>
                  <a:pt x="1761" y="864"/>
                </a:cubicBezTo>
                <a:cubicBezTo>
                  <a:pt x="1760" y="869"/>
                  <a:pt x="1759" y="875"/>
                  <a:pt x="1752" y="874"/>
                </a:cubicBezTo>
                <a:cubicBezTo>
                  <a:pt x="1747" y="872"/>
                  <a:pt x="1746" y="866"/>
                  <a:pt x="1740" y="865"/>
                </a:cubicBezTo>
                <a:cubicBezTo>
                  <a:pt x="1740" y="864"/>
                  <a:pt x="1740" y="864"/>
                  <a:pt x="1740" y="864"/>
                </a:cubicBezTo>
                <a:cubicBezTo>
                  <a:pt x="1738" y="864"/>
                  <a:pt x="1731" y="857"/>
                  <a:pt x="1731" y="856"/>
                </a:cubicBezTo>
                <a:cubicBezTo>
                  <a:pt x="1730" y="853"/>
                  <a:pt x="1730" y="852"/>
                  <a:pt x="1731" y="849"/>
                </a:cubicBezTo>
                <a:cubicBezTo>
                  <a:pt x="1733" y="846"/>
                  <a:pt x="1738" y="843"/>
                  <a:pt x="1739" y="840"/>
                </a:cubicBezTo>
                <a:cubicBezTo>
                  <a:pt x="1740" y="834"/>
                  <a:pt x="1733" y="839"/>
                  <a:pt x="1731" y="838"/>
                </a:cubicBezTo>
                <a:cubicBezTo>
                  <a:pt x="1731" y="838"/>
                  <a:pt x="1731" y="838"/>
                  <a:pt x="1731" y="838"/>
                </a:cubicBezTo>
                <a:cubicBezTo>
                  <a:pt x="1722" y="838"/>
                  <a:pt x="1717" y="831"/>
                  <a:pt x="1708" y="833"/>
                </a:cubicBezTo>
                <a:cubicBezTo>
                  <a:pt x="1708" y="838"/>
                  <a:pt x="1703" y="840"/>
                  <a:pt x="1701" y="842"/>
                </a:cubicBezTo>
                <a:cubicBezTo>
                  <a:pt x="1699" y="843"/>
                  <a:pt x="1696" y="846"/>
                  <a:pt x="1695" y="848"/>
                </a:cubicBezTo>
                <a:cubicBezTo>
                  <a:pt x="1694" y="850"/>
                  <a:pt x="1696" y="853"/>
                  <a:pt x="1695" y="856"/>
                </a:cubicBezTo>
                <a:cubicBezTo>
                  <a:pt x="1694" y="856"/>
                  <a:pt x="1685" y="858"/>
                  <a:pt x="1684" y="858"/>
                </a:cubicBezTo>
                <a:cubicBezTo>
                  <a:pt x="1681" y="856"/>
                  <a:pt x="1682" y="854"/>
                  <a:pt x="1681" y="852"/>
                </a:cubicBezTo>
                <a:cubicBezTo>
                  <a:pt x="1675" y="846"/>
                  <a:pt x="1669" y="855"/>
                  <a:pt x="1663" y="858"/>
                </a:cubicBezTo>
                <a:cubicBezTo>
                  <a:pt x="1662" y="860"/>
                  <a:pt x="1664" y="863"/>
                  <a:pt x="1662" y="865"/>
                </a:cubicBezTo>
                <a:cubicBezTo>
                  <a:pt x="1660" y="867"/>
                  <a:pt x="1658" y="863"/>
                  <a:pt x="1656" y="864"/>
                </a:cubicBezTo>
                <a:cubicBezTo>
                  <a:pt x="1655" y="867"/>
                  <a:pt x="1660" y="874"/>
                  <a:pt x="1653" y="873"/>
                </a:cubicBezTo>
                <a:cubicBezTo>
                  <a:pt x="1653" y="871"/>
                  <a:pt x="1653" y="869"/>
                  <a:pt x="1652" y="867"/>
                </a:cubicBezTo>
                <a:cubicBezTo>
                  <a:pt x="1644" y="869"/>
                  <a:pt x="1647" y="877"/>
                  <a:pt x="1644" y="882"/>
                </a:cubicBezTo>
                <a:cubicBezTo>
                  <a:pt x="1640" y="887"/>
                  <a:pt x="1635" y="886"/>
                  <a:pt x="1630" y="888"/>
                </a:cubicBezTo>
                <a:cubicBezTo>
                  <a:pt x="1621" y="891"/>
                  <a:pt x="1599" y="894"/>
                  <a:pt x="1597" y="905"/>
                </a:cubicBezTo>
                <a:cubicBezTo>
                  <a:pt x="1596" y="905"/>
                  <a:pt x="1596" y="905"/>
                  <a:pt x="1595" y="905"/>
                </a:cubicBezTo>
                <a:cubicBezTo>
                  <a:pt x="1596" y="904"/>
                  <a:pt x="1595" y="902"/>
                  <a:pt x="1594" y="902"/>
                </a:cubicBezTo>
                <a:cubicBezTo>
                  <a:pt x="1590" y="908"/>
                  <a:pt x="1589" y="917"/>
                  <a:pt x="1590" y="924"/>
                </a:cubicBezTo>
                <a:cubicBezTo>
                  <a:pt x="1592" y="924"/>
                  <a:pt x="1591" y="929"/>
                  <a:pt x="1591" y="931"/>
                </a:cubicBezTo>
                <a:close/>
                <a:moveTo>
                  <a:pt x="1746" y="1072"/>
                </a:moveTo>
                <a:cubicBezTo>
                  <a:pt x="1746" y="1072"/>
                  <a:pt x="1746" y="1084"/>
                  <a:pt x="1749" y="1085"/>
                </a:cubicBezTo>
                <a:cubicBezTo>
                  <a:pt x="1754" y="1089"/>
                  <a:pt x="1752" y="1080"/>
                  <a:pt x="1759" y="1080"/>
                </a:cubicBezTo>
                <a:cubicBezTo>
                  <a:pt x="1758" y="1081"/>
                  <a:pt x="1758" y="1082"/>
                  <a:pt x="1759" y="1082"/>
                </a:cubicBezTo>
                <a:cubicBezTo>
                  <a:pt x="1761" y="1083"/>
                  <a:pt x="1761" y="1073"/>
                  <a:pt x="1764" y="1072"/>
                </a:cubicBezTo>
                <a:cubicBezTo>
                  <a:pt x="1764" y="1073"/>
                  <a:pt x="1764" y="1074"/>
                  <a:pt x="1765" y="1074"/>
                </a:cubicBezTo>
                <a:cubicBezTo>
                  <a:pt x="1765" y="1073"/>
                  <a:pt x="1768" y="1064"/>
                  <a:pt x="1768" y="1063"/>
                </a:cubicBezTo>
                <a:cubicBezTo>
                  <a:pt x="1766" y="1060"/>
                  <a:pt x="1766" y="1061"/>
                  <a:pt x="1762" y="1062"/>
                </a:cubicBezTo>
                <a:cubicBezTo>
                  <a:pt x="1758" y="1062"/>
                  <a:pt x="1757" y="1063"/>
                  <a:pt x="1754" y="1062"/>
                </a:cubicBezTo>
                <a:cubicBezTo>
                  <a:pt x="1752" y="1061"/>
                  <a:pt x="1749" y="1058"/>
                  <a:pt x="1748" y="1058"/>
                </a:cubicBezTo>
                <a:cubicBezTo>
                  <a:pt x="1745" y="1058"/>
                  <a:pt x="1747" y="1071"/>
                  <a:pt x="1747" y="1072"/>
                </a:cubicBezTo>
                <a:lnTo>
                  <a:pt x="1746" y="1072"/>
                </a:lnTo>
                <a:close/>
                <a:moveTo>
                  <a:pt x="1901" y="1105"/>
                </a:moveTo>
                <a:cubicBezTo>
                  <a:pt x="1903" y="1096"/>
                  <a:pt x="1908" y="1094"/>
                  <a:pt x="1913" y="1089"/>
                </a:cubicBezTo>
                <a:cubicBezTo>
                  <a:pt x="1916" y="1085"/>
                  <a:pt x="1919" y="1078"/>
                  <a:pt x="1911" y="1079"/>
                </a:cubicBezTo>
                <a:cubicBezTo>
                  <a:pt x="1911" y="1077"/>
                  <a:pt x="1912" y="1075"/>
                  <a:pt x="1911" y="1074"/>
                </a:cubicBezTo>
                <a:cubicBezTo>
                  <a:pt x="1900" y="1081"/>
                  <a:pt x="1893" y="1093"/>
                  <a:pt x="1883" y="1100"/>
                </a:cubicBezTo>
                <a:cubicBezTo>
                  <a:pt x="1875" y="1106"/>
                  <a:pt x="1867" y="1109"/>
                  <a:pt x="1861" y="1117"/>
                </a:cubicBezTo>
                <a:cubicBezTo>
                  <a:pt x="1855" y="1126"/>
                  <a:pt x="1864" y="1135"/>
                  <a:pt x="1873" y="1129"/>
                </a:cubicBezTo>
                <a:cubicBezTo>
                  <a:pt x="1883" y="1124"/>
                  <a:pt x="1885" y="1114"/>
                  <a:pt x="1892" y="1107"/>
                </a:cubicBezTo>
                <a:cubicBezTo>
                  <a:pt x="1894" y="1106"/>
                  <a:pt x="1898" y="1106"/>
                  <a:pt x="1901" y="1105"/>
                </a:cubicBezTo>
                <a:close/>
                <a:moveTo>
                  <a:pt x="1920" y="1080"/>
                </a:moveTo>
                <a:cubicBezTo>
                  <a:pt x="1916" y="1085"/>
                  <a:pt x="1925" y="1082"/>
                  <a:pt x="1926" y="1081"/>
                </a:cubicBezTo>
                <a:cubicBezTo>
                  <a:pt x="1929" y="1080"/>
                  <a:pt x="1933" y="1076"/>
                  <a:pt x="1935" y="1073"/>
                </a:cubicBezTo>
                <a:cubicBezTo>
                  <a:pt x="1937" y="1070"/>
                  <a:pt x="1937" y="1067"/>
                  <a:pt x="1938" y="1065"/>
                </a:cubicBezTo>
                <a:cubicBezTo>
                  <a:pt x="1940" y="1062"/>
                  <a:pt x="1943" y="1063"/>
                  <a:pt x="1946" y="1061"/>
                </a:cubicBezTo>
                <a:cubicBezTo>
                  <a:pt x="1947" y="1060"/>
                  <a:pt x="1952" y="1053"/>
                  <a:pt x="1952" y="1051"/>
                </a:cubicBezTo>
                <a:cubicBezTo>
                  <a:pt x="1953" y="1046"/>
                  <a:pt x="1953" y="1048"/>
                  <a:pt x="1949" y="1047"/>
                </a:cubicBezTo>
                <a:cubicBezTo>
                  <a:pt x="1945" y="1047"/>
                  <a:pt x="1945" y="1052"/>
                  <a:pt x="1941" y="1046"/>
                </a:cubicBezTo>
                <a:cubicBezTo>
                  <a:pt x="1939" y="1043"/>
                  <a:pt x="1940" y="1038"/>
                  <a:pt x="1937" y="1035"/>
                </a:cubicBezTo>
                <a:cubicBezTo>
                  <a:pt x="1936" y="1038"/>
                  <a:pt x="1936" y="1045"/>
                  <a:pt x="1933" y="1038"/>
                </a:cubicBezTo>
                <a:cubicBezTo>
                  <a:pt x="1933" y="1037"/>
                  <a:pt x="1934" y="1028"/>
                  <a:pt x="1935" y="1028"/>
                </a:cubicBezTo>
                <a:cubicBezTo>
                  <a:pt x="1936" y="1020"/>
                  <a:pt x="1929" y="1019"/>
                  <a:pt x="1928" y="1013"/>
                </a:cubicBezTo>
                <a:cubicBezTo>
                  <a:pt x="1925" y="1012"/>
                  <a:pt x="1929" y="1030"/>
                  <a:pt x="1930" y="1032"/>
                </a:cubicBezTo>
                <a:cubicBezTo>
                  <a:pt x="1935" y="1033"/>
                  <a:pt x="1930" y="1054"/>
                  <a:pt x="1927" y="1057"/>
                </a:cubicBezTo>
                <a:cubicBezTo>
                  <a:pt x="1923" y="1061"/>
                  <a:pt x="1918" y="1056"/>
                  <a:pt x="1922" y="1064"/>
                </a:cubicBezTo>
                <a:cubicBezTo>
                  <a:pt x="1925" y="1069"/>
                  <a:pt x="1928" y="1074"/>
                  <a:pt x="1921" y="1079"/>
                </a:cubicBezTo>
                <a:lnTo>
                  <a:pt x="1920" y="1080"/>
                </a:lnTo>
                <a:close/>
                <a:moveTo>
                  <a:pt x="1781" y="783"/>
                </a:moveTo>
                <a:cubicBezTo>
                  <a:pt x="1765" y="784"/>
                  <a:pt x="1749" y="764"/>
                  <a:pt x="1735" y="777"/>
                </a:cubicBezTo>
                <a:cubicBezTo>
                  <a:pt x="1732" y="779"/>
                  <a:pt x="1735" y="782"/>
                  <a:pt x="1730" y="781"/>
                </a:cubicBezTo>
                <a:cubicBezTo>
                  <a:pt x="1725" y="780"/>
                  <a:pt x="1726" y="773"/>
                  <a:pt x="1724" y="770"/>
                </a:cubicBezTo>
                <a:cubicBezTo>
                  <a:pt x="1719" y="761"/>
                  <a:pt x="1714" y="766"/>
                  <a:pt x="1706" y="767"/>
                </a:cubicBezTo>
                <a:cubicBezTo>
                  <a:pt x="1705" y="771"/>
                  <a:pt x="1711" y="768"/>
                  <a:pt x="1711" y="772"/>
                </a:cubicBezTo>
                <a:cubicBezTo>
                  <a:pt x="1713" y="773"/>
                  <a:pt x="1722" y="776"/>
                  <a:pt x="1722" y="777"/>
                </a:cubicBezTo>
                <a:cubicBezTo>
                  <a:pt x="1722" y="778"/>
                  <a:pt x="1715" y="780"/>
                  <a:pt x="1714" y="780"/>
                </a:cubicBezTo>
                <a:cubicBezTo>
                  <a:pt x="1714" y="778"/>
                  <a:pt x="1712" y="778"/>
                  <a:pt x="1710" y="779"/>
                </a:cubicBezTo>
                <a:cubicBezTo>
                  <a:pt x="1714" y="782"/>
                  <a:pt x="1714" y="786"/>
                  <a:pt x="1720" y="786"/>
                </a:cubicBezTo>
                <a:cubicBezTo>
                  <a:pt x="1720" y="786"/>
                  <a:pt x="1720" y="783"/>
                  <a:pt x="1721" y="783"/>
                </a:cubicBezTo>
                <a:cubicBezTo>
                  <a:pt x="1724" y="782"/>
                  <a:pt x="1723" y="784"/>
                  <a:pt x="1725" y="786"/>
                </a:cubicBezTo>
                <a:cubicBezTo>
                  <a:pt x="1734" y="791"/>
                  <a:pt x="1744" y="792"/>
                  <a:pt x="1749" y="801"/>
                </a:cubicBezTo>
                <a:cubicBezTo>
                  <a:pt x="1751" y="805"/>
                  <a:pt x="1751" y="810"/>
                  <a:pt x="1755" y="812"/>
                </a:cubicBezTo>
                <a:cubicBezTo>
                  <a:pt x="1755" y="813"/>
                  <a:pt x="1758" y="812"/>
                  <a:pt x="1759" y="813"/>
                </a:cubicBezTo>
                <a:cubicBezTo>
                  <a:pt x="1761" y="814"/>
                  <a:pt x="1760" y="816"/>
                  <a:pt x="1762" y="817"/>
                </a:cubicBezTo>
                <a:cubicBezTo>
                  <a:pt x="1764" y="819"/>
                  <a:pt x="1776" y="821"/>
                  <a:pt x="1777" y="818"/>
                </a:cubicBezTo>
                <a:cubicBezTo>
                  <a:pt x="1780" y="815"/>
                  <a:pt x="1774" y="815"/>
                  <a:pt x="1773" y="813"/>
                </a:cubicBezTo>
                <a:cubicBezTo>
                  <a:pt x="1776" y="813"/>
                  <a:pt x="1780" y="812"/>
                  <a:pt x="1783" y="811"/>
                </a:cubicBezTo>
                <a:cubicBezTo>
                  <a:pt x="1786" y="810"/>
                  <a:pt x="1785" y="808"/>
                  <a:pt x="1788" y="808"/>
                </a:cubicBezTo>
                <a:cubicBezTo>
                  <a:pt x="1790" y="811"/>
                  <a:pt x="1795" y="812"/>
                  <a:pt x="1797" y="814"/>
                </a:cubicBezTo>
                <a:cubicBezTo>
                  <a:pt x="1799" y="816"/>
                  <a:pt x="1799" y="819"/>
                  <a:pt x="1801" y="821"/>
                </a:cubicBezTo>
                <a:cubicBezTo>
                  <a:pt x="1805" y="825"/>
                  <a:pt x="1816" y="829"/>
                  <a:pt x="1822" y="829"/>
                </a:cubicBezTo>
                <a:cubicBezTo>
                  <a:pt x="1822" y="828"/>
                  <a:pt x="1821" y="828"/>
                  <a:pt x="1821" y="828"/>
                </a:cubicBezTo>
                <a:cubicBezTo>
                  <a:pt x="1825" y="827"/>
                  <a:pt x="1818" y="825"/>
                  <a:pt x="1818" y="825"/>
                </a:cubicBezTo>
                <a:cubicBezTo>
                  <a:pt x="1820" y="823"/>
                  <a:pt x="1810" y="815"/>
                  <a:pt x="1808" y="813"/>
                </a:cubicBezTo>
                <a:cubicBezTo>
                  <a:pt x="1806" y="810"/>
                  <a:pt x="1804" y="808"/>
                  <a:pt x="1803" y="805"/>
                </a:cubicBezTo>
                <a:cubicBezTo>
                  <a:pt x="1803" y="802"/>
                  <a:pt x="1807" y="804"/>
                  <a:pt x="1804" y="800"/>
                </a:cubicBezTo>
                <a:cubicBezTo>
                  <a:pt x="1800" y="799"/>
                  <a:pt x="1795" y="794"/>
                  <a:pt x="1793" y="792"/>
                </a:cubicBezTo>
                <a:cubicBezTo>
                  <a:pt x="1792" y="791"/>
                  <a:pt x="1790" y="788"/>
                  <a:pt x="1789" y="787"/>
                </a:cubicBezTo>
                <a:cubicBezTo>
                  <a:pt x="1787" y="785"/>
                  <a:pt x="1783" y="786"/>
                  <a:pt x="1781" y="783"/>
                </a:cubicBezTo>
                <a:cubicBezTo>
                  <a:pt x="1781" y="783"/>
                  <a:pt x="1782" y="785"/>
                  <a:pt x="1781" y="783"/>
                </a:cubicBezTo>
                <a:close/>
                <a:moveTo>
                  <a:pt x="566" y="1010"/>
                </a:moveTo>
                <a:cubicBezTo>
                  <a:pt x="569" y="1010"/>
                  <a:pt x="569" y="1010"/>
                  <a:pt x="571" y="1011"/>
                </a:cubicBezTo>
                <a:cubicBezTo>
                  <a:pt x="574" y="1012"/>
                  <a:pt x="574" y="1014"/>
                  <a:pt x="576" y="1014"/>
                </a:cubicBezTo>
                <a:cubicBezTo>
                  <a:pt x="581" y="1014"/>
                  <a:pt x="588" y="1009"/>
                  <a:pt x="591" y="1006"/>
                </a:cubicBezTo>
                <a:cubicBezTo>
                  <a:pt x="595" y="1003"/>
                  <a:pt x="596" y="1001"/>
                  <a:pt x="593" y="997"/>
                </a:cubicBezTo>
                <a:cubicBezTo>
                  <a:pt x="591" y="994"/>
                  <a:pt x="589" y="994"/>
                  <a:pt x="588" y="990"/>
                </a:cubicBezTo>
                <a:cubicBezTo>
                  <a:pt x="587" y="987"/>
                  <a:pt x="588" y="985"/>
                  <a:pt x="585" y="982"/>
                </a:cubicBezTo>
                <a:cubicBezTo>
                  <a:pt x="582" y="980"/>
                  <a:pt x="577" y="979"/>
                  <a:pt x="584" y="978"/>
                </a:cubicBezTo>
                <a:cubicBezTo>
                  <a:pt x="589" y="977"/>
                  <a:pt x="593" y="981"/>
                  <a:pt x="598" y="982"/>
                </a:cubicBezTo>
                <a:cubicBezTo>
                  <a:pt x="611" y="984"/>
                  <a:pt x="615" y="966"/>
                  <a:pt x="621" y="959"/>
                </a:cubicBezTo>
                <a:cubicBezTo>
                  <a:pt x="626" y="953"/>
                  <a:pt x="631" y="947"/>
                  <a:pt x="633" y="939"/>
                </a:cubicBezTo>
                <a:cubicBezTo>
                  <a:pt x="634" y="932"/>
                  <a:pt x="631" y="923"/>
                  <a:pt x="636" y="918"/>
                </a:cubicBezTo>
                <a:cubicBezTo>
                  <a:pt x="646" y="907"/>
                  <a:pt x="663" y="907"/>
                  <a:pt x="675" y="899"/>
                </a:cubicBezTo>
                <a:cubicBezTo>
                  <a:pt x="683" y="894"/>
                  <a:pt x="688" y="875"/>
                  <a:pt x="688" y="865"/>
                </a:cubicBezTo>
                <a:cubicBezTo>
                  <a:pt x="689" y="857"/>
                  <a:pt x="686" y="852"/>
                  <a:pt x="689" y="845"/>
                </a:cubicBezTo>
                <a:cubicBezTo>
                  <a:pt x="692" y="840"/>
                  <a:pt x="696" y="835"/>
                  <a:pt x="699" y="830"/>
                </a:cubicBezTo>
                <a:cubicBezTo>
                  <a:pt x="706" y="820"/>
                  <a:pt x="713" y="807"/>
                  <a:pt x="706" y="795"/>
                </a:cubicBezTo>
                <a:cubicBezTo>
                  <a:pt x="698" y="783"/>
                  <a:pt x="678" y="783"/>
                  <a:pt x="665" y="780"/>
                </a:cubicBezTo>
                <a:cubicBezTo>
                  <a:pt x="665" y="779"/>
                  <a:pt x="664" y="778"/>
                  <a:pt x="664" y="777"/>
                </a:cubicBezTo>
                <a:cubicBezTo>
                  <a:pt x="659" y="777"/>
                  <a:pt x="653" y="778"/>
                  <a:pt x="648" y="775"/>
                </a:cubicBezTo>
                <a:cubicBezTo>
                  <a:pt x="649" y="757"/>
                  <a:pt x="631" y="776"/>
                  <a:pt x="624" y="776"/>
                </a:cubicBezTo>
                <a:cubicBezTo>
                  <a:pt x="624" y="771"/>
                  <a:pt x="629" y="768"/>
                  <a:pt x="628" y="763"/>
                </a:cubicBezTo>
                <a:cubicBezTo>
                  <a:pt x="623" y="764"/>
                  <a:pt x="617" y="765"/>
                  <a:pt x="612" y="765"/>
                </a:cubicBezTo>
                <a:cubicBezTo>
                  <a:pt x="613" y="757"/>
                  <a:pt x="617" y="751"/>
                  <a:pt x="613" y="743"/>
                </a:cubicBezTo>
                <a:cubicBezTo>
                  <a:pt x="610" y="739"/>
                  <a:pt x="602" y="736"/>
                  <a:pt x="603" y="729"/>
                </a:cubicBezTo>
                <a:cubicBezTo>
                  <a:pt x="590" y="730"/>
                  <a:pt x="570" y="725"/>
                  <a:pt x="569" y="710"/>
                </a:cubicBezTo>
                <a:cubicBezTo>
                  <a:pt x="558" y="708"/>
                  <a:pt x="555" y="709"/>
                  <a:pt x="551" y="698"/>
                </a:cubicBezTo>
                <a:cubicBezTo>
                  <a:pt x="548" y="692"/>
                  <a:pt x="546" y="694"/>
                  <a:pt x="539" y="696"/>
                </a:cubicBezTo>
                <a:cubicBezTo>
                  <a:pt x="535" y="697"/>
                  <a:pt x="529" y="699"/>
                  <a:pt x="525" y="698"/>
                </a:cubicBezTo>
                <a:cubicBezTo>
                  <a:pt x="521" y="697"/>
                  <a:pt x="521" y="693"/>
                  <a:pt x="517" y="691"/>
                </a:cubicBezTo>
                <a:cubicBezTo>
                  <a:pt x="509" y="687"/>
                  <a:pt x="500" y="696"/>
                  <a:pt x="494" y="700"/>
                </a:cubicBezTo>
                <a:cubicBezTo>
                  <a:pt x="494" y="697"/>
                  <a:pt x="500" y="680"/>
                  <a:pt x="491" y="685"/>
                </a:cubicBezTo>
                <a:cubicBezTo>
                  <a:pt x="492" y="694"/>
                  <a:pt x="479" y="691"/>
                  <a:pt x="473" y="694"/>
                </a:cubicBezTo>
                <a:cubicBezTo>
                  <a:pt x="472" y="698"/>
                  <a:pt x="467" y="707"/>
                  <a:pt x="463" y="707"/>
                </a:cubicBezTo>
                <a:cubicBezTo>
                  <a:pt x="460" y="707"/>
                  <a:pt x="457" y="705"/>
                  <a:pt x="455" y="704"/>
                </a:cubicBezTo>
                <a:cubicBezTo>
                  <a:pt x="451" y="703"/>
                  <a:pt x="447" y="702"/>
                  <a:pt x="443" y="702"/>
                </a:cubicBezTo>
                <a:cubicBezTo>
                  <a:pt x="431" y="702"/>
                  <a:pt x="421" y="709"/>
                  <a:pt x="421" y="692"/>
                </a:cubicBezTo>
                <a:cubicBezTo>
                  <a:pt x="421" y="685"/>
                  <a:pt x="425" y="670"/>
                  <a:pt x="419" y="663"/>
                </a:cubicBezTo>
                <a:cubicBezTo>
                  <a:pt x="412" y="656"/>
                  <a:pt x="400" y="666"/>
                  <a:pt x="392" y="665"/>
                </a:cubicBezTo>
                <a:cubicBezTo>
                  <a:pt x="391" y="650"/>
                  <a:pt x="405" y="641"/>
                  <a:pt x="404" y="627"/>
                </a:cubicBezTo>
                <a:cubicBezTo>
                  <a:pt x="403" y="626"/>
                  <a:pt x="402" y="625"/>
                  <a:pt x="401" y="623"/>
                </a:cubicBezTo>
                <a:cubicBezTo>
                  <a:pt x="384" y="622"/>
                  <a:pt x="368" y="659"/>
                  <a:pt x="352" y="643"/>
                </a:cubicBezTo>
                <a:cubicBezTo>
                  <a:pt x="346" y="637"/>
                  <a:pt x="340" y="625"/>
                  <a:pt x="341" y="617"/>
                </a:cubicBezTo>
                <a:cubicBezTo>
                  <a:pt x="342" y="611"/>
                  <a:pt x="345" y="606"/>
                  <a:pt x="346" y="601"/>
                </a:cubicBezTo>
                <a:cubicBezTo>
                  <a:pt x="347" y="594"/>
                  <a:pt x="346" y="586"/>
                  <a:pt x="348" y="580"/>
                </a:cubicBezTo>
                <a:cubicBezTo>
                  <a:pt x="353" y="578"/>
                  <a:pt x="356" y="577"/>
                  <a:pt x="361" y="576"/>
                </a:cubicBezTo>
                <a:cubicBezTo>
                  <a:pt x="367" y="567"/>
                  <a:pt x="378" y="578"/>
                  <a:pt x="386" y="576"/>
                </a:cubicBezTo>
                <a:cubicBezTo>
                  <a:pt x="391" y="575"/>
                  <a:pt x="391" y="570"/>
                  <a:pt x="394" y="567"/>
                </a:cubicBezTo>
                <a:cubicBezTo>
                  <a:pt x="398" y="565"/>
                  <a:pt x="403" y="565"/>
                  <a:pt x="407" y="566"/>
                </a:cubicBezTo>
                <a:cubicBezTo>
                  <a:pt x="411" y="567"/>
                  <a:pt x="413" y="569"/>
                  <a:pt x="418" y="569"/>
                </a:cubicBezTo>
                <a:cubicBezTo>
                  <a:pt x="424" y="570"/>
                  <a:pt x="429" y="570"/>
                  <a:pt x="432" y="576"/>
                </a:cubicBezTo>
                <a:cubicBezTo>
                  <a:pt x="436" y="583"/>
                  <a:pt x="431" y="596"/>
                  <a:pt x="439" y="601"/>
                </a:cubicBezTo>
                <a:cubicBezTo>
                  <a:pt x="450" y="609"/>
                  <a:pt x="446" y="590"/>
                  <a:pt x="445" y="585"/>
                </a:cubicBezTo>
                <a:cubicBezTo>
                  <a:pt x="443" y="575"/>
                  <a:pt x="440" y="565"/>
                  <a:pt x="449" y="557"/>
                </a:cubicBezTo>
                <a:cubicBezTo>
                  <a:pt x="453" y="553"/>
                  <a:pt x="459" y="549"/>
                  <a:pt x="464" y="546"/>
                </a:cubicBezTo>
                <a:cubicBezTo>
                  <a:pt x="469" y="543"/>
                  <a:pt x="474" y="542"/>
                  <a:pt x="477" y="537"/>
                </a:cubicBezTo>
                <a:cubicBezTo>
                  <a:pt x="482" y="528"/>
                  <a:pt x="475" y="517"/>
                  <a:pt x="479" y="507"/>
                </a:cubicBezTo>
                <a:cubicBezTo>
                  <a:pt x="479" y="511"/>
                  <a:pt x="479" y="516"/>
                  <a:pt x="482" y="518"/>
                </a:cubicBezTo>
                <a:cubicBezTo>
                  <a:pt x="482" y="512"/>
                  <a:pt x="488" y="509"/>
                  <a:pt x="490" y="504"/>
                </a:cubicBezTo>
                <a:cubicBezTo>
                  <a:pt x="493" y="500"/>
                  <a:pt x="493" y="496"/>
                  <a:pt x="497" y="493"/>
                </a:cubicBezTo>
                <a:cubicBezTo>
                  <a:pt x="504" y="489"/>
                  <a:pt x="516" y="491"/>
                  <a:pt x="519" y="482"/>
                </a:cubicBezTo>
                <a:cubicBezTo>
                  <a:pt x="518" y="482"/>
                  <a:pt x="518" y="482"/>
                  <a:pt x="517" y="482"/>
                </a:cubicBezTo>
                <a:cubicBezTo>
                  <a:pt x="516" y="475"/>
                  <a:pt x="524" y="468"/>
                  <a:pt x="529" y="466"/>
                </a:cubicBezTo>
                <a:cubicBezTo>
                  <a:pt x="536" y="463"/>
                  <a:pt x="546" y="459"/>
                  <a:pt x="554" y="460"/>
                </a:cubicBezTo>
                <a:cubicBezTo>
                  <a:pt x="555" y="464"/>
                  <a:pt x="542" y="466"/>
                  <a:pt x="548" y="472"/>
                </a:cubicBezTo>
                <a:cubicBezTo>
                  <a:pt x="554" y="470"/>
                  <a:pt x="558" y="465"/>
                  <a:pt x="564" y="463"/>
                </a:cubicBezTo>
                <a:cubicBezTo>
                  <a:pt x="567" y="462"/>
                  <a:pt x="575" y="462"/>
                  <a:pt x="574" y="457"/>
                </a:cubicBezTo>
                <a:cubicBezTo>
                  <a:pt x="572" y="452"/>
                  <a:pt x="563" y="454"/>
                  <a:pt x="560" y="452"/>
                </a:cubicBezTo>
                <a:cubicBezTo>
                  <a:pt x="554" y="449"/>
                  <a:pt x="557" y="445"/>
                  <a:pt x="557" y="440"/>
                </a:cubicBezTo>
                <a:cubicBezTo>
                  <a:pt x="554" y="439"/>
                  <a:pt x="551" y="438"/>
                  <a:pt x="548" y="438"/>
                </a:cubicBezTo>
                <a:cubicBezTo>
                  <a:pt x="552" y="435"/>
                  <a:pt x="561" y="434"/>
                  <a:pt x="559" y="427"/>
                </a:cubicBezTo>
                <a:cubicBezTo>
                  <a:pt x="552" y="427"/>
                  <a:pt x="541" y="429"/>
                  <a:pt x="536" y="433"/>
                </a:cubicBezTo>
                <a:cubicBezTo>
                  <a:pt x="530" y="437"/>
                  <a:pt x="527" y="446"/>
                  <a:pt x="520" y="447"/>
                </a:cubicBezTo>
                <a:cubicBezTo>
                  <a:pt x="526" y="439"/>
                  <a:pt x="533" y="429"/>
                  <a:pt x="542" y="424"/>
                </a:cubicBezTo>
                <a:cubicBezTo>
                  <a:pt x="553" y="419"/>
                  <a:pt x="565" y="420"/>
                  <a:pt x="577" y="419"/>
                </a:cubicBezTo>
                <a:cubicBezTo>
                  <a:pt x="589" y="418"/>
                  <a:pt x="595" y="415"/>
                  <a:pt x="605" y="409"/>
                </a:cubicBezTo>
                <a:cubicBezTo>
                  <a:pt x="609" y="407"/>
                  <a:pt x="614" y="406"/>
                  <a:pt x="615" y="401"/>
                </a:cubicBezTo>
                <a:cubicBezTo>
                  <a:pt x="616" y="398"/>
                  <a:pt x="614" y="394"/>
                  <a:pt x="610" y="395"/>
                </a:cubicBezTo>
                <a:cubicBezTo>
                  <a:pt x="609" y="393"/>
                  <a:pt x="609" y="390"/>
                  <a:pt x="608" y="388"/>
                </a:cubicBezTo>
                <a:cubicBezTo>
                  <a:pt x="604" y="388"/>
                  <a:pt x="603" y="397"/>
                  <a:pt x="597" y="396"/>
                </a:cubicBezTo>
                <a:cubicBezTo>
                  <a:pt x="601" y="390"/>
                  <a:pt x="603" y="386"/>
                  <a:pt x="599" y="379"/>
                </a:cubicBezTo>
                <a:cubicBezTo>
                  <a:pt x="595" y="372"/>
                  <a:pt x="592" y="370"/>
                  <a:pt x="591" y="360"/>
                </a:cubicBezTo>
                <a:cubicBezTo>
                  <a:pt x="590" y="354"/>
                  <a:pt x="592" y="322"/>
                  <a:pt x="579" y="328"/>
                </a:cubicBezTo>
                <a:cubicBezTo>
                  <a:pt x="573" y="330"/>
                  <a:pt x="566" y="356"/>
                  <a:pt x="558" y="342"/>
                </a:cubicBezTo>
                <a:cubicBezTo>
                  <a:pt x="554" y="336"/>
                  <a:pt x="559" y="329"/>
                  <a:pt x="558" y="323"/>
                </a:cubicBezTo>
                <a:cubicBezTo>
                  <a:pt x="557" y="316"/>
                  <a:pt x="550" y="312"/>
                  <a:pt x="545" y="307"/>
                </a:cubicBezTo>
                <a:cubicBezTo>
                  <a:pt x="538" y="301"/>
                  <a:pt x="523" y="291"/>
                  <a:pt x="517" y="305"/>
                </a:cubicBezTo>
                <a:cubicBezTo>
                  <a:pt x="516" y="310"/>
                  <a:pt x="517" y="316"/>
                  <a:pt x="516" y="322"/>
                </a:cubicBezTo>
                <a:cubicBezTo>
                  <a:pt x="514" y="327"/>
                  <a:pt x="508" y="331"/>
                  <a:pt x="507" y="337"/>
                </a:cubicBezTo>
                <a:cubicBezTo>
                  <a:pt x="506" y="345"/>
                  <a:pt x="514" y="352"/>
                  <a:pt x="510" y="360"/>
                </a:cubicBezTo>
                <a:cubicBezTo>
                  <a:pt x="508" y="364"/>
                  <a:pt x="503" y="365"/>
                  <a:pt x="499" y="368"/>
                </a:cubicBezTo>
                <a:cubicBezTo>
                  <a:pt x="484" y="376"/>
                  <a:pt x="492" y="392"/>
                  <a:pt x="482" y="404"/>
                </a:cubicBezTo>
                <a:cubicBezTo>
                  <a:pt x="457" y="403"/>
                  <a:pt x="488" y="373"/>
                  <a:pt x="470" y="368"/>
                </a:cubicBezTo>
                <a:cubicBezTo>
                  <a:pt x="467" y="367"/>
                  <a:pt x="464" y="368"/>
                  <a:pt x="461" y="367"/>
                </a:cubicBezTo>
                <a:cubicBezTo>
                  <a:pt x="458" y="365"/>
                  <a:pt x="456" y="361"/>
                  <a:pt x="454" y="359"/>
                </a:cubicBezTo>
                <a:cubicBezTo>
                  <a:pt x="448" y="353"/>
                  <a:pt x="439" y="352"/>
                  <a:pt x="434" y="344"/>
                </a:cubicBezTo>
                <a:cubicBezTo>
                  <a:pt x="430" y="344"/>
                  <a:pt x="429" y="349"/>
                  <a:pt x="425" y="349"/>
                </a:cubicBezTo>
                <a:cubicBezTo>
                  <a:pt x="424" y="346"/>
                  <a:pt x="427" y="343"/>
                  <a:pt x="427" y="341"/>
                </a:cubicBezTo>
                <a:cubicBezTo>
                  <a:pt x="428" y="337"/>
                  <a:pt x="426" y="332"/>
                  <a:pt x="426" y="328"/>
                </a:cubicBezTo>
                <a:cubicBezTo>
                  <a:pt x="424" y="329"/>
                  <a:pt x="424" y="333"/>
                  <a:pt x="420" y="333"/>
                </a:cubicBezTo>
                <a:cubicBezTo>
                  <a:pt x="421" y="329"/>
                  <a:pt x="421" y="321"/>
                  <a:pt x="422" y="318"/>
                </a:cubicBezTo>
                <a:cubicBezTo>
                  <a:pt x="423" y="313"/>
                  <a:pt x="428" y="310"/>
                  <a:pt x="431" y="306"/>
                </a:cubicBezTo>
                <a:cubicBezTo>
                  <a:pt x="434" y="302"/>
                  <a:pt x="436" y="297"/>
                  <a:pt x="440" y="294"/>
                </a:cubicBezTo>
                <a:cubicBezTo>
                  <a:pt x="445" y="290"/>
                  <a:pt x="445" y="290"/>
                  <a:pt x="448" y="284"/>
                </a:cubicBezTo>
                <a:cubicBezTo>
                  <a:pt x="448" y="284"/>
                  <a:pt x="448" y="284"/>
                  <a:pt x="449" y="284"/>
                </a:cubicBezTo>
                <a:cubicBezTo>
                  <a:pt x="449" y="284"/>
                  <a:pt x="449" y="284"/>
                  <a:pt x="449" y="284"/>
                </a:cubicBezTo>
                <a:cubicBezTo>
                  <a:pt x="450" y="284"/>
                  <a:pt x="454" y="287"/>
                  <a:pt x="455" y="285"/>
                </a:cubicBezTo>
                <a:cubicBezTo>
                  <a:pt x="458" y="283"/>
                  <a:pt x="453" y="282"/>
                  <a:pt x="454" y="281"/>
                </a:cubicBezTo>
                <a:cubicBezTo>
                  <a:pt x="454" y="279"/>
                  <a:pt x="451" y="278"/>
                  <a:pt x="454" y="276"/>
                </a:cubicBezTo>
                <a:cubicBezTo>
                  <a:pt x="456" y="275"/>
                  <a:pt x="458" y="279"/>
                  <a:pt x="460" y="279"/>
                </a:cubicBezTo>
                <a:cubicBezTo>
                  <a:pt x="461" y="275"/>
                  <a:pt x="468" y="277"/>
                  <a:pt x="471" y="275"/>
                </a:cubicBezTo>
                <a:cubicBezTo>
                  <a:pt x="473" y="275"/>
                  <a:pt x="478" y="270"/>
                  <a:pt x="479" y="268"/>
                </a:cubicBezTo>
                <a:cubicBezTo>
                  <a:pt x="482" y="263"/>
                  <a:pt x="478" y="261"/>
                  <a:pt x="476" y="258"/>
                </a:cubicBezTo>
                <a:cubicBezTo>
                  <a:pt x="474" y="256"/>
                  <a:pt x="469" y="251"/>
                  <a:pt x="477" y="253"/>
                </a:cubicBezTo>
                <a:cubicBezTo>
                  <a:pt x="479" y="264"/>
                  <a:pt x="489" y="256"/>
                  <a:pt x="493" y="252"/>
                </a:cubicBezTo>
                <a:cubicBezTo>
                  <a:pt x="497" y="247"/>
                  <a:pt x="492" y="251"/>
                  <a:pt x="497" y="250"/>
                </a:cubicBezTo>
                <a:cubicBezTo>
                  <a:pt x="499" y="250"/>
                  <a:pt x="505" y="248"/>
                  <a:pt x="505" y="252"/>
                </a:cubicBezTo>
                <a:cubicBezTo>
                  <a:pt x="509" y="253"/>
                  <a:pt x="518" y="249"/>
                  <a:pt x="520" y="246"/>
                </a:cubicBezTo>
                <a:cubicBezTo>
                  <a:pt x="524" y="242"/>
                  <a:pt x="521" y="237"/>
                  <a:pt x="523" y="233"/>
                </a:cubicBezTo>
                <a:cubicBezTo>
                  <a:pt x="526" y="227"/>
                  <a:pt x="530" y="226"/>
                  <a:pt x="528" y="218"/>
                </a:cubicBezTo>
                <a:cubicBezTo>
                  <a:pt x="527" y="212"/>
                  <a:pt x="524" y="213"/>
                  <a:pt x="520" y="209"/>
                </a:cubicBezTo>
                <a:cubicBezTo>
                  <a:pt x="514" y="210"/>
                  <a:pt x="510" y="216"/>
                  <a:pt x="507" y="221"/>
                </a:cubicBezTo>
                <a:cubicBezTo>
                  <a:pt x="504" y="225"/>
                  <a:pt x="504" y="233"/>
                  <a:pt x="499" y="236"/>
                </a:cubicBezTo>
                <a:cubicBezTo>
                  <a:pt x="487" y="246"/>
                  <a:pt x="496" y="212"/>
                  <a:pt x="494" y="207"/>
                </a:cubicBezTo>
                <a:cubicBezTo>
                  <a:pt x="489" y="207"/>
                  <a:pt x="491" y="222"/>
                  <a:pt x="484" y="221"/>
                </a:cubicBezTo>
                <a:cubicBezTo>
                  <a:pt x="483" y="217"/>
                  <a:pt x="487" y="213"/>
                  <a:pt x="486" y="209"/>
                </a:cubicBezTo>
                <a:cubicBezTo>
                  <a:pt x="485" y="209"/>
                  <a:pt x="483" y="209"/>
                  <a:pt x="482" y="208"/>
                </a:cubicBezTo>
                <a:cubicBezTo>
                  <a:pt x="487" y="193"/>
                  <a:pt x="478" y="172"/>
                  <a:pt x="494" y="162"/>
                </a:cubicBezTo>
                <a:cubicBezTo>
                  <a:pt x="499" y="159"/>
                  <a:pt x="508" y="159"/>
                  <a:pt x="513" y="154"/>
                </a:cubicBezTo>
                <a:cubicBezTo>
                  <a:pt x="519" y="148"/>
                  <a:pt x="513" y="141"/>
                  <a:pt x="505" y="140"/>
                </a:cubicBezTo>
                <a:cubicBezTo>
                  <a:pt x="498" y="139"/>
                  <a:pt x="494" y="143"/>
                  <a:pt x="491" y="149"/>
                </a:cubicBezTo>
                <a:cubicBezTo>
                  <a:pt x="487" y="157"/>
                  <a:pt x="483" y="165"/>
                  <a:pt x="478" y="173"/>
                </a:cubicBezTo>
                <a:cubicBezTo>
                  <a:pt x="474" y="179"/>
                  <a:pt x="470" y="180"/>
                  <a:pt x="469" y="188"/>
                </a:cubicBezTo>
                <a:cubicBezTo>
                  <a:pt x="469" y="191"/>
                  <a:pt x="469" y="196"/>
                  <a:pt x="470" y="199"/>
                </a:cubicBezTo>
                <a:cubicBezTo>
                  <a:pt x="471" y="199"/>
                  <a:pt x="474" y="204"/>
                  <a:pt x="474" y="204"/>
                </a:cubicBezTo>
                <a:cubicBezTo>
                  <a:pt x="473" y="207"/>
                  <a:pt x="469" y="208"/>
                  <a:pt x="469" y="212"/>
                </a:cubicBezTo>
                <a:cubicBezTo>
                  <a:pt x="466" y="215"/>
                  <a:pt x="461" y="220"/>
                  <a:pt x="458" y="224"/>
                </a:cubicBezTo>
                <a:cubicBezTo>
                  <a:pt x="457" y="225"/>
                  <a:pt x="455" y="233"/>
                  <a:pt x="454" y="234"/>
                </a:cubicBezTo>
                <a:cubicBezTo>
                  <a:pt x="446" y="236"/>
                  <a:pt x="457" y="220"/>
                  <a:pt x="455" y="217"/>
                </a:cubicBezTo>
                <a:cubicBezTo>
                  <a:pt x="450" y="212"/>
                  <a:pt x="436" y="222"/>
                  <a:pt x="430" y="220"/>
                </a:cubicBezTo>
                <a:cubicBezTo>
                  <a:pt x="427" y="218"/>
                  <a:pt x="423" y="216"/>
                  <a:pt x="420" y="214"/>
                </a:cubicBezTo>
                <a:cubicBezTo>
                  <a:pt x="414" y="211"/>
                  <a:pt x="415" y="208"/>
                  <a:pt x="413" y="202"/>
                </a:cubicBezTo>
                <a:cubicBezTo>
                  <a:pt x="410" y="200"/>
                  <a:pt x="401" y="197"/>
                  <a:pt x="401" y="203"/>
                </a:cubicBezTo>
                <a:cubicBezTo>
                  <a:pt x="401" y="206"/>
                  <a:pt x="406" y="205"/>
                  <a:pt x="405" y="208"/>
                </a:cubicBezTo>
                <a:cubicBezTo>
                  <a:pt x="404" y="211"/>
                  <a:pt x="399" y="210"/>
                  <a:pt x="397" y="211"/>
                </a:cubicBezTo>
                <a:cubicBezTo>
                  <a:pt x="395" y="213"/>
                  <a:pt x="393" y="223"/>
                  <a:pt x="389" y="221"/>
                </a:cubicBezTo>
                <a:cubicBezTo>
                  <a:pt x="384" y="219"/>
                  <a:pt x="388" y="211"/>
                  <a:pt x="384" y="208"/>
                </a:cubicBezTo>
                <a:cubicBezTo>
                  <a:pt x="380" y="205"/>
                  <a:pt x="374" y="207"/>
                  <a:pt x="371" y="207"/>
                </a:cubicBezTo>
                <a:cubicBezTo>
                  <a:pt x="355" y="206"/>
                  <a:pt x="369" y="200"/>
                  <a:pt x="368" y="193"/>
                </a:cubicBezTo>
                <a:cubicBezTo>
                  <a:pt x="361" y="189"/>
                  <a:pt x="354" y="183"/>
                  <a:pt x="349" y="177"/>
                </a:cubicBezTo>
                <a:cubicBezTo>
                  <a:pt x="347" y="174"/>
                  <a:pt x="345" y="171"/>
                  <a:pt x="341" y="170"/>
                </a:cubicBezTo>
                <a:cubicBezTo>
                  <a:pt x="337" y="169"/>
                  <a:pt x="335" y="171"/>
                  <a:pt x="331" y="171"/>
                </a:cubicBezTo>
                <a:cubicBezTo>
                  <a:pt x="331" y="168"/>
                  <a:pt x="330" y="165"/>
                  <a:pt x="330" y="163"/>
                </a:cubicBezTo>
                <a:cubicBezTo>
                  <a:pt x="327" y="164"/>
                  <a:pt x="326" y="172"/>
                  <a:pt x="323" y="165"/>
                </a:cubicBezTo>
                <a:cubicBezTo>
                  <a:pt x="322" y="162"/>
                  <a:pt x="324" y="158"/>
                  <a:pt x="324" y="156"/>
                </a:cubicBezTo>
                <a:cubicBezTo>
                  <a:pt x="324" y="153"/>
                  <a:pt x="323" y="151"/>
                  <a:pt x="322" y="149"/>
                </a:cubicBezTo>
                <a:cubicBezTo>
                  <a:pt x="321" y="149"/>
                  <a:pt x="320" y="149"/>
                  <a:pt x="320" y="149"/>
                </a:cubicBezTo>
                <a:cubicBezTo>
                  <a:pt x="318" y="157"/>
                  <a:pt x="311" y="160"/>
                  <a:pt x="305" y="163"/>
                </a:cubicBezTo>
                <a:cubicBezTo>
                  <a:pt x="299" y="165"/>
                  <a:pt x="288" y="168"/>
                  <a:pt x="281" y="167"/>
                </a:cubicBezTo>
                <a:cubicBezTo>
                  <a:pt x="285" y="165"/>
                  <a:pt x="313" y="161"/>
                  <a:pt x="311" y="156"/>
                </a:cubicBezTo>
                <a:cubicBezTo>
                  <a:pt x="309" y="151"/>
                  <a:pt x="300" y="156"/>
                  <a:pt x="297" y="157"/>
                </a:cubicBezTo>
                <a:cubicBezTo>
                  <a:pt x="292" y="158"/>
                  <a:pt x="281" y="160"/>
                  <a:pt x="276" y="159"/>
                </a:cubicBezTo>
                <a:cubicBezTo>
                  <a:pt x="274" y="165"/>
                  <a:pt x="273" y="171"/>
                  <a:pt x="268" y="163"/>
                </a:cubicBezTo>
                <a:cubicBezTo>
                  <a:pt x="264" y="157"/>
                  <a:pt x="258" y="151"/>
                  <a:pt x="254" y="144"/>
                </a:cubicBezTo>
                <a:cubicBezTo>
                  <a:pt x="250" y="137"/>
                  <a:pt x="240" y="132"/>
                  <a:pt x="232" y="129"/>
                </a:cubicBezTo>
                <a:cubicBezTo>
                  <a:pt x="227" y="127"/>
                  <a:pt x="228" y="125"/>
                  <a:pt x="224" y="122"/>
                </a:cubicBezTo>
                <a:cubicBezTo>
                  <a:pt x="220" y="119"/>
                  <a:pt x="218" y="120"/>
                  <a:pt x="214" y="120"/>
                </a:cubicBezTo>
                <a:cubicBezTo>
                  <a:pt x="214" y="118"/>
                  <a:pt x="210" y="109"/>
                  <a:pt x="209" y="108"/>
                </a:cubicBezTo>
                <a:cubicBezTo>
                  <a:pt x="207" y="107"/>
                  <a:pt x="205" y="108"/>
                  <a:pt x="203" y="107"/>
                </a:cubicBezTo>
                <a:cubicBezTo>
                  <a:pt x="201" y="105"/>
                  <a:pt x="202" y="103"/>
                  <a:pt x="201" y="101"/>
                </a:cubicBezTo>
                <a:cubicBezTo>
                  <a:pt x="199" y="101"/>
                  <a:pt x="197" y="101"/>
                  <a:pt x="195" y="101"/>
                </a:cubicBezTo>
                <a:cubicBezTo>
                  <a:pt x="196" y="98"/>
                  <a:pt x="199" y="97"/>
                  <a:pt x="201" y="95"/>
                </a:cubicBezTo>
                <a:cubicBezTo>
                  <a:pt x="197" y="93"/>
                  <a:pt x="194" y="95"/>
                  <a:pt x="190" y="97"/>
                </a:cubicBezTo>
                <a:cubicBezTo>
                  <a:pt x="186" y="98"/>
                  <a:pt x="183" y="98"/>
                  <a:pt x="179" y="99"/>
                </a:cubicBezTo>
                <a:cubicBezTo>
                  <a:pt x="176" y="100"/>
                  <a:pt x="174" y="102"/>
                  <a:pt x="171" y="103"/>
                </a:cubicBezTo>
                <a:cubicBezTo>
                  <a:pt x="167" y="104"/>
                  <a:pt x="163" y="103"/>
                  <a:pt x="158" y="104"/>
                </a:cubicBezTo>
                <a:cubicBezTo>
                  <a:pt x="151" y="107"/>
                  <a:pt x="148" y="114"/>
                  <a:pt x="140" y="115"/>
                </a:cubicBezTo>
                <a:cubicBezTo>
                  <a:pt x="132" y="116"/>
                  <a:pt x="128" y="114"/>
                  <a:pt x="122" y="122"/>
                </a:cubicBezTo>
                <a:cubicBezTo>
                  <a:pt x="119" y="128"/>
                  <a:pt x="121" y="136"/>
                  <a:pt x="121" y="142"/>
                </a:cubicBezTo>
                <a:cubicBezTo>
                  <a:pt x="121" y="146"/>
                  <a:pt x="121" y="148"/>
                  <a:pt x="122" y="150"/>
                </a:cubicBezTo>
                <a:cubicBezTo>
                  <a:pt x="124" y="152"/>
                  <a:pt x="129" y="153"/>
                  <a:pt x="130" y="156"/>
                </a:cubicBezTo>
                <a:cubicBezTo>
                  <a:pt x="131" y="160"/>
                  <a:pt x="123" y="163"/>
                  <a:pt x="119" y="164"/>
                </a:cubicBezTo>
                <a:cubicBezTo>
                  <a:pt x="110" y="166"/>
                  <a:pt x="110" y="160"/>
                  <a:pt x="109" y="152"/>
                </a:cubicBezTo>
                <a:cubicBezTo>
                  <a:pt x="102" y="153"/>
                  <a:pt x="98" y="157"/>
                  <a:pt x="92" y="159"/>
                </a:cubicBezTo>
                <a:cubicBezTo>
                  <a:pt x="87" y="161"/>
                  <a:pt x="85" y="160"/>
                  <a:pt x="88" y="166"/>
                </a:cubicBezTo>
                <a:cubicBezTo>
                  <a:pt x="87" y="166"/>
                  <a:pt x="87" y="166"/>
                  <a:pt x="87" y="166"/>
                </a:cubicBezTo>
                <a:cubicBezTo>
                  <a:pt x="84" y="175"/>
                  <a:pt x="88" y="183"/>
                  <a:pt x="98" y="183"/>
                </a:cubicBezTo>
                <a:cubicBezTo>
                  <a:pt x="104" y="183"/>
                  <a:pt x="115" y="181"/>
                  <a:pt x="109" y="190"/>
                </a:cubicBezTo>
                <a:cubicBezTo>
                  <a:pt x="105" y="196"/>
                  <a:pt x="92" y="199"/>
                  <a:pt x="86" y="199"/>
                </a:cubicBezTo>
                <a:cubicBezTo>
                  <a:pt x="80" y="200"/>
                  <a:pt x="80" y="199"/>
                  <a:pt x="76" y="204"/>
                </a:cubicBezTo>
                <a:cubicBezTo>
                  <a:pt x="73" y="207"/>
                  <a:pt x="71" y="209"/>
                  <a:pt x="67" y="212"/>
                </a:cubicBezTo>
                <a:cubicBezTo>
                  <a:pt x="56" y="220"/>
                  <a:pt x="68" y="221"/>
                  <a:pt x="64" y="229"/>
                </a:cubicBezTo>
                <a:cubicBezTo>
                  <a:pt x="63" y="232"/>
                  <a:pt x="59" y="231"/>
                  <a:pt x="59" y="235"/>
                </a:cubicBezTo>
                <a:cubicBezTo>
                  <a:pt x="59" y="241"/>
                  <a:pt x="65" y="236"/>
                  <a:pt x="67" y="236"/>
                </a:cubicBezTo>
                <a:cubicBezTo>
                  <a:pt x="76" y="237"/>
                  <a:pt x="70" y="246"/>
                  <a:pt x="69" y="252"/>
                </a:cubicBezTo>
                <a:cubicBezTo>
                  <a:pt x="68" y="257"/>
                  <a:pt x="67" y="257"/>
                  <a:pt x="71" y="259"/>
                </a:cubicBezTo>
                <a:cubicBezTo>
                  <a:pt x="74" y="261"/>
                  <a:pt x="77" y="259"/>
                  <a:pt x="77" y="264"/>
                </a:cubicBezTo>
                <a:cubicBezTo>
                  <a:pt x="78" y="264"/>
                  <a:pt x="79" y="264"/>
                  <a:pt x="79" y="264"/>
                </a:cubicBezTo>
                <a:cubicBezTo>
                  <a:pt x="81" y="261"/>
                  <a:pt x="86" y="260"/>
                  <a:pt x="88" y="262"/>
                </a:cubicBezTo>
                <a:cubicBezTo>
                  <a:pt x="90" y="265"/>
                  <a:pt x="87" y="268"/>
                  <a:pt x="86" y="270"/>
                </a:cubicBezTo>
                <a:cubicBezTo>
                  <a:pt x="81" y="278"/>
                  <a:pt x="73" y="282"/>
                  <a:pt x="66" y="287"/>
                </a:cubicBezTo>
                <a:cubicBezTo>
                  <a:pt x="51" y="296"/>
                  <a:pt x="34" y="301"/>
                  <a:pt x="17" y="308"/>
                </a:cubicBezTo>
                <a:cubicBezTo>
                  <a:pt x="16" y="309"/>
                  <a:pt x="0" y="316"/>
                  <a:pt x="7" y="318"/>
                </a:cubicBezTo>
                <a:cubicBezTo>
                  <a:pt x="10" y="319"/>
                  <a:pt x="18" y="311"/>
                  <a:pt x="21" y="310"/>
                </a:cubicBezTo>
                <a:cubicBezTo>
                  <a:pt x="26" y="308"/>
                  <a:pt x="30" y="309"/>
                  <a:pt x="35" y="307"/>
                </a:cubicBezTo>
                <a:cubicBezTo>
                  <a:pt x="40" y="305"/>
                  <a:pt x="45" y="302"/>
                  <a:pt x="50" y="300"/>
                </a:cubicBezTo>
                <a:cubicBezTo>
                  <a:pt x="59" y="296"/>
                  <a:pt x="67" y="291"/>
                  <a:pt x="77" y="290"/>
                </a:cubicBezTo>
                <a:cubicBezTo>
                  <a:pt x="78" y="283"/>
                  <a:pt x="94" y="278"/>
                  <a:pt x="99" y="275"/>
                </a:cubicBezTo>
                <a:cubicBezTo>
                  <a:pt x="102" y="274"/>
                  <a:pt x="108" y="273"/>
                  <a:pt x="109" y="270"/>
                </a:cubicBezTo>
                <a:cubicBezTo>
                  <a:pt x="110" y="266"/>
                  <a:pt x="107" y="266"/>
                  <a:pt x="107" y="263"/>
                </a:cubicBezTo>
                <a:cubicBezTo>
                  <a:pt x="110" y="262"/>
                  <a:pt x="116" y="260"/>
                  <a:pt x="118" y="259"/>
                </a:cubicBezTo>
                <a:cubicBezTo>
                  <a:pt x="121" y="257"/>
                  <a:pt x="120" y="257"/>
                  <a:pt x="122" y="254"/>
                </a:cubicBezTo>
                <a:cubicBezTo>
                  <a:pt x="124" y="251"/>
                  <a:pt x="136" y="241"/>
                  <a:pt x="140" y="243"/>
                </a:cubicBezTo>
                <a:cubicBezTo>
                  <a:pt x="149" y="247"/>
                  <a:pt x="133" y="249"/>
                  <a:pt x="132" y="250"/>
                </a:cubicBezTo>
                <a:cubicBezTo>
                  <a:pt x="130" y="251"/>
                  <a:pt x="130" y="254"/>
                  <a:pt x="128" y="256"/>
                </a:cubicBezTo>
                <a:cubicBezTo>
                  <a:pt x="127" y="257"/>
                  <a:pt x="125" y="258"/>
                  <a:pt x="124" y="260"/>
                </a:cubicBezTo>
                <a:cubicBezTo>
                  <a:pt x="124" y="259"/>
                  <a:pt x="121" y="265"/>
                  <a:pt x="122" y="265"/>
                </a:cubicBezTo>
                <a:cubicBezTo>
                  <a:pt x="121" y="269"/>
                  <a:pt x="120" y="267"/>
                  <a:pt x="123" y="268"/>
                </a:cubicBezTo>
                <a:cubicBezTo>
                  <a:pt x="128" y="268"/>
                  <a:pt x="134" y="262"/>
                  <a:pt x="138" y="261"/>
                </a:cubicBezTo>
                <a:cubicBezTo>
                  <a:pt x="142" y="259"/>
                  <a:pt x="144" y="261"/>
                  <a:pt x="146" y="256"/>
                </a:cubicBezTo>
                <a:cubicBezTo>
                  <a:pt x="147" y="254"/>
                  <a:pt x="145" y="252"/>
                  <a:pt x="147" y="250"/>
                </a:cubicBezTo>
                <a:cubicBezTo>
                  <a:pt x="151" y="247"/>
                  <a:pt x="160" y="253"/>
                  <a:pt x="156" y="258"/>
                </a:cubicBezTo>
                <a:cubicBezTo>
                  <a:pt x="157" y="259"/>
                  <a:pt x="159" y="259"/>
                  <a:pt x="160" y="261"/>
                </a:cubicBezTo>
                <a:cubicBezTo>
                  <a:pt x="164" y="262"/>
                  <a:pt x="165" y="263"/>
                  <a:pt x="166" y="267"/>
                </a:cubicBezTo>
                <a:cubicBezTo>
                  <a:pt x="167" y="267"/>
                  <a:pt x="180" y="270"/>
                  <a:pt x="179" y="272"/>
                </a:cubicBezTo>
                <a:cubicBezTo>
                  <a:pt x="181" y="272"/>
                  <a:pt x="187" y="275"/>
                  <a:pt x="188" y="274"/>
                </a:cubicBezTo>
                <a:cubicBezTo>
                  <a:pt x="189" y="275"/>
                  <a:pt x="185" y="278"/>
                  <a:pt x="186" y="280"/>
                </a:cubicBezTo>
                <a:cubicBezTo>
                  <a:pt x="187" y="284"/>
                  <a:pt x="189" y="281"/>
                  <a:pt x="192" y="281"/>
                </a:cubicBezTo>
                <a:cubicBezTo>
                  <a:pt x="192" y="283"/>
                  <a:pt x="192" y="285"/>
                  <a:pt x="192" y="287"/>
                </a:cubicBezTo>
                <a:cubicBezTo>
                  <a:pt x="192" y="292"/>
                  <a:pt x="193" y="292"/>
                  <a:pt x="199" y="293"/>
                </a:cubicBezTo>
                <a:cubicBezTo>
                  <a:pt x="198" y="295"/>
                  <a:pt x="203" y="295"/>
                  <a:pt x="204" y="296"/>
                </a:cubicBezTo>
                <a:cubicBezTo>
                  <a:pt x="204" y="297"/>
                  <a:pt x="203" y="299"/>
                  <a:pt x="204" y="300"/>
                </a:cubicBezTo>
                <a:cubicBezTo>
                  <a:pt x="205" y="303"/>
                  <a:pt x="207" y="301"/>
                  <a:pt x="207" y="305"/>
                </a:cubicBezTo>
                <a:cubicBezTo>
                  <a:pt x="207" y="305"/>
                  <a:pt x="206" y="306"/>
                  <a:pt x="206" y="306"/>
                </a:cubicBezTo>
                <a:cubicBezTo>
                  <a:pt x="205" y="308"/>
                  <a:pt x="205" y="309"/>
                  <a:pt x="207" y="310"/>
                </a:cubicBezTo>
                <a:cubicBezTo>
                  <a:pt x="208" y="313"/>
                  <a:pt x="210" y="312"/>
                  <a:pt x="210" y="315"/>
                </a:cubicBezTo>
                <a:cubicBezTo>
                  <a:pt x="209" y="318"/>
                  <a:pt x="206" y="317"/>
                  <a:pt x="206" y="320"/>
                </a:cubicBezTo>
                <a:cubicBezTo>
                  <a:pt x="206" y="324"/>
                  <a:pt x="211" y="322"/>
                  <a:pt x="212" y="325"/>
                </a:cubicBezTo>
                <a:cubicBezTo>
                  <a:pt x="213" y="329"/>
                  <a:pt x="209" y="328"/>
                  <a:pt x="209" y="331"/>
                </a:cubicBezTo>
                <a:cubicBezTo>
                  <a:pt x="210" y="332"/>
                  <a:pt x="211" y="332"/>
                  <a:pt x="211" y="332"/>
                </a:cubicBezTo>
                <a:cubicBezTo>
                  <a:pt x="210" y="325"/>
                  <a:pt x="217" y="328"/>
                  <a:pt x="217" y="333"/>
                </a:cubicBezTo>
                <a:cubicBezTo>
                  <a:pt x="216" y="339"/>
                  <a:pt x="209" y="347"/>
                  <a:pt x="211" y="352"/>
                </a:cubicBezTo>
                <a:cubicBezTo>
                  <a:pt x="213" y="352"/>
                  <a:pt x="215" y="353"/>
                  <a:pt x="217" y="353"/>
                </a:cubicBezTo>
                <a:cubicBezTo>
                  <a:pt x="217" y="355"/>
                  <a:pt x="216" y="358"/>
                  <a:pt x="216" y="359"/>
                </a:cubicBezTo>
                <a:cubicBezTo>
                  <a:pt x="216" y="361"/>
                  <a:pt x="219" y="365"/>
                  <a:pt x="219" y="367"/>
                </a:cubicBezTo>
                <a:cubicBezTo>
                  <a:pt x="220" y="367"/>
                  <a:pt x="216" y="377"/>
                  <a:pt x="216" y="378"/>
                </a:cubicBezTo>
                <a:cubicBezTo>
                  <a:pt x="218" y="378"/>
                  <a:pt x="218" y="380"/>
                  <a:pt x="220" y="381"/>
                </a:cubicBezTo>
                <a:cubicBezTo>
                  <a:pt x="223" y="383"/>
                  <a:pt x="227" y="384"/>
                  <a:pt x="229" y="385"/>
                </a:cubicBezTo>
                <a:cubicBezTo>
                  <a:pt x="230" y="391"/>
                  <a:pt x="227" y="390"/>
                  <a:pt x="230" y="395"/>
                </a:cubicBezTo>
                <a:cubicBezTo>
                  <a:pt x="233" y="398"/>
                  <a:pt x="234" y="397"/>
                  <a:pt x="234" y="403"/>
                </a:cubicBezTo>
                <a:cubicBezTo>
                  <a:pt x="235" y="406"/>
                  <a:pt x="238" y="420"/>
                  <a:pt x="231" y="420"/>
                </a:cubicBezTo>
                <a:cubicBezTo>
                  <a:pt x="230" y="417"/>
                  <a:pt x="232" y="414"/>
                  <a:pt x="231" y="412"/>
                </a:cubicBezTo>
                <a:cubicBezTo>
                  <a:pt x="230" y="412"/>
                  <a:pt x="225" y="408"/>
                  <a:pt x="224" y="408"/>
                </a:cubicBezTo>
                <a:cubicBezTo>
                  <a:pt x="225" y="415"/>
                  <a:pt x="221" y="421"/>
                  <a:pt x="219" y="428"/>
                </a:cubicBezTo>
                <a:cubicBezTo>
                  <a:pt x="218" y="434"/>
                  <a:pt x="216" y="438"/>
                  <a:pt x="214" y="444"/>
                </a:cubicBezTo>
                <a:cubicBezTo>
                  <a:pt x="209" y="454"/>
                  <a:pt x="208" y="468"/>
                  <a:pt x="207" y="479"/>
                </a:cubicBezTo>
                <a:cubicBezTo>
                  <a:pt x="207" y="484"/>
                  <a:pt x="205" y="490"/>
                  <a:pt x="207" y="494"/>
                </a:cubicBezTo>
                <a:cubicBezTo>
                  <a:pt x="208" y="496"/>
                  <a:pt x="211" y="498"/>
                  <a:pt x="212" y="500"/>
                </a:cubicBezTo>
                <a:cubicBezTo>
                  <a:pt x="212" y="502"/>
                  <a:pt x="211" y="505"/>
                  <a:pt x="210" y="507"/>
                </a:cubicBezTo>
                <a:cubicBezTo>
                  <a:pt x="210" y="516"/>
                  <a:pt x="214" y="515"/>
                  <a:pt x="217" y="522"/>
                </a:cubicBezTo>
                <a:cubicBezTo>
                  <a:pt x="218" y="524"/>
                  <a:pt x="216" y="527"/>
                  <a:pt x="218" y="529"/>
                </a:cubicBezTo>
                <a:cubicBezTo>
                  <a:pt x="220" y="531"/>
                  <a:pt x="223" y="531"/>
                  <a:pt x="226" y="532"/>
                </a:cubicBezTo>
                <a:cubicBezTo>
                  <a:pt x="234" y="536"/>
                  <a:pt x="238" y="550"/>
                  <a:pt x="239" y="558"/>
                </a:cubicBezTo>
                <a:cubicBezTo>
                  <a:pt x="240" y="563"/>
                  <a:pt x="241" y="567"/>
                  <a:pt x="244" y="570"/>
                </a:cubicBezTo>
                <a:cubicBezTo>
                  <a:pt x="245" y="572"/>
                  <a:pt x="249" y="574"/>
                  <a:pt x="249" y="576"/>
                </a:cubicBezTo>
                <a:cubicBezTo>
                  <a:pt x="249" y="578"/>
                  <a:pt x="248" y="578"/>
                  <a:pt x="248" y="580"/>
                </a:cubicBezTo>
                <a:cubicBezTo>
                  <a:pt x="248" y="581"/>
                  <a:pt x="245" y="580"/>
                  <a:pt x="244" y="581"/>
                </a:cubicBezTo>
                <a:cubicBezTo>
                  <a:pt x="244" y="584"/>
                  <a:pt x="247" y="585"/>
                  <a:pt x="248" y="586"/>
                </a:cubicBezTo>
                <a:cubicBezTo>
                  <a:pt x="252" y="590"/>
                  <a:pt x="253" y="590"/>
                  <a:pt x="255" y="596"/>
                </a:cubicBezTo>
                <a:cubicBezTo>
                  <a:pt x="258" y="604"/>
                  <a:pt x="265" y="610"/>
                  <a:pt x="271" y="616"/>
                </a:cubicBezTo>
                <a:cubicBezTo>
                  <a:pt x="272" y="609"/>
                  <a:pt x="265" y="604"/>
                  <a:pt x="264" y="598"/>
                </a:cubicBezTo>
                <a:cubicBezTo>
                  <a:pt x="263" y="591"/>
                  <a:pt x="260" y="586"/>
                  <a:pt x="256" y="580"/>
                </a:cubicBezTo>
                <a:cubicBezTo>
                  <a:pt x="252" y="572"/>
                  <a:pt x="250" y="567"/>
                  <a:pt x="248" y="559"/>
                </a:cubicBezTo>
                <a:cubicBezTo>
                  <a:pt x="246" y="553"/>
                  <a:pt x="247" y="548"/>
                  <a:pt x="254" y="555"/>
                </a:cubicBezTo>
                <a:cubicBezTo>
                  <a:pt x="254" y="556"/>
                  <a:pt x="257" y="560"/>
                  <a:pt x="258" y="562"/>
                </a:cubicBezTo>
                <a:cubicBezTo>
                  <a:pt x="259" y="565"/>
                  <a:pt x="261" y="570"/>
                  <a:pt x="261" y="573"/>
                </a:cubicBezTo>
                <a:cubicBezTo>
                  <a:pt x="264" y="575"/>
                  <a:pt x="266" y="581"/>
                  <a:pt x="268" y="584"/>
                </a:cubicBezTo>
                <a:cubicBezTo>
                  <a:pt x="270" y="588"/>
                  <a:pt x="272" y="592"/>
                  <a:pt x="275" y="596"/>
                </a:cubicBezTo>
                <a:cubicBezTo>
                  <a:pt x="280" y="602"/>
                  <a:pt x="285" y="610"/>
                  <a:pt x="290" y="617"/>
                </a:cubicBezTo>
                <a:cubicBezTo>
                  <a:pt x="292" y="620"/>
                  <a:pt x="294" y="626"/>
                  <a:pt x="294" y="630"/>
                </a:cubicBezTo>
                <a:cubicBezTo>
                  <a:pt x="294" y="633"/>
                  <a:pt x="292" y="636"/>
                  <a:pt x="293" y="638"/>
                </a:cubicBezTo>
                <a:cubicBezTo>
                  <a:pt x="295" y="644"/>
                  <a:pt x="311" y="648"/>
                  <a:pt x="316" y="651"/>
                </a:cubicBezTo>
                <a:cubicBezTo>
                  <a:pt x="325" y="654"/>
                  <a:pt x="333" y="661"/>
                  <a:pt x="343" y="661"/>
                </a:cubicBezTo>
                <a:cubicBezTo>
                  <a:pt x="348" y="661"/>
                  <a:pt x="353" y="660"/>
                  <a:pt x="358" y="663"/>
                </a:cubicBezTo>
                <a:cubicBezTo>
                  <a:pt x="362" y="665"/>
                  <a:pt x="365" y="670"/>
                  <a:pt x="370" y="672"/>
                </a:cubicBezTo>
                <a:cubicBezTo>
                  <a:pt x="377" y="675"/>
                  <a:pt x="388" y="674"/>
                  <a:pt x="395" y="678"/>
                </a:cubicBezTo>
                <a:cubicBezTo>
                  <a:pt x="398" y="679"/>
                  <a:pt x="408" y="692"/>
                  <a:pt x="408" y="695"/>
                </a:cubicBezTo>
                <a:cubicBezTo>
                  <a:pt x="408" y="695"/>
                  <a:pt x="408" y="695"/>
                  <a:pt x="408" y="695"/>
                </a:cubicBezTo>
                <a:cubicBezTo>
                  <a:pt x="408" y="696"/>
                  <a:pt x="408" y="697"/>
                  <a:pt x="408" y="698"/>
                </a:cubicBezTo>
                <a:cubicBezTo>
                  <a:pt x="414" y="701"/>
                  <a:pt x="416" y="706"/>
                  <a:pt x="422" y="708"/>
                </a:cubicBezTo>
                <a:cubicBezTo>
                  <a:pt x="424" y="709"/>
                  <a:pt x="427" y="709"/>
                  <a:pt x="429" y="710"/>
                </a:cubicBezTo>
                <a:cubicBezTo>
                  <a:pt x="430" y="711"/>
                  <a:pt x="433" y="715"/>
                  <a:pt x="435" y="715"/>
                </a:cubicBezTo>
                <a:cubicBezTo>
                  <a:pt x="441" y="715"/>
                  <a:pt x="437" y="711"/>
                  <a:pt x="440" y="707"/>
                </a:cubicBezTo>
                <a:cubicBezTo>
                  <a:pt x="444" y="703"/>
                  <a:pt x="450" y="707"/>
                  <a:pt x="453" y="711"/>
                </a:cubicBezTo>
                <a:cubicBezTo>
                  <a:pt x="457" y="716"/>
                  <a:pt x="455" y="717"/>
                  <a:pt x="455" y="723"/>
                </a:cubicBezTo>
                <a:cubicBezTo>
                  <a:pt x="455" y="728"/>
                  <a:pt x="459" y="733"/>
                  <a:pt x="457" y="738"/>
                </a:cubicBezTo>
                <a:cubicBezTo>
                  <a:pt x="454" y="747"/>
                  <a:pt x="444" y="751"/>
                  <a:pt x="440" y="758"/>
                </a:cubicBezTo>
                <a:cubicBezTo>
                  <a:pt x="439" y="760"/>
                  <a:pt x="440" y="763"/>
                  <a:pt x="439" y="765"/>
                </a:cubicBezTo>
                <a:cubicBezTo>
                  <a:pt x="438" y="767"/>
                  <a:pt x="435" y="770"/>
                  <a:pt x="435" y="773"/>
                </a:cubicBezTo>
                <a:cubicBezTo>
                  <a:pt x="436" y="776"/>
                  <a:pt x="441" y="775"/>
                  <a:pt x="442" y="778"/>
                </a:cubicBezTo>
                <a:cubicBezTo>
                  <a:pt x="444" y="785"/>
                  <a:pt x="429" y="792"/>
                  <a:pt x="434" y="800"/>
                </a:cubicBezTo>
                <a:cubicBezTo>
                  <a:pt x="438" y="804"/>
                  <a:pt x="443" y="804"/>
                  <a:pt x="446" y="809"/>
                </a:cubicBezTo>
                <a:cubicBezTo>
                  <a:pt x="449" y="813"/>
                  <a:pt x="451" y="818"/>
                  <a:pt x="453" y="822"/>
                </a:cubicBezTo>
                <a:cubicBezTo>
                  <a:pt x="458" y="831"/>
                  <a:pt x="465" y="841"/>
                  <a:pt x="466" y="851"/>
                </a:cubicBezTo>
                <a:cubicBezTo>
                  <a:pt x="468" y="851"/>
                  <a:pt x="474" y="855"/>
                  <a:pt x="475" y="858"/>
                </a:cubicBezTo>
                <a:cubicBezTo>
                  <a:pt x="485" y="860"/>
                  <a:pt x="499" y="870"/>
                  <a:pt x="503" y="880"/>
                </a:cubicBezTo>
                <a:cubicBezTo>
                  <a:pt x="505" y="885"/>
                  <a:pt x="503" y="891"/>
                  <a:pt x="504" y="897"/>
                </a:cubicBezTo>
                <a:cubicBezTo>
                  <a:pt x="505" y="904"/>
                  <a:pt x="505" y="909"/>
                  <a:pt x="504" y="916"/>
                </a:cubicBezTo>
                <a:cubicBezTo>
                  <a:pt x="503" y="923"/>
                  <a:pt x="504" y="931"/>
                  <a:pt x="503" y="938"/>
                </a:cubicBezTo>
                <a:cubicBezTo>
                  <a:pt x="502" y="944"/>
                  <a:pt x="501" y="950"/>
                  <a:pt x="501" y="957"/>
                </a:cubicBezTo>
                <a:cubicBezTo>
                  <a:pt x="502" y="964"/>
                  <a:pt x="504" y="970"/>
                  <a:pt x="503" y="977"/>
                </a:cubicBezTo>
                <a:cubicBezTo>
                  <a:pt x="503" y="983"/>
                  <a:pt x="499" y="988"/>
                  <a:pt x="499" y="993"/>
                </a:cubicBezTo>
                <a:cubicBezTo>
                  <a:pt x="499" y="995"/>
                  <a:pt x="500" y="998"/>
                  <a:pt x="500" y="1000"/>
                </a:cubicBezTo>
                <a:cubicBezTo>
                  <a:pt x="499" y="1003"/>
                  <a:pt x="496" y="1004"/>
                  <a:pt x="495" y="1006"/>
                </a:cubicBezTo>
                <a:cubicBezTo>
                  <a:pt x="495" y="1010"/>
                  <a:pt x="499" y="1015"/>
                  <a:pt x="499" y="1018"/>
                </a:cubicBezTo>
                <a:cubicBezTo>
                  <a:pt x="500" y="1022"/>
                  <a:pt x="499" y="1025"/>
                  <a:pt x="500" y="1029"/>
                </a:cubicBezTo>
                <a:cubicBezTo>
                  <a:pt x="501" y="1030"/>
                  <a:pt x="502" y="1034"/>
                  <a:pt x="502" y="1035"/>
                </a:cubicBezTo>
                <a:cubicBezTo>
                  <a:pt x="503" y="1036"/>
                  <a:pt x="507" y="1036"/>
                  <a:pt x="507" y="1037"/>
                </a:cubicBezTo>
                <a:cubicBezTo>
                  <a:pt x="510" y="1041"/>
                  <a:pt x="510" y="1056"/>
                  <a:pt x="509" y="1062"/>
                </a:cubicBezTo>
                <a:cubicBezTo>
                  <a:pt x="508" y="1064"/>
                  <a:pt x="507" y="1071"/>
                  <a:pt x="505" y="1072"/>
                </a:cubicBezTo>
                <a:cubicBezTo>
                  <a:pt x="503" y="1074"/>
                  <a:pt x="497" y="1067"/>
                  <a:pt x="496" y="1074"/>
                </a:cubicBezTo>
                <a:cubicBezTo>
                  <a:pt x="498" y="1074"/>
                  <a:pt x="500" y="1074"/>
                  <a:pt x="502" y="1074"/>
                </a:cubicBezTo>
                <a:cubicBezTo>
                  <a:pt x="501" y="1075"/>
                  <a:pt x="502" y="1077"/>
                  <a:pt x="502" y="1078"/>
                </a:cubicBezTo>
                <a:cubicBezTo>
                  <a:pt x="508" y="1078"/>
                  <a:pt x="507" y="1080"/>
                  <a:pt x="507" y="1085"/>
                </a:cubicBezTo>
                <a:cubicBezTo>
                  <a:pt x="507" y="1085"/>
                  <a:pt x="507" y="1085"/>
                  <a:pt x="507" y="1085"/>
                </a:cubicBezTo>
                <a:cubicBezTo>
                  <a:pt x="507" y="1085"/>
                  <a:pt x="507" y="1086"/>
                  <a:pt x="507" y="1086"/>
                </a:cubicBezTo>
                <a:cubicBezTo>
                  <a:pt x="507" y="1086"/>
                  <a:pt x="507" y="1086"/>
                  <a:pt x="506" y="1086"/>
                </a:cubicBezTo>
                <a:cubicBezTo>
                  <a:pt x="507" y="1088"/>
                  <a:pt x="509" y="1090"/>
                  <a:pt x="506" y="1092"/>
                </a:cubicBezTo>
                <a:cubicBezTo>
                  <a:pt x="505" y="1092"/>
                  <a:pt x="504" y="1091"/>
                  <a:pt x="503" y="1091"/>
                </a:cubicBezTo>
                <a:cubicBezTo>
                  <a:pt x="504" y="1091"/>
                  <a:pt x="504" y="1092"/>
                  <a:pt x="505" y="1092"/>
                </a:cubicBezTo>
                <a:cubicBezTo>
                  <a:pt x="503" y="1097"/>
                  <a:pt x="508" y="1097"/>
                  <a:pt x="511" y="1100"/>
                </a:cubicBezTo>
                <a:cubicBezTo>
                  <a:pt x="506" y="1100"/>
                  <a:pt x="510" y="1107"/>
                  <a:pt x="510" y="1107"/>
                </a:cubicBezTo>
                <a:cubicBezTo>
                  <a:pt x="511" y="1108"/>
                  <a:pt x="513" y="1111"/>
                  <a:pt x="513" y="1113"/>
                </a:cubicBezTo>
                <a:cubicBezTo>
                  <a:pt x="514" y="1115"/>
                  <a:pt x="513" y="1118"/>
                  <a:pt x="513" y="1120"/>
                </a:cubicBezTo>
                <a:cubicBezTo>
                  <a:pt x="515" y="1121"/>
                  <a:pt x="524" y="1114"/>
                  <a:pt x="523" y="1121"/>
                </a:cubicBezTo>
                <a:cubicBezTo>
                  <a:pt x="522" y="1124"/>
                  <a:pt x="514" y="1124"/>
                  <a:pt x="522" y="1127"/>
                </a:cubicBezTo>
                <a:cubicBezTo>
                  <a:pt x="523" y="1127"/>
                  <a:pt x="524" y="1123"/>
                  <a:pt x="526" y="1125"/>
                </a:cubicBezTo>
                <a:cubicBezTo>
                  <a:pt x="530" y="1127"/>
                  <a:pt x="526" y="1127"/>
                  <a:pt x="526" y="1129"/>
                </a:cubicBezTo>
                <a:cubicBezTo>
                  <a:pt x="526" y="1129"/>
                  <a:pt x="522" y="1130"/>
                  <a:pt x="525" y="1132"/>
                </a:cubicBezTo>
                <a:cubicBezTo>
                  <a:pt x="529" y="1134"/>
                  <a:pt x="529" y="1130"/>
                  <a:pt x="530" y="1128"/>
                </a:cubicBezTo>
                <a:cubicBezTo>
                  <a:pt x="536" y="1128"/>
                  <a:pt x="530" y="1133"/>
                  <a:pt x="531" y="1135"/>
                </a:cubicBezTo>
                <a:cubicBezTo>
                  <a:pt x="537" y="1137"/>
                  <a:pt x="535" y="1132"/>
                  <a:pt x="536" y="1129"/>
                </a:cubicBezTo>
                <a:cubicBezTo>
                  <a:pt x="538" y="1125"/>
                  <a:pt x="541" y="1126"/>
                  <a:pt x="544" y="1124"/>
                </a:cubicBezTo>
                <a:cubicBezTo>
                  <a:pt x="548" y="1120"/>
                  <a:pt x="545" y="1121"/>
                  <a:pt x="543" y="1115"/>
                </a:cubicBezTo>
                <a:cubicBezTo>
                  <a:pt x="542" y="1112"/>
                  <a:pt x="541" y="1109"/>
                  <a:pt x="542" y="1106"/>
                </a:cubicBezTo>
                <a:cubicBezTo>
                  <a:pt x="543" y="1104"/>
                  <a:pt x="546" y="1103"/>
                  <a:pt x="547" y="1101"/>
                </a:cubicBezTo>
                <a:cubicBezTo>
                  <a:pt x="548" y="1099"/>
                  <a:pt x="547" y="1097"/>
                  <a:pt x="548" y="1095"/>
                </a:cubicBezTo>
                <a:cubicBezTo>
                  <a:pt x="549" y="1092"/>
                  <a:pt x="552" y="1089"/>
                  <a:pt x="553" y="1085"/>
                </a:cubicBezTo>
                <a:cubicBezTo>
                  <a:pt x="556" y="1076"/>
                  <a:pt x="543" y="1076"/>
                  <a:pt x="542" y="1067"/>
                </a:cubicBezTo>
                <a:cubicBezTo>
                  <a:pt x="546" y="1065"/>
                  <a:pt x="548" y="1063"/>
                  <a:pt x="552" y="1062"/>
                </a:cubicBezTo>
                <a:cubicBezTo>
                  <a:pt x="552" y="1055"/>
                  <a:pt x="553" y="1049"/>
                  <a:pt x="555" y="1043"/>
                </a:cubicBezTo>
                <a:cubicBezTo>
                  <a:pt x="555" y="1043"/>
                  <a:pt x="556" y="1043"/>
                  <a:pt x="556" y="1043"/>
                </a:cubicBezTo>
                <a:cubicBezTo>
                  <a:pt x="556" y="1044"/>
                  <a:pt x="558" y="1045"/>
                  <a:pt x="559" y="1045"/>
                </a:cubicBezTo>
                <a:cubicBezTo>
                  <a:pt x="559" y="1041"/>
                  <a:pt x="560" y="1039"/>
                  <a:pt x="557" y="1037"/>
                </a:cubicBezTo>
                <a:cubicBezTo>
                  <a:pt x="555" y="1036"/>
                  <a:pt x="554" y="1040"/>
                  <a:pt x="551" y="1036"/>
                </a:cubicBezTo>
                <a:cubicBezTo>
                  <a:pt x="549" y="1033"/>
                  <a:pt x="548" y="1029"/>
                  <a:pt x="551" y="1027"/>
                </a:cubicBezTo>
                <a:cubicBezTo>
                  <a:pt x="554" y="1026"/>
                  <a:pt x="558" y="1030"/>
                  <a:pt x="560" y="1030"/>
                </a:cubicBezTo>
                <a:cubicBezTo>
                  <a:pt x="568" y="1031"/>
                  <a:pt x="565" y="1014"/>
                  <a:pt x="566" y="1010"/>
                </a:cubicBezTo>
                <a:close/>
                <a:moveTo>
                  <a:pt x="923" y="415"/>
                </a:moveTo>
                <a:cubicBezTo>
                  <a:pt x="923" y="413"/>
                  <a:pt x="927" y="407"/>
                  <a:pt x="921" y="407"/>
                </a:cubicBezTo>
                <a:cubicBezTo>
                  <a:pt x="921" y="406"/>
                  <a:pt x="915" y="400"/>
                  <a:pt x="914" y="399"/>
                </a:cubicBezTo>
                <a:cubicBezTo>
                  <a:pt x="910" y="395"/>
                  <a:pt x="904" y="390"/>
                  <a:pt x="904" y="384"/>
                </a:cubicBezTo>
                <a:cubicBezTo>
                  <a:pt x="901" y="384"/>
                  <a:pt x="898" y="384"/>
                  <a:pt x="895" y="383"/>
                </a:cubicBezTo>
                <a:cubicBezTo>
                  <a:pt x="898" y="381"/>
                  <a:pt x="905" y="375"/>
                  <a:pt x="905" y="371"/>
                </a:cubicBezTo>
                <a:cubicBezTo>
                  <a:pt x="904" y="366"/>
                  <a:pt x="898" y="369"/>
                  <a:pt x="894" y="369"/>
                </a:cubicBezTo>
                <a:cubicBezTo>
                  <a:pt x="894" y="368"/>
                  <a:pt x="896" y="366"/>
                  <a:pt x="894" y="366"/>
                </a:cubicBezTo>
                <a:cubicBezTo>
                  <a:pt x="894" y="363"/>
                  <a:pt x="899" y="362"/>
                  <a:pt x="899" y="360"/>
                </a:cubicBezTo>
                <a:cubicBezTo>
                  <a:pt x="893" y="359"/>
                  <a:pt x="888" y="362"/>
                  <a:pt x="886" y="368"/>
                </a:cubicBezTo>
                <a:cubicBezTo>
                  <a:pt x="886" y="369"/>
                  <a:pt x="883" y="377"/>
                  <a:pt x="883" y="378"/>
                </a:cubicBezTo>
                <a:cubicBezTo>
                  <a:pt x="887" y="380"/>
                  <a:pt x="884" y="382"/>
                  <a:pt x="885" y="387"/>
                </a:cubicBezTo>
                <a:cubicBezTo>
                  <a:pt x="886" y="385"/>
                  <a:pt x="887" y="381"/>
                  <a:pt x="889" y="383"/>
                </a:cubicBezTo>
                <a:cubicBezTo>
                  <a:pt x="891" y="384"/>
                  <a:pt x="890" y="390"/>
                  <a:pt x="890" y="392"/>
                </a:cubicBezTo>
                <a:cubicBezTo>
                  <a:pt x="892" y="392"/>
                  <a:pt x="894" y="392"/>
                  <a:pt x="897" y="392"/>
                </a:cubicBezTo>
                <a:cubicBezTo>
                  <a:pt x="897" y="394"/>
                  <a:pt x="899" y="400"/>
                  <a:pt x="898" y="402"/>
                </a:cubicBezTo>
                <a:cubicBezTo>
                  <a:pt x="896" y="405"/>
                  <a:pt x="896" y="404"/>
                  <a:pt x="892" y="404"/>
                </a:cubicBezTo>
                <a:cubicBezTo>
                  <a:pt x="891" y="406"/>
                  <a:pt x="894" y="410"/>
                  <a:pt x="893" y="411"/>
                </a:cubicBezTo>
                <a:cubicBezTo>
                  <a:pt x="893" y="414"/>
                  <a:pt x="888" y="415"/>
                  <a:pt x="889" y="418"/>
                </a:cubicBezTo>
                <a:cubicBezTo>
                  <a:pt x="891" y="418"/>
                  <a:pt x="892" y="420"/>
                  <a:pt x="895" y="420"/>
                </a:cubicBezTo>
                <a:cubicBezTo>
                  <a:pt x="897" y="421"/>
                  <a:pt x="900" y="418"/>
                  <a:pt x="902" y="419"/>
                </a:cubicBezTo>
                <a:cubicBezTo>
                  <a:pt x="903" y="422"/>
                  <a:pt x="884" y="426"/>
                  <a:pt x="885" y="432"/>
                </a:cubicBezTo>
                <a:cubicBezTo>
                  <a:pt x="889" y="433"/>
                  <a:pt x="898" y="428"/>
                  <a:pt x="901" y="427"/>
                </a:cubicBezTo>
                <a:cubicBezTo>
                  <a:pt x="904" y="427"/>
                  <a:pt x="926" y="426"/>
                  <a:pt x="923" y="421"/>
                </a:cubicBezTo>
                <a:cubicBezTo>
                  <a:pt x="922" y="421"/>
                  <a:pt x="921" y="421"/>
                  <a:pt x="920" y="420"/>
                </a:cubicBezTo>
                <a:cubicBezTo>
                  <a:pt x="919" y="418"/>
                  <a:pt x="922" y="418"/>
                  <a:pt x="923" y="416"/>
                </a:cubicBezTo>
                <a:lnTo>
                  <a:pt x="923" y="415"/>
                </a:lnTo>
                <a:close/>
                <a:moveTo>
                  <a:pt x="870" y="396"/>
                </a:moveTo>
                <a:cubicBezTo>
                  <a:pt x="868" y="397"/>
                  <a:pt x="865" y="395"/>
                  <a:pt x="863" y="395"/>
                </a:cubicBezTo>
                <a:cubicBezTo>
                  <a:pt x="863" y="396"/>
                  <a:pt x="864" y="397"/>
                  <a:pt x="862" y="398"/>
                </a:cubicBezTo>
                <a:cubicBezTo>
                  <a:pt x="862" y="399"/>
                  <a:pt x="865" y="398"/>
                  <a:pt x="865" y="399"/>
                </a:cubicBezTo>
                <a:cubicBezTo>
                  <a:pt x="864" y="401"/>
                  <a:pt x="862" y="400"/>
                  <a:pt x="862" y="402"/>
                </a:cubicBezTo>
                <a:cubicBezTo>
                  <a:pt x="863" y="404"/>
                  <a:pt x="864" y="402"/>
                  <a:pt x="864" y="404"/>
                </a:cubicBezTo>
                <a:cubicBezTo>
                  <a:pt x="865" y="404"/>
                  <a:pt x="868" y="404"/>
                  <a:pt x="868" y="405"/>
                </a:cubicBezTo>
                <a:cubicBezTo>
                  <a:pt x="867" y="405"/>
                  <a:pt x="863" y="408"/>
                  <a:pt x="864" y="409"/>
                </a:cubicBezTo>
                <a:cubicBezTo>
                  <a:pt x="864" y="409"/>
                  <a:pt x="865" y="409"/>
                  <a:pt x="866" y="410"/>
                </a:cubicBezTo>
                <a:cubicBezTo>
                  <a:pt x="866" y="410"/>
                  <a:pt x="861" y="412"/>
                  <a:pt x="860" y="413"/>
                </a:cubicBezTo>
                <a:cubicBezTo>
                  <a:pt x="860" y="413"/>
                  <a:pt x="861" y="414"/>
                  <a:pt x="860" y="414"/>
                </a:cubicBezTo>
                <a:cubicBezTo>
                  <a:pt x="859" y="416"/>
                  <a:pt x="861" y="415"/>
                  <a:pt x="862" y="416"/>
                </a:cubicBezTo>
                <a:cubicBezTo>
                  <a:pt x="862" y="417"/>
                  <a:pt x="862" y="418"/>
                  <a:pt x="864" y="418"/>
                </a:cubicBezTo>
                <a:cubicBezTo>
                  <a:pt x="864" y="421"/>
                  <a:pt x="872" y="417"/>
                  <a:pt x="873" y="416"/>
                </a:cubicBezTo>
                <a:cubicBezTo>
                  <a:pt x="878" y="414"/>
                  <a:pt x="881" y="414"/>
                  <a:pt x="883" y="410"/>
                </a:cubicBezTo>
                <a:cubicBezTo>
                  <a:pt x="884" y="407"/>
                  <a:pt x="882" y="405"/>
                  <a:pt x="883" y="402"/>
                </a:cubicBezTo>
                <a:cubicBezTo>
                  <a:pt x="883" y="400"/>
                  <a:pt x="885" y="399"/>
                  <a:pt x="885" y="397"/>
                </a:cubicBezTo>
                <a:cubicBezTo>
                  <a:pt x="886" y="391"/>
                  <a:pt x="885" y="389"/>
                  <a:pt x="879" y="390"/>
                </a:cubicBezTo>
                <a:cubicBezTo>
                  <a:pt x="879" y="387"/>
                  <a:pt x="870" y="389"/>
                  <a:pt x="870" y="393"/>
                </a:cubicBezTo>
                <a:cubicBezTo>
                  <a:pt x="871" y="393"/>
                  <a:pt x="872" y="393"/>
                  <a:pt x="872" y="394"/>
                </a:cubicBezTo>
                <a:cubicBezTo>
                  <a:pt x="873" y="394"/>
                  <a:pt x="870" y="395"/>
                  <a:pt x="870" y="396"/>
                </a:cubicBezTo>
                <a:close/>
                <a:moveTo>
                  <a:pt x="590" y="438"/>
                </a:moveTo>
                <a:cubicBezTo>
                  <a:pt x="589" y="438"/>
                  <a:pt x="588" y="440"/>
                  <a:pt x="588" y="441"/>
                </a:cubicBezTo>
                <a:cubicBezTo>
                  <a:pt x="591" y="441"/>
                  <a:pt x="595" y="441"/>
                  <a:pt x="599" y="441"/>
                </a:cubicBezTo>
                <a:cubicBezTo>
                  <a:pt x="598" y="444"/>
                  <a:pt x="606" y="441"/>
                  <a:pt x="608" y="441"/>
                </a:cubicBezTo>
                <a:cubicBezTo>
                  <a:pt x="607" y="442"/>
                  <a:pt x="608" y="443"/>
                  <a:pt x="609" y="443"/>
                </a:cubicBezTo>
                <a:cubicBezTo>
                  <a:pt x="610" y="447"/>
                  <a:pt x="605" y="445"/>
                  <a:pt x="605" y="449"/>
                </a:cubicBezTo>
                <a:cubicBezTo>
                  <a:pt x="610" y="451"/>
                  <a:pt x="614" y="441"/>
                  <a:pt x="618" y="442"/>
                </a:cubicBezTo>
                <a:cubicBezTo>
                  <a:pt x="618" y="442"/>
                  <a:pt x="617" y="447"/>
                  <a:pt x="617" y="447"/>
                </a:cubicBezTo>
                <a:cubicBezTo>
                  <a:pt x="618" y="447"/>
                  <a:pt x="618" y="447"/>
                  <a:pt x="620" y="447"/>
                </a:cubicBezTo>
                <a:cubicBezTo>
                  <a:pt x="619" y="448"/>
                  <a:pt x="619" y="449"/>
                  <a:pt x="619" y="450"/>
                </a:cubicBezTo>
                <a:cubicBezTo>
                  <a:pt x="623" y="451"/>
                  <a:pt x="625" y="449"/>
                  <a:pt x="625" y="445"/>
                </a:cubicBezTo>
                <a:cubicBezTo>
                  <a:pt x="625" y="443"/>
                  <a:pt x="622" y="444"/>
                  <a:pt x="622" y="441"/>
                </a:cubicBezTo>
                <a:cubicBezTo>
                  <a:pt x="622" y="439"/>
                  <a:pt x="626" y="438"/>
                  <a:pt x="624" y="435"/>
                </a:cubicBezTo>
                <a:cubicBezTo>
                  <a:pt x="623" y="435"/>
                  <a:pt x="623" y="438"/>
                  <a:pt x="621" y="437"/>
                </a:cubicBezTo>
                <a:cubicBezTo>
                  <a:pt x="620" y="434"/>
                  <a:pt x="623" y="432"/>
                  <a:pt x="623" y="430"/>
                </a:cubicBezTo>
                <a:cubicBezTo>
                  <a:pt x="622" y="430"/>
                  <a:pt x="617" y="426"/>
                  <a:pt x="618" y="429"/>
                </a:cubicBezTo>
                <a:cubicBezTo>
                  <a:pt x="617" y="429"/>
                  <a:pt x="612" y="429"/>
                  <a:pt x="611" y="428"/>
                </a:cubicBezTo>
                <a:cubicBezTo>
                  <a:pt x="611" y="428"/>
                  <a:pt x="610" y="426"/>
                  <a:pt x="611" y="426"/>
                </a:cubicBezTo>
                <a:cubicBezTo>
                  <a:pt x="610" y="426"/>
                  <a:pt x="612" y="423"/>
                  <a:pt x="610" y="423"/>
                </a:cubicBezTo>
                <a:cubicBezTo>
                  <a:pt x="608" y="422"/>
                  <a:pt x="608" y="425"/>
                  <a:pt x="606" y="426"/>
                </a:cubicBezTo>
                <a:cubicBezTo>
                  <a:pt x="608" y="423"/>
                  <a:pt x="612" y="417"/>
                  <a:pt x="613" y="413"/>
                </a:cubicBezTo>
                <a:cubicBezTo>
                  <a:pt x="613" y="413"/>
                  <a:pt x="613" y="413"/>
                  <a:pt x="613" y="413"/>
                </a:cubicBezTo>
                <a:cubicBezTo>
                  <a:pt x="614" y="413"/>
                  <a:pt x="614" y="412"/>
                  <a:pt x="614" y="412"/>
                </a:cubicBezTo>
                <a:cubicBezTo>
                  <a:pt x="610" y="411"/>
                  <a:pt x="603" y="421"/>
                  <a:pt x="600" y="424"/>
                </a:cubicBezTo>
                <a:cubicBezTo>
                  <a:pt x="599" y="426"/>
                  <a:pt x="599" y="427"/>
                  <a:pt x="598" y="429"/>
                </a:cubicBezTo>
                <a:cubicBezTo>
                  <a:pt x="597" y="430"/>
                  <a:pt x="594" y="431"/>
                  <a:pt x="594" y="432"/>
                </a:cubicBezTo>
                <a:cubicBezTo>
                  <a:pt x="591" y="432"/>
                  <a:pt x="590" y="434"/>
                  <a:pt x="593" y="435"/>
                </a:cubicBezTo>
                <a:cubicBezTo>
                  <a:pt x="593" y="437"/>
                  <a:pt x="593" y="440"/>
                  <a:pt x="591" y="440"/>
                </a:cubicBezTo>
                <a:lnTo>
                  <a:pt x="590" y="438"/>
                </a:lnTo>
                <a:close/>
                <a:moveTo>
                  <a:pt x="415" y="624"/>
                </a:moveTo>
                <a:cubicBezTo>
                  <a:pt x="415" y="627"/>
                  <a:pt x="435" y="617"/>
                  <a:pt x="435" y="620"/>
                </a:cubicBezTo>
                <a:cubicBezTo>
                  <a:pt x="435" y="623"/>
                  <a:pt x="441" y="622"/>
                  <a:pt x="444" y="623"/>
                </a:cubicBezTo>
                <a:cubicBezTo>
                  <a:pt x="444" y="625"/>
                  <a:pt x="453" y="627"/>
                  <a:pt x="454" y="628"/>
                </a:cubicBezTo>
                <a:cubicBezTo>
                  <a:pt x="455" y="629"/>
                  <a:pt x="462" y="636"/>
                  <a:pt x="463" y="635"/>
                </a:cubicBezTo>
                <a:cubicBezTo>
                  <a:pt x="461" y="635"/>
                  <a:pt x="459" y="636"/>
                  <a:pt x="460" y="638"/>
                </a:cubicBezTo>
                <a:cubicBezTo>
                  <a:pt x="463" y="638"/>
                  <a:pt x="480" y="639"/>
                  <a:pt x="479" y="633"/>
                </a:cubicBezTo>
                <a:cubicBezTo>
                  <a:pt x="476" y="631"/>
                  <a:pt x="470" y="629"/>
                  <a:pt x="466" y="628"/>
                </a:cubicBezTo>
                <a:cubicBezTo>
                  <a:pt x="460" y="625"/>
                  <a:pt x="455" y="622"/>
                  <a:pt x="449" y="620"/>
                </a:cubicBezTo>
                <a:cubicBezTo>
                  <a:pt x="443" y="618"/>
                  <a:pt x="438" y="616"/>
                  <a:pt x="431" y="617"/>
                </a:cubicBezTo>
                <a:cubicBezTo>
                  <a:pt x="428" y="617"/>
                  <a:pt x="424" y="618"/>
                  <a:pt x="421" y="620"/>
                </a:cubicBezTo>
                <a:cubicBezTo>
                  <a:pt x="419" y="621"/>
                  <a:pt x="420" y="624"/>
                  <a:pt x="417" y="624"/>
                </a:cubicBezTo>
                <a:cubicBezTo>
                  <a:pt x="416" y="624"/>
                  <a:pt x="416" y="624"/>
                  <a:pt x="415" y="624"/>
                </a:cubicBezTo>
                <a:close/>
                <a:moveTo>
                  <a:pt x="480" y="648"/>
                </a:moveTo>
                <a:cubicBezTo>
                  <a:pt x="480" y="648"/>
                  <a:pt x="480" y="648"/>
                  <a:pt x="480" y="649"/>
                </a:cubicBezTo>
                <a:cubicBezTo>
                  <a:pt x="484" y="649"/>
                  <a:pt x="488" y="648"/>
                  <a:pt x="492" y="650"/>
                </a:cubicBezTo>
                <a:cubicBezTo>
                  <a:pt x="495" y="650"/>
                  <a:pt x="495" y="655"/>
                  <a:pt x="497" y="648"/>
                </a:cubicBezTo>
                <a:cubicBezTo>
                  <a:pt x="499" y="647"/>
                  <a:pt x="513" y="649"/>
                  <a:pt x="514" y="647"/>
                </a:cubicBezTo>
                <a:cubicBezTo>
                  <a:pt x="516" y="644"/>
                  <a:pt x="508" y="642"/>
                  <a:pt x="506" y="642"/>
                </a:cubicBezTo>
                <a:cubicBezTo>
                  <a:pt x="506" y="641"/>
                  <a:pt x="507" y="641"/>
                  <a:pt x="507" y="641"/>
                </a:cubicBezTo>
                <a:cubicBezTo>
                  <a:pt x="507" y="641"/>
                  <a:pt x="507" y="640"/>
                  <a:pt x="507" y="640"/>
                </a:cubicBezTo>
                <a:cubicBezTo>
                  <a:pt x="507" y="640"/>
                  <a:pt x="507" y="640"/>
                  <a:pt x="507" y="639"/>
                </a:cubicBezTo>
                <a:cubicBezTo>
                  <a:pt x="505" y="639"/>
                  <a:pt x="485" y="637"/>
                  <a:pt x="485" y="639"/>
                </a:cubicBezTo>
                <a:cubicBezTo>
                  <a:pt x="487" y="640"/>
                  <a:pt x="491" y="644"/>
                  <a:pt x="491" y="646"/>
                </a:cubicBezTo>
                <a:cubicBezTo>
                  <a:pt x="490" y="646"/>
                  <a:pt x="478" y="645"/>
                  <a:pt x="478" y="647"/>
                </a:cubicBezTo>
                <a:cubicBezTo>
                  <a:pt x="479" y="647"/>
                  <a:pt x="479" y="647"/>
                  <a:pt x="479" y="648"/>
                </a:cubicBezTo>
                <a:lnTo>
                  <a:pt x="480" y="648"/>
                </a:lnTo>
                <a:close/>
                <a:moveTo>
                  <a:pt x="436" y="167"/>
                </a:moveTo>
                <a:cubicBezTo>
                  <a:pt x="436" y="167"/>
                  <a:pt x="436" y="167"/>
                  <a:pt x="436" y="167"/>
                </a:cubicBezTo>
                <a:cubicBezTo>
                  <a:pt x="436" y="162"/>
                  <a:pt x="449" y="133"/>
                  <a:pt x="435" y="137"/>
                </a:cubicBezTo>
                <a:cubicBezTo>
                  <a:pt x="430" y="138"/>
                  <a:pt x="427" y="146"/>
                  <a:pt x="426" y="150"/>
                </a:cubicBezTo>
                <a:cubicBezTo>
                  <a:pt x="426" y="151"/>
                  <a:pt x="425" y="163"/>
                  <a:pt x="421" y="161"/>
                </a:cubicBezTo>
                <a:cubicBezTo>
                  <a:pt x="420" y="160"/>
                  <a:pt x="422" y="155"/>
                  <a:pt x="422" y="154"/>
                </a:cubicBezTo>
                <a:cubicBezTo>
                  <a:pt x="424" y="148"/>
                  <a:pt x="424" y="144"/>
                  <a:pt x="422" y="139"/>
                </a:cubicBezTo>
                <a:cubicBezTo>
                  <a:pt x="417" y="140"/>
                  <a:pt x="424" y="147"/>
                  <a:pt x="414" y="146"/>
                </a:cubicBezTo>
                <a:cubicBezTo>
                  <a:pt x="403" y="143"/>
                  <a:pt x="414" y="144"/>
                  <a:pt x="415" y="140"/>
                </a:cubicBezTo>
                <a:cubicBezTo>
                  <a:pt x="415" y="138"/>
                  <a:pt x="412" y="136"/>
                  <a:pt x="411" y="135"/>
                </a:cubicBezTo>
                <a:cubicBezTo>
                  <a:pt x="406" y="134"/>
                  <a:pt x="406" y="138"/>
                  <a:pt x="403" y="138"/>
                </a:cubicBezTo>
                <a:cubicBezTo>
                  <a:pt x="395" y="138"/>
                  <a:pt x="404" y="132"/>
                  <a:pt x="404" y="128"/>
                </a:cubicBezTo>
                <a:cubicBezTo>
                  <a:pt x="395" y="129"/>
                  <a:pt x="383" y="133"/>
                  <a:pt x="377" y="139"/>
                </a:cubicBezTo>
                <a:cubicBezTo>
                  <a:pt x="366" y="150"/>
                  <a:pt x="378" y="146"/>
                  <a:pt x="383" y="153"/>
                </a:cubicBezTo>
                <a:cubicBezTo>
                  <a:pt x="383" y="153"/>
                  <a:pt x="370" y="155"/>
                  <a:pt x="369" y="157"/>
                </a:cubicBezTo>
                <a:cubicBezTo>
                  <a:pt x="365" y="164"/>
                  <a:pt x="384" y="165"/>
                  <a:pt x="388" y="167"/>
                </a:cubicBezTo>
                <a:cubicBezTo>
                  <a:pt x="389" y="168"/>
                  <a:pt x="395" y="172"/>
                  <a:pt x="394" y="174"/>
                </a:cubicBezTo>
                <a:cubicBezTo>
                  <a:pt x="392" y="178"/>
                  <a:pt x="384" y="174"/>
                  <a:pt x="382" y="174"/>
                </a:cubicBezTo>
                <a:cubicBezTo>
                  <a:pt x="377" y="172"/>
                  <a:pt x="361" y="167"/>
                  <a:pt x="364" y="178"/>
                </a:cubicBezTo>
                <a:cubicBezTo>
                  <a:pt x="365" y="182"/>
                  <a:pt x="370" y="184"/>
                  <a:pt x="372" y="187"/>
                </a:cubicBezTo>
                <a:cubicBezTo>
                  <a:pt x="374" y="190"/>
                  <a:pt x="373" y="194"/>
                  <a:pt x="376" y="197"/>
                </a:cubicBezTo>
                <a:cubicBezTo>
                  <a:pt x="381" y="203"/>
                  <a:pt x="395" y="197"/>
                  <a:pt x="402" y="195"/>
                </a:cubicBezTo>
                <a:cubicBezTo>
                  <a:pt x="406" y="194"/>
                  <a:pt x="408" y="193"/>
                  <a:pt x="412" y="195"/>
                </a:cubicBezTo>
                <a:cubicBezTo>
                  <a:pt x="416" y="197"/>
                  <a:pt x="417" y="202"/>
                  <a:pt x="422" y="203"/>
                </a:cubicBezTo>
                <a:cubicBezTo>
                  <a:pt x="431" y="205"/>
                  <a:pt x="430" y="199"/>
                  <a:pt x="429" y="193"/>
                </a:cubicBezTo>
                <a:cubicBezTo>
                  <a:pt x="429" y="194"/>
                  <a:pt x="438" y="194"/>
                  <a:pt x="440" y="193"/>
                </a:cubicBezTo>
                <a:cubicBezTo>
                  <a:pt x="443" y="191"/>
                  <a:pt x="442" y="189"/>
                  <a:pt x="440" y="186"/>
                </a:cubicBezTo>
                <a:cubicBezTo>
                  <a:pt x="438" y="181"/>
                  <a:pt x="429" y="172"/>
                  <a:pt x="436" y="167"/>
                </a:cubicBezTo>
                <a:close/>
                <a:moveTo>
                  <a:pt x="371" y="136"/>
                </a:moveTo>
                <a:cubicBezTo>
                  <a:pt x="379" y="132"/>
                  <a:pt x="386" y="128"/>
                  <a:pt x="395" y="126"/>
                </a:cubicBezTo>
                <a:cubicBezTo>
                  <a:pt x="400" y="125"/>
                  <a:pt x="410" y="119"/>
                  <a:pt x="401" y="112"/>
                </a:cubicBezTo>
                <a:cubicBezTo>
                  <a:pt x="399" y="110"/>
                  <a:pt x="396" y="111"/>
                  <a:pt x="393" y="109"/>
                </a:cubicBezTo>
                <a:cubicBezTo>
                  <a:pt x="391" y="108"/>
                  <a:pt x="391" y="106"/>
                  <a:pt x="390" y="104"/>
                </a:cubicBezTo>
                <a:cubicBezTo>
                  <a:pt x="386" y="101"/>
                  <a:pt x="376" y="101"/>
                  <a:pt x="372" y="105"/>
                </a:cubicBezTo>
                <a:cubicBezTo>
                  <a:pt x="370" y="106"/>
                  <a:pt x="368" y="111"/>
                  <a:pt x="366" y="113"/>
                </a:cubicBezTo>
                <a:cubicBezTo>
                  <a:pt x="364" y="116"/>
                  <a:pt x="362" y="118"/>
                  <a:pt x="359" y="122"/>
                </a:cubicBezTo>
                <a:cubicBezTo>
                  <a:pt x="356" y="126"/>
                  <a:pt x="348" y="129"/>
                  <a:pt x="346" y="134"/>
                </a:cubicBezTo>
                <a:cubicBezTo>
                  <a:pt x="346" y="135"/>
                  <a:pt x="347" y="143"/>
                  <a:pt x="347" y="143"/>
                </a:cubicBezTo>
                <a:cubicBezTo>
                  <a:pt x="350" y="147"/>
                  <a:pt x="349" y="145"/>
                  <a:pt x="353" y="145"/>
                </a:cubicBezTo>
                <a:cubicBezTo>
                  <a:pt x="363" y="145"/>
                  <a:pt x="363" y="141"/>
                  <a:pt x="370" y="137"/>
                </a:cubicBezTo>
                <a:lnTo>
                  <a:pt x="371" y="136"/>
                </a:lnTo>
                <a:close/>
                <a:moveTo>
                  <a:pt x="468" y="169"/>
                </a:moveTo>
                <a:cubicBezTo>
                  <a:pt x="468" y="169"/>
                  <a:pt x="468" y="169"/>
                  <a:pt x="468" y="170"/>
                </a:cubicBezTo>
                <a:cubicBezTo>
                  <a:pt x="468" y="176"/>
                  <a:pt x="481" y="163"/>
                  <a:pt x="482" y="160"/>
                </a:cubicBezTo>
                <a:cubicBezTo>
                  <a:pt x="482" y="161"/>
                  <a:pt x="480" y="153"/>
                  <a:pt x="481" y="154"/>
                </a:cubicBezTo>
                <a:cubicBezTo>
                  <a:pt x="480" y="152"/>
                  <a:pt x="476" y="152"/>
                  <a:pt x="476" y="150"/>
                </a:cubicBezTo>
                <a:cubicBezTo>
                  <a:pt x="478" y="149"/>
                  <a:pt x="481" y="148"/>
                  <a:pt x="483" y="147"/>
                </a:cubicBezTo>
                <a:cubicBezTo>
                  <a:pt x="483" y="147"/>
                  <a:pt x="487" y="141"/>
                  <a:pt x="487" y="142"/>
                </a:cubicBezTo>
                <a:cubicBezTo>
                  <a:pt x="487" y="138"/>
                  <a:pt x="485" y="140"/>
                  <a:pt x="482" y="139"/>
                </a:cubicBezTo>
                <a:cubicBezTo>
                  <a:pt x="480" y="138"/>
                  <a:pt x="477" y="136"/>
                  <a:pt x="476" y="135"/>
                </a:cubicBezTo>
                <a:cubicBezTo>
                  <a:pt x="477" y="136"/>
                  <a:pt x="469" y="138"/>
                  <a:pt x="470" y="136"/>
                </a:cubicBezTo>
                <a:cubicBezTo>
                  <a:pt x="469" y="138"/>
                  <a:pt x="470" y="141"/>
                  <a:pt x="470" y="143"/>
                </a:cubicBezTo>
                <a:cubicBezTo>
                  <a:pt x="469" y="143"/>
                  <a:pt x="467" y="139"/>
                  <a:pt x="466" y="140"/>
                </a:cubicBezTo>
                <a:cubicBezTo>
                  <a:pt x="463" y="144"/>
                  <a:pt x="471" y="145"/>
                  <a:pt x="471" y="148"/>
                </a:cubicBezTo>
                <a:cubicBezTo>
                  <a:pt x="464" y="147"/>
                  <a:pt x="470" y="150"/>
                  <a:pt x="467" y="153"/>
                </a:cubicBezTo>
                <a:cubicBezTo>
                  <a:pt x="463" y="155"/>
                  <a:pt x="465" y="152"/>
                  <a:pt x="462" y="149"/>
                </a:cubicBezTo>
                <a:cubicBezTo>
                  <a:pt x="460" y="148"/>
                  <a:pt x="458" y="145"/>
                  <a:pt x="456" y="149"/>
                </a:cubicBezTo>
                <a:cubicBezTo>
                  <a:pt x="456" y="149"/>
                  <a:pt x="454" y="157"/>
                  <a:pt x="454" y="157"/>
                </a:cubicBezTo>
                <a:cubicBezTo>
                  <a:pt x="462" y="159"/>
                  <a:pt x="458" y="168"/>
                  <a:pt x="461" y="172"/>
                </a:cubicBezTo>
                <a:cubicBezTo>
                  <a:pt x="467" y="179"/>
                  <a:pt x="465" y="171"/>
                  <a:pt x="466" y="168"/>
                </a:cubicBezTo>
                <a:cubicBezTo>
                  <a:pt x="467" y="168"/>
                  <a:pt x="467" y="167"/>
                  <a:pt x="468" y="168"/>
                </a:cubicBezTo>
                <a:lnTo>
                  <a:pt x="468" y="169"/>
                </a:lnTo>
                <a:close/>
                <a:moveTo>
                  <a:pt x="506" y="191"/>
                </a:moveTo>
                <a:cubicBezTo>
                  <a:pt x="503" y="192"/>
                  <a:pt x="500" y="190"/>
                  <a:pt x="500" y="194"/>
                </a:cubicBezTo>
                <a:cubicBezTo>
                  <a:pt x="500" y="196"/>
                  <a:pt x="504" y="198"/>
                  <a:pt x="506" y="199"/>
                </a:cubicBezTo>
                <a:cubicBezTo>
                  <a:pt x="510" y="200"/>
                  <a:pt x="512" y="200"/>
                  <a:pt x="515" y="202"/>
                </a:cubicBezTo>
                <a:cubicBezTo>
                  <a:pt x="518" y="203"/>
                  <a:pt x="519" y="205"/>
                  <a:pt x="524" y="205"/>
                </a:cubicBezTo>
                <a:cubicBezTo>
                  <a:pt x="524" y="203"/>
                  <a:pt x="527" y="205"/>
                  <a:pt x="529" y="205"/>
                </a:cubicBezTo>
                <a:cubicBezTo>
                  <a:pt x="529" y="206"/>
                  <a:pt x="530" y="207"/>
                  <a:pt x="531" y="207"/>
                </a:cubicBezTo>
                <a:cubicBezTo>
                  <a:pt x="534" y="207"/>
                  <a:pt x="536" y="210"/>
                  <a:pt x="538" y="211"/>
                </a:cubicBezTo>
                <a:cubicBezTo>
                  <a:pt x="543" y="212"/>
                  <a:pt x="543" y="210"/>
                  <a:pt x="546" y="208"/>
                </a:cubicBezTo>
                <a:cubicBezTo>
                  <a:pt x="548" y="207"/>
                  <a:pt x="547" y="202"/>
                  <a:pt x="551" y="205"/>
                </a:cubicBezTo>
                <a:cubicBezTo>
                  <a:pt x="554" y="207"/>
                  <a:pt x="551" y="212"/>
                  <a:pt x="550" y="214"/>
                </a:cubicBezTo>
                <a:cubicBezTo>
                  <a:pt x="553" y="215"/>
                  <a:pt x="551" y="222"/>
                  <a:pt x="555" y="223"/>
                </a:cubicBezTo>
                <a:cubicBezTo>
                  <a:pt x="555" y="225"/>
                  <a:pt x="554" y="225"/>
                  <a:pt x="558" y="226"/>
                </a:cubicBezTo>
                <a:cubicBezTo>
                  <a:pt x="557" y="230"/>
                  <a:pt x="566" y="235"/>
                  <a:pt x="567" y="239"/>
                </a:cubicBezTo>
                <a:cubicBezTo>
                  <a:pt x="568" y="244"/>
                  <a:pt x="565" y="250"/>
                  <a:pt x="562" y="254"/>
                </a:cubicBezTo>
                <a:cubicBezTo>
                  <a:pt x="560" y="256"/>
                  <a:pt x="557" y="256"/>
                  <a:pt x="555" y="259"/>
                </a:cubicBezTo>
                <a:cubicBezTo>
                  <a:pt x="552" y="261"/>
                  <a:pt x="554" y="262"/>
                  <a:pt x="553" y="265"/>
                </a:cubicBezTo>
                <a:cubicBezTo>
                  <a:pt x="551" y="269"/>
                  <a:pt x="550" y="268"/>
                  <a:pt x="545" y="269"/>
                </a:cubicBezTo>
                <a:cubicBezTo>
                  <a:pt x="541" y="270"/>
                  <a:pt x="541" y="269"/>
                  <a:pt x="537" y="268"/>
                </a:cubicBezTo>
                <a:cubicBezTo>
                  <a:pt x="533" y="267"/>
                  <a:pt x="532" y="267"/>
                  <a:pt x="530" y="270"/>
                </a:cubicBezTo>
                <a:cubicBezTo>
                  <a:pt x="526" y="276"/>
                  <a:pt x="530" y="279"/>
                  <a:pt x="535" y="279"/>
                </a:cubicBezTo>
                <a:cubicBezTo>
                  <a:pt x="539" y="280"/>
                  <a:pt x="545" y="278"/>
                  <a:pt x="549" y="280"/>
                </a:cubicBezTo>
                <a:cubicBezTo>
                  <a:pt x="550" y="281"/>
                  <a:pt x="557" y="290"/>
                  <a:pt x="556" y="291"/>
                </a:cubicBezTo>
                <a:cubicBezTo>
                  <a:pt x="556" y="297"/>
                  <a:pt x="577" y="313"/>
                  <a:pt x="581" y="310"/>
                </a:cubicBezTo>
                <a:cubicBezTo>
                  <a:pt x="584" y="306"/>
                  <a:pt x="580" y="300"/>
                  <a:pt x="578" y="298"/>
                </a:cubicBezTo>
                <a:cubicBezTo>
                  <a:pt x="577" y="297"/>
                  <a:pt x="569" y="289"/>
                  <a:pt x="576" y="292"/>
                </a:cubicBezTo>
                <a:cubicBezTo>
                  <a:pt x="576" y="299"/>
                  <a:pt x="588" y="305"/>
                  <a:pt x="592" y="296"/>
                </a:cubicBezTo>
                <a:cubicBezTo>
                  <a:pt x="593" y="294"/>
                  <a:pt x="592" y="283"/>
                  <a:pt x="589" y="283"/>
                </a:cubicBezTo>
                <a:cubicBezTo>
                  <a:pt x="588" y="281"/>
                  <a:pt x="587" y="281"/>
                  <a:pt x="586" y="280"/>
                </a:cubicBezTo>
                <a:cubicBezTo>
                  <a:pt x="586" y="279"/>
                  <a:pt x="586" y="277"/>
                  <a:pt x="586" y="276"/>
                </a:cubicBezTo>
                <a:cubicBezTo>
                  <a:pt x="584" y="272"/>
                  <a:pt x="581" y="269"/>
                  <a:pt x="582" y="265"/>
                </a:cubicBezTo>
                <a:cubicBezTo>
                  <a:pt x="584" y="264"/>
                  <a:pt x="583" y="268"/>
                  <a:pt x="585" y="268"/>
                </a:cubicBezTo>
                <a:cubicBezTo>
                  <a:pt x="588" y="267"/>
                  <a:pt x="582" y="260"/>
                  <a:pt x="590" y="262"/>
                </a:cubicBezTo>
                <a:cubicBezTo>
                  <a:pt x="593" y="263"/>
                  <a:pt x="596" y="266"/>
                  <a:pt x="598" y="268"/>
                </a:cubicBezTo>
                <a:cubicBezTo>
                  <a:pt x="593" y="272"/>
                  <a:pt x="600" y="286"/>
                  <a:pt x="603" y="273"/>
                </a:cubicBezTo>
                <a:cubicBezTo>
                  <a:pt x="608" y="272"/>
                  <a:pt x="607" y="273"/>
                  <a:pt x="609" y="268"/>
                </a:cubicBezTo>
                <a:cubicBezTo>
                  <a:pt x="611" y="268"/>
                  <a:pt x="622" y="262"/>
                  <a:pt x="614" y="262"/>
                </a:cubicBezTo>
                <a:cubicBezTo>
                  <a:pt x="618" y="259"/>
                  <a:pt x="610" y="260"/>
                  <a:pt x="609" y="260"/>
                </a:cubicBezTo>
                <a:cubicBezTo>
                  <a:pt x="609" y="259"/>
                  <a:pt x="610" y="258"/>
                  <a:pt x="609" y="257"/>
                </a:cubicBezTo>
                <a:cubicBezTo>
                  <a:pt x="609" y="257"/>
                  <a:pt x="608" y="257"/>
                  <a:pt x="607" y="256"/>
                </a:cubicBezTo>
                <a:cubicBezTo>
                  <a:pt x="608" y="256"/>
                  <a:pt x="608" y="255"/>
                  <a:pt x="608" y="254"/>
                </a:cubicBezTo>
                <a:cubicBezTo>
                  <a:pt x="607" y="254"/>
                  <a:pt x="606" y="254"/>
                  <a:pt x="605" y="253"/>
                </a:cubicBezTo>
                <a:cubicBezTo>
                  <a:pt x="606" y="249"/>
                  <a:pt x="604" y="250"/>
                  <a:pt x="601" y="250"/>
                </a:cubicBezTo>
                <a:cubicBezTo>
                  <a:pt x="601" y="249"/>
                  <a:pt x="602" y="248"/>
                  <a:pt x="602" y="247"/>
                </a:cubicBezTo>
                <a:cubicBezTo>
                  <a:pt x="601" y="248"/>
                  <a:pt x="600" y="247"/>
                  <a:pt x="599" y="247"/>
                </a:cubicBezTo>
                <a:cubicBezTo>
                  <a:pt x="600" y="244"/>
                  <a:pt x="599" y="244"/>
                  <a:pt x="596" y="244"/>
                </a:cubicBezTo>
                <a:cubicBezTo>
                  <a:pt x="597" y="244"/>
                  <a:pt x="598" y="243"/>
                  <a:pt x="598" y="242"/>
                </a:cubicBezTo>
                <a:cubicBezTo>
                  <a:pt x="597" y="241"/>
                  <a:pt x="594" y="241"/>
                  <a:pt x="594" y="241"/>
                </a:cubicBezTo>
                <a:cubicBezTo>
                  <a:pt x="599" y="235"/>
                  <a:pt x="584" y="238"/>
                  <a:pt x="593" y="233"/>
                </a:cubicBezTo>
                <a:cubicBezTo>
                  <a:pt x="594" y="230"/>
                  <a:pt x="592" y="231"/>
                  <a:pt x="593" y="229"/>
                </a:cubicBezTo>
                <a:cubicBezTo>
                  <a:pt x="594" y="228"/>
                  <a:pt x="600" y="229"/>
                  <a:pt x="602" y="229"/>
                </a:cubicBezTo>
                <a:cubicBezTo>
                  <a:pt x="602" y="228"/>
                  <a:pt x="602" y="228"/>
                  <a:pt x="602" y="227"/>
                </a:cubicBezTo>
                <a:cubicBezTo>
                  <a:pt x="598" y="227"/>
                  <a:pt x="595" y="225"/>
                  <a:pt x="595" y="221"/>
                </a:cubicBezTo>
                <a:cubicBezTo>
                  <a:pt x="593" y="220"/>
                  <a:pt x="588" y="222"/>
                  <a:pt x="588" y="219"/>
                </a:cubicBezTo>
                <a:cubicBezTo>
                  <a:pt x="592" y="215"/>
                  <a:pt x="599" y="217"/>
                  <a:pt x="596" y="209"/>
                </a:cubicBezTo>
                <a:cubicBezTo>
                  <a:pt x="592" y="209"/>
                  <a:pt x="590" y="215"/>
                  <a:pt x="586" y="215"/>
                </a:cubicBezTo>
                <a:cubicBezTo>
                  <a:pt x="587" y="210"/>
                  <a:pt x="588" y="209"/>
                  <a:pt x="582" y="209"/>
                </a:cubicBezTo>
                <a:cubicBezTo>
                  <a:pt x="583" y="205"/>
                  <a:pt x="589" y="202"/>
                  <a:pt x="583" y="200"/>
                </a:cubicBezTo>
                <a:cubicBezTo>
                  <a:pt x="581" y="199"/>
                  <a:pt x="579" y="204"/>
                  <a:pt x="577" y="201"/>
                </a:cubicBezTo>
                <a:cubicBezTo>
                  <a:pt x="576" y="199"/>
                  <a:pt x="579" y="197"/>
                  <a:pt x="579" y="195"/>
                </a:cubicBezTo>
                <a:cubicBezTo>
                  <a:pt x="579" y="197"/>
                  <a:pt x="574" y="199"/>
                  <a:pt x="573" y="199"/>
                </a:cubicBezTo>
                <a:cubicBezTo>
                  <a:pt x="572" y="195"/>
                  <a:pt x="578" y="194"/>
                  <a:pt x="577" y="191"/>
                </a:cubicBezTo>
                <a:cubicBezTo>
                  <a:pt x="575" y="190"/>
                  <a:pt x="573" y="193"/>
                  <a:pt x="570" y="192"/>
                </a:cubicBezTo>
                <a:cubicBezTo>
                  <a:pt x="570" y="191"/>
                  <a:pt x="570" y="190"/>
                  <a:pt x="571" y="189"/>
                </a:cubicBezTo>
                <a:cubicBezTo>
                  <a:pt x="575" y="185"/>
                  <a:pt x="577" y="180"/>
                  <a:pt x="570" y="178"/>
                </a:cubicBezTo>
                <a:cubicBezTo>
                  <a:pt x="563" y="175"/>
                  <a:pt x="565" y="179"/>
                  <a:pt x="564" y="183"/>
                </a:cubicBezTo>
                <a:cubicBezTo>
                  <a:pt x="562" y="183"/>
                  <a:pt x="560" y="183"/>
                  <a:pt x="559" y="183"/>
                </a:cubicBezTo>
                <a:cubicBezTo>
                  <a:pt x="558" y="183"/>
                  <a:pt x="557" y="183"/>
                  <a:pt x="556" y="182"/>
                </a:cubicBezTo>
                <a:cubicBezTo>
                  <a:pt x="554" y="181"/>
                  <a:pt x="552" y="182"/>
                  <a:pt x="550" y="181"/>
                </a:cubicBezTo>
                <a:cubicBezTo>
                  <a:pt x="550" y="176"/>
                  <a:pt x="560" y="162"/>
                  <a:pt x="552" y="158"/>
                </a:cubicBezTo>
                <a:cubicBezTo>
                  <a:pt x="547" y="155"/>
                  <a:pt x="535" y="164"/>
                  <a:pt x="536" y="170"/>
                </a:cubicBezTo>
                <a:cubicBezTo>
                  <a:pt x="534" y="169"/>
                  <a:pt x="534" y="164"/>
                  <a:pt x="531" y="167"/>
                </a:cubicBezTo>
                <a:cubicBezTo>
                  <a:pt x="529" y="170"/>
                  <a:pt x="534" y="171"/>
                  <a:pt x="533" y="174"/>
                </a:cubicBezTo>
                <a:cubicBezTo>
                  <a:pt x="530" y="174"/>
                  <a:pt x="532" y="178"/>
                  <a:pt x="529" y="178"/>
                </a:cubicBezTo>
                <a:cubicBezTo>
                  <a:pt x="529" y="177"/>
                  <a:pt x="529" y="177"/>
                  <a:pt x="528" y="176"/>
                </a:cubicBezTo>
                <a:cubicBezTo>
                  <a:pt x="524" y="181"/>
                  <a:pt x="527" y="188"/>
                  <a:pt x="524" y="194"/>
                </a:cubicBezTo>
                <a:cubicBezTo>
                  <a:pt x="524" y="194"/>
                  <a:pt x="523" y="194"/>
                  <a:pt x="523" y="194"/>
                </a:cubicBezTo>
                <a:cubicBezTo>
                  <a:pt x="523" y="186"/>
                  <a:pt x="522" y="180"/>
                  <a:pt x="525" y="173"/>
                </a:cubicBezTo>
                <a:cubicBezTo>
                  <a:pt x="527" y="168"/>
                  <a:pt x="528" y="163"/>
                  <a:pt x="532" y="159"/>
                </a:cubicBezTo>
                <a:cubicBezTo>
                  <a:pt x="534" y="157"/>
                  <a:pt x="540" y="156"/>
                  <a:pt x="539" y="153"/>
                </a:cubicBezTo>
                <a:cubicBezTo>
                  <a:pt x="537" y="150"/>
                  <a:pt x="530" y="152"/>
                  <a:pt x="528" y="153"/>
                </a:cubicBezTo>
                <a:cubicBezTo>
                  <a:pt x="522" y="155"/>
                  <a:pt x="516" y="160"/>
                  <a:pt x="512" y="165"/>
                </a:cubicBezTo>
                <a:cubicBezTo>
                  <a:pt x="510" y="168"/>
                  <a:pt x="501" y="178"/>
                  <a:pt x="501" y="181"/>
                </a:cubicBezTo>
                <a:cubicBezTo>
                  <a:pt x="501" y="186"/>
                  <a:pt x="511" y="186"/>
                  <a:pt x="509" y="191"/>
                </a:cubicBezTo>
                <a:lnTo>
                  <a:pt x="506" y="191"/>
                </a:lnTo>
                <a:close/>
                <a:moveTo>
                  <a:pt x="661" y="284"/>
                </a:moveTo>
                <a:cubicBezTo>
                  <a:pt x="665" y="296"/>
                  <a:pt x="657" y="313"/>
                  <a:pt x="667" y="324"/>
                </a:cubicBezTo>
                <a:cubicBezTo>
                  <a:pt x="670" y="328"/>
                  <a:pt x="676" y="327"/>
                  <a:pt x="680" y="330"/>
                </a:cubicBezTo>
                <a:cubicBezTo>
                  <a:pt x="682" y="332"/>
                  <a:pt x="683" y="337"/>
                  <a:pt x="686" y="338"/>
                </a:cubicBezTo>
                <a:cubicBezTo>
                  <a:pt x="693" y="341"/>
                  <a:pt x="697" y="319"/>
                  <a:pt x="699" y="314"/>
                </a:cubicBezTo>
                <a:cubicBezTo>
                  <a:pt x="703" y="308"/>
                  <a:pt x="708" y="303"/>
                  <a:pt x="713" y="298"/>
                </a:cubicBezTo>
                <a:cubicBezTo>
                  <a:pt x="717" y="293"/>
                  <a:pt x="721" y="287"/>
                  <a:pt x="727" y="284"/>
                </a:cubicBezTo>
                <a:cubicBezTo>
                  <a:pt x="732" y="281"/>
                  <a:pt x="737" y="281"/>
                  <a:pt x="743" y="278"/>
                </a:cubicBezTo>
                <a:cubicBezTo>
                  <a:pt x="748" y="275"/>
                  <a:pt x="750" y="271"/>
                  <a:pt x="754" y="267"/>
                </a:cubicBezTo>
                <a:cubicBezTo>
                  <a:pt x="758" y="264"/>
                  <a:pt x="763" y="263"/>
                  <a:pt x="768" y="262"/>
                </a:cubicBezTo>
                <a:cubicBezTo>
                  <a:pt x="775" y="261"/>
                  <a:pt x="780" y="258"/>
                  <a:pt x="786" y="255"/>
                </a:cubicBezTo>
                <a:cubicBezTo>
                  <a:pt x="791" y="252"/>
                  <a:pt x="806" y="250"/>
                  <a:pt x="807" y="243"/>
                </a:cubicBezTo>
                <a:cubicBezTo>
                  <a:pt x="810" y="233"/>
                  <a:pt x="791" y="237"/>
                  <a:pt x="786" y="236"/>
                </a:cubicBezTo>
                <a:cubicBezTo>
                  <a:pt x="787" y="230"/>
                  <a:pt x="798" y="233"/>
                  <a:pt x="798" y="224"/>
                </a:cubicBezTo>
                <a:cubicBezTo>
                  <a:pt x="803" y="224"/>
                  <a:pt x="805" y="224"/>
                  <a:pt x="809" y="227"/>
                </a:cubicBezTo>
                <a:cubicBezTo>
                  <a:pt x="811" y="230"/>
                  <a:pt x="810" y="234"/>
                  <a:pt x="815" y="231"/>
                </a:cubicBezTo>
                <a:cubicBezTo>
                  <a:pt x="816" y="223"/>
                  <a:pt x="807" y="220"/>
                  <a:pt x="806" y="213"/>
                </a:cubicBezTo>
                <a:cubicBezTo>
                  <a:pt x="805" y="209"/>
                  <a:pt x="807" y="207"/>
                  <a:pt x="805" y="204"/>
                </a:cubicBezTo>
                <a:cubicBezTo>
                  <a:pt x="803" y="202"/>
                  <a:pt x="798" y="204"/>
                  <a:pt x="799" y="200"/>
                </a:cubicBezTo>
                <a:cubicBezTo>
                  <a:pt x="801" y="199"/>
                  <a:pt x="823" y="200"/>
                  <a:pt x="823" y="197"/>
                </a:cubicBezTo>
                <a:cubicBezTo>
                  <a:pt x="820" y="196"/>
                  <a:pt x="818" y="194"/>
                  <a:pt x="816" y="194"/>
                </a:cubicBezTo>
                <a:cubicBezTo>
                  <a:pt x="813" y="184"/>
                  <a:pt x="824" y="190"/>
                  <a:pt x="827" y="186"/>
                </a:cubicBezTo>
                <a:cubicBezTo>
                  <a:pt x="828" y="185"/>
                  <a:pt x="826" y="182"/>
                  <a:pt x="827" y="180"/>
                </a:cubicBezTo>
                <a:cubicBezTo>
                  <a:pt x="827" y="178"/>
                  <a:pt x="829" y="176"/>
                  <a:pt x="829" y="174"/>
                </a:cubicBezTo>
                <a:cubicBezTo>
                  <a:pt x="829" y="172"/>
                  <a:pt x="827" y="172"/>
                  <a:pt x="827" y="169"/>
                </a:cubicBezTo>
                <a:cubicBezTo>
                  <a:pt x="828" y="167"/>
                  <a:pt x="831" y="166"/>
                  <a:pt x="830" y="163"/>
                </a:cubicBezTo>
                <a:cubicBezTo>
                  <a:pt x="829" y="157"/>
                  <a:pt x="823" y="161"/>
                  <a:pt x="824" y="154"/>
                </a:cubicBezTo>
                <a:cubicBezTo>
                  <a:pt x="827" y="152"/>
                  <a:pt x="833" y="153"/>
                  <a:pt x="836" y="151"/>
                </a:cubicBezTo>
                <a:cubicBezTo>
                  <a:pt x="840" y="147"/>
                  <a:pt x="835" y="145"/>
                  <a:pt x="831" y="144"/>
                </a:cubicBezTo>
                <a:cubicBezTo>
                  <a:pt x="830" y="135"/>
                  <a:pt x="834" y="124"/>
                  <a:pt x="839" y="117"/>
                </a:cubicBezTo>
                <a:cubicBezTo>
                  <a:pt x="841" y="113"/>
                  <a:pt x="844" y="111"/>
                  <a:pt x="842" y="106"/>
                </a:cubicBezTo>
                <a:cubicBezTo>
                  <a:pt x="841" y="104"/>
                  <a:pt x="837" y="103"/>
                  <a:pt x="839" y="99"/>
                </a:cubicBezTo>
                <a:cubicBezTo>
                  <a:pt x="841" y="98"/>
                  <a:pt x="849" y="99"/>
                  <a:pt x="850" y="95"/>
                </a:cubicBezTo>
                <a:cubicBezTo>
                  <a:pt x="851" y="91"/>
                  <a:pt x="845" y="91"/>
                  <a:pt x="846" y="88"/>
                </a:cubicBezTo>
                <a:cubicBezTo>
                  <a:pt x="846" y="85"/>
                  <a:pt x="852" y="86"/>
                  <a:pt x="854" y="85"/>
                </a:cubicBezTo>
                <a:cubicBezTo>
                  <a:pt x="856" y="84"/>
                  <a:pt x="858" y="82"/>
                  <a:pt x="860" y="80"/>
                </a:cubicBezTo>
                <a:cubicBezTo>
                  <a:pt x="862" y="79"/>
                  <a:pt x="871" y="78"/>
                  <a:pt x="870" y="73"/>
                </a:cubicBezTo>
                <a:cubicBezTo>
                  <a:pt x="860" y="66"/>
                  <a:pt x="859" y="63"/>
                  <a:pt x="848" y="70"/>
                </a:cubicBezTo>
                <a:cubicBezTo>
                  <a:pt x="842" y="74"/>
                  <a:pt x="826" y="87"/>
                  <a:pt x="818" y="85"/>
                </a:cubicBezTo>
                <a:cubicBezTo>
                  <a:pt x="822" y="76"/>
                  <a:pt x="833" y="74"/>
                  <a:pt x="837" y="67"/>
                </a:cubicBezTo>
                <a:cubicBezTo>
                  <a:pt x="842" y="55"/>
                  <a:pt x="827" y="64"/>
                  <a:pt x="823" y="63"/>
                </a:cubicBezTo>
                <a:cubicBezTo>
                  <a:pt x="824" y="62"/>
                  <a:pt x="829" y="60"/>
                  <a:pt x="829" y="58"/>
                </a:cubicBezTo>
                <a:cubicBezTo>
                  <a:pt x="828" y="55"/>
                  <a:pt x="822" y="57"/>
                  <a:pt x="820" y="57"/>
                </a:cubicBezTo>
                <a:cubicBezTo>
                  <a:pt x="810" y="58"/>
                  <a:pt x="800" y="59"/>
                  <a:pt x="790" y="59"/>
                </a:cubicBezTo>
                <a:cubicBezTo>
                  <a:pt x="790" y="49"/>
                  <a:pt x="813" y="48"/>
                  <a:pt x="820" y="49"/>
                </a:cubicBezTo>
                <a:cubicBezTo>
                  <a:pt x="824" y="49"/>
                  <a:pt x="838" y="53"/>
                  <a:pt x="839" y="46"/>
                </a:cubicBezTo>
                <a:cubicBezTo>
                  <a:pt x="840" y="41"/>
                  <a:pt x="833" y="40"/>
                  <a:pt x="829" y="39"/>
                </a:cubicBezTo>
                <a:cubicBezTo>
                  <a:pt x="830" y="39"/>
                  <a:pt x="831" y="38"/>
                  <a:pt x="832" y="37"/>
                </a:cubicBezTo>
                <a:cubicBezTo>
                  <a:pt x="831" y="36"/>
                  <a:pt x="830" y="34"/>
                  <a:pt x="830" y="32"/>
                </a:cubicBezTo>
                <a:cubicBezTo>
                  <a:pt x="822" y="32"/>
                  <a:pt x="815" y="32"/>
                  <a:pt x="808" y="34"/>
                </a:cubicBezTo>
                <a:cubicBezTo>
                  <a:pt x="805" y="35"/>
                  <a:pt x="796" y="38"/>
                  <a:pt x="795" y="33"/>
                </a:cubicBezTo>
                <a:cubicBezTo>
                  <a:pt x="792" y="26"/>
                  <a:pt x="819" y="28"/>
                  <a:pt x="823" y="28"/>
                </a:cubicBezTo>
                <a:cubicBezTo>
                  <a:pt x="823" y="28"/>
                  <a:pt x="823" y="27"/>
                  <a:pt x="823" y="26"/>
                </a:cubicBezTo>
                <a:cubicBezTo>
                  <a:pt x="815" y="25"/>
                  <a:pt x="808" y="18"/>
                  <a:pt x="799" y="19"/>
                </a:cubicBezTo>
                <a:cubicBezTo>
                  <a:pt x="793" y="19"/>
                  <a:pt x="789" y="25"/>
                  <a:pt x="783" y="25"/>
                </a:cubicBezTo>
                <a:cubicBezTo>
                  <a:pt x="776" y="25"/>
                  <a:pt x="775" y="22"/>
                  <a:pt x="774" y="29"/>
                </a:cubicBezTo>
                <a:cubicBezTo>
                  <a:pt x="774" y="31"/>
                  <a:pt x="777" y="39"/>
                  <a:pt x="771" y="37"/>
                </a:cubicBezTo>
                <a:cubicBezTo>
                  <a:pt x="768" y="32"/>
                  <a:pt x="768" y="30"/>
                  <a:pt x="763" y="28"/>
                </a:cubicBezTo>
                <a:cubicBezTo>
                  <a:pt x="762" y="39"/>
                  <a:pt x="759" y="31"/>
                  <a:pt x="753" y="33"/>
                </a:cubicBezTo>
                <a:cubicBezTo>
                  <a:pt x="746" y="39"/>
                  <a:pt x="765" y="56"/>
                  <a:pt x="754" y="59"/>
                </a:cubicBezTo>
                <a:cubicBezTo>
                  <a:pt x="746" y="61"/>
                  <a:pt x="744" y="41"/>
                  <a:pt x="740" y="37"/>
                </a:cubicBezTo>
                <a:cubicBezTo>
                  <a:pt x="741" y="40"/>
                  <a:pt x="741" y="48"/>
                  <a:pt x="738" y="50"/>
                </a:cubicBezTo>
                <a:cubicBezTo>
                  <a:pt x="732" y="52"/>
                  <a:pt x="730" y="41"/>
                  <a:pt x="728" y="37"/>
                </a:cubicBezTo>
                <a:cubicBezTo>
                  <a:pt x="727" y="40"/>
                  <a:pt x="728" y="49"/>
                  <a:pt x="723" y="48"/>
                </a:cubicBezTo>
                <a:cubicBezTo>
                  <a:pt x="722" y="44"/>
                  <a:pt x="727" y="38"/>
                  <a:pt x="722" y="36"/>
                </a:cubicBezTo>
                <a:cubicBezTo>
                  <a:pt x="720" y="35"/>
                  <a:pt x="718" y="38"/>
                  <a:pt x="716" y="38"/>
                </a:cubicBezTo>
                <a:cubicBezTo>
                  <a:pt x="712" y="39"/>
                  <a:pt x="708" y="37"/>
                  <a:pt x="704" y="38"/>
                </a:cubicBezTo>
                <a:cubicBezTo>
                  <a:pt x="704" y="40"/>
                  <a:pt x="706" y="46"/>
                  <a:pt x="703" y="47"/>
                </a:cubicBezTo>
                <a:cubicBezTo>
                  <a:pt x="699" y="50"/>
                  <a:pt x="698" y="43"/>
                  <a:pt x="696" y="42"/>
                </a:cubicBezTo>
                <a:cubicBezTo>
                  <a:pt x="691" y="40"/>
                  <a:pt x="693" y="43"/>
                  <a:pt x="691" y="46"/>
                </a:cubicBezTo>
                <a:cubicBezTo>
                  <a:pt x="689" y="50"/>
                  <a:pt x="691" y="50"/>
                  <a:pt x="685" y="51"/>
                </a:cubicBezTo>
                <a:cubicBezTo>
                  <a:pt x="678" y="53"/>
                  <a:pt x="681" y="52"/>
                  <a:pt x="676" y="57"/>
                </a:cubicBezTo>
                <a:cubicBezTo>
                  <a:pt x="672" y="59"/>
                  <a:pt x="667" y="60"/>
                  <a:pt x="664" y="63"/>
                </a:cubicBezTo>
                <a:cubicBezTo>
                  <a:pt x="657" y="71"/>
                  <a:pt x="670" y="68"/>
                  <a:pt x="670" y="75"/>
                </a:cubicBezTo>
                <a:cubicBezTo>
                  <a:pt x="660" y="83"/>
                  <a:pt x="645" y="87"/>
                  <a:pt x="633" y="90"/>
                </a:cubicBezTo>
                <a:cubicBezTo>
                  <a:pt x="628" y="92"/>
                  <a:pt x="620" y="95"/>
                  <a:pt x="625" y="101"/>
                </a:cubicBezTo>
                <a:cubicBezTo>
                  <a:pt x="627" y="106"/>
                  <a:pt x="634" y="105"/>
                  <a:pt x="637" y="110"/>
                </a:cubicBezTo>
                <a:cubicBezTo>
                  <a:pt x="634" y="112"/>
                  <a:pt x="629" y="110"/>
                  <a:pt x="626" y="113"/>
                </a:cubicBezTo>
                <a:cubicBezTo>
                  <a:pt x="624" y="116"/>
                  <a:pt x="625" y="119"/>
                  <a:pt x="625" y="122"/>
                </a:cubicBezTo>
                <a:cubicBezTo>
                  <a:pt x="623" y="123"/>
                  <a:pt x="621" y="124"/>
                  <a:pt x="620" y="124"/>
                </a:cubicBezTo>
                <a:cubicBezTo>
                  <a:pt x="624" y="136"/>
                  <a:pt x="641" y="133"/>
                  <a:pt x="650" y="137"/>
                </a:cubicBezTo>
                <a:cubicBezTo>
                  <a:pt x="656" y="140"/>
                  <a:pt x="659" y="145"/>
                  <a:pt x="663" y="150"/>
                </a:cubicBezTo>
                <a:cubicBezTo>
                  <a:pt x="669" y="158"/>
                  <a:pt x="668" y="162"/>
                  <a:pt x="668" y="172"/>
                </a:cubicBezTo>
                <a:cubicBezTo>
                  <a:pt x="667" y="179"/>
                  <a:pt x="671" y="187"/>
                  <a:pt x="668" y="194"/>
                </a:cubicBezTo>
                <a:cubicBezTo>
                  <a:pt x="666" y="198"/>
                  <a:pt x="661" y="201"/>
                  <a:pt x="665" y="205"/>
                </a:cubicBezTo>
                <a:cubicBezTo>
                  <a:pt x="668" y="209"/>
                  <a:pt x="677" y="206"/>
                  <a:pt x="671" y="214"/>
                </a:cubicBezTo>
                <a:cubicBezTo>
                  <a:pt x="668" y="217"/>
                  <a:pt x="659" y="222"/>
                  <a:pt x="668" y="226"/>
                </a:cubicBezTo>
                <a:cubicBezTo>
                  <a:pt x="671" y="225"/>
                  <a:pt x="678" y="228"/>
                  <a:pt x="679" y="232"/>
                </a:cubicBezTo>
                <a:cubicBezTo>
                  <a:pt x="679" y="236"/>
                  <a:pt x="674" y="238"/>
                  <a:pt x="674" y="242"/>
                </a:cubicBezTo>
                <a:cubicBezTo>
                  <a:pt x="667" y="245"/>
                  <a:pt x="663" y="254"/>
                  <a:pt x="659" y="259"/>
                </a:cubicBezTo>
                <a:cubicBezTo>
                  <a:pt x="653" y="269"/>
                  <a:pt x="658" y="275"/>
                  <a:pt x="661" y="284"/>
                </a:cubicBezTo>
                <a:cubicBezTo>
                  <a:pt x="664" y="292"/>
                  <a:pt x="660" y="279"/>
                  <a:pt x="661" y="284"/>
                </a:cubicBezTo>
                <a:close/>
                <a:moveTo>
                  <a:pt x="816" y="289"/>
                </a:moveTo>
                <a:cubicBezTo>
                  <a:pt x="815" y="290"/>
                  <a:pt x="815" y="291"/>
                  <a:pt x="813" y="291"/>
                </a:cubicBezTo>
                <a:cubicBezTo>
                  <a:pt x="809" y="293"/>
                  <a:pt x="812" y="290"/>
                  <a:pt x="811" y="288"/>
                </a:cubicBezTo>
                <a:cubicBezTo>
                  <a:pt x="810" y="286"/>
                  <a:pt x="807" y="276"/>
                  <a:pt x="804" y="284"/>
                </a:cubicBezTo>
                <a:cubicBezTo>
                  <a:pt x="804" y="284"/>
                  <a:pt x="803" y="284"/>
                  <a:pt x="803" y="284"/>
                </a:cubicBezTo>
                <a:cubicBezTo>
                  <a:pt x="802" y="279"/>
                  <a:pt x="801" y="284"/>
                  <a:pt x="800" y="284"/>
                </a:cubicBezTo>
                <a:cubicBezTo>
                  <a:pt x="801" y="283"/>
                  <a:pt x="797" y="289"/>
                  <a:pt x="797" y="287"/>
                </a:cubicBezTo>
                <a:cubicBezTo>
                  <a:pt x="797" y="294"/>
                  <a:pt x="802" y="288"/>
                  <a:pt x="807" y="289"/>
                </a:cubicBezTo>
                <a:cubicBezTo>
                  <a:pt x="810" y="293"/>
                  <a:pt x="801" y="294"/>
                  <a:pt x="802" y="294"/>
                </a:cubicBezTo>
                <a:cubicBezTo>
                  <a:pt x="800" y="295"/>
                  <a:pt x="796" y="292"/>
                  <a:pt x="799" y="296"/>
                </a:cubicBezTo>
                <a:cubicBezTo>
                  <a:pt x="800" y="297"/>
                  <a:pt x="803" y="298"/>
                  <a:pt x="804" y="298"/>
                </a:cubicBezTo>
                <a:cubicBezTo>
                  <a:pt x="810" y="305"/>
                  <a:pt x="802" y="301"/>
                  <a:pt x="802" y="303"/>
                </a:cubicBezTo>
                <a:cubicBezTo>
                  <a:pt x="801" y="309"/>
                  <a:pt x="810" y="307"/>
                  <a:pt x="812" y="308"/>
                </a:cubicBezTo>
                <a:cubicBezTo>
                  <a:pt x="815" y="308"/>
                  <a:pt x="817" y="311"/>
                  <a:pt x="819" y="311"/>
                </a:cubicBezTo>
                <a:cubicBezTo>
                  <a:pt x="824" y="312"/>
                  <a:pt x="822" y="311"/>
                  <a:pt x="826" y="310"/>
                </a:cubicBezTo>
                <a:cubicBezTo>
                  <a:pt x="830" y="308"/>
                  <a:pt x="839" y="306"/>
                  <a:pt x="841" y="302"/>
                </a:cubicBezTo>
                <a:cubicBezTo>
                  <a:pt x="843" y="305"/>
                  <a:pt x="845" y="296"/>
                  <a:pt x="846" y="299"/>
                </a:cubicBezTo>
                <a:cubicBezTo>
                  <a:pt x="846" y="299"/>
                  <a:pt x="847" y="299"/>
                  <a:pt x="847" y="299"/>
                </a:cubicBezTo>
                <a:cubicBezTo>
                  <a:pt x="848" y="294"/>
                  <a:pt x="849" y="292"/>
                  <a:pt x="844" y="290"/>
                </a:cubicBezTo>
                <a:cubicBezTo>
                  <a:pt x="844" y="288"/>
                  <a:pt x="844" y="284"/>
                  <a:pt x="843" y="282"/>
                </a:cubicBezTo>
                <a:cubicBezTo>
                  <a:pt x="842" y="282"/>
                  <a:pt x="841" y="283"/>
                  <a:pt x="840" y="283"/>
                </a:cubicBezTo>
                <a:cubicBezTo>
                  <a:pt x="839" y="283"/>
                  <a:pt x="839" y="281"/>
                  <a:pt x="838" y="281"/>
                </a:cubicBezTo>
                <a:cubicBezTo>
                  <a:pt x="835" y="282"/>
                  <a:pt x="836" y="284"/>
                  <a:pt x="834" y="284"/>
                </a:cubicBezTo>
                <a:cubicBezTo>
                  <a:pt x="829" y="286"/>
                  <a:pt x="827" y="281"/>
                  <a:pt x="826" y="289"/>
                </a:cubicBezTo>
                <a:cubicBezTo>
                  <a:pt x="824" y="289"/>
                  <a:pt x="825" y="285"/>
                  <a:pt x="824" y="284"/>
                </a:cubicBezTo>
                <a:cubicBezTo>
                  <a:pt x="820" y="283"/>
                  <a:pt x="822" y="287"/>
                  <a:pt x="819" y="287"/>
                </a:cubicBezTo>
                <a:cubicBezTo>
                  <a:pt x="818" y="288"/>
                  <a:pt x="818" y="284"/>
                  <a:pt x="818" y="284"/>
                </a:cubicBezTo>
                <a:cubicBezTo>
                  <a:pt x="818" y="281"/>
                  <a:pt x="815" y="290"/>
                  <a:pt x="816" y="289"/>
                </a:cubicBezTo>
                <a:close/>
                <a:moveTo>
                  <a:pt x="576" y="120"/>
                </a:moveTo>
                <a:cubicBezTo>
                  <a:pt x="577" y="121"/>
                  <a:pt x="577" y="123"/>
                  <a:pt x="579" y="124"/>
                </a:cubicBezTo>
                <a:cubicBezTo>
                  <a:pt x="591" y="127"/>
                  <a:pt x="584" y="111"/>
                  <a:pt x="587" y="107"/>
                </a:cubicBezTo>
                <a:cubicBezTo>
                  <a:pt x="588" y="104"/>
                  <a:pt x="592" y="103"/>
                  <a:pt x="595" y="102"/>
                </a:cubicBezTo>
                <a:cubicBezTo>
                  <a:pt x="598" y="99"/>
                  <a:pt x="600" y="96"/>
                  <a:pt x="603" y="94"/>
                </a:cubicBezTo>
                <a:cubicBezTo>
                  <a:pt x="607" y="90"/>
                  <a:pt x="610" y="90"/>
                  <a:pt x="615" y="88"/>
                </a:cubicBezTo>
                <a:cubicBezTo>
                  <a:pt x="621" y="86"/>
                  <a:pt x="618" y="85"/>
                  <a:pt x="618" y="81"/>
                </a:cubicBezTo>
                <a:cubicBezTo>
                  <a:pt x="617" y="68"/>
                  <a:pt x="627" y="70"/>
                  <a:pt x="636" y="68"/>
                </a:cubicBezTo>
                <a:cubicBezTo>
                  <a:pt x="640" y="67"/>
                  <a:pt x="642" y="64"/>
                  <a:pt x="645" y="63"/>
                </a:cubicBezTo>
                <a:cubicBezTo>
                  <a:pt x="649" y="61"/>
                  <a:pt x="654" y="61"/>
                  <a:pt x="656" y="59"/>
                </a:cubicBezTo>
                <a:cubicBezTo>
                  <a:pt x="658" y="56"/>
                  <a:pt x="657" y="53"/>
                  <a:pt x="659" y="51"/>
                </a:cubicBezTo>
                <a:cubicBezTo>
                  <a:pt x="662" y="48"/>
                  <a:pt x="668" y="48"/>
                  <a:pt x="671" y="45"/>
                </a:cubicBezTo>
                <a:cubicBezTo>
                  <a:pt x="675" y="43"/>
                  <a:pt x="678" y="40"/>
                  <a:pt x="682" y="37"/>
                </a:cubicBezTo>
                <a:cubicBezTo>
                  <a:pt x="687" y="34"/>
                  <a:pt x="693" y="34"/>
                  <a:pt x="699" y="31"/>
                </a:cubicBezTo>
                <a:cubicBezTo>
                  <a:pt x="693" y="20"/>
                  <a:pt x="688" y="13"/>
                  <a:pt x="677" y="6"/>
                </a:cubicBezTo>
                <a:cubicBezTo>
                  <a:pt x="672" y="4"/>
                  <a:pt x="668" y="2"/>
                  <a:pt x="662" y="3"/>
                </a:cubicBezTo>
                <a:cubicBezTo>
                  <a:pt x="654" y="5"/>
                  <a:pt x="651" y="4"/>
                  <a:pt x="643" y="2"/>
                </a:cubicBezTo>
                <a:cubicBezTo>
                  <a:pt x="632" y="0"/>
                  <a:pt x="624" y="10"/>
                  <a:pt x="613" y="11"/>
                </a:cubicBezTo>
                <a:cubicBezTo>
                  <a:pt x="603" y="11"/>
                  <a:pt x="595" y="12"/>
                  <a:pt x="594" y="25"/>
                </a:cubicBezTo>
                <a:cubicBezTo>
                  <a:pt x="593" y="34"/>
                  <a:pt x="604" y="45"/>
                  <a:pt x="613" y="43"/>
                </a:cubicBezTo>
                <a:cubicBezTo>
                  <a:pt x="615" y="42"/>
                  <a:pt x="637" y="33"/>
                  <a:pt x="631" y="44"/>
                </a:cubicBezTo>
                <a:cubicBezTo>
                  <a:pt x="629" y="47"/>
                  <a:pt x="622" y="48"/>
                  <a:pt x="619" y="48"/>
                </a:cubicBezTo>
                <a:cubicBezTo>
                  <a:pt x="613" y="47"/>
                  <a:pt x="612" y="46"/>
                  <a:pt x="606" y="50"/>
                </a:cubicBezTo>
                <a:cubicBezTo>
                  <a:pt x="601" y="53"/>
                  <a:pt x="603" y="55"/>
                  <a:pt x="598" y="51"/>
                </a:cubicBezTo>
                <a:cubicBezTo>
                  <a:pt x="593" y="47"/>
                  <a:pt x="593" y="44"/>
                  <a:pt x="586" y="46"/>
                </a:cubicBezTo>
                <a:cubicBezTo>
                  <a:pt x="587" y="53"/>
                  <a:pt x="594" y="65"/>
                  <a:pt x="585" y="71"/>
                </a:cubicBezTo>
                <a:cubicBezTo>
                  <a:pt x="582" y="73"/>
                  <a:pt x="579" y="71"/>
                  <a:pt x="576" y="72"/>
                </a:cubicBezTo>
                <a:cubicBezTo>
                  <a:pt x="574" y="73"/>
                  <a:pt x="573" y="75"/>
                  <a:pt x="572" y="76"/>
                </a:cubicBezTo>
                <a:cubicBezTo>
                  <a:pt x="570" y="77"/>
                  <a:pt x="561" y="78"/>
                  <a:pt x="561" y="81"/>
                </a:cubicBezTo>
                <a:cubicBezTo>
                  <a:pt x="564" y="82"/>
                  <a:pt x="566" y="83"/>
                  <a:pt x="569" y="83"/>
                </a:cubicBezTo>
                <a:cubicBezTo>
                  <a:pt x="568" y="86"/>
                  <a:pt x="570" y="88"/>
                  <a:pt x="569" y="92"/>
                </a:cubicBezTo>
                <a:cubicBezTo>
                  <a:pt x="562" y="90"/>
                  <a:pt x="563" y="92"/>
                  <a:pt x="560" y="96"/>
                </a:cubicBezTo>
                <a:cubicBezTo>
                  <a:pt x="556" y="103"/>
                  <a:pt x="557" y="101"/>
                  <a:pt x="550" y="104"/>
                </a:cubicBezTo>
                <a:cubicBezTo>
                  <a:pt x="544" y="106"/>
                  <a:pt x="545" y="107"/>
                  <a:pt x="549" y="111"/>
                </a:cubicBezTo>
                <a:cubicBezTo>
                  <a:pt x="554" y="115"/>
                  <a:pt x="555" y="117"/>
                  <a:pt x="562" y="116"/>
                </a:cubicBezTo>
                <a:cubicBezTo>
                  <a:pt x="568" y="116"/>
                  <a:pt x="571" y="116"/>
                  <a:pt x="576" y="120"/>
                </a:cubicBezTo>
                <a:close/>
                <a:moveTo>
                  <a:pt x="541" y="112"/>
                </a:moveTo>
                <a:cubicBezTo>
                  <a:pt x="541" y="112"/>
                  <a:pt x="530" y="104"/>
                  <a:pt x="537" y="105"/>
                </a:cubicBezTo>
                <a:cubicBezTo>
                  <a:pt x="537" y="99"/>
                  <a:pt x="525" y="105"/>
                  <a:pt x="524" y="105"/>
                </a:cubicBezTo>
                <a:cubicBezTo>
                  <a:pt x="524" y="104"/>
                  <a:pt x="528" y="101"/>
                  <a:pt x="528" y="99"/>
                </a:cubicBezTo>
                <a:cubicBezTo>
                  <a:pt x="528" y="96"/>
                  <a:pt x="526" y="96"/>
                  <a:pt x="524" y="95"/>
                </a:cubicBezTo>
                <a:cubicBezTo>
                  <a:pt x="522" y="93"/>
                  <a:pt x="522" y="91"/>
                  <a:pt x="519" y="91"/>
                </a:cubicBezTo>
                <a:cubicBezTo>
                  <a:pt x="517" y="92"/>
                  <a:pt x="517" y="96"/>
                  <a:pt x="514" y="94"/>
                </a:cubicBezTo>
                <a:cubicBezTo>
                  <a:pt x="513" y="95"/>
                  <a:pt x="519" y="97"/>
                  <a:pt x="516" y="99"/>
                </a:cubicBezTo>
                <a:cubicBezTo>
                  <a:pt x="516" y="98"/>
                  <a:pt x="517" y="106"/>
                  <a:pt x="516" y="103"/>
                </a:cubicBezTo>
                <a:cubicBezTo>
                  <a:pt x="518" y="106"/>
                  <a:pt x="519" y="103"/>
                  <a:pt x="521" y="105"/>
                </a:cubicBezTo>
                <a:cubicBezTo>
                  <a:pt x="524" y="107"/>
                  <a:pt x="528" y="110"/>
                  <a:pt x="526" y="115"/>
                </a:cubicBezTo>
                <a:cubicBezTo>
                  <a:pt x="525" y="120"/>
                  <a:pt x="519" y="122"/>
                  <a:pt x="518" y="127"/>
                </a:cubicBezTo>
                <a:cubicBezTo>
                  <a:pt x="518" y="129"/>
                  <a:pt x="516" y="130"/>
                  <a:pt x="518" y="132"/>
                </a:cubicBezTo>
                <a:cubicBezTo>
                  <a:pt x="520" y="135"/>
                  <a:pt x="521" y="131"/>
                  <a:pt x="523" y="132"/>
                </a:cubicBezTo>
                <a:cubicBezTo>
                  <a:pt x="524" y="133"/>
                  <a:pt x="522" y="135"/>
                  <a:pt x="522" y="135"/>
                </a:cubicBezTo>
                <a:cubicBezTo>
                  <a:pt x="526" y="139"/>
                  <a:pt x="528" y="134"/>
                  <a:pt x="532" y="134"/>
                </a:cubicBezTo>
                <a:cubicBezTo>
                  <a:pt x="531" y="141"/>
                  <a:pt x="531" y="139"/>
                  <a:pt x="538" y="140"/>
                </a:cubicBezTo>
                <a:cubicBezTo>
                  <a:pt x="538" y="140"/>
                  <a:pt x="546" y="143"/>
                  <a:pt x="547" y="143"/>
                </a:cubicBezTo>
                <a:cubicBezTo>
                  <a:pt x="550" y="144"/>
                  <a:pt x="550" y="144"/>
                  <a:pt x="553" y="143"/>
                </a:cubicBezTo>
                <a:cubicBezTo>
                  <a:pt x="554" y="142"/>
                  <a:pt x="553" y="139"/>
                  <a:pt x="556" y="139"/>
                </a:cubicBezTo>
                <a:cubicBezTo>
                  <a:pt x="556" y="144"/>
                  <a:pt x="552" y="145"/>
                  <a:pt x="560" y="147"/>
                </a:cubicBezTo>
                <a:cubicBezTo>
                  <a:pt x="565" y="148"/>
                  <a:pt x="567" y="143"/>
                  <a:pt x="572" y="143"/>
                </a:cubicBezTo>
                <a:cubicBezTo>
                  <a:pt x="569" y="137"/>
                  <a:pt x="574" y="139"/>
                  <a:pt x="574" y="134"/>
                </a:cubicBezTo>
                <a:cubicBezTo>
                  <a:pt x="574" y="131"/>
                  <a:pt x="569" y="128"/>
                  <a:pt x="567" y="127"/>
                </a:cubicBezTo>
                <a:cubicBezTo>
                  <a:pt x="561" y="124"/>
                  <a:pt x="548" y="130"/>
                  <a:pt x="545" y="125"/>
                </a:cubicBezTo>
                <a:cubicBezTo>
                  <a:pt x="544" y="125"/>
                  <a:pt x="543" y="126"/>
                  <a:pt x="542" y="126"/>
                </a:cubicBezTo>
                <a:cubicBezTo>
                  <a:pt x="542" y="124"/>
                  <a:pt x="539" y="123"/>
                  <a:pt x="539" y="122"/>
                </a:cubicBezTo>
                <a:cubicBezTo>
                  <a:pt x="536" y="122"/>
                  <a:pt x="537" y="124"/>
                  <a:pt x="535" y="124"/>
                </a:cubicBezTo>
                <a:cubicBezTo>
                  <a:pt x="535" y="123"/>
                  <a:pt x="536" y="119"/>
                  <a:pt x="535" y="119"/>
                </a:cubicBezTo>
                <a:cubicBezTo>
                  <a:pt x="534" y="115"/>
                  <a:pt x="535" y="118"/>
                  <a:pt x="530" y="116"/>
                </a:cubicBezTo>
                <a:cubicBezTo>
                  <a:pt x="531" y="113"/>
                  <a:pt x="532" y="114"/>
                  <a:pt x="534" y="114"/>
                </a:cubicBezTo>
                <a:cubicBezTo>
                  <a:pt x="534" y="113"/>
                  <a:pt x="532" y="110"/>
                  <a:pt x="532" y="109"/>
                </a:cubicBezTo>
                <a:cubicBezTo>
                  <a:pt x="532" y="109"/>
                  <a:pt x="542" y="115"/>
                  <a:pt x="541" y="112"/>
                </a:cubicBezTo>
                <a:close/>
                <a:moveTo>
                  <a:pt x="506" y="117"/>
                </a:moveTo>
                <a:cubicBezTo>
                  <a:pt x="505" y="120"/>
                  <a:pt x="500" y="122"/>
                  <a:pt x="500" y="125"/>
                </a:cubicBezTo>
                <a:cubicBezTo>
                  <a:pt x="501" y="126"/>
                  <a:pt x="506" y="130"/>
                  <a:pt x="507" y="130"/>
                </a:cubicBezTo>
                <a:cubicBezTo>
                  <a:pt x="517" y="132"/>
                  <a:pt x="512" y="112"/>
                  <a:pt x="506" y="117"/>
                </a:cubicBezTo>
                <a:cubicBezTo>
                  <a:pt x="506" y="118"/>
                  <a:pt x="509" y="115"/>
                  <a:pt x="506" y="117"/>
                </a:cubicBezTo>
                <a:close/>
                <a:moveTo>
                  <a:pt x="580" y="55"/>
                </a:moveTo>
                <a:cubicBezTo>
                  <a:pt x="584" y="52"/>
                  <a:pt x="583" y="52"/>
                  <a:pt x="584" y="49"/>
                </a:cubicBezTo>
                <a:cubicBezTo>
                  <a:pt x="584" y="48"/>
                  <a:pt x="586" y="40"/>
                  <a:pt x="585" y="41"/>
                </a:cubicBezTo>
                <a:cubicBezTo>
                  <a:pt x="585" y="41"/>
                  <a:pt x="583" y="48"/>
                  <a:pt x="581" y="46"/>
                </a:cubicBezTo>
                <a:cubicBezTo>
                  <a:pt x="580" y="44"/>
                  <a:pt x="583" y="42"/>
                  <a:pt x="583" y="40"/>
                </a:cubicBezTo>
                <a:cubicBezTo>
                  <a:pt x="582" y="36"/>
                  <a:pt x="580" y="40"/>
                  <a:pt x="579" y="38"/>
                </a:cubicBezTo>
                <a:cubicBezTo>
                  <a:pt x="576" y="32"/>
                  <a:pt x="581" y="25"/>
                  <a:pt x="578" y="19"/>
                </a:cubicBezTo>
                <a:cubicBezTo>
                  <a:pt x="576" y="17"/>
                  <a:pt x="573" y="16"/>
                  <a:pt x="570" y="18"/>
                </a:cubicBezTo>
                <a:cubicBezTo>
                  <a:pt x="570" y="21"/>
                  <a:pt x="575" y="20"/>
                  <a:pt x="575" y="23"/>
                </a:cubicBezTo>
                <a:cubicBezTo>
                  <a:pt x="576" y="24"/>
                  <a:pt x="571" y="23"/>
                  <a:pt x="570" y="25"/>
                </a:cubicBezTo>
                <a:cubicBezTo>
                  <a:pt x="566" y="26"/>
                  <a:pt x="567" y="25"/>
                  <a:pt x="566" y="29"/>
                </a:cubicBezTo>
                <a:cubicBezTo>
                  <a:pt x="566" y="29"/>
                  <a:pt x="567" y="30"/>
                  <a:pt x="567" y="31"/>
                </a:cubicBezTo>
                <a:cubicBezTo>
                  <a:pt x="564" y="34"/>
                  <a:pt x="565" y="30"/>
                  <a:pt x="562" y="32"/>
                </a:cubicBezTo>
                <a:cubicBezTo>
                  <a:pt x="564" y="36"/>
                  <a:pt x="556" y="32"/>
                  <a:pt x="556" y="32"/>
                </a:cubicBezTo>
                <a:cubicBezTo>
                  <a:pt x="555" y="34"/>
                  <a:pt x="562" y="41"/>
                  <a:pt x="564" y="42"/>
                </a:cubicBezTo>
                <a:cubicBezTo>
                  <a:pt x="563" y="46"/>
                  <a:pt x="556" y="39"/>
                  <a:pt x="554" y="39"/>
                </a:cubicBezTo>
                <a:cubicBezTo>
                  <a:pt x="552" y="39"/>
                  <a:pt x="550" y="48"/>
                  <a:pt x="556" y="49"/>
                </a:cubicBezTo>
                <a:cubicBezTo>
                  <a:pt x="556" y="49"/>
                  <a:pt x="556" y="49"/>
                  <a:pt x="556" y="49"/>
                </a:cubicBezTo>
                <a:cubicBezTo>
                  <a:pt x="554" y="50"/>
                  <a:pt x="543" y="55"/>
                  <a:pt x="552" y="55"/>
                </a:cubicBezTo>
                <a:cubicBezTo>
                  <a:pt x="552" y="55"/>
                  <a:pt x="552" y="56"/>
                  <a:pt x="552" y="57"/>
                </a:cubicBezTo>
                <a:cubicBezTo>
                  <a:pt x="553" y="57"/>
                  <a:pt x="555" y="55"/>
                  <a:pt x="555" y="58"/>
                </a:cubicBezTo>
                <a:cubicBezTo>
                  <a:pt x="556" y="58"/>
                  <a:pt x="563" y="61"/>
                  <a:pt x="562" y="62"/>
                </a:cubicBezTo>
                <a:cubicBezTo>
                  <a:pt x="561" y="62"/>
                  <a:pt x="559" y="61"/>
                  <a:pt x="557" y="61"/>
                </a:cubicBezTo>
                <a:cubicBezTo>
                  <a:pt x="558" y="63"/>
                  <a:pt x="562" y="63"/>
                  <a:pt x="562" y="64"/>
                </a:cubicBezTo>
                <a:cubicBezTo>
                  <a:pt x="557" y="64"/>
                  <a:pt x="553" y="59"/>
                  <a:pt x="549" y="63"/>
                </a:cubicBezTo>
                <a:cubicBezTo>
                  <a:pt x="547" y="65"/>
                  <a:pt x="547" y="69"/>
                  <a:pt x="547" y="72"/>
                </a:cubicBezTo>
                <a:cubicBezTo>
                  <a:pt x="548" y="74"/>
                  <a:pt x="547" y="79"/>
                  <a:pt x="552" y="80"/>
                </a:cubicBezTo>
                <a:cubicBezTo>
                  <a:pt x="557" y="81"/>
                  <a:pt x="555" y="74"/>
                  <a:pt x="559" y="73"/>
                </a:cubicBezTo>
                <a:cubicBezTo>
                  <a:pt x="560" y="76"/>
                  <a:pt x="556" y="79"/>
                  <a:pt x="558" y="81"/>
                </a:cubicBezTo>
                <a:cubicBezTo>
                  <a:pt x="559" y="81"/>
                  <a:pt x="559" y="79"/>
                  <a:pt x="560" y="78"/>
                </a:cubicBezTo>
                <a:cubicBezTo>
                  <a:pt x="562" y="77"/>
                  <a:pt x="563" y="76"/>
                  <a:pt x="565" y="74"/>
                </a:cubicBezTo>
                <a:cubicBezTo>
                  <a:pt x="566" y="72"/>
                  <a:pt x="566" y="67"/>
                  <a:pt x="569" y="68"/>
                </a:cubicBezTo>
                <a:cubicBezTo>
                  <a:pt x="569" y="70"/>
                  <a:pt x="566" y="72"/>
                  <a:pt x="567" y="73"/>
                </a:cubicBezTo>
                <a:cubicBezTo>
                  <a:pt x="568" y="74"/>
                  <a:pt x="569" y="75"/>
                  <a:pt x="569" y="74"/>
                </a:cubicBezTo>
                <a:cubicBezTo>
                  <a:pt x="571" y="72"/>
                  <a:pt x="571" y="69"/>
                  <a:pt x="573" y="68"/>
                </a:cubicBezTo>
                <a:cubicBezTo>
                  <a:pt x="573" y="69"/>
                  <a:pt x="573" y="69"/>
                  <a:pt x="573" y="70"/>
                </a:cubicBezTo>
                <a:cubicBezTo>
                  <a:pt x="578" y="66"/>
                  <a:pt x="588" y="67"/>
                  <a:pt x="585" y="58"/>
                </a:cubicBezTo>
                <a:cubicBezTo>
                  <a:pt x="584" y="58"/>
                  <a:pt x="583" y="61"/>
                  <a:pt x="582" y="61"/>
                </a:cubicBezTo>
                <a:cubicBezTo>
                  <a:pt x="581" y="56"/>
                  <a:pt x="582" y="58"/>
                  <a:pt x="581" y="56"/>
                </a:cubicBezTo>
                <a:cubicBezTo>
                  <a:pt x="581" y="56"/>
                  <a:pt x="577" y="58"/>
                  <a:pt x="577" y="56"/>
                </a:cubicBezTo>
                <a:cubicBezTo>
                  <a:pt x="577" y="55"/>
                  <a:pt x="578" y="55"/>
                  <a:pt x="579" y="55"/>
                </a:cubicBezTo>
                <a:lnTo>
                  <a:pt x="580" y="55"/>
                </a:lnTo>
                <a:close/>
                <a:moveTo>
                  <a:pt x="526" y="77"/>
                </a:moveTo>
                <a:cubicBezTo>
                  <a:pt x="529" y="79"/>
                  <a:pt x="534" y="79"/>
                  <a:pt x="536" y="77"/>
                </a:cubicBezTo>
                <a:cubicBezTo>
                  <a:pt x="539" y="75"/>
                  <a:pt x="537" y="70"/>
                  <a:pt x="536" y="67"/>
                </a:cubicBezTo>
                <a:cubicBezTo>
                  <a:pt x="533" y="53"/>
                  <a:pt x="524" y="63"/>
                  <a:pt x="527" y="72"/>
                </a:cubicBezTo>
                <a:cubicBezTo>
                  <a:pt x="524" y="73"/>
                  <a:pt x="522" y="78"/>
                  <a:pt x="526" y="78"/>
                </a:cubicBezTo>
                <a:lnTo>
                  <a:pt x="526" y="77"/>
                </a:lnTo>
                <a:close/>
                <a:moveTo>
                  <a:pt x="464" y="98"/>
                </a:moveTo>
                <a:cubicBezTo>
                  <a:pt x="463" y="98"/>
                  <a:pt x="459" y="99"/>
                  <a:pt x="457" y="99"/>
                </a:cubicBezTo>
                <a:cubicBezTo>
                  <a:pt x="459" y="99"/>
                  <a:pt x="463" y="81"/>
                  <a:pt x="463" y="79"/>
                </a:cubicBezTo>
                <a:cubicBezTo>
                  <a:pt x="462" y="79"/>
                  <a:pt x="453" y="85"/>
                  <a:pt x="454" y="87"/>
                </a:cubicBezTo>
                <a:cubicBezTo>
                  <a:pt x="456" y="91"/>
                  <a:pt x="452" y="90"/>
                  <a:pt x="452" y="92"/>
                </a:cubicBezTo>
                <a:cubicBezTo>
                  <a:pt x="451" y="94"/>
                  <a:pt x="452" y="97"/>
                  <a:pt x="450" y="98"/>
                </a:cubicBezTo>
                <a:cubicBezTo>
                  <a:pt x="442" y="105"/>
                  <a:pt x="444" y="94"/>
                  <a:pt x="441" y="92"/>
                </a:cubicBezTo>
                <a:cubicBezTo>
                  <a:pt x="442" y="90"/>
                  <a:pt x="443" y="89"/>
                  <a:pt x="442" y="86"/>
                </a:cubicBezTo>
                <a:cubicBezTo>
                  <a:pt x="441" y="84"/>
                  <a:pt x="439" y="84"/>
                  <a:pt x="439" y="83"/>
                </a:cubicBezTo>
                <a:cubicBezTo>
                  <a:pt x="437" y="80"/>
                  <a:pt x="438" y="75"/>
                  <a:pt x="431" y="77"/>
                </a:cubicBezTo>
                <a:cubicBezTo>
                  <a:pt x="430" y="80"/>
                  <a:pt x="433" y="79"/>
                  <a:pt x="431" y="81"/>
                </a:cubicBezTo>
                <a:cubicBezTo>
                  <a:pt x="430" y="82"/>
                  <a:pt x="428" y="79"/>
                  <a:pt x="427" y="80"/>
                </a:cubicBezTo>
                <a:cubicBezTo>
                  <a:pt x="420" y="84"/>
                  <a:pt x="429" y="85"/>
                  <a:pt x="429" y="86"/>
                </a:cubicBezTo>
                <a:cubicBezTo>
                  <a:pt x="426" y="89"/>
                  <a:pt x="422" y="84"/>
                  <a:pt x="419" y="87"/>
                </a:cubicBezTo>
                <a:cubicBezTo>
                  <a:pt x="414" y="91"/>
                  <a:pt x="423" y="89"/>
                  <a:pt x="424" y="90"/>
                </a:cubicBezTo>
                <a:cubicBezTo>
                  <a:pt x="427" y="95"/>
                  <a:pt x="416" y="91"/>
                  <a:pt x="415" y="92"/>
                </a:cubicBezTo>
                <a:cubicBezTo>
                  <a:pt x="410" y="93"/>
                  <a:pt x="411" y="99"/>
                  <a:pt x="416" y="98"/>
                </a:cubicBezTo>
                <a:cubicBezTo>
                  <a:pt x="416" y="102"/>
                  <a:pt x="417" y="100"/>
                  <a:pt x="420" y="100"/>
                </a:cubicBezTo>
                <a:cubicBezTo>
                  <a:pt x="419" y="103"/>
                  <a:pt x="426" y="99"/>
                  <a:pt x="428" y="100"/>
                </a:cubicBezTo>
                <a:cubicBezTo>
                  <a:pt x="427" y="100"/>
                  <a:pt x="425" y="104"/>
                  <a:pt x="431" y="102"/>
                </a:cubicBezTo>
                <a:cubicBezTo>
                  <a:pt x="431" y="102"/>
                  <a:pt x="431" y="102"/>
                  <a:pt x="431" y="102"/>
                </a:cubicBezTo>
                <a:cubicBezTo>
                  <a:pt x="432" y="102"/>
                  <a:pt x="438" y="103"/>
                  <a:pt x="439" y="103"/>
                </a:cubicBezTo>
                <a:cubicBezTo>
                  <a:pt x="437" y="108"/>
                  <a:pt x="416" y="102"/>
                  <a:pt x="421" y="110"/>
                </a:cubicBezTo>
                <a:cubicBezTo>
                  <a:pt x="426" y="118"/>
                  <a:pt x="435" y="109"/>
                  <a:pt x="440" y="110"/>
                </a:cubicBezTo>
                <a:cubicBezTo>
                  <a:pt x="441" y="110"/>
                  <a:pt x="441" y="110"/>
                  <a:pt x="441" y="110"/>
                </a:cubicBezTo>
                <a:cubicBezTo>
                  <a:pt x="443" y="109"/>
                  <a:pt x="445" y="109"/>
                  <a:pt x="448" y="109"/>
                </a:cubicBezTo>
                <a:cubicBezTo>
                  <a:pt x="448" y="110"/>
                  <a:pt x="455" y="112"/>
                  <a:pt x="457" y="111"/>
                </a:cubicBezTo>
                <a:cubicBezTo>
                  <a:pt x="461" y="111"/>
                  <a:pt x="472" y="101"/>
                  <a:pt x="470" y="97"/>
                </a:cubicBezTo>
                <a:cubicBezTo>
                  <a:pt x="467" y="92"/>
                  <a:pt x="466" y="98"/>
                  <a:pt x="464" y="98"/>
                </a:cubicBezTo>
                <a:close/>
                <a:moveTo>
                  <a:pt x="491" y="102"/>
                </a:moveTo>
                <a:cubicBezTo>
                  <a:pt x="492" y="101"/>
                  <a:pt x="491" y="95"/>
                  <a:pt x="489" y="94"/>
                </a:cubicBezTo>
                <a:cubicBezTo>
                  <a:pt x="486" y="94"/>
                  <a:pt x="488" y="99"/>
                  <a:pt x="487" y="101"/>
                </a:cubicBezTo>
                <a:cubicBezTo>
                  <a:pt x="486" y="102"/>
                  <a:pt x="480" y="104"/>
                  <a:pt x="480" y="106"/>
                </a:cubicBezTo>
                <a:cubicBezTo>
                  <a:pt x="481" y="110"/>
                  <a:pt x="489" y="107"/>
                  <a:pt x="491" y="110"/>
                </a:cubicBezTo>
                <a:cubicBezTo>
                  <a:pt x="492" y="113"/>
                  <a:pt x="486" y="114"/>
                  <a:pt x="487" y="118"/>
                </a:cubicBezTo>
                <a:cubicBezTo>
                  <a:pt x="488" y="124"/>
                  <a:pt x="495" y="118"/>
                  <a:pt x="497" y="116"/>
                </a:cubicBezTo>
                <a:cubicBezTo>
                  <a:pt x="502" y="111"/>
                  <a:pt x="508" y="102"/>
                  <a:pt x="507" y="94"/>
                </a:cubicBezTo>
                <a:cubicBezTo>
                  <a:pt x="504" y="94"/>
                  <a:pt x="504" y="99"/>
                  <a:pt x="501" y="98"/>
                </a:cubicBezTo>
                <a:cubicBezTo>
                  <a:pt x="501" y="94"/>
                  <a:pt x="498" y="90"/>
                  <a:pt x="495" y="95"/>
                </a:cubicBezTo>
                <a:cubicBezTo>
                  <a:pt x="494" y="97"/>
                  <a:pt x="496" y="101"/>
                  <a:pt x="496" y="103"/>
                </a:cubicBezTo>
                <a:cubicBezTo>
                  <a:pt x="495" y="103"/>
                  <a:pt x="493" y="107"/>
                  <a:pt x="493" y="103"/>
                </a:cubicBezTo>
                <a:lnTo>
                  <a:pt x="491" y="102"/>
                </a:lnTo>
                <a:close/>
                <a:moveTo>
                  <a:pt x="430" y="73"/>
                </a:moveTo>
                <a:cubicBezTo>
                  <a:pt x="432" y="74"/>
                  <a:pt x="437" y="69"/>
                  <a:pt x="438" y="68"/>
                </a:cubicBezTo>
                <a:cubicBezTo>
                  <a:pt x="439" y="67"/>
                  <a:pt x="438" y="65"/>
                  <a:pt x="439" y="65"/>
                </a:cubicBezTo>
                <a:cubicBezTo>
                  <a:pt x="440" y="64"/>
                  <a:pt x="442" y="64"/>
                  <a:pt x="442" y="63"/>
                </a:cubicBezTo>
                <a:cubicBezTo>
                  <a:pt x="444" y="61"/>
                  <a:pt x="444" y="57"/>
                  <a:pt x="442" y="56"/>
                </a:cubicBezTo>
                <a:cubicBezTo>
                  <a:pt x="441" y="55"/>
                  <a:pt x="436" y="61"/>
                  <a:pt x="438" y="56"/>
                </a:cubicBezTo>
                <a:cubicBezTo>
                  <a:pt x="432" y="56"/>
                  <a:pt x="430" y="55"/>
                  <a:pt x="425" y="58"/>
                </a:cubicBezTo>
                <a:cubicBezTo>
                  <a:pt x="422" y="60"/>
                  <a:pt x="420" y="62"/>
                  <a:pt x="416" y="64"/>
                </a:cubicBezTo>
                <a:cubicBezTo>
                  <a:pt x="413" y="65"/>
                  <a:pt x="395" y="69"/>
                  <a:pt x="398" y="74"/>
                </a:cubicBezTo>
                <a:cubicBezTo>
                  <a:pt x="402" y="74"/>
                  <a:pt x="402" y="77"/>
                  <a:pt x="405" y="77"/>
                </a:cubicBezTo>
                <a:cubicBezTo>
                  <a:pt x="406" y="77"/>
                  <a:pt x="408" y="71"/>
                  <a:pt x="409" y="75"/>
                </a:cubicBezTo>
                <a:cubicBezTo>
                  <a:pt x="410" y="76"/>
                  <a:pt x="403" y="80"/>
                  <a:pt x="409" y="79"/>
                </a:cubicBezTo>
                <a:cubicBezTo>
                  <a:pt x="413" y="79"/>
                  <a:pt x="413" y="74"/>
                  <a:pt x="416" y="73"/>
                </a:cubicBezTo>
                <a:cubicBezTo>
                  <a:pt x="416" y="74"/>
                  <a:pt x="415" y="77"/>
                  <a:pt x="416" y="77"/>
                </a:cubicBezTo>
                <a:cubicBezTo>
                  <a:pt x="418" y="77"/>
                  <a:pt x="426" y="62"/>
                  <a:pt x="427" y="67"/>
                </a:cubicBezTo>
                <a:cubicBezTo>
                  <a:pt x="428" y="71"/>
                  <a:pt x="422" y="74"/>
                  <a:pt x="423" y="76"/>
                </a:cubicBezTo>
                <a:cubicBezTo>
                  <a:pt x="425" y="79"/>
                  <a:pt x="428" y="74"/>
                  <a:pt x="429" y="73"/>
                </a:cubicBezTo>
                <a:lnTo>
                  <a:pt x="430" y="73"/>
                </a:lnTo>
                <a:close/>
                <a:moveTo>
                  <a:pt x="1173" y="214"/>
                </a:moveTo>
                <a:cubicBezTo>
                  <a:pt x="1164" y="205"/>
                  <a:pt x="1164" y="195"/>
                  <a:pt x="1165" y="183"/>
                </a:cubicBezTo>
                <a:cubicBezTo>
                  <a:pt x="1167" y="172"/>
                  <a:pt x="1171" y="167"/>
                  <a:pt x="1177" y="158"/>
                </a:cubicBezTo>
                <a:cubicBezTo>
                  <a:pt x="1180" y="153"/>
                  <a:pt x="1182" y="148"/>
                  <a:pt x="1186" y="144"/>
                </a:cubicBezTo>
                <a:cubicBezTo>
                  <a:pt x="1189" y="140"/>
                  <a:pt x="1194" y="138"/>
                  <a:pt x="1196" y="133"/>
                </a:cubicBezTo>
                <a:cubicBezTo>
                  <a:pt x="1197" y="129"/>
                  <a:pt x="1197" y="123"/>
                  <a:pt x="1192" y="123"/>
                </a:cubicBezTo>
                <a:cubicBezTo>
                  <a:pt x="1187" y="122"/>
                  <a:pt x="1183" y="129"/>
                  <a:pt x="1179" y="132"/>
                </a:cubicBezTo>
                <a:cubicBezTo>
                  <a:pt x="1170" y="140"/>
                  <a:pt x="1162" y="144"/>
                  <a:pt x="1157" y="156"/>
                </a:cubicBezTo>
                <a:cubicBezTo>
                  <a:pt x="1155" y="161"/>
                  <a:pt x="1155" y="166"/>
                  <a:pt x="1155" y="172"/>
                </a:cubicBezTo>
                <a:cubicBezTo>
                  <a:pt x="1155" y="178"/>
                  <a:pt x="1152" y="185"/>
                  <a:pt x="1151" y="191"/>
                </a:cubicBezTo>
                <a:cubicBezTo>
                  <a:pt x="1150" y="195"/>
                  <a:pt x="1147" y="203"/>
                  <a:pt x="1149" y="207"/>
                </a:cubicBezTo>
                <a:cubicBezTo>
                  <a:pt x="1151" y="211"/>
                  <a:pt x="1156" y="213"/>
                  <a:pt x="1160" y="216"/>
                </a:cubicBezTo>
                <a:cubicBezTo>
                  <a:pt x="1164" y="218"/>
                  <a:pt x="1184" y="226"/>
                  <a:pt x="1174" y="214"/>
                </a:cubicBezTo>
                <a:lnTo>
                  <a:pt x="1173" y="214"/>
                </a:lnTo>
                <a:close/>
                <a:moveTo>
                  <a:pt x="990" y="111"/>
                </a:moveTo>
                <a:cubicBezTo>
                  <a:pt x="981" y="109"/>
                  <a:pt x="985" y="107"/>
                  <a:pt x="980" y="102"/>
                </a:cubicBezTo>
                <a:cubicBezTo>
                  <a:pt x="975" y="96"/>
                  <a:pt x="976" y="103"/>
                  <a:pt x="976" y="108"/>
                </a:cubicBezTo>
                <a:cubicBezTo>
                  <a:pt x="976" y="110"/>
                  <a:pt x="977" y="120"/>
                  <a:pt x="972" y="116"/>
                </a:cubicBezTo>
                <a:cubicBezTo>
                  <a:pt x="970" y="114"/>
                  <a:pt x="972" y="105"/>
                  <a:pt x="967" y="107"/>
                </a:cubicBezTo>
                <a:cubicBezTo>
                  <a:pt x="965" y="102"/>
                  <a:pt x="961" y="102"/>
                  <a:pt x="957" y="106"/>
                </a:cubicBezTo>
                <a:cubicBezTo>
                  <a:pt x="955" y="109"/>
                  <a:pt x="956" y="110"/>
                  <a:pt x="957" y="114"/>
                </a:cubicBezTo>
                <a:cubicBezTo>
                  <a:pt x="958" y="119"/>
                  <a:pt x="960" y="130"/>
                  <a:pt x="968" y="129"/>
                </a:cubicBezTo>
                <a:cubicBezTo>
                  <a:pt x="969" y="126"/>
                  <a:pt x="978" y="119"/>
                  <a:pt x="978" y="126"/>
                </a:cubicBezTo>
                <a:cubicBezTo>
                  <a:pt x="978" y="130"/>
                  <a:pt x="968" y="129"/>
                  <a:pt x="970" y="135"/>
                </a:cubicBezTo>
                <a:cubicBezTo>
                  <a:pt x="981" y="133"/>
                  <a:pt x="970" y="139"/>
                  <a:pt x="971" y="144"/>
                </a:cubicBezTo>
                <a:cubicBezTo>
                  <a:pt x="972" y="146"/>
                  <a:pt x="975" y="149"/>
                  <a:pt x="977" y="151"/>
                </a:cubicBezTo>
                <a:cubicBezTo>
                  <a:pt x="978" y="153"/>
                  <a:pt x="977" y="157"/>
                  <a:pt x="982" y="156"/>
                </a:cubicBezTo>
                <a:cubicBezTo>
                  <a:pt x="986" y="155"/>
                  <a:pt x="986" y="137"/>
                  <a:pt x="987" y="133"/>
                </a:cubicBezTo>
                <a:cubicBezTo>
                  <a:pt x="990" y="125"/>
                  <a:pt x="995" y="122"/>
                  <a:pt x="992" y="114"/>
                </a:cubicBezTo>
                <a:cubicBezTo>
                  <a:pt x="992" y="113"/>
                  <a:pt x="991" y="112"/>
                  <a:pt x="990" y="111"/>
                </a:cubicBezTo>
                <a:close/>
                <a:moveTo>
                  <a:pt x="997" y="102"/>
                </a:moveTo>
                <a:cubicBezTo>
                  <a:pt x="996" y="104"/>
                  <a:pt x="995" y="102"/>
                  <a:pt x="993" y="103"/>
                </a:cubicBezTo>
                <a:cubicBezTo>
                  <a:pt x="987" y="107"/>
                  <a:pt x="995" y="106"/>
                  <a:pt x="999" y="108"/>
                </a:cubicBezTo>
                <a:cubicBezTo>
                  <a:pt x="1003" y="110"/>
                  <a:pt x="1008" y="112"/>
                  <a:pt x="1012" y="107"/>
                </a:cubicBezTo>
                <a:cubicBezTo>
                  <a:pt x="1016" y="103"/>
                  <a:pt x="1018" y="95"/>
                  <a:pt x="1013" y="93"/>
                </a:cubicBezTo>
                <a:cubicBezTo>
                  <a:pt x="1013" y="92"/>
                  <a:pt x="1006" y="90"/>
                  <a:pt x="1006" y="90"/>
                </a:cubicBezTo>
                <a:cubicBezTo>
                  <a:pt x="1004" y="90"/>
                  <a:pt x="1002" y="94"/>
                  <a:pt x="1001" y="94"/>
                </a:cubicBezTo>
                <a:cubicBezTo>
                  <a:pt x="999" y="94"/>
                  <a:pt x="1001" y="88"/>
                  <a:pt x="999" y="88"/>
                </a:cubicBezTo>
                <a:cubicBezTo>
                  <a:pt x="996" y="89"/>
                  <a:pt x="1001" y="96"/>
                  <a:pt x="998" y="97"/>
                </a:cubicBezTo>
                <a:cubicBezTo>
                  <a:pt x="997" y="97"/>
                  <a:pt x="993" y="93"/>
                  <a:pt x="992" y="92"/>
                </a:cubicBezTo>
                <a:cubicBezTo>
                  <a:pt x="991" y="93"/>
                  <a:pt x="990" y="93"/>
                  <a:pt x="990" y="91"/>
                </a:cubicBezTo>
                <a:cubicBezTo>
                  <a:pt x="989" y="89"/>
                  <a:pt x="989" y="88"/>
                  <a:pt x="988" y="86"/>
                </a:cubicBezTo>
                <a:cubicBezTo>
                  <a:pt x="988" y="90"/>
                  <a:pt x="987" y="92"/>
                  <a:pt x="986" y="95"/>
                </a:cubicBezTo>
                <a:cubicBezTo>
                  <a:pt x="985" y="96"/>
                  <a:pt x="982" y="94"/>
                  <a:pt x="982" y="96"/>
                </a:cubicBezTo>
                <a:cubicBezTo>
                  <a:pt x="982" y="96"/>
                  <a:pt x="985" y="101"/>
                  <a:pt x="985" y="101"/>
                </a:cubicBezTo>
                <a:cubicBezTo>
                  <a:pt x="989" y="104"/>
                  <a:pt x="992" y="99"/>
                  <a:pt x="997" y="101"/>
                </a:cubicBezTo>
                <a:cubicBezTo>
                  <a:pt x="996" y="101"/>
                  <a:pt x="996" y="101"/>
                  <a:pt x="996" y="101"/>
                </a:cubicBezTo>
                <a:lnTo>
                  <a:pt x="997" y="102"/>
                </a:lnTo>
                <a:close/>
                <a:moveTo>
                  <a:pt x="1321" y="67"/>
                </a:moveTo>
                <a:cubicBezTo>
                  <a:pt x="1327" y="65"/>
                  <a:pt x="1329" y="60"/>
                  <a:pt x="1326" y="55"/>
                </a:cubicBezTo>
                <a:cubicBezTo>
                  <a:pt x="1323" y="50"/>
                  <a:pt x="1317" y="51"/>
                  <a:pt x="1312" y="48"/>
                </a:cubicBezTo>
                <a:cubicBezTo>
                  <a:pt x="1312" y="49"/>
                  <a:pt x="1312" y="51"/>
                  <a:pt x="1311" y="51"/>
                </a:cubicBezTo>
                <a:cubicBezTo>
                  <a:pt x="1310" y="45"/>
                  <a:pt x="1307" y="41"/>
                  <a:pt x="1307" y="49"/>
                </a:cubicBezTo>
                <a:cubicBezTo>
                  <a:pt x="1306" y="49"/>
                  <a:pt x="1305" y="49"/>
                  <a:pt x="1305" y="49"/>
                </a:cubicBezTo>
                <a:cubicBezTo>
                  <a:pt x="1304" y="52"/>
                  <a:pt x="1307" y="55"/>
                  <a:pt x="1308" y="58"/>
                </a:cubicBezTo>
                <a:cubicBezTo>
                  <a:pt x="1309" y="61"/>
                  <a:pt x="1309" y="64"/>
                  <a:pt x="1309" y="66"/>
                </a:cubicBezTo>
                <a:cubicBezTo>
                  <a:pt x="1310" y="68"/>
                  <a:pt x="1310" y="74"/>
                  <a:pt x="1313" y="74"/>
                </a:cubicBezTo>
                <a:cubicBezTo>
                  <a:pt x="1316" y="74"/>
                  <a:pt x="1316" y="68"/>
                  <a:pt x="1320" y="67"/>
                </a:cubicBezTo>
                <a:lnTo>
                  <a:pt x="1321" y="67"/>
                </a:lnTo>
                <a:close/>
                <a:moveTo>
                  <a:pt x="1271" y="43"/>
                </a:moveTo>
                <a:cubicBezTo>
                  <a:pt x="1270" y="45"/>
                  <a:pt x="1270" y="48"/>
                  <a:pt x="1270" y="51"/>
                </a:cubicBezTo>
                <a:cubicBezTo>
                  <a:pt x="1272" y="56"/>
                  <a:pt x="1271" y="52"/>
                  <a:pt x="1274" y="55"/>
                </a:cubicBezTo>
                <a:cubicBezTo>
                  <a:pt x="1279" y="60"/>
                  <a:pt x="1300" y="66"/>
                  <a:pt x="1301" y="56"/>
                </a:cubicBezTo>
                <a:cubicBezTo>
                  <a:pt x="1299" y="53"/>
                  <a:pt x="1297" y="52"/>
                  <a:pt x="1296" y="50"/>
                </a:cubicBezTo>
                <a:cubicBezTo>
                  <a:pt x="1295" y="48"/>
                  <a:pt x="1295" y="44"/>
                  <a:pt x="1294" y="43"/>
                </a:cubicBezTo>
                <a:cubicBezTo>
                  <a:pt x="1293" y="41"/>
                  <a:pt x="1287" y="37"/>
                  <a:pt x="1286" y="38"/>
                </a:cubicBezTo>
                <a:cubicBezTo>
                  <a:pt x="1286" y="38"/>
                  <a:pt x="1284" y="49"/>
                  <a:pt x="1283" y="47"/>
                </a:cubicBezTo>
                <a:cubicBezTo>
                  <a:pt x="1282" y="45"/>
                  <a:pt x="1284" y="42"/>
                  <a:pt x="1283" y="40"/>
                </a:cubicBezTo>
                <a:cubicBezTo>
                  <a:pt x="1280" y="36"/>
                  <a:pt x="1273" y="40"/>
                  <a:pt x="1271" y="43"/>
                </a:cubicBezTo>
                <a:close/>
                <a:moveTo>
                  <a:pt x="1254" y="36"/>
                </a:moveTo>
                <a:cubicBezTo>
                  <a:pt x="1256" y="39"/>
                  <a:pt x="1253" y="41"/>
                  <a:pt x="1255" y="42"/>
                </a:cubicBezTo>
                <a:cubicBezTo>
                  <a:pt x="1255" y="42"/>
                  <a:pt x="1263" y="44"/>
                  <a:pt x="1263" y="44"/>
                </a:cubicBezTo>
                <a:cubicBezTo>
                  <a:pt x="1267" y="45"/>
                  <a:pt x="1271" y="42"/>
                  <a:pt x="1273" y="39"/>
                </a:cubicBezTo>
                <a:cubicBezTo>
                  <a:pt x="1276" y="34"/>
                  <a:pt x="1275" y="37"/>
                  <a:pt x="1273" y="33"/>
                </a:cubicBezTo>
                <a:cubicBezTo>
                  <a:pt x="1270" y="28"/>
                  <a:pt x="1267" y="25"/>
                  <a:pt x="1262" y="22"/>
                </a:cubicBezTo>
                <a:cubicBezTo>
                  <a:pt x="1260" y="21"/>
                  <a:pt x="1259" y="19"/>
                  <a:pt x="1257" y="21"/>
                </a:cubicBezTo>
                <a:cubicBezTo>
                  <a:pt x="1254" y="23"/>
                  <a:pt x="1253" y="33"/>
                  <a:pt x="1254" y="36"/>
                </a:cubicBezTo>
                <a:close/>
                <a:moveTo>
                  <a:pt x="1531" y="85"/>
                </a:moveTo>
                <a:cubicBezTo>
                  <a:pt x="1530" y="87"/>
                  <a:pt x="1528" y="89"/>
                  <a:pt x="1528" y="92"/>
                </a:cubicBezTo>
                <a:cubicBezTo>
                  <a:pt x="1531" y="92"/>
                  <a:pt x="1533" y="89"/>
                  <a:pt x="1535" y="88"/>
                </a:cubicBezTo>
                <a:cubicBezTo>
                  <a:pt x="1538" y="87"/>
                  <a:pt x="1543" y="87"/>
                  <a:pt x="1546" y="87"/>
                </a:cubicBezTo>
                <a:cubicBezTo>
                  <a:pt x="1546" y="81"/>
                  <a:pt x="1530" y="76"/>
                  <a:pt x="1531" y="83"/>
                </a:cubicBezTo>
                <a:lnTo>
                  <a:pt x="1531" y="85"/>
                </a:lnTo>
                <a:close/>
                <a:moveTo>
                  <a:pt x="1492" y="64"/>
                </a:moveTo>
                <a:cubicBezTo>
                  <a:pt x="1494" y="68"/>
                  <a:pt x="1504" y="71"/>
                  <a:pt x="1507" y="71"/>
                </a:cubicBezTo>
                <a:cubicBezTo>
                  <a:pt x="1515" y="71"/>
                  <a:pt x="1507" y="66"/>
                  <a:pt x="1509" y="65"/>
                </a:cubicBezTo>
                <a:cubicBezTo>
                  <a:pt x="1511" y="65"/>
                  <a:pt x="1512" y="67"/>
                  <a:pt x="1512" y="67"/>
                </a:cubicBezTo>
                <a:cubicBezTo>
                  <a:pt x="1513" y="67"/>
                  <a:pt x="1515" y="66"/>
                  <a:pt x="1515" y="66"/>
                </a:cubicBezTo>
                <a:cubicBezTo>
                  <a:pt x="1515" y="66"/>
                  <a:pt x="1520" y="62"/>
                  <a:pt x="1520" y="62"/>
                </a:cubicBezTo>
                <a:cubicBezTo>
                  <a:pt x="1522" y="60"/>
                  <a:pt x="1525" y="64"/>
                  <a:pt x="1525" y="59"/>
                </a:cubicBezTo>
                <a:cubicBezTo>
                  <a:pt x="1516" y="59"/>
                  <a:pt x="1516" y="54"/>
                  <a:pt x="1510" y="47"/>
                </a:cubicBezTo>
                <a:cubicBezTo>
                  <a:pt x="1508" y="44"/>
                  <a:pt x="1511" y="46"/>
                  <a:pt x="1507" y="44"/>
                </a:cubicBezTo>
                <a:cubicBezTo>
                  <a:pt x="1506" y="44"/>
                  <a:pt x="1502" y="41"/>
                  <a:pt x="1502" y="43"/>
                </a:cubicBezTo>
                <a:cubicBezTo>
                  <a:pt x="1502" y="44"/>
                  <a:pt x="1504" y="44"/>
                  <a:pt x="1504" y="45"/>
                </a:cubicBezTo>
                <a:cubicBezTo>
                  <a:pt x="1497" y="45"/>
                  <a:pt x="1508" y="53"/>
                  <a:pt x="1504" y="53"/>
                </a:cubicBezTo>
                <a:cubicBezTo>
                  <a:pt x="1502" y="54"/>
                  <a:pt x="1497" y="48"/>
                  <a:pt x="1495" y="47"/>
                </a:cubicBezTo>
                <a:cubicBezTo>
                  <a:pt x="1484" y="42"/>
                  <a:pt x="1487" y="60"/>
                  <a:pt x="1493" y="61"/>
                </a:cubicBezTo>
                <a:cubicBezTo>
                  <a:pt x="1492" y="62"/>
                  <a:pt x="1494" y="62"/>
                  <a:pt x="1495" y="63"/>
                </a:cubicBezTo>
                <a:cubicBezTo>
                  <a:pt x="1495" y="63"/>
                  <a:pt x="1495" y="63"/>
                  <a:pt x="1495" y="63"/>
                </a:cubicBezTo>
                <a:cubicBezTo>
                  <a:pt x="1494" y="63"/>
                  <a:pt x="1493" y="63"/>
                  <a:pt x="1493" y="64"/>
                </a:cubicBezTo>
                <a:lnTo>
                  <a:pt x="1492" y="64"/>
                </a:lnTo>
                <a:close/>
                <a:moveTo>
                  <a:pt x="1527" y="58"/>
                </a:moveTo>
                <a:cubicBezTo>
                  <a:pt x="1529" y="54"/>
                  <a:pt x="1528" y="50"/>
                  <a:pt x="1526" y="47"/>
                </a:cubicBezTo>
                <a:cubicBezTo>
                  <a:pt x="1525" y="47"/>
                  <a:pt x="1527" y="46"/>
                  <a:pt x="1525" y="45"/>
                </a:cubicBezTo>
                <a:cubicBezTo>
                  <a:pt x="1525" y="45"/>
                  <a:pt x="1519" y="45"/>
                  <a:pt x="1519" y="45"/>
                </a:cubicBezTo>
                <a:cubicBezTo>
                  <a:pt x="1513" y="45"/>
                  <a:pt x="1512" y="44"/>
                  <a:pt x="1515" y="51"/>
                </a:cubicBezTo>
                <a:cubicBezTo>
                  <a:pt x="1517" y="55"/>
                  <a:pt x="1519" y="59"/>
                  <a:pt x="1526" y="57"/>
                </a:cubicBezTo>
                <a:lnTo>
                  <a:pt x="1527" y="58"/>
                </a:lnTo>
                <a:close/>
                <a:moveTo>
                  <a:pt x="1537" y="50"/>
                </a:moveTo>
                <a:cubicBezTo>
                  <a:pt x="1541" y="51"/>
                  <a:pt x="1547" y="54"/>
                  <a:pt x="1551" y="52"/>
                </a:cubicBezTo>
                <a:cubicBezTo>
                  <a:pt x="1555" y="51"/>
                  <a:pt x="1557" y="46"/>
                  <a:pt x="1553" y="44"/>
                </a:cubicBezTo>
                <a:cubicBezTo>
                  <a:pt x="1550" y="43"/>
                  <a:pt x="1548" y="45"/>
                  <a:pt x="1546" y="45"/>
                </a:cubicBezTo>
                <a:cubicBezTo>
                  <a:pt x="1545" y="45"/>
                  <a:pt x="1543" y="44"/>
                  <a:pt x="1541" y="44"/>
                </a:cubicBezTo>
                <a:cubicBezTo>
                  <a:pt x="1537" y="44"/>
                  <a:pt x="1538" y="45"/>
                  <a:pt x="1535" y="44"/>
                </a:cubicBezTo>
                <a:cubicBezTo>
                  <a:pt x="1533" y="43"/>
                  <a:pt x="1537" y="50"/>
                  <a:pt x="1536" y="49"/>
                </a:cubicBezTo>
                <a:lnTo>
                  <a:pt x="1537" y="50"/>
                </a:lnTo>
                <a:close/>
                <a:moveTo>
                  <a:pt x="1639" y="673"/>
                </a:moveTo>
                <a:cubicBezTo>
                  <a:pt x="1640" y="674"/>
                  <a:pt x="1651" y="676"/>
                  <a:pt x="1652" y="676"/>
                </a:cubicBezTo>
                <a:cubicBezTo>
                  <a:pt x="1652" y="676"/>
                  <a:pt x="1652" y="675"/>
                  <a:pt x="1652" y="674"/>
                </a:cubicBezTo>
                <a:cubicBezTo>
                  <a:pt x="1652" y="675"/>
                  <a:pt x="1652" y="675"/>
                  <a:pt x="1653" y="675"/>
                </a:cubicBezTo>
                <a:cubicBezTo>
                  <a:pt x="1654" y="675"/>
                  <a:pt x="1660" y="683"/>
                  <a:pt x="1661" y="682"/>
                </a:cubicBezTo>
                <a:cubicBezTo>
                  <a:pt x="1662" y="681"/>
                  <a:pt x="1662" y="681"/>
                  <a:pt x="1662" y="680"/>
                </a:cubicBezTo>
                <a:cubicBezTo>
                  <a:pt x="1660" y="678"/>
                  <a:pt x="1659" y="675"/>
                  <a:pt x="1657" y="674"/>
                </a:cubicBezTo>
                <a:cubicBezTo>
                  <a:pt x="1657" y="674"/>
                  <a:pt x="1654" y="674"/>
                  <a:pt x="1653" y="673"/>
                </a:cubicBezTo>
                <a:cubicBezTo>
                  <a:pt x="1653" y="672"/>
                  <a:pt x="1653" y="672"/>
                  <a:pt x="1652" y="671"/>
                </a:cubicBezTo>
                <a:cubicBezTo>
                  <a:pt x="1651" y="670"/>
                  <a:pt x="1651" y="670"/>
                  <a:pt x="1649" y="671"/>
                </a:cubicBezTo>
                <a:cubicBezTo>
                  <a:pt x="1648" y="670"/>
                  <a:pt x="1648" y="672"/>
                  <a:pt x="1646" y="670"/>
                </a:cubicBezTo>
                <a:cubicBezTo>
                  <a:pt x="1643" y="665"/>
                  <a:pt x="1647" y="661"/>
                  <a:pt x="1648" y="658"/>
                </a:cubicBezTo>
                <a:cubicBezTo>
                  <a:pt x="1649" y="655"/>
                  <a:pt x="1647" y="654"/>
                  <a:pt x="1647" y="651"/>
                </a:cubicBezTo>
                <a:cubicBezTo>
                  <a:pt x="1647" y="649"/>
                  <a:pt x="1648" y="645"/>
                  <a:pt x="1648" y="643"/>
                </a:cubicBezTo>
                <a:cubicBezTo>
                  <a:pt x="1640" y="644"/>
                  <a:pt x="1637" y="644"/>
                  <a:pt x="1636" y="653"/>
                </a:cubicBezTo>
                <a:cubicBezTo>
                  <a:pt x="1635" y="654"/>
                  <a:pt x="1636" y="656"/>
                  <a:pt x="1636" y="658"/>
                </a:cubicBezTo>
                <a:cubicBezTo>
                  <a:pt x="1636" y="659"/>
                  <a:pt x="1633" y="658"/>
                  <a:pt x="1633" y="660"/>
                </a:cubicBezTo>
                <a:cubicBezTo>
                  <a:pt x="1632" y="663"/>
                  <a:pt x="1637" y="666"/>
                  <a:pt x="1637" y="669"/>
                </a:cubicBezTo>
                <a:cubicBezTo>
                  <a:pt x="1641" y="670"/>
                  <a:pt x="1640" y="666"/>
                  <a:pt x="1639" y="672"/>
                </a:cubicBezTo>
                <a:lnTo>
                  <a:pt x="1639" y="673"/>
                </a:lnTo>
                <a:close/>
                <a:moveTo>
                  <a:pt x="1655" y="714"/>
                </a:moveTo>
                <a:cubicBezTo>
                  <a:pt x="1655" y="714"/>
                  <a:pt x="1655" y="715"/>
                  <a:pt x="1656" y="715"/>
                </a:cubicBezTo>
                <a:cubicBezTo>
                  <a:pt x="1658" y="716"/>
                  <a:pt x="1655" y="713"/>
                  <a:pt x="1659" y="716"/>
                </a:cubicBezTo>
                <a:cubicBezTo>
                  <a:pt x="1659" y="712"/>
                  <a:pt x="1661" y="714"/>
                  <a:pt x="1663" y="715"/>
                </a:cubicBezTo>
                <a:cubicBezTo>
                  <a:pt x="1664" y="717"/>
                  <a:pt x="1662" y="719"/>
                  <a:pt x="1663" y="721"/>
                </a:cubicBezTo>
                <a:cubicBezTo>
                  <a:pt x="1665" y="725"/>
                  <a:pt x="1667" y="725"/>
                  <a:pt x="1671" y="724"/>
                </a:cubicBezTo>
                <a:cubicBezTo>
                  <a:pt x="1670" y="725"/>
                  <a:pt x="1671" y="726"/>
                  <a:pt x="1671" y="727"/>
                </a:cubicBezTo>
                <a:cubicBezTo>
                  <a:pt x="1674" y="730"/>
                  <a:pt x="1673" y="720"/>
                  <a:pt x="1673" y="722"/>
                </a:cubicBezTo>
                <a:cubicBezTo>
                  <a:pt x="1673" y="721"/>
                  <a:pt x="1672" y="716"/>
                  <a:pt x="1675" y="716"/>
                </a:cubicBezTo>
                <a:cubicBezTo>
                  <a:pt x="1675" y="716"/>
                  <a:pt x="1677" y="722"/>
                  <a:pt x="1677" y="722"/>
                </a:cubicBezTo>
                <a:cubicBezTo>
                  <a:pt x="1676" y="716"/>
                  <a:pt x="1679" y="715"/>
                  <a:pt x="1677" y="709"/>
                </a:cubicBezTo>
                <a:cubicBezTo>
                  <a:pt x="1676" y="708"/>
                  <a:pt x="1673" y="699"/>
                  <a:pt x="1671" y="700"/>
                </a:cubicBezTo>
                <a:cubicBezTo>
                  <a:pt x="1671" y="700"/>
                  <a:pt x="1669" y="706"/>
                  <a:pt x="1669" y="705"/>
                </a:cubicBezTo>
                <a:cubicBezTo>
                  <a:pt x="1667" y="706"/>
                  <a:pt x="1667" y="704"/>
                  <a:pt x="1667" y="708"/>
                </a:cubicBezTo>
                <a:cubicBezTo>
                  <a:pt x="1665" y="708"/>
                  <a:pt x="1664" y="708"/>
                  <a:pt x="1664" y="709"/>
                </a:cubicBezTo>
                <a:cubicBezTo>
                  <a:pt x="1660" y="712"/>
                  <a:pt x="1662" y="709"/>
                  <a:pt x="1660" y="707"/>
                </a:cubicBezTo>
                <a:cubicBezTo>
                  <a:pt x="1658" y="707"/>
                  <a:pt x="1656" y="709"/>
                  <a:pt x="1656" y="711"/>
                </a:cubicBezTo>
                <a:cubicBezTo>
                  <a:pt x="1651" y="713"/>
                  <a:pt x="1651" y="718"/>
                  <a:pt x="1652" y="718"/>
                </a:cubicBezTo>
                <a:cubicBezTo>
                  <a:pt x="1652" y="717"/>
                  <a:pt x="1653" y="713"/>
                  <a:pt x="1655" y="713"/>
                </a:cubicBezTo>
                <a:lnTo>
                  <a:pt x="1655" y="714"/>
                </a:lnTo>
                <a:close/>
                <a:moveTo>
                  <a:pt x="1656" y="689"/>
                </a:moveTo>
                <a:cubicBezTo>
                  <a:pt x="1656" y="689"/>
                  <a:pt x="1650" y="686"/>
                  <a:pt x="1649" y="687"/>
                </a:cubicBezTo>
                <a:cubicBezTo>
                  <a:pt x="1649" y="687"/>
                  <a:pt x="1649" y="695"/>
                  <a:pt x="1650" y="695"/>
                </a:cubicBezTo>
                <a:cubicBezTo>
                  <a:pt x="1651" y="695"/>
                  <a:pt x="1652" y="694"/>
                  <a:pt x="1652" y="693"/>
                </a:cubicBezTo>
                <a:cubicBezTo>
                  <a:pt x="1653" y="693"/>
                  <a:pt x="1656" y="691"/>
                  <a:pt x="1656" y="689"/>
                </a:cubicBezTo>
                <a:close/>
                <a:moveTo>
                  <a:pt x="1621" y="708"/>
                </a:moveTo>
                <a:cubicBezTo>
                  <a:pt x="1621" y="708"/>
                  <a:pt x="1621" y="708"/>
                  <a:pt x="1621" y="708"/>
                </a:cubicBezTo>
                <a:cubicBezTo>
                  <a:pt x="1621" y="708"/>
                  <a:pt x="1621" y="708"/>
                  <a:pt x="1621" y="709"/>
                </a:cubicBezTo>
                <a:cubicBezTo>
                  <a:pt x="1626" y="708"/>
                  <a:pt x="1628" y="702"/>
                  <a:pt x="1631" y="699"/>
                </a:cubicBezTo>
                <a:cubicBezTo>
                  <a:pt x="1634" y="695"/>
                  <a:pt x="1635" y="697"/>
                  <a:pt x="1634" y="690"/>
                </a:cubicBezTo>
                <a:cubicBezTo>
                  <a:pt x="1636" y="690"/>
                  <a:pt x="1621" y="707"/>
                  <a:pt x="1621" y="708"/>
                </a:cubicBezTo>
                <a:close/>
                <a:moveTo>
                  <a:pt x="1837" y="123"/>
                </a:moveTo>
                <a:cubicBezTo>
                  <a:pt x="1837" y="122"/>
                  <a:pt x="1834" y="129"/>
                  <a:pt x="1836" y="128"/>
                </a:cubicBezTo>
                <a:cubicBezTo>
                  <a:pt x="1836" y="128"/>
                  <a:pt x="1835" y="128"/>
                  <a:pt x="1835" y="127"/>
                </a:cubicBezTo>
                <a:cubicBezTo>
                  <a:pt x="1833" y="128"/>
                  <a:pt x="1833" y="128"/>
                  <a:pt x="1830" y="128"/>
                </a:cubicBezTo>
                <a:cubicBezTo>
                  <a:pt x="1829" y="128"/>
                  <a:pt x="1826" y="127"/>
                  <a:pt x="1826" y="127"/>
                </a:cubicBezTo>
                <a:cubicBezTo>
                  <a:pt x="1822" y="128"/>
                  <a:pt x="1824" y="132"/>
                  <a:pt x="1819" y="129"/>
                </a:cubicBezTo>
                <a:cubicBezTo>
                  <a:pt x="1816" y="128"/>
                  <a:pt x="1817" y="124"/>
                  <a:pt x="1812" y="125"/>
                </a:cubicBezTo>
                <a:cubicBezTo>
                  <a:pt x="1809" y="126"/>
                  <a:pt x="1809" y="134"/>
                  <a:pt x="1807" y="133"/>
                </a:cubicBezTo>
                <a:cubicBezTo>
                  <a:pt x="1808" y="134"/>
                  <a:pt x="1802" y="130"/>
                  <a:pt x="1802" y="130"/>
                </a:cubicBezTo>
                <a:cubicBezTo>
                  <a:pt x="1802" y="130"/>
                  <a:pt x="1800" y="124"/>
                  <a:pt x="1799" y="124"/>
                </a:cubicBezTo>
                <a:cubicBezTo>
                  <a:pt x="1797" y="124"/>
                  <a:pt x="1798" y="126"/>
                  <a:pt x="1798" y="127"/>
                </a:cubicBezTo>
                <a:cubicBezTo>
                  <a:pt x="1793" y="126"/>
                  <a:pt x="1796" y="127"/>
                  <a:pt x="1796" y="129"/>
                </a:cubicBezTo>
                <a:cubicBezTo>
                  <a:pt x="1796" y="130"/>
                  <a:pt x="1797" y="133"/>
                  <a:pt x="1798" y="134"/>
                </a:cubicBezTo>
                <a:cubicBezTo>
                  <a:pt x="1800" y="136"/>
                  <a:pt x="1802" y="136"/>
                  <a:pt x="1804" y="138"/>
                </a:cubicBezTo>
                <a:cubicBezTo>
                  <a:pt x="1806" y="140"/>
                  <a:pt x="1806" y="142"/>
                  <a:pt x="1807" y="145"/>
                </a:cubicBezTo>
                <a:cubicBezTo>
                  <a:pt x="1807" y="148"/>
                  <a:pt x="1807" y="155"/>
                  <a:pt x="1804" y="157"/>
                </a:cubicBezTo>
                <a:cubicBezTo>
                  <a:pt x="1800" y="160"/>
                  <a:pt x="1796" y="153"/>
                  <a:pt x="1791" y="153"/>
                </a:cubicBezTo>
                <a:cubicBezTo>
                  <a:pt x="1782" y="154"/>
                  <a:pt x="1795" y="157"/>
                  <a:pt x="1794" y="157"/>
                </a:cubicBezTo>
                <a:cubicBezTo>
                  <a:pt x="1793" y="158"/>
                  <a:pt x="1791" y="157"/>
                  <a:pt x="1791" y="159"/>
                </a:cubicBezTo>
                <a:cubicBezTo>
                  <a:pt x="1791" y="160"/>
                  <a:pt x="1791" y="164"/>
                  <a:pt x="1792" y="163"/>
                </a:cubicBezTo>
                <a:cubicBezTo>
                  <a:pt x="1799" y="159"/>
                  <a:pt x="1797" y="160"/>
                  <a:pt x="1804" y="163"/>
                </a:cubicBezTo>
                <a:cubicBezTo>
                  <a:pt x="1805" y="163"/>
                  <a:pt x="1806" y="163"/>
                  <a:pt x="1807" y="163"/>
                </a:cubicBezTo>
                <a:cubicBezTo>
                  <a:pt x="1808" y="163"/>
                  <a:pt x="1808" y="164"/>
                  <a:pt x="1808" y="165"/>
                </a:cubicBezTo>
                <a:cubicBezTo>
                  <a:pt x="1810" y="166"/>
                  <a:pt x="1809" y="170"/>
                  <a:pt x="1812" y="167"/>
                </a:cubicBezTo>
                <a:cubicBezTo>
                  <a:pt x="1815" y="166"/>
                  <a:pt x="1813" y="175"/>
                  <a:pt x="1814" y="174"/>
                </a:cubicBezTo>
                <a:cubicBezTo>
                  <a:pt x="1821" y="171"/>
                  <a:pt x="1833" y="188"/>
                  <a:pt x="1829" y="191"/>
                </a:cubicBezTo>
                <a:cubicBezTo>
                  <a:pt x="1827" y="193"/>
                  <a:pt x="1822" y="189"/>
                  <a:pt x="1820" y="189"/>
                </a:cubicBezTo>
                <a:cubicBezTo>
                  <a:pt x="1816" y="190"/>
                  <a:pt x="1814" y="194"/>
                  <a:pt x="1813" y="197"/>
                </a:cubicBezTo>
                <a:cubicBezTo>
                  <a:pt x="1809" y="201"/>
                  <a:pt x="1805" y="208"/>
                  <a:pt x="1803" y="213"/>
                </a:cubicBezTo>
                <a:cubicBezTo>
                  <a:pt x="1803" y="213"/>
                  <a:pt x="1805" y="217"/>
                  <a:pt x="1804" y="219"/>
                </a:cubicBezTo>
                <a:cubicBezTo>
                  <a:pt x="1804" y="222"/>
                  <a:pt x="1802" y="225"/>
                  <a:pt x="1802" y="227"/>
                </a:cubicBezTo>
                <a:cubicBezTo>
                  <a:pt x="1802" y="228"/>
                  <a:pt x="1804" y="233"/>
                  <a:pt x="1804" y="234"/>
                </a:cubicBezTo>
                <a:cubicBezTo>
                  <a:pt x="1803" y="236"/>
                  <a:pt x="1797" y="230"/>
                  <a:pt x="1796" y="230"/>
                </a:cubicBezTo>
                <a:cubicBezTo>
                  <a:pt x="1793" y="229"/>
                  <a:pt x="1792" y="228"/>
                  <a:pt x="1788" y="229"/>
                </a:cubicBezTo>
                <a:cubicBezTo>
                  <a:pt x="1786" y="230"/>
                  <a:pt x="1778" y="240"/>
                  <a:pt x="1781" y="241"/>
                </a:cubicBezTo>
                <a:cubicBezTo>
                  <a:pt x="1777" y="239"/>
                  <a:pt x="1781" y="232"/>
                  <a:pt x="1775" y="238"/>
                </a:cubicBezTo>
                <a:cubicBezTo>
                  <a:pt x="1774" y="239"/>
                  <a:pt x="1776" y="241"/>
                  <a:pt x="1775" y="241"/>
                </a:cubicBezTo>
                <a:cubicBezTo>
                  <a:pt x="1774" y="243"/>
                  <a:pt x="1773" y="241"/>
                  <a:pt x="1772" y="241"/>
                </a:cubicBezTo>
                <a:cubicBezTo>
                  <a:pt x="1770" y="243"/>
                  <a:pt x="1769" y="241"/>
                  <a:pt x="1768" y="245"/>
                </a:cubicBezTo>
                <a:cubicBezTo>
                  <a:pt x="1768" y="248"/>
                  <a:pt x="1771" y="250"/>
                  <a:pt x="1770" y="254"/>
                </a:cubicBezTo>
                <a:cubicBezTo>
                  <a:pt x="1770" y="254"/>
                  <a:pt x="1773" y="278"/>
                  <a:pt x="1777" y="273"/>
                </a:cubicBezTo>
                <a:cubicBezTo>
                  <a:pt x="1779" y="271"/>
                  <a:pt x="1774" y="268"/>
                  <a:pt x="1779" y="270"/>
                </a:cubicBezTo>
                <a:cubicBezTo>
                  <a:pt x="1781" y="270"/>
                  <a:pt x="1781" y="271"/>
                  <a:pt x="1782" y="273"/>
                </a:cubicBezTo>
                <a:cubicBezTo>
                  <a:pt x="1784" y="276"/>
                  <a:pt x="1780" y="279"/>
                  <a:pt x="1784" y="283"/>
                </a:cubicBezTo>
                <a:cubicBezTo>
                  <a:pt x="1785" y="283"/>
                  <a:pt x="1786" y="283"/>
                  <a:pt x="1786" y="282"/>
                </a:cubicBezTo>
                <a:cubicBezTo>
                  <a:pt x="1788" y="282"/>
                  <a:pt x="1788" y="283"/>
                  <a:pt x="1788" y="284"/>
                </a:cubicBezTo>
                <a:cubicBezTo>
                  <a:pt x="1788" y="285"/>
                  <a:pt x="1790" y="289"/>
                  <a:pt x="1790" y="290"/>
                </a:cubicBezTo>
                <a:cubicBezTo>
                  <a:pt x="1789" y="295"/>
                  <a:pt x="1786" y="285"/>
                  <a:pt x="1786" y="285"/>
                </a:cubicBezTo>
                <a:cubicBezTo>
                  <a:pt x="1785" y="286"/>
                  <a:pt x="1785" y="286"/>
                  <a:pt x="1785" y="287"/>
                </a:cubicBezTo>
                <a:cubicBezTo>
                  <a:pt x="1785" y="287"/>
                  <a:pt x="1784" y="297"/>
                  <a:pt x="1785" y="299"/>
                </a:cubicBezTo>
                <a:cubicBezTo>
                  <a:pt x="1787" y="304"/>
                  <a:pt x="1795" y="306"/>
                  <a:pt x="1791" y="311"/>
                </a:cubicBezTo>
                <a:cubicBezTo>
                  <a:pt x="1790" y="312"/>
                  <a:pt x="1787" y="312"/>
                  <a:pt x="1786" y="314"/>
                </a:cubicBezTo>
                <a:cubicBezTo>
                  <a:pt x="1785" y="315"/>
                  <a:pt x="1784" y="318"/>
                  <a:pt x="1785" y="320"/>
                </a:cubicBezTo>
                <a:cubicBezTo>
                  <a:pt x="1785" y="323"/>
                  <a:pt x="1789" y="327"/>
                  <a:pt x="1789" y="329"/>
                </a:cubicBezTo>
                <a:cubicBezTo>
                  <a:pt x="1789" y="329"/>
                  <a:pt x="1781" y="332"/>
                  <a:pt x="1782" y="333"/>
                </a:cubicBezTo>
                <a:cubicBezTo>
                  <a:pt x="1783" y="334"/>
                  <a:pt x="1783" y="339"/>
                  <a:pt x="1785" y="339"/>
                </a:cubicBezTo>
                <a:cubicBezTo>
                  <a:pt x="1785" y="342"/>
                  <a:pt x="1785" y="355"/>
                  <a:pt x="1781" y="356"/>
                </a:cubicBezTo>
                <a:cubicBezTo>
                  <a:pt x="1780" y="356"/>
                  <a:pt x="1776" y="348"/>
                  <a:pt x="1775" y="347"/>
                </a:cubicBezTo>
                <a:cubicBezTo>
                  <a:pt x="1775" y="345"/>
                  <a:pt x="1774" y="344"/>
                  <a:pt x="1773" y="342"/>
                </a:cubicBezTo>
                <a:cubicBezTo>
                  <a:pt x="1773" y="342"/>
                  <a:pt x="1775" y="341"/>
                  <a:pt x="1775" y="340"/>
                </a:cubicBezTo>
                <a:cubicBezTo>
                  <a:pt x="1774" y="339"/>
                  <a:pt x="1771" y="339"/>
                  <a:pt x="1769" y="338"/>
                </a:cubicBezTo>
                <a:cubicBezTo>
                  <a:pt x="1768" y="337"/>
                  <a:pt x="1766" y="332"/>
                  <a:pt x="1765" y="330"/>
                </a:cubicBezTo>
                <a:cubicBezTo>
                  <a:pt x="1761" y="325"/>
                  <a:pt x="1757" y="318"/>
                  <a:pt x="1754" y="311"/>
                </a:cubicBezTo>
                <a:cubicBezTo>
                  <a:pt x="1751" y="306"/>
                  <a:pt x="1747" y="298"/>
                  <a:pt x="1748" y="292"/>
                </a:cubicBezTo>
                <a:cubicBezTo>
                  <a:pt x="1748" y="290"/>
                  <a:pt x="1750" y="287"/>
                  <a:pt x="1750" y="286"/>
                </a:cubicBezTo>
                <a:cubicBezTo>
                  <a:pt x="1750" y="283"/>
                  <a:pt x="1745" y="278"/>
                  <a:pt x="1745" y="278"/>
                </a:cubicBezTo>
                <a:cubicBezTo>
                  <a:pt x="1745" y="277"/>
                  <a:pt x="1750" y="279"/>
                  <a:pt x="1751" y="278"/>
                </a:cubicBezTo>
                <a:cubicBezTo>
                  <a:pt x="1750" y="279"/>
                  <a:pt x="1753" y="272"/>
                  <a:pt x="1753" y="274"/>
                </a:cubicBezTo>
                <a:cubicBezTo>
                  <a:pt x="1754" y="270"/>
                  <a:pt x="1753" y="267"/>
                  <a:pt x="1753" y="263"/>
                </a:cubicBezTo>
                <a:cubicBezTo>
                  <a:pt x="1753" y="260"/>
                  <a:pt x="1757" y="245"/>
                  <a:pt x="1756" y="244"/>
                </a:cubicBezTo>
                <a:cubicBezTo>
                  <a:pt x="1755" y="240"/>
                  <a:pt x="1757" y="239"/>
                  <a:pt x="1759" y="235"/>
                </a:cubicBezTo>
                <a:cubicBezTo>
                  <a:pt x="1761" y="231"/>
                  <a:pt x="1761" y="233"/>
                  <a:pt x="1760" y="229"/>
                </a:cubicBezTo>
                <a:cubicBezTo>
                  <a:pt x="1759" y="225"/>
                  <a:pt x="1757" y="221"/>
                  <a:pt x="1756" y="217"/>
                </a:cubicBezTo>
                <a:cubicBezTo>
                  <a:pt x="1755" y="212"/>
                  <a:pt x="1754" y="213"/>
                  <a:pt x="1757" y="209"/>
                </a:cubicBezTo>
                <a:cubicBezTo>
                  <a:pt x="1757" y="209"/>
                  <a:pt x="1749" y="204"/>
                  <a:pt x="1748" y="211"/>
                </a:cubicBezTo>
                <a:cubicBezTo>
                  <a:pt x="1747" y="214"/>
                  <a:pt x="1754" y="220"/>
                  <a:pt x="1753" y="222"/>
                </a:cubicBezTo>
                <a:cubicBezTo>
                  <a:pt x="1753" y="223"/>
                  <a:pt x="1750" y="223"/>
                  <a:pt x="1749" y="224"/>
                </a:cubicBezTo>
                <a:cubicBezTo>
                  <a:pt x="1748" y="225"/>
                  <a:pt x="1749" y="227"/>
                  <a:pt x="1749" y="229"/>
                </a:cubicBezTo>
                <a:cubicBezTo>
                  <a:pt x="1748" y="231"/>
                  <a:pt x="1748" y="237"/>
                  <a:pt x="1745" y="238"/>
                </a:cubicBezTo>
                <a:cubicBezTo>
                  <a:pt x="1746" y="232"/>
                  <a:pt x="1743" y="237"/>
                  <a:pt x="1742" y="235"/>
                </a:cubicBezTo>
                <a:cubicBezTo>
                  <a:pt x="1740" y="233"/>
                  <a:pt x="1739" y="224"/>
                  <a:pt x="1738" y="224"/>
                </a:cubicBezTo>
                <a:cubicBezTo>
                  <a:pt x="1736" y="223"/>
                  <a:pt x="1737" y="227"/>
                  <a:pt x="1736" y="227"/>
                </a:cubicBezTo>
                <a:cubicBezTo>
                  <a:pt x="1735" y="227"/>
                  <a:pt x="1733" y="225"/>
                  <a:pt x="1733" y="225"/>
                </a:cubicBezTo>
                <a:cubicBezTo>
                  <a:pt x="1730" y="226"/>
                  <a:pt x="1724" y="228"/>
                  <a:pt x="1722" y="231"/>
                </a:cubicBezTo>
                <a:cubicBezTo>
                  <a:pt x="1720" y="235"/>
                  <a:pt x="1722" y="241"/>
                  <a:pt x="1722" y="246"/>
                </a:cubicBezTo>
                <a:cubicBezTo>
                  <a:pt x="1721" y="250"/>
                  <a:pt x="1718" y="252"/>
                  <a:pt x="1720" y="257"/>
                </a:cubicBezTo>
                <a:cubicBezTo>
                  <a:pt x="1721" y="260"/>
                  <a:pt x="1722" y="259"/>
                  <a:pt x="1723" y="260"/>
                </a:cubicBezTo>
                <a:cubicBezTo>
                  <a:pt x="1723" y="261"/>
                  <a:pt x="1726" y="259"/>
                  <a:pt x="1726" y="262"/>
                </a:cubicBezTo>
                <a:cubicBezTo>
                  <a:pt x="1727" y="265"/>
                  <a:pt x="1719" y="265"/>
                  <a:pt x="1718" y="266"/>
                </a:cubicBezTo>
                <a:cubicBezTo>
                  <a:pt x="1717" y="266"/>
                  <a:pt x="1713" y="271"/>
                  <a:pt x="1712" y="271"/>
                </a:cubicBezTo>
                <a:cubicBezTo>
                  <a:pt x="1704" y="270"/>
                  <a:pt x="1712" y="267"/>
                  <a:pt x="1713" y="266"/>
                </a:cubicBezTo>
                <a:cubicBezTo>
                  <a:pt x="1712" y="267"/>
                  <a:pt x="1693" y="257"/>
                  <a:pt x="1694" y="267"/>
                </a:cubicBezTo>
                <a:cubicBezTo>
                  <a:pt x="1694" y="267"/>
                  <a:pt x="1693" y="267"/>
                  <a:pt x="1693" y="268"/>
                </a:cubicBezTo>
                <a:cubicBezTo>
                  <a:pt x="1693" y="268"/>
                  <a:pt x="1694" y="269"/>
                  <a:pt x="1694" y="269"/>
                </a:cubicBezTo>
                <a:cubicBezTo>
                  <a:pt x="1693" y="270"/>
                  <a:pt x="1687" y="270"/>
                  <a:pt x="1686" y="271"/>
                </a:cubicBezTo>
                <a:cubicBezTo>
                  <a:pt x="1680" y="271"/>
                  <a:pt x="1681" y="270"/>
                  <a:pt x="1681" y="274"/>
                </a:cubicBezTo>
                <a:cubicBezTo>
                  <a:pt x="1680" y="277"/>
                  <a:pt x="1677" y="272"/>
                  <a:pt x="1677" y="272"/>
                </a:cubicBezTo>
                <a:cubicBezTo>
                  <a:pt x="1676" y="272"/>
                  <a:pt x="1672" y="273"/>
                  <a:pt x="1671" y="274"/>
                </a:cubicBezTo>
                <a:cubicBezTo>
                  <a:pt x="1666" y="276"/>
                  <a:pt x="1661" y="277"/>
                  <a:pt x="1660" y="283"/>
                </a:cubicBezTo>
                <a:cubicBezTo>
                  <a:pt x="1658" y="287"/>
                  <a:pt x="1659" y="293"/>
                  <a:pt x="1658" y="298"/>
                </a:cubicBezTo>
                <a:cubicBezTo>
                  <a:pt x="1656" y="306"/>
                  <a:pt x="1650" y="315"/>
                  <a:pt x="1650" y="323"/>
                </a:cubicBezTo>
                <a:cubicBezTo>
                  <a:pt x="1646" y="326"/>
                  <a:pt x="1641" y="334"/>
                  <a:pt x="1647" y="336"/>
                </a:cubicBezTo>
                <a:cubicBezTo>
                  <a:pt x="1649" y="336"/>
                  <a:pt x="1651" y="333"/>
                  <a:pt x="1653" y="334"/>
                </a:cubicBezTo>
                <a:cubicBezTo>
                  <a:pt x="1656" y="335"/>
                  <a:pt x="1654" y="336"/>
                  <a:pt x="1655" y="339"/>
                </a:cubicBezTo>
                <a:cubicBezTo>
                  <a:pt x="1655" y="338"/>
                  <a:pt x="1658" y="343"/>
                  <a:pt x="1657" y="343"/>
                </a:cubicBezTo>
                <a:cubicBezTo>
                  <a:pt x="1660" y="343"/>
                  <a:pt x="1658" y="340"/>
                  <a:pt x="1659" y="340"/>
                </a:cubicBezTo>
                <a:cubicBezTo>
                  <a:pt x="1661" y="339"/>
                  <a:pt x="1659" y="337"/>
                  <a:pt x="1662" y="340"/>
                </a:cubicBezTo>
                <a:cubicBezTo>
                  <a:pt x="1663" y="341"/>
                  <a:pt x="1661" y="345"/>
                  <a:pt x="1662" y="345"/>
                </a:cubicBezTo>
                <a:cubicBezTo>
                  <a:pt x="1665" y="347"/>
                  <a:pt x="1667" y="337"/>
                  <a:pt x="1668" y="337"/>
                </a:cubicBezTo>
                <a:cubicBezTo>
                  <a:pt x="1668" y="337"/>
                  <a:pt x="1674" y="337"/>
                  <a:pt x="1674" y="337"/>
                </a:cubicBezTo>
                <a:cubicBezTo>
                  <a:pt x="1677" y="338"/>
                  <a:pt x="1678" y="340"/>
                  <a:pt x="1680" y="342"/>
                </a:cubicBezTo>
                <a:cubicBezTo>
                  <a:pt x="1691" y="349"/>
                  <a:pt x="1690" y="366"/>
                  <a:pt x="1693" y="379"/>
                </a:cubicBezTo>
                <a:cubicBezTo>
                  <a:pt x="1701" y="384"/>
                  <a:pt x="1696" y="402"/>
                  <a:pt x="1694" y="409"/>
                </a:cubicBezTo>
                <a:cubicBezTo>
                  <a:pt x="1692" y="419"/>
                  <a:pt x="1690" y="431"/>
                  <a:pt x="1685" y="441"/>
                </a:cubicBezTo>
                <a:cubicBezTo>
                  <a:pt x="1682" y="448"/>
                  <a:pt x="1677" y="453"/>
                  <a:pt x="1670" y="452"/>
                </a:cubicBezTo>
                <a:cubicBezTo>
                  <a:pt x="1666" y="451"/>
                  <a:pt x="1667" y="449"/>
                  <a:pt x="1662" y="453"/>
                </a:cubicBezTo>
                <a:cubicBezTo>
                  <a:pt x="1660" y="454"/>
                  <a:pt x="1656" y="459"/>
                  <a:pt x="1656" y="462"/>
                </a:cubicBezTo>
                <a:cubicBezTo>
                  <a:pt x="1655" y="466"/>
                  <a:pt x="1659" y="469"/>
                  <a:pt x="1657" y="474"/>
                </a:cubicBezTo>
                <a:cubicBezTo>
                  <a:pt x="1656" y="477"/>
                  <a:pt x="1650" y="479"/>
                  <a:pt x="1650" y="482"/>
                </a:cubicBezTo>
                <a:cubicBezTo>
                  <a:pt x="1649" y="488"/>
                  <a:pt x="1661" y="497"/>
                  <a:pt x="1664" y="502"/>
                </a:cubicBezTo>
                <a:cubicBezTo>
                  <a:pt x="1666" y="505"/>
                  <a:pt x="1668" y="509"/>
                  <a:pt x="1668" y="513"/>
                </a:cubicBezTo>
                <a:cubicBezTo>
                  <a:pt x="1669" y="520"/>
                  <a:pt x="1666" y="519"/>
                  <a:pt x="1661" y="521"/>
                </a:cubicBezTo>
                <a:cubicBezTo>
                  <a:pt x="1659" y="522"/>
                  <a:pt x="1655" y="526"/>
                  <a:pt x="1653" y="525"/>
                </a:cubicBezTo>
                <a:cubicBezTo>
                  <a:pt x="1649" y="524"/>
                  <a:pt x="1650" y="517"/>
                  <a:pt x="1652" y="515"/>
                </a:cubicBezTo>
                <a:cubicBezTo>
                  <a:pt x="1653" y="510"/>
                  <a:pt x="1646" y="509"/>
                  <a:pt x="1647" y="506"/>
                </a:cubicBezTo>
                <a:cubicBezTo>
                  <a:pt x="1648" y="506"/>
                  <a:pt x="1649" y="507"/>
                  <a:pt x="1650" y="506"/>
                </a:cubicBezTo>
                <a:cubicBezTo>
                  <a:pt x="1651" y="503"/>
                  <a:pt x="1643" y="494"/>
                  <a:pt x="1641" y="499"/>
                </a:cubicBezTo>
                <a:cubicBezTo>
                  <a:pt x="1635" y="501"/>
                  <a:pt x="1638" y="491"/>
                  <a:pt x="1638" y="490"/>
                </a:cubicBezTo>
                <a:cubicBezTo>
                  <a:pt x="1638" y="486"/>
                  <a:pt x="1637" y="483"/>
                  <a:pt x="1632" y="482"/>
                </a:cubicBezTo>
                <a:cubicBezTo>
                  <a:pt x="1628" y="481"/>
                  <a:pt x="1624" y="484"/>
                  <a:pt x="1621" y="487"/>
                </a:cubicBezTo>
                <a:cubicBezTo>
                  <a:pt x="1620" y="488"/>
                  <a:pt x="1614" y="495"/>
                  <a:pt x="1612" y="491"/>
                </a:cubicBezTo>
                <a:cubicBezTo>
                  <a:pt x="1611" y="490"/>
                  <a:pt x="1615" y="488"/>
                  <a:pt x="1615" y="487"/>
                </a:cubicBezTo>
                <a:cubicBezTo>
                  <a:pt x="1615" y="486"/>
                  <a:pt x="1614" y="484"/>
                  <a:pt x="1615" y="483"/>
                </a:cubicBezTo>
                <a:cubicBezTo>
                  <a:pt x="1616" y="479"/>
                  <a:pt x="1620" y="474"/>
                  <a:pt x="1613" y="474"/>
                </a:cubicBezTo>
                <a:cubicBezTo>
                  <a:pt x="1609" y="474"/>
                  <a:pt x="1610" y="475"/>
                  <a:pt x="1608" y="477"/>
                </a:cubicBezTo>
                <a:cubicBezTo>
                  <a:pt x="1607" y="478"/>
                  <a:pt x="1604" y="482"/>
                  <a:pt x="1603" y="483"/>
                </a:cubicBezTo>
                <a:cubicBezTo>
                  <a:pt x="1603" y="483"/>
                  <a:pt x="1601" y="490"/>
                  <a:pt x="1601" y="490"/>
                </a:cubicBezTo>
                <a:cubicBezTo>
                  <a:pt x="1598" y="492"/>
                  <a:pt x="1597" y="490"/>
                  <a:pt x="1594" y="491"/>
                </a:cubicBezTo>
                <a:cubicBezTo>
                  <a:pt x="1594" y="493"/>
                  <a:pt x="1598" y="504"/>
                  <a:pt x="1601" y="501"/>
                </a:cubicBezTo>
                <a:cubicBezTo>
                  <a:pt x="1604" y="503"/>
                  <a:pt x="1603" y="509"/>
                  <a:pt x="1608" y="507"/>
                </a:cubicBezTo>
                <a:cubicBezTo>
                  <a:pt x="1610" y="506"/>
                  <a:pt x="1609" y="502"/>
                  <a:pt x="1614" y="501"/>
                </a:cubicBezTo>
                <a:cubicBezTo>
                  <a:pt x="1618" y="500"/>
                  <a:pt x="1633" y="503"/>
                  <a:pt x="1624" y="509"/>
                </a:cubicBezTo>
                <a:cubicBezTo>
                  <a:pt x="1622" y="510"/>
                  <a:pt x="1620" y="509"/>
                  <a:pt x="1618" y="510"/>
                </a:cubicBezTo>
                <a:cubicBezTo>
                  <a:pt x="1615" y="512"/>
                  <a:pt x="1615" y="514"/>
                  <a:pt x="1613" y="517"/>
                </a:cubicBezTo>
                <a:cubicBezTo>
                  <a:pt x="1611" y="522"/>
                  <a:pt x="1610" y="523"/>
                  <a:pt x="1613" y="527"/>
                </a:cubicBezTo>
                <a:cubicBezTo>
                  <a:pt x="1613" y="527"/>
                  <a:pt x="1616" y="528"/>
                  <a:pt x="1617" y="529"/>
                </a:cubicBezTo>
                <a:cubicBezTo>
                  <a:pt x="1620" y="531"/>
                  <a:pt x="1621" y="536"/>
                  <a:pt x="1623" y="539"/>
                </a:cubicBezTo>
                <a:cubicBezTo>
                  <a:pt x="1624" y="541"/>
                  <a:pt x="1627" y="545"/>
                  <a:pt x="1630" y="546"/>
                </a:cubicBezTo>
                <a:cubicBezTo>
                  <a:pt x="1630" y="546"/>
                  <a:pt x="1630" y="546"/>
                  <a:pt x="1630" y="547"/>
                </a:cubicBezTo>
                <a:cubicBezTo>
                  <a:pt x="1633" y="549"/>
                  <a:pt x="1621" y="548"/>
                  <a:pt x="1622" y="549"/>
                </a:cubicBezTo>
                <a:cubicBezTo>
                  <a:pt x="1623" y="550"/>
                  <a:pt x="1629" y="551"/>
                  <a:pt x="1631" y="552"/>
                </a:cubicBezTo>
                <a:cubicBezTo>
                  <a:pt x="1631" y="555"/>
                  <a:pt x="1626" y="560"/>
                  <a:pt x="1622" y="560"/>
                </a:cubicBezTo>
                <a:cubicBezTo>
                  <a:pt x="1622" y="561"/>
                  <a:pt x="1634" y="561"/>
                  <a:pt x="1633" y="561"/>
                </a:cubicBezTo>
                <a:cubicBezTo>
                  <a:pt x="1634" y="562"/>
                  <a:pt x="1633" y="564"/>
                  <a:pt x="1632" y="564"/>
                </a:cubicBezTo>
                <a:cubicBezTo>
                  <a:pt x="1632" y="565"/>
                  <a:pt x="1631" y="567"/>
                  <a:pt x="1631" y="568"/>
                </a:cubicBezTo>
                <a:cubicBezTo>
                  <a:pt x="1631" y="568"/>
                  <a:pt x="1631" y="571"/>
                  <a:pt x="1631" y="572"/>
                </a:cubicBezTo>
                <a:cubicBezTo>
                  <a:pt x="1631" y="577"/>
                  <a:pt x="1629" y="579"/>
                  <a:pt x="1626" y="583"/>
                </a:cubicBezTo>
                <a:cubicBezTo>
                  <a:pt x="1622" y="590"/>
                  <a:pt x="1624" y="595"/>
                  <a:pt x="1618" y="600"/>
                </a:cubicBezTo>
                <a:cubicBezTo>
                  <a:pt x="1619" y="600"/>
                  <a:pt x="1619" y="600"/>
                  <a:pt x="1619" y="600"/>
                </a:cubicBezTo>
                <a:cubicBezTo>
                  <a:pt x="1618" y="605"/>
                  <a:pt x="1608" y="614"/>
                  <a:pt x="1604" y="614"/>
                </a:cubicBezTo>
                <a:cubicBezTo>
                  <a:pt x="1602" y="617"/>
                  <a:pt x="1597" y="615"/>
                  <a:pt x="1595" y="617"/>
                </a:cubicBezTo>
                <a:cubicBezTo>
                  <a:pt x="1595" y="616"/>
                  <a:pt x="1594" y="617"/>
                  <a:pt x="1594" y="618"/>
                </a:cubicBezTo>
                <a:cubicBezTo>
                  <a:pt x="1592" y="614"/>
                  <a:pt x="1583" y="625"/>
                  <a:pt x="1580" y="622"/>
                </a:cubicBezTo>
                <a:cubicBezTo>
                  <a:pt x="1579" y="624"/>
                  <a:pt x="1577" y="626"/>
                  <a:pt x="1575" y="625"/>
                </a:cubicBezTo>
                <a:cubicBezTo>
                  <a:pt x="1573" y="630"/>
                  <a:pt x="1576" y="630"/>
                  <a:pt x="1571" y="631"/>
                </a:cubicBezTo>
                <a:cubicBezTo>
                  <a:pt x="1569" y="624"/>
                  <a:pt x="1570" y="628"/>
                  <a:pt x="1565" y="627"/>
                </a:cubicBezTo>
                <a:cubicBezTo>
                  <a:pt x="1560" y="626"/>
                  <a:pt x="1562" y="624"/>
                  <a:pt x="1557" y="627"/>
                </a:cubicBezTo>
                <a:cubicBezTo>
                  <a:pt x="1556" y="628"/>
                  <a:pt x="1551" y="630"/>
                  <a:pt x="1550" y="631"/>
                </a:cubicBezTo>
                <a:cubicBezTo>
                  <a:pt x="1549" y="633"/>
                  <a:pt x="1551" y="634"/>
                  <a:pt x="1550" y="636"/>
                </a:cubicBezTo>
                <a:cubicBezTo>
                  <a:pt x="1549" y="637"/>
                  <a:pt x="1544" y="642"/>
                  <a:pt x="1547" y="643"/>
                </a:cubicBezTo>
                <a:cubicBezTo>
                  <a:pt x="1552" y="650"/>
                  <a:pt x="1558" y="655"/>
                  <a:pt x="1563" y="661"/>
                </a:cubicBezTo>
                <a:cubicBezTo>
                  <a:pt x="1566" y="663"/>
                  <a:pt x="1567" y="665"/>
                  <a:pt x="1568" y="668"/>
                </a:cubicBezTo>
                <a:cubicBezTo>
                  <a:pt x="1570" y="671"/>
                  <a:pt x="1571" y="674"/>
                  <a:pt x="1571" y="677"/>
                </a:cubicBezTo>
                <a:cubicBezTo>
                  <a:pt x="1573" y="683"/>
                  <a:pt x="1572" y="689"/>
                  <a:pt x="1566" y="694"/>
                </a:cubicBezTo>
                <a:cubicBezTo>
                  <a:pt x="1563" y="697"/>
                  <a:pt x="1560" y="696"/>
                  <a:pt x="1557" y="697"/>
                </a:cubicBezTo>
                <a:cubicBezTo>
                  <a:pt x="1555" y="699"/>
                  <a:pt x="1559" y="701"/>
                  <a:pt x="1554" y="701"/>
                </a:cubicBezTo>
                <a:cubicBezTo>
                  <a:pt x="1552" y="705"/>
                  <a:pt x="1549" y="707"/>
                  <a:pt x="1546" y="709"/>
                </a:cubicBezTo>
                <a:cubicBezTo>
                  <a:pt x="1545" y="706"/>
                  <a:pt x="1547" y="703"/>
                  <a:pt x="1547" y="701"/>
                </a:cubicBezTo>
                <a:cubicBezTo>
                  <a:pt x="1547" y="698"/>
                  <a:pt x="1548" y="701"/>
                  <a:pt x="1546" y="698"/>
                </a:cubicBezTo>
                <a:cubicBezTo>
                  <a:pt x="1543" y="695"/>
                  <a:pt x="1538" y="697"/>
                  <a:pt x="1539" y="692"/>
                </a:cubicBezTo>
                <a:cubicBezTo>
                  <a:pt x="1533" y="695"/>
                  <a:pt x="1534" y="688"/>
                  <a:pt x="1530" y="685"/>
                </a:cubicBezTo>
                <a:cubicBezTo>
                  <a:pt x="1530" y="685"/>
                  <a:pt x="1519" y="679"/>
                  <a:pt x="1519" y="679"/>
                </a:cubicBezTo>
                <a:cubicBezTo>
                  <a:pt x="1516" y="679"/>
                  <a:pt x="1508" y="704"/>
                  <a:pt x="1517" y="703"/>
                </a:cubicBezTo>
                <a:cubicBezTo>
                  <a:pt x="1518" y="706"/>
                  <a:pt x="1519" y="715"/>
                  <a:pt x="1521" y="717"/>
                </a:cubicBezTo>
                <a:cubicBezTo>
                  <a:pt x="1521" y="717"/>
                  <a:pt x="1525" y="719"/>
                  <a:pt x="1526" y="720"/>
                </a:cubicBezTo>
                <a:cubicBezTo>
                  <a:pt x="1528" y="720"/>
                  <a:pt x="1529" y="722"/>
                  <a:pt x="1531" y="723"/>
                </a:cubicBezTo>
                <a:cubicBezTo>
                  <a:pt x="1537" y="728"/>
                  <a:pt x="1538" y="730"/>
                  <a:pt x="1539" y="738"/>
                </a:cubicBezTo>
                <a:cubicBezTo>
                  <a:pt x="1540" y="743"/>
                  <a:pt x="1546" y="748"/>
                  <a:pt x="1545" y="753"/>
                </a:cubicBezTo>
                <a:cubicBezTo>
                  <a:pt x="1538" y="755"/>
                  <a:pt x="1532" y="746"/>
                  <a:pt x="1527" y="743"/>
                </a:cubicBezTo>
                <a:cubicBezTo>
                  <a:pt x="1526" y="741"/>
                  <a:pt x="1527" y="738"/>
                  <a:pt x="1524" y="738"/>
                </a:cubicBezTo>
                <a:cubicBezTo>
                  <a:pt x="1520" y="734"/>
                  <a:pt x="1521" y="725"/>
                  <a:pt x="1518" y="720"/>
                </a:cubicBezTo>
                <a:cubicBezTo>
                  <a:pt x="1518" y="719"/>
                  <a:pt x="1510" y="707"/>
                  <a:pt x="1508" y="711"/>
                </a:cubicBezTo>
                <a:cubicBezTo>
                  <a:pt x="1505" y="702"/>
                  <a:pt x="1510" y="691"/>
                  <a:pt x="1507" y="681"/>
                </a:cubicBezTo>
                <a:cubicBezTo>
                  <a:pt x="1505" y="676"/>
                  <a:pt x="1502" y="672"/>
                  <a:pt x="1501" y="667"/>
                </a:cubicBezTo>
                <a:cubicBezTo>
                  <a:pt x="1500" y="664"/>
                  <a:pt x="1500" y="656"/>
                  <a:pt x="1497" y="655"/>
                </a:cubicBezTo>
                <a:cubicBezTo>
                  <a:pt x="1493" y="653"/>
                  <a:pt x="1485" y="664"/>
                  <a:pt x="1480" y="661"/>
                </a:cubicBezTo>
                <a:cubicBezTo>
                  <a:pt x="1478" y="659"/>
                  <a:pt x="1480" y="656"/>
                  <a:pt x="1480" y="654"/>
                </a:cubicBezTo>
                <a:cubicBezTo>
                  <a:pt x="1480" y="650"/>
                  <a:pt x="1479" y="646"/>
                  <a:pt x="1476" y="643"/>
                </a:cubicBezTo>
                <a:cubicBezTo>
                  <a:pt x="1475" y="640"/>
                  <a:pt x="1471" y="633"/>
                  <a:pt x="1467" y="632"/>
                </a:cubicBezTo>
                <a:cubicBezTo>
                  <a:pt x="1467" y="629"/>
                  <a:pt x="1462" y="627"/>
                  <a:pt x="1461" y="625"/>
                </a:cubicBezTo>
                <a:cubicBezTo>
                  <a:pt x="1459" y="622"/>
                  <a:pt x="1461" y="617"/>
                  <a:pt x="1454" y="617"/>
                </a:cubicBezTo>
                <a:cubicBezTo>
                  <a:pt x="1450" y="623"/>
                  <a:pt x="1445" y="619"/>
                  <a:pt x="1440" y="622"/>
                </a:cubicBezTo>
                <a:cubicBezTo>
                  <a:pt x="1437" y="624"/>
                  <a:pt x="1435" y="630"/>
                  <a:pt x="1432" y="633"/>
                </a:cubicBezTo>
                <a:cubicBezTo>
                  <a:pt x="1429" y="637"/>
                  <a:pt x="1423" y="639"/>
                  <a:pt x="1419" y="643"/>
                </a:cubicBezTo>
                <a:cubicBezTo>
                  <a:pt x="1415" y="648"/>
                  <a:pt x="1412" y="652"/>
                  <a:pt x="1408" y="656"/>
                </a:cubicBezTo>
                <a:cubicBezTo>
                  <a:pt x="1407" y="657"/>
                  <a:pt x="1407" y="659"/>
                  <a:pt x="1406" y="660"/>
                </a:cubicBezTo>
                <a:cubicBezTo>
                  <a:pt x="1404" y="660"/>
                  <a:pt x="1402" y="661"/>
                  <a:pt x="1401" y="661"/>
                </a:cubicBezTo>
                <a:cubicBezTo>
                  <a:pt x="1399" y="663"/>
                  <a:pt x="1398" y="663"/>
                  <a:pt x="1397" y="666"/>
                </a:cubicBezTo>
                <a:cubicBezTo>
                  <a:pt x="1395" y="669"/>
                  <a:pt x="1398" y="671"/>
                  <a:pt x="1398" y="674"/>
                </a:cubicBezTo>
                <a:cubicBezTo>
                  <a:pt x="1398" y="677"/>
                  <a:pt x="1398" y="681"/>
                  <a:pt x="1397" y="684"/>
                </a:cubicBezTo>
                <a:cubicBezTo>
                  <a:pt x="1397" y="688"/>
                  <a:pt x="1398" y="695"/>
                  <a:pt x="1396" y="698"/>
                </a:cubicBezTo>
                <a:cubicBezTo>
                  <a:pt x="1395" y="701"/>
                  <a:pt x="1391" y="701"/>
                  <a:pt x="1389" y="703"/>
                </a:cubicBezTo>
                <a:cubicBezTo>
                  <a:pt x="1388" y="705"/>
                  <a:pt x="1387" y="708"/>
                  <a:pt x="1386" y="711"/>
                </a:cubicBezTo>
                <a:cubicBezTo>
                  <a:pt x="1381" y="714"/>
                  <a:pt x="1376" y="700"/>
                  <a:pt x="1375" y="697"/>
                </a:cubicBezTo>
                <a:cubicBezTo>
                  <a:pt x="1372" y="690"/>
                  <a:pt x="1368" y="687"/>
                  <a:pt x="1364" y="681"/>
                </a:cubicBezTo>
                <a:cubicBezTo>
                  <a:pt x="1359" y="675"/>
                  <a:pt x="1359" y="667"/>
                  <a:pt x="1356" y="660"/>
                </a:cubicBezTo>
                <a:cubicBezTo>
                  <a:pt x="1354" y="653"/>
                  <a:pt x="1352" y="647"/>
                  <a:pt x="1351" y="641"/>
                </a:cubicBezTo>
                <a:cubicBezTo>
                  <a:pt x="1350" y="639"/>
                  <a:pt x="1348" y="621"/>
                  <a:pt x="1348" y="621"/>
                </a:cubicBezTo>
                <a:cubicBezTo>
                  <a:pt x="1344" y="619"/>
                  <a:pt x="1344" y="629"/>
                  <a:pt x="1343" y="630"/>
                </a:cubicBezTo>
                <a:cubicBezTo>
                  <a:pt x="1338" y="634"/>
                  <a:pt x="1335" y="628"/>
                  <a:pt x="1332" y="626"/>
                </a:cubicBezTo>
                <a:cubicBezTo>
                  <a:pt x="1329" y="624"/>
                  <a:pt x="1322" y="624"/>
                  <a:pt x="1328" y="621"/>
                </a:cubicBezTo>
                <a:cubicBezTo>
                  <a:pt x="1332" y="620"/>
                  <a:pt x="1338" y="621"/>
                  <a:pt x="1331" y="617"/>
                </a:cubicBezTo>
                <a:cubicBezTo>
                  <a:pt x="1329" y="616"/>
                  <a:pt x="1327" y="617"/>
                  <a:pt x="1325" y="617"/>
                </a:cubicBezTo>
                <a:cubicBezTo>
                  <a:pt x="1323" y="616"/>
                  <a:pt x="1322" y="613"/>
                  <a:pt x="1320" y="612"/>
                </a:cubicBezTo>
                <a:cubicBezTo>
                  <a:pt x="1317" y="611"/>
                  <a:pt x="1316" y="612"/>
                  <a:pt x="1313" y="609"/>
                </a:cubicBezTo>
                <a:cubicBezTo>
                  <a:pt x="1310" y="607"/>
                  <a:pt x="1311" y="604"/>
                  <a:pt x="1306" y="602"/>
                </a:cubicBezTo>
                <a:cubicBezTo>
                  <a:pt x="1300" y="600"/>
                  <a:pt x="1292" y="602"/>
                  <a:pt x="1285" y="603"/>
                </a:cubicBezTo>
                <a:cubicBezTo>
                  <a:pt x="1277" y="603"/>
                  <a:pt x="1267" y="603"/>
                  <a:pt x="1259" y="601"/>
                </a:cubicBezTo>
                <a:cubicBezTo>
                  <a:pt x="1253" y="599"/>
                  <a:pt x="1253" y="593"/>
                  <a:pt x="1248" y="591"/>
                </a:cubicBezTo>
                <a:cubicBezTo>
                  <a:pt x="1243" y="590"/>
                  <a:pt x="1238" y="594"/>
                  <a:pt x="1232" y="592"/>
                </a:cubicBezTo>
                <a:cubicBezTo>
                  <a:pt x="1227" y="591"/>
                  <a:pt x="1222" y="585"/>
                  <a:pt x="1216" y="586"/>
                </a:cubicBezTo>
                <a:cubicBezTo>
                  <a:pt x="1216" y="577"/>
                  <a:pt x="1194" y="565"/>
                  <a:pt x="1199" y="579"/>
                </a:cubicBezTo>
                <a:cubicBezTo>
                  <a:pt x="1200" y="584"/>
                  <a:pt x="1204" y="586"/>
                  <a:pt x="1207" y="589"/>
                </a:cubicBezTo>
                <a:cubicBezTo>
                  <a:pt x="1211" y="594"/>
                  <a:pt x="1213" y="601"/>
                  <a:pt x="1215" y="607"/>
                </a:cubicBezTo>
                <a:cubicBezTo>
                  <a:pt x="1215" y="605"/>
                  <a:pt x="1217" y="596"/>
                  <a:pt x="1219" y="597"/>
                </a:cubicBezTo>
                <a:cubicBezTo>
                  <a:pt x="1221" y="603"/>
                  <a:pt x="1219" y="613"/>
                  <a:pt x="1229" y="611"/>
                </a:cubicBezTo>
                <a:cubicBezTo>
                  <a:pt x="1233" y="611"/>
                  <a:pt x="1240" y="606"/>
                  <a:pt x="1243" y="603"/>
                </a:cubicBezTo>
                <a:cubicBezTo>
                  <a:pt x="1244" y="602"/>
                  <a:pt x="1247" y="596"/>
                  <a:pt x="1249" y="598"/>
                </a:cubicBezTo>
                <a:cubicBezTo>
                  <a:pt x="1252" y="600"/>
                  <a:pt x="1249" y="603"/>
                  <a:pt x="1250" y="606"/>
                </a:cubicBezTo>
                <a:cubicBezTo>
                  <a:pt x="1251" y="612"/>
                  <a:pt x="1257" y="613"/>
                  <a:pt x="1263" y="613"/>
                </a:cubicBezTo>
                <a:cubicBezTo>
                  <a:pt x="1264" y="617"/>
                  <a:pt x="1269" y="616"/>
                  <a:pt x="1271" y="620"/>
                </a:cubicBezTo>
                <a:cubicBezTo>
                  <a:pt x="1273" y="624"/>
                  <a:pt x="1270" y="625"/>
                  <a:pt x="1268" y="628"/>
                </a:cubicBezTo>
                <a:cubicBezTo>
                  <a:pt x="1263" y="635"/>
                  <a:pt x="1261" y="636"/>
                  <a:pt x="1260" y="645"/>
                </a:cubicBezTo>
                <a:cubicBezTo>
                  <a:pt x="1247" y="651"/>
                  <a:pt x="1180" y="700"/>
                  <a:pt x="1173" y="675"/>
                </a:cubicBezTo>
                <a:cubicBezTo>
                  <a:pt x="1170" y="666"/>
                  <a:pt x="1171" y="659"/>
                  <a:pt x="1165" y="651"/>
                </a:cubicBezTo>
                <a:cubicBezTo>
                  <a:pt x="1160" y="644"/>
                  <a:pt x="1153" y="637"/>
                  <a:pt x="1149" y="629"/>
                </a:cubicBezTo>
                <a:cubicBezTo>
                  <a:pt x="1144" y="620"/>
                  <a:pt x="1141" y="611"/>
                  <a:pt x="1135" y="603"/>
                </a:cubicBezTo>
                <a:cubicBezTo>
                  <a:pt x="1131" y="597"/>
                  <a:pt x="1125" y="584"/>
                  <a:pt x="1119" y="581"/>
                </a:cubicBezTo>
                <a:cubicBezTo>
                  <a:pt x="1117" y="579"/>
                  <a:pt x="1118" y="586"/>
                  <a:pt x="1118" y="586"/>
                </a:cubicBezTo>
                <a:cubicBezTo>
                  <a:pt x="1114" y="587"/>
                  <a:pt x="1111" y="576"/>
                  <a:pt x="1105" y="575"/>
                </a:cubicBezTo>
                <a:cubicBezTo>
                  <a:pt x="1104" y="583"/>
                  <a:pt x="1111" y="586"/>
                  <a:pt x="1115" y="591"/>
                </a:cubicBezTo>
                <a:cubicBezTo>
                  <a:pt x="1117" y="595"/>
                  <a:pt x="1118" y="599"/>
                  <a:pt x="1120" y="603"/>
                </a:cubicBezTo>
                <a:cubicBezTo>
                  <a:pt x="1122" y="605"/>
                  <a:pt x="1124" y="607"/>
                  <a:pt x="1125" y="609"/>
                </a:cubicBezTo>
                <a:cubicBezTo>
                  <a:pt x="1126" y="612"/>
                  <a:pt x="1126" y="614"/>
                  <a:pt x="1126" y="616"/>
                </a:cubicBezTo>
                <a:cubicBezTo>
                  <a:pt x="1129" y="622"/>
                  <a:pt x="1134" y="624"/>
                  <a:pt x="1137" y="630"/>
                </a:cubicBezTo>
                <a:cubicBezTo>
                  <a:pt x="1139" y="637"/>
                  <a:pt x="1137" y="643"/>
                  <a:pt x="1141" y="649"/>
                </a:cubicBezTo>
                <a:cubicBezTo>
                  <a:pt x="1143" y="651"/>
                  <a:pt x="1146" y="651"/>
                  <a:pt x="1148" y="654"/>
                </a:cubicBezTo>
                <a:cubicBezTo>
                  <a:pt x="1149" y="656"/>
                  <a:pt x="1150" y="659"/>
                  <a:pt x="1152" y="662"/>
                </a:cubicBezTo>
                <a:cubicBezTo>
                  <a:pt x="1159" y="674"/>
                  <a:pt x="1172" y="678"/>
                  <a:pt x="1174" y="692"/>
                </a:cubicBezTo>
                <a:cubicBezTo>
                  <a:pt x="1183" y="697"/>
                  <a:pt x="1185" y="697"/>
                  <a:pt x="1195" y="695"/>
                </a:cubicBezTo>
                <a:cubicBezTo>
                  <a:pt x="1199" y="695"/>
                  <a:pt x="1204" y="695"/>
                  <a:pt x="1208" y="695"/>
                </a:cubicBezTo>
                <a:cubicBezTo>
                  <a:pt x="1212" y="694"/>
                  <a:pt x="1215" y="691"/>
                  <a:pt x="1219" y="690"/>
                </a:cubicBezTo>
                <a:cubicBezTo>
                  <a:pt x="1226" y="689"/>
                  <a:pt x="1225" y="690"/>
                  <a:pt x="1223" y="696"/>
                </a:cubicBezTo>
                <a:cubicBezTo>
                  <a:pt x="1221" y="704"/>
                  <a:pt x="1217" y="710"/>
                  <a:pt x="1213" y="718"/>
                </a:cubicBezTo>
                <a:cubicBezTo>
                  <a:pt x="1209" y="726"/>
                  <a:pt x="1205" y="732"/>
                  <a:pt x="1199" y="739"/>
                </a:cubicBezTo>
                <a:cubicBezTo>
                  <a:pt x="1193" y="745"/>
                  <a:pt x="1188" y="748"/>
                  <a:pt x="1181" y="753"/>
                </a:cubicBezTo>
                <a:cubicBezTo>
                  <a:pt x="1174" y="758"/>
                  <a:pt x="1170" y="765"/>
                  <a:pt x="1165" y="771"/>
                </a:cubicBezTo>
                <a:cubicBezTo>
                  <a:pt x="1159" y="777"/>
                  <a:pt x="1154" y="781"/>
                  <a:pt x="1151" y="789"/>
                </a:cubicBezTo>
                <a:cubicBezTo>
                  <a:pt x="1148" y="797"/>
                  <a:pt x="1152" y="802"/>
                  <a:pt x="1153" y="810"/>
                </a:cubicBezTo>
                <a:cubicBezTo>
                  <a:pt x="1153" y="814"/>
                  <a:pt x="1152" y="815"/>
                  <a:pt x="1154" y="819"/>
                </a:cubicBezTo>
                <a:cubicBezTo>
                  <a:pt x="1157" y="824"/>
                  <a:pt x="1158" y="823"/>
                  <a:pt x="1158" y="830"/>
                </a:cubicBezTo>
                <a:cubicBezTo>
                  <a:pt x="1158" y="837"/>
                  <a:pt x="1158" y="844"/>
                  <a:pt x="1157" y="851"/>
                </a:cubicBezTo>
                <a:cubicBezTo>
                  <a:pt x="1155" y="859"/>
                  <a:pt x="1150" y="863"/>
                  <a:pt x="1143" y="867"/>
                </a:cubicBezTo>
                <a:cubicBezTo>
                  <a:pt x="1137" y="871"/>
                  <a:pt x="1129" y="874"/>
                  <a:pt x="1125" y="879"/>
                </a:cubicBezTo>
                <a:cubicBezTo>
                  <a:pt x="1121" y="884"/>
                  <a:pt x="1123" y="891"/>
                  <a:pt x="1123" y="897"/>
                </a:cubicBezTo>
                <a:cubicBezTo>
                  <a:pt x="1124" y="904"/>
                  <a:pt x="1125" y="908"/>
                  <a:pt x="1118" y="912"/>
                </a:cubicBezTo>
                <a:cubicBezTo>
                  <a:pt x="1116" y="914"/>
                  <a:pt x="1105" y="916"/>
                  <a:pt x="1106" y="920"/>
                </a:cubicBezTo>
                <a:cubicBezTo>
                  <a:pt x="1107" y="920"/>
                  <a:pt x="1108" y="921"/>
                  <a:pt x="1109" y="921"/>
                </a:cubicBezTo>
                <a:cubicBezTo>
                  <a:pt x="1105" y="934"/>
                  <a:pt x="1099" y="941"/>
                  <a:pt x="1090" y="952"/>
                </a:cubicBezTo>
                <a:cubicBezTo>
                  <a:pt x="1087" y="956"/>
                  <a:pt x="1083" y="959"/>
                  <a:pt x="1079" y="963"/>
                </a:cubicBezTo>
                <a:cubicBezTo>
                  <a:pt x="1073" y="968"/>
                  <a:pt x="1070" y="969"/>
                  <a:pt x="1062" y="971"/>
                </a:cubicBezTo>
                <a:cubicBezTo>
                  <a:pt x="1062" y="971"/>
                  <a:pt x="1062" y="972"/>
                  <a:pt x="1063" y="973"/>
                </a:cubicBezTo>
                <a:cubicBezTo>
                  <a:pt x="1063" y="974"/>
                  <a:pt x="1053" y="973"/>
                  <a:pt x="1053" y="973"/>
                </a:cubicBezTo>
                <a:cubicBezTo>
                  <a:pt x="1049" y="973"/>
                  <a:pt x="1045" y="974"/>
                  <a:pt x="1041" y="974"/>
                </a:cubicBezTo>
                <a:cubicBezTo>
                  <a:pt x="1038" y="975"/>
                  <a:pt x="1031" y="978"/>
                  <a:pt x="1028" y="978"/>
                </a:cubicBezTo>
                <a:cubicBezTo>
                  <a:pt x="1025" y="977"/>
                  <a:pt x="1025" y="974"/>
                  <a:pt x="1023" y="974"/>
                </a:cubicBezTo>
                <a:cubicBezTo>
                  <a:pt x="1022" y="973"/>
                  <a:pt x="1019" y="975"/>
                  <a:pt x="1020" y="975"/>
                </a:cubicBezTo>
                <a:cubicBezTo>
                  <a:pt x="1018" y="974"/>
                  <a:pt x="1021" y="972"/>
                  <a:pt x="1020" y="970"/>
                </a:cubicBezTo>
                <a:cubicBezTo>
                  <a:pt x="1019" y="967"/>
                  <a:pt x="1018" y="966"/>
                  <a:pt x="1018" y="963"/>
                </a:cubicBezTo>
                <a:cubicBezTo>
                  <a:pt x="1018" y="963"/>
                  <a:pt x="1020" y="962"/>
                  <a:pt x="1020" y="961"/>
                </a:cubicBezTo>
                <a:cubicBezTo>
                  <a:pt x="1020" y="959"/>
                  <a:pt x="1019" y="957"/>
                  <a:pt x="1018" y="956"/>
                </a:cubicBezTo>
                <a:cubicBezTo>
                  <a:pt x="1018" y="954"/>
                  <a:pt x="1017" y="953"/>
                  <a:pt x="1016" y="951"/>
                </a:cubicBezTo>
                <a:cubicBezTo>
                  <a:pt x="1014" y="946"/>
                  <a:pt x="1013" y="942"/>
                  <a:pt x="1011" y="938"/>
                </a:cubicBezTo>
                <a:cubicBezTo>
                  <a:pt x="1009" y="936"/>
                  <a:pt x="1005" y="931"/>
                  <a:pt x="1004" y="928"/>
                </a:cubicBezTo>
                <a:cubicBezTo>
                  <a:pt x="1003" y="926"/>
                  <a:pt x="1003" y="923"/>
                  <a:pt x="1003" y="921"/>
                </a:cubicBezTo>
                <a:cubicBezTo>
                  <a:pt x="1002" y="916"/>
                  <a:pt x="1001" y="911"/>
                  <a:pt x="1000" y="905"/>
                </a:cubicBezTo>
                <a:cubicBezTo>
                  <a:pt x="999" y="898"/>
                  <a:pt x="997" y="894"/>
                  <a:pt x="994" y="887"/>
                </a:cubicBezTo>
                <a:cubicBezTo>
                  <a:pt x="991" y="882"/>
                  <a:pt x="990" y="878"/>
                  <a:pt x="987" y="873"/>
                </a:cubicBezTo>
                <a:cubicBezTo>
                  <a:pt x="984" y="869"/>
                  <a:pt x="984" y="866"/>
                  <a:pt x="984" y="861"/>
                </a:cubicBezTo>
                <a:cubicBezTo>
                  <a:pt x="985" y="856"/>
                  <a:pt x="987" y="848"/>
                  <a:pt x="989" y="843"/>
                </a:cubicBezTo>
                <a:cubicBezTo>
                  <a:pt x="991" y="840"/>
                  <a:pt x="994" y="839"/>
                  <a:pt x="996" y="836"/>
                </a:cubicBezTo>
                <a:cubicBezTo>
                  <a:pt x="1000" y="830"/>
                  <a:pt x="997" y="826"/>
                  <a:pt x="995" y="821"/>
                </a:cubicBezTo>
                <a:cubicBezTo>
                  <a:pt x="993" y="817"/>
                  <a:pt x="994" y="813"/>
                  <a:pt x="994" y="809"/>
                </a:cubicBezTo>
                <a:cubicBezTo>
                  <a:pt x="994" y="806"/>
                  <a:pt x="993" y="804"/>
                  <a:pt x="992" y="802"/>
                </a:cubicBezTo>
                <a:cubicBezTo>
                  <a:pt x="992" y="801"/>
                  <a:pt x="990" y="797"/>
                  <a:pt x="991" y="797"/>
                </a:cubicBezTo>
                <a:cubicBezTo>
                  <a:pt x="990" y="796"/>
                  <a:pt x="989" y="796"/>
                  <a:pt x="988" y="794"/>
                </a:cubicBezTo>
                <a:cubicBezTo>
                  <a:pt x="987" y="792"/>
                  <a:pt x="987" y="790"/>
                  <a:pt x="986" y="788"/>
                </a:cubicBezTo>
                <a:cubicBezTo>
                  <a:pt x="983" y="784"/>
                  <a:pt x="979" y="782"/>
                  <a:pt x="976" y="778"/>
                </a:cubicBezTo>
                <a:cubicBezTo>
                  <a:pt x="973" y="775"/>
                  <a:pt x="969" y="770"/>
                  <a:pt x="969" y="765"/>
                </a:cubicBezTo>
                <a:cubicBezTo>
                  <a:pt x="969" y="764"/>
                  <a:pt x="974" y="759"/>
                  <a:pt x="974" y="759"/>
                </a:cubicBezTo>
                <a:cubicBezTo>
                  <a:pt x="974" y="758"/>
                  <a:pt x="973" y="757"/>
                  <a:pt x="973" y="756"/>
                </a:cubicBezTo>
                <a:cubicBezTo>
                  <a:pt x="973" y="754"/>
                  <a:pt x="972" y="754"/>
                  <a:pt x="973" y="752"/>
                </a:cubicBezTo>
                <a:cubicBezTo>
                  <a:pt x="974" y="748"/>
                  <a:pt x="976" y="746"/>
                  <a:pt x="975" y="740"/>
                </a:cubicBezTo>
                <a:cubicBezTo>
                  <a:pt x="974" y="739"/>
                  <a:pt x="975" y="738"/>
                  <a:pt x="975" y="737"/>
                </a:cubicBezTo>
                <a:cubicBezTo>
                  <a:pt x="974" y="736"/>
                  <a:pt x="972" y="736"/>
                  <a:pt x="972" y="736"/>
                </a:cubicBezTo>
                <a:cubicBezTo>
                  <a:pt x="972" y="735"/>
                  <a:pt x="969" y="732"/>
                  <a:pt x="968" y="732"/>
                </a:cubicBezTo>
                <a:cubicBezTo>
                  <a:pt x="965" y="731"/>
                  <a:pt x="959" y="735"/>
                  <a:pt x="955" y="735"/>
                </a:cubicBezTo>
                <a:cubicBezTo>
                  <a:pt x="945" y="733"/>
                  <a:pt x="947" y="721"/>
                  <a:pt x="936" y="721"/>
                </a:cubicBezTo>
                <a:cubicBezTo>
                  <a:pt x="929" y="722"/>
                  <a:pt x="923" y="725"/>
                  <a:pt x="916" y="728"/>
                </a:cubicBezTo>
                <a:cubicBezTo>
                  <a:pt x="914" y="728"/>
                  <a:pt x="909" y="731"/>
                  <a:pt x="907" y="731"/>
                </a:cubicBezTo>
                <a:cubicBezTo>
                  <a:pt x="904" y="732"/>
                  <a:pt x="899" y="729"/>
                  <a:pt x="897" y="728"/>
                </a:cubicBezTo>
                <a:cubicBezTo>
                  <a:pt x="894" y="728"/>
                  <a:pt x="889" y="728"/>
                  <a:pt x="886" y="729"/>
                </a:cubicBezTo>
                <a:cubicBezTo>
                  <a:pt x="880" y="730"/>
                  <a:pt x="876" y="734"/>
                  <a:pt x="870" y="733"/>
                </a:cubicBezTo>
                <a:cubicBezTo>
                  <a:pt x="863" y="731"/>
                  <a:pt x="856" y="723"/>
                  <a:pt x="850" y="719"/>
                </a:cubicBezTo>
                <a:cubicBezTo>
                  <a:pt x="848" y="717"/>
                  <a:pt x="844" y="717"/>
                  <a:pt x="842" y="714"/>
                </a:cubicBezTo>
                <a:cubicBezTo>
                  <a:pt x="841" y="713"/>
                  <a:pt x="842" y="711"/>
                  <a:pt x="842" y="709"/>
                </a:cubicBezTo>
                <a:cubicBezTo>
                  <a:pt x="841" y="709"/>
                  <a:pt x="839" y="705"/>
                  <a:pt x="839" y="705"/>
                </a:cubicBezTo>
                <a:cubicBezTo>
                  <a:pt x="839" y="704"/>
                  <a:pt x="839" y="703"/>
                  <a:pt x="838" y="702"/>
                </a:cubicBezTo>
                <a:cubicBezTo>
                  <a:pt x="835" y="698"/>
                  <a:pt x="829" y="695"/>
                  <a:pt x="826" y="692"/>
                </a:cubicBezTo>
                <a:cubicBezTo>
                  <a:pt x="826" y="692"/>
                  <a:pt x="827" y="690"/>
                  <a:pt x="827" y="690"/>
                </a:cubicBezTo>
                <a:cubicBezTo>
                  <a:pt x="826" y="689"/>
                  <a:pt x="825" y="689"/>
                  <a:pt x="824" y="689"/>
                </a:cubicBezTo>
                <a:cubicBezTo>
                  <a:pt x="823" y="688"/>
                  <a:pt x="820" y="687"/>
                  <a:pt x="819" y="686"/>
                </a:cubicBezTo>
                <a:cubicBezTo>
                  <a:pt x="818" y="684"/>
                  <a:pt x="821" y="684"/>
                  <a:pt x="820" y="683"/>
                </a:cubicBezTo>
                <a:cubicBezTo>
                  <a:pt x="820" y="681"/>
                  <a:pt x="818" y="683"/>
                  <a:pt x="817" y="682"/>
                </a:cubicBezTo>
                <a:cubicBezTo>
                  <a:pt x="816" y="680"/>
                  <a:pt x="820" y="680"/>
                  <a:pt x="820" y="679"/>
                </a:cubicBezTo>
                <a:cubicBezTo>
                  <a:pt x="820" y="679"/>
                  <a:pt x="818" y="674"/>
                  <a:pt x="818" y="674"/>
                </a:cubicBezTo>
                <a:cubicBezTo>
                  <a:pt x="817" y="672"/>
                  <a:pt x="814" y="672"/>
                  <a:pt x="814" y="670"/>
                </a:cubicBezTo>
                <a:cubicBezTo>
                  <a:pt x="814" y="667"/>
                  <a:pt x="816" y="668"/>
                  <a:pt x="817" y="666"/>
                </a:cubicBezTo>
                <a:cubicBezTo>
                  <a:pt x="819" y="663"/>
                  <a:pt x="819" y="662"/>
                  <a:pt x="819" y="660"/>
                </a:cubicBezTo>
                <a:cubicBezTo>
                  <a:pt x="820" y="657"/>
                  <a:pt x="822" y="653"/>
                  <a:pt x="822" y="651"/>
                </a:cubicBezTo>
                <a:cubicBezTo>
                  <a:pt x="823" y="647"/>
                  <a:pt x="820" y="644"/>
                  <a:pt x="820" y="640"/>
                </a:cubicBezTo>
                <a:cubicBezTo>
                  <a:pt x="820" y="639"/>
                  <a:pt x="822" y="638"/>
                  <a:pt x="821" y="636"/>
                </a:cubicBezTo>
                <a:cubicBezTo>
                  <a:pt x="820" y="631"/>
                  <a:pt x="816" y="635"/>
                  <a:pt x="817" y="629"/>
                </a:cubicBezTo>
                <a:cubicBezTo>
                  <a:pt x="818" y="625"/>
                  <a:pt x="822" y="620"/>
                  <a:pt x="823" y="616"/>
                </a:cubicBezTo>
                <a:cubicBezTo>
                  <a:pt x="825" y="613"/>
                  <a:pt x="827" y="610"/>
                  <a:pt x="829" y="607"/>
                </a:cubicBezTo>
                <a:cubicBezTo>
                  <a:pt x="830" y="605"/>
                  <a:pt x="831" y="603"/>
                  <a:pt x="832" y="601"/>
                </a:cubicBezTo>
                <a:cubicBezTo>
                  <a:pt x="834" y="599"/>
                  <a:pt x="837" y="598"/>
                  <a:pt x="838" y="596"/>
                </a:cubicBezTo>
                <a:cubicBezTo>
                  <a:pt x="841" y="593"/>
                  <a:pt x="842" y="590"/>
                  <a:pt x="845" y="587"/>
                </a:cubicBezTo>
                <a:cubicBezTo>
                  <a:pt x="848" y="586"/>
                  <a:pt x="853" y="584"/>
                  <a:pt x="855" y="583"/>
                </a:cubicBezTo>
                <a:cubicBezTo>
                  <a:pt x="858" y="580"/>
                  <a:pt x="860" y="576"/>
                  <a:pt x="861" y="572"/>
                </a:cubicBezTo>
                <a:cubicBezTo>
                  <a:pt x="861" y="571"/>
                  <a:pt x="861" y="570"/>
                  <a:pt x="861" y="569"/>
                </a:cubicBezTo>
                <a:cubicBezTo>
                  <a:pt x="861" y="567"/>
                  <a:pt x="862" y="565"/>
                  <a:pt x="863" y="563"/>
                </a:cubicBezTo>
                <a:cubicBezTo>
                  <a:pt x="865" y="558"/>
                  <a:pt x="864" y="558"/>
                  <a:pt x="868" y="554"/>
                </a:cubicBezTo>
                <a:cubicBezTo>
                  <a:pt x="871" y="552"/>
                  <a:pt x="877" y="550"/>
                  <a:pt x="880" y="547"/>
                </a:cubicBezTo>
                <a:cubicBezTo>
                  <a:pt x="881" y="545"/>
                  <a:pt x="881" y="541"/>
                  <a:pt x="882" y="539"/>
                </a:cubicBezTo>
                <a:cubicBezTo>
                  <a:pt x="883" y="538"/>
                  <a:pt x="882" y="537"/>
                  <a:pt x="884" y="536"/>
                </a:cubicBezTo>
                <a:cubicBezTo>
                  <a:pt x="889" y="533"/>
                  <a:pt x="885" y="537"/>
                  <a:pt x="889" y="539"/>
                </a:cubicBezTo>
                <a:cubicBezTo>
                  <a:pt x="893" y="541"/>
                  <a:pt x="897" y="538"/>
                  <a:pt x="900" y="538"/>
                </a:cubicBezTo>
                <a:cubicBezTo>
                  <a:pt x="901" y="538"/>
                  <a:pt x="901" y="540"/>
                  <a:pt x="902" y="540"/>
                </a:cubicBezTo>
                <a:cubicBezTo>
                  <a:pt x="906" y="540"/>
                  <a:pt x="907" y="540"/>
                  <a:pt x="910" y="538"/>
                </a:cubicBezTo>
                <a:cubicBezTo>
                  <a:pt x="918" y="536"/>
                  <a:pt x="922" y="531"/>
                  <a:pt x="930" y="530"/>
                </a:cubicBezTo>
                <a:cubicBezTo>
                  <a:pt x="937" y="530"/>
                  <a:pt x="945" y="529"/>
                  <a:pt x="952" y="527"/>
                </a:cubicBezTo>
                <a:cubicBezTo>
                  <a:pt x="954" y="527"/>
                  <a:pt x="959" y="529"/>
                  <a:pt x="961" y="529"/>
                </a:cubicBezTo>
                <a:cubicBezTo>
                  <a:pt x="964" y="528"/>
                  <a:pt x="969" y="526"/>
                  <a:pt x="971" y="526"/>
                </a:cubicBezTo>
                <a:cubicBezTo>
                  <a:pt x="972" y="526"/>
                  <a:pt x="976" y="529"/>
                  <a:pt x="975" y="530"/>
                </a:cubicBezTo>
                <a:cubicBezTo>
                  <a:pt x="975" y="529"/>
                  <a:pt x="978" y="526"/>
                  <a:pt x="979" y="527"/>
                </a:cubicBezTo>
                <a:cubicBezTo>
                  <a:pt x="980" y="528"/>
                  <a:pt x="975" y="533"/>
                  <a:pt x="975" y="535"/>
                </a:cubicBezTo>
                <a:cubicBezTo>
                  <a:pt x="976" y="539"/>
                  <a:pt x="980" y="534"/>
                  <a:pt x="978" y="541"/>
                </a:cubicBezTo>
                <a:cubicBezTo>
                  <a:pt x="977" y="544"/>
                  <a:pt x="972" y="545"/>
                  <a:pt x="974" y="549"/>
                </a:cubicBezTo>
                <a:cubicBezTo>
                  <a:pt x="976" y="554"/>
                  <a:pt x="977" y="548"/>
                  <a:pt x="978" y="549"/>
                </a:cubicBezTo>
                <a:cubicBezTo>
                  <a:pt x="982" y="550"/>
                  <a:pt x="982" y="554"/>
                  <a:pt x="986" y="555"/>
                </a:cubicBezTo>
                <a:cubicBezTo>
                  <a:pt x="990" y="556"/>
                  <a:pt x="994" y="555"/>
                  <a:pt x="998" y="556"/>
                </a:cubicBezTo>
                <a:cubicBezTo>
                  <a:pt x="1000" y="556"/>
                  <a:pt x="1003" y="557"/>
                  <a:pt x="1004" y="558"/>
                </a:cubicBezTo>
                <a:cubicBezTo>
                  <a:pt x="1008" y="562"/>
                  <a:pt x="1004" y="563"/>
                  <a:pt x="1010" y="566"/>
                </a:cubicBezTo>
                <a:cubicBezTo>
                  <a:pt x="1013" y="567"/>
                  <a:pt x="1015" y="566"/>
                  <a:pt x="1018" y="567"/>
                </a:cubicBezTo>
                <a:cubicBezTo>
                  <a:pt x="1021" y="570"/>
                  <a:pt x="1022" y="574"/>
                  <a:pt x="1027" y="573"/>
                </a:cubicBezTo>
                <a:cubicBezTo>
                  <a:pt x="1035" y="571"/>
                  <a:pt x="1030" y="565"/>
                  <a:pt x="1031" y="561"/>
                </a:cubicBezTo>
                <a:cubicBezTo>
                  <a:pt x="1033" y="554"/>
                  <a:pt x="1044" y="555"/>
                  <a:pt x="1048" y="557"/>
                </a:cubicBezTo>
                <a:cubicBezTo>
                  <a:pt x="1050" y="557"/>
                  <a:pt x="1052" y="559"/>
                  <a:pt x="1054" y="560"/>
                </a:cubicBezTo>
                <a:cubicBezTo>
                  <a:pt x="1056" y="560"/>
                  <a:pt x="1058" y="560"/>
                  <a:pt x="1060" y="560"/>
                </a:cubicBezTo>
                <a:cubicBezTo>
                  <a:pt x="1061" y="560"/>
                  <a:pt x="1062" y="562"/>
                  <a:pt x="1062" y="562"/>
                </a:cubicBezTo>
                <a:cubicBezTo>
                  <a:pt x="1068" y="564"/>
                  <a:pt x="1076" y="565"/>
                  <a:pt x="1082" y="566"/>
                </a:cubicBezTo>
                <a:cubicBezTo>
                  <a:pt x="1089" y="567"/>
                  <a:pt x="1097" y="561"/>
                  <a:pt x="1103" y="566"/>
                </a:cubicBezTo>
                <a:cubicBezTo>
                  <a:pt x="1104" y="564"/>
                  <a:pt x="1112" y="565"/>
                  <a:pt x="1114" y="564"/>
                </a:cubicBezTo>
                <a:cubicBezTo>
                  <a:pt x="1118" y="562"/>
                  <a:pt x="1118" y="556"/>
                  <a:pt x="1120" y="552"/>
                </a:cubicBezTo>
                <a:cubicBezTo>
                  <a:pt x="1122" y="545"/>
                  <a:pt x="1122" y="541"/>
                  <a:pt x="1122" y="534"/>
                </a:cubicBezTo>
                <a:cubicBezTo>
                  <a:pt x="1123" y="532"/>
                  <a:pt x="1124" y="529"/>
                  <a:pt x="1123" y="527"/>
                </a:cubicBezTo>
                <a:cubicBezTo>
                  <a:pt x="1123" y="528"/>
                  <a:pt x="1114" y="528"/>
                  <a:pt x="1114" y="529"/>
                </a:cubicBezTo>
                <a:cubicBezTo>
                  <a:pt x="1110" y="530"/>
                  <a:pt x="1110" y="534"/>
                  <a:pt x="1105" y="533"/>
                </a:cubicBezTo>
                <a:cubicBezTo>
                  <a:pt x="1100" y="532"/>
                  <a:pt x="1098" y="527"/>
                  <a:pt x="1093" y="528"/>
                </a:cubicBezTo>
                <a:cubicBezTo>
                  <a:pt x="1090" y="529"/>
                  <a:pt x="1091" y="533"/>
                  <a:pt x="1086" y="533"/>
                </a:cubicBezTo>
                <a:cubicBezTo>
                  <a:pt x="1086" y="533"/>
                  <a:pt x="1086" y="533"/>
                  <a:pt x="1086" y="533"/>
                </a:cubicBezTo>
                <a:cubicBezTo>
                  <a:pt x="1083" y="532"/>
                  <a:pt x="1083" y="529"/>
                  <a:pt x="1080" y="528"/>
                </a:cubicBezTo>
                <a:cubicBezTo>
                  <a:pt x="1077" y="528"/>
                  <a:pt x="1075" y="531"/>
                  <a:pt x="1072" y="529"/>
                </a:cubicBezTo>
                <a:cubicBezTo>
                  <a:pt x="1072" y="529"/>
                  <a:pt x="1072" y="529"/>
                  <a:pt x="1072" y="529"/>
                </a:cubicBezTo>
                <a:cubicBezTo>
                  <a:pt x="1074" y="529"/>
                  <a:pt x="1075" y="528"/>
                  <a:pt x="1075" y="527"/>
                </a:cubicBezTo>
                <a:cubicBezTo>
                  <a:pt x="1074" y="527"/>
                  <a:pt x="1072" y="527"/>
                  <a:pt x="1071" y="527"/>
                </a:cubicBezTo>
                <a:cubicBezTo>
                  <a:pt x="1075" y="524"/>
                  <a:pt x="1065" y="519"/>
                  <a:pt x="1066" y="515"/>
                </a:cubicBezTo>
                <a:cubicBezTo>
                  <a:pt x="1069" y="517"/>
                  <a:pt x="1068" y="515"/>
                  <a:pt x="1070" y="513"/>
                </a:cubicBezTo>
                <a:cubicBezTo>
                  <a:pt x="1068" y="513"/>
                  <a:pt x="1068" y="511"/>
                  <a:pt x="1069" y="509"/>
                </a:cubicBezTo>
                <a:cubicBezTo>
                  <a:pt x="1054" y="502"/>
                  <a:pt x="1080" y="502"/>
                  <a:pt x="1080" y="502"/>
                </a:cubicBezTo>
                <a:cubicBezTo>
                  <a:pt x="1076" y="503"/>
                  <a:pt x="1084" y="499"/>
                  <a:pt x="1084" y="499"/>
                </a:cubicBezTo>
                <a:cubicBezTo>
                  <a:pt x="1084" y="499"/>
                  <a:pt x="1084" y="499"/>
                  <a:pt x="1084" y="499"/>
                </a:cubicBezTo>
                <a:cubicBezTo>
                  <a:pt x="1084" y="499"/>
                  <a:pt x="1084" y="499"/>
                  <a:pt x="1084" y="499"/>
                </a:cubicBezTo>
                <a:cubicBezTo>
                  <a:pt x="1082" y="499"/>
                  <a:pt x="1081" y="498"/>
                  <a:pt x="1080" y="498"/>
                </a:cubicBezTo>
                <a:cubicBezTo>
                  <a:pt x="1079" y="495"/>
                  <a:pt x="1089" y="496"/>
                  <a:pt x="1089" y="496"/>
                </a:cubicBezTo>
                <a:cubicBezTo>
                  <a:pt x="1092" y="496"/>
                  <a:pt x="1093" y="495"/>
                  <a:pt x="1095" y="493"/>
                </a:cubicBezTo>
                <a:cubicBezTo>
                  <a:pt x="1100" y="490"/>
                  <a:pt x="1105" y="489"/>
                  <a:pt x="1111" y="490"/>
                </a:cubicBezTo>
                <a:cubicBezTo>
                  <a:pt x="1119" y="491"/>
                  <a:pt x="1121" y="494"/>
                  <a:pt x="1128" y="496"/>
                </a:cubicBezTo>
                <a:cubicBezTo>
                  <a:pt x="1137" y="499"/>
                  <a:pt x="1158" y="495"/>
                  <a:pt x="1148" y="482"/>
                </a:cubicBezTo>
                <a:cubicBezTo>
                  <a:pt x="1142" y="475"/>
                  <a:pt x="1129" y="469"/>
                  <a:pt x="1121" y="465"/>
                </a:cubicBezTo>
                <a:cubicBezTo>
                  <a:pt x="1121" y="464"/>
                  <a:pt x="1121" y="464"/>
                  <a:pt x="1121" y="463"/>
                </a:cubicBezTo>
                <a:cubicBezTo>
                  <a:pt x="1122" y="463"/>
                  <a:pt x="1124" y="464"/>
                  <a:pt x="1125" y="463"/>
                </a:cubicBezTo>
                <a:cubicBezTo>
                  <a:pt x="1125" y="462"/>
                  <a:pt x="1125" y="461"/>
                  <a:pt x="1125" y="460"/>
                </a:cubicBezTo>
                <a:cubicBezTo>
                  <a:pt x="1126" y="459"/>
                  <a:pt x="1127" y="458"/>
                  <a:pt x="1128" y="457"/>
                </a:cubicBezTo>
                <a:cubicBezTo>
                  <a:pt x="1127" y="457"/>
                  <a:pt x="1126" y="456"/>
                  <a:pt x="1125" y="455"/>
                </a:cubicBezTo>
                <a:cubicBezTo>
                  <a:pt x="1124" y="453"/>
                  <a:pt x="1128" y="454"/>
                  <a:pt x="1128" y="454"/>
                </a:cubicBezTo>
                <a:cubicBezTo>
                  <a:pt x="1128" y="453"/>
                  <a:pt x="1128" y="453"/>
                  <a:pt x="1128" y="453"/>
                </a:cubicBezTo>
                <a:cubicBezTo>
                  <a:pt x="1134" y="449"/>
                  <a:pt x="1130" y="448"/>
                  <a:pt x="1125" y="450"/>
                </a:cubicBezTo>
                <a:cubicBezTo>
                  <a:pt x="1123" y="451"/>
                  <a:pt x="1121" y="452"/>
                  <a:pt x="1119" y="453"/>
                </a:cubicBezTo>
                <a:cubicBezTo>
                  <a:pt x="1117" y="454"/>
                  <a:pt x="1115" y="454"/>
                  <a:pt x="1112" y="455"/>
                </a:cubicBezTo>
                <a:cubicBezTo>
                  <a:pt x="1112" y="456"/>
                  <a:pt x="1111" y="457"/>
                  <a:pt x="1109" y="458"/>
                </a:cubicBezTo>
                <a:cubicBezTo>
                  <a:pt x="1109" y="458"/>
                  <a:pt x="1109" y="457"/>
                  <a:pt x="1109" y="457"/>
                </a:cubicBezTo>
                <a:cubicBezTo>
                  <a:pt x="1110" y="457"/>
                  <a:pt x="1110" y="456"/>
                  <a:pt x="1110" y="456"/>
                </a:cubicBezTo>
                <a:cubicBezTo>
                  <a:pt x="1109" y="455"/>
                  <a:pt x="1103" y="459"/>
                  <a:pt x="1103" y="459"/>
                </a:cubicBezTo>
                <a:cubicBezTo>
                  <a:pt x="1104" y="460"/>
                  <a:pt x="1112" y="465"/>
                  <a:pt x="1112" y="464"/>
                </a:cubicBezTo>
                <a:cubicBezTo>
                  <a:pt x="1112" y="462"/>
                  <a:pt x="1107" y="461"/>
                  <a:pt x="1108" y="459"/>
                </a:cubicBezTo>
                <a:cubicBezTo>
                  <a:pt x="1108" y="459"/>
                  <a:pt x="1108" y="459"/>
                  <a:pt x="1108" y="459"/>
                </a:cubicBezTo>
                <a:cubicBezTo>
                  <a:pt x="1109" y="460"/>
                  <a:pt x="1110" y="462"/>
                  <a:pt x="1112" y="463"/>
                </a:cubicBezTo>
                <a:cubicBezTo>
                  <a:pt x="1113" y="464"/>
                  <a:pt x="1115" y="464"/>
                  <a:pt x="1116" y="463"/>
                </a:cubicBezTo>
                <a:cubicBezTo>
                  <a:pt x="1118" y="464"/>
                  <a:pt x="1121" y="463"/>
                  <a:pt x="1118" y="466"/>
                </a:cubicBezTo>
                <a:cubicBezTo>
                  <a:pt x="1116" y="468"/>
                  <a:pt x="1104" y="472"/>
                  <a:pt x="1101" y="470"/>
                </a:cubicBezTo>
                <a:cubicBezTo>
                  <a:pt x="1104" y="466"/>
                  <a:pt x="1100" y="464"/>
                  <a:pt x="1097" y="465"/>
                </a:cubicBezTo>
                <a:cubicBezTo>
                  <a:pt x="1097" y="460"/>
                  <a:pt x="1105" y="463"/>
                  <a:pt x="1100" y="459"/>
                </a:cubicBezTo>
                <a:cubicBezTo>
                  <a:pt x="1097" y="457"/>
                  <a:pt x="1092" y="458"/>
                  <a:pt x="1089" y="456"/>
                </a:cubicBezTo>
                <a:cubicBezTo>
                  <a:pt x="1091" y="455"/>
                  <a:pt x="1093" y="456"/>
                  <a:pt x="1095" y="456"/>
                </a:cubicBezTo>
                <a:cubicBezTo>
                  <a:pt x="1095" y="456"/>
                  <a:pt x="1095" y="455"/>
                  <a:pt x="1095" y="455"/>
                </a:cubicBezTo>
                <a:cubicBezTo>
                  <a:pt x="1083" y="451"/>
                  <a:pt x="1076" y="473"/>
                  <a:pt x="1074" y="480"/>
                </a:cubicBezTo>
                <a:cubicBezTo>
                  <a:pt x="1072" y="485"/>
                  <a:pt x="1071" y="485"/>
                  <a:pt x="1073" y="489"/>
                </a:cubicBezTo>
                <a:cubicBezTo>
                  <a:pt x="1073" y="491"/>
                  <a:pt x="1077" y="493"/>
                  <a:pt x="1077" y="494"/>
                </a:cubicBezTo>
                <a:cubicBezTo>
                  <a:pt x="1079" y="499"/>
                  <a:pt x="1079" y="496"/>
                  <a:pt x="1075" y="498"/>
                </a:cubicBezTo>
                <a:cubicBezTo>
                  <a:pt x="1071" y="500"/>
                  <a:pt x="1068" y="500"/>
                  <a:pt x="1065" y="503"/>
                </a:cubicBezTo>
                <a:cubicBezTo>
                  <a:pt x="1068" y="500"/>
                  <a:pt x="1051" y="495"/>
                  <a:pt x="1051" y="500"/>
                </a:cubicBezTo>
                <a:cubicBezTo>
                  <a:pt x="1051" y="502"/>
                  <a:pt x="1052" y="503"/>
                  <a:pt x="1053" y="503"/>
                </a:cubicBezTo>
                <a:cubicBezTo>
                  <a:pt x="1053" y="503"/>
                  <a:pt x="1053" y="503"/>
                  <a:pt x="1053" y="503"/>
                </a:cubicBezTo>
                <a:cubicBezTo>
                  <a:pt x="1052" y="503"/>
                  <a:pt x="1051" y="503"/>
                  <a:pt x="1050" y="503"/>
                </a:cubicBezTo>
                <a:cubicBezTo>
                  <a:pt x="1050" y="503"/>
                  <a:pt x="1050" y="503"/>
                  <a:pt x="1050" y="503"/>
                </a:cubicBezTo>
                <a:cubicBezTo>
                  <a:pt x="1051" y="504"/>
                  <a:pt x="1051" y="504"/>
                  <a:pt x="1051" y="505"/>
                </a:cubicBezTo>
                <a:cubicBezTo>
                  <a:pt x="1050" y="504"/>
                  <a:pt x="1049" y="504"/>
                  <a:pt x="1048" y="504"/>
                </a:cubicBezTo>
                <a:cubicBezTo>
                  <a:pt x="1049" y="504"/>
                  <a:pt x="1049" y="505"/>
                  <a:pt x="1049" y="506"/>
                </a:cubicBezTo>
                <a:cubicBezTo>
                  <a:pt x="1047" y="506"/>
                  <a:pt x="1047" y="503"/>
                  <a:pt x="1045" y="502"/>
                </a:cubicBezTo>
                <a:cubicBezTo>
                  <a:pt x="1045" y="502"/>
                  <a:pt x="1045" y="501"/>
                  <a:pt x="1045" y="501"/>
                </a:cubicBezTo>
                <a:cubicBezTo>
                  <a:pt x="1044" y="504"/>
                  <a:pt x="1043" y="503"/>
                  <a:pt x="1044" y="506"/>
                </a:cubicBezTo>
                <a:cubicBezTo>
                  <a:pt x="1045" y="509"/>
                  <a:pt x="1049" y="509"/>
                  <a:pt x="1048" y="512"/>
                </a:cubicBezTo>
                <a:cubicBezTo>
                  <a:pt x="1048" y="512"/>
                  <a:pt x="1047" y="512"/>
                  <a:pt x="1047" y="512"/>
                </a:cubicBezTo>
                <a:cubicBezTo>
                  <a:pt x="1047" y="512"/>
                  <a:pt x="1047" y="512"/>
                  <a:pt x="1047" y="512"/>
                </a:cubicBezTo>
                <a:cubicBezTo>
                  <a:pt x="1047" y="511"/>
                  <a:pt x="1056" y="520"/>
                  <a:pt x="1056" y="520"/>
                </a:cubicBezTo>
                <a:cubicBezTo>
                  <a:pt x="1054" y="522"/>
                  <a:pt x="1053" y="519"/>
                  <a:pt x="1051" y="519"/>
                </a:cubicBezTo>
                <a:cubicBezTo>
                  <a:pt x="1052" y="520"/>
                  <a:pt x="1052" y="520"/>
                  <a:pt x="1053" y="521"/>
                </a:cubicBezTo>
                <a:cubicBezTo>
                  <a:pt x="1051" y="523"/>
                  <a:pt x="1049" y="520"/>
                  <a:pt x="1047" y="522"/>
                </a:cubicBezTo>
                <a:cubicBezTo>
                  <a:pt x="1047" y="524"/>
                  <a:pt x="1049" y="524"/>
                  <a:pt x="1050" y="525"/>
                </a:cubicBezTo>
                <a:cubicBezTo>
                  <a:pt x="1049" y="526"/>
                  <a:pt x="1047" y="526"/>
                  <a:pt x="1046" y="525"/>
                </a:cubicBezTo>
                <a:cubicBezTo>
                  <a:pt x="1046" y="526"/>
                  <a:pt x="1049" y="530"/>
                  <a:pt x="1048" y="530"/>
                </a:cubicBezTo>
                <a:cubicBezTo>
                  <a:pt x="1046" y="530"/>
                  <a:pt x="1044" y="528"/>
                  <a:pt x="1044" y="532"/>
                </a:cubicBezTo>
                <a:cubicBezTo>
                  <a:pt x="1042" y="532"/>
                  <a:pt x="1043" y="529"/>
                  <a:pt x="1041" y="527"/>
                </a:cubicBezTo>
                <a:cubicBezTo>
                  <a:pt x="1041" y="528"/>
                  <a:pt x="1040" y="528"/>
                  <a:pt x="1040" y="528"/>
                </a:cubicBezTo>
                <a:cubicBezTo>
                  <a:pt x="1037" y="521"/>
                  <a:pt x="1035" y="517"/>
                  <a:pt x="1045" y="521"/>
                </a:cubicBezTo>
                <a:cubicBezTo>
                  <a:pt x="1045" y="518"/>
                  <a:pt x="1036" y="515"/>
                  <a:pt x="1034" y="513"/>
                </a:cubicBezTo>
                <a:cubicBezTo>
                  <a:pt x="1029" y="509"/>
                  <a:pt x="1026" y="504"/>
                  <a:pt x="1024" y="498"/>
                </a:cubicBezTo>
                <a:cubicBezTo>
                  <a:pt x="1022" y="485"/>
                  <a:pt x="1009" y="482"/>
                  <a:pt x="999" y="475"/>
                </a:cubicBezTo>
                <a:cubicBezTo>
                  <a:pt x="999" y="475"/>
                  <a:pt x="1000" y="474"/>
                  <a:pt x="1000" y="473"/>
                </a:cubicBezTo>
                <a:cubicBezTo>
                  <a:pt x="999" y="472"/>
                  <a:pt x="997" y="467"/>
                  <a:pt x="995" y="467"/>
                </a:cubicBezTo>
                <a:cubicBezTo>
                  <a:pt x="994" y="467"/>
                  <a:pt x="993" y="470"/>
                  <a:pt x="992" y="471"/>
                </a:cubicBezTo>
                <a:cubicBezTo>
                  <a:pt x="988" y="466"/>
                  <a:pt x="991" y="459"/>
                  <a:pt x="982" y="467"/>
                </a:cubicBezTo>
                <a:cubicBezTo>
                  <a:pt x="988" y="477"/>
                  <a:pt x="993" y="491"/>
                  <a:pt x="1007" y="491"/>
                </a:cubicBezTo>
                <a:cubicBezTo>
                  <a:pt x="1002" y="498"/>
                  <a:pt x="1023" y="500"/>
                  <a:pt x="1020" y="505"/>
                </a:cubicBezTo>
                <a:cubicBezTo>
                  <a:pt x="1018" y="509"/>
                  <a:pt x="1016" y="503"/>
                  <a:pt x="1014" y="503"/>
                </a:cubicBezTo>
                <a:cubicBezTo>
                  <a:pt x="1008" y="503"/>
                  <a:pt x="1011" y="505"/>
                  <a:pt x="1011" y="509"/>
                </a:cubicBezTo>
                <a:cubicBezTo>
                  <a:pt x="1012" y="513"/>
                  <a:pt x="1013" y="515"/>
                  <a:pt x="1010" y="519"/>
                </a:cubicBezTo>
                <a:cubicBezTo>
                  <a:pt x="1007" y="521"/>
                  <a:pt x="1006" y="522"/>
                  <a:pt x="1005" y="519"/>
                </a:cubicBezTo>
                <a:cubicBezTo>
                  <a:pt x="1004" y="518"/>
                  <a:pt x="1007" y="513"/>
                  <a:pt x="1006" y="510"/>
                </a:cubicBezTo>
                <a:cubicBezTo>
                  <a:pt x="1005" y="507"/>
                  <a:pt x="1000" y="502"/>
                  <a:pt x="997" y="500"/>
                </a:cubicBezTo>
                <a:cubicBezTo>
                  <a:pt x="992" y="496"/>
                  <a:pt x="987" y="495"/>
                  <a:pt x="983" y="491"/>
                </a:cubicBezTo>
                <a:cubicBezTo>
                  <a:pt x="979" y="487"/>
                  <a:pt x="976" y="482"/>
                  <a:pt x="972" y="478"/>
                </a:cubicBezTo>
                <a:cubicBezTo>
                  <a:pt x="962" y="468"/>
                  <a:pt x="961" y="479"/>
                  <a:pt x="951" y="482"/>
                </a:cubicBezTo>
                <a:cubicBezTo>
                  <a:pt x="942" y="485"/>
                  <a:pt x="937" y="474"/>
                  <a:pt x="933" y="488"/>
                </a:cubicBezTo>
                <a:cubicBezTo>
                  <a:pt x="931" y="493"/>
                  <a:pt x="931" y="493"/>
                  <a:pt x="927" y="496"/>
                </a:cubicBezTo>
                <a:cubicBezTo>
                  <a:pt x="926" y="497"/>
                  <a:pt x="920" y="502"/>
                  <a:pt x="919" y="502"/>
                </a:cubicBezTo>
                <a:cubicBezTo>
                  <a:pt x="919" y="504"/>
                  <a:pt x="915" y="506"/>
                  <a:pt x="915" y="508"/>
                </a:cubicBezTo>
                <a:cubicBezTo>
                  <a:pt x="915" y="511"/>
                  <a:pt x="917" y="512"/>
                  <a:pt x="917" y="514"/>
                </a:cubicBezTo>
                <a:cubicBezTo>
                  <a:pt x="917" y="517"/>
                  <a:pt x="912" y="520"/>
                  <a:pt x="913" y="525"/>
                </a:cubicBezTo>
                <a:cubicBezTo>
                  <a:pt x="910" y="525"/>
                  <a:pt x="909" y="527"/>
                  <a:pt x="906" y="527"/>
                </a:cubicBezTo>
                <a:cubicBezTo>
                  <a:pt x="902" y="529"/>
                  <a:pt x="901" y="528"/>
                  <a:pt x="897" y="529"/>
                </a:cubicBezTo>
                <a:cubicBezTo>
                  <a:pt x="893" y="529"/>
                  <a:pt x="888" y="534"/>
                  <a:pt x="884" y="533"/>
                </a:cubicBezTo>
                <a:cubicBezTo>
                  <a:pt x="880" y="533"/>
                  <a:pt x="879" y="527"/>
                  <a:pt x="875" y="526"/>
                </a:cubicBezTo>
                <a:cubicBezTo>
                  <a:pt x="873" y="526"/>
                  <a:pt x="867" y="525"/>
                  <a:pt x="865" y="526"/>
                </a:cubicBezTo>
                <a:cubicBezTo>
                  <a:pt x="864" y="523"/>
                  <a:pt x="866" y="520"/>
                  <a:pt x="866" y="517"/>
                </a:cubicBezTo>
                <a:cubicBezTo>
                  <a:pt x="865" y="516"/>
                  <a:pt x="865" y="517"/>
                  <a:pt x="866" y="515"/>
                </a:cubicBezTo>
                <a:cubicBezTo>
                  <a:pt x="860" y="514"/>
                  <a:pt x="867" y="504"/>
                  <a:pt x="868" y="501"/>
                </a:cubicBezTo>
                <a:cubicBezTo>
                  <a:pt x="869" y="496"/>
                  <a:pt x="864" y="488"/>
                  <a:pt x="866" y="483"/>
                </a:cubicBezTo>
                <a:cubicBezTo>
                  <a:pt x="870" y="473"/>
                  <a:pt x="885" y="482"/>
                  <a:pt x="892" y="482"/>
                </a:cubicBezTo>
                <a:cubicBezTo>
                  <a:pt x="894" y="476"/>
                  <a:pt x="905" y="484"/>
                  <a:pt x="909" y="479"/>
                </a:cubicBezTo>
                <a:cubicBezTo>
                  <a:pt x="911" y="475"/>
                  <a:pt x="907" y="461"/>
                  <a:pt x="914" y="469"/>
                </a:cubicBezTo>
                <a:cubicBezTo>
                  <a:pt x="914" y="469"/>
                  <a:pt x="914" y="469"/>
                  <a:pt x="914" y="469"/>
                </a:cubicBezTo>
                <a:cubicBezTo>
                  <a:pt x="915" y="466"/>
                  <a:pt x="901" y="453"/>
                  <a:pt x="907" y="452"/>
                </a:cubicBezTo>
                <a:cubicBezTo>
                  <a:pt x="907" y="452"/>
                  <a:pt x="907" y="452"/>
                  <a:pt x="907" y="452"/>
                </a:cubicBezTo>
                <a:cubicBezTo>
                  <a:pt x="905" y="451"/>
                  <a:pt x="901" y="454"/>
                  <a:pt x="902" y="450"/>
                </a:cubicBezTo>
                <a:cubicBezTo>
                  <a:pt x="898" y="448"/>
                  <a:pt x="895" y="448"/>
                  <a:pt x="891" y="446"/>
                </a:cubicBezTo>
                <a:cubicBezTo>
                  <a:pt x="891" y="446"/>
                  <a:pt x="891" y="445"/>
                  <a:pt x="891" y="445"/>
                </a:cubicBezTo>
                <a:cubicBezTo>
                  <a:pt x="893" y="442"/>
                  <a:pt x="893" y="440"/>
                  <a:pt x="899" y="440"/>
                </a:cubicBezTo>
                <a:cubicBezTo>
                  <a:pt x="901" y="440"/>
                  <a:pt x="905" y="443"/>
                  <a:pt x="907" y="442"/>
                </a:cubicBezTo>
                <a:cubicBezTo>
                  <a:pt x="910" y="439"/>
                  <a:pt x="905" y="434"/>
                  <a:pt x="908" y="433"/>
                </a:cubicBezTo>
                <a:cubicBezTo>
                  <a:pt x="911" y="432"/>
                  <a:pt x="914" y="438"/>
                  <a:pt x="917" y="437"/>
                </a:cubicBezTo>
                <a:cubicBezTo>
                  <a:pt x="919" y="436"/>
                  <a:pt x="917" y="434"/>
                  <a:pt x="918" y="434"/>
                </a:cubicBezTo>
                <a:cubicBezTo>
                  <a:pt x="918" y="433"/>
                  <a:pt x="921" y="432"/>
                  <a:pt x="921" y="432"/>
                </a:cubicBezTo>
                <a:cubicBezTo>
                  <a:pt x="922" y="432"/>
                  <a:pt x="923" y="432"/>
                  <a:pt x="924" y="431"/>
                </a:cubicBezTo>
                <a:cubicBezTo>
                  <a:pt x="925" y="430"/>
                  <a:pt x="926" y="429"/>
                  <a:pt x="926" y="428"/>
                </a:cubicBezTo>
                <a:cubicBezTo>
                  <a:pt x="927" y="426"/>
                  <a:pt x="927" y="425"/>
                  <a:pt x="928" y="423"/>
                </a:cubicBezTo>
                <a:cubicBezTo>
                  <a:pt x="931" y="421"/>
                  <a:pt x="934" y="421"/>
                  <a:pt x="937" y="420"/>
                </a:cubicBezTo>
                <a:cubicBezTo>
                  <a:pt x="937" y="420"/>
                  <a:pt x="937" y="420"/>
                  <a:pt x="937" y="420"/>
                </a:cubicBezTo>
                <a:cubicBezTo>
                  <a:pt x="938" y="415"/>
                  <a:pt x="936" y="412"/>
                  <a:pt x="941" y="408"/>
                </a:cubicBezTo>
                <a:cubicBezTo>
                  <a:pt x="945" y="404"/>
                  <a:pt x="948" y="406"/>
                  <a:pt x="953" y="405"/>
                </a:cubicBezTo>
                <a:cubicBezTo>
                  <a:pt x="953" y="405"/>
                  <a:pt x="954" y="405"/>
                  <a:pt x="954" y="405"/>
                </a:cubicBezTo>
                <a:cubicBezTo>
                  <a:pt x="950" y="403"/>
                  <a:pt x="955" y="402"/>
                  <a:pt x="957" y="402"/>
                </a:cubicBezTo>
                <a:cubicBezTo>
                  <a:pt x="957" y="403"/>
                  <a:pt x="957" y="404"/>
                  <a:pt x="958" y="404"/>
                </a:cubicBezTo>
                <a:cubicBezTo>
                  <a:pt x="958" y="404"/>
                  <a:pt x="958" y="404"/>
                  <a:pt x="958" y="404"/>
                </a:cubicBezTo>
                <a:cubicBezTo>
                  <a:pt x="958" y="404"/>
                  <a:pt x="959" y="403"/>
                  <a:pt x="959" y="403"/>
                </a:cubicBezTo>
                <a:cubicBezTo>
                  <a:pt x="959" y="403"/>
                  <a:pt x="959" y="404"/>
                  <a:pt x="959" y="404"/>
                </a:cubicBezTo>
                <a:cubicBezTo>
                  <a:pt x="957" y="402"/>
                  <a:pt x="967" y="403"/>
                  <a:pt x="966" y="403"/>
                </a:cubicBezTo>
                <a:cubicBezTo>
                  <a:pt x="964" y="399"/>
                  <a:pt x="963" y="398"/>
                  <a:pt x="961" y="395"/>
                </a:cubicBezTo>
                <a:cubicBezTo>
                  <a:pt x="960" y="392"/>
                  <a:pt x="960" y="387"/>
                  <a:pt x="956" y="386"/>
                </a:cubicBezTo>
                <a:cubicBezTo>
                  <a:pt x="956" y="386"/>
                  <a:pt x="956" y="386"/>
                  <a:pt x="956" y="386"/>
                </a:cubicBezTo>
                <a:cubicBezTo>
                  <a:pt x="957" y="385"/>
                  <a:pt x="959" y="384"/>
                  <a:pt x="959" y="383"/>
                </a:cubicBezTo>
                <a:cubicBezTo>
                  <a:pt x="955" y="382"/>
                  <a:pt x="959" y="380"/>
                  <a:pt x="958" y="378"/>
                </a:cubicBezTo>
                <a:cubicBezTo>
                  <a:pt x="959" y="377"/>
                  <a:pt x="960" y="377"/>
                  <a:pt x="961" y="378"/>
                </a:cubicBezTo>
                <a:cubicBezTo>
                  <a:pt x="962" y="377"/>
                  <a:pt x="962" y="376"/>
                  <a:pt x="964" y="377"/>
                </a:cubicBezTo>
                <a:cubicBezTo>
                  <a:pt x="964" y="373"/>
                  <a:pt x="960" y="376"/>
                  <a:pt x="958" y="375"/>
                </a:cubicBezTo>
                <a:cubicBezTo>
                  <a:pt x="958" y="375"/>
                  <a:pt x="958" y="375"/>
                  <a:pt x="958" y="375"/>
                </a:cubicBezTo>
                <a:cubicBezTo>
                  <a:pt x="958" y="375"/>
                  <a:pt x="958" y="375"/>
                  <a:pt x="958" y="375"/>
                </a:cubicBezTo>
                <a:cubicBezTo>
                  <a:pt x="958" y="375"/>
                  <a:pt x="958" y="375"/>
                  <a:pt x="958" y="375"/>
                </a:cubicBezTo>
                <a:cubicBezTo>
                  <a:pt x="961" y="372"/>
                  <a:pt x="966" y="370"/>
                  <a:pt x="970" y="367"/>
                </a:cubicBezTo>
                <a:cubicBezTo>
                  <a:pt x="970" y="367"/>
                  <a:pt x="970" y="367"/>
                  <a:pt x="970" y="367"/>
                </a:cubicBezTo>
                <a:cubicBezTo>
                  <a:pt x="970" y="370"/>
                  <a:pt x="968" y="374"/>
                  <a:pt x="965" y="374"/>
                </a:cubicBezTo>
                <a:cubicBezTo>
                  <a:pt x="965" y="374"/>
                  <a:pt x="965" y="375"/>
                  <a:pt x="965" y="375"/>
                </a:cubicBezTo>
                <a:cubicBezTo>
                  <a:pt x="965" y="375"/>
                  <a:pt x="970" y="378"/>
                  <a:pt x="970" y="378"/>
                </a:cubicBezTo>
                <a:cubicBezTo>
                  <a:pt x="971" y="381"/>
                  <a:pt x="969" y="380"/>
                  <a:pt x="967" y="384"/>
                </a:cubicBezTo>
                <a:cubicBezTo>
                  <a:pt x="963" y="389"/>
                  <a:pt x="966" y="399"/>
                  <a:pt x="973" y="396"/>
                </a:cubicBezTo>
                <a:cubicBezTo>
                  <a:pt x="973" y="397"/>
                  <a:pt x="973" y="398"/>
                  <a:pt x="972" y="398"/>
                </a:cubicBezTo>
                <a:cubicBezTo>
                  <a:pt x="974" y="400"/>
                  <a:pt x="983" y="394"/>
                  <a:pt x="983" y="397"/>
                </a:cubicBezTo>
                <a:cubicBezTo>
                  <a:pt x="986" y="397"/>
                  <a:pt x="988" y="401"/>
                  <a:pt x="989" y="401"/>
                </a:cubicBezTo>
                <a:cubicBezTo>
                  <a:pt x="992" y="401"/>
                  <a:pt x="991" y="400"/>
                  <a:pt x="994" y="399"/>
                </a:cubicBezTo>
                <a:cubicBezTo>
                  <a:pt x="998" y="396"/>
                  <a:pt x="1006" y="390"/>
                  <a:pt x="1011" y="391"/>
                </a:cubicBezTo>
                <a:cubicBezTo>
                  <a:pt x="1014" y="391"/>
                  <a:pt x="1014" y="394"/>
                  <a:pt x="1017" y="395"/>
                </a:cubicBezTo>
                <a:cubicBezTo>
                  <a:pt x="1018" y="395"/>
                  <a:pt x="1021" y="393"/>
                  <a:pt x="1022" y="393"/>
                </a:cubicBezTo>
                <a:cubicBezTo>
                  <a:pt x="1023" y="393"/>
                  <a:pt x="1040" y="395"/>
                  <a:pt x="1035" y="391"/>
                </a:cubicBezTo>
                <a:cubicBezTo>
                  <a:pt x="1037" y="386"/>
                  <a:pt x="1030" y="389"/>
                  <a:pt x="1029" y="385"/>
                </a:cubicBezTo>
                <a:cubicBezTo>
                  <a:pt x="1025" y="386"/>
                  <a:pt x="1025" y="378"/>
                  <a:pt x="1025" y="376"/>
                </a:cubicBezTo>
                <a:cubicBezTo>
                  <a:pt x="1026" y="370"/>
                  <a:pt x="1028" y="368"/>
                  <a:pt x="1033" y="366"/>
                </a:cubicBezTo>
                <a:cubicBezTo>
                  <a:pt x="1033" y="369"/>
                  <a:pt x="1037" y="374"/>
                  <a:pt x="1040" y="371"/>
                </a:cubicBezTo>
                <a:cubicBezTo>
                  <a:pt x="1042" y="370"/>
                  <a:pt x="1042" y="360"/>
                  <a:pt x="1041" y="361"/>
                </a:cubicBezTo>
                <a:cubicBezTo>
                  <a:pt x="1040" y="361"/>
                  <a:pt x="1040" y="361"/>
                  <a:pt x="1039" y="362"/>
                </a:cubicBezTo>
                <a:cubicBezTo>
                  <a:pt x="1039" y="361"/>
                  <a:pt x="1039" y="361"/>
                  <a:pt x="1039" y="361"/>
                </a:cubicBezTo>
                <a:cubicBezTo>
                  <a:pt x="1034" y="359"/>
                  <a:pt x="1031" y="358"/>
                  <a:pt x="1029" y="365"/>
                </a:cubicBezTo>
                <a:cubicBezTo>
                  <a:pt x="1029" y="365"/>
                  <a:pt x="1029" y="365"/>
                  <a:pt x="1029" y="365"/>
                </a:cubicBezTo>
                <a:cubicBezTo>
                  <a:pt x="1029" y="365"/>
                  <a:pt x="1028" y="365"/>
                  <a:pt x="1028" y="365"/>
                </a:cubicBezTo>
                <a:cubicBezTo>
                  <a:pt x="1030" y="358"/>
                  <a:pt x="1030" y="362"/>
                  <a:pt x="1035" y="357"/>
                </a:cubicBezTo>
                <a:cubicBezTo>
                  <a:pt x="1038" y="355"/>
                  <a:pt x="1037" y="352"/>
                  <a:pt x="1042" y="349"/>
                </a:cubicBezTo>
                <a:cubicBezTo>
                  <a:pt x="1047" y="347"/>
                  <a:pt x="1051" y="351"/>
                  <a:pt x="1056" y="350"/>
                </a:cubicBezTo>
                <a:cubicBezTo>
                  <a:pt x="1058" y="349"/>
                  <a:pt x="1060" y="346"/>
                  <a:pt x="1061" y="347"/>
                </a:cubicBezTo>
                <a:cubicBezTo>
                  <a:pt x="1061" y="346"/>
                  <a:pt x="1062" y="346"/>
                  <a:pt x="1062" y="345"/>
                </a:cubicBezTo>
                <a:cubicBezTo>
                  <a:pt x="1062" y="346"/>
                  <a:pt x="1063" y="345"/>
                  <a:pt x="1063" y="345"/>
                </a:cubicBezTo>
                <a:cubicBezTo>
                  <a:pt x="1063" y="345"/>
                  <a:pt x="1063" y="345"/>
                  <a:pt x="1063" y="345"/>
                </a:cubicBezTo>
                <a:cubicBezTo>
                  <a:pt x="1064" y="344"/>
                  <a:pt x="1065" y="343"/>
                  <a:pt x="1067" y="344"/>
                </a:cubicBezTo>
                <a:cubicBezTo>
                  <a:pt x="1067" y="344"/>
                  <a:pt x="1060" y="338"/>
                  <a:pt x="1061" y="338"/>
                </a:cubicBezTo>
                <a:cubicBezTo>
                  <a:pt x="1059" y="337"/>
                  <a:pt x="1059" y="339"/>
                  <a:pt x="1057" y="339"/>
                </a:cubicBezTo>
                <a:cubicBezTo>
                  <a:pt x="1048" y="339"/>
                  <a:pt x="1041" y="344"/>
                  <a:pt x="1033" y="346"/>
                </a:cubicBezTo>
                <a:cubicBezTo>
                  <a:pt x="1032" y="344"/>
                  <a:pt x="1031" y="343"/>
                  <a:pt x="1031" y="341"/>
                </a:cubicBezTo>
                <a:cubicBezTo>
                  <a:pt x="1027" y="339"/>
                  <a:pt x="1024" y="341"/>
                  <a:pt x="1022" y="335"/>
                </a:cubicBezTo>
                <a:cubicBezTo>
                  <a:pt x="1022" y="333"/>
                  <a:pt x="1023" y="330"/>
                  <a:pt x="1023" y="329"/>
                </a:cubicBezTo>
                <a:cubicBezTo>
                  <a:pt x="1022" y="324"/>
                  <a:pt x="1018" y="320"/>
                  <a:pt x="1021" y="315"/>
                </a:cubicBezTo>
                <a:cubicBezTo>
                  <a:pt x="1023" y="313"/>
                  <a:pt x="1023" y="315"/>
                  <a:pt x="1025" y="314"/>
                </a:cubicBezTo>
                <a:cubicBezTo>
                  <a:pt x="1026" y="312"/>
                  <a:pt x="1028" y="307"/>
                  <a:pt x="1030" y="304"/>
                </a:cubicBezTo>
                <a:cubicBezTo>
                  <a:pt x="1031" y="303"/>
                  <a:pt x="1032" y="300"/>
                  <a:pt x="1034" y="298"/>
                </a:cubicBezTo>
                <a:cubicBezTo>
                  <a:pt x="1035" y="297"/>
                  <a:pt x="1038" y="297"/>
                  <a:pt x="1039" y="295"/>
                </a:cubicBezTo>
                <a:cubicBezTo>
                  <a:pt x="1040" y="291"/>
                  <a:pt x="1034" y="288"/>
                  <a:pt x="1031" y="288"/>
                </a:cubicBezTo>
                <a:cubicBezTo>
                  <a:pt x="1014" y="284"/>
                  <a:pt x="1022" y="304"/>
                  <a:pt x="1014" y="311"/>
                </a:cubicBezTo>
                <a:cubicBezTo>
                  <a:pt x="1012" y="313"/>
                  <a:pt x="1010" y="313"/>
                  <a:pt x="1008" y="315"/>
                </a:cubicBezTo>
                <a:cubicBezTo>
                  <a:pt x="1006" y="316"/>
                  <a:pt x="1006" y="317"/>
                  <a:pt x="1005" y="318"/>
                </a:cubicBezTo>
                <a:cubicBezTo>
                  <a:pt x="1004" y="319"/>
                  <a:pt x="1001" y="321"/>
                  <a:pt x="1001" y="322"/>
                </a:cubicBezTo>
                <a:cubicBezTo>
                  <a:pt x="1000" y="323"/>
                  <a:pt x="1002" y="330"/>
                  <a:pt x="1001" y="330"/>
                </a:cubicBezTo>
                <a:cubicBezTo>
                  <a:pt x="1001" y="334"/>
                  <a:pt x="1000" y="335"/>
                  <a:pt x="1002" y="338"/>
                </a:cubicBezTo>
                <a:cubicBezTo>
                  <a:pt x="1004" y="340"/>
                  <a:pt x="1006" y="340"/>
                  <a:pt x="1008" y="343"/>
                </a:cubicBezTo>
                <a:cubicBezTo>
                  <a:pt x="1011" y="347"/>
                  <a:pt x="1009" y="347"/>
                  <a:pt x="1008" y="351"/>
                </a:cubicBezTo>
                <a:cubicBezTo>
                  <a:pt x="1006" y="351"/>
                  <a:pt x="998" y="349"/>
                  <a:pt x="997" y="350"/>
                </a:cubicBezTo>
                <a:cubicBezTo>
                  <a:pt x="997" y="351"/>
                  <a:pt x="1008" y="353"/>
                  <a:pt x="1008" y="353"/>
                </a:cubicBezTo>
                <a:cubicBezTo>
                  <a:pt x="1009" y="354"/>
                  <a:pt x="1006" y="356"/>
                  <a:pt x="1006" y="356"/>
                </a:cubicBezTo>
                <a:cubicBezTo>
                  <a:pt x="1001" y="357"/>
                  <a:pt x="1000" y="363"/>
                  <a:pt x="1000" y="368"/>
                </a:cubicBezTo>
                <a:cubicBezTo>
                  <a:pt x="999" y="377"/>
                  <a:pt x="1000" y="382"/>
                  <a:pt x="989" y="382"/>
                </a:cubicBezTo>
                <a:cubicBezTo>
                  <a:pt x="989" y="388"/>
                  <a:pt x="983" y="389"/>
                  <a:pt x="981" y="383"/>
                </a:cubicBezTo>
                <a:cubicBezTo>
                  <a:pt x="980" y="381"/>
                  <a:pt x="982" y="380"/>
                  <a:pt x="982" y="378"/>
                </a:cubicBezTo>
                <a:cubicBezTo>
                  <a:pt x="981" y="376"/>
                  <a:pt x="979" y="373"/>
                  <a:pt x="978" y="371"/>
                </a:cubicBezTo>
                <a:cubicBezTo>
                  <a:pt x="976" y="368"/>
                  <a:pt x="973" y="364"/>
                  <a:pt x="973" y="360"/>
                </a:cubicBezTo>
                <a:cubicBezTo>
                  <a:pt x="972" y="357"/>
                  <a:pt x="972" y="349"/>
                  <a:pt x="969" y="348"/>
                </a:cubicBezTo>
                <a:cubicBezTo>
                  <a:pt x="968" y="347"/>
                  <a:pt x="968" y="355"/>
                  <a:pt x="967" y="355"/>
                </a:cubicBezTo>
                <a:cubicBezTo>
                  <a:pt x="963" y="358"/>
                  <a:pt x="963" y="352"/>
                  <a:pt x="961" y="351"/>
                </a:cubicBezTo>
                <a:cubicBezTo>
                  <a:pt x="960" y="357"/>
                  <a:pt x="965" y="355"/>
                  <a:pt x="960" y="360"/>
                </a:cubicBezTo>
                <a:cubicBezTo>
                  <a:pt x="959" y="362"/>
                  <a:pt x="958" y="363"/>
                  <a:pt x="956" y="364"/>
                </a:cubicBezTo>
                <a:cubicBezTo>
                  <a:pt x="952" y="365"/>
                  <a:pt x="951" y="365"/>
                  <a:pt x="947" y="363"/>
                </a:cubicBezTo>
                <a:cubicBezTo>
                  <a:pt x="946" y="363"/>
                  <a:pt x="940" y="359"/>
                  <a:pt x="941" y="357"/>
                </a:cubicBezTo>
                <a:cubicBezTo>
                  <a:pt x="941" y="357"/>
                  <a:pt x="950" y="358"/>
                  <a:pt x="948" y="356"/>
                </a:cubicBezTo>
                <a:cubicBezTo>
                  <a:pt x="947" y="355"/>
                  <a:pt x="946" y="353"/>
                  <a:pt x="945" y="352"/>
                </a:cubicBezTo>
                <a:cubicBezTo>
                  <a:pt x="945" y="352"/>
                  <a:pt x="939" y="355"/>
                  <a:pt x="941" y="351"/>
                </a:cubicBezTo>
                <a:cubicBezTo>
                  <a:pt x="941" y="351"/>
                  <a:pt x="945" y="347"/>
                  <a:pt x="945" y="348"/>
                </a:cubicBezTo>
                <a:cubicBezTo>
                  <a:pt x="944" y="349"/>
                  <a:pt x="948" y="341"/>
                  <a:pt x="949" y="343"/>
                </a:cubicBezTo>
                <a:cubicBezTo>
                  <a:pt x="947" y="339"/>
                  <a:pt x="944" y="345"/>
                  <a:pt x="943" y="344"/>
                </a:cubicBezTo>
                <a:cubicBezTo>
                  <a:pt x="942" y="343"/>
                  <a:pt x="943" y="341"/>
                  <a:pt x="943" y="340"/>
                </a:cubicBezTo>
                <a:cubicBezTo>
                  <a:pt x="942" y="339"/>
                  <a:pt x="942" y="341"/>
                  <a:pt x="940" y="341"/>
                </a:cubicBezTo>
                <a:cubicBezTo>
                  <a:pt x="942" y="341"/>
                  <a:pt x="939" y="337"/>
                  <a:pt x="939" y="338"/>
                </a:cubicBezTo>
                <a:cubicBezTo>
                  <a:pt x="938" y="337"/>
                  <a:pt x="946" y="336"/>
                  <a:pt x="947" y="336"/>
                </a:cubicBezTo>
                <a:cubicBezTo>
                  <a:pt x="950" y="336"/>
                  <a:pt x="949" y="337"/>
                  <a:pt x="953" y="335"/>
                </a:cubicBezTo>
                <a:cubicBezTo>
                  <a:pt x="949" y="334"/>
                  <a:pt x="943" y="337"/>
                  <a:pt x="940" y="334"/>
                </a:cubicBezTo>
                <a:cubicBezTo>
                  <a:pt x="940" y="334"/>
                  <a:pt x="942" y="332"/>
                  <a:pt x="939" y="330"/>
                </a:cubicBezTo>
                <a:cubicBezTo>
                  <a:pt x="939" y="329"/>
                  <a:pt x="943" y="329"/>
                  <a:pt x="944" y="329"/>
                </a:cubicBezTo>
                <a:cubicBezTo>
                  <a:pt x="945" y="330"/>
                  <a:pt x="946" y="330"/>
                  <a:pt x="947" y="329"/>
                </a:cubicBezTo>
                <a:cubicBezTo>
                  <a:pt x="947" y="328"/>
                  <a:pt x="940" y="328"/>
                  <a:pt x="940" y="327"/>
                </a:cubicBezTo>
                <a:cubicBezTo>
                  <a:pt x="939" y="326"/>
                  <a:pt x="950" y="326"/>
                  <a:pt x="950" y="324"/>
                </a:cubicBezTo>
                <a:cubicBezTo>
                  <a:pt x="950" y="322"/>
                  <a:pt x="945" y="323"/>
                  <a:pt x="945" y="321"/>
                </a:cubicBezTo>
                <a:cubicBezTo>
                  <a:pt x="945" y="320"/>
                  <a:pt x="951" y="324"/>
                  <a:pt x="952" y="322"/>
                </a:cubicBezTo>
                <a:cubicBezTo>
                  <a:pt x="952" y="321"/>
                  <a:pt x="950" y="321"/>
                  <a:pt x="950" y="321"/>
                </a:cubicBezTo>
                <a:cubicBezTo>
                  <a:pt x="950" y="321"/>
                  <a:pt x="949" y="318"/>
                  <a:pt x="950" y="317"/>
                </a:cubicBezTo>
                <a:cubicBezTo>
                  <a:pt x="950" y="317"/>
                  <a:pt x="953" y="320"/>
                  <a:pt x="954" y="320"/>
                </a:cubicBezTo>
                <a:cubicBezTo>
                  <a:pt x="954" y="320"/>
                  <a:pt x="955" y="321"/>
                  <a:pt x="956" y="321"/>
                </a:cubicBezTo>
                <a:cubicBezTo>
                  <a:pt x="955" y="321"/>
                  <a:pt x="954" y="317"/>
                  <a:pt x="954" y="316"/>
                </a:cubicBezTo>
                <a:cubicBezTo>
                  <a:pt x="955" y="317"/>
                  <a:pt x="956" y="318"/>
                  <a:pt x="957" y="319"/>
                </a:cubicBezTo>
                <a:cubicBezTo>
                  <a:pt x="956" y="318"/>
                  <a:pt x="960" y="313"/>
                  <a:pt x="960" y="313"/>
                </a:cubicBezTo>
                <a:cubicBezTo>
                  <a:pt x="960" y="312"/>
                  <a:pt x="961" y="312"/>
                  <a:pt x="962" y="312"/>
                </a:cubicBezTo>
                <a:cubicBezTo>
                  <a:pt x="962" y="317"/>
                  <a:pt x="967" y="314"/>
                  <a:pt x="969" y="312"/>
                </a:cubicBezTo>
                <a:cubicBezTo>
                  <a:pt x="973" y="305"/>
                  <a:pt x="966" y="311"/>
                  <a:pt x="966" y="311"/>
                </a:cubicBezTo>
                <a:cubicBezTo>
                  <a:pt x="960" y="310"/>
                  <a:pt x="967" y="302"/>
                  <a:pt x="971" y="300"/>
                </a:cubicBezTo>
                <a:cubicBezTo>
                  <a:pt x="970" y="298"/>
                  <a:pt x="975" y="297"/>
                  <a:pt x="976" y="296"/>
                </a:cubicBezTo>
                <a:cubicBezTo>
                  <a:pt x="977" y="293"/>
                  <a:pt x="973" y="295"/>
                  <a:pt x="974" y="291"/>
                </a:cubicBezTo>
                <a:cubicBezTo>
                  <a:pt x="975" y="291"/>
                  <a:pt x="975" y="291"/>
                  <a:pt x="976" y="291"/>
                </a:cubicBezTo>
                <a:cubicBezTo>
                  <a:pt x="976" y="290"/>
                  <a:pt x="978" y="285"/>
                  <a:pt x="977" y="284"/>
                </a:cubicBezTo>
                <a:cubicBezTo>
                  <a:pt x="977" y="284"/>
                  <a:pt x="978" y="285"/>
                  <a:pt x="979" y="285"/>
                </a:cubicBezTo>
                <a:cubicBezTo>
                  <a:pt x="976" y="279"/>
                  <a:pt x="977" y="284"/>
                  <a:pt x="979" y="279"/>
                </a:cubicBezTo>
                <a:cubicBezTo>
                  <a:pt x="981" y="277"/>
                  <a:pt x="981" y="273"/>
                  <a:pt x="986" y="274"/>
                </a:cubicBezTo>
                <a:cubicBezTo>
                  <a:pt x="981" y="273"/>
                  <a:pt x="987" y="270"/>
                  <a:pt x="985" y="269"/>
                </a:cubicBezTo>
                <a:cubicBezTo>
                  <a:pt x="986" y="269"/>
                  <a:pt x="988" y="270"/>
                  <a:pt x="987" y="269"/>
                </a:cubicBezTo>
                <a:cubicBezTo>
                  <a:pt x="986" y="268"/>
                  <a:pt x="987" y="267"/>
                  <a:pt x="984" y="267"/>
                </a:cubicBezTo>
                <a:cubicBezTo>
                  <a:pt x="982" y="267"/>
                  <a:pt x="989" y="265"/>
                  <a:pt x="989" y="265"/>
                </a:cubicBezTo>
                <a:cubicBezTo>
                  <a:pt x="989" y="263"/>
                  <a:pt x="986" y="264"/>
                  <a:pt x="987" y="263"/>
                </a:cubicBezTo>
                <a:cubicBezTo>
                  <a:pt x="989" y="262"/>
                  <a:pt x="990" y="265"/>
                  <a:pt x="991" y="264"/>
                </a:cubicBezTo>
                <a:cubicBezTo>
                  <a:pt x="993" y="264"/>
                  <a:pt x="991" y="262"/>
                  <a:pt x="991" y="261"/>
                </a:cubicBezTo>
                <a:cubicBezTo>
                  <a:pt x="992" y="259"/>
                  <a:pt x="995" y="262"/>
                  <a:pt x="996" y="261"/>
                </a:cubicBezTo>
                <a:cubicBezTo>
                  <a:pt x="999" y="260"/>
                  <a:pt x="992" y="260"/>
                  <a:pt x="992" y="260"/>
                </a:cubicBezTo>
                <a:cubicBezTo>
                  <a:pt x="992" y="258"/>
                  <a:pt x="996" y="254"/>
                  <a:pt x="996" y="251"/>
                </a:cubicBezTo>
                <a:cubicBezTo>
                  <a:pt x="999" y="250"/>
                  <a:pt x="997" y="251"/>
                  <a:pt x="998" y="248"/>
                </a:cubicBezTo>
                <a:cubicBezTo>
                  <a:pt x="999" y="248"/>
                  <a:pt x="1002" y="253"/>
                  <a:pt x="1001" y="249"/>
                </a:cubicBezTo>
                <a:cubicBezTo>
                  <a:pt x="1001" y="249"/>
                  <a:pt x="1000" y="248"/>
                  <a:pt x="1000" y="248"/>
                </a:cubicBezTo>
                <a:cubicBezTo>
                  <a:pt x="1003" y="247"/>
                  <a:pt x="1002" y="250"/>
                  <a:pt x="1004" y="250"/>
                </a:cubicBezTo>
                <a:cubicBezTo>
                  <a:pt x="1005" y="250"/>
                  <a:pt x="1001" y="244"/>
                  <a:pt x="1005" y="245"/>
                </a:cubicBezTo>
                <a:cubicBezTo>
                  <a:pt x="1005" y="246"/>
                  <a:pt x="1005" y="246"/>
                  <a:pt x="1006" y="245"/>
                </a:cubicBezTo>
                <a:cubicBezTo>
                  <a:pt x="1006" y="244"/>
                  <a:pt x="1006" y="243"/>
                  <a:pt x="1007" y="242"/>
                </a:cubicBezTo>
                <a:cubicBezTo>
                  <a:pt x="1009" y="241"/>
                  <a:pt x="1008" y="247"/>
                  <a:pt x="1008" y="248"/>
                </a:cubicBezTo>
                <a:cubicBezTo>
                  <a:pt x="1012" y="248"/>
                  <a:pt x="1009" y="245"/>
                  <a:pt x="1009" y="244"/>
                </a:cubicBezTo>
                <a:cubicBezTo>
                  <a:pt x="1010" y="243"/>
                  <a:pt x="1010" y="243"/>
                  <a:pt x="1011" y="243"/>
                </a:cubicBezTo>
                <a:cubicBezTo>
                  <a:pt x="1011" y="239"/>
                  <a:pt x="1015" y="244"/>
                  <a:pt x="1015" y="244"/>
                </a:cubicBezTo>
                <a:cubicBezTo>
                  <a:pt x="1017" y="241"/>
                  <a:pt x="1013" y="242"/>
                  <a:pt x="1014" y="240"/>
                </a:cubicBezTo>
                <a:cubicBezTo>
                  <a:pt x="1014" y="240"/>
                  <a:pt x="1012" y="237"/>
                  <a:pt x="1015" y="237"/>
                </a:cubicBezTo>
                <a:cubicBezTo>
                  <a:pt x="1018" y="237"/>
                  <a:pt x="1019" y="238"/>
                  <a:pt x="1019" y="240"/>
                </a:cubicBezTo>
                <a:cubicBezTo>
                  <a:pt x="1022" y="241"/>
                  <a:pt x="1021" y="237"/>
                  <a:pt x="1024" y="236"/>
                </a:cubicBezTo>
                <a:cubicBezTo>
                  <a:pt x="1024" y="234"/>
                  <a:pt x="1027" y="234"/>
                  <a:pt x="1026" y="232"/>
                </a:cubicBezTo>
                <a:cubicBezTo>
                  <a:pt x="1023" y="230"/>
                  <a:pt x="1028" y="229"/>
                  <a:pt x="1030" y="229"/>
                </a:cubicBezTo>
                <a:cubicBezTo>
                  <a:pt x="1030" y="229"/>
                  <a:pt x="1030" y="229"/>
                  <a:pt x="1030" y="230"/>
                </a:cubicBezTo>
                <a:cubicBezTo>
                  <a:pt x="1030" y="230"/>
                  <a:pt x="1031" y="230"/>
                  <a:pt x="1032" y="230"/>
                </a:cubicBezTo>
                <a:cubicBezTo>
                  <a:pt x="1032" y="230"/>
                  <a:pt x="1025" y="241"/>
                  <a:pt x="1031" y="237"/>
                </a:cubicBezTo>
                <a:cubicBezTo>
                  <a:pt x="1031" y="237"/>
                  <a:pt x="1034" y="228"/>
                  <a:pt x="1035" y="230"/>
                </a:cubicBezTo>
                <a:cubicBezTo>
                  <a:pt x="1036" y="231"/>
                  <a:pt x="1032" y="236"/>
                  <a:pt x="1036" y="235"/>
                </a:cubicBezTo>
                <a:cubicBezTo>
                  <a:pt x="1040" y="234"/>
                  <a:pt x="1039" y="230"/>
                  <a:pt x="1038" y="228"/>
                </a:cubicBezTo>
                <a:cubicBezTo>
                  <a:pt x="1039" y="228"/>
                  <a:pt x="1043" y="225"/>
                  <a:pt x="1044" y="226"/>
                </a:cubicBezTo>
                <a:cubicBezTo>
                  <a:pt x="1045" y="229"/>
                  <a:pt x="1041" y="230"/>
                  <a:pt x="1043" y="232"/>
                </a:cubicBezTo>
                <a:cubicBezTo>
                  <a:pt x="1043" y="233"/>
                  <a:pt x="1042" y="233"/>
                  <a:pt x="1042" y="234"/>
                </a:cubicBezTo>
                <a:cubicBezTo>
                  <a:pt x="1044" y="237"/>
                  <a:pt x="1047" y="230"/>
                  <a:pt x="1047" y="229"/>
                </a:cubicBezTo>
                <a:cubicBezTo>
                  <a:pt x="1047" y="229"/>
                  <a:pt x="1048" y="229"/>
                  <a:pt x="1048" y="229"/>
                </a:cubicBezTo>
                <a:cubicBezTo>
                  <a:pt x="1050" y="233"/>
                  <a:pt x="1053" y="228"/>
                  <a:pt x="1053" y="233"/>
                </a:cubicBezTo>
                <a:cubicBezTo>
                  <a:pt x="1055" y="233"/>
                  <a:pt x="1058" y="231"/>
                  <a:pt x="1057" y="234"/>
                </a:cubicBezTo>
                <a:cubicBezTo>
                  <a:pt x="1058" y="234"/>
                  <a:pt x="1059" y="234"/>
                  <a:pt x="1059" y="235"/>
                </a:cubicBezTo>
                <a:cubicBezTo>
                  <a:pt x="1060" y="238"/>
                  <a:pt x="1047" y="238"/>
                  <a:pt x="1048" y="239"/>
                </a:cubicBezTo>
                <a:cubicBezTo>
                  <a:pt x="1049" y="240"/>
                  <a:pt x="1054" y="243"/>
                  <a:pt x="1054" y="242"/>
                </a:cubicBezTo>
                <a:cubicBezTo>
                  <a:pt x="1054" y="244"/>
                  <a:pt x="1068" y="237"/>
                  <a:pt x="1069" y="242"/>
                </a:cubicBezTo>
                <a:cubicBezTo>
                  <a:pt x="1069" y="245"/>
                  <a:pt x="1063" y="242"/>
                  <a:pt x="1064" y="244"/>
                </a:cubicBezTo>
                <a:cubicBezTo>
                  <a:pt x="1064" y="245"/>
                  <a:pt x="1068" y="245"/>
                  <a:pt x="1069" y="245"/>
                </a:cubicBezTo>
                <a:cubicBezTo>
                  <a:pt x="1068" y="246"/>
                  <a:pt x="1070" y="247"/>
                  <a:pt x="1071" y="246"/>
                </a:cubicBezTo>
                <a:cubicBezTo>
                  <a:pt x="1071" y="247"/>
                  <a:pt x="1071" y="247"/>
                  <a:pt x="1071" y="248"/>
                </a:cubicBezTo>
                <a:cubicBezTo>
                  <a:pt x="1069" y="246"/>
                  <a:pt x="1083" y="247"/>
                  <a:pt x="1085" y="248"/>
                </a:cubicBezTo>
                <a:cubicBezTo>
                  <a:pt x="1088" y="249"/>
                  <a:pt x="1091" y="251"/>
                  <a:pt x="1093" y="252"/>
                </a:cubicBezTo>
                <a:cubicBezTo>
                  <a:pt x="1094" y="253"/>
                  <a:pt x="1096" y="256"/>
                  <a:pt x="1098" y="256"/>
                </a:cubicBezTo>
                <a:cubicBezTo>
                  <a:pt x="1098" y="256"/>
                  <a:pt x="1098" y="255"/>
                  <a:pt x="1097" y="255"/>
                </a:cubicBezTo>
                <a:cubicBezTo>
                  <a:pt x="1100" y="255"/>
                  <a:pt x="1100" y="258"/>
                  <a:pt x="1102" y="258"/>
                </a:cubicBezTo>
                <a:cubicBezTo>
                  <a:pt x="1104" y="258"/>
                  <a:pt x="1101" y="255"/>
                  <a:pt x="1103" y="256"/>
                </a:cubicBezTo>
                <a:cubicBezTo>
                  <a:pt x="1104" y="257"/>
                  <a:pt x="1105" y="259"/>
                  <a:pt x="1107" y="259"/>
                </a:cubicBezTo>
                <a:cubicBezTo>
                  <a:pt x="1108" y="261"/>
                  <a:pt x="1106" y="261"/>
                  <a:pt x="1109" y="261"/>
                </a:cubicBezTo>
                <a:cubicBezTo>
                  <a:pt x="1109" y="262"/>
                  <a:pt x="1112" y="265"/>
                  <a:pt x="1113" y="265"/>
                </a:cubicBezTo>
                <a:cubicBezTo>
                  <a:pt x="1117" y="277"/>
                  <a:pt x="1101" y="281"/>
                  <a:pt x="1093" y="279"/>
                </a:cubicBezTo>
                <a:cubicBezTo>
                  <a:pt x="1088" y="278"/>
                  <a:pt x="1084" y="277"/>
                  <a:pt x="1079" y="275"/>
                </a:cubicBezTo>
                <a:cubicBezTo>
                  <a:pt x="1076" y="274"/>
                  <a:pt x="1072" y="271"/>
                  <a:pt x="1069" y="270"/>
                </a:cubicBezTo>
                <a:cubicBezTo>
                  <a:pt x="1069" y="274"/>
                  <a:pt x="1074" y="275"/>
                  <a:pt x="1074" y="277"/>
                </a:cubicBezTo>
                <a:cubicBezTo>
                  <a:pt x="1078" y="279"/>
                  <a:pt x="1074" y="279"/>
                  <a:pt x="1076" y="280"/>
                </a:cubicBezTo>
                <a:cubicBezTo>
                  <a:pt x="1080" y="283"/>
                  <a:pt x="1083" y="278"/>
                  <a:pt x="1084" y="286"/>
                </a:cubicBezTo>
                <a:cubicBezTo>
                  <a:pt x="1085" y="287"/>
                  <a:pt x="1083" y="289"/>
                  <a:pt x="1083" y="290"/>
                </a:cubicBezTo>
                <a:cubicBezTo>
                  <a:pt x="1083" y="291"/>
                  <a:pt x="1085" y="296"/>
                  <a:pt x="1086" y="296"/>
                </a:cubicBezTo>
                <a:cubicBezTo>
                  <a:pt x="1088" y="300"/>
                  <a:pt x="1092" y="301"/>
                  <a:pt x="1095" y="303"/>
                </a:cubicBezTo>
                <a:cubicBezTo>
                  <a:pt x="1098" y="304"/>
                  <a:pt x="1105" y="305"/>
                  <a:pt x="1102" y="300"/>
                </a:cubicBezTo>
                <a:cubicBezTo>
                  <a:pt x="1101" y="300"/>
                  <a:pt x="1102" y="299"/>
                  <a:pt x="1102" y="299"/>
                </a:cubicBezTo>
                <a:cubicBezTo>
                  <a:pt x="1099" y="297"/>
                  <a:pt x="1098" y="299"/>
                  <a:pt x="1096" y="297"/>
                </a:cubicBezTo>
                <a:cubicBezTo>
                  <a:pt x="1092" y="294"/>
                  <a:pt x="1095" y="293"/>
                  <a:pt x="1095" y="289"/>
                </a:cubicBezTo>
                <a:cubicBezTo>
                  <a:pt x="1096" y="289"/>
                  <a:pt x="1099" y="291"/>
                  <a:pt x="1100" y="291"/>
                </a:cubicBezTo>
                <a:cubicBezTo>
                  <a:pt x="1101" y="292"/>
                  <a:pt x="1109" y="297"/>
                  <a:pt x="1111" y="296"/>
                </a:cubicBezTo>
                <a:cubicBezTo>
                  <a:pt x="1116" y="294"/>
                  <a:pt x="1110" y="289"/>
                  <a:pt x="1110" y="286"/>
                </a:cubicBezTo>
                <a:cubicBezTo>
                  <a:pt x="1109" y="284"/>
                  <a:pt x="1117" y="276"/>
                  <a:pt x="1119" y="275"/>
                </a:cubicBezTo>
                <a:cubicBezTo>
                  <a:pt x="1122" y="274"/>
                  <a:pt x="1124" y="276"/>
                  <a:pt x="1126" y="277"/>
                </a:cubicBezTo>
                <a:cubicBezTo>
                  <a:pt x="1126" y="276"/>
                  <a:pt x="1129" y="279"/>
                  <a:pt x="1129" y="279"/>
                </a:cubicBezTo>
                <a:cubicBezTo>
                  <a:pt x="1130" y="277"/>
                  <a:pt x="1129" y="270"/>
                  <a:pt x="1129" y="269"/>
                </a:cubicBezTo>
                <a:cubicBezTo>
                  <a:pt x="1128" y="267"/>
                  <a:pt x="1126" y="266"/>
                  <a:pt x="1125" y="264"/>
                </a:cubicBezTo>
                <a:cubicBezTo>
                  <a:pt x="1124" y="261"/>
                  <a:pt x="1126" y="258"/>
                  <a:pt x="1124" y="254"/>
                </a:cubicBezTo>
                <a:cubicBezTo>
                  <a:pt x="1124" y="253"/>
                  <a:pt x="1118" y="251"/>
                  <a:pt x="1120" y="249"/>
                </a:cubicBezTo>
                <a:cubicBezTo>
                  <a:pt x="1119" y="249"/>
                  <a:pt x="1130" y="249"/>
                  <a:pt x="1131" y="250"/>
                </a:cubicBezTo>
                <a:cubicBezTo>
                  <a:pt x="1134" y="251"/>
                  <a:pt x="1136" y="256"/>
                  <a:pt x="1137" y="258"/>
                </a:cubicBezTo>
                <a:cubicBezTo>
                  <a:pt x="1127" y="260"/>
                  <a:pt x="1133" y="268"/>
                  <a:pt x="1139" y="268"/>
                </a:cubicBezTo>
                <a:cubicBezTo>
                  <a:pt x="1148" y="269"/>
                  <a:pt x="1140" y="259"/>
                  <a:pt x="1150" y="259"/>
                </a:cubicBezTo>
                <a:cubicBezTo>
                  <a:pt x="1150" y="257"/>
                  <a:pt x="1147" y="257"/>
                  <a:pt x="1147" y="256"/>
                </a:cubicBezTo>
                <a:cubicBezTo>
                  <a:pt x="1151" y="255"/>
                  <a:pt x="1151" y="254"/>
                  <a:pt x="1155" y="251"/>
                </a:cubicBezTo>
                <a:cubicBezTo>
                  <a:pt x="1156" y="251"/>
                  <a:pt x="1159" y="247"/>
                  <a:pt x="1160" y="247"/>
                </a:cubicBezTo>
                <a:cubicBezTo>
                  <a:pt x="1162" y="248"/>
                  <a:pt x="1161" y="250"/>
                  <a:pt x="1163" y="250"/>
                </a:cubicBezTo>
                <a:cubicBezTo>
                  <a:pt x="1164" y="249"/>
                  <a:pt x="1162" y="244"/>
                  <a:pt x="1165" y="244"/>
                </a:cubicBezTo>
                <a:cubicBezTo>
                  <a:pt x="1165" y="245"/>
                  <a:pt x="1165" y="246"/>
                  <a:pt x="1165" y="247"/>
                </a:cubicBezTo>
                <a:cubicBezTo>
                  <a:pt x="1162" y="245"/>
                  <a:pt x="1173" y="239"/>
                  <a:pt x="1172" y="242"/>
                </a:cubicBezTo>
                <a:cubicBezTo>
                  <a:pt x="1171" y="242"/>
                  <a:pt x="1170" y="243"/>
                  <a:pt x="1169" y="243"/>
                </a:cubicBezTo>
                <a:cubicBezTo>
                  <a:pt x="1170" y="243"/>
                  <a:pt x="1171" y="247"/>
                  <a:pt x="1171" y="248"/>
                </a:cubicBezTo>
                <a:cubicBezTo>
                  <a:pt x="1171" y="248"/>
                  <a:pt x="1167" y="249"/>
                  <a:pt x="1168" y="250"/>
                </a:cubicBezTo>
                <a:cubicBezTo>
                  <a:pt x="1169" y="250"/>
                  <a:pt x="1172" y="250"/>
                  <a:pt x="1173" y="250"/>
                </a:cubicBezTo>
                <a:cubicBezTo>
                  <a:pt x="1174" y="250"/>
                  <a:pt x="1174" y="249"/>
                  <a:pt x="1174" y="249"/>
                </a:cubicBezTo>
                <a:cubicBezTo>
                  <a:pt x="1175" y="249"/>
                  <a:pt x="1176" y="250"/>
                  <a:pt x="1177" y="250"/>
                </a:cubicBezTo>
                <a:cubicBezTo>
                  <a:pt x="1177" y="246"/>
                  <a:pt x="1177" y="245"/>
                  <a:pt x="1182" y="244"/>
                </a:cubicBezTo>
                <a:cubicBezTo>
                  <a:pt x="1183" y="244"/>
                  <a:pt x="1185" y="245"/>
                  <a:pt x="1187" y="244"/>
                </a:cubicBezTo>
                <a:cubicBezTo>
                  <a:pt x="1189" y="243"/>
                  <a:pt x="1190" y="240"/>
                  <a:pt x="1192" y="239"/>
                </a:cubicBezTo>
                <a:cubicBezTo>
                  <a:pt x="1199" y="238"/>
                  <a:pt x="1193" y="247"/>
                  <a:pt x="1199" y="247"/>
                </a:cubicBezTo>
                <a:cubicBezTo>
                  <a:pt x="1200" y="245"/>
                  <a:pt x="1198" y="244"/>
                  <a:pt x="1199" y="242"/>
                </a:cubicBezTo>
                <a:cubicBezTo>
                  <a:pt x="1199" y="241"/>
                  <a:pt x="1204" y="240"/>
                  <a:pt x="1204" y="239"/>
                </a:cubicBezTo>
                <a:cubicBezTo>
                  <a:pt x="1205" y="239"/>
                  <a:pt x="1201" y="234"/>
                  <a:pt x="1200" y="234"/>
                </a:cubicBezTo>
                <a:cubicBezTo>
                  <a:pt x="1198" y="230"/>
                  <a:pt x="1198" y="232"/>
                  <a:pt x="1199" y="227"/>
                </a:cubicBezTo>
                <a:cubicBezTo>
                  <a:pt x="1202" y="227"/>
                  <a:pt x="1220" y="226"/>
                  <a:pt x="1220" y="232"/>
                </a:cubicBezTo>
                <a:cubicBezTo>
                  <a:pt x="1226" y="232"/>
                  <a:pt x="1230" y="235"/>
                  <a:pt x="1236" y="238"/>
                </a:cubicBezTo>
                <a:cubicBezTo>
                  <a:pt x="1236" y="238"/>
                  <a:pt x="1241" y="243"/>
                  <a:pt x="1242" y="243"/>
                </a:cubicBezTo>
                <a:cubicBezTo>
                  <a:pt x="1243" y="242"/>
                  <a:pt x="1242" y="235"/>
                  <a:pt x="1242" y="234"/>
                </a:cubicBezTo>
                <a:cubicBezTo>
                  <a:pt x="1238" y="232"/>
                  <a:pt x="1233" y="230"/>
                  <a:pt x="1230" y="227"/>
                </a:cubicBezTo>
                <a:cubicBezTo>
                  <a:pt x="1225" y="224"/>
                  <a:pt x="1227" y="221"/>
                  <a:pt x="1225" y="215"/>
                </a:cubicBezTo>
                <a:cubicBezTo>
                  <a:pt x="1223" y="211"/>
                  <a:pt x="1220" y="211"/>
                  <a:pt x="1222" y="205"/>
                </a:cubicBezTo>
                <a:cubicBezTo>
                  <a:pt x="1223" y="201"/>
                  <a:pt x="1225" y="199"/>
                  <a:pt x="1225" y="195"/>
                </a:cubicBezTo>
                <a:cubicBezTo>
                  <a:pt x="1225" y="188"/>
                  <a:pt x="1220" y="181"/>
                  <a:pt x="1228" y="180"/>
                </a:cubicBezTo>
                <a:cubicBezTo>
                  <a:pt x="1232" y="179"/>
                  <a:pt x="1239" y="180"/>
                  <a:pt x="1241" y="184"/>
                </a:cubicBezTo>
                <a:cubicBezTo>
                  <a:pt x="1242" y="185"/>
                  <a:pt x="1240" y="193"/>
                  <a:pt x="1243" y="194"/>
                </a:cubicBezTo>
                <a:cubicBezTo>
                  <a:pt x="1243" y="197"/>
                  <a:pt x="1242" y="199"/>
                  <a:pt x="1244" y="203"/>
                </a:cubicBezTo>
                <a:cubicBezTo>
                  <a:pt x="1245" y="204"/>
                  <a:pt x="1247" y="204"/>
                  <a:pt x="1248" y="205"/>
                </a:cubicBezTo>
                <a:cubicBezTo>
                  <a:pt x="1251" y="209"/>
                  <a:pt x="1251" y="211"/>
                  <a:pt x="1252" y="215"/>
                </a:cubicBezTo>
                <a:cubicBezTo>
                  <a:pt x="1254" y="223"/>
                  <a:pt x="1256" y="230"/>
                  <a:pt x="1263" y="235"/>
                </a:cubicBezTo>
                <a:cubicBezTo>
                  <a:pt x="1264" y="241"/>
                  <a:pt x="1265" y="244"/>
                  <a:pt x="1264" y="249"/>
                </a:cubicBezTo>
                <a:cubicBezTo>
                  <a:pt x="1263" y="253"/>
                  <a:pt x="1261" y="256"/>
                  <a:pt x="1261" y="259"/>
                </a:cubicBezTo>
                <a:cubicBezTo>
                  <a:pt x="1260" y="260"/>
                  <a:pt x="1258" y="261"/>
                  <a:pt x="1258" y="258"/>
                </a:cubicBezTo>
                <a:cubicBezTo>
                  <a:pt x="1254" y="257"/>
                  <a:pt x="1251" y="258"/>
                  <a:pt x="1248" y="258"/>
                </a:cubicBezTo>
                <a:cubicBezTo>
                  <a:pt x="1247" y="260"/>
                  <a:pt x="1264" y="263"/>
                  <a:pt x="1266" y="263"/>
                </a:cubicBezTo>
                <a:cubicBezTo>
                  <a:pt x="1267" y="258"/>
                  <a:pt x="1270" y="253"/>
                  <a:pt x="1271" y="248"/>
                </a:cubicBezTo>
                <a:cubicBezTo>
                  <a:pt x="1272" y="246"/>
                  <a:pt x="1273" y="243"/>
                  <a:pt x="1273" y="241"/>
                </a:cubicBezTo>
                <a:cubicBezTo>
                  <a:pt x="1272" y="238"/>
                  <a:pt x="1270" y="237"/>
                  <a:pt x="1269" y="235"/>
                </a:cubicBezTo>
                <a:cubicBezTo>
                  <a:pt x="1269" y="227"/>
                  <a:pt x="1275" y="228"/>
                  <a:pt x="1279" y="231"/>
                </a:cubicBezTo>
                <a:cubicBezTo>
                  <a:pt x="1284" y="234"/>
                  <a:pt x="1281" y="237"/>
                  <a:pt x="1285" y="241"/>
                </a:cubicBezTo>
                <a:cubicBezTo>
                  <a:pt x="1286" y="242"/>
                  <a:pt x="1294" y="245"/>
                  <a:pt x="1294" y="241"/>
                </a:cubicBezTo>
                <a:cubicBezTo>
                  <a:pt x="1293" y="239"/>
                  <a:pt x="1290" y="242"/>
                  <a:pt x="1289" y="240"/>
                </a:cubicBezTo>
                <a:cubicBezTo>
                  <a:pt x="1289" y="240"/>
                  <a:pt x="1289" y="240"/>
                  <a:pt x="1289" y="240"/>
                </a:cubicBezTo>
                <a:cubicBezTo>
                  <a:pt x="1284" y="239"/>
                  <a:pt x="1288" y="230"/>
                  <a:pt x="1283" y="228"/>
                </a:cubicBezTo>
                <a:cubicBezTo>
                  <a:pt x="1282" y="225"/>
                  <a:pt x="1268" y="221"/>
                  <a:pt x="1268" y="227"/>
                </a:cubicBezTo>
                <a:cubicBezTo>
                  <a:pt x="1256" y="227"/>
                  <a:pt x="1260" y="212"/>
                  <a:pt x="1256" y="205"/>
                </a:cubicBezTo>
                <a:cubicBezTo>
                  <a:pt x="1252" y="200"/>
                  <a:pt x="1248" y="200"/>
                  <a:pt x="1248" y="192"/>
                </a:cubicBezTo>
                <a:cubicBezTo>
                  <a:pt x="1248" y="191"/>
                  <a:pt x="1250" y="190"/>
                  <a:pt x="1250" y="188"/>
                </a:cubicBezTo>
                <a:cubicBezTo>
                  <a:pt x="1251" y="185"/>
                  <a:pt x="1249" y="182"/>
                  <a:pt x="1249" y="178"/>
                </a:cubicBezTo>
                <a:cubicBezTo>
                  <a:pt x="1256" y="182"/>
                  <a:pt x="1253" y="191"/>
                  <a:pt x="1258" y="196"/>
                </a:cubicBezTo>
                <a:cubicBezTo>
                  <a:pt x="1259" y="199"/>
                  <a:pt x="1277" y="203"/>
                  <a:pt x="1276" y="201"/>
                </a:cubicBezTo>
                <a:cubicBezTo>
                  <a:pt x="1276" y="197"/>
                  <a:pt x="1263" y="197"/>
                  <a:pt x="1261" y="194"/>
                </a:cubicBezTo>
                <a:cubicBezTo>
                  <a:pt x="1255" y="186"/>
                  <a:pt x="1264" y="191"/>
                  <a:pt x="1266" y="190"/>
                </a:cubicBezTo>
                <a:cubicBezTo>
                  <a:pt x="1273" y="187"/>
                  <a:pt x="1264" y="187"/>
                  <a:pt x="1264" y="184"/>
                </a:cubicBezTo>
                <a:cubicBezTo>
                  <a:pt x="1263" y="181"/>
                  <a:pt x="1272" y="181"/>
                  <a:pt x="1274" y="180"/>
                </a:cubicBezTo>
                <a:cubicBezTo>
                  <a:pt x="1276" y="183"/>
                  <a:pt x="1280" y="182"/>
                  <a:pt x="1281" y="185"/>
                </a:cubicBezTo>
                <a:cubicBezTo>
                  <a:pt x="1284" y="187"/>
                  <a:pt x="1289" y="186"/>
                  <a:pt x="1291" y="187"/>
                </a:cubicBezTo>
                <a:cubicBezTo>
                  <a:pt x="1292" y="188"/>
                  <a:pt x="1295" y="204"/>
                  <a:pt x="1294" y="204"/>
                </a:cubicBezTo>
                <a:cubicBezTo>
                  <a:pt x="1298" y="204"/>
                  <a:pt x="1297" y="197"/>
                  <a:pt x="1301" y="201"/>
                </a:cubicBezTo>
                <a:cubicBezTo>
                  <a:pt x="1302" y="203"/>
                  <a:pt x="1299" y="205"/>
                  <a:pt x="1299" y="206"/>
                </a:cubicBezTo>
                <a:cubicBezTo>
                  <a:pt x="1301" y="210"/>
                  <a:pt x="1302" y="208"/>
                  <a:pt x="1304" y="211"/>
                </a:cubicBezTo>
                <a:cubicBezTo>
                  <a:pt x="1311" y="216"/>
                  <a:pt x="1314" y="213"/>
                  <a:pt x="1321" y="215"/>
                </a:cubicBezTo>
                <a:cubicBezTo>
                  <a:pt x="1322" y="210"/>
                  <a:pt x="1314" y="211"/>
                  <a:pt x="1311" y="210"/>
                </a:cubicBezTo>
                <a:cubicBezTo>
                  <a:pt x="1306" y="209"/>
                  <a:pt x="1305" y="207"/>
                  <a:pt x="1303" y="203"/>
                </a:cubicBezTo>
                <a:cubicBezTo>
                  <a:pt x="1297" y="196"/>
                  <a:pt x="1298" y="187"/>
                  <a:pt x="1289" y="182"/>
                </a:cubicBezTo>
                <a:cubicBezTo>
                  <a:pt x="1285" y="179"/>
                  <a:pt x="1265" y="169"/>
                  <a:pt x="1273" y="161"/>
                </a:cubicBezTo>
                <a:cubicBezTo>
                  <a:pt x="1274" y="160"/>
                  <a:pt x="1281" y="158"/>
                  <a:pt x="1284" y="158"/>
                </a:cubicBezTo>
                <a:cubicBezTo>
                  <a:pt x="1287" y="156"/>
                  <a:pt x="1292" y="153"/>
                  <a:pt x="1295" y="153"/>
                </a:cubicBezTo>
                <a:cubicBezTo>
                  <a:pt x="1295" y="153"/>
                  <a:pt x="1294" y="159"/>
                  <a:pt x="1294" y="160"/>
                </a:cubicBezTo>
                <a:cubicBezTo>
                  <a:pt x="1295" y="165"/>
                  <a:pt x="1297" y="159"/>
                  <a:pt x="1296" y="160"/>
                </a:cubicBezTo>
                <a:cubicBezTo>
                  <a:pt x="1295" y="161"/>
                  <a:pt x="1299" y="153"/>
                  <a:pt x="1299" y="154"/>
                </a:cubicBezTo>
                <a:cubicBezTo>
                  <a:pt x="1298" y="152"/>
                  <a:pt x="1296" y="152"/>
                  <a:pt x="1296" y="149"/>
                </a:cubicBezTo>
                <a:cubicBezTo>
                  <a:pt x="1294" y="149"/>
                  <a:pt x="1289" y="149"/>
                  <a:pt x="1288" y="147"/>
                </a:cubicBezTo>
                <a:cubicBezTo>
                  <a:pt x="1287" y="143"/>
                  <a:pt x="1293" y="146"/>
                  <a:pt x="1292" y="145"/>
                </a:cubicBezTo>
                <a:cubicBezTo>
                  <a:pt x="1292" y="143"/>
                  <a:pt x="1286" y="142"/>
                  <a:pt x="1284" y="142"/>
                </a:cubicBezTo>
                <a:cubicBezTo>
                  <a:pt x="1283" y="141"/>
                  <a:pt x="1284" y="140"/>
                  <a:pt x="1284" y="139"/>
                </a:cubicBezTo>
                <a:cubicBezTo>
                  <a:pt x="1287" y="138"/>
                  <a:pt x="1287" y="142"/>
                  <a:pt x="1290" y="140"/>
                </a:cubicBezTo>
                <a:cubicBezTo>
                  <a:pt x="1289" y="140"/>
                  <a:pt x="1290" y="135"/>
                  <a:pt x="1290" y="134"/>
                </a:cubicBezTo>
                <a:cubicBezTo>
                  <a:pt x="1290" y="133"/>
                  <a:pt x="1285" y="135"/>
                  <a:pt x="1285" y="134"/>
                </a:cubicBezTo>
                <a:cubicBezTo>
                  <a:pt x="1285" y="132"/>
                  <a:pt x="1289" y="133"/>
                  <a:pt x="1289" y="132"/>
                </a:cubicBezTo>
                <a:cubicBezTo>
                  <a:pt x="1291" y="131"/>
                  <a:pt x="1292" y="129"/>
                  <a:pt x="1293" y="127"/>
                </a:cubicBezTo>
                <a:cubicBezTo>
                  <a:pt x="1294" y="126"/>
                  <a:pt x="1296" y="124"/>
                  <a:pt x="1297" y="123"/>
                </a:cubicBezTo>
                <a:cubicBezTo>
                  <a:pt x="1299" y="122"/>
                  <a:pt x="1310" y="118"/>
                  <a:pt x="1310" y="115"/>
                </a:cubicBezTo>
                <a:cubicBezTo>
                  <a:pt x="1310" y="114"/>
                  <a:pt x="1306" y="116"/>
                  <a:pt x="1305" y="116"/>
                </a:cubicBezTo>
                <a:cubicBezTo>
                  <a:pt x="1305" y="115"/>
                  <a:pt x="1308" y="110"/>
                  <a:pt x="1308" y="109"/>
                </a:cubicBezTo>
                <a:cubicBezTo>
                  <a:pt x="1309" y="109"/>
                  <a:pt x="1317" y="109"/>
                  <a:pt x="1318" y="109"/>
                </a:cubicBezTo>
                <a:cubicBezTo>
                  <a:pt x="1318" y="110"/>
                  <a:pt x="1315" y="114"/>
                  <a:pt x="1317" y="114"/>
                </a:cubicBezTo>
                <a:cubicBezTo>
                  <a:pt x="1320" y="114"/>
                  <a:pt x="1319" y="110"/>
                  <a:pt x="1320" y="110"/>
                </a:cubicBezTo>
                <a:cubicBezTo>
                  <a:pt x="1321" y="110"/>
                  <a:pt x="1321" y="111"/>
                  <a:pt x="1321" y="112"/>
                </a:cubicBezTo>
                <a:cubicBezTo>
                  <a:pt x="1322" y="113"/>
                  <a:pt x="1322" y="110"/>
                  <a:pt x="1323" y="109"/>
                </a:cubicBezTo>
                <a:cubicBezTo>
                  <a:pt x="1325" y="109"/>
                  <a:pt x="1325" y="111"/>
                  <a:pt x="1326" y="108"/>
                </a:cubicBezTo>
                <a:cubicBezTo>
                  <a:pt x="1327" y="107"/>
                  <a:pt x="1327" y="107"/>
                  <a:pt x="1327" y="105"/>
                </a:cubicBezTo>
                <a:cubicBezTo>
                  <a:pt x="1328" y="105"/>
                  <a:pt x="1329" y="104"/>
                  <a:pt x="1330" y="104"/>
                </a:cubicBezTo>
                <a:cubicBezTo>
                  <a:pt x="1331" y="106"/>
                  <a:pt x="1332" y="108"/>
                  <a:pt x="1333" y="110"/>
                </a:cubicBezTo>
                <a:cubicBezTo>
                  <a:pt x="1337" y="110"/>
                  <a:pt x="1333" y="105"/>
                  <a:pt x="1332" y="104"/>
                </a:cubicBezTo>
                <a:cubicBezTo>
                  <a:pt x="1330" y="102"/>
                  <a:pt x="1326" y="104"/>
                  <a:pt x="1327" y="101"/>
                </a:cubicBezTo>
                <a:cubicBezTo>
                  <a:pt x="1328" y="99"/>
                  <a:pt x="1341" y="99"/>
                  <a:pt x="1340" y="99"/>
                </a:cubicBezTo>
                <a:cubicBezTo>
                  <a:pt x="1340" y="96"/>
                  <a:pt x="1336" y="99"/>
                  <a:pt x="1335" y="98"/>
                </a:cubicBezTo>
                <a:cubicBezTo>
                  <a:pt x="1334" y="97"/>
                  <a:pt x="1334" y="96"/>
                  <a:pt x="1333" y="96"/>
                </a:cubicBezTo>
                <a:cubicBezTo>
                  <a:pt x="1333" y="95"/>
                  <a:pt x="1330" y="91"/>
                  <a:pt x="1329" y="89"/>
                </a:cubicBezTo>
                <a:cubicBezTo>
                  <a:pt x="1327" y="86"/>
                  <a:pt x="1329" y="72"/>
                  <a:pt x="1334" y="71"/>
                </a:cubicBezTo>
                <a:cubicBezTo>
                  <a:pt x="1334" y="74"/>
                  <a:pt x="1337" y="71"/>
                  <a:pt x="1338" y="71"/>
                </a:cubicBezTo>
                <a:cubicBezTo>
                  <a:pt x="1339" y="74"/>
                  <a:pt x="1340" y="72"/>
                  <a:pt x="1343" y="73"/>
                </a:cubicBezTo>
                <a:cubicBezTo>
                  <a:pt x="1343" y="76"/>
                  <a:pt x="1344" y="75"/>
                  <a:pt x="1343" y="78"/>
                </a:cubicBezTo>
                <a:cubicBezTo>
                  <a:pt x="1343" y="80"/>
                  <a:pt x="1341" y="80"/>
                  <a:pt x="1340" y="82"/>
                </a:cubicBezTo>
                <a:cubicBezTo>
                  <a:pt x="1339" y="83"/>
                  <a:pt x="1345" y="80"/>
                  <a:pt x="1345" y="80"/>
                </a:cubicBezTo>
                <a:cubicBezTo>
                  <a:pt x="1345" y="81"/>
                  <a:pt x="1345" y="82"/>
                  <a:pt x="1345" y="82"/>
                </a:cubicBezTo>
                <a:cubicBezTo>
                  <a:pt x="1347" y="83"/>
                  <a:pt x="1352" y="78"/>
                  <a:pt x="1353" y="79"/>
                </a:cubicBezTo>
                <a:cubicBezTo>
                  <a:pt x="1354" y="81"/>
                  <a:pt x="1355" y="83"/>
                  <a:pt x="1355" y="86"/>
                </a:cubicBezTo>
                <a:cubicBezTo>
                  <a:pt x="1355" y="91"/>
                  <a:pt x="1355" y="89"/>
                  <a:pt x="1353" y="93"/>
                </a:cubicBezTo>
                <a:cubicBezTo>
                  <a:pt x="1357" y="94"/>
                  <a:pt x="1362" y="90"/>
                  <a:pt x="1362" y="86"/>
                </a:cubicBezTo>
                <a:cubicBezTo>
                  <a:pt x="1360" y="86"/>
                  <a:pt x="1359" y="85"/>
                  <a:pt x="1359" y="83"/>
                </a:cubicBezTo>
                <a:cubicBezTo>
                  <a:pt x="1359" y="83"/>
                  <a:pt x="1373" y="79"/>
                  <a:pt x="1373" y="79"/>
                </a:cubicBezTo>
                <a:cubicBezTo>
                  <a:pt x="1374" y="79"/>
                  <a:pt x="1380" y="82"/>
                  <a:pt x="1381" y="82"/>
                </a:cubicBezTo>
                <a:cubicBezTo>
                  <a:pt x="1382" y="82"/>
                  <a:pt x="1386" y="90"/>
                  <a:pt x="1387" y="87"/>
                </a:cubicBezTo>
                <a:cubicBezTo>
                  <a:pt x="1387" y="86"/>
                  <a:pt x="1385" y="86"/>
                  <a:pt x="1385" y="85"/>
                </a:cubicBezTo>
                <a:cubicBezTo>
                  <a:pt x="1386" y="83"/>
                  <a:pt x="1400" y="96"/>
                  <a:pt x="1391" y="94"/>
                </a:cubicBezTo>
                <a:cubicBezTo>
                  <a:pt x="1391" y="94"/>
                  <a:pt x="1391" y="93"/>
                  <a:pt x="1391" y="93"/>
                </a:cubicBezTo>
                <a:cubicBezTo>
                  <a:pt x="1387" y="93"/>
                  <a:pt x="1391" y="98"/>
                  <a:pt x="1396" y="97"/>
                </a:cubicBezTo>
                <a:cubicBezTo>
                  <a:pt x="1397" y="98"/>
                  <a:pt x="1398" y="107"/>
                  <a:pt x="1398" y="108"/>
                </a:cubicBezTo>
                <a:cubicBezTo>
                  <a:pt x="1397" y="109"/>
                  <a:pt x="1390" y="120"/>
                  <a:pt x="1390" y="121"/>
                </a:cubicBezTo>
                <a:cubicBezTo>
                  <a:pt x="1390" y="121"/>
                  <a:pt x="1391" y="121"/>
                  <a:pt x="1392" y="121"/>
                </a:cubicBezTo>
                <a:cubicBezTo>
                  <a:pt x="1393" y="128"/>
                  <a:pt x="1387" y="133"/>
                  <a:pt x="1386" y="139"/>
                </a:cubicBezTo>
                <a:cubicBezTo>
                  <a:pt x="1385" y="142"/>
                  <a:pt x="1384" y="153"/>
                  <a:pt x="1389" y="149"/>
                </a:cubicBezTo>
                <a:cubicBezTo>
                  <a:pt x="1390" y="147"/>
                  <a:pt x="1387" y="145"/>
                  <a:pt x="1387" y="143"/>
                </a:cubicBezTo>
                <a:cubicBezTo>
                  <a:pt x="1388" y="141"/>
                  <a:pt x="1393" y="139"/>
                  <a:pt x="1395" y="139"/>
                </a:cubicBezTo>
                <a:cubicBezTo>
                  <a:pt x="1396" y="136"/>
                  <a:pt x="1399" y="135"/>
                  <a:pt x="1400" y="132"/>
                </a:cubicBezTo>
                <a:cubicBezTo>
                  <a:pt x="1401" y="131"/>
                  <a:pt x="1400" y="128"/>
                  <a:pt x="1401" y="127"/>
                </a:cubicBezTo>
                <a:cubicBezTo>
                  <a:pt x="1400" y="128"/>
                  <a:pt x="1392" y="132"/>
                  <a:pt x="1395" y="125"/>
                </a:cubicBezTo>
                <a:cubicBezTo>
                  <a:pt x="1396" y="122"/>
                  <a:pt x="1397" y="125"/>
                  <a:pt x="1398" y="124"/>
                </a:cubicBezTo>
                <a:cubicBezTo>
                  <a:pt x="1399" y="125"/>
                  <a:pt x="1399" y="125"/>
                  <a:pt x="1400" y="124"/>
                </a:cubicBezTo>
                <a:cubicBezTo>
                  <a:pt x="1401" y="124"/>
                  <a:pt x="1401" y="123"/>
                  <a:pt x="1401" y="122"/>
                </a:cubicBezTo>
                <a:cubicBezTo>
                  <a:pt x="1402" y="122"/>
                  <a:pt x="1403" y="126"/>
                  <a:pt x="1405" y="127"/>
                </a:cubicBezTo>
                <a:cubicBezTo>
                  <a:pt x="1407" y="128"/>
                  <a:pt x="1411" y="126"/>
                  <a:pt x="1409" y="123"/>
                </a:cubicBezTo>
                <a:cubicBezTo>
                  <a:pt x="1412" y="120"/>
                  <a:pt x="1413" y="126"/>
                  <a:pt x="1414" y="127"/>
                </a:cubicBezTo>
                <a:cubicBezTo>
                  <a:pt x="1417" y="131"/>
                  <a:pt x="1415" y="129"/>
                  <a:pt x="1418" y="128"/>
                </a:cubicBezTo>
                <a:cubicBezTo>
                  <a:pt x="1416" y="129"/>
                  <a:pt x="1418" y="124"/>
                  <a:pt x="1418" y="124"/>
                </a:cubicBezTo>
                <a:cubicBezTo>
                  <a:pt x="1419" y="123"/>
                  <a:pt x="1431" y="120"/>
                  <a:pt x="1433" y="120"/>
                </a:cubicBezTo>
                <a:cubicBezTo>
                  <a:pt x="1439" y="121"/>
                  <a:pt x="1437" y="126"/>
                  <a:pt x="1446" y="127"/>
                </a:cubicBezTo>
                <a:cubicBezTo>
                  <a:pt x="1452" y="127"/>
                  <a:pt x="1458" y="122"/>
                  <a:pt x="1463" y="123"/>
                </a:cubicBezTo>
                <a:cubicBezTo>
                  <a:pt x="1463" y="123"/>
                  <a:pt x="1463" y="123"/>
                  <a:pt x="1464" y="123"/>
                </a:cubicBezTo>
                <a:cubicBezTo>
                  <a:pt x="1466" y="124"/>
                  <a:pt x="1461" y="117"/>
                  <a:pt x="1461" y="117"/>
                </a:cubicBezTo>
                <a:cubicBezTo>
                  <a:pt x="1458" y="110"/>
                  <a:pt x="1460" y="114"/>
                  <a:pt x="1462" y="110"/>
                </a:cubicBezTo>
                <a:cubicBezTo>
                  <a:pt x="1464" y="110"/>
                  <a:pt x="1469" y="109"/>
                  <a:pt x="1471" y="110"/>
                </a:cubicBezTo>
                <a:cubicBezTo>
                  <a:pt x="1471" y="111"/>
                  <a:pt x="1471" y="112"/>
                  <a:pt x="1471" y="113"/>
                </a:cubicBezTo>
                <a:cubicBezTo>
                  <a:pt x="1472" y="113"/>
                  <a:pt x="1482" y="106"/>
                  <a:pt x="1483" y="112"/>
                </a:cubicBezTo>
                <a:cubicBezTo>
                  <a:pt x="1489" y="112"/>
                  <a:pt x="1492" y="117"/>
                  <a:pt x="1492" y="122"/>
                </a:cubicBezTo>
                <a:cubicBezTo>
                  <a:pt x="1496" y="122"/>
                  <a:pt x="1501" y="126"/>
                  <a:pt x="1499" y="129"/>
                </a:cubicBezTo>
                <a:cubicBezTo>
                  <a:pt x="1499" y="129"/>
                  <a:pt x="1495" y="129"/>
                  <a:pt x="1495" y="130"/>
                </a:cubicBezTo>
                <a:cubicBezTo>
                  <a:pt x="1495" y="130"/>
                  <a:pt x="1512" y="140"/>
                  <a:pt x="1513" y="140"/>
                </a:cubicBezTo>
                <a:cubicBezTo>
                  <a:pt x="1519" y="144"/>
                  <a:pt x="1520" y="143"/>
                  <a:pt x="1518" y="136"/>
                </a:cubicBezTo>
                <a:cubicBezTo>
                  <a:pt x="1518" y="133"/>
                  <a:pt x="1516" y="127"/>
                  <a:pt x="1514" y="124"/>
                </a:cubicBezTo>
                <a:cubicBezTo>
                  <a:pt x="1514" y="124"/>
                  <a:pt x="1515" y="124"/>
                  <a:pt x="1515" y="125"/>
                </a:cubicBezTo>
                <a:cubicBezTo>
                  <a:pt x="1517" y="128"/>
                  <a:pt x="1527" y="132"/>
                  <a:pt x="1531" y="129"/>
                </a:cubicBezTo>
                <a:cubicBezTo>
                  <a:pt x="1532" y="128"/>
                  <a:pt x="1530" y="125"/>
                  <a:pt x="1532" y="124"/>
                </a:cubicBezTo>
                <a:cubicBezTo>
                  <a:pt x="1535" y="121"/>
                  <a:pt x="1537" y="124"/>
                  <a:pt x="1539" y="125"/>
                </a:cubicBezTo>
                <a:cubicBezTo>
                  <a:pt x="1540" y="125"/>
                  <a:pt x="1548" y="130"/>
                  <a:pt x="1548" y="126"/>
                </a:cubicBezTo>
                <a:cubicBezTo>
                  <a:pt x="1548" y="122"/>
                  <a:pt x="1540" y="124"/>
                  <a:pt x="1546" y="119"/>
                </a:cubicBezTo>
                <a:cubicBezTo>
                  <a:pt x="1547" y="119"/>
                  <a:pt x="1551" y="124"/>
                  <a:pt x="1551" y="118"/>
                </a:cubicBezTo>
                <a:cubicBezTo>
                  <a:pt x="1552" y="118"/>
                  <a:pt x="1547" y="114"/>
                  <a:pt x="1547" y="113"/>
                </a:cubicBezTo>
                <a:cubicBezTo>
                  <a:pt x="1546" y="112"/>
                  <a:pt x="1548" y="108"/>
                  <a:pt x="1547" y="108"/>
                </a:cubicBezTo>
                <a:cubicBezTo>
                  <a:pt x="1545" y="105"/>
                  <a:pt x="1542" y="114"/>
                  <a:pt x="1543" y="105"/>
                </a:cubicBezTo>
                <a:cubicBezTo>
                  <a:pt x="1543" y="102"/>
                  <a:pt x="1547" y="105"/>
                  <a:pt x="1545" y="101"/>
                </a:cubicBezTo>
                <a:cubicBezTo>
                  <a:pt x="1544" y="100"/>
                  <a:pt x="1541" y="101"/>
                  <a:pt x="1540" y="99"/>
                </a:cubicBezTo>
                <a:cubicBezTo>
                  <a:pt x="1540" y="96"/>
                  <a:pt x="1556" y="98"/>
                  <a:pt x="1558" y="98"/>
                </a:cubicBezTo>
                <a:cubicBezTo>
                  <a:pt x="1560" y="97"/>
                  <a:pt x="1571" y="93"/>
                  <a:pt x="1573" y="96"/>
                </a:cubicBezTo>
                <a:cubicBezTo>
                  <a:pt x="1573" y="97"/>
                  <a:pt x="1558" y="100"/>
                  <a:pt x="1566" y="103"/>
                </a:cubicBezTo>
                <a:cubicBezTo>
                  <a:pt x="1567" y="103"/>
                  <a:pt x="1570" y="98"/>
                  <a:pt x="1572" y="99"/>
                </a:cubicBezTo>
                <a:cubicBezTo>
                  <a:pt x="1573" y="100"/>
                  <a:pt x="1575" y="102"/>
                  <a:pt x="1573" y="103"/>
                </a:cubicBezTo>
                <a:cubicBezTo>
                  <a:pt x="1576" y="104"/>
                  <a:pt x="1575" y="97"/>
                  <a:pt x="1576" y="96"/>
                </a:cubicBezTo>
                <a:cubicBezTo>
                  <a:pt x="1578" y="93"/>
                  <a:pt x="1590" y="92"/>
                  <a:pt x="1592" y="96"/>
                </a:cubicBezTo>
                <a:cubicBezTo>
                  <a:pt x="1593" y="98"/>
                  <a:pt x="1589" y="99"/>
                  <a:pt x="1590" y="103"/>
                </a:cubicBezTo>
                <a:cubicBezTo>
                  <a:pt x="1590" y="103"/>
                  <a:pt x="1594" y="101"/>
                  <a:pt x="1594" y="101"/>
                </a:cubicBezTo>
                <a:cubicBezTo>
                  <a:pt x="1595" y="101"/>
                  <a:pt x="1596" y="106"/>
                  <a:pt x="1597" y="106"/>
                </a:cubicBezTo>
                <a:cubicBezTo>
                  <a:pt x="1597" y="105"/>
                  <a:pt x="1598" y="104"/>
                  <a:pt x="1598" y="103"/>
                </a:cubicBezTo>
                <a:cubicBezTo>
                  <a:pt x="1600" y="100"/>
                  <a:pt x="1600" y="107"/>
                  <a:pt x="1600" y="107"/>
                </a:cubicBezTo>
                <a:cubicBezTo>
                  <a:pt x="1603" y="107"/>
                  <a:pt x="1602" y="104"/>
                  <a:pt x="1603" y="104"/>
                </a:cubicBezTo>
                <a:cubicBezTo>
                  <a:pt x="1606" y="102"/>
                  <a:pt x="1603" y="103"/>
                  <a:pt x="1607" y="104"/>
                </a:cubicBezTo>
                <a:cubicBezTo>
                  <a:pt x="1608" y="105"/>
                  <a:pt x="1612" y="105"/>
                  <a:pt x="1612" y="107"/>
                </a:cubicBezTo>
                <a:cubicBezTo>
                  <a:pt x="1613" y="109"/>
                  <a:pt x="1609" y="109"/>
                  <a:pt x="1609" y="111"/>
                </a:cubicBezTo>
                <a:cubicBezTo>
                  <a:pt x="1609" y="111"/>
                  <a:pt x="1616" y="110"/>
                  <a:pt x="1616" y="110"/>
                </a:cubicBezTo>
                <a:cubicBezTo>
                  <a:pt x="1619" y="109"/>
                  <a:pt x="1620" y="108"/>
                  <a:pt x="1622" y="107"/>
                </a:cubicBezTo>
                <a:cubicBezTo>
                  <a:pt x="1624" y="105"/>
                  <a:pt x="1627" y="103"/>
                  <a:pt x="1630" y="102"/>
                </a:cubicBezTo>
                <a:cubicBezTo>
                  <a:pt x="1635" y="99"/>
                  <a:pt x="1642" y="96"/>
                  <a:pt x="1648" y="99"/>
                </a:cubicBezTo>
                <a:cubicBezTo>
                  <a:pt x="1653" y="102"/>
                  <a:pt x="1662" y="111"/>
                  <a:pt x="1657" y="117"/>
                </a:cubicBezTo>
                <a:cubicBezTo>
                  <a:pt x="1662" y="117"/>
                  <a:pt x="1663" y="112"/>
                  <a:pt x="1667" y="116"/>
                </a:cubicBezTo>
                <a:cubicBezTo>
                  <a:pt x="1667" y="115"/>
                  <a:pt x="1667" y="115"/>
                  <a:pt x="1667" y="114"/>
                </a:cubicBezTo>
                <a:cubicBezTo>
                  <a:pt x="1669" y="114"/>
                  <a:pt x="1672" y="121"/>
                  <a:pt x="1673" y="121"/>
                </a:cubicBezTo>
                <a:cubicBezTo>
                  <a:pt x="1675" y="120"/>
                  <a:pt x="1672" y="118"/>
                  <a:pt x="1672" y="117"/>
                </a:cubicBezTo>
                <a:cubicBezTo>
                  <a:pt x="1675" y="118"/>
                  <a:pt x="1674" y="120"/>
                  <a:pt x="1676" y="121"/>
                </a:cubicBezTo>
                <a:cubicBezTo>
                  <a:pt x="1677" y="121"/>
                  <a:pt x="1674" y="114"/>
                  <a:pt x="1675" y="113"/>
                </a:cubicBezTo>
                <a:cubicBezTo>
                  <a:pt x="1675" y="111"/>
                  <a:pt x="1678" y="107"/>
                  <a:pt x="1681" y="106"/>
                </a:cubicBezTo>
                <a:cubicBezTo>
                  <a:pt x="1684" y="105"/>
                  <a:pt x="1692" y="108"/>
                  <a:pt x="1695" y="106"/>
                </a:cubicBezTo>
                <a:cubicBezTo>
                  <a:pt x="1701" y="102"/>
                  <a:pt x="1695" y="97"/>
                  <a:pt x="1702" y="101"/>
                </a:cubicBezTo>
                <a:cubicBezTo>
                  <a:pt x="1703" y="102"/>
                  <a:pt x="1704" y="104"/>
                  <a:pt x="1705" y="104"/>
                </a:cubicBezTo>
                <a:cubicBezTo>
                  <a:pt x="1707" y="106"/>
                  <a:pt x="1709" y="106"/>
                  <a:pt x="1712" y="106"/>
                </a:cubicBezTo>
                <a:cubicBezTo>
                  <a:pt x="1719" y="116"/>
                  <a:pt x="1724" y="105"/>
                  <a:pt x="1719" y="103"/>
                </a:cubicBezTo>
                <a:cubicBezTo>
                  <a:pt x="1718" y="99"/>
                  <a:pt x="1715" y="100"/>
                  <a:pt x="1712" y="98"/>
                </a:cubicBezTo>
                <a:cubicBezTo>
                  <a:pt x="1711" y="96"/>
                  <a:pt x="1710" y="95"/>
                  <a:pt x="1710" y="92"/>
                </a:cubicBezTo>
                <a:cubicBezTo>
                  <a:pt x="1709" y="88"/>
                  <a:pt x="1706" y="91"/>
                  <a:pt x="1709" y="88"/>
                </a:cubicBezTo>
                <a:cubicBezTo>
                  <a:pt x="1709" y="89"/>
                  <a:pt x="1716" y="88"/>
                  <a:pt x="1717" y="88"/>
                </a:cubicBezTo>
                <a:cubicBezTo>
                  <a:pt x="1720" y="87"/>
                  <a:pt x="1737" y="80"/>
                  <a:pt x="1740" y="84"/>
                </a:cubicBezTo>
                <a:cubicBezTo>
                  <a:pt x="1744" y="85"/>
                  <a:pt x="1758" y="83"/>
                  <a:pt x="1760" y="88"/>
                </a:cubicBezTo>
                <a:cubicBezTo>
                  <a:pt x="1759" y="88"/>
                  <a:pt x="1757" y="87"/>
                  <a:pt x="1757" y="89"/>
                </a:cubicBezTo>
                <a:cubicBezTo>
                  <a:pt x="1761" y="91"/>
                  <a:pt x="1765" y="88"/>
                  <a:pt x="1769" y="88"/>
                </a:cubicBezTo>
                <a:cubicBezTo>
                  <a:pt x="1774" y="88"/>
                  <a:pt x="1779" y="89"/>
                  <a:pt x="1784" y="90"/>
                </a:cubicBezTo>
                <a:cubicBezTo>
                  <a:pt x="1787" y="91"/>
                  <a:pt x="1792" y="91"/>
                  <a:pt x="1795" y="92"/>
                </a:cubicBezTo>
                <a:cubicBezTo>
                  <a:pt x="1800" y="94"/>
                  <a:pt x="1801" y="98"/>
                  <a:pt x="1804" y="101"/>
                </a:cubicBezTo>
                <a:cubicBezTo>
                  <a:pt x="1806" y="102"/>
                  <a:pt x="1810" y="107"/>
                  <a:pt x="1812" y="105"/>
                </a:cubicBezTo>
                <a:cubicBezTo>
                  <a:pt x="1815" y="102"/>
                  <a:pt x="1810" y="102"/>
                  <a:pt x="1810" y="101"/>
                </a:cubicBezTo>
                <a:cubicBezTo>
                  <a:pt x="1810" y="101"/>
                  <a:pt x="1805" y="96"/>
                  <a:pt x="1805" y="96"/>
                </a:cubicBezTo>
                <a:cubicBezTo>
                  <a:pt x="1803" y="90"/>
                  <a:pt x="1806" y="94"/>
                  <a:pt x="1808" y="93"/>
                </a:cubicBezTo>
                <a:cubicBezTo>
                  <a:pt x="1810" y="92"/>
                  <a:pt x="1810" y="86"/>
                  <a:pt x="1815" y="88"/>
                </a:cubicBezTo>
                <a:cubicBezTo>
                  <a:pt x="1816" y="90"/>
                  <a:pt x="1820" y="90"/>
                  <a:pt x="1821" y="90"/>
                </a:cubicBezTo>
                <a:cubicBezTo>
                  <a:pt x="1821" y="90"/>
                  <a:pt x="1825" y="90"/>
                  <a:pt x="1825" y="90"/>
                </a:cubicBezTo>
                <a:cubicBezTo>
                  <a:pt x="1828" y="92"/>
                  <a:pt x="1828" y="94"/>
                  <a:pt x="1828" y="98"/>
                </a:cubicBezTo>
                <a:cubicBezTo>
                  <a:pt x="1828" y="99"/>
                  <a:pt x="1830" y="99"/>
                  <a:pt x="1830" y="101"/>
                </a:cubicBezTo>
                <a:cubicBezTo>
                  <a:pt x="1830" y="102"/>
                  <a:pt x="1828" y="101"/>
                  <a:pt x="1827" y="102"/>
                </a:cubicBezTo>
                <a:cubicBezTo>
                  <a:pt x="1827" y="105"/>
                  <a:pt x="1828" y="104"/>
                  <a:pt x="1827" y="107"/>
                </a:cubicBezTo>
                <a:cubicBezTo>
                  <a:pt x="1826" y="107"/>
                  <a:pt x="1822" y="107"/>
                  <a:pt x="1822" y="108"/>
                </a:cubicBezTo>
                <a:cubicBezTo>
                  <a:pt x="1822" y="105"/>
                  <a:pt x="1830" y="114"/>
                  <a:pt x="1826" y="113"/>
                </a:cubicBezTo>
                <a:cubicBezTo>
                  <a:pt x="1828" y="114"/>
                  <a:pt x="1830" y="111"/>
                  <a:pt x="1831" y="114"/>
                </a:cubicBezTo>
                <a:cubicBezTo>
                  <a:pt x="1832" y="116"/>
                  <a:pt x="1830" y="118"/>
                  <a:pt x="1831" y="120"/>
                </a:cubicBezTo>
                <a:cubicBezTo>
                  <a:pt x="1832" y="122"/>
                  <a:pt x="1837" y="122"/>
                  <a:pt x="1837" y="123"/>
                </a:cubicBezTo>
                <a:cubicBezTo>
                  <a:pt x="1838" y="124"/>
                  <a:pt x="1837" y="121"/>
                  <a:pt x="1837" y="123"/>
                </a:cubicBezTo>
                <a:close/>
                <a:moveTo>
                  <a:pt x="1225" y="526"/>
                </a:moveTo>
                <a:cubicBezTo>
                  <a:pt x="1230" y="525"/>
                  <a:pt x="1222" y="511"/>
                  <a:pt x="1220" y="508"/>
                </a:cubicBezTo>
                <a:cubicBezTo>
                  <a:pt x="1219" y="507"/>
                  <a:pt x="1221" y="505"/>
                  <a:pt x="1222" y="506"/>
                </a:cubicBezTo>
                <a:cubicBezTo>
                  <a:pt x="1222" y="505"/>
                  <a:pt x="1222" y="504"/>
                  <a:pt x="1221" y="504"/>
                </a:cubicBezTo>
                <a:cubicBezTo>
                  <a:pt x="1220" y="503"/>
                  <a:pt x="1218" y="503"/>
                  <a:pt x="1217" y="502"/>
                </a:cubicBezTo>
                <a:cubicBezTo>
                  <a:pt x="1216" y="500"/>
                  <a:pt x="1213" y="483"/>
                  <a:pt x="1211" y="483"/>
                </a:cubicBezTo>
                <a:cubicBezTo>
                  <a:pt x="1212" y="479"/>
                  <a:pt x="1206" y="480"/>
                  <a:pt x="1204" y="479"/>
                </a:cubicBezTo>
                <a:cubicBezTo>
                  <a:pt x="1203" y="478"/>
                  <a:pt x="1203" y="475"/>
                  <a:pt x="1203" y="474"/>
                </a:cubicBezTo>
                <a:cubicBezTo>
                  <a:pt x="1201" y="472"/>
                  <a:pt x="1198" y="471"/>
                  <a:pt x="1196" y="470"/>
                </a:cubicBezTo>
                <a:cubicBezTo>
                  <a:pt x="1196" y="467"/>
                  <a:pt x="1200" y="469"/>
                  <a:pt x="1201" y="468"/>
                </a:cubicBezTo>
                <a:cubicBezTo>
                  <a:pt x="1203" y="466"/>
                  <a:pt x="1201" y="465"/>
                  <a:pt x="1202" y="464"/>
                </a:cubicBezTo>
                <a:cubicBezTo>
                  <a:pt x="1205" y="460"/>
                  <a:pt x="1207" y="461"/>
                  <a:pt x="1212" y="461"/>
                </a:cubicBezTo>
                <a:cubicBezTo>
                  <a:pt x="1213" y="458"/>
                  <a:pt x="1210" y="452"/>
                  <a:pt x="1209" y="450"/>
                </a:cubicBezTo>
                <a:cubicBezTo>
                  <a:pt x="1203" y="450"/>
                  <a:pt x="1201" y="448"/>
                  <a:pt x="1195" y="451"/>
                </a:cubicBezTo>
                <a:cubicBezTo>
                  <a:pt x="1191" y="452"/>
                  <a:pt x="1189" y="454"/>
                  <a:pt x="1186" y="457"/>
                </a:cubicBezTo>
                <a:cubicBezTo>
                  <a:pt x="1184" y="458"/>
                  <a:pt x="1172" y="468"/>
                  <a:pt x="1179" y="470"/>
                </a:cubicBezTo>
                <a:cubicBezTo>
                  <a:pt x="1180" y="474"/>
                  <a:pt x="1185" y="482"/>
                  <a:pt x="1187" y="485"/>
                </a:cubicBezTo>
                <a:cubicBezTo>
                  <a:pt x="1189" y="488"/>
                  <a:pt x="1202" y="496"/>
                  <a:pt x="1201" y="500"/>
                </a:cubicBezTo>
                <a:cubicBezTo>
                  <a:pt x="1199" y="502"/>
                  <a:pt x="1199" y="502"/>
                  <a:pt x="1197" y="504"/>
                </a:cubicBezTo>
                <a:cubicBezTo>
                  <a:pt x="1196" y="505"/>
                  <a:pt x="1197" y="511"/>
                  <a:pt x="1195" y="509"/>
                </a:cubicBezTo>
                <a:cubicBezTo>
                  <a:pt x="1195" y="519"/>
                  <a:pt x="1196" y="520"/>
                  <a:pt x="1205" y="523"/>
                </a:cubicBezTo>
                <a:cubicBezTo>
                  <a:pt x="1210" y="526"/>
                  <a:pt x="1219" y="528"/>
                  <a:pt x="1225" y="526"/>
                </a:cubicBezTo>
                <a:cubicBezTo>
                  <a:pt x="1227" y="526"/>
                  <a:pt x="1223" y="527"/>
                  <a:pt x="1225" y="526"/>
                </a:cubicBezTo>
                <a:close/>
                <a:moveTo>
                  <a:pt x="1257" y="452"/>
                </a:moveTo>
                <a:cubicBezTo>
                  <a:pt x="1257" y="451"/>
                  <a:pt x="1257" y="451"/>
                  <a:pt x="1258" y="450"/>
                </a:cubicBezTo>
                <a:cubicBezTo>
                  <a:pt x="1257" y="450"/>
                  <a:pt x="1252" y="450"/>
                  <a:pt x="1252" y="451"/>
                </a:cubicBezTo>
                <a:cubicBezTo>
                  <a:pt x="1252" y="451"/>
                  <a:pt x="1253" y="452"/>
                  <a:pt x="1254" y="452"/>
                </a:cubicBezTo>
                <a:cubicBezTo>
                  <a:pt x="1255" y="454"/>
                  <a:pt x="1249" y="455"/>
                  <a:pt x="1248" y="454"/>
                </a:cubicBezTo>
                <a:cubicBezTo>
                  <a:pt x="1247" y="454"/>
                  <a:pt x="1244" y="458"/>
                  <a:pt x="1244" y="459"/>
                </a:cubicBezTo>
                <a:cubicBezTo>
                  <a:pt x="1244" y="459"/>
                  <a:pt x="1244" y="459"/>
                  <a:pt x="1244" y="459"/>
                </a:cubicBezTo>
                <a:cubicBezTo>
                  <a:pt x="1242" y="464"/>
                  <a:pt x="1244" y="465"/>
                  <a:pt x="1247" y="467"/>
                </a:cubicBezTo>
                <a:cubicBezTo>
                  <a:pt x="1247" y="466"/>
                  <a:pt x="1253" y="468"/>
                  <a:pt x="1253" y="468"/>
                </a:cubicBezTo>
                <a:cubicBezTo>
                  <a:pt x="1258" y="466"/>
                  <a:pt x="1256" y="456"/>
                  <a:pt x="1257" y="452"/>
                </a:cubicBezTo>
                <a:cubicBezTo>
                  <a:pt x="1258" y="450"/>
                  <a:pt x="1257" y="453"/>
                  <a:pt x="1257" y="452"/>
                </a:cubicBezTo>
                <a:close/>
                <a:moveTo>
                  <a:pt x="1508" y="367"/>
                </a:moveTo>
                <a:cubicBezTo>
                  <a:pt x="1507" y="363"/>
                  <a:pt x="1506" y="356"/>
                  <a:pt x="1504" y="352"/>
                </a:cubicBezTo>
                <a:cubicBezTo>
                  <a:pt x="1503" y="349"/>
                  <a:pt x="1502" y="346"/>
                  <a:pt x="1500" y="349"/>
                </a:cubicBezTo>
                <a:cubicBezTo>
                  <a:pt x="1499" y="350"/>
                  <a:pt x="1501" y="359"/>
                  <a:pt x="1500" y="359"/>
                </a:cubicBezTo>
                <a:cubicBezTo>
                  <a:pt x="1500" y="364"/>
                  <a:pt x="1497" y="369"/>
                  <a:pt x="1496" y="373"/>
                </a:cubicBezTo>
                <a:cubicBezTo>
                  <a:pt x="1495" y="374"/>
                  <a:pt x="1495" y="374"/>
                  <a:pt x="1495" y="374"/>
                </a:cubicBezTo>
                <a:cubicBezTo>
                  <a:pt x="1495" y="375"/>
                  <a:pt x="1494" y="378"/>
                  <a:pt x="1492" y="380"/>
                </a:cubicBezTo>
                <a:cubicBezTo>
                  <a:pt x="1489" y="384"/>
                  <a:pt x="1490" y="384"/>
                  <a:pt x="1485" y="381"/>
                </a:cubicBezTo>
                <a:cubicBezTo>
                  <a:pt x="1479" y="377"/>
                  <a:pt x="1475" y="369"/>
                  <a:pt x="1472" y="362"/>
                </a:cubicBezTo>
                <a:cubicBezTo>
                  <a:pt x="1470" y="357"/>
                  <a:pt x="1466" y="340"/>
                  <a:pt x="1458" y="343"/>
                </a:cubicBezTo>
                <a:cubicBezTo>
                  <a:pt x="1456" y="344"/>
                  <a:pt x="1454" y="349"/>
                  <a:pt x="1455" y="352"/>
                </a:cubicBezTo>
                <a:cubicBezTo>
                  <a:pt x="1456" y="356"/>
                  <a:pt x="1455" y="353"/>
                  <a:pt x="1457" y="355"/>
                </a:cubicBezTo>
                <a:cubicBezTo>
                  <a:pt x="1457" y="355"/>
                  <a:pt x="1460" y="354"/>
                  <a:pt x="1460" y="355"/>
                </a:cubicBezTo>
                <a:cubicBezTo>
                  <a:pt x="1461" y="355"/>
                  <a:pt x="1460" y="360"/>
                  <a:pt x="1459" y="361"/>
                </a:cubicBezTo>
                <a:cubicBezTo>
                  <a:pt x="1468" y="363"/>
                  <a:pt x="1458" y="348"/>
                  <a:pt x="1460" y="346"/>
                </a:cubicBezTo>
                <a:cubicBezTo>
                  <a:pt x="1465" y="343"/>
                  <a:pt x="1471" y="367"/>
                  <a:pt x="1472" y="369"/>
                </a:cubicBezTo>
                <a:cubicBezTo>
                  <a:pt x="1475" y="376"/>
                  <a:pt x="1482" y="377"/>
                  <a:pt x="1485" y="383"/>
                </a:cubicBezTo>
                <a:cubicBezTo>
                  <a:pt x="1487" y="387"/>
                  <a:pt x="1483" y="390"/>
                  <a:pt x="1489" y="389"/>
                </a:cubicBezTo>
                <a:cubicBezTo>
                  <a:pt x="1494" y="389"/>
                  <a:pt x="1493" y="384"/>
                  <a:pt x="1496" y="382"/>
                </a:cubicBezTo>
                <a:cubicBezTo>
                  <a:pt x="1499" y="378"/>
                  <a:pt x="1503" y="374"/>
                  <a:pt x="1506" y="370"/>
                </a:cubicBezTo>
                <a:cubicBezTo>
                  <a:pt x="1506" y="369"/>
                  <a:pt x="1505" y="368"/>
                  <a:pt x="1504" y="368"/>
                </a:cubicBezTo>
                <a:cubicBezTo>
                  <a:pt x="1504" y="367"/>
                  <a:pt x="1504" y="365"/>
                  <a:pt x="1505" y="365"/>
                </a:cubicBezTo>
                <a:cubicBezTo>
                  <a:pt x="1507" y="364"/>
                  <a:pt x="1506" y="367"/>
                  <a:pt x="1508" y="367"/>
                </a:cubicBez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5256" name="Group 5255">
            <a:extLst>
              <a:ext uri="{FF2B5EF4-FFF2-40B4-BE49-F238E27FC236}">
                <a16:creationId xmlns:a16="http://schemas.microsoft.com/office/drawing/2014/main" id="{02683B57-0450-4A27-B455-C97354322577}"/>
              </a:ext>
            </a:extLst>
          </p:cNvPr>
          <p:cNvGrpSpPr/>
          <p:nvPr/>
        </p:nvGrpSpPr>
        <p:grpSpPr>
          <a:xfrm>
            <a:off x="6934201" y="1633588"/>
            <a:ext cx="2178050" cy="2220913"/>
            <a:chOff x="6934201" y="1582738"/>
            <a:chExt cx="2178050" cy="2220913"/>
          </a:xfrm>
          <a:effectLst>
            <a:outerShdw blurRad="165100" dist="88900" dir="2700000" algn="tl" rotWithShape="0">
              <a:prstClr val="black">
                <a:alpha val="22000"/>
              </a:prstClr>
            </a:outerShdw>
          </a:effectLst>
        </p:grpSpPr>
        <p:sp>
          <p:nvSpPr>
            <p:cNvPr id="5198" name="Freeform 107">
              <a:extLst>
                <a:ext uri="{FF2B5EF4-FFF2-40B4-BE49-F238E27FC236}">
                  <a16:creationId xmlns:a16="http://schemas.microsoft.com/office/drawing/2014/main" id="{B7080316-511B-4B09-87D5-B3A4C8E9A218}"/>
                </a:ext>
              </a:extLst>
            </p:cNvPr>
            <p:cNvSpPr>
              <a:spLocks/>
            </p:cNvSpPr>
            <p:nvPr/>
          </p:nvSpPr>
          <p:spPr bwMode="auto">
            <a:xfrm>
              <a:off x="6934201" y="1582738"/>
              <a:ext cx="2178050" cy="2220913"/>
            </a:xfrm>
            <a:custGeom>
              <a:avLst/>
              <a:gdLst>
                <a:gd name="T0" fmla="*/ 473 w 578"/>
                <a:gd name="T1" fmla="*/ 105 h 589"/>
                <a:gd name="T2" fmla="*/ 101 w 578"/>
                <a:gd name="T3" fmla="*/ 97 h 589"/>
                <a:gd name="T4" fmla="*/ 109 w 578"/>
                <a:gd name="T5" fmla="*/ 105 h 589"/>
                <a:gd name="T6" fmla="*/ 141 w 578"/>
                <a:gd name="T7" fmla="*/ 144 h 589"/>
                <a:gd name="T8" fmla="*/ 430 w 578"/>
                <a:gd name="T9" fmla="*/ 148 h 589"/>
                <a:gd name="T10" fmla="*/ 430 w 578"/>
                <a:gd name="T11" fmla="*/ 441 h 589"/>
                <a:gd name="T12" fmla="*/ 141 w 578"/>
                <a:gd name="T13" fmla="*/ 446 h 589"/>
                <a:gd name="T14" fmla="*/ 137 w 578"/>
                <a:gd name="T15" fmla="*/ 441 h 589"/>
                <a:gd name="T16" fmla="*/ 101 w 578"/>
                <a:gd name="T17" fmla="*/ 394 h 589"/>
                <a:gd name="T18" fmla="*/ 101 w 578"/>
                <a:gd name="T19" fmla="*/ 195 h 589"/>
                <a:gd name="T20" fmla="*/ 66 w 578"/>
                <a:gd name="T21" fmla="*/ 148 h 589"/>
                <a:gd name="T22" fmla="*/ 61 w 578"/>
                <a:gd name="T23" fmla="*/ 144 h 589"/>
                <a:gd name="T24" fmla="*/ 61 w 578"/>
                <a:gd name="T25" fmla="*/ 446 h 589"/>
                <a:gd name="T26" fmla="*/ 94 w 578"/>
                <a:gd name="T27" fmla="*/ 484 h 589"/>
                <a:gd name="T28" fmla="*/ 101 w 578"/>
                <a:gd name="T29" fmla="*/ 492 h 589"/>
                <a:gd name="T30" fmla="*/ 473 w 578"/>
                <a:gd name="T31" fmla="*/ 484 h 589"/>
                <a:gd name="T32" fmla="*/ 473 w 578"/>
                <a:gd name="T33" fmla="*/ 105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8" h="589">
                  <a:moveTo>
                    <a:pt x="473" y="105"/>
                  </a:moveTo>
                  <a:cubicBezTo>
                    <a:pt x="371" y="2"/>
                    <a:pt x="206" y="0"/>
                    <a:pt x="101" y="97"/>
                  </a:cubicBezTo>
                  <a:cubicBezTo>
                    <a:pt x="104" y="100"/>
                    <a:pt x="106" y="102"/>
                    <a:pt x="109" y="105"/>
                  </a:cubicBezTo>
                  <a:cubicBezTo>
                    <a:pt x="121" y="117"/>
                    <a:pt x="132" y="130"/>
                    <a:pt x="141" y="144"/>
                  </a:cubicBezTo>
                  <a:cubicBezTo>
                    <a:pt x="222" y="67"/>
                    <a:pt x="351" y="68"/>
                    <a:pt x="430" y="148"/>
                  </a:cubicBezTo>
                  <a:cubicBezTo>
                    <a:pt x="511" y="229"/>
                    <a:pt x="511" y="360"/>
                    <a:pt x="430" y="441"/>
                  </a:cubicBezTo>
                  <a:cubicBezTo>
                    <a:pt x="351" y="521"/>
                    <a:pt x="222" y="522"/>
                    <a:pt x="141" y="446"/>
                  </a:cubicBezTo>
                  <a:cubicBezTo>
                    <a:pt x="140" y="444"/>
                    <a:pt x="138" y="443"/>
                    <a:pt x="137" y="441"/>
                  </a:cubicBezTo>
                  <a:cubicBezTo>
                    <a:pt x="122" y="427"/>
                    <a:pt x="110" y="411"/>
                    <a:pt x="101" y="394"/>
                  </a:cubicBezTo>
                  <a:cubicBezTo>
                    <a:pt x="68" y="332"/>
                    <a:pt x="68" y="257"/>
                    <a:pt x="101" y="195"/>
                  </a:cubicBezTo>
                  <a:cubicBezTo>
                    <a:pt x="92" y="178"/>
                    <a:pt x="80" y="162"/>
                    <a:pt x="66" y="148"/>
                  </a:cubicBezTo>
                  <a:cubicBezTo>
                    <a:pt x="64" y="146"/>
                    <a:pt x="63" y="145"/>
                    <a:pt x="61" y="144"/>
                  </a:cubicBezTo>
                  <a:cubicBezTo>
                    <a:pt x="0" y="234"/>
                    <a:pt x="0" y="355"/>
                    <a:pt x="61" y="446"/>
                  </a:cubicBezTo>
                  <a:cubicBezTo>
                    <a:pt x="71" y="459"/>
                    <a:pt x="81" y="472"/>
                    <a:pt x="94" y="484"/>
                  </a:cubicBezTo>
                  <a:cubicBezTo>
                    <a:pt x="96" y="487"/>
                    <a:pt x="99" y="489"/>
                    <a:pt x="101" y="492"/>
                  </a:cubicBezTo>
                  <a:cubicBezTo>
                    <a:pt x="206" y="589"/>
                    <a:pt x="371" y="587"/>
                    <a:pt x="473" y="484"/>
                  </a:cubicBezTo>
                  <a:cubicBezTo>
                    <a:pt x="578" y="380"/>
                    <a:pt x="578" y="209"/>
                    <a:pt x="473" y="10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199" name="Freeform 108">
              <a:extLst>
                <a:ext uri="{FF2B5EF4-FFF2-40B4-BE49-F238E27FC236}">
                  <a16:creationId xmlns:a16="http://schemas.microsoft.com/office/drawing/2014/main" id="{3E6A8974-8363-45DC-B0F5-02B25D700184}"/>
                </a:ext>
              </a:extLst>
            </p:cNvPr>
            <p:cNvSpPr>
              <a:spLocks/>
            </p:cNvSpPr>
            <p:nvPr/>
          </p:nvSpPr>
          <p:spPr bwMode="auto">
            <a:xfrm>
              <a:off x="7224713" y="2684463"/>
              <a:ext cx="1574800" cy="908050"/>
            </a:xfrm>
            <a:custGeom>
              <a:avLst/>
              <a:gdLst>
                <a:gd name="T0" fmla="*/ 414 w 418"/>
                <a:gd name="T1" fmla="*/ 0 h 241"/>
                <a:gd name="T2" fmla="*/ 353 w 418"/>
                <a:gd name="T3" fmla="*/ 149 h 241"/>
                <a:gd name="T4" fmla="*/ 64 w 418"/>
                <a:gd name="T5" fmla="*/ 154 h 241"/>
                <a:gd name="T6" fmla="*/ 60 w 418"/>
                <a:gd name="T7" fmla="*/ 149 h 241"/>
                <a:gd name="T8" fmla="*/ 24 w 418"/>
                <a:gd name="T9" fmla="*/ 102 h 241"/>
                <a:gd name="T10" fmla="*/ 0 w 418"/>
                <a:gd name="T11" fmla="*/ 17 h 241"/>
                <a:gd name="T12" fmla="*/ 25 w 418"/>
                <a:gd name="T13" fmla="*/ 113 h 241"/>
                <a:gd name="T14" fmla="*/ 60 w 418"/>
                <a:gd name="T15" fmla="*/ 160 h 241"/>
                <a:gd name="T16" fmla="*/ 64 w 418"/>
                <a:gd name="T17" fmla="*/ 164 h 241"/>
                <a:gd name="T18" fmla="*/ 354 w 418"/>
                <a:gd name="T19" fmla="*/ 160 h 241"/>
                <a:gd name="T20" fmla="*/ 414 w 418"/>
                <a:gd name="T21"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241">
                  <a:moveTo>
                    <a:pt x="414" y="0"/>
                  </a:moveTo>
                  <a:cubicBezTo>
                    <a:pt x="415" y="54"/>
                    <a:pt x="395" y="108"/>
                    <a:pt x="353" y="149"/>
                  </a:cubicBezTo>
                  <a:cubicBezTo>
                    <a:pt x="274" y="229"/>
                    <a:pt x="145" y="230"/>
                    <a:pt x="64" y="154"/>
                  </a:cubicBezTo>
                  <a:cubicBezTo>
                    <a:pt x="63" y="152"/>
                    <a:pt x="61" y="151"/>
                    <a:pt x="60" y="149"/>
                  </a:cubicBezTo>
                  <a:cubicBezTo>
                    <a:pt x="45" y="135"/>
                    <a:pt x="33" y="119"/>
                    <a:pt x="24" y="102"/>
                  </a:cubicBezTo>
                  <a:cubicBezTo>
                    <a:pt x="10" y="75"/>
                    <a:pt x="1" y="46"/>
                    <a:pt x="0" y="17"/>
                  </a:cubicBezTo>
                  <a:cubicBezTo>
                    <a:pt x="0" y="50"/>
                    <a:pt x="8" y="83"/>
                    <a:pt x="25" y="113"/>
                  </a:cubicBezTo>
                  <a:cubicBezTo>
                    <a:pt x="34" y="130"/>
                    <a:pt x="46" y="146"/>
                    <a:pt x="60" y="160"/>
                  </a:cubicBezTo>
                  <a:cubicBezTo>
                    <a:pt x="62" y="162"/>
                    <a:pt x="63" y="163"/>
                    <a:pt x="64" y="164"/>
                  </a:cubicBezTo>
                  <a:cubicBezTo>
                    <a:pt x="146" y="241"/>
                    <a:pt x="274" y="240"/>
                    <a:pt x="354" y="160"/>
                  </a:cubicBezTo>
                  <a:cubicBezTo>
                    <a:pt x="398" y="116"/>
                    <a:pt x="418" y="57"/>
                    <a:pt x="414"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5249" name="Group 5248">
              <a:extLst>
                <a:ext uri="{FF2B5EF4-FFF2-40B4-BE49-F238E27FC236}">
                  <a16:creationId xmlns:a16="http://schemas.microsoft.com/office/drawing/2014/main" id="{292DEE57-4CC0-4D85-AEA2-BF362F3631B3}"/>
                </a:ext>
              </a:extLst>
            </p:cNvPr>
            <p:cNvGrpSpPr/>
            <p:nvPr/>
          </p:nvGrpSpPr>
          <p:grpSpPr>
            <a:xfrm>
              <a:off x="6978651" y="1582738"/>
              <a:ext cx="2035175" cy="1173163"/>
              <a:chOff x="6978651" y="1582738"/>
              <a:chExt cx="2035175" cy="1173163"/>
            </a:xfrm>
            <a:solidFill>
              <a:schemeClr val="accent4">
                <a:lumMod val="60000"/>
                <a:lumOff val="40000"/>
              </a:schemeClr>
            </a:solidFill>
          </p:grpSpPr>
          <p:sp>
            <p:nvSpPr>
              <p:cNvPr id="5200" name="Freeform 109">
                <a:extLst>
                  <a:ext uri="{FF2B5EF4-FFF2-40B4-BE49-F238E27FC236}">
                    <a16:creationId xmlns:a16="http://schemas.microsoft.com/office/drawing/2014/main" id="{7CE263B3-F7DA-4251-A56A-DD898A280FE0}"/>
                  </a:ext>
                </a:extLst>
              </p:cNvPr>
              <p:cNvSpPr>
                <a:spLocks/>
              </p:cNvSpPr>
              <p:nvPr/>
            </p:nvSpPr>
            <p:spPr bwMode="auto">
              <a:xfrm>
                <a:off x="7315201" y="1582738"/>
                <a:ext cx="1698625" cy="1090613"/>
              </a:xfrm>
              <a:custGeom>
                <a:avLst/>
                <a:gdLst>
                  <a:gd name="T0" fmla="*/ 373 w 451"/>
                  <a:gd name="T1" fmla="*/ 115 h 289"/>
                  <a:gd name="T2" fmla="*/ 451 w 451"/>
                  <a:gd name="T3" fmla="*/ 289 h 289"/>
                  <a:gd name="T4" fmla="*/ 372 w 451"/>
                  <a:gd name="T5" fmla="*/ 105 h 289"/>
                  <a:gd name="T6" fmla="*/ 0 w 451"/>
                  <a:gd name="T7" fmla="*/ 97 h 289"/>
                  <a:gd name="T8" fmla="*/ 6 w 451"/>
                  <a:gd name="T9" fmla="*/ 103 h 289"/>
                  <a:gd name="T10" fmla="*/ 373 w 451"/>
                  <a:gd name="T11" fmla="*/ 115 h 289"/>
                </a:gdLst>
                <a:ahLst/>
                <a:cxnLst>
                  <a:cxn ang="0">
                    <a:pos x="T0" y="T1"/>
                  </a:cxn>
                  <a:cxn ang="0">
                    <a:pos x="T2" y="T3"/>
                  </a:cxn>
                  <a:cxn ang="0">
                    <a:pos x="T4" y="T5"/>
                  </a:cxn>
                  <a:cxn ang="0">
                    <a:pos x="T6" y="T7"/>
                  </a:cxn>
                  <a:cxn ang="0">
                    <a:pos x="T8" y="T9"/>
                  </a:cxn>
                  <a:cxn ang="0">
                    <a:pos x="T10" y="T11"/>
                  </a:cxn>
                </a:cxnLst>
                <a:rect l="0" t="0" r="r" b="b"/>
                <a:pathLst>
                  <a:path w="451" h="289">
                    <a:moveTo>
                      <a:pt x="373" y="115"/>
                    </a:moveTo>
                    <a:cubicBezTo>
                      <a:pt x="421" y="164"/>
                      <a:pt x="447" y="226"/>
                      <a:pt x="451" y="289"/>
                    </a:cubicBezTo>
                    <a:cubicBezTo>
                      <a:pt x="450" y="222"/>
                      <a:pt x="423" y="156"/>
                      <a:pt x="372" y="105"/>
                    </a:cubicBezTo>
                    <a:cubicBezTo>
                      <a:pt x="270" y="2"/>
                      <a:pt x="105" y="0"/>
                      <a:pt x="0" y="97"/>
                    </a:cubicBezTo>
                    <a:cubicBezTo>
                      <a:pt x="2" y="99"/>
                      <a:pt x="4" y="101"/>
                      <a:pt x="6" y="103"/>
                    </a:cubicBezTo>
                    <a:cubicBezTo>
                      <a:pt x="112" y="11"/>
                      <a:pt x="272" y="15"/>
                      <a:pt x="373" y="115"/>
                    </a:cubicBez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01" name="Freeform 110">
                <a:extLst>
                  <a:ext uri="{FF2B5EF4-FFF2-40B4-BE49-F238E27FC236}">
                    <a16:creationId xmlns:a16="http://schemas.microsoft.com/office/drawing/2014/main" id="{652A6CF5-C54D-4A85-8151-A3165F2E8009}"/>
                  </a:ext>
                </a:extLst>
              </p:cNvPr>
              <p:cNvSpPr>
                <a:spLocks/>
              </p:cNvSpPr>
              <p:nvPr/>
            </p:nvSpPr>
            <p:spPr bwMode="auto">
              <a:xfrm>
                <a:off x="6978651" y="2125663"/>
                <a:ext cx="204788" cy="630238"/>
              </a:xfrm>
              <a:custGeom>
                <a:avLst/>
                <a:gdLst>
                  <a:gd name="T0" fmla="*/ 50 w 54"/>
                  <a:gd name="T1" fmla="*/ 10 h 167"/>
                  <a:gd name="T2" fmla="*/ 54 w 54"/>
                  <a:gd name="T3" fmla="*/ 4 h 167"/>
                  <a:gd name="T4" fmla="*/ 49 w 54"/>
                  <a:gd name="T5" fmla="*/ 0 h 167"/>
                  <a:gd name="T6" fmla="*/ 4 w 54"/>
                  <a:gd name="T7" fmla="*/ 167 h 167"/>
                  <a:gd name="T8" fmla="*/ 50 w 54"/>
                  <a:gd name="T9" fmla="*/ 10 h 167"/>
                </a:gdLst>
                <a:ahLst/>
                <a:cxnLst>
                  <a:cxn ang="0">
                    <a:pos x="T0" y="T1"/>
                  </a:cxn>
                  <a:cxn ang="0">
                    <a:pos x="T2" y="T3"/>
                  </a:cxn>
                  <a:cxn ang="0">
                    <a:pos x="T4" y="T5"/>
                  </a:cxn>
                  <a:cxn ang="0">
                    <a:pos x="T6" y="T7"/>
                  </a:cxn>
                  <a:cxn ang="0">
                    <a:pos x="T8" y="T9"/>
                  </a:cxn>
                </a:cxnLst>
                <a:rect l="0" t="0" r="r" b="b"/>
                <a:pathLst>
                  <a:path w="54" h="167">
                    <a:moveTo>
                      <a:pt x="50" y="10"/>
                    </a:moveTo>
                    <a:cubicBezTo>
                      <a:pt x="50" y="9"/>
                      <a:pt x="51" y="7"/>
                      <a:pt x="54" y="4"/>
                    </a:cubicBezTo>
                    <a:cubicBezTo>
                      <a:pt x="52" y="2"/>
                      <a:pt x="51" y="1"/>
                      <a:pt x="49" y="0"/>
                    </a:cubicBezTo>
                    <a:cubicBezTo>
                      <a:pt x="15" y="50"/>
                      <a:pt x="0" y="109"/>
                      <a:pt x="4" y="167"/>
                    </a:cubicBezTo>
                    <a:cubicBezTo>
                      <a:pt x="3" y="112"/>
                      <a:pt x="18" y="57"/>
                      <a:pt x="50" y="10"/>
                    </a:cubicBez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5255" name="Group 5254">
            <a:extLst>
              <a:ext uri="{FF2B5EF4-FFF2-40B4-BE49-F238E27FC236}">
                <a16:creationId xmlns:a16="http://schemas.microsoft.com/office/drawing/2014/main" id="{751F9A19-982C-45FA-9CF6-6018E35E543C}"/>
              </a:ext>
            </a:extLst>
          </p:cNvPr>
          <p:cNvGrpSpPr/>
          <p:nvPr/>
        </p:nvGrpSpPr>
        <p:grpSpPr>
          <a:xfrm>
            <a:off x="5559426" y="1641526"/>
            <a:ext cx="2139950" cy="2206625"/>
            <a:chOff x="5559426" y="1590676"/>
            <a:chExt cx="2139950" cy="2206625"/>
          </a:xfrm>
          <a:effectLst>
            <a:outerShdw blurRad="165100" dist="88900" dir="2700000" algn="tl" rotWithShape="0">
              <a:prstClr val="black">
                <a:alpha val="22000"/>
              </a:prstClr>
            </a:outerShdw>
          </a:effectLst>
        </p:grpSpPr>
        <p:sp>
          <p:nvSpPr>
            <p:cNvPr id="5202" name="Freeform 111">
              <a:extLst>
                <a:ext uri="{FF2B5EF4-FFF2-40B4-BE49-F238E27FC236}">
                  <a16:creationId xmlns:a16="http://schemas.microsoft.com/office/drawing/2014/main" id="{33E23CDB-0171-44A6-AC46-7F2D32335B0A}"/>
                </a:ext>
              </a:extLst>
            </p:cNvPr>
            <p:cNvSpPr>
              <a:spLocks/>
            </p:cNvSpPr>
            <p:nvPr/>
          </p:nvSpPr>
          <p:spPr bwMode="auto">
            <a:xfrm>
              <a:off x="5559426" y="2125663"/>
              <a:ext cx="1755775" cy="1671638"/>
            </a:xfrm>
            <a:custGeom>
              <a:avLst/>
              <a:gdLst>
                <a:gd name="T0" fmla="*/ 459 w 466"/>
                <a:gd name="T1" fmla="*/ 340 h 443"/>
                <a:gd name="T2" fmla="*/ 426 w 466"/>
                <a:gd name="T3" fmla="*/ 302 h 443"/>
                <a:gd name="T4" fmla="*/ 141 w 466"/>
                <a:gd name="T5" fmla="*/ 302 h 443"/>
                <a:gd name="T6" fmla="*/ 137 w 466"/>
                <a:gd name="T7" fmla="*/ 297 h 443"/>
                <a:gd name="T8" fmla="*/ 102 w 466"/>
                <a:gd name="T9" fmla="*/ 250 h 443"/>
                <a:gd name="T10" fmla="*/ 102 w 466"/>
                <a:gd name="T11" fmla="*/ 51 h 443"/>
                <a:gd name="T12" fmla="*/ 66 w 466"/>
                <a:gd name="T13" fmla="*/ 4 h 443"/>
                <a:gd name="T14" fmla="*/ 62 w 466"/>
                <a:gd name="T15" fmla="*/ 0 h 443"/>
                <a:gd name="T16" fmla="*/ 62 w 466"/>
                <a:gd name="T17" fmla="*/ 302 h 443"/>
                <a:gd name="T18" fmla="*/ 94 w 466"/>
                <a:gd name="T19" fmla="*/ 340 h 443"/>
                <a:gd name="T20" fmla="*/ 102 w 466"/>
                <a:gd name="T21" fmla="*/ 348 h 443"/>
                <a:gd name="T22" fmla="*/ 466 w 466"/>
                <a:gd name="T23" fmla="*/ 348 h 443"/>
                <a:gd name="T24" fmla="*/ 459 w 466"/>
                <a:gd name="T25" fmla="*/ 34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6" h="443">
                  <a:moveTo>
                    <a:pt x="459" y="340"/>
                  </a:moveTo>
                  <a:cubicBezTo>
                    <a:pt x="446" y="328"/>
                    <a:pt x="436" y="315"/>
                    <a:pt x="426" y="302"/>
                  </a:cubicBezTo>
                  <a:cubicBezTo>
                    <a:pt x="347" y="377"/>
                    <a:pt x="221" y="377"/>
                    <a:pt x="141" y="302"/>
                  </a:cubicBezTo>
                  <a:cubicBezTo>
                    <a:pt x="140" y="300"/>
                    <a:pt x="138" y="299"/>
                    <a:pt x="137" y="297"/>
                  </a:cubicBezTo>
                  <a:cubicBezTo>
                    <a:pt x="123" y="283"/>
                    <a:pt x="111" y="267"/>
                    <a:pt x="102" y="250"/>
                  </a:cubicBezTo>
                  <a:cubicBezTo>
                    <a:pt x="68" y="188"/>
                    <a:pt x="68" y="113"/>
                    <a:pt x="102" y="51"/>
                  </a:cubicBezTo>
                  <a:cubicBezTo>
                    <a:pt x="92" y="34"/>
                    <a:pt x="80" y="18"/>
                    <a:pt x="66" y="4"/>
                  </a:cubicBezTo>
                  <a:cubicBezTo>
                    <a:pt x="65" y="2"/>
                    <a:pt x="63" y="1"/>
                    <a:pt x="62" y="0"/>
                  </a:cubicBezTo>
                  <a:cubicBezTo>
                    <a:pt x="0" y="90"/>
                    <a:pt x="0" y="211"/>
                    <a:pt x="62" y="302"/>
                  </a:cubicBezTo>
                  <a:cubicBezTo>
                    <a:pt x="71" y="315"/>
                    <a:pt x="82" y="328"/>
                    <a:pt x="94" y="340"/>
                  </a:cubicBezTo>
                  <a:cubicBezTo>
                    <a:pt x="96" y="343"/>
                    <a:pt x="99" y="345"/>
                    <a:pt x="102" y="348"/>
                  </a:cubicBezTo>
                  <a:cubicBezTo>
                    <a:pt x="204" y="443"/>
                    <a:pt x="364" y="443"/>
                    <a:pt x="466" y="348"/>
                  </a:cubicBezTo>
                  <a:cubicBezTo>
                    <a:pt x="464" y="345"/>
                    <a:pt x="461" y="343"/>
                    <a:pt x="459" y="34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03" name="Freeform 112">
              <a:extLst>
                <a:ext uri="{FF2B5EF4-FFF2-40B4-BE49-F238E27FC236}">
                  <a16:creationId xmlns:a16="http://schemas.microsoft.com/office/drawing/2014/main" id="{03415B4D-6D5E-4E54-9FC9-5F757CC5DD66}"/>
                </a:ext>
              </a:extLst>
            </p:cNvPr>
            <p:cNvSpPr>
              <a:spLocks/>
            </p:cNvSpPr>
            <p:nvPr/>
          </p:nvSpPr>
          <p:spPr bwMode="auto">
            <a:xfrm>
              <a:off x="5943601" y="1590676"/>
              <a:ext cx="1755775" cy="1674813"/>
            </a:xfrm>
            <a:custGeom>
              <a:avLst/>
              <a:gdLst>
                <a:gd name="T0" fmla="*/ 404 w 466"/>
                <a:gd name="T1" fmla="*/ 142 h 444"/>
                <a:gd name="T2" fmla="*/ 372 w 466"/>
                <a:gd name="T3" fmla="*/ 103 h 444"/>
                <a:gd name="T4" fmla="*/ 364 w 466"/>
                <a:gd name="T5" fmla="*/ 95 h 444"/>
                <a:gd name="T6" fmla="*/ 0 w 466"/>
                <a:gd name="T7" fmla="*/ 95 h 444"/>
                <a:gd name="T8" fmla="*/ 7 w 466"/>
                <a:gd name="T9" fmla="*/ 103 h 444"/>
                <a:gd name="T10" fmla="*/ 39 w 466"/>
                <a:gd name="T11" fmla="*/ 142 h 444"/>
                <a:gd name="T12" fmla="*/ 324 w 466"/>
                <a:gd name="T13" fmla="*/ 142 h 444"/>
                <a:gd name="T14" fmla="*/ 329 w 466"/>
                <a:gd name="T15" fmla="*/ 146 h 444"/>
                <a:gd name="T16" fmla="*/ 364 w 466"/>
                <a:gd name="T17" fmla="*/ 193 h 444"/>
                <a:gd name="T18" fmla="*/ 364 w 466"/>
                <a:gd name="T19" fmla="*/ 392 h 444"/>
                <a:gd name="T20" fmla="*/ 400 w 466"/>
                <a:gd name="T21" fmla="*/ 439 h 444"/>
                <a:gd name="T22" fmla="*/ 404 w 466"/>
                <a:gd name="T23" fmla="*/ 444 h 444"/>
                <a:gd name="T24" fmla="*/ 404 w 466"/>
                <a:gd name="T25" fmla="*/ 142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6" h="444">
                  <a:moveTo>
                    <a:pt x="404" y="142"/>
                  </a:moveTo>
                  <a:cubicBezTo>
                    <a:pt x="395" y="128"/>
                    <a:pt x="384" y="115"/>
                    <a:pt x="372" y="103"/>
                  </a:cubicBezTo>
                  <a:cubicBezTo>
                    <a:pt x="369" y="100"/>
                    <a:pt x="367" y="98"/>
                    <a:pt x="364" y="95"/>
                  </a:cubicBezTo>
                  <a:cubicBezTo>
                    <a:pt x="262" y="0"/>
                    <a:pt x="102" y="0"/>
                    <a:pt x="0" y="95"/>
                  </a:cubicBezTo>
                  <a:cubicBezTo>
                    <a:pt x="2" y="98"/>
                    <a:pt x="5" y="100"/>
                    <a:pt x="7" y="103"/>
                  </a:cubicBezTo>
                  <a:cubicBezTo>
                    <a:pt x="19" y="115"/>
                    <a:pt x="30" y="128"/>
                    <a:pt x="39" y="142"/>
                  </a:cubicBezTo>
                  <a:cubicBezTo>
                    <a:pt x="119" y="66"/>
                    <a:pt x="245" y="66"/>
                    <a:pt x="324" y="142"/>
                  </a:cubicBezTo>
                  <a:cubicBezTo>
                    <a:pt x="326" y="143"/>
                    <a:pt x="327" y="144"/>
                    <a:pt x="329" y="146"/>
                  </a:cubicBezTo>
                  <a:cubicBezTo>
                    <a:pt x="343" y="160"/>
                    <a:pt x="355" y="176"/>
                    <a:pt x="364" y="193"/>
                  </a:cubicBezTo>
                  <a:cubicBezTo>
                    <a:pt x="398" y="255"/>
                    <a:pt x="398" y="330"/>
                    <a:pt x="364" y="392"/>
                  </a:cubicBezTo>
                  <a:cubicBezTo>
                    <a:pt x="373" y="409"/>
                    <a:pt x="385" y="425"/>
                    <a:pt x="400" y="439"/>
                  </a:cubicBezTo>
                  <a:cubicBezTo>
                    <a:pt x="401" y="441"/>
                    <a:pt x="403" y="442"/>
                    <a:pt x="404" y="444"/>
                  </a:cubicBezTo>
                  <a:cubicBezTo>
                    <a:pt x="466" y="353"/>
                    <a:pt x="466" y="232"/>
                    <a:pt x="404" y="14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5247" name="Group 5246">
              <a:extLst>
                <a:ext uri="{FF2B5EF4-FFF2-40B4-BE49-F238E27FC236}">
                  <a16:creationId xmlns:a16="http://schemas.microsoft.com/office/drawing/2014/main" id="{01C9BE7A-E057-4F4D-A59A-F35E8905DDD9}"/>
                </a:ext>
              </a:extLst>
            </p:cNvPr>
            <p:cNvGrpSpPr/>
            <p:nvPr/>
          </p:nvGrpSpPr>
          <p:grpSpPr>
            <a:xfrm>
              <a:off x="5603876" y="1590676"/>
              <a:ext cx="2035175" cy="1165225"/>
              <a:chOff x="5603876" y="1590676"/>
              <a:chExt cx="2035175" cy="1165225"/>
            </a:xfrm>
            <a:solidFill>
              <a:schemeClr val="accent3">
                <a:lumMod val="60000"/>
                <a:lumOff val="40000"/>
              </a:schemeClr>
            </a:solidFill>
          </p:grpSpPr>
          <p:sp>
            <p:nvSpPr>
              <p:cNvPr id="5205" name="Freeform 114">
                <a:extLst>
                  <a:ext uri="{FF2B5EF4-FFF2-40B4-BE49-F238E27FC236}">
                    <a16:creationId xmlns:a16="http://schemas.microsoft.com/office/drawing/2014/main" id="{3B32CD7A-5BA6-4CD4-8517-596230E8421C}"/>
                  </a:ext>
                </a:extLst>
              </p:cNvPr>
              <p:cNvSpPr>
                <a:spLocks/>
              </p:cNvSpPr>
              <p:nvPr/>
            </p:nvSpPr>
            <p:spPr bwMode="auto">
              <a:xfrm>
                <a:off x="5943601" y="1590676"/>
                <a:ext cx="1695450" cy="1082675"/>
              </a:xfrm>
              <a:custGeom>
                <a:avLst/>
                <a:gdLst>
                  <a:gd name="T0" fmla="*/ 365 w 450"/>
                  <a:gd name="T1" fmla="*/ 106 h 287"/>
                  <a:gd name="T2" fmla="*/ 372 w 450"/>
                  <a:gd name="T3" fmla="*/ 113 h 287"/>
                  <a:gd name="T4" fmla="*/ 404 w 450"/>
                  <a:gd name="T5" fmla="*/ 152 h 287"/>
                  <a:gd name="T6" fmla="*/ 450 w 450"/>
                  <a:gd name="T7" fmla="*/ 287 h 287"/>
                  <a:gd name="T8" fmla="*/ 404 w 450"/>
                  <a:gd name="T9" fmla="*/ 142 h 287"/>
                  <a:gd name="T10" fmla="*/ 372 w 450"/>
                  <a:gd name="T11" fmla="*/ 103 h 287"/>
                  <a:gd name="T12" fmla="*/ 364 w 450"/>
                  <a:gd name="T13" fmla="*/ 95 h 287"/>
                  <a:gd name="T14" fmla="*/ 0 w 450"/>
                  <a:gd name="T15" fmla="*/ 95 h 287"/>
                  <a:gd name="T16" fmla="*/ 6 w 450"/>
                  <a:gd name="T17" fmla="*/ 101 h 287"/>
                  <a:gd name="T18" fmla="*/ 365 w 450"/>
                  <a:gd name="T19" fmla="*/ 10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0" h="287">
                    <a:moveTo>
                      <a:pt x="365" y="106"/>
                    </a:moveTo>
                    <a:cubicBezTo>
                      <a:pt x="367" y="109"/>
                      <a:pt x="370" y="111"/>
                      <a:pt x="372" y="113"/>
                    </a:cubicBezTo>
                    <a:cubicBezTo>
                      <a:pt x="384" y="126"/>
                      <a:pt x="395" y="139"/>
                      <a:pt x="404" y="152"/>
                    </a:cubicBezTo>
                    <a:cubicBezTo>
                      <a:pt x="432" y="193"/>
                      <a:pt x="447" y="240"/>
                      <a:pt x="450" y="287"/>
                    </a:cubicBezTo>
                    <a:cubicBezTo>
                      <a:pt x="449" y="236"/>
                      <a:pt x="434" y="185"/>
                      <a:pt x="404" y="142"/>
                    </a:cubicBezTo>
                    <a:cubicBezTo>
                      <a:pt x="395" y="128"/>
                      <a:pt x="384" y="115"/>
                      <a:pt x="372" y="103"/>
                    </a:cubicBezTo>
                    <a:cubicBezTo>
                      <a:pt x="369" y="100"/>
                      <a:pt x="367" y="98"/>
                      <a:pt x="364" y="95"/>
                    </a:cubicBezTo>
                    <a:cubicBezTo>
                      <a:pt x="262" y="0"/>
                      <a:pt x="102" y="0"/>
                      <a:pt x="0" y="95"/>
                    </a:cubicBezTo>
                    <a:cubicBezTo>
                      <a:pt x="2" y="97"/>
                      <a:pt x="4" y="99"/>
                      <a:pt x="6" y="101"/>
                    </a:cubicBezTo>
                    <a:cubicBezTo>
                      <a:pt x="108" y="11"/>
                      <a:pt x="264" y="13"/>
                      <a:pt x="365" y="106"/>
                    </a:cubicBez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06" name="Freeform 115">
                <a:extLst>
                  <a:ext uri="{FF2B5EF4-FFF2-40B4-BE49-F238E27FC236}">
                    <a16:creationId xmlns:a16="http://schemas.microsoft.com/office/drawing/2014/main" id="{E3F47B1C-AF9F-47DF-BFEF-F3322C17CBB6}"/>
                  </a:ext>
                </a:extLst>
              </p:cNvPr>
              <p:cNvSpPr>
                <a:spLocks/>
              </p:cNvSpPr>
              <p:nvPr/>
            </p:nvSpPr>
            <p:spPr bwMode="auto">
              <a:xfrm>
                <a:off x="5603876" y="2125663"/>
                <a:ext cx="207963" cy="630238"/>
              </a:xfrm>
              <a:custGeom>
                <a:avLst/>
                <a:gdLst>
                  <a:gd name="T0" fmla="*/ 50 w 55"/>
                  <a:gd name="T1" fmla="*/ 10 h 167"/>
                  <a:gd name="T2" fmla="*/ 55 w 55"/>
                  <a:gd name="T3" fmla="*/ 4 h 167"/>
                  <a:gd name="T4" fmla="*/ 54 w 55"/>
                  <a:gd name="T5" fmla="*/ 4 h 167"/>
                  <a:gd name="T6" fmla="*/ 50 w 55"/>
                  <a:gd name="T7" fmla="*/ 0 h 167"/>
                  <a:gd name="T8" fmla="*/ 4 w 55"/>
                  <a:gd name="T9" fmla="*/ 167 h 167"/>
                  <a:gd name="T10" fmla="*/ 50 w 55"/>
                  <a:gd name="T11" fmla="*/ 10 h 167"/>
                </a:gdLst>
                <a:ahLst/>
                <a:cxnLst>
                  <a:cxn ang="0">
                    <a:pos x="T0" y="T1"/>
                  </a:cxn>
                  <a:cxn ang="0">
                    <a:pos x="T2" y="T3"/>
                  </a:cxn>
                  <a:cxn ang="0">
                    <a:pos x="T4" y="T5"/>
                  </a:cxn>
                  <a:cxn ang="0">
                    <a:pos x="T6" y="T7"/>
                  </a:cxn>
                  <a:cxn ang="0">
                    <a:pos x="T8" y="T9"/>
                  </a:cxn>
                  <a:cxn ang="0">
                    <a:pos x="T10" y="T11"/>
                  </a:cxn>
                </a:cxnLst>
                <a:rect l="0" t="0" r="r" b="b"/>
                <a:pathLst>
                  <a:path w="55" h="167">
                    <a:moveTo>
                      <a:pt x="50" y="10"/>
                    </a:moveTo>
                    <a:cubicBezTo>
                      <a:pt x="50" y="10"/>
                      <a:pt x="52" y="8"/>
                      <a:pt x="55" y="4"/>
                    </a:cubicBezTo>
                    <a:cubicBezTo>
                      <a:pt x="54" y="4"/>
                      <a:pt x="54" y="4"/>
                      <a:pt x="54" y="4"/>
                    </a:cubicBezTo>
                    <a:cubicBezTo>
                      <a:pt x="53" y="2"/>
                      <a:pt x="51" y="1"/>
                      <a:pt x="50" y="0"/>
                    </a:cubicBezTo>
                    <a:cubicBezTo>
                      <a:pt x="16" y="50"/>
                      <a:pt x="0" y="109"/>
                      <a:pt x="4" y="167"/>
                    </a:cubicBezTo>
                    <a:cubicBezTo>
                      <a:pt x="3" y="112"/>
                      <a:pt x="18" y="57"/>
                      <a:pt x="50" y="10"/>
                    </a:cubicBez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248" name="Group 5247">
              <a:extLst>
                <a:ext uri="{FF2B5EF4-FFF2-40B4-BE49-F238E27FC236}">
                  <a16:creationId xmlns:a16="http://schemas.microsoft.com/office/drawing/2014/main" id="{D13EAE94-4554-4E03-9739-807E555E27AE}"/>
                </a:ext>
              </a:extLst>
            </p:cNvPr>
            <p:cNvGrpSpPr/>
            <p:nvPr/>
          </p:nvGrpSpPr>
          <p:grpSpPr>
            <a:xfrm>
              <a:off x="5849938" y="2681288"/>
              <a:ext cx="1570038" cy="908050"/>
              <a:chOff x="5849938" y="2681288"/>
              <a:chExt cx="1570038" cy="908050"/>
            </a:xfrm>
            <a:solidFill>
              <a:schemeClr val="accent3">
                <a:lumMod val="75000"/>
              </a:schemeClr>
            </a:solidFill>
          </p:grpSpPr>
          <p:sp>
            <p:nvSpPr>
              <p:cNvPr id="5204" name="Freeform 113">
                <a:extLst>
                  <a:ext uri="{FF2B5EF4-FFF2-40B4-BE49-F238E27FC236}">
                    <a16:creationId xmlns:a16="http://schemas.microsoft.com/office/drawing/2014/main" id="{B42E22E6-1B6D-4E90-B328-FAA2788D77B9}"/>
                  </a:ext>
                </a:extLst>
              </p:cNvPr>
              <p:cNvSpPr>
                <a:spLocks/>
              </p:cNvSpPr>
              <p:nvPr/>
            </p:nvSpPr>
            <p:spPr bwMode="auto">
              <a:xfrm>
                <a:off x="7315201" y="2681288"/>
                <a:ext cx="104775" cy="406400"/>
              </a:xfrm>
              <a:custGeom>
                <a:avLst/>
                <a:gdLst>
                  <a:gd name="T0" fmla="*/ 25 w 28"/>
                  <a:gd name="T1" fmla="*/ 0 h 108"/>
                  <a:gd name="T2" fmla="*/ 0 w 28"/>
                  <a:gd name="T3" fmla="*/ 103 h 108"/>
                  <a:gd name="T4" fmla="*/ 3 w 28"/>
                  <a:gd name="T5" fmla="*/ 108 h 108"/>
                  <a:gd name="T6" fmla="*/ 25 w 28"/>
                  <a:gd name="T7" fmla="*/ 0 h 108"/>
                </a:gdLst>
                <a:ahLst/>
                <a:cxnLst>
                  <a:cxn ang="0">
                    <a:pos x="T0" y="T1"/>
                  </a:cxn>
                  <a:cxn ang="0">
                    <a:pos x="T2" y="T3"/>
                  </a:cxn>
                  <a:cxn ang="0">
                    <a:pos x="T4" y="T5"/>
                  </a:cxn>
                  <a:cxn ang="0">
                    <a:pos x="T6" y="T7"/>
                  </a:cxn>
                </a:cxnLst>
                <a:rect l="0" t="0" r="r" b="b"/>
                <a:pathLst>
                  <a:path w="28" h="108">
                    <a:moveTo>
                      <a:pt x="25" y="0"/>
                    </a:moveTo>
                    <a:cubicBezTo>
                      <a:pt x="26" y="36"/>
                      <a:pt x="18" y="71"/>
                      <a:pt x="0" y="103"/>
                    </a:cubicBezTo>
                    <a:cubicBezTo>
                      <a:pt x="1" y="105"/>
                      <a:pt x="2" y="107"/>
                      <a:pt x="3" y="108"/>
                    </a:cubicBezTo>
                    <a:cubicBezTo>
                      <a:pt x="20" y="75"/>
                      <a:pt x="28" y="37"/>
                      <a:pt x="25" y="0"/>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07" name="Freeform 116">
                <a:extLst>
                  <a:ext uri="{FF2B5EF4-FFF2-40B4-BE49-F238E27FC236}">
                    <a16:creationId xmlns:a16="http://schemas.microsoft.com/office/drawing/2014/main" id="{A306FF7D-3DAD-40D4-85E3-CF66617A402B}"/>
                  </a:ext>
                </a:extLst>
              </p:cNvPr>
              <p:cNvSpPr>
                <a:spLocks/>
              </p:cNvSpPr>
              <p:nvPr/>
            </p:nvSpPr>
            <p:spPr bwMode="auto">
              <a:xfrm>
                <a:off x="5849938" y="2747963"/>
                <a:ext cx="1333500" cy="841375"/>
              </a:xfrm>
              <a:custGeom>
                <a:avLst/>
                <a:gdLst>
                  <a:gd name="T0" fmla="*/ 354 w 354"/>
                  <a:gd name="T1" fmla="*/ 143 h 223"/>
                  <a:gd name="T2" fmla="*/ 349 w 354"/>
                  <a:gd name="T3" fmla="*/ 137 h 223"/>
                  <a:gd name="T4" fmla="*/ 64 w 354"/>
                  <a:gd name="T5" fmla="*/ 137 h 223"/>
                  <a:gd name="T6" fmla="*/ 60 w 354"/>
                  <a:gd name="T7" fmla="*/ 132 h 223"/>
                  <a:gd name="T8" fmla="*/ 25 w 354"/>
                  <a:gd name="T9" fmla="*/ 85 h 223"/>
                  <a:gd name="T10" fmla="*/ 0 w 354"/>
                  <a:gd name="T11" fmla="*/ 0 h 223"/>
                  <a:gd name="T12" fmla="*/ 25 w 354"/>
                  <a:gd name="T13" fmla="*/ 96 h 223"/>
                  <a:gd name="T14" fmla="*/ 60 w 354"/>
                  <a:gd name="T15" fmla="*/ 143 h 223"/>
                  <a:gd name="T16" fmla="*/ 65 w 354"/>
                  <a:gd name="T17" fmla="*/ 147 h 223"/>
                  <a:gd name="T18" fmla="*/ 350 w 354"/>
                  <a:gd name="T19" fmla="*/ 147 h 223"/>
                  <a:gd name="T20" fmla="*/ 354 w 354"/>
                  <a:gd name="T21" fmla="*/ 1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223">
                    <a:moveTo>
                      <a:pt x="354" y="143"/>
                    </a:moveTo>
                    <a:cubicBezTo>
                      <a:pt x="353" y="141"/>
                      <a:pt x="351" y="139"/>
                      <a:pt x="349" y="137"/>
                    </a:cubicBezTo>
                    <a:cubicBezTo>
                      <a:pt x="270" y="212"/>
                      <a:pt x="144" y="212"/>
                      <a:pt x="64" y="137"/>
                    </a:cubicBezTo>
                    <a:cubicBezTo>
                      <a:pt x="63" y="135"/>
                      <a:pt x="61" y="134"/>
                      <a:pt x="60" y="132"/>
                    </a:cubicBezTo>
                    <a:cubicBezTo>
                      <a:pt x="46" y="118"/>
                      <a:pt x="34" y="102"/>
                      <a:pt x="25" y="85"/>
                    </a:cubicBezTo>
                    <a:cubicBezTo>
                      <a:pt x="10" y="58"/>
                      <a:pt x="2" y="29"/>
                      <a:pt x="0" y="0"/>
                    </a:cubicBezTo>
                    <a:cubicBezTo>
                      <a:pt x="0" y="33"/>
                      <a:pt x="9" y="66"/>
                      <a:pt x="25" y="96"/>
                    </a:cubicBezTo>
                    <a:cubicBezTo>
                      <a:pt x="34" y="113"/>
                      <a:pt x="46" y="129"/>
                      <a:pt x="60" y="143"/>
                    </a:cubicBezTo>
                    <a:cubicBezTo>
                      <a:pt x="62" y="145"/>
                      <a:pt x="63" y="146"/>
                      <a:pt x="65" y="147"/>
                    </a:cubicBezTo>
                    <a:cubicBezTo>
                      <a:pt x="145" y="223"/>
                      <a:pt x="270" y="223"/>
                      <a:pt x="350" y="147"/>
                    </a:cubicBezTo>
                    <a:cubicBezTo>
                      <a:pt x="350" y="147"/>
                      <a:pt x="351" y="146"/>
                      <a:pt x="354" y="143"/>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5254" name="Group 5253">
            <a:extLst>
              <a:ext uri="{FF2B5EF4-FFF2-40B4-BE49-F238E27FC236}">
                <a16:creationId xmlns:a16="http://schemas.microsoft.com/office/drawing/2014/main" id="{8DEB5CA0-6C09-46A3-9F5A-76818211066B}"/>
              </a:ext>
            </a:extLst>
          </p:cNvPr>
          <p:cNvGrpSpPr/>
          <p:nvPr/>
        </p:nvGrpSpPr>
        <p:grpSpPr>
          <a:xfrm>
            <a:off x="4184651" y="1641526"/>
            <a:ext cx="2139950" cy="2206625"/>
            <a:chOff x="4184651" y="1590676"/>
            <a:chExt cx="2139950" cy="2206625"/>
          </a:xfrm>
          <a:effectLst>
            <a:outerShdw blurRad="165100" dist="88900" dir="2700000" algn="tl" rotWithShape="0">
              <a:prstClr val="black">
                <a:alpha val="22000"/>
              </a:prstClr>
            </a:outerShdw>
          </a:effectLst>
        </p:grpSpPr>
        <p:sp>
          <p:nvSpPr>
            <p:cNvPr id="5208" name="Freeform 117">
              <a:extLst>
                <a:ext uri="{FF2B5EF4-FFF2-40B4-BE49-F238E27FC236}">
                  <a16:creationId xmlns:a16="http://schemas.microsoft.com/office/drawing/2014/main" id="{3DC413DC-FC7C-4B08-9382-F255F0A496B7}"/>
                </a:ext>
              </a:extLst>
            </p:cNvPr>
            <p:cNvSpPr>
              <a:spLocks/>
            </p:cNvSpPr>
            <p:nvPr/>
          </p:nvSpPr>
          <p:spPr bwMode="auto">
            <a:xfrm>
              <a:off x="4184651" y="2125663"/>
              <a:ext cx="1758950" cy="1671638"/>
            </a:xfrm>
            <a:custGeom>
              <a:avLst/>
              <a:gdLst>
                <a:gd name="T0" fmla="*/ 459 w 467"/>
                <a:gd name="T1" fmla="*/ 340 h 443"/>
                <a:gd name="T2" fmla="*/ 427 w 467"/>
                <a:gd name="T3" fmla="*/ 302 h 443"/>
                <a:gd name="T4" fmla="*/ 142 w 467"/>
                <a:gd name="T5" fmla="*/ 302 h 443"/>
                <a:gd name="T6" fmla="*/ 137 w 467"/>
                <a:gd name="T7" fmla="*/ 297 h 443"/>
                <a:gd name="T8" fmla="*/ 102 w 467"/>
                <a:gd name="T9" fmla="*/ 250 h 443"/>
                <a:gd name="T10" fmla="*/ 102 w 467"/>
                <a:gd name="T11" fmla="*/ 51 h 443"/>
                <a:gd name="T12" fmla="*/ 66 w 467"/>
                <a:gd name="T13" fmla="*/ 4 h 443"/>
                <a:gd name="T14" fmla="*/ 62 w 467"/>
                <a:gd name="T15" fmla="*/ 0 h 443"/>
                <a:gd name="T16" fmla="*/ 62 w 467"/>
                <a:gd name="T17" fmla="*/ 302 h 443"/>
                <a:gd name="T18" fmla="*/ 94 w 467"/>
                <a:gd name="T19" fmla="*/ 340 h 443"/>
                <a:gd name="T20" fmla="*/ 102 w 467"/>
                <a:gd name="T21" fmla="*/ 348 h 443"/>
                <a:gd name="T22" fmla="*/ 467 w 467"/>
                <a:gd name="T23" fmla="*/ 348 h 443"/>
                <a:gd name="T24" fmla="*/ 459 w 467"/>
                <a:gd name="T25" fmla="*/ 34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7" h="443">
                  <a:moveTo>
                    <a:pt x="459" y="340"/>
                  </a:moveTo>
                  <a:cubicBezTo>
                    <a:pt x="447" y="328"/>
                    <a:pt x="436" y="315"/>
                    <a:pt x="427" y="302"/>
                  </a:cubicBezTo>
                  <a:cubicBezTo>
                    <a:pt x="347" y="377"/>
                    <a:pt x="221" y="377"/>
                    <a:pt x="142" y="302"/>
                  </a:cubicBezTo>
                  <a:cubicBezTo>
                    <a:pt x="140" y="300"/>
                    <a:pt x="139" y="299"/>
                    <a:pt x="137" y="297"/>
                  </a:cubicBezTo>
                  <a:cubicBezTo>
                    <a:pt x="123" y="283"/>
                    <a:pt x="111" y="267"/>
                    <a:pt x="102" y="250"/>
                  </a:cubicBezTo>
                  <a:cubicBezTo>
                    <a:pt x="68" y="188"/>
                    <a:pt x="68" y="113"/>
                    <a:pt x="102" y="51"/>
                  </a:cubicBezTo>
                  <a:cubicBezTo>
                    <a:pt x="93" y="34"/>
                    <a:pt x="81" y="18"/>
                    <a:pt x="66" y="4"/>
                  </a:cubicBezTo>
                  <a:cubicBezTo>
                    <a:pt x="65" y="2"/>
                    <a:pt x="63" y="1"/>
                    <a:pt x="62" y="0"/>
                  </a:cubicBezTo>
                  <a:cubicBezTo>
                    <a:pt x="0" y="90"/>
                    <a:pt x="0" y="211"/>
                    <a:pt x="62" y="302"/>
                  </a:cubicBezTo>
                  <a:cubicBezTo>
                    <a:pt x="71" y="315"/>
                    <a:pt x="82" y="328"/>
                    <a:pt x="94" y="340"/>
                  </a:cubicBezTo>
                  <a:cubicBezTo>
                    <a:pt x="97" y="343"/>
                    <a:pt x="99" y="345"/>
                    <a:pt x="102" y="348"/>
                  </a:cubicBezTo>
                  <a:cubicBezTo>
                    <a:pt x="204" y="443"/>
                    <a:pt x="364" y="443"/>
                    <a:pt x="467" y="348"/>
                  </a:cubicBezTo>
                  <a:cubicBezTo>
                    <a:pt x="464" y="345"/>
                    <a:pt x="461" y="343"/>
                    <a:pt x="459" y="340"/>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09" name="Freeform 118">
              <a:extLst>
                <a:ext uri="{FF2B5EF4-FFF2-40B4-BE49-F238E27FC236}">
                  <a16:creationId xmlns:a16="http://schemas.microsoft.com/office/drawing/2014/main" id="{CD8E5FA9-E138-423F-81B7-C0457BF18A21}"/>
                </a:ext>
              </a:extLst>
            </p:cNvPr>
            <p:cNvSpPr>
              <a:spLocks/>
            </p:cNvSpPr>
            <p:nvPr/>
          </p:nvSpPr>
          <p:spPr bwMode="auto">
            <a:xfrm>
              <a:off x="4568826" y="1590676"/>
              <a:ext cx="1755775" cy="1674813"/>
            </a:xfrm>
            <a:custGeom>
              <a:avLst/>
              <a:gdLst>
                <a:gd name="T0" fmla="*/ 404 w 466"/>
                <a:gd name="T1" fmla="*/ 142 h 444"/>
                <a:gd name="T2" fmla="*/ 372 w 466"/>
                <a:gd name="T3" fmla="*/ 103 h 444"/>
                <a:gd name="T4" fmla="*/ 365 w 466"/>
                <a:gd name="T5" fmla="*/ 95 h 444"/>
                <a:gd name="T6" fmla="*/ 0 w 466"/>
                <a:gd name="T7" fmla="*/ 95 h 444"/>
                <a:gd name="T8" fmla="*/ 7 w 466"/>
                <a:gd name="T9" fmla="*/ 103 h 444"/>
                <a:gd name="T10" fmla="*/ 40 w 466"/>
                <a:gd name="T11" fmla="*/ 142 h 444"/>
                <a:gd name="T12" fmla="*/ 325 w 466"/>
                <a:gd name="T13" fmla="*/ 142 h 444"/>
                <a:gd name="T14" fmla="*/ 329 w 466"/>
                <a:gd name="T15" fmla="*/ 146 h 444"/>
                <a:gd name="T16" fmla="*/ 365 w 466"/>
                <a:gd name="T17" fmla="*/ 193 h 444"/>
                <a:gd name="T18" fmla="*/ 365 w 466"/>
                <a:gd name="T19" fmla="*/ 392 h 444"/>
                <a:gd name="T20" fmla="*/ 400 w 466"/>
                <a:gd name="T21" fmla="*/ 439 h 444"/>
                <a:gd name="T22" fmla="*/ 404 w 466"/>
                <a:gd name="T23" fmla="*/ 444 h 444"/>
                <a:gd name="T24" fmla="*/ 404 w 466"/>
                <a:gd name="T25" fmla="*/ 142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6" h="444">
                  <a:moveTo>
                    <a:pt x="404" y="142"/>
                  </a:moveTo>
                  <a:cubicBezTo>
                    <a:pt x="395" y="128"/>
                    <a:pt x="384" y="115"/>
                    <a:pt x="372" y="103"/>
                  </a:cubicBezTo>
                  <a:cubicBezTo>
                    <a:pt x="370" y="100"/>
                    <a:pt x="367" y="98"/>
                    <a:pt x="365" y="95"/>
                  </a:cubicBezTo>
                  <a:cubicBezTo>
                    <a:pt x="262" y="0"/>
                    <a:pt x="102" y="0"/>
                    <a:pt x="0" y="95"/>
                  </a:cubicBezTo>
                  <a:cubicBezTo>
                    <a:pt x="2" y="98"/>
                    <a:pt x="5" y="100"/>
                    <a:pt x="7" y="103"/>
                  </a:cubicBezTo>
                  <a:cubicBezTo>
                    <a:pt x="20" y="115"/>
                    <a:pt x="30" y="128"/>
                    <a:pt x="40" y="142"/>
                  </a:cubicBezTo>
                  <a:cubicBezTo>
                    <a:pt x="119" y="66"/>
                    <a:pt x="245" y="66"/>
                    <a:pt x="325" y="142"/>
                  </a:cubicBezTo>
                  <a:cubicBezTo>
                    <a:pt x="326" y="143"/>
                    <a:pt x="328" y="144"/>
                    <a:pt x="329" y="146"/>
                  </a:cubicBezTo>
                  <a:cubicBezTo>
                    <a:pt x="343" y="160"/>
                    <a:pt x="355" y="176"/>
                    <a:pt x="365" y="193"/>
                  </a:cubicBezTo>
                  <a:cubicBezTo>
                    <a:pt x="398" y="255"/>
                    <a:pt x="398" y="330"/>
                    <a:pt x="365" y="392"/>
                  </a:cubicBezTo>
                  <a:cubicBezTo>
                    <a:pt x="374" y="409"/>
                    <a:pt x="386" y="425"/>
                    <a:pt x="400" y="439"/>
                  </a:cubicBezTo>
                  <a:cubicBezTo>
                    <a:pt x="401" y="441"/>
                    <a:pt x="403" y="442"/>
                    <a:pt x="404" y="444"/>
                  </a:cubicBezTo>
                  <a:cubicBezTo>
                    <a:pt x="466" y="353"/>
                    <a:pt x="466" y="232"/>
                    <a:pt x="404" y="14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5246" name="Group 5245">
              <a:extLst>
                <a:ext uri="{FF2B5EF4-FFF2-40B4-BE49-F238E27FC236}">
                  <a16:creationId xmlns:a16="http://schemas.microsoft.com/office/drawing/2014/main" id="{C853144A-BB28-4775-880C-FAE36D36ADAF}"/>
                </a:ext>
              </a:extLst>
            </p:cNvPr>
            <p:cNvGrpSpPr/>
            <p:nvPr/>
          </p:nvGrpSpPr>
          <p:grpSpPr>
            <a:xfrm>
              <a:off x="4473576" y="2681288"/>
              <a:ext cx="1571625" cy="908050"/>
              <a:chOff x="4473576" y="2681288"/>
              <a:chExt cx="1571625" cy="908050"/>
            </a:xfrm>
            <a:solidFill>
              <a:schemeClr val="accent2">
                <a:lumMod val="75000"/>
              </a:schemeClr>
            </a:solidFill>
          </p:grpSpPr>
          <p:sp>
            <p:nvSpPr>
              <p:cNvPr id="5211" name="Freeform 120">
                <a:extLst>
                  <a:ext uri="{FF2B5EF4-FFF2-40B4-BE49-F238E27FC236}">
                    <a16:creationId xmlns:a16="http://schemas.microsoft.com/office/drawing/2014/main" id="{6441AEDE-D1FF-4872-B5AA-3A0718BEA6A1}"/>
                  </a:ext>
                </a:extLst>
              </p:cNvPr>
              <p:cNvSpPr>
                <a:spLocks/>
              </p:cNvSpPr>
              <p:nvPr/>
            </p:nvSpPr>
            <p:spPr bwMode="auto">
              <a:xfrm>
                <a:off x="5943601" y="2681288"/>
                <a:ext cx="101600" cy="406400"/>
              </a:xfrm>
              <a:custGeom>
                <a:avLst/>
                <a:gdLst>
                  <a:gd name="T0" fmla="*/ 25 w 27"/>
                  <a:gd name="T1" fmla="*/ 0 h 108"/>
                  <a:gd name="T2" fmla="*/ 0 w 27"/>
                  <a:gd name="T3" fmla="*/ 103 h 108"/>
                  <a:gd name="T4" fmla="*/ 3 w 27"/>
                  <a:gd name="T5" fmla="*/ 108 h 108"/>
                  <a:gd name="T6" fmla="*/ 25 w 27"/>
                  <a:gd name="T7" fmla="*/ 0 h 108"/>
                </a:gdLst>
                <a:ahLst/>
                <a:cxnLst>
                  <a:cxn ang="0">
                    <a:pos x="T0" y="T1"/>
                  </a:cxn>
                  <a:cxn ang="0">
                    <a:pos x="T2" y="T3"/>
                  </a:cxn>
                  <a:cxn ang="0">
                    <a:pos x="T4" y="T5"/>
                  </a:cxn>
                  <a:cxn ang="0">
                    <a:pos x="T6" y="T7"/>
                  </a:cxn>
                </a:cxnLst>
                <a:rect l="0" t="0" r="r" b="b"/>
                <a:pathLst>
                  <a:path w="27" h="108">
                    <a:moveTo>
                      <a:pt x="25" y="0"/>
                    </a:moveTo>
                    <a:cubicBezTo>
                      <a:pt x="25" y="36"/>
                      <a:pt x="17" y="71"/>
                      <a:pt x="0" y="103"/>
                    </a:cubicBezTo>
                    <a:cubicBezTo>
                      <a:pt x="1" y="105"/>
                      <a:pt x="2" y="107"/>
                      <a:pt x="3" y="108"/>
                    </a:cubicBezTo>
                    <a:cubicBezTo>
                      <a:pt x="20" y="75"/>
                      <a:pt x="27" y="37"/>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12" name="Freeform 121">
                <a:extLst>
                  <a:ext uri="{FF2B5EF4-FFF2-40B4-BE49-F238E27FC236}">
                    <a16:creationId xmlns:a16="http://schemas.microsoft.com/office/drawing/2014/main" id="{5385B932-8BE7-4EE6-8D85-ACBB6AD61EE2}"/>
                  </a:ext>
                </a:extLst>
              </p:cNvPr>
              <p:cNvSpPr>
                <a:spLocks/>
              </p:cNvSpPr>
              <p:nvPr/>
            </p:nvSpPr>
            <p:spPr bwMode="auto">
              <a:xfrm>
                <a:off x="4473576" y="2747963"/>
                <a:ext cx="1333500" cy="841375"/>
              </a:xfrm>
              <a:custGeom>
                <a:avLst/>
                <a:gdLst>
                  <a:gd name="T0" fmla="*/ 354 w 354"/>
                  <a:gd name="T1" fmla="*/ 143 h 223"/>
                  <a:gd name="T2" fmla="*/ 350 w 354"/>
                  <a:gd name="T3" fmla="*/ 137 h 223"/>
                  <a:gd name="T4" fmla="*/ 65 w 354"/>
                  <a:gd name="T5" fmla="*/ 137 h 223"/>
                  <a:gd name="T6" fmla="*/ 60 w 354"/>
                  <a:gd name="T7" fmla="*/ 132 h 223"/>
                  <a:gd name="T8" fmla="*/ 25 w 354"/>
                  <a:gd name="T9" fmla="*/ 85 h 223"/>
                  <a:gd name="T10" fmla="*/ 0 w 354"/>
                  <a:gd name="T11" fmla="*/ 0 h 223"/>
                  <a:gd name="T12" fmla="*/ 25 w 354"/>
                  <a:gd name="T13" fmla="*/ 96 h 223"/>
                  <a:gd name="T14" fmla="*/ 61 w 354"/>
                  <a:gd name="T15" fmla="*/ 143 h 223"/>
                  <a:gd name="T16" fmla="*/ 65 w 354"/>
                  <a:gd name="T17" fmla="*/ 147 h 223"/>
                  <a:gd name="T18" fmla="*/ 350 w 354"/>
                  <a:gd name="T19" fmla="*/ 147 h 223"/>
                  <a:gd name="T20" fmla="*/ 354 w 354"/>
                  <a:gd name="T21" fmla="*/ 1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223">
                    <a:moveTo>
                      <a:pt x="354" y="143"/>
                    </a:moveTo>
                    <a:cubicBezTo>
                      <a:pt x="353" y="141"/>
                      <a:pt x="351" y="139"/>
                      <a:pt x="350" y="137"/>
                    </a:cubicBezTo>
                    <a:cubicBezTo>
                      <a:pt x="270" y="212"/>
                      <a:pt x="144" y="212"/>
                      <a:pt x="65" y="137"/>
                    </a:cubicBezTo>
                    <a:cubicBezTo>
                      <a:pt x="63" y="135"/>
                      <a:pt x="62" y="134"/>
                      <a:pt x="60" y="132"/>
                    </a:cubicBezTo>
                    <a:cubicBezTo>
                      <a:pt x="46" y="118"/>
                      <a:pt x="34" y="102"/>
                      <a:pt x="25" y="85"/>
                    </a:cubicBezTo>
                    <a:cubicBezTo>
                      <a:pt x="10" y="58"/>
                      <a:pt x="2" y="29"/>
                      <a:pt x="0" y="0"/>
                    </a:cubicBezTo>
                    <a:cubicBezTo>
                      <a:pt x="1" y="33"/>
                      <a:pt x="9" y="66"/>
                      <a:pt x="25" y="96"/>
                    </a:cubicBezTo>
                    <a:cubicBezTo>
                      <a:pt x="35" y="113"/>
                      <a:pt x="46" y="129"/>
                      <a:pt x="61" y="143"/>
                    </a:cubicBezTo>
                    <a:cubicBezTo>
                      <a:pt x="62" y="145"/>
                      <a:pt x="64" y="146"/>
                      <a:pt x="65" y="147"/>
                    </a:cubicBezTo>
                    <a:cubicBezTo>
                      <a:pt x="145" y="223"/>
                      <a:pt x="270" y="223"/>
                      <a:pt x="350" y="147"/>
                    </a:cubicBezTo>
                    <a:cubicBezTo>
                      <a:pt x="350" y="147"/>
                      <a:pt x="351" y="146"/>
                      <a:pt x="354"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242" name="Group 5241">
              <a:extLst>
                <a:ext uri="{FF2B5EF4-FFF2-40B4-BE49-F238E27FC236}">
                  <a16:creationId xmlns:a16="http://schemas.microsoft.com/office/drawing/2014/main" id="{7F419E42-391A-4416-A35F-8AEDA6B1EC1D}"/>
                </a:ext>
              </a:extLst>
            </p:cNvPr>
            <p:cNvGrpSpPr/>
            <p:nvPr/>
          </p:nvGrpSpPr>
          <p:grpSpPr>
            <a:xfrm>
              <a:off x="4232276" y="1590676"/>
              <a:ext cx="2032000" cy="1165225"/>
              <a:chOff x="4232276" y="1590676"/>
              <a:chExt cx="2032000" cy="1165225"/>
            </a:xfrm>
            <a:solidFill>
              <a:schemeClr val="accent2">
                <a:lumMod val="60000"/>
                <a:lumOff val="40000"/>
              </a:schemeClr>
            </a:solidFill>
          </p:grpSpPr>
          <p:sp>
            <p:nvSpPr>
              <p:cNvPr id="5210" name="Freeform 119">
                <a:extLst>
                  <a:ext uri="{FF2B5EF4-FFF2-40B4-BE49-F238E27FC236}">
                    <a16:creationId xmlns:a16="http://schemas.microsoft.com/office/drawing/2014/main" id="{C4D4A87B-5916-4575-A1B4-37D22CDECB98}"/>
                  </a:ext>
                </a:extLst>
              </p:cNvPr>
              <p:cNvSpPr>
                <a:spLocks/>
              </p:cNvSpPr>
              <p:nvPr/>
            </p:nvSpPr>
            <p:spPr bwMode="auto">
              <a:xfrm>
                <a:off x="4568826" y="1590676"/>
                <a:ext cx="1695450" cy="1082675"/>
              </a:xfrm>
              <a:custGeom>
                <a:avLst/>
                <a:gdLst>
                  <a:gd name="T0" fmla="*/ 365 w 450"/>
                  <a:gd name="T1" fmla="*/ 106 h 287"/>
                  <a:gd name="T2" fmla="*/ 373 w 450"/>
                  <a:gd name="T3" fmla="*/ 113 h 287"/>
                  <a:gd name="T4" fmla="*/ 405 w 450"/>
                  <a:gd name="T5" fmla="*/ 152 h 287"/>
                  <a:gd name="T6" fmla="*/ 450 w 450"/>
                  <a:gd name="T7" fmla="*/ 287 h 287"/>
                  <a:gd name="T8" fmla="*/ 404 w 450"/>
                  <a:gd name="T9" fmla="*/ 142 h 287"/>
                  <a:gd name="T10" fmla="*/ 372 w 450"/>
                  <a:gd name="T11" fmla="*/ 103 h 287"/>
                  <a:gd name="T12" fmla="*/ 365 w 450"/>
                  <a:gd name="T13" fmla="*/ 95 h 287"/>
                  <a:gd name="T14" fmla="*/ 0 w 450"/>
                  <a:gd name="T15" fmla="*/ 95 h 287"/>
                  <a:gd name="T16" fmla="*/ 6 w 450"/>
                  <a:gd name="T17" fmla="*/ 101 h 287"/>
                  <a:gd name="T18" fmla="*/ 365 w 450"/>
                  <a:gd name="T19" fmla="*/ 10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0" h="287">
                    <a:moveTo>
                      <a:pt x="365" y="106"/>
                    </a:moveTo>
                    <a:cubicBezTo>
                      <a:pt x="368" y="109"/>
                      <a:pt x="370" y="111"/>
                      <a:pt x="373" y="113"/>
                    </a:cubicBezTo>
                    <a:cubicBezTo>
                      <a:pt x="385" y="126"/>
                      <a:pt x="395" y="139"/>
                      <a:pt x="405" y="152"/>
                    </a:cubicBezTo>
                    <a:cubicBezTo>
                      <a:pt x="432" y="193"/>
                      <a:pt x="448" y="240"/>
                      <a:pt x="450" y="287"/>
                    </a:cubicBezTo>
                    <a:cubicBezTo>
                      <a:pt x="449" y="236"/>
                      <a:pt x="434" y="185"/>
                      <a:pt x="404" y="142"/>
                    </a:cubicBezTo>
                    <a:cubicBezTo>
                      <a:pt x="395" y="128"/>
                      <a:pt x="384" y="115"/>
                      <a:pt x="372" y="103"/>
                    </a:cubicBezTo>
                    <a:cubicBezTo>
                      <a:pt x="370" y="100"/>
                      <a:pt x="367" y="98"/>
                      <a:pt x="365" y="95"/>
                    </a:cubicBezTo>
                    <a:cubicBezTo>
                      <a:pt x="262" y="0"/>
                      <a:pt x="102" y="0"/>
                      <a:pt x="0" y="95"/>
                    </a:cubicBezTo>
                    <a:cubicBezTo>
                      <a:pt x="2" y="97"/>
                      <a:pt x="4" y="99"/>
                      <a:pt x="6" y="101"/>
                    </a:cubicBezTo>
                    <a:cubicBezTo>
                      <a:pt x="109" y="11"/>
                      <a:pt x="264" y="13"/>
                      <a:pt x="365" y="106"/>
                    </a:cubicBez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13" name="Freeform 122">
                <a:extLst>
                  <a:ext uri="{FF2B5EF4-FFF2-40B4-BE49-F238E27FC236}">
                    <a16:creationId xmlns:a16="http://schemas.microsoft.com/office/drawing/2014/main" id="{DB403FD8-C91D-4BD0-A94B-2C7A353A1137}"/>
                  </a:ext>
                </a:extLst>
              </p:cNvPr>
              <p:cNvSpPr>
                <a:spLocks/>
              </p:cNvSpPr>
              <p:nvPr/>
            </p:nvSpPr>
            <p:spPr bwMode="auto">
              <a:xfrm>
                <a:off x="4232276" y="2125663"/>
                <a:ext cx="204788" cy="630238"/>
              </a:xfrm>
              <a:custGeom>
                <a:avLst/>
                <a:gdLst>
                  <a:gd name="T0" fmla="*/ 49 w 54"/>
                  <a:gd name="T1" fmla="*/ 10 h 167"/>
                  <a:gd name="T2" fmla="*/ 54 w 54"/>
                  <a:gd name="T3" fmla="*/ 4 h 167"/>
                  <a:gd name="T4" fmla="*/ 53 w 54"/>
                  <a:gd name="T5" fmla="*/ 4 h 167"/>
                  <a:gd name="T6" fmla="*/ 49 w 54"/>
                  <a:gd name="T7" fmla="*/ 0 h 167"/>
                  <a:gd name="T8" fmla="*/ 3 w 54"/>
                  <a:gd name="T9" fmla="*/ 167 h 167"/>
                  <a:gd name="T10" fmla="*/ 49 w 54"/>
                  <a:gd name="T11" fmla="*/ 10 h 167"/>
                </a:gdLst>
                <a:ahLst/>
                <a:cxnLst>
                  <a:cxn ang="0">
                    <a:pos x="T0" y="T1"/>
                  </a:cxn>
                  <a:cxn ang="0">
                    <a:pos x="T2" y="T3"/>
                  </a:cxn>
                  <a:cxn ang="0">
                    <a:pos x="T4" y="T5"/>
                  </a:cxn>
                  <a:cxn ang="0">
                    <a:pos x="T6" y="T7"/>
                  </a:cxn>
                  <a:cxn ang="0">
                    <a:pos x="T8" y="T9"/>
                  </a:cxn>
                  <a:cxn ang="0">
                    <a:pos x="T10" y="T11"/>
                  </a:cxn>
                </a:cxnLst>
                <a:rect l="0" t="0" r="r" b="b"/>
                <a:pathLst>
                  <a:path w="54" h="167">
                    <a:moveTo>
                      <a:pt x="49" y="10"/>
                    </a:moveTo>
                    <a:cubicBezTo>
                      <a:pt x="49" y="10"/>
                      <a:pt x="51" y="8"/>
                      <a:pt x="54" y="4"/>
                    </a:cubicBezTo>
                    <a:cubicBezTo>
                      <a:pt x="53" y="4"/>
                      <a:pt x="53" y="4"/>
                      <a:pt x="53" y="4"/>
                    </a:cubicBezTo>
                    <a:cubicBezTo>
                      <a:pt x="52" y="2"/>
                      <a:pt x="50" y="1"/>
                      <a:pt x="49" y="0"/>
                    </a:cubicBezTo>
                    <a:cubicBezTo>
                      <a:pt x="15" y="50"/>
                      <a:pt x="0" y="109"/>
                      <a:pt x="3" y="167"/>
                    </a:cubicBezTo>
                    <a:cubicBezTo>
                      <a:pt x="2" y="112"/>
                      <a:pt x="18" y="57"/>
                      <a:pt x="49" y="10"/>
                    </a:cubicBez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5253" name="Group 5252">
            <a:extLst>
              <a:ext uri="{FF2B5EF4-FFF2-40B4-BE49-F238E27FC236}">
                <a16:creationId xmlns:a16="http://schemas.microsoft.com/office/drawing/2014/main" id="{C4AC2DB6-DBEA-4B84-ADC5-EAC5C70ECC02}"/>
              </a:ext>
            </a:extLst>
          </p:cNvPr>
          <p:cNvGrpSpPr/>
          <p:nvPr/>
        </p:nvGrpSpPr>
        <p:grpSpPr>
          <a:xfrm>
            <a:off x="2813051" y="1641526"/>
            <a:ext cx="2135188" cy="2206625"/>
            <a:chOff x="2813051" y="1590676"/>
            <a:chExt cx="2135188" cy="2206625"/>
          </a:xfrm>
          <a:effectLst>
            <a:outerShdw blurRad="165100" dist="88900" dir="2700000" algn="tl" rotWithShape="0">
              <a:prstClr val="black">
                <a:alpha val="22000"/>
              </a:prstClr>
            </a:outerShdw>
          </a:effectLst>
        </p:grpSpPr>
        <p:sp>
          <p:nvSpPr>
            <p:cNvPr id="5220" name="Freeform 131">
              <a:extLst>
                <a:ext uri="{FF2B5EF4-FFF2-40B4-BE49-F238E27FC236}">
                  <a16:creationId xmlns:a16="http://schemas.microsoft.com/office/drawing/2014/main" id="{D327ACAB-28E0-4FEB-9EB5-16E29A9E2792}"/>
                </a:ext>
              </a:extLst>
            </p:cNvPr>
            <p:cNvSpPr>
              <a:spLocks/>
            </p:cNvSpPr>
            <p:nvPr/>
          </p:nvSpPr>
          <p:spPr bwMode="auto">
            <a:xfrm>
              <a:off x="3194051" y="1590676"/>
              <a:ext cx="1754188" cy="1674813"/>
            </a:xfrm>
            <a:custGeom>
              <a:avLst/>
              <a:gdLst>
                <a:gd name="T0" fmla="*/ 405 w 466"/>
                <a:gd name="T1" fmla="*/ 142 h 444"/>
                <a:gd name="T2" fmla="*/ 372 w 466"/>
                <a:gd name="T3" fmla="*/ 103 h 444"/>
                <a:gd name="T4" fmla="*/ 365 w 466"/>
                <a:gd name="T5" fmla="*/ 95 h 444"/>
                <a:gd name="T6" fmla="*/ 0 w 466"/>
                <a:gd name="T7" fmla="*/ 95 h 444"/>
                <a:gd name="T8" fmla="*/ 8 w 466"/>
                <a:gd name="T9" fmla="*/ 103 h 444"/>
                <a:gd name="T10" fmla="*/ 40 w 466"/>
                <a:gd name="T11" fmla="*/ 142 h 444"/>
                <a:gd name="T12" fmla="*/ 325 w 466"/>
                <a:gd name="T13" fmla="*/ 142 h 444"/>
                <a:gd name="T14" fmla="*/ 329 w 466"/>
                <a:gd name="T15" fmla="*/ 146 h 444"/>
                <a:gd name="T16" fmla="*/ 365 w 466"/>
                <a:gd name="T17" fmla="*/ 193 h 444"/>
                <a:gd name="T18" fmla="*/ 365 w 466"/>
                <a:gd name="T19" fmla="*/ 392 h 444"/>
                <a:gd name="T20" fmla="*/ 400 w 466"/>
                <a:gd name="T21" fmla="*/ 439 h 444"/>
                <a:gd name="T22" fmla="*/ 405 w 466"/>
                <a:gd name="T23" fmla="*/ 444 h 444"/>
                <a:gd name="T24" fmla="*/ 405 w 466"/>
                <a:gd name="T25" fmla="*/ 142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6" h="444">
                  <a:moveTo>
                    <a:pt x="405" y="142"/>
                  </a:moveTo>
                  <a:cubicBezTo>
                    <a:pt x="395" y="128"/>
                    <a:pt x="385" y="115"/>
                    <a:pt x="372" y="103"/>
                  </a:cubicBezTo>
                  <a:cubicBezTo>
                    <a:pt x="370" y="100"/>
                    <a:pt x="367" y="98"/>
                    <a:pt x="365" y="95"/>
                  </a:cubicBezTo>
                  <a:cubicBezTo>
                    <a:pt x="262" y="0"/>
                    <a:pt x="103" y="0"/>
                    <a:pt x="0" y="95"/>
                  </a:cubicBezTo>
                  <a:cubicBezTo>
                    <a:pt x="3" y="98"/>
                    <a:pt x="5" y="100"/>
                    <a:pt x="8" y="103"/>
                  </a:cubicBezTo>
                  <a:cubicBezTo>
                    <a:pt x="20" y="115"/>
                    <a:pt x="31" y="128"/>
                    <a:pt x="40" y="142"/>
                  </a:cubicBezTo>
                  <a:cubicBezTo>
                    <a:pt x="120" y="66"/>
                    <a:pt x="245" y="66"/>
                    <a:pt x="325" y="142"/>
                  </a:cubicBezTo>
                  <a:cubicBezTo>
                    <a:pt x="327" y="143"/>
                    <a:pt x="328" y="144"/>
                    <a:pt x="329" y="146"/>
                  </a:cubicBezTo>
                  <a:cubicBezTo>
                    <a:pt x="344" y="160"/>
                    <a:pt x="356" y="176"/>
                    <a:pt x="365" y="193"/>
                  </a:cubicBezTo>
                  <a:cubicBezTo>
                    <a:pt x="398" y="255"/>
                    <a:pt x="398" y="330"/>
                    <a:pt x="365" y="392"/>
                  </a:cubicBezTo>
                  <a:cubicBezTo>
                    <a:pt x="374" y="409"/>
                    <a:pt x="386" y="425"/>
                    <a:pt x="400" y="439"/>
                  </a:cubicBezTo>
                  <a:cubicBezTo>
                    <a:pt x="402" y="441"/>
                    <a:pt x="403" y="442"/>
                    <a:pt x="405" y="444"/>
                  </a:cubicBezTo>
                  <a:cubicBezTo>
                    <a:pt x="466" y="353"/>
                    <a:pt x="466" y="232"/>
                    <a:pt x="405" y="14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252" name="Group 5251">
              <a:extLst>
                <a:ext uri="{FF2B5EF4-FFF2-40B4-BE49-F238E27FC236}">
                  <a16:creationId xmlns:a16="http://schemas.microsoft.com/office/drawing/2014/main" id="{486789B2-0D7B-4A51-8BF5-EAB13222B604}"/>
                </a:ext>
              </a:extLst>
            </p:cNvPr>
            <p:cNvGrpSpPr/>
            <p:nvPr/>
          </p:nvGrpSpPr>
          <p:grpSpPr>
            <a:xfrm>
              <a:off x="2813051" y="1590676"/>
              <a:ext cx="2079625" cy="2206625"/>
              <a:chOff x="2813051" y="1590676"/>
              <a:chExt cx="2079625" cy="2206625"/>
            </a:xfrm>
          </p:grpSpPr>
          <p:sp>
            <p:nvSpPr>
              <p:cNvPr id="5219" name="Freeform 130">
                <a:extLst>
                  <a:ext uri="{FF2B5EF4-FFF2-40B4-BE49-F238E27FC236}">
                    <a16:creationId xmlns:a16="http://schemas.microsoft.com/office/drawing/2014/main" id="{CABA1F48-7FB7-4194-956C-472500E938CA}"/>
                  </a:ext>
                </a:extLst>
              </p:cNvPr>
              <p:cNvSpPr>
                <a:spLocks/>
              </p:cNvSpPr>
              <p:nvPr/>
            </p:nvSpPr>
            <p:spPr bwMode="auto">
              <a:xfrm>
                <a:off x="2813051" y="2125663"/>
                <a:ext cx="1755775" cy="1671638"/>
              </a:xfrm>
              <a:custGeom>
                <a:avLst/>
                <a:gdLst>
                  <a:gd name="T0" fmla="*/ 458 w 466"/>
                  <a:gd name="T1" fmla="*/ 340 h 443"/>
                  <a:gd name="T2" fmla="*/ 426 w 466"/>
                  <a:gd name="T3" fmla="*/ 302 h 443"/>
                  <a:gd name="T4" fmla="*/ 141 w 466"/>
                  <a:gd name="T5" fmla="*/ 302 h 443"/>
                  <a:gd name="T6" fmla="*/ 137 w 466"/>
                  <a:gd name="T7" fmla="*/ 297 h 443"/>
                  <a:gd name="T8" fmla="*/ 101 w 466"/>
                  <a:gd name="T9" fmla="*/ 250 h 443"/>
                  <a:gd name="T10" fmla="*/ 101 w 466"/>
                  <a:gd name="T11" fmla="*/ 51 h 443"/>
                  <a:gd name="T12" fmla="*/ 66 w 466"/>
                  <a:gd name="T13" fmla="*/ 4 h 443"/>
                  <a:gd name="T14" fmla="*/ 61 w 466"/>
                  <a:gd name="T15" fmla="*/ 0 h 443"/>
                  <a:gd name="T16" fmla="*/ 61 w 466"/>
                  <a:gd name="T17" fmla="*/ 302 h 443"/>
                  <a:gd name="T18" fmla="*/ 94 w 466"/>
                  <a:gd name="T19" fmla="*/ 340 h 443"/>
                  <a:gd name="T20" fmla="*/ 101 w 466"/>
                  <a:gd name="T21" fmla="*/ 348 h 443"/>
                  <a:gd name="T22" fmla="*/ 466 w 466"/>
                  <a:gd name="T23" fmla="*/ 348 h 443"/>
                  <a:gd name="T24" fmla="*/ 458 w 466"/>
                  <a:gd name="T25" fmla="*/ 34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6" h="443">
                    <a:moveTo>
                      <a:pt x="458" y="340"/>
                    </a:moveTo>
                    <a:cubicBezTo>
                      <a:pt x="446" y="328"/>
                      <a:pt x="435" y="315"/>
                      <a:pt x="426" y="302"/>
                    </a:cubicBezTo>
                    <a:cubicBezTo>
                      <a:pt x="346" y="377"/>
                      <a:pt x="221" y="377"/>
                      <a:pt x="141" y="302"/>
                    </a:cubicBezTo>
                    <a:cubicBezTo>
                      <a:pt x="140" y="300"/>
                      <a:pt x="138" y="299"/>
                      <a:pt x="137" y="297"/>
                    </a:cubicBezTo>
                    <a:cubicBezTo>
                      <a:pt x="122" y="283"/>
                      <a:pt x="111" y="267"/>
                      <a:pt x="101" y="250"/>
                    </a:cubicBezTo>
                    <a:cubicBezTo>
                      <a:pt x="68" y="188"/>
                      <a:pt x="68" y="113"/>
                      <a:pt x="101" y="51"/>
                    </a:cubicBezTo>
                    <a:cubicBezTo>
                      <a:pt x="92" y="34"/>
                      <a:pt x="80" y="18"/>
                      <a:pt x="66" y="4"/>
                    </a:cubicBezTo>
                    <a:cubicBezTo>
                      <a:pt x="64" y="2"/>
                      <a:pt x="63" y="1"/>
                      <a:pt x="61" y="0"/>
                    </a:cubicBezTo>
                    <a:cubicBezTo>
                      <a:pt x="0" y="90"/>
                      <a:pt x="0" y="211"/>
                      <a:pt x="61" y="302"/>
                    </a:cubicBezTo>
                    <a:cubicBezTo>
                      <a:pt x="71" y="315"/>
                      <a:pt x="81" y="328"/>
                      <a:pt x="94" y="340"/>
                    </a:cubicBezTo>
                    <a:cubicBezTo>
                      <a:pt x="96" y="343"/>
                      <a:pt x="99" y="345"/>
                      <a:pt x="101" y="348"/>
                    </a:cubicBezTo>
                    <a:cubicBezTo>
                      <a:pt x="204" y="443"/>
                      <a:pt x="363" y="443"/>
                      <a:pt x="466" y="348"/>
                    </a:cubicBezTo>
                    <a:cubicBezTo>
                      <a:pt x="463" y="345"/>
                      <a:pt x="461" y="343"/>
                      <a:pt x="458" y="34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244" name="Group 5243">
                <a:extLst>
                  <a:ext uri="{FF2B5EF4-FFF2-40B4-BE49-F238E27FC236}">
                    <a16:creationId xmlns:a16="http://schemas.microsoft.com/office/drawing/2014/main" id="{F52C5231-2CE3-4FE9-9F9C-F1821F6F45E7}"/>
                  </a:ext>
                </a:extLst>
              </p:cNvPr>
              <p:cNvGrpSpPr/>
              <p:nvPr/>
            </p:nvGrpSpPr>
            <p:grpSpPr>
              <a:xfrm>
                <a:off x="3103563" y="2681288"/>
                <a:ext cx="1566863" cy="908050"/>
                <a:chOff x="3103563" y="2681288"/>
                <a:chExt cx="1566863" cy="908050"/>
              </a:xfrm>
            </p:grpSpPr>
            <p:sp>
              <p:nvSpPr>
                <p:cNvPr id="5222" name="Freeform 133">
                  <a:extLst>
                    <a:ext uri="{FF2B5EF4-FFF2-40B4-BE49-F238E27FC236}">
                      <a16:creationId xmlns:a16="http://schemas.microsoft.com/office/drawing/2014/main" id="{35475060-5C12-4102-8B88-CAF3D42A7FAA}"/>
                    </a:ext>
                  </a:extLst>
                </p:cNvPr>
                <p:cNvSpPr>
                  <a:spLocks/>
                </p:cNvSpPr>
                <p:nvPr/>
              </p:nvSpPr>
              <p:spPr bwMode="auto">
                <a:xfrm>
                  <a:off x="4568826" y="2681288"/>
                  <a:ext cx="101600" cy="406400"/>
                </a:xfrm>
                <a:custGeom>
                  <a:avLst/>
                  <a:gdLst>
                    <a:gd name="T0" fmla="*/ 25 w 27"/>
                    <a:gd name="T1" fmla="*/ 0 h 108"/>
                    <a:gd name="T2" fmla="*/ 0 w 27"/>
                    <a:gd name="T3" fmla="*/ 103 h 108"/>
                    <a:gd name="T4" fmla="*/ 3 w 27"/>
                    <a:gd name="T5" fmla="*/ 108 h 108"/>
                    <a:gd name="T6" fmla="*/ 25 w 27"/>
                    <a:gd name="T7" fmla="*/ 0 h 108"/>
                  </a:gdLst>
                  <a:ahLst/>
                  <a:cxnLst>
                    <a:cxn ang="0">
                      <a:pos x="T0" y="T1"/>
                    </a:cxn>
                    <a:cxn ang="0">
                      <a:pos x="T2" y="T3"/>
                    </a:cxn>
                    <a:cxn ang="0">
                      <a:pos x="T4" y="T5"/>
                    </a:cxn>
                    <a:cxn ang="0">
                      <a:pos x="T6" y="T7"/>
                    </a:cxn>
                  </a:cxnLst>
                  <a:rect l="0" t="0" r="r" b="b"/>
                  <a:pathLst>
                    <a:path w="27" h="108">
                      <a:moveTo>
                        <a:pt x="25" y="0"/>
                      </a:moveTo>
                      <a:cubicBezTo>
                        <a:pt x="26" y="36"/>
                        <a:pt x="17" y="71"/>
                        <a:pt x="0" y="103"/>
                      </a:cubicBezTo>
                      <a:cubicBezTo>
                        <a:pt x="1" y="105"/>
                        <a:pt x="2" y="107"/>
                        <a:pt x="3" y="108"/>
                      </a:cubicBezTo>
                      <a:cubicBezTo>
                        <a:pt x="20" y="75"/>
                        <a:pt x="27" y="37"/>
                        <a:pt x="25"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223" name="Freeform 134">
                  <a:extLst>
                    <a:ext uri="{FF2B5EF4-FFF2-40B4-BE49-F238E27FC236}">
                      <a16:creationId xmlns:a16="http://schemas.microsoft.com/office/drawing/2014/main" id="{AEC50C62-2095-4A88-90A6-19F4504DDD2C}"/>
                    </a:ext>
                  </a:extLst>
                </p:cNvPr>
                <p:cNvSpPr>
                  <a:spLocks/>
                </p:cNvSpPr>
                <p:nvPr/>
              </p:nvSpPr>
              <p:spPr bwMode="auto">
                <a:xfrm>
                  <a:off x="3103563" y="2747963"/>
                  <a:ext cx="1333500" cy="841375"/>
                </a:xfrm>
                <a:custGeom>
                  <a:avLst/>
                  <a:gdLst>
                    <a:gd name="T0" fmla="*/ 354 w 354"/>
                    <a:gd name="T1" fmla="*/ 143 h 223"/>
                    <a:gd name="T2" fmla="*/ 349 w 354"/>
                    <a:gd name="T3" fmla="*/ 137 h 223"/>
                    <a:gd name="T4" fmla="*/ 64 w 354"/>
                    <a:gd name="T5" fmla="*/ 137 h 223"/>
                    <a:gd name="T6" fmla="*/ 60 w 354"/>
                    <a:gd name="T7" fmla="*/ 132 h 223"/>
                    <a:gd name="T8" fmla="*/ 24 w 354"/>
                    <a:gd name="T9" fmla="*/ 85 h 223"/>
                    <a:gd name="T10" fmla="*/ 0 w 354"/>
                    <a:gd name="T11" fmla="*/ 0 h 223"/>
                    <a:gd name="T12" fmla="*/ 25 w 354"/>
                    <a:gd name="T13" fmla="*/ 96 h 223"/>
                    <a:gd name="T14" fmla="*/ 60 w 354"/>
                    <a:gd name="T15" fmla="*/ 143 h 223"/>
                    <a:gd name="T16" fmla="*/ 64 w 354"/>
                    <a:gd name="T17" fmla="*/ 147 h 223"/>
                    <a:gd name="T18" fmla="*/ 350 w 354"/>
                    <a:gd name="T19" fmla="*/ 147 h 223"/>
                    <a:gd name="T20" fmla="*/ 354 w 354"/>
                    <a:gd name="T21" fmla="*/ 1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223">
                      <a:moveTo>
                        <a:pt x="354" y="143"/>
                      </a:moveTo>
                      <a:cubicBezTo>
                        <a:pt x="352" y="141"/>
                        <a:pt x="351" y="139"/>
                        <a:pt x="349" y="137"/>
                      </a:cubicBezTo>
                      <a:cubicBezTo>
                        <a:pt x="269" y="212"/>
                        <a:pt x="144" y="212"/>
                        <a:pt x="64" y="137"/>
                      </a:cubicBezTo>
                      <a:cubicBezTo>
                        <a:pt x="63" y="135"/>
                        <a:pt x="61" y="134"/>
                        <a:pt x="60" y="132"/>
                      </a:cubicBezTo>
                      <a:cubicBezTo>
                        <a:pt x="45" y="118"/>
                        <a:pt x="34" y="102"/>
                        <a:pt x="24" y="85"/>
                      </a:cubicBezTo>
                      <a:cubicBezTo>
                        <a:pt x="10" y="58"/>
                        <a:pt x="2" y="29"/>
                        <a:pt x="0" y="0"/>
                      </a:cubicBezTo>
                      <a:cubicBezTo>
                        <a:pt x="0" y="33"/>
                        <a:pt x="8" y="66"/>
                        <a:pt x="25" y="96"/>
                      </a:cubicBezTo>
                      <a:cubicBezTo>
                        <a:pt x="34" y="113"/>
                        <a:pt x="46" y="129"/>
                        <a:pt x="60" y="143"/>
                      </a:cubicBezTo>
                      <a:cubicBezTo>
                        <a:pt x="62" y="145"/>
                        <a:pt x="63" y="146"/>
                        <a:pt x="64" y="147"/>
                      </a:cubicBezTo>
                      <a:cubicBezTo>
                        <a:pt x="144" y="223"/>
                        <a:pt x="270" y="223"/>
                        <a:pt x="350" y="147"/>
                      </a:cubicBezTo>
                      <a:cubicBezTo>
                        <a:pt x="350" y="147"/>
                        <a:pt x="351" y="146"/>
                        <a:pt x="354" y="143"/>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241" name="Group 5240">
                <a:extLst>
                  <a:ext uri="{FF2B5EF4-FFF2-40B4-BE49-F238E27FC236}">
                    <a16:creationId xmlns:a16="http://schemas.microsoft.com/office/drawing/2014/main" id="{696192F6-203B-49B8-9C3E-B6272ACAD071}"/>
                  </a:ext>
                </a:extLst>
              </p:cNvPr>
              <p:cNvGrpSpPr/>
              <p:nvPr/>
            </p:nvGrpSpPr>
            <p:grpSpPr>
              <a:xfrm>
                <a:off x="2857501" y="1590676"/>
                <a:ext cx="2035175" cy="1165225"/>
                <a:chOff x="2857501" y="1590676"/>
                <a:chExt cx="2035175" cy="1165225"/>
              </a:xfrm>
            </p:grpSpPr>
            <p:sp>
              <p:nvSpPr>
                <p:cNvPr id="5221" name="Freeform 132">
                  <a:extLst>
                    <a:ext uri="{FF2B5EF4-FFF2-40B4-BE49-F238E27FC236}">
                      <a16:creationId xmlns:a16="http://schemas.microsoft.com/office/drawing/2014/main" id="{839A1127-C321-4E59-A6E2-BFD8BFFE7825}"/>
                    </a:ext>
                  </a:extLst>
                </p:cNvPr>
                <p:cNvSpPr>
                  <a:spLocks/>
                </p:cNvSpPr>
                <p:nvPr/>
              </p:nvSpPr>
              <p:spPr bwMode="auto">
                <a:xfrm>
                  <a:off x="3194051" y="1590676"/>
                  <a:ext cx="1698625" cy="1082675"/>
                </a:xfrm>
                <a:custGeom>
                  <a:avLst/>
                  <a:gdLst>
                    <a:gd name="T0" fmla="*/ 365 w 451"/>
                    <a:gd name="T1" fmla="*/ 106 h 287"/>
                    <a:gd name="T2" fmla="*/ 373 w 451"/>
                    <a:gd name="T3" fmla="*/ 113 h 287"/>
                    <a:gd name="T4" fmla="*/ 405 w 451"/>
                    <a:gd name="T5" fmla="*/ 152 h 287"/>
                    <a:gd name="T6" fmla="*/ 451 w 451"/>
                    <a:gd name="T7" fmla="*/ 287 h 287"/>
                    <a:gd name="T8" fmla="*/ 405 w 451"/>
                    <a:gd name="T9" fmla="*/ 142 h 287"/>
                    <a:gd name="T10" fmla="*/ 372 w 451"/>
                    <a:gd name="T11" fmla="*/ 103 h 287"/>
                    <a:gd name="T12" fmla="*/ 365 w 451"/>
                    <a:gd name="T13" fmla="*/ 95 h 287"/>
                    <a:gd name="T14" fmla="*/ 0 w 451"/>
                    <a:gd name="T15" fmla="*/ 95 h 287"/>
                    <a:gd name="T16" fmla="*/ 6 w 451"/>
                    <a:gd name="T17" fmla="*/ 101 h 287"/>
                    <a:gd name="T18" fmla="*/ 365 w 451"/>
                    <a:gd name="T19" fmla="*/ 10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287">
                      <a:moveTo>
                        <a:pt x="365" y="106"/>
                      </a:moveTo>
                      <a:cubicBezTo>
                        <a:pt x="368" y="109"/>
                        <a:pt x="370" y="111"/>
                        <a:pt x="373" y="113"/>
                      </a:cubicBezTo>
                      <a:cubicBezTo>
                        <a:pt x="385" y="126"/>
                        <a:pt x="396" y="139"/>
                        <a:pt x="405" y="152"/>
                      </a:cubicBezTo>
                      <a:cubicBezTo>
                        <a:pt x="433" y="193"/>
                        <a:pt x="448" y="240"/>
                        <a:pt x="451" y="287"/>
                      </a:cubicBezTo>
                      <a:cubicBezTo>
                        <a:pt x="450" y="236"/>
                        <a:pt x="434" y="185"/>
                        <a:pt x="405" y="142"/>
                      </a:cubicBezTo>
                      <a:cubicBezTo>
                        <a:pt x="395" y="128"/>
                        <a:pt x="385" y="115"/>
                        <a:pt x="372" y="103"/>
                      </a:cubicBezTo>
                      <a:cubicBezTo>
                        <a:pt x="370" y="100"/>
                        <a:pt x="367" y="98"/>
                        <a:pt x="365" y="95"/>
                      </a:cubicBezTo>
                      <a:cubicBezTo>
                        <a:pt x="262" y="0"/>
                        <a:pt x="103" y="0"/>
                        <a:pt x="0" y="95"/>
                      </a:cubicBezTo>
                      <a:cubicBezTo>
                        <a:pt x="2" y="97"/>
                        <a:pt x="4" y="99"/>
                        <a:pt x="6" y="101"/>
                      </a:cubicBezTo>
                      <a:cubicBezTo>
                        <a:pt x="109" y="11"/>
                        <a:pt x="265" y="13"/>
                        <a:pt x="365" y="10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224" name="Freeform 135">
                  <a:extLst>
                    <a:ext uri="{FF2B5EF4-FFF2-40B4-BE49-F238E27FC236}">
                      <a16:creationId xmlns:a16="http://schemas.microsoft.com/office/drawing/2014/main" id="{6F4D3DD9-085E-40E1-A9E4-EFBCE2D55651}"/>
                    </a:ext>
                  </a:extLst>
                </p:cNvPr>
                <p:cNvSpPr>
                  <a:spLocks/>
                </p:cNvSpPr>
                <p:nvPr/>
              </p:nvSpPr>
              <p:spPr bwMode="auto">
                <a:xfrm>
                  <a:off x="2857501" y="2125663"/>
                  <a:ext cx="203200" cy="630238"/>
                </a:xfrm>
                <a:custGeom>
                  <a:avLst/>
                  <a:gdLst>
                    <a:gd name="T0" fmla="*/ 50 w 54"/>
                    <a:gd name="T1" fmla="*/ 10 h 167"/>
                    <a:gd name="T2" fmla="*/ 54 w 54"/>
                    <a:gd name="T3" fmla="*/ 4 h 167"/>
                    <a:gd name="T4" fmla="*/ 54 w 54"/>
                    <a:gd name="T5" fmla="*/ 4 h 167"/>
                    <a:gd name="T6" fmla="*/ 49 w 54"/>
                    <a:gd name="T7" fmla="*/ 0 h 167"/>
                    <a:gd name="T8" fmla="*/ 4 w 54"/>
                    <a:gd name="T9" fmla="*/ 167 h 167"/>
                    <a:gd name="T10" fmla="*/ 50 w 54"/>
                    <a:gd name="T11" fmla="*/ 10 h 167"/>
                  </a:gdLst>
                  <a:ahLst/>
                  <a:cxnLst>
                    <a:cxn ang="0">
                      <a:pos x="T0" y="T1"/>
                    </a:cxn>
                    <a:cxn ang="0">
                      <a:pos x="T2" y="T3"/>
                    </a:cxn>
                    <a:cxn ang="0">
                      <a:pos x="T4" y="T5"/>
                    </a:cxn>
                    <a:cxn ang="0">
                      <a:pos x="T6" y="T7"/>
                    </a:cxn>
                    <a:cxn ang="0">
                      <a:pos x="T8" y="T9"/>
                    </a:cxn>
                    <a:cxn ang="0">
                      <a:pos x="T10" y="T11"/>
                    </a:cxn>
                  </a:cxnLst>
                  <a:rect l="0" t="0" r="r" b="b"/>
                  <a:pathLst>
                    <a:path w="54" h="167">
                      <a:moveTo>
                        <a:pt x="50" y="10"/>
                      </a:moveTo>
                      <a:cubicBezTo>
                        <a:pt x="50" y="10"/>
                        <a:pt x="51" y="8"/>
                        <a:pt x="54" y="4"/>
                      </a:cubicBezTo>
                      <a:cubicBezTo>
                        <a:pt x="54" y="4"/>
                        <a:pt x="54" y="4"/>
                        <a:pt x="54" y="4"/>
                      </a:cubicBezTo>
                      <a:cubicBezTo>
                        <a:pt x="52" y="2"/>
                        <a:pt x="51" y="1"/>
                        <a:pt x="49" y="0"/>
                      </a:cubicBezTo>
                      <a:cubicBezTo>
                        <a:pt x="15" y="50"/>
                        <a:pt x="0" y="109"/>
                        <a:pt x="4" y="167"/>
                      </a:cubicBezTo>
                      <a:cubicBezTo>
                        <a:pt x="3" y="112"/>
                        <a:pt x="18" y="57"/>
                        <a:pt x="50"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grpSp>
        <p:nvGrpSpPr>
          <p:cNvPr id="5251" name="Group 5250">
            <a:extLst>
              <a:ext uri="{FF2B5EF4-FFF2-40B4-BE49-F238E27FC236}">
                <a16:creationId xmlns:a16="http://schemas.microsoft.com/office/drawing/2014/main" id="{5A37EED4-1F55-4344-AE94-10C4A7BE8135}"/>
              </a:ext>
            </a:extLst>
          </p:cNvPr>
          <p:cNvGrpSpPr/>
          <p:nvPr/>
        </p:nvGrpSpPr>
        <p:grpSpPr>
          <a:xfrm>
            <a:off x="1397001" y="1633588"/>
            <a:ext cx="2181225" cy="2220913"/>
            <a:chOff x="1397001" y="1582738"/>
            <a:chExt cx="2181225" cy="2220913"/>
          </a:xfrm>
          <a:effectLst>
            <a:outerShdw blurRad="165100" dist="88900" dir="2700000" algn="tl" rotWithShape="0">
              <a:prstClr val="black">
                <a:alpha val="22000"/>
              </a:prstClr>
            </a:outerShdw>
          </a:effectLst>
        </p:grpSpPr>
        <p:sp>
          <p:nvSpPr>
            <p:cNvPr id="5225" name="Freeform 136">
              <a:extLst>
                <a:ext uri="{FF2B5EF4-FFF2-40B4-BE49-F238E27FC236}">
                  <a16:creationId xmlns:a16="http://schemas.microsoft.com/office/drawing/2014/main" id="{744F1817-C225-44C9-AA04-7D1367843CC8}"/>
                </a:ext>
              </a:extLst>
            </p:cNvPr>
            <p:cNvSpPr>
              <a:spLocks/>
            </p:cNvSpPr>
            <p:nvPr/>
          </p:nvSpPr>
          <p:spPr bwMode="auto">
            <a:xfrm>
              <a:off x="1397001" y="1582738"/>
              <a:ext cx="2181225" cy="2220913"/>
            </a:xfrm>
            <a:custGeom>
              <a:avLst/>
              <a:gdLst>
                <a:gd name="T0" fmla="*/ 470 w 579"/>
                <a:gd name="T1" fmla="*/ 484 h 589"/>
                <a:gd name="T2" fmla="*/ 437 w 579"/>
                <a:gd name="T3" fmla="*/ 446 h 589"/>
                <a:gd name="T4" fmla="*/ 148 w 579"/>
                <a:gd name="T5" fmla="*/ 441 h 589"/>
                <a:gd name="T6" fmla="*/ 148 w 579"/>
                <a:gd name="T7" fmla="*/ 148 h 589"/>
                <a:gd name="T8" fmla="*/ 437 w 579"/>
                <a:gd name="T9" fmla="*/ 144 h 589"/>
                <a:gd name="T10" fmla="*/ 442 w 579"/>
                <a:gd name="T11" fmla="*/ 148 h 589"/>
                <a:gd name="T12" fmla="*/ 477 w 579"/>
                <a:gd name="T13" fmla="*/ 195 h 589"/>
                <a:gd name="T14" fmla="*/ 477 w 579"/>
                <a:gd name="T15" fmla="*/ 394 h 589"/>
                <a:gd name="T16" fmla="*/ 513 w 579"/>
                <a:gd name="T17" fmla="*/ 441 h 589"/>
                <a:gd name="T18" fmla="*/ 517 w 579"/>
                <a:gd name="T19" fmla="*/ 446 h 589"/>
                <a:gd name="T20" fmla="*/ 517 w 579"/>
                <a:gd name="T21" fmla="*/ 144 h 589"/>
                <a:gd name="T22" fmla="*/ 485 w 579"/>
                <a:gd name="T23" fmla="*/ 105 h 589"/>
                <a:gd name="T24" fmla="*/ 477 w 579"/>
                <a:gd name="T25" fmla="*/ 97 h 589"/>
                <a:gd name="T26" fmla="*/ 105 w 579"/>
                <a:gd name="T27" fmla="*/ 105 h 589"/>
                <a:gd name="T28" fmla="*/ 105 w 579"/>
                <a:gd name="T29" fmla="*/ 484 h 589"/>
                <a:gd name="T30" fmla="*/ 477 w 579"/>
                <a:gd name="T31" fmla="*/ 492 h 589"/>
                <a:gd name="T32" fmla="*/ 470 w 579"/>
                <a:gd name="T33" fmla="*/ 484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9" h="589">
                  <a:moveTo>
                    <a:pt x="470" y="484"/>
                  </a:moveTo>
                  <a:cubicBezTo>
                    <a:pt x="457" y="472"/>
                    <a:pt x="447" y="459"/>
                    <a:pt x="437" y="446"/>
                  </a:cubicBezTo>
                  <a:cubicBezTo>
                    <a:pt x="356" y="522"/>
                    <a:pt x="228" y="521"/>
                    <a:pt x="148" y="441"/>
                  </a:cubicBezTo>
                  <a:cubicBezTo>
                    <a:pt x="67" y="360"/>
                    <a:pt x="67" y="229"/>
                    <a:pt x="148" y="148"/>
                  </a:cubicBezTo>
                  <a:cubicBezTo>
                    <a:pt x="228" y="68"/>
                    <a:pt x="356" y="67"/>
                    <a:pt x="437" y="144"/>
                  </a:cubicBezTo>
                  <a:cubicBezTo>
                    <a:pt x="439" y="145"/>
                    <a:pt x="440" y="146"/>
                    <a:pt x="442" y="148"/>
                  </a:cubicBezTo>
                  <a:cubicBezTo>
                    <a:pt x="456" y="162"/>
                    <a:pt x="468" y="178"/>
                    <a:pt x="477" y="195"/>
                  </a:cubicBezTo>
                  <a:cubicBezTo>
                    <a:pt x="511" y="257"/>
                    <a:pt x="511" y="332"/>
                    <a:pt x="477" y="394"/>
                  </a:cubicBezTo>
                  <a:cubicBezTo>
                    <a:pt x="487" y="411"/>
                    <a:pt x="498" y="427"/>
                    <a:pt x="513" y="441"/>
                  </a:cubicBezTo>
                  <a:cubicBezTo>
                    <a:pt x="514" y="443"/>
                    <a:pt x="516" y="444"/>
                    <a:pt x="517" y="446"/>
                  </a:cubicBezTo>
                  <a:cubicBezTo>
                    <a:pt x="579" y="355"/>
                    <a:pt x="579" y="234"/>
                    <a:pt x="517" y="144"/>
                  </a:cubicBezTo>
                  <a:cubicBezTo>
                    <a:pt x="508" y="130"/>
                    <a:pt x="497" y="117"/>
                    <a:pt x="485" y="105"/>
                  </a:cubicBezTo>
                  <a:cubicBezTo>
                    <a:pt x="482" y="102"/>
                    <a:pt x="480" y="100"/>
                    <a:pt x="477" y="97"/>
                  </a:cubicBezTo>
                  <a:cubicBezTo>
                    <a:pt x="372" y="0"/>
                    <a:pt x="207" y="2"/>
                    <a:pt x="105" y="105"/>
                  </a:cubicBezTo>
                  <a:cubicBezTo>
                    <a:pt x="0" y="209"/>
                    <a:pt x="0" y="380"/>
                    <a:pt x="105" y="484"/>
                  </a:cubicBezTo>
                  <a:cubicBezTo>
                    <a:pt x="207" y="587"/>
                    <a:pt x="372" y="589"/>
                    <a:pt x="477" y="492"/>
                  </a:cubicBezTo>
                  <a:cubicBezTo>
                    <a:pt x="475" y="489"/>
                    <a:pt x="472" y="487"/>
                    <a:pt x="470" y="48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5227" name="Freeform 138">
              <a:extLst>
                <a:ext uri="{FF2B5EF4-FFF2-40B4-BE49-F238E27FC236}">
                  <a16:creationId xmlns:a16="http://schemas.microsoft.com/office/drawing/2014/main" id="{20249C6E-4C87-4E05-9EAC-E52BB7F6421F}"/>
                </a:ext>
              </a:extLst>
            </p:cNvPr>
            <p:cNvSpPr>
              <a:spLocks/>
            </p:cNvSpPr>
            <p:nvPr/>
          </p:nvSpPr>
          <p:spPr bwMode="auto">
            <a:xfrm>
              <a:off x="1482726" y="1582738"/>
              <a:ext cx="2035175" cy="1173163"/>
            </a:xfrm>
            <a:custGeom>
              <a:avLst/>
              <a:gdLst>
                <a:gd name="T0" fmla="*/ 82 w 540"/>
                <a:gd name="T1" fmla="*/ 115 h 311"/>
                <a:gd name="T2" fmla="*/ 455 w 540"/>
                <a:gd name="T3" fmla="*/ 108 h 311"/>
                <a:gd name="T4" fmla="*/ 462 w 540"/>
                <a:gd name="T5" fmla="*/ 115 h 311"/>
                <a:gd name="T6" fmla="*/ 494 w 540"/>
                <a:gd name="T7" fmla="*/ 154 h 311"/>
                <a:gd name="T8" fmla="*/ 540 w 540"/>
                <a:gd name="T9" fmla="*/ 289 h 311"/>
                <a:gd name="T10" fmla="*/ 494 w 540"/>
                <a:gd name="T11" fmla="*/ 144 h 311"/>
                <a:gd name="T12" fmla="*/ 462 w 540"/>
                <a:gd name="T13" fmla="*/ 105 h 311"/>
                <a:gd name="T14" fmla="*/ 454 w 540"/>
                <a:gd name="T15" fmla="*/ 97 h 311"/>
                <a:gd name="T16" fmla="*/ 82 w 540"/>
                <a:gd name="T17" fmla="*/ 105 h 311"/>
                <a:gd name="T18" fmla="*/ 4 w 540"/>
                <a:gd name="T19" fmla="*/ 311 h 311"/>
                <a:gd name="T20" fmla="*/ 82 w 540"/>
                <a:gd name="T21" fmla="*/ 11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0" h="311">
                  <a:moveTo>
                    <a:pt x="82" y="115"/>
                  </a:moveTo>
                  <a:cubicBezTo>
                    <a:pt x="185" y="13"/>
                    <a:pt x="349" y="11"/>
                    <a:pt x="455" y="108"/>
                  </a:cubicBezTo>
                  <a:cubicBezTo>
                    <a:pt x="457" y="111"/>
                    <a:pt x="460" y="113"/>
                    <a:pt x="462" y="115"/>
                  </a:cubicBezTo>
                  <a:cubicBezTo>
                    <a:pt x="474" y="128"/>
                    <a:pt x="485" y="141"/>
                    <a:pt x="494" y="154"/>
                  </a:cubicBezTo>
                  <a:cubicBezTo>
                    <a:pt x="522" y="195"/>
                    <a:pt x="537" y="242"/>
                    <a:pt x="540" y="289"/>
                  </a:cubicBezTo>
                  <a:cubicBezTo>
                    <a:pt x="539" y="238"/>
                    <a:pt x="524" y="187"/>
                    <a:pt x="494" y="144"/>
                  </a:cubicBezTo>
                  <a:cubicBezTo>
                    <a:pt x="485" y="130"/>
                    <a:pt x="474" y="117"/>
                    <a:pt x="462" y="105"/>
                  </a:cubicBezTo>
                  <a:cubicBezTo>
                    <a:pt x="459" y="102"/>
                    <a:pt x="457" y="100"/>
                    <a:pt x="454" y="97"/>
                  </a:cubicBezTo>
                  <a:cubicBezTo>
                    <a:pt x="349" y="0"/>
                    <a:pt x="184" y="2"/>
                    <a:pt x="82" y="105"/>
                  </a:cubicBezTo>
                  <a:cubicBezTo>
                    <a:pt x="26" y="161"/>
                    <a:pt x="0" y="237"/>
                    <a:pt x="4" y="311"/>
                  </a:cubicBezTo>
                  <a:cubicBezTo>
                    <a:pt x="3" y="240"/>
                    <a:pt x="29" y="169"/>
                    <a:pt x="82" y="115"/>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5250" name="Group 5249">
              <a:extLst>
                <a:ext uri="{FF2B5EF4-FFF2-40B4-BE49-F238E27FC236}">
                  <a16:creationId xmlns:a16="http://schemas.microsoft.com/office/drawing/2014/main" id="{560A9CD6-6CB3-4B18-AC7F-1F29735DCDDC}"/>
                </a:ext>
              </a:extLst>
            </p:cNvPr>
            <p:cNvGrpSpPr/>
            <p:nvPr/>
          </p:nvGrpSpPr>
          <p:grpSpPr>
            <a:xfrm>
              <a:off x="1727201" y="2681288"/>
              <a:ext cx="1571625" cy="911225"/>
              <a:chOff x="1727201" y="2681288"/>
              <a:chExt cx="1571625" cy="911225"/>
            </a:xfrm>
            <a:solidFill>
              <a:schemeClr val="accent6">
                <a:lumMod val="75000"/>
              </a:schemeClr>
            </a:solidFill>
          </p:grpSpPr>
          <p:sp>
            <p:nvSpPr>
              <p:cNvPr id="5226" name="Freeform 137">
                <a:extLst>
                  <a:ext uri="{FF2B5EF4-FFF2-40B4-BE49-F238E27FC236}">
                    <a16:creationId xmlns:a16="http://schemas.microsoft.com/office/drawing/2014/main" id="{5AD2FAA0-7C24-485A-A6AC-DF8D80DD3A9C}"/>
                  </a:ext>
                </a:extLst>
              </p:cNvPr>
              <p:cNvSpPr>
                <a:spLocks/>
              </p:cNvSpPr>
              <p:nvPr/>
            </p:nvSpPr>
            <p:spPr bwMode="auto">
              <a:xfrm>
                <a:off x="3194051" y="2681288"/>
                <a:ext cx="104775" cy="406400"/>
              </a:xfrm>
              <a:custGeom>
                <a:avLst/>
                <a:gdLst>
                  <a:gd name="T0" fmla="*/ 25 w 28"/>
                  <a:gd name="T1" fmla="*/ 0 h 108"/>
                  <a:gd name="T2" fmla="*/ 0 w 28"/>
                  <a:gd name="T3" fmla="*/ 103 h 108"/>
                  <a:gd name="T4" fmla="*/ 3 w 28"/>
                  <a:gd name="T5" fmla="*/ 108 h 108"/>
                  <a:gd name="T6" fmla="*/ 25 w 28"/>
                  <a:gd name="T7" fmla="*/ 0 h 108"/>
                </a:gdLst>
                <a:ahLst/>
                <a:cxnLst>
                  <a:cxn ang="0">
                    <a:pos x="T0" y="T1"/>
                  </a:cxn>
                  <a:cxn ang="0">
                    <a:pos x="T2" y="T3"/>
                  </a:cxn>
                  <a:cxn ang="0">
                    <a:pos x="T4" y="T5"/>
                  </a:cxn>
                  <a:cxn ang="0">
                    <a:pos x="T6" y="T7"/>
                  </a:cxn>
                </a:cxnLst>
                <a:rect l="0" t="0" r="r" b="b"/>
                <a:pathLst>
                  <a:path w="28" h="108">
                    <a:moveTo>
                      <a:pt x="25" y="0"/>
                    </a:moveTo>
                    <a:cubicBezTo>
                      <a:pt x="26" y="36"/>
                      <a:pt x="18" y="71"/>
                      <a:pt x="0" y="103"/>
                    </a:cubicBezTo>
                    <a:cubicBezTo>
                      <a:pt x="1" y="105"/>
                      <a:pt x="2" y="107"/>
                      <a:pt x="3" y="108"/>
                    </a:cubicBezTo>
                    <a:cubicBezTo>
                      <a:pt x="20" y="75"/>
                      <a:pt x="28" y="37"/>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28" name="Freeform 139">
                <a:extLst>
                  <a:ext uri="{FF2B5EF4-FFF2-40B4-BE49-F238E27FC236}">
                    <a16:creationId xmlns:a16="http://schemas.microsoft.com/office/drawing/2014/main" id="{3CD268F1-0CC7-4FEC-8C2D-69EECA32B8CF}"/>
                  </a:ext>
                </a:extLst>
              </p:cNvPr>
              <p:cNvSpPr>
                <a:spLocks/>
              </p:cNvSpPr>
              <p:nvPr/>
            </p:nvSpPr>
            <p:spPr bwMode="auto">
              <a:xfrm>
                <a:off x="1727201" y="2744788"/>
                <a:ext cx="1333500" cy="847725"/>
              </a:xfrm>
              <a:custGeom>
                <a:avLst/>
                <a:gdLst>
                  <a:gd name="T0" fmla="*/ 349 w 354"/>
                  <a:gd name="T1" fmla="*/ 138 h 225"/>
                  <a:gd name="T2" fmla="*/ 60 w 354"/>
                  <a:gd name="T3" fmla="*/ 133 h 225"/>
                  <a:gd name="T4" fmla="*/ 0 w 354"/>
                  <a:gd name="T5" fmla="*/ 0 h 225"/>
                  <a:gd name="T6" fmla="*/ 60 w 354"/>
                  <a:gd name="T7" fmla="*/ 144 h 225"/>
                  <a:gd name="T8" fmla="*/ 350 w 354"/>
                  <a:gd name="T9" fmla="*/ 148 h 225"/>
                  <a:gd name="T10" fmla="*/ 354 w 354"/>
                  <a:gd name="T11" fmla="*/ 144 h 225"/>
                  <a:gd name="T12" fmla="*/ 349 w 354"/>
                  <a:gd name="T13" fmla="*/ 138 h 225"/>
                </a:gdLst>
                <a:ahLst/>
                <a:cxnLst>
                  <a:cxn ang="0">
                    <a:pos x="T0" y="T1"/>
                  </a:cxn>
                  <a:cxn ang="0">
                    <a:pos x="T2" y="T3"/>
                  </a:cxn>
                  <a:cxn ang="0">
                    <a:pos x="T4" y="T5"/>
                  </a:cxn>
                  <a:cxn ang="0">
                    <a:pos x="T6" y="T7"/>
                  </a:cxn>
                  <a:cxn ang="0">
                    <a:pos x="T8" y="T9"/>
                  </a:cxn>
                  <a:cxn ang="0">
                    <a:pos x="T10" y="T11"/>
                  </a:cxn>
                  <a:cxn ang="0">
                    <a:pos x="T12" y="T13"/>
                  </a:cxn>
                </a:cxnLst>
                <a:rect l="0" t="0" r="r" b="b"/>
                <a:pathLst>
                  <a:path w="354" h="225">
                    <a:moveTo>
                      <a:pt x="349" y="138"/>
                    </a:moveTo>
                    <a:cubicBezTo>
                      <a:pt x="268" y="214"/>
                      <a:pt x="140" y="213"/>
                      <a:pt x="60" y="133"/>
                    </a:cubicBezTo>
                    <a:cubicBezTo>
                      <a:pt x="23" y="96"/>
                      <a:pt x="3" y="49"/>
                      <a:pt x="0" y="0"/>
                    </a:cubicBezTo>
                    <a:cubicBezTo>
                      <a:pt x="1" y="52"/>
                      <a:pt x="21" y="104"/>
                      <a:pt x="60" y="144"/>
                    </a:cubicBezTo>
                    <a:cubicBezTo>
                      <a:pt x="140" y="224"/>
                      <a:pt x="269" y="225"/>
                      <a:pt x="350" y="148"/>
                    </a:cubicBezTo>
                    <a:cubicBezTo>
                      <a:pt x="350" y="148"/>
                      <a:pt x="351" y="147"/>
                      <a:pt x="354" y="144"/>
                    </a:cubicBezTo>
                    <a:cubicBezTo>
                      <a:pt x="352" y="142"/>
                      <a:pt x="351" y="140"/>
                      <a:pt x="349" y="138"/>
                    </a:cubicBezTo>
                    <a:close/>
                  </a:path>
                </a:pathLst>
              </a:custGeom>
              <a:grp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5257" name="Group 5256">
            <a:extLst>
              <a:ext uri="{FF2B5EF4-FFF2-40B4-BE49-F238E27FC236}">
                <a16:creationId xmlns:a16="http://schemas.microsoft.com/office/drawing/2014/main" id="{E1F52E5C-CE04-4F4C-93F6-C5E22E468F71}"/>
              </a:ext>
            </a:extLst>
          </p:cNvPr>
          <p:cNvGrpSpPr/>
          <p:nvPr/>
        </p:nvGrpSpPr>
        <p:grpSpPr>
          <a:xfrm>
            <a:off x="8305801" y="1633588"/>
            <a:ext cx="2181225" cy="2220913"/>
            <a:chOff x="8305801" y="1582738"/>
            <a:chExt cx="2181225" cy="2220913"/>
          </a:xfrm>
          <a:effectLst>
            <a:outerShdw blurRad="165100" dist="88900" dir="2700000" algn="tl" rotWithShape="0">
              <a:prstClr val="black">
                <a:alpha val="22000"/>
              </a:prstClr>
            </a:outerShdw>
          </a:effectLst>
        </p:grpSpPr>
        <p:sp>
          <p:nvSpPr>
            <p:cNvPr id="5231" name="Freeform 142">
              <a:extLst>
                <a:ext uri="{FF2B5EF4-FFF2-40B4-BE49-F238E27FC236}">
                  <a16:creationId xmlns:a16="http://schemas.microsoft.com/office/drawing/2014/main" id="{B5318BBB-7F0A-4604-B930-EC3A8C6FB175}"/>
                </a:ext>
              </a:extLst>
            </p:cNvPr>
            <p:cNvSpPr>
              <a:spLocks/>
            </p:cNvSpPr>
            <p:nvPr/>
          </p:nvSpPr>
          <p:spPr bwMode="auto">
            <a:xfrm>
              <a:off x="8305801" y="1582738"/>
              <a:ext cx="2181225" cy="2220913"/>
            </a:xfrm>
            <a:custGeom>
              <a:avLst/>
              <a:gdLst>
                <a:gd name="T0" fmla="*/ 474 w 579"/>
                <a:gd name="T1" fmla="*/ 105 h 589"/>
                <a:gd name="T2" fmla="*/ 102 w 579"/>
                <a:gd name="T3" fmla="*/ 97 h 589"/>
                <a:gd name="T4" fmla="*/ 109 w 579"/>
                <a:gd name="T5" fmla="*/ 105 h 589"/>
                <a:gd name="T6" fmla="*/ 142 w 579"/>
                <a:gd name="T7" fmla="*/ 144 h 589"/>
                <a:gd name="T8" fmla="*/ 431 w 579"/>
                <a:gd name="T9" fmla="*/ 148 h 589"/>
                <a:gd name="T10" fmla="*/ 431 w 579"/>
                <a:gd name="T11" fmla="*/ 441 h 589"/>
                <a:gd name="T12" fmla="*/ 142 w 579"/>
                <a:gd name="T13" fmla="*/ 446 h 589"/>
                <a:gd name="T14" fmla="*/ 137 w 579"/>
                <a:gd name="T15" fmla="*/ 441 h 589"/>
                <a:gd name="T16" fmla="*/ 102 w 579"/>
                <a:gd name="T17" fmla="*/ 394 h 589"/>
                <a:gd name="T18" fmla="*/ 102 w 579"/>
                <a:gd name="T19" fmla="*/ 195 h 589"/>
                <a:gd name="T20" fmla="*/ 66 w 579"/>
                <a:gd name="T21" fmla="*/ 148 h 589"/>
                <a:gd name="T22" fmla="*/ 62 w 579"/>
                <a:gd name="T23" fmla="*/ 144 h 589"/>
                <a:gd name="T24" fmla="*/ 62 w 579"/>
                <a:gd name="T25" fmla="*/ 446 h 589"/>
                <a:gd name="T26" fmla="*/ 94 w 579"/>
                <a:gd name="T27" fmla="*/ 484 h 589"/>
                <a:gd name="T28" fmla="*/ 102 w 579"/>
                <a:gd name="T29" fmla="*/ 492 h 589"/>
                <a:gd name="T30" fmla="*/ 474 w 579"/>
                <a:gd name="T31" fmla="*/ 484 h 589"/>
                <a:gd name="T32" fmla="*/ 474 w 579"/>
                <a:gd name="T33" fmla="*/ 105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9" h="589">
                  <a:moveTo>
                    <a:pt x="474" y="105"/>
                  </a:moveTo>
                  <a:cubicBezTo>
                    <a:pt x="372" y="2"/>
                    <a:pt x="207" y="0"/>
                    <a:pt x="102" y="97"/>
                  </a:cubicBezTo>
                  <a:cubicBezTo>
                    <a:pt x="104" y="100"/>
                    <a:pt x="107" y="102"/>
                    <a:pt x="109" y="105"/>
                  </a:cubicBezTo>
                  <a:cubicBezTo>
                    <a:pt x="122" y="117"/>
                    <a:pt x="132" y="130"/>
                    <a:pt x="142" y="144"/>
                  </a:cubicBezTo>
                  <a:cubicBezTo>
                    <a:pt x="223" y="67"/>
                    <a:pt x="352" y="68"/>
                    <a:pt x="431" y="148"/>
                  </a:cubicBezTo>
                  <a:cubicBezTo>
                    <a:pt x="512" y="229"/>
                    <a:pt x="512" y="360"/>
                    <a:pt x="431" y="441"/>
                  </a:cubicBezTo>
                  <a:cubicBezTo>
                    <a:pt x="352" y="521"/>
                    <a:pt x="223" y="522"/>
                    <a:pt x="142" y="446"/>
                  </a:cubicBezTo>
                  <a:cubicBezTo>
                    <a:pt x="140" y="444"/>
                    <a:pt x="139" y="443"/>
                    <a:pt x="137" y="441"/>
                  </a:cubicBezTo>
                  <a:cubicBezTo>
                    <a:pt x="123" y="427"/>
                    <a:pt x="111" y="411"/>
                    <a:pt x="102" y="394"/>
                  </a:cubicBezTo>
                  <a:cubicBezTo>
                    <a:pt x="68" y="332"/>
                    <a:pt x="68" y="257"/>
                    <a:pt x="102" y="195"/>
                  </a:cubicBezTo>
                  <a:cubicBezTo>
                    <a:pt x="93" y="178"/>
                    <a:pt x="81" y="162"/>
                    <a:pt x="66" y="148"/>
                  </a:cubicBezTo>
                  <a:cubicBezTo>
                    <a:pt x="65" y="146"/>
                    <a:pt x="64" y="145"/>
                    <a:pt x="62" y="144"/>
                  </a:cubicBezTo>
                  <a:cubicBezTo>
                    <a:pt x="0" y="234"/>
                    <a:pt x="0" y="355"/>
                    <a:pt x="62" y="446"/>
                  </a:cubicBezTo>
                  <a:cubicBezTo>
                    <a:pt x="71" y="459"/>
                    <a:pt x="82" y="472"/>
                    <a:pt x="94" y="484"/>
                  </a:cubicBezTo>
                  <a:cubicBezTo>
                    <a:pt x="97" y="487"/>
                    <a:pt x="99" y="489"/>
                    <a:pt x="102" y="492"/>
                  </a:cubicBezTo>
                  <a:cubicBezTo>
                    <a:pt x="207" y="589"/>
                    <a:pt x="372" y="587"/>
                    <a:pt x="474" y="484"/>
                  </a:cubicBezTo>
                  <a:cubicBezTo>
                    <a:pt x="579" y="380"/>
                    <a:pt x="579" y="209"/>
                    <a:pt x="474" y="10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32" name="Freeform 143">
              <a:extLst>
                <a:ext uri="{FF2B5EF4-FFF2-40B4-BE49-F238E27FC236}">
                  <a16:creationId xmlns:a16="http://schemas.microsoft.com/office/drawing/2014/main" id="{51B00389-A748-4349-91A3-DFADFE39374C}"/>
                </a:ext>
              </a:extLst>
            </p:cNvPr>
            <p:cNvSpPr>
              <a:spLocks/>
            </p:cNvSpPr>
            <p:nvPr/>
          </p:nvSpPr>
          <p:spPr bwMode="auto">
            <a:xfrm>
              <a:off x="8594726" y="2684463"/>
              <a:ext cx="1579563" cy="908050"/>
            </a:xfrm>
            <a:custGeom>
              <a:avLst/>
              <a:gdLst>
                <a:gd name="T0" fmla="*/ 415 w 419"/>
                <a:gd name="T1" fmla="*/ 0 h 241"/>
                <a:gd name="T2" fmla="*/ 354 w 419"/>
                <a:gd name="T3" fmla="*/ 149 h 241"/>
                <a:gd name="T4" fmla="*/ 65 w 419"/>
                <a:gd name="T5" fmla="*/ 154 h 241"/>
                <a:gd name="T6" fmla="*/ 60 w 419"/>
                <a:gd name="T7" fmla="*/ 149 h 241"/>
                <a:gd name="T8" fmla="*/ 25 w 419"/>
                <a:gd name="T9" fmla="*/ 102 h 241"/>
                <a:gd name="T10" fmla="*/ 0 w 419"/>
                <a:gd name="T11" fmla="*/ 17 h 241"/>
                <a:gd name="T12" fmla="*/ 25 w 419"/>
                <a:gd name="T13" fmla="*/ 113 h 241"/>
                <a:gd name="T14" fmla="*/ 61 w 419"/>
                <a:gd name="T15" fmla="*/ 160 h 241"/>
                <a:gd name="T16" fmla="*/ 65 w 419"/>
                <a:gd name="T17" fmla="*/ 164 h 241"/>
                <a:gd name="T18" fmla="*/ 355 w 419"/>
                <a:gd name="T19" fmla="*/ 160 h 241"/>
                <a:gd name="T20" fmla="*/ 415 w 419"/>
                <a:gd name="T21"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41">
                  <a:moveTo>
                    <a:pt x="415" y="0"/>
                  </a:moveTo>
                  <a:cubicBezTo>
                    <a:pt x="416" y="54"/>
                    <a:pt x="395" y="108"/>
                    <a:pt x="354" y="149"/>
                  </a:cubicBezTo>
                  <a:cubicBezTo>
                    <a:pt x="275" y="229"/>
                    <a:pt x="146" y="230"/>
                    <a:pt x="65" y="154"/>
                  </a:cubicBezTo>
                  <a:cubicBezTo>
                    <a:pt x="63" y="152"/>
                    <a:pt x="62" y="151"/>
                    <a:pt x="60" y="149"/>
                  </a:cubicBezTo>
                  <a:cubicBezTo>
                    <a:pt x="46" y="135"/>
                    <a:pt x="34" y="119"/>
                    <a:pt x="25" y="102"/>
                  </a:cubicBezTo>
                  <a:cubicBezTo>
                    <a:pt x="10" y="75"/>
                    <a:pt x="2" y="46"/>
                    <a:pt x="0" y="17"/>
                  </a:cubicBezTo>
                  <a:cubicBezTo>
                    <a:pt x="1" y="50"/>
                    <a:pt x="9" y="83"/>
                    <a:pt x="25" y="113"/>
                  </a:cubicBezTo>
                  <a:cubicBezTo>
                    <a:pt x="35" y="130"/>
                    <a:pt x="46" y="146"/>
                    <a:pt x="61" y="160"/>
                  </a:cubicBezTo>
                  <a:cubicBezTo>
                    <a:pt x="62" y="162"/>
                    <a:pt x="64" y="163"/>
                    <a:pt x="65" y="164"/>
                  </a:cubicBezTo>
                  <a:cubicBezTo>
                    <a:pt x="146" y="241"/>
                    <a:pt x="275" y="240"/>
                    <a:pt x="355" y="160"/>
                  </a:cubicBezTo>
                  <a:cubicBezTo>
                    <a:pt x="398" y="116"/>
                    <a:pt x="419" y="57"/>
                    <a:pt x="415"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233" name="Freeform 144">
              <a:extLst>
                <a:ext uri="{FF2B5EF4-FFF2-40B4-BE49-F238E27FC236}">
                  <a16:creationId xmlns:a16="http://schemas.microsoft.com/office/drawing/2014/main" id="{4AF92D56-D6EF-40AB-99F1-E0EF83839C26}"/>
                </a:ext>
              </a:extLst>
            </p:cNvPr>
            <p:cNvSpPr>
              <a:spLocks/>
            </p:cNvSpPr>
            <p:nvPr/>
          </p:nvSpPr>
          <p:spPr bwMode="auto">
            <a:xfrm>
              <a:off x="8689976" y="1582738"/>
              <a:ext cx="1698625" cy="1090613"/>
            </a:xfrm>
            <a:custGeom>
              <a:avLst/>
              <a:gdLst>
                <a:gd name="T0" fmla="*/ 373 w 451"/>
                <a:gd name="T1" fmla="*/ 115 h 289"/>
                <a:gd name="T2" fmla="*/ 451 w 451"/>
                <a:gd name="T3" fmla="*/ 289 h 289"/>
                <a:gd name="T4" fmla="*/ 372 w 451"/>
                <a:gd name="T5" fmla="*/ 105 h 289"/>
                <a:gd name="T6" fmla="*/ 0 w 451"/>
                <a:gd name="T7" fmla="*/ 97 h 289"/>
                <a:gd name="T8" fmla="*/ 6 w 451"/>
                <a:gd name="T9" fmla="*/ 103 h 289"/>
                <a:gd name="T10" fmla="*/ 373 w 451"/>
                <a:gd name="T11" fmla="*/ 115 h 289"/>
              </a:gdLst>
              <a:ahLst/>
              <a:cxnLst>
                <a:cxn ang="0">
                  <a:pos x="T0" y="T1"/>
                </a:cxn>
                <a:cxn ang="0">
                  <a:pos x="T2" y="T3"/>
                </a:cxn>
                <a:cxn ang="0">
                  <a:pos x="T4" y="T5"/>
                </a:cxn>
                <a:cxn ang="0">
                  <a:pos x="T6" y="T7"/>
                </a:cxn>
                <a:cxn ang="0">
                  <a:pos x="T8" y="T9"/>
                </a:cxn>
                <a:cxn ang="0">
                  <a:pos x="T10" y="T11"/>
                </a:cxn>
              </a:cxnLst>
              <a:rect l="0" t="0" r="r" b="b"/>
              <a:pathLst>
                <a:path w="451" h="289">
                  <a:moveTo>
                    <a:pt x="373" y="115"/>
                  </a:moveTo>
                  <a:cubicBezTo>
                    <a:pt x="421" y="164"/>
                    <a:pt x="447" y="226"/>
                    <a:pt x="451" y="289"/>
                  </a:cubicBezTo>
                  <a:cubicBezTo>
                    <a:pt x="449" y="222"/>
                    <a:pt x="423" y="156"/>
                    <a:pt x="372" y="105"/>
                  </a:cubicBezTo>
                  <a:cubicBezTo>
                    <a:pt x="270" y="2"/>
                    <a:pt x="105" y="0"/>
                    <a:pt x="0" y="97"/>
                  </a:cubicBezTo>
                  <a:cubicBezTo>
                    <a:pt x="2" y="99"/>
                    <a:pt x="4" y="101"/>
                    <a:pt x="6" y="103"/>
                  </a:cubicBezTo>
                  <a:cubicBezTo>
                    <a:pt x="111" y="11"/>
                    <a:pt x="272" y="15"/>
                    <a:pt x="373" y="115"/>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234" name="Freeform 145">
              <a:extLst>
                <a:ext uri="{FF2B5EF4-FFF2-40B4-BE49-F238E27FC236}">
                  <a16:creationId xmlns:a16="http://schemas.microsoft.com/office/drawing/2014/main" id="{B312219F-9FA8-4508-B7B4-2C37B015F6BD}"/>
                </a:ext>
              </a:extLst>
            </p:cNvPr>
            <p:cNvSpPr>
              <a:spLocks/>
            </p:cNvSpPr>
            <p:nvPr/>
          </p:nvSpPr>
          <p:spPr bwMode="auto">
            <a:xfrm>
              <a:off x="8355013" y="2125663"/>
              <a:ext cx="198438" cy="630238"/>
            </a:xfrm>
            <a:custGeom>
              <a:avLst/>
              <a:gdLst>
                <a:gd name="T0" fmla="*/ 50 w 53"/>
                <a:gd name="T1" fmla="*/ 10 h 167"/>
                <a:gd name="T2" fmla="*/ 53 w 53"/>
                <a:gd name="T3" fmla="*/ 4 h 167"/>
                <a:gd name="T4" fmla="*/ 49 w 53"/>
                <a:gd name="T5" fmla="*/ 0 h 167"/>
                <a:gd name="T6" fmla="*/ 3 w 53"/>
                <a:gd name="T7" fmla="*/ 167 h 167"/>
                <a:gd name="T8" fmla="*/ 50 w 53"/>
                <a:gd name="T9" fmla="*/ 10 h 167"/>
              </a:gdLst>
              <a:ahLst/>
              <a:cxnLst>
                <a:cxn ang="0">
                  <a:pos x="T0" y="T1"/>
                </a:cxn>
                <a:cxn ang="0">
                  <a:pos x="T2" y="T3"/>
                </a:cxn>
                <a:cxn ang="0">
                  <a:pos x="T4" y="T5"/>
                </a:cxn>
                <a:cxn ang="0">
                  <a:pos x="T6" y="T7"/>
                </a:cxn>
                <a:cxn ang="0">
                  <a:pos x="T8" y="T9"/>
                </a:cxn>
              </a:cxnLst>
              <a:rect l="0" t="0" r="r" b="b"/>
              <a:pathLst>
                <a:path w="53" h="167">
                  <a:moveTo>
                    <a:pt x="50" y="10"/>
                  </a:moveTo>
                  <a:cubicBezTo>
                    <a:pt x="50" y="9"/>
                    <a:pt x="51" y="7"/>
                    <a:pt x="53" y="4"/>
                  </a:cubicBezTo>
                  <a:cubicBezTo>
                    <a:pt x="52" y="2"/>
                    <a:pt x="51" y="1"/>
                    <a:pt x="49" y="0"/>
                  </a:cubicBezTo>
                  <a:cubicBezTo>
                    <a:pt x="15" y="50"/>
                    <a:pt x="0" y="109"/>
                    <a:pt x="3" y="167"/>
                  </a:cubicBezTo>
                  <a:cubicBezTo>
                    <a:pt x="2" y="112"/>
                    <a:pt x="18" y="57"/>
                    <a:pt x="50" y="10"/>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5" name="Oval 54">
            <a:extLst>
              <a:ext uri="{FF2B5EF4-FFF2-40B4-BE49-F238E27FC236}">
                <a16:creationId xmlns:a16="http://schemas.microsoft.com/office/drawing/2014/main" id="{266AC2A5-F4D5-4624-9690-5A5D399C408D}"/>
              </a:ext>
            </a:extLst>
          </p:cNvPr>
          <p:cNvSpPr/>
          <p:nvPr/>
        </p:nvSpPr>
        <p:spPr>
          <a:xfrm rot="16200000">
            <a:off x="1642409" y="1857425"/>
            <a:ext cx="1697792" cy="1697792"/>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ru-RU" sz="1100">
                <a:solidFill>
                  <a:schemeClr val="accent6">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1100">
                <a:solidFill>
                  <a:schemeClr val="accent6">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01</a:t>
            </a:r>
            <a:endParaRPr lang="ru-UA" sz="1100">
              <a:solidFill>
                <a:schemeClr val="accent6">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solidFill>
                <a:schemeClr val="accent6">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6" name="Oval 55">
            <a:extLst>
              <a:ext uri="{FF2B5EF4-FFF2-40B4-BE49-F238E27FC236}">
                <a16:creationId xmlns:a16="http://schemas.microsoft.com/office/drawing/2014/main" id="{27A5C702-D237-4D1D-9A20-968C86D72B5E}"/>
              </a:ext>
            </a:extLst>
          </p:cNvPr>
          <p:cNvSpPr/>
          <p:nvPr/>
        </p:nvSpPr>
        <p:spPr>
          <a:xfrm rot="16200000">
            <a:off x="3036234" y="1857425"/>
            <a:ext cx="1697792" cy="1697792"/>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ru-RU" sz="1100">
                <a:solidFill>
                  <a:schemeClr val="accent1">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1100">
                <a:solidFill>
                  <a:schemeClr val="accent1">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1">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a:t>
            </a:r>
            <a:endParaRPr lang="ru-UA" sz="1100">
              <a:solidFill>
                <a:schemeClr val="accent1">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solidFill>
                <a:schemeClr val="accent1">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7" name="Oval 56">
            <a:extLst>
              <a:ext uri="{FF2B5EF4-FFF2-40B4-BE49-F238E27FC236}">
                <a16:creationId xmlns:a16="http://schemas.microsoft.com/office/drawing/2014/main" id="{293DE867-FB55-4EDA-8950-98B826FC2832}"/>
              </a:ext>
            </a:extLst>
          </p:cNvPr>
          <p:cNvSpPr/>
          <p:nvPr/>
        </p:nvSpPr>
        <p:spPr>
          <a:xfrm rot="16200000">
            <a:off x="4408904" y="1857425"/>
            <a:ext cx="1697792" cy="1697792"/>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ru-RU" sz="1100">
                <a:solidFill>
                  <a:schemeClr val="accent2">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1100">
                <a:solidFill>
                  <a:schemeClr val="accent2">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2">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3</a:t>
            </a:r>
            <a:endParaRPr lang="ru-UA" sz="1100">
              <a:solidFill>
                <a:schemeClr val="accent2">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solidFill>
                <a:schemeClr val="accent2">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8" name="Oval 57">
            <a:extLst>
              <a:ext uri="{FF2B5EF4-FFF2-40B4-BE49-F238E27FC236}">
                <a16:creationId xmlns:a16="http://schemas.microsoft.com/office/drawing/2014/main" id="{CFC8C2B8-C0FC-47DE-9656-CD7BEEC7B4A7}"/>
              </a:ext>
            </a:extLst>
          </p:cNvPr>
          <p:cNvSpPr/>
          <p:nvPr/>
        </p:nvSpPr>
        <p:spPr>
          <a:xfrm rot="16200000">
            <a:off x="5766217" y="1857425"/>
            <a:ext cx="1697792" cy="1697792"/>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ru-RU" sz="1100">
                <a:solidFill>
                  <a:schemeClr val="accent3">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1100">
                <a:solidFill>
                  <a:schemeClr val="accent3">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3">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4</a:t>
            </a:r>
            <a:endParaRPr lang="ru-UA" sz="1100">
              <a:solidFill>
                <a:schemeClr val="accent3">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solidFill>
                <a:schemeClr val="accent3">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9" name="Oval 58">
            <a:extLst>
              <a:ext uri="{FF2B5EF4-FFF2-40B4-BE49-F238E27FC236}">
                <a16:creationId xmlns:a16="http://schemas.microsoft.com/office/drawing/2014/main" id="{C036C39F-61B6-4488-81D6-FFF72622F758}"/>
              </a:ext>
            </a:extLst>
          </p:cNvPr>
          <p:cNvSpPr/>
          <p:nvPr/>
        </p:nvSpPr>
        <p:spPr>
          <a:xfrm rot="16200000">
            <a:off x="7137817" y="1857425"/>
            <a:ext cx="1697792" cy="1697792"/>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ru-RU" sz="1100">
                <a:solidFill>
                  <a:schemeClr val="accent4">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1100">
                <a:solidFill>
                  <a:schemeClr val="accent4">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4">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5</a:t>
            </a:r>
            <a:endParaRPr lang="ru-UA" sz="1100">
              <a:solidFill>
                <a:schemeClr val="accent4">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solidFill>
                <a:schemeClr val="accent4">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0" name="Oval 59">
            <a:extLst>
              <a:ext uri="{FF2B5EF4-FFF2-40B4-BE49-F238E27FC236}">
                <a16:creationId xmlns:a16="http://schemas.microsoft.com/office/drawing/2014/main" id="{F26426B1-6285-4A5B-B0AD-19B2D273C897}"/>
              </a:ext>
            </a:extLst>
          </p:cNvPr>
          <p:cNvSpPr/>
          <p:nvPr/>
        </p:nvSpPr>
        <p:spPr>
          <a:xfrm rot="16200000">
            <a:off x="8518942" y="1857425"/>
            <a:ext cx="1697792" cy="1697792"/>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Circle">
              <a:avLst/>
            </a:prstTxWarp>
            <a:noAutofit/>
          </a:bodyPr>
          <a:lstStyle/>
          <a:p>
            <a:pPr algn="ctr"/>
            <a:r>
              <a:rPr lang="ru-RU" sz="1100">
                <a:solidFill>
                  <a:schemeClr val="accent5">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1100">
                <a:solidFill>
                  <a:schemeClr val="accent5">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0</a:t>
            </a:r>
            <a:r>
              <a:rPr lang="ru-RU" sz="1100">
                <a:solidFill>
                  <a:schemeClr val="accent5">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6</a:t>
            </a:r>
            <a:endParaRPr lang="ru-UA" sz="1100">
              <a:solidFill>
                <a:schemeClr val="accent5">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endParaRPr lang="ru-UA" sz="1600">
              <a:solidFill>
                <a:schemeClr val="accent5">
                  <a:lumMod val="60000"/>
                  <a:lumOff val="40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3" name="Freeform 5">
            <a:extLst>
              <a:ext uri="{FF2B5EF4-FFF2-40B4-BE49-F238E27FC236}">
                <a16:creationId xmlns:a16="http://schemas.microsoft.com/office/drawing/2014/main" id="{61B73DBA-B536-48E4-B276-67E76CE804E3}"/>
              </a:ext>
            </a:extLst>
          </p:cNvPr>
          <p:cNvSpPr>
            <a:spLocks noEditPoints="1"/>
          </p:cNvSpPr>
          <p:nvPr/>
        </p:nvSpPr>
        <p:spPr bwMode="auto">
          <a:xfrm>
            <a:off x="1876425" y="4491904"/>
            <a:ext cx="649288" cy="373063"/>
          </a:xfrm>
          <a:custGeom>
            <a:avLst/>
            <a:gdLst>
              <a:gd name="T0" fmla="*/ 41 w 172"/>
              <a:gd name="T1" fmla="*/ 79 h 97"/>
              <a:gd name="T2" fmla="*/ 40 w 172"/>
              <a:gd name="T3" fmla="*/ 72 h 97"/>
              <a:gd name="T4" fmla="*/ 50 w 172"/>
              <a:gd name="T5" fmla="*/ 62 h 97"/>
              <a:gd name="T6" fmla="*/ 56 w 172"/>
              <a:gd name="T7" fmla="*/ 67 h 97"/>
              <a:gd name="T8" fmla="*/ 48 w 172"/>
              <a:gd name="T9" fmla="*/ 78 h 97"/>
              <a:gd name="T10" fmla="*/ 105 w 172"/>
              <a:gd name="T11" fmla="*/ 70 h 97"/>
              <a:gd name="T12" fmla="*/ 126 w 172"/>
              <a:gd name="T13" fmla="*/ 79 h 97"/>
              <a:gd name="T14" fmla="*/ 127 w 172"/>
              <a:gd name="T15" fmla="*/ 70 h 97"/>
              <a:gd name="T16" fmla="*/ 105 w 172"/>
              <a:gd name="T17" fmla="*/ 86 h 97"/>
              <a:gd name="T18" fmla="*/ 115 w 172"/>
              <a:gd name="T19" fmla="*/ 87 h 97"/>
              <a:gd name="T20" fmla="*/ 117 w 172"/>
              <a:gd name="T21" fmla="*/ 79 h 97"/>
              <a:gd name="T22" fmla="*/ 94 w 172"/>
              <a:gd name="T23" fmla="*/ 93 h 97"/>
              <a:gd name="T24" fmla="*/ 103 w 172"/>
              <a:gd name="T25" fmla="*/ 93 h 97"/>
              <a:gd name="T26" fmla="*/ 105 w 172"/>
              <a:gd name="T27" fmla="*/ 86 h 97"/>
              <a:gd name="T28" fmla="*/ 81 w 172"/>
              <a:gd name="T29" fmla="*/ 95 h 97"/>
              <a:gd name="T30" fmla="*/ 92 w 172"/>
              <a:gd name="T31" fmla="*/ 94 h 97"/>
              <a:gd name="T32" fmla="*/ 55 w 172"/>
              <a:gd name="T33" fmla="*/ 86 h 97"/>
              <a:gd name="T34" fmla="*/ 66 w 172"/>
              <a:gd name="T35" fmla="*/ 66 h 97"/>
              <a:gd name="T36" fmla="*/ 59 w 172"/>
              <a:gd name="T37" fmla="*/ 66 h 97"/>
              <a:gd name="T38" fmla="*/ 48 w 172"/>
              <a:gd name="T39" fmla="*/ 87 h 97"/>
              <a:gd name="T40" fmla="*/ 55 w 172"/>
              <a:gd name="T41" fmla="*/ 86 h 97"/>
              <a:gd name="T42" fmla="*/ 76 w 172"/>
              <a:gd name="T43" fmla="*/ 79 h 97"/>
              <a:gd name="T44" fmla="*/ 71 w 172"/>
              <a:gd name="T45" fmla="*/ 70 h 97"/>
              <a:gd name="T46" fmla="*/ 57 w 172"/>
              <a:gd name="T47" fmla="*/ 84 h 97"/>
              <a:gd name="T48" fmla="*/ 62 w 172"/>
              <a:gd name="T49" fmla="*/ 92 h 97"/>
              <a:gd name="T50" fmla="*/ 80 w 172"/>
              <a:gd name="T51" fmla="*/ 90 h 97"/>
              <a:gd name="T52" fmla="*/ 81 w 172"/>
              <a:gd name="T53" fmla="*/ 81 h 97"/>
              <a:gd name="T54" fmla="*/ 73 w 172"/>
              <a:gd name="T55" fmla="*/ 81 h 97"/>
              <a:gd name="T56" fmla="*/ 68 w 172"/>
              <a:gd name="T57" fmla="*/ 95 h 97"/>
              <a:gd name="T58" fmla="*/ 75 w 172"/>
              <a:gd name="T59" fmla="*/ 95 h 97"/>
              <a:gd name="T60" fmla="*/ 148 w 172"/>
              <a:gd name="T61" fmla="*/ 0 h 97"/>
              <a:gd name="T62" fmla="*/ 143 w 172"/>
              <a:gd name="T63" fmla="*/ 58 h 97"/>
              <a:gd name="T64" fmla="*/ 172 w 172"/>
              <a:gd name="T65" fmla="*/ 46 h 97"/>
              <a:gd name="T66" fmla="*/ 93 w 172"/>
              <a:gd name="T67" fmla="*/ 25 h 97"/>
              <a:gd name="T68" fmla="*/ 85 w 172"/>
              <a:gd name="T69" fmla="*/ 25 h 97"/>
              <a:gd name="T70" fmla="*/ 59 w 172"/>
              <a:gd name="T71" fmla="*/ 37 h 97"/>
              <a:gd name="T72" fmla="*/ 82 w 172"/>
              <a:gd name="T73" fmla="*/ 43 h 97"/>
              <a:gd name="T74" fmla="*/ 126 w 172"/>
              <a:gd name="T75" fmla="*/ 70 h 97"/>
              <a:gd name="T76" fmla="*/ 134 w 172"/>
              <a:gd name="T77" fmla="*/ 61 h 97"/>
              <a:gd name="T78" fmla="*/ 126 w 172"/>
              <a:gd name="T79" fmla="*/ 70 h 97"/>
              <a:gd name="T80" fmla="*/ 44 w 172"/>
              <a:gd name="T81" fmla="*/ 69 h 97"/>
              <a:gd name="T82" fmla="*/ 25 w 172"/>
              <a:gd name="T83" fmla="*/ 64 h 97"/>
              <a:gd name="T84" fmla="*/ 36 w 172"/>
              <a:gd name="T85" fmla="*/ 0 h 97"/>
              <a:gd name="T86" fmla="*/ 42 w 172"/>
              <a:gd name="T87" fmla="*/ 70 h 97"/>
              <a:gd name="T88" fmla="*/ 57 w 172"/>
              <a:gd name="T89"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2" h="97">
                <a:moveTo>
                  <a:pt x="45" y="80"/>
                </a:moveTo>
                <a:cubicBezTo>
                  <a:pt x="43" y="80"/>
                  <a:pt x="42" y="80"/>
                  <a:pt x="41" y="79"/>
                </a:cubicBezTo>
                <a:cubicBezTo>
                  <a:pt x="40" y="78"/>
                  <a:pt x="39" y="77"/>
                  <a:pt x="39" y="75"/>
                </a:cubicBezTo>
                <a:cubicBezTo>
                  <a:pt x="39" y="74"/>
                  <a:pt x="40" y="73"/>
                  <a:pt x="40" y="72"/>
                </a:cubicBezTo>
                <a:cubicBezTo>
                  <a:pt x="47" y="64"/>
                  <a:pt x="47" y="64"/>
                  <a:pt x="47" y="64"/>
                </a:cubicBezTo>
                <a:cubicBezTo>
                  <a:pt x="48" y="63"/>
                  <a:pt x="49" y="63"/>
                  <a:pt x="50" y="62"/>
                </a:cubicBezTo>
                <a:cubicBezTo>
                  <a:pt x="52" y="62"/>
                  <a:pt x="53" y="63"/>
                  <a:pt x="54" y="64"/>
                </a:cubicBezTo>
                <a:cubicBezTo>
                  <a:pt x="55" y="65"/>
                  <a:pt x="56" y="66"/>
                  <a:pt x="56" y="67"/>
                </a:cubicBezTo>
                <a:cubicBezTo>
                  <a:pt x="56" y="69"/>
                  <a:pt x="56" y="70"/>
                  <a:pt x="55" y="71"/>
                </a:cubicBezTo>
                <a:cubicBezTo>
                  <a:pt x="48" y="78"/>
                  <a:pt x="48" y="78"/>
                  <a:pt x="48" y="78"/>
                </a:cubicBezTo>
                <a:cubicBezTo>
                  <a:pt x="47" y="79"/>
                  <a:pt x="46" y="80"/>
                  <a:pt x="45" y="80"/>
                </a:cubicBezTo>
                <a:close/>
                <a:moveTo>
                  <a:pt x="105" y="70"/>
                </a:moveTo>
                <a:cubicBezTo>
                  <a:pt x="105" y="70"/>
                  <a:pt x="117" y="80"/>
                  <a:pt x="121" y="81"/>
                </a:cubicBezTo>
                <a:cubicBezTo>
                  <a:pt x="123" y="81"/>
                  <a:pt x="124" y="80"/>
                  <a:pt x="126" y="79"/>
                </a:cubicBezTo>
                <a:cubicBezTo>
                  <a:pt x="127" y="78"/>
                  <a:pt x="128" y="76"/>
                  <a:pt x="128" y="74"/>
                </a:cubicBezTo>
                <a:cubicBezTo>
                  <a:pt x="128" y="72"/>
                  <a:pt x="127" y="71"/>
                  <a:pt x="127" y="70"/>
                </a:cubicBezTo>
                <a:moveTo>
                  <a:pt x="95" y="77"/>
                </a:moveTo>
                <a:cubicBezTo>
                  <a:pt x="105" y="86"/>
                  <a:pt x="105" y="86"/>
                  <a:pt x="105" y="86"/>
                </a:cubicBezTo>
                <a:cubicBezTo>
                  <a:pt x="107" y="87"/>
                  <a:pt x="108" y="88"/>
                  <a:pt x="110" y="88"/>
                </a:cubicBezTo>
                <a:cubicBezTo>
                  <a:pt x="112" y="88"/>
                  <a:pt x="114" y="88"/>
                  <a:pt x="115" y="87"/>
                </a:cubicBezTo>
                <a:cubicBezTo>
                  <a:pt x="116" y="85"/>
                  <a:pt x="117" y="83"/>
                  <a:pt x="117" y="81"/>
                </a:cubicBezTo>
                <a:cubicBezTo>
                  <a:pt x="117" y="81"/>
                  <a:pt x="117" y="80"/>
                  <a:pt x="117" y="79"/>
                </a:cubicBezTo>
                <a:moveTo>
                  <a:pt x="89" y="88"/>
                </a:moveTo>
                <a:cubicBezTo>
                  <a:pt x="94" y="93"/>
                  <a:pt x="94" y="93"/>
                  <a:pt x="94" y="93"/>
                </a:cubicBezTo>
                <a:cubicBezTo>
                  <a:pt x="95" y="94"/>
                  <a:pt x="97" y="95"/>
                  <a:pt x="99" y="95"/>
                </a:cubicBezTo>
                <a:cubicBezTo>
                  <a:pt x="100" y="95"/>
                  <a:pt x="102" y="94"/>
                  <a:pt x="103" y="93"/>
                </a:cubicBezTo>
                <a:cubicBezTo>
                  <a:pt x="105" y="92"/>
                  <a:pt x="106" y="90"/>
                  <a:pt x="106" y="88"/>
                </a:cubicBezTo>
                <a:cubicBezTo>
                  <a:pt x="106" y="87"/>
                  <a:pt x="106" y="87"/>
                  <a:pt x="105" y="86"/>
                </a:cubicBezTo>
                <a:moveTo>
                  <a:pt x="77" y="93"/>
                </a:moveTo>
                <a:cubicBezTo>
                  <a:pt x="81" y="95"/>
                  <a:pt x="81" y="95"/>
                  <a:pt x="81" y="95"/>
                </a:cubicBezTo>
                <a:cubicBezTo>
                  <a:pt x="81" y="95"/>
                  <a:pt x="84" y="96"/>
                  <a:pt x="87" y="95"/>
                </a:cubicBezTo>
                <a:cubicBezTo>
                  <a:pt x="89" y="95"/>
                  <a:pt x="90" y="95"/>
                  <a:pt x="92" y="94"/>
                </a:cubicBezTo>
                <a:cubicBezTo>
                  <a:pt x="92" y="93"/>
                  <a:pt x="93" y="93"/>
                  <a:pt x="93" y="92"/>
                </a:cubicBezTo>
                <a:moveTo>
                  <a:pt x="55" y="86"/>
                </a:moveTo>
                <a:cubicBezTo>
                  <a:pt x="67" y="73"/>
                  <a:pt x="67" y="73"/>
                  <a:pt x="67" y="73"/>
                </a:cubicBezTo>
                <a:cubicBezTo>
                  <a:pt x="69" y="71"/>
                  <a:pt x="68" y="68"/>
                  <a:pt x="66" y="66"/>
                </a:cubicBezTo>
                <a:cubicBezTo>
                  <a:pt x="65" y="65"/>
                  <a:pt x="64" y="64"/>
                  <a:pt x="62" y="65"/>
                </a:cubicBezTo>
                <a:cubicBezTo>
                  <a:pt x="61" y="65"/>
                  <a:pt x="60" y="65"/>
                  <a:pt x="59" y="66"/>
                </a:cubicBezTo>
                <a:cubicBezTo>
                  <a:pt x="47" y="79"/>
                  <a:pt x="47" y="79"/>
                  <a:pt x="47" y="79"/>
                </a:cubicBezTo>
                <a:cubicBezTo>
                  <a:pt x="45" y="81"/>
                  <a:pt x="46" y="85"/>
                  <a:pt x="48" y="87"/>
                </a:cubicBezTo>
                <a:cubicBezTo>
                  <a:pt x="49" y="88"/>
                  <a:pt x="50" y="88"/>
                  <a:pt x="52" y="88"/>
                </a:cubicBezTo>
                <a:cubicBezTo>
                  <a:pt x="53" y="88"/>
                  <a:pt x="54" y="87"/>
                  <a:pt x="55" y="86"/>
                </a:cubicBezTo>
                <a:close/>
                <a:moveTo>
                  <a:pt x="65" y="91"/>
                </a:moveTo>
                <a:cubicBezTo>
                  <a:pt x="76" y="79"/>
                  <a:pt x="76" y="79"/>
                  <a:pt x="76" y="79"/>
                </a:cubicBezTo>
                <a:cubicBezTo>
                  <a:pt x="77" y="77"/>
                  <a:pt x="77" y="73"/>
                  <a:pt x="75" y="72"/>
                </a:cubicBezTo>
                <a:cubicBezTo>
                  <a:pt x="74" y="70"/>
                  <a:pt x="72" y="70"/>
                  <a:pt x="71" y="70"/>
                </a:cubicBezTo>
                <a:cubicBezTo>
                  <a:pt x="70" y="70"/>
                  <a:pt x="69" y="71"/>
                  <a:pt x="68" y="72"/>
                </a:cubicBezTo>
                <a:cubicBezTo>
                  <a:pt x="57" y="84"/>
                  <a:pt x="57" y="84"/>
                  <a:pt x="57" y="84"/>
                </a:cubicBezTo>
                <a:cubicBezTo>
                  <a:pt x="55" y="86"/>
                  <a:pt x="55" y="89"/>
                  <a:pt x="57" y="91"/>
                </a:cubicBezTo>
                <a:cubicBezTo>
                  <a:pt x="59" y="92"/>
                  <a:pt x="60" y="93"/>
                  <a:pt x="62" y="92"/>
                </a:cubicBezTo>
                <a:cubicBezTo>
                  <a:pt x="63" y="92"/>
                  <a:pt x="64" y="92"/>
                  <a:pt x="65" y="91"/>
                </a:cubicBezTo>
                <a:close/>
                <a:moveTo>
                  <a:pt x="80" y="90"/>
                </a:moveTo>
                <a:cubicBezTo>
                  <a:pt x="81" y="88"/>
                  <a:pt x="81" y="88"/>
                  <a:pt x="81" y="88"/>
                </a:cubicBezTo>
                <a:cubicBezTo>
                  <a:pt x="83" y="86"/>
                  <a:pt x="83" y="83"/>
                  <a:pt x="81" y="81"/>
                </a:cubicBezTo>
                <a:cubicBezTo>
                  <a:pt x="80" y="80"/>
                  <a:pt x="78" y="79"/>
                  <a:pt x="77" y="79"/>
                </a:cubicBezTo>
                <a:cubicBezTo>
                  <a:pt x="75" y="80"/>
                  <a:pt x="74" y="80"/>
                  <a:pt x="73" y="81"/>
                </a:cubicBezTo>
                <a:cubicBezTo>
                  <a:pt x="67" y="88"/>
                  <a:pt x="67" y="88"/>
                  <a:pt x="67" y="88"/>
                </a:cubicBezTo>
                <a:cubicBezTo>
                  <a:pt x="65" y="90"/>
                  <a:pt x="65" y="93"/>
                  <a:pt x="68" y="95"/>
                </a:cubicBezTo>
                <a:cubicBezTo>
                  <a:pt x="69" y="96"/>
                  <a:pt x="70" y="97"/>
                  <a:pt x="72" y="97"/>
                </a:cubicBezTo>
                <a:cubicBezTo>
                  <a:pt x="73" y="96"/>
                  <a:pt x="74" y="96"/>
                  <a:pt x="75" y="95"/>
                </a:cubicBezTo>
                <a:lnTo>
                  <a:pt x="80" y="90"/>
                </a:lnTo>
                <a:close/>
                <a:moveTo>
                  <a:pt x="148" y="0"/>
                </a:moveTo>
                <a:cubicBezTo>
                  <a:pt x="137" y="6"/>
                  <a:pt x="121" y="14"/>
                  <a:pt x="118" y="16"/>
                </a:cubicBezTo>
                <a:cubicBezTo>
                  <a:pt x="121" y="20"/>
                  <a:pt x="131" y="36"/>
                  <a:pt x="143" y="58"/>
                </a:cubicBezTo>
                <a:cubicBezTo>
                  <a:pt x="145" y="60"/>
                  <a:pt x="145" y="60"/>
                  <a:pt x="145" y="60"/>
                </a:cubicBezTo>
                <a:cubicBezTo>
                  <a:pt x="172" y="46"/>
                  <a:pt x="172" y="46"/>
                  <a:pt x="172" y="46"/>
                </a:cubicBezTo>
                <a:moveTo>
                  <a:pt x="122" y="22"/>
                </a:moveTo>
                <a:cubicBezTo>
                  <a:pt x="108" y="17"/>
                  <a:pt x="101" y="25"/>
                  <a:pt x="93" y="25"/>
                </a:cubicBezTo>
                <a:cubicBezTo>
                  <a:pt x="90" y="25"/>
                  <a:pt x="87" y="25"/>
                  <a:pt x="85" y="25"/>
                </a:cubicBezTo>
                <a:cubicBezTo>
                  <a:pt x="85" y="25"/>
                  <a:pt x="85" y="25"/>
                  <a:pt x="85" y="25"/>
                </a:cubicBezTo>
                <a:cubicBezTo>
                  <a:pt x="84" y="25"/>
                  <a:pt x="83" y="25"/>
                  <a:pt x="83" y="26"/>
                </a:cubicBezTo>
                <a:cubicBezTo>
                  <a:pt x="59" y="37"/>
                  <a:pt x="59" y="37"/>
                  <a:pt x="59" y="37"/>
                </a:cubicBezTo>
                <a:cubicBezTo>
                  <a:pt x="49" y="43"/>
                  <a:pt x="59" y="51"/>
                  <a:pt x="63" y="50"/>
                </a:cubicBezTo>
                <a:cubicBezTo>
                  <a:pt x="67" y="50"/>
                  <a:pt x="76" y="46"/>
                  <a:pt x="82" y="43"/>
                </a:cubicBezTo>
                <a:cubicBezTo>
                  <a:pt x="86" y="42"/>
                  <a:pt x="90" y="42"/>
                  <a:pt x="93" y="45"/>
                </a:cubicBezTo>
                <a:cubicBezTo>
                  <a:pt x="103" y="52"/>
                  <a:pt x="125" y="68"/>
                  <a:pt x="126" y="70"/>
                </a:cubicBezTo>
                <a:moveTo>
                  <a:pt x="142" y="56"/>
                </a:moveTo>
                <a:cubicBezTo>
                  <a:pt x="140" y="57"/>
                  <a:pt x="135" y="59"/>
                  <a:pt x="134" y="61"/>
                </a:cubicBezTo>
                <a:cubicBezTo>
                  <a:pt x="133" y="61"/>
                  <a:pt x="133" y="62"/>
                  <a:pt x="132" y="64"/>
                </a:cubicBezTo>
                <a:cubicBezTo>
                  <a:pt x="130" y="66"/>
                  <a:pt x="128" y="69"/>
                  <a:pt x="126" y="70"/>
                </a:cubicBezTo>
                <a:moveTo>
                  <a:pt x="44" y="69"/>
                </a:moveTo>
                <a:cubicBezTo>
                  <a:pt x="44" y="69"/>
                  <a:pt x="44" y="69"/>
                  <a:pt x="44" y="69"/>
                </a:cubicBezTo>
                <a:moveTo>
                  <a:pt x="0" y="44"/>
                </a:moveTo>
                <a:cubicBezTo>
                  <a:pt x="25" y="64"/>
                  <a:pt x="25" y="64"/>
                  <a:pt x="25" y="64"/>
                </a:cubicBezTo>
                <a:cubicBezTo>
                  <a:pt x="60" y="20"/>
                  <a:pt x="60" y="20"/>
                  <a:pt x="60" y="20"/>
                </a:cubicBezTo>
                <a:cubicBezTo>
                  <a:pt x="36" y="0"/>
                  <a:pt x="36" y="0"/>
                  <a:pt x="36" y="0"/>
                </a:cubicBezTo>
                <a:moveTo>
                  <a:pt x="28" y="61"/>
                </a:moveTo>
                <a:cubicBezTo>
                  <a:pt x="35" y="66"/>
                  <a:pt x="42" y="70"/>
                  <a:pt x="42" y="70"/>
                </a:cubicBezTo>
                <a:moveTo>
                  <a:pt x="74" y="30"/>
                </a:moveTo>
                <a:cubicBezTo>
                  <a:pt x="71" y="28"/>
                  <a:pt x="64" y="25"/>
                  <a:pt x="57" y="24"/>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4" name="Freeform 6">
            <a:extLst>
              <a:ext uri="{FF2B5EF4-FFF2-40B4-BE49-F238E27FC236}">
                <a16:creationId xmlns:a16="http://schemas.microsoft.com/office/drawing/2014/main" id="{D1133A5D-7AC6-41A0-B05D-8138EE69A3C5}"/>
              </a:ext>
            </a:extLst>
          </p:cNvPr>
          <p:cNvSpPr>
            <a:spLocks noEditPoints="1"/>
          </p:cNvSpPr>
          <p:nvPr/>
        </p:nvSpPr>
        <p:spPr bwMode="auto">
          <a:xfrm>
            <a:off x="5143500" y="4422054"/>
            <a:ext cx="433388" cy="504825"/>
          </a:xfrm>
          <a:custGeom>
            <a:avLst/>
            <a:gdLst>
              <a:gd name="T0" fmla="*/ 37 w 115"/>
              <a:gd name="T1" fmla="*/ 102 h 131"/>
              <a:gd name="T2" fmla="*/ 27 w 115"/>
              <a:gd name="T3" fmla="*/ 78 h 131"/>
              <a:gd name="T4" fmla="*/ 21 w 115"/>
              <a:gd name="T5" fmla="*/ 59 h 131"/>
              <a:gd name="T6" fmla="*/ 57 w 115"/>
              <a:gd name="T7" fmla="*/ 22 h 131"/>
              <a:gd name="T8" fmla="*/ 93 w 115"/>
              <a:gd name="T9" fmla="*/ 59 h 131"/>
              <a:gd name="T10" fmla="*/ 88 w 115"/>
              <a:gd name="T11" fmla="*/ 78 h 131"/>
              <a:gd name="T12" fmla="*/ 78 w 115"/>
              <a:gd name="T13" fmla="*/ 98 h 131"/>
              <a:gd name="T14" fmla="*/ 57 w 115"/>
              <a:gd name="T15" fmla="*/ 36 h 131"/>
              <a:gd name="T16" fmla="*/ 36 w 115"/>
              <a:gd name="T17" fmla="*/ 58 h 131"/>
              <a:gd name="T18" fmla="*/ 57 w 115"/>
              <a:gd name="T19" fmla="*/ 80 h 131"/>
              <a:gd name="T20" fmla="*/ 79 w 115"/>
              <a:gd name="T21" fmla="*/ 58 h 131"/>
              <a:gd name="T22" fmla="*/ 57 w 115"/>
              <a:gd name="T23" fmla="*/ 36 h 131"/>
              <a:gd name="T24" fmla="*/ 49 w 115"/>
              <a:gd name="T25" fmla="*/ 62 h 131"/>
              <a:gd name="T26" fmla="*/ 55 w 115"/>
              <a:gd name="T27" fmla="*/ 69 h 131"/>
              <a:gd name="T28" fmla="*/ 66 w 115"/>
              <a:gd name="T29" fmla="*/ 51 h 131"/>
              <a:gd name="T30" fmla="*/ 57 w 115"/>
              <a:gd name="T31" fmla="*/ 11 h 131"/>
              <a:gd name="T32" fmla="*/ 57 w 115"/>
              <a:gd name="T33" fmla="*/ 0 h 131"/>
              <a:gd name="T34" fmla="*/ 34 w 115"/>
              <a:gd name="T35" fmla="*/ 18 h 131"/>
              <a:gd name="T36" fmla="*/ 29 w 115"/>
              <a:gd name="T37" fmla="*/ 8 h 131"/>
              <a:gd name="T38" fmla="*/ 7 w 115"/>
              <a:gd name="T39" fmla="*/ 29 h 131"/>
              <a:gd name="T40" fmla="*/ 17 w 115"/>
              <a:gd name="T41" fmla="*/ 35 h 131"/>
              <a:gd name="T42" fmla="*/ 0 w 115"/>
              <a:gd name="T43" fmla="*/ 58 h 131"/>
              <a:gd name="T44" fmla="*/ 11 w 115"/>
              <a:gd name="T45" fmla="*/ 58 h 131"/>
              <a:gd name="T46" fmla="*/ 86 w 115"/>
              <a:gd name="T47" fmla="*/ 8 h 131"/>
              <a:gd name="T48" fmla="*/ 81 w 115"/>
              <a:gd name="T49" fmla="*/ 18 h 131"/>
              <a:gd name="T50" fmla="*/ 107 w 115"/>
              <a:gd name="T51" fmla="*/ 29 h 131"/>
              <a:gd name="T52" fmla="*/ 98 w 115"/>
              <a:gd name="T53" fmla="*/ 35 h 131"/>
              <a:gd name="T54" fmla="*/ 104 w 115"/>
              <a:gd name="T55" fmla="*/ 58 h 131"/>
              <a:gd name="T56" fmla="*/ 115 w 115"/>
              <a:gd name="T57" fmla="*/ 58 h 131"/>
              <a:gd name="T58" fmla="*/ 70 w 115"/>
              <a:gd name="T59" fmla="*/ 105 h 131"/>
              <a:gd name="T60" fmla="*/ 42 w 115"/>
              <a:gd name="T61" fmla="*/ 113 h 131"/>
              <a:gd name="T62" fmla="*/ 39 w 115"/>
              <a:gd name="T63" fmla="*/ 117 h 131"/>
              <a:gd name="T64" fmla="*/ 43 w 115"/>
              <a:gd name="T65" fmla="*/ 122 h 131"/>
              <a:gd name="T66" fmla="*/ 46 w 115"/>
              <a:gd name="T67" fmla="*/ 122 h 131"/>
              <a:gd name="T68" fmla="*/ 70 w 115"/>
              <a:gd name="T69" fmla="*/ 115 h 131"/>
              <a:gd name="T70" fmla="*/ 70 w 115"/>
              <a:gd name="T71" fmla="*/ 115 h 131"/>
              <a:gd name="T72" fmla="*/ 71 w 115"/>
              <a:gd name="T73" fmla="*/ 115 h 131"/>
              <a:gd name="T74" fmla="*/ 76 w 115"/>
              <a:gd name="T75" fmla="*/ 119 h 131"/>
              <a:gd name="T76" fmla="*/ 73 w 115"/>
              <a:gd name="T77" fmla="*/ 124 h 131"/>
              <a:gd name="T78" fmla="*/ 49 w 115"/>
              <a:gd name="T7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 h="131">
                <a:moveTo>
                  <a:pt x="37" y="102"/>
                </a:moveTo>
                <a:cubicBezTo>
                  <a:pt x="37" y="96"/>
                  <a:pt x="35" y="90"/>
                  <a:pt x="27" y="78"/>
                </a:cubicBezTo>
                <a:cubicBezTo>
                  <a:pt x="23" y="72"/>
                  <a:pt x="21" y="66"/>
                  <a:pt x="21" y="59"/>
                </a:cubicBezTo>
                <a:cubicBezTo>
                  <a:pt x="21" y="39"/>
                  <a:pt x="38" y="22"/>
                  <a:pt x="57" y="22"/>
                </a:cubicBezTo>
                <a:cubicBezTo>
                  <a:pt x="77" y="22"/>
                  <a:pt x="93" y="39"/>
                  <a:pt x="93" y="59"/>
                </a:cubicBezTo>
                <a:cubicBezTo>
                  <a:pt x="93" y="66"/>
                  <a:pt x="91" y="72"/>
                  <a:pt x="88" y="78"/>
                </a:cubicBezTo>
                <a:cubicBezTo>
                  <a:pt x="82" y="88"/>
                  <a:pt x="79" y="93"/>
                  <a:pt x="78" y="98"/>
                </a:cubicBezTo>
                <a:moveTo>
                  <a:pt x="57" y="36"/>
                </a:moveTo>
                <a:cubicBezTo>
                  <a:pt x="46" y="36"/>
                  <a:pt x="36" y="46"/>
                  <a:pt x="36" y="58"/>
                </a:cubicBezTo>
                <a:cubicBezTo>
                  <a:pt x="36" y="70"/>
                  <a:pt x="46" y="80"/>
                  <a:pt x="57" y="80"/>
                </a:cubicBezTo>
                <a:cubicBezTo>
                  <a:pt x="69" y="80"/>
                  <a:pt x="79" y="70"/>
                  <a:pt x="79" y="58"/>
                </a:cubicBezTo>
                <a:cubicBezTo>
                  <a:pt x="79" y="46"/>
                  <a:pt x="69" y="36"/>
                  <a:pt x="57" y="36"/>
                </a:cubicBezTo>
                <a:close/>
                <a:moveTo>
                  <a:pt x="49" y="62"/>
                </a:moveTo>
                <a:cubicBezTo>
                  <a:pt x="55" y="69"/>
                  <a:pt x="55" y="69"/>
                  <a:pt x="55" y="69"/>
                </a:cubicBezTo>
                <a:cubicBezTo>
                  <a:pt x="66" y="51"/>
                  <a:pt x="66" y="51"/>
                  <a:pt x="66" y="51"/>
                </a:cubicBezTo>
                <a:moveTo>
                  <a:pt x="57" y="11"/>
                </a:moveTo>
                <a:cubicBezTo>
                  <a:pt x="57" y="0"/>
                  <a:pt x="57" y="0"/>
                  <a:pt x="57" y="0"/>
                </a:cubicBezTo>
                <a:moveTo>
                  <a:pt x="34" y="18"/>
                </a:moveTo>
                <a:cubicBezTo>
                  <a:pt x="29" y="8"/>
                  <a:pt x="29" y="8"/>
                  <a:pt x="29" y="8"/>
                </a:cubicBezTo>
                <a:moveTo>
                  <a:pt x="7" y="29"/>
                </a:moveTo>
                <a:cubicBezTo>
                  <a:pt x="17" y="35"/>
                  <a:pt x="17" y="35"/>
                  <a:pt x="17" y="35"/>
                </a:cubicBezTo>
                <a:moveTo>
                  <a:pt x="0" y="58"/>
                </a:moveTo>
                <a:cubicBezTo>
                  <a:pt x="11" y="58"/>
                  <a:pt x="11" y="58"/>
                  <a:pt x="11" y="58"/>
                </a:cubicBezTo>
                <a:moveTo>
                  <a:pt x="86" y="8"/>
                </a:moveTo>
                <a:cubicBezTo>
                  <a:pt x="81" y="18"/>
                  <a:pt x="81" y="18"/>
                  <a:pt x="81" y="18"/>
                </a:cubicBezTo>
                <a:moveTo>
                  <a:pt x="107" y="29"/>
                </a:moveTo>
                <a:cubicBezTo>
                  <a:pt x="98" y="35"/>
                  <a:pt x="98" y="35"/>
                  <a:pt x="98" y="35"/>
                </a:cubicBezTo>
                <a:moveTo>
                  <a:pt x="104" y="58"/>
                </a:moveTo>
                <a:cubicBezTo>
                  <a:pt x="115" y="58"/>
                  <a:pt x="115" y="58"/>
                  <a:pt x="115" y="58"/>
                </a:cubicBezTo>
                <a:moveTo>
                  <a:pt x="70" y="105"/>
                </a:moveTo>
                <a:cubicBezTo>
                  <a:pt x="70" y="105"/>
                  <a:pt x="42" y="113"/>
                  <a:pt x="42" y="113"/>
                </a:cubicBezTo>
                <a:cubicBezTo>
                  <a:pt x="40" y="113"/>
                  <a:pt x="39" y="115"/>
                  <a:pt x="39" y="117"/>
                </a:cubicBezTo>
                <a:cubicBezTo>
                  <a:pt x="39" y="120"/>
                  <a:pt x="41" y="122"/>
                  <a:pt x="43" y="122"/>
                </a:cubicBezTo>
                <a:cubicBezTo>
                  <a:pt x="44" y="122"/>
                  <a:pt x="46" y="122"/>
                  <a:pt x="46" y="122"/>
                </a:cubicBezTo>
                <a:cubicBezTo>
                  <a:pt x="70" y="115"/>
                  <a:pt x="70" y="115"/>
                  <a:pt x="70" y="115"/>
                </a:cubicBezTo>
                <a:cubicBezTo>
                  <a:pt x="70" y="115"/>
                  <a:pt x="70" y="115"/>
                  <a:pt x="70" y="115"/>
                </a:cubicBezTo>
                <a:cubicBezTo>
                  <a:pt x="71" y="115"/>
                  <a:pt x="71" y="115"/>
                  <a:pt x="71" y="115"/>
                </a:cubicBezTo>
                <a:cubicBezTo>
                  <a:pt x="74" y="115"/>
                  <a:pt x="76" y="117"/>
                  <a:pt x="76" y="119"/>
                </a:cubicBezTo>
                <a:cubicBezTo>
                  <a:pt x="76" y="122"/>
                  <a:pt x="75" y="123"/>
                  <a:pt x="73" y="124"/>
                </a:cubicBezTo>
                <a:cubicBezTo>
                  <a:pt x="49" y="131"/>
                  <a:pt x="49" y="131"/>
                  <a:pt x="49" y="131"/>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5" name="Freeform 7">
            <a:extLst>
              <a:ext uri="{FF2B5EF4-FFF2-40B4-BE49-F238E27FC236}">
                <a16:creationId xmlns:a16="http://schemas.microsoft.com/office/drawing/2014/main" id="{D7A421E3-0F14-438F-BEAC-0DC929E57469}"/>
              </a:ext>
            </a:extLst>
          </p:cNvPr>
          <p:cNvSpPr>
            <a:spLocks noEditPoints="1"/>
          </p:cNvSpPr>
          <p:nvPr/>
        </p:nvSpPr>
        <p:spPr bwMode="auto">
          <a:xfrm>
            <a:off x="3568700" y="4429991"/>
            <a:ext cx="425450" cy="454025"/>
          </a:xfrm>
          <a:custGeom>
            <a:avLst/>
            <a:gdLst>
              <a:gd name="T0" fmla="*/ 42 w 113"/>
              <a:gd name="T1" fmla="*/ 12 h 118"/>
              <a:gd name="T2" fmla="*/ 99 w 113"/>
              <a:gd name="T3" fmla="*/ 47 h 118"/>
              <a:gd name="T4" fmla="*/ 113 w 113"/>
              <a:gd name="T5" fmla="*/ 75 h 118"/>
              <a:gd name="T6" fmla="*/ 101 w 113"/>
              <a:gd name="T7" fmla="*/ 75 h 118"/>
              <a:gd name="T8" fmla="*/ 101 w 113"/>
              <a:gd name="T9" fmla="*/ 95 h 118"/>
              <a:gd name="T10" fmla="*/ 95 w 113"/>
              <a:gd name="T11" fmla="*/ 101 h 118"/>
              <a:gd name="T12" fmla="*/ 82 w 113"/>
              <a:gd name="T13" fmla="*/ 101 h 118"/>
              <a:gd name="T14" fmla="*/ 82 w 113"/>
              <a:gd name="T15" fmla="*/ 118 h 118"/>
              <a:gd name="T16" fmla="*/ 30 w 113"/>
              <a:gd name="T17" fmla="*/ 118 h 118"/>
              <a:gd name="T18" fmla="*/ 30 w 113"/>
              <a:gd name="T19" fmla="*/ 100 h 118"/>
              <a:gd name="T20" fmla="*/ 25 w 113"/>
              <a:gd name="T21" fmla="*/ 89 h 118"/>
              <a:gd name="T22" fmla="*/ 63 w 113"/>
              <a:gd name="T23" fmla="*/ 53 h 118"/>
              <a:gd name="T24" fmla="*/ 63 w 113"/>
              <a:gd name="T25" fmla="*/ 45 h 118"/>
              <a:gd name="T26" fmla="*/ 54 w 113"/>
              <a:gd name="T27" fmla="*/ 42 h 118"/>
              <a:gd name="T28" fmla="*/ 53 w 113"/>
              <a:gd name="T29" fmla="*/ 39 h 118"/>
              <a:gd name="T30" fmla="*/ 57 w 113"/>
              <a:gd name="T31" fmla="*/ 30 h 118"/>
              <a:gd name="T32" fmla="*/ 51 w 113"/>
              <a:gd name="T33" fmla="*/ 24 h 118"/>
              <a:gd name="T34" fmla="*/ 42 w 113"/>
              <a:gd name="T35" fmla="*/ 28 h 118"/>
              <a:gd name="T36" fmla="*/ 39 w 113"/>
              <a:gd name="T37" fmla="*/ 27 h 118"/>
              <a:gd name="T38" fmla="*/ 35 w 113"/>
              <a:gd name="T39" fmla="*/ 18 h 118"/>
              <a:gd name="T40" fmla="*/ 28 w 113"/>
              <a:gd name="T41" fmla="*/ 18 h 118"/>
              <a:gd name="T42" fmla="*/ 24 w 113"/>
              <a:gd name="T43" fmla="*/ 27 h 118"/>
              <a:gd name="T44" fmla="*/ 21 w 113"/>
              <a:gd name="T45" fmla="*/ 28 h 118"/>
              <a:gd name="T46" fmla="*/ 12 w 113"/>
              <a:gd name="T47" fmla="*/ 24 h 118"/>
              <a:gd name="T48" fmla="*/ 6 w 113"/>
              <a:gd name="T49" fmla="*/ 30 h 118"/>
              <a:gd name="T50" fmla="*/ 10 w 113"/>
              <a:gd name="T51" fmla="*/ 39 h 118"/>
              <a:gd name="T52" fmla="*/ 9 w 113"/>
              <a:gd name="T53" fmla="*/ 42 h 118"/>
              <a:gd name="T54" fmla="*/ 0 w 113"/>
              <a:gd name="T55" fmla="*/ 45 h 118"/>
              <a:gd name="T56" fmla="*/ 0 w 113"/>
              <a:gd name="T57" fmla="*/ 53 h 118"/>
              <a:gd name="T58" fmla="*/ 9 w 113"/>
              <a:gd name="T59" fmla="*/ 57 h 118"/>
              <a:gd name="T60" fmla="*/ 10 w 113"/>
              <a:gd name="T61" fmla="*/ 60 h 118"/>
              <a:gd name="T62" fmla="*/ 6 w 113"/>
              <a:gd name="T63" fmla="*/ 69 h 118"/>
              <a:gd name="T64" fmla="*/ 12 w 113"/>
              <a:gd name="T65" fmla="*/ 75 h 118"/>
              <a:gd name="T66" fmla="*/ 21 w 113"/>
              <a:gd name="T67" fmla="*/ 71 h 118"/>
              <a:gd name="T68" fmla="*/ 24 w 113"/>
              <a:gd name="T69" fmla="*/ 72 h 118"/>
              <a:gd name="T70" fmla="*/ 28 w 113"/>
              <a:gd name="T71" fmla="*/ 81 h 118"/>
              <a:gd name="T72" fmla="*/ 35 w 113"/>
              <a:gd name="T73" fmla="*/ 81 h 118"/>
              <a:gd name="T74" fmla="*/ 39 w 113"/>
              <a:gd name="T75" fmla="*/ 72 h 118"/>
              <a:gd name="T76" fmla="*/ 42 w 113"/>
              <a:gd name="T77" fmla="*/ 71 h 118"/>
              <a:gd name="T78" fmla="*/ 51 w 113"/>
              <a:gd name="T79" fmla="*/ 75 h 118"/>
              <a:gd name="T80" fmla="*/ 57 w 113"/>
              <a:gd name="T81" fmla="*/ 69 h 118"/>
              <a:gd name="T82" fmla="*/ 53 w 113"/>
              <a:gd name="T83" fmla="*/ 60 h 118"/>
              <a:gd name="T84" fmla="*/ 54 w 113"/>
              <a:gd name="T85" fmla="*/ 57 h 118"/>
              <a:gd name="T86" fmla="*/ 63 w 113"/>
              <a:gd name="T87" fmla="*/ 53 h 118"/>
              <a:gd name="T88" fmla="*/ 31 w 113"/>
              <a:gd name="T89" fmla="*/ 36 h 118"/>
              <a:gd name="T90" fmla="*/ 18 w 113"/>
              <a:gd name="T91" fmla="*/ 49 h 118"/>
              <a:gd name="T92" fmla="*/ 31 w 113"/>
              <a:gd name="T93" fmla="*/ 63 h 118"/>
              <a:gd name="T94" fmla="*/ 45 w 113"/>
              <a:gd name="T95" fmla="*/ 49 h 118"/>
              <a:gd name="T96" fmla="*/ 31 w 113"/>
              <a:gd name="T97" fmla="*/ 36 h 118"/>
              <a:gd name="T98" fmla="*/ 82 w 113"/>
              <a:gd name="T99" fmla="*/ 101 h 118"/>
              <a:gd name="T100" fmla="*/ 75 w 113"/>
              <a:gd name="T101" fmla="*/ 10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3" h="118">
                <a:moveTo>
                  <a:pt x="42" y="12"/>
                </a:moveTo>
                <a:cubicBezTo>
                  <a:pt x="105" y="0"/>
                  <a:pt x="99" y="47"/>
                  <a:pt x="99" y="47"/>
                </a:cubicBezTo>
                <a:cubicBezTo>
                  <a:pt x="113" y="75"/>
                  <a:pt x="113" y="75"/>
                  <a:pt x="113" y="75"/>
                </a:cubicBezTo>
                <a:cubicBezTo>
                  <a:pt x="101" y="75"/>
                  <a:pt x="101" y="75"/>
                  <a:pt x="101" y="75"/>
                </a:cubicBezTo>
                <a:cubicBezTo>
                  <a:pt x="101" y="95"/>
                  <a:pt x="101" y="95"/>
                  <a:pt x="101" y="95"/>
                </a:cubicBezTo>
                <a:cubicBezTo>
                  <a:pt x="101" y="98"/>
                  <a:pt x="98" y="101"/>
                  <a:pt x="95" y="101"/>
                </a:cubicBezTo>
                <a:cubicBezTo>
                  <a:pt x="82" y="101"/>
                  <a:pt x="82" y="101"/>
                  <a:pt x="82" y="101"/>
                </a:cubicBezTo>
                <a:cubicBezTo>
                  <a:pt x="82" y="118"/>
                  <a:pt x="82" y="118"/>
                  <a:pt x="82" y="118"/>
                </a:cubicBezTo>
                <a:moveTo>
                  <a:pt x="30" y="118"/>
                </a:moveTo>
                <a:cubicBezTo>
                  <a:pt x="30" y="100"/>
                  <a:pt x="30" y="100"/>
                  <a:pt x="30" y="100"/>
                </a:cubicBezTo>
                <a:cubicBezTo>
                  <a:pt x="25" y="89"/>
                  <a:pt x="25" y="89"/>
                  <a:pt x="25" y="89"/>
                </a:cubicBezTo>
                <a:moveTo>
                  <a:pt x="63" y="53"/>
                </a:moveTo>
                <a:cubicBezTo>
                  <a:pt x="63" y="45"/>
                  <a:pt x="63" y="45"/>
                  <a:pt x="63" y="45"/>
                </a:cubicBezTo>
                <a:cubicBezTo>
                  <a:pt x="54" y="42"/>
                  <a:pt x="54" y="42"/>
                  <a:pt x="54" y="42"/>
                </a:cubicBezTo>
                <a:cubicBezTo>
                  <a:pt x="54" y="41"/>
                  <a:pt x="53" y="40"/>
                  <a:pt x="53" y="39"/>
                </a:cubicBezTo>
                <a:cubicBezTo>
                  <a:pt x="57" y="30"/>
                  <a:pt x="57" y="30"/>
                  <a:pt x="57" y="30"/>
                </a:cubicBezTo>
                <a:cubicBezTo>
                  <a:pt x="51" y="24"/>
                  <a:pt x="51" y="24"/>
                  <a:pt x="51" y="24"/>
                </a:cubicBezTo>
                <a:cubicBezTo>
                  <a:pt x="42" y="28"/>
                  <a:pt x="42" y="28"/>
                  <a:pt x="42" y="28"/>
                </a:cubicBezTo>
                <a:cubicBezTo>
                  <a:pt x="41" y="28"/>
                  <a:pt x="40" y="27"/>
                  <a:pt x="39" y="27"/>
                </a:cubicBezTo>
                <a:cubicBezTo>
                  <a:pt x="35" y="18"/>
                  <a:pt x="35" y="18"/>
                  <a:pt x="35" y="18"/>
                </a:cubicBezTo>
                <a:cubicBezTo>
                  <a:pt x="28" y="18"/>
                  <a:pt x="28" y="18"/>
                  <a:pt x="28" y="18"/>
                </a:cubicBezTo>
                <a:cubicBezTo>
                  <a:pt x="24" y="27"/>
                  <a:pt x="24" y="27"/>
                  <a:pt x="24" y="27"/>
                </a:cubicBezTo>
                <a:cubicBezTo>
                  <a:pt x="23" y="27"/>
                  <a:pt x="22" y="28"/>
                  <a:pt x="21" y="28"/>
                </a:cubicBezTo>
                <a:cubicBezTo>
                  <a:pt x="12" y="24"/>
                  <a:pt x="12" y="24"/>
                  <a:pt x="12" y="24"/>
                </a:cubicBezTo>
                <a:cubicBezTo>
                  <a:pt x="6" y="30"/>
                  <a:pt x="6" y="30"/>
                  <a:pt x="6" y="30"/>
                </a:cubicBezTo>
                <a:cubicBezTo>
                  <a:pt x="10" y="39"/>
                  <a:pt x="10" y="39"/>
                  <a:pt x="10" y="39"/>
                </a:cubicBezTo>
                <a:cubicBezTo>
                  <a:pt x="10" y="40"/>
                  <a:pt x="9" y="41"/>
                  <a:pt x="9" y="42"/>
                </a:cubicBezTo>
                <a:cubicBezTo>
                  <a:pt x="0" y="45"/>
                  <a:pt x="0" y="45"/>
                  <a:pt x="0" y="45"/>
                </a:cubicBezTo>
                <a:cubicBezTo>
                  <a:pt x="0" y="53"/>
                  <a:pt x="0" y="53"/>
                  <a:pt x="0" y="53"/>
                </a:cubicBezTo>
                <a:cubicBezTo>
                  <a:pt x="9" y="57"/>
                  <a:pt x="9" y="57"/>
                  <a:pt x="9" y="57"/>
                </a:cubicBezTo>
                <a:cubicBezTo>
                  <a:pt x="9" y="58"/>
                  <a:pt x="10" y="59"/>
                  <a:pt x="10" y="60"/>
                </a:cubicBezTo>
                <a:cubicBezTo>
                  <a:pt x="6" y="69"/>
                  <a:pt x="6" y="69"/>
                  <a:pt x="6" y="69"/>
                </a:cubicBezTo>
                <a:cubicBezTo>
                  <a:pt x="12" y="75"/>
                  <a:pt x="12" y="75"/>
                  <a:pt x="12" y="75"/>
                </a:cubicBezTo>
                <a:cubicBezTo>
                  <a:pt x="21" y="71"/>
                  <a:pt x="21" y="71"/>
                  <a:pt x="21" y="71"/>
                </a:cubicBezTo>
                <a:cubicBezTo>
                  <a:pt x="22" y="71"/>
                  <a:pt x="23" y="72"/>
                  <a:pt x="24" y="72"/>
                </a:cubicBezTo>
                <a:cubicBezTo>
                  <a:pt x="28" y="81"/>
                  <a:pt x="28" y="81"/>
                  <a:pt x="28" y="81"/>
                </a:cubicBezTo>
                <a:cubicBezTo>
                  <a:pt x="35" y="81"/>
                  <a:pt x="35" y="81"/>
                  <a:pt x="35" y="81"/>
                </a:cubicBezTo>
                <a:cubicBezTo>
                  <a:pt x="39" y="72"/>
                  <a:pt x="39" y="72"/>
                  <a:pt x="39" y="72"/>
                </a:cubicBezTo>
                <a:cubicBezTo>
                  <a:pt x="40" y="72"/>
                  <a:pt x="41" y="71"/>
                  <a:pt x="42" y="71"/>
                </a:cubicBezTo>
                <a:cubicBezTo>
                  <a:pt x="51" y="75"/>
                  <a:pt x="51" y="75"/>
                  <a:pt x="51" y="75"/>
                </a:cubicBezTo>
                <a:cubicBezTo>
                  <a:pt x="57" y="69"/>
                  <a:pt x="57" y="69"/>
                  <a:pt x="57" y="69"/>
                </a:cubicBezTo>
                <a:cubicBezTo>
                  <a:pt x="53" y="60"/>
                  <a:pt x="53" y="60"/>
                  <a:pt x="53" y="60"/>
                </a:cubicBezTo>
                <a:cubicBezTo>
                  <a:pt x="53" y="59"/>
                  <a:pt x="54" y="58"/>
                  <a:pt x="54" y="57"/>
                </a:cubicBezTo>
                <a:lnTo>
                  <a:pt x="63" y="53"/>
                </a:lnTo>
                <a:close/>
                <a:moveTo>
                  <a:pt x="31" y="36"/>
                </a:moveTo>
                <a:cubicBezTo>
                  <a:pt x="24" y="36"/>
                  <a:pt x="18" y="42"/>
                  <a:pt x="18" y="49"/>
                </a:cubicBezTo>
                <a:cubicBezTo>
                  <a:pt x="18" y="57"/>
                  <a:pt x="24" y="63"/>
                  <a:pt x="31" y="63"/>
                </a:cubicBezTo>
                <a:cubicBezTo>
                  <a:pt x="39" y="63"/>
                  <a:pt x="45" y="57"/>
                  <a:pt x="45" y="49"/>
                </a:cubicBezTo>
                <a:cubicBezTo>
                  <a:pt x="45" y="42"/>
                  <a:pt x="39" y="36"/>
                  <a:pt x="31" y="36"/>
                </a:cubicBezTo>
                <a:close/>
                <a:moveTo>
                  <a:pt x="82" y="101"/>
                </a:moveTo>
                <a:cubicBezTo>
                  <a:pt x="75" y="101"/>
                  <a:pt x="75" y="101"/>
                  <a:pt x="75" y="101"/>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6" name="Freeform 8">
            <a:extLst>
              <a:ext uri="{FF2B5EF4-FFF2-40B4-BE49-F238E27FC236}">
                <a16:creationId xmlns:a16="http://schemas.microsoft.com/office/drawing/2014/main" id="{0BD85A40-8416-4EBC-A12B-A51AB6A075F8}"/>
              </a:ext>
            </a:extLst>
          </p:cNvPr>
          <p:cNvSpPr>
            <a:spLocks noEditPoints="1"/>
          </p:cNvSpPr>
          <p:nvPr/>
        </p:nvSpPr>
        <p:spPr bwMode="auto">
          <a:xfrm>
            <a:off x="6764338" y="4468091"/>
            <a:ext cx="350838" cy="415925"/>
          </a:xfrm>
          <a:custGeom>
            <a:avLst/>
            <a:gdLst>
              <a:gd name="T0" fmla="*/ 221 w 221"/>
              <a:gd name="T1" fmla="*/ 107 h 262"/>
              <a:gd name="T2" fmla="*/ 221 w 221"/>
              <a:gd name="T3" fmla="*/ 262 h 262"/>
              <a:gd name="T4" fmla="*/ 0 w 221"/>
              <a:gd name="T5" fmla="*/ 262 h 262"/>
              <a:gd name="T6" fmla="*/ 0 w 221"/>
              <a:gd name="T7" fmla="*/ 107 h 262"/>
              <a:gd name="T8" fmla="*/ 221 w 221"/>
              <a:gd name="T9" fmla="*/ 262 h 262"/>
              <a:gd name="T10" fmla="*/ 112 w 221"/>
              <a:gd name="T11" fmla="*/ 185 h 262"/>
              <a:gd name="T12" fmla="*/ 0 w 221"/>
              <a:gd name="T13" fmla="*/ 262 h 262"/>
              <a:gd name="T14" fmla="*/ 221 w 221"/>
              <a:gd name="T15" fmla="*/ 107 h 262"/>
              <a:gd name="T16" fmla="*/ 147 w 221"/>
              <a:gd name="T17" fmla="*/ 187 h 262"/>
              <a:gd name="T18" fmla="*/ 0 w 221"/>
              <a:gd name="T19" fmla="*/ 107 h 262"/>
              <a:gd name="T20" fmla="*/ 76 w 221"/>
              <a:gd name="T21" fmla="*/ 187 h 262"/>
              <a:gd name="T22" fmla="*/ 193 w 221"/>
              <a:gd name="T23" fmla="*/ 102 h 262"/>
              <a:gd name="T24" fmla="*/ 193 w 221"/>
              <a:gd name="T25" fmla="*/ 49 h 262"/>
              <a:gd name="T26" fmla="*/ 145 w 221"/>
              <a:gd name="T27" fmla="*/ 0 h 262"/>
              <a:gd name="T28" fmla="*/ 29 w 221"/>
              <a:gd name="T29" fmla="*/ 0 h 262"/>
              <a:gd name="T30" fmla="*/ 29 w 221"/>
              <a:gd name="T31" fmla="*/ 102 h 262"/>
              <a:gd name="T32" fmla="*/ 193 w 221"/>
              <a:gd name="T33" fmla="*/ 49 h 262"/>
              <a:gd name="T34" fmla="*/ 145 w 221"/>
              <a:gd name="T35" fmla="*/ 0 h 262"/>
              <a:gd name="T36" fmla="*/ 145 w 221"/>
              <a:gd name="T37" fmla="*/ 49 h 262"/>
              <a:gd name="T38" fmla="*/ 193 w 221"/>
              <a:gd name="T39" fmla="*/ 49 h 262"/>
              <a:gd name="T40" fmla="*/ 74 w 221"/>
              <a:gd name="T41" fmla="*/ 75 h 262"/>
              <a:gd name="T42" fmla="*/ 53 w 221"/>
              <a:gd name="T43" fmla="*/ 75 h 262"/>
              <a:gd name="T44" fmla="*/ 164 w 221"/>
              <a:gd name="T45" fmla="*/ 75 h 262"/>
              <a:gd name="T46" fmla="*/ 98 w 221"/>
              <a:gd name="T47" fmla="*/ 75 h 262"/>
              <a:gd name="T48" fmla="*/ 53 w 221"/>
              <a:gd name="T49" fmla="*/ 100 h 262"/>
              <a:gd name="T50" fmla="*/ 114 w 221"/>
              <a:gd name="T51" fmla="*/ 100 h 262"/>
              <a:gd name="T52" fmla="*/ 164 w 221"/>
              <a:gd name="T53" fmla="*/ 100 h 262"/>
              <a:gd name="T54" fmla="*/ 140 w 221"/>
              <a:gd name="T55" fmla="*/ 10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1" h="262">
                <a:moveTo>
                  <a:pt x="221" y="107"/>
                </a:moveTo>
                <a:lnTo>
                  <a:pt x="221" y="262"/>
                </a:lnTo>
                <a:lnTo>
                  <a:pt x="0" y="262"/>
                </a:lnTo>
                <a:lnTo>
                  <a:pt x="0" y="107"/>
                </a:lnTo>
                <a:moveTo>
                  <a:pt x="221" y="262"/>
                </a:moveTo>
                <a:lnTo>
                  <a:pt x="112" y="185"/>
                </a:lnTo>
                <a:lnTo>
                  <a:pt x="0" y="262"/>
                </a:lnTo>
                <a:moveTo>
                  <a:pt x="221" y="107"/>
                </a:moveTo>
                <a:lnTo>
                  <a:pt x="147" y="187"/>
                </a:lnTo>
                <a:moveTo>
                  <a:pt x="0" y="107"/>
                </a:moveTo>
                <a:lnTo>
                  <a:pt x="76" y="187"/>
                </a:lnTo>
                <a:moveTo>
                  <a:pt x="193" y="102"/>
                </a:moveTo>
                <a:lnTo>
                  <a:pt x="193" y="49"/>
                </a:lnTo>
                <a:moveTo>
                  <a:pt x="145" y="0"/>
                </a:moveTo>
                <a:lnTo>
                  <a:pt x="29" y="0"/>
                </a:lnTo>
                <a:lnTo>
                  <a:pt x="29" y="102"/>
                </a:lnTo>
                <a:moveTo>
                  <a:pt x="193" y="49"/>
                </a:moveTo>
                <a:lnTo>
                  <a:pt x="145" y="0"/>
                </a:lnTo>
                <a:lnTo>
                  <a:pt x="145" y="49"/>
                </a:lnTo>
                <a:lnTo>
                  <a:pt x="193" y="49"/>
                </a:lnTo>
                <a:moveTo>
                  <a:pt x="74" y="75"/>
                </a:moveTo>
                <a:lnTo>
                  <a:pt x="53" y="75"/>
                </a:lnTo>
                <a:moveTo>
                  <a:pt x="164" y="75"/>
                </a:moveTo>
                <a:lnTo>
                  <a:pt x="98" y="75"/>
                </a:lnTo>
                <a:moveTo>
                  <a:pt x="53" y="100"/>
                </a:moveTo>
                <a:lnTo>
                  <a:pt x="114" y="100"/>
                </a:lnTo>
                <a:moveTo>
                  <a:pt x="164" y="100"/>
                </a:moveTo>
                <a:lnTo>
                  <a:pt x="140" y="100"/>
                </a:ln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7" name="Freeform 9">
            <a:extLst>
              <a:ext uri="{FF2B5EF4-FFF2-40B4-BE49-F238E27FC236}">
                <a16:creationId xmlns:a16="http://schemas.microsoft.com/office/drawing/2014/main" id="{5CB120F8-5E23-4652-8425-35B16183F73E}"/>
              </a:ext>
            </a:extLst>
          </p:cNvPr>
          <p:cNvSpPr>
            <a:spLocks noEditPoints="1"/>
          </p:cNvSpPr>
          <p:nvPr/>
        </p:nvSpPr>
        <p:spPr bwMode="auto">
          <a:xfrm>
            <a:off x="9863138" y="4433166"/>
            <a:ext cx="444500" cy="450850"/>
          </a:xfrm>
          <a:custGeom>
            <a:avLst/>
            <a:gdLst>
              <a:gd name="T0" fmla="*/ 101 w 118"/>
              <a:gd name="T1" fmla="*/ 32 h 117"/>
              <a:gd name="T2" fmla="*/ 110 w 118"/>
              <a:gd name="T3" fmla="*/ 62 h 117"/>
              <a:gd name="T4" fmla="*/ 55 w 118"/>
              <a:gd name="T5" fmla="*/ 117 h 117"/>
              <a:gd name="T6" fmla="*/ 0 w 118"/>
              <a:gd name="T7" fmla="*/ 62 h 117"/>
              <a:gd name="T8" fmla="*/ 55 w 118"/>
              <a:gd name="T9" fmla="*/ 7 h 117"/>
              <a:gd name="T10" fmla="*/ 86 w 118"/>
              <a:gd name="T11" fmla="*/ 16 h 117"/>
              <a:gd name="T12" fmla="*/ 77 w 118"/>
              <a:gd name="T13" fmla="*/ 26 h 117"/>
              <a:gd name="T14" fmla="*/ 55 w 118"/>
              <a:gd name="T15" fmla="*/ 20 h 117"/>
              <a:gd name="T16" fmla="*/ 14 w 118"/>
              <a:gd name="T17" fmla="*/ 62 h 117"/>
              <a:gd name="T18" fmla="*/ 55 w 118"/>
              <a:gd name="T19" fmla="*/ 104 h 117"/>
              <a:gd name="T20" fmla="*/ 97 w 118"/>
              <a:gd name="T21" fmla="*/ 62 h 117"/>
              <a:gd name="T22" fmla="*/ 91 w 118"/>
              <a:gd name="T23" fmla="*/ 41 h 117"/>
              <a:gd name="T24" fmla="*/ 66 w 118"/>
              <a:gd name="T25" fmla="*/ 37 h 117"/>
              <a:gd name="T26" fmla="*/ 55 w 118"/>
              <a:gd name="T27" fmla="*/ 35 h 117"/>
              <a:gd name="T28" fmla="*/ 28 w 118"/>
              <a:gd name="T29" fmla="*/ 62 h 117"/>
              <a:gd name="T30" fmla="*/ 55 w 118"/>
              <a:gd name="T31" fmla="*/ 89 h 117"/>
              <a:gd name="T32" fmla="*/ 83 w 118"/>
              <a:gd name="T33" fmla="*/ 62 h 117"/>
              <a:gd name="T34" fmla="*/ 80 w 118"/>
              <a:gd name="T35" fmla="*/ 50 h 117"/>
              <a:gd name="T36" fmla="*/ 55 w 118"/>
              <a:gd name="T37" fmla="*/ 62 h 117"/>
              <a:gd name="T38" fmla="*/ 115 w 118"/>
              <a:gd name="T39" fmla="*/ 3 h 117"/>
              <a:gd name="T40" fmla="*/ 101 w 118"/>
              <a:gd name="T41" fmla="*/ 0 h 117"/>
              <a:gd name="T42" fmla="*/ 101 w 118"/>
              <a:gd name="T43" fmla="*/ 17 h 117"/>
              <a:gd name="T44" fmla="*/ 118 w 118"/>
              <a:gd name="T45" fmla="*/ 17 h 117"/>
              <a:gd name="T46" fmla="*/ 10 w 118"/>
              <a:gd name="T47" fmla="*/ 117 h 117"/>
              <a:gd name="T48" fmla="*/ 21 w 118"/>
              <a:gd name="T49" fmla="*/ 105 h 117"/>
              <a:gd name="T50" fmla="*/ 90 w 118"/>
              <a:gd name="T51" fmla="*/ 105 h 117"/>
              <a:gd name="T52" fmla="*/ 101 w 118"/>
              <a:gd name="T53"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117">
                <a:moveTo>
                  <a:pt x="101" y="32"/>
                </a:moveTo>
                <a:cubicBezTo>
                  <a:pt x="107" y="40"/>
                  <a:pt x="110" y="51"/>
                  <a:pt x="110" y="62"/>
                </a:cubicBezTo>
                <a:cubicBezTo>
                  <a:pt x="110" y="93"/>
                  <a:pt x="86" y="117"/>
                  <a:pt x="55" y="117"/>
                </a:cubicBezTo>
                <a:cubicBezTo>
                  <a:pt x="25" y="117"/>
                  <a:pt x="0" y="93"/>
                  <a:pt x="0" y="62"/>
                </a:cubicBezTo>
                <a:cubicBezTo>
                  <a:pt x="0" y="32"/>
                  <a:pt x="25" y="7"/>
                  <a:pt x="55" y="7"/>
                </a:cubicBezTo>
                <a:cubicBezTo>
                  <a:pt x="67" y="7"/>
                  <a:pt x="77" y="10"/>
                  <a:pt x="86" y="16"/>
                </a:cubicBezTo>
                <a:moveTo>
                  <a:pt x="77" y="26"/>
                </a:moveTo>
                <a:cubicBezTo>
                  <a:pt x="70" y="23"/>
                  <a:pt x="63" y="20"/>
                  <a:pt x="55" y="20"/>
                </a:cubicBezTo>
                <a:cubicBezTo>
                  <a:pt x="33" y="20"/>
                  <a:pt x="14" y="39"/>
                  <a:pt x="14" y="62"/>
                </a:cubicBezTo>
                <a:cubicBezTo>
                  <a:pt x="14" y="85"/>
                  <a:pt x="33" y="104"/>
                  <a:pt x="55" y="104"/>
                </a:cubicBezTo>
                <a:cubicBezTo>
                  <a:pt x="78" y="104"/>
                  <a:pt x="97" y="85"/>
                  <a:pt x="97" y="62"/>
                </a:cubicBezTo>
                <a:cubicBezTo>
                  <a:pt x="97" y="54"/>
                  <a:pt x="95" y="47"/>
                  <a:pt x="91" y="41"/>
                </a:cubicBezTo>
                <a:moveTo>
                  <a:pt x="66" y="37"/>
                </a:moveTo>
                <a:cubicBezTo>
                  <a:pt x="62" y="36"/>
                  <a:pt x="59" y="35"/>
                  <a:pt x="55" y="35"/>
                </a:cubicBezTo>
                <a:cubicBezTo>
                  <a:pt x="40" y="35"/>
                  <a:pt x="28" y="47"/>
                  <a:pt x="28" y="62"/>
                </a:cubicBezTo>
                <a:cubicBezTo>
                  <a:pt x="28" y="77"/>
                  <a:pt x="40" y="89"/>
                  <a:pt x="55" y="89"/>
                </a:cubicBezTo>
                <a:cubicBezTo>
                  <a:pt x="70" y="89"/>
                  <a:pt x="83" y="77"/>
                  <a:pt x="83" y="62"/>
                </a:cubicBezTo>
                <a:cubicBezTo>
                  <a:pt x="83" y="58"/>
                  <a:pt x="82" y="54"/>
                  <a:pt x="80" y="50"/>
                </a:cubicBezTo>
                <a:moveTo>
                  <a:pt x="55" y="62"/>
                </a:moveTo>
                <a:cubicBezTo>
                  <a:pt x="115" y="3"/>
                  <a:pt x="115" y="3"/>
                  <a:pt x="115" y="3"/>
                </a:cubicBezTo>
                <a:moveTo>
                  <a:pt x="101" y="0"/>
                </a:moveTo>
                <a:cubicBezTo>
                  <a:pt x="101" y="17"/>
                  <a:pt x="101" y="17"/>
                  <a:pt x="101" y="17"/>
                </a:cubicBezTo>
                <a:cubicBezTo>
                  <a:pt x="118" y="17"/>
                  <a:pt x="118" y="17"/>
                  <a:pt x="118" y="17"/>
                </a:cubicBezTo>
                <a:moveTo>
                  <a:pt x="10" y="117"/>
                </a:moveTo>
                <a:cubicBezTo>
                  <a:pt x="21" y="105"/>
                  <a:pt x="21" y="105"/>
                  <a:pt x="21" y="105"/>
                </a:cubicBezTo>
                <a:moveTo>
                  <a:pt x="90" y="105"/>
                </a:moveTo>
                <a:cubicBezTo>
                  <a:pt x="101" y="117"/>
                  <a:pt x="101" y="117"/>
                  <a:pt x="101" y="117"/>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8" name="Freeform 10">
            <a:extLst>
              <a:ext uri="{FF2B5EF4-FFF2-40B4-BE49-F238E27FC236}">
                <a16:creationId xmlns:a16="http://schemas.microsoft.com/office/drawing/2014/main" id="{4CB08FD5-1934-4FFC-8920-67B78FA01FF4}"/>
              </a:ext>
            </a:extLst>
          </p:cNvPr>
          <p:cNvSpPr>
            <a:spLocks noEditPoints="1"/>
          </p:cNvSpPr>
          <p:nvPr/>
        </p:nvSpPr>
        <p:spPr bwMode="auto">
          <a:xfrm>
            <a:off x="8280400" y="4483966"/>
            <a:ext cx="477838" cy="388938"/>
          </a:xfrm>
          <a:custGeom>
            <a:avLst/>
            <a:gdLst>
              <a:gd name="T0" fmla="*/ 127 w 127"/>
              <a:gd name="T1" fmla="*/ 101 h 101"/>
              <a:gd name="T2" fmla="*/ 0 w 127"/>
              <a:gd name="T3" fmla="*/ 101 h 101"/>
              <a:gd name="T4" fmla="*/ 31 w 127"/>
              <a:gd name="T5" fmla="*/ 74 h 101"/>
              <a:gd name="T6" fmla="*/ 14 w 127"/>
              <a:gd name="T7" fmla="*/ 74 h 101"/>
              <a:gd name="T8" fmla="*/ 14 w 127"/>
              <a:gd name="T9" fmla="*/ 101 h 101"/>
              <a:gd name="T10" fmla="*/ 31 w 127"/>
              <a:gd name="T11" fmla="*/ 101 h 101"/>
              <a:gd name="T12" fmla="*/ 31 w 127"/>
              <a:gd name="T13" fmla="*/ 74 h 101"/>
              <a:gd name="T14" fmla="*/ 58 w 127"/>
              <a:gd name="T15" fmla="*/ 47 h 101"/>
              <a:gd name="T16" fmla="*/ 41 w 127"/>
              <a:gd name="T17" fmla="*/ 47 h 101"/>
              <a:gd name="T18" fmla="*/ 41 w 127"/>
              <a:gd name="T19" fmla="*/ 101 h 101"/>
              <a:gd name="T20" fmla="*/ 58 w 127"/>
              <a:gd name="T21" fmla="*/ 101 h 101"/>
              <a:gd name="T22" fmla="*/ 58 w 127"/>
              <a:gd name="T23" fmla="*/ 47 h 101"/>
              <a:gd name="T24" fmla="*/ 86 w 127"/>
              <a:gd name="T25" fmla="*/ 58 h 101"/>
              <a:gd name="T26" fmla="*/ 68 w 127"/>
              <a:gd name="T27" fmla="*/ 58 h 101"/>
              <a:gd name="T28" fmla="*/ 68 w 127"/>
              <a:gd name="T29" fmla="*/ 101 h 101"/>
              <a:gd name="T30" fmla="*/ 86 w 127"/>
              <a:gd name="T31" fmla="*/ 101 h 101"/>
              <a:gd name="T32" fmla="*/ 86 w 127"/>
              <a:gd name="T33" fmla="*/ 58 h 101"/>
              <a:gd name="T34" fmla="*/ 113 w 127"/>
              <a:gd name="T35" fmla="*/ 31 h 101"/>
              <a:gd name="T36" fmla="*/ 96 w 127"/>
              <a:gd name="T37" fmla="*/ 31 h 101"/>
              <a:gd name="T38" fmla="*/ 96 w 127"/>
              <a:gd name="T39" fmla="*/ 101 h 101"/>
              <a:gd name="T40" fmla="*/ 113 w 127"/>
              <a:gd name="T41" fmla="*/ 101 h 101"/>
              <a:gd name="T42" fmla="*/ 113 w 127"/>
              <a:gd name="T43" fmla="*/ 31 h 101"/>
              <a:gd name="T44" fmla="*/ 22 w 127"/>
              <a:gd name="T45" fmla="*/ 44 h 101"/>
              <a:gd name="T46" fmla="*/ 17 w 127"/>
              <a:gd name="T47" fmla="*/ 49 h 101"/>
              <a:gd name="T48" fmla="*/ 22 w 127"/>
              <a:gd name="T49" fmla="*/ 54 h 101"/>
              <a:gd name="T50" fmla="*/ 27 w 127"/>
              <a:gd name="T51" fmla="*/ 49 h 101"/>
              <a:gd name="T52" fmla="*/ 22 w 127"/>
              <a:gd name="T53" fmla="*/ 44 h 101"/>
              <a:gd name="T54" fmla="*/ 50 w 127"/>
              <a:gd name="T55" fmla="*/ 18 h 101"/>
              <a:gd name="T56" fmla="*/ 45 w 127"/>
              <a:gd name="T57" fmla="*/ 23 h 101"/>
              <a:gd name="T58" fmla="*/ 50 w 127"/>
              <a:gd name="T59" fmla="*/ 28 h 101"/>
              <a:gd name="T60" fmla="*/ 55 w 127"/>
              <a:gd name="T61" fmla="*/ 23 h 101"/>
              <a:gd name="T62" fmla="*/ 50 w 127"/>
              <a:gd name="T63" fmla="*/ 18 h 101"/>
              <a:gd name="T64" fmla="*/ 77 w 127"/>
              <a:gd name="T65" fmla="*/ 31 h 101"/>
              <a:gd name="T66" fmla="*/ 72 w 127"/>
              <a:gd name="T67" fmla="*/ 36 h 101"/>
              <a:gd name="T68" fmla="*/ 77 w 127"/>
              <a:gd name="T69" fmla="*/ 41 h 101"/>
              <a:gd name="T70" fmla="*/ 82 w 127"/>
              <a:gd name="T71" fmla="*/ 36 h 101"/>
              <a:gd name="T72" fmla="*/ 77 w 127"/>
              <a:gd name="T73" fmla="*/ 31 h 101"/>
              <a:gd name="T74" fmla="*/ 104 w 127"/>
              <a:gd name="T75" fmla="*/ 0 h 101"/>
              <a:gd name="T76" fmla="*/ 99 w 127"/>
              <a:gd name="T77" fmla="*/ 5 h 101"/>
              <a:gd name="T78" fmla="*/ 104 w 127"/>
              <a:gd name="T79" fmla="*/ 10 h 101"/>
              <a:gd name="T80" fmla="*/ 109 w 127"/>
              <a:gd name="T81" fmla="*/ 5 h 101"/>
              <a:gd name="T82" fmla="*/ 104 w 127"/>
              <a:gd name="T83" fmla="*/ 0 h 101"/>
              <a:gd name="T84" fmla="*/ 80 w 127"/>
              <a:gd name="T85" fmla="*/ 32 h 101"/>
              <a:gd name="T86" fmla="*/ 101 w 127"/>
              <a:gd name="T87" fmla="*/ 8 h 101"/>
              <a:gd name="T88" fmla="*/ 54 w 127"/>
              <a:gd name="T89" fmla="*/ 25 h 101"/>
              <a:gd name="T90" fmla="*/ 73 w 127"/>
              <a:gd name="T91" fmla="*/ 34 h 101"/>
              <a:gd name="T92" fmla="*/ 46 w 127"/>
              <a:gd name="T93" fmla="*/ 26 h 101"/>
              <a:gd name="T94" fmla="*/ 26 w 127"/>
              <a:gd name="T9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1">
                <a:moveTo>
                  <a:pt x="127" y="101"/>
                </a:moveTo>
                <a:cubicBezTo>
                  <a:pt x="0" y="101"/>
                  <a:pt x="0" y="101"/>
                  <a:pt x="0" y="101"/>
                </a:cubicBezTo>
                <a:moveTo>
                  <a:pt x="31" y="74"/>
                </a:moveTo>
                <a:cubicBezTo>
                  <a:pt x="14" y="74"/>
                  <a:pt x="14" y="74"/>
                  <a:pt x="14" y="74"/>
                </a:cubicBezTo>
                <a:cubicBezTo>
                  <a:pt x="14" y="101"/>
                  <a:pt x="14" y="101"/>
                  <a:pt x="14" y="101"/>
                </a:cubicBezTo>
                <a:cubicBezTo>
                  <a:pt x="31" y="101"/>
                  <a:pt x="31" y="101"/>
                  <a:pt x="31" y="101"/>
                </a:cubicBezTo>
                <a:lnTo>
                  <a:pt x="31" y="74"/>
                </a:lnTo>
                <a:close/>
                <a:moveTo>
                  <a:pt x="58" y="47"/>
                </a:moveTo>
                <a:cubicBezTo>
                  <a:pt x="41" y="47"/>
                  <a:pt x="41" y="47"/>
                  <a:pt x="41" y="47"/>
                </a:cubicBezTo>
                <a:cubicBezTo>
                  <a:pt x="41" y="101"/>
                  <a:pt x="41" y="101"/>
                  <a:pt x="41" y="101"/>
                </a:cubicBezTo>
                <a:cubicBezTo>
                  <a:pt x="58" y="101"/>
                  <a:pt x="58" y="101"/>
                  <a:pt x="58" y="101"/>
                </a:cubicBezTo>
                <a:lnTo>
                  <a:pt x="58" y="47"/>
                </a:lnTo>
                <a:close/>
                <a:moveTo>
                  <a:pt x="86" y="58"/>
                </a:moveTo>
                <a:cubicBezTo>
                  <a:pt x="68" y="58"/>
                  <a:pt x="68" y="58"/>
                  <a:pt x="68" y="58"/>
                </a:cubicBezTo>
                <a:cubicBezTo>
                  <a:pt x="68" y="101"/>
                  <a:pt x="68" y="101"/>
                  <a:pt x="68" y="101"/>
                </a:cubicBezTo>
                <a:cubicBezTo>
                  <a:pt x="86" y="101"/>
                  <a:pt x="86" y="101"/>
                  <a:pt x="86" y="101"/>
                </a:cubicBezTo>
                <a:lnTo>
                  <a:pt x="86" y="58"/>
                </a:lnTo>
                <a:close/>
                <a:moveTo>
                  <a:pt x="113" y="31"/>
                </a:moveTo>
                <a:cubicBezTo>
                  <a:pt x="96" y="31"/>
                  <a:pt x="96" y="31"/>
                  <a:pt x="96" y="31"/>
                </a:cubicBezTo>
                <a:cubicBezTo>
                  <a:pt x="96" y="101"/>
                  <a:pt x="96" y="101"/>
                  <a:pt x="96" y="101"/>
                </a:cubicBezTo>
                <a:cubicBezTo>
                  <a:pt x="113" y="101"/>
                  <a:pt x="113" y="101"/>
                  <a:pt x="113" y="101"/>
                </a:cubicBezTo>
                <a:lnTo>
                  <a:pt x="113" y="31"/>
                </a:lnTo>
                <a:close/>
                <a:moveTo>
                  <a:pt x="22" y="44"/>
                </a:moveTo>
                <a:cubicBezTo>
                  <a:pt x="20" y="44"/>
                  <a:pt x="17" y="46"/>
                  <a:pt x="17" y="49"/>
                </a:cubicBezTo>
                <a:cubicBezTo>
                  <a:pt x="17" y="51"/>
                  <a:pt x="20" y="54"/>
                  <a:pt x="22" y="54"/>
                </a:cubicBezTo>
                <a:cubicBezTo>
                  <a:pt x="25" y="54"/>
                  <a:pt x="27" y="51"/>
                  <a:pt x="27" y="49"/>
                </a:cubicBezTo>
                <a:cubicBezTo>
                  <a:pt x="27" y="46"/>
                  <a:pt x="25" y="44"/>
                  <a:pt x="22" y="44"/>
                </a:cubicBezTo>
                <a:close/>
                <a:moveTo>
                  <a:pt x="50" y="18"/>
                </a:moveTo>
                <a:cubicBezTo>
                  <a:pt x="47" y="18"/>
                  <a:pt x="45" y="20"/>
                  <a:pt x="45" y="23"/>
                </a:cubicBezTo>
                <a:cubicBezTo>
                  <a:pt x="45" y="25"/>
                  <a:pt x="47" y="28"/>
                  <a:pt x="50" y="28"/>
                </a:cubicBezTo>
                <a:cubicBezTo>
                  <a:pt x="52" y="28"/>
                  <a:pt x="55" y="25"/>
                  <a:pt x="55" y="23"/>
                </a:cubicBezTo>
                <a:cubicBezTo>
                  <a:pt x="55" y="20"/>
                  <a:pt x="52" y="18"/>
                  <a:pt x="50" y="18"/>
                </a:cubicBezTo>
                <a:close/>
                <a:moveTo>
                  <a:pt x="77" y="31"/>
                </a:moveTo>
                <a:cubicBezTo>
                  <a:pt x="74" y="31"/>
                  <a:pt x="72" y="33"/>
                  <a:pt x="72" y="36"/>
                </a:cubicBezTo>
                <a:cubicBezTo>
                  <a:pt x="72" y="38"/>
                  <a:pt x="74" y="41"/>
                  <a:pt x="77" y="41"/>
                </a:cubicBezTo>
                <a:cubicBezTo>
                  <a:pt x="80" y="41"/>
                  <a:pt x="82" y="38"/>
                  <a:pt x="82" y="36"/>
                </a:cubicBezTo>
                <a:cubicBezTo>
                  <a:pt x="82" y="33"/>
                  <a:pt x="80" y="31"/>
                  <a:pt x="77" y="31"/>
                </a:cubicBezTo>
                <a:close/>
                <a:moveTo>
                  <a:pt x="104" y="0"/>
                </a:moveTo>
                <a:cubicBezTo>
                  <a:pt x="102" y="0"/>
                  <a:pt x="99" y="2"/>
                  <a:pt x="99" y="5"/>
                </a:cubicBezTo>
                <a:cubicBezTo>
                  <a:pt x="99" y="7"/>
                  <a:pt x="102" y="10"/>
                  <a:pt x="104" y="10"/>
                </a:cubicBezTo>
                <a:cubicBezTo>
                  <a:pt x="107" y="10"/>
                  <a:pt x="109" y="7"/>
                  <a:pt x="109" y="5"/>
                </a:cubicBezTo>
                <a:cubicBezTo>
                  <a:pt x="109" y="2"/>
                  <a:pt x="107" y="0"/>
                  <a:pt x="104" y="0"/>
                </a:cubicBezTo>
                <a:close/>
                <a:moveTo>
                  <a:pt x="80" y="32"/>
                </a:moveTo>
                <a:cubicBezTo>
                  <a:pt x="101" y="8"/>
                  <a:pt x="101" y="8"/>
                  <a:pt x="101" y="8"/>
                </a:cubicBezTo>
                <a:moveTo>
                  <a:pt x="54" y="25"/>
                </a:moveTo>
                <a:cubicBezTo>
                  <a:pt x="73" y="34"/>
                  <a:pt x="73" y="34"/>
                  <a:pt x="73" y="34"/>
                </a:cubicBezTo>
                <a:moveTo>
                  <a:pt x="46" y="26"/>
                </a:moveTo>
                <a:cubicBezTo>
                  <a:pt x="26" y="45"/>
                  <a:pt x="26" y="45"/>
                  <a:pt x="26" y="45"/>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9" name="Text Placeholder 17">
            <a:extLst>
              <a:ext uri="{FF2B5EF4-FFF2-40B4-BE49-F238E27FC236}">
                <a16:creationId xmlns:a16="http://schemas.microsoft.com/office/drawing/2014/main" id="{CE0FBCC4-0468-44E4-A1F6-85B4A4590AC3}"/>
              </a:ext>
            </a:extLst>
          </p:cNvPr>
          <p:cNvSpPr txBox="1">
            <a:spLocks/>
          </p:cNvSpPr>
          <p:nvPr/>
        </p:nvSpPr>
        <p:spPr>
          <a:xfrm>
            <a:off x="1467413" y="4941123"/>
            <a:ext cx="146731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00"/>
              <a:t>Lorem ipsum dolor sit amet, </a:t>
            </a:r>
            <a:r>
              <a:rPr lang="en-US" altLang="ru-UA" sz="1000" err="1"/>
              <a:t>consectetur</a:t>
            </a:r>
            <a:r>
              <a:rPr lang="en-US" altLang="ru-UA" sz="1000"/>
              <a:t> </a:t>
            </a:r>
            <a:r>
              <a:rPr lang="en-US" altLang="ru-UA" sz="1000" err="1"/>
              <a:t>adipiscing</a:t>
            </a:r>
            <a:r>
              <a:rPr lang="en-US" altLang="ru-UA" sz="1000"/>
              <a:t> </a:t>
            </a:r>
            <a:r>
              <a:rPr lang="en-US" altLang="ru-UA" sz="1000" err="1"/>
              <a:t>elit</a:t>
            </a:r>
            <a:r>
              <a:rPr lang="en-US" altLang="ru-UA" sz="1000"/>
              <a:t>, sed do</a:t>
            </a:r>
            <a:endParaRPr lang="ru-RU" altLang="ru-UA" sz="1000"/>
          </a:p>
        </p:txBody>
      </p:sp>
      <p:sp>
        <p:nvSpPr>
          <p:cNvPr id="73" name="Text Placeholder 17">
            <a:extLst>
              <a:ext uri="{FF2B5EF4-FFF2-40B4-BE49-F238E27FC236}">
                <a16:creationId xmlns:a16="http://schemas.microsoft.com/office/drawing/2014/main" id="{06798849-11CD-4EBB-9ABD-5FC7B6AAD40F}"/>
              </a:ext>
            </a:extLst>
          </p:cNvPr>
          <p:cNvSpPr txBox="1">
            <a:spLocks/>
          </p:cNvSpPr>
          <p:nvPr/>
        </p:nvSpPr>
        <p:spPr>
          <a:xfrm>
            <a:off x="3017654" y="4941123"/>
            <a:ext cx="146731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00"/>
              <a:t>Lorem ipsum dolor sit amet, </a:t>
            </a:r>
            <a:r>
              <a:rPr lang="en-US" altLang="ru-UA" sz="1000" err="1"/>
              <a:t>consectetur</a:t>
            </a:r>
            <a:r>
              <a:rPr lang="en-US" altLang="ru-UA" sz="1000"/>
              <a:t> </a:t>
            </a:r>
            <a:r>
              <a:rPr lang="en-US" altLang="ru-UA" sz="1000" err="1"/>
              <a:t>adipiscing</a:t>
            </a:r>
            <a:r>
              <a:rPr lang="en-US" altLang="ru-UA" sz="1000"/>
              <a:t> </a:t>
            </a:r>
            <a:r>
              <a:rPr lang="en-US" altLang="ru-UA" sz="1000" err="1"/>
              <a:t>elit</a:t>
            </a:r>
            <a:r>
              <a:rPr lang="en-US" altLang="ru-UA" sz="1000"/>
              <a:t>, sed do</a:t>
            </a:r>
            <a:endParaRPr lang="ru-RU" altLang="ru-UA" sz="1000"/>
          </a:p>
        </p:txBody>
      </p:sp>
      <p:sp>
        <p:nvSpPr>
          <p:cNvPr id="74" name="Text Placeholder 17">
            <a:extLst>
              <a:ext uri="{FF2B5EF4-FFF2-40B4-BE49-F238E27FC236}">
                <a16:creationId xmlns:a16="http://schemas.microsoft.com/office/drawing/2014/main" id="{7C1D66A6-0F92-49A9-BBC5-1EE289FFE99F}"/>
              </a:ext>
            </a:extLst>
          </p:cNvPr>
          <p:cNvSpPr txBox="1">
            <a:spLocks/>
          </p:cNvSpPr>
          <p:nvPr/>
        </p:nvSpPr>
        <p:spPr>
          <a:xfrm>
            <a:off x="4604229" y="4941123"/>
            <a:ext cx="146731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00"/>
              <a:t>Lorem ipsum dolor sit amet, </a:t>
            </a:r>
            <a:r>
              <a:rPr lang="en-US" altLang="ru-UA" sz="1000" err="1"/>
              <a:t>consectetur</a:t>
            </a:r>
            <a:r>
              <a:rPr lang="en-US" altLang="ru-UA" sz="1000"/>
              <a:t> </a:t>
            </a:r>
            <a:r>
              <a:rPr lang="en-US" altLang="ru-UA" sz="1000" err="1"/>
              <a:t>adipiscing</a:t>
            </a:r>
            <a:r>
              <a:rPr lang="en-US" altLang="ru-UA" sz="1000"/>
              <a:t> </a:t>
            </a:r>
            <a:r>
              <a:rPr lang="en-US" altLang="ru-UA" sz="1000" err="1"/>
              <a:t>elit</a:t>
            </a:r>
            <a:r>
              <a:rPr lang="en-US" altLang="ru-UA" sz="1000"/>
              <a:t>, sed do</a:t>
            </a:r>
            <a:endParaRPr lang="ru-RU" altLang="ru-UA" sz="1000"/>
          </a:p>
        </p:txBody>
      </p:sp>
      <p:sp>
        <p:nvSpPr>
          <p:cNvPr id="75" name="Text Placeholder 17">
            <a:extLst>
              <a:ext uri="{FF2B5EF4-FFF2-40B4-BE49-F238E27FC236}">
                <a16:creationId xmlns:a16="http://schemas.microsoft.com/office/drawing/2014/main" id="{1499DCBA-A2D4-41B0-8CB5-58622D6B735C}"/>
              </a:ext>
            </a:extLst>
          </p:cNvPr>
          <p:cNvSpPr txBox="1">
            <a:spLocks/>
          </p:cNvSpPr>
          <p:nvPr/>
        </p:nvSpPr>
        <p:spPr>
          <a:xfrm>
            <a:off x="6233194" y="4941123"/>
            <a:ext cx="146731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00"/>
              <a:t>Lorem ipsum dolor sit amet, </a:t>
            </a:r>
            <a:r>
              <a:rPr lang="en-US" altLang="ru-UA" sz="1000" err="1"/>
              <a:t>consectetur</a:t>
            </a:r>
            <a:r>
              <a:rPr lang="en-US" altLang="ru-UA" sz="1000"/>
              <a:t> </a:t>
            </a:r>
            <a:r>
              <a:rPr lang="en-US" altLang="ru-UA" sz="1000" err="1"/>
              <a:t>adipiscing</a:t>
            </a:r>
            <a:r>
              <a:rPr lang="en-US" altLang="ru-UA" sz="1000"/>
              <a:t> </a:t>
            </a:r>
            <a:r>
              <a:rPr lang="en-US" altLang="ru-UA" sz="1000" err="1"/>
              <a:t>elit</a:t>
            </a:r>
            <a:r>
              <a:rPr lang="en-US" altLang="ru-UA" sz="1000"/>
              <a:t>, sed do</a:t>
            </a:r>
            <a:endParaRPr lang="ru-RU" altLang="ru-UA" sz="1000"/>
          </a:p>
        </p:txBody>
      </p:sp>
      <p:sp>
        <p:nvSpPr>
          <p:cNvPr id="76" name="Text Placeholder 17">
            <a:extLst>
              <a:ext uri="{FF2B5EF4-FFF2-40B4-BE49-F238E27FC236}">
                <a16:creationId xmlns:a16="http://schemas.microsoft.com/office/drawing/2014/main" id="{85D76826-27E5-4C8D-AAE9-305E3B388AEB}"/>
              </a:ext>
            </a:extLst>
          </p:cNvPr>
          <p:cNvSpPr txBox="1">
            <a:spLocks/>
          </p:cNvSpPr>
          <p:nvPr/>
        </p:nvSpPr>
        <p:spPr>
          <a:xfrm>
            <a:off x="7783435" y="4941123"/>
            <a:ext cx="146731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00"/>
              <a:t>Lorem ipsum dolor sit amet, </a:t>
            </a:r>
            <a:r>
              <a:rPr lang="en-US" altLang="ru-UA" sz="1000" err="1"/>
              <a:t>consectetur</a:t>
            </a:r>
            <a:r>
              <a:rPr lang="en-US" altLang="ru-UA" sz="1000"/>
              <a:t> </a:t>
            </a:r>
            <a:r>
              <a:rPr lang="en-US" altLang="ru-UA" sz="1000" err="1"/>
              <a:t>adipiscing</a:t>
            </a:r>
            <a:r>
              <a:rPr lang="en-US" altLang="ru-UA" sz="1000"/>
              <a:t> </a:t>
            </a:r>
            <a:r>
              <a:rPr lang="en-US" altLang="ru-UA" sz="1000" err="1"/>
              <a:t>elit</a:t>
            </a:r>
            <a:r>
              <a:rPr lang="en-US" altLang="ru-UA" sz="1000"/>
              <a:t>, sed do</a:t>
            </a:r>
            <a:endParaRPr lang="ru-RU" altLang="ru-UA" sz="1000"/>
          </a:p>
        </p:txBody>
      </p:sp>
      <p:sp>
        <p:nvSpPr>
          <p:cNvPr id="77" name="Text Placeholder 17">
            <a:extLst>
              <a:ext uri="{FF2B5EF4-FFF2-40B4-BE49-F238E27FC236}">
                <a16:creationId xmlns:a16="http://schemas.microsoft.com/office/drawing/2014/main" id="{9FB2BE9B-1538-475C-AC5F-AC8FCDE5E7E8}"/>
              </a:ext>
            </a:extLst>
          </p:cNvPr>
          <p:cNvSpPr txBox="1">
            <a:spLocks/>
          </p:cNvSpPr>
          <p:nvPr/>
        </p:nvSpPr>
        <p:spPr>
          <a:xfrm>
            <a:off x="9297343" y="4941123"/>
            <a:ext cx="146731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00"/>
              <a:t>Lorem ipsum dolor sit amet, </a:t>
            </a:r>
            <a:r>
              <a:rPr lang="en-US" altLang="ru-UA" sz="1000" err="1"/>
              <a:t>consectetur</a:t>
            </a:r>
            <a:r>
              <a:rPr lang="en-US" altLang="ru-UA" sz="1000"/>
              <a:t> </a:t>
            </a:r>
            <a:r>
              <a:rPr lang="en-US" altLang="ru-UA" sz="1000" err="1"/>
              <a:t>adipiscing</a:t>
            </a:r>
            <a:r>
              <a:rPr lang="en-US" altLang="ru-UA" sz="1000"/>
              <a:t> </a:t>
            </a:r>
            <a:r>
              <a:rPr lang="en-US" altLang="ru-UA" sz="1000" err="1"/>
              <a:t>elit</a:t>
            </a:r>
            <a:r>
              <a:rPr lang="en-US" altLang="ru-UA" sz="1000"/>
              <a:t>, sed do</a:t>
            </a:r>
            <a:endParaRPr lang="ru-RU" altLang="ru-UA" sz="1000"/>
          </a:p>
        </p:txBody>
      </p:sp>
    </p:spTree>
    <p:extLst>
      <p:ext uri="{BB962C8B-B14F-4D97-AF65-F5344CB8AC3E}">
        <p14:creationId xmlns:p14="http://schemas.microsoft.com/office/powerpoint/2010/main" val="203966515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childTnLst>
                                    </p:cTn>
                                  </p:par>
                                  <p:par>
                                    <p:cTn id="8" presetID="21" presetClass="entr" presetSubtype="1" fill="hold" nodeType="withEffect">
                                      <p:stCondLst>
                                        <p:cond delay="0"/>
                                      </p:stCondLst>
                                      <p:childTnLst>
                                        <p:set>
                                          <p:cBhvr>
                                            <p:cTn id="9" dur="1" fill="hold">
                                              <p:stCondLst>
                                                <p:cond delay="0"/>
                                              </p:stCondLst>
                                            </p:cTn>
                                            <p:tgtEl>
                                              <p:spTgt spid="5251"/>
                                            </p:tgtEl>
                                            <p:attrNameLst>
                                              <p:attrName>style.visibility</p:attrName>
                                            </p:attrNameLst>
                                          </p:cBhvr>
                                          <p:to>
                                            <p:strVal val="visible"/>
                                          </p:to>
                                        </p:set>
                                        <p:animEffect transition="in" filter="wheel(1)">
                                          <p:cBhvr>
                                            <p:cTn id="10" dur="750"/>
                                            <p:tgtEl>
                                              <p:spTgt spid="5251"/>
                                            </p:tgtEl>
                                          </p:cBhvr>
                                        </p:animEffect>
                                      </p:childTnLst>
                                    </p:cTn>
                                  </p:par>
                                  <p:par>
                                    <p:cTn id="11" presetID="21" presetClass="entr" presetSubtype="1" fill="hold" nodeType="withEffect">
                                      <p:stCondLst>
                                        <p:cond delay="250"/>
                                      </p:stCondLst>
                                      <p:childTnLst>
                                        <p:set>
                                          <p:cBhvr>
                                            <p:cTn id="12" dur="1" fill="hold">
                                              <p:stCondLst>
                                                <p:cond delay="0"/>
                                              </p:stCondLst>
                                            </p:cTn>
                                            <p:tgtEl>
                                              <p:spTgt spid="5253"/>
                                            </p:tgtEl>
                                            <p:attrNameLst>
                                              <p:attrName>style.visibility</p:attrName>
                                            </p:attrNameLst>
                                          </p:cBhvr>
                                          <p:to>
                                            <p:strVal val="visible"/>
                                          </p:to>
                                        </p:set>
                                        <p:animEffect transition="in" filter="wheel(1)">
                                          <p:cBhvr>
                                            <p:cTn id="13" dur="750"/>
                                            <p:tgtEl>
                                              <p:spTgt spid="5253"/>
                                            </p:tgtEl>
                                          </p:cBhvr>
                                        </p:animEffect>
                                      </p:childTnLst>
                                    </p:cTn>
                                  </p:par>
                                  <p:par>
                                    <p:cTn id="14" presetID="21" presetClass="entr" presetSubtype="1" fill="hold" nodeType="withEffect">
                                      <p:stCondLst>
                                        <p:cond delay="500"/>
                                      </p:stCondLst>
                                      <p:childTnLst>
                                        <p:set>
                                          <p:cBhvr>
                                            <p:cTn id="15" dur="1" fill="hold">
                                              <p:stCondLst>
                                                <p:cond delay="0"/>
                                              </p:stCondLst>
                                            </p:cTn>
                                            <p:tgtEl>
                                              <p:spTgt spid="5254"/>
                                            </p:tgtEl>
                                            <p:attrNameLst>
                                              <p:attrName>style.visibility</p:attrName>
                                            </p:attrNameLst>
                                          </p:cBhvr>
                                          <p:to>
                                            <p:strVal val="visible"/>
                                          </p:to>
                                        </p:set>
                                        <p:animEffect transition="in" filter="wheel(1)">
                                          <p:cBhvr>
                                            <p:cTn id="16" dur="750"/>
                                            <p:tgtEl>
                                              <p:spTgt spid="5254"/>
                                            </p:tgtEl>
                                          </p:cBhvr>
                                        </p:animEffect>
                                      </p:childTnLst>
                                    </p:cTn>
                                  </p:par>
                                  <p:par>
                                    <p:cTn id="17" presetID="21" presetClass="entr" presetSubtype="1" fill="hold" nodeType="withEffect">
                                      <p:stCondLst>
                                        <p:cond delay="750"/>
                                      </p:stCondLst>
                                      <p:childTnLst>
                                        <p:set>
                                          <p:cBhvr>
                                            <p:cTn id="18" dur="1" fill="hold">
                                              <p:stCondLst>
                                                <p:cond delay="0"/>
                                              </p:stCondLst>
                                            </p:cTn>
                                            <p:tgtEl>
                                              <p:spTgt spid="5255"/>
                                            </p:tgtEl>
                                            <p:attrNameLst>
                                              <p:attrName>style.visibility</p:attrName>
                                            </p:attrNameLst>
                                          </p:cBhvr>
                                          <p:to>
                                            <p:strVal val="visible"/>
                                          </p:to>
                                        </p:set>
                                        <p:animEffect transition="in" filter="wheel(1)">
                                          <p:cBhvr>
                                            <p:cTn id="19" dur="750"/>
                                            <p:tgtEl>
                                              <p:spTgt spid="5255"/>
                                            </p:tgtEl>
                                          </p:cBhvr>
                                        </p:animEffect>
                                      </p:childTnLst>
                                    </p:cTn>
                                  </p:par>
                                  <p:par>
                                    <p:cTn id="20" presetID="21" presetClass="entr" presetSubtype="1" fill="hold" nodeType="withEffect">
                                      <p:stCondLst>
                                        <p:cond delay="1000"/>
                                      </p:stCondLst>
                                      <p:childTnLst>
                                        <p:set>
                                          <p:cBhvr>
                                            <p:cTn id="21" dur="1" fill="hold">
                                              <p:stCondLst>
                                                <p:cond delay="0"/>
                                              </p:stCondLst>
                                            </p:cTn>
                                            <p:tgtEl>
                                              <p:spTgt spid="5256"/>
                                            </p:tgtEl>
                                            <p:attrNameLst>
                                              <p:attrName>style.visibility</p:attrName>
                                            </p:attrNameLst>
                                          </p:cBhvr>
                                          <p:to>
                                            <p:strVal val="visible"/>
                                          </p:to>
                                        </p:set>
                                        <p:animEffect transition="in" filter="wheel(1)">
                                          <p:cBhvr>
                                            <p:cTn id="22" dur="750"/>
                                            <p:tgtEl>
                                              <p:spTgt spid="5256"/>
                                            </p:tgtEl>
                                          </p:cBhvr>
                                        </p:animEffect>
                                      </p:childTnLst>
                                    </p:cTn>
                                  </p:par>
                                  <p:par>
                                    <p:cTn id="23" presetID="21" presetClass="entr" presetSubtype="1" fill="hold" nodeType="withEffect">
                                      <p:stCondLst>
                                        <p:cond delay="1250"/>
                                      </p:stCondLst>
                                      <p:childTnLst>
                                        <p:set>
                                          <p:cBhvr>
                                            <p:cTn id="24" dur="1" fill="hold">
                                              <p:stCondLst>
                                                <p:cond delay="0"/>
                                              </p:stCondLst>
                                            </p:cTn>
                                            <p:tgtEl>
                                              <p:spTgt spid="5257"/>
                                            </p:tgtEl>
                                            <p:attrNameLst>
                                              <p:attrName>style.visibility</p:attrName>
                                            </p:attrNameLst>
                                          </p:cBhvr>
                                          <p:to>
                                            <p:strVal val="visible"/>
                                          </p:to>
                                        </p:set>
                                        <p:animEffect transition="in" filter="wheel(1)">
                                          <p:cBhvr>
                                            <p:cTn id="25" dur="750"/>
                                            <p:tgtEl>
                                              <p:spTgt spid="5257"/>
                                            </p:tgtEl>
                                          </p:cBhvr>
                                        </p:animEffect>
                                      </p:childTnLst>
                                    </p:cTn>
                                  </p:par>
                                  <p:par>
                                    <p:cTn id="26" presetID="22" presetClass="entr" presetSubtype="8" fill="hold" grpId="0" nodeType="withEffect">
                                      <p:stCondLst>
                                        <p:cond delay="500"/>
                                      </p:stCondLst>
                                      <p:childTnLst>
                                        <p:set>
                                          <p:cBhvr>
                                            <p:cTn id="27" dur="1" fill="hold">
                                              <p:stCondLst>
                                                <p:cond delay="0"/>
                                              </p:stCondLst>
                                            </p:cTn>
                                            <p:tgtEl>
                                              <p:spTgt spid="55"/>
                                            </p:tgtEl>
                                            <p:attrNameLst>
                                              <p:attrName>style.visibility</p:attrName>
                                            </p:attrNameLst>
                                          </p:cBhvr>
                                          <p:to>
                                            <p:strVal val="visible"/>
                                          </p:to>
                                        </p:set>
                                        <p:animEffect transition="in" filter="wipe(left)">
                                          <p:cBhvr>
                                            <p:cTn id="28" dur="750"/>
                                            <p:tgtEl>
                                              <p:spTgt spid="55"/>
                                            </p:tgtEl>
                                          </p:cBhvr>
                                        </p:animEffect>
                                      </p:childTnLst>
                                    </p:cTn>
                                  </p:par>
                                  <p:par>
                                    <p:cTn id="29" presetID="22" presetClass="entr" presetSubtype="8" fill="hold" grpId="0" nodeType="withEffect">
                                      <p:stCondLst>
                                        <p:cond delay="750"/>
                                      </p:stCondLst>
                                      <p:childTnLst>
                                        <p:set>
                                          <p:cBhvr>
                                            <p:cTn id="30" dur="1" fill="hold">
                                              <p:stCondLst>
                                                <p:cond delay="0"/>
                                              </p:stCondLst>
                                            </p:cTn>
                                            <p:tgtEl>
                                              <p:spTgt spid="56"/>
                                            </p:tgtEl>
                                            <p:attrNameLst>
                                              <p:attrName>style.visibility</p:attrName>
                                            </p:attrNameLst>
                                          </p:cBhvr>
                                          <p:to>
                                            <p:strVal val="visible"/>
                                          </p:to>
                                        </p:set>
                                        <p:animEffect transition="in" filter="wipe(left)">
                                          <p:cBhvr>
                                            <p:cTn id="31" dur="750"/>
                                            <p:tgtEl>
                                              <p:spTgt spid="56"/>
                                            </p:tgtEl>
                                          </p:cBhvr>
                                        </p:animEffect>
                                      </p:childTnLst>
                                    </p:cTn>
                                  </p:par>
                                  <p:par>
                                    <p:cTn id="32" presetID="22" presetClass="entr" presetSubtype="8" fill="hold" grpId="0" nodeType="withEffect">
                                      <p:stCondLst>
                                        <p:cond delay="1000"/>
                                      </p:stCondLst>
                                      <p:childTnLst>
                                        <p:set>
                                          <p:cBhvr>
                                            <p:cTn id="33" dur="1" fill="hold">
                                              <p:stCondLst>
                                                <p:cond delay="0"/>
                                              </p:stCondLst>
                                            </p:cTn>
                                            <p:tgtEl>
                                              <p:spTgt spid="57"/>
                                            </p:tgtEl>
                                            <p:attrNameLst>
                                              <p:attrName>style.visibility</p:attrName>
                                            </p:attrNameLst>
                                          </p:cBhvr>
                                          <p:to>
                                            <p:strVal val="visible"/>
                                          </p:to>
                                        </p:set>
                                        <p:animEffect transition="in" filter="wipe(left)">
                                          <p:cBhvr>
                                            <p:cTn id="34" dur="750"/>
                                            <p:tgtEl>
                                              <p:spTgt spid="57"/>
                                            </p:tgtEl>
                                          </p:cBhvr>
                                        </p:animEffect>
                                      </p:childTnLst>
                                    </p:cTn>
                                  </p:par>
                                  <p:par>
                                    <p:cTn id="35" presetID="22" presetClass="entr" presetSubtype="8" fill="hold" grpId="0" nodeType="withEffect">
                                      <p:stCondLst>
                                        <p:cond delay="1250"/>
                                      </p:stCondLst>
                                      <p:childTnLst>
                                        <p:set>
                                          <p:cBhvr>
                                            <p:cTn id="36" dur="1" fill="hold">
                                              <p:stCondLst>
                                                <p:cond delay="0"/>
                                              </p:stCondLst>
                                            </p:cTn>
                                            <p:tgtEl>
                                              <p:spTgt spid="58"/>
                                            </p:tgtEl>
                                            <p:attrNameLst>
                                              <p:attrName>style.visibility</p:attrName>
                                            </p:attrNameLst>
                                          </p:cBhvr>
                                          <p:to>
                                            <p:strVal val="visible"/>
                                          </p:to>
                                        </p:set>
                                        <p:animEffect transition="in" filter="wipe(left)">
                                          <p:cBhvr>
                                            <p:cTn id="37" dur="750"/>
                                            <p:tgtEl>
                                              <p:spTgt spid="58"/>
                                            </p:tgtEl>
                                          </p:cBhvr>
                                        </p:animEffect>
                                      </p:childTnLst>
                                    </p:cTn>
                                  </p:par>
                                  <p:par>
                                    <p:cTn id="38" presetID="22" presetClass="entr" presetSubtype="8" fill="hold" grpId="0" nodeType="withEffect">
                                      <p:stCondLst>
                                        <p:cond delay="1500"/>
                                      </p:stCondLst>
                                      <p:childTnLst>
                                        <p:set>
                                          <p:cBhvr>
                                            <p:cTn id="39" dur="1" fill="hold">
                                              <p:stCondLst>
                                                <p:cond delay="0"/>
                                              </p:stCondLst>
                                            </p:cTn>
                                            <p:tgtEl>
                                              <p:spTgt spid="59"/>
                                            </p:tgtEl>
                                            <p:attrNameLst>
                                              <p:attrName>style.visibility</p:attrName>
                                            </p:attrNameLst>
                                          </p:cBhvr>
                                          <p:to>
                                            <p:strVal val="visible"/>
                                          </p:to>
                                        </p:set>
                                        <p:animEffect transition="in" filter="wipe(left)">
                                          <p:cBhvr>
                                            <p:cTn id="40" dur="750"/>
                                            <p:tgtEl>
                                              <p:spTgt spid="59"/>
                                            </p:tgtEl>
                                          </p:cBhvr>
                                        </p:animEffect>
                                      </p:childTnLst>
                                    </p:cTn>
                                  </p:par>
                                  <p:par>
                                    <p:cTn id="41" presetID="22" presetClass="entr" presetSubtype="8" fill="hold" grpId="0" nodeType="withEffect">
                                      <p:stCondLst>
                                        <p:cond delay="1750"/>
                                      </p:stCondLst>
                                      <p:childTnLst>
                                        <p:set>
                                          <p:cBhvr>
                                            <p:cTn id="42" dur="1" fill="hold">
                                              <p:stCondLst>
                                                <p:cond delay="0"/>
                                              </p:stCondLst>
                                            </p:cTn>
                                            <p:tgtEl>
                                              <p:spTgt spid="60"/>
                                            </p:tgtEl>
                                            <p:attrNameLst>
                                              <p:attrName>style.visibility</p:attrName>
                                            </p:attrNameLst>
                                          </p:cBhvr>
                                          <p:to>
                                            <p:strVal val="visible"/>
                                          </p:to>
                                        </p:set>
                                        <p:animEffect transition="in" filter="wipe(left)">
                                          <p:cBhvr>
                                            <p:cTn id="43" dur="750"/>
                                            <p:tgtEl>
                                              <p:spTgt spid="60"/>
                                            </p:tgtEl>
                                          </p:cBhvr>
                                        </p:animEffect>
                                      </p:childTnLst>
                                    </p:cTn>
                                  </p:par>
                                  <p:par>
                                    <p:cTn id="44" presetID="2" presetClass="entr" presetSubtype="4" fill="hold" grpId="0" nodeType="withEffect" p14:presetBounceEnd="67000">
                                      <p:stCondLst>
                                        <p:cond delay="250"/>
                                      </p:stCondLst>
                                      <p:childTnLst>
                                        <p:set>
                                          <p:cBhvr>
                                            <p:cTn id="45" dur="1" fill="hold">
                                              <p:stCondLst>
                                                <p:cond delay="0"/>
                                              </p:stCondLst>
                                            </p:cTn>
                                            <p:tgtEl>
                                              <p:spTgt spid="63"/>
                                            </p:tgtEl>
                                            <p:attrNameLst>
                                              <p:attrName>style.visibility</p:attrName>
                                            </p:attrNameLst>
                                          </p:cBhvr>
                                          <p:to>
                                            <p:strVal val="visible"/>
                                          </p:to>
                                        </p:set>
                                        <p:anim calcmode="lin" valueType="num" p14:bounceEnd="67000">
                                          <p:cBhvr additive="base">
                                            <p:cTn id="46" dur="1000" fill="hold"/>
                                            <p:tgtEl>
                                              <p:spTgt spid="63"/>
                                            </p:tgtEl>
                                            <p:attrNameLst>
                                              <p:attrName>ppt_x</p:attrName>
                                            </p:attrNameLst>
                                          </p:cBhvr>
                                          <p:tavLst>
                                            <p:tav tm="0">
                                              <p:val>
                                                <p:strVal val="#ppt_x"/>
                                              </p:val>
                                            </p:tav>
                                            <p:tav tm="100000">
                                              <p:val>
                                                <p:strVal val="#ppt_x"/>
                                              </p:val>
                                            </p:tav>
                                          </p:tavLst>
                                        </p:anim>
                                        <p:anim calcmode="lin" valueType="num" p14:bounceEnd="67000">
                                          <p:cBhvr additive="base">
                                            <p:cTn id="47" dur="1000" fill="hold"/>
                                            <p:tgtEl>
                                              <p:spTgt spid="6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14:presetBounceEnd="67000">
                                      <p:stCondLst>
                                        <p:cond delay="250"/>
                                      </p:stCondLst>
                                      <p:childTnLst>
                                        <p:set>
                                          <p:cBhvr>
                                            <p:cTn id="49" dur="1" fill="hold">
                                              <p:stCondLst>
                                                <p:cond delay="0"/>
                                              </p:stCondLst>
                                            </p:cTn>
                                            <p:tgtEl>
                                              <p:spTgt spid="69"/>
                                            </p:tgtEl>
                                            <p:attrNameLst>
                                              <p:attrName>style.visibility</p:attrName>
                                            </p:attrNameLst>
                                          </p:cBhvr>
                                          <p:to>
                                            <p:strVal val="visible"/>
                                          </p:to>
                                        </p:set>
                                        <p:anim calcmode="lin" valueType="num" p14:bounceEnd="67000">
                                          <p:cBhvr additive="base">
                                            <p:cTn id="50" dur="1000" fill="hold"/>
                                            <p:tgtEl>
                                              <p:spTgt spid="69"/>
                                            </p:tgtEl>
                                            <p:attrNameLst>
                                              <p:attrName>ppt_x</p:attrName>
                                            </p:attrNameLst>
                                          </p:cBhvr>
                                          <p:tavLst>
                                            <p:tav tm="0">
                                              <p:val>
                                                <p:strVal val="#ppt_x"/>
                                              </p:val>
                                            </p:tav>
                                            <p:tav tm="100000">
                                              <p:val>
                                                <p:strVal val="#ppt_x"/>
                                              </p:val>
                                            </p:tav>
                                          </p:tavLst>
                                        </p:anim>
                                        <p:anim calcmode="lin" valueType="num" p14:bounceEnd="67000">
                                          <p:cBhvr additive="base">
                                            <p:cTn id="51" dur="1000" fill="hold"/>
                                            <p:tgtEl>
                                              <p:spTgt spid="69"/>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14:presetBounceEnd="67000">
                                      <p:stCondLst>
                                        <p:cond delay="500"/>
                                      </p:stCondLst>
                                      <p:childTnLst>
                                        <p:set>
                                          <p:cBhvr>
                                            <p:cTn id="53" dur="1" fill="hold">
                                              <p:stCondLst>
                                                <p:cond delay="0"/>
                                              </p:stCondLst>
                                            </p:cTn>
                                            <p:tgtEl>
                                              <p:spTgt spid="65"/>
                                            </p:tgtEl>
                                            <p:attrNameLst>
                                              <p:attrName>style.visibility</p:attrName>
                                            </p:attrNameLst>
                                          </p:cBhvr>
                                          <p:to>
                                            <p:strVal val="visible"/>
                                          </p:to>
                                        </p:set>
                                        <p:anim calcmode="lin" valueType="num" p14:bounceEnd="67000">
                                          <p:cBhvr additive="base">
                                            <p:cTn id="54" dur="1000" fill="hold"/>
                                            <p:tgtEl>
                                              <p:spTgt spid="65"/>
                                            </p:tgtEl>
                                            <p:attrNameLst>
                                              <p:attrName>ppt_x</p:attrName>
                                            </p:attrNameLst>
                                          </p:cBhvr>
                                          <p:tavLst>
                                            <p:tav tm="0">
                                              <p:val>
                                                <p:strVal val="#ppt_x"/>
                                              </p:val>
                                            </p:tav>
                                            <p:tav tm="100000">
                                              <p:val>
                                                <p:strVal val="#ppt_x"/>
                                              </p:val>
                                            </p:tav>
                                          </p:tavLst>
                                        </p:anim>
                                        <p:anim calcmode="lin" valueType="num" p14:bounceEnd="67000">
                                          <p:cBhvr additive="base">
                                            <p:cTn id="55" dur="1000" fill="hold"/>
                                            <p:tgtEl>
                                              <p:spTgt spid="65"/>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14:presetBounceEnd="67000">
                                      <p:stCondLst>
                                        <p:cond delay="500"/>
                                      </p:stCondLst>
                                      <p:childTnLst>
                                        <p:set>
                                          <p:cBhvr>
                                            <p:cTn id="57" dur="1" fill="hold">
                                              <p:stCondLst>
                                                <p:cond delay="0"/>
                                              </p:stCondLst>
                                            </p:cTn>
                                            <p:tgtEl>
                                              <p:spTgt spid="73"/>
                                            </p:tgtEl>
                                            <p:attrNameLst>
                                              <p:attrName>style.visibility</p:attrName>
                                            </p:attrNameLst>
                                          </p:cBhvr>
                                          <p:to>
                                            <p:strVal val="visible"/>
                                          </p:to>
                                        </p:set>
                                        <p:anim calcmode="lin" valueType="num" p14:bounceEnd="67000">
                                          <p:cBhvr additive="base">
                                            <p:cTn id="58" dur="1000" fill="hold"/>
                                            <p:tgtEl>
                                              <p:spTgt spid="73"/>
                                            </p:tgtEl>
                                            <p:attrNameLst>
                                              <p:attrName>ppt_x</p:attrName>
                                            </p:attrNameLst>
                                          </p:cBhvr>
                                          <p:tavLst>
                                            <p:tav tm="0">
                                              <p:val>
                                                <p:strVal val="#ppt_x"/>
                                              </p:val>
                                            </p:tav>
                                            <p:tav tm="100000">
                                              <p:val>
                                                <p:strVal val="#ppt_x"/>
                                              </p:val>
                                            </p:tav>
                                          </p:tavLst>
                                        </p:anim>
                                        <p:anim calcmode="lin" valueType="num" p14:bounceEnd="67000">
                                          <p:cBhvr additive="base">
                                            <p:cTn id="59" dur="1000" fill="hold"/>
                                            <p:tgtEl>
                                              <p:spTgt spid="73"/>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14:presetBounceEnd="67000">
                                      <p:stCondLst>
                                        <p:cond delay="750"/>
                                      </p:stCondLst>
                                      <p:childTnLst>
                                        <p:set>
                                          <p:cBhvr>
                                            <p:cTn id="61" dur="1" fill="hold">
                                              <p:stCondLst>
                                                <p:cond delay="0"/>
                                              </p:stCondLst>
                                            </p:cTn>
                                            <p:tgtEl>
                                              <p:spTgt spid="64"/>
                                            </p:tgtEl>
                                            <p:attrNameLst>
                                              <p:attrName>style.visibility</p:attrName>
                                            </p:attrNameLst>
                                          </p:cBhvr>
                                          <p:to>
                                            <p:strVal val="visible"/>
                                          </p:to>
                                        </p:set>
                                        <p:anim calcmode="lin" valueType="num" p14:bounceEnd="67000">
                                          <p:cBhvr additive="base">
                                            <p:cTn id="62" dur="1000" fill="hold"/>
                                            <p:tgtEl>
                                              <p:spTgt spid="64"/>
                                            </p:tgtEl>
                                            <p:attrNameLst>
                                              <p:attrName>ppt_x</p:attrName>
                                            </p:attrNameLst>
                                          </p:cBhvr>
                                          <p:tavLst>
                                            <p:tav tm="0">
                                              <p:val>
                                                <p:strVal val="#ppt_x"/>
                                              </p:val>
                                            </p:tav>
                                            <p:tav tm="100000">
                                              <p:val>
                                                <p:strVal val="#ppt_x"/>
                                              </p:val>
                                            </p:tav>
                                          </p:tavLst>
                                        </p:anim>
                                        <p:anim calcmode="lin" valueType="num" p14:bounceEnd="67000">
                                          <p:cBhvr additive="base">
                                            <p:cTn id="63" dur="1000" fill="hold"/>
                                            <p:tgtEl>
                                              <p:spTgt spid="64"/>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14:presetBounceEnd="67000">
                                      <p:stCondLst>
                                        <p:cond delay="750"/>
                                      </p:stCondLst>
                                      <p:childTnLst>
                                        <p:set>
                                          <p:cBhvr>
                                            <p:cTn id="65" dur="1" fill="hold">
                                              <p:stCondLst>
                                                <p:cond delay="0"/>
                                              </p:stCondLst>
                                            </p:cTn>
                                            <p:tgtEl>
                                              <p:spTgt spid="74"/>
                                            </p:tgtEl>
                                            <p:attrNameLst>
                                              <p:attrName>style.visibility</p:attrName>
                                            </p:attrNameLst>
                                          </p:cBhvr>
                                          <p:to>
                                            <p:strVal val="visible"/>
                                          </p:to>
                                        </p:set>
                                        <p:anim calcmode="lin" valueType="num" p14:bounceEnd="67000">
                                          <p:cBhvr additive="base">
                                            <p:cTn id="66" dur="1000" fill="hold"/>
                                            <p:tgtEl>
                                              <p:spTgt spid="74"/>
                                            </p:tgtEl>
                                            <p:attrNameLst>
                                              <p:attrName>ppt_x</p:attrName>
                                            </p:attrNameLst>
                                          </p:cBhvr>
                                          <p:tavLst>
                                            <p:tav tm="0">
                                              <p:val>
                                                <p:strVal val="#ppt_x"/>
                                              </p:val>
                                            </p:tav>
                                            <p:tav tm="100000">
                                              <p:val>
                                                <p:strVal val="#ppt_x"/>
                                              </p:val>
                                            </p:tav>
                                          </p:tavLst>
                                        </p:anim>
                                        <p:anim calcmode="lin" valueType="num" p14:bounceEnd="67000">
                                          <p:cBhvr additive="base">
                                            <p:cTn id="67" dur="1000" fill="hold"/>
                                            <p:tgtEl>
                                              <p:spTgt spid="74"/>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14:presetBounceEnd="67000">
                                      <p:stCondLst>
                                        <p:cond delay="1000"/>
                                      </p:stCondLst>
                                      <p:childTnLst>
                                        <p:set>
                                          <p:cBhvr>
                                            <p:cTn id="69" dur="1" fill="hold">
                                              <p:stCondLst>
                                                <p:cond delay="0"/>
                                              </p:stCondLst>
                                            </p:cTn>
                                            <p:tgtEl>
                                              <p:spTgt spid="66"/>
                                            </p:tgtEl>
                                            <p:attrNameLst>
                                              <p:attrName>style.visibility</p:attrName>
                                            </p:attrNameLst>
                                          </p:cBhvr>
                                          <p:to>
                                            <p:strVal val="visible"/>
                                          </p:to>
                                        </p:set>
                                        <p:anim calcmode="lin" valueType="num" p14:bounceEnd="67000">
                                          <p:cBhvr additive="base">
                                            <p:cTn id="70" dur="1000" fill="hold"/>
                                            <p:tgtEl>
                                              <p:spTgt spid="66"/>
                                            </p:tgtEl>
                                            <p:attrNameLst>
                                              <p:attrName>ppt_x</p:attrName>
                                            </p:attrNameLst>
                                          </p:cBhvr>
                                          <p:tavLst>
                                            <p:tav tm="0">
                                              <p:val>
                                                <p:strVal val="#ppt_x"/>
                                              </p:val>
                                            </p:tav>
                                            <p:tav tm="100000">
                                              <p:val>
                                                <p:strVal val="#ppt_x"/>
                                              </p:val>
                                            </p:tav>
                                          </p:tavLst>
                                        </p:anim>
                                        <p:anim calcmode="lin" valueType="num" p14:bounceEnd="67000">
                                          <p:cBhvr additive="base">
                                            <p:cTn id="71" dur="1000" fill="hold"/>
                                            <p:tgtEl>
                                              <p:spTgt spid="66"/>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14:presetBounceEnd="67000">
                                      <p:stCondLst>
                                        <p:cond delay="1000"/>
                                      </p:stCondLst>
                                      <p:childTnLst>
                                        <p:set>
                                          <p:cBhvr>
                                            <p:cTn id="73" dur="1" fill="hold">
                                              <p:stCondLst>
                                                <p:cond delay="0"/>
                                              </p:stCondLst>
                                            </p:cTn>
                                            <p:tgtEl>
                                              <p:spTgt spid="75"/>
                                            </p:tgtEl>
                                            <p:attrNameLst>
                                              <p:attrName>style.visibility</p:attrName>
                                            </p:attrNameLst>
                                          </p:cBhvr>
                                          <p:to>
                                            <p:strVal val="visible"/>
                                          </p:to>
                                        </p:set>
                                        <p:anim calcmode="lin" valueType="num" p14:bounceEnd="67000">
                                          <p:cBhvr additive="base">
                                            <p:cTn id="74" dur="1000" fill="hold"/>
                                            <p:tgtEl>
                                              <p:spTgt spid="75"/>
                                            </p:tgtEl>
                                            <p:attrNameLst>
                                              <p:attrName>ppt_x</p:attrName>
                                            </p:attrNameLst>
                                          </p:cBhvr>
                                          <p:tavLst>
                                            <p:tav tm="0">
                                              <p:val>
                                                <p:strVal val="#ppt_x"/>
                                              </p:val>
                                            </p:tav>
                                            <p:tav tm="100000">
                                              <p:val>
                                                <p:strVal val="#ppt_x"/>
                                              </p:val>
                                            </p:tav>
                                          </p:tavLst>
                                        </p:anim>
                                        <p:anim calcmode="lin" valueType="num" p14:bounceEnd="67000">
                                          <p:cBhvr additive="base">
                                            <p:cTn id="75" dur="1000" fill="hold"/>
                                            <p:tgtEl>
                                              <p:spTgt spid="75"/>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14:presetBounceEnd="67000">
                                      <p:stCondLst>
                                        <p:cond delay="1250"/>
                                      </p:stCondLst>
                                      <p:childTnLst>
                                        <p:set>
                                          <p:cBhvr>
                                            <p:cTn id="77" dur="1" fill="hold">
                                              <p:stCondLst>
                                                <p:cond delay="0"/>
                                              </p:stCondLst>
                                            </p:cTn>
                                            <p:tgtEl>
                                              <p:spTgt spid="68"/>
                                            </p:tgtEl>
                                            <p:attrNameLst>
                                              <p:attrName>style.visibility</p:attrName>
                                            </p:attrNameLst>
                                          </p:cBhvr>
                                          <p:to>
                                            <p:strVal val="visible"/>
                                          </p:to>
                                        </p:set>
                                        <p:anim calcmode="lin" valueType="num" p14:bounceEnd="67000">
                                          <p:cBhvr additive="base">
                                            <p:cTn id="78" dur="1000" fill="hold"/>
                                            <p:tgtEl>
                                              <p:spTgt spid="68"/>
                                            </p:tgtEl>
                                            <p:attrNameLst>
                                              <p:attrName>ppt_x</p:attrName>
                                            </p:attrNameLst>
                                          </p:cBhvr>
                                          <p:tavLst>
                                            <p:tav tm="0">
                                              <p:val>
                                                <p:strVal val="#ppt_x"/>
                                              </p:val>
                                            </p:tav>
                                            <p:tav tm="100000">
                                              <p:val>
                                                <p:strVal val="#ppt_x"/>
                                              </p:val>
                                            </p:tav>
                                          </p:tavLst>
                                        </p:anim>
                                        <p:anim calcmode="lin" valueType="num" p14:bounceEnd="67000">
                                          <p:cBhvr additive="base">
                                            <p:cTn id="79" dur="1000" fill="hold"/>
                                            <p:tgtEl>
                                              <p:spTgt spid="68"/>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14:presetBounceEnd="67000">
                                      <p:stCondLst>
                                        <p:cond delay="1250"/>
                                      </p:stCondLst>
                                      <p:childTnLst>
                                        <p:set>
                                          <p:cBhvr>
                                            <p:cTn id="81" dur="1" fill="hold">
                                              <p:stCondLst>
                                                <p:cond delay="0"/>
                                              </p:stCondLst>
                                            </p:cTn>
                                            <p:tgtEl>
                                              <p:spTgt spid="76"/>
                                            </p:tgtEl>
                                            <p:attrNameLst>
                                              <p:attrName>style.visibility</p:attrName>
                                            </p:attrNameLst>
                                          </p:cBhvr>
                                          <p:to>
                                            <p:strVal val="visible"/>
                                          </p:to>
                                        </p:set>
                                        <p:anim calcmode="lin" valueType="num" p14:bounceEnd="67000">
                                          <p:cBhvr additive="base">
                                            <p:cTn id="82" dur="1000" fill="hold"/>
                                            <p:tgtEl>
                                              <p:spTgt spid="76"/>
                                            </p:tgtEl>
                                            <p:attrNameLst>
                                              <p:attrName>ppt_x</p:attrName>
                                            </p:attrNameLst>
                                          </p:cBhvr>
                                          <p:tavLst>
                                            <p:tav tm="0">
                                              <p:val>
                                                <p:strVal val="#ppt_x"/>
                                              </p:val>
                                            </p:tav>
                                            <p:tav tm="100000">
                                              <p:val>
                                                <p:strVal val="#ppt_x"/>
                                              </p:val>
                                            </p:tav>
                                          </p:tavLst>
                                        </p:anim>
                                        <p:anim calcmode="lin" valueType="num" p14:bounceEnd="67000">
                                          <p:cBhvr additive="base">
                                            <p:cTn id="83" dur="1000" fill="hold"/>
                                            <p:tgtEl>
                                              <p:spTgt spid="7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14:presetBounceEnd="67000">
                                      <p:stCondLst>
                                        <p:cond delay="1500"/>
                                      </p:stCondLst>
                                      <p:childTnLst>
                                        <p:set>
                                          <p:cBhvr>
                                            <p:cTn id="85" dur="1" fill="hold">
                                              <p:stCondLst>
                                                <p:cond delay="0"/>
                                              </p:stCondLst>
                                            </p:cTn>
                                            <p:tgtEl>
                                              <p:spTgt spid="67"/>
                                            </p:tgtEl>
                                            <p:attrNameLst>
                                              <p:attrName>style.visibility</p:attrName>
                                            </p:attrNameLst>
                                          </p:cBhvr>
                                          <p:to>
                                            <p:strVal val="visible"/>
                                          </p:to>
                                        </p:set>
                                        <p:anim calcmode="lin" valueType="num" p14:bounceEnd="67000">
                                          <p:cBhvr additive="base">
                                            <p:cTn id="86" dur="1000" fill="hold"/>
                                            <p:tgtEl>
                                              <p:spTgt spid="67"/>
                                            </p:tgtEl>
                                            <p:attrNameLst>
                                              <p:attrName>ppt_x</p:attrName>
                                            </p:attrNameLst>
                                          </p:cBhvr>
                                          <p:tavLst>
                                            <p:tav tm="0">
                                              <p:val>
                                                <p:strVal val="#ppt_x"/>
                                              </p:val>
                                            </p:tav>
                                            <p:tav tm="100000">
                                              <p:val>
                                                <p:strVal val="#ppt_x"/>
                                              </p:val>
                                            </p:tav>
                                          </p:tavLst>
                                        </p:anim>
                                        <p:anim calcmode="lin" valueType="num" p14:bounceEnd="67000">
                                          <p:cBhvr additive="base">
                                            <p:cTn id="87" dur="1000" fill="hold"/>
                                            <p:tgtEl>
                                              <p:spTgt spid="67"/>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14:presetBounceEnd="67000">
                                      <p:stCondLst>
                                        <p:cond delay="1500"/>
                                      </p:stCondLst>
                                      <p:childTnLst>
                                        <p:set>
                                          <p:cBhvr>
                                            <p:cTn id="89" dur="1" fill="hold">
                                              <p:stCondLst>
                                                <p:cond delay="0"/>
                                              </p:stCondLst>
                                            </p:cTn>
                                            <p:tgtEl>
                                              <p:spTgt spid="77"/>
                                            </p:tgtEl>
                                            <p:attrNameLst>
                                              <p:attrName>style.visibility</p:attrName>
                                            </p:attrNameLst>
                                          </p:cBhvr>
                                          <p:to>
                                            <p:strVal val="visible"/>
                                          </p:to>
                                        </p:set>
                                        <p:anim calcmode="lin" valueType="num" p14:bounceEnd="67000">
                                          <p:cBhvr additive="base">
                                            <p:cTn id="90" dur="1000" fill="hold"/>
                                            <p:tgtEl>
                                              <p:spTgt spid="77"/>
                                            </p:tgtEl>
                                            <p:attrNameLst>
                                              <p:attrName>ppt_x</p:attrName>
                                            </p:attrNameLst>
                                          </p:cBhvr>
                                          <p:tavLst>
                                            <p:tav tm="0">
                                              <p:val>
                                                <p:strVal val="#ppt_x"/>
                                              </p:val>
                                            </p:tav>
                                            <p:tav tm="100000">
                                              <p:val>
                                                <p:strVal val="#ppt_x"/>
                                              </p:val>
                                            </p:tav>
                                          </p:tavLst>
                                        </p:anim>
                                        <p:anim calcmode="lin" valueType="num" p14:bounceEnd="67000">
                                          <p:cBhvr additive="base">
                                            <p:cTn id="91" dur="10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55" grpId="0"/>
          <p:bldP spid="56" grpId="0"/>
          <p:bldP spid="57" grpId="0"/>
          <p:bldP spid="58" grpId="0"/>
          <p:bldP spid="59" grpId="0"/>
          <p:bldP spid="60" grpId="0"/>
          <p:bldP spid="63" grpId="0" animBg="1"/>
          <p:bldP spid="64" grpId="0" animBg="1"/>
          <p:bldP spid="65" grpId="0" animBg="1"/>
          <p:bldP spid="66" grpId="0" animBg="1"/>
          <p:bldP spid="67" grpId="0" animBg="1"/>
          <p:bldP spid="68" grpId="0" animBg="1"/>
          <p:bldP spid="69" grpId="0"/>
          <p:bldP spid="73" grpId="0"/>
          <p:bldP spid="74" grpId="0"/>
          <p:bldP spid="75" grpId="0"/>
          <p:bldP spid="76" grpId="0"/>
          <p:bldP spid="7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childTnLst>
                                    </p:cTn>
                                  </p:par>
                                  <p:par>
                                    <p:cTn id="8" presetID="21" presetClass="entr" presetSubtype="1" fill="hold" nodeType="withEffect">
                                      <p:stCondLst>
                                        <p:cond delay="0"/>
                                      </p:stCondLst>
                                      <p:childTnLst>
                                        <p:set>
                                          <p:cBhvr>
                                            <p:cTn id="9" dur="1" fill="hold">
                                              <p:stCondLst>
                                                <p:cond delay="0"/>
                                              </p:stCondLst>
                                            </p:cTn>
                                            <p:tgtEl>
                                              <p:spTgt spid="5251"/>
                                            </p:tgtEl>
                                            <p:attrNameLst>
                                              <p:attrName>style.visibility</p:attrName>
                                            </p:attrNameLst>
                                          </p:cBhvr>
                                          <p:to>
                                            <p:strVal val="visible"/>
                                          </p:to>
                                        </p:set>
                                        <p:animEffect transition="in" filter="wheel(1)">
                                          <p:cBhvr>
                                            <p:cTn id="10" dur="750"/>
                                            <p:tgtEl>
                                              <p:spTgt spid="5251"/>
                                            </p:tgtEl>
                                          </p:cBhvr>
                                        </p:animEffect>
                                      </p:childTnLst>
                                    </p:cTn>
                                  </p:par>
                                  <p:par>
                                    <p:cTn id="11" presetID="21" presetClass="entr" presetSubtype="1" fill="hold" nodeType="withEffect">
                                      <p:stCondLst>
                                        <p:cond delay="250"/>
                                      </p:stCondLst>
                                      <p:childTnLst>
                                        <p:set>
                                          <p:cBhvr>
                                            <p:cTn id="12" dur="1" fill="hold">
                                              <p:stCondLst>
                                                <p:cond delay="0"/>
                                              </p:stCondLst>
                                            </p:cTn>
                                            <p:tgtEl>
                                              <p:spTgt spid="5253"/>
                                            </p:tgtEl>
                                            <p:attrNameLst>
                                              <p:attrName>style.visibility</p:attrName>
                                            </p:attrNameLst>
                                          </p:cBhvr>
                                          <p:to>
                                            <p:strVal val="visible"/>
                                          </p:to>
                                        </p:set>
                                        <p:animEffect transition="in" filter="wheel(1)">
                                          <p:cBhvr>
                                            <p:cTn id="13" dur="750"/>
                                            <p:tgtEl>
                                              <p:spTgt spid="5253"/>
                                            </p:tgtEl>
                                          </p:cBhvr>
                                        </p:animEffect>
                                      </p:childTnLst>
                                    </p:cTn>
                                  </p:par>
                                  <p:par>
                                    <p:cTn id="14" presetID="21" presetClass="entr" presetSubtype="1" fill="hold" nodeType="withEffect">
                                      <p:stCondLst>
                                        <p:cond delay="500"/>
                                      </p:stCondLst>
                                      <p:childTnLst>
                                        <p:set>
                                          <p:cBhvr>
                                            <p:cTn id="15" dur="1" fill="hold">
                                              <p:stCondLst>
                                                <p:cond delay="0"/>
                                              </p:stCondLst>
                                            </p:cTn>
                                            <p:tgtEl>
                                              <p:spTgt spid="5254"/>
                                            </p:tgtEl>
                                            <p:attrNameLst>
                                              <p:attrName>style.visibility</p:attrName>
                                            </p:attrNameLst>
                                          </p:cBhvr>
                                          <p:to>
                                            <p:strVal val="visible"/>
                                          </p:to>
                                        </p:set>
                                        <p:animEffect transition="in" filter="wheel(1)">
                                          <p:cBhvr>
                                            <p:cTn id="16" dur="750"/>
                                            <p:tgtEl>
                                              <p:spTgt spid="5254"/>
                                            </p:tgtEl>
                                          </p:cBhvr>
                                        </p:animEffect>
                                      </p:childTnLst>
                                    </p:cTn>
                                  </p:par>
                                  <p:par>
                                    <p:cTn id="17" presetID="21" presetClass="entr" presetSubtype="1" fill="hold" nodeType="withEffect">
                                      <p:stCondLst>
                                        <p:cond delay="750"/>
                                      </p:stCondLst>
                                      <p:childTnLst>
                                        <p:set>
                                          <p:cBhvr>
                                            <p:cTn id="18" dur="1" fill="hold">
                                              <p:stCondLst>
                                                <p:cond delay="0"/>
                                              </p:stCondLst>
                                            </p:cTn>
                                            <p:tgtEl>
                                              <p:spTgt spid="5255"/>
                                            </p:tgtEl>
                                            <p:attrNameLst>
                                              <p:attrName>style.visibility</p:attrName>
                                            </p:attrNameLst>
                                          </p:cBhvr>
                                          <p:to>
                                            <p:strVal val="visible"/>
                                          </p:to>
                                        </p:set>
                                        <p:animEffect transition="in" filter="wheel(1)">
                                          <p:cBhvr>
                                            <p:cTn id="19" dur="750"/>
                                            <p:tgtEl>
                                              <p:spTgt spid="5255"/>
                                            </p:tgtEl>
                                          </p:cBhvr>
                                        </p:animEffect>
                                      </p:childTnLst>
                                    </p:cTn>
                                  </p:par>
                                  <p:par>
                                    <p:cTn id="20" presetID="21" presetClass="entr" presetSubtype="1" fill="hold" nodeType="withEffect">
                                      <p:stCondLst>
                                        <p:cond delay="1000"/>
                                      </p:stCondLst>
                                      <p:childTnLst>
                                        <p:set>
                                          <p:cBhvr>
                                            <p:cTn id="21" dur="1" fill="hold">
                                              <p:stCondLst>
                                                <p:cond delay="0"/>
                                              </p:stCondLst>
                                            </p:cTn>
                                            <p:tgtEl>
                                              <p:spTgt spid="5256"/>
                                            </p:tgtEl>
                                            <p:attrNameLst>
                                              <p:attrName>style.visibility</p:attrName>
                                            </p:attrNameLst>
                                          </p:cBhvr>
                                          <p:to>
                                            <p:strVal val="visible"/>
                                          </p:to>
                                        </p:set>
                                        <p:animEffect transition="in" filter="wheel(1)">
                                          <p:cBhvr>
                                            <p:cTn id="22" dur="750"/>
                                            <p:tgtEl>
                                              <p:spTgt spid="5256"/>
                                            </p:tgtEl>
                                          </p:cBhvr>
                                        </p:animEffect>
                                      </p:childTnLst>
                                    </p:cTn>
                                  </p:par>
                                  <p:par>
                                    <p:cTn id="23" presetID="21" presetClass="entr" presetSubtype="1" fill="hold" nodeType="withEffect">
                                      <p:stCondLst>
                                        <p:cond delay="1250"/>
                                      </p:stCondLst>
                                      <p:childTnLst>
                                        <p:set>
                                          <p:cBhvr>
                                            <p:cTn id="24" dur="1" fill="hold">
                                              <p:stCondLst>
                                                <p:cond delay="0"/>
                                              </p:stCondLst>
                                            </p:cTn>
                                            <p:tgtEl>
                                              <p:spTgt spid="5257"/>
                                            </p:tgtEl>
                                            <p:attrNameLst>
                                              <p:attrName>style.visibility</p:attrName>
                                            </p:attrNameLst>
                                          </p:cBhvr>
                                          <p:to>
                                            <p:strVal val="visible"/>
                                          </p:to>
                                        </p:set>
                                        <p:animEffect transition="in" filter="wheel(1)">
                                          <p:cBhvr>
                                            <p:cTn id="25" dur="750"/>
                                            <p:tgtEl>
                                              <p:spTgt spid="5257"/>
                                            </p:tgtEl>
                                          </p:cBhvr>
                                        </p:animEffect>
                                      </p:childTnLst>
                                    </p:cTn>
                                  </p:par>
                                  <p:par>
                                    <p:cTn id="26" presetID="22" presetClass="entr" presetSubtype="8" fill="hold" grpId="0" nodeType="withEffect">
                                      <p:stCondLst>
                                        <p:cond delay="500"/>
                                      </p:stCondLst>
                                      <p:childTnLst>
                                        <p:set>
                                          <p:cBhvr>
                                            <p:cTn id="27" dur="1" fill="hold">
                                              <p:stCondLst>
                                                <p:cond delay="0"/>
                                              </p:stCondLst>
                                            </p:cTn>
                                            <p:tgtEl>
                                              <p:spTgt spid="55"/>
                                            </p:tgtEl>
                                            <p:attrNameLst>
                                              <p:attrName>style.visibility</p:attrName>
                                            </p:attrNameLst>
                                          </p:cBhvr>
                                          <p:to>
                                            <p:strVal val="visible"/>
                                          </p:to>
                                        </p:set>
                                        <p:animEffect transition="in" filter="wipe(left)">
                                          <p:cBhvr>
                                            <p:cTn id="28" dur="750"/>
                                            <p:tgtEl>
                                              <p:spTgt spid="55"/>
                                            </p:tgtEl>
                                          </p:cBhvr>
                                        </p:animEffect>
                                      </p:childTnLst>
                                    </p:cTn>
                                  </p:par>
                                  <p:par>
                                    <p:cTn id="29" presetID="22" presetClass="entr" presetSubtype="8" fill="hold" grpId="0" nodeType="withEffect">
                                      <p:stCondLst>
                                        <p:cond delay="750"/>
                                      </p:stCondLst>
                                      <p:childTnLst>
                                        <p:set>
                                          <p:cBhvr>
                                            <p:cTn id="30" dur="1" fill="hold">
                                              <p:stCondLst>
                                                <p:cond delay="0"/>
                                              </p:stCondLst>
                                            </p:cTn>
                                            <p:tgtEl>
                                              <p:spTgt spid="56"/>
                                            </p:tgtEl>
                                            <p:attrNameLst>
                                              <p:attrName>style.visibility</p:attrName>
                                            </p:attrNameLst>
                                          </p:cBhvr>
                                          <p:to>
                                            <p:strVal val="visible"/>
                                          </p:to>
                                        </p:set>
                                        <p:animEffect transition="in" filter="wipe(left)">
                                          <p:cBhvr>
                                            <p:cTn id="31" dur="750"/>
                                            <p:tgtEl>
                                              <p:spTgt spid="56"/>
                                            </p:tgtEl>
                                          </p:cBhvr>
                                        </p:animEffect>
                                      </p:childTnLst>
                                    </p:cTn>
                                  </p:par>
                                  <p:par>
                                    <p:cTn id="32" presetID="22" presetClass="entr" presetSubtype="8" fill="hold" grpId="0" nodeType="withEffect">
                                      <p:stCondLst>
                                        <p:cond delay="1000"/>
                                      </p:stCondLst>
                                      <p:childTnLst>
                                        <p:set>
                                          <p:cBhvr>
                                            <p:cTn id="33" dur="1" fill="hold">
                                              <p:stCondLst>
                                                <p:cond delay="0"/>
                                              </p:stCondLst>
                                            </p:cTn>
                                            <p:tgtEl>
                                              <p:spTgt spid="57"/>
                                            </p:tgtEl>
                                            <p:attrNameLst>
                                              <p:attrName>style.visibility</p:attrName>
                                            </p:attrNameLst>
                                          </p:cBhvr>
                                          <p:to>
                                            <p:strVal val="visible"/>
                                          </p:to>
                                        </p:set>
                                        <p:animEffect transition="in" filter="wipe(left)">
                                          <p:cBhvr>
                                            <p:cTn id="34" dur="750"/>
                                            <p:tgtEl>
                                              <p:spTgt spid="57"/>
                                            </p:tgtEl>
                                          </p:cBhvr>
                                        </p:animEffect>
                                      </p:childTnLst>
                                    </p:cTn>
                                  </p:par>
                                  <p:par>
                                    <p:cTn id="35" presetID="22" presetClass="entr" presetSubtype="8" fill="hold" grpId="0" nodeType="withEffect">
                                      <p:stCondLst>
                                        <p:cond delay="1250"/>
                                      </p:stCondLst>
                                      <p:childTnLst>
                                        <p:set>
                                          <p:cBhvr>
                                            <p:cTn id="36" dur="1" fill="hold">
                                              <p:stCondLst>
                                                <p:cond delay="0"/>
                                              </p:stCondLst>
                                            </p:cTn>
                                            <p:tgtEl>
                                              <p:spTgt spid="58"/>
                                            </p:tgtEl>
                                            <p:attrNameLst>
                                              <p:attrName>style.visibility</p:attrName>
                                            </p:attrNameLst>
                                          </p:cBhvr>
                                          <p:to>
                                            <p:strVal val="visible"/>
                                          </p:to>
                                        </p:set>
                                        <p:animEffect transition="in" filter="wipe(left)">
                                          <p:cBhvr>
                                            <p:cTn id="37" dur="750"/>
                                            <p:tgtEl>
                                              <p:spTgt spid="58"/>
                                            </p:tgtEl>
                                          </p:cBhvr>
                                        </p:animEffect>
                                      </p:childTnLst>
                                    </p:cTn>
                                  </p:par>
                                  <p:par>
                                    <p:cTn id="38" presetID="22" presetClass="entr" presetSubtype="8" fill="hold" grpId="0" nodeType="withEffect">
                                      <p:stCondLst>
                                        <p:cond delay="1500"/>
                                      </p:stCondLst>
                                      <p:childTnLst>
                                        <p:set>
                                          <p:cBhvr>
                                            <p:cTn id="39" dur="1" fill="hold">
                                              <p:stCondLst>
                                                <p:cond delay="0"/>
                                              </p:stCondLst>
                                            </p:cTn>
                                            <p:tgtEl>
                                              <p:spTgt spid="59"/>
                                            </p:tgtEl>
                                            <p:attrNameLst>
                                              <p:attrName>style.visibility</p:attrName>
                                            </p:attrNameLst>
                                          </p:cBhvr>
                                          <p:to>
                                            <p:strVal val="visible"/>
                                          </p:to>
                                        </p:set>
                                        <p:animEffect transition="in" filter="wipe(left)">
                                          <p:cBhvr>
                                            <p:cTn id="40" dur="750"/>
                                            <p:tgtEl>
                                              <p:spTgt spid="59"/>
                                            </p:tgtEl>
                                          </p:cBhvr>
                                        </p:animEffect>
                                      </p:childTnLst>
                                    </p:cTn>
                                  </p:par>
                                  <p:par>
                                    <p:cTn id="41" presetID="22" presetClass="entr" presetSubtype="8" fill="hold" grpId="0" nodeType="withEffect">
                                      <p:stCondLst>
                                        <p:cond delay="1750"/>
                                      </p:stCondLst>
                                      <p:childTnLst>
                                        <p:set>
                                          <p:cBhvr>
                                            <p:cTn id="42" dur="1" fill="hold">
                                              <p:stCondLst>
                                                <p:cond delay="0"/>
                                              </p:stCondLst>
                                            </p:cTn>
                                            <p:tgtEl>
                                              <p:spTgt spid="60"/>
                                            </p:tgtEl>
                                            <p:attrNameLst>
                                              <p:attrName>style.visibility</p:attrName>
                                            </p:attrNameLst>
                                          </p:cBhvr>
                                          <p:to>
                                            <p:strVal val="visible"/>
                                          </p:to>
                                        </p:set>
                                        <p:animEffect transition="in" filter="wipe(left)">
                                          <p:cBhvr>
                                            <p:cTn id="43" dur="750"/>
                                            <p:tgtEl>
                                              <p:spTgt spid="60"/>
                                            </p:tgtEl>
                                          </p:cBhvr>
                                        </p:animEffect>
                                      </p:childTnLst>
                                    </p:cTn>
                                  </p:par>
                                  <p:par>
                                    <p:cTn id="44" presetID="2" presetClass="entr" presetSubtype="4" fill="hold" grpId="0" nodeType="withEffect">
                                      <p:stCondLst>
                                        <p:cond delay="250"/>
                                      </p:stCondLst>
                                      <p:childTnLst>
                                        <p:set>
                                          <p:cBhvr>
                                            <p:cTn id="45" dur="1" fill="hold">
                                              <p:stCondLst>
                                                <p:cond delay="0"/>
                                              </p:stCondLst>
                                            </p:cTn>
                                            <p:tgtEl>
                                              <p:spTgt spid="63"/>
                                            </p:tgtEl>
                                            <p:attrNameLst>
                                              <p:attrName>style.visibility</p:attrName>
                                            </p:attrNameLst>
                                          </p:cBhvr>
                                          <p:to>
                                            <p:strVal val="visible"/>
                                          </p:to>
                                        </p:set>
                                        <p:anim calcmode="lin" valueType="num">
                                          <p:cBhvr additive="base">
                                            <p:cTn id="46" dur="1000" fill="hold"/>
                                            <p:tgtEl>
                                              <p:spTgt spid="63"/>
                                            </p:tgtEl>
                                            <p:attrNameLst>
                                              <p:attrName>ppt_x</p:attrName>
                                            </p:attrNameLst>
                                          </p:cBhvr>
                                          <p:tavLst>
                                            <p:tav tm="0">
                                              <p:val>
                                                <p:strVal val="#ppt_x"/>
                                              </p:val>
                                            </p:tav>
                                            <p:tav tm="100000">
                                              <p:val>
                                                <p:strVal val="#ppt_x"/>
                                              </p:val>
                                            </p:tav>
                                          </p:tavLst>
                                        </p:anim>
                                        <p:anim calcmode="lin" valueType="num">
                                          <p:cBhvr additive="base">
                                            <p:cTn id="47" dur="1000" fill="hold"/>
                                            <p:tgtEl>
                                              <p:spTgt spid="6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250"/>
                                      </p:stCondLst>
                                      <p:childTnLst>
                                        <p:set>
                                          <p:cBhvr>
                                            <p:cTn id="49" dur="1" fill="hold">
                                              <p:stCondLst>
                                                <p:cond delay="0"/>
                                              </p:stCondLst>
                                            </p:cTn>
                                            <p:tgtEl>
                                              <p:spTgt spid="69"/>
                                            </p:tgtEl>
                                            <p:attrNameLst>
                                              <p:attrName>style.visibility</p:attrName>
                                            </p:attrNameLst>
                                          </p:cBhvr>
                                          <p:to>
                                            <p:strVal val="visible"/>
                                          </p:to>
                                        </p:set>
                                        <p:anim calcmode="lin" valueType="num">
                                          <p:cBhvr additive="base">
                                            <p:cTn id="50" dur="1000" fill="hold"/>
                                            <p:tgtEl>
                                              <p:spTgt spid="69"/>
                                            </p:tgtEl>
                                            <p:attrNameLst>
                                              <p:attrName>ppt_x</p:attrName>
                                            </p:attrNameLst>
                                          </p:cBhvr>
                                          <p:tavLst>
                                            <p:tav tm="0">
                                              <p:val>
                                                <p:strVal val="#ppt_x"/>
                                              </p:val>
                                            </p:tav>
                                            <p:tav tm="100000">
                                              <p:val>
                                                <p:strVal val="#ppt_x"/>
                                              </p:val>
                                            </p:tav>
                                          </p:tavLst>
                                        </p:anim>
                                        <p:anim calcmode="lin" valueType="num">
                                          <p:cBhvr additive="base">
                                            <p:cTn id="51" dur="1000" fill="hold"/>
                                            <p:tgtEl>
                                              <p:spTgt spid="69"/>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500"/>
                                      </p:stCondLst>
                                      <p:childTnLst>
                                        <p:set>
                                          <p:cBhvr>
                                            <p:cTn id="53" dur="1" fill="hold">
                                              <p:stCondLst>
                                                <p:cond delay="0"/>
                                              </p:stCondLst>
                                            </p:cTn>
                                            <p:tgtEl>
                                              <p:spTgt spid="65"/>
                                            </p:tgtEl>
                                            <p:attrNameLst>
                                              <p:attrName>style.visibility</p:attrName>
                                            </p:attrNameLst>
                                          </p:cBhvr>
                                          <p:to>
                                            <p:strVal val="visible"/>
                                          </p:to>
                                        </p:set>
                                        <p:anim calcmode="lin" valueType="num">
                                          <p:cBhvr additive="base">
                                            <p:cTn id="54" dur="1000" fill="hold"/>
                                            <p:tgtEl>
                                              <p:spTgt spid="65"/>
                                            </p:tgtEl>
                                            <p:attrNameLst>
                                              <p:attrName>ppt_x</p:attrName>
                                            </p:attrNameLst>
                                          </p:cBhvr>
                                          <p:tavLst>
                                            <p:tav tm="0">
                                              <p:val>
                                                <p:strVal val="#ppt_x"/>
                                              </p:val>
                                            </p:tav>
                                            <p:tav tm="100000">
                                              <p:val>
                                                <p:strVal val="#ppt_x"/>
                                              </p:val>
                                            </p:tav>
                                          </p:tavLst>
                                        </p:anim>
                                        <p:anim calcmode="lin" valueType="num">
                                          <p:cBhvr additive="base">
                                            <p:cTn id="55" dur="1000" fill="hold"/>
                                            <p:tgtEl>
                                              <p:spTgt spid="65"/>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500"/>
                                      </p:stCondLst>
                                      <p:childTnLst>
                                        <p:set>
                                          <p:cBhvr>
                                            <p:cTn id="57" dur="1" fill="hold">
                                              <p:stCondLst>
                                                <p:cond delay="0"/>
                                              </p:stCondLst>
                                            </p:cTn>
                                            <p:tgtEl>
                                              <p:spTgt spid="73"/>
                                            </p:tgtEl>
                                            <p:attrNameLst>
                                              <p:attrName>style.visibility</p:attrName>
                                            </p:attrNameLst>
                                          </p:cBhvr>
                                          <p:to>
                                            <p:strVal val="visible"/>
                                          </p:to>
                                        </p:set>
                                        <p:anim calcmode="lin" valueType="num">
                                          <p:cBhvr additive="base">
                                            <p:cTn id="58" dur="1000" fill="hold"/>
                                            <p:tgtEl>
                                              <p:spTgt spid="73"/>
                                            </p:tgtEl>
                                            <p:attrNameLst>
                                              <p:attrName>ppt_x</p:attrName>
                                            </p:attrNameLst>
                                          </p:cBhvr>
                                          <p:tavLst>
                                            <p:tav tm="0">
                                              <p:val>
                                                <p:strVal val="#ppt_x"/>
                                              </p:val>
                                            </p:tav>
                                            <p:tav tm="100000">
                                              <p:val>
                                                <p:strVal val="#ppt_x"/>
                                              </p:val>
                                            </p:tav>
                                          </p:tavLst>
                                        </p:anim>
                                        <p:anim calcmode="lin" valueType="num">
                                          <p:cBhvr additive="base">
                                            <p:cTn id="59" dur="1000" fill="hold"/>
                                            <p:tgtEl>
                                              <p:spTgt spid="73"/>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750"/>
                                      </p:stCondLst>
                                      <p:childTnLst>
                                        <p:set>
                                          <p:cBhvr>
                                            <p:cTn id="61" dur="1" fill="hold">
                                              <p:stCondLst>
                                                <p:cond delay="0"/>
                                              </p:stCondLst>
                                            </p:cTn>
                                            <p:tgtEl>
                                              <p:spTgt spid="64"/>
                                            </p:tgtEl>
                                            <p:attrNameLst>
                                              <p:attrName>style.visibility</p:attrName>
                                            </p:attrNameLst>
                                          </p:cBhvr>
                                          <p:to>
                                            <p:strVal val="visible"/>
                                          </p:to>
                                        </p:set>
                                        <p:anim calcmode="lin" valueType="num">
                                          <p:cBhvr additive="base">
                                            <p:cTn id="62" dur="1000" fill="hold"/>
                                            <p:tgtEl>
                                              <p:spTgt spid="64"/>
                                            </p:tgtEl>
                                            <p:attrNameLst>
                                              <p:attrName>ppt_x</p:attrName>
                                            </p:attrNameLst>
                                          </p:cBhvr>
                                          <p:tavLst>
                                            <p:tav tm="0">
                                              <p:val>
                                                <p:strVal val="#ppt_x"/>
                                              </p:val>
                                            </p:tav>
                                            <p:tav tm="100000">
                                              <p:val>
                                                <p:strVal val="#ppt_x"/>
                                              </p:val>
                                            </p:tav>
                                          </p:tavLst>
                                        </p:anim>
                                        <p:anim calcmode="lin" valueType="num">
                                          <p:cBhvr additive="base">
                                            <p:cTn id="63" dur="1000" fill="hold"/>
                                            <p:tgtEl>
                                              <p:spTgt spid="64"/>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750"/>
                                      </p:stCondLst>
                                      <p:childTnLst>
                                        <p:set>
                                          <p:cBhvr>
                                            <p:cTn id="65" dur="1" fill="hold">
                                              <p:stCondLst>
                                                <p:cond delay="0"/>
                                              </p:stCondLst>
                                            </p:cTn>
                                            <p:tgtEl>
                                              <p:spTgt spid="74"/>
                                            </p:tgtEl>
                                            <p:attrNameLst>
                                              <p:attrName>style.visibility</p:attrName>
                                            </p:attrNameLst>
                                          </p:cBhvr>
                                          <p:to>
                                            <p:strVal val="visible"/>
                                          </p:to>
                                        </p:set>
                                        <p:anim calcmode="lin" valueType="num">
                                          <p:cBhvr additive="base">
                                            <p:cTn id="66" dur="1000" fill="hold"/>
                                            <p:tgtEl>
                                              <p:spTgt spid="74"/>
                                            </p:tgtEl>
                                            <p:attrNameLst>
                                              <p:attrName>ppt_x</p:attrName>
                                            </p:attrNameLst>
                                          </p:cBhvr>
                                          <p:tavLst>
                                            <p:tav tm="0">
                                              <p:val>
                                                <p:strVal val="#ppt_x"/>
                                              </p:val>
                                            </p:tav>
                                            <p:tav tm="100000">
                                              <p:val>
                                                <p:strVal val="#ppt_x"/>
                                              </p:val>
                                            </p:tav>
                                          </p:tavLst>
                                        </p:anim>
                                        <p:anim calcmode="lin" valueType="num">
                                          <p:cBhvr additive="base">
                                            <p:cTn id="67" dur="1000" fill="hold"/>
                                            <p:tgtEl>
                                              <p:spTgt spid="74"/>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1000"/>
                                      </p:stCondLst>
                                      <p:childTnLst>
                                        <p:set>
                                          <p:cBhvr>
                                            <p:cTn id="69" dur="1" fill="hold">
                                              <p:stCondLst>
                                                <p:cond delay="0"/>
                                              </p:stCondLst>
                                            </p:cTn>
                                            <p:tgtEl>
                                              <p:spTgt spid="66"/>
                                            </p:tgtEl>
                                            <p:attrNameLst>
                                              <p:attrName>style.visibility</p:attrName>
                                            </p:attrNameLst>
                                          </p:cBhvr>
                                          <p:to>
                                            <p:strVal val="visible"/>
                                          </p:to>
                                        </p:set>
                                        <p:anim calcmode="lin" valueType="num">
                                          <p:cBhvr additive="base">
                                            <p:cTn id="70" dur="1000" fill="hold"/>
                                            <p:tgtEl>
                                              <p:spTgt spid="66"/>
                                            </p:tgtEl>
                                            <p:attrNameLst>
                                              <p:attrName>ppt_x</p:attrName>
                                            </p:attrNameLst>
                                          </p:cBhvr>
                                          <p:tavLst>
                                            <p:tav tm="0">
                                              <p:val>
                                                <p:strVal val="#ppt_x"/>
                                              </p:val>
                                            </p:tav>
                                            <p:tav tm="100000">
                                              <p:val>
                                                <p:strVal val="#ppt_x"/>
                                              </p:val>
                                            </p:tav>
                                          </p:tavLst>
                                        </p:anim>
                                        <p:anim calcmode="lin" valueType="num">
                                          <p:cBhvr additive="base">
                                            <p:cTn id="71" dur="1000" fill="hold"/>
                                            <p:tgtEl>
                                              <p:spTgt spid="66"/>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1000"/>
                                      </p:stCondLst>
                                      <p:childTnLst>
                                        <p:set>
                                          <p:cBhvr>
                                            <p:cTn id="73" dur="1" fill="hold">
                                              <p:stCondLst>
                                                <p:cond delay="0"/>
                                              </p:stCondLst>
                                            </p:cTn>
                                            <p:tgtEl>
                                              <p:spTgt spid="75"/>
                                            </p:tgtEl>
                                            <p:attrNameLst>
                                              <p:attrName>style.visibility</p:attrName>
                                            </p:attrNameLst>
                                          </p:cBhvr>
                                          <p:to>
                                            <p:strVal val="visible"/>
                                          </p:to>
                                        </p:set>
                                        <p:anim calcmode="lin" valueType="num">
                                          <p:cBhvr additive="base">
                                            <p:cTn id="74" dur="1000" fill="hold"/>
                                            <p:tgtEl>
                                              <p:spTgt spid="75"/>
                                            </p:tgtEl>
                                            <p:attrNameLst>
                                              <p:attrName>ppt_x</p:attrName>
                                            </p:attrNameLst>
                                          </p:cBhvr>
                                          <p:tavLst>
                                            <p:tav tm="0">
                                              <p:val>
                                                <p:strVal val="#ppt_x"/>
                                              </p:val>
                                            </p:tav>
                                            <p:tav tm="100000">
                                              <p:val>
                                                <p:strVal val="#ppt_x"/>
                                              </p:val>
                                            </p:tav>
                                          </p:tavLst>
                                        </p:anim>
                                        <p:anim calcmode="lin" valueType="num">
                                          <p:cBhvr additive="base">
                                            <p:cTn id="75" dur="1000" fill="hold"/>
                                            <p:tgtEl>
                                              <p:spTgt spid="75"/>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1250"/>
                                      </p:stCondLst>
                                      <p:childTnLst>
                                        <p:set>
                                          <p:cBhvr>
                                            <p:cTn id="77" dur="1" fill="hold">
                                              <p:stCondLst>
                                                <p:cond delay="0"/>
                                              </p:stCondLst>
                                            </p:cTn>
                                            <p:tgtEl>
                                              <p:spTgt spid="68"/>
                                            </p:tgtEl>
                                            <p:attrNameLst>
                                              <p:attrName>style.visibility</p:attrName>
                                            </p:attrNameLst>
                                          </p:cBhvr>
                                          <p:to>
                                            <p:strVal val="visible"/>
                                          </p:to>
                                        </p:set>
                                        <p:anim calcmode="lin" valueType="num">
                                          <p:cBhvr additive="base">
                                            <p:cTn id="78" dur="1000" fill="hold"/>
                                            <p:tgtEl>
                                              <p:spTgt spid="68"/>
                                            </p:tgtEl>
                                            <p:attrNameLst>
                                              <p:attrName>ppt_x</p:attrName>
                                            </p:attrNameLst>
                                          </p:cBhvr>
                                          <p:tavLst>
                                            <p:tav tm="0">
                                              <p:val>
                                                <p:strVal val="#ppt_x"/>
                                              </p:val>
                                            </p:tav>
                                            <p:tav tm="100000">
                                              <p:val>
                                                <p:strVal val="#ppt_x"/>
                                              </p:val>
                                            </p:tav>
                                          </p:tavLst>
                                        </p:anim>
                                        <p:anim calcmode="lin" valueType="num">
                                          <p:cBhvr additive="base">
                                            <p:cTn id="79" dur="1000" fill="hold"/>
                                            <p:tgtEl>
                                              <p:spTgt spid="68"/>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1250"/>
                                      </p:stCondLst>
                                      <p:childTnLst>
                                        <p:set>
                                          <p:cBhvr>
                                            <p:cTn id="81" dur="1" fill="hold">
                                              <p:stCondLst>
                                                <p:cond delay="0"/>
                                              </p:stCondLst>
                                            </p:cTn>
                                            <p:tgtEl>
                                              <p:spTgt spid="76"/>
                                            </p:tgtEl>
                                            <p:attrNameLst>
                                              <p:attrName>style.visibility</p:attrName>
                                            </p:attrNameLst>
                                          </p:cBhvr>
                                          <p:to>
                                            <p:strVal val="visible"/>
                                          </p:to>
                                        </p:set>
                                        <p:anim calcmode="lin" valueType="num">
                                          <p:cBhvr additive="base">
                                            <p:cTn id="82" dur="1000" fill="hold"/>
                                            <p:tgtEl>
                                              <p:spTgt spid="76"/>
                                            </p:tgtEl>
                                            <p:attrNameLst>
                                              <p:attrName>ppt_x</p:attrName>
                                            </p:attrNameLst>
                                          </p:cBhvr>
                                          <p:tavLst>
                                            <p:tav tm="0">
                                              <p:val>
                                                <p:strVal val="#ppt_x"/>
                                              </p:val>
                                            </p:tav>
                                            <p:tav tm="100000">
                                              <p:val>
                                                <p:strVal val="#ppt_x"/>
                                              </p:val>
                                            </p:tav>
                                          </p:tavLst>
                                        </p:anim>
                                        <p:anim calcmode="lin" valueType="num">
                                          <p:cBhvr additive="base">
                                            <p:cTn id="83" dur="1000" fill="hold"/>
                                            <p:tgtEl>
                                              <p:spTgt spid="7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1500"/>
                                      </p:stCondLst>
                                      <p:childTnLst>
                                        <p:set>
                                          <p:cBhvr>
                                            <p:cTn id="85" dur="1" fill="hold">
                                              <p:stCondLst>
                                                <p:cond delay="0"/>
                                              </p:stCondLst>
                                            </p:cTn>
                                            <p:tgtEl>
                                              <p:spTgt spid="67"/>
                                            </p:tgtEl>
                                            <p:attrNameLst>
                                              <p:attrName>style.visibility</p:attrName>
                                            </p:attrNameLst>
                                          </p:cBhvr>
                                          <p:to>
                                            <p:strVal val="visible"/>
                                          </p:to>
                                        </p:set>
                                        <p:anim calcmode="lin" valueType="num">
                                          <p:cBhvr additive="base">
                                            <p:cTn id="86" dur="1000" fill="hold"/>
                                            <p:tgtEl>
                                              <p:spTgt spid="67"/>
                                            </p:tgtEl>
                                            <p:attrNameLst>
                                              <p:attrName>ppt_x</p:attrName>
                                            </p:attrNameLst>
                                          </p:cBhvr>
                                          <p:tavLst>
                                            <p:tav tm="0">
                                              <p:val>
                                                <p:strVal val="#ppt_x"/>
                                              </p:val>
                                            </p:tav>
                                            <p:tav tm="100000">
                                              <p:val>
                                                <p:strVal val="#ppt_x"/>
                                              </p:val>
                                            </p:tav>
                                          </p:tavLst>
                                        </p:anim>
                                        <p:anim calcmode="lin" valueType="num">
                                          <p:cBhvr additive="base">
                                            <p:cTn id="87" dur="1000" fill="hold"/>
                                            <p:tgtEl>
                                              <p:spTgt spid="67"/>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1500"/>
                                      </p:stCondLst>
                                      <p:childTnLst>
                                        <p:set>
                                          <p:cBhvr>
                                            <p:cTn id="89" dur="1" fill="hold">
                                              <p:stCondLst>
                                                <p:cond delay="0"/>
                                              </p:stCondLst>
                                            </p:cTn>
                                            <p:tgtEl>
                                              <p:spTgt spid="77"/>
                                            </p:tgtEl>
                                            <p:attrNameLst>
                                              <p:attrName>style.visibility</p:attrName>
                                            </p:attrNameLst>
                                          </p:cBhvr>
                                          <p:to>
                                            <p:strVal val="visible"/>
                                          </p:to>
                                        </p:set>
                                        <p:anim calcmode="lin" valueType="num">
                                          <p:cBhvr additive="base">
                                            <p:cTn id="90" dur="1000" fill="hold"/>
                                            <p:tgtEl>
                                              <p:spTgt spid="77"/>
                                            </p:tgtEl>
                                            <p:attrNameLst>
                                              <p:attrName>ppt_x</p:attrName>
                                            </p:attrNameLst>
                                          </p:cBhvr>
                                          <p:tavLst>
                                            <p:tav tm="0">
                                              <p:val>
                                                <p:strVal val="#ppt_x"/>
                                              </p:val>
                                            </p:tav>
                                            <p:tav tm="100000">
                                              <p:val>
                                                <p:strVal val="#ppt_x"/>
                                              </p:val>
                                            </p:tav>
                                          </p:tavLst>
                                        </p:anim>
                                        <p:anim calcmode="lin" valueType="num">
                                          <p:cBhvr additive="base">
                                            <p:cTn id="91" dur="10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55" grpId="0"/>
          <p:bldP spid="56" grpId="0"/>
          <p:bldP spid="57" grpId="0"/>
          <p:bldP spid="58" grpId="0"/>
          <p:bldP spid="59" grpId="0"/>
          <p:bldP spid="60" grpId="0"/>
          <p:bldP spid="63" grpId="0" animBg="1"/>
          <p:bldP spid="64" grpId="0" animBg="1"/>
          <p:bldP spid="65" grpId="0" animBg="1"/>
          <p:bldP spid="66" grpId="0" animBg="1"/>
          <p:bldP spid="67" grpId="0" animBg="1"/>
          <p:bldP spid="68" grpId="0" animBg="1"/>
          <p:bldP spid="69" grpId="0"/>
          <p:bldP spid="73" grpId="0"/>
          <p:bldP spid="74" grpId="0"/>
          <p:bldP spid="75" grpId="0"/>
          <p:bldP spid="76" grpId="0"/>
          <p:bldP spid="77" grpId="0"/>
        </p:bldLst>
      </p:timing>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id="{C834BAEA-4256-4E4E-A293-863180600914}"/>
              </a:ext>
            </a:extLst>
          </p:cNvPr>
          <p:cNvGrpSpPr/>
          <p:nvPr/>
        </p:nvGrpSpPr>
        <p:grpSpPr>
          <a:xfrm>
            <a:off x="9470391" y="1287205"/>
            <a:ext cx="1608495" cy="2202509"/>
            <a:chOff x="9595580" y="2125791"/>
            <a:chExt cx="1394034" cy="1908847"/>
          </a:xfrm>
        </p:grpSpPr>
        <p:sp>
          <p:nvSpPr>
            <p:cNvPr id="73" name="Freeform 5">
              <a:extLst>
                <a:ext uri="{FF2B5EF4-FFF2-40B4-BE49-F238E27FC236}">
                  <a16:creationId xmlns:a16="http://schemas.microsoft.com/office/drawing/2014/main" id="{95F6D927-031C-4749-B30C-EC6339BA5A43}"/>
                </a:ext>
              </a:extLst>
            </p:cNvPr>
            <p:cNvSpPr>
              <a:spLocks/>
            </p:cNvSpPr>
            <p:nvPr/>
          </p:nvSpPr>
          <p:spPr bwMode="auto">
            <a:xfrm>
              <a:off x="9595580" y="2465388"/>
              <a:ext cx="1143000" cy="1100138"/>
            </a:xfrm>
            <a:custGeom>
              <a:avLst/>
              <a:gdLst>
                <a:gd name="T0" fmla="*/ 0 w 720"/>
                <a:gd name="T1" fmla="*/ 0 h 693"/>
                <a:gd name="T2" fmla="*/ 0 w 720"/>
                <a:gd name="T3" fmla="*/ 121 h 693"/>
                <a:gd name="T4" fmla="*/ 573 w 720"/>
                <a:gd name="T5" fmla="*/ 693 h 693"/>
                <a:gd name="T6" fmla="*/ 720 w 720"/>
                <a:gd name="T7" fmla="*/ 693 h 693"/>
                <a:gd name="T8" fmla="*/ 720 w 720"/>
                <a:gd name="T9" fmla="*/ 0 h 693"/>
                <a:gd name="T10" fmla="*/ 0 w 720"/>
                <a:gd name="T11" fmla="*/ 0 h 693"/>
              </a:gdLst>
              <a:ahLst/>
              <a:cxnLst>
                <a:cxn ang="0">
                  <a:pos x="T0" y="T1"/>
                </a:cxn>
                <a:cxn ang="0">
                  <a:pos x="T2" y="T3"/>
                </a:cxn>
                <a:cxn ang="0">
                  <a:pos x="T4" y="T5"/>
                </a:cxn>
                <a:cxn ang="0">
                  <a:pos x="T6" y="T7"/>
                </a:cxn>
                <a:cxn ang="0">
                  <a:pos x="T8" y="T9"/>
                </a:cxn>
                <a:cxn ang="0">
                  <a:pos x="T10" y="T11"/>
                </a:cxn>
              </a:cxnLst>
              <a:rect l="0" t="0" r="r" b="b"/>
              <a:pathLst>
                <a:path w="720" h="693">
                  <a:moveTo>
                    <a:pt x="0" y="0"/>
                  </a:moveTo>
                  <a:lnTo>
                    <a:pt x="0" y="121"/>
                  </a:lnTo>
                  <a:lnTo>
                    <a:pt x="573" y="693"/>
                  </a:lnTo>
                  <a:lnTo>
                    <a:pt x="720" y="693"/>
                  </a:lnTo>
                  <a:lnTo>
                    <a:pt x="72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74" name="Shadow">
              <a:extLst>
                <a:ext uri="{FF2B5EF4-FFF2-40B4-BE49-F238E27FC236}">
                  <a16:creationId xmlns:a16="http://schemas.microsoft.com/office/drawing/2014/main" id="{4F44AA7D-6C75-4EDE-A510-E7F1B7282F25}"/>
                </a:ext>
              </a:extLst>
            </p:cNvPr>
            <p:cNvGrpSpPr/>
            <p:nvPr/>
          </p:nvGrpSpPr>
          <p:grpSpPr>
            <a:xfrm rot="18900000">
              <a:off x="9811475" y="2328869"/>
              <a:ext cx="269875" cy="1705769"/>
              <a:chOff x="1390652" y="2150666"/>
              <a:chExt cx="269875" cy="1705769"/>
            </a:xfrm>
          </p:grpSpPr>
          <p:sp>
            <p:nvSpPr>
              <p:cNvPr id="81" name="Freeform 14">
                <a:extLst>
                  <a:ext uri="{FF2B5EF4-FFF2-40B4-BE49-F238E27FC236}">
                    <a16:creationId xmlns:a16="http://schemas.microsoft.com/office/drawing/2014/main" id="{67C3F2B1-DB7F-4C72-9E73-C17245411B5E}"/>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6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2" name="Rectangle 81">
                <a:extLst>
                  <a:ext uri="{FF2B5EF4-FFF2-40B4-BE49-F238E27FC236}">
                    <a16:creationId xmlns:a16="http://schemas.microsoft.com/office/drawing/2014/main" id="{15299524-7D09-4FC8-A033-B4E6EFF59934}"/>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86" name="Shadow">
              <a:extLst>
                <a:ext uri="{FF2B5EF4-FFF2-40B4-BE49-F238E27FC236}">
                  <a16:creationId xmlns:a16="http://schemas.microsoft.com/office/drawing/2014/main" id="{888B41CC-E446-4F17-90F4-155F19484AE5}"/>
                </a:ext>
              </a:extLst>
            </p:cNvPr>
            <p:cNvGrpSpPr/>
            <p:nvPr/>
          </p:nvGrpSpPr>
          <p:grpSpPr>
            <a:xfrm>
              <a:off x="10719739" y="2125791"/>
              <a:ext cx="269875" cy="1705769"/>
              <a:chOff x="10753663" y="1023001"/>
              <a:chExt cx="269875" cy="1705769"/>
            </a:xfrm>
          </p:grpSpPr>
          <p:sp>
            <p:nvSpPr>
              <p:cNvPr id="84" name="Freeform 14">
                <a:extLst>
                  <a:ext uri="{FF2B5EF4-FFF2-40B4-BE49-F238E27FC236}">
                    <a16:creationId xmlns:a16="http://schemas.microsoft.com/office/drawing/2014/main" id="{9F9CFD00-285E-42A5-A03A-32E968394AB4}"/>
                  </a:ext>
                </a:extLst>
              </p:cNvPr>
              <p:cNvSpPr>
                <a:spLocks/>
              </p:cNvSpPr>
              <p:nvPr/>
            </p:nvSpPr>
            <p:spPr bwMode="auto">
              <a:xfrm rot="10800000">
                <a:off x="10753663" y="1041654"/>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90000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5" name="Rectangle 84">
                <a:extLst>
                  <a:ext uri="{FF2B5EF4-FFF2-40B4-BE49-F238E27FC236}">
                    <a16:creationId xmlns:a16="http://schemas.microsoft.com/office/drawing/2014/main" id="{28A46B2F-798B-4826-A065-1B22F0EED078}"/>
                  </a:ext>
                </a:extLst>
              </p:cNvPr>
              <p:cNvSpPr/>
              <p:nvPr/>
            </p:nvSpPr>
            <p:spPr>
              <a:xfrm rot="10800000">
                <a:off x="10753663" y="1023001"/>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61" name="Arrow_05">
            <a:extLst>
              <a:ext uri="{FF2B5EF4-FFF2-40B4-BE49-F238E27FC236}">
                <a16:creationId xmlns:a16="http://schemas.microsoft.com/office/drawing/2014/main" id="{C4DEB231-B482-432C-812B-50C6150A5DA1}"/>
              </a:ext>
            </a:extLst>
          </p:cNvPr>
          <p:cNvGrpSpPr/>
          <p:nvPr/>
        </p:nvGrpSpPr>
        <p:grpSpPr>
          <a:xfrm>
            <a:off x="7731608" y="998855"/>
            <a:ext cx="2736162" cy="3217130"/>
            <a:chOff x="2643188" y="1875887"/>
            <a:chExt cx="2371348" cy="2788188"/>
          </a:xfrm>
        </p:grpSpPr>
        <p:sp>
          <p:nvSpPr>
            <p:cNvPr id="62" name="Freeform 5">
              <a:extLst>
                <a:ext uri="{FF2B5EF4-FFF2-40B4-BE49-F238E27FC236}">
                  <a16:creationId xmlns:a16="http://schemas.microsoft.com/office/drawing/2014/main" id="{60DC4B0B-A2BC-48CA-8364-ADEA2385B25D}"/>
                </a:ext>
              </a:extLst>
            </p:cNvPr>
            <p:cNvSpPr>
              <a:spLocks/>
            </p:cNvSpPr>
            <p:nvPr/>
          </p:nvSpPr>
          <p:spPr bwMode="auto">
            <a:xfrm>
              <a:off x="2643188" y="2465388"/>
              <a:ext cx="1143000" cy="1100138"/>
            </a:xfrm>
            <a:custGeom>
              <a:avLst/>
              <a:gdLst>
                <a:gd name="T0" fmla="*/ 0 w 720"/>
                <a:gd name="T1" fmla="*/ 0 h 693"/>
                <a:gd name="T2" fmla="*/ 0 w 720"/>
                <a:gd name="T3" fmla="*/ 121 h 693"/>
                <a:gd name="T4" fmla="*/ 573 w 720"/>
                <a:gd name="T5" fmla="*/ 693 h 693"/>
                <a:gd name="T6" fmla="*/ 720 w 720"/>
                <a:gd name="T7" fmla="*/ 693 h 693"/>
                <a:gd name="T8" fmla="*/ 720 w 720"/>
                <a:gd name="T9" fmla="*/ 0 h 693"/>
                <a:gd name="T10" fmla="*/ 0 w 720"/>
                <a:gd name="T11" fmla="*/ 0 h 693"/>
              </a:gdLst>
              <a:ahLst/>
              <a:cxnLst>
                <a:cxn ang="0">
                  <a:pos x="T0" y="T1"/>
                </a:cxn>
                <a:cxn ang="0">
                  <a:pos x="T2" y="T3"/>
                </a:cxn>
                <a:cxn ang="0">
                  <a:pos x="T4" y="T5"/>
                </a:cxn>
                <a:cxn ang="0">
                  <a:pos x="T6" y="T7"/>
                </a:cxn>
                <a:cxn ang="0">
                  <a:pos x="T8" y="T9"/>
                </a:cxn>
                <a:cxn ang="0">
                  <a:pos x="T10" y="T11"/>
                </a:cxn>
              </a:cxnLst>
              <a:rect l="0" t="0" r="r" b="b"/>
              <a:pathLst>
                <a:path w="720" h="693">
                  <a:moveTo>
                    <a:pt x="0" y="0"/>
                  </a:moveTo>
                  <a:lnTo>
                    <a:pt x="0" y="121"/>
                  </a:lnTo>
                  <a:lnTo>
                    <a:pt x="573" y="693"/>
                  </a:lnTo>
                  <a:lnTo>
                    <a:pt x="720" y="693"/>
                  </a:lnTo>
                  <a:lnTo>
                    <a:pt x="720" y="0"/>
                  </a:ln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3" name="Shadow">
              <a:extLst>
                <a:ext uri="{FF2B5EF4-FFF2-40B4-BE49-F238E27FC236}">
                  <a16:creationId xmlns:a16="http://schemas.microsoft.com/office/drawing/2014/main" id="{9499E228-5A2C-4BF2-9FCA-C05DD52ADAF5}"/>
                </a:ext>
              </a:extLst>
            </p:cNvPr>
            <p:cNvGrpSpPr/>
            <p:nvPr/>
          </p:nvGrpSpPr>
          <p:grpSpPr>
            <a:xfrm rot="18900000">
              <a:off x="2859083" y="2328869"/>
              <a:ext cx="269875" cy="1705769"/>
              <a:chOff x="1390652" y="2150666"/>
              <a:chExt cx="269875" cy="1705769"/>
            </a:xfrm>
          </p:grpSpPr>
          <p:sp>
            <p:nvSpPr>
              <p:cNvPr id="70" name="Freeform 14">
                <a:extLst>
                  <a:ext uri="{FF2B5EF4-FFF2-40B4-BE49-F238E27FC236}">
                    <a16:creationId xmlns:a16="http://schemas.microsoft.com/office/drawing/2014/main" id="{792B0681-6EB2-40E4-9B7E-208988BA9CAF}"/>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6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1" name="Rectangle 70">
                <a:extLst>
                  <a:ext uri="{FF2B5EF4-FFF2-40B4-BE49-F238E27FC236}">
                    <a16:creationId xmlns:a16="http://schemas.microsoft.com/office/drawing/2014/main" id="{CF6F2535-6E3B-4646-A205-BE277FF6EFBF}"/>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64" name="Group 63">
              <a:extLst>
                <a:ext uri="{FF2B5EF4-FFF2-40B4-BE49-F238E27FC236}">
                  <a16:creationId xmlns:a16="http://schemas.microsoft.com/office/drawing/2014/main" id="{8213A6E7-BF7B-4E28-BAF4-0B423A7E4B06}"/>
                </a:ext>
              </a:extLst>
            </p:cNvPr>
            <p:cNvGrpSpPr/>
            <p:nvPr/>
          </p:nvGrpSpPr>
          <p:grpSpPr>
            <a:xfrm>
              <a:off x="3608402" y="1875887"/>
              <a:ext cx="1406134" cy="2788188"/>
              <a:chOff x="6256352" y="1880650"/>
              <a:chExt cx="1406134" cy="2788188"/>
            </a:xfrm>
          </p:grpSpPr>
          <p:sp>
            <p:nvSpPr>
              <p:cNvPr id="65" name="Right Triangle 34">
                <a:extLst>
                  <a:ext uri="{FF2B5EF4-FFF2-40B4-BE49-F238E27FC236}">
                    <a16:creationId xmlns:a16="http://schemas.microsoft.com/office/drawing/2014/main" id="{27435DEB-3E00-40E5-B283-B35EB9DD73EF}"/>
                  </a:ext>
                </a:extLst>
              </p:cNvPr>
              <p:cNvSpPr/>
              <p:nvPr/>
            </p:nvSpPr>
            <p:spPr>
              <a:xfrm rot="16200000">
                <a:off x="5311710" y="2825292"/>
                <a:ext cx="2205580" cy="316295"/>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7060 w 3225074"/>
                  <a:gd name="connsiteY0" fmla="*/ 324882 h 324882"/>
                  <a:gd name="connsiteX1" fmla="*/ 0 w 3225074"/>
                  <a:gd name="connsiteY1" fmla="*/ 0 h 324882"/>
                  <a:gd name="connsiteX2" fmla="*/ 3225074 w 3225074"/>
                  <a:gd name="connsiteY2" fmla="*/ 258207 h 324882"/>
                  <a:gd name="connsiteX3" fmla="*/ 7060 w 3225074"/>
                  <a:gd name="connsiteY3" fmla="*/ 324882 h 324882"/>
                  <a:gd name="connsiteX0" fmla="*/ 7061 w 3225075"/>
                  <a:gd name="connsiteY0" fmla="*/ 309353 h 309353"/>
                  <a:gd name="connsiteX1" fmla="*/ 0 w 3225075"/>
                  <a:gd name="connsiteY1" fmla="*/ 0 h 309353"/>
                  <a:gd name="connsiteX2" fmla="*/ 3225075 w 3225075"/>
                  <a:gd name="connsiteY2" fmla="*/ 242678 h 309353"/>
                  <a:gd name="connsiteX3" fmla="*/ 7061 w 3225075"/>
                  <a:gd name="connsiteY3" fmla="*/ 309353 h 309353"/>
                </a:gdLst>
                <a:ahLst/>
                <a:cxnLst>
                  <a:cxn ang="0">
                    <a:pos x="connsiteX0" y="connsiteY0"/>
                  </a:cxn>
                  <a:cxn ang="0">
                    <a:pos x="connsiteX1" y="connsiteY1"/>
                  </a:cxn>
                  <a:cxn ang="0">
                    <a:pos x="connsiteX2" y="connsiteY2"/>
                  </a:cxn>
                  <a:cxn ang="0">
                    <a:pos x="connsiteX3" y="connsiteY3"/>
                  </a:cxn>
                </a:cxnLst>
                <a:rect l="l" t="t" r="r" b="b"/>
                <a:pathLst>
                  <a:path w="3225075" h="309353">
                    <a:moveTo>
                      <a:pt x="7061" y="309353"/>
                    </a:moveTo>
                    <a:lnTo>
                      <a:pt x="0" y="0"/>
                    </a:lnTo>
                    <a:lnTo>
                      <a:pt x="3225075" y="242678"/>
                    </a:lnTo>
                    <a:lnTo>
                      <a:pt x="7061" y="309353"/>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6" name="Right Triangle 34">
                <a:extLst>
                  <a:ext uri="{FF2B5EF4-FFF2-40B4-BE49-F238E27FC236}">
                    <a16:creationId xmlns:a16="http://schemas.microsoft.com/office/drawing/2014/main" id="{E0F565A7-78C4-4C78-A9EE-B5244B562B03}"/>
                  </a:ext>
                </a:extLst>
              </p:cNvPr>
              <p:cNvSpPr/>
              <p:nvPr/>
            </p:nvSpPr>
            <p:spPr>
              <a:xfrm rot="16200000" flipV="1">
                <a:off x="7033119" y="3524528"/>
                <a:ext cx="995483" cy="26325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0 w 3218014"/>
                  <a:gd name="connsiteY0" fmla="*/ 424161 h 424161"/>
                  <a:gd name="connsiteX1" fmla="*/ 127207 w 3218014"/>
                  <a:gd name="connsiteY1" fmla="*/ 0 h 424161"/>
                  <a:gd name="connsiteX2" fmla="*/ 3218014 w 3218014"/>
                  <a:gd name="connsiteY2" fmla="*/ 357486 h 424161"/>
                  <a:gd name="connsiteX3" fmla="*/ 0 w 3218014"/>
                  <a:gd name="connsiteY3" fmla="*/ 424161 h 424161"/>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366517"/>
                  <a:gd name="connsiteY0" fmla="*/ 353996 h 353996"/>
                  <a:gd name="connsiteX1" fmla="*/ 226208 w 3366517"/>
                  <a:gd name="connsiteY1" fmla="*/ 0 h 353996"/>
                  <a:gd name="connsiteX2" fmla="*/ 3366517 w 3366517"/>
                  <a:gd name="connsiteY2" fmla="*/ 269779 h 353996"/>
                  <a:gd name="connsiteX3" fmla="*/ 0 w 3366517"/>
                  <a:gd name="connsiteY3" fmla="*/ 353996 h 353996"/>
                  <a:gd name="connsiteX0" fmla="*/ 0 w 3449021"/>
                  <a:gd name="connsiteY0" fmla="*/ 353996 h 353996"/>
                  <a:gd name="connsiteX1" fmla="*/ 226208 w 3449021"/>
                  <a:gd name="connsiteY1" fmla="*/ 0 h 353996"/>
                  <a:gd name="connsiteX2" fmla="*/ 3449021 w 3449021"/>
                  <a:gd name="connsiteY2" fmla="*/ 290245 h 353996"/>
                  <a:gd name="connsiteX3" fmla="*/ 0 w 3449021"/>
                  <a:gd name="connsiteY3" fmla="*/ 353996 h 353996"/>
                  <a:gd name="connsiteX0" fmla="*/ 0 w 3449021"/>
                  <a:gd name="connsiteY0" fmla="*/ 321837 h 321837"/>
                  <a:gd name="connsiteX1" fmla="*/ 94203 w 3449021"/>
                  <a:gd name="connsiteY1" fmla="*/ 0 h 321837"/>
                  <a:gd name="connsiteX2" fmla="*/ 3449021 w 3449021"/>
                  <a:gd name="connsiteY2" fmla="*/ 258086 h 321837"/>
                  <a:gd name="connsiteX3" fmla="*/ 0 w 3449021"/>
                  <a:gd name="connsiteY3" fmla="*/ 321837 h 321837"/>
                  <a:gd name="connsiteX0" fmla="*/ 0 w 3449021"/>
                  <a:gd name="connsiteY0" fmla="*/ 324761 h 324761"/>
                  <a:gd name="connsiteX1" fmla="*/ 36450 w 3449021"/>
                  <a:gd name="connsiteY1" fmla="*/ 0 h 324761"/>
                  <a:gd name="connsiteX2" fmla="*/ 3449021 w 3449021"/>
                  <a:gd name="connsiteY2" fmla="*/ 261010 h 324761"/>
                  <a:gd name="connsiteX3" fmla="*/ 0 w 3449021"/>
                  <a:gd name="connsiteY3" fmla="*/ 324761 h 324761"/>
                  <a:gd name="connsiteX0" fmla="*/ 21308 w 3470329"/>
                  <a:gd name="connsiteY0" fmla="*/ 351074 h 351074"/>
                  <a:gd name="connsiteX1" fmla="*/ 2 w 3470329"/>
                  <a:gd name="connsiteY1" fmla="*/ 0 h 351074"/>
                  <a:gd name="connsiteX2" fmla="*/ 3470329 w 3470329"/>
                  <a:gd name="connsiteY2" fmla="*/ 287323 h 351074"/>
                  <a:gd name="connsiteX3" fmla="*/ 21308 w 3470329"/>
                  <a:gd name="connsiteY3" fmla="*/ 351074 h 351074"/>
                  <a:gd name="connsiteX0" fmla="*/ 1 w 3449022"/>
                  <a:gd name="connsiteY0" fmla="*/ 335871 h 335871"/>
                  <a:gd name="connsiteX1" fmla="*/ 100249 w 3449022"/>
                  <a:gd name="connsiteY1" fmla="*/ 0 h 335871"/>
                  <a:gd name="connsiteX2" fmla="*/ 3449022 w 3449022"/>
                  <a:gd name="connsiteY2" fmla="*/ 272120 h 335871"/>
                  <a:gd name="connsiteX3" fmla="*/ 1 w 3449022"/>
                  <a:gd name="connsiteY3" fmla="*/ 335871 h 335871"/>
                  <a:gd name="connsiteX0" fmla="*/ 1 w 3449022"/>
                  <a:gd name="connsiteY0" fmla="*/ 323202 h 323202"/>
                  <a:gd name="connsiteX1" fmla="*/ 128850 w 3449022"/>
                  <a:gd name="connsiteY1" fmla="*/ 0 h 323202"/>
                  <a:gd name="connsiteX2" fmla="*/ 3449022 w 3449022"/>
                  <a:gd name="connsiteY2" fmla="*/ 259451 h 323202"/>
                  <a:gd name="connsiteX3" fmla="*/ 1 w 3449022"/>
                  <a:gd name="connsiteY3" fmla="*/ 323202 h 323202"/>
                </a:gdLst>
                <a:ahLst/>
                <a:cxnLst>
                  <a:cxn ang="0">
                    <a:pos x="connsiteX0" y="connsiteY0"/>
                  </a:cxn>
                  <a:cxn ang="0">
                    <a:pos x="connsiteX1" y="connsiteY1"/>
                  </a:cxn>
                  <a:cxn ang="0">
                    <a:pos x="connsiteX2" y="connsiteY2"/>
                  </a:cxn>
                  <a:cxn ang="0">
                    <a:pos x="connsiteX3" y="connsiteY3"/>
                  </a:cxn>
                </a:cxnLst>
                <a:rect l="l" t="t" r="r" b="b"/>
                <a:pathLst>
                  <a:path w="3449022" h="323202">
                    <a:moveTo>
                      <a:pt x="1" y="323202"/>
                    </a:moveTo>
                    <a:lnTo>
                      <a:pt x="128850" y="0"/>
                    </a:lnTo>
                    <a:lnTo>
                      <a:pt x="3449022" y="259451"/>
                    </a:lnTo>
                    <a:lnTo>
                      <a:pt x="1" y="323202"/>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7" name="Freeform 11">
                <a:extLst>
                  <a:ext uri="{FF2B5EF4-FFF2-40B4-BE49-F238E27FC236}">
                    <a16:creationId xmlns:a16="http://schemas.microsoft.com/office/drawing/2014/main" id="{CF0C14B5-BC73-44C6-8948-EBFE4ADE31CE}"/>
                  </a:ext>
                </a:extLst>
              </p:cNvPr>
              <p:cNvSpPr>
                <a:spLocks/>
              </p:cNvSpPr>
              <p:nvPr/>
            </p:nvSpPr>
            <p:spPr bwMode="auto">
              <a:xfrm>
                <a:off x="6424612" y="2465388"/>
                <a:ext cx="1101725" cy="2203450"/>
              </a:xfrm>
              <a:custGeom>
                <a:avLst/>
                <a:gdLst>
                  <a:gd name="T0" fmla="*/ 694 w 694"/>
                  <a:gd name="T1" fmla="*/ 1024 h 1388"/>
                  <a:gd name="T2" fmla="*/ 347 w 694"/>
                  <a:gd name="T3" fmla="*/ 1388 h 1388"/>
                  <a:gd name="T4" fmla="*/ 0 w 694"/>
                  <a:gd name="T5" fmla="*/ 1024 h 1388"/>
                  <a:gd name="T6" fmla="*/ 0 w 694"/>
                  <a:gd name="T7" fmla="*/ 0 h 1388"/>
                  <a:gd name="T8" fmla="*/ 694 w 694"/>
                  <a:gd name="T9" fmla="*/ 693 h 1388"/>
                  <a:gd name="T10" fmla="*/ 694 w 694"/>
                  <a:gd name="T11" fmla="*/ 1024 h 1388"/>
                </a:gdLst>
                <a:ahLst/>
                <a:cxnLst>
                  <a:cxn ang="0">
                    <a:pos x="T0" y="T1"/>
                  </a:cxn>
                  <a:cxn ang="0">
                    <a:pos x="T2" y="T3"/>
                  </a:cxn>
                  <a:cxn ang="0">
                    <a:pos x="T4" y="T5"/>
                  </a:cxn>
                  <a:cxn ang="0">
                    <a:pos x="T6" y="T7"/>
                  </a:cxn>
                  <a:cxn ang="0">
                    <a:pos x="T8" y="T9"/>
                  </a:cxn>
                  <a:cxn ang="0">
                    <a:pos x="T10" y="T11"/>
                  </a:cxn>
                </a:cxnLst>
                <a:rect l="0" t="0" r="r" b="b"/>
                <a:pathLst>
                  <a:path w="694" h="1388">
                    <a:moveTo>
                      <a:pt x="694" y="1024"/>
                    </a:moveTo>
                    <a:lnTo>
                      <a:pt x="347" y="1388"/>
                    </a:lnTo>
                    <a:lnTo>
                      <a:pt x="0" y="1024"/>
                    </a:lnTo>
                    <a:lnTo>
                      <a:pt x="0" y="0"/>
                    </a:lnTo>
                    <a:lnTo>
                      <a:pt x="694" y="693"/>
                    </a:lnTo>
                    <a:lnTo>
                      <a:pt x="694" y="1024"/>
                    </a:lnTo>
                    <a:close/>
                  </a:path>
                </a:pathLst>
              </a:custGeom>
              <a:gradFill flip="none" rotWithShape="1">
                <a:gsLst>
                  <a:gs pos="30000">
                    <a:schemeClr val="accent6">
                      <a:lumMod val="20000"/>
                      <a:lumOff val="80000"/>
                    </a:schemeClr>
                  </a:gs>
                  <a:gs pos="100000">
                    <a:schemeClr val="accent6">
                      <a:lumMod val="60000"/>
                      <a:lumOff val="40000"/>
                    </a:schemeClr>
                  </a:gs>
                  <a:gs pos="62000">
                    <a:schemeClr val="accent6"/>
                  </a:gs>
                  <a:gs pos="40000">
                    <a:schemeClr val="accent6">
                      <a:lumMod val="75000"/>
                    </a:schemeClr>
                  </a:gs>
                </a:gsLst>
                <a:lin ang="798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8" name="Freeform 12">
                <a:extLst>
                  <a:ext uri="{FF2B5EF4-FFF2-40B4-BE49-F238E27FC236}">
                    <a16:creationId xmlns:a16="http://schemas.microsoft.com/office/drawing/2014/main" id="{1142284E-4D28-43DB-B40C-9A87339993BD}"/>
                  </a:ext>
                </a:extLst>
              </p:cNvPr>
              <p:cNvSpPr>
                <a:spLocks/>
              </p:cNvSpPr>
              <p:nvPr/>
            </p:nvSpPr>
            <p:spPr bwMode="auto">
              <a:xfrm>
                <a:off x="6424612" y="2465388"/>
                <a:ext cx="550862" cy="2203450"/>
              </a:xfrm>
              <a:custGeom>
                <a:avLst/>
                <a:gdLst>
                  <a:gd name="T0" fmla="*/ 16 w 347"/>
                  <a:gd name="T1" fmla="*/ 1014 h 1388"/>
                  <a:gd name="T2" fmla="*/ 347 w 347"/>
                  <a:gd name="T3" fmla="*/ 1388 h 1388"/>
                  <a:gd name="T4" fmla="*/ 0 w 347"/>
                  <a:gd name="T5" fmla="*/ 1024 h 1388"/>
                  <a:gd name="T6" fmla="*/ 0 w 347"/>
                  <a:gd name="T7" fmla="*/ 0 h 1388"/>
                  <a:gd name="T8" fmla="*/ 16 w 347"/>
                  <a:gd name="T9" fmla="*/ 1014 h 1388"/>
                </a:gdLst>
                <a:ahLst/>
                <a:cxnLst>
                  <a:cxn ang="0">
                    <a:pos x="T0" y="T1"/>
                  </a:cxn>
                  <a:cxn ang="0">
                    <a:pos x="T2" y="T3"/>
                  </a:cxn>
                  <a:cxn ang="0">
                    <a:pos x="T4" y="T5"/>
                  </a:cxn>
                  <a:cxn ang="0">
                    <a:pos x="T6" y="T7"/>
                  </a:cxn>
                  <a:cxn ang="0">
                    <a:pos x="T8" y="T9"/>
                  </a:cxn>
                </a:cxnLst>
                <a:rect l="0" t="0" r="r" b="b"/>
                <a:pathLst>
                  <a:path w="347" h="1388">
                    <a:moveTo>
                      <a:pt x="16" y="1014"/>
                    </a:moveTo>
                    <a:lnTo>
                      <a:pt x="347" y="1388"/>
                    </a:lnTo>
                    <a:lnTo>
                      <a:pt x="0" y="1024"/>
                    </a:lnTo>
                    <a:lnTo>
                      <a:pt x="0" y="0"/>
                    </a:lnTo>
                    <a:lnTo>
                      <a:pt x="16" y="1014"/>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9" name="Freeform 13">
                <a:extLst>
                  <a:ext uri="{FF2B5EF4-FFF2-40B4-BE49-F238E27FC236}">
                    <a16:creationId xmlns:a16="http://schemas.microsoft.com/office/drawing/2014/main" id="{F114D17C-E4F3-49B9-B1D4-9D3342941270}"/>
                  </a:ext>
                </a:extLst>
              </p:cNvPr>
              <p:cNvSpPr>
                <a:spLocks/>
              </p:cNvSpPr>
              <p:nvPr/>
            </p:nvSpPr>
            <p:spPr bwMode="auto">
              <a:xfrm>
                <a:off x="6424612" y="2465388"/>
                <a:ext cx="550862" cy="2203450"/>
              </a:xfrm>
              <a:custGeom>
                <a:avLst/>
                <a:gdLst>
                  <a:gd name="T0" fmla="*/ 347 w 347"/>
                  <a:gd name="T1" fmla="*/ 345 h 1388"/>
                  <a:gd name="T2" fmla="*/ 347 w 347"/>
                  <a:gd name="T3" fmla="*/ 1388 h 1388"/>
                  <a:gd name="T4" fmla="*/ 0 w 347"/>
                  <a:gd name="T5" fmla="*/ 1024 h 1388"/>
                  <a:gd name="T6" fmla="*/ 0 w 347"/>
                  <a:gd name="T7" fmla="*/ 0 h 1388"/>
                  <a:gd name="T8" fmla="*/ 347 w 347"/>
                  <a:gd name="T9" fmla="*/ 345 h 1388"/>
                </a:gdLst>
                <a:ahLst/>
                <a:cxnLst>
                  <a:cxn ang="0">
                    <a:pos x="T0" y="T1"/>
                  </a:cxn>
                  <a:cxn ang="0">
                    <a:pos x="T2" y="T3"/>
                  </a:cxn>
                  <a:cxn ang="0">
                    <a:pos x="T4" y="T5"/>
                  </a:cxn>
                  <a:cxn ang="0">
                    <a:pos x="T6" y="T7"/>
                  </a:cxn>
                  <a:cxn ang="0">
                    <a:pos x="T8" y="T9"/>
                  </a:cxn>
                </a:cxnLst>
                <a:rect l="0" t="0" r="r" b="b"/>
                <a:pathLst>
                  <a:path w="347" h="1388">
                    <a:moveTo>
                      <a:pt x="347" y="345"/>
                    </a:moveTo>
                    <a:lnTo>
                      <a:pt x="347" y="1388"/>
                    </a:lnTo>
                    <a:lnTo>
                      <a:pt x="0" y="1024"/>
                    </a:lnTo>
                    <a:lnTo>
                      <a:pt x="0" y="0"/>
                    </a:lnTo>
                    <a:lnTo>
                      <a:pt x="347" y="345"/>
                    </a:lnTo>
                    <a:close/>
                  </a:path>
                </a:pathLst>
              </a:custGeom>
              <a:solidFill>
                <a:srgbClr val="080808">
                  <a:alpha val="10000"/>
                </a:srgb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50" name="Arrow_04">
            <a:extLst>
              <a:ext uri="{FF2B5EF4-FFF2-40B4-BE49-F238E27FC236}">
                <a16:creationId xmlns:a16="http://schemas.microsoft.com/office/drawing/2014/main" id="{069E238F-5436-48E1-9563-B0098F1BD406}"/>
              </a:ext>
            </a:extLst>
          </p:cNvPr>
          <p:cNvGrpSpPr/>
          <p:nvPr/>
        </p:nvGrpSpPr>
        <p:grpSpPr>
          <a:xfrm>
            <a:off x="6006124" y="998855"/>
            <a:ext cx="2729017" cy="3217130"/>
            <a:chOff x="2643188" y="1875887"/>
            <a:chExt cx="2365156" cy="2788188"/>
          </a:xfrm>
        </p:grpSpPr>
        <p:sp>
          <p:nvSpPr>
            <p:cNvPr id="51" name="Freeform 5">
              <a:extLst>
                <a:ext uri="{FF2B5EF4-FFF2-40B4-BE49-F238E27FC236}">
                  <a16:creationId xmlns:a16="http://schemas.microsoft.com/office/drawing/2014/main" id="{3A12142D-8754-46FF-A376-15464C6298A6}"/>
                </a:ext>
              </a:extLst>
            </p:cNvPr>
            <p:cNvSpPr>
              <a:spLocks/>
            </p:cNvSpPr>
            <p:nvPr/>
          </p:nvSpPr>
          <p:spPr bwMode="auto">
            <a:xfrm>
              <a:off x="2643188" y="2465388"/>
              <a:ext cx="1143000" cy="1100138"/>
            </a:xfrm>
            <a:custGeom>
              <a:avLst/>
              <a:gdLst>
                <a:gd name="T0" fmla="*/ 0 w 720"/>
                <a:gd name="T1" fmla="*/ 0 h 693"/>
                <a:gd name="T2" fmla="*/ 0 w 720"/>
                <a:gd name="T3" fmla="*/ 121 h 693"/>
                <a:gd name="T4" fmla="*/ 573 w 720"/>
                <a:gd name="T5" fmla="*/ 693 h 693"/>
                <a:gd name="T6" fmla="*/ 720 w 720"/>
                <a:gd name="T7" fmla="*/ 693 h 693"/>
                <a:gd name="T8" fmla="*/ 720 w 720"/>
                <a:gd name="T9" fmla="*/ 0 h 693"/>
                <a:gd name="T10" fmla="*/ 0 w 720"/>
                <a:gd name="T11" fmla="*/ 0 h 693"/>
              </a:gdLst>
              <a:ahLst/>
              <a:cxnLst>
                <a:cxn ang="0">
                  <a:pos x="T0" y="T1"/>
                </a:cxn>
                <a:cxn ang="0">
                  <a:pos x="T2" y="T3"/>
                </a:cxn>
                <a:cxn ang="0">
                  <a:pos x="T4" y="T5"/>
                </a:cxn>
                <a:cxn ang="0">
                  <a:pos x="T6" y="T7"/>
                </a:cxn>
                <a:cxn ang="0">
                  <a:pos x="T8" y="T9"/>
                </a:cxn>
                <a:cxn ang="0">
                  <a:pos x="T10" y="T11"/>
                </a:cxn>
              </a:cxnLst>
              <a:rect l="0" t="0" r="r" b="b"/>
              <a:pathLst>
                <a:path w="720" h="693">
                  <a:moveTo>
                    <a:pt x="0" y="0"/>
                  </a:moveTo>
                  <a:lnTo>
                    <a:pt x="0" y="121"/>
                  </a:lnTo>
                  <a:lnTo>
                    <a:pt x="573" y="693"/>
                  </a:lnTo>
                  <a:lnTo>
                    <a:pt x="720" y="693"/>
                  </a:lnTo>
                  <a:lnTo>
                    <a:pt x="720" y="0"/>
                  </a:lnTo>
                  <a:lnTo>
                    <a:pt x="0"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2" name="Shadow">
              <a:extLst>
                <a:ext uri="{FF2B5EF4-FFF2-40B4-BE49-F238E27FC236}">
                  <a16:creationId xmlns:a16="http://schemas.microsoft.com/office/drawing/2014/main" id="{12FC1230-16AD-484D-9F04-8F8E6205E66B}"/>
                </a:ext>
              </a:extLst>
            </p:cNvPr>
            <p:cNvGrpSpPr/>
            <p:nvPr/>
          </p:nvGrpSpPr>
          <p:grpSpPr>
            <a:xfrm rot="18900000">
              <a:off x="2859083" y="2328869"/>
              <a:ext cx="269875" cy="1705769"/>
              <a:chOff x="1390652" y="2150666"/>
              <a:chExt cx="269875" cy="1705769"/>
            </a:xfrm>
          </p:grpSpPr>
          <p:sp>
            <p:nvSpPr>
              <p:cNvPr id="59" name="Freeform 14">
                <a:extLst>
                  <a:ext uri="{FF2B5EF4-FFF2-40B4-BE49-F238E27FC236}">
                    <a16:creationId xmlns:a16="http://schemas.microsoft.com/office/drawing/2014/main" id="{74AA27C3-E48A-40BF-8B2C-81F12B5627D7}"/>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6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0" name="Rectangle 59">
                <a:extLst>
                  <a:ext uri="{FF2B5EF4-FFF2-40B4-BE49-F238E27FC236}">
                    <a16:creationId xmlns:a16="http://schemas.microsoft.com/office/drawing/2014/main" id="{BF2CAEF4-E331-4B41-8E04-11B9091DA3A2}"/>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53" name="Group 52">
              <a:extLst>
                <a:ext uri="{FF2B5EF4-FFF2-40B4-BE49-F238E27FC236}">
                  <a16:creationId xmlns:a16="http://schemas.microsoft.com/office/drawing/2014/main" id="{BC97EB86-CC0E-4251-A088-2A5D7ED61D46}"/>
                </a:ext>
              </a:extLst>
            </p:cNvPr>
            <p:cNvGrpSpPr/>
            <p:nvPr/>
          </p:nvGrpSpPr>
          <p:grpSpPr>
            <a:xfrm>
              <a:off x="3608402" y="1875887"/>
              <a:ext cx="1399942" cy="2788188"/>
              <a:chOff x="6256352" y="1880650"/>
              <a:chExt cx="1399942" cy="2788188"/>
            </a:xfrm>
          </p:grpSpPr>
          <p:sp>
            <p:nvSpPr>
              <p:cNvPr id="54" name="Right Triangle 34">
                <a:extLst>
                  <a:ext uri="{FF2B5EF4-FFF2-40B4-BE49-F238E27FC236}">
                    <a16:creationId xmlns:a16="http://schemas.microsoft.com/office/drawing/2014/main" id="{32370787-8F7D-4FA1-B7CE-3D13E6FF02F9}"/>
                  </a:ext>
                </a:extLst>
              </p:cNvPr>
              <p:cNvSpPr/>
              <p:nvPr/>
            </p:nvSpPr>
            <p:spPr>
              <a:xfrm rot="16200000">
                <a:off x="5311710" y="2825292"/>
                <a:ext cx="2205580" cy="316295"/>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7060 w 3225074"/>
                  <a:gd name="connsiteY0" fmla="*/ 324882 h 324882"/>
                  <a:gd name="connsiteX1" fmla="*/ 0 w 3225074"/>
                  <a:gd name="connsiteY1" fmla="*/ 0 h 324882"/>
                  <a:gd name="connsiteX2" fmla="*/ 3225074 w 3225074"/>
                  <a:gd name="connsiteY2" fmla="*/ 258207 h 324882"/>
                  <a:gd name="connsiteX3" fmla="*/ 7060 w 3225074"/>
                  <a:gd name="connsiteY3" fmla="*/ 324882 h 324882"/>
                  <a:gd name="connsiteX0" fmla="*/ 7061 w 3225075"/>
                  <a:gd name="connsiteY0" fmla="*/ 309353 h 309353"/>
                  <a:gd name="connsiteX1" fmla="*/ 0 w 3225075"/>
                  <a:gd name="connsiteY1" fmla="*/ 0 h 309353"/>
                  <a:gd name="connsiteX2" fmla="*/ 3225075 w 3225075"/>
                  <a:gd name="connsiteY2" fmla="*/ 242678 h 309353"/>
                  <a:gd name="connsiteX3" fmla="*/ 7061 w 3225075"/>
                  <a:gd name="connsiteY3" fmla="*/ 309353 h 309353"/>
                </a:gdLst>
                <a:ahLst/>
                <a:cxnLst>
                  <a:cxn ang="0">
                    <a:pos x="connsiteX0" y="connsiteY0"/>
                  </a:cxn>
                  <a:cxn ang="0">
                    <a:pos x="connsiteX1" y="connsiteY1"/>
                  </a:cxn>
                  <a:cxn ang="0">
                    <a:pos x="connsiteX2" y="connsiteY2"/>
                  </a:cxn>
                  <a:cxn ang="0">
                    <a:pos x="connsiteX3" y="connsiteY3"/>
                  </a:cxn>
                </a:cxnLst>
                <a:rect l="l" t="t" r="r" b="b"/>
                <a:pathLst>
                  <a:path w="3225075" h="309353">
                    <a:moveTo>
                      <a:pt x="7061" y="309353"/>
                    </a:moveTo>
                    <a:lnTo>
                      <a:pt x="0" y="0"/>
                    </a:lnTo>
                    <a:lnTo>
                      <a:pt x="3225075" y="242678"/>
                    </a:lnTo>
                    <a:lnTo>
                      <a:pt x="7061" y="309353"/>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5" name="Right Triangle 34">
                <a:extLst>
                  <a:ext uri="{FF2B5EF4-FFF2-40B4-BE49-F238E27FC236}">
                    <a16:creationId xmlns:a16="http://schemas.microsoft.com/office/drawing/2014/main" id="{D1657D17-4123-4E1C-A0BF-D1353465094C}"/>
                  </a:ext>
                </a:extLst>
              </p:cNvPr>
              <p:cNvSpPr/>
              <p:nvPr/>
            </p:nvSpPr>
            <p:spPr>
              <a:xfrm rot="16200000" flipV="1">
                <a:off x="7030023" y="3527624"/>
                <a:ext cx="995483" cy="257059"/>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0 w 3218014"/>
                  <a:gd name="connsiteY0" fmla="*/ 424161 h 424161"/>
                  <a:gd name="connsiteX1" fmla="*/ 127207 w 3218014"/>
                  <a:gd name="connsiteY1" fmla="*/ 0 h 424161"/>
                  <a:gd name="connsiteX2" fmla="*/ 3218014 w 3218014"/>
                  <a:gd name="connsiteY2" fmla="*/ 357486 h 424161"/>
                  <a:gd name="connsiteX3" fmla="*/ 0 w 3218014"/>
                  <a:gd name="connsiteY3" fmla="*/ 424161 h 424161"/>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366517"/>
                  <a:gd name="connsiteY0" fmla="*/ 353996 h 353996"/>
                  <a:gd name="connsiteX1" fmla="*/ 226208 w 3366517"/>
                  <a:gd name="connsiteY1" fmla="*/ 0 h 353996"/>
                  <a:gd name="connsiteX2" fmla="*/ 3366517 w 3366517"/>
                  <a:gd name="connsiteY2" fmla="*/ 269779 h 353996"/>
                  <a:gd name="connsiteX3" fmla="*/ 0 w 3366517"/>
                  <a:gd name="connsiteY3" fmla="*/ 353996 h 353996"/>
                  <a:gd name="connsiteX0" fmla="*/ 0 w 3449021"/>
                  <a:gd name="connsiteY0" fmla="*/ 353996 h 353996"/>
                  <a:gd name="connsiteX1" fmla="*/ 226208 w 3449021"/>
                  <a:gd name="connsiteY1" fmla="*/ 0 h 353996"/>
                  <a:gd name="connsiteX2" fmla="*/ 3449021 w 3449021"/>
                  <a:gd name="connsiteY2" fmla="*/ 290245 h 353996"/>
                  <a:gd name="connsiteX3" fmla="*/ 0 w 3449021"/>
                  <a:gd name="connsiteY3" fmla="*/ 353996 h 353996"/>
                  <a:gd name="connsiteX0" fmla="*/ 0 w 3449021"/>
                  <a:gd name="connsiteY0" fmla="*/ 321837 h 321837"/>
                  <a:gd name="connsiteX1" fmla="*/ 94203 w 3449021"/>
                  <a:gd name="connsiteY1" fmla="*/ 0 h 321837"/>
                  <a:gd name="connsiteX2" fmla="*/ 3449021 w 3449021"/>
                  <a:gd name="connsiteY2" fmla="*/ 258086 h 321837"/>
                  <a:gd name="connsiteX3" fmla="*/ 0 w 3449021"/>
                  <a:gd name="connsiteY3" fmla="*/ 321837 h 321837"/>
                  <a:gd name="connsiteX0" fmla="*/ 0 w 3449021"/>
                  <a:gd name="connsiteY0" fmla="*/ 324761 h 324761"/>
                  <a:gd name="connsiteX1" fmla="*/ 36450 w 3449021"/>
                  <a:gd name="connsiteY1" fmla="*/ 0 h 324761"/>
                  <a:gd name="connsiteX2" fmla="*/ 3449021 w 3449021"/>
                  <a:gd name="connsiteY2" fmla="*/ 261010 h 324761"/>
                  <a:gd name="connsiteX3" fmla="*/ 0 w 3449021"/>
                  <a:gd name="connsiteY3" fmla="*/ 324761 h 324761"/>
                  <a:gd name="connsiteX0" fmla="*/ 21308 w 3470329"/>
                  <a:gd name="connsiteY0" fmla="*/ 351074 h 351074"/>
                  <a:gd name="connsiteX1" fmla="*/ 2 w 3470329"/>
                  <a:gd name="connsiteY1" fmla="*/ 0 h 351074"/>
                  <a:gd name="connsiteX2" fmla="*/ 3470329 w 3470329"/>
                  <a:gd name="connsiteY2" fmla="*/ 287323 h 351074"/>
                  <a:gd name="connsiteX3" fmla="*/ 21308 w 3470329"/>
                  <a:gd name="connsiteY3" fmla="*/ 351074 h 351074"/>
                  <a:gd name="connsiteX0" fmla="*/ 1 w 3449022"/>
                  <a:gd name="connsiteY0" fmla="*/ 300399 h 300399"/>
                  <a:gd name="connsiteX1" fmla="*/ 107402 w 3449022"/>
                  <a:gd name="connsiteY1" fmla="*/ 0 h 300399"/>
                  <a:gd name="connsiteX2" fmla="*/ 3449022 w 3449022"/>
                  <a:gd name="connsiteY2" fmla="*/ 236648 h 300399"/>
                  <a:gd name="connsiteX3" fmla="*/ 1 w 3449022"/>
                  <a:gd name="connsiteY3" fmla="*/ 300399 h 300399"/>
                  <a:gd name="connsiteX0" fmla="*/ 1 w 3449022"/>
                  <a:gd name="connsiteY0" fmla="*/ 315602 h 315602"/>
                  <a:gd name="connsiteX1" fmla="*/ 164603 w 3449022"/>
                  <a:gd name="connsiteY1" fmla="*/ 0 h 315602"/>
                  <a:gd name="connsiteX2" fmla="*/ 3449022 w 3449022"/>
                  <a:gd name="connsiteY2" fmla="*/ 251851 h 315602"/>
                  <a:gd name="connsiteX3" fmla="*/ 1 w 3449022"/>
                  <a:gd name="connsiteY3" fmla="*/ 315602 h 315602"/>
                </a:gdLst>
                <a:ahLst/>
                <a:cxnLst>
                  <a:cxn ang="0">
                    <a:pos x="connsiteX0" y="connsiteY0"/>
                  </a:cxn>
                  <a:cxn ang="0">
                    <a:pos x="connsiteX1" y="connsiteY1"/>
                  </a:cxn>
                  <a:cxn ang="0">
                    <a:pos x="connsiteX2" y="connsiteY2"/>
                  </a:cxn>
                  <a:cxn ang="0">
                    <a:pos x="connsiteX3" y="connsiteY3"/>
                  </a:cxn>
                </a:cxnLst>
                <a:rect l="l" t="t" r="r" b="b"/>
                <a:pathLst>
                  <a:path w="3449022" h="315602">
                    <a:moveTo>
                      <a:pt x="1" y="315602"/>
                    </a:moveTo>
                    <a:lnTo>
                      <a:pt x="164603" y="0"/>
                    </a:lnTo>
                    <a:lnTo>
                      <a:pt x="3449022" y="251851"/>
                    </a:lnTo>
                    <a:lnTo>
                      <a:pt x="1" y="315602"/>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6" name="Freeform 11">
                <a:extLst>
                  <a:ext uri="{FF2B5EF4-FFF2-40B4-BE49-F238E27FC236}">
                    <a16:creationId xmlns:a16="http://schemas.microsoft.com/office/drawing/2014/main" id="{CB619FBD-AD8A-460F-A85D-DDFBC39D2E9C}"/>
                  </a:ext>
                </a:extLst>
              </p:cNvPr>
              <p:cNvSpPr>
                <a:spLocks/>
              </p:cNvSpPr>
              <p:nvPr/>
            </p:nvSpPr>
            <p:spPr bwMode="auto">
              <a:xfrm>
                <a:off x="6424612" y="2465388"/>
                <a:ext cx="1101725" cy="2203450"/>
              </a:xfrm>
              <a:custGeom>
                <a:avLst/>
                <a:gdLst>
                  <a:gd name="T0" fmla="*/ 694 w 694"/>
                  <a:gd name="T1" fmla="*/ 1024 h 1388"/>
                  <a:gd name="T2" fmla="*/ 347 w 694"/>
                  <a:gd name="T3" fmla="*/ 1388 h 1388"/>
                  <a:gd name="T4" fmla="*/ 0 w 694"/>
                  <a:gd name="T5" fmla="*/ 1024 h 1388"/>
                  <a:gd name="T6" fmla="*/ 0 w 694"/>
                  <a:gd name="T7" fmla="*/ 0 h 1388"/>
                  <a:gd name="T8" fmla="*/ 694 w 694"/>
                  <a:gd name="T9" fmla="*/ 693 h 1388"/>
                  <a:gd name="T10" fmla="*/ 694 w 694"/>
                  <a:gd name="T11" fmla="*/ 1024 h 1388"/>
                </a:gdLst>
                <a:ahLst/>
                <a:cxnLst>
                  <a:cxn ang="0">
                    <a:pos x="T0" y="T1"/>
                  </a:cxn>
                  <a:cxn ang="0">
                    <a:pos x="T2" y="T3"/>
                  </a:cxn>
                  <a:cxn ang="0">
                    <a:pos x="T4" y="T5"/>
                  </a:cxn>
                  <a:cxn ang="0">
                    <a:pos x="T6" y="T7"/>
                  </a:cxn>
                  <a:cxn ang="0">
                    <a:pos x="T8" y="T9"/>
                  </a:cxn>
                  <a:cxn ang="0">
                    <a:pos x="T10" y="T11"/>
                  </a:cxn>
                </a:cxnLst>
                <a:rect l="0" t="0" r="r" b="b"/>
                <a:pathLst>
                  <a:path w="694" h="1388">
                    <a:moveTo>
                      <a:pt x="694" y="1024"/>
                    </a:moveTo>
                    <a:lnTo>
                      <a:pt x="347" y="1388"/>
                    </a:lnTo>
                    <a:lnTo>
                      <a:pt x="0" y="1024"/>
                    </a:lnTo>
                    <a:lnTo>
                      <a:pt x="0" y="0"/>
                    </a:lnTo>
                    <a:lnTo>
                      <a:pt x="694" y="693"/>
                    </a:lnTo>
                    <a:lnTo>
                      <a:pt x="694" y="1024"/>
                    </a:lnTo>
                    <a:close/>
                  </a:path>
                </a:pathLst>
              </a:custGeom>
              <a:gradFill flip="none" rotWithShape="1">
                <a:gsLst>
                  <a:gs pos="30000">
                    <a:schemeClr val="accent5">
                      <a:lumMod val="20000"/>
                      <a:lumOff val="80000"/>
                    </a:schemeClr>
                  </a:gs>
                  <a:gs pos="100000">
                    <a:schemeClr val="accent5">
                      <a:lumMod val="60000"/>
                      <a:lumOff val="40000"/>
                    </a:schemeClr>
                  </a:gs>
                  <a:gs pos="62000">
                    <a:schemeClr val="accent5"/>
                  </a:gs>
                  <a:gs pos="40000">
                    <a:schemeClr val="accent5">
                      <a:lumMod val="75000"/>
                    </a:schemeClr>
                  </a:gs>
                </a:gsLst>
                <a:lin ang="798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7" name="Freeform 12">
                <a:extLst>
                  <a:ext uri="{FF2B5EF4-FFF2-40B4-BE49-F238E27FC236}">
                    <a16:creationId xmlns:a16="http://schemas.microsoft.com/office/drawing/2014/main" id="{C4EF378B-C5C0-407B-B04A-E6A0AE62A431}"/>
                  </a:ext>
                </a:extLst>
              </p:cNvPr>
              <p:cNvSpPr>
                <a:spLocks/>
              </p:cNvSpPr>
              <p:nvPr/>
            </p:nvSpPr>
            <p:spPr bwMode="auto">
              <a:xfrm>
                <a:off x="6424612" y="2465388"/>
                <a:ext cx="550862" cy="2203450"/>
              </a:xfrm>
              <a:custGeom>
                <a:avLst/>
                <a:gdLst>
                  <a:gd name="T0" fmla="*/ 16 w 347"/>
                  <a:gd name="T1" fmla="*/ 1014 h 1388"/>
                  <a:gd name="T2" fmla="*/ 347 w 347"/>
                  <a:gd name="T3" fmla="*/ 1388 h 1388"/>
                  <a:gd name="T4" fmla="*/ 0 w 347"/>
                  <a:gd name="T5" fmla="*/ 1024 h 1388"/>
                  <a:gd name="T6" fmla="*/ 0 w 347"/>
                  <a:gd name="T7" fmla="*/ 0 h 1388"/>
                  <a:gd name="T8" fmla="*/ 16 w 347"/>
                  <a:gd name="T9" fmla="*/ 1014 h 1388"/>
                </a:gdLst>
                <a:ahLst/>
                <a:cxnLst>
                  <a:cxn ang="0">
                    <a:pos x="T0" y="T1"/>
                  </a:cxn>
                  <a:cxn ang="0">
                    <a:pos x="T2" y="T3"/>
                  </a:cxn>
                  <a:cxn ang="0">
                    <a:pos x="T4" y="T5"/>
                  </a:cxn>
                  <a:cxn ang="0">
                    <a:pos x="T6" y="T7"/>
                  </a:cxn>
                  <a:cxn ang="0">
                    <a:pos x="T8" y="T9"/>
                  </a:cxn>
                </a:cxnLst>
                <a:rect l="0" t="0" r="r" b="b"/>
                <a:pathLst>
                  <a:path w="347" h="1388">
                    <a:moveTo>
                      <a:pt x="16" y="1014"/>
                    </a:moveTo>
                    <a:lnTo>
                      <a:pt x="347" y="1388"/>
                    </a:lnTo>
                    <a:lnTo>
                      <a:pt x="0" y="1024"/>
                    </a:lnTo>
                    <a:lnTo>
                      <a:pt x="0" y="0"/>
                    </a:lnTo>
                    <a:lnTo>
                      <a:pt x="16" y="1014"/>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8" name="Freeform 13">
                <a:extLst>
                  <a:ext uri="{FF2B5EF4-FFF2-40B4-BE49-F238E27FC236}">
                    <a16:creationId xmlns:a16="http://schemas.microsoft.com/office/drawing/2014/main" id="{E3E8B23B-524F-4741-8C61-B625DA0A0739}"/>
                  </a:ext>
                </a:extLst>
              </p:cNvPr>
              <p:cNvSpPr>
                <a:spLocks/>
              </p:cNvSpPr>
              <p:nvPr/>
            </p:nvSpPr>
            <p:spPr bwMode="auto">
              <a:xfrm>
                <a:off x="6424612" y="2465388"/>
                <a:ext cx="550862" cy="2203450"/>
              </a:xfrm>
              <a:custGeom>
                <a:avLst/>
                <a:gdLst>
                  <a:gd name="T0" fmla="*/ 347 w 347"/>
                  <a:gd name="T1" fmla="*/ 345 h 1388"/>
                  <a:gd name="T2" fmla="*/ 347 w 347"/>
                  <a:gd name="T3" fmla="*/ 1388 h 1388"/>
                  <a:gd name="T4" fmla="*/ 0 w 347"/>
                  <a:gd name="T5" fmla="*/ 1024 h 1388"/>
                  <a:gd name="T6" fmla="*/ 0 w 347"/>
                  <a:gd name="T7" fmla="*/ 0 h 1388"/>
                  <a:gd name="T8" fmla="*/ 347 w 347"/>
                  <a:gd name="T9" fmla="*/ 345 h 1388"/>
                </a:gdLst>
                <a:ahLst/>
                <a:cxnLst>
                  <a:cxn ang="0">
                    <a:pos x="T0" y="T1"/>
                  </a:cxn>
                  <a:cxn ang="0">
                    <a:pos x="T2" y="T3"/>
                  </a:cxn>
                  <a:cxn ang="0">
                    <a:pos x="T4" y="T5"/>
                  </a:cxn>
                  <a:cxn ang="0">
                    <a:pos x="T6" y="T7"/>
                  </a:cxn>
                  <a:cxn ang="0">
                    <a:pos x="T8" y="T9"/>
                  </a:cxn>
                </a:cxnLst>
                <a:rect l="0" t="0" r="r" b="b"/>
                <a:pathLst>
                  <a:path w="347" h="1388">
                    <a:moveTo>
                      <a:pt x="347" y="345"/>
                    </a:moveTo>
                    <a:lnTo>
                      <a:pt x="347" y="1388"/>
                    </a:lnTo>
                    <a:lnTo>
                      <a:pt x="0" y="1024"/>
                    </a:lnTo>
                    <a:lnTo>
                      <a:pt x="0" y="0"/>
                    </a:lnTo>
                    <a:lnTo>
                      <a:pt x="347" y="345"/>
                    </a:lnTo>
                    <a:close/>
                  </a:path>
                </a:pathLst>
              </a:custGeom>
              <a:solidFill>
                <a:srgbClr val="080808">
                  <a:alpha val="10000"/>
                </a:srgb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39" name="Arrow_03">
            <a:extLst>
              <a:ext uri="{FF2B5EF4-FFF2-40B4-BE49-F238E27FC236}">
                <a16:creationId xmlns:a16="http://schemas.microsoft.com/office/drawing/2014/main" id="{12F0C644-6D4E-410A-97C3-89282049322F}"/>
              </a:ext>
            </a:extLst>
          </p:cNvPr>
          <p:cNvGrpSpPr/>
          <p:nvPr/>
        </p:nvGrpSpPr>
        <p:grpSpPr>
          <a:xfrm>
            <a:off x="4280640" y="998855"/>
            <a:ext cx="2730604" cy="3217130"/>
            <a:chOff x="2643188" y="1875887"/>
            <a:chExt cx="2366531" cy="2788188"/>
          </a:xfrm>
        </p:grpSpPr>
        <p:sp>
          <p:nvSpPr>
            <p:cNvPr id="40" name="Freeform 5">
              <a:extLst>
                <a:ext uri="{FF2B5EF4-FFF2-40B4-BE49-F238E27FC236}">
                  <a16:creationId xmlns:a16="http://schemas.microsoft.com/office/drawing/2014/main" id="{85006BE9-F0A0-44DE-B646-E84E55746482}"/>
                </a:ext>
              </a:extLst>
            </p:cNvPr>
            <p:cNvSpPr>
              <a:spLocks/>
            </p:cNvSpPr>
            <p:nvPr/>
          </p:nvSpPr>
          <p:spPr bwMode="auto">
            <a:xfrm>
              <a:off x="2643188" y="2465388"/>
              <a:ext cx="1143000" cy="1100138"/>
            </a:xfrm>
            <a:custGeom>
              <a:avLst/>
              <a:gdLst>
                <a:gd name="T0" fmla="*/ 0 w 720"/>
                <a:gd name="T1" fmla="*/ 0 h 693"/>
                <a:gd name="T2" fmla="*/ 0 w 720"/>
                <a:gd name="T3" fmla="*/ 121 h 693"/>
                <a:gd name="T4" fmla="*/ 573 w 720"/>
                <a:gd name="T5" fmla="*/ 693 h 693"/>
                <a:gd name="T6" fmla="*/ 720 w 720"/>
                <a:gd name="T7" fmla="*/ 693 h 693"/>
                <a:gd name="T8" fmla="*/ 720 w 720"/>
                <a:gd name="T9" fmla="*/ 0 h 693"/>
                <a:gd name="T10" fmla="*/ 0 w 720"/>
                <a:gd name="T11" fmla="*/ 0 h 693"/>
              </a:gdLst>
              <a:ahLst/>
              <a:cxnLst>
                <a:cxn ang="0">
                  <a:pos x="T0" y="T1"/>
                </a:cxn>
                <a:cxn ang="0">
                  <a:pos x="T2" y="T3"/>
                </a:cxn>
                <a:cxn ang="0">
                  <a:pos x="T4" y="T5"/>
                </a:cxn>
                <a:cxn ang="0">
                  <a:pos x="T6" y="T7"/>
                </a:cxn>
                <a:cxn ang="0">
                  <a:pos x="T8" y="T9"/>
                </a:cxn>
                <a:cxn ang="0">
                  <a:pos x="T10" y="T11"/>
                </a:cxn>
              </a:cxnLst>
              <a:rect l="0" t="0" r="r" b="b"/>
              <a:pathLst>
                <a:path w="720" h="693">
                  <a:moveTo>
                    <a:pt x="0" y="0"/>
                  </a:moveTo>
                  <a:lnTo>
                    <a:pt x="0" y="121"/>
                  </a:lnTo>
                  <a:lnTo>
                    <a:pt x="573" y="693"/>
                  </a:lnTo>
                  <a:lnTo>
                    <a:pt x="720" y="693"/>
                  </a:lnTo>
                  <a:lnTo>
                    <a:pt x="720" y="0"/>
                  </a:lnTo>
                  <a:lnTo>
                    <a:pt x="0"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1" name="Shadow">
              <a:extLst>
                <a:ext uri="{FF2B5EF4-FFF2-40B4-BE49-F238E27FC236}">
                  <a16:creationId xmlns:a16="http://schemas.microsoft.com/office/drawing/2014/main" id="{BB004CB9-1288-4EAE-9F8A-0B64442AE64B}"/>
                </a:ext>
              </a:extLst>
            </p:cNvPr>
            <p:cNvGrpSpPr/>
            <p:nvPr/>
          </p:nvGrpSpPr>
          <p:grpSpPr>
            <a:xfrm rot="18900000">
              <a:off x="2859083" y="2328869"/>
              <a:ext cx="269875" cy="1705769"/>
              <a:chOff x="1390652" y="2150666"/>
              <a:chExt cx="269875" cy="1705769"/>
            </a:xfrm>
          </p:grpSpPr>
          <p:sp>
            <p:nvSpPr>
              <p:cNvPr id="48" name="Freeform 14">
                <a:extLst>
                  <a:ext uri="{FF2B5EF4-FFF2-40B4-BE49-F238E27FC236}">
                    <a16:creationId xmlns:a16="http://schemas.microsoft.com/office/drawing/2014/main" id="{E38F64C5-6900-4CD2-B7EB-A1F3B2EC45F5}"/>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6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9" name="Rectangle 48">
                <a:extLst>
                  <a:ext uri="{FF2B5EF4-FFF2-40B4-BE49-F238E27FC236}">
                    <a16:creationId xmlns:a16="http://schemas.microsoft.com/office/drawing/2014/main" id="{8EF273FB-D1C2-4CE5-948E-4AA93EF1FBF1}"/>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42" name="Group 41">
              <a:extLst>
                <a:ext uri="{FF2B5EF4-FFF2-40B4-BE49-F238E27FC236}">
                  <a16:creationId xmlns:a16="http://schemas.microsoft.com/office/drawing/2014/main" id="{B47F4475-468E-408E-8204-0DBB60D6AD6B}"/>
                </a:ext>
              </a:extLst>
            </p:cNvPr>
            <p:cNvGrpSpPr/>
            <p:nvPr/>
          </p:nvGrpSpPr>
          <p:grpSpPr>
            <a:xfrm>
              <a:off x="3608402" y="1875887"/>
              <a:ext cx="1401317" cy="2788188"/>
              <a:chOff x="6256352" y="1880650"/>
              <a:chExt cx="1401317" cy="2788188"/>
            </a:xfrm>
          </p:grpSpPr>
          <p:sp>
            <p:nvSpPr>
              <p:cNvPr id="43" name="Right Triangle 34">
                <a:extLst>
                  <a:ext uri="{FF2B5EF4-FFF2-40B4-BE49-F238E27FC236}">
                    <a16:creationId xmlns:a16="http://schemas.microsoft.com/office/drawing/2014/main" id="{CBD070B4-D4AB-4C44-A6BF-A1129B1B6C4E}"/>
                  </a:ext>
                </a:extLst>
              </p:cNvPr>
              <p:cNvSpPr/>
              <p:nvPr/>
            </p:nvSpPr>
            <p:spPr>
              <a:xfrm rot="16200000">
                <a:off x="5311710" y="2825292"/>
                <a:ext cx="2205580" cy="316295"/>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7060 w 3225074"/>
                  <a:gd name="connsiteY0" fmla="*/ 324882 h 324882"/>
                  <a:gd name="connsiteX1" fmla="*/ 0 w 3225074"/>
                  <a:gd name="connsiteY1" fmla="*/ 0 h 324882"/>
                  <a:gd name="connsiteX2" fmla="*/ 3225074 w 3225074"/>
                  <a:gd name="connsiteY2" fmla="*/ 258207 h 324882"/>
                  <a:gd name="connsiteX3" fmla="*/ 7060 w 3225074"/>
                  <a:gd name="connsiteY3" fmla="*/ 324882 h 324882"/>
                  <a:gd name="connsiteX0" fmla="*/ 7061 w 3225075"/>
                  <a:gd name="connsiteY0" fmla="*/ 309353 h 309353"/>
                  <a:gd name="connsiteX1" fmla="*/ 0 w 3225075"/>
                  <a:gd name="connsiteY1" fmla="*/ 0 h 309353"/>
                  <a:gd name="connsiteX2" fmla="*/ 3225075 w 3225075"/>
                  <a:gd name="connsiteY2" fmla="*/ 242678 h 309353"/>
                  <a:gd name="connsiteX3" fmla="*/ 7061 w 3225075"/>
                  <a:gd name="connsiteY3" fmla="*/ 309353 h 309353"/>
                </a:gdLst>
                <a:ahLst/>
                <a:cxnLst>
                  <a:cxn ang="0">
                    <a:pos x="connsiteX0" y="connsiteY0"/>
                  </a:cxn>
                  <a:cxn ang="0">
                    <a:pos x="connsiteX1" y="connsiteY1"/>
                  </a:cxn>
                  <a:cxn ang="0">
                    <a:pos x="connsiteX2" y="connsiteY2"/>
                  </a:cxn>
                  <a:cxn ang="0">
                    <a:pos x="connsiteX3" y="connsiteY3"/>
                  </a:cxn>
                </a:cxnLst>
                <a:rect l="l" t="t" r="r" b="b"/>
                <a:pathLst>
                  <a:path w="3225075" h="309353">
                    <a:moveTo>
                      <a:pt x="7061" y="309353"/>
                    </a:moveTo>
                    <a:lnTo>
                      <a:pt x="0" y="0"/>
                    </a:lnTo>
                    <a:lnTo>
                      <a:pt x="3225075" y="242678"/>
                    </a:lnTo>
                    <a:lnTo>
                      <a:pt x="7061" y="309353"/>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4" name="Right Triangle 34">
                <a:extLst>
                  <a:ext uri="{FF2B5EF4-FFF2-40B4-BE49-F238E27FC236}">
                    <a16:creationId xmlns:a16="http://schemas.microsoft.com/office/drawing/2014/main" id="{F84E6F22-92D8-4DFE-93C8-C2F60DE7F9BE}"/>
                  </a:ext>
                </a:extLst>
              </p:cNvPr>
              <p:cNvSpPr/>
              <p:nvPr/>
            </p:nvSpPr>
            <p:spPr>
              <a:xfrm rot="16200000" flipV="1">
                <a:off x="7030710" y="3526936"/>
                <a:ext cx="995483" cy="258435"/>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0 w 3218014"/>
                  <a:gd name="connsiteY0" fmla="*/ 424161 h 424161"/>
                  <a:gd name="connsiteX1" fmla="*/ 127207 w 3218014"/>
                  <a:gd name="connsiteY1" fmla="*/ 0 h 424161"/>
                  <a:gd name="connsiteX2" fmla="*/ 3218014 w 3218014"/>
                  <a:gd name="connsiteY2" fmla="*/ 357486 h 424161"/>
                  <a:gd name="connsiteX3" fmla="*/ 0 w 3218014"/>
                  <a:gd name="connsiteY3" fmla="*/ 424161 h 424161"/>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366517"/>
                  <a:gd name="connsiteY0" fmla="*/ 353996 h 353996"/>
                  <a:gd name="connsiteX1" fmla="*/ 226208 w 3366517"/>
                  <a:gd name="connsiteY1" fmla="*/ 0 h 353996"/>
                  <a:gd name="connsiteX2" fmla="*/ 3366517 w 3366517"/>
                  <a:gd name="connsiteY2" fmla="*/ 269779 h 353996"/>
                  <a:gd name="connsiteX3" fmla="*/ 0 w 3366517"/>
                  <a:gd name="connsiteY3" fmla="*/ 353996 h 353996"/>
                  <a:gd name="connsiteX0" fmla="*/ 0 w 3449021"/>
                  <a:gd name="connsiteY0" fmla="*/ 353996 h 353996"/>
                  <a:gd name="connsiteX1" fmla="*/ 226208 w 3449021"/>
                  <a:gd name="connsiteY1" fmla="*/ 0 h 353996"/>
                  <a:gd name="connsiteX2" fmla="*/ 3449021 w 3449021"/>
                  <a:gd name="connsiteY2" fmla="*/ 290245 h 353996"/>
                  <a:gd name="connsiteX3" fmla="*/ 0 w 3449021"/>
                  <a:gd name="connsiteY3" fmla="*/ 353996 h 353996"/>
                  <a:gd name="connsiteX0" fmla="*/ 0 w 3449021"/>
                  <a:gd name="connsiteY0" fmla="*/ 321837 h 321837"/>
                  <a:gd name="connsiteX1" fmla="*/ 94203 w 3449021"/>
                  <a:gd name="connsiteY1" fmla="*/ 0 h 321837"/>
                  <a:gd name="connsiteX2" fmla="*/ 3449021 w 3449021"/>
                  <a:gd name="connsiteY2" fmla="*/ 258086 h 321837"/>
                  <a:gd name="connsiteX3" fmla="*/ 0 w 3449021"/>
                  <a:gd name="connsiteY3" fmla="*/ 321837 h 321837"/>
                  <a:gd name="connsiteX0" fmla="*/ 0 w 3449021"/>
                  <a:gd name="connsiteY0" fmla="*/ 324761 h 324761"/>
                  <a:gd name="connsiteX1" fmla="*/ 36450 w 3449021"/>
                  <a:gd name="connsiteY1" fmla="*/ 0 h 324761"/>
                  <a:gd name="connsiteX2" fmla="*/ 3449021 w 3449021"/>
                  <a:gd name="connsiteY2" fmla="*/ 261010 h 324761"/>
                  <a:gd name="connsiteX3" fmla="*/ 0 w 3449021"/>
                  <a:gd name="connsiteY3" fmla="*/ 324761 h 324761"/>
                  <a:gd name="connsiteX0" fmla="*/ 21308 w 3470329"/>
                  <a:gd name="connsiteY0" fmla="*/ 351074 h 351074"/>
                  <a:gd name="connsiteX1" fmla="*/ 2 w 3470329"/>
                  <a:gd name="connsiteY1" fmla="*/ 0 h 351074"/>
                  <a:gd name="connsiteX2" fmla="*/ 3470329 w 3470329"/>
                  <a:gd name="connsiteY2" fmla="*/ 287323 h 351074"/>
                  <a:gd name="connsiteX3" fmla="*/ 21308 w 3470329"/>
                  <a:gd name="connsiteY3" fmla="*/ 351074 h 351074"/>
                  <a:gd name="connsiteX0" fmla="*/ 1 w 3449022"/>
                  <a:gd name="connsiteY0" fmla="*/ 327426 h 327426"/>
                  <a:gd name="connsiteX1" fmla="*/ 197970 w 3449022"/>
                  <a:gd name="connsiteY1" fmla="*/ 0 h 327426"/>
                  <a:gd name="connsiteX2" fmla="*/ 3449022 w 3449022"/>
                  <a:gd name="connsiteY2" fmla="*/ 263675 h 327426"/>
                  <a:gd name="connsiteX3" fmla="*/ 1 w 3449022"/>
                  <a:gd name="connsiteY3" fmla="*/ 327426 h 327426"/>
                  <a:gd name="connsiteX0" fmla="*/ 1 w 3449022"/>
                  <a:gd name="connsiteY0" fmla="*/ 317291 h 317291"/>
                  <a:gd name="connsiteX1" fmla="*/ 197968 w 3449022"/>
                  <a:gd name="connsiteY1" fmla="*/ 0 h 317291"/>
                  <a:gd name="connsiteX2" fmla="*/ 3449022 w 3449022"/>
                  <a:gd name="connsiteY2" fmla="*/ 253540 h 317291"/>
                  <a:gd name="connsiteX3" fmla="*/ 1 w 3449022"/>
                  <a:gd name="connsiteY3" fmla="*/ 317291 h 317291"/>
                </a:gdLst>
                <a:ahLst/>
                <a:cxnLst>
                  <a:cxn ang="0">
                    <a:pos x="connsiteX0" y="connsiteY0"/>
                  </a:cxn>
                  <a:cxn ang="0">
                    <a:pos x="connsiteX1" y="connsiteY1"/>
                  </a:cxn>
                  <a:cxn ang="0">
                    <a:pos x="connsiteX2" y="connsiteY2"/>
                  </a:cxn>
                  <a:cxn ang="0">
                    <a:pos x="connsiteX3" y="connsiteY3"/>
                  </a:cxn>
                </a:cxnLst>
                <a:rect l="l" t="t" r="r" b="b"/>
                <a:pathLst>
                  <a:path w="3449022" h="317291">
                    <a:moveTo>
                      <a:pt x="1" y="317291"/>
                    </a:moveTo>
                    <a:lnTo>
                      <a:pt x="197968" y="0"/>
                    </a:lnTo>
                    <a:lnTo>
                      <a:pt x="3449022" y="253540"/>
                    </a:lnTo>
                    <a:lnTo>
                      <a:pt x="1" y="317291"/>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5" name="Freeform 11">
                <a:extLst>
                  <a:ext uri="{FF2B5EF4-FFF2-40B4-BE49-F238E27FC236}">
                    <a16:creationId xmlns:a16="http://schemas.microsoft.com/office/drawing/2014/main" id="{AC4887B4-AA0B-4E8C-B581-D7EFAF1A2811}"/>
                  </a:ext>
                </a:extLst>
              </p:cNvPr>
              <p:cNvSpPr>
                <a:spLocks/>
              </p:cNvSpPr>
              <p:nvPr/>
            </p:nvSpPr>
            <p:spPr bwMode="auto">
              <a:xfrm>
                <a:off x="6424612" y="2465388"/>
                <a:ext cx="1101725" cy="2203450"/>
              </a:xfrm>
              <a:custGeom>
                <a:avLst/>
                <a:gdLst>
                  <a:gd name="T0" fmla="*/ 694 w 694"/>
                  <a:gd name="T1" fmla="*/ 1024 h 1388"/>
                  <a:gd name="T2" fmla="*/ 347 w 694"/>
                  <a:gd name="T3" fmla="*/ 1388 h 1388"/>
                  <a:gd name="T4" fmla="*/ 0 w 694"/>
                  <a:gd name="T5" fmla="*/ 1024 h 1388"/>
                  <a:gd name="T6" fmla="*/ 0 w 694"/>
                  <a:gd name="T7" fmla="*/ 0 h 1388"/>
                  <a:gd name="T8" fmla="*/ 694 w 694"/>
                  <a:gd name="T9" fmla="*/ 693 h 1388"/>
                  <a:gd name="T10" fmla="*/ 694 w 694"/>
                  <a:gd name="T11" fmla="*/ 1024 h 1388"/>
                </a:gdLst>
                <a:ahLst/>
                <a:cxnLst>
                  <a:cxn ang="0">
                    <a:pos x="T0" y="T1"/>
                  </a:cxn>
                  <a:cxn ang="0">
                    <a:pos x="T2" y="T3"/>
                  </a:cxn>
                  <a:cxn ang="0">
                    <a:pos x="T4" y="T5"/>
                  </a:cxn>
                  <a:cxn ang="0">
                    <a:pos x="T6" y="T7"/>
                  </a:cxn>
                  <a:cxn ang="0">
                    <a:pos x="T8" y="T9"/>
                  </a:cxn>
                  <a:cxn ang="0">
                    <a:pos x="T10" y="T11"/>
                  </a:cxn>
                </a:cxnLst>
                <a:rect l="0" t="0" r="r" b="b"/>
                <a:pathLst>
                  <a:path w="694" h="1388">
                    <a:moveTo>
                      <a:pt x="694" y="1024"/>
                    </a:moveTo>
                    <a:lnTo>
                      <a:pt x="347" y="1388"/>
                    </a:lnTo>
                    <a:lnTo>
                      <a:pt x="0" y="1024"/>
                    </a:lnTo>
                    <a:lnTo>
                      <a:pt x="0" y="0"/>
                    </a:lnTo>
                    <a:lnTo>
                      <a:pt x="694" y="693"/>
                    </a:lnTo>
                    <a:lnTo>
                      <a:pt x="694" y="1024"/>
                    </a:lnTo>
                    <a:close/>
                  </a:path>
                </a:pathLst>
              </a:custGeom>
              <a:gradFill flip="none" rotWithShape="1">
                <a:gsLst>
                  <a:gs pos="30000">
                    <a:schemeClr val="accent4">
                      <a:lumMod val="20000"/>
                      <a:lumOff val="80000"/>
                    </a:schemeClr>
                  </a:gs>
                  <a:gs pos="100000">
                    <a:schemeClr val="accent4">
                      <a:lumMod val="60000"/>
                      <a:lumOff val="40000"/>
                    </a:schemeClr>
                  </a:gs>
                  <a:gs pos="62000">
                    <a:schemeClr val="accent4"/>
                  </a:gs>
                  <a:gs pos="40000">
                    <a:schemeClr val="accent4">
                      <a:lumMod val="75000"/>
                    </a:schemeClr>
                  </a:gs>
                </a:gsLst>
                <a:lin ang="798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6" name="Freeform 12">
                <a:extLst>
                  <a:ext uri="{FF2B5EF4-FFF2-40B4-BE49-F238E27FC236}">
                    <a16:creationId xmlns:a16="http://schemas.microsoft.com/office/drawing/2014/main" id="{94F5AE43-57AE-4C5F-B70A-530FABBB500B}"/>
                  </a:ext>
                </a:extLst>
              </p:cNvPr>
              <p:cNvSpPr>
                <a:spLocks/>
              </p:cNvSpPr>
              <p:nvPr/>
            </p:nvSpPr>
            <p:spPr bwMode="auto">
              <a:xfrm>
                <a:off x="6424612" y="2465388"/>
                <a:ext cx="550862" cy="2203450"/>
              </a:xfrm>
              <a:custGeom>
                <a:avLst/>
                <a:gdLst>
                  <a:gd name="T0" fmla="*/ 16 w 347"/>
                  <a:gd name="T1" fmla="*/ 1014 h 1388"/>
                  <a:gd name="T2" fmla="*/ 347 w 347"/>
                  <a:gd name="T3" fmla="*/ 1388 h 1388"/>
                  <a:gd name="T4" fmla="*/ 0 w 347"/>
                  <a:gd name="T5" fmla="*/ 1024 h 1388"/>
                  <a:gd name="T6" fmla="*/ 0 w 347"/>
                  <a:gd name="T7" fmla="*/ 0 h 1388"/>
                  <a:gd name="T8" fmla="*/ 16 w 347"/>
                  <a:gd name="T9" fmla="*/ 1014 h 1388"/>
                </a:gdLst>
                <a:ahLst/>
                <a:cxnLst>
                  <a:cxn ang="0">
                    <a:pos x="T0" y="T1"/>
                  </a:cxn>
                  <a:cxn ang="0">
                    <a:pos x="T2" y="T3"/>
                  </a:cxn>
                  <a:cxn ang="0">
                    <a:pos x="T4" y="T5"/>
                  </a:cxn>
                  <a:cxn ang="0">
                    <a:pos x="T6" y="T7"/>
                  </a:cxn>
                  <a:cxn ang="0">
                    <a:pos x="T8" y="T9"/>
                  </a:cxn>
                </a:cxnLst>
                <a:rect l="0" t="0" r="r" b="b"/>
                <a:pathLst>
                  <a:path w="347" h="1388">
                    <a:moveTo>
                      <a:pt x="16" y="1014"/>
                    </a:moveTo>
                    <a:lnTo>
                      <a:pt x="347" y="1388"/>
                    </a:lnTo>
                    <a:lnTo>
                      <a:pt x="0" y="1024"/>
                    </a:lnTo>
                    <a:lnTo>
                      <a:pt x="0" y="0"/>
                    </a:lnTo>
                    <a:lnTo>
                      <a:pt x="16" y="1014"/>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7" name="Freeform 13">
                <a:extLst>
                  <a:ext uri="{FF2B5EF4-FFF2-40B4-BE49-F238E27FC236}">
                    <a16:creationId xmlns:a16="http://schemas.microsoft.com/office/drawing/2014/main" id="{0CE4A185-775B-4B24-8BB4-9008716D452A}"/>
                  </a:ext>
                </a:extLst>
              </p:cNvPr>
              <p:cNvSpPr>
                <a:spLocks/>
              </p:cNvSpPr>
              <p:nvPr/>
            </p:nvSpPr>
            <p:spPr bwMode="auto">
              <a:xfrm>
                <a:off x="6424612" y="2465388"/>
                <a:ext cx="550862" cy="2203450"/>
              </a:xfrm>
              <a:custGeom>
                <a:avLst/>
                <a:gdLst>
                  <a:gd name="T0" fmla="*/ 347 w 347"/>
                  <a:gd name="T1" fmla="*/ 345 h 1388"/>
                  <a:gd name="T2" fmla="*/ 347 w 347"/>
                  <a:gd name="T3" fmla="*/ 1388 h 1388"/>
                  <a:gd name="T4" fmla="*/ 0 w 347"/>
                  <a:gd name="T5" fmla="*/ 1024 h 1388"/>
                  <a:gd name="T6" fmla="*/ 0 w 347"/>
                  <a:gd name="T7" fmla="*/ 0 h 1388"/>
                  <a:gd name="T8" fmla="*/ 347 w 347"/>
                  <a:gd name="T9" fmla="*/ 345 h 1388"/>
                </a:gdLst>
                <a:ahLst/>
                <a:cxnLst>
                  <a:cxn ang="0">
                    <a:pos x="T0" y="T1"/>
                  </a:cxn>
                  <a:cxn ang="0">
                    <a:pos x="T2" y="T3"/>
                  </a:cxn>
                  <a:cxn ang="0">
                    <a:pos x="T4" y="T5"/>
                  </a:cxn>
                  <a:cxn ang="0">
                    <a:pos x="T6" y="T7"/>
                  </a:cxn>
                  <a:cxn ang="0">
                    <a:pos x="T8" y="T9"/>
                  </a:cxn>
                </a:cxnLst>
                <a:rect l="0" t="0" r="r" b="b"/>
                <a:pathLst>
                  <a:path w="347" h="1388">
                    <a:moveTo>
                      <a:pt x="347" y="345"/>
                    </a:moveTo>
                    <a:lnTo>
                      <a:pt x="347" y="1388"/>
                    </a:lnTo>
                    <a:lnTo>
                      <a:pt x="0" y="1024"/>
                    </a:lnTo>
                    <a:lnTo>
                      <a:pt x="0" y="0"/>
                    </a:lnTo>
                    <a:lnTo>
                      <a:pt x="347" y="345"/>
                    </a:lnTo>
                    <a:close/>
                  </a:path>
                </a:pathLst>
              </a:custGeom>
              <a:solidFill>
                <a:srgbClr val="080808">
                  <a:alpha val="10000"/>
                </a:srgb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37" name="Arrow_02">
            <a:extLst>
              <a:ext uri="{FF2B5EF4-FFF2-40B4-BE49-F238E27FC236}">
                <a16:creationId xmlns:a16="http://schemas.microsoft.com/office/drawing/2014/main" id="{3FC46466-6AA7-4A0E-8DDB-0A4785B768F6}"/>
              </a:ext>
            </a:extLst>
          </p:cNvPr>
          <p:cNvGrpSpPr/>
          <p:nvPr/>
        </p:nvGrpSpPr>
        <p:grpSpPr>
          <a:xfrm>
            <a:off x="2558343" y="998855"/>
            <a:ext cx="2740128" cy="3217130"/>
            <a:chOff x="2643188" y="1875887"/>
            <a:chExt cx="2374786" cy="2788188"/>
          </a:xfrm>
        </p:grpSpPr>
        <p:sp>
          <p:nvSpPr>
            <p:cNvPr id="6" name="Freeform 5">
              <a:extLst>
                <a:ext uri="{FF2B5EF4-FFF2-40B4-BE49-F238E27FC236}">
                  <a16:creationId xmlns:a16="http://schemas.microsoft.com/office/drawing/2014/main" id="{DAD9838B-5BDA-436D-9E01-426E3B1D6966}"/>
                </a:ext>
              </a:extLst>
            </p:cNvPr>
            <p:cNvSpPr>
              <a:spLocks/>
            </p:cNvSpPr>
            <p:nvPr/>
          </p:nvSpPr>
          <p:spPr bwMode="auto">
            <a:xfrm>
              <a:off x="2643188" y="2465388"/>
              <a:ext cx="1143000" cy="1100138"/>
            </a:xfrm>
            <a:custGeom>
              <a:avLst/>
              <a:gdLst>
                <a:gd name="T0" fmla="*/ 0 w 720"/>
                <a:gd name="T1" fmla="*/ 0 h 693"/>
                <a:gd name="T2" fmla="*/ 0 w 720"/>
                <a:gd name="T3" fmla="*/ 121 h 693"/>
                <a:gd name="T4" fmla="*/ 573 w 720"/>
                <a:gd name="T5" fmla="*/ 693 h 693"/>
                <a:gd name="T6" fmla="*/ 720 w 720"/>
                <a:gd name="T7" fmla="*/ 693 h 693"/>
                <a:gd name="T8" fmla="*/ 720 w 720"/>
                <a:gd name="T9" fmla="*/ 0 h 693"/>
                <a:gd name="T10" fmla="*/ 0 w 720"/>
                <a:gd name="T11" fmla="*/ 0 h 693"/>
              </a:gdLst>
              <a:ahLst/>
              <a:cxnLst>
                <a:cxn ang="0">
                  <a:pos x="T0" y="T1"/>
                </a:cxn>
                <a:cxn ang="0">
                  <a:pos x="T2" y="T3"/>
                </a:cxn>
                <a:cxn ang="0">
                  <a:pos x="T4" y="T5"/>
                </a:cxn>
                <a:cxn ang="0">
                  <a:pos x="T6" y="T7"/>
                </a:cxn>
                <a:cxn ang="0">
                  <a:pos x="T8" y="T9"/>
                </a:cxn>
                <a:cxn ang="0">
                  <a:pos x="T10" y="T11"/>
                </a:cxn>
              </a:cxnLst>
              <a:rect l="0" t="0" r="r" b="b"/>
              <a:pathLst>
                <a:path w="720" h="693">
                  <a:moveTo>
                    <a:pt x="0" y="0"/>
                  </a:moveTo>
                  <a:lnTo>
                    <a:pt x="0" y="121"/>
                  </a:lnTo>
                  <a:lnTo>
                    <a:pt x="573" y="693"/>
                  </a:lnTo>
                  <a:lnTo>
                    <a:pt x="720" y="693"/>
                  </a:lnTo>
                  <a:lnTo>
                    <a:pt x="720" y="0"/>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7" name="Shadow">
              <a:extLst>
                <a:ext uri="{FF2B5EF4-FFF2-40B4-BE49-F238E27FC236}">
                  <a16:creationId xmlns:a16="http://schemas.microsoft.com/office/drawing/2014/main" id="{D711C3B1-DFD1-4FF3-8C76-5D09AD1FB53D}"/>
                </a:ext>
              </a:extLst>
            </p:cNvPr>
            <p:cNvGrpSpPr/>
            <p:nvPr/>
          </p:nvGrpSpPr>
          <p:grpSpPr>
            <a:xfrm rot="18900000">
              <a:off x="2859083" y="2328869"/>
              <a:ext cx="269875" cy="1705769"/>
              <a:chOff x="1390652" y="2150666"/>
              <a:chExt cx="269875" cy="1705769"/>
            </a:xfrm>
          </p:grpSpPr>
          <p:sp>
            <p:nvSpPr>
              <p:cNvPr id="28" name="Freeform 14">
                <a:extLst>
                  <a:ext uri="{FF2B5EF4-FFF2-40B4-BE49-F238E27FC236}">
                    <a16:creationId xmlns:a16="http://schemas.microsoft.com/office/drawing/2014/main" id="{8A10715F-C877-41AB-9792-0F762FBDA54B}"/>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6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29" name="Rectangle 28">
                <a:extLst>
                  <a:ext uri="{FF2B5EF4-FFF2-40B4-BE49-F238E27FC236}">
                    <a16:creationId xmlns:a16="http://schemas.microsoft.com/office/drawing/2014/main" id="{815396AC-749D-410B-B642-40910BDF38CF}"/>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36" name="Group 35">
              <a:extLst>
                <a:ext uri="{FF2B5EF4-FFF2-40B4-BE49-F238E27FC236}">
                  <a16:creationId xmlns:a16="http://schemas.microsoft.com/office/drawing/2014/main" id="{9B37272F-9CBA-44E3-BCC8-89F9F2E25A20}"/>
                </a:ext>
              </a:extLst>
            </p:cNvPr>
            <p:cNvGrpSpPr/>
            <p:nvPr/>
          </p:nvGrpSpPr>
          <p:grpSpPr>
            <a:xfrm>
              <a:off x="3608402" y="1875887"/>
              <a:ext cx="1409572" cy="2788188"/>
              <a:chOff x="6256352" y="1880650"/>
              <a:chExt cx="1409572" cy="2788188"/>
            </a:xfrm>
          </p:grpSpPr>
          <p:sp>
            <p:nvSpPr>
              <p:cNvPr id="31" name="Right Triangle 34">
                <a:extLst>
                  <a:ext uri="{FF2B5EF4-FFF2-40B4-BE49-F238E27FC236}">
                    <a16:creationId xmlns:a16="http://schemas.microsoft.com/office/drawing/2014/main" id="{2FCDE6AA-BCF0-42D8-A530-509513540A7B}"/>
                  </a:ext>
                </a:extLst>
              </p:cNvPr>
              <p:cNvSpPr/>
              <p:nvPr/>
            </p:nvSpPr>
            <p:spPr>
              <a:xfrm rot="16200000">
                <a:off x="5311710" y="2825292"/>
                <a:ext cx="2205580" cy="316295"/>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7060 w 3225074"/>
                  <a:gd name="connsiteY0" fmla="*/ 324882 h 324882"/>
                  <a:gd name="connsiteX1" fmla="*/ 0 w 3225074"/>
                  <a:gd name="connsiteY1" fmla="*/ 0 h 324882"/>
                  <a:gd name="connsiteX2" fmla="*/ 3225074 w 3225074"/>
                  <a:gd name="connsiteY2" fmla="*/ 258207 h 324882"/>
                  <a:gd name="connsiteX3" fmla="*/ 7060 w 3225074"/>
                  <a:gd name="connsiteY3" fmla="*/ 324882 h 324882"/>
                  <a:gd name="connsiteX0" fmla="*/ 7061 w 3225075"/>
                  <a:gd name="connsiteY0" fmla="*/ 309353 h 309353"/>
                  <a:gd name="connsiteX1" fmla="*/ 0 w 3225075"/>
                  <a:gd name="connsiteY1" fmla="*/ 0 h 309353"/>
                  <a:gd name="connsiteX2" fmla="*/ 3225075 w 3225075"/>
                  <a:gd name="connsiteY2" fmla="*/ 242678 h 309353"/>
                  <a:gd name="connsiteX3" fmla="*/ 7061 w 3225075"/>
                  <a:gd name="connsiteY3" fmla="*/ 309353 h 309353"/>
                </a:gdLst>
                <a:ahLst/>
                <a:cxnLst>
                  <a:cxn ang="0">
                    <a:pos x="connsiteX0" y="connsiteY0"/>
                  </a:cxn>
                  <a:cxn ang="0">
                    <a:pos x="connsiteX1" y="connsiteY1"/>
                  </a:cxn>
                  <a:cxn ang="0">
                    <a:pos x="connsiteX2" y="connsiteY2"/>
                  </a:cxn>
                  <a:cxn ang="0">
                    <a:pos x="connsiteX3" y="connsiteY3"/>
                  </a:cxn>
                </a:cxnLst>
                <a:rect l="l" t="t" r="r" b="b"/>
                <a:pathLst>
                  <a:path w="3225075" h="309353">
                    <a:moveTo>
                      <a:pt x="7061" y="309353"/>
                    </a:moveTo>
                    <a:lnTo>
                      <a:pt x="0" y="0"/>
                    </a:lnTo>
                    <a:lnTo>
                      <a:pt x="3225075" y="242678"/>
                    </a:lnTo>
                    <a:lnTo>
                      <a:pt x="7061" y="309353"/>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0" name="Right Triangle 34">
                <a:extLst>
                  <a:ext uri="{FF2B5EF4-FFF2-40B4-BE49-F238E27FC236}">
                    <a16:creationId xmlns:a16="http://schemas.microsoft.com/office/drawing/2014/main" id="{F75912F4-6F2E-44D7-8117-54CC659277E5}"/>
                  </a:ext>
                </a:extLst>
              </p:cNvPr>
              <p:cNvSpPr/>
              <p:nvPr/>
            </p:nvSpPr>
            <p:spPr>
              <a:xfrm rot="16200000" flipV="1">
                <a:off x="7034838" y="3522809"/>
                <a:ext cx="995483" cy="266689"/>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0 w 3218014"/>
                  <a:gd name="connsiteY0" fmla="*/ 424161 h 424161"/>
                  <a:gd name="connsiteX1" fmla="*/ 127207 w 3218014"/>
                  <a:gd name="connsiteY1" fmla="*/ 0 h 424161"/>
                  <a:gd name="connsiteX2" fmla="*/ 3218014 w 3218014"/>
                  <a:gd name="connsiteY2" fmla="*/ 357486 h 424161"/>
                  <a:gd name="connsiteX3" fmla="*/ 0 w 3218014"/>
                  <a:gd name="connsiteY3" fmla="*/ 424161 h 424161"/>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366517"/>
                  <a:gd name="connsiteY0" fmla="*/ 353996 h 353996"/>
                  <a:gd name="connsiteX1" fmla="*/ 226208 w 3366517"/>
                  <a:gd name="connsiteY1" fmla="*/ 0 h 353996"/>
                  <a:gd name="connsiteX2" fmla="*/ 3366517 w 3366517"/>
                  <a:gd name="connsiteY2" fmla="*/ 269779 h 353996"/>
                  <a:gd name="connsiteX3" fmla="*/ 0 w 3366517"/>
                  <a:gd name="connsiteY3" fmla="*/ 353996 h 353996"/>
                  <a:gd name="connsiteX0" fmla="*/ 0 w 3449021"/>
                  <a:gd name="connsiteY0" fmla="*/ 353996 h 353996"/>
                  <a:gd name="connsiteX1" fmla="*/ 226208 w 3449021"/>
                  <a:gd name="connsiteY1" fmla="*/ 0 h 353996"/>
                  <a:gd name="connsiteX2" fmla="*/ 3449021 w 3449021"/>
                  <a:gd name="connsiteY2" fmla="*/ 290245 h 353996"/>
                  <a:gd name="connsiteX3" fmla="*/ 0 w 3449021"/>
                  <a:gd name="connsiteY3" fmla="*/ 353996 h 353996"/>
                  <a:gd name="connsiteX0" fmla="*/ 0 w 3449021"/>
                  <a:gd name="connsiteY0" fmla="*/ 321837 h 321837"/>
                  <a:gd name="connsiteX1" fmla="*/ 94203 w 3449021"/>
                  <a:gd name="connsiteY1" fmla="*/ 0 h 321837"/>
                  <a:gd name="connsiteX2" fmla="*/ 3449021 w 3449021"/>
                  <a:gd name="connsiteY2" fmla="*/ 258086 h 321837"/>
                  <a:gd name="connsiteX3" fmla="*/ 0 w 3449021"/>
                  <a:gd name="connsiteY3" fmla="*/ 321837 h 321837"/>
                  <a:gd name="connsiteX0" fmla="*/ 0 w 3449021"/>
                  <a:gd name="connsiteY0" fmla="*/ 324761 h 324761"/>
                  <a:gd name="connsiteX1" fmla="*/ 36450 w 3449021"/>
                  <a:gd name="connsiteY1" fmla="*/ 0 h 324761"/>
                  <a:gd name="connsiteX2" fmla="*/ 3449021 w 3449021"/>
                  <a:gd name="connsiteY2" fmla="*/ 261010 h 324761"/>
                  <a:gd name="connsiteX3" fmla="*/ 0 w 3449021"/>
                  <a:gd name="connsiteY3" fmla="*/ 324761 h 324761"/>
                  <a:gd name="connsiteX0" fmla="*/ 21308 w 3470329"/>
                  <a:gd name="connsiteY0" fmla="*/ 351074 h 351074"/>
                  <a:gd name="connsiteX1" fmla="*/ 2 w 3470329"/>
                  <a:gd name="connsiteY1" fmla="*/ 0 h 351074"/>
                  <a:gd name="connsiteX2" fmla="*/ 3470329 w 3470329"/>
                  <a:gd name="connsiteY2" fmla="*/ 287323 h 351074"/>
                  <a:gd name="connsiteX3" fmla="*/ 21308 w 3470329"/>
                  <a:gd name="connsiteY3" fmla="*/ 351074 h 351074"/>
                  <a:gd name="connsiteX0" fmla="*/ 1 w 3449022"/>
                  <a:gd name="connsiteY0" fmla="*/ 300399 h 300399"/>
                  <a:gd name="connsiteX1" fmla="*/ 264705 w 3449022"/>
                  <a:gd name="connsiteY1" fmla="*/ 0 h 300399"/>
                  <a:gd name="connsiteX2" fmla="*/ 3449022 w 3449022"/>
                  <a:gd name="connsiteY2" fmla="*/ 236648 h 300399"/>
                  <a:gd name="connsiteX3" fmla="*/ 1 w 3449022"/>
                  <a:gd name="connsiteY3" fmla="*/ 300399 h 300399"/>
                  <a:gd name="connsiteX0" fmla="*/ 1 w 3449022"/>
                  <a:gd name="connsiteY0" fmla="*/ 327426 h 327426"/>
                  <a:gd name="connsiteX1" fmla="*/ 236104 w 3449022"/>
                  <a:gd name="connsiteY1" fmla="*/ 0 h 327426"/>
                  <a:gd name="connsiteX2" fmla="*/ 3449022 w 3449022"/>
                  <a:gd name="connsiteY2" fmla="*/ 263675 h 327426"/>
                  <a:gd name="connsiteX3" fmla="*/ 1 w 3449022"/>
                  <a:gd name="connsiteY3" fmla="*/ 327426 h 327426"/>
                </a:gdLst>
                <a:ahLst/>
                <a:cxnLst>
                  <a:cxn ang="0">
                    <a:pos x="connsiteX0" y="connsiteY0"/>
                  </a:cxn>
                  <a:cxn ang="0">
                    <a:pos x="connsiteX1" y="connsiteY1"/>
                  </a:cxn>
                  <a:cxn ang="0">
                    <a:pos x="connsiteX2" y="connsiteY2"/>
                  </a:cxn>
                  <a:cxn ang="0">
                    <a:pos x="connsiteX3" y="connsiteY3"/>
                  </a:cxn>
                </a:cxnLst>
                <a:rect l="l" t="t" r="r" b="b"/>
                <a:pathLst>
                  <a:path w="3449022" h="327426">
                    <a:moveTo>
                      <a:pt x="1" y="327426"/>
                    </a:moveTo>
                    <a:lnTo>
                      <a:pt x="236104" y="0"/>
                    </a:lnTo>
                    <a:lnTo>
                      <a:pt x="3449022" y="263675"/>
                    </a:lnTo>
                    <a:lnTo>
                      <a:pt x="1" y="327426"/>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2" name="Freeform 11">
                <a:extLst>
                  <a:ext uri="{FF2B5EF4-FFF2-40B4-BE49-F238E27FC236}">
                    <a16:creationId xmlns:a16="http://schemas.microsoft.com/office/drawing/2014/main" id="{AE6AC549-557B-4EB9-8038-24897D1544E4}"/>
                  </a:ext>
                </a:extLst>
              </p:cNvPr>
              <p:cNvSpPr>
                <a:spLocks/>
              </p:cNvSpPr>
              <p:nvPr/>
            </p:nvSpPr>
            <p:spPr bwMode="auto">
              <a:xfrm>
                <a:off x="6424612" y="2465388"/>
                <a:ext cx="1101725" cy="2203450"/>
              </a:xfrm>
              <a:custGeom>
                <a:avLst/>
                <a:gdLst>
                  <a:gd name="T0" fmla="*/ 694 w 694"/>
                  <a:gd name="T1" fmla="*/ 1024 h 1388"/>
                  <a:gd name="T2" fmla="*/ 347 w 694"/>
                  <a:gd name="T3" fmla="*/ 1388 h 1388"/>
                  <a:gd name="T4" fmla="*/ 0 w 694"/>
                  <a:gd name="T5" fmla="*/ 1024 h 1388"/>
                  <a:gd name="T6" fmla="*/ 0 w 694"/>
                  <a:gd name="T7" fmla="*/ 0 h 1388"/>
                  <a:gd name="T8" fmla="*/ 694 w 694"/>
                  <a:gd name="T9" fmla="*/ 693 h 1388"/>
                  <a:gd name="T10" fmla="*/ 694 w 694"/>
                  <a:gd name="T11" fmla="*/ 1024 h 1388"/>
                </a:gdLst>
                <a:ahLst/>
                <a:cxnLst>
                  <a:cxn ang="0">
                    <a:pos x="T0" y="T1"/>
                  </a:cxn>
                  <a:cxn ang="0">
                    <a:pos x="T2" y="T3"/>
                  </a:cxn>
                  <a:cxn ang="0">
                    <a:pos x="T4" y="T5"/>
                  </a:cxn>
                  <a:cxn ang="0">
                    <a:pos x="T6" y="T7"/>
                  </a:cxn>
                  <a:cxn ang="0">
                    <a:pos x="T8" y="T9"/>
                  </a:cxn>
                  <a:cxn ang="0">
                    <a:pos x="T10" y="T11"/>
                  </a:cxn>
                </a:cxnLst>
                <a:rect l="0" t="0" r="r" b="b"/>
                <a:pathLst>
                  <a:path w="694" h="1388">
                    <a:moveTo>
                      <a:pt x="694" y="1024"/>
                    </a:moveTo>
                    <a:lnTo>
                      <a:pt x="347" y="1388"/>
                    </a:lnTo>
                    <a:lnTo>
                      <a:pt x="0" y="1024"/>
                    </a:lnTo>
                    <a:lnTo>
                      <a:pt x="0" y="0"/>
                    </a:lnTo>
                    <a:lnTo>
                      <a:pt x="694" y="693"/>
                    </a:lnTo>
                    <a:lnTo>
                      <a:pt x="694" y="1024"/>
                    </a:lnTo>
                    <a:close/>
                  </a:path>
                </a:pathLst>
              </a:custGeom>
              <a:gradFill flip="none" rotWithShape="1">
                <a:gsLst>
                  <a:gs pos="30000">
                    <a:schemeClr val="accent3">
                      <a:lumMod val="20000"/>
                      <a:lumOff val="80000"/>
                    </a:schemeClr>
                  </a:gs>
                  <a:gs pos="100000">
                    <a:schemeClr val="accent3">
                      <a:lumMod val="60000"/>
                      <a:lumOff val="40000"/>
                    </a:schemeClr>
                  </a:gs>
                  <a:gs pos="62000">
                    <a:schemeClr val="accent3"/>
                  </a:gs>
                  <a:gs pos="40000">
                    <a:schemeClr val="accent3">
                      <a:lumMod val="75000"/>
                    </a:schemeClr>
                  </a:gs>
                </a:gsLst>
                <a:lin ang="798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12">
                <a:extLst>
                  <a:ext uri="{FF2B5EF4-FFF2-40B4-BE49-F238E27FC236}">
                    <a16:creationId xmlns:a16="http://schemas.microsoft.com/office/drawing/2014/main" id="{483FEF1E-E52E-4B63-A3B3-E86BC8BBBC6F}"/>
                  </a:ext>
                </a:extLst>
              </p:cNvPr>
              <p:cNvSpPr>
                <a:spLocks/>
              </p:cNvSpPr>
              <p:nvPr/>
            </p:nvSpPr>
            <p:spPr bwMode="auto">
              <a:xfrm>
                <a:off x="6424612" y="2465388"/>
                <a:ext cx="550862" cy="2203450"/>
              </a:xfrm>
              <a:custGeom>
                <a:avLst/>
                <a:gdLst>
                  <a:gd name="T0" fmla="*/ 16 w 347"/>
                  <a:gd name="T1" fmla="*/ 1014 h 1388"/>
                  <a:gd name="T2" fmla="*/ 347 w 347"/>
                  <a:gd name="T3" fmla="*/ 1388 h 1388"/>
                  <a:gd name="T4" fmla="*/ 0 w 347"/>
                  <a:gd name="T5" fmla="*/ 1024 h 1388"/>
                  <a:gd name="T6" fmla="*/ 0 w 347"/>
                  <a:gd name="T7" fmla="*/ 0 h 1388"/>
                  <a:gd name="T8" fmla="*/ 16 w 347"/>
                  <a:gd name="T9" fmla="*/ 1014 h 1388"/>
                </a:gdLst>
                <a:ahLst/>
                <a:cxnLst>
                  <a:cxn ang="0">
                    <a:pos x="T0" y="T1"/>
                  </a:cxn>
                  <a:cxn ang="0">
                    <a:pos x="T2" y="T3"/>
                  </a:cxn>
                  <a:cxn ang="0">
                    <a:pos x="T4" y="T5"/>
                  </a:cxn>
                  <a:cxn ang="0">
                    <a:pos x="T6" y="T7"/>
                  </a:cxn>
                  <a:cxn ang="0">
                    <a:pos x="T8" y="T9"/>
                  </a:cxn>
                </a:cxnLst>
                <a:rect l="0" t="0" r="r" b="b"/>
                <a:pathLst>
                  <a:path w="347" h="1388">
                    <a:moveTo>
                      <a:pt x="16" y="1014"/>
                    </a:moveTo>
                    <a:lnTo>
                      <a:pt x="347" y="1388"/>
                    </a:lnTo>
                    <a:lnTo>
                      <a:pt x="0" y="1024"/>
                    </a:lnTo>
                    <a:lnTo>
                      <a:pt x="0" y="0"/>
                    </a:lnTo>
                    <a:lnTo>
                      <a:pt x="16" y="1014"/>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13">
                <a:extLst>
                  <a:ext uri="{FF2B5EF4-FFF2-40B4-BE49-F238E27FC236}">
                    <a16:creationId xmlns:a16="http://schemas.microsoft.com/office/drawing/2014/main" id="{A024829B-3C1C-4FF2-905F-11790DD2608B}"/>
                  </a:ext>
                </a:extLst>
              </p:cNvPr>
              <p:cNvSpPr>
                <a:spLocks/>
              </p:cNvSpPr>
              <p:nvPr/>
            </p:nvSpPr>
            <p:spPr bwMode="auto">
              <a:xfrm>
                <a:off x="6424612" y="2465388"/>
                <a:ext cx="550862" cy="2203450"/>
              </a:xfrm>
              <a:custGeom>
                <a:avLst/>
                <a:gdLst>
                  <a:gd name="T0" fmla="*/ 347 w 347"/>
                  <a:gd name="T1" fmla="*/ 345 h 1388"/>
                  <a:gd name="T2" fmla="*/ 347 w 347"/>
                  <a:gd name="T3" fmla="*/ 1388 h 1388"/>
                  <a:gd name="T4" fmla="*/ 0 w 347"/>
                  <a:gd name="T5" fmla="*/ 1024 h 1388"/>
                  <a:gd name="T6" fmla="*/ 0 w 347"/>
                  <a:gd name="T7" fmla="*/ 0 h 1388"/>
                  <a:gd name="T8" fmla="*/ 347 w 347"/>
                  <a:gd name="T9" fmla="*/ 345 h 1388"/>
                </a:gdLst>
                <a:ahLst/>
                <a:cxnLst>
                  <a:cxn ang="0">
                    <a:pos x="T0" y="T1"/>
                  </a:cxn>
                  <a:cxn ang="0">
                    <a:pos x="T2" y="T3"/>
                  </a:cxn>
                  <a:cxn ang="0">
                    <a:pos x="T4" y="T5"/>
                  </a:cxn>
                  <a:cxn ang="0">
                    <a:pos x="T6" y="T7"/>
                  </a:cxn>
                  <a:cxn ang="0">
                    <a:pos x="T8" y="T9"/>
                  </a:cxn>
                </a:cxnLst>
                <a:rect l="0" t="0" r="r" b="b"/>
                <a:pathLst>
                  <a:path w="347" h="1388">
                    <a:moveTo>
                      <a:pt x="347" y="345"/>
                    </a:moveTo>
                    <a:lnTo>
                      <a:pt x="347" y="1388"/>
                    </a:lnTo>
                    <a:lnTo>
                      <a:pt x="0" y="1024"/>
                    </a:lnTo>
                    <a:lnTo>
                      <a:pt x="0" y="0"/>
                    </a:lnTo>
                    <a:lnTo>
                      <a:pt x="347" y="345"/>
                    </a:lnTo>
                    <a:close/>
                  </a:path>
                </a:pathLst>
              </a:custGeom>
              <a:solidFill>
                <a:srgbClr val="080808">
                  <a:alpha val="10000"/>
                </a:srgb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38" name="Arrow_01">
            <a:extLst>
              <a:ext uri="{FF2B5EF4-FFF2-40B4-BE49-F238E27FC236}">
                <a16:creationId xmlns:a16="http://schemas.microsoft.com/office/drawing/2014/main" id="{75AB584C-9654-45A6-9156-A9B6F6C770A3}"/>
              </a:ext>
            </a:extLst>
          </p:cNvPr>
          <p:cNvGrpSpPr/>
          <p:nvPr/>
        </p:nvGrpSpPr>
        <p:grpSpPr>
          <a:xfrm>
            <a:off x="1406189" y="1004350"/>
            <a:ext cx="2138287" cy="3217131"/>
            <a:chOff x="1644651" y="1880649"/>
            <a:chExt cx="1853188" cy="2788189"/>
          </a:xfrm>
        </p:grpSpPr>
        <p:sp>
          <p:nvSpPr>
            <p:cNvPr id="26" name="Right Triangle 34">
              <a:extLst>
                <a:ext uri="{FF2B5EF4-FFF2-40B4-BE49-F238E27FC236}">
                  <a16:creationId xmlns:a16="http://schemas.microsoft.com/office/drawing/2014/main" id="{F6A70A05-C79D-4A6F-BE81-FFB87A4F372D}"/>
                </a:ext>
              </a:extLst>
            </p:cNvPr>
            <p:cNvSpPr/>
            <p:nvPr/>
          </p:nvSpPr>
          <p:spPr>
            <a:xfrm rot="16200000" flipV="1">
              <a:off x="2925543" y="3581598"/>
              <a:ext cx="916902" cy="227691"/>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0 w 3218014"/>
                <a:gd name="connsiteY0" fmla="*/ 424161 h 424161"/>
                <a:gd name="connsiteX1" fmla="*/ 127207 w 3218014"/>
                <a:gd name="connsiteY1" fmla="*/ 0 h 424161"/>
                <a:gd name="connsiteX2" fmla="*/ 3218014 w 3218014"/>
                <a:gd name="connsiteY2" fmla="*/ 357486 h 424161"/>
                <a:gd name="connsiteX3" fmla="*/ 0 w 3218014"/>
                <a:gd name="connsiteY3" fmla="*/ 424161 h 424161"/>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218014"/>
                <a:gd name="connsiteY0" fmla="*/ 353996 h 353996"/>
                <a:gd name="connsiteX1" fmla="*/ 226208 w 3218014"/>
                <a:gd name="connsiteY1" fmla="*/ 0 h 353996"/>
                <a:gd name="connsiteX2" fmla="*/ 3218014 w 3218014"/>
                <a:gd name="connsiteY2" fmla="*/ 287321 h 353996"/>
                <a:gd name="connsiteX3" fmla="*/ 0 w 3218014"/>
                <a:gd name="connsiteY3" fmla="*/ 353996 h 353996"/>
                <a:gd name="connsiteX0" fmla="*/ 0 w 3168514"/>
                <a:gd name="connsiteY0" fmla="*/ 353996 h 353996"/>
                <a:gd name="connsiteX1" fmla="*/ 226208 w 3168514"/>
                <a:gd name="connsiteY1" fmla="*/ 0 h 353996"/>
                <a:gd name="connsiteX2" fmla="*/ 3168514 w 3168514"/>
                <a:gd name="connsiteY2" fmla="*/ 255162 h 353996"/>
                <a:gd name="connsiteX3" fmla="*/ 0 w 3168514"/>
                <a:gd name="connsiteY3" fmla="*/ 353996 h 353996"/>
                <a:gd name="connsiteX0" fmla="*/ 0 w 3176763"/>
                <a:gd name="connsiteY0" fmla="*/ 353996 h 353996"/>
                <a:gd name="connsiteX1" fmla="*/ 226208 w 3176763"/>
                <a:gd name="connsiteY1" fmla="*/ 0 h 353996"/>
                <a:gd name="connsiteX2" fmla="*/ 3176762 w 3176763"/>
                <a:gd name="connsiteY2" fmla="*/ 231770 h 353996"/>
                <a:gd name="connsiteX3" fmla="*/ 0 w 3176763"/>
                <a:gd name="connsiteY3" fmla="*/ 353996 h 353996"/>
                <a:gd name="connsiteX0" fmla="*/ 0 w 3176763"/>
                <a:gd name="connsiteY0" fmla="*/ 353996 h 353996"/>
                <a:gd name="connsiteX1" fmla="*/ 226208 w 3176763"/>
                <a:gd name="connsiteY1" fmla="*/ 0 h 353996"/>
                <a:gd name="connsiteX2" fmla="*/ 3176763 w 3176763"/>
                <a:gd name="connsiteY2" fmla="*/ 231770 h 353996"/>
                <a:gd name="connsiteX3" fmla="*/ 0 w 3176763"/>
                <a:gd name="connsiteY3" fmla="*/ 353996 h 353996"/>
                <a:gd name="connsiteX0" fmla="*/ 0 w 3176763"/>
                <a:gd name="connsiteY0" fmla="*/ 313066 h 313066"/>
                <a:gd name="connsiteX1" fmla="*/ 135455 w 3176763"/>
                <a:gd name="connsiteY1" fmla="*/ 0 h 313066"/>
                <a:gd name="connsiteX2" fmla="*/ 3176763 w 3176763"/>
                <a:gd name="connsiteY2" fmla="*/ 190840 h 313066"/>
                <a:gd name="connsiteX3" fmla="*/ 0 w 3176763"/>
                <a:gd name="connsiteY3" fmla="*/ 313066 h 313066"/>
                <a:gd name="connsiteX0" fmla="*/ 0 w 3176763"/>
                <a:gd name="connsiteY0" fmla="*/ 307220 h 307220"/>
                <a:gd name="connsiteX1" fmla="*/ 77702 w 3176763"/>
                <a:gd name="connsiteY1" fmla="*/ 0 h 307220"/>
                <a:gd name="connsiteX2" fmla="*/ 3176763 w 3176763"/>
                <a:gd name="connsiteY2" fmla="*/ 184994 h 307220"/>
                <a:gd name="connsiteX3" fmla="*/ 0 w 3176763"/>
                <a:gd name="connsiteY3" fmla="*/ 307220 h 307220"/>
                <a:gd name="connsiteX0" fmla="*/ 0 w 3176763"/>
                <a:gd name="connsiteY0" fmla="*/ 313067 h 313067"/>
                <a:gd name="connsiteX1" fmla="*/ 28202 w 3176763"/>
                <a:gd name="connsiteY1" fmla="*/ 0 h 313067"/>
                <a:gd name="connsiteX2" fmla="*/ 3176763 w 3176763"/>
                <a:gd name="connsiteY2" fmla="*/ 190841 h 313067"/>
                <a:gd name="connsiteX3" fmla="*/ 0 w 3176763"/>
                <a:gd name="connsiteY3" fmla="*/ 313067 h 313067"/>
                <a:gd name="connsiteX0" fmla="*/ 0 w 3176763"/>
                <a:gd name="connsiteY0" fmla="*/ 327686 h 327686"/>
                <a:gd name="connsiteX1" fmla="*/ 28202 w 3176763"/>
                <a:gd name="connsiteY1" fmla="*/ 0 h 327686"/>
                <a:gd name="connsiteX2" fmla="*/ 3176763 w 3176763"/>
                <a:gd name="connsiteY2" fmla="*/ 205460 h 327686"/>
                <a:gd name="connsiteX3" fmla="*/ 0 w 3176763"/>
                <a:gd name="connsiteY3" fmla="*/ 327686 h 327686"/>
                <a:gd name="connsiteX0" fmla="*/ 0 w 3176763"/>
                <a:gd name="connsiteY0" fmla="*/ 307416 h 307416"/>
                <a:gd name="connsiteX1" fmla="*/ 257007 w 3176763"/>
                <a:gd name="connsiteY1" fmla="*/ 0 h 307416"/>
                <a:gd name="connsiteX2" fmla="*/ 3176763 w 3176763"/>
                <a:gd name="connsiteY2" fmla="*/ 185190 h 307416"/>
                <a:gd name="connsiteX3" fmla="*/ 0 w 3176763"/>
                <a:gd name="connsiteY3" fmla="*/ 307416 h 307416"/>
                <a:gd name="connsiteX0" fmla="*/ 0 w 3176763"/>
                <a:gd name="connsiteY0" fmla="*/ 274478 h 274478"/>
                <a:gd name="connsiteX1" fmla="*/ 342807 w 3176763"/>
                <a:gd name="connsiteY1" fmla="*/ 0 h 274478"/>
                <a:gd name="connsiteX2" fmla="*/ 3176763 w 3176763"/>
                <a:gd name="connsiteY2" fmla="*/ 152252 h 274478"/>
                <a:gd name="connsiteX3" fmla="*/ 0 w 3176763"/>
                <a:gd name="connsiteY3" fmla="*/ 274478 h 274478"/>
                <a:gd name="connsiteX0" fmla="*/ 0 w 3176763"/>
                <a:gd name="connsiteY0" fmla="*/ 279546 h 279546"/>
                <a:gd name="connsiteX1" fmla="*/ 257001 w 3176763"/>
                <a:gd name="connsiteY1" fmla="*/ 0 h 279546"/>
                <a:gd name="connsiteX2" fmla="*/ 3176763 w 3176763"/>
                <a:gd name="connsiteY2" fmla="*/ 157320 h 279546"/>
                <a:gd name="connsiteX3" fmla="*/ 0 w 3176763"/>
                <a:gd name="connsiteY3" fmla="*/ 279546 h 279546"/>
              </a:gdLst>
              <a:ahLst/>
              <a:cxnLst>
                <a:cxn ang="0">
                  <a:pos x="connsiteX0" y="connsiteY0"/>
                </a:cxn>
                <a:cxn ang="0">
                  <a:pos x="connsiteX1" y="connsiteY1"/>
                </a:cxn>
                <a:cxn ang="0">
                  <a:pos x="connsiteX2" y="connsiteY2"/>
                </a:cxn>
                <a:cxn ang="0">
                  <a:pos x="connsiteX3" y="connsiteY3"/>
                </a:cxn>
              </a:cxnLst>
              <a:rect l="l" t="t" r="r" b="b"/>
              <a:pathLst>
                <a:path w="3176763" h="279546">
                  <a:moveTo>
                    <a:pt x="0" y="279546"/>
                  </a:moveTo>
                  <a:lnTo>
                    <a:pt x="257001" y="0"/>
                  </a:lnTo>
                  <a:lnTo>
                    <a:pt x="3176763" y="157320"/>
                  </a:lnTo>
                  <a:lnTo>
                    <a:pt x="0" y="279546"/>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1" name="Rectangle 10">
              <a:extLst>
                <a:ext uri="{FF2B5EF4-FFF2-40B4-BE49-F238E27FC236}">
                  <a16:creationId xmlns:a16="http://schemas.microsoft.com/office/drawing/2014/main" id="{2DDFB559-4895-4130-A42E-8EE193F8B146}"/>
                </a:ext>
              </a:extLst>
            </p:cNvPr>
            <p:cNvSpPr>
              <a:spLocks noChangeArrowheads="1"/>
            </p:cNvSpPr>
            <p:nvPr/>
          </p:nvSpPr>
          <p:spPr bwMode="auto">
            <a:xfrm>
              <a:off x="1644651" y="2465388"/>
              <a:ext cx="650875" cy="1100138"/>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Right Triangle 34">
              <a:extLst>
                <a:ext uri="{FF2B5EF4-FFF2-40B4-BE49-F238E27FC236}">
                  <a16:creationId xmlns:a16="http://schemas.microsoft.com/office/drawing/2014/main" id="{3DD17A0F-588E-49F3-A999-204FD8A6C760}"/>
                </a:ext>
              </a:extLst>
            </p:cNvPr>
            <p:cNvSpPr/>
            <p:nvPr/>
          </p:nvSpPr>
          <p:spPr>
            <a:xfrm rot="16200000">
              <a:off x="1181859" y="2819700"/>
              <a:ext cx="2200751" cy="322650"/>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2" name="Freeform 11">
              <a:extLst>
                <a:ext uri="{FF2B5EF4-FFF2-40B4-BE49-F238E27FC236}">
                  <a16:creationId xmlns:a16="http://schemas.microsoft.com/office/drawing/2014/main" id="{87993A47-77B6-4C12-A588-EEE66D231183}"/>
                </a:ext>
              </a:extLst>
            </p:cNvPr>
            <p:cNvSpPr>
              <a:spLocks/>
            </p:cNvSpPr>
            <p:nvPr/>
          </p:nvSpPr>
          <p:spPr bwMode="auto">
            <a:xfrm>
              <a:off x="2295525" y="2465388"/>
              <a:ext cx="1101725" cy="2203450"/>
            </a:xfrm>
            <a:custGeom>
              <a:avLst/>
              <a:gdLst>
                <a:gd name="T0" fmla="*/ 694 w 694"/>
                <a:gd name="T1" fmla="*/ 1024 h 1388"/>
                <a:gd name="T2" fmla="*/ 347 w 694"/>
                <a:gd name="T3" fmla="*/ 1388 h 1388"/>
                <a:gd name="T4" fmla="*/ 0 w 694"/>
                <a:gd name="T5" fmla="*/ 1024 h 1388"/>
                <a:gd name="T6" fmla="*/ 0 w 694"/>
                <a:gd name="T7" fmla="*/ 0 h 1388"/>
                <a:gd name="T8" fmla="*/ 694 w 694"/>
                <a:gd name="T9" fmla="*/ 693 h 1388"/>
                <a:gd name="T10" fmla="*/ 694 w 694"/>
                <a:gd name="T11" fmla="*/ 1024 h 1388"/>
              </a:gdLst>
              <a:ahLst/>
              <a:cxnLst>
                <a:cxn ang="0">
                  <a:pos x="T0" y="T1"/>
                </a:cxn>
                <a:cxn ang="0">
                  <a:pos x="T2" y="T3"/>
                </a:cxn>
                <a:cxn ang="0">
                  <a:pos x="T4" y="T5"/>
                </a:cxn>
                <a:cxn ang="0">
                  <a:pos x="T6" y="T7"/>
                </a:cxn>
                <a:cxn ang="0">
                  <a:pos x="T8" y="T9"/>
                </a:cxn>
                <a:cxn ang="0">
                  <a:pos x="T10" y="T11"/>
                </a:cxn>
              </a:cxnLst>
              <a:rect l="0" t="0" r="r" b="b"/>
              <a:pathLst>
                <a:path w="694" h="1388">
                  <a:moveTo>
                    <a:pt x="694" y="1024"/>
                  </a:moveTo>
                  <a:lnTo>
                    <a:pt x="347" y="1388"/>
                  </a:lnTo>
                  <a:lnTo>
                    <a:pt x="0" y="1024"/>
                  </a:lnTo>
                  <a:lnTo>
                    <a:pt x="0" y="0"/>
                  </a:lnTo>
                  <a:lnTo>
                    <a:pt x="694" y="693"/>
                  </a:lnTo>
                  <a:lnTo>
                    <a:pt x="694" y="1024"/>
                  </a:lnTo>
                  <a:close/>
                </a:path>
              </a:pathLst>
            </a:custGeom>
            <a:gradFill flip="none" rotWithShape="1">
              <a:gsLst>
                <a:gs pos="30000">
                  <a:schemeClr val="accent1">
                    <a:lumMod val="20000"/>
                    <a:lumOff val="80000"/>
                  </a:schemeClr>
                </a:gs>
                <a:gs pos="54000">
                  <a:schemeClr val="accent1"/>
                </a:gs>
                <a:gs pos="40000">
                  <a:schemeClr val="accent1">
                    <a:lumMod val="75000"/>
                  </a:schemeClr>
                </a:gs>
              </a:gsLst>
              <a:lin ang="798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D560E70B-688A-453F-9926-D96FECBB2603}"/>
                </a:ext>
              </a:extLst>
            </p:cNvPr>
            <p:cNvSpPr>
              <a:spLocks/>
            </p:cNvSpPr>
            <p:nvPr/>
          </p:nvSpPr>
          <p:spPr bwMode="auto">
            <a:xfrm>
              <a:off x="2295525" y="2465388"/>
              <a:ext cx="550862" cy="2203450"/>
            </a:xfrm>
            <a:custGeom>
              <a:avLst/>
              <a:gdLst>
                <a:gd name="T0" fmla="*/ 16 w 347"/>
                <a:gd name="T1" fmla="*/ 1014 h 1388"/>
                <a:gd name="T2" fmla="*/ 347 w 347"/>
                <a:gd name="T3" fmla="*/ 1388 h 1388"/>
                <a:gd name="T4" fmla="*/ 0 w 347"/>
                <a:gd name="T5" fmla="*/ 1024 h 1388"/>
                <a:gd name="T6" fmla="*/ 0 w 347"/>
                <a:gd name="T7" fmla="*/ 0 h 1388"/>
                <a:gd name="T8" fmla="*/ 16 w 347"/>
                <a:gd name="T9" fmla="*/ 1014 h 1388"/>
              </a:gdLst>
              <a:ahLst/>
              <a:cxnLst>
                <a:cxn ang="0">
                  <a:pos x="T0" y="T1"/>
                </a:cxn>
                <a:cxn ang="0">
                  <a:pos x="T2" y="T3"/>
                </a:cxn>
                <a:cxn ang="0">
                  <a:pos x="T4" y="T5"/>
                </a:cxn>
                <a:cxn ang="0">
                  <a:pos x="T6" y="T7"/>
                </a:cxn>
                <a:cxn ang="0">
                  <a:pos x="T8" y="T9"/>
                </a:cxn>
              </a:cxnLst>
              <a:rect l="0" t="0" r="r" b="b"/>
              <a:pathLst>
                <a:path w="347" h="1388">
                  <a:moveTo>
                    <a:pt x="16" y="1014"/>
                  </a:moveTo>
                  <a:lnTo>
                    <a:pt x="347" y="1388"/>
                  </a:lnTo>
                  <a:lnTo>
                    <a:pt x="0" y="1024"/>
                  </a:lnTo>
                  <a:lnTo>
                    <a:pt x="0" y="0"/>
                  </a:lnTo>
                  <a:lnTo>
                    <a:pt x="16" y="1014"/>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B95C4C84-7A68-48C6-8A93-23EC196DF374}"/>
                </a:ext>
              </a:extLst>
            </p:cNvPr>
            <p:cNvSpPr>
              <a:spLocks/>
            </p:cNvSpPr>
            <p:nvPr/>
          </p:nvSpPr>
          <p:spPr bwMode="auto">
            <a:xfrm>
              <a:off x="2295525" y="2465388"/>
              <a:ext cx="550862" cy="2203450"/>
            </a:xfrm>
            <a:custGeom>
              <a:avLst/>
              <a:gdLst>
                <a:gd name="T0" fmla="*/ 347 w 347"/>
                <a:gd name="T1" fmla="*/ 345 h 1388"/>
                <a:gd name="T2" fmla="*/ 347 w 347"/>
                <a:gd name="T3" fmla="*/ 1388 h 1388"/>
                <a:gd name="T4" fmla="*/ 0 w 347"/>
                <a:gd name="T5" fmla="*/ 1024 h 1388"/>
                <a:gd name="T6" fmla="*/ 0 w 347"/>
                <a:gd name="T7" fmla="*/ 0 h 1388"/>
                <a:gd name="T8" fmla="*/ 347 w 347"/>
                <a:gd name="T9" fmla="*/ 345 h 1388"/>
              </a:gdLst>
              <a:ahLst/>
              <a:cxnLst>
                <a:cxn ang="0">
                  <a:pos x="T0" y="T1"/>
                </a:cxn>
                <a:cxn ang="0">
                  <a:pos x="T2" y="T3"/>
                </a:cxn>
                <a:cxn ang="0">
                  <a:pos x="T4" y="T5"/>
                </a:cxn>
                <a:cxn ang="0">
                  <a:pos x="T6" y="T7"/>
                </a:cxn>
                <a:cxn ang="0">
                  <a:pos x="T8" y="T9"/>
                </a:cxn>
              </a:cxnLst>
              <a:rect l="0" t="0" r="r" b="b"/>
              <a:pathLst>
                <a:path w="347" h="1388">
                  <a:moveTo>
                    <a:pt x="347" y="345"/>
                  </a:moveTo>
                  <a:lnTo>
                    <a:pt x="347" y="1388"/>
                  </a:lnTo>
                  <a:lnTo>
                    <a:pt x="0" y="1024"/>
                  </a:lnTo>
                  <a:lnTo>
                    <a:pt x="0" y="0"/>
                  </a:lnTo>
                  <a:lnTo>
                    <a:pt x="347" y="345"/>
                  </a:lnTo>
                  <a:close/>
                </a:path>
              </a:pathLst>
            </a:custGeom>
            <a:solidFill>
              <a:srgbClr val="080808">
                <a:alpha val="10000"/>
              </a:srgb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4" name="Shadow">
            <a:extLst>
              <a:ext uri="{FF2B5EF4-FFF2-40B4-BE49-F238E27FC236}">
                <a16:creationId xmlns:a16="http://schemas.microsoft.com/office/drawing/2014/main" id="{02075FF6-9790-4CAA-862F-9A4DCD79B5A8}"/>
              </a:ext>
            </a:extLst>
          </p:cNvPr>
          <p:cNvGrpSpPr/>
          <p:nvPr/>
        </p:nvGrpSpPr>
        <p:grpSpPr>
          <a:xfrm>
            <a:off x="1113114" y="1315907"/>
            <a:ext cx="311393" cy="1968189"/>
            <a:chOff x="1390652" y="2150666"/>
            <a:chExt cx="269875" cy="1705769"/>
          </a:xfrm>
        </p:grpSpPr>
        <p:sp>
          <p:nvSpPr>
            <p:cNvPr id="15" name="Freeform 14">
              <a:extLst>
                <a:ext uri="{FF2B5EF4-FFF2-40B4-BE49-F238E27FC236}">
                  <a16:creationId xmlns:a16="http://schemas.microsoft.com/office/drawing/2014/main" id="{C10DC25C-CDC4-447A-9533-7C1D7D235B30}"/>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23" name="Rectangle 22">
              <a:extLst>
                <a:ext uri="{FF2B5EF4-FFF2-40B4-BE49-F238E27FC236}">
                  <a16:creationId xmlns:a16="http://schemas.microsoft.com/office/drawing/2014/main" id="{A7E3947B-22FD-4C68-956D-A60ECE9AE36F}"/>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89" name="TextBox 88">
            <a:extLst>
              <a:ext uri="{FF2B5EF4-FFF2-40B4-BE49-F238E27FC236}">
                <a16:creationId xmlns:a16="http://schemas.microsoft.com/office/drawing/2014/main" id="{D2FB7408-3020-410C-849A-89FD40D49242}"/>
              </a:ext>
            </a:extLst>
          </p:cNvPr>
          <p:cNvSpPr txBox="1"/>
          <p:nvPr/>
        </p:nvSpPr>
        <p:spPr>
          <a:xfrm>
            <a:off x="2489892" y="2952160"/>
            <a:ext cx="609462" cy="830997"/>
          </a:xfrm>
          <a:prstGeom prst="rect">
            <a:avLst/>
          </a:prstGeom>
          <a:noFill/>
        </p:spPr>
        <p:txBody>
          <a:bodyPr wrap="none" rtlCol="0">
            <a:spAutoFit/>
          </a:bodyPr>
          <a:lstStyle/>
          <a:p>
            <a:pPr algn="ctr"/>
            <a:r>
              <a:rPr lang="en-US" sz="4800" b="1">
                <a:solidFill>
                  <a:schemeClr val="accent1">
                    <a:lumMod val="75000"/>
                  </a:schemeClr>
                </a:solidFill>
                <a:latin typeface="+mj-lt"/>
                <a:ea typeface="Open Sans Extrabold" panose="020B0906030804020204" pitchFamily="34" charset="0"/>
                <a:cs typeface="Open Sans Extrabold" panose="020B0906030804020204" pitchFamily="34" charset="0"/>
              </a:rPr>
              <a:t>A</a:t>
            </a:r>
            <a:endParaRPr lang="ru-UA" sz="4800" b="1">
              <a:solidFill>
                <a:schemeClr val="accent1">
                  <a:lumMod val="75000"/>
                </a:schemeClr>
              </a:solidFill>
              <a:latin typeface="+mj-lt"/>
              <a:ea typeface="Open Sans Extrabold" panose="020B0906030804020204" pitchFamily="34" charset="0"/>
              <a:cs typeface="Open Sans Extrabold" panose="020B0906030804020204" pitchFamily="34" charset="0"/>
            </a:endParaRPr>
          </a:p>
        </p:txBody>
      </p:sp>
      <p:sp>
        <p:nvSpPr>
          <p:cNvPr id="91" name="TextBox 90">
            <a:extLst>
              <a:ext uri="{FF2B5EF4-FFF2-40B4-BE49-F238E27FC236}">
                <a16:creationId xmlns:a16="http://schemas.microsoft.com/office/drawing/2014/main" id="{E222E108-B06F-430E-9E17-51B8231E8C6E}"/>
              </a:ext>
            </a:extLst>
          </p:cNvPr>
          <p:cNvSpPr txBox="1"/>
          <p:nvPr/>
        </p:nvSpPr>
        <p:spPr>
          <a:xfrm>
            <a:off x="4198042" y="2952160"/>
            <a:ext cx="609462" cy="830997"/>
          </a:xfrm>
          <a:prstGeom prst="rect">
            <a:avLst/>
          </a:prstGeom>
          <a:noFill/>
        </p:spPr>
        <p:txBody>
          <a:bodyPr wrap="none" rtlCol="0">
            <a:spAutoFit/>
          </a:bodyPr>
          <a:lstStyle/>
          <a:p>
            <a:pPr algn="ctr"/>
            <a:r>
              <a:rPr lang="en-US" sz="4800" b="1">
                <a:solidFill>
                  <a:schemeClr val="accent3">
                    <a:lumMod val="75000"/>
                  </a:schemeClr>
                </a:solidFill>
                <a:latin typeface="+mj-lt"/>
                <a:ea typeface="Open Sans Extrabold" panose="020B0906030804020204" pitchFamily="34" charset="0"/>
                <a:cs typeface="Open Sans Extrabold" panose="020B0906030804020204" pitchFamily="34" charset="0"/>
              </a:rPr>
              <a:t>B</a:t>
            </a:r>
            <a:endParaRPr lang="ru-UA" sz="4800" b="1">
              <a:solidFill>
                <a:schemeClr val="accent3">
                  <a:lumMod val="75000"/>
                </a:schemeClr>
              </a:solidFill>
              <a:latin typeface="+mj-lt"/>
              <a:ea typeface="Open Sans Extrabold" panose="020B0906030804020204" pitchFamily="34" charset="0"/>
              <a:cs typeface="Open Sans Extrabold" panose="020B0906030804020204" pitchFamily="34" charset="0"/>
            </a:endParaRPr>
          </a:p>
        </p:txBody>
      </p:sp>
      <p:sp>
        <p:nvSpPr>
          <p:cNvPr id="92" name="TextBox 91">
            <a:extLst>
              <a:ext uri="{FF2B5EF4-FFF2-40B4-BE49-F238E27FC236}">
                <a16:creationId xmlns:a16="http://schemas.microsoft.com/office/drawing/2014/main" id="{82BD0B55-4927-4DB3-A801-64F237558998}"/>
              </a:ext>
            </a:extLst>
          </p:cNvPr>
          <p:cNvSpPr txBox="1"/>
          <p:nvPr/>
        </p:nvSpPr>
        <p:spPr>
          <a:xfrm>
            <a:off x="5934922" y="2952160"/>
            <a:ext cx="577401" cy="830997"/>
          </a:xfrm>
          <a:prstGeom prst="rect">
            <a:avLst/>
          </a:prstGeom>
          <a:noFill/>
        </p:spPr>
        <p:txBody>
          <a:bodyPr wrap="none" rtlCol="0">
            <a:spAutoFit/>
          </a:bodyPr>
          <a:lstStyle/>
          <a:p>
            <a:pPr algn="ctr"/>
            <a:r>
              <a:rPr lang="en-US" sz="4800" b="1">
                <a:solidFill>
                  <a:schemeClr val="accent4">
                    <a:lumMod val="75000"/>
                  </a:schemeClr>
                </a:solidFill>
                <a:latin typeface="+mj-lt"/>
                <a:ea typeface="Open Sans Extrabold" panose="020B0906030804020204" pitchFamily="34" charset="0"/>
                <a:cs typeface="Open Sans Extrabold" panose="020B0906030804020204" pitchFamily="34" charset="0"/>
              </a:rPr>
              <a:t>C</a:t>
            </a:r>
            <a:endParaRPr lang="ru-UA" sz="4800" b="1">
              <a:solidFill>
                <a:schemeClr val="accent4">
                  <a:lumMod val="75000"/>
                </a:schemeClr>
              </a:solidFill>
              <a:latin typeface="+mj-lt"/>
              <a:ea typeface="Open Sans Extrabold" panose="020B0906030804020204" pitchFamily="34" charset="0"/>
              <a:cs typeface="Open Sans Extrabold" panose="020B0906030804020204" pitchFamily="34" charset="0"/>
            </a:endParaRPr>
          </a:p>
        </p:txBody>
      </p:sp>
      <p:sp>
        <p:nvSpPr>
          <p:cNvPr id="93" name="TextBox 92">
            <a:extLst>
              <a:ext uri="{FF2B5EF4-FFF2-40B4-BE49-F238E27FC236}">
                <a16:creationId xmlns:a16="http://schemas.microsoft.com/office/drawing/2014/main" id="{409690A5-B555-414B-A57F-A414E72832E3}"/>
              </a:ext>
            </a:extLst>
          </p:cNvPr>
          <p:cNvSpPr txBox="1"/>
          <p:nvPr/>
        </p:nvSpPr>
        <p:spPr>
          <a:xfrm>
            <a:off x="7624513" y="2952160"/>
            <a:ext cx="639919" cy="830997"/>
          </a:xfrm>
          <a:prstGeom prst="rect">
            <a:avLst/>
          </a:prstGeom>
          <a:noFill/>
        </p:spPr>
        <p:txBody>
          <a:bodyPr wrap="none" rtlCol="0">
            <a:spAutoFit/>
          </a:bodyPr>
          <a:lstStyle/>
          <a:p>
            <a:pPr algn="ctr"/>
            <a:r>
              <a:rPr lang="en-US" sz="4800" b="1">
                <a:solidFill>
                  <a:schemeClr val="accent5">
                    <a:lumMod val="50000"/>
                  </a:schemeClr>
                </a:solidFill>
                <a:latin typeface="+mj-lt"/>
                <a:ea typeface="Open Sans Extrabold" panose="020B0906030804020204" pitchFamily="34" charset="0"/>
                <a:cs typeface="Open Sans Extrabold" panose="020B0906030804020204" pitchFamily="34" charset="0"/>
              </a:rPr>
              <a:t>D</a:t>
            </a:r>
            <a:endParaRPr lang="ru-UA" sz="4800" b="1">
              <a:solidFill>
                <a:schemeClr val="accent5">
                  <a:lumMod val="50000"/>
                </a:schemeClr>
              </a:solidFill>
              <a:latin typeface="+mj-lt"/>
              <a:ea typeface="Open Sans Extrabold" panose="020B0906030804020204" pitchFamily="34" charset="0"/>
              <a:cs typeface="Open Sans Extrabold" panose="020B0906030804020204" pitchFamily="34" charset="0"/>
            </a:endParaRPr>
          </a:p>
        </p:txBody>
      </p:sp>
      <p:sp>
        <p:nvSpPr>
          <p:cNvPr id="94" name="TextBox 93">
            <a:extLst>
              <a:ext uri="{FF2B5EF4-FFF2-40B4-BE49-F238E27FC236}">
                <a16:creationId xmlns:a16="http://schemas.microsoft.com/office/drawing/2014/main" id="{8F1D5E93-4215-4CFA-8353-1105C793E892}"/>
              </a:ext>
            </a:extLst>
          </p:cNvPr>
          <p:cNvSpPr txBox="1"/>
          <p:nvPr/>
        </p:nvSpPr>
        <p:spPr>
          <a:xfrm>
            <a:off x="9426066" y="2952160"/>
            <a:ext cx="529312" cy="830997"/>
          </a:xfrm>
          <a:prstGeom prst="rect">
            <a:avLst/>
          </a:prstGeom>
          <a:noFill/>
        </p:spPr>
        <p:txBody>
          <a:bodyPr wrap="none" rtlCol="0">
            <a:spAutoFit/>
          </a:bodyPr>
          <a:lstStyle/>
          <a:p>
            <a:pPr algn="ctr"/>
            <a:r>
              <a:rPr lang="en-US" sz="4800" b="1">
                <a:solidFill>
                  <a:schemeClr val="accent6">
                    <a:lumMod val="75000"/>
                  </a:schemeClr>
                </a:solidFill>
                <a:latin typeface="+mj-lt"/>
                <a:ea typeface="Open Sans Extrabold" panose="020B0906030804020204" pitchFamily="34" charset="0"/>
                <a:cs typeface="Open Sans Extrabold" panose="020B0906030804020204" pitchFamily="34" charset="0"/>
              </a:rPr>
              <a:t>E</a:t>
            </a:r>
            <a:endParaRPr lang="ru-UA" sz="4800" b="1">
              <a:solidFill>
                <a:schemeClr val="accent6">
                  <a:lumMod val="75000"/>
                </a:schemeClr>
              </a:solidFill>
              <a:latin typeface="+mj-lt"/>
              <a:ea typeface="Open Sans Extrabold" panose="020B0906030804020204" pitchFamily="34" charset="0"/>
              <a:cs typeface="Open Sans Extrabold" panose="020B0906030804020204" pitchFamily="34" charset="0"/>
            </a:endParaRPr>
          </a:p>
        </p:txBody>
      </p:sp>
      <p:sp>
        <p:nvSpPr>
          <p:cNvPr id="98" name="Freeform 18">
            <a:extLst>
              <a:ext uri="{FF2B5EF4-FFF2-40B4-BE49-F238E27FC236}">
                <a16:creationId xmlns:a16="http://schemas.microsoft.com/office/drawing/2014/main" id="{377729E3-F431-4BEB-8A5B-08738A792525}"/>
              </a:ext>
            </a:extLst>
          </p:cNvPr>
          <p:cNvSpPr>
            <a:spLocks noEditPoints="1"/>
          </p:cNvSpPr>
          <p:nvPr/>
        </p:nvSpPr>
        <p:spPr bwMode="auto">
          <a:xfrm>
            <a:off x="2523721" y="4516467"/>
            <a:ext cx="538163" cy="617538"/>
          </a:xfrm>
          <a:custGeom>
            <a:avLst/>
            <a:gdLst>
              <a:gd name="T0" fmla="*/ 45 w 140"/>
              <a:gd name="T1" fmla="*/ 123 h 158"/>
              <a:gd name="T2" fmla="*/ 34 w 140"/>
              <a:gd name="T3" fmla="*/ 95 h 158"/>
              <a:gd name="T4" fmla="*/ 27 w 140"/>
              <a:gd name="T5" fmla="*/ 71 h 158"/>
              <a:gd name="T6" fmla="*/ 70 w 140"/>
              <a:gd name="T7" fmla="*/ 27 h 158"/>
              <a:gd name="T8" fmla="*/ 114 w 140"/>
              <a:gd name="T9" fmla="*/ 71 h 158"/>
              <a:gd name="T10" fmla="*/ 107 w 140"/>
              <a:gd name="T11" fmla="*/ 95 h 158"/>
              <a:gd name="T12" fmla="*/ 95 w 140"/>
              <a:gd name="T13" fmla="*/ 118 h 158"/>
              <a:gd name="T14" fmla="*/ 70 w 140"/>
              <a:gd name="T15" fmla="*/ 44 h 158"/>
              <a:gd name="T16" fmla="*/ 44 w 140"/>
              <a:gd name="T17" fmla="*/ 70 h 158"/>
              <a:gd name="T18" fmla="*/ 70 w 140"/>
              <a:gd name="T19" fmla="*/ 96 h 158"/>
              <a:gd name="T20" fmla="*/ 96 w 140"/>
              <a:gd name="T21" fmla="*/ 70 h 158"/>
              <a:gd name="T22" fmla="*/ 70 w 140"/>
              <a:gd name="T23" fmla="*/ 44 h 158"/>
              <a:gd name="T24" fmla="*/ 60 w 140"/>
              <a:gd name="T25" fmla="*/ 74 h 158"/>
              <a:gd name="T26" fmla="*/ 67 w 140"/>
              <a:gd name="T27" fmla="*/ 83 h 158"/>
              <a:gd name="T28" fmla="*/ 80 w 140"/>
              <a:gd name="T29" fmla="*/ 62 h 158"/>
              <a:gd name="T30" fmla="*/ 70 w 140"/>
              <a:gd name="T31" fmla="*/ 13 h 158"/>
              <a:gd name="T32" fmla="*/ 70 w 140"/>
              <a:gd name="T33" fmla="*/ 0 h 158"/>
              <a:gd name="T34" fmla="*/ 42 w 140"/>
              <a:gd name="T35" fmla="*/ 21 h 158"/>
              <a:gd name="T36" fmla="*/ 35 w 140"/>
              <a:gd name="T37" fmla="*/ 9 h 158"/>
              <a:gd name="T38" fmla="*/ 10 w 140"/>
              <a:gd name="T39" fmla="*/ 35 h 158"/>
              <a:gd name="T40" fmla="*/ 21 w 140"/>
              <a:gd name="T41" fmla="*/ 42 h 158"/>
              <a:gd name="T42" fmla="*/ 0 w 140"/>
              <a:gd name="T43" fmla="*/ 70 h 158"/>
              <a:gd name="T44" fmla="*/ 14 w 140"/>
              <a:gd name="T45" fmla="*/ 70 h 158"/>
              <a:gd name="T46" fmla="*/ 105 w 140"/>
              <a:gd name="T47" fmla="*/ 9 h 158"/>
              <a:gd name="T48" fmla="*/ 98 w 140"/>
              <a:gd name="T49" fmla="*/ 21 h 158"/>
              <a:gd name="T50" fmla="*/ 131 w 140"/>
              <a:gd name="T51" fmla="*/ 35 h 158"/>
              <a:gd name="T52" fmla="*/ 119 w 140"/>
              <a:gd name="T53" fmla="*/ 42 h 158"/>
              <a:gd name="T54" fmla="*/ 126 w 140"/>
              <a:gd name="T55" fmla="*/ 70 h 158"/>
              <a:gd name="T56" fmla="*/ 140 w 140"/>
              <a:gd name="T57" fmla="*/ 70 h 158"/>
              <a:gd name="T58" fmla="*/ 86 w 140"/>
              <a:gd name="T59" fmla="*/ 127 h 158"/>
              <a:gd name="T60" fmla="*/ 51 w 140"/>
              <a:gd name="T61" fmla="*/ 136 h 158"/>
              <a:gd name="T62" fmla="*/ 47 w 140"/>
              <a:gd name="T63" fmla="*/ 142 h 158"/>
              <a:gd name="T64" fmla="*/ 53 w 140"/>
              <a:gd name="T65" fmla="*/ 148 h 158"/>
              <a:gd name="T66" fmla="*/ 56 w 140"/>
              <a:gd name="T67" fmla="*/ 147 h 158"/>
              <a:gd name="T68" fmla="*/ 86 w 140"/>
              <a:gd name="T69" fmla="*/ 139 h 158"/>
              <a:gd name="T70" fmla="*/ 86 w 140"/>
              <a:gd name="T71" fmla="*/ 139 h 158"/>
              <a:gd name="T72" fmla="*/ 87 w 140"/>
              <a:gd name="T73" fmla="*/ 139 h 158"/>
              <a:gd name="T74" fmla="*/ 93 w 140"/>
              <a:gd name="T75" fmla="*/ 144 h 158"/>
              <a:gd name="T76" fmla="*/ 89 w 140"/>
              <a:gd name="T77" fmla="*/ 150 h 158"/>
              <a:gd name="T78" fmla="*/ 60 w 140"/>
              <a:gd name="T7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58">
                <a:moveTo>
                  <a:pt x="45" y="123"/>
                </a:moveTo>
                <a:cubicBezTo>
                  <a:pt x="46" y="116"/>
                  <a:pt x="43" y="109"/>
                  <a:pt x="34" y="95"/>
                </a:cubicBezTo>
                <a:cubicBezTo>
                  <a:pt x="29" y="88"/>
                  <a:pt x="27" y="79"/>
                  <a:pt x="27" y="71"/>
                </a:cubicBezTo>
                <a:cubicBezTo>
                  <a:pt x="27" y="47"/>
                  <a:pt x="46" y="27"/>
                  <a:pt x="70" y="27"/>
                </a:cubicBezTo>
                <a:cubicBezTo>
                  <a:pt x="94" y="27"/>
                  <a:pt x="114" y="47"/>
                  <a:pt x="114" y="71"/>
                </a:cubicBezTo>
                <a:cubicBezTo>
                  <a:pt x="114" y="79"/>
                  <a:pt x="111" y="88"/>
                  <a:pt x="107" y="95"/>
                </a:cubicBezTo>
                <a:cubicBezTo>
                  <a:pt x="99" y="106"/>
                  <a:pt x="96" y="113"/>
                  <a:pt x="95" y="118"/>
                </a:cubicBezTo>
                <a:moveTo>
                  <a:pt x="70" y="44"/>
                </a:moveTo>
                <a:cubicBezTo>
                  <a:pt x="56" y="44"/>
                  <a:pt x="44" y="56"/>
                  <a:pt x="44" y="70"/>
                </a:cubicBezTo>
                <a:cubicBezTo>
                  <a:pt x="44" y="85"/>
                  <a:pt x="56" y="96"/>
                  <a:pt x="70" y="96"/>
                </a:cubicBezTo>
                <a:cubicBezTo>
                  <a:pt x="85" y="96"/>
                  <a:pt x="96" y="85"/>
                  <a:pt x="96" y="70"/>
                </a:cubicBezTo>
                <a:cubicBezTo>
                  <a:pt x="96" y="56"/>
                  <a:pt x="85" y="44"/>
                  <a:pt x="70" y="44"/>
                </a:cubicBezTo>
                <a:close/>
                <a:moveTo>
                  <a:pt x="60" y="74"/>
                </a:moveTo>
                <a:cubicBezTo>
                  <a:pt x="67" y="83"/>
                  <a:pt x="67" y="83"/>
                  <a:pt x="67" y="83"/>
                </a:cubicBezTo>
                <a:cubicBezTo>
                  <a:pt x="80" y="62"/>
                  <a:pt x="80" y="62"/>
                  <a:pt x="80" y="62"/>
                </a:cubicBezTo>
                <a:moveTo>
                  <a:pt x="70" y="13"/>
                </a:moveTo>
                <a:cubicBezTo>
                  <a:pt x="70" y="0"/>
                  <a:pt x="70" y="0"/>
                  <a:pt x="70" y="0"/>
                </a:cubicBezTo>
                <a:moveTo>
                  <a:pt x="42" y="21"/>
                </a:moveTo>
                <a:cubicBezTo>
                  <a:pt x="35" y="9"/>
                  <a:pt x="35" y="9"/>
                  <a:pt x="35" y="9"/>
                </a:cubicBezTo>
                <a:moveTo>
                  <a:pt x="10" y="35"/>
                </a:moveTo>
                <a:cubicBezTo>
                  <a:pt x="21" y="42"/>
                  <a:pt x="21" y="42"/>
                  <a:pt x="21" y="42"/>
                </a:cubicBezTo>
                <a:moveTo>
                  <a:pt x="0" y="70"/>
                </a:moveTo>
                <a:cubicBezTo>
                  <a:pt x="14" y="70"/>
                  <a:pt x="14" y="70"/>
                  <a:pt x="14" y="70"/>
                </a:cubicBezTo>
                <a:moveTo>
                  <a:pt x="105" y="9"/>
                </a:moveTo>
                <a:cubicBezTo>
                  <a:pt x="98" y="21"/>
                  <a:pt x="98" y="21"/>
                  <a:pt x="98" y="21"/>
                </a:cubicBezTo>
                <a:moveTo>
                  <a:pt x="131" y="35"/>
                </a:moveTo>
                <a:cubicBezTo>
                  <a:pt x="119" y="42"/>
                  <a:pt x="119" y="42"/>
                  <a:pt x="119" y="42"/>
                </a:cubicBezTo>
                <a:moveTo>
                  <a:pt x="126" y="70"/>
                </a:moveTo>
                <a:cubicBezTo>
                  <a:pt x="140" y="70"/>
                  <a:pt x="140" y="70"/>
                  <a:pt x="140" y="70"/>
                </a:cubicBezTo>
                <a:moveTo>
                  <a:pt x="86" y="127"/>
                </a:moveTo>
                <a:cubicBezTo>
                  <a:pt x="86" y="127"/>
                  <a:pt x="51" y="136"/>
                  <a:pt x="51" y="136"/>
                </a:cubicBezTo>
                <a:cubicBezTo>
                  <a:pt x="49" y="137"/>
                  <a:pt x="47" y="139"/>
                  <a:pt x="47" y="142"/>
                </a:cubicBezTo>
                <a:cubicBezTo>
                  <a:pt x="47" y="145"/>
                  <a:pt x="50" y="148"/>
                  <a:pt x="53" y="148"/>
                </a:cubicBezTo>
                <a:cubicBezTo>
                  <a:pt x="54" y="148"/>
                  <a:pt x="56" y="147"/>
                  <a:pt x="56" y="147"/>
                </a:cubicBezTo>
                <a:cubicBezTo>
                  <a:pt x="86" y="139"/>
                  <a:pt x="86" y="139"/>
                  <a:pt x="86" y="139"/>
                </a:cubicBezTo>
                <a:cubicBezTo>
                  <a:pt x="86" y="139"/>
                  <a:pt x="86" y="139"/>
                  <a:pt x="86" y="139"/>
                </a:cubicBezTo>
                <a:cubicBezTo>
                  <a:pt x="86" y="139"/>
                  <a:pt x="87" y="139"/>
                  <a:pt x="87" y="139"/>
                </a:cubicBezTo>
                <a:cubicBezTo>
                  <a:pt x="90" y="139"/>
                  <a:pt x="93" y="141"/>
                  <a:pt x="93" y="144"/>
                </a:cubicBezTo>
                <a:cubicBezTo>
                  <a:pt x="93" y="147"/>
                  <a:pt x="91" y="149"/>
                  <a:pt x="89" y="150"/>
                </a:cubicBezTo>
                <a:cubicBezTo>
                  <a:pt x="60" y="158"/>
                  <a:pt x="60" y="158"/>
                  <a:pt x="60" y="158"/>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107" name="Group 106">
            <a:extLst>
              <a:ext uri="{FF2B5EF4-FFF2-40B4-BE49-F238E27FC236}">
                <a16:creationId xmlns:a16="http://schemas.microsoft.com/office/drawing/2014/main" id="{4B18F796-CE08-4DC7-BAD3-29C27642ACE3}"/>
              </a:ext>
            </a:extLst>
          </p:cNvPr>
          <p:cNvGrpSpPr/>
          <p:nvPr/>
        </p:nvGrpSpPr>
        <p:grpSpPr>
          <a:xfrm>
            <a:off x="4233513" y="4524405"/>
            <a:ext cx="536576" cy="566738"/>
            <a:chOff x="4295775" y="4714905"/>
            <a:chExt cx="536576" cy="566738"/>
          </a:xfrm>
        </p:grpSpPr>
        <p:sp>
          <p:nvSpPr>
            <p:cNvPr id="99" name="Freeform 19">
              <a:extLst>
                <a:ext uri="{FF2B5EF4-FFF2-40B4-BE49-F238E27FC236}">
                  <a16:creationId xmlns:a16="http://schemas.microsoft.com/office/drawing/2014/main" id="{8FCABC13-46E6-4667-925E-BC785F064B9B}"/>
                </a:ext>
              </a:extLst>
            </p:cNvPr>
            <p:cNvSpPr>
              <a:spLocks/>
            </p:cNvSpPr>
            <p:nvPr/>
          </p:nvSpPr>
          <p:spPr bwMode="auto">
            <a:xfrm>
              <a:off x="4494213" y="4714905"/>
              <a:ext cx="338138" cy="566738"/>
            </a:xfrm>
            <a:custGeom>
              <a:avLst/>
              <a:gdLst>
                <a:gd name="T0" fmla="*/ 0 w 88"/>
                <a:gd name="T1" fmla="*/ 15 h 145"/>
                <a:gd name="T2" fmla="*/ 70 w 88"/>
                <a:gd name="T3" fmla="*/ 58 h 145"/>
                <a:gd name="T4" fmla="*/ 88 w 88"/>
                <a:gd name="T5" fmla="*/ 93 h 145"/>
                <a:gd name="T6" fmla="*/ 73 w 88"/>
                <a:gd name="T7" fmla="*/ 93 h 145"/>
                <a:gd name="T8" fmla="*/ 73 w 88"/>
                <a:gd name="T9" fmla="*/ 117 h 145"/>
                <a:gd name="T10" fmla="*/ 66 w 88"/>
                <a:gd name="T11" fmla="*/ 125 h 145"/>
                <a:gd name="T12" fmla="*/ 50 w 88"/>
                <a:gd name="T13" fmla="*/ 125 h 145"/>
                <a:gd name="T14" fmla="*/ 50 w 88"/>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5">
                  <a:moveTo>
                    <a:pt x="0" y="15"/>
                  </a:moveTo>
                  <a:cubicBezTo>
                    <a:pt x="78" y="0"/>
                    <a:pt x="70" y="58"/>
                    <a:pt x="70" y="58"/>
                  </a:cubicBezTo>
                  <a:cubicBezTo>
                    <a:pt x="88" y="93"/>
                    <a:pt x="88" y="93"/>
                    <a:pt x="88" y="93"/>
                  </a:cubicBezTo>
                  <a:cubicBezTo>
                    <a:pt x="73" y="93"/>
                    <a:pt x="73" y="93"/>
                    <a:pt x="73" y="93"/>
                  </a:cubicBezTo>
                  <a:cubicBezTo>
                    <a:pt x="73" y="117"/>
                    <a:pt x="73" y="117"/>
                    <a:pt x="73" y="117"/>
                  </a:cubicBezTo>
                  <a:cubicBezTo>
                    <a:pt x="73" y="121"/>
                    <a:pt x="70" y="125"/>
                    <a:pt x="66" y="125"/>
                  </a:cubicBezTo>
                  <a:cubicBezTo>
                    <a:pt x="50" y="125"/>
                    <a:pt x="50" y="125"/>
                    <a:pt x="50" y="125"/>
                  </a:cubicBezTo>
                  <a:cubicBezTo>
                    <a:pt x="50" y="145"/>
                    <a:pt x="50" y="145"/>
                    <a:pt x="50" y="145"/>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0" name="Freeform 20">
              <a:extLst>
                <a:ext uri="{FF2B5EF4-FFF2-40B4-BE49-F238E27FC236}">
                  <a16:creationId xmlns:a16="http://schemas.microsoft.com/office/drawing/2014/main" id="{FF0A98DC-2D12-45C7-83AA-B0CC664D252D}"/>
                </a:ext>
              </a:extLst>
            </p:cNvPr>
            <p:cNvSpPr>
              <a:spLocks/>
            </p:cNvSpPr>
            <p:nvPr/>
          </p:nvSpPr>
          <p:spPr bwMode="auto">
            <a:xfrm>
              <a:off x="4410075" y="5140355"/>
              <a:ext cx="26988" cy="141288"/>
            </a:xfrm>
            <a:custGeom>
              <a:avLst/>
              <a:gdLst>
                <a:gd name="T0" fmla="*/ 17 w 17"/>
                <a:gd name="T1" fmla="*/ 89 h 89"/>
                <a:gd name="T2" fmla="*/ 17 w 17"/>
                <a:gd name="T3" fmla="*/ 37 h 89"/>
                <a:gd name="T4" fmla="*/ 0 w 17"/>
                <a:gd name="T5" fmla="*/ 0 h 89"/>
              </a:gdLst>
              <a:ahLst/>
              <a:cxnLst>
                <a:cxn ang="0">
                  <a:pos x="T0" y="T1"/>
                </a:cxn>
                <a:cxn ang="0">
                  <a:pos x="T2" y="T3"/>
                </a:cxn>
                <a:cxn ang="0">
                  <a:pos x="T4" y="T5"/>
                </a:cxn>
              </a:cxnLst>
              <a:rect l="0" t="0" r="r" b="b"/>
              <a:pathLst>
                <a:path w="17" h="89">
                  <a:moveTo>
                    <a:pt x="17" y="89"/>
                  </a:moveTo>
                  <a:lnTo>
                    <a:pt x="17" y="37"/>
                  </a:lnTo>
                  <a:lnTo>
                    <a:pt x="0"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1" name="Freeform 21">
              <a:extLst>
                <a:ext uri="{FF2B5EF4-FFF2-40B4-BE49-F238E27FC236}">
                  <a16:creationId xmlns:a16="http://schemas.microsoft.com/office/drawing/2014/main" id="{ECCA9990-0A66-4311-BB2D-926A4BC134DA}"/>
                </a:ext>
              </a:extLst>
            </p:cNvPr>
            <p:cNvSpPr>
              <a:spLocks/>
            </p:cNvSpPr>
            <p:nvPr/>
          </p:nvSpPr>
          <p:spPr bwMode="auto">
            <a:xfrm>
              <a:off x="4295775" y="4800630"/>
              <a:ext cx="298450" cy="304800"/>
            </a:xfrm>
            <a:custGeom>
              <a:avLst/>
              <a:gdLst>
                <a:gd name="T0" fmla="*/ 78 w 78"/>
                <a:gd name="T1" fmla="*/ 44 h 78"/>
                <a:gd name="T2" fmla="*/ 78 w 78"/>
                <a:gd name="T3" fmla="*/ 34 h 78"/>
                <a:gd name="T4" fmla="*/ 67 w 78"/>
                <a:gd name="T5" fmla="*/ 30 h 78"/>
                <a:gd name="T6" fmla="*/ 65 w 78"/>
                <a:gd name="T7" fmla="*/ 26 h 78"/>
                <a:gd name="T8" fmla="*/ 70 w 78"/>
                <a:gd name="T9" fmla="*/ 15 h 78"/>
                <a:gd name="T10" fmla="*/ 63 w 78"/>
                <a:gd name="T11" fmla="*/ 8 h 78"/>
                <a:gd name="T12" fmla="*/ 52 w 78"/>
                <a:gd name="T13" fmla="*/ 13 h 78"/>
                <a:gd name="T14" fmla="*/ 48 w 78"/>
                <a:gd name="T15" fmla="*/ 11 h 78"/>
                <a:gd name="T16" fmla="*/ 44 w 78"/>
                <a:gd name="T17" fmla="*/ 0 h 78"/>
                <a:gd name="T18" fmla="*/ 34 w 78"/>
                <a:gd name="T19" fmla="*/ 0 h 78"/>
                <a:gd name="T20" fmla="*/ 30 w 78"/>
                <a:gd name="T21" fmla="*/ 11 h 78"/>
                <a:gd name="T22" fmla="*/ 26 w 78"/>
                <a:gd name="T23" fmla="*/ 13 h 78"/>
                <a:gd name="T24" fmla="*/ 15 w 78"/>
                <a:gd name="T25" fmla="*/ 8 h 78"/>
                <a:gd name="T26" fmla="*/ 8 w 78"/>
                <a:gd name="T27" fmla="*/ 15 h 78"/>
                <a:gd name="T28" fmla="*/ 13 w 78"/>
                <a:gd name="T29" fmla="*/ 26 h 78"/>
                <a:gd name="T30" fmla="*/ 11 w 78"/>
                <a:gd name="T31" fmla="*/ 30 h 78"/>
                <a:gd name="T32" fmla="*/ 0 w 78"/>
                <a:gd name="T33" fmla="*/ 34 h 78"/>
                <a:gd name="T34" fmla="*/ 0 w 78"/>
                <a:gd name="T35" fmla="*/ 44 h 78"/>
                <a:gd name="T36" fmla="*/ 11 w 78"/>
                <a:gd name="T37" fmla="*/ 48 h 78"/>
                <a:gd name="T38" fmla="*/ 13 w 78"/>
                <a:gd name="T39" fmla="*/ 52 h 78"/>
                <a:gd name="T40" fmla="*/ 8 w 78"/>
                <a:gd name="T41" fmla="*/ 63 h 78"/>
                <a:gd name="T42" fmla="*/ 15 w 78"/>
                <a:gd name="T43" fmla="*/ 70 h 78"/>
                <a:gd name="T44" fmla="*/ 26 w 78"/>
                <a:gd name="T45" fmla="*/ 65 h 78"/>
                <a:gd name="T46" fmla="*/ 30 w 78"/>
                <a:gd name="T47" fmla="*/ 67 h 78"/>
                <a:gd name="T48" fmla="*/ 34 w 78"/>
                <a:gd name="T49" fmla="*/ 78 h 78"/>
                <a:gd name="T50" fmla="*/ 44 w 78"/>
                <a:gd name="T51" fmla="*/ 78 h 78"/>
                <a:gd name="T52" fmla="*/ 48 w 78"/>
                <a:gd name="T53" fmla="*/ 67 h 78"/>
                <a:gd name="T54" fmla="*/ 52 w 78"/>
                <a:gd name="T55" fmla="*/ 65 h 78"/>
                <a:gd name="T56" fmla="*/ 63 w 78"/>
                <a:gd name="T57" fmla="*/ 70 h 78"/>
                <a:gd name="T58" fmla="*/ 70 w 78"/>
                <a:gd name="T59" fmla="*/ 63 h 78"/>
                <a:gd name="T60" fmla="*/ 65 w 78"/>
                <a:gd name="T61" fmla="*/ 52 h 78"/>
                <a:gd name="T62" fmla="*/ 67 w 78"/>
                <a:gd name="T63" fmla="*/ 48 h 78"/>
                <a:gd name="T64" fmla="*/ 78 w 78"/>
                <a:gd name="T65" fmla="*/ 4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78">
                  <a:moveTo>
                    <a:pt x="78" y="44"/>
                  </a:moveTo>
                  <a:cubicBezTo>
                    <a:pt x="78" y="34"/>
                    <a:pt x="78" y="34"/>
                    <a:pt x="78" y="34"/>
                  </a:cubicBezTo>
                  <a:cubicBezTo>
                    <a:pt x="67" y="30"/>
                    <a:pt x="67" y="30"/>
                    <a:pt x="67" y="30"/>
                  </a:cubicBezTo>
                  <a:cubicBezTo>
                    <a:pt x="66" y="28"/>
                    <a:pt x="66" y="27"/>
                    <a:pt x="65" y="26"/>
                  </a:cubicBezTo>
                  <a:cubicBezTo>
                    <a:pt x="70" y="15"/>
                    <a:pt x="70" y="15"/>
                    <a:pt x="70" y="15"/>
                  </a:cubicBezTo>
                  <a:cubicBezTo>
                    <a:pt x="63" y="8"/>
                    <a:pt x="63" y="8"/>
                    <a:pt x="63" y="8"/>
                  </a:cubicBezTo>
                  <a:cubicBezTo>
                    <a:pt x="52" y="13"/>
                    <a:pt x="52" y="13"/>
                    <a:pt x="52" y="13"/>
                  </a:cubicBezTo>
                  <a:cubicBezTo>
                    <a:pt x="51" y="12"/>
                    <a:pt x="50" y="11"/>
                    <a:pt x="48" y="11"/>
                  </a:cubicBezTo>
                  <a:cubicBezTo>
                    <a:pt x="44" y="0"/>
                    <a:pt x="44" y="0"/>
                    <a:pt x="44" y="0"/>
                  </a:cubicBezTo>
                  <a:cubicBezTo>
                    <a:pt x="34" y="0"/>
                    <a:pt x="34" y="0"/>
                    <a:pt x="34" y="0"/>
                  </a:cubicBezTo>
                  <a:cubicBezTo>
                    <a:pt x="30" y="11"/>
                    <a:pt x="30" y="11"/>
                    <a:pt x="30" y="11"/>
                  </a:cubicBezTo>
                  <a:cubicBezTo>
                    <a:pt x="28" y="11"/>
                    <a:pt x="27" y="12"/>
                    <a:pt x="26" y="13"/>
                  </a:cubicBezTo>
                  <a:cubicBezTo>
                    <a:pt x="15" y="8"/>
                    <a:pt x="15" y="8"/>
                    <a:pt x="15" y="8"/>
                  </a:cubicBezTo>
                  <a:cubicBezTo>
                    <a:pt x="8" y="15"/>
                    <a:pt x="8" y="15"/>
                    <a:pt x="8" y="15"/>
                  </a:cubicBezTo>
                  <a:cubicBezTo>
                    <a:pt x="13" y="26"/>
                    <a:pt x="13" y="26"/>
                    <a:pt x="13" y="26"/>
                  </a:cubicBezTo>
                  <a:cubicBezTo>
                    <a:pt x="12" y="27"/>
                    <a:pt x="11" y="28"/>
                    <a:pt x="11" y="30"/>
                  </a:cubicBezTo>
                  <a:cubicBezTo>
                    <a:pt x="0" y="34"/>
                    <a:pt x="0" y="34"/>
                    <a:pt x="0" y="34"/>
                  </a:cubicBezTo>
                  <a:cubicBezTo>
                    <a:pt x="0" y="44"/>
                    <a:pt x="0" y="44"/>
                    <a:pt x="0" y="44"/>
                  </a:cubicBezTo>
                  <a:cubicBezTo>
                    <a:pt x="11" y="48"/>
                    <a:pt x="11" y="48"/>
                    <a:pt x="11" y="48"/>
                  </a:cubicBezTo>
                  <a:cubicBezTo>
                    <a:pt x="11" y="49"/>
                    <a:pt x="12" y="51"/>
                    <a:pt x="13" y="52"/>
                  </a:cubicBezTo>
                  <a:cubicBezTo>
                    <a:pt x="8" y="63"/>
                    <a:pt x="8" y="63"/>
                    <a:pt x="8" y="63"/>
                  </a:cubicBezTo>
                  <a:cubicBezTo>
                    <a:pt x="15" y="70"/>
                    <a:pt x="15" y="70"/>
                    <a:pt x="15" y="70"/>
                  </a:cubicBezTo>
                  <a:cubicBezTo>
                    <a:pt x="26" y="65"/>
                    <a:pt x="26" y="65"/>
                    <a:pt x="26" y="65"/>
                  </a:cubicBezTo>
                  <a:cubicBezTo>
                    <a:pt x="27" y="66"/>
                    <a:pt x="28" y="66"/>
                    <a:pt x="30" y="67"/>
                  </a:cubicBezTo>
                  <a:cubicBezTo>
                    <a:pt x="34" y="78"/>
                    <a:pt x="34" y="78"/>
                    <a:pt x="34" y="78"/>
                  </a:cubicBezTo>
                  <a:cubicBezTo>
                    <a:pt x="44" y="78"/>
                    <a:pt x="44" y="78"/>
                    <a:pt x="44" y="78"/>
                  </a:cubicBezTo>
                  <a:cubicBezTo>
                    <a:pt x="48" y="67"/>
                    <a:pt x="48" y="67"/>
                    <a:pt x="48" y="67"/>
                  </a:cubicBezTo>
                  <a:cubicBezTo>
                    <a:pt x="50" y="66"/>
                    <a:pt x="51" y="66"/>
                    <a:pt x="52" y="65"/>
                  </a:cubicBezTo>
                  <a:cubicBezTo>
                    <a:pt x="63" y="70"/>
                    <a:pt x="63" y="70"/>
                    <a:pt x="63" y="70"/>
                  </a:cubicBezTo>
                  <a:cubicBezTo>
                    <a:pt x="70" y="63"/>
                    <a:pt x="70" y="63"/>
                    <a:pt x="70" y="63"/>
                  </a:cubicBezTo>
                  <a:cubicBezTo>
                    <a:pt x="65" y="52"/>
                    <a:pt x="65" y="52"/>
                    <a:pt x="65" y="52"/>
                  </a:cubicBezTo>
                  <a:cubicBezTo>
                    <a:pt x="66" y="51"/>
                    <a:pt x="66" y="49"/>
                    <a:pt x="67" y="48"/>
                  </a:cubicBezTo>
                  <a:lnTo>
                    <a:pt x="78" y="44"/>
                  </a:lnTo>
                  <a:close/>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2" name="Oval 22">
              <a:extLst>
                <a:ext uri="{FF2B5EF4-FFF2-40B4-BE49-F238E27FC236}">
                  <a16:creationId xmlns:a16="http://schemas.microsoft.com/office/drawing/2014/main" id="{EE640902-3D9F-496B-85DA-185F49F23E51}"/>
                </a:ext>
              </a:extLst>
            </p:cNvPr>
            <p:cNvSpPr>
              <a:spLocks noChangeArrowheads="1"/>
            </p:cNvSpPr>
            <p:nvPr/>
          </p:nvSpPr>
          <p:spPr bwMode="auto">
            <a:xfrm>
              <a:off x="4379913" y="4886355"/>
              <a:ext cx="127000" cy="130175"/>
            </a:xfrm>
            <a:prstGeom prst="ellipse">
              <a:avLst/>
            </a:pr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3" name="Line 23">
              <a:extLst>
                <a:ext uri="{FF2B5EF4-FFF2-40B4-BE49-F238E27FC236}">
                  <a16:creationId xmlns:a16="http://schemas.microsoft.com/office/drawing/2014/main" id="{CF31D781-D302-4DA1-94F3-9DBA0E897C05}"/>
                </a:ext>
              </a:extLst>
            </p:cNvPr>
            <p:cNvSpPr>
              <a:spLocks noChangeShapeType="1"/>
            </p:cNvSpPr>
            <p:nvPr/>
          </p:nvSpPr>
          <p:spPr bwMode="auto">
            <a:xfrm>
              <a:off x="4651375" y="5203855"/>
              <a:ext cx="34925" cy="0"/>
            </a:xfrm>
            <a:prstGeom prst="line">
              <a:avLst/>
            </a:prstGeom>
            <a:noFill/>
            <a:ln w="1587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104" name="Freeform 24">
            <a:extLst>
              <a:ext uri="{FF2B5EF4-FFF2-40B4-BE49-F238E27FC236}">
                <a16:creationId xmlns:a16="http://schemas.microsoft.com/office/drawing/2014/main" id="{0AAC7DBB-B4AE-45AF-B7CF-FEA995D6B39B}"/>
              </a:ext>
            </a:extLst>
          </p:cNvPr>
          <p:cNvSpPr>
            <a:spLocks noEditPoints="1"/>
          </p:cNvSpPr>
          <p:nvPr/>
        </p:nvSpPr>
        <p:spPr bwMode="auto">
          <a:xfrm>
            <a:off x="9470391" y="4575205"/>
            <a:ext cx="431800" cy="515938"/>
          </a:xfrm>
          <a:custGeom>
            <a:avLst/>
            <a:gdLst>
              <a:gd name="T0" fmla="*/ 272 w 272"/>
              <a:gd name="T1" fmla="*/ 135 h 325"/>
              <a:gd name="T2" fmla="*/ 272 w 272"/>
              <a:gd name="T3" fmla="*/ 325 h 325"/>
              <a:gd name="T4" fmla="*/ 0 w 272"/>
              <a:gd name="T5" fmla="*/ 325 h 325"/>
              <a:gd name="T6" fmla="*/ 0 w 272"/>
              <a:gd name="T7" fmla="*/ 135 h 325"/>
              <a:gd name="T8" fmla="*/ 272 w 272"/>
              <a:gd name="T9" fmla="*/ 325 h 325"/>
              <a:gd name="T10" fmla="*/ 135 w 272"/>
              <a:gd name="T11" fmla="*/ 229 h 325"/>
              <a:gd name="T12" fmla="*/ 0 w 272"/>
              <a:gd name="T13" fmla="*/ 325 h 325"/>
              <a:gd name="T14" fmla="*/ 272 w 272"/>
              <a:gd name="T15" fmla="*/ 135 h 325"/>
              <a:gd name="T16" fmla="*/ 181 w 272"/>
              <a:gd name="T17" fmla="*/ 231 h 325"/>
              <a:gd name="T18" fmla="*/ 0 w 272"/>
              <a:gd name="T19" fmla="*/ 135 h 325"/>
              <a:gd name="T20" fmla="*/ 91 w 272"/>
              <a:gd name="T21" fmla="*/ 231 h 325"/>
              <a:gd name="T22" fmla="*/ 239 w 272"/>
              <a:gd name="T23" fmla="*/ 62 h 325"/>
              <a:gd name="T24" fmla="*/ 239 w 272"/>
              <a:gd name="T25" fmla="*/ 128 h 325"/>
              <a:gd name="T26" fmla="*/ 178 w 272"/>
              <a:gd name="T27" fmla="*/ 0 h 325"/>
              <a:gd name="T28" fmla="*/ 33 w 272"/>
              <a:gd name="T29" fmla="*/ 0 h 325"/>
              <a:gd name="T30" fmla="*/ 33 w 272"/>
              <a:gd name="T31" fmla="*/ 128 h 325"/>
              <a:gd name="T32" fmla="*/ 239 w 272"/>
              <a:gd name="T33" fmla="*/ 62 h 325"/>
              <a:gd name="T34" fmla="*/ 178 w 272"/>
              <a:gd name="T35" fmla="*/ 0 h 325"/>
              <a:gd name="T36" fmla="*/ 178 w 272"/>
              <a:gd name="T37" fmla="*/ 62 h 325"/>
              <a:gd name="T38" fmla="*/ 239 w 272"/>
              <a:gd name="T39" fmla="*/ 62 h 325"/>
              <a:gd name="T40" fmla="*/ 91 w 272"/>
              <a:gd name="T41" fmla="*/ 96 h 325"/>
              <a:gd name="T42" fmla="*/ 62 w 272"/>
              <a:gd name="T43" fmla="*/ 96 h 325"/>
              <a:gd name="T44" fmla="*/ 200 w 272"/>
              <a:gd name="T45" fmla="*/ 96 h 325"/>
              <a:gd name="T46" fmla="*/ 120 w 272"/>
              <a:gd name="T47" fmla="*/ 96 h 325"/>
              <a:gd name="T48" fmla="*/ 140 w 272"/>
              <a:gd name="T49" fmla="*/ 126 h 325"/>
              <a:gd name="T50" fmla="*/ 62 w 272"/>
              <a:gd name="T51" fmla="*/ 126 h 325"/>
              <a:gd name="T52" fmla="*/ 200 w 272"/>
              <a:gd name="T53" fmla="*/ 126 h 325"/>
              <a:gd name="T54" fmla="*/ 171 w 272"/>
              <a:gd name="T55" fmla="*/ 12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2" h="325">
                <a:moveTo>
                  <a:pt x="272" y="135"/>
                </a:moveTo>
                <a:lnTo>
                  <a:pt x="272" y="325"/>
                </a:lnTo>
                <a:lnTo>
                  <a:pt x="0" y="325"/>
                </a:lnTo>
                <a:lnTo>
                  <a:pt x="0" y="135"/>
                </a:lnTo>
                <a:moveTo>
                  <a:pt x="272" y="325"/>
                </a:moveTo>
                <a:lnTo>
                  <a:pt x="135" y="229"/>
                </a:lnTo>
                <a:lnTo>
                  <a:pt x="0" y="325"/>
                </a:lnTo>
                <a:moveTo>
                  <a:pt x="272" y="135"/>
                </a:moveTo>
                <a:lnTo>
                  <a:pt x="181" y="231"/>
                </a:lnTo>
                <a:moveTo>
                  <a:pt x="0" y="135"/>
                </a:moveTo>
                <a:lnTo>
                  <a:pt x="91" y="231"/>
                </a:lnTo>
                <a:moveTo>
                  <a:pt x="239" y="62"/>
                </a:moveTo>
                <a:lnTo>
                  <a:pt x="239" y="128"/>
                </a:lnTo>
                <a:moveTo>
                  <a:pt x="178" y="0"/>
                </a:moveTo>
                <a:lnTo>
                  <a:pt x="33" y="0"/>
                </a:lnTo>
                <a:lnTo>
                  <a:pt x="33" y="128"/>
                </a:lnTo>
                <a:moveTo>
                  <a:pt x="239" y="62"/>
                </a:moveTo>
                <a:lnTo>
                  <a:pt x="178" y="0"/>
                </a:lnTo>
                <a:lnTo>
                  <a:pt x="178" y="62"/>
                </a:lnTo>
                <a:lnTo>
                  <a:pt x="239" y="62"/>
                </a:lnTo>
                <a:moveTo>
                  <a:pt x="91" y="96"/>
                </a:moveTo>
                <a:lnTo>
                  <a:pt x="62" y="96"/>
                </a:lnTo>
                <a:moveTo>
                  <a:pt x="200" y="96"/>
                </a:moveTo>
                <a:lnTo>
                  <a:pt x="120" y="96"/>
                </a:lnTo>
                <a:moveTo>
                  <a:pt x="140" y="126"/>
                </a:moveTo>
                <a:lnTo>
                  <a:pt x="62" y="126"/>
                </a:lnTo>
                <a:moveTo>
                  <a:pt x="200" y="126"/>
                </a:moveTo>
                <a:lnTo>
                  <a:pt x="171" y="126"/>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5" name="Freeform 25">
            <a:extLst>
              <a:ext uri="{FF2B5EF4-FFF2-40B4-BE49-F238E27FC236}">
                <a16:creationId xmlns:a16="http://schemas.microsoft.com/office/drawing/2014/main" id="{EE545CEA-DFDC-4236-B7B4-E691FC6461B5}"/>
              </a:ext>
            </a:extLst>
          </p:cNvPr>
          <p:cNvSpPr>
            <a:spLocks noEditPoints="1"/>
          </p:cNvSpPr>
          <p:nvPr/>
        </p:nvSpPr>
        <p:spPr bwMode="auto">
          <a:xfrm>
            <a:off x="5924378" y="4579967"/>
            <a:ext cx="598488" cy="487363"/>
          </a:xfrm>
          <a:custGeom>
            <a:avLst/>
            <a:gdLst>
              <a:gd name="T0" fmla="*/ 156 w 156"/>
              <a:gd name="T1" fmla="*/ 125 h 125"/>
              <a:gd name="T2" fmla="*/ 0 w 156"/>
              <a:gd name="T3" fmla="*/ 125 h 125"/>
              <a:gd name="T4" fmla="*/ 38 w 156"/>
              <a:gd name="T5" fmla="*/ 91 h 125"/>
              <a:gd name="T6" fmla="*/ 17 w 156"/>
              <a:gd name="T7" fmla="*/ 91 h 125"/>
              <a:gd name="T8" fmla="*/ 17 w 156"/>
              <a:gd name="T9" fmla="*/ 125 h 125"/>
              <a:gd name="T10" fmla="*/ 38 w 156"/>
              <a:gd name="T11" fmla="*/ 125 h 125"/>
              <a:gd name="T12" fmla="*/ 38 w 156"/>
              <a:gd name="T13" fmla="*/ 91 h 125"/>
              <a:gd name="T14" fmla="*/ 72 w 156"/>
              <a:gd name="T15" fmla="*/ 58 h 125"/>
              <a:gd name="T16" fmla="*/ 51 w 156"/>
              <a:gd name="T17" fmla="*/ 58 h 125"/>
              <a:gd name="T18" fmla="*/ 51 w 156"/>
              <a:gd name="T19" fmla="*/ 125 h 125"/>
              <a:gd name="T20" fmla="*/ 72 w 156"/>
              <a:gd name="T21" fmla="*/ 125 h 125"/>
              <a:gd name="T22" fmla="*/ 72 w 156"/>
              <a:gd name="T23" fmla="*/ 58 h 125"/>
              <a:gd name="T24" fmla="*/ 105 w 156"/>
              <a:gd name="T25" fmla="*/ 73 h 125"/>
              <a:gd name="T26" fmla="*/ 84 w 156"/>
              <a:gd name="T27" fmla="*/ 73 h 125"/>
              <a:gd name="T28" fmla="*/ 84 w 156"/>
              <a:gd name="T29" fmla="*/ 125 h 125"/>
              <a:gd name="T30" fmla="*/ 105 w 156"/>
              <a:gd name="T31" fmla="*/ 125 h 125"/>
              <a:gd name="T32" fmla="*/ 105 w 156"/>
              <a:gd name="T33" fmla="*/ 73 h 125"/>
              <a:gd name="T34" fmla="*/ 139 w 156"/>
              <a:gd name="T35" fmla="*/ 39 h 125"/>
              <a:gd name="T36" fmla="*/ 118 w 156"/>
              <a:gd name="T37" fmla="*/ 39 h 125"/>
              <a:gd name="T38" fmla="*/ 118 w 156"/>
              <a:gd name="T39" fmla="*/ 125 h 125"/>
              <a:gd name="T40" fmla="*/ 139 w 156"/>
              <a:gd name="T41" fmla="*/ 125 h 125"/>
              <a:gd name="T42" fmla="*/ 139 w 156"/>
              <a:gd name="T43" fmla="*/ 39 h 125"/>
              <a:gd name="T44" fmla="*/ 28 w 156"/>
              <a:gd name="T45" fmla="*/ 54 h 125"/>
              <a:gd name="T46" fmla="*/ 22 w 156"/>
              <a:gd name="T47" fmla="*/ 61 h 125"/>
              <a:gd name="T48" fmla="*/ 28 w 156"/>
              <a:gd name="T49" fmla="*/ 67 h 125"/>
              <a:gd name="T50" fmla="*/ 34 w 156"/>
              <a:gd name="T51" fmla="*/ 61 h 125"/>
              <a:gd name="T52" fmla="*/ 28 w 156"/>
              <a:gd name="T53" fmla="*/ 54 h 125"/>
              <a:gd name="T54" fmla="*/ 61 w 156"/>
              <a:gd name="T55" fmla="*/ 22 h 125"/>
              <a:gd name="T56" fmla="*/ 55 w 156"/>
              <a:gd name="T57" fmla="*/ 29 h 125"/>
              <a:gd name="T58" fmla="*/ 61 w 156"/>
              <a:gd name="T59" fmla="*/ 35 h 125"/>
              <a:gd name="T60" fmla="*/ 67 w 156"/>
              <a:gd name="T61" fmla="*/ 29 h 125"/>
              <a:gd name="T62" fmla="*/ 61 w 156"/>
              <a:gd name="T63" fmla="*/ 22 h 125"/>
              <a:gd name="T64" fmla="*/ 95 w 156"/>
              <a:gd name="T65" fmla="*/ 39 h 125"/>
              <a:gd name="T66" fmla="*/ 89 w 156"/>
              <a:gd name="T67" fmla="*/ 45 h 125"/>
              <a:gd name="T68" fmla="*/ 95 w 156"/>
              <a:gd name="T69" fmla="*/ 51 h 125"/>
              <a:gd name="T70" fmla="*/ 101 w 156"/>
              <a:gd name="T71" fmla="*/ 45 h 125"/>
              <a:gd name="T72" fmla="*/ 95 w 156"/>
              <a:gd name="T73" fmla="*/ 39 h 125"/>
              <a:gd name="T74" fmla="*/ 128 w 156"/>
              <a:gd name="T75" fmla="*/ 0 h 125"/>
              <a:gd name="T76" fmla="*/ 122 w 156"/>
              <a:gd name="T77" fmla="*/ 6 h 125"/>
              <a:gd name="T78" fmla="*/ 128 w 156"/>
              <a:gd name="T79" fmla="*/ 13 h 125"/>
              <a:gd name="T80" fmla="*/ 134 w 156"/>
              <a:gd name="T81" fmla="*/ 6 h 125"/>
              <a:gd name="T82" fmla="*/ 128 w 156"/>
              <a:gd name="T83" fmla="*/ 0 h 125"/>
              <a:gd name="T84" fmla="*/ 99 w 156"/>
              <a:gd name="T85" fmla="*/ 40 h 125"/>
              <a:gd name="T86" fmla="*/ 124 w 156"/>
              <a:gd name="T87" fmla="*/ 11 h 125"/>
              <a:gd name="T88" fmla="*/ 67 w 156"/>
              <a:gd name="T89" fmla="*/ 31 h 125"/>
              <a:gd name="T90" fmla="*/ 89 w 156"/>
              <a:gd name="T91" fmla="*/ 42 h 125"/>
              <a:gd name="T92" fmla="*/ 57 w 156"/>
              <a:gd name="T93" fmla="*/ 33 h 125"/>
              <a:gd name="T94" fmla="*/ 32 w 156"/>
              <a:gd name="T95" fmla="*/ 5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6" h="125">
                <a:moveTo>
                  <a:pt x="156" y="125"/>
                </a:moveTo>
                <a:cubicBezTo>
                  <a:pt x="0" y="125"/>
                  <a:pt x="0" y="125"/>
                  <a:pt x="0" y="125"/>
                </a:cubicBezTo>
                <a:moveTo>
                  <a:pt x="38" y="91"/>
                </a:moveTo>
                <a:cubicBezTo>
                  <a:pt x="17" y="91"/>
                  <a:pt x="17" y="91"/>
                  <a:pt x="17" y="91"/>
                </a:cubicBezTo>
                <a:cubicBezTo>
                  <a:pt x="17" y="125"/>
                  <a:pt x="17" y="125"/>
                  <a:pt x="17" y="125"/>
                </a:cubicBezTo>
                <a:cubicBezTo>
                  <a:pt x="38" y="125"/>
                  <a:pt x="38" y="125"/>
                  <a:pt x="38" y="125"/>
                </a:cubicBezTo>
                <a:lnTo>
                  <a:pt x="38" y="91"/>
                </a:lnTo>
                <a:close/>
                <a:moveTo>
                  <a:pt x="72" y="58"/>
                </a:moveTo>
                <a:cubicBezTo>
                  <a:pt x="51" y="58"/>
                  <a:pt x="51" y="58"/>
                  <a:pt x="51" y="58"/>
                </a:cubicBezTo>
                <a:cubicBezTo>
                  <a:pt x="51" y="125"/>
                  <a:pt x="51" y="125"/>
                  <a:pt x="51" y="125"/>
                </a:cubicBezTo>
                <a:cubicBezTo>
                  <a:pt x="72" y="125"/>
                  <a:pt x="72" y="125"/>
                  <a:pt x="72" y="125"/>
                </a:cubicBezTo>
                <a:lnTo>
                  <a:pt x="72" y="58"/>
                </a:lnTo>
                <a:close/>
                <a:moveTo>
                  <a:pt x="105" y="73"/>
                </a:moveTo>
                <a:cubicBezTo>
                  <a:pt x="84" y="73"/>
                  <a:pt x="84" y="73"/>
                  <a:pt x="84" y="73"/>
                </a:cubicBezTo>
                <a:cubicBezTo>
                  <a:pt x="84" y="125"/>
                  <a:pt x="84" y="125"/>
                  <a:pt x="84" y="125"/>
                </a:cubicBezTo>
                <a:cubicBezTo>
                  <a:pt x="105" y="125"/>
                  <a:pt x="105" y="125"/>
                  <a:pt x="105" y="125"/>
                </a:cubicBezTo>
                <a:lnTo>
                  <a:pt x="105" y="73"/>
                </a:lnTo>
                <a:close/>
                <a:moveTo>
                  <a:pt x="139" y="39"/>
                </a:moveTo>
                <a:cubicBezTo>
                  <a:pt x="118" y="39"/>
                  <a:pt x="118" y="39"/>
                  <a:pt x="118" y="39"/>
                </a:cubicBezTo>
                <a:cubicBezTo>
                  <a:pt x="118" y="125"/>
                  <a:pt x="118" y="125"/>
                  <a:pt x="118" y="125"/>
                </a:cubicBezTo>
                <a:cubicBezTo>
                  <a:pt x="139" y="125"/>
                  <a:pt x="139" y="125"/>
                  <a:pt x="139" y="125"/>
                </a:cubicBezTo>
                <a:lnTo>
                  <a:pt x="139" y="39"/>
                </a:lnTo>
                <a:close/>
                <a:moveTo>
                  <a:pt x="28" y="54"/>
                </a:moveTo>
                <a:cubicBezTo>
                  <a:pt x="24" y="54"/>
                  <a:pt x="22" y="57"/>
                  <a:pt x="22" y="61"/>
                </a:cubicBezTo>
                <a:cubicBezTo>
                  <a:pt x="22" y="64"/>
                  <a:pt x="24" y="67"/>
                  <a:pt x="28" y="67"/>
                </a:cubicBezTo>
                <a:cubicBezTo>
                  <a:pt x="31" y="67"/>
                  <a:pt x="34" y="64"/>
                  <a:pt x="34" y="61"/>
                </a:cubicBezTo>
                <a:cubicBezTo>
                  <a:pt x="34" y="57"/>
                  <a:pt x="31" y="54"/>
                  <a:pt x="28" y="54"/>
                </a:cubicBezTo>
                <a:close/>
                <a:moveTo>
                  <a:pt x="61" y="22"/>
                </a:moveTo>
                <a:cubicBezTo>
                  <a:pt x="58" y="22"/>
                  <a:pt x="55" y="25"/>
                  <a:pt x="55" y="29"/>
                </a:cubicBezTo>
                <a:cubicBezTo>
                  <a:pt x="55" y="32"/>
                  <a:pt x="58" y="35"/>
                  <a:pt x="61" y="35"/>
                </a:cubicBezTo>
                <a:cubicBezTo>
                  <a:pt x="65" y="35"/>
                  <a:pt x="67" y="32"/>
                  <a:pt x="67" y="29"/>
                </a:cubicBezTo>
                <a:cubicBezTo>
                  <a:pt x="67" y="25"/>
                  <a:pt x="65" y="22"/>
                  <a:pt x="61" y="22"/>
                </a:cubicBezTo>
                <a:close/>
                <a:moveTo>
                  <a:pt x="95" y="39"/>
                </a:moveTo>
                <a:cubicBezTo>
                  <a:pt x="91" y="39"/>
                  <a:pt x="89" y="41"/>
                  <a:pt x="89" y="45"/>
                </a:cubicBezTo>
                <a:cubicBezTo>
                  <a:pt x="89" y="48"/>
                  <a:pt x="91" y="51"/>
                  <a:pt x="95" y="51"/>
                </a:cubicBezTo>
                <a:cubicBezTo>
                  <a:pt x="98" y="51"/>
                  <a:pt x="101" y="48"/>
                  <a:pt x="101" y="45"/>
                </a:cubicBezTo>
                <a:cubicBezTo>
                  <a:pt x="101" y="41"/>
                  <a:pt x="98" y="39"/>
                  <a:pt x="95" y="39"/>
                </a:cubicBezTo>
                <a:close/>
                <a:moveTo>
                  <a:pt x="128" y="0"/>
                </a:moveTo>
                <a:cubicBezTo>
                  <a:pt x="125" y="0"/>
                  <a:pt x="122" y="3"/>
                  <a:pt x="122" y="6"/>
                </a:cubicBezTo>
                <a:cubicBezTo>
                  <a:pt x="122" y="10"/>
                  <a:pt x="125" y="13"/>
                  <a:pt x="128" y="13"/>
                </a:cubicBezTo>
                <a:cubicBezTo>
                  <a:pt x="132" y="13"/>
                  <a:pt x="134" y="10"/>
                  <a:pt x="134" y="6"/>
                </a:cubicBezTo>
                <a:cubicBezTo>
                  <a:pt x="134" y="3"/>
                  <a:pt x="132" y="0"/>
                  <a:pt x="128" y="0"/>
                </a:cubicBezTo>
                <a:close/>
                <a:moveTo>
                  <a:pt x="99" y="40"/>
                </a:moveTo>
                <a:cubicBezTo>
                  <a:pt x="124" y="11"/>
                  <a:pt x="124" y="11"/>
                  <a:pt x="124" y="11"/>
                </a:cubicBezTo>
                <a:moveTo>
                  <a:pt x="67" y="31"/>
                </a:moveTo>
                <a:cubicBezTo>
                  <a:pt x="89" y="42"/>
                  <a:pt x="89" y="42"/>
                  <a:pt x="89" y="42"/>
                </a:cubicBezTo>
                <a:moveTo>
                  <a:pt x="57" y="33"/>
                </a:moveTo>
                <a:cubicBezTo>
                  <a:pt x="32" y="56"/>
                  <a:pt x="32" y="56"/>
                  <a:pt x="32" y="56"/>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6" name="Freeform 26">
            <a:extLst>
              <a:ext uri="{FF2B5EF4-FFF2-40B4-BE49-F238E27FC236}">
                <a16:creationId xmlns:a16="http://schemas.microsoft.com/office/drawing/2014/main" id="{B035368E-2BB8-420C-B5F8-97CE0ED3F8FA}"/>
              </a:ext>
            </a:extLst>
          </p:cNvPr>
          <p:cNvSpPr>
            <a:spLocks noEditPoints="1"/>
          </p:cNvSpPr>
          <p:nvPr/>
        </p:nvSpPr>
        <p:spPr bwMode="auto">
          <a:xfrm>
            <a:off x="7550772" y="4618067"/>
            <a:ext cx="787400" cy="449263"/>
          </a:xfrm>
          <a:custGeom>
            <a:avLst/>
            <a:gdLst>
              <a:gd name="T0" fmla="*/ 48 w 205"/>
              <a:gd name="T1" fmla="*/ 94 h 115"/>
              <a:gd name="T2" fmla="*/ 48 w 205"/>
              <a:gd name="T3" fmla="*/ 85 h 115"/>
              <a:gd name="T4" fmla="*/ 59 w 205"/>
              <a:gd name="T5" fmla="*/ 74 h 115"/>
              <a:gd name="T6" fmla="*/ 66 w 205"/>
              <a:gd name="T7" fmla="*/ 80 h 115"/>
              <a:gd name="T8" fmla="*/ 57 w 205"/>
              <a:gd name="T9" fmla="*/ 93 h 115"/>
              <a:gd name="T10" fmla="*/ 124 w 205"/>
              <a:gd name="T11" fmla="*/ 83 h 115"/>
              <a:gd name="T12" fmla="*/ 149 w 205"/>
              <a:gd name="T13" fmla="*/ 94 h 115"/>
              <a:gd name="T14" fmla="*/ 150 w 205"/>
              <a:gd name="T15" fmla="*/ 83 h 115"/>
              <a:gd name="T16" fmla="*/ 125 w 205"/>
              <a:gd name="T17" fmla="*/ 102 h 115"/>
              <a:gd name="T18" fmla="*/ 137 w 205"/>
              <a:gd name="T19" fmla="*/ 103 h 115"/>
              <a:gd name="T20" fmla="*/ 139 w 205"/>
              <a:gd name="T21" fmla="*/ 94 h 115"/>
              <a:gd name="T22" fmla="*/ 111 w 205"/>
              <a:gd name="T23" fmla="*/ 110 h 115"/>
              <a:gd name="T24" fmla="*/ 123 w 205"/>
              <a:gd name="T25" fmla="*/ 111 h 115"/>
              <a:gd name="T26" fmla="*/ 125 w 205"/>
              <a:gd name="T27" fmla="*/ 102 h 115"/>
              <a:gd name="T28" fmla="*/ 96 w 205"/>
              <a:gd name="T29" fmla="*/ 113 h 115"/>
              <a:gd name="T30" fmla="*/ 109 w 205"/>
              <a:gd name="T31" fmla="*/ 112 h 115"/>
              <a:gd name="T32" fmla="*/ 65 w 205"/>
              <a:gd name="T33" fmla="*/ 103 h 115"/>
              <a:gd name="T34" fmla="*/ 79 w 205"/>
              <a:gd name="T35" fmla="*/ 78 h 115"/>
              <a:gd name="T36" fmla="*/ 70 w 205"/>
              <a:gd name="T37" fmla="*/ 79 h 115"/>
              <a:gd name="T38" fmla="*/ 56 w 205"/>
              <a:gd name="T39" fmla="*/ 103 h 115"/>
              <a:gd name="T40" fmla="*/ 65 w 205"/>
              <a:gd name="T41" fmla="*/ 103 h 115"/>
              <a:gd name="T42" fmla="*/ 90 w 205"/>
              <a:gd name="T43" fmla="*/ 94 h 115"/>
              <a:gd name="T44" fmla="*/ 84 w 205"/>
              <a:gd name="T45" fmla="*/ 84 h 115"/>
              <a:gd name="T46" fmla="*/ 68 w 205"/>
              <a:gd name="T47" fmla="*/ 100 h 115"/>
              <a:gd name="T48" fmla="*/ 73 w 205"/>
              <a:gd name="T49" fmla="*/ 110 h 115"/>
              <a:gd name="T50" fmla="*/ 94 w 205"/>
              <a:gd name="T51" fmla="*/ 107 h 115"/>
              <a:gd name="T52" fmla="*/ 96 w 205"/>
              <a:gd name="T53" fmla="*/ 96 h 115"/>
              <a:gd name="T54" fmla="*/ 87 w 205"/>
              <a:gd name="T55" fmla="*/ 96 h 115"/>
              <a:gd name="T56" fmla="*/ 80 w 205"/>
              <a:gd name="T57" fmla="*/ 113 h 115"/>
              <a:gd name="T58" fmla="*/ 89 w 205"/>
              <a:gd name="T59" fmla="*/ 113 h 115"/>
              <a:gd name="T60" fmla="*/ 176 w 205"/>
              <a:gd name="T61" fmla="*/ 0 h 115"/>
              <a:gd name="T62" fmla="*/ 172 w 205"/>
              <a:gd name="T63" fmla="*/ 72 h 115"/>
              <a:gd name="T64" fmla="*/ 145 w 205"/>
              <a:gd name="T65" fmla="*/ 26 h 115"/>
              <a:gd name="T66" fmla="*/ 101 w 205"/>
              <a:gd name="T67" fmla="*/ 30 h 115"/>
              <a:gd name="T68" fmla="*/ 98 w 205"/>
              <a:gd name="T69" fmla="*/ 31 h 115"/>
              <a:gd name="T70" fmla="*/ 75 w 205"/>
              <a:gd name="T71" fmla="*/ 60 h 115"/>
              <a:gd name="T72" fmla="*/ 111 w 205"/>
              <a:gd name="T73" fmla="*/ 53 h 115"/>
              <a:gd name="T74" fmla="*/ 168 w 205"/>
              <a:gd name="T75" fmla="*/ 66 h 115"/>
              <a:gd name="T76" fmla="*/ 157 w 205"/>
              <a:gd name="T77" fmla="*/ 76 h 115"/>
              <a:gd name="T78" fmla="*/ 52 w 205"/>
              <a:gd name="T79" fmla="*/ 82 h 115"/>
              <a:gd name="T80" fmla="*/ 0 w 205"/>
              <a:gd name="T81" fmla="*/ 52 h 115"/>
              <a:gd name="T82" fmla="*/ 71 w 205"/>
              <a:gd name="T83" fmla="*/ 24 h 115"/>
              <a:gd name="T84" fmla="*/ 33 w 205"/>
              <a:gd name="T85" fmla="*/ 72 h 115"/>
              <a:gd name="T86" fmla="*/ 88 w 205"/>
              <a:gd name="T87" fmla="*/ 3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5" h="115">
                <a:moveTo>
                  <a:pt x="53" y="95"/>
                </a:moveTo>
                <a:cubicBezTo>
                  <a:pt x="51" y="96"/>
                  <a:pt x="50" y="95"/>
                  <a:pt x="48" y="94"/>
                </a:cubicBezTo>
                <a:cubicBezTo>
                  <a:pt x="47" y="93"/>
                  <a:pt x="46" y="91"/>
                  <a:pt x="46" y="90"/>
                </a:cubicBezTo>
                <a:cubicBezTo>
                  <a:pt x="46" y="88"/>
                  <a:pt x="47" y="86"/>
                  <a:pt x="48" y="85"/>
                </a:cubicBezTo>
                <a:cubicBezTo>
                  <a:pt x="56" y="76"/>
                  <a:pt x="56" y="76"/>
                  <a:pt x="56" y="76"/>
                </a:cubicBezTo>
                <a:cubicBezTo>
                  <a:pt x="57" y="75"/>
                  <a:pt x="58" y="75"/>
                  <a:pt x="59" y="74"/>
                </a:cubicBezTo>
                <a:cubicBezTo>
                  <a:pt x="61" y="74"/>
                  <a:pt x="63" y="75"/>
                  <a:pt x="64" y="76"/>
                </a:cubicBezTo>
                <a:cubicBezTo>
                  <a:pt x="66" y="77"/>
                  <a:pt x="66" y="79"/>
                  <a:pt x="66" y="80"/>
                </a:cubicBezTo>
                <a:cubicBezTo>
                  <a:pt x="67" y="82"/>
                  <a:pt x="66" y="83"/>
                  <a:pt x="65" y="85"/>
                </a:cubicBezTo>
                <a:cubicBezTo>
                  <a:pt x="57" y="93"/>
                  <a:pt x="57" y="93"/>
                  <a:pt x="57" y="93"/>
                </a:cubicBezTo>
                <a:cubicBezTo>
                  <a:pt x="56" y="95"/>
                  <a:pt x="55" y="95"/>
                  <a:pt x="53" y="95"/>
                </a:cubicBezTo>
                <a:close/>
                <a:moveTo>
                  <a:pt x="124" y="83"/>
                </a:moveTo>
                <a:cubicBezTo>
                  <a:pt x="124" y="83"/>
                  <a:pt x="139" y="96"/>
                  <a:pt x="143" y="96"/>
                </a:cubicBezTo>
                <a:cubicBezTo>
                  <a:pt x="146" y="97"/>
                  <a:pt x="148" y="96"/>
                  <a:pt x="149" y="94"/>
                </a:cubicBezTo>
                <a:cubicBezTo>
                  <a:pt x="151" y="93"/>
                  <a:pt x="152" y="90"/>
                  <a:pt x="152" y="88"/>
                </a:cubicBezTo>
                <a:cubicBezTo>
                  <a:pt x="152" y="86"/>
                  <a:pt x="151" y="85"/>
                  <a:pt x="150" y="83"/>
                </a:cubicBezTo>
                <a:moveTo>
                  <a:pt x="112" y="91"/>
                </a:moveTo>
                <a:cubicBezTo>
                  <a:pt x="125" y="102"/>
                  <a:pt x="125" y="102"/>
                  <a:pt x="125" y="102"/>
                </a:cubicBezTo>
                <a:cubicBezTo>
                  <a:pt x="127" y="104"/>
                  <a:pt x="129" y="105"/>
                  <a:pt x="131" y="105"/>
                </a:cubicBezTo>
                <a:cubicBezTo>
                  <a:pt x="133" y="105"/>
                  <a:pt x="135" y="104"/>
                  <a:pt x="137" y="103"/>
                </a:cubicBezTo>
                <a:cubicBezTo>
                  <a:pt x="138" y="101"/>
                  <a:pt x="139" y="99"/>
                  <a:pt x="139" y="97"/>
                </a:cubicBezTo>
                <a:cubicBezTo>
                  <a:pt x="139" y="96"/>
                  <a:pt x="139" y="95"/>
                  <a:pt x="139" y="94"/>
                </a:cubicBezTo>
                <a:moveTo>
                  <a:pt x="105" y="105"/>
                </a:moveTo>
                <a:cubicBezTo>
                  <a:pt x="111" y="110"/>
                  <a:pt x="111" y="110"/>
                  <a:pt x="111" y="110"/>
                </a:cubicBezTo>
                <a:cubicBezTo>
                  <a:pt x="113" y="112"/>
                  <a:pt x="115" y="113"/>
                  <a:pt x="117" y="113"/>
                </a:cubicBezTo>
                <a:cubicBezTo>
                  <a:pt x="119" y="113"/>
                  <a:pt x="121" y="113"/>
                  <a:pt x="123" y="111"/>
                </a:cubicBezTo>
                <a:cubicBezTo>
                  <a:pt x="125" y="109"/>
                  <a:pt x="126" y="107"/>
                  <a:pt x="126" y="105"/>
                </a:cubicBezTo>
                <a:cubicBezTo>
                  <a:pt x="126" y="104"/>
                  <a:pt x="125" y="103"/>
                  <a:pt x="125" y="102"/>
                </a:cubicBezTo>
                <a:moveTo>
                  <a:pt x="91" y="110"/>
                </a:moveTo>
                <a:cubicBezTo>
                  <a:pt x="96" y="113"/>
                  <a:pt x="96" y="113"/>
                  <a:pt x="96" y="113"/>
                </a:cubicBezTo>
                <a:cubicBezTo>
                  <a:pt x="97" y="113"/>
                  <a:pt x="100" y="114"/>
                  <a:pt x="103" y="114"/>
                </a:cubicBezTo>
                <a:cubicBezTo>
                  <a:pt x="105" y="113"/>
                  <a:pt x="107" y="113"/>
                  <a:pt x="109" y="112"/>
                </a:cubicBezTo>
                <a:cubicBezTo>
                  <a:pt x="110" y="111"/>
                  <a:pt x="110" y="110"/>
                  <a:pt x="111" y="110"/>
                </a:cubicBezTo>
                <a:moveTo>
                  <a:pt x="65" y="103"/>
                </a:moveTo>
                <a:cubicBezTo>
                  <a:pt x="79" y="87"/>
                  <a:pt x="79" y="87"/>
                  <a:pt x="79" y="87"/>
                </a:cubicBezTo>
                <a:cubicBezTo>
                  <a:pt x="81" y="85"/>
                  <a:pt x="81" y="81"/>
                  <a:pt x="79" y="78"/>
                </a:cubicBezTo>
                <a:cubicBezTo>
                  <a:pt x="77" y="77"/>
                  <a:pt x="75" y="77"/>
                  <a:pt x="74" y="77"/>
                </a:cubicBezTo>
                <a:cubicBezTo>
                  <a:pt x="72" y="77"/>
                  <a:pt x="71" y="78"/>
                  <a:pt x="70" y="79"/>
                </a:cubicBezTo>
                <a:cubicBezTo>
                  <a:pt x="56" y="94"/>
                  <a:pt x="56" y="94"/>
                  <a:pt x="56" y="94"/>
                </a:cubicBezTo>
                <a:cubicBezTo>
                  <a:pt x="54" y="97"/>
                  <a:pt x="54" y="101"/>
                  <a:pt x="56" y="103"/>
                </a:cubicBezTo>
                <a:cubicBezTo>
                  <a:pt x="58" y="104"/>
                  <a:pt x="60" y="105"/>
                  <a:pt x="61" y="105"/>
                </a:cubicBezTo>
                <a:cubicBezTo>
                  <a:pt x="63" y="104"/>
                  <a:pt x="64" y="104"/>
                  <a:pt x="65" y="103"/>
                </a:cubicBezTo>
                <a:close/>
                <a:moveTo>
                  <a:pt x="77" y="108"/>
                </a:moveTo>
                <a:cubicBezTo>
                  <a:pt x="90" y="94"/>
                  <a:pt x="90" y="94"/>
                  <a:pt x="90" y="94"/>
                </a:cubicBezTo>
                <a:cubicBezTo>
                  <a:pt x="92" y="91"/>
                  <a:pt x="92" y="87"/>
                  <a:pt x="89" y="85"/>
                </a:cubicBezTo>
                <a:cubicBezTo>
                  <a:pt x="88" y="84"/>
                  <a:pt x="86" y="83"/>
                  <a:pt x="84" y="84"/>
                </a:cubicBezTo>
                <a:cubicBezTo>
                  <a:pt x="83" y="84"/>
                  <a:pt x="81" y="85"/>
                  <a:pt x="81" y="86"/>
                </a:cubicBezTo>
                <a:cubicBezTo>
                  <a:pt x="68" y="100"/>
                  <a:pt x="68" y="100"/>
                  <a:pt x="68" y="100"/>
                </a:cubicBezTo>
                <a:cubicBezTo>
                  <a:pt x="65" y="102"/>
                  <a:pt x="66" y="106"/>
                  <a:pt x="68" y="109"/>
                </a:cubicBezTo>
                <a:cubicBezTo>
                  <a:pt x="69" y="110"/>
                  <a:pt x="71" y="110"/>
                  <a:pt x="73" y="110"/>
                </a:cubicBezTo>
                <a:cubicBezTo>
                  <a:pt x="74" y="110"/>
                  <a:pt x="76" y="109"/>
                  <a:pt x="77" y="108"/>
                </a:cubicBezTo>
                <a:close/>
                <a:moveTo>
                  <a:pt x="94" y="107"/>
                </a:moveTo>
                <a:cubicBezTo>
                  <a:pt x="96" y="105"/>
                  <a:pt x="96" y="105"/>
                  <a:pt x="96" y="105"/>
                </a:cubicBezTo>
                <a:cubicBezTo>
                  <a:pt x="98" y="102"/>
                  <a:pt x="98" y="98"/>
                  <a:pt x="96" y="96"/>
                </a:cubicBezTo>
                <a:cubicBezTo>
                  <a:pt x="94" y="95"/>
                  <a:pt x="93" y="94"/>
                  <a:pt x="91" y="95"/>
                </a:cubicBezTo>
                <a:cubicBezTo>
                  <a:pt x="89" y="95"/>
                  <a:pt x="88" y="95"/>
                  <a:pt x="87" y="96"/>
                </a:cubicBezTo>
                <a:cubicBezTo>
                  <a:pt x="80" y="105"/>
                  <a:pt x="80" y="105"/>
                  <a:pt x="80" y="105"/>
                </a:cubicBezTo>
                <a:cubicBezTo>
                  <a:pt x="77" y="107"/>
                  <a:pt x="78" y="111"/>
                  <a:pt x="80" y="113"/>
                </a:cubicBezTo>
                <a:cubicBezTo>
                  <a:pt x="81" y="115"/>
                  <a:pt x="83" y="115"/>
                  <a:pt x="85" y="115"/>
                </a:cubicBezTo>
                <a:cubicBezTo>
                  <a:pt x="87" y="115"/>
                  <a:pt x="88" y="114"/>
                  <a:pt x="89" y="113"/>
                </a:cubicBezTo>
                <a:lnTo>
                  <a:pt x="94" y="107"/>
                </a:lnTo>
                <a:close/>
                <a:moveTo>
                  <a:pt x="176" y="0"/>
                </a:moveTo>
                <a:cubicBezTo>
                  <a:pt x="163" y="7"/>
                  <a:pt x="144" y="17"/>
                  <a:pt x="141" y="19"/>
                </a:cubicBezTo>
                <a:cubicBezTo>
                  <a:pt x="143" y="23"/>
                  <a:pt x="172" y="72"/>
                  <a:pt x="172" y="72"/>
                </a:cubicBezTo>
                <a:cubicBezTo>
                  <a:pt x="205" y="55"/>
                  <a:pt x="205" y="55"/>
                  <a:pt x="205" y="55"/>
                </a:cubicBezTo>
                <a:moveTo>
                  <a:pt x="145" y="26"/>
                </a:moveTo>
                <a:cubicBezTo>
                  <a:pt x="129" y="20"/>
                  <a:pt x="120" y="30"/>
                  <a:pt x="111" y="30"/>
                </a:cubicBezTo>
                <a:cubicBezTo>
                  <a:pt x="106" y="30"/>
                  <a:pt x="103" y="30"/>
                  <a:pt x="101" y="30"/>
                </a:cubicBezTo>
                <a:cubicBezTo>
                  <a:pt x="101" y="30"/>
                  <a:pt x="101" y="30"/>
                  <a:pt x="101" y="30"/>
                </a:cubicBezTo>
                <a:cubicBezTo>
                  <a:pt x="100" y="30"/>
                  <a:pt x="99" y="30"/>
                  <a:pt x="98" y="31"/>
                </a:cubicBezTo>
                <a:cubicBezTo>
                  <a:pt x="70" y="45"/>
                  <a:pt x="70" y="45"/>
                  <a:pt x="70" y="45"/>
                </a:cubicBezTo>
                <a:cubicBezTo>
                  <a:pt x="58" y="51"/>
                  <a:pt x="70" y="61"/>
                  <a:pt x="75" y="60"/>
                </a:cubicBezTo>
                <a:cubicBezTo>
                  <a:pt x="79" y="59"/>
                  <a:pt x="90" y="55"/>
                  <a:pt x="97" y="52"/>
                </a:cubicBezTo>
                <a:cubicBezTo>
                  <a:pt x="102" y="50"/>
                  <a:pt x="107" y="50"/>
                  <a:pt x="111" y="53"/>
                </a:cubicBezTo>
                <a:cubicBezTo>
                  <a:pt x="123" y="62"/>
                  <a:pt x="148" y="81"/>
                  <a:pt x="150" y="83"/>
                </a:cubicBezTo>
                <a:moveTo>
                  <a:pt x="168" y="66"/>
                </a:moveTo>
                <a:cubicBezTo>
                  <a:pt x="166" y="67"/>
                  <a:pt x="161" y="71"/>
                  <a:pt x="159" y="72"/>
                </a:cubicBezTo>
                <a:cubicBezTo>
                  <a:pt x="158" y="73"/>
                  <a:pt x="158" y="74"/>
                  <a:pt x="157" y="76"/>
                </a:cubicBezTo>
                <a:cubicBezTo>
                  <a:pt x="155" y="79"/>
                  <a:pt x="152" y="82"/>
                  <a:pt x="150" y="83"/>
                </a:cubicBezTo>
                <a:moveTo>
                  <a:pt x="52" y="82"/>
                </a:moveTo>
                <a:cubicBezTo>
                  <a:pt x="52" y="82"/>
                  <a:pt x="52" y="82"/>
                  <a:pt x="52" y="82"/>
                </a:cubicBezTo>
                <a:moveTo>
                  <a:pt x="0" y="52"/>
                </a:moveTo>
                <a:cubicBezTo>
                  <a:pt x="30" y="76"/>
                  <a:pt x="30" y="76"/>
                  <a:pt x="30" y="76"/>
                </a:cubicBezTo>
                <a:cubicBezTo>
                  <a:pt x="71" y="24"/>
                  <a:pt x="71" y="24"/>
                  <a:pt x="71" y="24"/>
                </a:cubicBezTo>
                <a:cubicBezTo>
                  <a:pt x="42" y="0"/>
                  <a:pt x="42" y="0"/>
                  <a:pt x="42" y="0"/>
                </a:cubicBezTo>
                <a:moveTo>
                  <a:pt x="33" y="72"/>
                </a:moveTo>
                <a:cubicBezTo>
                  <a:pt x="41" y="79"/>
                  <a:pt x="49" y="84"/>
                  <a:pt x="49" y="84"/>
                </a:cubicBezTo>
                <a:moveTo>
                  <a:pt x="88" y="36"/>
                </a:moveTo>
                <a:cubicBezTo>
                  <a:pt x="84" y="34"/>
                  <a:pt x="75" y="30"/>
                  <a:pt x="68" y="28"/>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8" name="Text Placeholder 17">
            <a:extLst>
              <a:ext uri="{FF2B5EF4-FFF2-40B4-BE49-F238E27FC236}">
                <a16:creationId xmlns:a16="http://schemas.microsoft.com/office/drawing/2014/main" id="{DC203B95-C6CB-40D3-9735-2B338720D1D2}"/>
              </a:ext>
            </a:extLst>
          </p:cNvPr>
          <p:cNvSpPr txBox="1">
            <a:spLocks/>
          </p:cNvSpPr>
          <p:nvPr/>
        </p:nvSpPr>
        <p:spPr>
          <a:xfrm>
            <a:off x="1996756"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110" name="Text Placeholder 17">
            <a:extLst>
              <a:ext uri="{FF2B5EF4-FFF2-40B4-BE49-F238E27FC236}">
                <a16:creationId xmlns:a16="http://schemas.microsoft.com/office/drawing/2014/main" id="{A59076EC-1C9A-4079-959C-174A5ADA9FDA}"/>
              </a:ext>
            </a:extLst>
          </p:cNvPr>
          <p:cNvSpPr txBox="1">
            <a:spLocks/>
          </p:cNvSpPr>
          <p:nvPr/>
        </p:nvSpPr>
        <p:spPr>
          <a:xfrm>
            <a:off x="3708678"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111" name="Text Placeholder 17">
            <a:extLst>
              <a:ext uri="{FF2B5EF4-FFF2-40B4-BE49-F238E27FC236}">
                <a16:creationId xmlns:a16="http://schemas.microsoft.com/office/drawing/2014/main" id="{4A6189C0-C913-4FD9-BAC6-9343C8F223C6}"/>
              </a:ext>
            </a:extLst>
          </p:cNvPr>
          <p:cNvSpPr txBox="1">
            <a:spLocks/>
          </p:cNvSpPr>
          <p:nvPr/>
        </p:nvSpPr>
        <p:spPr>
          <a:xfrm>
            <a:off x="8913195"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112" name="Text Placeholder 17">
            <a:extLst>
              <a:ext uri="{FF2B5EF4-FFF2-40B4-BE49-F238E27FC236}">
                <a16:creationId xmlns:a16="http://schemas.microsoft.com/office/drawing/2014/main" id="{5B08EFE2-9E83-4B10-8D29-264F8FB4E59B}"/>
              </a:ext>
            </a:extLst>
          </p:cNvPr>
          <p:cNvSpPr txBox="1">
            <a:spLocks/>
          </p:cNvSpPr>
          <p:nvPr/>
        </p:nvSpPr>
        <p:spPr>
          <a:xfrm>
            <a:off x="7153147"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113" name="Text Placeholder 17">
            <a:extLst>
              <a:ext uri="{FF2B5EF4-FFF2-40B4-BE49-F238E27FC236}">
                <a16:creationId xmlns:a16="http://schemas.microsoft.com/office/drawing/2014/main" id="{9F71C7B5-FC43-464D-B544-74752DBA977C}"/>
              </a:ext>
            </a:extLst>
          </p:cNvPr>
          <p:cNvSpPr txBox="1">
            <a:spLocks/>
          </p:cNvSpPr>
          <p:nvPr/>
        </p:nvSpPr>
        <p:spPr>
          <a:xfrm>
            <a:off x="5461851"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Tree>
    <p:extLst>
      <p:ext uri="{BB962C8B-B14F-4D97-AF65-F5344CB8AC3E}">
        <p14:creationId xmlns:p14="http://schemas.microsoft.com/office/powerpoint/2010/main" val="79057277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750" fill="hold"/>
                                            <p:tgtEl>
                                              <p:spTgt spid="24"/>
                                            </p:tgtEl>
                                            <p:attrNameLst>
                                              <p:attrName>ppt_w</p:attrName>
                                            </p:attrNameLst>
                                          </p:cBhvr>
                                          <p:tavLst>
                                            <p:tav tm="0">
                                              <p:val>
                                                <p:fltVal val="0"/>
                                              </p:val>
                                            </p:tav>
                                            <p:tav tm="100000">
                                              <p:val>
                                                <p:strVal val="#ppt_w"/>
                                              </p:val>
                                            </p:tav>
                                          </p:tavLst>
                                        </p:anim>
                                        <p:anim calcmode="lin" valueType="num">
                                          <p:cBhvr>
                                            <p:cTn id="8" dur="750" fill="hold"/>
                                            <p:tgtEl>
                                              <p:spTgt spid="24"/>
                                            </p:tgtEl>
                                            <p:attrNameLst>
                                              <p:attrName>ppt_h</p:attrName>
                                            </p:attrNameLst>
                                          </p:cBhvr>
                                          <p:tavLst>
                                            <p:tav tm="0">
                                              <p:val>
                                                <p:fltVal val="0"/>
                                              </p:val>
                                            </p:tav>
                                            <p:tav tm="100000">
                                              <p:val>
                                                <p:strVal val="#ppt_h"/>
                                              </p:val>
                                            </p:tav>
                                          </p:tavLst>
                                        </p:anim>
                                        <p:animEffect transition="in" filter="fade">
                                          <p:cBhvr>
                                            <p:cTn id="9" dur="750"/>
                                            <p:tgtEl>
                                              <p:spTgt spid="24"/>
                                            </p:tgtEl>
                                          </p:cBhvr>
                                        </p:animEffect>
                                      </p:childTnLst>
                                    </p:cTn>
                                  </p:par>
                                  <p:par>
                                    <p:cTn id="10" presetID="2" presetClass="entr" presetSubtype="1" fill="hold" nodeType="withEffect" p14:presetBounceEnd="67000">
                                      <p:stCondLst>
                                        <p:cond delay="250"/>
                                      </p:stCondLst>
                                      <p:childTnLst>
                                        <p:set>
                                          <p:cBhvr>
                                            <p:cTn id="11" dur="1" fill="hold">
                                              <p:stCondLst>
                                                <p:cond delay="0"/>
                                              </p:stCondLst>
                                            </p:cTn>
                                            <p:tgtEl>
                                              <p:spTgt spid="38"/>
                                            </p:tgtEl>
                                            <p:attrNameLst>
                                              <p:attrName>style.visibility</p:attrName>
                                            </p:attrNameLst>
                                          </p:cBhvr>
                                          <p:to>
                                            <p:strVal val="visible"/>
                                          </p:to>
                                        </p:set>
                                        <p:anim calcmode="lin" valueType="num" p14:bounceEnd="67000">
                                          <p:cBhvr additive="base">
                                            <p:cTn id="12" dur="1000" fill="hold"/>
                                            <p:tgtEl>
                                              <p:spTgt spid="38"/>
                                            </p:tgtEl>
                                            <p:attrNameLst>
                                              <p:attrName>ppt_x</p:attrName>
                                            </p:attrNameLst>
                                          </p:cBhvr>
                                          <p:tavLst>
                                            <p:tav tm="0">
                                              <p:val>
                                                <p:strVal val="#ppt_x"/>
                                              </p:val>
                                            </p:tav>
                                            <p:tav tm="100000">
                                              <p:val>
                                                <p:strVal val="#ppt_x"/>
                                              </p:val>
                                            </p:tav>
                                          </p:tavLst>
                                        </p:anim>
                                        <p:anim calcmode="lin" valueType="num" p14:bounceEnd="67000">
                                          <p:cBhvr additive="base">
                                            <p:cTn id="13" dur="1000" fill="hold"/>
                                            <p:tgtEl>
                                              <p:spTgt spid="38"/>
                                            </p:tgtEl>
                                            <p:attrNameLst>
                                              <p:attrName>ppt_y</p:attrName>
                                            </p:attrNameLst>
                                          </p:cBhvr>
                                          <p:tavLst>
                                            <p:tav tm="0">
                                              <p:val>
                                                <p:strVal val="0-#ppt_h/2"/>
                                              </p:val>
                                            </p:tav>
                                            <p:tav tm="100000">
                                              <p:val>
                                                <p:strVal val="#ppt_y"/>
                                              </p:val>
                                            </p:tav>
                                          </p:tavLst>
                                        </p:anim>
                                      </p:childTnLst>
                                    </p:cTn>
                                  </p:par>
                                  <p:par>
                                    <p:cTn id="14" presetID="2" presetClass="entr" presetSubtype="1" fill="hold" nodeType="withEffect" p14:presetBounceEnd="67000">
                                      <p:stCondLst>
                                        <p:cond delay="500"/>
                                      </p:stCondLst>
                                      <p:childTnLst>
                                        <p:set>
                                          <p:cBhvr>
                                            <p:cTn id="15" dur="1" fill="hold">
                                              <p:stCondLst>
                                                <p:cond delay="0"/>
                                              </p:stCondLst>
                                            </p:cTn>
                                            <p:tgtEl>
                                              <p:spTgt spid="37"/>
                                            </p:tgtEl>
                                            <p:attrNameLst>
                                              <p:attrName>style.visibility</p:attrName>
                                            </p:attrNameLst>
                                          </p:cBhvr>
                                          <p:to>
                                            <p:strVal val="visible"/>
                                          </p:to>
                                        </p:set>
                                        <p:anim calcmode="lin" valueType="num" p14:bounceEnd="67000">
                                          <p:cBhvr additive="base">
                                            <p:cTn id="16" dur="1000" fill="hold"/>
                                            <p:tgtEl>
                                              <p:spTgt spid="37"/>
                                            </p:tgtEl>
                                            <p:attrNameLst>
                                              <p:attrName>ppt_x</p:attrName>
                                            </p:attrNameLst>
                                          </p:cBhvr>
                                          <p:tavLst>
                                            <p:tav tm="0">
                                              <p:val>
                                                <p:strVal val="#ppt_x"/>
                                              </p:val>
                                            </p:tav>
                                            <p:tav tm="100000">
                                              <p:val>
                                                <p:strVal val="#ppt_x"/>
                                              </p:val>
                                            </p:tav>
                                          </p:tavLst>
                                        </p:anim>
                                        <p:anim calcmode="lin" valueType="num" p14:bounceEnd="67000">
                                          <p:cBhvr additive="base">
                                            <p:cTn id="17" dur="1000" fill="hold"/>
                                            <p:tgtEl>
                                              <p:spTgt spid="37"/>
                                            </p:tgtEl>
                                            <p:attrNameLst>
                                              <p:attrName>ppt_y</p:attrName>
                                            </p:attrNameLst>
                                          </p:cBhvr>
                                          <p:tavLst>
                                            <p:tav tm="0">
                                              <p:val>
                                                <p:strVal val="0-#ppt_h/2"/>
                                              </p:val>
                                            </p:tav>
                                            <p:tav tm="100000">
                                              <p:val>
                                                <p:strVal val="#ppt_y"/>
                                              </p:val>
                                            </p:tav>
                                          </p:tavLst>
                                        </p:anim>
                                      </p:childTnLst>
                                    </p:cTn>
                                  </p:par>
                                  <p:par>
                                    <p:cTn id="18" presetID="2" presetClass="entr" presetSubtype="1" fill="hold" nodeType="withEffect" p14:presetBounceEnd="67000">
                                      <p:stCondLst>
                                        <p:cond delay="750"/>
                                      </p:stCondLst>
                                      <p:childTnLst>
                                        <p:set>
                                          <p:cBhvr>
                                            <p:cTn id="19" dur="1" fill="hold">
                                              <p:stCondLst>
                                                <p:cond delay="0"/>
                                              </p:stCondLst>
                                            </p:cTn>
                                            <p:tgtEl>
                                              <p:spTgt spid="39"/>
                                            </p:tgtEl>
                                            <p:attrNameLst>
                                              <p:attrName>style.visibility</p:attrName>
                                            </p:attrNameLst>
                                          </p:cBhvr>
                                          <p:to>
                                            <p:strVal val="visible"/>
                                          </p:to>
                                        </p:set>
                                        <p:anim calcmode="lin" valueType="num" p14:bounceEnd="67000">
                                          <p:cBhvr additive="base">
                                            <p:cTn id="20" dur="1000" fill="hold"/>
                                            <p:tgtEl>
                                              <p:spTgt spid="39"/>
                                            </p:tgtEl>
                                            <p:attrNameLst>
                                              <p:attrName>ppt_x</p:attrName>
                                            </p:attrNameLst>
                                          </p:cBhvr>
                                          <p:tavLst>
                                            <p:tav tm="0">
                                              <p:val>
                                                <p:strVal val="#ppt_x"/>
                                              </p:val>
                                            </p:tav>
                                            <p:tav tm="100000">
                                              <p:val>
                                                <p:strVal val="#ppt_x"/>
                                              </p:val>
                                            </p:tav>
                                          </p:tavLst>
                                        </p:anim>
                                        <p:anim calcmode="lin" valueType="num" p14:bounceEnd="67000">
                                          <p:cBhvr additive="base">
                                            <p:cTn id="21" dur="1000" fill="hold"/>
                                            <p:tgtEl>
                                              <p:spTgt spid="39"/>
                                            </p:tgtEl>
                                            <p:attrNameLst>
                                              <p:attrName>ppt_y</p:attrName>
                                            </p:attrNameLst>
                                          </p:cBhvr>
                                          <p:tavLst>
                                            <p:tav tm="0">
                                              <p:val>
                                                <p:strVal val="0-#ppt_h/2"/>
                                              </p:val>
                                            </p:tav>
                                            <p:tav tm="100000">
                                              <p:val>
                                                <p:strVal val="#ppt_y"/>
                                              </p:val>
                                            </p:tav>
                                          </p:tavLst>
                                        </p:anim>
                                      </p:childTnLst>
                                    </p:cTn>
                                  </p:par>
                                  <p:par>
                                    <p:cTn id="22" presetID="2" presetClass="entr" presetSubtype="1" fill="hold" nodeType="withEffect" p14:presetBounceEnd="67000">
                                      <p:stCondLst>
                                        <p:cond delay="1000"/>
                                      </p:stCondLst>
                                      <p:childTnLst>
                                        <p:set>
                                          <p:cBhvr>
                                            <p:cTn id="23" dur="1" fill="hold">
                                              <p:stCondLst>
                                                <p:cond delay="0"/>
                                              </p:stCondLst>
                                            </p:cTn>
                                            <p:tgtEl>
                                              <p:spTgt spid="50"/>
                                            </p:tgtEl>
                                            <p:attrNameLst>
                                              <p:attrName>style.visibility</p:attrName>
                                            </p:attrNameLst>
                                          </p:cBhvr>
                                          <p:to>
                                            <p:strVal val="visible"/>
                                          </p:to>
                                        </p:set>
                                        <p:anim calcmode="lin" valueType="num" p14:bounceEnd="67000">
                                          <p:cBhvr additive="base">
                                            <p:cTn id="24" dur="1000" fill="hold"/>
                                            <p:tgtEl>
                                              <p:spTgt spid="50"/>
                                            </p:tgtEl>
                                            <p:attrNameLst>
                                              <p:attrName>ppt_x</p:attrName>
                                            </p:attrNameLst>
                                          </p:cBhvr>
                                          <p:tavLst>
                                            <p:tav tm="0">
                                              <p:val>
                                                <p:strVal val="#ppt_x"/>
                                              </p:val>
                                            </p:tav>
                                            <p:tav tm="100000">
                                              <p:val>
                                                <p:strVal val="#ppt_x"/>
                                              </p:val>
                                            </p:tav>
                                          </p:tavLst>
                                        </p:anim>
                                        <p:anim calcmode="lin" valueType="num" p14:bounceEnd="67000">
                                          <p:cBhvr additive="base">
                                            <p:cTn id="25" dur="1000" fill="hold"/>
                                            <p:tgtEl>
                                              <p:spTgt spid="50"/>
                                            </p:tgtEl>
                                            <p:attrNameLst>
                                              <p:attrName>ppt_y</p:attrName>
                                            </p:attrNameLst>
                                          </p:cBhvr>
                                          <p:tavLst>
                                            <p:tav tm="0">
                                              <p:val>
                                                <p:strVal val="0-#ppt_h/2"/>
                                              </p:val>
                                            </p:tav>
                                            <p:tav tm="100000">
                                              <p:val>
                                                <p:strVal val="#ppt_y"/>
                                              </p:val>
                                            </p:tav>
                                          </p:tavLst>
                                        </p:anim>
                                      </p:childTnLst>
                                    </p:cTn>
                                  </p:par>
                                  <p:par>
                                    <p:cTn id="26" presetID="2" presetClass="entr" presetSubtype="1" fill="hold" nodeType="withEffect" p14:presetBounceEnd="67000">
                                      <p:stCondLst>
                                        <p:cond delay="1250"/>
                                      </p:stCondLst>
                                      <p:childTnLst>
                                        <p:set>
                                          <p:cBhvr>
                                            <p:cTn id="27" dur="1" fill="hold">
                                              <p:stCondLst>
                                                <p:cond delay="0"/>
                                              </p:stCondLst>
                                            </p:cTn>
                                            <p:tgtEl>
                                              <p:spTgt spid="61"/>
                                            </p:tgtEl>
                                            <p:attrNameLst>
                                              <p:attrName>style.visibility</p:attrName>
                                            </p:attrNameLst>
                                          </p:cBhvr>
                                          <p:to>
                                            <p:strVal val="visible"/>
                                          </p:to>
                                        </p:set>
                                        <p:anim calcmode="lin" valueType="num" p14:bounceEnd="67000">
                                          <p:cBhvr additive="base">
                                            <p:cTn id="28" dur="1000" fill="hold"/>
                                            <p:tgtEl>
                                              <p:spTgt spid="61"/>
                                            </p:tgtEl>
                                            <p:attrNameLst>
                                              <p:attrName>ppt_x</p:attrName>
                                            </p:attrNameLst>
                                          </p:cBhvr>
                                          <p:tavLst>
                                            <p:tav tm="0">
                                              <p:val>
                                                <p:strVal val="#ppt_x"/>
                                              </p:val>
                                            </p:tav>
                                            <p:tav tm="100000">
                                              <p:val>
                                                <p:strVal val="#ppt_x"/>
                                              </p:val>
                                            </p:tav>
                                          </p:tavLst>
                                        </p:anim>
                                        <p:anim calcmode="lin" valueType="num" p14:bounceEnd="67000">
                                          <p:cBhvr additive="base">
                                            <p:cTn id="29" dur="1000" fill="hold"/>
                                            <p:tgtEl>
                                              <p:spTgt spid="61"/>
                                            </p:tgtEl>
                                            <p:attrNameLst>
                                              <p:attrName>ppt_y</p:attrName>
                                            </p:attrNameLst>
                                          </p:cBhvr>
                                          <p:tavLst>
                                            <p:tav tm="0">
                                              <p:val>
                                                <p:strVal val="0-#ppt_h/2"/>
                                              </p:val>
                                            </p:tav>
                                            <p:tav tm="100000">
                                              <p:val>
                                                <p:strVal val="#ppt_y"/>
                                              </p:val>
                                            </p:tav>
                                          </p:tavLst>
                                        </p:anim>
                                      </p:childTnLst>
                                    </p:cTn>
                                  </p:par>
                                  <p:par>
                                    <p:cTn id="30" presetID="2" presetClass="entr" presetSubtype="1" fill="hold" nodeType="withEffect" p14:presetBounceEnd="67000">
                                      <p:stCondLst>
                                        <p:cond delay="1500"/>
                                      </p:stCondLst>
                                      <p:childTnLst>
                                        <p:set>
                                          <p:cBhvr>
                                            <p:cTn id="31" dur="1" fill="hold">
                                              <p:stCondLst>
                                                <p:cond delay="0"/>
                                              </p:stCondLst>
                                            </p:cTn>
                                            <p:tgtEl>
                                              <p:spTgt spid="87"/>
                                            </p:tgtEl>
                                            <p:attrNameLst>
                                              <p:attrName>style.visibility</p:attrName>
                                            </p:attrNameLst>
                                          </p:cBhvr>
                                          <p:to>
                                            <p:strVal val="visible"/>
                                          </p:to>
                                        </p:set>
                                        <p:anim calcmode="lin" valueType="num" p14:bounceEnd="67000">
                                          <p:cBhvr additive="base">
                                            <p:cTn id="32" dur="1000" fill="hold"/>
                                            <p:tgtEl>
                                              <p:spTgt spid="87"/>
                                            </p:tgtEl>
                                            <p:attrNameLst>
                                              <p:attrName>ppt_x</p:attrName>
                                            </p:attrNameLst>
                                          </p:cBhvr>
                                          <p:tavLst>
                                            <p:tav tm="0">
                                              <p:val>
                                                <p:strVal val="#ppt_x"/>
                                              </p:val>
                                            </p:tav>
                                            <p:tav tm="100000">
                                              <p:val>
                                                <p:strVal val="#ppt_x"/>
                                              </p:val>
                                            </p:tav>
                                          </p:tavLst>
                                        </p:anim>
                                        <p:anim calcmode="lin" valueType="num" p14:bounceEnd="67000">
                                          <p:cBhvr additive="base">
                                            <p:cTn id="33" dur="1000" fill="hold"/>
                                            <p:tgtEl>
                                              <p:spTgt spid="87"/>
                                            </p:tgtEl>
                                            <p:attrNameLst>
                                              <p:attrName>ppt_y</p:attrName>
                                            </p:attrNameLst>
                                          </p:cBhvr>
                                          <p:tavLst>
                                            <p:tav tm="0">
                                              <p:val>
                                                <p:strVal val="0-#ppt_h/2"/>
                                              </p:val>
                                            </p:tav>
                                            <p:tav tm="100000">
                                              <p:val>
                                                <p:strVal val="#ppt_y"/>
                                              </p:val>
                                            </p:tav>
                                          </p:tavLst>
                                        </p:anim>
                                      </p:childTnLst>
                                    </p:cTn>
                                  </p:par>
                                  <p:par>
                                    <p:cTn id="34" presetID="53" presetClass="entr" presetSubtype="16" fill="hold" grpId="0" nodeType="withEffect">
                                      <p:stCondLst>
                                        <p:cond delay="250"/>
                                      </p:stCondLst>
                                      <p:childTnLst>
                                        <p:set>
                                          <p:cBhvr>
                                            <p:cTn id="35" dur="1" fill="hold">
                                              <p:stCondLst>
                                                <p:cond delay="0"/>
                                              </p:stCondLst>
                                            </p:cTn>
                                            <p:tgtEl>
                                              <p:spTgt spid="89"/>
                                            </p:tgtEl>
                                            <p:attrNameLst>
                                              <p:attrName>style.visibility</p:attrName>
                                            </p:attrNameLst>
                                          </p:cBhvr>
                                          <p:to>
                                            <p:strVal val="visible"/>
                                          </p:to>
                                        </p:set>
                                        <p:anim calcmode="lin" valueType="num">
                                          <p:cBhvr>
                                            <p:cTn id="36" dur="750" fill="hold"/>
                                            <p:tgtEl>
                                              <p:spTgt spid="89"/>
                                            </p:tgtEl>
                                            <p:attrNameLst>
                                              <p:attrName>ppt_w</p:attrName>
                                            </p:attrNameLst>
                                          </p:cBhvr>
                                          <p:tavLst>
                                            <p:tav tm="0">
                                              <p:val>
                                                <p:fltVal val="0"/>
                                              </p:val>
                                            </p:tav>
                                            <p:tav tm="100000">
                                              <p:val>
                                                <p:strVal val="#ppt_w"/>
                                              </p:val>
                                            </p:tav>
                                          </p:tavLst>
                                        </p:anim>
                                        <p:anim calcmode="lin" valueType="num">
                                          <p:cBhvr>
                                            <p:cTn id="37" dur="750" fill="hold"/>
                                            <p:tgtEl>
                                              <p:spTgt spid="89"/>
                                            </p:tgtEl>
                                            <p:attrNameLst>
                                              <p:attrName>ppt_h</p:attrName>
                                            </p:attrNameLst>
                                          </p:cBhvr>
                                          <p:tavLst>
                                            <p:tav tm="0">
                                              <p:val>
                                                <p:fltVal val="0"/>
                                              </p:val>
                                            </p:tav>
                                            <p:tav tm="100000">
                                              <p:val>
                                                <p:strVal val="#ppt_h"/>
                                              </p:val>
                                            </p:tav>
                                          </p:tavLst>
                                        </p:anim>
                                        <p:animEffect transition="in" filter="fade">
                                          <p:cBhvr>
                                            <p:cTn id="38" dur="750"/>
                                            <p:tgtEl>
                                              <p:spTgt spid="89"/>
                                            </p:tgtEl>
                                          </p:cBhvr>
                                        </p:animEffect>
                                      </p:childTnLst>
                                    </p:cTn>
                                  </p:par>
                                  <p:par>
                                    <p:cTn id="39" presetID="53" presetClass="entr" presetSubtype="16" fill="hold" grpId="0" nodeType="withEffect">
                                      <p:stCondLst>
                                        <p:cond delay="500"/>
                                      </p:stCondLst>
                                      <p:childTnLst>
                                        <p:set>
                                          <p:cBhvr>
                                            <p:cTn id="40" dur="1" fill="hold">
                                              <p:stCondLst>
                                                <p:cond delay="0"/>
                                              </p:stCondLst>
                                            </p:cTn>
                                            <p:tgtEl>
                                              <p:spTgt spid="91"/>
                                            </p:tgtEl>
                                            <p:attrNameLst>
                                              <p:attrName>style.visibility</p:attrName>
                                            </p:attrNameLst>
                                          </p:cBhvr>
                                          <p:to>
                                            <p:strVal val="visible"/>
                                          </p:to>
                                        </p:set>
                                        <p:anim calcmode="lin" valueType="num">
                                          <p:cBhvr>
                                            <p:cTn id="41" dur="750" fill="hold"/>
                                            <p:tgtEl>
                                              <p:spTgt spid="91"/>
                                            </p:tgtEl>
                                            <p:attrNameLst>
                                              <p:attrName>ppt_w</p:attrName>
                                            </p:attrNameLst>
                                          </p:cBhvr>
                                          <p:tavLst>
                                            <p:tav tm="0">
                                              <p:val>
                                                <p:fltVal val="0"/>
                                              </p:val>
                                            </p:tav>
                                            <p:tav tm="100000">
                                              <p:val>
                                                <p:strVal val="#ppt_w"/>
                                              </p:val>
                                            </p:tav>
                                          </p:tavLst>
                                        </p:anim>
                                        <p:anim calcmode="lin" valueType="num">
                                          <p:cBhvr>
                                            <p:cTn id="42" dur="750" fill="hold"/>
                                            <p:tgtEl>
                                              <p:spTgt spid="91"/>
                                            </p:tgtEl>
                                            <p:attrNameLst>
                                              <p:attrName>ppt_h</p:attrName>
                                            </p:attrNameLst>
                                          </p:cBhvr>
                                          <p:tavLst>
                                            <p:tav tm="0">
                                              <p:val>
                                                <p:fltVal val="0"/>
                                              </p:val>
                                            </p:tav>
                                            <p:tav tm="100000">
                                              <p:val>
                                                <p:strVal val="#ppt_h"/>
                                              </p:val>
                                            </p:tav>
                                          </p:tavLst>
                                        </p:anim>
                                        <p:animEffect transition="in" filter="fade">
                                          <p:cBhvr>
                                            <p:cTn id="43" dur="750"/>
                                            <p:tgtEl>
                                              <p:spTgt spid="91"/>
                                            </p:tgtEl>
                                          </p:cBhvr>
                                        </p:animEffect>
                                      </p:childTnLst>
                                    </p:cTn>
                                  </p:par>
                                  <p:par>
                                    <p:cTn id="44" presetID="53" presetClass="entr" presetSubtype="16" fill="hold" grpId="0" nodeType="withEffect">
                                      <p:stCondLst>
                                        <p:cond delay="750"/>
                                      </p:stCondLst>
                                      <p:childTnLst>
                                        <p:set>
                                          <p:cBhvr>
                                            <p:cTn id="45" dur="1" fill="hold">
                                              <p:stCondLst>
                                                <p:cond delay="0"/>
                                              </p:stCondLst>
                                            </p:cTn>
                                            <p:tgtEl>
                                              <p:spTgt spid="92"/>
                                            </p:tgtEl>
                                            <p:attrNameLst>
                                              <p:attrName>style.visibility</p:attrName>
                                            </p:attrNameLst>
                                          </p:cBhvr>
                                          <p:to>
                                            <p:strVal val="visible"/>
                                          </p:to>
                                        </p:set>
                                        <p:anim calcmode="lin" valueType="num">
                                          <p:cBhvr>
                                            <p:cTn id="46" dur="750" fill="hold"/>
                                            <p:tgtEl>
                                              <p:spTgt spid="92"/>
                                            </p:tgtEl>
                                            <p:attrNameLst>
                                              <p:attrName>ppt_w</p:attrName>
                                            </p:attrNameLst>
                                          </p:cBhvr>
                                          <p:tavLst>
                                            <p:tav tm="0">
                                              <p:val>
                                                <p:fltVal val="0"/>
                                              </p:val>
                                            </p:tav>
                                            <p:tav tm="100000">
                                              <p:val>
                                                <p:strVal val="#ppt_w"/>
                                              </p:val>
                                            </p:tav>
                                          </p:tavLst>
                                        </p:anim>
                                        <p:anim calcmode="lin" valueType="num">
                                          <p:cBhvr>
                                            <p:cTn id="47" dur="750" fill="hold"/>
                                            <p:tgtEl>
                                              <p:spTgt spid="92"/>
                                            </p:tgtEl>
                                            <p:attrNameLst>
                                              <p:attrName>ppt_h</p:attrName>
                                            </p:attrNameLst>
                                          </p:cBhvr>
                                          <p:tavLst>
                                            <p:tav tm="0">
                                              <p:val>
                                                <p:fltVal val="0"/>
                                              </p:val>
                                            </p:tav>
                                            <p:tav tm="100000">
                                              <p:val>
                                                <p:strVal val="#ppt_h"/>
                                              </p:val>
                                            </p:tav>
                                          </p:tavLst>
                                        </p:anim>
                                        <p:animEffect transition="in" filter="fade">
                                          <p:cBhvr>
                                            <p:cTn id="48" dur="750"/>
                                            <p:tgtEl>
                                              <p:spTgt spid="92"/>
                                            </p:tgtEl>
                                          </p:cBhvr>
                                        </p:animEffect>
                                      </p:childTnLst>
                                    </p:cTn>
                                  </p:par>
                                  <p:par>
                                    <p:cTn id="49" presetID="53" presetClass="entr" presetSubtype="16" fill="hold" grpId="0" nodeType="withEffect">
                                      <p:stCondLst>
                                        <p:cond delay="1000"/>
                                      </p:stCondLst>
                                      <p:childTnLst>
                                        <p:set>
                                          <p:cBhvr>
                                            <p:cTn id="50" dur="1" fill="hold">
                                              <p:stCondLst>
                                                <p:cond delay="0"/>
                                              </p:stCondLst>
                                            </p:cTn>
                                            <p:tgtEl>
                                              <p:spTgt spid="93"/>
                                            </p:tgtEl>
                                            <p:attrNameLst>
                                              <p:attrName>style.visibility</p:attrName>
                                            </p:attrNameLst>
                                          </p:cBhvr>
                                          <p:to>
                                            <p:strVal val="visible"/>
                                          </p:to>
                                        </p:set>
                                        <p:anim calcmode="lin" valueType="num">
                                          <p:cBhvr>
                                            <p:cTn id="51" dur="750" fill="hold"/>
                                            <p:tgtEl>
                                              <p:spTgt spid="93"/>
                                            </p:tgtEl>
                                            <p:attrNameLst>
                                              <p:attrName>ppt_w</p:attrName>
                                            </p:attrNameLst>
                                          </p:cBhvr>
                                          <p:tavLst>
                                            <p:tav tm="0">
                                              <p:val>
                                                <p:fltVal val="0"/>
                                              </p:val>
                                            </p:tav>
                                            <p:tav tm="100000">
                                              <p:val>
                                                <p:strVal val="#ppt_w"/>
                                              </p:val>
                                            </p:tav>
                                          </p:tavLst>
                                        </p:anim>
                                        <p:anim calcmode="lin" valueType="num">
                                          <p:cBhvr>
                                            <p:cTn id="52" dur="750" fill="hold"/>
                                            <p:tgtEl>
                                              <p:spTgt spid="93"/>
                                            </p:tgtEl>
                                            <p:attrNameLst>
                                              <p:attrName>ppt_h</p:attrName>
                                            </p:attrNameLst>
                                          </p:cBhvr>
                                          <p:tavLst>
                                            <p:tav tm="0">
                                              <p:val>
                                                <p:fltVal val="0"/>
                                              </p:val>
                                            </p:tav>
                                            <p:tav tm="100000">
                                              <p:val>
                                                <p:strVal val="#ppt_h"/>
                                              </p:val>
                                            </p:tav>
                                          </p:tavLst>
                                        </p:anim>
                                        <p:animEffect transition="in" filter="fade">
                                          <p:cBhvr>
                                            <p:cTn id="53" dur="750"/>
                                            <p:tgtEl>
                                              <p:spTgt spid="93"/>
                                            </p:tgtEl>
                                          </p:cBhvr>
                                        </p:animEffect>
                                      </p:childTnLst>
                                    </p:cTn>
                                  </p:par>
                                  <p:par>
                                    <p:cTn id="54" presetID="53" presetClass="entr" presetSubtype="16" fill="hold" grpId="0" nodeType="withEffect">
                                      <p:stCondLst>
                                        <p:cond delay="1250"/>
                                      </p:stCondLst>
                                      <p:childTnLst>
                                        <p:set>
                                          <p:cBhvr>
                                            <p:cTn id="55" dur="1" fill="hold">
                                              <p:stCondLst>
                                                <p:cond delay="0"/>
                                              </p:stCondLst>
                                            </p:cTn>
                                            <p:tgtEl>
                                              <p:spTgt spid="94"/>
                                            </p:tgtEl>
                                            <p:attrNameLst>
                                              <p:attrName>style.visibility</p:attrName>
                                            </p:attrNameLst>
                                          </p:cBhvr>
                                          <p:to>
                                            <p:strVal val="visible"/>
                                          </p:to>
                                        </p:set>
                                        <p:anim calcmode="lin" valueType="num">
                                          <p:cBhvr>
                                            <p:cTn id="56" dur="750" fill="hold"/>
                                            <p:tgtEl>
                                              <p:spTgt spid="94"/>
                                            </p:tgtEl>
                                            <p:attrNameLst>
                                              <p:attrName>ppt_w</p:attrName>
                                            </p:attrNameLst>
                                          </p:cBhvr>
                                          <p:tavLst>
                                            <p:tav tm="0">
                                              <p:val>
                                                <p:fltVal val="0"/>
                                              </p:val>
                                            </p:tav>
                                            <p:tav tm="100000">
                                              <p:val>
                                                <p:strVal val="#ppt_w"/>
                                              </p:val>
                                            </p:tav>
                                          </p:tavLst>
                                        </p:anim>
                                        <p:anim calcmode="lin" valueType="num">
                                          <p:cBhvr>
                                            <p:cTn id="57" dur="750" fill="hold"/>
                                            <p:tgtEl>
                                              <p:spTgt spid="94"/>
                                            </p:tgtEl>
                                            <p:attrNameLst>
                                              <p:attrName>ppt_h</p:attrName>
                                            </p:attrNameLst>
                                          </p:cBhvr>
                                          <p:tavLst>
                                            <p:tav tm="0">
                                              <p:val>
                                                <p:fltVal val="0"/>
                                              </p:val>
                                            </p:tav>
                                            <p:tav tm="100000">
                                              <p:val>
                                                <p:strVal val="#ppt_h"/>
                                              </p:val>
                                            </p:tav>
                                          </p:tavLst>
                                        </p:anim>
                                        <p:animEffect transition="in" filter="fade">
                                          <p:cBhvr>
                                            <p:cTn id="58" dur="750"/>
                                            <p:tgtEl>
                                              <p:spTgt spid="94"/>
                                            </p:tgtEl>
                                          </p:cBhvr>
                                        </p:animEffect>
                                      </p:childTnLst>
                                    </p:cTn>
                                  </p:par>
                                  <p:par>
                                    <p:cTn id="59" presetID="2" presetClass="entr" presetSubtype="4" fill="hold" grpId="0" nodeType="withEffect" p14:presetBounceEnd="67000">
                                      <p:stCondLst>
                                        <p:cond delay="1750"/>
                                      </p:stCondLst>
                                      <p:childTnLst>
                                        <p:set>
                                          <p:cBhvr>
                                            <p:cTn id="60" dur="1" fill="hold">
                                              <p:stCondLst>
                                                <p:cond delay="0"/>
                                              </p:stCondLst>
                                            </p:cTn>
                                            <p:tgtEl>
                                              <p:spTgt spid="98"/>
                                            </p:tgtEl>
                                            <p:attrNameLst>
                                              <p:attrName>style.visibility</p:attrName>
                                            </p:attrNameLst>
                                          </p:cBhvr>
                                          <p:to>
                                            <p:strVal val="visible"/>
                                          </p:to>
                                        </p:set>
                                        <p:anim calcmode="lin" valueType="num" p14:bounceEnd="67000">
                                          <p:cBhvr additive="base">
                                            <p:cTn id="61" dur="1000" fill="hold"/>
                                            <p:tgtEl>
                                              <p:spTgt spid="98"/>
                                            </p:tgtEl>
                                            <p:attrNameLst>
                                              <p:attrName>ppt_x</p:attrName>
                                            </p:attrNameLst>
                                          </p:cBhvr>
                                          <p:tavLst>
                                            <p:tav tm="0">
                                              <p:val>
                                                <p:strVal val="#ppt_x"/>
                                              </p:val>
                                            </p:tav>
                                            <p:tav tm="100000">
                                              <p:val>
                                                <p:strVal val="#ppt_x"/>
                                              </p:val>
                                            </p:tav>
                                          </p:tavLst>
                                        </p:anim>
                                        <p:anim calcmode="lin" valueType="num" p14:bounceEnd="67000">
                                          <p:cBhvr additive="base">
                                            <p:cTn id="62" dur="1000" fill="hold"/>
                                            <p:tgtEl>
                                              <p:spTgt spid="98"/>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14:presetBounceEnd="67000">
                                      <p:stCondLst>
                                        <p:cond delay="1750"/>
                                      </p:stCondLst>
                                      <p:childTnLst>
                                        <p:set>
                                          <p:cBhvr>
                                            <p:cTn id="64" dur="1" fill="hold">
                                              <p:stCondLst>
                                                <p:cond delay="0"/>
                                              </p:stCondLst>
                                            </p:cTn>
                                            <p:tgtEl>
                                              <p:spTgt spid="107"/>
                                            </p:tgtEl>
                                            <p:attrNameLst>
                                              <p:attrName>style.visibility</p:attrName>
                                            </p:attrNameLst>
                                          </p:cBhvr>
                                          <p:to>
                                            <p:strVal val="visible"/>
                                          </p:to>
                                        </p:set>
                                        <p:anim calcmode="lin" valueType="num" p14:bounceEnd="67000">
                                          <p:cBhvr additive="base">
                                            <p:cTn id="65" dur="1000" fill="hold"/>
                                            <p:tgtEl>
                                              <p:spTgt spid="107"/>
                                            </p:tgtEl>
                                            <p:attrNameLst>
                                              <p:attrName>ppt_x</p:attrName>
                                            </p:attrNameLst>
                                          </p:cBhvr>
                                          <p:tavLst>
                                            <p:tav tm="0">
                                              <p:val>
                                                <p:strVal val="#ppt_x"/>
                                              </p:val>
                                            </p:tav>
                                            <p:tav tm="100000">
                                              <p:val>
                                                <p:strVal val="#ppt_x"/>
                                              </p:val>
                                            </p:tav>
                                          </p:tavLst>
                                        </p:anim>
                                        <p:anim calcmode="lin" valueType="num" p14:bounceEnd="67000">
                                          <p:cBhvr additive="base">
                                            <p:cTn id="66" dur="1000" fill="hold"/>
                                            <p:tgtEl>
                                              <p:spTgt spid="107"/>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14:presetBounceEnd="67000">
                                      <p:stCondLst>
                                        <p:cond delay="1750"/>
                                      </p:stCondLst>
                                      <p:childTnLst>
                                        <p:set>
                                          <p:cBhvr>
                                            <p:cTn id="68" dur="1" fill="hold">
                                              <p:stCondLst>
                                                <p:cond delay="0"/>
                                              </p:stCondLst>
                                            </p:cTn>
                                            <p:tgtEl>
                                              <p:spTgt spid="104"/>
                                            </p:tgtEl>
                                            <p:attrNameLst>
                                              <p:attrName>style.visibility</p:attrName>
                                            </p:attrNameLst>
                                          </p:cBhvr>
                                          <p:to>
                                            <p:strVal val="visible"/>
                                          </p:to>
                                        </p:set>
                                        <p:anim calcmode="lin" valueType="num" p14:bounceEnd="67000">
                                          <p:cBhvr additive="base">
                                            <p:cTn id="69" dur="1000" fill="hold"/>
                                            <p:tgtEl>
                                              <p:spTgt spid="104"/>
                                            </p:tgtEl>
                                            <p:attrNameLst>
                                              <p:attrName>ppt_x</p:attrName>
                                            </p:attrNameLst>
                                          </p:cBhvr>
                                          <p:tavLst>
                                            <p:tav tm="0">
                                              <p:val>
                                                <p:strVal val="#ppt_x"/>
                                              </p:val>
                                            </p:tav>
                                            <p:tav tm="100000">
                                              <p:val>
                                                <p:strVal val="#ppt_x"/>
                                              </p:val>
                                            </p:tav>
                                          </p:tavLst>
                                        </p:anim>
                                        <p:anim calcmode="lin" valueType="num" p14:bounceEnd="67000">
                                          <p:cBhvr additive="base">
                                            <p:cTn id="70" dur="1000" fill="hold"/>
                                            <p:tgtEl>
                                              <p:spTgt spid="104"/>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14:presetBounceEnd="67000">
                                      <p:stCondLst>
                                        <p:cond delay="1750"/>
                                      </p:stCondLst>
                                      <p:childTnLst>
                                        <p:set>
                                          <p:cBhvr>
                                            <p:cTn id="72" dur="1" fill="hold">
                                              <p:stCondLst>
                                                <p:cond delay="0"/>
                                              </p:stCondLst>
                                            </p:cTn>
                                            <p:tgtEl>
                                              <p:spTgt spid="105"/>
                                            </p:tgtEl>
                                            <p:attrNameLst>
                                              <p:attrName>style.visibility</p:attrName>
                                            </p:attrNameLst>
                                          </p:cBhvr>
                                          <p:to>
                                            <p:strVal val="visible"/>
                                          </p:to>
                                        </p:set>
                                        <p:anim calcmode="lin" valueType="num" p14:bounceEnd="67000">
                                          <p:cBhvr additive="base">
                                            <p:cTn id="73" dur="1000" fill="hold"/>
                                            <p:tgtEl>
                                              <p:spTgt spid="105"/>
                                            </p:tgtEl>
                                            <p:attrNameLst>
                                              <p:attrName>ppt_x</p:attrName>
                                            </p:attrNameLst>
                                          </p:cBhvr>
                                          <p:tavLst>
                                            <p:tav tm="0">
                                              <p:val>
                                                <p:strVal val="#ppt_x"/>
                                              </p:val>
                                            </p:tav>
                                            <p:tav tm="100000">
                                              <p:val>
                                                <p:strVal val="#ppt_x"/>
                                              </p:val>
                                            </p:tav>
                                          </p:tavLst>
                                        </p:anim>
                                        <p:anim calcmode="lin" valueType="num" p14:bounceEnd="67000">
                                          <p:cBhvr additive="base">
                                            <p:cTn id="74" dur="1000" fill="hold"/>
                                            <p:tgtEl>
                                              <p:spTgt spid="105"/>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14:presetBounceEnd="67000">
                                      <p:stCondLst>
                                        <p:cond delay="1750"/>
                                      </p:stCondLst>
                                      <p:childTnLst>
                                        <p:set>
                                          <p:cBhvr>
                                            <p:cTn id="76" dur="1" fill="hold">
                                              <p:stCondLst>
                                                <p:cond delay="0"/>
                                              </p:stCondLst>
                                            </p:cTn>
                                            <p:tgtEl>
                                              <p:spTgt spid="106"/>
                                            </p:tgtEl>
                                            <p:attrNameLst>
                                              <p:attrName>style.visibility</p:attrName>
                                            </p:attrNameLst>
                                          </p:cBhvr>
                                          <p:to>
                                            <p:strVal val="visible"/>
                                          </p:to>
                                        </p:set>
                                        <p:anim calcmode="lin" valueType="num" p14:bounceEnd="67000">
                                          <p:cBhvr additive="base">
                                            <p:cTn id="77" dur="1000" fill="hold"/>
                                            <p:tgtEl>
                                              <p:spTgt spid="106"/>
                                            </p:tgtEl>
                                            <p:attrNameLst>
                                              <p:attrName>ppt_x</p:attrName>
                                            </p:attrNameLst>
                                          </p:cBhvr>
                                          <p:tavLst>
                                            <p:tav tm="0">
                                              <p:val>
                                                <p:strVal val="#ppt_x"/>
                                              </p:val>
                                            </p:tav>
                                            <p:tav tm="100000">
                                              <p:val>
                                                <p:strVal val="#ppt_x"/>
                                              </p:val>
                                            </p:tav>
                                          </p:tavLst>
                                        </p:anim>
                                        <p:anim calcmode="lin" valueType="num" p14:bounceEnd="67000">
                                          <p:cBhvr additive="base">
                                            <p:cTn id="78" dur="1000" fill="hold"/>
                                            <p:tgtEl>
                                              <p:spTgt spid="106"/>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14:presetBounceEnd="67000">
                                      <p:stCondLst>
                                        <p:cond delay="1750"/>
                                      </p:stCondLst>
                                      <p:childTnLst>
                                        <p:set>
                                          <p:cBhvr>
                                            <p:cTn id="80" dur="1" fill="hold">
                                              <p:stCondLst>
                                                <p:cond delay="0"/>
                                              </p:stCondLst>
                                            </p:cTn>
                                            <p:tgtEl>
                                              <p:spTgt spid="108"/>
                                            </p:tgtEl>
                                            <p:attrNameLst>
                                              <p:attrName>style.visibility</p:attrName>
                                            </p:attrNameLst>
                                          </p:cBhvr>
                                          <p:to>
                                            <p:strVal val="visible"/>
                                          </p:to>
                                        </p:set>
                                        <p:anim calcmode="lin" valueType="num" p14:bounceEnd="67000">
                                          <p:cBhvr additive="base">
                                            <p:cTn id="81" dur="1000" fill="hold"/>
                                            <p:tgtEl>
                                              <p:spTgt spid="108"/>
                                            </p:tgtEl>
                                            <p:attrNameLst>
                                              <p:attrName>ppt_x</p:attrName>
                                            </p:attrNameLst>
                                          </p:cBhvr>
                                          <p:tavLst>
                                            <p:tav tm="0">
                                              <p:val>
                                                <p:strVal val="#ppt_x"/>
                                              </p:val>
                                            </p:tav>
                                            <p:tav tm="100000">
                                              <p:val>
                                                <p:strVal val="#ppt_x"/>
                                              </p:val>
                                            </p:tav>
                                          </p:tavLst>
                                        </p:anim>
                                        <p:anim calcmode="lin" valueType="num" p14:bounceEnd="67000">
                                          <p:cBhvr additive="base">
                                            <p:cTn id="82" dur="1000" fill="hold"/>
                                            <p:tgtEl>
                                              <p:spTgt spid="108"/>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14:presetBounceEnd="67000">
                                      <p:stCondLst>
                                        <p:cond delay="1750"/>
                                      </p:stCondLst>
                                      <p:childTnLst>
                                        <p:set>
                                          <p:cBhvr>
                                            <p:cTn id="84" dur="1" fill="hold">
                                              <p:stCondLst>
                                                <p:cond delay="0"/>
                                              </p:stCondLst>
                                            </p:cTn>
                                            <p:tgtEl>
                                              <p:spTgt spid="110"/>
                                            </p:tgtEl>
                                            <p:attrNameLst>
                                              <p:attrName>style.visibility</p:attrName>
                                            </p:attrNameLst>
                                          </p:cBhvr>
                                          <p:to>
                                            <p:strVal val="visible"/>
                                          </p:to>
                                        </p:set>
                                        <p:anim calcmode="lin" valueType="num" p14:bounceEnd="67000">
                                          <p:cBhvr additive="base">
                                            <p:cTn id="85" dur="1000" fill="hold"/>
                                            <p:tgtEl>
                                              <p:spTgt spid="110"/>
                                            </p:tgtEl>
                                            <p:attrNameLst>
                                              <p:attrName>ppt_x</p:attrName>
                                            </p:attrNameLst>
                                          </p:cBhvr>
                                          <p:tavLst>
                                            <p:tav tm="0">
                                              <p:val>
                                                <p:strVal val="#ppt_x"/>
                                              </p:val>
                                            </p:tav>
                                            <p:tav tm="100000">
                                              <p:val>
                                                <p:strVal val="#ppt_x"/>
                                              </p:val>
                                            </p:tav>
                                          </p:tavLst>
                                        </p:anim>
                                        <p:anim calcmode="lin" valueType="num" p14:bounceEnd="67000">
                                          <p:cBhvr additive="base">
                                            <p:cTn id="86" dur="1000" fill="hold"/>
                                            <p:tgtEl>
                                              <p:spTgt spid="110"/>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14:presetBounceEnd="67000">
                                      <p:stCondLst>
                                        <p:cond delay="1750"/>
                                      </p:stCondLst>
                                      <p:childTnLst>
                                        <p:set>
                                          <p:cBhvr>
                                            <p:cTn id="88" dur="1" fill="hold">
                                              <p:stCondLst>
                                                <p:cond delay="0"/>
                                              </p:stCondLst>
                                            </p:cTn>
                                            <p:tgtEl>
                                              <p:spTgt spid="111"/>
                                            </p:tgtEl>
                                            <p:attrNameLst>
                                              <p:attrName>style.visibility</p:attrName>
                                            </p:attrNameLst>
                                          </p:cBhvr>
                                          <p:to>
                                            <p:strVal val="visible"/>
                                          </p:to>
                                        </p:set>
                                        <p:anim calcmode="lin" valueType="num" p14:bounceEnd="67000">
                                          <p:cBhvr additive="base">
                                            <p:cTn id="89" dur="1000" fill="hold"/>
                                            <p:tgtEl>
                                              <p:spTgt spid="111"/>
                                            </p:tgtEl>
                                            <p:attrNameLst>
                                              <p:attrName>ppt_x</p:attrName>
                                            </p:attrNameLst>
                                          </p:cBhvr>
                                          <p:tavLst>
                                            <p:tav tm="0">
                                              <p:val>
                                                <p:strVal val="#ppt_x"/>
                                              </p:val>
                                            </p:tav>
                                            <p:tav tm="100000">
                                              <p:val>
                                                <p:strVal val="#ppt_x"/>
                                              </p:val>
                                            </p:tav>
                                          </p:tavLst>
                                        </p:anim>
                                        <p:anim calcmode="lin" valueType="num" p14:bounceEnd="67000">
                                          <p:cBhvr additive="base">
                                            <p:cTn id="90" dur="1000" fill="hold"/>
                                            <p:tgtEl>
                                              <p:spTgt spid="111"/>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14:presetBounceEnd="67000">
                                      <p:stCondLst>
                                        <p:cond delay="1750"/>
                                      </p:stCondLst>
                                      <p:childTnLst>
                                        <p:set>
                                          <p:cBhvr>
                                            <p:cTn id="92" dur="1" fill="hold">
                                              <p:stCondLst>
                                                <p:cond delay="0"/>
                                              </p:stCondLst>
                                            </p:cTn>
                                            <p:tgtEl>
                                              <p:spTgt spid="112"/>
                                            </p:tgtEl>
                                            <p:attrNameLst>
                                              <p:attrName>style.visibility</p:attrName>
                                            </p:attrNameLst>
                                          </p:cBhvr>
                                          <p:to>
                                            <p:strVal val="visible"/>
                                          </p:to>
                                        </p:set>
                                        <p:anim calcmode="lin" valueType="num" p14:bounceEnd="67000">
                                          <p:cBhvr additive="base">
                                            <p:cTn id="93" dur="1000" fill="hold"/>
                                            <p:tgtEl>
                                              <p:spTgt spid="112"/>
                                            </p:tgtEl>
                                            <p:attrNameLst>
                                              <p:attrName>ppt_x</p:attrName>
                                            </p:attrNameLst>
                                          </p:cBhvr>
                                          <p:tavLst>
                                            <p:tav tm="0">
                                              <p:val>
                                                <p:strVal val="#ppt_x"/>
                                              </p:val>
                                            </p:tav>
                                            <p:tav tm="100000">
                                              <p:val>
                                                <p:strVal val="#ppt_x"/>
                                              </p:val>
                                            </p:tav>
                                          </p:tavLst>
                                        </p:anim>
                                        <p:anim calcmode="lin" valueType="num" p14:bounceEnd="67000">
                                          <p:cBhvr additive="base">
                                            <p:cTn id="94" dur="1000" fill="hold"/>
                                            <p:tgtEl>
                                              <p:spTgt spid="112"/>
                                            </p:tgtEl>
                                            <p:attrNameLst>
                                              <p:attrName>ppt_y</p:attrName>
                                            </p:attrNameLst>
                                          </p:cBhvr>
                                          <p:tavLst>
                                            <p:tav tm="0">
                                              <p:val>
                                                <p:strVal val="1+#ppt_h/2"/>
                                              </p:val>
                                            </p:tav>
                                            <p:tav tm="100000">
                                              <p:val>
                                                <p:strVal val="#ppt_y"/>
                                              </p:val>
                                            </p:tav>
                                          </p:tavLst>
                                        </p:anim>
                                      </p:childTnLst>
                                    </p:cTn>
                                  </p:par>
                                  <p:par>
                                    <p:cTn id="95" presetID="2" presetClass="entr" presetSubtype="4" fill="hold" grpId="0" nodeType="withEffect" p14:presetBounceEnd="67000">
                                      <p:stCondLst>
                                        <p:cond delay="1750"/>
                                      </p:stCondLst>
                                      <p:childTnLst>
                                        <p:set>
                                          <p:cBhvr>
                                            <p:cTn id="96" dur="1" fill="hold">
                                              <p:stCondLst>
                                                <p:cond delay="0"/>
                                              </p:stCondLst>
                                            </p:cTn>
                                            <p:tgtEl>
                                              <p:spTgt spid="113"/>
                                            </p:tgtEl>
                                            <p:attrNameLst>
                                              <p:attrName>style.visibility</p:attrName>
                                            </p:attrNameLst>
                                          </p:cBhvr>
                                          <p:to>
                                            <p:strVal val="visible"/>
                                          </p:to>
                                        </p:set>
                                        <p:anim calcmode="lin" valueType="num" p14:bounceEnd="67000">
                                          <p:cBhvr additive="base">
                                            <p:cTn id="97" dur="1000" fill="hold"/>
                                            <p:tgtEl>
                                              <p:spTgt spid="113"/>
                                            </p:tgtEl>
                                            <p:attrNameLst>
                                              <p:attrName>ppt_x</p:attrName>
                                            </p:attrNameLst>
                                          </p:cBhvr>
                                          <p:tavLst>
                                            <p:tav tm="0">
                                              <p:val>
                                                <p:strVal val="#ppt_x"/>
                                              </p:val>
                                            </p:tav>
                                            <p:tav tm="100000">
                                              <p:val>
                                                <p:strVal val="#ppt_x"/>
                                              </p:val>
                                            </p:tav>
                                          </p:tavLst>
                                        </p:anim>
                                        <p:anim calcmode="lin" valueType="num" p14:bounceEnd="67000">
                                          <p:cBhvr additive="base">
                                            <p:cTn id="98" dur="1000" fill="hold"/>
                                            <p:tgtEl>
                                              <p:spTgt spid="1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1" grpId="0"/>
          <p:bldP spid="92" grpId="0"/>
          <p:bldP spid="93" grpId="0"/>
          <p:bldP spid="94" grpId="0"/>
          <p:bldP spid="98" grpId="0" animBg="1"/>
          <p:bldP spid="104" grpId="0" animBg="1"/>
          <p:bldP spid="105" grpId="0" animBg="1"/>
          <p:bldP spid="106" grpId="0" animBg="1"/>
          <p:bldP spid="108" grpId="0"/>
          <p:bldP spid="110" grpId="0"/>
          <p:bldP spid="111" grpId="0"/>
          <p:bldP spid="112" grpId="0"/>
          <p:bldP spid="11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750" fill="hold"/>
                                            <p:tgtEl>
                                              <p:spTgt spid="24"/>
                                            </p:tgtEl>
                                            <p:attrNameLst>
                                              <p:attrName>ppt_w</p:attrName>
                                            </p:attrNameLst>
                                          </p:cBhvr>
                                          <p:tavLst>
                                            <p:tav tm="0">
                                              <p:val>
                                                <p:fltVal val="0"/>
                                              </p:val>
                                            </p:tav>
                                            <p:tav tm="100000">
                                              <p:val>
                                                <p:strVal val="#ppt_w"/>
                                              </p:val>
                                            </p:tav>
                                          </p:tavLst>
                                        </p:anim>
                                        <p:anim calcmode="lin" valueType="num">
                                          <p:cBhvr>
                                            <p:cTn id="8" dur="750" fill="hold"/>
                                            <p:tgtEl>
                                              <p:spTgt spid="24"/>
                                            </p:tgtEl>
                                            <p:attrNameLst>
                                              <p:attrName>ppt_h</p:attrName>
                                            </p:attrNameLst>
                                          </p:cBhvr>
                                          <p:tavLst>
                                            <p:tav tm="0">
                                              <p:val>
                                                <p:fltVal val="0"/>
                                              </p:val>
                                            </p:tav>
                                            <p:tav tm="100000">
                                              <p:val>
                                                <p:strVal val="#ppt_h"/>
                                              </p:val>
                                            </p:tav>
                                          </p:tavLst>
                                        </p:anim>
                                        <p:animEffect transition="in" filter="fade">
                                          <p:cBhvr>
                                            <p:cTn id="9" dur="750"/>
                                            <p:tgtEl>
                                              <p:spTgt spid="24"/>
                                            </p:tgtEl>
                                          </p:cBhvr>
                                        </p:animEffect>
                                      </p:childTnLst>
                                    </p:cTn>
                                  </p:par>
                                  <p:par>
                                    <p:cTn id="10" presetID="2" presetClass="entr" presetSubtype="1" fill="hold" nodeType="withEffect">
                                      <p:stCondLst>
                                        <p:cond delay="250"/>
                                      </p:stCondLst>
                                      <p:childTnLst>
                                        <p:set>
                                          <p:cBhvr>
                                            <p:cTn id="11" dur="1" fill="hold">
                                              <p:stCondLst>
                                                <p:cond delay="0"/>
                                              </p:stCondLst>
                                            </p:cTn>
                                            <p:tgtEl>
                                              <p:spTgt spid="38"/>
                                            </p:tgtEl>
                                            <p:attrNameLst>
                                              <p:attrName>style.visibility</p:attrName>
                                            </p:attrNameLst>
                                          </p:cBhvr>
                                          <p:to>
                                            <p:strVal val="visible"/>
                                          </p:to>
                                        </p:set>
                                        <p:anim calcmode="lin" valueType="num">
                                          <p:cBhvr additive="base">
                                            <p:cTn id="12" dur="1000" fill="hold"/>
                                            <p:tgtEl>
                                              <p:spTgt spid="38"/>
                                            </p:tgtEl>
                                            <p:attrNameLst>
                                              <p:attrName>ppt_x</p:attrName>
                                            </p:attrNameLst>
                                          </p:cBhvr>
                                          <p:tavLst>
                                            <p:tav tm="0">
                                              <p:val>
                                                <p:strVal val="#ppt_x"/>
                                              </p:val>
                                            </p:tav>
                                            <p:tav tm="100000">
                                              <p:val>
                                                <p:strVal val="#ppt_x"/>
                                              </p:val>
                                            </p:tav>
                                          </p:tavLst>
                                        </p:anim>
                                        <p:anim calcmode="lin" valueType="num">
                                          <p:cBhvr additive="base">
                                            <p:cTn id="13" dur="1000" fill="hold"/>
                                            <p:tgtEl>
                                              <p:spTgt spid="38"/>
                                            </p:tgtEl>
                                            <p:attrNameLst>
                                              <p:attrName>ppt_y</p:attrName>
                                            </p:attrNameLst>
                                          </p:cBhvr>
                                          <p:tavLst>
                                            <p:tav tm="0">
                                              <p:val>
                                                <p:strVal val="0-#ppt_h/2"/>
                                              </p:val>
                                            </p:tav>
                                            <p:tav tm="100000">
                                              <p:val>
                                                <p:strVal val="#ppt_y"/>
                                              </p:val>
                                            </p:tav>
                                          </p:tavLst>
                                        </p:anim>
                                      </p:childTnLst>
                                    </p:cTn>
                                  </p:par>
                                  <p:par>
                                    <p:cTn id="14" presetID="2" presetClass="entr" presetSubtype="1" fill="hold" nodeType="withEffect">
                                      <p:stCondLst>
                                        <p:cond delay="500"/>
                                      </p:stCondLst>
                                      <p:childTnLst>
                                        <p:set>
                                          <p:cBhvr>
                                            <p:cTn id="15" dur="1" fill="hold">
                                              <p:stCondLst>
                                                <p:cond delay="0"/>
                                              </p:stCondLst>
                                            </p:cTn>
                                            <p:tgtEl>
                                              <p:spTgt spid="37"/>
                                            </p:tgtEl>
                                            <p:attrNameLst>
                                              <p:attrName>style.visibility</p:attrName>
                                            </p:attrNameLst>
                                          </p:cBhvr>
                                          <p:to>
                                            <p:strVal val="visible"/>
                                          </p:to>
                                        </p:set>
                                        <p:anim calcmode="lin" valueType="num">
                                          <p:cBhvr additive="base">
                                            <p:cTn id="16" dur="1000" fill="hold"/>
                                            <p:tgtEl>
                                              <p:spTgt spid="37"/>
                                            </p:tgtEl>
                                            <p:attrNameLst>
                                              <p:attrName>ppt_x</p:attrName>
                                            </p:attrNameLst>
                                          </p:cBhvr>
                                          <p:tavLst>
                                            <p:tav tm="0">
                                              <p:val>
                                                <p:strVal val="#ppt_x"/>
                                              </p:val>
                                            </p:tav>
                                            <p:tav tm="100000">
                                              <p:val>
                                                <p:strVal val="#ppt_x"/>
                                              </p:val>
                                            </p:tav>
                                          </p:tavLst>
                                        </p:anim>
                                        <p:anim calcmode="lin" valueType="num">
                                          <p:cBhvr additive="base">
                                            <p:cTn id="17" dur="1000" fill="hold"/>
                                            <p:tgtEl>
                                              <p:spTgt spid="37"/>
                                            </p:tgtEl>
                                            <p:attrNameLst>
                                              <p:attrName>ppt_y</p:attrName>
                                            </p:attrNameLst>
                                          </p:cBhvr>
                                          <p:tavLst>
                                            <p:tav tm="0">
                                              <p:val>
                                                <p:strVal val="0-#ppt_h/2"/>
                                              </p:val>
                                            </p:tav>
                                            <p:tav tm="100000">
                                              <p:val>
                                                <p:strVal val="#ppt_y"/>
                                              </p:val>
                                            </p:tav>
                                          </p:tavLst>
                                        </p:anim>
                                      </p:childTnLst>
                                    </p:cTn>
                                  </p:par>
                                  <p:par>
                                    <p:cTn id="18" presetID="2" presetClass="entr" presetSubtype="1" fill="hold" nodeType="withEffect">
                                      <p:stCondLst>
                                        <p:cond delay="750"/>
                                      </p:stCondLst>
                                      <p:childTnLst>
                                        <p:set>
                                          <p:cBhvr>
                                            <p:cTn id="19" dur="1" fill="hold">
                                              <p:stCondLst>
                                                <p:cond delay="0"/>
                                              </p:stCondLst>
                                            </p:cTn>
                                            <p:tgtEl>
                                              <p:spTgt spid="39"/>
                                            </p:tgtEl>
                                            <p:attrNameLst>
                                              <p:attrName>style.visibility</p:attrName>
                                            </p:attrNameLst>
                                          </p:cBhvr>
                                          <p:to>
                                            <p:strVal val="visible"/>
                                          </p:to>
                                        </p:set>
                                        <p:anim calcmode="lin" valueType="num">
                                          <p:cBhvr additive="base">
                                            <p:cTn id="20" dur="1000" fill="hold"/>
                                            <p:tgtEl>
                                              <p:spTgt spid="39"/>
                                            </p:tgtEl>
                                            <p:attrNameLst>
                                              <p:attrName>ppt_x</p:attrName>
                                            </p:attrNameLst>
                                          </p:cBhvr>
                                          <p:tavLst>
                                            <p:tav tm="0">
                                              <p:val>
                                                <p:strVal val="#ppt_x"/>
                                              </p:val>
                                            </p:tav>
                                            <p:tav tm="100000">
                                              <p:val>
                                                <p:strVal val="#ppt_x"/>
                                              </p:val>
                                            </p:tav>
                                          </p:tavLst>
                                        </p:anim>
                                        <p:anim calcmode="lin" valueType="num">
                                          <p:cBhvr additive="base">
                                            <p:cTn id="21" dur="1000" fill="hold"/>
                                            <p:tgtEl>
                                              <p:spTgt spid="39"/>
                                            </p:tgtEl>
                                            <p:attrNameLst>
                                              <p:attrName>ppt_y</p:attrName>
                                            </p:attrNameLst>
                                          </p:cBhvr>
                                          <p:tavLst>
                                            <p:tav tm="0">
                                              <p:val>
                                                <p:strVal val="0-#ppt_h/2"/>
                                              </p:val>
                                            </p:tav>
                                            <p:tav tm="100000">
                                              <p:val>
                                                <p:strVal val="#ppt_y"/>
                                              </p:val>
                                            </p:tav>
                                          </p:tavLst>
                                        </p:anim>
                                      </p:childTnLst>
                                    </p:cTn>
                                  </p:par>
                                  <p:par>
                                    <p:cTn id="22" presetID="2" presetClass="entr" presetSubtype="1" fill="hold" nodeType="withEffect">
                                      <p:stCondLst>
                                        <p:cond delay="1000"/>
                                      </p:stCondLst>
                                      <p:childTnLst>
                                        <p:set>
                                          <p:cBhvr>
                                            <p:cTn id="23" dur="1" fill="hold">
                                              <p:stCondLst>
                                                <p:cond delay="0"/>
                                              </p:stCondLst>
                                            </p:cTn>
                                            <p:tgtEl>
                                              <p:spTgt spid="50"/>
                                            </p:tgtEl>
                                            <p:attrNameLst>
                                              <p:attrName>style.visibility</p:attrName>
                                            </p:attrNameLst>
                                          </p:cBhvr>
                                          <p:to>
                                            <p:strVal val="visible"/>
                                          </p:to>
                                        </p:set>
                                        <p:anim calcmode="lin" valueType="num">
                                          <p:cBhvr additive="base">
                                            <p:cTn id="24" dur="1000" fill="hold"/>
                                            <p:tgtEl>
                                              <p:spTgt spid="50"/>
                                            </p:tgtEl>
                                            <p:attrNameLst>
                                              <p:attrName>ppt_x</p:attrName>
                                            </p:attrNameLst>
                                          </p:cBhvr>
                                          <p:tavLst>
                                            <p:tav tm="0">
                                              <p:val>
                                                <p:strVal val="#ppt_x"/>
                                              </p:val>
                                            </p:tav>
                                            <p:tav tm="100000">
                                              <p:val>
                                                <p:strVal val="#ppt_x"/>
                                              </p:val>
                                            </p:tav>
                                          </p:tavLst>
                                        </p:anim>
                                        <p:anim calcmode="lin" valueType="num">
                                          <p:cBhvr additive="base">
                                            <p:cTn id="25" dur="1000" fill="hold"/>
                                            <p:tgtEl>
                                              <p:spTgt spid="50"/>
                                            </p:tgtEl>
                                            <p:attrNameLst>
                                              <p:attrName>ppt_y</p:attrName>
                                            </p:attrNameLst>
                                          </p:cBhvr>
                                          <p:tavLst>
                                            <p:tav tm="0">
                                              <p:val>
                                                <p:strVal val="0-#ppt_h/2"/>
                                              </p:val>
                                            </p:tav>
                                            <p:tav tm="100000">
                                              <p:val>
                                                <p:strVal val="#ppt_y"/>
                                              </p:val>
                                            </p:tav>
                                          </p:tavLst>
                                        </p:anim>
                                      </p:childTnLst>
                                    </p:cTn>
                                  </p:par>
                                  <p:par>
                                    <p:cTn id="26" presetID="2" presetClass="entr" presetSubtype="1" fill="hold" nodeType="withEffect">
                                      <p:stCondLst>
                                        <p:cond delay="1250"/>
                                      </p:stCondLst>
                                      <p:childTnLst>
                                        <p:set>
                                          <p:cBhvr>
                                            <p:cTn id="27" dur="1" fill="hold">
                                              <p:stCondLst>
                                                <p:cond delay="0"/>
                                              </p:stCondLst>
                                            </p:cTn>
                                            <p:tgtEl>
                                              <p:spTgt spid="61"/>
                                            </p:tgtEl>
                                            <p:attrNameLst>
                                              <p:attrName>style.visibility</p:attrName>
                                            </p:attrNameLst>
                                          </p:cBhvr>
                                          <p:to>
                                            <p:strVal val="visible"/>
                                          </p:to>
                                        </p:set>
                                        <p:anim calcmode="lin" valueType="num">
                                          <p:cBhvr additive="base">
                                            <p:cTn id="28" dur="1000" fill="hold"/>
                                            <p:tgtEl>
                                              <p:spTgt spid="61"/>
                                            </p:tgtEl>
                                            <p:attrNameLst>
                                              <p:attrName>ppt_x</p:attrName>
                                            </p:attrNameLst>
                                          </p:cBhvr>
                                          <p:tavLst>
                                            <p:tav tm="0">
                                              <p:val>
                                                <p:strVal val="#ppt_x"/>
                                              </p:val>
                                            </p:tav>
                                            <p:tav tm="100000">
                                              <p:val>
                                                <p:strVal val="#ppt_x"/>
                                              </p:val>
                                            </p:tav>
                                          </p:tavLst>
                                        </p:anim>
                                        <p:anim calcmode="lin" valueType="num">
                                          <p:cBhvr additive="base">
                                            <p:cTn id="29" dur="1000" fill="hold"/>
                                            <p:tgtEl>
                                              <p:spTgt spid="61"/>
                                            </p:tgtEl>
                                            <p:attrNameLst>
                                              <p:attrName>ppt_y</p:attrName>
                                            </p:attrNameLst>
                                          </p:cBhvr>
                                          <p:tavLst>
                                            <p:tav tm="0">
                                              <p:val>
                                                <p:strVal val="0-#ppt_h/2"/>
                                              </p:val>
                                            </p:tav>
                                            <p:tav tm="100000">
                                              <p:val>
                                                <p:strVal val="#ppt_y"/>
                                              </p:val>
                                            </p:tav>
                                          </p:tavLst>
                                        </p:anim>
                                      </p:childTnLst>
                                    </p:cTn>
                                  </p:par>
                                  <p:par>
                                    <p:cTn id="30" presetID="2" presetClass="entr" presetSubtype="1" fill="hold" nodeType="withEffect">
                                      <p:stCondLst>
                                        <p:cond delay="1500"/>
                                      </p:stCondLst>
                                      <p:childTnLst>
                                        <p:set>
                                          <p:cBhvr>
                                            <p:cTn id="31" dur="1" fill="hold">
                                              <p:stCondLst>
                                                <p:cond delay="0"/>
                                              </p:stCondLst>
                                            </p:cTn>
                                            <p:tgtEl>
                                              <p:spTgt spid="87"/>
                                            </p:tgtEl>
                                            <p:attrNameLst>
                                              <p:attrName>style.visibility</p:attrName>
                                            </p:attrNameLst>
                                          </p:cBhvr>
                                          <p:to>
                                            <p:strVal val="visible"/>
                                          </p:to>
                                        </p:set>
                                        <p:anim calcmode="lin" valueType="num">
                                          <p:cBhvr additive="base">
                                            <p:cTn id="32" dur="1000" fill="hold"/>
                                            <p:tgtEl>
                                              <p:spTgt spid="87"/>
                                            </p:tgtEl>
                                            <p:attrNameLst>
                                              <p:attrName>ppt_x</p:attrName>
                                            </p:attrNameLst>
                                          </p:cBhvr>
                                          <p:tavLst>
                                            <p:tav tm="0">
                                              <p:val>
                                                <p:strVal val="#ppt_x"/>
                                              </p:val>
                                            </p:tav>
                                            <p:tav tm="100000">
                                              <p:val>
                                                <p:strVal val="#ppt_x"/>
                                              </p:val>
                                            </p:tav>
                                          </p:tavLst>
                                        </p:anim>
                                        <p:anim calcmode="lin" valueType="num">
                                          <p:cBhvr additive="base">
                                            <p:cTn id="33" dur="1000" fill="hold"/>
                                            <p:tgtEl>
                                              <p:spTgt spid="87"/>
                                            </p:tgtEl>
                                            <p:attrNameLst>
                                              <p:attrName>ppt_y</p:attrName>
                                            </p:attrNameLst>
                                          </p:cBhvr>
                                          <p:tavLst>
                                            <p:tav tm="0">
                                              <p:val>
                                                <p:strVal val="0-#ppt_h/2"/>
                                              </p:val>
                                            </p:tav>
                                            <p:tav tm="100000">
                                              <p:val>
                                                <p:strVal val="#ppt_y"/>
                                              </p:val>
                                            </p:tav>
                                          </p:tavLst>
                                        </p:anim>
                                      </p:childTnLst>
                                    </p:cTn>
                                  </p:par>
                                  <p:par>
                                    <p:cTn id="34" presetID="53" presetClass="entr" presetSubtype="16" fill="hold" grpId="0" nodeType="withEffect">
                                      <p:stCondLst>
                                        <p:cond delay="250"/>
                                      </p:stCondLst>
                                      <p:childTnLst>
                                        <p:set>
                                          <p:cBhvr>
                                            <p:cTn id="35" dur="1" fill="hold">
                                              <p:stCondLst>
                                                <p:cond delay="0"/>
                                              </p:stCondLst>
                                            </p:cTn>
                                            <p:tgtEl>
                                              <p:spTgt spid="89"/>
                                            </p:tgtEl>
                                            <p:attrNameLst>
                                              <p:attrName>style.visibility</p:attrName>
                                            </p:attrNameLst>
                                          </p:cBhvr>
                                          <p:to>
                                            <p:strVal val="visible"/>
                                          </p:to>
                                        </p:set>
                                        <p:anim calcmode="lin" valueType="num">
                                          <p:cBhvr>
                                            <p:cTn id="36" dur="750" fill="hold"/>
                                            <p:tgtEl>
                                              <p:spTgt spid="89"/>
                                            </p:tgtEl>
                                            <p:attrNameLst>
                                              <p:attrName>ppt_w</p:attrName>
                                            </p:attrNameLst>
                                          </p:cBhvr>
                                          <p:tavLst>
                                            <p:tav tm="0">
                                              <p:val>
                                                <p:fltVal val="0"/>
                                              </p:val>
                                            </p:tav>
                                            <p:tav tm="100000">
                                              <p:val>
                                                <p:strVal val="#ppt_w"/>
                                              </p:val>
                                            </p:tav>
                                          </p:tavLst>
                                        </p:anim>
                                        <p:anim calcmode="lin" valueType="num">
                                          <p:cBhvr>
                                            <p:cTn id="37" dur="750" fill="hold"/>
                                            <p:tgtEl>
                                              <p:spTgt spid="89"/>
                                            </p:tgtEl>
                                            <p:attrNameLst>
                                              <p:attrName>ppt_h</p:attrName>
                                            </p:attrNameLst>
                                          </p:cBhvr>
                                          <p:tavLst>
                                            <p:tav tm="0">
                                              <p:val>
                                                <p:fltVal val="0"/>
                                              </p:val>
                                            </p:tav>
                                            <p:tav tm="100000">
                                              <p:val>
                                                <p:strVal val="#ppt_h"/>
                                              </p:val>
                                            </p:tav>
                                          </p:tavLst>
                                        </p:anim>
                                        <p:animEffect transition="in" filter="fade">
                                          <p:cBhvr>
                                            <p:cTn id="38" dur="750"/>
                                            <p:tgtEl>
                                              <p:spTgt spid="89"/>
                                            </p:tgtEl>
                                          </p:cBhvr>
                                        </p:animEffect>
                                      </p:childTnLst>
                                    </p:cTn>
                                  </p:par>
                                  <p:par>
                                    <p:cTn id="39" presetID="53" presetClass="entr" presetSubtype="16" fill="hold" grpId="0" nodeType="withEffect">
                                      <p:stCondLst>
                                        <p:cond delay="500"/>
                                      </p:stCondLst>
                                      <p:childTnLst>
                                        <p:set>
                                          <p:cBhvr>
                                            <p:cTn id="40" dur="1" fill="hold">
                                              <p:stCondLst>
                                                <p:cond delay="0"/>
                                              </p:stCondLst>
                                            </p:cTn>
                                            <p:tgtEl>
                                              <p:spTgt spid="91"/>
                                            </p:tgtEl>
                                            <p:attrNameLst>
                                              <p:attrName>style.visibility</p:attrName>
                                            </p:attrNameLst>
                                          </p:cBhvr>
                                          <p:to>
                                            <p:strVal val="visible"/>
                                          </p:to>
                                        </p:set>
                                        <p:anim calcmode="lin" valueType="num">
                                          <p:cBhvr>
                                            <p:cTn id="41" dur="750" fill="hold"/>
                                            <p:tgtEl>
                                              <p:spTgt spid="91"/>
                                            </p:tgtEl>
                                            <p:attrNameLst>
                                              <p:attrName>ppt_w</p:attrName>
                                            </p:attrNameLst>
                                          </p:cBhvr>
                                          <p:tavLst>
                                            <p:tav tm="0">
                                              <p:val>
                                                <p:fltVal val="0"/>
                                              </p:val>
                                            </p:tav>
                                            <p:tav tm="100000">
                                              <p:val>
                                                <p:strVal val="#ppt_w"/>
                                              </p:val>
                                            </p:tav>
                                          </p:tavLst>
                                        </p:anim>
                                        <p:anim calcmode="lin" valueType="num">
                                          <p:cBhvr>
                                            <p:cTn id="42" dur="750" fill="hold"/>
                                            <p:tgtEl>
                                              <p:spTgt spid="91"/>
                                            </p:tgtEl>
                                            <p:attrNameLst>
                                              <p:attrName>ppt_h</p:attrName>
                                            </p:attrNameLst>
                                          </p:cBhvr>
                                          <p:tavLst>
                                            <p:tav tm="0">
                                              <p:val>
                                                <p:fltVal val="0"/>
                                              </p:val>
                                            </p:tav>
                                            <p:tav tm="100000">
                                              <p:val>
                                                <p:strVal val="#ppt_h"/>
                                              </p:val>
                                            </p:tav>
                                          </p:tavLst>
                                        </p:anim>
                                        <p:animEffect transition="in" filter="fade">
                                          <p:cBhvr>
                                            <p:cTn id="43" dur="750"/>
                                            <p:tgtEl>
                                              <p:spTgt spid="91"/>
                                            </p:tgtEl>
                                          </p:cBhvr>
                                        </p:animEffect>
                                      </p:childTnLst>
                                    </p:cTn>
                                  </p:par>
                                  <p:par>
                                    <p:cTn id="44" presetID="53" presetClass="entr" presetSubtype="16" fill="hold" grpId="0" nodeType="withEffect">
                                      <p:stCondLst>
                                        <p:cond delay="750"/>
                                      </p:stCondLst>
                                      <p:childTnLst>
                                        <p:set>
                                          <p:cBhvr>
                                            <p:cTn id="45" dur="1" fill="hold">
                                              <p:stCondLst>
                                                <p:cond delay="0"/>
                                              </p:stCondLst>
                                            </p:cTn>
                                            <p:tgtEl>
                                              <p:spTgt spid="92"/>
                                            </p:tgtEl>
                                            <p:attrNameLst>
                                              <p:attrName>style.visibility</p:attrName>
                                            </p:attrNameLst>
                                          </p:cBhvr>
                                          <p:to>
                                            <p:strVal val="visible"/>
                                          </p:to>
                                        </p:set>
                                        <p:anim calcmode="lin" valueType="num">
                                          <p:cBhvr>
                                            <p:cTn id="46" dur="750" fill="hold"/>
                                            <p:tgtEl>
                                              <p:spTgt spid="92"/>
                                            </p:tgtEl>
                                            <p:attrNameLst>
                                              <p:attrName>ppt_w</p:attrName>
                                            </p:attrNameLst>
                                          </p:cBhvr>
                                          <p:tavLst>
                                            <p:tav tm="0">
                                              <p:val>
                                                <p:fltVal val="0"/>
                                              </p:val>
                                            </p:tav>
                                            <p:tav tm="100000">
                                              <p:val>
                                                <p:strVal val="#ppt_w"/>
                                              </p:val>
                                            </p:tav>
                                          </p:tavLst>
                                        </p:anim>
                                        <p:anim calcmode="lin" valueType="num">
                                          <p:cBhvr>
                                            <p:cTn id="47" dur="750" fill="hold"/>
                                            <p:tgtEl>
                                              <p:spTgt spid="92"/>
                                            </p:tgtEl>
                                            <p:attrNameLst>
                                              <p:attrName>ppt_h</p:attrName>
                                            </p:attrNameLst>
                                          </p:cBhvr>
                                          <p:tavLst>
                                            <p:tav tm="0">
                                              <p:val>
                                                <p:fltVal val="0"/>
                                              </p:val>
                                            </p:tav>
                                            <p:tav tm="100000">
                                              <p:val>
                                                <p:strVal val="#ppt_h"/>
                                              </p:val>
                                            </p:tav>
                                          </p:tavLst>
                                        </p:anim>
                                        <p:animEffect transition="in" filter="fade">
                                          <p:cBhvr>
                                            <p:cTn id="48" dur="750"/>
                                            <p:tgtEl>
                                              <p:spTgt spid="92"/>
                                            </p:tgtEl>
                                          </p:cBhvr>
                                        </p:animEffect>
                                      </p:childTnLst>
                                    </p:cTn>
                                  </p:par>
                                  <p:par>
                                    <p:cTn id="49" presetID="53" presetClass="entr" presetSubtype="16" fill="hold" grpId="0" nodeType="withEffect">
                                      <p:stCondLst>
                                        <p:cond delay="1000"/>
                                      </p:stCondLst>
                                      <p:childTnLst>
                                        <p:set>
                                          <p:cBhvr>
                                            <p:cTn id="50" dur="1" fill="hold">
                                              <p:stCondLst>
                                                <p:cond delay="0"/>
                                              </p:stCondLst>
                                            </p:cTn>
                                            <p:tgtEl>
                                              <p:spTgt spid="93"/>
                                            </p:tgtEl>
                                            <p:attrNameLst>
                                              <p:attrName>style.visibility</p:attrName>
                                            </p:attrNameLst>
                                          </p:cBhvr>
                                          <p:to>
                                            <p:strVal val="visible"/>
                                          </p:to>
                                        </p:set>
                                        <p:anim calcmode="lin" valueType="num">
                                          <p:cBhvr>
                                            <p:cTn id="51" dur="750" fill="hold"/>
                                            <p:tgtEl>
                                              <p:spTgt spid="93"/>
                                            </p:tgtEl>
                                            <p:attrNameLst>
                                              <p:attrName>ppt_w</p:attrName>
                                            </p:attrNameLst>
                                          </p:cBhvr>
                                          <p:tavLst>
                                            <p:tav tm="0">
                                              <p:val>
                                                <p:fltVal val="0"/>
                                              </p:val>
                                            </p:tav>
                                            <p:tav tm="100000">
                                              <p:val>
                                                <p:strVal val="#ppt_w"/>
                                              </p:val>
                                            </p:tav>
                                          </p:tavLst>
                                        </p:anim>
                                        <p:anim calcmode="lin" valueType="num">
                                          <p:cBhvr>
                                            <p:cTn id="52" dur="750" fill="hold"/>
                                            <p:tgtEl>
                                              <p:spTgt spid="93"/>
                                            </p:tgtEl>
                                            <p:attrNameLst>
                                              <p:attrName>ppt_h</p:attrName>
                                            </p:attrNameLst>
                                          </p:cBhvr>
                                          <p:tavLst>
                                            <p:tav tm="0">
                                              <p:val>
                                                <p:fltVal val="0"/>
                                              </p:val>
                                            </p:tav>
                                            <p:tav tm="100000">
                                              <p:val>
                                                <p:strVal val="#ppt_h"/>
                                              </p:val>
                                            </p:tav>
                                          </p:tavLst>
                                        </p:anim>
                                        <p:animEffect transition="in" filter="fade">
                                          <p:cBhvr>
                                            <p:cTn id="53" dur="750"/>
                                            <p:tgtEl>
                                              <p:spTgt spid="93"/>
                                            </p:tgtEl>
                                          </p:cBhvr>
                                        </p:animEffect>
                                      </p:childTnLst>
                                    </p:cTn>
                                  </p:par>
                                  <p:par>
                                    <p:cTn id="54" presetID="53" presetClass="entr" presetSubtype="16" fill="hold" grpId="0" nodeType="withEffect">
                                      <p:stCondLst>
                                        <p:cond delay="1250"/>
                                      </p:stCondLst>
                                      <p:childTnLst>
                                        <p:set>
                                          <p:cBhvr>
                                            <p:cTn id="55" dur="1" fill="hold">
                                              <p:stCondLst>
                                                <p:cond delay="0"/>
                                              </p:stCondLst>
                                            </p:cTn>
                                            <p:tgtEl>
                                              <p:spTgt spid="94"/>
                                            </p:tgtEl>
                                            <p:attrNameLst>
                                              <p:attrName>style.visibility</p:attrName>
                                            </p:attrNameLst>
                                          </p:cBhvr>
                                          <p:to>
                                            <p:strVal val="visible"/>
                                          </p:to>
                                        </p:set>
                                        <p:anim calcmode="lin" valueType="num">
                                          <p:cBhvr>
                                            <p:cTn id="56" dur="750" fill="hold"/>
                                            <p:tgtEl>
                                              <p:spTgt spid="94"/>
                                            </p:tgtEl>
                                            <p:attrNameLst>
                                              <p:attrName>ppt_w</p:attrName>
                                            </p:attrNameLst>
                                          </p:cBhvr>
                                          <p:tavLst>
                                            <p:tav tm="0">
                                              <p:val>
                                                <p:fltVal val="0"/>
                                              </p:val>
                                            </p:tav>
                                            <p:tav tm="100000">
                                              <p:val>
                                                <p:strVal val="#ppt_w"/>
                                              </p:val>
                                            </p:tav>
                                          </p:tavLst>
                                        </p:anim>
                                        <p:anim calcmode="lin" valueType="num">
                                          <p:cBhvr>
                                            <p:cTn id="57" dur="750" fill="hold"/>
                                            <p:tgtEl>
                                              <p:spTgt spid="94"/>
                                            </p:tgtEl>
                                            <p:attrNameLst>
                                              <p:attrName>ppt_h</p:attrName>
                                            </p:attrNameLst>
                                          </p:cBhvr>
                                          <p:tavLst>
                                            <p:tav tm="0">
                                              <p:val>
                                                <p:fltVal val="0"/>
                                              </p:val>
                                            </p:tav>
                                            <p:tav tm="100000">
                                              <p:val>
                                                <p:strVal val="#ppt_h"/>
                                              </p:val>
                                            </p:tav>
                                          </p:tavLst>
                                        </p:anim>
                                        <p:animEffect transition="in" filter="fade">
                                          <p:cBhvr>
                                            <p:cTn id="58" dur="750"/>
                                            <p:tgtEl>
                                              <p:spTgt spid="94"/>
                                            </p:tgtEl>
                                          </p:cBhvr>
                                        </p:animEffect>
                                      </p:childTnLst>
                                    </p:cTn>
                                  </p:par>
                                  <p:par>
                                    <p:cTn id="59" presetID="2" presetClass="entr" presetSubtype="4" fill="hold" grpId="0" nodeType="withEffect">
                                      <p:stCondLst>
                                        <p:cond delay="1750"/>
                                      </p:stCondLst>
                                      <p:childTnLst>
                                        <p:set>
                                          <p:cBhvr>
                                            <p:cTn id="60" dur="1" fill="hold">
                                              <p:stCondLst>
                                                <p:cond delay="0"/>
                                              </p:stCondLst>
                                            </p:cTn>
                                            <p:tgtEl>
                                              <p:spTgt spid="98"/>
                                            </p:tgtEl>
                                            <p:attrNameLst>
                                              <p:attrName>style.visibility</p:attrName>
                                            </p:attrNameLst>
                                          </p:cBhvr>
                                          <p:to>
                                            <p:strVal val="visible"/>
                                          </p:to>
                                        </p:set>
                                        <p:anim calcmode="lin" valueType="num">
                                          <p:cBhvr additive="base">
                                            <p:cTn id="61" dur="1000" fill="hold"/>
                                            <p:tgtEl>
                                              <p:spTgt spid="98"/>
                                            </p:tgtEl>
                                            <p:attrNameLst>
                                              <p:attrName>ppt_x</p:attrName>
                                            </p:attrNameLst>
                                          </p:cBhvr>
                                          <p:tavLst>
                                            <p:tav tm="0">
                                              <p:val>
                                                <p:strVal val="#ppt_x"/>
                                              </p:val>
                                            </p:tav>
                                            <p:tav tm="100000">
                                              <p:val>
                                                <p:strVal val="#ppt_x"/>
                                              </p:val>
                                            </p:tav>
                                          </p:tavLst>
                                        </p:anim>
                                        <p:anim calcmode="lin" valueType="num">
                                          <p:cBhvr additive="base">
                                            <p:cTn id="62" dur="1000" fill="hold"/>
                                            <p:tgtEl>
                                              <p:spTgt spid="98"/>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1750"/>
                                      </p:stCondLst>
                                      <p:childTnLst>
                                        <p:set>
                                          <p:cBhvr>
                                            <p:cTn id="64" dur="1" fill="hold">
                                              <p:stCondLst>
                                                <p:cond delay="0"/>
                                              </p:stCondLst>
                                            </p:cTn>
                                            <p:tgtEl>
                                              <p:spTgt spid="107"/>
                                            </p:tgtEl>
                                            <p:attrNameLst>
                                              <p:attrName>style.visibility</p:attrName>
                                            </p:attrNameLst>
                                          </p:cBhvr>
                                          <p:to>
                                            <p:strVal val="visible"/>
                                          </p:to>
                                        </p:set>
                                        <p:anim calcmode="lin" valueType="num">
                                          <p:cBhvr additive="base">
                                            <p:cTn id="65" dur="1000" fill="hold"/>
                                            <p:tgtEl>
                                              <p:spTgt spid="107"/>
                                            </p:tgtEl>
                                            <p:attrNameLst>
                                              <p:attrName>ppt_x</p:attrName>
                                            </p:attrNameLst>
                                          </p:cBhvr>
                                          <p:tavLst>
                                            <p:tav tm="0">
                                              <p:val>
                                                <p:strVal val="#ppt_x"/>
                                              </p:val>
                                            </p:tav>
                                            <p:tav tm="100000">
                                              <p:val>
                                                <p:strVal val="#ppt_x"/>
                                              </p:val>
                                            </p:tav>
                                          </p:tavLst>
                                        </p:anim>
                                        <p:anim calcmode="lin" valueType="num">
                                          <p:cBhvr additive="base">
                                            <p:cTn id="66" dur="1000" fill="hold"/>
                                            <p:tgtEl>
                                              <p:spTgt spid="107"/>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1750"/>
                                      </p:stCondLst>
                                      <p:childTnLst>
                                        <p:set>
                                          <p:cBhvr>
                                            <p:cTn id="68" dur="1" fill="hold">
                                              <p:stCondLst>
                                                <p:cond delay="0"/>
                                              </p:stCondLst>
                                            </p:cTn>
                                            <p:tgtEl>
                                              <p:spTgt spid="104"/>
                                            </p:tgtEl>
                                            <p:attrNameLst>
                                              <p:attrName>style.visibility</p:attrName>
                                            </p:attrNameLst>
                                          </p:cBhvr>
                                          <p:to>
                                            <p:strVal val="visible"/>
                                          </p:to>
                                        </p:set>
                                        <p:anim calcmode="lin" valueType="num">
                                          <p:cBhvr additive="base">
                                            <p:cTn id="69" dur="1000" fill="hold"/>
                                            <p:tgtEl>
                                              <p:spTgt spid="104"/>
                                            </p:tgtEl>
                                            <p:attrNameLst>
                                              <p:attrName>ppt_x</p:attrName>
                                            </p:attrNameLst>
                                          </p:cBhvr>
                                          <p:tavLst>
                                            <p:tav tm="0">
                                              <p:val>
                                                <p:strVal val="#ppt_x"/>
                                              </p:val>
                                            </p:tav>
                                            <p:tav tm="100000">
                                              <p:val>
                                                <p:strVal val="#ppt_x"/>
                                              </p:val>
                                            </p:tav>
                                          </p:tavLst>
                                        </p:anim>
                                        <p:anim calcmode="lin" valueType="num">
                                          <p:cBhvr additive="base">
                                            <p:cTn id="70" dur="1000" fill="hold"/>
                                            <p:tgtEl>
                                              <p:spTgt spid="104"/>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1750"/>
                                      </p:stCondLst>
                                      <p:childTnLst>
                                        <p:set>
                                          <p:cBhvr>
                                            <p:cTn id="72" dur="1" fill="hold">
                                              <p:stCondLst>
                                                <p:cond delay="0"/>
                                              </p:stCondLst>
                                            </p:cTn>
                                            <p:tgtEl>
                                              <p:spTgt spid="105"/>
                                            </p:tgtEl>
                                            <p:attrNameLst>
                                              <p:attrName>style.visibility</p:attrName>
                                            </p:attrNameLst>
                                          </p:cBhvr>
                                          <p:to>
                                            <p:strVal val="visible"/>
                                          </p:to>
                                        </p:set>
                                        <p:anim calcmode="lin" valueType="num">
                                          <p:cBhvr additive="base">
                                            <p:cTn id="73" dur="1000" fill="hold"/>
                                            <p:tgtEl>
                                              <p:spTgt spid="105"/>
                                            </p:tgtEl>
                                            <p:attrNameLst>
                                              <p:attrName>ppt_x</p:attrName>
                                            </p:attrNameLst>
                                          </p:cBhvr>
                                          <p:tavLst>
                                            <p:tav tm="0">
                                              <p:val>
                                                <p:strVal val="#ppt_x"/>
                                              </p:val>
                                            </p:tav>
                                            <p:tav tm="100000">
                                              <p:val>
                                                <p:strVal val="#ppt_x"/>
                                              </p:val>
                                            </p:tav>
                                          </p:tavLst>
                                        </p:anim>
                                        <p:anim calcmode="lin" valueType="num">
                                          <p:cBhvr additive="base">
                                            <p:cTn id="74" dur="1000" fill="hold"/>
                                            <p:tgtEl>
                                              <p:spTgt spid="105"/>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1750"/>
                                      </p:stCondLst>
                                      <p:childTnLst>
                                        <p:set>
                                          <p:cBhvr>
                                            <p:cTn id="76" dur="1" fill="hold">
                                              <p:stCondLst>
                                                <p:cond delay="0"/>
                                              </p:stCondLst>
                                            </p:cTn>
                                            <p:tgtEl>
                                              <p:spTgt spid="106"/>
                                            </p:tgtEl>
                                            <p:attrNameLst>
                                              <p:attrName>style.visibility</p:attrName>
                                            </p:attrNameLst>
                                          </p:cBhvr>
                                          <p:to>
                                            <p:strVal val="visible"/>
                                          </p:to>
                                        </p:set>
                                        <p:anim calcmode="lin" valueType="num">
                                          <p:cBhvr additive="base">
                                            <p:cTn id="77" dur="1000" fill="hold"/>
                                            <p:tgtEl>
                                              <p:spTgt spid="106"/>
                                            </p:tgtEl>
                                            <p:attrNameLst>
                                              <p:attrName>ppt_x</p:attrName>
                                            </p:attrNameLst>
                                          </p:cBhvr>
                                          <p:tavLst>
                                            <p:tav tm="0">
                                              <p:val>
                                                <p:strVal val="#ppt_x"/>
                                              </p:val>
                                            </p:tav>
                                            <p:tav tm="100000">
                                              <p:val>
                                                <p:strVal val="#ppt_x"/>
                                              </p:val>
                                            </p:tav>
                                          </p:tavLst>
                                        </p:anim>
                                        <p:anim calcmode="lin" valueType="num">
                                          <p:cBhvr additive="base">
                                            <p:cTn id="78" dur="1000" fill="hold"/>
                                            <p:tgtEl>
                                              <p:spTgt spid="106"/>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1750"/>
                                      </p:stCondLst>
                                      <p:childTnLst>
                                        <p:set>
                                          <p:cBhvr>
                                            <p:cTn id="80" dur="1" fill="hold">
                                              <p:stCondLst>
                                                <p:cond delay="0"/>
                                              </p:stCondLst>
                                            </p:cTn>
                                            <p:tgtEl>
                                              <p:spTgt spid="108"/>
                                            </p:tgtEl>
                                            <p:attrNameLst>
                                              <p:attrName>style.visibility</p:attrName>
                                            </p:attrNameLst>
                                          </p:cBhvr>
                                          <p:to>
                                            <p:strVal val="visible"/>
                                          </p:to>
                                        </p:set>
                                        <p:anim calcmode="lin" valueType="num">
                                          <p:cBhvr additive="base">
                                            <p:cTn id="81" dur="1000" fill="hold"/>
                                            <p:tgtEl>
                                              <p:spTgt spid="108"/>
                                            </p:tgtEl>
                                            <p:attrNameLst>
                                              <p:attrName>ppt_x</p:attrName>
                                            </p:attrNameLst>
                                          </p:cBhvr>
                                          <p:tavLst>
                                            <p:tav tm="0">
                                              <p:val>
                                                <p:strVal val="#ppt_x"/>
                                              </p:val>
                                            </p:tav>
                                            <p:tav tm="100000">
                                              <p:val>
                                                <p:strVal val="#ppt_x"/>
                                              </p:val>
                                            </p:tav>
                                          </p:tavLst>
                                        </p:anim>
                                        <p:anim calcmode="lin" valueType="num">
                                          <p:cBhvr additive="base">
                                            <p:cTn id="82" dur="1000" fill="hold"/>
                                            <p:tgtEl>
                                              <p:spTgt spid="108"/>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1750"/>
                                      </p:stCondLst>
                                      <p:childTnLst>
                                        <p:set>
                                          <p:cBhvr>
                                            <p:cTn id="84" dur="1" fill="hold">
                                              <p:stCondLst>
                                                <p:cond delay="0"/>
                                              </p:stCondLst>
                                            </p:cTn>
                                            <p:tgtEl>
                                              <p:spTgt spid="110"/>
                                            </p:tgtEl>
                                            <p:attrNameLst>
                                              <p:attrName>style.visibility</p:attrName>
                                            </p:attrNameLst>
                                          </p:cBhvr>
                                          <p:to>
                                            <p:strVal val="visible"/>
                                          </p:to>
                                        </p:set>
                                        <p:anim calcmode="lin" valueType="num">
                                          <p:cBhvr additive="base">
                                            <p:cTn id="85" dur="1000" fill="hold"/>
                                            <p:tgtEl>
                                              <p:spTgt spid="110"/>
                                            </p:tgtEl>
                                            <p:attrNameLst>
                                              <p:attrName>ppt_x</p:attrName>
                                            </p:attrNameLst>
                                          </p:cBhvr>
                                          <p:tavLst>
                                            <p:tav tm="0">
                                              <p:val>
                                                <p:strVal val="#ppt_x"/>
                                              </p:val>
                                            </p:tav>
                                            <p:tav tm="100000">
                                              <p:val>
                                                <p:strVal val="#ppt_x"/>
                                              </p:val>
                                            </p:tav>
                                          </p:tavLst>
                                        </p:anim>
                                        <p:anim calcmode="lin" valueType="num">
                                          <p:cBhvr additive="base">
                                            <p:cTn id="86" dur="1000" fill="hold"/>
                                            <p:tgtEl>
                                              <p:spTgt spid="110"/>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1750"/>
                                      </p:stCondLst>
                                      <p:childTnLst>
                                        <p:set>
                                          <p:cBhvr>
                                            <p:cTn id="88" dur="1" fill="hold">
                                              <p:stCondLst>
                                                <p:cond delay="0"/>
                                              </p:stCondLst>
                                            </p:cTn>
                                            <p:tgtEl>
                                              <p:spTgt spid="111"/>
                                            </p:tgtEl>
                                            <p:attrNameLst>
                                              <p:attrName>style.visibility</p:attrName>
                                            </p:attrNameLst>
                                          </p:cBhvr>
                                          <p:to>
                                            <p:strVal val="visible"/>
                                          </p:to>
                                        </p:set>
                                        <p:anim calcmode="lin" valueType="num">
                                          <p:cBhvr additive="base">
                                            <p:cTn id="89" dur="1000" fill="hold"/>
                                            <p:tgtEl>
                                              <p:spTgt spid="111"/>
                                            </p:tgtEl>
                                            <p:attrNameLst>
                                              <p:attrName>ppt_x</p:attrName>
                                            </p:attrNameLst>
                                          </p:cBhvr>
                                          <p:tavLst>
                                            <p:tav tm="0">
                                              <p:val>
                                                <p:strVal val="#ppt_x"/>
                                              </p:val>
                                            </p:tav>
                                            <p:tav tm="100000">
                                              <p:val>
                                                <p:strVal val="#ppt_x"/>
                                              </p:val>
                                            </p:tav>
                                          </p:tavLst>
                                        </p:anim>
                                        <p:anim calcmode="lin" valueType="num">
                                          <p:cBhvr additive="base">
                                            <p:cTn id="90" dur="1000" fill="hold"/>
                                            <p:tgtEl>
                                              <p:spTgt spid="111"/>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1750"/>
                                      </p:stCondLst>
                                      <p:childTnLst>
                                        <p:set>
                                          <p:cBhvr>
                                            <p:cTn id="92" dur="1" fill="hold">
                                              <p:stCondLst>
                                                <p:cond delay="0"/>
                                              </p:stCondLst>
                                            </p:cTn>
                                            <p:tgtEl>
                                              <p:spTgt spid="112"/>
                                            </p:tgtEl>
                                            <p:attrNameLst>
                                              <p:attrName>style.visibility</p:attrName>
                                            </p:attrNameLst>
                                          </p:cBhvr>
                                          <p:to>
                                            <p:strVal val="visible"/>
                                          </p:to>
                                        </p:set>
                                        <p:anim calcmode="lin" valueType="num">
                                          <p:cBhvr additive="base">
                                            <p:cTn id="93" dur="1000" fill="hold"/>
                                            <p:tgtEl>
                                              <p:spTgt spid="112"/>
                                            </p:tgtEl>
                                            <p:attrNameLst>
                                              <p:attrName>ppt_x</p:attrName>
                                            </p:attrNameLst>
                                          </p:cBhvr>
                                          <p:tavLst>
                                            <p:tav tm="0">
                                              <p:val>
                                                <p:strVal val="#ppt_x"/>
                                              </p:val>
                                            </p:tav>
                                            <p:tav tm="100000">
                                              <p:val>
                                                <p:strVal val="#ppt_x"/>
                                              </p:val>
                                            </p:tav>
                                          </p:tavLst>
                                        </p:anim>
                                        <p:anim calcmode="lin" valueType="num">
                                          <p:cBhvr additive="base">
                                            <p:cTn id="94" dur="1000" fill="hold"/>
                                            <p:tgtEl>
                                              <p:spTgt spid="112"/>
                                            </p:tgtEl>
                                            <p:attrNameLst>
                                              <p:attrName>ppt_y</p:attrName>
                                            </p:attrNameLst>
                                          </p:cBhvr>
                                          <p:tavLst>
                                            <p:tav tm="0">
                                              <p:val>
                                                <p:strVal val="1+#ppt_h/2"/>
                                              </p:val>
                                            </p:tav>
                                            <p:tav tm="100000">
                                              <p:val>
                                                <p:strVal val="#ppt_y"/>
                                              </p:val>
                                            </p:tav>
                                          </p:tavLst>
                                        </p:anim>
                                      </p:childTnLst>
                                    </p:cTn>
                                  </p:par>
                                  <p:par>
                                    <p:cTn id="95" presetID="2" presetClass="entr" presetSubtype="4" fill="hold" grpId="0" nodeType="withEffect">
                                      <p:stCondLst>
                                        <p:cond delay="175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1000" fill="hold"/>
                                            <p:tgtEl>
                                              <p:spTgt spid="113"/>
                                            </p:tgtEl>
                                            <p:attrNameLst>
                                              <p:attrName>ppt_x</p:attrName>
                                            </p:attrNameLst>
                                          </p:cBhvr>
                                          <p:tavLst>
                                            <p:tav tm="0">
                                              <p:val>
                                                <p:strVal val="#ppt_x"/>
                                              </p:val>
                                            </p:tav>
                                            <p:tav tm="100000">
                                              <p:val>
                                                <p:strVal val="#ppt_x"/>
                                              </p:val>
                                            </p:tav>
                                          </p:tavLst>
                                        </p:anim>
                                        <p:anim calcmode="lin" valueType="num">
                                          <p:cBhvr additive="base">
                                            <p:cTn id="98" dur="1000" fill="hold"/>
                                            <p:tgtEl>
                                              <p:spTgt spid="1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1" grpId="0"/>
          <p:bldP spid="92" grpId="0"/>
          <p:bldP spid="93" grpId="0"/>
          <p:bldP spid="94" grpId="0"/>
          <p:bldP spid="98" grpId="0" animBg="1"/>
          <p:bldP spid="104" grpId="0" animBg="1"/>
          <p:bldP spid="105" grpId="0" animBg="1"/>
          <p:bldP spid="106" grpId="0" animBg="1"/>
          <p:bldP spid="108" grpId="0"/>
          <p:bldP spid="110" grpId="0"/>
          <p:bldP spid="111" grpId="0"/>
          <p:bldP spid="112" grpId="0"/>
          <p:bldP spid="113" grpId="0"/>
        </p:bldLst>
      </p:timing>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Strip_01">
            <a:extLst>
              <a:ext uri="{FF2B5EF4-FFF2-40B4-BE49-F238E27FC236}">
                <a16:creationId xmlns:a16="http://schemas.microsoft.com/office/drawing/2014/main" id="{681684F0-FEC1-46B6-9F68-5B171CF19083}"/>
              </a:ext>
            </a:extLst>
          </p:cNvPr>
          <p:cNvGrpSpPr/>
          <p:nvPr/>
        </p:nvGrpSpPr>
        <p:grpSpPr>
          <a:xfrm>
            <a:off x="5106988" y="3594100"/>
            <a:ext cx="1981200" cy="1601788"/>
            <a:chOff x="5106988" y="3594100"/>
            <a:chExt cx="1981200" cy="1601788"/>
          </a:xfrm>
          <a:effectLst>
            <a:outerShdw blurRad="63500" sx="102000" sy="102000" algn="ctr" rotWithShape="0">
              <a:prstClr val="black">
                <a:alpha val="40000"/>
              </a:prstClr>
            </a:outerShdw>
          </a:effectLst>
        </p:grpSpPr>
        <p:sp>
          <p:nvSpPr>
            <p:cNvPr id="8" name="Freeform 7">
              <a:extLst>
                <a:ext uri="{FF2B5EF4-FFF2-40B4-BE49-F238E27FC236}">
                  <a16:creationId xmlns:a16="http://schemas.microsoft.com/office/drawing/2014/main" id="{00FC1E53-E5D1-4B95-AA1C-9F0D7D96BF3E}"/>
                </a:ext>
              </a:extLst>
            </p:cNvPr>
            <p:cNvSpPr>
              <a:spLocks/>
            </p:cNvSpPr>
            <p:nvPr/>
          </p:nvSpPr>
          <p:spPr bwMode="auto">
            <a:xfrm>
              <a:off x="5106988" y="3594100"/>
              <a:ext cx="1981200" cy="1601788"/>
            </a:xfrm>
            <a:custGeom>
              <a:avLst/>
              <a:gdLst>
                <a:gd name="T0" fmla="*/ 460 w 520"/>
                <a:gd name="T1" fmla="*/ 0 h 420"/>
                <a:gd name="T2" fmla="*/ 0 w 520"/>
                <a:gd name="T3" fmla="*/ 338 h 420"/>
                <a:gd name="T4" fmla="*/ 60 w 520"/>
                <a:gd name="T5" fmla="*/ 420 h 420"/>
                <a:gd name="T6" fmla="*/ 520 w 520"/>
                <a:gd name="T7" fmla="*/ 81 h 420"/>
                <a:gd name="T8" fmla="*/ 460 w 520"/>
                <a:gd name="T9" fmla="*/ 0 h 420"/>
              </a:gdLst>
              <a:ahLst/>
              <a:cxnLst>
                <a:cxn ang="0">
                  <a:pos x="T0" y="T1"/>
                </a:cxn>
                <a:cxn ang="0">
                  <a:pos x="T2" y="T3"/>
                </a:cxn>
                <a:cxn ang="0">
                  <a:pos x="T4" y="T5"/>
                </a:cxn>
                <a:cxn ang="0">
                  <a:pos x="T6" y="T7"/>
                </a:cxn>
                <a:cxn ang="0">
                  <a:pos x="T8" y="T9"/>
                </a:cxn>
              </a:cxnLst>
              <a:rect l="0" t="0" r="r" b="b"/>
              <a:pathLst>
                <a:path w="520" h="420">
                  <a:moveTo>
                    <a:pt x="460" y="0"/>
                  </a:moveTo>
                  <a:cubicBezTo>
                    <a:pt x="0" y="338"/>
                    <a:pt x="0" y="338"/>
                    <a:pt x="0" y="338"/>
                  </a:cubicBezTo>
                  <a:cubicBezTo>
                    <a:pt x="29" y="358"/>
                    <a:pt x="50" y="386"/>
                    <a:pt x="60" y="420"/>
                  </a:cubicBezTo>
                  <a:cubicBezTo>
                    <a:pt x="520" y="81"/>
                    <a:pt x="520" y="81"/>
                    <a:pt x="520" y="81"/>
                  </a:cubicBezTo>
                  <a:cubicBezTo>
                    <a:pt x="491" y="62"/>
                    <a:pt x="470" y="33"/>
                    <a:pt x="46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42105C03-A403-46E1-98A9-398F1DA67DE3}"/>
                </a:ext>
              </a:extLst>
            </p:cNvPr>
            <p:cNvSpPr>
              <a:spLocks/>
            </p:cNvSpPr>
            <p:nvPr/>
          </p:nvSpPr>
          <p:spPr bwMode="auto">
            <a:xfrm>
              <a:off x="5106988" y="3594100"/>
              <a:ext cx="1757363" cy="1300163"/>
            </a:xfrm>
            <a:custGeom>
              <a:avLst/>
              <a:gdLst>
                <a:gd name="T0" fmla="*/ 461 w 461"/>
                <a:gd name="T1" fmla="*/ 4 h 341"/>
                <a:gd name="T2" fmla="*/ 460 w 461"/>
                <a:gd name="T3" fmla="*/ 0 h 341"/>
                <a:gd name="T4" fmla="*/ 0 w 461"/>
                <a:gd name="T5" fmla="*/ 338 h 341"/>
                <a:gd name="T6" fmla="*/ 4 w 461"/>
                <a:gd name="T7" fmla="*/ 341 h 341"/>
                <a:gd name="T8" fmla="*/ 461 w 461"/>
                <a:gd name="T9" fmla="*/ 4 h 341"/>
              </a:gdLst>
              <a:ahLst/>
              <a:cxnLst>
                <a:cxn ang="0">
                  <a:pos x="T0" y="T1"/>
                </a:cxn>
                <a:cxn ang="0">
                  <a:pos x="T2" y="T3"/>
                </a:cxn>
                <a:cxn ang="0">
                  <a:pos x="T4" y="T5"/>
                </a:cxn>
                <a:cxn ang="0">
                  <a:pos x="T6" y="T7"/>
                </a:cxn>
                <a:cxn ang="0">
                  <a:pos x="T8" y="T9"/>
                </a:cxn>
              </a:cxnLst>
              <a:rect l="0" t="0" r="r" b="b"/>
              <a:pathLst>
                <a:path w="461" h="341">
                  <a:moveTo>
                    <a:pt x="461" y="4"/>
                  </a:moveTo>
                  <a:cubicBezTo>
                    <a:pt x="461" y="3"/>
                    <a:pt x="460" y="1"/>
                    <a:pt x="460" y="0"/>
                  </a:cubicBezTo>
                  <a:cubicBezTo>
                    <a:pt x="0" y="338"/>
                    <a:pt x="0" y="338"/>
                    <a:pt x="0" y="338"/>
                  </a:cubicBezTo>
                  <a:cubicBezTo>
                    <a:pt x="1" y="339"/>
                    <a:pt x="3" y="340"/>
                    <a:pt x="4" y="341"/>
                  </a:cubicBezTo>
                  <a:lnTo>
                    <a:pt x="461" y="4"/>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67" name="Group 66">
              <a:extLst>
                <a:ext uri="{FF2B5EF4-FFF2-40B4-BE49-F238E27FC236}">
                  <a16:creationId xmlns:a16="http://schemas.microsoft.com/office/drawing/2014/main" id="{636AAE62-CB62-4A52-88C4-B93CB20EFCDB}"/>
                </a:ext>
              </a:extLst>
            </p:cNvPr>
            <p:cNvGrpSpPr/>
            <p:nvPr/>
          </p:nvGrpSpPr>
          <p:grpSpPr>
            <a:xfrm>
              <a:off x="5248275" y="3770313"/>
              <a:ext cx="1839913" cy="1425575"/>
              <a:chOff x="5248275" y="3770313"/>
              <a:chExt cx="1839913" cy="1425575"/>
            </a:xfrm>
          </p:grpSpPr>
          <p:sp>
            <p:nvSpPr>
              <p:cNvPr id="32" name="Freeform 31">
                <a:extLst>
                  <a:ext uri="{FF2B5EF4-FFF2-40B4-BE49-F238E27FC236}">
                    <a16:creationId xmlns:a16="http://schemas.microsoft.com/office/drawing/2014/main" id="{398CB6F2-E16C-4D12-AF7E-B6C6422C4A13}"/>
                  </a:ext>
                </a:extLst>
              </p:cNvPr>
              <p:cNvSpPr>
                <a:spLocks/>
              </p:cNvSpPr>
              <p:nvPr/>
            </p:nvSpPr>
            <p:spPr bwMode="auto">
              <a:xfrm>
                <a:off x="5248275" y="4513263"/>
                <a:ext cx="849313" cy="682625"/>
              </a:xfrm>
              <a:custGeom>
                <a:avLst/>
                <a:gdLst>
                  <a:gd name="T0" fmla="*/ 181 w 223"/>
                  <a:gd name="T1" fmla="*/ 0 h 179"/>
                  <a:gd name="T2" fmla="*/ 0 w 223"/>
                  <a:gd name="T3" fmla="*/ 132 h 179"/>
                  <a:gd name="T4" fmla="*/ 23 w 223"/>
                  <a:gd name="T5" fmla="*/ 179 h 179"/>
                  <a:gd name="T6" fmla="*/ 223 w 223"/>
                  <a:gd name="T7" fmla="*/ 31 h 179"/>
                  <a:gd name="T8" fmla="*/ 181 w 223"/>
                  <a:gd name="T9" fmla="*/ 0 h 179"/>
                </a:gdLst>
                <a:ahLst/>
                <a:cxnLst>
                  <a:cxn ang="0">
                    <a:pos x="T0" y="T1"/>
                  </a:cxn>
                  <a:cxn ang="0">
                    <a:pos x="T2" y="T3"/>
                  </a:cxn>
                  <a:cxn ang="0">
                    <a:pos x="T4" y="T5"/>
                  </a:cxn>
                  <a:cxn ang="0">
                    <a:pos x="T6" y="T7"/>
                  </a:cxn>
                  <a:cxn ang="0">
                    <a:pos x="T8" y="T9"/>
                  </a:cxn>
                </a:cxnLst>
                <a:rect l="0" t="0" r="r" b="b"/>
                <a:pathLst>
                  <a:path w="223" h="179">
                    <a:moveTo>
                      <a:pt x="181" y="0"/>
                    </a:moveTo>
                    <a:cubicBezTo>
                      <a:pt x="0" y="132"/>
                      <a:pt x="0" y="132"/>
                      <a:pt x="0" y="132"/>
                    </a:cubicBezTo>
                    <a:cubicBezTo>
                      <a:pt x="10" y="146"/>
                      <a:pt x="18" y="162"/>
                      <a:pt x="23" y="179"/>
                    </a:cubicBezTo>
                    <a:cubicBezTo>
                      <a:pt x="223" y="31"/>
                      <a:pt x="223" y="31"/>
                      <a:pt x="223" y="31"/>
                    </a:cubicBezTo>
                    <a:lnTo>
                      <a:pt x="181"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17329601-C1EB-4D50-8553-5921327CE155}"/>
                  </a:ext>
                </a:extLst>
              </p:cNvPr>
              <p:cNvSpPr>
                <a:spLocks/>
              </p:cNvSpPr>
              <p:nvPr/>
            </p:nvSpPr>
            <p:spPr bwMode="auto">
              <a:xfrm>
                <a:off x="6261100" y="3770313"/>
                <a:ext cx="827088" cy="623888"/>
              </a:xfrm>
              <a:custGeom>
                <a:avLst/>
                <a:gdLst>
                  <a:gd name="T0" fmla="*/ 42 w 217"/>
                  <a:gd name="T1" fmla="*/ 164 h 164"/>
                  <a:gd name="T2" fmla="*/ 217 w 217"/>
                  <a:gd name="T3" fmla="*/ 35 h 164"/>
                  <a:gd name="T4" fmla="*/ 180 w 217"/>
                  <a:gd name="T5" fmla="*/ 0 h 164"/>
                  <a:gd name="T6" fmla="*/ 0 w 217"/>
                  <a:gd name="T7" fmla="*/ 133 h 164"/>
                  <a:gd name="T8" fmla="*/ 42 w 217"/>
                  <a:gd name="T9" fmla="*/ 164 h 164"/>
                </a:gdLst>
                <a:ahLst/>
                <a:cxnLst>
                  <a:cxn ang="0">
                    <a:pos x="T0" y="T1"/>
                  </a:cxn>
                  <a:cxn ang="0">
                    <a:pos x="T2" y="T3"/>
                  </a:cxn>
                  <a:cxn ang="0">
                    <a:pos x="T4" y="T5"/>
                  </a:cxn>
                  <a:cxn ang="0">
                    <a:pos x="T6" y="T7"/>
                  </a:cxn>
                  <a:cxn ang="0">
                    <a:pos x="T8" y="T9"/>
                  </a:cxn>
                </a:cxnLst>
                <a:rect l="0" t="0" r="r" b="b"/>
                <a:pathLst>
                  <a:path w="217" h="164">
                    <a:moveTo>
                      <a:pt x="42" y="164"/>
                    </a:moveTo>
                    <a:cubicBezTo>
                      <a:pt x="217" y="35"/>
                      <a:pt x="217" y="35"/>
                      <a:pt x="217" y="35"/>
                    </a:cubicBezTo>
                    <a:cubicBezTo>
                      <a:pt x="203" y="26"/>
                      <a:pt x="190" y="14"/>
                      <a:pt x="180" y="0"/>
                    </a:cubicBezTo>
                    <a:cubicBezTo>
                      <a:pt x="0" y="133"/>
                      <a:pt x="0" y="133"/>
                      <a:pt x="0" y="133"/>
                    </a:cubicBezTo>
                    <a:lnTo>
                      <a:pt x="42" y="16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9" name="Freeform 8">
              <a:extLst>
                <a:ext uri="{FF2B5EF4-FFF2-40B4-BE49-F238E27FC236}">
                  <a16:creationId xmlns:a16="http://schemas.microsoft.com/office/drawing/2014/main" id="{00D7149A-D0A8-4023-9F5E-43F1E9D9F017}"/>
                </a:ext>
              </a:extLst>
            </p:cNvPr>
            <p:cNvSpPr>
              <a:spLocks/>
            </p:cNvSpPr>
            <p:nvPr/>
          </p:nvSpPr>
          <p:spPr bwMode="auto">
            <a:xfrm>
              <a:off x="5332413" y="3895725"/>
              <a:ext cx="1755775" cy="1300163"/>
            </a:xfrm>
            <a:custGeom>
              <a:avLst/>
              <a:gdLst>
                <a:gd name="T0" fmla="*/ 0 w 461"/>
                <a:gd name="T1" fmla="*/ 336 h 341"/>
                <a:gd name="T2" fmla="*/ 1 w 461"/>
                <a:gd name="T3" fmla="*/ 341 h 341"/>
                <a:gd name="T4" fmla="*/ 461 w 461"/>
                <a:gd name="T5" fmla="*/ 2 h 341"/>
                <a:gd name="T6" fmla="*/ 457 w 461"/>
                <a:gd name="T7" fmla="*/ 0 h 341"/>
                <a:gd name="T8" fmla="*/ 0 w 461"/>
                <a:gd name="T9" fmla="*/ 336 h 341"/>
              </a:gdLst>
              <a:ahLst/>
              <a:cxnLst>
                <a:cxn ang="0">
                  <a:pos x="T0" y="T1"/>
                </a:cxn>
                <a:cxn ang="0">
                  <a:pos x="T2" y="T3"/>
                </a:cxn>
                <a:cxn ang="0">
                  <a:pos x="T4" y="T5"/>
                </a:cxn>
                <a:cxn ang="0">
                  <a:pos x="T6" y="T7"/>
                </a:cxn>
                <a:cxn ang="0">
                  <a:pos x="T8" y="T9"/>
                </a:cxn>
              </a:cxnLst>
              <a:rect l="0" t="0" r="r" b="b"/>
              <a:pathLst>
                <a:path w="461" h="341">
                  <a:moveTo>
                    <a:pt x="0" y="336"/>
                  </a:moveTo>
                  <a:cubicBezTo>
                    <a:pt x="0" y="338"/>
                    <a:pt x="1" y="339"/>
                    <a:pt x="1" y="341"/>
                  </a:cubicBezTo>
                  <a:cubicBezTo>
                    <a:pt x="461" y="2"/>
                    <a:pt x="461" y="2"/>
                    <a:pt x="461" y="2"/>
                  </a:cubicBezTo>
                  <a:cubicBezTo>
                    <a:pt x="459" y="1"/>
                    <a:pt x="458" y="0"/>
                    <a:pt x="457" y="0"/>
                  </a:cubicBezTo>
                  <a:lnTo>
                    <a:pt x="0" y="336"/>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8" name="Circle_01">
            <a:extLst>
              <a:ext uri="{FF2B5EF4-FFF2-40B4-BE49-F238E27FC236}">
                <a16:creationId xmlns:a16="http://schemas.microsoft.com/office/drawing/2014/main" id="{09BA91E2-A124-45BC-BECA-DE375AA17956}"/>
              </a:ext>
            </a:extLst>
          </p:cNvPr>
          <p:cNvGrpSpPr/>
          <p:nvPr/>
        </p:nvGrpSpPr>
        <p:grpSpPr>
          <a:xfrm>
            <a:off x="4162425" y="4730750"/>
            <a:ext cx="1254126" cy="1254126"/>
            <a:chOff x="4162425" y="4730750"/>
            <a:chExt cx="1254126" cy="1254126"/>
          </a:xfrm>
          <a:effectLst>
            <a:outerShdw blurRad="152400" dist="127000" dir="2700000" sx="98000" sy="98000" algn="tl" rotWithShape="0">
              <a:prstClr val="black">
                <a:alpha val="30000"/>
              </a:prstClr>
            </a:outerShdw>
          </a:effectLst>
        </p:grpSpPr>
        <p:sp>
          <p:nvSpPr>
            <p:cNvPr id="52" name="Freeform 51">
              <a:extLst>
                <a:ext uri="{FF2B5EF4-FFF2-40B4-BE49-F238E27FC236}">
                  <a16:creationId xmlns:a16="http://schemas.microsoft.com/office/drawing/2014/main" id="{32D817E5-B007-4CC8-AD18-CAC0B8D000BE}"/>
                </a:ext>
              </a:extLst>
            </p:cNvPr>
            <p:cNvSpPr>
              <a:spLocks/>
            </p:cNvSpPr>
            <p:nvPr/>
          </p:nvSpPr>
          <p:spPr bwMode="auto">
            <a:xfrm>
              <a:off x="4162425" y="4730750"/>
              <a:ext cx="1254125" cy="1254125"/>
            </a:xfrm>
            <a:custGeom>
              <a:avLst/>
              <a:gdLst>
                <a:gd name="T0" fmla="*/ 271 w 329"/>
                <a:gd name="T1" fmla="*/ 270 h 329"/>
                <a:gd name="T2" fmla="*/ 59 w 329"/>
                <a:gd name="T3" fmla="*/ 270 h 329"/>
                <a:gd name="T4" fmla="*/ 59 w 329"/>
                <a:gd name="T5" fmla="*/ 59 h 329"/>
                <a:gd name="T6" fmla="*/ 271 w 329"/>
                <a:gd name="T7" fmla="*/ 59 h 329"/>
                <a:gd name="T8" fmla="*/ 271 w 329"/>
                <a:gd name="T9" fmla="*/ 270 h 329"/>
              </a:gdLst>
              <a:ahLst/>
              <a:cxnLst>
                <a:cxn ang="0">
                  <a:pos x="T0" y="T1"/>
                </a:cxn>
                <a:cxn ang="0">
                  <a:pos x="T2" y="T3"/>
                </a:cxn>
                <a:cxn ang="0">
                  <a:pos x="T4" y="T5"/>
                </a:cxn>
                <a:cxn ang="0">
                  <a:pos x="T6" y="T7"/>
                </a:cxn>
                <a:cxn ang="0">
                  <a:pos x="T8" y="T9"/>
                </a:cxn>
              </a:cxnLst>
              <a:rect l="0" t="0" r="r" b="b"/>
              <a:pathLst>
                <a:path w="329" h="329">
                  <a:moveTo>
                    <a:pt x="271" y="270"/>
                  </a:moveTo>
                  <a:cubicBezTo>
                    <a:pt x="212" y="329"/>
                    <a:pt x="117" y="329"/>
                    <a:pt x="59" y="270"/>
                  </a:cubicBezTo>
                  <a:cubicBezTo>
                    <a:pt x="0" y="212"/>
                    <a:pt x="0" y="117"/>
                    <a:pt x="59" y="59"/>
                  </a:cubicBezTo>
                  <a:cubicBezTo>
                    <a:pt x="117" y="0"/>
                    <a:pt x="212" y="0"/>
                    <a:pt x="271" y="59"/>
                  </a:cubicBezTo>
                  <a:cubicBezTo>
                    <a:pt x="329" y="117"/>
                    <a:pt x="329" y="212"/>
                    <a:pt x="271" y="2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53" name="Freeform 52">
              <a:extLst>
                <a:ext uri="{FF2B5EF4-FFF2-40B4-BE49-F238E27FC236}">
                  <a16:creationId xmlns:a16="http://schemas.microsoft.com/office/drawing/2014/main" id="{28167C70-F262-4D5B-8AAE-C236D5AB7009}"/>
                </a:ext>
              </a:extLst>
            </p:cNvPr>
            <p:cNvSpPr>
              <a:spLocks/>
            </p:cNvSpPr>
            <p:nvPr/>
          </p:nvSpPr>
          <p:spPr bwMode="auto">
            <a:xfrm>
              <a:off x="4162425" y="4730750"/>
              <a:ext cx="1039813" cy="1039813"/>
            </a:xfrm>
            <a:custGeom>
              <a:avLst/>
              <a:gdLst>
                <a:gd name="T0" fmla="*/ 63 w 273"/>
                <a:gd name="T1" fmla="*/ 63 h 273"/>
                <a:gd name="T2" fmla="*/ 273 w 273"/>
                <a:gd name="T3" fmla="*/ 61 h 273"/>
                <a:gd name="T4" fmla="*/ 271 w 273"/>
                <a:gd name="T5" fmla="*/ 59 h 273"/>
                <a:gd name="T6" fmla="*/ 59 w 273"/>
                <a:gd name="T7" fmla="*/ 59 h 273"/>
                <a:gd name="T8" fmla="*/ 59 w 273"/>
                <a:gd name="T9" fmla="*/ 270 h 273"/>
                <a:gd name="T10" fmla="*/ 61 w 273"/>
                <a:gd name="T11" fmla="*/ 273 h 273"/>
                <a:gd name="T12" fmla="*/ 63 w 273"/>
                <a:gd name="T13" fmla="*/ 63 h 273"/>
              </a:gdLst>
              <a:ahLst/>
              <a:cxnLst>
                <a:cxn ang="0">
                  <a:pos x="T0" y="T1"/>
                </a:cxn>
                <a:cxn ang="0">
                  <a:pos x="T2" y="T3"/>
                </a:cxn>
                <a:cxn ang="0">
                  <a:pos x="T4" y="T5"/>
                </a:cxn>
                <a:cxn ang="0">
                  <a:pos x="T6" y="T7"/>
                </a:cxn>
                <a:cxn ang="0">
                  <a:pos x="T8" y="T9"/>
                </a:cxn>
                <a:cxn ang="0">
                  <a:pos x="T10" y="T11"/>
                </a:cxn>
                <a:cxn ang="0">
                  <a:pos x="T12" y="T13"/>
                </a:cxn>
              </a:cxnLst>
              <a:rect l="0" t="0" r="r" b="b"/>
              <a:pathLst>
                <a:path w="273" h="273">
                  <a:moveTo>
                    <a:pt x="63" y="63"/>
                  </a:moveTo>
                  <a:cubicBezTo>
                    <a:pt x="121" y="6"/>
                    <a:pt x="214" y="5"/>
                    <a:pt x="273" y="61"/>
                  </a:cubicBezTo>
                  <a:cubicBezTo>
                    <a:pt x="272" y="60"/>
                    <a:pt x="271" y="60"/>
                    <a:pt x="271" y="59"/>
                  </a:cubicBezTo>
                  <a:cubicBezTo>
                    <a:pt x="212" y="0"/>
                    <a:pt x="117" y="0"/>
                    <a:pt x="59" y="59"/>
                  </a:cubicBezTo>
                  <a:cubicBezTo>
                    <a:pt x="0" y="117"/>
                    <a:pt x="0" y="212"/>
                    <a:pt x="59" y="270"/>
                  </a:cubicBezTo>
                  <a:cubicBezTo>
                    <a:pt x="60" y="271"/>
                    <a:pt x="60" y="272"/>
                    <a:pt x="61" y="273"/>
                  </a:cubicBezTo>
                  <a:cubicBezTo>
                    <a:pt x="5" y="214"/>
                    <a:pt x="6" y="121"/>
                    <a:pt x="63" y="6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4" name="Freeform 53">
              <a:extLst>
                <a:ext uri="{FF2B5EF4-FFF2-40B4-BE49-F238E27FC236}">
                  <a16:creationId xmlns:a16="http://schemas.microsoft.com/office/drawing/2014/main" id="{677DA6F1-1816-44C4-87F5-781679CCC7EB}"/>
                </a:ext>
              </a:extLst>
            </p:cNvPr>
            <p:cNvSpPr>
              <a:spLocks/>
            </p:cNvSpPr>
            <p:nvPr/>
          </p:nvSpPr>
          <p:spPr bwMode="auto">
            <a:xfrm>
              <a:off x="4379913" y="4948238"/>
              <a:ext cx="1036638" cy="1036638"/>
            </a:xfrm>
            <a:custGeom>
              <a:avLst/>
              <a:gdLst>
                <a:gd name="T0" fmla="*/ 209 w 272"/>
                <a:gd name="T1" fmla="*/ 209 h 272"/>
                <a:gd name="T2" fmla="*/ 211 w 272"/>
                <a:gd name="T3" fmla="*/ 0 h 272"/>
                <a:gd name="T4" fmla="*/ 214 w 272"/>
                <a:gd name="T5" fmla="*/ 2 h 272"/>
                <a:gd name="T6" fmla="*/ 214 w 272"/>
                <a:gd name="T7" fmla="*/ 213 h 272"/>
                <a:gd name="T8" fmla="*/ 2 w 272"/>
                <a:gd name="T9" fmla="*/ 213 h 272"/>
                <a:gd name="T10" fmla="*/ 0 w 272"/>
                <a:gd name="T11" fmla="*/ 211 h 272"/>
                <a:gd name="T12" fmla="*/ 209 w 272"/>
                <a:gd name="T13" fmla="*/ 209 h 272"/>
              </a:gdLst>
              <a:ahLst/>
              <a:cxnLst>
                <a:cxn ang="0">
                  <a:pos x="T0" y="T1"/>
                </a:cxn>
                <a:cxn ang="0">
                  <a:pos x="T2" y="T3"/>
                </a:cxn>
                <a:cxn ang="0">
                  <a:pos x="T4" y="T5"/>
                </a:cxn>
                <a:cxn ang="0">
                  <a:pos x="T6" y="T7"/>
                </a:cxn>
                <a:cxn ang="0">
                  <a:pos x="T8" y="T9"/>
                </a:cxn>
                <a:cxn ang="0">
                  <a:pos x="T10" y="T11"/>
                </a:cxn>
                <a:cxn ang="0">
                  <a:pos x="T12" y="T13"/>
                </a:cxn>
              </a:cxnLst>
              <a:rect l="0" t="0" r="r" b="b"/>
              <a:pathLst>
                <a:path w="272" h="272">
                  <a:moveTo>
                    <a:pt x="209" y="209"/>
                  </a:moveTo>
                  <a:cubicBezTo>
                    <a:pt x="267" y="151"/>
                    <a:pt x="268" y="58"/>
                    <a:pt x="211" y="0"/>
                  </a:cubicBezTo>
                  <a:cubicBezTo>
                    <a:pt x="212" y="0"/>
                    <a:pt x="213" y="1"/>
                    <a:pt x="214" y="2"/>
                  </a:cubicBezTo>
                  <a:cubicBezTo>
                    <a:pt x="272" y="60"/>
                    <a:pt x="272" y="155"/>
                    <a:pt x="214" y="213"/>
                  </a:cubicBezTo>
                  <a:cubicBezTo>
                    <a:pt x="155" y="272"/>
                    <a:pt x="60" y="272"/>
                    <a:pt x="2" y="213"/>
                  </a:cubicBezTo>
                  <a:cubicBezTo>
                    <a:pt x="1" y="213"/>
                    <a:pt x="0" y="212"/>
                    <a:pt x="0" y="211"/>
                  </a:cubicBezTo>
                  <a:cubicBezTo>
                    <a:pt x="58" y="267"/>
                    <a:pt x="151" y="267"/>
                    <a:pt x="209" y="209"/>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2" name="Freeform 11">
            <a:extLst>
              <a:ext uri="{FF2B5EF4-FFF2-40B4-BE49-F238E27FC236}">
                <a16:creationId xmlns:a16="http://schemas.microsoft.com/office/drawing/2014/main" id="{D900C45A-D42B-4326-891B-56F9000DF4FF}"/>
              </a:ext>
            </a:extLst>
          </p:cNvPr>
          <p:cNvSpPr>
            <a:spLocks noEditPoints="1"/>
          </p:cNvSpPr>
          <p:nvPr/>
        </p:nvSpPr>
        <p:spPr bwMode="auto">
          <a:xfrm>
            <a:off x="5332413" y="1670050"/>
            <a:ext cx="1755775" cy="1295400"/>
          </a:xfrm>
          <a:custGeom>
            <a:avLst/>
            <a:gdLst>
              <a:gd name="T0" fmla="*/ 461 w 461"/>
              <a:gd name="T1" fmla="*/ 338 h 340"/>
              <a:gd name="T2" fmla="*/ 457 w 461"/>
              <a:gd name="T3" fmla="*/ 340 h 340"/>
              <a:gd name="T4" fmla="*/ 457 w 461"/>
              <a:gd name="T5" fmla="*/ 340 h 340"/>
              <a:gd name="T6" fmla="*/ 461 w 461"/>
              <a:gd name="T7" fmla="*/ 338 h 340"/>
              <a:gd name="T8" fmla="*/ 1 w 461"/>
              <a:gd name="T9" fmla="*/ 0 h 340"/>
              <a:gd name="T10" fmla="*/ 0 w 461"/>
              <a:gd name="T11" fmla="*/ 3 h 340"/>
              <a:gd name="T12" fmla="*/ 0 w 461"/>
              <a:gd name="T13" fmla="*/ 3 h 340"/>
              <a:gd name="T14" fmla="*/ 1 w 461"/>
              <a:gd name="T15" fmla="*/ 0 h 3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40">
                <a:moveTo>
                  <a:pt x="461" y="338"/>
                </a:moveTo>
                <a:cubicBezTo>
                  <a:pt x="460" y="339"/>
                  <a:pt x="458" y="339"/>
                  <a:pt x="457" y="340"/>
                </a:cubicBezTo>
                <a:cubicBezTo>
                  <a:pt x="457" y="340"/>
                  <a:pt x="457" y="340"/>
                  <a:pt x="457" y="340"/>
                </a:cubicBezTo>
                <a:cubicBezTo>
                  <a:pt x="458" y="339"/>
                  <a:pt x="460" y="339"/>
                  <a:pt x="461" y="338"/>
                </a:cubicBezTo>
                <a:moveTo>
                  <a:pt x="1" y="0"/>
                </a:moveTo>
                <a:cubicBezTo>
                  <a:pt x="1" y="1"/>
                  <a:pt x="0" y="2"/>
                  <a:pt x="0" y="3"/>
                </a:cubicBezTo>
                <a:cubicBezTo>
                  <a:pt x="0" y="3"/>
                  <a:pt x="0" y="3"/>
                  <a:pt x="0" y="3"/>
                </a:cubicBezTo>
                <a:cubicBezTo>
                  <a:pt x="0" y="2"/>
                  <a:pt x="1" y="1"/>
                  <a:pt x="1" y="0"/>
                </a:cubicBezTo>
              </a:path>
            </a:pathLst>
          </a:custGeom>
          <a:solidFill>
            <a:srgbClr val="970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B5C49827-6718-4E5E-B372-97F043CA0696}"/>
              </a:ext>
            </a:extLst>
          </p:cNvPr>
          <p:cNvSpPr>
            <a:spLocks/>
          </p:cNvSpPr>
          <p:nvPr/>
        </p:nvSpPr>
        <p:spPr bwMode="auto">
          <a:xfrm>
            <a:off x="6410325" y="2459038"/>
            <a:ext cx="11113" cy="7938"/>
          </a:xfrm>
          <a:custGeom>
            <a:avLst/>
            <a:gdLst>
              <a:gd name="T0" fmla="*/ 0 w 7"/>
              <a:gd name="T1" fmla="*/ 0 h 5"/>
              <a:gd name="T2" fmla="*/ 0 w 7"/>
              <a:gd name="T3" fmla="*/ 0 h 5"/>
              <a:gd name="T4" fmla="*/ 5 w 7"/>
              <a:gd name="T5" fmla="*/ 2 h 5"/>
              <a:gd name="T6" fmla="*/ 7 w 7"/>
              <a:gd name="T7" fmla="*/ 5 h 5"/>
              <a:gd name="T8" fmla="*/ 0 w 7"/>
              <a:gd name="T9" fmla="*/ 0 h 5"/>
            </a:gdLst>
            <a:ahLst/>
            <a:cxnLst>
              <a:cxn ang="0">
                <a:pos x="T0" y="T1"/>
              </a:cxn>
              <a:cxn ang="0">
                <a:pos x="T2" y="T3"/>
              </a:cxn>
              <a:cxn ang="0">
                <a:pos x="T4" y="T5"/>
              </a:cxn>
              <a:cxn ang="0">
                <a:pos x="T6" y="T7"/>
              </a:cxn>
              <a:cxn ang="0">
                <a:pos x="T8" y="T9"/>
              </a:cxn>
            </a:cxnLst>
            <a:rect l="0" t="0" r="r" b="b"/>
            <a:pathLst>
              <a:path w="7" h="5">
                <a:moveTo>
                  <a:pt x="0" y="0"/>
                </a:moveTo>
                <a:lnTo>
                  <a:pt x="0" y="0"/>
                </a:lnTo>
                <a:lnTo>
                  <a:pt x="5" y="2"/>
                </a:lnTo>
                <a:lnTo>
                  <a:pt x="7" y="5"/>
                </a:lnTo>
                <a:lnTo>
                  <a:pt x="0" y="0"/>
                </a:lnTo>
                <a:close/>
              </a:path>
            </a:pathLst>
          </a:custGeom>
          <a:solidFill>
            <a:srgbClr val="0287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437556C4-D186-42FF-8AE8-B0349B7CB239}"/>
              </a:ext>
            </a:extLst>
          </p:cNvPr>
          <p:cNvSpPr>
            <a:spLocks/>
          </p:cNvSpPr>
          <p:nvPr/>
        </p:nvSpPr>
        <p:spPr bwMode="auto">
          <a:xfrm>
            <a:off x="6410325" y="2459038"/>
            <a:ext cx="11113" cy="7938"/>
          </a:xfrm>
          <a:custGeom>
            <a:avLst/>
            <a:gdLst>
              <a:gd name="T0" fmla="*/ 0 w 7"/>
              <a:gd name="T1" fmla="*/ 0 h 5"/>
              <a:gd name="T2" fmla="*/ 0 w 7"/>
              <a:gd name="T3" fmla="*/ 0 h 5"/>
              <a:gd name="T4" fmla="*/ 5 w 7"/>
              <a:gd name="T5" fmla="*/ 2 h 5"/>
              <a:gd name="T6" fmla="*/ 7 w 7"/>
              <a:gd name="T7" fmla="*/ 5 h 5"/>
              <a:gd name="T8" fmla="*/ 0 w 7"/>
              <a:gd name="T9" fmla="*/ 0 h 5"/>
            </a:gdLst>
            <a:ahLst/>
            <a:cxnLst>
              <a:cxn ang="0">
                <a:pos x="T0" y="T1"/>
              </a:cxn>
              <a:cxn ang="0">
                <a:pos x="T2" y="T3"/>
              </a:cxn>
              <a:cxn ang="0">
                <a:pos x="T4" y="T5"/>
              </a:cxn>
              <a:cxn ang="0">
                <a:pos x="T6" y="T7"/>
              </a:cxn>
              <a:cxn ang="0">
                <a:pos x="T8" y="T9"/>
              </a:cxn>
            </a:cxnLst>
            <a:rect l="0" t="0" r="r" b="b"/>
            <a:pathLst>
              <a:path w="7" h="5">
                <a:moveTo>
                  <a:pt x="0" y="0"/>
                </a:moveTo>
                <a:lnTo>
                  <a:pt x="0" y="0"/>
                </a:lnTo>
                <a:lnTo>
                  <a:pt x="5" y="2"/>
                </a:lnTo>
                <a:lnTo>
                  <a:pt x="7" y="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9894EB99-D609-4B22-ABD9-BF668A16B4B9}"/>
              </a:ext>
            </a:extLst>
          </p:cNvPr>
          <p:cNvSpPr>
            <a:spLocks/>
          </p:cNvSpPr>
          <p:nvPr/>
        </p:nvSpPr>
        <p:spPr bwMode="auto">
          <a:xfrm>
            <a:off x="6410325" y="2459038"/>
            <a:ext cx="7938" cy="31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lnTo>
                  <a:pt x="0" y="0"/>
                </a:lnTo>
                <a:lnTo>
                  <a:pt x="5" y="2"/>
                </a:lnTo>
                <a:lnTo>
                  <a:pt x="0" y="0"/>
                </a:lnTo>
                <a:close/>
              </a:path>
            </a:pathLst>
          </a:custGeom>
          <a:solidFill>
            <a:srgbClr val="0201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CDFF1353-4EA5-4084-B97A-F8552FD38B8C}"/>
              </a:ext>
            </a:extLst>
          </p:cNvPr>
          <p:cNvSpPr>
            <a:spLocks/>
          </p:cNvSpPr>
          <p:nvPr/>
        </p:nvSpPr>
        <p:spPr bwMode="auto">
          <a:xfrm>
            <a:off x="6410325" y="2459038"/>
            <a:ext cx="7938" cy="31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lnTo>
                  <a:pt x="0" y="0"/>
                </a:lnTo>
                <a:lnTo>
                  <a:pt x="5"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6BA9DC12-E87F-443A-BC34-52B881382323}"/>
              </a:ext>
            </a:extLst>
          </p:cNvPr>
          <p:cNvSpPr>
            <a:spLocks/>
          </p:cNvSpPr>
          <p:nvPr/>
        </p:nvSpPr>
        <p:spPr bwMode="auto">
          <a:xfrm>
            <a:off x="6083300" y="2695575"/>
            <a:ext cx="14288" cy="11113"/>
          </a:xfrm>
          <a:custGeom>
            <a:avLst/>
            <a:gdLst>
              <a:gd name="T0" fmla="*/ 0 w 9"/>
              <a:gd name="T1" fmla="*/ 0 h 7"/>
              <a:gd name="T2" fmla="*/ 0 w 9"/>
              <a:gd name="T3" fmla="*/ 0 h 7"/>
              <a:gd name="T4" fmla="*/ 9 w 9"/>
              <a:gd name="T5" fmla="*/ 7 h 7"/>
              <a:gd name="T6" fmla="*/ 4 w 9"/>
              <a:gd name="T7" fmla="*/ 2 h 7"/>
              <a:gd name="T8" fmla="*/ 0 w 9"/>
              <a:gd name="T9" fmla="*/ 0 h 7"/>
            </a:gdLst>
            <a:ahLst/>
            <a:cxnLst>
              <a:cxn ang="0">
                <a:pos x="T0" y="T1"/>
              </a:cxn>
              <a:cxn ang="0">
                <a:pos x="T2" y="T3"/>
              </a:cxn>
              <a:cxn ang="0">
                <a:pos x="T4" y="T5"/>
              </a:cxn>
              <a:cxn ang="0">
                <a:pos x="T6" y="T7"/>
              </a:cxn>
              <a:cxn ang="0">
                <a:pos x="T8" y="T9"/>
              </a:cxn>
            </a:cxnLst>
            <a:rect l="0" t="0" r="r" b="b"/>
            <a:pathLst>
              <a:path w="9" h="7">
                <a:moveTo>
                  <a:pt x="0" y="0"/>
                </a:moveTo>
                <a:lnTo>
                  <a:pt x="0" y="0"/>
                </a:lnTo>
                <a:lnTo>
                  <a:pt x="9" y="7"/>
                </a:lnTo>
                <a:lnTo>
                  <a:pt x="4" y="2"/>
                </a:lnTo>
                <a:lnTo>
                  <a:pt x="0" y="0"/>
                </a:lnTo>
                <a:close/>
              </a:path>
            </a:pathLst>
          </a:custGeom>
          <a:solidFill>
            <a:srgbClr val="0287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AFEAD312-4761-469D-9019-E04363DA09F9}"/>
              </a:ext>
            </a:extLst>
          </p:cNvPr>
          <p:cNvSpPr>
            <a:spLocks/>
          </p:cNvSpPr>
          <p:nvPr/>
        </p:nvSpPr>
        <p:spPr bwMode="auto">
          <a:xfrm>
            <a:off x="6083300" y="2695575"/>
            <a:ext cx="14288" cy="11113"/>
          </a:xfrm>
          <a:custGeom>
            <a:avLst/>
            <a:gdLst>
              <a:gd name="T0" fmla="*/ 0 w 9"/>
              <a:gd name="T1" fmla="*/ 0 h 7"/>
              <a:gd name="T2" fmla="*/ 0 w 9"/>
              <a:gd name="T3" fmla="*/ 0 h 7"/>
              <a:gd name="T4" fmla="*/ 9 w 9"/>
              <a:gd name="T5" fmla="*/ 7 h 7"/>
              <a:gd name="T6" fmla="*/ 4 w 9"/>
              <a:gd name="T7" fmla="*/ 2 h 7"/>
              <a:gd name="T8" fmla="*/ 0 w 9"/>
              <a:gd name="T9" fmla="*/ 0 h 7"/>
            </a:gdLst>
            <a:ahLst/>
            <a:cxnLst>
              <a:cxn ang="0">
                <a:pos x="T0" y="T1"/>
              </a:cxn>
              <a:cxn ang="0">
                <a:pos x="T2" y="T3"/>
              </a:cxn>
              <a:cxn ang="0">
                <a:pos x="T4" y="T5"/>
              </a:cxn>
              <a:cxn ang="0">
                <a:pos x="T6" y="T7"/>
              </a:cxn>
              <a:cxn ang="0">
                <a:pos x="T8" y="T9"/>
              </a:cxn>
            </a:cxnLst>
            <a:rect l="0" t="0" r="r" b="b"/>
            <a:pathLst>
              <a:path w="9" h="7">
                <a:moveTo>
                  <a:pt x="0" y="0"/>
                </a:moveTo>
                <a:lnTo>
                  <a:pt x="0" y="0"/>
                </a:lnTo>
                <a:lnTo>
                  <a:pt x="9" y="7"/>
                </a:lnTo>
                <a:lnTo>
                  <a:pt x="4"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E1DB48BF-ED02-47D9-B180-A37C45443CBC}"/>
              </a:ext>
            </a:extLst>
          </p:cNvPr>
          <p:cNvSpPr>
            <a:spLocks/>
          </p:cNvSpPr>
          <p:nvPr/>
        </p:nvSpPr>
        <p:spPr bwMode="auto">
          <a:xfrm>
            <a:off x="5332413" y="3248025"/>
            <a:ext cx="3175" cy="19050"/>
          </a:xfrm>
          <a:custGeom>
            <a:avLst/>
            <a:gdLst>
              <a:gd name="T0" fmla="*/ 0 w 1"/>
              <a:gd name="T1" fmla="*/ 0 h 5"/>
              <a:gd name="T2" fmla="*/ 0 w 1"/>
              <a:gd name="T3" fmla="*/ 0 h 5"/>
              <a:gd name="T4" fmla="*/ 1 w 1"/>
              <a:gd name="T5" fmla="*/ 5 h 5"/>
              <a:gd name="T6" fmla="*/ 0 w 1"/>
              <a:gd name="T7" fmla="*/ 0 h 5"/>
            </a:gdLst>
            <a:ahLst/>
            <a:cxnLst>
              <a:cxn ang="0">
                <a:pos x="T0" y="T1"/>
              </a:cxn>
              <a:cxn ang="0">
                <a:pos x="T2" y="T3"/>
              </a:cxn>
              <a:cxn ang="0">
                <a:pos x="T4" y="T5"/>
              </a:cxn>
              <a:cxn ang="0">
                <a:pos x="T6" y="T7"/>
              </a:cxn>
            </a:cxnLst>
            <a:rect l="0" t="0" r="r" b="b"/>
            <a:pathLst>
              <a:path w="1" h="5">
                <a:moveTo>
                  <a:pt x="0" y="0"/>
                </a:moveTo>
                <a:cubicBezTo>
                  <a:pt x="0" y="0"/>
                  <a:pt x="0" y="0"/>
                  <a:pt x="0" y="0"/>
                </a:cubicBezTo>
                <a:cubicBezTo>
                  <a:pt x="0" y="2"/>
                  <a:pt x="1" y="3"/>
                  <a:pt x="1" y="5"/>
                </a:cubicBezTo>
                <a:cubicBezTo>
                  <a:pt x="1" y="3"/>
                  <a:pt x="0" y="2"/>
                  <a:pt x="0" y="0"/>
                </a:cubicBezTo>
              </a:path>
            </a:pathLst>
          </a:custGeom>
          <a:solidFill>
            <a:srgbClr val="0287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1" name="Strip_02">
            <a:extLst>
              <a:ext uri="{FF2B5EF4-FFF2-40B4-BE49-F238E27FC236}">
                <a16:creationId xmlns:a16="http://schemas.microsoft.com/office/drawing/2014/main" id="{A755A5BE-2E14-465E-9EA8-636586DE45B9}"/>
              </a:ext>
            </a:extLst>
          </p:cNvPr>
          <p:cNvGrpSpPr/>
          <p:nvPr/>
        </p:nvGrpSpPr>
        <p:grpSpPr>
          <a:xfrm>
            <a:off x="5106988" y="3594100"/>
            <a:ext cx="1981200" cy="1601788"/>
            <a:chOff x="5106988" y="3594100"/>
            <a:chExt cx="1981200" cy="1601788"/>
          </a:xfrm>
          <a:effectLst>
            <a:outerShdw blurRad="63500" sx="102000" sy="102000" algn="ctr" rotWithShape="0">
              <a:prstClr val="black">
                <a:alpha val="40000"/>
              </a:prstClr>
            </a:outerShdw>
          </a:effectLst>
        </p:grpSpPr>
        <p:sp>
          <p:nvSpPr>
            <p:cNvPr id="27" name="Freeform 26">
              <a:extLst>
                <a:ext uri="{FF2B5EF4-FFF2-40B4-BE49-F238E27FC236}">
                  <a16:creationId xmlns:a16="http://schemas.microsoft.com/office/drawing/2014/main" id="{B15E8A1B-8792-435B-AA86-0866390C8194}"/>
                </a:ext>
              </a:extLst>
            </p:cNvPr>
            <p:cNvSpPr>
              <a:spLocks/>
            </p:cNvSpPr>
            <p:nvPr/>
          </p:nvSpPr>
          <p:spPr bwMode="auto">
            <a:xfrm>
              <a:off x="5106988" y="3594100"/>
              <a:ext cx="1981200" cy="1601788"/>
            </a:xfrm>
            <a:custGeom>
              <a:avLst/>
              <a:gdLst>
                <a:gd name="T0" fmla="*/ 60 w 520"/>
                <a:gd name="T1" fmla="*/ 0 h 420"/>
                <a:gd name="T2" fmla="*/ 0 w 520"/>
                <a:gd name="T3" fmla="*/ 81 h 420"/>
                <a:gd name="T4" fmla="*/ 460 w 520"/>
                <a:gd name="T5" fmla="*/ 420 h 420"/>
                <a:gd name="T6" fmla="*/ 520 w 520"/>
                <a:gd name="T7" fmla="*/ 338 h 420"/>
                <a:gd name="T8" fmla="*/ 60 w 520"/>
                <a:gd name="T9" fmla="*/ 0 h 420"/>
              </a:gdLst>
              <a:ahLst/>
              <a:cxnLst>
                <a:cxn ang="0">
                  <a:pos x="T0" y="T1"/>
                </a:cxn>
                <a:cxn ang="0">
                  <a:pos x="T2" y="T3"/>
                </a:cxn>
                <a:cxn ang="0">
                  <a:pos x="T4" y="T5"/>
                </a:cxn>
                <a:cxn ang="0">
                  <a:pos x="T6" y="T7"/>
                </a:cxn>
                <a:cxn ang="0">
                  <a:pos x="T8" y="T9"/>
                </a:cxn>
              </a:cxnLst>
              <a:rect l="0" t="0" r="r" b="b"/>
              <a:pathLst>
                <a:path w="520" h="420">
                  <a:moveTo>
                    <a:pt x="60" y="0"/>
                  </a:moveTo>
                  <a:cubicBezTo>
                    <a:pt x="50" y="33"/>
                    <a:pt x="29" y="62"/>
                    <a:pt x="0" y="81"/>
                  </a:cubicBezTo>
                  <a:cubicBezTo>
                    <a:pt x="460" y="420"/>
                    <a:pt x="460" y="420"/>
                    <a:pt x="460" y="420"/>
                  </a:cubicBezTo>
                  <a:cubicBezTo>
                    <a:pt x="470" y="386"/>
                    <a:pt x="491" y="358"/>
                    <a:pt x="520" y="338"/>
                  </a:cubicBezTo>
                  <a:lnTo>
                    <a:pt x="6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ECFEB67E-7162-4682-94BE-9912AA824C64}"/>
                </a:ext>
              </a:extLst>
            </p:cNvPr>
            <p:cNvSpPr>
              <a:spLocks/>
            </p:cNvSpPr>
            <p:nvPr/>
          </p:nvSpPr>
          <p:spPr bwMode="auto">
            <a:xfrm>
              <a:off x="5106988" y="3892550"/>
              <a:ext cx="1760538" cy="1303338"/>
            </a:xfrm>
            <a:custGeom>
              <a:avLst/>
              <a:gdLst>
                <a:gd name="T0" fmla="*/ 5 w 462"/>
                <a:gd name="T1" fmla="*/ 0 h 342"/>
                <a:gd name="T2" fmla="*/ 0 w 462"/>
                <a:gd name="T3" fmla="*/ 3 h 342"/>
                <a:gd name="T4" fmla="*/ 460 w 462"/>
                <a:gd name="T5" fmla="*/ 342 h 342"/>
                <a:gd name="T6" fmla="*/ 462 w 462"/>
                <a:gd name="T7" fmla="*/ 337 h 342"/>
                <a:gd name="T8" fmla="*/ 5 w 462"/>
                <a:gd name="T9" fmla="*/ 0 h 342"/>
              </a:gdLst>
              <a:ahLst/>
              <a:cxnLst>
                <a:cxn ang="0">
                  <a:pos x="T0" y="T1"/>
                </a:cxn>
                <a:cxn ang="0">
                  <a:pos x="T2" y="T3"/>
                </a:cxn>
                <a:cxn ang="0">
                  <a:pos x="T4" y="T5"/>
                </a:cxn>
                <a:cxn ang="0">
                  <a:pos x="T6" y="T7"/>
                </a:cxn>
                <a:cxn ang="0">
                  <a:pos x="T8" y="T9"/>
                </a:cxn>
              </a:cxnLst>
              <a:rect l="0" t="0" r="r" b="b"/>
              <a:pathLst>
                <a:path w="462" h="342">
                  <a:moveTo>
                    <a:pt x="5" y="0"/>
                  </a:moveTo>
                  <a:cubicBezTo>
                    <a:pt x="3" y="1"/>
                    <a:pt x="2" y="2"/>
                    <a:pt x="0" y="3"/>
                  </a:cubicBezTo>
                  <a:cubicBezTo>
                    <a:pt x="460" y="342"/>
                    <a:pt x="460" y="342"/>
                    <a:pt x="460" y="342"/>
                  </a:cubicBezTo>
                  <a:cubicBezTo>
                    <a:pt x="460" y="340"/>
                    <a:pt x="461" y="338"/>
                    <a:pt x="462" y="337"/>
                  </a:cubicBezTo>
                  <a:lnTo>
                    <a:pt x="5"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956DB067-756A-4C7F-96CD-BB139C7A7516}"/>
                </a:ext>
              </a:extLst>
            </p:cNvPr>
            <p:cNvSpPr>
              <a:spLocks/>
            </p:cNvSpPr>
            <p:nvPr/>
          </p:nvSpPr>
          <p:spPr bwMode="auto">
            <a:xfrm>
              <a:off x="5248275" y="3594100"/>
              <a:ext cx="1839913" cy="1425575"/>
            </a:xfrm>
            <a:custGeom>
              <a:avLst/>
              <a:gdLst>
                <a:gd name="T0" fmla="*/ 483 w 483"/>
                <a:gd name="T1" fmla="*/ 338 h 374"/>
                <a:gd name="T2" fmla="*/ 23 w 483"/>
                <a:gd name="T3" fmla="*/ 0 h 374"/>
                <a:gd name="T4" fmla="*/ 0 w 483"/>
                <a:gd name="T5" fmla="*/ 46 h 374"/>
                <a:gd name="T6" fmla="*/ 446 w 483"/>
                <a:gd name="T7" fmla="*/ 374 h 374"/>
                <a:gd name="T8" fmla="*/ 483 w 483"/>
                <a:gd name="T9" fmla="*/ 338 h 374"/>
              </a:gdLst>
              <a:ahLst/>
              <a:cxnLst>
                <a:cxn ang="0">
                  <a:pos x="T0" y="T1"/>
                </a:cxn>
                <a:cxn ang="0">
                  <a:pos x="T2" y="T3"/>
                </a:cxn>
                <a:cxn ang="0">
                  <a:pos x="T4" y="T5"/>
                </a:cxn>
                <a:cxn ang="0">
                  <a:pos x="T6" y="T7"/>
                </a:cxn>
                <a:cxn ang="0">
                  <a:pos x="T8" y="T9"/>
                </a:cxn>
              </a:cxnLst>
              <a:rect l="0" t="0" r="r" b="b"/>
              <a:pathLst>
                <a:path w="483" h="374">
                  <a:moveTo>
                    <a:pt x="483" y="338"/>
                  </a:moveTo>
                  <a:cubicBezTo>
                    <a:pt x="23" y="0"/>
                    <a:pt x="23" y="0"/>
                    <a:pt x="23" y="0"/>
                  </a:cubicBezTo>
                  <a:cubicBezTo>
                    <a:pt x="18" y="17"/>
                    <a:pt x="10" y="32"/>
                    <a:pt x="0" y="46"/>
                  </a:cubicBezTo>
                  <a:cubicBezTo>
                    <a:pt x="446" y="374"/>
                    <a:pt x="446" y="374"/>
                    <a:pt x="446" y="374"/>
                  </a:cubicBezTo>
                  <a:cubicBezTo>
                    <a:pt x="456" y="360"/>
                    <a:pt x="468" y="348"/>
                    <a:pt x="483" y="33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327E44AB-210F-4689-8E05-9D62BD8067EE}"/>
                </a:ext>
              </a:extLst>
            </p:cNvPr>
            <p:cNvSpPr>
              <a:spLocks/>
            </p:cNvSpPr>
            <p:nvPr/>
          </p:nvSpPr>
          <p:spPr bwMode="auto">
            <a:xfrm>
              <a:off x="5332413" y="3594100"/>
              <a:ext cx="1755775" cy="1300163"/>
            </a:xfrm>
            <a:custGeom>
              <a:avLst/>
              <a:gdLst>
                <a:gd name="T0" fmla="*/ 457 w 461"/>
                <a:gd name="T1" fmla="*/ 341 h 341"/>
                <a:gd name="T2" fmla="*/ 461 w 461"/>
                <a:gd name="T3" fmla="*/ 338 h 341"/>
                <a:gd name="T4" fmla="*/ 1 w 461"/>
                <a:gd name="T5" fmla="*/ 0 h 341"/>
                <a:gd name="T6" fmla="*/ 0 w 461"/>
                <a:gd name="T7" fmla="*/ 4 h 341"/>
                <a:gd name="T8" fmla="*/ 457 w 461"/>
                <a:gd name="T9" fmla="*/ 341 h 341"/>
              </a:gdLst>
              <a:ahLst/>
              <a:cxnLst>
                <a:cxn ang="0">
                  <a:pos x="T0" y="T1"/>
                </a:cxn>
                <a:cxn ang="0">
                  <a:pos x="T2" y="T3"/>
                </a:cxn>
                <a:cxn ang="0">
                  <a:pos x="T4" y="T5"/>
                </a:cxn>
                <a:cxn ang="0">
                  <a:pos x="T6" y="T7"/>
                </a:cxn>
                <a:cxn ang="0">
                  <a:pos x="T8" y="T9"/>
                </a:cxn>
              </a:cxnLst>
              <a:rect l="0" t="0" r="r" b="b"/>
              <a:pathLst>
                <a:path w="461" h="341">
                  <a:moveTo>
                    <a:pt x="457" y="341"/>
                  </a:moveTo>
                  <a:cubicBezTo>
                    <a:pt x="458" y="340"/>
                    <a:pt x="459" y="339"/>
                    <a:pt x="461" y="338"/>
                  </a:cubicBezTo>
                  <a:cubicBezTo>
                    <a:pt x="1" y="0"/>
                    <a:pt x="1" y="0"/>
                    <a:pt x="1" y="0"/>
                  </a:cubicBezTo>
                  <a:cubicBezTo>
                    <a:pt x="1" y="1"/>
                    <a:pt x="0" y="3"/>
                    <a:pt x="0" y="4"/>
                  </a:cubicBezTo>
                  <a:lnTo>
                    <a:pt x="457" y="341"/>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0" name="Circle_02">
            <a:extLst>
              <a:ext uri="{FF2B5EF4-FFF2-40B4-BE49-F238E27FC236}">
                <a16:creationId xmlns:a16="http://schemas.microsoft.com/office/drawing/2014/main" id="{43F2746D-ECC9-4E2D-AE64-2F56701DA211}"/>
              </a:ext>
            </a:extLst>
          </p:cNvPr>
          <p:cNvGrpSpPr/>
          <p:nvPr/>
        </p:nvGrpSpPr>
        <p:grpSpPr>
          <a:xfrm>
            <a:off x="6780213" y="4730750"/>
            <a:ext cx="1252538" cy="1254126"/>
            <a:chOff x="6780213" y="4730750"/>
            <a:chExt cx="1252538" cy="1254126"/>
          </a:xfrm>
          <a:effectLst>
            <a:outerShdw blurRad="152400" dist="127000" dir="2700000" sx="98000" sy="98000" algn="tl" rotWithShape="0">
              <a:prstClr val="black">
                <a:alpha val="30000"/>
              </a:prstClr>
            </a:outerShdw>
          </a:effectLst>
        </p:grpSpPr>
        <p:sp>
          <p:nvSpPr>
            <p:cNvPr id="43" name="Freeform 42">
              <a:extLst>
                <a:ext uri="{FF2B5EF4-FFF2-40B4-BE49-F238E27FC236}">
                  <a16:creationId xmlns:a16="http://schemas.microsoft.com/office/drawing/2014/main" id="{803AFE1D-A569-427A-A844-977632195625}"/>
                </a:ext>
              </a:extLst>
            </p:cNvPr>
            <p:cNvSpPr>
              <a:spLocks/>
            </p:cNvSpPr>
            <p:nvPr/>
          </p:nvSpPr>
          <p:spPr bwMode="auto">
            <a:xfrm>
              <a:off x="6780213" y="4730750"/>
              <a:ext cx="1252538" cy="1254125"/>
            </a:xfrm>
            <a:custGeom>
              <a:avLst/>
              <a:gdLst>
                <a:gd name="T0" fmla="*/ 270 w 329"/>
                <a:gd name="T1" fmla="*/ 270 h 329"/>
                <a:gd name="T2" fmla="*/ 58 w 329"/>
                <a:gd name="T3" fmla="*/ 270 h 329"/>
                <a:gd name="T4" fmla="*/ 58 w 329"/>
                <a:gd name="T5" fmla="*/ 59 h 329"/>
                <a:gd name="T6" fmla="*/ 270 w 329"/>
                <a:gd name="T7" fmla="*/ 59 h 329"/>
                <a:gd name="T8" fmla="*/ 270 w 329"/>
                <a:gd name="T9" fmla="*/ 270 h 329"/>
              </a:gdLst>
              <a:ahLst/>
              <a:cxnLst>
                <a:cxn ang="0">
                  <a:pos x="T0" y="T1"/>
                </a:cxn>
                <a:cxn ang="0">
                  <a:pos x="T2" y="T3"/>
                </a:cxn>
                <a:cxn ang="0">
                  <a:pos x="T4" y="T5"/>
                </a:cxn>
                <a:cxn ang="0">
                  <a:pos x="T6" y="T7"/>
                </a:cxn>
                <a:cxn ang="0">
                  <a:pos x="T8" y="T9"/>
                </a:cxn>
              </a:cxnLst>
              <a:rect l="0" t="0" r="r" b="b"/>
              <a:pathLst>
                <a:path w="329" h="329">
                  <a:moveTo>
                    <a:pt x="270" y="270"/>
                  </a:moveTo>
                  <a:cubicBezTo>
                    <a:pt x="212" y="329"/>
                    <a:pt x="117" y="329"/>
                    <a:pt x="58" y="270"/>
                  </a:cubicBezTo>
                  <a:cubicBezTo>
                    <a:pt x="0" y="212"/>
                    <a:pt x="0" y="117"/>
                    <a:pt x="58" y="59"/>
                  </a:cubicBezTo>
                  <a:cubicBezTo>
                    <a:pt x="117" y="0"/>
                    <a:pt x="212" y="0"/>
                    <a:pt x="270" y="59"/>
                  </a:cubicBezTo>
                  <a:cubicBezTo>
                    <a:pt x="329" y="117"/>
                    <a:pt x="329" y="212"/>
                    <a:pt x="270" y="27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Freeform 43">
              <a:extLst>
                <a:ext uri="{FF2B5EF4-FFF2-40B4-BE49-F238E27FC236}">
                  <a16:creationId xmlns:a16="http://schemas.microsoft.com/office/drawing/2014/main" id="{F9BADA6F-6C72-4523-B99A-A1D27A996FF7}"/>
                </a:ext>
              </a:extLst>
            </p:cNvPr>
            <p:cNvSpPr>
              <a:spLocks/>
            </p:cNvSpPr>
            <p:nvPr/>
          </p:nvSpPr>
          <p:spPr bwMode="auto">
            <a:xfrm>
              <a:off x="6780213" y="4730750"/>
              <a:ext cx="1035050" cy="1039813"/>
            </a:xfrm>
            <a:custGeom>
              <a:avLst/>
              <a:gdLst>
                <a:gd name="T0" fmla="*/ 63 w 272"/>
                <a:gd name="T1" fmla="*/ 63 h 273"/>
                <a:gd name="T2" fmla="*/ 272 w 272"/>
                <a:gd name="T3" fmla="*/ 61 h 273"/>
                <a:gd name="T4" fmla="*/ 270 w 272"/>
                <a:gd name="T5" fmla="*/ 59 h 273"/>
                <a:gd name="T6" fmla="*/ 58 w 272"/>
                <a:gd name="T7" fmla="*/ 59 h 273"/>
                <a:gd name="T8" fmla="*/ 58 w 272"/>
                <a:gd name="T9" fmla="*/ 270 h 273"/>
                <a:gd name="T10" fmla="*/ 61 w 272"/>
                <a:gd name="T11" fmla="*/ 273 h 273"/>
                <a:gd name="T12" fmla="*/ 63 w 272"/>
                <a:gd name="T13" fmla="*/ 63 h 273"/>
              </a:gdLst>
              <a:ahLst/>
              <a:cxnLst>
                <a:cxn ang="0">
                  <a:pos x="T0" y="T1"/>
                </a:cxn>
                <a:cxn ang="0">
                  <a:pos x="T2" y="T3"/>
                </a:cxn>
                <a:cxn ang="0">
                  <a:pos x="T4" y="T5"/>
                </a:cxn>
                <a:cxn ang="0">
                  <a:pos x="T6" y="T7"/>
                </a:cxn>
                <a:cxn ang="0">
                  <a:pos x="T8" y="T9"/>
                </a:cxn>
                <a:cxn ang="0">
                  <a:pos x="T10" y="T11"/>
                </a:cxn>
                <a:cxn ang="0">
                  <a:pos x="T12" y="T13"/>
                </a:cxn>
              </a:cxnLst>
              <a:rect l="0" t="0" r="r" b="b"/>
              <a:pathLst>
                <a:path w="272" h="273">
                  <a:moveTo>
                    <a:pt x="63" y="63"/>
                  </a:moveTo>
                  <a:cubicBezTo>
                    <a:pt x="121" y="6"/>
                    <a:pt x="214" y="5"/>
                    <a:pt x="272" y="61"/>
                  </a:cubicBezTo>
                  <a:cubicBezTo>
                    <a:pt x="272" y="60"/>
                    <a:pt x="271" y="60"/>
                    <a:pt x="270" y="59"/>
                  </a:cubicBezTo>
                  <a:cubicBezTo>
                    <a:pt x="212" y="0"/>
                    <a:pt x="117" y="0"/>
                    <a:pt x="58" y="59"/>
                  </a:cubicBezTo>
                  <a:cubicBezTo>
                    <a:pt x="0" y="117"/>
                    <a:pt x="0" y="212"/>
                    <a:pt x="58" y="270"/>
                  </a:cubicBezTo>
                  <a:cubicBezTo>
                    <a:pt x="59" y="271"/>
                    <a:pt x="60" y="272"/>
                    <a:pt x="61" y="273"/>
                  </a:cubicBezTo>
                  <a:cubicBezTo>
                    <a:pt x="5" y="214"/>
                    <a:pt x="5" y="121"/>
                    <a:pt x="63" y="63"/>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5" name="Freeform 44">
              <a:extLst>
                <a:ext uri="{FF2B5EF4-FFF2-40B4-BE49-F238E27FC236}">
                  <a16:creationId xmlns:a16="http://schemas.microsoft.com/office/drawing/2014/main" id="{3A1B942F-D96E-4E7E-ACB9-E39D48872E60}"/>
                </a:ext>
              </a:extLst>
            </p:cNvPr>
            <p:cNvSpPr>
              <a:spLocks/>
            </p:cNvSpPr>
            <p:nvPr/>
          </p:nvSpPr>
          <p:spPr bwMode="auto">
            <a:xfrm>
              <a:off x="6992938" y="4948238"/>
              <a:ext cx="1039813" cy="1036638"/>
            </a:xfrm>
            <a:custGeom>
              <a:avLst/>
              <a:gdLst>
                <a:gd name="T0" fmla="*/ 210 w 273"/>
                <a:gd name="T1" fmla="*/ 209 h 272"/>
                <a:gd name="T2" fmla="*/ 212 w 273"/>
                <a:gd name="T3" fmla="*/ 0 h 272"/>
                <a:gd name="T4" fmla="*/ 214 w 273"/>
                <a:gd name="T5" fmla="*/ 2 h 272"/>
                <a:gd name="T6" fmla="*/ 214 w 273"/>
                <a:gd name="T7" fmla="*/ 213 h 272"/>
                <a:gd name="T8" fmla="*/ 2 w 273"/>
                <a:gd name="T9" fmla="*/ 213 h 272"/>
                <a:gd name="T10" fmla="*/ 0 w 273"/>
                <a:gd name="T11" fmla="*/ 211 h 272"/>
                <a:gd name="T12" fmla="*/ 210 w 273"/>
                <a:gd name="T13" fmla="*/ 209 h 272"/>
              </a:gdLst>
              <a:ahLst/>
              <a:cxnLst>
                <a:cxn ang="0">
                  <a:pos x="T0" y="T1"/>
                </a:cxn>
                <a:cxn ang="0">
                  <a:pos x="T2" y="T3"/>
                </a:cxn>
                <a:cxn ang="0">
                  <a:pos x="T4" y="T5"/>
                </a:cxn>
                <a:cxn ang="0">
                  <a:pos x="T6" y="T7"/>
                </a:cxn>
                <a:cxn ang="0">
                  <a:pos x="T8" y="T9"/>
                </a:cxn>
                <a:cxn ang="0">
                  <a:pos x="T10" y="T11"/>
                </a:cxn>
                <a:cxn ang="0">
                  <a:pos x="T12" y="T13"/>
                </a:cxn>
              </a:cxnLst>
              <a:rect l="0" t="0" r="r" b="b"/>
              <a:pathLst>
                <a:path w="273" h="272">
                  <a:moveTo>
                    <a:pt x="210" y="209"/>
                  </a:moveTo>
                  <a:cubicBezTo>
                    <a:pt x="267" y="151"/>
                    <a:pt x="268" y="58"/>
                    <a:pt x="212" y="0"/>
                  </a:cubicBezTo>
                  <a:cubicBezTo>
                    <a:pt x="213" y="0"/>
                    <a:pt x="213" y="1"/>
                    <a:pt x="214" y="2"/>
                  </a:cubicBezTo>
                  <a:cubicBezTo>
                    <a:pt x="273" y="60"/>
                    <a:pt x="273" y="155"/>
                    <a:pt x="214" y="213"/>
                  </a:cubicBezTo>
                  <a:cubicBezTo>
                    <a:pt x="156" y="272"/>
                    <a:pt x="61" y="272"/>
                    <a:pt x="2" y="213"/>
                  </a:cubicBezTo>
                  <a:cubicBezTo>
                    <a:pt x="2" y="213"/>
                    <a:pt x="1" y="212"/>
                    <a:pt x="0" y="211"/>
                  </a:cubicBezTo>
                  <a:cubicBezTo>
                    <a:pt x="59" y="267"/>
                    <a:pt x="152" y="267"/>
                    <a:pt x="210" y="209"/>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5" name="Strip_04">
            <a:extLst>
              <a:ext uri="{FF2B5EF4-FFF2-40B4-BE49-F238E27FC236}">
                <a16:creationId xmlns:a16="http://schemas.microsoft.com/office/drawing/2014/main" id="{1373FA44-8FEA-40E1-A9F5-41E8B29EE012}"/>
              </a:ext>
            </a:extLst>
          </p:cNvPr>
          <p:cNvGrpSpPr/>
          <p:nvPr/>
        </p:nvGrpSpPr>
        <p:grpSpPr>
          <a:xfrm>
            <a:off x="5106988" y="1665288"/>
            <a:ext cx="1981200" cy="1601788"/>
            <a:chOff x="5106988" y="1665288"/>
            <a:chExt cx="1981200" cy="1601788"/>
          </a:xfrm>
          <a:effectLst>
            <a:outerShdw blurRad="63500" sx="102000" sy="102000" algn="ctr" rotWithShape="0">
              <a:prstClr val="black">
                <a:alpha val="40000"/>
              </a:prstClr>
            </a:outerShdw>
          </a:effectLst>
        </p:grpSpPr>
        <p:sp>
          <p:nvSpPr>
            <p:cNvPr id="11" name="Freeform 10">
              <a:extLst>
                <a:ext uri="{FF2B5EF4-FFF2-40B4-BE49-F238E27FC236}">
                  <a16:creationId xmlns:a16="http://schemas.microsoft.com/office/drawing/2014/main" id="{5A15E968-E901-443E-A6E3-BDED3D0D96EE}"/>
                </a:ext>
              </a:extLst>
            </p:cNvPr>
            <p:cNvSpPr>
              <a:spLocks/>
            </p:cNvSpPr>
            <p:nvPr/>
          </p:nvSpPr>
          <p:spPr bwMode="auto">
            <a:xfrm>
              <a:off x="5106988" y="1665288"/>
              <a:ext cx="1981200" cy="1601788"/>
            </a:xfrm>
            <a:custGeom>
              <a:avLst/>
              <a:gdLst>
                <a:gd name="T0" fmla="*/ 60 w 520"/>
                <a:gd name="T1" fmla="*/ 0 h 420"/>
                <a:gd name="T2" fmla="*/ 0 w 520"/>
                <a:gd name="T3" fmla="*/ 82 h 420"/>
                <a:gd name="T4" fmla="*/ 460 w 520"/>
                <a:gd name="T5" fmla="*/ 420 h 420"/>
                <a:gd name="T6" fmla="*/ 520 w 520"/>
                <a:gd name="T7" fmla="*/ 339 h 420"/>
                <a:gd name="T8" fmla="*/ 60 w 520"/>
                <a:gd name="T9" fmla="*/ 0 h 420"/>
              </a:gdLst>
              <a:ahLst/>
              <a:cxnLst>
                <a:cxn ang="0">
                  <a:pos x="T0" y="T1"/>
                </a:cxn>
                <a:cxn ang="0">
                  <a:pos x="T2" y="T3"/>
                </a:cxn>
                <a:cxn ang="0">
                  <a:pos x="T4" y="T5"/>
                </a:cxn>
                <a:cxn ang="0">
                  <a:pos x="T6" y="T7"/>
                </a:cxn>
                <a:cxn ang="0">
                  <a:pos x="T8" y="T9"/>
                </a:cxn>
              </a:cxnLst>
              <a:rect l="0" t="0" r="r" b="b"/>
              <a:pathLst>
                <a:path w="520" h="420">
                  <a:moveTo>
                    <a:pt x="60" y="0"/>
                  </a:moveTo>
                  <a:cubicBezTo>
                    <a:pt x="50" y="34"/>
                    <a:pt x="29" y="62"/>
                    <a:pt x="0" y="82"/>
                  </a:cubicBezTo>
                  <a:cubicBezTo>
                    <a:pt x="460" y="420"/>
                    <a:pt x="460" y="420"/>
                    <a:pt x="460" y="420"/>
                  </a:cubicBezTo>
                  <a:cubicBezTo>
                    <a:pt x="470" y="387"/>
                    <a:pt x="491" y="358"/>
                    <a:pt x="520" y="339"/>
                  </a:cubicBezTo>
                  <a:cubicBezTo>
                    <a:pt x="60" y="0"/>
                    <a:pt x="60" y="0"/>
                    <a:pt x="60" y="0"/>
                  </a:cubicBezTo>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FAB20501-0811-4208-A596-631DC69FF58E}"/>
                </a:ext>
              </a:extLst>
            </p:cNvPr>
            <p:cNvSpPr>
              <a:spLocks/>
            </p:cNvSpPr>
            <p:nvPr/>
          </p:nvSpPr>
          <p:spPr bwMode="auto">
            <a:xfrm>
              <a:off x="5106988" y="1963738"/>
              <a:ext cx="1760538" cy="1303338"/>
            </a:xfrm>
            <a:custGeom>
              <a:avLst/>
              <a:gdLst>
                <a:gd name="T0" fmla="*/ 5 w 462"/>
                <a:gd name="T1" fmla="*/ 0 h 342"/>
                <a:gd name="T2" fmla="*/ 0 w 462"/>
                <a:gd name="T3" fmla="*/ 4 h 342"/>
                <a:gd name="T4" fmla="*/ 460 w 462"/>
                <a:gd name="T5" fmla="*/ 342 h 342"/>
                <a:gd name="T6" fmla="*/ 462 w 462"/>
                <a:gd name="T7" fmla="*/ 337 h 342"/>
                <a:gd name="T8" fmla="*/ 5 w 462"/>
                <a:gd name="T9" fmla="*/ 0 h 342"/>
              </a:gdLst>
              <a:ahLst/>
              <a:cxnLst>
                <a:cxn ang="0">
                  <a:pos x="T0" y="T1"/>
                </a:cxn>
                <a:cxn ang="0">
                  <a:pos x="T2" y="T3"/>
                </a:cxn>
                <a:cxn ang="0">
                  <a:pos x="T4" y="T5"/>
                </a:cxn>
                <a:cxn ang="0">
                  <a:pos x="T6" y="T7"/>
                </a:cxn>
                <a:cxn ang="0">
                  <a:pos x="T8" y="T9"/>
                </a:cxn>
              </a:cxnLst>
              <a:rect l="0" t="0" r="r" b="b"/>
              <a:pathLst>
                <a:path w="462" h="342">
                  <a:moveTo>
                    <a:pt x="5" y="0"/>
                  </a:moveTo>
                  <a:cubicBezTo>
                    <a:pt x="3" y="1"/>
                    <a:pt x="2" y="3"/>
                    <a:pt x="0" y="4"/>
                  </a:cubicBezTo>
                  <a:cubicBezTo>
                    <a:pt x="460" y="342"/>
                    <a:pt x="460" y="342"/>
                    <a:pt x="460" y="342"/>
                  </a:cubicBezTo>
                  <a:cubicBezTo>
                    <a:pt x="460" y="340"/>
                    <a:pt x="461" y="339"/>
                    <a:pt x="462" y="337"/>
                  </a:cubicBezTo>
                  <a:cubicBezTo>
                    <a:pt x="5" y="0"/>
                    <a:pt x="5" y="0"/>
                    <a:pt x="5" y="0"/>
                  </a:cubicBezTo>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AD6F94D0-667E-49B9-9E8D-3B9FC2D2321F}"/>
                </a:ext>
              </a:extLst>
            </p:cNvPr>
            <p:cNvSpPr>
              <a:spLocks/>
            </p:cNvSpPr>
            <p:nvPr/>
          </p:nvSpPr>
          <p:spPr bwMode="auto">
            <a:xfrm>
              <a:off x="5253038" y="1665288"/>
              <a:ext cx="1835150" cy="1414463"/>
            </a:xfrm>
            <a:custGeom>
              <a:avLst/>
              <a:gdLst>
                <a:gd name="T0" fmla="*/ 482 w 482"/>
                <a:gd name="T1" fmla="*/ 339 h 371"/>
                <a:gd name="T2" fmla="*/ 22 w 482"/>
                <a:gd name="T3" fmla="*/ 0 h 371"/>
                <a:gd name="T4" fmla="*/ 0 w 482"/>
                <a:gd name="T5" fmla="*/ 46 h 371"/>
                <a:gd name="T6" fmla="*/ 447 w 482"/>
                <a:gd name="T7" fmla="*/ 371 h 371"/>
                <a:gd name="T8" fmla="*/ 482 w 482"/>
                <a:gd name="T9" fmla="*/ 339 h 371"/>
              </a:gdLst>
              <a:ahLst/>
              <a:cxnLst>
                <a:cxn ang="0">
                  <a:pos x="T0" y="T1"/>
                </a:cxn>
                <a:cxn ang="0">
                  <a:pos x="T2" y="T3"/>
                </a:cxn>
                <a:cxn ang="0">
                  <a:pos x="T4" y="T5"/>
                </a:cxn>
                <a:cxn ang="0">
                  <a:pos x="T6" y="T7"/>
                </a:cxn>
                <a:cxn ang="0">
                  <a:pos x="T8" y="T9"/>
                </a:cxn>
              </a:cxnLst>
              <a:rect l="0" t="0" r="r" b="b"/>
              <a:pathLst>
                <a:path w="482" h="371">
                  <a:moveTo>
                    <a:pt x="482" y="339"/>
                  </a:moveTo>
                  <a:cubicBezTo>
                    <a:pt x="22" y="0"/>
                    <a:pt x="22" y="0"/>
                    <a:pt x="22" y="0"/>
                  </a:cubicBezTo>
                  <a:cubicBezTo>
                    <a:pt x="17" y="17"/>
                    <a:pt x="9" y="32"/>
                    <a:pt x="0" y="46"/>
                  </a:cubicBezTo>
                  <a:cubicBezTo>
                    <a:pt x="447" y="371"/>
                    <a:pt x="447" y="371"/>
                    <a:pt x="447" y="371"/>
                  </a:cubicBezTo>
                  <a:cubicBezTo>
                    <a:pt x="457" y="358"/>
                    <a:pt x="469" y="348"/>
                    <a:pt x="482" y="339"/>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CF912330-F273-4D6D-83AB-4DDA4E20F4D8}"/>
                </a:ext>
              </a:extLst>
            </p:cNvPr>
            <p:cNvSpPr>
              <a:spLocks/>
            </p:cNvSpPr>
            <p:nvPr/>
          </p:nvSpPr>
          <p:spPr bwMode="auto">
            <a:xfrm>
              <a:off x="5332413" y="1665288"/>
              <a:ext cx="1755775" cy="1300163"/>
            </a:xfrm>
            <a:custGeom>
              <a:avLst/>
              <a:gdLst>
                <a:gd name="T0" fmla="*/ 1 w 461"/>
                <a:gd name="T1" fmla="*/ 0 h 341"/>
                <a:gd name="T2" fmla="*/ 1 w 461"/>
                <a:gd name="T3" fmla="*/ 0 h 341"/>
                <a:gd name="T4" fmla="*/ 1 w 461"/>
                <a:gd name="T5" fmla="*/ 1 h 341"/>
                <a:gd name="T6" fmla="*/ 0 w 461"/>
                <a:gd name="T7" fmla="*/ 4 h 341"/>
                <a:gd name="T8" fmla="*/ 457 w 461"/>
                <a:gd name="T9" fmla="*/ 341 h 341"/>
                <a:gd name="T10" fmla="*/ 461 w 461"/>
                <a:gd name="T11" fmla="*/ 339 h 341"/>
                <a:gd name="T12" fmla="*/ 461 w 461"/>
                <a:gd name="T13" fmla="*/ 339 h 341"/>
                <a:gd name="T14" fmla="*/ 285 w 461"/>
                <a:gd name="T15" fmla="*/ 209 h 341"/>
                <a:gd name="T16" fmla="*/ 283 w 461"/>
                <a:gd name="T17" fmla="*/ 208 h 341"/>
                <a:gd name="T18" fmla="*/ 262 w 461"/>
                <a:gd name="T19" fmla="*/ 192 h 341"/>
                <a:gd name="T20" fmla="*/ 244 w 461"/>
                <a:gd name="T21" fmla="*/ 179 h 341"/>
                <a:gd name="T22" fmla="*/ 1 w 461"/>
                <a:gd name="T23" fmla="*/ 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1" h="341">
                  <a:moveTo>
                    <a:pt x="1" y="0"/>
                  </a:moveTo>
                  <a:cubicBezTo>
                    <a:pt x="1" y="0"/>
                    <a:pt x="1" y="0"/>
                    <a:pt x="1" y="0"/>
                  </a:cubicBezTo>
                  <a:cubicBezTo>
                    <a:pt x="1" y="0"/>
                    <a:pt x="1" y="1"/>
                    <a:pt x="1" y="1"/>
                  </a:cubicBezTo>
                  <a:cubicBezTo>
                    <a:pt x="1" y="2"/>
                    <a:pt x="0" y="3"/>
                    <a:pt x="0" y="4"/>
                  </a:cubicBezTo>
                  <a:cubicBezTo>
                    <a:pt x="457" y="341"/>
                    <a:pt x="457" y="341"/>
                    <a:pt x="457" y="341"/>
                  </a:cubicBezTo>
                  <a:cubicBezTo>
                    <a:pt x="458" y="340"/>
                    <a:pt x="460" y="340"/>
                    <a:pt x="461" y="339"/>
                  </a:cubicBezTo>
                  <a:cubicBezTo>
                    <a:pt x="461" y="339"/>
                    <a:pt x="461" y="339"/>
                    <a:pt x="461" y="339"/>
                  </a:cubicBezTo>
                  <a:cubicBezTo>
                    <a:pt x="285" y="209"/>
                    <a:pt x="285" y="209"/>
                    <a:pt x="285" y="209"/>
                  </a:cubicBezTo>
                  <a:cubicBezTo>
                    <a:pt x="283" y="208"/>
                    <a:pt x="283" y="208"/>
                    <a:pt x="283" y="208"/>
                  </a:cubicBezTo>
                  <a:cubicBezTo>
                    <a:pt x="262" y="192"/>
                    <a:pt x="262" y="192"/>
                    <a:pt x="262" y="192"/>
                  </a:cubicBezTo>
                  <a:cubicBezTo>
                    <a:pt x="244" y="179"/>
                    <a:pt x="244" y="179"/>
                    <a:pt x="244" y="179"/>
                  </a:cubicBezTo>
                  <a:cubicBezTo>
                    <a:pt x="1" y="0"/>
                    <a:pt x="1" y="0"/>
                    <a:pt x="1" y="0"/>
                  </a:cubicBezTo>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4" name="Circle_04">
            <a:extLst>
              <a:ext uri="{FF2B5EF4-FFF2-40B4-BE49-F238E27FC236}">
                <a16:creationId xmlns:a16="http://schemas.microsoft.com/office/drawing/2014/main" id="{786135AB-F948-47ED-B215-5E2FC21A9ECD}"/>
              </a:ext>
            </a:extLst>
          </p:cNvPr>
          <p:cNvGrpSpPr/>
          <p:nvPr/>
        </p:nvGrpSpPr>
        <p:grpSpPr>
          <a:xfrm>
            <a:off x="6780213" y="2805113"/>
            <a:ext cx="1252538" cy="1250950"/>
            <a:chOff x="6780213" y="2805113"/>
            <a:chExt cx="1252538" cy="1250950"/>
          </a:xfrm>
          <a:effectLst>
            <a:outerShdw blurRad="152400" dist="127000" dir="2700000" sx="98000" sy="98000" algn="tl" rotWithShape="0">
              <a:prstClr val="black">
                <a:alpha val="30000"/>
              </a:prstClr>
            </a:outerShdw>
          </a:effectLst>
        </p:grpSpPr>
        <p:sp>
          <p:nvSpPr>
            <p:cNvPr id="40" name="Freeform 39">
              <a:extLst>
                <a:ext uri="{FF2B5EF4-FFF2-40B4-BE49-F238E27FC236}">
                  <a16:creationId xmlns:a16="http://schemas.microsoft.com/office/drawing/2014/main" id="{B407A3B1-903E-4116-AC5E-325D83B00AFC}"/>
                </a:ext>
              </a:extLst>
            </p:cNvPr>
            <p:cNvSpPr>
              <a:spLocks/>
            </p:cNvSpPr>
            <p:nvPr/>
          </p:nvSpPr>
          <p:spPr bwMode="auto">
            <a:xfrm>
              <a:off x="6780213" y="2805113"/>
              <a:ext cx="1252538" cy="1250950"/>
            </a:xfrm>
            <a:custGeom>
              <a:avLst/>
              <a:gdLst>
                <a:gd name="T0" fmla="*/ 270 w 329"/>
                <a:gd name="T1" fmla="*/ 270 h 328"/>
                <a:gd name="T2" fmla="*/ 58 w 329"/>
                <a:gd name="T3" fmla="*/ 270 h 328"/>
                <a:gd name="T4" fmla="*/ 58 w 329"/>
                <a:gd name="T5" fmla="*/ 58 h 328"/>
                <a:gd name="T6" fmla="*/ 270 w 329"/>
                <a:gd name="T7" fmla="*/ 58 h 328"/>
                <a:gd name="T8" fmla="*/ 270 w 329"/>
                <a:gd name="T9" fmla="*/ 270 h 328"/>
              </a:gdLst>
              <a:ahLst/>
              <a:cxnLst>
                <a:cxn ang="0">
                  <a:pos x="T0" y="T1"/>
                </a:cxn>
                <a:cxn ang="0">
                  <a:pos x="T2" y="T3"/>
                </a:cxn>
                <a:cxn ang="0">
                  <a:pos x="T4" y="T5"/>
                </a:cxn>
                <a:cxn ang="0">
                  <a:pos x="T6" y="T7"/>
                </a:cxn>
                <a:cxn ang="0">
                  <a:pos x="T8" y="T9"/>
                </a:cxn>
              </a:cxnLst>
              <a:rect l="0" t="0" r="r" b="b"/>
              <a:pathLst>
                <a:path w="329" h="328">
                  <a:moveTo>
                    <a:pt x="270" y="270"/>
                  </a:moveTo>
                  <a:cubicBezTo>
                    <a:pt x="212" y="328"/>
                    <a:pt x="117" y="328"/>
                    <a:pt x="58" y="270"/>
                  </a:cubicBezTo>
                  <a:cubicBezTo>
                    <a:pt x="0" y="211"/>
                    <a:pt x="0" y="117"/>
                    <a:pt x="58" y="58"/>
                  </a:cubicBezTo>
                  <a:cubicBezTo>
                    <a:pt x="117" y="0"/>
                    <a:pt x="212" y="0"/>
                    <a:pt x="270" y="58"/>
                  </a:cubicBezTo>
                  <a:cubicBezTo>
                    <a:pt x="329" y="117"/>
                    <a:pt x="329" y="211"/>
                    <a:pt x="270" y="27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41" name="Freeform 40">
              <a:extLst>
                <a:ext uri="{FF2B5EF4-FFF2-40B4-BE49-F238E27FC236}">
                  <a16:creationId xmlns:a16="http://schemas.microsoft.com/office/drawing/2014/main" id="{6AD81ABA-3DAC-446B-B01F-3ACC044EA19E}"/>
                </a:ext>
              </a:extLst>
            </p:cNvPr>
            <p:cNvSpPr>
              <a:spLocks/>
            </p:cNvSpPr>
            <p:nvPr/>
          </p:nvSpPr>
          <p:spPr bwMode="auto">
            <a:xfrm>
              <a:off x="6780213" y="2805113"/>
              <a:ext cx="1035050" cy="1036638"/>
            </a:xfrm>
            <a:custGeom>
              <a:avLst/>
              <a:gdLst>
                <a:gd name="T0" fmla="*/ 63 w 272"/>
                <a:gd name="T1" fmla="*/ 63 h 272"/>
                <a:gd name="T2" fmla="*/ 272 w 272"/>
                <a:gd name="T3" fmla="*/ 60 h 272"/>
                <a:gd name="T4" fmla="*/ 270 w 272"/>
                <a:gd name="T5" fmla="*/ 58 h 272"/>
                <a:gd name="T6" fmla="*/ 58 w 272"/>
                <a:gd name="T7" fmla="*/ 58 h 272"/>
                <a:gd name="T8" fmla="*/ 58 w 272"/>
                <a:gd name="T9" fmla="*/ 270 h 272"/>
                <a:gd name="T10" fmla="*/ 61 w 272"/>
                <a:gd name="T11" fmla="*/ 272 h 272"/>
                <a:gd name="T12" fmla="*/ 63 w 272"/>
                <a:gd name="T13" fmla="*/ 63 h 272"/>
              </a:gdLst>
              <a:ahLst/>
              <a:cxnLst>
                <a:cxn ang="0">
                  <a:pos x="T0" y="T1"/>
                </a:cxn>
                <a:cxn ang="0">
                  <a:pos x="T2" y="T3"/>
                </a:cxn>
                <a:cxn ang="0">
                  <a:pos x="T4" y="T5"/>
                </a:cxn>
                <a:cxn ang="0">
                  <a:pos x="T6" y="T7"/>
                </a:cxn>
                <a:cxn ang="0">
                  <a:pos x="T8" y="T9"/>
                </a:cxn>
                <a:cxn ang="0">
                  <a:pos x="T10" y="T11"/>
                </a:cxn>
                <a:cxn ang="0">
                  <a:pos x="T12" y="T13"/>
                </a:cxn>
              </a:cxnLst>
              <a:rect l="0" t="0" r="r" b="b"/>
              <a:pathLst>
                <a:path w="272" h="272">
                  <a:moveTo>
                    <a:pt x="63" y="63"/>
                  </a:moveTo>
                  <a:cubicBezTo>
                    <a:pt x="121" y="5"/>
                    <a:pt x="214" y="4"/>
                    <a:pt x="272" y="60"/>
                  </a:cubicBezTo>
                  <a:cubicBezTo>
                    <a:pt x="272" y="60"/>
                    <a:pt x="271" y="59"/>
                    <a:pt x="270" y="58"/>
                  </a:cubicBezTo>
                  <a:cubicBezTo>
                    <a:pt x="212" y="0"/>
                    <a:pt x="117" y="0"/>
                    <a:pt x="58" y="58"/>
                  </a:cubicBezTo>
                  <a:cubicBezTo>
                    <a:pt x="0" y="117"/>
                    <a:pt x="0" y="211"/>
                    <a:pt x="58" y="270"/>
                  </a:cubicBezTo>
                  <a:cubicBezTo>
                    <a:pt x="59" y="271"/>
                    <a:pt x="60" y="271"/>
                    <a:pt x="61" y="272"/>
                  </a:cubicBezTo>
                  <a:cubicBezTo>
                    <a:pt x="5" y="213"/>
                    <a:pt x="5" y="120"/>
                    <a:pt x="63" y="63"/>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2" name="Freeform 41">
              <a:extLst>
                <a:ext uri="{FF2B5EF4-FFF2-40B4-BE49-F238E27FC236}">
                  <a16:creationId xmlns:a16="http://schemas.microsoft.com/office/drawing/2014/main" id="{BDFC8CAC-D616-4966-BCBC-52A99E2B5D8F}"/>
                </a:ext>
              </a:extLst>
            </p:cNvPr>
            <p:cNvSpPr>
              <a:spLocks/>
            </p:cNvSpPr>
            <p:nvPr/>
          </p:nvSpPr>
          <p:spPr bwMode="auto">
            <a:xfrm>
              <a:off x="6992938" y="3019425"/>
              <a:ext cx="1039813" cy="1036638"/>
            </a:xfrm>
            <a:custGeom>
              <a:avLst/>
              <a:gdLst>
                <a:gd name="T0" fmla="*/ 210 w 273"/>
                <a:gd name="T1" fmla="*/ 209 h 272"/>
                <a:gd name="T2" fmla="*/ 212 w 273"/>
                <a:gd name="T3" fmla="*/ 0 h 272"/>
                <a:gd name="T4" fmla="*/ 214 w 273"/>
                <a:gd name="T5" fmla="*/ 2 h 272"/>
                <a:gd name="T6" fmla="*/ 214 w 273"/>
                <a:gd name="T7" fmla="*/ 214 h 272"/>
                <a:gd name="T8" fmla="*/ 2 w 273"/>
                <a:gd name="T9" fmla="*/ 214 h 272"/>
                <a:gd name="T10" fmla="*/ 0 w 273"/>
                <a:gd name="T11" fmla="*/ 212 h 272"/>
                <a:gd name="T12" fmla="*/ 210 w 273"/>
                <a:gd name="T13" fmla="*/ 209 h 272"/>
              </a:gdLst>
              <a:ahLst/>
              <a:cxnLst>
                <a:cxn ang="0">
                  <a:pos x="T0" y="T1"/>
                </a:cxn>
                <a:cxn ang="0">
                  <a:pos x="T2" y="T3"/>
                </a:cxn>
                <a:cxn ang="0">
                  <a:pos x="T4" y="T5"/>
                </a:cxn>
                <a:cxn ang="0">
                  <a:pos x="T6" y="T7"/>
                </a:cxn>
                <a:cxn ang="0">
                  <a:pos x="T8" y="T9"/>
                </a:cxn>
                <a:cxn ang="0">
                  <a:pos x="T10" y="T11"/>
                </a:cxn>
                <a:cxn ang="0">
                  <a:pos x="T12" y="T13"/>
                </a:cxn>
              </a:cxnLst>
              <a:rect l="0" t="0" r="r" b="b"/>
              <a:pathLst>
                <a:path w="273" h="272">
                  <a:moveTo>
                    <a:pt x="210" y="209"/>
                  </a:moveTo>
                  <a:cubicBezTo>
                    <a:pt x="267" y="152"/>
                    <a:pt x="268" y="59"/>
                    <a:pt x="212" y="0"/>
                  </a:cubicBezTo>
                  <a:cubicBezTo>
                    <a:pt x="213" y="1"/>
                    <a:pt x="213" y="1"/>
                    <a:pt x="214" y="2"/>
                  </a:cubicBezTo>
                  <a:cubicBezTo>
                    <a:pt x="273" y="61"/>
                    <a:pt x="273" y="155"/>
                    <a:pt x="214" y="214"/>
                  </a:cubicBezTo>
                  <a:cubicBezTo>
                    <a:pt x="156" y="272"/>
                    <a:pt x="61" y="272"/>
                    <a:pt x="2" y="214"/>
                  </a:cubicBezTo>
                  <a:cubicBezTo>
                    <a:pt x="2" y="213"/>
                    <a:pt x="1" y="212"/>
                    <a:pt x="0" y="212"/>
                  </a:cubicBezTo>
                  <a:cubicBezTo>
                    <a:pt x="59" y="268"/>
                    <a:pt x="152" y="267"/>
                    <a:pt x="210" y="209"/>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8" name="Circle_05">
            <a:extLst>
              <a:ext uri="{FF2B5EF4-FFF2-40B4-BE49-F238E27FC236}">
                <a16:creationId xmlns:a16="http://schemas.microsoft.com/office/drawing/2014/main" id="{C365292C-1046-4FF0-B2B8-CDC6DFE1DBB1}"/>
              </a:ext>
            </a:extLst>
          </p:cNvPr>
          <p:cNvGrpSpPr/>
          <p:nvPr/>
        </p:nvGrpSpPr>
        <p:grpSpPr>
          <a:xfrm>
            <a:off x="4162425" y="876300"/>
            <a:ext cx="1254126" cy="1254126"/>
            <a:chOff x="4162425" y="876300"/>
            <a:chExt cx="1254126" cy="1254126"/>
          </a:xfrm>
          <a:effectLst>
            <a:outerShdw blurRad="152400" dist="127000" dir="2700000" sx="98000" sy="98000" algn="tl" rotWithShape="0">
              <a:prstClr val="black">
                <a:alpha val="30000"/>
              </a:prstClr>
            </a:outerShdw>
          </a:effectLst>
        </p:grpSpPr>
        <p:sp>
          <p:nvSpPr>
            <p:cNvPr id="46" name="Freeform 45">
              <a:extLst>
                <a:ext uri="{FF2B5EF4-FFF2-40B4-BE49-F238E27FC236}">
                  <a16:creationId xmlns:a16="http://schemas.microsoft.com/office/drawing/2014/main" id="{DF4FEA40-E80D-4616-93FC-FBBCBF27843A}"/>
                </a:ext>
              </a:extLst>
            </p:cNvPr>
            <p:cNvSpPr>
              <a:spLocks/>
            </p:cNvSpPr>
            <p:nvPr/>
          </p:nvSpPr>
          <p:spPr bwMode="auto">
            <a:xfrm>
              <a:off x="4162425" y="876300"/>
              <a:ext cx="1254125" cy="1254125"/>
            </a:xfrm>
            <a:custGeom>
              <a:avLst/>
              <a:gdLst>
                <a:gd name="T0" fmla="*/ 271 w 329"/>
                <a:gd name="T1" fmla="*/ 270 h 329"/>
                <a:gd name="T2" fmla="*/ 59 w 329"/>
                <a:gd name="T3" fmla="*/ 270 h 329"/>
                <a:gd name="T4" fmla="*/ 59 w 329"/>
                <a:gd name="T5" fmla="*/ 59 h 329"/>
                <a:gd name="T6" fmla="*/ 271 w 329"/>
                <a:gd name="T7" fmla="*/ 59 h 329"/>
                <a:gd name="T8" fmla="*/ 271 w 329"/>
                <a:gd name="T9" fmla="*/ 270 h 329"/>
              </a:gdLst>
              <a:ahLst/>
              <a:cxnLst>
                <a:cxn ang="0">
                  <a:pos x="T0" y="T1"/>
                </a:cxn>
                <a:cxn ang="0">
                  <a:pos x="T2" y="T3"/>
                </a:cxn>
                <a:cxn ang="0">
                  <a:pos x="T4" y="T5"/>
                </a:cxn>
                <a:cxn ang="0">
                  <a:pos x="T6" y="T7"/>
                </a:cxn>
                <a:cxn ang="0">
                  <a:pos x="T8" y="T9"/>
                </a:cxn>
              </a:cxnLst>
              <a:rect l="0" t="0" r="r" b="b"/>
              <a:pathLst>
                <a:path w="329" h="329">
                  <a:moveTo>
                    <a:pt x="271" y="270"/>
                  </a:moveTo>
                  <a:cubicBezTo>
                    <a:pt x="212" y="329"/>
                    <a:pt x="117" y="329"/>
                    <a:pt x="59" y="270"/>
                  </a:cubicBezTo>
                  <a:cubicBezTo>
                    <a:pt x="0" y="212"/>
                    <a:pt x="0" y="117"/>
                    <a:pt x="59" y="59"/>
                  </a:cubicBezTo>
                  <a:cubicBezTo>
                    <a:pt x="117" y="0"/>
                    <a:pt x="212" y="0"/>
                    <a:pt x="271" y="59"/>
                  </a:cubicBezTo>
                  <a:cubicBezTo>
                    <a:pt x="329" y="117"/>
                    <a:pt x="329" y="212"/>
                    <a:pt x="271" y="27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47" name="Freeform 46">
              <a:extLst>
                <a:ext uri="{FF2B5EF4-FFF2-40B4-BE49-F238E27FC236}">
                  <a16:creationId xmlns:a16="http://schemas.microsoft.com/office/drawing/2014/main" id="{E4BF7EA5-9602-41B3-B4A6-CBF397E84865}"/>
                </a:ext>
              </a:extLst>
            </p:cNvPr>
            <p:cNvSpPr>
              <a:spLocks/>
            </p:cNvSpPr>
            <p:nvPr/>
          </p:nvSpPr>
          <p:spPr bwMode="auto">
            <a:xfrm>
              <a:off x="4162425" y="876300"/>
              <a:ext cx="1039813" cy="1036638"/>
            </a:xfrm>
            <a:custGeom>
              <a:avLst/>
              <a:gdLst>
                <a:gd name="T0" fmla="*/ 63 w 273"/>
                <a:gd name="T1" fmla="*/ 63 h 272"/>
                <a:gd name="T2" fmla="*/ 273 w 273"/>
                <a:gd name="T3" fmla="*/ 61 h 272"/>
                <a:gd name="T4" fmla="*/ 271 w 273"/>
                <a:gd name="T5" fmla="*/ 59 h 272"/>
                <a:gd name="T6" fmla="*/ 59 w 273"/>
                <a:gd name="T7" fmla="*/ 59 h 272"/>
                <a:gd name="T8" fmla="*/ 59 w 273"/>
                <a:gd name="T9" fmla="*/ 270 h 272"/>
                <a:gd name="T10" fmla="*/ 61 w 273"/>
                <a:gd name="T11" fmla="*/ 272 h 272"/>
                <a:gd name="T12" fmla="*/ 63 w 273"/>
                <a:gd name="T13" fmla="*/ 63 h 272"/>
              </a:gdLst>
              <a:ahLst/>
              <a:cxnLst>
                <a:cxn ang="0">
                  <a:pos x="T0" y="T1"/>
                </a:cxn>
                <a:cxn ang="0">
                  <a:pos x="T2" y="T3"/>
                </a:cxn>
                <a:cxn ang="0">
                  <a:pos x="T4" y="T5"/>
                </a:cxn>
                <a:cxn ang="0">
                  <a:pos x="T6" y="T7"/>
                </a:cxn>
                <a:cxn ang="0">
                  <a:pos x="T8" y="T9"/>
                </a:cxn>
                <a:cxn ang="0">
                  <a:pos x="T10" y="T11"/>
                </a:cxn>
                <a:cxn ang="0">
                  <a:pos x="T12" y="T13"/>
                </a:cxn>
              </a:cxnLst>
              <a:rect l="0" t="0" r="r" b="b"/>
              <a:pathLst>
                <a:path w="273" h="272">
                  <a:moveTo>
                    <a:pt x="63" y="63"/>
                  </a:moveTo>
                  <a:cubicBezTo>
                    <a:pt x="121" y="5"/>
                    <a:pt x="214" y="5"/>
                    <a:pt x="273" y="61"/>
                  </a:cubicBezTo>
                  <a:cubicBezTo>
                    <a:pt x="272" y="60"/>
                    <a:pt x="271" y="59"/>
                    <a:pt x="271" y="59"/>
                  </a:cubicBezTo>
                  <a:cubicBezTo>
                    <a:pt x="212" y="0"/>
                    <a:pt x="117" y="0"/>
                    <a:pt x="59" y="59"/>
                  </a:cubicBezTo>
                  <a:cubicBezTo>
                    <a:pt x="0" y="117"/>
                    <a:pt x="0" y="212"/>
                    <a:pt x="59" y="270"/>
                  </a:cubicBezTo>
                  <a:cubicBezTo>
                    <a:pt x="60" y="271"/>
                    <a:pt x="60" y="272"/>
                    <a:pt x="61" y="272"/>
                  </a:cubicBezTo>
                  <a:cubicBezTo>
                    <a:pt x="5" y="214"/>
                    <a:pt x="6" y="121"/>
                    <a:pt x="63" y="63"/>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8" name="Freeform 47">
              <a:extLst>
                <a:ext uri="{FF2B5EF4-FFF2-40B4-BE49-F238E27FC236}">
                  <a16:creationId xmlns:a16="http://schemas.microsoft.com/office/drawing/2014/main" id="{E4484560-C260-49E5-BFF0-C505E05243D5}"/>
                </a:ext>
              </a:extLst>
            </p:cNvPr>
            <p:cNvSpPr>
              <a:spLocks/>
            </p:cNvSpPr>
            <p:nvPr/>
          </p:nvSpPr>
          <p:spPr bwMode="auto">
            <a:xfrm>
              <a:off x="4379913" y="1090613"/>
              <a:ext cx="1036638" cy="1039813"/>
            </a:xfrm>
            <a:custGeom>
              <a:avLst/>
              <a:gdLst>
                <a:gd name="T0" fmla="*/ 209 w 272"/>
                <a:gd name="T1" fmla="*/ 210 h 273"/>
                <a:gd name="T2" fmla="*/ 211 w 272"/>
                <a:gd name="T3" fmla="*/ 0 h 273"/>
                <a:gd name="T4" fmla="*/ 214 w 272"/>
                <a:gd name="T5" fmla="*/ 3 h 273"/>
                <a:gd name="T6" fmla="*/ 214 w 272"/>
                <a:gd name="T7" fmla="*/ 214 h 273"/>
                <a:gd name="T8" fmla="*/ 2 w 272"/>
                <a:gd name="T9" fmla="*/ 214 h 273"/>
                <a:gd name="T10" fmla="*/ 0 w 272"/>
                <a:gd name="T11" fmla="*/ 212 h 273"/>
                <a:gd name="T12" fmla="*/ 209 w 272"/>
                <a:gd name="T13" fmla="*/ 210 h 273"/>
              </a:gdLst>
              <a:ahLst/>
              <a:cxnLst>
                <a:cxn ang="0">
                  <a:pos x="T0" y="T1"/>
                </a:cxn>
                <a:cxn ang="0">
                  <a:pos x="T2" y="T3"/>
                </a:cxn>
                <a:cxn ang="0">
                  <a:pos x="T4" y="T5"/>
                </a:cxn>
                <a:cxn ang="0">
                  <a:pos x="T6" y="T7"/>
                </a:cxn>
                <a:cxn ang="0">
                  <a:pos x="T8" y="T9"/>
                </a:cxn>
                <a:cxn ang="0">
                  <a:pos x="T10" y="T11"/>
                </a:cxn>
                <a:cxn ang="0">
                  <a:pos x="T12" y="T13"/>
                </a:cxn>
              </a:cxnLst>
              <a:rect l="0" t="0" r="r" b="b"/>
              <a:pathLst>
                <a:path w="272" h="273">
                  <a:moveTo>
                    <a:pt x="209" y="210"/>
                  </a:moveTo>
                  <a:cubicBezTo>
                    <a:pt x="267" y="152"/>
                    <a:pt x="268" y="59"/>
                    <a:pt x="211" y="0"/>
                  </a:cubicBezTo>
                  <a:cubicBezTo>
                    <a:pt x="212" y="1"/>
                    <a:pt x="213" y="2"/>
                    <a:pt x="214" y="3"/>
                  </a:cubicBezTo>
                  <a:cubicBezTo>
                    <a:pt x="272" y="61"/>
                    <a:pt x="272" y="156"/>
                    <a:pt x="214" y="214"/>
                  </a:cubicBezTo>
                  <a:cubicBezTo>
                    <a:pt x="155" y="273"/>
                    <a:pt x="60" y="273"/>
                    <a:pt x="2" y="214"/>
                  </a:cubicBezTo>
                  <a:cubicBezTo>
                    <a:pt x="1" y="213"/>
                    <a:pt x="0" y="213"/>
                    <a:pt x="0" y="212"/>
                  </a:cubicBezTo>
                  <a:cubicBezTo>
                    <a:pt x="58" y="268"/>
                    <a:pt x="151" y="267"/>
                    <a:pt x="209" y="21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5" name="Strip_03">
            <a:extLst>
              <a:ext uri="{FF2B5EF4-FFF2-40B4-BE49-F238E27FC236}">
                <a16:creationId xmlns:a16="http://schemas.microsoft.com/office/drawing/2014/main" id="{035FF79E-41D9-4052-9ACA-92B61E6ADDE5}"/>
              </a:ext>
            </a:extLst>
          </p:cNvPr>
          <p:cNvGrpSpPr/>
          <p:nvPr/>
        </p:nvGrpSpPr>
        <p:grpSpPr>
          <a:xfrm>
            <a:off x="5100638" y="1653778"/>
            <a:ext cx="1995487" cy="1614092"/>
            <a:chOff x="8810625" y="862012"/>
            <a:chExt cx="1968501" cy="1592264"/>
          </a:xfrm>
          <a:effectLst>
            <a:outerShdw blurRad="63500" sx="102000" sy="102000" algn="ctr" rotWithShape="0">
              <a:prstClr val="black">
                <a:alpha val="40000"/>
              </a:prstClr>
            </a:outerShdw>
          </a:effectLst>
        </p:grpSpPr>
        <p:sp>
          <p:nvSpPr>
            <p:cNvPr id="81" name="Freeform 69">
              <a:extLst>
                <a:ext uri="{FF2B5EF4-FFF2-40B4-BE49-F238E27FC236}">
                  <a16:creationId xmlns:a16="http://schemas.microsoft.com/office/drawing/2014/main" id="{76E564A6-3985-46E0-97DD-4C073152403B}"/>
                </a:ext>
              </a:extLst>
            </p:cNvPr>
            <p:cNvSpPr>
              <a:spLocks/>
            </p:cNvSpPr>
            <p:nvPr/>
          </p:nvSpPr>
          <p:spPr bwMode="auto">
            <a:xfrm>
              <a:off x="8810625" y="862012"/>
              <a:ext cx="1968500" cy="1592263"/>
            </a:xfrm>
            <a:custGeom>
              <a:avLst/>
              <a:gdLst>
                <a:gd name="T0" fmla="*/ 520 w 520"/>
                <a:gd name="T1" fmla="*/ 82 h 420"/>
                <a:gd name="T2" fmla="*/ 460 w 520"/>
                <a:gd name="T3" fmla="*/ 0 h 420"/>
                <a:gd name="T4" fmla="*/ 260 w 520"/>
                <a:gd name="T5" fmla="*/ 148 h 420"/>
                <a:gd name="T6" fmla="*/ 260 w 520"/>
                <a:gd name="T7" fmla="*/ 148 h 420"/>
                <a:gd name="T8" fmla="*/ 0 w 520"/>
                <a:gd name="T9" fmla="*/ 339 h 420"/>
                <a:gd name="T10" fmla="*/ 60 w 520"/>
                <a:gd name="T11" fmla="*/ 420 h 420"/>
                <a:gd name="T12" fmla="*/ 345 w 520"/>
                <a:gd name="T13" fmla="*/ 210 h 420"/>
                <a:gd name="T14" fmla="*/ 345 w 520"/>
                <a:gd name="T15" fmla="*/ 210 h 420"/>
                <a:gd name="T16" fmla="*/ 520 w 520"/>
                <a:gd name="T17" fmla="*/ 8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0" h="420">
                  <a:moveTo>
                    <a:pt x="520" y="82"/>
                  </a:moveTo>
                  <a:cubicBezTo>
                    <a:pt x="491" y="62"/>
                    <a:pt x="470" y="34"/>
                    <a:pt x="460" y="0"/>
                  </a:cubicBezTo>
                  <a:cubicBezTo>
                    <a:pt x="260" y="148"/>
                    <a:pt x="260" y="148"/>
                    <a:pt x="260" y="148"/>
                  </a:cubicBezTo>
                  <a:cubicBezTo>
                    <a:pt x="260" y="148"/>
                    <a:pt x="260" y="148"/>
                    <a:pt x="260" y="148"/>
                  </a:cubicBezTo>
                  <a:cubicBezTo>
                    <a:pt x="0" y="339"/>
                    <a:pt x="0" y="339"/>
                    <a:pt x="0" y="339"/>
                  </a:cubicBezTo>
                  <a:cubicBezTo>
                    <a:pt x="29" y="358"/>
                    <a:pt x="50" y="387"/>
                    <a:pt x="60" y="420"/>
                  </a:cubicBezTo>
                  <a:cubicBezTo>
                    <a:pt x="345" y="210"/>
                    <a:pt x="345" y="210"/>
                    <a:pt x="345" y="210"/>
                  </a:cubicBezTo>
                  <a:cubicBezTo>
                    <a:pt x="345" y="210"/>
                    <a:pt x="345" y="210"/>
                    <a:pt x="345" y="210"/>
                  </a:cubicBezTo>
                  <a:lnTo>
                    <a:pt x="520" y="8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82" name="Freeform 70">
              <a:extLst>
                <a:ext uri="{FF2B5EF4-FFF2-40B4-BE49-F238E27FC236}">
                  <a16:creationId xmlns:a16="http://schemas.microsoft.com/office/drawing/2014/main" id="{5653B840-B632-4E6F-9E8C-9E60FD00421F}"/>
                </a:ext>
              </a:extLst>
            </p:cNvPr>
            <p:cNvSpPr>
              <a:spLocks/>
            </p:cNvSpPr>
            <p:nvPr/>
          </p:nvSpPr>
          <p:spPr bwMode="auto">
            <a:xfrm>
              <a:off x="8810625" y="862012"/>
              <a:ext cx="1749425" cy="1296988"/>
            </a:xfrm>
            <a:custGeom>
              <a:avLst/>
              <a:gdLst>
                <a:gd name="T0" fmla="*/ 264 w 462"/>
                <a:gd name="T1" fmla="*/ 151 h 342"/>
                <a:gd name="T2" fmla="*/ 462 w 462"/>
                <a:gd name="T3" fmla="*/ 6 h 342"/>
                <a:gd name="T4" fmla="*/ 460 w 462"/>
                <a:gd name="T5" fmla="*/ 0 h 342"/>
                <a:gd name="T6" fmla="*/ 260 w 462"/>
                <a:gd name="T7" fmla="*/ 148 h 342"/>
                <a:gd name="T8" fmla="*/ 260 w 462"/>
                <a:gd name="T9" fmla="*/ 148 h 342"/>
                <a:gd name="T10" fmla="*/ 0 w 462"/>
                <a:gd name="T11" fmla="*/ 339 h 342"/>
                <a:gd name="T12" fmla="*/ 5 w 462"/>
                <a:gd name="T13" fmla="*/ 342 h 342"/>
                <a:gd name="T14" fmla="*/ 264 w 462"/>
                <a:gd name="T15" fmla="*/ 151 h 342"/>
                <a:gd name="T16" fmla="*/ 264 w 462"/>
                <a:gd name="T17" fmla="*/ 150 h 342"/>
                <a:gd name="T18" fmla="*/ 264 w 462"/>
                <a:gd name="T19" fmla="*/ 151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2" h="342">
                  <a:moveTo>
                    <a:pt x="264" y="151"/>
                  </a:moveTo>
                  <a:cubicBezTo>
                    <a:pt x="462" y="6"/>
                    <a:pt x="462" y="6"/>
                    <a:pt x="462" y="6"/>
                  </a:cubicBezTo>
                  <a:cubicBezTo>
                    <a:pt x="461" y="4"/>
                    <a:pt x="460" y="2"/>
                    <a:pt x="460" y="0"/>
                  </a:cubicBezTo>
                  <a:cubicBezTo>
                    <a:pt x="260" y="148"/>
                    <a:pt x="260" y="148"/>
                    <a:pt x="260" y="148"/>
                  </a:cubicBezTo>
                  <a:cubicBezTo>
                    <a:pt x="260" y="148"/>
                    <a:pt x="260" y="148"/>
                    <a:pt x="260" y="148"/>
                  </a:cubicBezTo>
                  <a:cubicBezTo>
                    <a:pt x="0" y="339"/>
                    <a:pt x="0" y="339"/>
                    <a:pt x="0" y="339"/>
                  </a:cubicBezTo>
                  <a:cubicBezTo>
                    <a:pt x="2" y="340"/>
                    <a:pt x="3" y="341"/>
                    <a:pt x="5" y="342"/>
                  </a:cubicBezTo>
                  <a:cubicBezTo>
                    <a:pt x="264" y="151"/>
                    <a:pt x="264" y="151"/>
                    <a:pt x="264" y="151"/>
                  </a:cubicBezTo>
                  <a:cubicBezTo>
                    <a:pt x="264" y="150"/>
                    <a:pt x="264" y="150"/>
                    <a:pt x="264" y="150"/>
                  </a:cubicBezTo>
                  <a:lnTo>
                    <a:pt x="264" y="151"/>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3" name="Freeform 71">
              <a:extLst>
                <a:ext uri="{FF2B5EF4-FFF2-40B4-BE49-F238E27FC236}">
                  <a16:creationId xmlns:a16="http://schemas.microsoft.com/office/drawing/2014/main" id="{1A226EEF-BF48-477F-917C-901FCFE9E795}"/>
                </a:ext>
              </a:extLst>
            </p:cNvPr>
            <p:cNvSpPr>
              <a:spLocks/>
            </p:cNvSpPr>
            <p:nvPr/>
          </p:nvSpPr>
          <p:spPr bwMode="auto">
            <a:xfrm>
              <a:off x="8950325" y="1036638"/>
              <a:ext cx="1828800" cy="1417638"/>
            </a:xfrm>
            <a:custGeom>
              <a:avLst/>
              <a:gdLst>
                <a:gd name="T0" fmla="*/ 446 w 483"/>
                <a:gd name="T1" fmla="*/ 0 h 374"/>
                <a:gd name="T2" fmla="*/ 266 w 483"/>
                <a:gd name="T3" fmla="*/ 133 h 374"/>
                <a:gd name="T4" fmla="*/ 266 w 483"/>
                <a:gd name="T5" fmla="*/ 133 h 374"/>
                <a:gd name="T6" fmla="*/ 0 w 483"/>
                <a:gd name="T7" fmla="*/ 328 h 374"/>
                <a:gd name="T8" fmla="*/ 23 w 483"/>
                <a:gd name="T9" fmla="*/ 374 h 374"/>
                <a:gd name="T10" fmla="*/ 308 w 483"/>
                <a:gd name="T11" fmla="*/ 164 h 374"/>
                <a:gd name="T12" fmla="*/ 483 w 483"/>
                <a:gd name="T13" fmla="*/ 36 h 374"/>
                <a:gd name="T14" fmla="*/ 446 w 483"/>
                <a:gd name="T15" fmla="*/ 0 h 3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3" h="374">
                  <a:moveTo>
                    <a:pt x="446" y="0"/>
                  </a:moveTo>
                  <a:cubicBezTo>
                    <a:pt x="266" y="133"/>
                    <a:pt x="266" y="133"/>
                    <a:pt x="266" y="133"/>
                  </a:cubicBezTo>
                  <a:cubicBezTo>
                    <a:pt x="266" y="133"/>
                    <a:pt x="266" y="133"/>
                    <a:pt x="266" y="133"/>
                  </a:cubicBezTo>
                  <a:cubicBezTo>
                    <a:pt x="0" y="328"/>
                    <a:pt x="0" y="328"/>
                    <a:pt x="0" y="328"/>
                  </a:cubicBezTo>
                  <a:cubicBezTo>
                    <a:pt x="10" y="342"/>
                    <a:pt x="18" y="357"/>
                    <a:pt x="23" y="374"/>
                  </a:cubicBezTo>
                  <a:cubicBezTo>
                    <a:pt x="308" y="164"/>
                    <a:pt x="308" y="164"/>
                    <a:pt x="308" y="164"/>
                  </a:cubicBezTo>
                  <a:cubicBezTo>
                    <a:pt x="483" y="36"/>
                    <a:pt x="483" y="36"/>
                    <a:pt x="483" y="36"/>
                  </a:cubicBezTo>
                  <a:cubicBezTo>
                    <a:pt x="468" y="26"/>
                    <a:pt x="456" y="14"/>
                    <a:pt x="446"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4" name="Freeform 72">
              <a:extLst>
                <a:ext uri="{FF2B5EF4-FFF2-40B4-BE49-F238E27FC236}">
                  <a16:creationId xmlns:a16="http://schemas.microsoft.com/office/drawing/2014/main" id="{EEF2D963-503B-437F-8759-8B193BB12BD4}"/>
                </a:ext>
              </a:extLst>
            </p:cNvPr>
            <p:cNvSpPr>
              <a:spLocks/>
            </p:cNvSpPr>
            <p:nvPr/>
          </p:nvSpPr>
          <p:spPr bwMode="auto">
            <a:xfrm>
              <a:off x="9034463" y="1162050"/>
              <a:ext cx="1744663" cy="1292225"/>
            </a:xfrm>
            <a:custGeom>
              <a:avLst/>
              <a:gdLst>
                <a:gd name="T0" fmla="*/ 461 w 461"/>
                <a:gd name="T1" fmla="*/ 3 h 341"/>
                <a:gd name="T2" fmla="*/ 286 w 461"/>
                <a:gd name="T3" fmla="*/ 131 h 341"/>
                <a:gd name="T4" fmla="*/ 1 w 461"/>
                <a:gd name="T5" fmla="*/ 341 h 341"/>
                <a:gd name="T6" fmla="*/ 0 w 461"/>
                <a:gd name="T7" fmla="*/ 336 h 341"/>
                <a:gd name="T8" fmla="*/ 282 w 461"/>
                <a:gd name="T9" fmla="*/ 128 h 341"/>
                <a:gd name="T10" fmla="*/ 458 w 461"/>
                <a:gd name="T11" fmla="*/ 0 h 341"/>
                <a:gd name="T12" fmla="*/ 461 w 461"/>
                <a:gd name="T13" fmla="*/ 3 h 341"/>
              </a:gdLst>
              <a:ahLst/>
              <a:cxnLst>
                <a:cxn ang="0">
                  <a:pos x="T0" y="T1"/>
                </a:cxn>
                <a:cxn ang="0">
                  <a:pos x="T2" y="T3"/>
                </a:cxn>
                <a:cxn ang="0">
                  <a:pos x="T4" y="T5"/>
                </a:cxn>
                <a:cxn ang="0">
                  <a:pos x="T6" y="T7"/>
                </a:cxn>
                <a:cxn ang="0">
                  <a:pos x="T8" y="T9"/>
                </a:cxn>
                <a:cxn ang="0">
                  <a:pos x="T10" y="T11"/>
                </a:cxn>
                <a:cxn ang="0">
                  <a:pos x="T12" y="T13"/>
                </a:cxn>
              </a:cxnLst>
              <a:rect l="0" t="0" r="r" b="b"/>
              <a:pathLst>
                <a:path w="461" h="341">
                  <a:moveTo>
                    <a:pt x="461" y="3"/>
                  </a:moveTo>
                  <a:cubicBezTo>
                    <a:pt x="286" y="131"/>
                    <a:pt x="286" y="131"/>
                    <a:pt x="286" y="131"/>
                  </a:cubicBezTo>
                  <a:cubicBezTo>
                    <a:pt x="1" y="341"/>
                    <a:pt x="1" y="341"/>
                    <a:pt x="1" y="341"/>
                  </a:cubicBezTo>
                  <a:cubicBezTo>
                    <a:pt x="1" y="339"/>
                    <a:pt x="0" y="338"/>
                    <a:pt x="0" y="336"/>
                  </a:cubicBezTo>
                  <a:cubicBezTo>
                    <a:pt x="282" y="128"/>
                    <a:pt x="282" y="128"/>
                    <a:pt x="282" y="128"/>
                  </a:cubicBezTo>
                  <a:cubicBezTo>
                    <a:pt x="458" y="0"/>
                    <a:pt x="458" y="0"/>
                    <a:pt x="458" y="0"/>
                  </a:cubicBezTo>
                  <a:cubicBezTo>
                    <a:pt x="459" y="1"/>
                    <a:pt x="460" y="2"/>
                    <a:pt x="461" y="3"/>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6" name="Circle_03">
            <a:extLst>
              <a:ext uri="{FF2B5EF4-FFF2-40B4-BE49-F238E27FC236}">
                <a16:creationId xmlns:a16="http://schemas.microsoft.com/office/drawing/2014/main" id="{C2609CDC-9F8C-41D2-BBFA-0BC80A710479}"/>
              </a:ext>
            </a:extLst>
          </p:cNvPr>
          <p:cNvGrpSpPr/>
          <p:nvPr/>
        </p:nvGrpSpPr>
        <p:grpSpPr>
          <a:xfrm>
            <a:off x="4162425" y="2805113"/>
            <a:ext cx="1254126" cy="1250950"/>
            <a:chOff x="4162425" y="2805113"/>
            <a:chExt cx="1254126" cy="1250950"/>
          </a:xfrm>
          <a:effectLst>
            <a:outerShdw blurRad="152400" dist="127000" dir="2700000" sx="98000" sy="98000" algn="tl" rotWithShape="0">
              <a:prstClr val="black">
                <a:alpha val="30000"/>
              </a:prstClr>
            </a:outerShdw>
          </a:effectLst>
        </p:grpSpPr>
        <p:sp>
          <p:nvSpPr>
            <p:cNvPr id="49" name="Freeform 48">
              <a:extLst>
                <a:ext uri="{FF2B5EF4-FFF2-40B4-BE49-F238E27FC236}">
                  <a16:creationId xmlns:a16="http://schemas.microsoft.com/office/drawing/2014/main" id="{E3651A83-9AC2-4005-B46C-7E6407714253}"/>
                </a:ext>
              </a:extLst>
            </p:cNvPr>
            <p:cNvSpPr>
              <a:spLocks/>
            </p:cNvSpPr>
            <p:nvPr/>
          </p:nvSpPr>
          <p:spPr bwMode="auto">
            <a:xfrm>
              <a:off x="4162425" y="2805113"/>
              <a:ext cx="1254125" cy="1250950"/>
            </a:xfrm>
            <a:custGeom>
              <a:avLst/>
              <a:gdLst>
                <a:gd name="T0" fmla="*/ 271 w 329"/>
                <a:gd name="T1" fmla="*/ 270 h 328"/>
                <a:gd name="T2" fmla="*/ 59 w 329"/>
                <a:gd name="T3" fmla="*/ 270 h 328"/>
                <a:gd name="T4" fmla="*/ 59 w 329"/>
                <a:gd name="T5" fmla="*/ 58 h 328"/>
                <a:gd name="T6" fmla="*/ 271 w 329"/>
                <a:gd name="T7" fmla="*/ 58 h 328"/>
                <a:gd name="T8" fmla="*/ 271 w 329"/>
                <a:gd name="T9" fmla="*/ 270 h 328"/>
              </a:gdLst>
              <a:ahLst/>
              <a:cxnLst>
                <a:cxn ang="0">
                  <a:pos x="T0" y="T1"/>
                </a:cxn>
                <a:cxn ang="0">
                  <a:pos x="T2" y="T3"/>
                </a:cxn>
                <a:cxn ang="0">
                  <a:pos x="T4" y="T5"/>
                </a:cxn>
                <a:cxn ang="0">
                  <a:pos x="T6" y="T7"/>
                </a:cxn>
                <a:cxn ang="0">
                  <a:pos x="T8" y="T9"/>
                </a:cxn>
              </a:cxnLst>
              <a:rect l="0" t="0" r="r" b="b"/>
              <a:pathLst>
                <a:path w="329" h="328">
                  <a:moveTo>
                    <a:pt x="271" y="270"/>
                  </a:moveTo>
                  <a:cubicBezTo>
                    <a:pt x="212" y="328"/>
                    <a:pt x="117" y="328"/>
                    <a:pt x="59" y="270"/>
                  </a:cubicBezTo>
                  <a:cubicBezTo>
                    <a:pt x="0" y="211"/>
                    <a:pt x="0" y="117"/>
                    <a:pt x="59" y="58"/>
                  </a:cubicBezTo>
                  <a:cubicBezTo>
                    <a:pt x="117" y="0"/>
                    <a:pt x="212" y="0"/>
                    <a:pt x="271" y="58"/>
                  </a:cubicBezTo>
                  <a:cubicBezTo>
                    <a:pt x="329" y="117"/>
                    <a:pt x="329" y="211"/>
                    <a:pt x="271" y="27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50" name="Freeform 49">
              <a:extLst>
                <a:ext uri="{FF2B5EF4-FFF2-40B4-BE49-F238E27FC236}">
                  <a16:creationId xmlns:a16="http://schemas.microsoft.com/office/drawing/2014/main" id="{9DA18555-57EB-4254-9F34-C6906F1F5B91}"/>
                </a:ext>
              </a:extLst>
            </p:cNvPr>
            <p:cNvSpPr>
              <a:spLocks/>
            </p:cNvSpPr>
            <p:nvPr/>
          </p:nvSpPr>
          <p:spPr bwMode="auto">
            <a:xfrm>
              <a:off x="4162425" y="2805113"/>
              <a:ext cx="1039813" cy="1036638"/>
            </a:xfrm>
            <a:custGeom>
              <a:avLst/>
              <a:gdLst>
                <a:gd name="T0" fmla="*/ 63 w 273"/>
                <a:gd name="T1" fmla="*/ 63 h 272"/>
                <a:gd name="T2" fmla="*/ 273 w 273"/>
                <a:gd name="T3" fmla="*/ 60 h 272"/>
                <a:gd name="T4" fmla="*/ 271 w 273"/>
                <a:gd name="T5" fmla="*/ 58 h 272"/>
                <a:gd name="T6" fmla="*/ 59 w 273"/>
                <a:gd name="T7" fmla="*/ 58 h 272"/>
                <a:gd name="T8" fmla="*/ 59 w 273"/>
                <a:gd name="T9" fmla="*/ 270 h 272"/>
                <a:gd name="T10" fmla="*/ 61 w 273"/>
                <a:gd name="T11" fmla="*/ 272 h 272"/>
                <a:gd name="T12" fmla="*/ 63 w 273"/>
                <a:gd name="T13" fmla="*/ 63 h 272"/>
              </a:gdLst>
              <a:ahLst/>
              <a:cxnLst>
                <a:cxn ang="0">
                  <a:pos x="T0" y="T1"/>
                </a:cxn>
                <a:cxn ang="0">
                  <a:pos x="T2" y="T3"/>
                </a:cxn>
                <a:cxn ang="0">
                  <a:pos x="T4" y="T5"/>
                </a:cxn>
                <a:cxn ang="0">
                  <a:pos x="T6" y="T7"/>
                </a:cxn>
                <a:cxn ang="0">
                  <a:pos x="T8" y="T9"/>
                </a:cxn>
                <a:cxn ang="0">
                  <a:pos x="T10" y="T11"/>
                </a:cxn>
                <a:cxn ang="0">
                  <a:pos x="T12" y="T13"/>
                </a:cxn>
              </a:cxnLst>
              <a:rect l="0" t="0" r="r" b="b"/>
              <a:pathLst>
                <a:path w="273" h="272">
                  <a:moveTo>
                    <a:pt x="63" y="63"/>
                  </a:moveTo>
                  <a:cubicBezTo>
                    <a:pt x="121" y="5"/>
                    <a:pt x="214" y="4"/>
                    <a:pt x="273" y="60"/>
                  </a:cubicBezTo>
                  <a:cubicBezTo>
                    <a:pt x="272" y="60"/>
                    <a:pt x="271" y="59"/>
                    <a:pt x="271" y="58"/>
                  </a:cubicBezTo>
                  <a:cubicBezTo>
                    <a:pt x="212" y="0"/>
                    <a:pt x="117" y="0"/>
                    <a:pt x="59" y="58"/>
                  </a:cubicBezTo>
                  <a:cubicBezTo>
                    <a:pt x="0" y="117"/>
                    <a:pt x="0" y="211"/>
                    <a:pt x="59" y="270"/>
                  </a:cubicBezTo>
                  <a:cubicBezTo>
                    <a:pt x="60" y="271"/>
                    <a:pt x="60" y="271"/>
                    <a:pt x="61" y="272"/>
                  </a:cubicBezTo>
                  <a:cubicBezTo>
                    <a:pt x="5" y="213"/>
                    <a:pt x="6" y="120"/>
                    <a:pt x="63" y="63"/>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1" name="Freeform 50">
              <a:extLst>
                <a:ext uri="{FF2B5EF4-FFF2-40B4-BE49-F238E27FC236}">
                  <a16:creationId xmlns:a16="http://schemas.microsoft.com/office/drawing/2014/main" id="{C9525C8F-15C3-4E9B-9826-3357B309A9CF}"/>
                </a:ext>
              </a:extLst>
            </p:cNvPr>
            <p:cNvSpPr>
              <a:spLocks/>
            </p:cNvSpPr>
            <p:nvPr/>
          </p:nvSpPr>
          <p:spPr bwMode="auto">
            <a:xfrm>
              <a:off x="4379913" y="3019425"/>
              <a:ext cx="1036638" cy="1036638"/>
            </a:xfrm>
            <a:custGeom>
              <a:avLst/>
              <a:gdLst>
                <a:gd name="T0" fmla="*/ 209 w 272"/>
                <a:gd name="T1" fmla="*/ 209 h 272"/>
                <a:gd name="T2" fmla="*/ 211 w 272"/>
                <a:gd name="T3" fmla="*/ 0 h 272"/>
                <a:gd name="T4" fmla="*/ 214 w 272"/>
                <a:gd name="T5" fmla="*/ 2 h 272"/>
                <a:gd name="T6" fmla="*/ 214 w 272"/>
                <a:gd name="T7" fmla="*/ 214 h 272"/>
                <a:gd name="T8" fmla="*/ 2 w 272"/>
                <a:gd name="T9" fmla="*/ 214 h 272"/>
                <a:gd name="T10" fmla="*/ 0 w 272"/>
                <a:gd name="T11" fmla="*/ 212 h 272"/>
                <a:gd name="T12" fmla="*/ 209 w 272"/>
                <a:gd name="T13" fmla="*/ 209 h 272"/>
              </a:gdLst>
              <a:ahLst/>
              <a:cxnLst>
                <a:cxn ang="0">
                  <a:pos x="T0" y="T1"/>
                </a:cxn>
                <a:cxn ang="0">
                  <a:pos x="T2" y="T3"/>
                </a:cxn>
                <a:cxn ang="0">
                  <a:pos x="T4" y="T5"/>
                </a:cxn>
                <a:cxn ang="0">
                  <a:pos x="T6" y="T7"/>
                </a:cxn>
                <a:cxn ang="0">
                  <a:pos x="T8" y="T9"/>
                </a:cxn>
                <a:cxn ang="0">
                  <a:pos x="T10" y="T11"/>
                </a:cxn>
                <a:cxn ang="0">
                  <a:pos x="T12" y="T13"/>
                </a:cxn>
              </a:cxnLst>
              <a:rect l="0" t="0" r="r" b="b"/>
              <a:pathLst>
                <a:path w="272" h="272">
                  <a:moveTo>
                    <a:pt x="209" y="209"/>
                  </a:moveTo>
                  <a:cubicBezTo>
                    <a:pt x="267" y="152"/>
                    <a:pt x="268" y="59"/>
                    <a:pt x="211" y="0"/>
                  </a:cubicBezTo>
                  <a:cubicBezTo>
                    <a:pt x="212" y="1"/>
                    <a:pt x="213" y="1"/>
                    <a:pt x="214" y="2"/>
                  </a:cubicBezTo>
                  <a:cubicBezTo>
                    <a:pt x="272" y="61"/>
                    <a:pt x="272" y="155"/>
                    <a:pt x="214" y="214"/>
                  </a:cubicBezTo>
                  <a:cubicBezTo>
                    <a:pt x="155" y="272"/>
                    <a:pt x="60" y="272"/>
                    <a:pt x="2" y="214"/>
                  </a:cubicBezTo>
                  <a:cubicBezTo>
                    <a:pt x="1" y="213"/>
                    <a:pt x="0" y="212"/>
                    <a:pt x="0" y="212"/>
                  </a:cubicBezTo>
                  <a:cubicBezTo>
                    <a:pt x="58" y="268"/>
                    <a:pt x="151" y="267"/>
                    <a:pt x="209" y="209"/>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7" name="Circle_06">
            <a:extLst>
              <a:ext uri="{FF2B5EF4-FFF2-40B4-BE49-F238E27FC236}">
                <a16:creationId xmlns:a16="http://schemas.microsoft.com/office/drawing/2014/main" id="{37B55520-7A7A-4564-BDFF-0D7C8CDF410E}"/>
              </a:ext>
            </a:extLst>
          </p:cNvPr>
          <p:cNvGrpSpPr/>
          <p:nvPr/>
        </p:nvGrpSpPr>
        <p:grpSpPr>
          <a:xfrm>
            <a:off x="6780213" y="876300"/>
            <a:ext cx="1252538" cy="1254125"/>
            <a:chOff x="6780213" y="876300"/>
            <a:chExt cx="1252538" cy="1254125"/>
          </a:xfrm>
          <a:effectLst>
            <a:outerShdw blurRad="152400" dist="127000" dir="2700000" sx="98000" sy="98000" algn="tl" rotWithShape="0">
              <a:prstClr val="black">
                <a:alpha val="30000"/>
              </a:prstClr>
            </a:outerShdw>
          </a:effectLst>
        </p:grpSpPr>
        <p:sp>
          <p:nvSpPr>
            <p:cNvPr id="36" name="Freeform 35">
              <a:extLst>
                <a:ext uri="{FF2B5EF4-FFF2-40B4-BE49-F238E27FC236}">
                  <a16:creationId xmlns:a16="http://schemas.microsoft.com/office/drawing/2014/main" id="{B7169E97-AB08-4B1B-A2AF-2D7FF5A31837}"/>
                </a:ext>
              </a:extLst>
            </p:cNvPr>
            <p:cNvSpPr>
              <a:spLocks/>
            </p:cNvSpPr>
            <p:nvPr/>
          </p:nvSpPr>
          <p:spPr bwMode="auto">
            <a:xfrm>
              <a:off x="6780213" y="876300"/>
              <a:ext cx="1252538" cy="1254125"/>
            </a:xfrm>
            <a:custGeom>
              <a:avLst/>
              <a:gdLst>
                <a:gd name="T0" fmla="*/ 270 w 329"/>
                <a:gd name="T1" fmla="*/ 270 h 329"/>
                <a:gd name="T2" fmla="*/ 58 w 329"/>
                <a:gd name="T3" fmla="*/ 270 h 329"/>
                <a:gd name="T4" fmla="*/ 58 w 329"/>
                <a:gd name="T5" fmla="*/ 59 h 329"/>
                <a:gd name="T6" fmla="*/ 270 w 329"/>
                <a:gd name="T7" fmla="*/ 59 h 329"/>
                <a:gd name="T8" fmla="*/ 270 w 329"/>
                <a:gd name="T9" fmla="*/ 270 h 329"/>
              </a:gdLst>
              <a:ahLst/>
              <a:cxnLst>
                <a:cxn ang="0">
                  <a:pos x="T0" y="T1"/>
                </a:cxn>
                <a:cxn ang="0">
                  <a:pos x="T2" y="T3"/>
                </a:cxn>
                <a:cxn ang="0">
                  <a:pos x="T4" y="T5"/>
                </a:cxn>
                <a:cxn ang="0">
                  <a:pos x="T6" y="T7"/>
                </a:cxn>
                <a:cxn ang="0">
                  <a:pos x="T8" y="T9"/>
                </a:cxn>
              </a:cxnLst>
              <a:rect l="0" t="0" r="r" b="b"/>
              <a:pathLst>
                <a:path w="329" h="329">
                  <a:moveTo>
                    <a:pt x="270" y="270"/>
                  </a:moveTo>
                  <a:cubicBezTo>
                    <a:pt x="212" y="329"/>
                    <a:pt x="117" y="329"/>
                    <a:pt x="58" y="270"/>
                  </a:cubicBezTo>
                  <a:cubicBezTo>
                    <a:pt x="0" y="212"/>
                    <a:pt x="0" y="117"/>
                    <a:pt x="58" y="59"/>
                  </a:cubicBezTo>
                  <a:cubicBezTo>
                    <a:pt x="117" y="0"/>
                    <a:pt x="212" y="0"/>
                    <a:pt x="270" y="59"/>
                  </a:cubicBezTo>
                  <a:cubicBezTo>
                    <a:pt x="329" y="117"/>
                    <a:pt x="329" y="212"/>
                    <a:pt x="270" y="270"/>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36">
              <a:extLst>
                <a:ext uri="{FF2B5EF4-FFF2-40B4-BE49-F238E27FC236}">
                  <a16:creationId xmlns:a16="http://schemas.microsoft.com/office/drawing/2014/main" id="{1D34389F-DF82-4AD6-BF3D-D9C51A4FD10A}"/>
                </a:ext>
              </a:extLst>
            </p:cNvPr>
            <p:cNvSpPr>
              <a:spLocks/>
            </p:cNvSpPr>
            <p:nvPr/>
          </p:nvSpPr>
          <p:spPr bwMode="auto">
            <a:xfrm>
              <a:off x="6780213" y="876300"/>
              <a:ext cx="1035050" cy="1036638"/>
            </a:xfrm>
            <a:custGeom>
              <a:avLst/>
              <a:gdLst>
                <a:gd name="T0" fmla="*/ 63 w 272"/>
                <a:gd name="T1" fmla="*/ 63 h 272"/>
                <a:gd name="T2" fmla="*/ 272 w 272"/>
                <a:gd name="T3" fmla="*/ 61 h 272"/>
                <a:gd name="T4" fmla="*/ 270 w 272"/>
                <a:gd name="T5" fmla="*/ 59 h 272"/>
                <a:gd name="T6" fmla="*/ 58 w 272"/>
                <a:gd name="T7" fmla="*/ 59 h 272"/>
                <a:gd name="T8" fmla="*/ 58 w 272"/>
                <a:gd name="T9" fmla="*/ 270 h 272"/>
                <a:gd name="T10" fmla="*/ 61 w 272"/>
                <a:gd name="T11" fmla="*/ 272 h 272"/>
                <a:gd name="T12" fmla="*/ 63 w 272"/>
                <a:gd name="T13" fmla="*/ 63 h 272"/>
              </a:gdLst>
              <a:ahLst/>
              <a:cxnLst>
                <a:cxn ang="0">
                  <a:pos x="T0" y="T1"/>
                </a:cxn>
                <a:cxn ang="0">
                  <a:pos x="T2" y="T3"/>
                </a:cxn>
                <a:cxn ang="0">
                  <a:pos x="T4" y="T5"/>
                </a:cxn>
                <a:cxn ang="0">
                  <a:pos x="T6" y="T7"/>
                </a:cxn>
                <a:cxn ang="0">
                  <a:pos x="T8" y="T9"/>
                </a:cxn>
                <a:cxn ang="0">
                  <a:pos x="T10" y="T11"/>
                </a:cxn>
                <a:cxn ang="0">
                  <a:pos x="T12" y="T13"/>
                </a:cxn>
              </a:cxnLst>
              <a:rect l="0" t="0" r="r" b="b"/>
              <a:pathLst>
                <a:path w="272" h="272">
                  <a:moveTo>
                    <a:pt x="63" y="63"/>
                  </a:moveTo>
                  <a:cubicBezTo>
                    <a:pt x="121" y="5"/>
                    <a:pt x="214" y="5"/>
                    <a:pt x="272" y="61"/>
                  </a:cubicBezTo>
                  <a:cubicBezTo>
                    <a:pt x="272" y="60"/>
                    <a:pt x="271" y="59"/>
                    <a:pt x="270" y="59"/>
                  </a:cubicBezTo>
                  <a:cubicBezTo>
                    <a:pt x="212" y="0"/>
                    <a:pt x="117" y="0"/>
                    <a:pt x="58" y="59"/>
                  </a:cubicBezTo>
                  <a:cubicBezTo>
                    <a:pt x="0" y="117"/>
                    <a:pt x="0" y="212"/>
                    <a:pt x="58" y="270"/>
                  </a:cubicBezTo>
                  <a:cubicBezTo>
                    <a:pt x="59" y="271"/>
                    <a:pt x="60" y="272"/>
                    <a:pt x="61" y="272"/>
                  </a:cubicBezTo>
                  <a:cubicBezTo>
                    <a:pt x="5" y="214"/>
                    <a:pt x="5" y="121"/>
                    <a:pt x="63" y="63"/>
                  </a:cubicBezTo>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37">
              <a:extLst>
                <a:ext uri="{FF2B5EF4-FFF2-40B4-BE49-F238E27FC236}">
                  <a16:creationId xmlns:a16="http://schemas.microsoft.com/office/drawing/2014/main" id="{C4493B36-B365-490C-903F-A5734E78E3A2}"/>
                </a:ext>
              </a:extLst>
            </p:cNvPr>
            <p:cNvSpPr>
              <a:spLocks/>
            </p:cNvSpPr>
            <p:nvPr/>
          </p:nvSpPr>
          <p:spPr bwMode="auto">
            <a:xfrm>
              <a:off x="7000875" y="1101725"/>
              <a:ext cx="1012825" cy="971550"/>
            </a:xfrm>
            <a:custGeom>
              <a:avLst/>
              <a:gdLst>
                <a:gd name="T0" fmla="*/ 212 w 266"/>
                <a:gd name="T1" fmla="*/ 0 h 255"/>
                <a:gd name="T2" fmla="*/ 214 w 266"/>
                <a:gd name="T3" fmla="*/ 2 h 255"/>
                <a:gd name="T4" fmla="*/ 212 w 266"/>
                <a:gd name="T5" fmla="*/ 0 h 255"/>
                <a:gd name="T6" fmla="*/ 208 w 266"/>
                <a:gd name="T7" fmla="*/ 207 h 255"/>
                <a:gd name="T8" fmla="*/ 102 w 266"/>
                <a:gd name="T9" fmla="*/ 251 h 255"/>
                <a:gd name="T10" fmla="*/ 1 w 266"/>
                <a:gd name="T11" fmla="*/ 211 h 255"/>
                <a:gd name="T12" fmla="*/ 3 w 266"/>
                <a:gd name="T13" fmla="*/ 213 h 255"/>
                <a:gd name="T14" fmla="*/ 0 w 266"/>
                <a:gd name="T15" fmla="*/ 211 h 255"/>
                <a:gd name="T16" fmla="*/ 106 w 266"/>
                <a:gd name="T17" fmla="*/ 255 h 255"/>
                <a:gd name="T18" fmla="*/ 212 w 266"/>
                <a:gd name="T19" fmla="*/ 211 h 255"/>
                <a:gd name="T20" fmla="*/ 256 w 266"/>
                <a:gd name="T21" fmla="*/ 105 h 255"/>
                <a:gd name="T22" fmla="*/ 212 w 266"/>
                <a:gd name="T23" fmla="*/ 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6" h="255">
                  <a:moveTo>
                    <a:pt x="212" y="0"/>
                  </a:moveTo>
                  <a:cubicBezTo>
                    <a:pt x="213" y="0"/>
                    <a:pt x="214" y="1"/>
                    <a:pt x="214" y="2"/>
                  </a:cubicBezTo>
                  <a:cubicBezTo>
                    <a:pt x="213" y="1"/>
                    <a:pt x="213" y="0"/>
                    <a:pt x="212" y="0"/>
                  </a:cubicBezTo>
                  <a:cubicBezTo>
                    <a:pt x="266" y="58"/>
                    <a:pt x="265" y="150"/>
                    <a:pt x="208" y="207"/>
                  </a:cubicBezTo>
                  <a:cubicBezTo>
                    <a:pt x="178" y="236"/>
                    <a:pt x="140" y="251"/>
                    <a:pt x="102" y="251"/>
                  </a:cubicBezTo>
                  <a:cubicBezTo>
                    <a:pt x="66" y="251"/>
                    <a:pt x="29" y="237"/>
                    <a:pt x="1" y="211"/>
                  </a:cubicBezTo>
                  <a:cubicBezTo>
                    <a:pt x="1" y="212"/>
                    <a:pt x="2" y="213"/>
                    <a:pt x="3" y="213"/>
                  </a:cubicBezTo>
                  <a:cubicBezTo>
                    <a:pt x="2" y="213"/>
                    <a:pt x="1" y="212"/>
                    <a:pt x="0" y="211"/>
                  </a:cubicBezTo>
                  <a:cubicBezTo>
                    <a:pt x="30" y="240"/>
                    <a:pt x="68" y="255"/>
                    <a:pt x="106" y="255"/>
                  </a:cubicBezTo>
                  <a:cubicBezTo>
                    <a:pt x="145" y="255"/>
                    <a:pt x="183" y="240"/>
                    <a:pt x="212" y="211"/>
                  </a:cubicBezTo>
                  <a:cubicBezTo>
                    <a:pt x="241" y="182"/>
                    <a:pt x="256" y="144"/>
                    <a:pt x="256" y="105"/>
                  </a:cubicBezTo>
                  <a:cubicBezTo>
                    <a:pt x="256" y="67"/>
                    <a:pt x="241" y="29"/>
                    <a:pt x="212" y="0"/>
                  </a:cubicBezTo>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Freeform 38">
              <a:extLst>
                <a:ext uri="{FF2B5EF4-FFF2-40B4-BE49-F238E27FC236}">
                  <a16:creationId xmlns:a16="http://schemas.microsoft.com/office/drawing/2014/main" id="{2FCB864A-FF6B-49C7-8CC9-3F89191A341C}"/>
                </a:ext>
              </a:extLst>
            </p:cNvPr>
            <p:cNvSpPr>
              <a:spLocks noEditPoints="1"/>
            </p:cNvSpPr>
            <p:nvPr/>
          </p:nvSpPr>
          <p:spPr bwMode="auto">
            <a:xfrm>
              <a:off x="6992938" y="1090613"/>
              <a:ext cx="822325" cy="822325"/>
            </a:xfrm>
            <a:custGeom>
              <a:avLst/>
              <a:gdLst>
                <a:gd name="T0" fmla="*/ 0 w 216"/>
                <a:gd name="T1" fmla="*/ 212 h 216"/>
                <a:gd name="T2" fmla="*/ 2 w 216"/>
                <a:gd name="T3" fmla="*/ 214 h 216"/>
                <a:gd name="T4" fmla="*/ 2 w 216"/>
                <a:gd name="T5" fmla="*/ 214 h 216"/>
                <a:gd name="T6" fmla="*/ 5 w 216"/>
                <a:gd name="T7" fmla="*/ 216 h 216"/>
                <a:gd name="T8" fmla="*/ 3 w 216"/>
                <a:gd name="T9" fmla="*/ 214 h 216"/>
                <a:gd name="T10" fmla="*/ 0 w 216"/>
                <a:gd name="T11" fmla="*/ 212 h 216"/>
                <a:gd name="T12" fmla="*/ 212 w 216"/>
                <a:gd name="T13" fmla="*/ 0 h 216"/>
                <a:gd name="T14" fmla="*/ 214 w 216"/>
                <a:gd name="T15" fmla="*/ 3 h 216"/>
                <a:gd name="T16" fmla="*/ 216 w 216"/>
                <a:gd name="T17" fmla="*/ 5 h 216"/>
                <a:gd name="T18" fmla="*/ 214 w 216"/>
                <a:gd name="T19" fmla="*/ 3 h 216"/>
                <a:gd name="T20" fmla="*/ 214 w 216"/>
                <a:gd name="T21" fmla="*/ 3 h 216"/>
                <a:gd name="T22" fmla="*/ 214 w 216"/>
                <a:gd name="T23" fmla="*/ 3 h 216"/>
                <a:gd name="T24" fmla="*/ 212 w 216"/>
                <a:gd name="T25"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6" h="216">
                  <a:moveTo>
                    <a:pt x="0" y="212"/>
                  </a:moveTo>
                  <a:cubicBezTo>
                    <a:pt x="1" y="213"/>
                    <a:pt x="2" y="213"/>
                    <a:pt x="2" y="214"/>
                  </a:cubicBezTo>
                  <a:cubicBezTo>
                    <a:pt x="2" y="214"/>
                    <a:pt x="2" y="214"/>
                    <a:pt x="2" y="214"/>
                  </a:cubicBezTo>
                  <a:cubicBezTo>
                    <a:pt x="3" y="215"/>
                    <a:pt x="4" y="216"/>
                    <a:pt x="5" y="216"/>
                  </a:cubicBezTo>
                  <a:cubicBezTo>
                    <a:pt x="4" y="216"/>
                    <a:pt x="3" y="215"/>
                    <a:pt x="3" y="214"/>
                  </a:cubicBezTo>
                  <a:cubicBezTo>
                    <a:pt x="2" y="213"/>
                    <a:pt x="1" y="213"/>
                    <a:pt x="0" y="212"/>
                  </a:cubicBezTo>
                  <a:moveTo>
                    <a:pt x="212" y="0"/>
                  </a:moveTo>
                  <a:cubicBezTo>
                    <a:pt x="213" y="1"/>
                    <a:pt x="213" y="2"/>
                    <a:pt x="214" y="3"/>
                  </a:cubicBezTo>
                  <a:cubicBezTo>
                    <a:pt x="215" y="3"/>
                    <a:pt x="215" y="4"/>
                    <a:pt x="216" y="5"/>
                  </a:cubicBezTo>
                  <a:cubicBezTo>
                    <a:pt x="216" y="4"/>
                    <a:pt x="215" y="3"/>
                    <a:pt x="214" y="3"/>
                  </a:cubicBezTo>
                  <a:cubicBezTo>
                    <a:pt x="214" y="3"/>
                    <a:pt x="214" y="3"/>
                    <a:pt x="214" y="3"/>
                  </a:cubicBezTo>
                  <a:cubicBezTo>
                    <a:pt x="214" y="3"/>
                    <a:pt x="214" y="3"/>
                    <a:pt x="214" y="3"/>
                  </a:cubicBezTo>
                  <a:cubicBezTo>
                    <a:pt x="213" y="2"/>
                    <a:pt x="213" y="1"/>
                    <a:pt x="21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9" name="Group 88">
            <a:extLst>
              <a:ext uri="{FF2B5EF4-FFF2-40B4-BE49-F238E27FC236}">
                <a16:creationId xmlns:a16="http://schemas.microsoft.com/office/drawing/2014/main" id="{4C194030-4DE6-44FA-8F52-52D5D140A43E}"/>
              </a:ext>
            </a:extLst>
          </p:cNvPr>
          <p:cNvGrpSpPr/>
          <p:nvPr/>
        </p:nvGrpSpPr>
        <p:grpSpPr>
          <a:xfrm>
            <a:off x="4344989" y="4905050"/>
            <a:ext cx="899050" cy="900438"/>
            <a:chOff x="6345238" y="4948238"/>
            <a:chExt cx="1027113" cy="1028700"/>
          </a:xfrm>
          <a:effectLst>
            <a:outerShdw blurRad="114300" dist="76200" dir="2700000" sx="102000" sy="102000" algn="tl" rotWithShape="0">
              <a:prstClr val="black">
                <a:alpha val="40000"/>
              </a:prstClr>
            </a:outerShdw>
          </a:effectLst>
        </p:grpSpPr>
        <p:sp>
          <p:nvSpPr>
            <p:cNvPr id="90" name="Oval 56">
              <a:extLst>
                <a:ext uri="{FF2B5EF4-FFF2-40B4-BE49-F238E27FC236}">
                  <a16:creationId xmlns:a16="http://schemas.microsoft.com/office/drawing/2014/main" id="{55BF5BE8-7380-459F-B907-BDA4ED7087B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1" name="Oval 57">
              <a:extLst>
                <a:ext uri="{FF2B5EF4-FFF2-40B4-BE49-F238E27FC236}">
                  <a16:creationId xmlns:a16="http://schemas.microsoft.com/office/drawing/2014/main" id="{CF10746D-8968-49D5-8CA6-BF80BA5BC6D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2" name="Group 91">
            <a:extLst>
              <a:ext uri="{FF2B5EF4-FFF2-40B4-BE49-F238E27FC236}">
                <a16:creationId xmlns:a16="http://schemas.microsoft.com/office/drawing/2014/main" id="{C1AF3B9A-3420-4AB3-B19E-F56743586E80}"/>
              </a:ext>
            </a:extLst>
          </p:cNvPr>
          <p:cNvGrpSpPr/>
          <p:nvPr/>
        </p:nvGrpSpPr>
        <p:grpSpPr>
          <a:xfrm>
            <a:off x="6954839" y="4905050"/>
            <a:ext cx="899050" cy="900438"/>
            <a:chOff x="6345238" y="4948238"/>
            <a:chExt cx="1027113" cy="1028700"/>
          </a:xfrm>
          <a:effectLst>
            <a:outerShdw blurRad="114300" dist="76200" dir="2700000" sx="102000" sy="102000" algn="tl" rotWithShape="0">
              <a:prstClr val="black">
                <a:alpha val="40000"/>
              </a:prstClr>
            </a:outerShdw>
          </a:effectLst>
        </p:grpSpPr>
        <p:sp>
          <p:nvSpPr>
            <p:cNvPr id="93" name="Oval 56">
              <a:extLst>
                <a:ext uri="{FF2B5EF4-FFF2-40B4-BE49-F238E27FC236}">
                  <a16:creationId xmlns:a16="http://schemas.microsoft.com/office/drawing/2014/main" id="{6A7F85DC-BE97-4A45-A7DF-330A35F1860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4" name="Oval 57">
              <a:extLst>
                <a:ext uri="{FF2B5EF4-FFF2-40B4-BE49-F238E27FC236}">
                  <a16:creationId xmlns:a16="http://schemas.microsoft.com/office/drawing/2014/main" id="{5D9989DA-28DE-4231-A34E-926554AC6B1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5" name="Group 94">
            <a:extLst>
              <a:ext uri="{FF2B5EF4-FFF2-40B4-BE49-F238E27FC236}">
                <a16:creationId xmlns:a16="http://schemas.microsoft.com/office/drawing/2014/main" id="{1BAEA718-FACB-435F-9902-95867FCB1B54}"/>
              </a:ext>
            </a:extLst>
          </p:cNvPr>
          <p:cNvGrpSpPr/>
          <p:nvPr/>
        </p:nvGrpSpPr>
        <p:grpSpPr>
          <a:xfrm>
            <a:off x="4344989" y="2976237"/>
            <a:ext cx="899050" cy="900438"/>
            <a:chOff x="6345238" y="4948238"/>
            <a:chExt cx="1027113" cy="1028700"/>
          </a:xfrm>
          <a:effectLst>
            <a:outerShdw blurRad="114300" dist="76200" dir="2700000" sx="102000" sy="102000" algn="tl" rotWithShape="0">
              <a:prstClr val="black">
                <a:alpha val="40000"/>
              </a:prstClr>
            </a:outerShdw>
          </a:effectLst>
        </p:grpSpPr>
        <p:sp>
          <p:nvSpPr>
            <p:cNvPr id="96" name="Oval 56">
              <a:extLst>
                <a:ext uri="{FF2B5EF4-FFF2-40B4-BE49-F238E27FC236}">
                  <a16:creationId xmlns:a16="http://schemas.microsoft.com/office/drawing/2014/main" id="{00C11A85-9B46-45E8-841E-7AE1EEC16B82}"/>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7" name="Oval 57">
              <a:extLst>
                <a:ext uri="{FF2B5EF4-FFF2-40B4-BE49-F238E27FC236}">
                  <a16:creationId xmlns:a16="http://schemas.microsoft.com/office/drawing/2014/main" id="{C1E188BE-58F1-4E62-BE03-048BBF02E123}"/>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8" name="Group 97">
            <a:extLst>
              <a:ext uri="{FF2B5EF4-FFF2-40B4-BE49-F238E27FC236}">
                <a16:creationId xmlns:a16="http://schemas.microsoft.com/office/drawing/2014/main" id="{0BD25DF6-1AC7-47CA-8C69-585DC986728D}"/>
              </a:ext>
            </a:extLst>
          </p:cNvPr>
          <p:cNvGrpSpPr/>
          <p:nvPr/>
        </p:nvGrpSpPr>
        <p:grpSpPr>
          <a:xfrm>
            <a:off x="6954839" y="2976237"/>
            <a:ext cx="899050" cy="900438"/>
            <a:chOff x="6345238" y="4948238"/>
            <a:chExt cx="1027113" cy="1028700"/>
          </a:xfrm>
          <a:effectLst>
            <a:outerShdw blurRad="114300" dist="76200" dir="2700000" sx="102000" sy="102000" algn="tl" rotWithShape="0">
              <a:prstClr val="black">
                <a:alpha val="40000"/>
              </a:prstClr>
            </a:outerShdw>
          </a:effectLst>
        </p:grpSpPr>
        <p:sp>
          <p:nvSpPr>
            <p:cNvPr id="99" name="Oval 56">
              <a:extLst>
                <a:ext uri="{FF2B5EF4-FFF2-40B4-BE49-F238E27FC236}">
                  <a16:creationId xmlns:a16="http://schemas.microsoft.com/office/drawing/2014/main" id="{2C85FA9A-B975-41A5-9F67-96DC0D276FB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0" name="Oval 57">
              <a:extLst>
                <a:ext uri="{FF2B5EF4-FFF2-40B4-BE49-F238E27FC236}">
                  <a16:creationId xmlns:a16="http://schemas.microsoft.com/office/drawing/2014/main" id="{1BFD34B2-4B72-4102-B8FB-BC3F68FA66A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1" name="Group 100">
            <a:extLst>
              <a:ext uri="{FF2B5EF4-FFF2-40B4-BE49-F238E27FC236}">
                <a16:creationId xmlns:a16="http://schemas.microsoft.com/office/drawing/2014/main" id="{87D60847-6F40-4A17-A296-EA8A72C3966A}"/>
              </a:ext>
            </a:extLst>
          </p:cNvPr>
          <p:cNvGrpSpPr/>
          <p:nvPr/>
        </p:nvGrpSpPr>
        <p:grpSpPr>
          <a:xfrm>
            <a:off x="4344989" y="1052187"/>
            <a:ext cx="899050" cy="900438"/>
            <a:chOff x="6345238" y="4948238"/>
            <a:chExt cx="1027113" cy="1028700"/>
          </a:xfrm>
          <a:effectLst>
            <a:outerShdw blurRad="114300" dist="76200" dir="2700000" sx="102000" sy="102000" algn="tl" rotWithShape="0">
              <a:prstClr val="black">
                <a:alpha val="40000"/>
              </a:prstClr>
            </a:outerShdw>
          </a:effectLst>
        </p:grpSpPr>
        <p:sp>
          <p:nvSpPr>
            <p:cNvPr id="102" name="Oval 56">
              <a:extLst>
                <a:ext uri="{FF2B5EF4-FFF2-40B4-BE49-F238E27FC236}">
                  <a16:creationId xmlns:a16="http://schemas.microsoft.com/office/drawing/2014/main" id="{B1FF33BA-B13F-4F3D-B69C-5D8343907E3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3" name="Oval 57">
              <a:extLst>
                <a:ext uri="{FF2B5EF4-FFF2-40B4-BE49-F238E27FC236}">
                  <a16:creationId xmlns:a16="http://schemas.microsoft.com/office/drawing/2014/main" id="{0897FCA2-F665-43FD-ADCD-29D112DE8486}"/>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 name="Group 103">
            <a:extLst>
              <a:ext uri="{FF2B5EF4-FFF2-40B4-BE49-F238E27FC236}">
                <a16:creationId xmlns:a16="http://schemas.microsoft.com/office/drawing/2014/main" id="{3DBED2ED-2C29-4667-8913-542428602BEB}"/>
              </a:ext>
            </a:extLst>
          </p:cNvPr>
          <p:cNvGrpSpPr/>
          <p:nvPr/>
        </p:nvGrpSpPr>
        <p:grpSpPr>
          <a:xfrm>
            <a:off x="6954839" y="1052187"/>
            <a:ext cx="899050" cy="900438"/>
            <a:chOff x="6345238" y="4948238"/>
            <a:chExt cx="1027113" cy="1028700"/>
          </a:xfrm>
          <a:effectLst>
            <a:outerShdw blurRad="114300" dist="76200" dir="2700000" sx="102000" sy="102000" algn="tl" rotWithShape="0">
              <a:prstClr val="black">
                <a:alpha val="40000"/>
              </a:prstClr>
            </a:outerShdw>
          </a:effectLst>
        </p:grpSpPr>
        <p:sp>
          <p:nvSpPr>
            <p:cNvPr id="105" name="Oval 56">
              <a:extLst>
                <a:ext uri="{FF2B5EF4-FFF2-40B4-BE49-F238E27FC236}">
                  <a16:creationId xmlns:a16="http://schemas.microsoft.com/office/drawing/2014/main" id="{99F6672B-FC56-497F-B1FF-B00E030BDC52}"/>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6" name="Oval 57">
              <a:extLst>
                <a:ext uri="{FF2B5EF4-FFF2-40B4-BE49-F238E27FC236}">
                  <a16:creationId xmlns:a16="http://schemas.microsoft.com/office/drawing/2014/main" id="{A19F3389-60CB-4A2A-9DE9-E3B9AFF9973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08" name="Text Placeholder 33">
            <a:extLst>
              <a:ext uri="{FF2B5EF4-FFF2-40B4-BE49-F238E27FC236}">
                <a16:creationId xmlns:a16="http://schemas.microsoft.com/office/drawing/2014/main" id="{992E554A-2E01-4A72-AB5A-016B1FC0865E}"/>
              </a:ext>
            </a:extLst>
          </p:cNvPr>
          <p:cNvSpPr txBox="1">
            <a:spLocks/>
          </p:cNvSpPr>
          <p:nvPr/>
        </p:nvSpPr>
        <p:spPr>
          <a:xfrm>
            <a:off x="1478278" y="5418134"/>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109" name="Text Placeholder 36">
            <a:extLst>
              <a:ext uri="{FF2B5EF4-FFF2-40B4-BE49-F238E27FC236}">
                <a16:creationId xmlns:a16="http://schemas.microsoft.com/office/drawing/2014/main" id="{11F824C0-9A65-4329-AC87-5822520F88BF}"/>
              </a:ext>
            </a:extLst>
          </p:cNvPr>
          <p:cNvSpPr txBox="1">
            <a:spLocks/>
          </p:cNvSpPr>
          <p:nvPr/>
        </p:nvSpPr>
        <p:spPr>
          <a:xfrm>
            <a:off x="1478278" y="5035548"/>
            <a:ext cx="22269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03</a:t>
            </a:r>
          </a:p>
        </p:txBody>
      </p:sp>
      <p:sp>
        <p:nvSpPr>
          <p:cNvPr id="110" name="Text Placeholder 33">
            <a:extLst>
              <a:ext uri="{FF2B5EF4-FFF2-40B4-BE49-F238E27FC236}">
                <a16:creationId xmlns:a16="http://schemas.microsoft.com/office/drawing/2014/main" id="{89AA5CDD-9B99-457E-970E-A9DB991C7EBF}"/>
              </a:ext>
            </a:extLst>
          </p:cNvPr>
          <p:cNvSpPr txBox="1">
            <a:spLocks/>
          </p:cNvSpPr>
          <p:nvPr/>
        </p:nvSpPr>
        <p:spPr>
          <a:xfrm>
            <a:off x="1478278" y="3433362"/>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111" name="Text Placeholder 36">
            <a:extLst>
              <a:ext uri="{FF2B5EF4-FFF2-40B4-BE49-F238E27FC236}">
                <a16:creationId xmlns:a16="http://schemas.microsoft.com/office/drawing/2014/main" id="{19C98161-4477-43E3-B3FD-FBA41F17D1BF}"/>
              </a:ext>
            </a:extLst>
          </p:cNvPr>
          <p:cNvSpPr txBox="1">
            <a:spLocks/>
          </p:cNvSpPr>
          <p:nvPr/>
        </p:nvSpPr>
        <p:spPr>
          <a:xfrm>
            <a:off x="1478278" y="3050776"/>
            <a:ext cx="232219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02</a:t>
            </a:r>
          </a:p>
        </p:txBody>
      </p:sp>
      <p:sp>
        <p:nvSpPr>
          <p:cNvPr id="112" name="Text Placeholder 33">
            <a:extLst>
              <a:ext uri="{FF2B5EF4-FFF2-40B4-BE49-F238E27FC236}">
                <a16:creationId xmlns:a16="http://schemas.microsoft.com/office/drawing/2014/main" id="{7D6A5C57-27FC-4DC9-9A5C-8F189CF4B5AA}"/>
              </a:ext>
            </a:extLst>
          </p:cNvPr>
          <p:cNvSpPr txBox="1">
            <a:spLocks/>
          </p:cNvSpPr>
          <p:nvPr/>
        </p:nvSpPr>
        <p:spPr>
          <a:xfrm>
            <a:off x="1478278" y="1405336"/>
            <a:ext cx="2074545"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a:t>
            </a:r>
            <a:endParaRPr lang="en-US" dirty="0"/>
          </a:p>
        </p:txBody>
      </p:sp>
      <p:sp>
        <p:nvSpPr>
          <p:cNvPr id="113" name="Text Placeholder 36">
            <a:extLst>
              <a:ext uri="{FF2B5EF4-FFF2-40B4-BE49-F238E27FC236}">
                <a16:creationId xmlns:a16="http://schemas.microsoft.com/office/drawing/2014/main" id="{A58C5971-9500-47E3-9F44-A9BEDCEB4DE7}"/>
              </a:ext>
            </a:extLst>
          </p:cNvPr>
          <p:cNvSpPr txBox="1">
            <a:spLocks/>
          </p:cNvSpPr>
          <p:nvPr/>
        </p:nvSpPr>
        <p:spPr>
          <a:xfrm>
            <a:off x="1478278" y="1022750"/>
            <a:ext cx="232219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01</a:t>
            </a:r>
          </a:p>
        </p:txBody>
      </p:sp>
      <p:sp>
        <p:nvSpPr>
          <p:cNvPr id="114" name="Text Placeholder 36">
            <a:extLst>
              <a:ext uri="{FF2B5EF4-FFF2-40B4-BE49-F238E27FC236}">
                <a16:creationId xmlns:a16="http://schemas.microsoft.com/office/drawing/2014/main" id="{9476EDC3-0A17-4CED-A008-C320F90909FB}"/>
              </a:ext>
            </a:extLst>
          </p:cNvPr>
          <p:cNvSpPr txBox="1">
            <a:spLocks/>
          </p:cNvSpPr>
          <p:nvPr/>
        </p:nvSpPr>
        <p:spPr>
          <a:xfrm>
            <a:off x="8824280" y="3112687"/>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05</a:t>
            </a:r>
          </a:p>
        </p:txBody>
      </p:sp>
      <p:sp>
        <p:nvSpPr>
          <p:cNvPr id="115" name="Text Placeholder 33">
            <a:extLst>
              <a:ext uri="{FF2B5EF4-FFF2-40B4-BE49-F238E27FC236}">
                <a16:creationId xmlns:a16="http://schemas.microsoft.com/office/drawing/2014/main" id="{19E794D8-1845-4F8F-8F93-B5959D4511D3}"/>
              </a:ext>
            </a:extLst>
          </p:cNvPr>
          <p:cNvSpPr txBox="1">
            <a:spLocks/>
          </p:cNvSpPr>
          <p:nvPr/>
        </p:nvSpPr>
        <p:spPr>
          <a:xfrm>
            <a:off x="8948106" y="3507973"/>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sp>
        <p:nvSpPr>
          <p:cNvPr id="116" name="Text Placeholder 36">
            <a:extLst>
              <a:ext uri="{FF2B5EF4-FFF2-40B4-BE49-F238E27FC236}">
                <a16:creationId xmlns:a16="http://schemas.microsoft.com/office/drawing/2014/main" id="{55F31C48-A3C5-47D7-B50B-D8993005F6FB}"/>
              </a:ext>
            </a:extLst>
          </p:cNvPr>
          <p:cNvSpPr txBox="1">
            <a:spLocks/>
          </p:cNvSpPr>
          <p:nvPr/>
        </p:nvSpPr>
        <p:spPr>
          <a:xfrm>
            <a:off x="8848724" y="1022750"/>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4"/>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04</a:t>
            </a:r>
          </a:p>
        </p:txBody>
      </p:sp>
      <p:sp>
        <p:nvSpPr>
          <p:cNvPr id="117" name="Text Placeholder 33">
            <a:extLst>
              <a:ext uri="{FF2B5EF4-FFF2-40B4-BE49-F238E27FC236}">
                <a16:creationId xmlns:a16="http://schemas.microsoft.com/office/drawing/2014/main" id="{205D0246-F705-4412-A2F0-AF94A977330E}"/>
              </a:ext>
            </a:extLst>
          </p:cNvPr>
          <p:cNvSpPr txBox="1">
            <a:spLocks/>
          </p:cNvSpPr>
          <p:nvPr/>
        </p:nvSpPr>
        <p:spPr>
          <a:xfrm>
            <a:off x="8972550" y="1418036"/>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sp>
        <p:nvSpPr>
          <p:cNvPr id="118" name="Text Placeholder 36">
            <a:extLst>
              <a:ext uri="{FF2B5EF4-FFF2-40B4-BE49-F238E27FC236}">
                <a16:creationId xmlns:a16="http://schemas.microsoft.com/office/drawing/2014/main" id="{FCCD2B78-3BCC-4025-8B68-0A5F5F592C28}"/>
              </a:ext>
            </a:extLst>
          </p:cNvPr>
          <p:cNvSpPr txBox="1">
            <a:spLocks/>
          </p:cNvSpPr>
          <p:nvPr/>
        </p:nvSpPr>
        <p:spPr>
          <a:xfrm>
            <a:off x="8848724" y="5087938"/>
            <a:ext cx="1889441"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accent6"/>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tx1"/>
                </a:solidFill>
              </a:rPr>
              <a:t>INFODATA 06</a:t>
            </a:r>
          </a:p>
        </p:txBody>
      </p:sp>
      <p:sp>
        <p:nvSpPr>
          <p:cNvPr id="119" name="Text Placeholder 33">
            <a:extLst>
              <a:ext uri="{FF2B5EF4-FFF2-40B4-BE49-F238E27FC236}">
                <a16:creationId xmlns:a16="http://schemas.microsoft.com/office/drawing/2014/main" id="{B58A1732-F898-498A-A8B9-A6582629F54C}"/>
              </a:ext>
            </a:extLst>
          </p:cNvPr>
          <p:cNvSpPr txBox="1">
            <a:spLocks/>
          </p:cNvSpPr>
          <p:nvPr/>
        </p:nvSpPr>
        <p:spPr>
          <a:xfrm>
            <a:off x="8972550" y="5483224"/>
            <a:ext cx="1765616"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a:t>
            </a:r>
            <a:endParaRPr lang="en-US" dirty="0"/>
          </a:p>
        </p:txBody>
      </p:sp>
      <p:grpSp>
        <p:nvGrpSpPr>
          <p:cNvPr id="120" name="Group 119">
            <a:extLst>
              <a:ext uri="{FF2B5EF4-FFF2-40B4-BE49-F238E27FC236}">
                <a16:creationId xmlns:a16="http://schemas.microsoft.com/office/drawing/2014/main" id="{0D7726D1-308A-4276-94F0-3F23FDFA59FB}"/>
              </a:ext>
            </a:extLst>
          </p:cNvPr>
          <p:cNvGrpSpPr/>
          <p:nvPr/>
        </p:nvGrpSpPr>
        <p:grpSpPr>
          <a:xfrm>
            <a:off x="4502151" y="1308101"/>
            <a:ext cx="3117850" cy="4270375"/>
            <a:chOff x="3521076" y="1298576"/>
            <a:chExt cx="3117850" cy="4270375"/>
          </a:xfrm>
        </p:grpSpPr>
        <p:sp>
          <p:nvSpPr>
            <p:cNvPr id="121" name="Freeform 66">
              <a:extLst>
                <a:ext uri="{FF2B5EF4-FFF2-40B4-BE49-F238E27FC236}">
                  <a16:creationId xmlns:a16="http://schemas.microsoft.com/office/drawing/2014/main" id="{F172F849-FEF4-4300-ACEB-7416394C64BF}"/>
                </a:ext>
              </a:extLst>
            </p:cNvPr>
            <p:cNvSpPr>
              <a:spLocks noEditPoints="1"/>
            </p:cNvSpPr>
            <p:nvPr/>
          </p:nvSpPr>
          <p:spPr bwMode="auto">
            <a:xfrm>
              <a:off x="6219826" y="5124451"/>
              <a:ext cx="395288" cy="444500"/>
            </a:xfrm>
            <a:custGeom>
              <a:avLst/>
              <a:gdLst>
                <a:gd name="T0" fmla="*/ 34 w 105"/>
                <a:gd name="T1" fmla="*/ 92 h 118"/>
                <a:gd name="T2" fmla="*/ 25 w 105"/>
                <a:gd name="T3" fmla="*/ 71 h 118"/>
                <a:gd name="T4" fmla="*/ 20 w 105"/>
                <a:gd name="T5" fmla="*/ 53 h 118"/>
                <a:gd name="T6" fmla="*/ 52 w 105"/>
                <a:gd name="T7" fmla="*/ 20 h 118"/>
                <a:gd name="T8" fmla="*/ 85 w 105"/>
                <a:gd name="T9" fmla="*/ 53 h 118"/>
                <a:gd name="T10" fmla="*/ 80 w 105"/>
                <a:gd name="T11" fmla="*/ 71 h 118"/>
                <a:gd name="T12" fmla="*/ 71 w 105"/>
                <a:gd name="T13" fmla="*/ 88 h 118"/>
                <a:gd name="T14" fmla="*/ 52 w 105"/>
                <a:gd name="T15" fmla="*/ 33 h 118"/>
                <a:gd name="T16" fmla="*/ 33 w 105"/>
                <a:gd name="T17" fmla="*/ 52 h 118"/>
                <a:gd name="T18" fmla="*/ 52 w 105"/>
                <a:gd name="T19" fmla="*/ 72 h 118"/>
                <a:gd name="T20" fmla="*/ 72 w 105"/>
                <a:gd name="T21" fmla="*/ 52 h 118"/>
                <a:gd name="T22" fmla="*/ 52 w 105"/>
                <a:gd name="T23" fmla="*/ 33 h 118"/>
                <a:gd name="T24" fmla="*/ 45 w 105"/>
                <a:gd name="T25" fmla="*/ 55 h 118"/>
                <a:gd name="T26" fmla="*/ 50 w 105"/>
                <a:gd name="T27" fmla="*/ 62 h 118"/>
                <a:gd name="T28" fmla="*/ 60 w 105"/>
                <a:gd name="T29" fmla="*/ 46 h 118"/>
                <a:gd name="T30" fmla="*/ 52 w 105"/>
                <a:gd name="T31" fmla="*/ 10 h 118"/>
                <a:gd name="T32" fmla="*/ 52 w 105"/>
                <a:gd name="T33" fmla="*/ 0 h 118"/>
                <a:gd name="T34" fmla="*/ 31 w 105"/>
                <a:gd name="T35" fmla="*/ 16 h 118"/>
                <a:gd name="T36" fmla="*/ 26 w 105"/>
                <a:gd name="T37" fmla="*/ 7 h 118"/>
                <a:gd name="T38" fmla="*/ 7 w 105"/>
                <a:gd name="T39" fmla="*/ 26 h 118"/>
                <a:gd name="T40" fmla="*/ 16 w 105"/>
                <a:gd name="T41" fmla="*/ 31 h 118"/>
                <a:gd name="T42" fmla="*/ 0 w 105"/>
                <a:gd name="T43" fmla="*/ 52 h 118"/>
                <a:gd name="T44" fmla="*/ 10 w 105"/>
                <a:gd name="T45" fmla="*/ 52 h 118"/>
                <a:gd name="T46" fmla="*/ 79 w 105"/>
                <a:gd name="T47" fmla="*/ 7 h 118"/>
                <a:gd name="T48" fmla="*/ 73 w 105"/>
                <a:gd name="T49" fmla="*/ 16 h 118"/>
                <a:gd name="T50" fmla="*/ 98 w 105"/>
                <a:gd name="T51" fmla="*/ 26 h 118"/>
                <a:gd name="T52" fmla="*/ 89 w 105"/>
                <a:gd name="T53" fmla="*/ 31 h 118"/>
                <a:gd name="T54" fmla="*/ 95 w 105"/>
                <a:gd name="T55" fmla="*/ 52 h 118"/>
                <a:gd name="T56" fmla="*/ 105 w 105"/>
                <a:gd name="T57" fmla="*/ 52 h 118"/>
                <a:gd name="T58" fmla="*/ 64 w 105"/>
                <a:gd name="T59" fmla="*/ 95 h 118"/>
                <a:gd name="T60" fmla="*/ 38 w 105"/>
                <a:gd name="T61" fmla="*/ 102 h 118"/>
                <a:gd name="T62" fmla="*/ 35 w 105"/>
                <a:gd name="T63" fmla="*/ 106 h 118"/>
                <a:gd name="T64" fmla="*/ 40 w 105"/>
                <a:gd name="T65" fmla="*/ 110 h 118"/>
                <a:gd name="T66" fmla="*/ 42 w 105"/>
                <a:gd name="T67" fmla="*/ 110 h 118"/>
                <a:gd name="T68" fmla="*/ 64 w 105"/>
                <a:gd name="T69" fmla="*/ 104 h 118"/>
                <a:gd name="T70" fmla="*/ 64 w 105"/>
                <a:gd name="T71" fmla="*/ 104 h 118"/>
                <a:gd name="T72" fmla="*/ 65 w 105"/>
                <a:gd name="T73" fmla="*/ 104 h 118"/>
                <a:gd name="T74" fmla="*/ 69 w 105"/>
                <a:gd name="T75" fmla="*/ 108 h 118"/>
                <a:gd name="T76" fmla="*/ 67 w 105"/>
                <a:gd name="T77" fmla="*/ 112 h 118"/>
                <a:gd name="T78" fmla="*/ 45 w 105"/>
                <a:gd name="T7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8">
                  <a:moveTo>
                    <a:pt x="34" y="92"/>
                  </a:moveTo>
                  <a:cubicBezTo>
                    <a:pt x="34" y="87"/>
                    <a:pt x="32" y="81"/>
                    <a:pt x="25" y="71"/>
                  </a:cubicBezTo>
                  <a:cubicBezTo>
                    <a:pt x="22" y="65"/>
                    <a:pt x="20" y="59"/>
                    <a:pt x="20" y="53"/>
                  </a:cubicBezTo>
                  <a:cubicBezTo>
                    <a:pt x="20" y="35"/>
                    <a:pt x="34" y="20"/>
                    <a:pt x="52" y="20"/>
                  </a:cubicBezTo>
                  <a:cubicBezTo>
                    <a:pt x="70" y="20"/>
                    <a:pt x="85" y="35"/>
                    <a:pt x="85" y="53"/>
                  </a:cubicBezTo>
                  <a:cubicBezTo>
                    <a:pt x="85" y="59"/>
                    <a:pt x="83" y="65"/>
                    <a:pt x="80" y="71"/>
                  </a:cubicBezTo>
                  <a:cubicBezTo>
                    <a:pt x="74" y="79"/>
                    <a:pt x="72" y="84"/>
                    <a:pt x="71" y="88"/>
                  </a:cubicBezTo>
                  <a:moveTo>
                    <a:pt x="52" y="33"/>
                  </a:moveTo>
                  <a:cubicBezTo>
                    <a:pt x="42" y="33"/>
                    <a:pt x="33" y="41"/>
                    <a:pt x="33" y="52"/>
                  </a:cubicBezTo>
                  <a:cubicBezTo>
                    <a:pt x="33" y="63"/>
                    <a:pt x="42" y="72"/>
                    <a:pt x="52" y="72"/>
                  </a:cubicBezTo>
                  <a:cubicBezTo>
                    <a:pt x="63" y="72"/>
                    <a:pt x="72" y="63"/>
                    <a:pt x="72" y="52"/>
                  </a:cubicBezTo>
                  <a:cubicBezTo>
                    <a:pt x="72" y="41"/>
                    <a:pt x="63" y="33"/>
                    <a:pt x="52" y="33"/>
                  </a:cubicBezTo>
                  <a:close/>
                  <a:moveTo>
                    <a:pt x="45" y="55"/>
                  </a:moveTo>
                  <a:cubicBezTo>
                    <a:pt x="50" y="62"/>
                    <a:pt x="50" y="62"/>
                    <a:pt x="50" y="62"/>
                  </a:cubicBezTo>
                  <a:cubicBezTo>
                    <a:pt x="60" y="46"/>
                    <a:pt x="60" y="46"/>
                    <a:pt x="60" y="46"/>
                  </a:cubicBezTo>
                  <a:moveTo>
                    <a:pt x="52" y="10"/>
                  </a:moveTo>
                  <a:cubicBezTo>
                    <a:pt x="52" y="0"/>
                    <a:pt x="52" y="0"/>
                    <a:pt x="52" y="0"/>
                  </a:cubicBezTo>
                  <a:moveTo>
                    <a:pt x="31" y="16"/>
                  </a:moveTo>
                  <a:cubicBezTo>
                    <a:pt x="26" y="7"/>
                    <a:pt x="26" y="7"/>
                    <a:pt x="26" y="7"/>
                  </a:cubicBezTo>
                  <a:moveTo>
                    <a:pt x="7" y="26"/>
                  </a:moveTo>
                  <a:cubicBezTo>
                    <a:pt x="16" y="31"/>
                    <a:pt x="16" y="31"/>
                    <a:pt x="16" y="31"/>
                  </a:cubicBezTo>
                  <a:moveTo>
                    <a:pt x="0" y="52"/>
                  </a:moveTo>
                  <a:cubicBezTo>
                    <a:pt x="10" y="52"/>
                    <a:pt x="10" y="52"/>
                    <a:pt x="10" y="52"/>
                  </a:cubicBezTo>
                  <a:moveTo>
                    <a:pt x="79" y="7"/>
                  </a:moveTo>
                  <a:cubicBezTo>
                    <a:pt x="73" y="16"/>
                    <a:pt x="73" y="16"/>
                    <a:pt x="73" y="16"/>
                  </a:cubicBezTo>
                  <a:moveTo>
                    <a:pt x="98" y="26"/>
                  </a:moveTo>
                  <a:cubicBezTo>
                    <a:pt x="89" y="31"/>
                    <a:pt x="89" y="31"/>
                    <a:pt x="89" y="31"/>
                  </a:cubicBezTo>
                  <a:moveTo>
                    <a:pt x="95" y="52"/>
                  </a:moveTo>
                  <a:cubicBezTo>
                    <a:pt x="105" y="52"/>
                    <a:pt x="105" y="52"/>
                    <a:pt x="105" y="52"/>
                  </a:cubicBezTo>
                  <a:moveTo>
                    <a:pt x="64" y="95"/>
                  </a:moveTo>
                  <a:cubicBezTo>
                    <a:pt x="64" y="95"/>
                    <a:pt x="38" y="102"/>
                    <a:pt x="38" y="102"/>
                  </a:cubicBezTo>
                  <a:cubicBezTo>
                    <a:pt x="37" y="103"/>
                    <a:pt x="35" y="104"/>
                    <a:pt x="35" y="106"/>
                  </a:cubicBezTo>
                  <a:cubicBezTo>
                    <a:pt x="35" y="109"/>
                    <a:pt x="37" y="110"/>
                    <a:pt x="40" y="110"/>
                  </a:cubicBezTo>
                  <a:cubicBezTo>
                    <a:pt x="40" y="110"/>
                    <a:pt x="42" y="110"/>
                    <a:pt x="42" y="110"/>
                  </a:cubicBezTo>
                  <a:cubicBezTo>
                    <a:pt x="64" y="104"/>
                    <a:pt x="64" y="104"/>
                    <a:pt x="64" y="104"/>
                  </a:cubicBezTo>
                  <a:cubicBezTo>
                    <a:pt x="64" y="104"/>
                    <a:pt x="64" y="104"/>
                    <a:pt x="64" y="104"/>
                  </a:cubicBezTo>
                  <a:cubicBezTo>
                    <a:pt x="65" y="104"/>
                    <a:pt x="65" y="104"/>
                    <a:pt x="65" y="104"/>
                  </a:cubicBezTo>
                  <a:cubicBezTo>
                    <a:pt x="68" y="104"/>
                    <a:pt x="69" y="106"/>
                    <a:pt x="69" y="108"/>
                  </a:cubicBezTo>
                  <a:cubicBezTo>
                    <a:pt x="69" y="110"/>
                    <a:pt x="68" y="111"/>
                    <a:pt x="67" y="112"/>
                  </a:cubicBezTo>
                  <a:cubicBezTo>
                    <a:pt x="45" y="118"/>
                    <a:pt x="45" y="118"/>
                    <a:pt x="45" y="118"/>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2" name="Freeform 67">
              <a:extLst>
                <a:ext uri="{FF2B5EF4-FFF2-40B4-BE49-F238E27FC236}">
                  <a16:creationId xmlns:a16="http://schemas.microsoft.com/office/drawing/2014/main" id="{B262816B-2775-4B01-9FC2-BE4C0B76DF19}"/>
                </a:ext>
              </a:extLst>
            </p:cNvPr>
            <p:cNvSpPr>
              <a:spLocks noEditPoints="1"/>
            </p:cNvSpPr>
            <p:nvPr/>
          </p:nvSpPr>
          <p:spPr bwMode="auto">
            <a:xfrm>
              <a:off x="3589339" y="3168650"/>
              <a:ext cx="436563" cy="452438"/>
            </a:xfrm>
            <a:custGeom>
              <a:avLst/>
              <a:gdLst>
                <a:gd name="T0" fmla="*/ 43 w 116"/>
                <a:gd name="T1" fmla="*/ 12 h 120"/>
                <a:gd name="T2" fmla="*/ 101 w 116"/>
                <a:gd name="T3" fmla="*/ 48 h 120"/>
                <a:gd name="T4" fmla="*/ 116 w 116"/>
                <a:gd name="T5" fmla="*/ 77 h 120"/>
                <a:gd name="T6" fmla="*/ 104 w 116"/>
                <a:gd name="T7" fmla="*/ 77 h 120"/>
                <a:gd name="T8" fmla="*/ 104 w 116"/>
                <a:gd name="T9" fmla="*/ 97 h 120"/>
                <a:gd name="T10" fmla="*/ 97 w 116"/>
                <a:gd name="T11" fmla="*/ 103 h 120"/>
                <a:gd name="T12" fmla="*/ 84 w 116"/>
                <a:gd name="T13" fmla="*/ 103 h 120"/>
                <a:gd name="T14" fmla="*/ 84 w 116"/>
                <a:gd name="T15" fmla="*/ 120 h 120"/>
                <a:gd name="T16" fmla="*/ 31 w 116"/>
                <a:gd name="T17" fmla="*/ 120 h 120"/>
                <a:gd name="T18" fmla="*/ 31 w 116"/>
                <a:gd name="T19" fmla="*/ 103 h 120"/>
                <a:gd name="T20" fmla="*/ 25 w 116"/>
                <a:gd name="T21" fmla="*/ 91 h 120"/>
                <a:gd name="T22" fmla="*/ 64 w 116"/>
                <a:gd name="T23" fmla="*/ 54 h 120"/>
                <a:gd name="T24" fmla="*/ 64 w 116"/>
                <a:gd name="T25" fmla="*/ 46 h 120"/>
                <a:gd name="T26" fmla="*/ 55 w 116"/>
                <a:gd name="T27" fmla="*/ 43 h 120"/>
                <a:gd name="T28" fmla="*/ 54 w 116"/>
                <a:gd name="T29" fmla="*/ 39 h 120"/>
                <a:gd name="T30" fmla="*/ 58 w 116"/>
                <a:gd name="T31" fmla="*/ 30 h 120"/>
                <a:gd name="T32" fmla="*/ 52 w 116"/>
                <a:gd name="T33" fmla="*/ 25 h 120"/>
                <a:gd name="T34" fmla="*/ 43 w 116"/>
                <a:gd name="T35" fmla="*/ 28 h 120"/>
                <a:gd name="T36" fmla="*/ 40 w 116"/>
                <a:gd name="T37" fmla="*/ 27 h 120"/>
                <a:gd name="T38" fmla="*/ 36 w 116"/>
                <a:gd name="T39" fmla="*/ 18 h 120"/>
                <a:gd name="T40" fmla="*/ 28 w 116"/>
                <a:gd name="T41" fmla="*/ 18 h 120"/>
                <a:gd name="T42" fmla="*/ 24 w 116"/>
                <a:gd name="T43" fmla="*/ 27 h 120"/>
                <a:gd name="T44" fmla="*/ 21 w 116"/>
                <a:gd name="T45" fmla="*/ 28 h 120"/>
                <a:gd name="T46" fmla="*/ 12 w 116"/>
                <a:gd name="T47" fmla="*/ 25 h 120"/>
                <a:gd name="T48" fmla="*/ 6 w 116"/>
                <a:gd name="T49" fmla="*/ 30 h 120"/>
                <a:gd name="T50" fmla="*/ 10 w 116"/>
                <a:gd name="T51" fmla="*/ 39 h 120"/>
                <a:gd name="T52" fmla="*/ 9 w 116"/>
                <a:gd name="T53" fmla="*/ 43 h 120"/>
                <a:gd name="T54" fmla="*/ 0 w 116"/>
                <a:gd name="T55" fmla="*/ 46 h 120"/>
                <a:gd name="T56" fmla="*/ 0 w 116"/>
                <a:gd name="T57" fmla="*/ 54 h 120"/>
                <a:gd name="T58" fmla="*/ 9 w 116"/>
                <a:gd name="T59" fmla="*/ 58 h 120"/>
                <a:gd name="T60" fmla="*/ 10 w 116"/>
                <a:gd name="T61" fmla="*/ 61 h 120"/>
                <a:gd name="T62" fmla="*/ 6 w 116"/>
                <a:gd name="T63" fmla="*/ 70 h 120"/>
                <a:gd name="T64" fmla="*/ 12 w 116"/>
                <a:gd name="T65" fmla="*/ 76 h 120"/>
                <a:gd name="T66" fmla="*/ 21 w 116"/>
                <a:gd name="T67" fmla="*/ 72 h 120"/>
                <a:gd name="T68" fmla="*/ 24 w 116"/>
                <a:gd name="T69" fmla="*/ 73 h 120"/>
                <a:gd name="T70" fmla="*/ 28 w 116"/>
                <a:gd name="T71" fmla="*/ 83 h 120"/>
                <a:gd name="T72" fmla="*/ 36 w 116"/>
                <a:gd name="T73" fmla="*/ 83 h 120"/>
                <a:gd name="T74" fmla="*/ 40 w 116"/>
                <a:gd name="T75" fmla="*/ 73 h 120"/>
                <a:gd name="T76" fmla="*/ 43 w 116"/>
                <a:gd name="T77" fmla="*/ 72 h 120"/>
                <a:gd name="T78" fmla="*/ 52 w 116"/>
                <a:gd name="T79" fmla="*/ 76 h 120"/>
                <a:gd name="T80" fmla="*/ 58 w 116"/>
                <a:gd name="T81" fmla="*/ 70 h 120"/>
                <a:gd name="T82" fmla="*/ 54 w 116"/>
                <a:gd name="T83" fmla="*/ 61 h 120"/>
                <a:gd name="T84" fmla="*/ 55 w 116"/>
                <a:gd name="T85" fmla="*/ 58 h 120"/>
                <a:gd name="T86" fmla="*/ 64 w 116"/>
                <a:gd name="T87" fmla="*/ 54 h 120"/>
                <a:gd name="T88" fmla="*/ 32 w 116"/>
                <a:gd name="T89" fmla="*/ 37 h 120"/>
                <a:gd name="T90" fmla="*/ 18 w 116"/>
                <a:gd name="T91" fmla="*/ 50 h 120"/>
                <a:gd name="T92" fmla="*/ 32 w 116"/>
                <a:gd name="T93" fmla="*/ 64 h 120"/>
                <a:gd name="T94" fmla="*/ 46 w 116"/>
                <a:gd name="T95" fmla="*/ 50 h 120"/>
                <a:gd name="T96" fmla="*/ 32 w 116"/>
                <a:gd name="T97" fmla="*/ 37 h 120"/>
                <a:gd name="T98" fmla="*/ 84 w 116"/>
                <a:gd name="T99" fmla="*/ 103 h 120"/>
                <a:gd name="T100" fmla="*/ 77 w 116"/>
                <a:gd name="T101" fmla="*/ 10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6" h="120">
                  <a:moveTo>
                    <a:pt x="43" y="12"/>
                  </a:moveTo>
                  <a:cubicBezTo>
                    <a:pt x="107" y="0"/>
                    <a:pt x="101" y="48"/>
                    <a:pt x="101" y="48"/>
                  </a:cubicBezTo>
                  <a:cubicBezTo>
                    <a:pt x="116" y="77"/>
                    <a:pt x="116" y="77"/>
                    <a:pt x="116" y="77"/>
                  </a:cubicBezTo>
                  <a:cubicBezTo>
                    <a:pt x="104" y="77"/>
                    <a:pt x="104" y="77"/>
                    <a:pt x="104" y="77"/>
                  </a:cubicBezTo>
                  <a:cubicBezTo>
                    <a:pt x="104" y="97"/>
                    <a:pt x="104" y="97"/>
                    <a:pt x="104" y="97"/>
                  </a:cubicBezTo>
                  <a:cubicBezTo>
                    <a:pt x="104" y="101"/>
                    <a:pt x="101" y="103"/>
                    <a:pt x="97" y="103"/>
                  </a:cubicBezTo>
                  <a:cubicBezTo>
                    <a:pt x="84" y="103"/>
                    <a:pt x="84" y="103"/>
                    <a:pt x="84" y="103"/>
                  </a:cubicBezTo>
                  <a:cubicBezTo>
                    <a:pt x="84" y="120"/>
                    <a:pt x="84" y="120"/>
                    <a:pt x="84" y="120"/>
                  </a:cubicBezTo>
                  <a:moveTo>
                    <a:pt x="31" y="120"/>
                  </a:moveTo>
                  <a:cubicBezTo>
                    <a:pt x="31" y="103"/>
                    <a:pt x="31" y="103"/>
                    <a:pt x="31" y="103"/>
                  </a:cubicBezTo>
                  <a:cubicBezTo>
                    <a:pt x="25" y="91"/>
                    <a:pt x="25" y="91"/>
                    <a:pt x="25" y="91"/>
                  </a:cubicBezTo>
                  <a:moveTo>
                    <a:pt x="64" y="54"/>
                  </a:moveTo>
                  <a:cubicBezTo>
                    <a:pt x="64" y="46"/>
                    <a:pt x="64" y="46"/>
                    <a:pt x="64" y="46"/>
                  </a:cubicBezTo>
                  <a:cubicBezTo>
                    <a:pt x="55" y="43"/>
                    <a:pt x="55" y="43"/>
                    <a:pt x="55" y="43"/>
                  </a:cubicBezTo>
                  <a:cubicBezTo>
                    <a:pt x="55" y="41"/>
                    <a:pt x="54" y="40"/>
                    <a:pt x="54" y="39"/>
                  </a:cubicBezTo>
                  <a:cubicBezTo>
                    <a:pt x="58" y="30"/>
                    <a:pt x="58" y="30"/>
                    <a:pt x="58" y="30"/>
                  </a:cubicBezTo>
                  <a:cubicBezTo>
                    <a:pt x="52" y="25"/>
                    <a:pt x="52" y="25"/>
                    <a:pt x="52" y="25"/>
                  </a:cubicBezTo>
                  <a:cubicBezTo>
                    <a:pt x="43" y="28"/>
                    <a:pt x="43" y="28"/>
                    <a:pt x="43" y="28"/>
                  </a:cubicBezTo>
                  <a:cubicBezTo>
                    <a:pt x="42" y="28"/>
                    <a:pt x="41" y="28"/>
                    <a:pt x="40" y="27"/>
                  </a:cubicBezTo>
                  <a:cubicBezTo>
                    <a:pt x="36" y="18"/>
                    <a:pt x="36" y="18"/>
                    <a:pt x="36" y="18"/>
                  </a:cubicBezTo>
                  <a:cubicBezTo>
                    <a:pt x="28" y="18"/>
                    <a:pt x="28" y="18"/>
                    <a:pt x="28" y="18"/>
                  </a:cubicBezTo>
                  <a:cubicBezTo>
                    <a:pt x="24" y="27"/>
                    <a:pt x="24" y="27"/>
                    <a:pt x="24" y="27"/>
                  </a:cubicBezTo>
                  <a:cubicBezTo>
                    <a:pt x="23" y="28"/>
                    <a:pt x="22" y="28"/>
                    <a:pt x="21" y="28"/>
                  </a:cubicBezTo>
                  <a:cubicBezTo>
                    <a:pt x="12" y="25"/>
                    <a:pt x="12" y="25"/>
                    <a:pt x="12" y="25"/>
                  </a:cubicBezTo>
                  <a:cubicBezTo>
                    <a:pt x="6" y="30"/>
                    <a:pt x="6" y="30"/>
                    <a:pt x="6" y="30"/>
                  </a:cubicBezTo>
                  <a:cubicBezTo>
                    <a:pt x="10" y="39"/>
                    <a:pt x="10" y="39"/>
                    <a:pt x="10" y="39"/>
                  </a:cubicBezTo>
                  <a:cubicBezTo>
                    <a:pt x="10" y="40"/>
                    <a:pt x="9" y="41"/>
                    <a:pt x="9" y="43"/>
                  </a:cubicBezTo>
                  <a:cubicBezTo>
                    <a:pt x="0" y="46"/>
                    <a:pt x="0" y="46"/>
                    <a:pt x="0" y="46"/>
                  </a:cubicBezTo>
                  <a:cubicBezTo>
                    <a:pt x="0" y="54"/>
                    <a:pt x="0" y="54"/>
                    <a:pt x="0" y="54"/>
                  </a:cubicBezTo>
                  <a:cubicBezTo>
                    <a:pt x="9" y="58"/>
                    <a:pt x="9" y="58"/>
                    <a:pt x="9" y="58"/>
                  </a:cubicBezTo>
                  <a:cubicBezTo>
                    <a:pt x="9" y="59"/>
                    <a:pt x="10" y="60"/>
                    <a:pt x="10" y="61"/>
                  </a:cubicBezTo>
                  <a:cubicBezTo>
                    <a:pt x="6" y="70"/>
                    <a:pt x="6" y="70"/>
                    <a:pt x="6" y="70"/>
                  </a:cubicBezTo>
                  <a:cubicBezTo>
                    <a:pt x="12" y="76"/>
                    <a:pt x="12" y="76"/>
                    <a:pt x="12" y="76"/>
                  </a:cubicBezTo>
                  <a:cubicBezTo>
                    <a:pt x="21" y="72"/>
                    <a:pt x="21" y="72"/>
                    <a:pt x="21" y="72"/>
                  </a:cubicBezTo>
                  <a:cubicBezTo>
                    <a:pt x="22" y="73"/>
                    <a:pt x="23" y="73"/>
                    <a:pt x="24" y="73"/>
                  </a:cubicBezTo>
                  <a:cubicBezTo>
                    <a:pt x="28" y="83"/>
                    <a:pt x="28" y="83"/>
                    <a:pt x="28" y="83"/>
                  </a:cubicBezTo>
                  <a:cubicBezTo>
                    <a:pt x="36" y="83"/>
                    <a:pt x="36" y="83"/>
                    <a:pt x="36" y="83"/>
                  </a:cubicBezTo>
                  <a:cubicBezTo>
                    <a:pt x="40" y="73"/>
                    <a:pt x="40" y="73"/>
                    <a:pt x="40" y="73"/>
                  </a:cubicBezTo>
                  <a:cubicBezTo>
                    <a:pt x="41" y="73"/>
                    <a:pt x="42" y="73"/>
                    <a:pt x="43" y="72"/>
                  </a:cubicBezTo>
                  <a:cubicBezTo>
                    <a:pt x="52" y="76"/>
                    <a:pt x="52" y="76"/>
                    <a:pt x="52" y="76"/>
                  </a:cubicBezTo>
                  <a:cubicBezTo>
                    <a:pt x="58" y="70"/>
                    <a:pt x="58" y="70"/>
                    <a:pt x="58" y="70"/>
                  </a:cubicBezTo>
                  <a:cubicBezTo>
                    <a:pt x="54" y="61"/>
                    <a:pt x="54" y="61"/>
                    <a:pt x="54" y="61"/>
                  </a:cubicBezTo>
                  <a:cubicBezTo>
                    <a:pt x="54" y="60"/>
                    <a:pt x="55" y="59"/>
                    <a:pt x="55" y="58"/>
                  </a:cubicBezTo>
                  <a:lnTo>
                    <a:pt x="64" y="54"/>
                  </a:lnTo>
                  <a:close/>
                  <a:moveTo>
                    <a:pt x="32" y="37"/>
                  </a:moveTo>
                  <a:cubicBezTo>
                    <a:pt x="24" y="37"/>
                    <a:pt x="18" y="43"/>
                    <a:pt x="18" y="50"/>
                  </a:cubicBezTo>
                  <a:cubicBezTo>
                    <a:pt x="18" y="58"/>
                    <a:pt x="24" y="64"/>
                    <a:pt x="32" y="64"/>
                  </a:cubicBezTo>
                  <a:cubicBezTo>
                    <a:pt x="40" y="64"/>
                    <a:pt x="46" y="58"/>
                    <a:pt x="46" y="50"/>
                  </a:cubicBezTo>
                  <a:cubicBezTo>
                    <a:pt x="46" y="43"/>
                    <a:pt x="40" y="37"/>
                    <a:pt x="32" y="37"/>
                  </a:cubicBezTo>
                  <a:close/>
                  <a:moveTo>
                    <a:pt x="84" y="103"/>
                  </a:moveTo>
                  <a:cubicBezTo>
                    <a:pt x="77" y="103"/>
                    <a:pt x="77" y="103"/>
                    <a:pt x="77" y="103"/>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3" name="Freeform 68">
              <a:extLst>
                <a:ext uri="{FF2B5EF4-FFF2-40B4-BE49-F238E27FC236}">
                  <a16:creationId xmlns:a16="http://schemas.microsoft.com/office/drawing/2014/main" id="{61874A25-43F5-4A88-BB8A-219380DEBE40}"/>
                </a:ext>
              </a:extLst>
            </p:cNvPr>
            <p:cNvSpPr>
              <a:spLocks noEditPoints="1"/>
            </p:cNvSpPr>
            <p:nvPr/>
          </p:nvSpPr>
          <p:spPr bwMode="auto">
            <a:xfrm>
              <a:off x="3521076" y="1331913"/>
              <a:ext cx="576263" cy="325438"/>
            </a:xfrm>
            <a:custGeom>
              <a:avLst/>
              <a:gdLst>
                <a:gd name="T0" fmla="*/ 36 w 153"/>
                <a:gd name="T1" fmla="*/ 71 h 86"/>
                <a:gd name="T2" fmla="*/ 36 w 153"/>
                <a:gd name="T3" fmla="*/ 64 h 86"/>
                <a:gd name="T4" fmla="*/ 45 w 153"/>
                <a:gd name="T5" fmla="*/ 56 h 86"/>
                <a:gd name="T6" fmla="*/ 50 w 153"/>
                <a:gd name="T7" fmla="*/ 60 h 86"/>
                <a:gd name="T8" fmla="*/ 43 w 153"/>
                <a:gd name="T9" fmla="*/ 70 h 86"/>
                <a:gd name="T10" fmla="*/ 93 w 153"/>
                <a:gd name="T11" fmla="*/ 63 h 86"/>
                <a:gd name="T12" fmla="*/ 112 w 153"/>
                <a:gd name="T13" fmla="*/ 71 h 86"/>
                <a:gd name="T14" fmla="*/ 113 w 153"/>
                <a:gd name="T15" fmla="*/ 63 h 86"/>
                <a:gd name="T16" fmla="*/ 94 w 153"/>
                <a:gd name="T17" fmla="*/ 77 h 86"/>
                <a:gd name="T18" fmla="*/ 102 w 153"/>
                <a:gd name="T19" fmla="*/ 77 h 86"/>
                <a:gd name="T20" fmla="*/ 104 w 153"/>
                <a:gd name="T21" fmla="*/ 71 h 86"/>
                <a:gd name="T22" fmla="*/ 84 w 153"/>
                <a:gd name="T23" fmla="*/ 83 h 86"/>
                <a:gd name="T24" fmla="*/ 92 w 153"/>
                <a:gd name="T25" fmla="*/ 83 h 86"/>
                <a:gd name="T26" fmla="*/ 94 w 153"/>
                <a:gd name="T27" fmla="*/ 77 h 86"/>
                <a:gd name="T28" fmla="*/ 72 w 153"/>
                <a:gd name="T29" fmla="*/ 85 h 86"/>
                <a:gd name="T30" fmla="*/ 82 w 153"/>
                <a:gd name="T31" fmla="*/ 84 h 86"/>
                <a:gd name="T32" fmla="*/ 49 w 153"/>
                <a:gd name="T33" fmla="*/ 77 h 86"/>
                <a:gd name="T34" fmla="*/ 59 w 153"/>
                <a:gd name="T35" fmla="*/ 59 h 86"/>
                <a:gd name="T36" fmla="*/ 53 w 153"/>
                <a:gd name="T37" fmla="*/ 59 h 86"/>
                <a:gd name="T38" fmla="*/ 42 w 153"/>
                <a:gd name="T39" fmla="*/ 77 h 86"/>
                <a:gd name="T40" fmla="*/ 49 w 153"/>
                <a:gd name="T41" fmla="*/ 77 h 86"/>
                <a:gd name="T42" fmla="*/ 67 w 153"/>
                <a:gd name="T43" fmla="*/ 70 h 86"/>
                <a:gd name="T44" fmla="*/ 63 w 153"/>
                <a:gd name="T45" fmla="*/ 63 h 86"/>
                <a:gd name="T46" fmla="*/ 51 w 153"/>
                <a:gd name="T47" fmla="*/ 75 h 86"/>
                <a:gd name="T48" fmla="*/ 55 w 153"/>
                <a:gd name="T49" fmla="*/ 83 h 86"/>
                <a:gd name="T50" fmla="*/ 71 w 153"/>
                <a:gd name="T51" fmla="*/ 80 h 86"/>
                <a:gd name="T52" fmla="*/ 72 w 153"/>
                <a:gd name="T53" fmla="*/ 72 h 86"/>
                <a:gd name="T54" fmla="*/ 65 w 153"/>
                <a:gd name="T55" fmla="*/ 72 h 86"/>
                <a:gd name="T56" fmla="*/ 60 w 153"/>
                <a:gd name="T57" fmla="*/ 85 h 86"/>
                <a:gd name="T58" fmla="*/ 67 w 153"/>
                <a:gd name="T59" fmla="*/ 85 h 86"/>
                <a:gd name="T60" fmla="*/ 131 w 153"/>
                <a:gd name="T61" fmla="*/ 1 h 86"/>
                <a:gd name="T62" fmla="*/ 127 w 153"/>
                <a:gd name="T63" fmla="*/ 52 h 86"/>
                <a:gd name="T64" fmla="*/ 153 w 153"/>
                <a:gd name="T65" fmla="*/ 41 h 86"/>
                <a:gd name="T66" fmla="*/ 83 w 153"/>
                <a:gd name="T67" fmla="*/ 22 h 86"/>
                <a:gd name="T68" fmla="*/ 76 w 153"/>
                <a:gd name="T69" fmla="*/ 23 h 86"/>
                <a:gd name="T70" fmla="*/ 53 w 153"/>
                <a:gd name="T71" fmla="*/ 34 h 86"/>
                <a:gd name="T72" fmla="*/ 73 w 153"/>
                <a:gd name="T73" fmla="*/ 39 h 86"/>
                <a:gd name="T74" fmla="*/ 113 w 153"/>
                <a:gd name="T75" fmla="*/ 63 h 86"/>
                <a:gd name="T76" fmla="*/ 119 w 153"/>
                <a:gd name="T77" fmla="*/ 54 h 86"/>
                <a:gd name="T78" fmla="*/ 113 w 153"/>
                <a:gd name="T79" fmla="*/ 63 h 86"/>
                <a:gd name="T80" fmla="*/ 39 w 153"/>
                <a:gd name="T81" fmla="*/ 62 h 86"/>
                <a:gd name="T82" fmla="*/ 22 w 153"/>
                <a:gd name="T83" fmla="*/ 57 h 86"/>
                <a:gd name="T84" fmla="*/ 32 w 153"/>
                <a:gd name="T85" fmla="*/ 0 h 86"/>
                <a:gd name="T86" fmla="*/ 37 w 153"/>
                <a:gd name="T87" fmla="*/ 63 h 86"/>
                <a:gd name="T88" fmla="*/ 51 w 153"/>
                <a:gd name="T89" fmla="*/ 2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 h="86">
                  <a:moveTo>
                    <a:pt x="40" y="72"/>
                  </a:moveTo>
                  <a:cubicBezTo>
                    <a:pt x="39" y="72"/>
                    <a:pt x="37" y="71"/>
                    <a:pt x="36" y="71"/>
                  </a:cubicBezTo>
                  <a:cubicBezTo>
                    <a:pt x="35" y="70"/>
                    <a:pt x="35" y="69"/>
                    <a:pt x="35" y="67"/>
                  </a:cubicBezTo>
                  <a:cubicBezTo>
                    <a:pt x="35" y="66"/>
                    <a:pt x="35" y="65"/>
                    <a:pt x="36" y="64"/>
                  </a:cubicBezTo>
                  <a:cubicBezTo>
                    <a:pt x="42" y="57"/>
                    <a:pt x="42" y="57"/>
                    <a:pt x="42" y="57"/>
                  </a:cubicBezTo>
                  <a:cubicBezTo>
                    <a:pt x="43" y="57"/>
                    <a:pt x="44" y="56"/>
                    <a:pt x="45" y="56"/>
                  </a:cubicBezTo>
                  <a:cubicBezTo>
                    <a:pt x="46" y="56"/>
                    <a:pt x="47" y="56"/>
                    <a:pt x="48" y="57"/>
                  </a:cubicBezTo>
                  <a:cubicBezTo>
                    <a:pt x="49" y="58"/>
                    <a:pt x="50" y="59"/>
                    <a:pt x="50" y="60"/>
                  </a:cubicBezTo>
                  <a:cubicBezTo>
                    <a:pt x="50" y="62"/>
                    <a:pt x="50" y="63"/>
                    <a:pt x="49" y="64"/>
                  </a:cubicBezTo>
                  <a:cubicBezTo>
                    <a:pt x="43" y="70"/>
                    <a:pt x="43" y="70"/>
                    <a:pt x="43" y="70"/>
                  </a:cubicBezTo>
                  <a:cubicBezTo>
                    <a:pt x="42" y="71"/>
                    <a:pt x="41" y="72"/>
                    <a:pt x="40" y="72"/>
                  </a:cubicBezTo>
                  <a:close/>
                  <a:moveTo>
                    <a:pt x="93" y="63"/>
                  </a:moveTo>
                  <a:cubicBezTo>
                    <a:pt x="93" y="63"/>
                    <a:pt x="104" y="72"/>
                    <a:pt x="107" y="72"/>
                  </a:cubicBezTo>
                  <a:cubicBezTo>
                    <a:pt x="110" y="73"/>
                    <a:pt x="110" y="72"/>
                    <a:pt x="112" y="71"/>
                  </a:cubicBezTo>
                  <a:cubicBezTo>
                    <a:pt x="113" y="70"/>
                    <a:pt x="114" y="68"/>
                    <a:pt x="114" y="66"/>
                  </a:cubicBezTo>
                  <a:cubicBezTo>
                    <a:pt x="114" y="65"/>
                    <a:pt x="113" y="64"/>
                    <a:pt x="113" y="63"/>
                  </a:cubicBezTo>
                  <a:moveTo>
                    <a:pt x="84" y="69"/>
                  </a:moveTo>
                  <a:cubicBezTo>
                    <a:pt x="94" y="77"/>
                    <a:pt x="94" y="77"/>
                    <a:pt x="94" y="77"/>
                  </a:cubicBezTo>
                  <a:cubicBezTo>
                    <a:pt x="95" y="78"/>
                    <a:pt x="96" y="79"/>
                    <a:pt x="98" y="79"/>
                  </a:cubicBezTo>
                  <a:cubicBezTo>
                    <a:pt x="100" y="79"/>
                    <a:pt x="101" y="78"/>
                    <a:pt x="102" y="77"/>
                  </a:cubicBezTo>
                  <a:cubicBezTo>
                    <a:pt x="104" y="76"/>
                    <a:pt x="104" y="74"/>
                    <a:pt x="104" y="73"/>
                  </a:cubicBezTo>
                  <a:cubicBezTo>
                    <a:pt x="104" y="72"/>
                    <a:pt x="104" y="71"/>
                    <a:pt x="104" y="71"/>
                  </a:cubicBezTo>
                  <a:moveTo>
                    <a:pt x="79" y="79"/>
                  </a:moveTo>
                  <a:cubicBezTo>
                    <a:pt x="84" y="83"/>
                    <a:pt x="84" y="83"/>
                    <a:pt x="84" y="83"/>
                  </a:cubicBezTo>
                  <a:cubicBezTo>
                    <a:pt x="85" y="84"/>
                    <a:pt x="86" y="85"/>
                    <a:pt x="88" y="85"/>
                  </a:cubicBezTo>
                  <a:cubicBezTo>
                    <a:pt x="89" y="85"/>
                    <a:pt x="91" y="84"/>
                    <a:pt x="92" y="83"/>
                  </a:cubicBezTo>
                  <a:cubicBezTo>
                    <a:pt x="93" y="82"/>
                    <a:pt x="94" y="80"/>
                    <a:pt x="94" y="79"/>
                  </a:cubicBezTo>
                  <a:cubicBezTo>
                    <a:pt x="94" y="78"/>
                    <a:pt x="94" y="77"/>
                    <a:pt x="94" y="77"/>
                  </a:cubicBezTo>
                  <a:moveTo>
                    <a:pt x="68" y="83"/>
                  </a:moveTo>
                  <a:cubicBezTo>
                    <a:pt x="72" y="85"/>
                    <a:pt x="72" y="85"/>
                    <a:pt x="72" y="85"/>
                  </a:cubicBezTo>
                  <a:cubicBezTo>
                    <a:pt x="73" y="85"/>
                    <a:pt x="75" y="86"/>
                    <a:pt x="77" y="85"/>
                  </a:cubicBezTo>
                  <a:cubicBezTo>
                    <a:pt x="79" y="85"/>
                    <a:pt x="80" y="85"/>
                    <a:pt x="82" y="84"/>
                  </a:cubicBezTo>
                  <a:cubicBezTo>
                    <a:pt x="82" y="83"/>
                    <a:pt x="83" y="83"/>
                    <a:pt x="83" y="82"/>
                  </a:cubicBezTo>
                  <a:moveTo>
                    <a:pt x="49" y="77"/>
                  </a:moveTo>
                  <a:cubicBezTo>
                    <a:pt x="59" y="65"/>
                    <a:pt x="59" y="65"/>
                    <a:pt x="59" y="65"/>
                  </a:cubicBezTo>
                  <a:cubicBezTo>
                    <a:pt x="61" y="64"/>
                    <a:pt x="61" y="61"/>
                    <a:pt x="59" y="59"/>
                  </a:cubicBezTo>
                  <a:cubicBezTo>
                    <a:pt x="58" y="58"/>
                    <a:pt x="57" y="58"/>
                    <a:pt x="55" y="58"/>
                  </a:cubicBezTo>
                  <a:cubicBezTo>
                    <a:pt x="54" y="58"/>
                    <a:pt x="53" y="58"/>
                    <a:pt x="53" y="59"/>
                  </a:cubicBezTo>
                  <a:cubicBezTo>
                    <a:pt x="42" y="71"/>
                    <a:pt x="42" y="71"/>
                    <a:pt x="42" y="71"/>
                  </a:cubicBezTo>
                  <a:cubicBezTo>
                    <a:pt x="40" y="73"/>
                    <a:pt x="41" y="76"/>
                    <a:pt x="42" y="77"/>
                  </a:cubicBezTo>
                  <a:cubicBezTo>
                    <a:pt x="43" y="78"/>
                    <a:pt x="45" y="79"/>
                    <a:pt x="46" y="79"/>
                  </a:cubicBezTo>
                  <a:cubicBezTo>
                    <a:pt x="47" y="78"/>
                    <a:pt x="48" y="78"/>
                    <a:pt x="49" y="77"/>
                  </a:cubicBezTo>
                  <a:close/>
                  <a:moveTo>
                    <a:pt x="58" y="81"/>
                  </a:moveTo>
                  <a:cubicBezTo>
                    <a:pt x="67" y="70"/>
                    <a:pt x="67" y="70"/>
                    <a:pt x="67" y="70"/>
                  </a:cubicBezTo>
                  <a:cubicBezTo>
                    <a:pt x="69" y="69"/>
                    <a:pt x="69" y="66"/>
                    <a:pt x="67" y="64"/>
                  </a:cubicBezTo>
                  <a:cubicBezTo>
                    <a:pt x="66" y="63"/>
                    <a:pt x="65" y="63"/>
                    <a:pt x="63" y="63"/>
                  </a:cubicBezTo>
                  <a:cubicBezTo>
                    <a:pt x="62" y="63"/>
                    <a:pt x="61" y="64"/>
                    <a:pt x="60" y="64"/>
                  </a:cubicBezTo>
                  <a:cubicBezTo>
                    <a:pt x="51" y="75"/>
                    <a:pt x="51" y="75"/>
                    <a:pt x="51" y="75"/>
                  </a:cubicBezTo>
                  <a:cubicBezTo>
                    <a:pt x="49" y="77"/>
                    <a:pt x="49" y="80"/>
                    <a:pt x="51" y="82"/>
                  </a:cubicBezTo>
                  <a:cubicBezTo>
                    <a:pt x="52" y="82"/>
                    <a:pt x="53" y="83"/>
                    <a:pt x="55" y="83"/>
                  </a:cubicBezTo>
                  <a:cubicBezTo>
                    <a:pt x="56" y="83"/>
                    <a:pt x="57" y="82"/>
                    <a:pt x="58" y="81"/>
                  </a:cubicBezTo>
                  <a:close/>
                  <a:moveTo>
                    <a:pt x="71" y="80"/>
                  </a:moveTo>
                  <a:cubicBezTo>
                    <a:pt x="72" y="79"/>
                    <a:pt x="72" y="79"/>
                    <a:pt x="72" y="79"/>
                  </a:cubicBezTo>
                  <a:cubicBezTo>
                    <a:pt x="74" y="77"/>
                    <a:pt x="74" y="74"/>
                    <a:pt x="72" y="72"/>
                  </a:cubicBezTo>
                  <a:cubicBezTo>
                    <a:pt x="71" y="71"/>
                    <a:pt x="69" y="71"/>
                    <a:pt x="68" y="71"/>
                  </a:cubicBezTo>
                  <a:cubicBezTo>
                    <a:pt x="67" y="71"/>
                    <a:pt x="66" y="72"/>
                    <a:pt x="65" y="72"/>
                  </a:cubicBezTo>
                  <a:cubicBezTo>
                    <a:pt x="60" y="79"/>
                    <a:pt x="60" y="79"/>
                    <a:pt x="60" y="79"/>
                  </a:cubicBezTo>
                  <a:cubicBezTo>
                    <a:pt x="58" y="81"/>
                    <a:pt x="58" y="83"/>
                    <a:pt x="60" y="85"/>
                  </a:cubicBezTo>
                  <a:cubicBezTo>
                    <a:pt x="61" y="86"/>
                    <a:pt x="63" y="86"/>
                    <a:pt x="64" y="86"/>
                  </a:cubicBezTo>
                  <a:cubicBezTo>
                    <a:pt x="65" y="86"/>
                    <a:pt x="66" y="86"/>
                    <a:pt x="67" y="85"/>
                  </a:cubicBezTo>
                  <a:lnTo>
                    <a:pt x="71" y="80"/>
                  </a:lnTo>
                  <a:close/>
                  <a:moveTo>
                    <a:pt x="131" y="1"/>
                  </a:moveTo>
                  <a:cubicBezTo>
                    <a:pt x="122" y="6"/>
                    <a:pt x="108" y="13"/>
                    <a:pt x="105" y="15"/>
                  </a:cubicBezTo>
                  <a:cubicBezTo>
                    <a:pt x="107" y="18"/>
                    <a:pt x="116" y="33"/>
                    <a:pt x="127" y="52"/>
                  </a:cubicBezTo>
                  <a:cubicBezTo>
                    <a:pt x="129" y="54"/>
                    <a:pt x="129" y="54"/>
                    <a:pt x="129" y="54"/>
                  </a:cubicBezTo>
                  <a:cubicBezTo>
                    <a:pt x="153" y="41"/>
                    <a:pt x="153" y="41"/>
                    <a:pt x="153" y="41"/>
                  </a:cubicBezTo>
                  <a:moveTo>
                    <a:pt x="109" y="20"/>
                  </a:moveTo>
                  <a:cubicBezTo>
                    <a:pt x="96" y="15"/>
                    <a:pt x="90" y="22"/>
                    <a:pt x="83" y="22"/>
                  </a:cubicBezTo>
                  <a:cubicBezTo>
                    <a:pt x="80" y="22"/>
                    <a:pt x="77" y="23"/>
                    <a:pt x="76" y="23"/>
                  </a:cubicBezTo>
                  <a:cubicBezTo>
                    <a:pt x="76" y="23"/>
                    <a:pt x="76" y="23"/>
                    <a:pt x="76" y="23"/>
                  </a:cubicBezTo>
                  <a:cubicBezTo>
                    <a:pt x="75" y="23"/>
                    <a:pt x="74" y="23"/>
                    <a:pt x="74" y="23"/>
                  </a:cubicBezTo>
                  <a:cubicBezTo>
                    <a:pt x="53" y="34"/>
                    <a:pt x="53" y="34"/>
                    <a:pt x="53" y="34"/>
                  </a:cubicBezTo>
                  <a:cubicBezTo>
                    <a:pt x="43" y="39"/>
                    <a:pt x="53" y="46"/>
                    <a:pt x="56" y="45"/>
                  </a:cubicBezTo>
                  <a:cubicBezTo>
                    <a:pt x="59" y="44"/>
                    <a:pt x="67" y="41"/>
                    <a:pt x="73" y="39"/>
                  </a:cubicBezTo>
                  <a:cubicBezTo>
                    <a:pt x="76" y="38"/>
                    <a:pt x="80" y="38"/>
                    <a:pt x="83" y="40"/>
                  </a:cubicBezTo>
                  <a:cubicBezTo>
                    <a:pt x="92" y="47"/>
                    <a:pt x="111" y="61"/>
                    <a:pt x="113" y="63"/>
                  </a:cubicBezTo>
                  <a:moveTo>
                    <a:pt x="126" y="50"/>
                  </a:moveTo>
                  <a:cubicBezTo>
                    <a:pt x="125" y="51"/>
                    <a:pt x="120" y="53"/>
                    <a:pt x="119" y="54"/>
                  </a:cubicBezTo>
                  <a:cubicBezTo>
                    <a:pt x="119" y="55"/>
                    <a:pt x="118" y="56"/>
                    <a:pt x="117" y="57"/>
                  </a:cubicBezTo>
                  <a:cubicBezTo>
                    <a:pt x="116" y="59"/>
                    <a:pt x="114" y="62"/>
                    <a:pt x="113" y="63"/>
                  </a:cubicBezTo>
                  <a:moveTo>
                    <a:pt x="39" y="62"/>
                  </a:moveTo>
                  <a:cubicBezTo>
                    <a:pt x="39" y="62"/>
                    <a:pt x="39" y="62"/>
                    <a:pt x="39" y="62"/>
                  </a:cubicBezTo>
                  <a:moveTo>
                    <a:pt x="0" y="39"/>
                  </a:moveTo>
                  <a:cubicBezTo>
                    <a:pt x="22" y="57"/>
                    <a:pt x="22" y="57"/>
                    <a:pt x="22" y="57"/>
                  </a:cubicBezTo>
                  <a:cubicBezTo>
                    <a:pt x="53" y="18"/>
                    <a:pt x="53" y="18"/>
                    <a:pt x="53" y="18"/>
                  </a:cubicBezTo>
                  <a:cubicBezTo>
                    <a:pt x="32" y="0"/>
                    <a:pt x="32" y="0"/>
                    <a:pt x="32" y="0"/>
                  </a:cubicBezTo>
                  <a:moveTo>
                    <a:pt x="25" y="54"/>
                  </a:moveTo>
                  <a:cubicBezTo>
                    <a:pt x="31" y="59"/>
                    <a:pt x="37" y="63"/>
                    <a:pt x="37" y="63"/>
                  </a:cubicBezTo>
                  <a:moveTo>
                    <a:pt x="66" y="27"/>
                  </a:moveTo>
                  <a:cubicBezTo>
                    <a:pt x="63" y="26"/>
                    <a:pt x="57" y="23"/>
                    <a:pt x="51" y="2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4" name="Freeform 69">
              <a:extLst>
                <a:ext uri="{FF2B5EF4-FFF2-40B4-BE49-F238E27FC236}">
                  <a16:creationId xmlns:a16="http://schemas.microsoft.com/office/drawing/2014/main" id="{84556389-4FB3-4C38-9E14-B004D0E756DD}"/>
                </a:ext>
              </a:extLst>
            </p:cNvPr>
            <p:cNvSpPr>
              <a:spLocks noEditPoints="1"/>
            </p:cNvSpPr>
            <p:nvPr/>
          </p:nvSpPr>
          <p:spPr bwMode="auto">
            <a:xfrm>
              <a:off x="6197601" y="1298576"/>
              <a:ext cx="441325" cy="350838"/>
            </a:xfrm>
            <a:custGeom>
              <a:avLst/>
              <a:gdLst>
                <a:gd name="T0" fmla="*/ 117 w 117"/>
                <a:gd name="T1" fmla="*/ 93 h 93"/>
                <a:gd name="T2" fmla="*/ 0 w 117"/>
                <a:gd name="T3" fmla="*/ 93 h 93"/>
                <a:gd name="T4" fmla="*/ 28 w 117"/>
                <a:gd name="T5" fmla="*/ 68 h 93"/>
                <a:gd name="T6" fmla="*/ 12 w 117"/>
                <a:gd name="T7" fmla="*/ 68 h 93"/>
                <a:gd name="T8" fmla="*/ 12 w 117"/>
                <a:gd name="T9" fmla="*/ 93 h 93"/>
                <a:gd name="T10" fmla="*/ 28 w 117"/>
                <a:gd name="T11" fmla="*/ 93 h 93"/>
                <a:gd name="T12" fmla="*/ 28 w 117"/>
                <a:gd name="T13" fmla="*/ 68 h 93"/>
                <a:gd name="T14" fmla="*/ 54 w 117"/>
                <a:gd name="T15" fmla="*/ 43 h 93"/>
                <a:gd name="T16" fmla="*/ 37 w 117"/>
                <a:gd name="T17" fmla="*/ 43 h 93"/>
                <a:gd name="T18" fmla="*/ 37 w 117"/>
                <a:gd name="T19" fmla="*/ 93 h 93"/>
                <a:gd name="T20" fmla="*/ 54 w 117"/>
                <a:gd name="T21" fmla="*/ 93 h 93"/>
                <a:gd name="T22" fmla="*/ 54 w 117"/>
                <a:gd name="T23" fmla="*/ 43 h 93"/>
                <a:gd name="T24" fmla="*/ 79 w 117"/>
                <a:gd name="T25" fmla="*/ 54 h 93"/>
                <a:gd name="T26" fmla="*/ 63 w 117"/>
                <a:gd name="T27" fmla="*/ 54 h 93"/>
                <a:gd name="T28" fmla="*/ 63 w 117"/>
                <a:gd name="T29" fmla="*/ 93 h 93"/>
                <a:gd name="T30" fmla="*/ 79 w 117"/>
                <a:gd name="T31" fmla="*/ 93 h 93"/>
                <a:gd name="T32" fmla="*/ 79 w 117"/>
                <a:gd name="T33" fmla="*/ 54 h 93"/>
                <a:gd name="T34" fmla="*/ 104 w 117"/>
                <a:gd name="T35" fmla="*/ 29 h 93"/>
                <a:gd name="T36" fmla="*/ 88 w 117"/>
                <a:gd name="T37" fmla="*/ 29 h 93"/>
                <a:gd name="T38" fmla="*/ 88 w 117"/>
                <a:gd name="T39" fmla="*/ 93 h 93"/>
                <a:gd name="T40" fmla="*/ 104 w 117"/>
                <a:gd name="T41" fmla="*/ 93 h 93"/>
                <a:gd name="T42" fmla="*/ 104 w 117"/>
                <a:gd name="T43" fmla="*/ 29 h 93"/>
                <a:gd name="T44" fmla="*/ 20 w 117"/>
                <a:gd name="T45" fmla="*/ 40 h 93"/>
                <a:gd name="T46" fmla="*/ 16 w 117"/>
                <a:gd name="T47" fmla="*/ 45 h 93"/>
                <a:gd name="T48" fmla="*/ 20 w 117"/>
                <a:gd name="T49" fmla="*/ 50 h 93"/>
                <a:gd name="T50" fmla="*/ 25 w 117"/>
                <a:gd name="T51" fmla="*/ 45 h 93"/>
                <a:gd name="T52" fmla="*/ 20 w 117"/>
                <a:gd name="T53" fmla="*/ 40 h 93"/>
                <a:gd name="T54" fmla="*/ 46 w 117"/>
                <a:gd name="T55" fmla="*/ 16 h 93"/>
                <a:gd name="T56" fmla="*/ 41 w 117"/>
                <a:gd name="T57" fmla="*/ 21 h 93"/>
                <a:gd name="T58" fmla="*/ 46 w 117"/>
                <a:gd name="T59" fmla="*/ 26 h 93"/>
                <a:gd name="T60" fmla="*/ 50 w 117"/>
                <a:gd name="T61" fmla="*/ 21 h 93"/>
                <a:gd name="T62" fmla="*/ 46 w 117"/>
                <a:gd name="T63" fmla="*/ 16 h 93"/>
                <a:gd name="T64" fmla="*/ 71 w 117"/>
                <a:gd name="T65" fmla="*/ 29 h 93"/>
                <a:gd name="T66" fmla="*/ 66 w 117"/>
                <a:gd name="T67" fmla="*/ 33 h 93"/>
                <a:gd name="T68" fmla="*/ 71 w 117"/>
                <a:gd name="T69" fmla="*/ 38 h 93"/>
                <a:gd name="T70" fmla="*/ 75 w 117"/>
                <a:gd name="T71" fmla="*/ 33 h 93"/>
                <a:gd name="T72" fmla="*/ 71 w 117"/>
                <a:gd name="T73" fmla="*/ 29 h 93"/>
                <a:gd name="T74" fmla="*/ 96 w 117"/>
                <a:gd name="T75" fmla="*/ 0 h 93"/>
                <a:gd name="T76" fmla="*/ 91 w 117"/>
                <a:gd name="T77" fmla="*/ 4 h 93"/>
                <a:gd name="T78" fmla="*/ 96 w 117"/>
                <a:gd name="T79" fmla="*/ 9 h 93"/>
                <a:gd name="T80" fmla="*/ 101 w 117"/>
                <a:gd name="T81" fmla="*/ 4 h 93"/>
                <a:gd name="T82" fmla="*/ 96 w 117"/>
                <a:gd name="T83" fmla="*/ 0 h 93"/>
                <a:gd name="T84" fmla="*/ 74 w 117"/>
                <a:gd name="T85" fmla="*/ 30 h 93"/>
                <a:gd name="T86" fmla="*/ 93 w 117"/>
                <a:gd name="T87" fmla="*/ 8 h 93"/>
                <a:gd name="T88" fmla="*/ 50 w 117"/>
                <a:gd name="T89" fmla="*/ 23 h 93"/>
                <a:gd name="T90" fmla="*/ 67 w 117"/>
                <a:gd name="T91" fmla="*/ 31 h 93"/>
                <a:gd name="T92" fmla="*/ 42 w 117"/>
                <a:gd name="T93" fmla="*/ 24 h 93"/>
                <a:gd name="T94" fmla="*/ 24 w 117"/>
                <a:gd name="T9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7" h="93">
                  <a:moveTo>
                    <a:pt x="117" y="93"/>
                  </a:moveTo>
                  <a:cubicBezTo>
                    <a:pt x="0" y="93"/>
                    <a:pt x="0" y="93"/>
                    <a:pt x="0" y="93"/>
                  </a:cubicBezTo>
                  <a:moveTo>
                    <a:pt x="28" y="68"/>
                  </a:moveTo>
                  <a:cubicBezTo>
                    <a:pt x="12" y="68"/>
                    <a:pt x="12" y="68"/>
                    <a:pt x="12" y="68"/>
                  </a:cubicBezTo>
                  <a:cubicBezTo>
                    <a:pt x="12" y="93"/>
                    <a:pt x="12" y="93"/>
                    <a:pt x="12" y="93"/>
                  </a:cubicBezTo>
                  <a:cubicBezTo>
                    <a:pt x="28" y="93"/>
                    <a:pt x="28" y="93"/>
                    <a:pt x="28" y="93"/>
                  </a:cubicBezTo>
                  <a:lnTo>
                    <a:pt x="28" y="68"/>
                  </a:lnTo>
                  <a:close/>
                  <a:moveTo>
                    <a:pt x="54" y="43"/>
                  </a:moveTo>
                  <a:cubicBezTo>
                    <a:pt x="37" y="43"/>
                    <a:pt x="37" y="43"/>
                    <a:pt x="37" y="43"/>
                  </a:cubicBezTo>
                  <a:cubicBezTo>
                    <a:pt x="37" y="93"/>
                    <a:pt x="37" y="93"/>
                    <a:pt x="37" y="93"/>
                  </a:cubicBezTo>
                  <a:cubicBezTo>
                    <a:pt x="54" y="93"/>
                    <a:pt x="54" y="93"/>
                    <a:pt x="54" y="93"/>
                  </a:cubicBezTo>
                  <a:lnTo>
                    <a:pt x="54" y="43"/>
                  </a:lnTo>
                  <a:close/>
                  <a:moveTo>
                    <a:pt x="79" y="54"/>
                  </a:moveTo>
                  <a:cubicBezTo>
                    <a:pt x="63" y="54"/>
                    <a:pt x="63" y="54"/>
                    <a:pt x="63" y="54"/>
                  </a:cubicBezTo>
                  <a:cubicBezTo>
                    <a:pt x="63" y="93"/>
                    <a:pt x="63" y="93"/>
                    <a:pt x="63" y="93"/>
                  </a:cubicBezTo>
                  <a:cubicBezTo>
                    <a:pt x="79" y="93"/>
                    <a:pt x="79" y="93"/>
                    <a:pt x="79" y="93"/>
                  </a:cubicBezTo>
                  <a:lnTo>
                    <a:pt x="79" y="54"/>
                  </a:lnTo>
                  <a:close/>
                  <a:moveTo>
                    <a:pt x="104" y="29"/>
                  </a:moveTo>
                  <a:cubicBezTo>
                    <a:pt x="88" y="29"/>
                    <a:pt x="88" y="29"/>
                    <a:pt x="88" y="29"/>
                  </a:cubicBezTo>
                  <a:cubicBezTo>
                    <a:pt x="88" y="93"/>
                    <a:pt x="88" y="93"/>
                    <a:pt x="88" y="93"/>
                  </a:cubicBezTo>
                  <a:cubicBezTo>
                    <a:pt x="104" y="93"/>
                    <a:pt x="104" y="93"/>
                    <a:pt x="104" y="93"/>
                  </a:cubicBezTo>
                  <a:lnTo>
                    <a:pt x="104" y="29"/>
                  </a:lnTo>
                  <a:close/>
                  <a:moveTo>
                    <a:pt x="20" y="40"/>
                  </a:moveTo>
                  <a:cubicBezTo>
                    <a:pt x="18" y="40"/>
                    <a:pt x="16" y="43"/>
                    <a:pt x="16" y="45"/>
                  </a:cubicBezTo>
                  <a:cubicBezTo>
                    <a:pt x="16" y="48"/>
                    <a:pt x="18" y="50"/>
                    <a:pt x="20" y="50"/>
                  </a:cubicBezTo>
                  <a:cubicBezTo>
                    <a:pt x="23" y="50"/>
                    <a:pt x="25" y="48"/>
                    <a:pt x="25" y="45"/>
                  </a:cubicBezTo>
                  <a:cubicBezTo>
                    <a:pt x="25" y="43"/>
                    <a:pt x="23" y="40"/>
                    <a:pt x="20" y="40"/>
                  </a:cubicBezTo>
                  <a:close/>
                  <a:moveTo>
                    <a:pt x="46" y="16"/>
                  </a:moveTo>
                  <a:cubicBezTo>
                    <a:pt x="43" y="16"/>
                    <a:pt x="41" y="19"/>
                    <a:pt x="41" y="21"/>
                  </a:cubicBezTo>
                  <a:cubicBezTo>
                    <a:pt x="41" y="24"/>
                    <a:pt x="43" y="26"/>
                    <a:pt x="46" y="26"/>
                  </a:cubicBezTo>
                  <a:cubicBezTo>
                    <a:pt x="48" y="26"/>
                    <a:pt x="50" y="24"/>
                    <a:pt x="50" y="21"/>
                  </a:cubicBezTo>
                  <a:cubicBezTo>
                    <a:pt x="50" y="19"/>
                    <a:pt x="48" y="16"/>
                    <a:pt x="46" y="16"/>
                  </a:cubicBezTo>
                  <a:close/>
                  <a:moveTo>
                    <a:pt x="71" y="29"/>
                  </a:moveTo>
                  <a:cubicBezTo>
                    <a:pt x="68" y="29"/>
                    <a:pt x="66" y="31"/>
                    <a:pt x="66" y="33"/>
                  </a:cubicBezTo>
                  <a:cubicBezTo>
                    <a:pt x="66" y="36"/>
                    <a:pt x="68" y="38"/>
                    <a:pt x="71" y="38"/>
                  </a:cubicBezTo>
                  <a:cubicBezTo>
                    <a:pt x="73" y="38"/>
                    <a:pt x="75" y="36"/>
                    <a:pt x="75" y="33"/>
                  </a:cubicBezTo>
                  <a:cubicBezTo>
                    <a:pt x="75" y="31"/>
                    <a:pt x="73" y="29"/>
                    <a:pt x="71" y="29"/>
                  </a:cubicBezTo>
                  <a:close/>
                  <a:moveTo>
                    <a:pt x="96" y="0"/>
                  </a:moveTo>
                  <a:cubicBezTo>
                    <a:pt x="94" y="0"/>
                    <a:pt x="91" y="2"/>
                    <a:pt x="91" y="4"/>
                  </a:cubicBezTo>
                  <a:cubicBezTo>
                    <a:pt x="91" y="7"/>
                    <a:pt x="94" y="9"/>
                    <a:pt x="96" y="9"/>
                  </a:cubicBezTo>
                  <a:cubicBezTo>
                    <a:pt x="99" y="9"/>
                    <a:pt x="101" y="7"/>
                    <a:pt x="101" y="4"/>
                  </a:cubicBezTo>
                  <a:cubicBezTo>
                    <a:pt x="101" y="2"/>
                    <a:pt x="99" y="0"/>
                    <a:pt x="96" y="0"/>
                  </a:cubicBezTo>
                  <a:close/>
                  <a:moveTo>
                    <a:pt x="74" y="30"/>
                  </a:moveTo>
                  <a:cubicBezTo>
                    <a:pt x="93" y="8"/>
                    <a:pt x="93" y="8"/>
                    <a:pt x="93" y="8"/>
                  </a:cubicBezTo>
                  <a:moveTo>
                    <a:pt x="50" y="23"/>
                  </a:moveTo>
                  <a:cubicBezTo>
                    <a:pt x="67" y="31"/>
                    <a:pt x="67" y="31"/>
                    <a:pt x="67" y="31"/>
                  </a:cubicBezTo>
                  <a:moveTo>
                    <a:pt x="42" y="24"/>
                  </a:moveTo>
                  <a:cubicBezTo>
                    <a:pt x="24" y="42"/>
                    <a:pt x="24" y="42"/>
                    <a:pt x="24" y="42"/>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5" name="Freeform 70">
              <a:extLst>
                <a:ext uri="{FF2B5EF4-FFF2-40B4-BE49-F238E27FC236}">
                  <a16:creationId xmlns:a16="http://schemas.microsoft.com/office/drawing/2014/main" id="{A1ABD26A-C7D8-4164-83EE-AF6D9C00D737}"/>
                </a:ext>
              </a:extLst>
            </p:cNvPr>
            <p:cNvSpPr>
              <a:spLocks noEditPoints="1"/>
            </p:cNvSpPr>
            <p:nvPr/>
          </p:nvSpPr>
          <p:spPr bwMode="auto">
            <a:xfrm>
              <a:off x="6262689" y="3222626"/>
              <a:ext cx="342900" cy="400050"/>
            </a:xfrm>
            <a:custGeom>
              <a:avLst/>
              <a:gdLst>
                <a:gd name="T0" fmla="*/ 216 w 216"/>
                <a:gd name="T1" fmla="*/ 102 h 252"/>
                <a:gd name="T2" fmla="*/ 216 w 216"/>
                <a:gd name="T3" fmla="*/ 252 h 252"/>
                <a:gd name="T4" fmla="*/ 0 w 216"/>
                <a:gd name="T5" fmla="*/ 252 h 252"/>
                <a:gd name="T6" fmla="*/ 0 w 216"/>
                <a:gd name="T7" fmla="*/ 102 h 252"/>
                <a:gd name="T8" fmla="*/ 216 w 216"/>
                <a:gd name="T9" fmla="*/ 252 h 252"/>
                <a:gd name="T10" fmla="*/ 109 w 216"/>
                <a:gd name="T11" fmla="*/ 178 h 252"/>
                <a:gd name="T12" fmla="*/ 0 w 216"/>
                <a:gd name="T13" fmla="*/ 252 h 252"/>
                <a:gd name="T14" fmla="*/ 216 w 216"/>
                <a:gd name="T15" fmla="*/ 102 h 252"/>
                <a:gd name="T16" fmla="*/ 143 w 216"/>
                <a:gd name="T17" fmla="*/ 178 h 252"/>
                <a:gd name="T18" fmla="*/ 0 w 216"/>
                <a:gd name="T19" fmla="*/ 102 h 252"/>
                <a:gd name="T20" fmla="*/ 74 w 216"/>
                <a:gd name="T21" fmla="*/ 178 h 252"/>
                <a:gd name="T22" fmla="*/ 190 w 216"/>
                <a:gd name="T23" fmla="*/ 98 h 252"/>
                <a:gd name="T24" fmla="*/ 190 w 216"/>
                <a:gd name="T25" fmla="*/ 45 h 252"/>
                <a:gd name="T26" fmla="*/ 143 w 216"/>
                <a:gd name="T27" fmla="*/ 0 h 252"/>
                <a:gd name="T28" fmla="*/ 29 w 216"/>
                <a:gd name="T29" fmla="*/ 0 h 252"/>
                <a:gd name="T30" fmla="*/ 29 w 216"/>
                <a:gd name="T31" fmla="*/ 98 h 252"/>
                <a:gd name="T32" fmla="*/ 190 w 216"/>
                <a:gd name="T33" fmla="*/ 45 h 252"/>
                <a:gd name="T34" fmla="*/ 143 w 216"/>
                <a:gd name="T35" fmla="*/ 0 h 252"/>
                <a:gd name="T36" fmla="*/ 143 w 216"/>
                <a:gd name="T37" fmla="*/ 45 h 252"/>
                <a:gd name="T38" fmla="*/ 190 w 216"/>
                <a:gd name="T39" fmla="*/ 45 h 252"/>
                <a:gd name="T40" fmla="*/ 74 w 216"/>
                <a:gd name="T41" fmla="*/ 74 h 252"/>
                <a:gd name="T42" fmla="*/ 50 w 216"/>
                <a:gd name="T43" fmla="*/ 74 h 252"/>
                <a:gd name="T44" fmla="*/ 159 w 216"/>
                <a:gd name="T45" fmla="*/ 74 h 252"/>
                <a:gd name="T46" fmla="*/ 95 w 216"/>
                <a:gd name="T47" fmla="*/ 74 h 252"/>
                <a:gd name="T48" fmla="*/ 50 w 216"/>
                <a:gd name="T49" fmla="*/ 95 h 252"/>
                <a:gd name="T50" fmla="*/ 112 w 216"/>
                <a:gd name="T51" fmla="*/ 95 h 252"/>
                <a:gd name="T52" fmla="*/ 159 w 216"/>
                <a:gd name="T53" fmla="*/ 95 h 252"/>
                <a:gd name="T54" fmla="*/ 136 w 216"/>
                <a:gd name="T55" fmla="*/ 95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6" h="252">
                  <a:moveTo>
                    <a:pt x="216" y="102"/>
                  </a:moveTo>
                  <a:lnTo>
                    <a:pt x="216" y="252"/>
                  </a:lnTo>
                  <a:lnTo>
                    <a:pt x="0" y="252"/>
                  </a:lnTo>
                  <a:lnTo>
                    <a:pt x="0" y="102"/>
                  </a:lnTo>
                  <a:moveTo>
                    <a:pt x="216" y="252"/>
                  </a:moveTo>
                  <a:lnTo>
                    <a:pt x="109" y="178"/>
                  </a:lnTo>
                  <a:lnTo>
                    <a:pt x="0" y="252"/>
                  </a:lnTo>
                  <a:moveTo>
                    <a:pt x="216" y="102"/>
                  </a:moveTo>
                  <a:lnTo>
                    <a:pt x="143" y="178"/>
                  </a:lnTo>
                  <a:moveTo>
                    <a:pt x="0" y="102"/>
                  </a:moveTo>
                  <a:lnTo>
                    <a:pt x="74" y="178"/>
                  </a:lnTo>
                  <a:moveTo>
                    <a:pt x="190" y="98"/>
                  </a:moveTo>
                  <a:lnTo>
                    <a:pt x="190" y="45"/>
                  </a:lnTo>
                  <a:moveTo>
                    <a:pt x="143" y="0"/>
                  </a:moveTo>
                  <a:lnTo>
                    <a:pt x="29" y="0"/>
                  </a:lnTo>
                  <a:lnTo>
                    <a:pt x="29" y="98"/>
                  </a:lnTo>
                  <a:moveTo>
                    <a:pt x="190" y="45"/>
                  </a:moveTo>
                  <a:lnTo>
                    <a:pt x="143" y="0"/>
                  </a:lnTo>
                  <a:lnTo>
                    <a:pt x="143" y="45"/>
                  </a:lnTo>
                  <a:lnTo>
                    <a:pt x="190" y="45"/>
                  </a:lnTo>
                  <a:moveTo>
                    <a:pt x="74" y="74"/>
                  </a:moveTo>
                  <a:lnTo>
                    <a:pt x="50" y="74"/>
                  </a:lnTo>
                  <a:moveTo>
                    <a:pt x="159" y="74"/>
                  </a:moveTo>
                  <a:lnTo>
                    <a:pt x="95" y="74"/>
                  </a:lnTo>
                  <a:moveTo>
                    <a:pt x="50" y="95"/>
                  </a:moveTo>
                  <a:lnTo>
                    <a:pt x="112" y="95"/>
                  </a:lnTo>
                  <a:moveTo>
                    <a:pt x="159" y="95"/>
                  </a:moveTo>
                  <a:lnTo>
                    <a:pt x="136" y="95"/>
                  </a:ln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6" name="Freeform 71">
              <a:extLst>
                <a:ext uri="{FF2B5EF4-FFF2-40B4-BE49-F238E27FC236}">
                  <a16:creationId xmlns:a16="http://schemas.microsoft.com/office/drawing/2014/main" id="{0DCC9788-8F6D-4461-A955-7759A351D693}"/>
                </a:ext>
              </a:extLst>
            </p:cNvPr>
            <p:cNvSpPr>
              <a:spLocks noEditPoints="1"/>
            </p:cNvSpPr>
            <p:nvPr/>
          </p:nvSpPr>
          <p:spPr bwMode="auto">
            <a:xfrm>
              <a:off x="3635376" y="5143501"/>
              <a:ext cx="381000" cy="381000"/>
            </a:xfrm>
            <a:custGeom>
              <a:avLst/>
              <a:gdLst>
                <a:gd name="T0" fmla="*/ 87 w 101"/>
                <a:gd name="T1" fmla="*/ 27 h 101"/>
                <a:gd name="T2" fmla="*/ 94 w 101"/>
                <a:gd name="T3" fmla="*/ 53 h 101"/>
                <a:gd name="T4" fmla="*/ 47 w 101"/>
                <a:gd name="T5" fmla="*/ 101 h 101"/>
                <a:gd name="T6" fmla="*/ 0 w 101"/>
                <a:gd name="T7" fmla="*/ 53 h 101"/>
                <a:gd name="T8" fmla="*/ 47 w 101"/>
                <a:gd name="T9" fmla="*/ 6 h 101"/>
                <a:gd name="T10" fmla="*/ 73 w 101"/>
                <a:gd name="T11" fmla="*/ 14 h 101"/>
                <a:gd name="T12" fmla="*/ 65 w 101"/>
                <a:gd name="T13" fmla="*/ 23 h 101"/>
                <a:gd name="T14" fmla="*/ 47 w 101"/>
                <a:gd name="T15" fmla="*/ 18 h 101"/>
                <a:gd name="T16" fmla="*/ 12 w 101"/>
                <a:gd name="T17" fmla="*/ 53 h 101"/>
                <a:gd name="T18" fmla="*/ 47 w 101"/>
                <a:gd name="T19" fmla="*/ 89 h 101"/>
                <a:gd name="T20" fmla="*/ 83 w 101"/>
                <a:gd name="T21" fmla="*/ 53 h 101"/>
                <a:gd name="T22" fmla="*/ 78 w 101"/>
                <a:gd name="T23" fmla="*/ 35 h 101"/>
                <a:gd name="T24" fmla="*/ 56 w 101"/>
                <a:gd name="T25" fmla="*/ 32 h 101"/>
                <a:gd name="T26" fmla="*/ 47 w 101"/>
                <a:gd name="T27" fmla="*/ 30 h 101"/>
                <a:gd name="T28" fmla="*/ 24 w 101"/>
                <a:gd name="T29" fmla="*/ 53 h 101"/>
                <a:gd name="T30" fmla="*/ 47 w 101"/>
                <a:gd name="T31" fmla="*/ 77 h 101"/>
                <a:gd name="T32" fmla="*/ 71 w 101"/>
                <a:gd name="T33" fmla="*/ 53 h 101"/>
                <a:gd name="T34" fmla="*/ 68 w 101"/>
                <a:gd name="T35" fmla="*/ 43 h 101"/>
                <a:gd name="T36" fmla="*/ 47 w 101"/>
                <a:gd name="T37" fmla="*/ 53 h 101"/>
                <a:gd name="T38" fmla="*/ 98 w 101"/>
                <a:gd name="T39" fmla="*/ 2 h 101"/>
                <a:gd name="T40" fmla="*/ 86 w 101"/>
                <a:gd name="T41" fmla="*/ 0 h 101"/>
                <a:gd name="T42" fmla="*/ 86 w 101"/>
                <a:gd name="T43" fmla="*/ 15 h 101"/>
                <a:gd name="T44" fmla="*/ 101 w 101"/>
                <a:gd name="T45" fmla="*/ 15 h 101"/>
                <a:gd name="T46" fmla="*/ 8 w 101"/>
                <a:gd name="T47" fmla="*/ 101 h 101"/>
                <a:gd name="T48" fmla="*/ 17 w 101"/>
                <a:gd name="T49" fmla="*/ 90 h 101"/>
                <a:gd name="T50" fmla="*/ 77 w 101"/>
                <a:gd name="T51" fmla="*/ 90 h 101"/>
                <a:gd name="T52" fmla="*/ 87 w 101"/>
                <a:gd name="T53"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 h="101">
                  <a:moveTo>
                    <a:pt x="87" y="27"/>
                  </a:moveTo>
                  <a:cubicBezTo>
                    <a:pt x="92" y="35"/>
                    <a:pt x="94" y="44"/>
                    <a:pt x="94" y="53"/>
                  </a:cubicBezTo>
                  <a:cubicBezTo>
                    <a:pt x="94" y="80"/>
                    <a:pt x="73" y="101"/>
                    <a:pt x="47" y="101"/>
                  </a:cubicBezTo>
                  <a:cubicBezTo>
                    <a:pt x="21" y="101"/>
                    <a:pt x="0" y="80"/>
                    <a:pt x="0" y="53"/>
                  </a:cubicBezTo>
                  <a:cubicBezTo>
                    <a:pt x="0" y="27"/>
                    <a:pt x="21" y="6"/>
                    <a:pt x="47" y="6"/>
                  </a:cubicBezTo>
                  <a:cubicBezTo>
                    <a:pt x="57" y="6"/>
                    <a:pt x="66" y="9"/>
                    <a:pt x="73" y="14"/>
                  </a:cubicBezTo>
                  <a:moveTo>
                    <a:pt x="65" y="23"/>
                  </a:moveTo>
                  <a:cubicBezTo>
                    <a:pt x="60" y="19"/>
                    <a:pt x="54" y="18"/>
                    <a:pt x="47" y="18"/>
                  </a:cubicBezTo>
                  <a:cubicBezTo>
                    <a:pt x="28" y="18"/>
                    <a:pt x="12" y="34"/>
                    <a:pt x="12" y="53"/>
                  </a:cubicBezTo>
                  <a:cubicBezTo>
                    <a:pt x="12" y="73"/>
                    <a:pt x="28" y="89"/>
                    <a:pt x="47" y="89"/>
                  </a:cubicBezTo>
                  <a:cubicBezTo>
                    <a:pt x="67" y="89"/>
                    <a:pt x="83" y="73"/>
                    <a:pt x="83" y="53"/>
                  </a:cubicBezTo>
                  <a:cubicBezTo>
                    <a:pt x="83" y="47"/>
                    <a:pt x="81" y="41"/>
                    <a:pt x="78" y="35"/>
                  </a:cubicBezTo>
                  <a:moveTo>
                    <a:pt x="56" y="32"/>
                  </a:moveTo>
                  <a:cubicBezTo>
                    <a:pt x="53" y="31"/>
                    <a:pt x="50" y="30"/>
                    <a:pt x="47" y="30"/>
                  </a:cubicBezTo>
                  <a:cubicBezTo>
                    <a:pt x="34" y="30"/>
                    <a:pt x="24" y="40"/>
                    <a:pt x="24" y="53"/>
                  </a:cubicBezTo>
                  <a:cubicBezTo>
                    <a:pt x="24" y="66"/>
                    <a:pt x="34" y="77"/>
                    <a:pt x="47" y="77"/>
                  </a:cubicBezTo>
                  <a:cubicBezTo>
                    <a:pt x="60" y="77"/>
                    <a:pt x="71" y="66"/>
                    <a:pt x="71" y="53"/>
                  </a:cubicBezTo>
                  <a:cubicBezTo>
                    <a:pt x="71" y="50"/>
                    <a:pt x="70" y="46"/>
                    <a:pt x="68" y="43"/>
                  </a:cubicBezTo>
                  <a:moveTo>
                    <a:pt x="47" y="53"/>
                  </a:moveTo>
                  <a:cubicBezTo>
                    <a:pt x="98" y="2"/>
                    <a:pt x="98" y="2"/>
                    <a:pt x="98" y="2"/>
                  </a:cubicBezTo>
                  <a:moveTo>
                    <a:pt x="86" y="0"/>
                  </a:moveTo>
                  <a:cubicBezTo>
                    <a:pt x="86" y="15"/>
                    <a:pt x="86" y="15"/>
                    <a:pt x="86" y="15"/>
                  </a:cubicBezTo>
                  <a:cubicBezTo>
                    <a:pt x="101" y="15"/>
                    <a:pt x="101" y="15"/>
                    <a:pt x="101" y="15"/>
                  </a:cubicBezTo>
                  <a:moveTo>
                    <a:pt x="8" y="101"/>
                  </a:moveTo>
                  <a:cubicBezTo>
                    <a:pt x="17" y="90"/>
                    <a:pt x="17" y="90"/>
                    <a:pt x="17" y="90"/>
                  </a:cubicBezTo>
                  <a:moveTo>
                    <a:pt x="77" y="90"/>
                  </a:moveTo>
                  <a:cubicBezTo>
                    <a:pt x="87" y="101"/>
                    <a:pt x="87" y="101"/>
                    <a:pt x="87" y="10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spTree>
    <p:extLst>
      <p:ext uri="{BB962C8B-B14F-4D97-AF65-F5344CB8AC3E}">
        <p14:creationId xmlns:p14="http://schemas.microsoft.com/office/powerpoint/2010/main" val="174723450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750" fill="hold"/>
                                            <p:tgtEl>
                                              <p:spTgt spid="68"/>
                                            </p:tgtEl>
                                            <p:attrNameLst>
                                              <p:attrName>ppt_w</p:attrName>
                                            </p:attrNameLst>
                                          </p:cBhvr>
                                          <p:tavLst>
                                            <p:tav tm="0">
                                              <p:val>
                                                <p:fltVal val="0"/>
                                              </p:val>
                                            </p:tav>
                                            <p:tav tm="100000">
                                              <p:val>
                                                <p:strVal val="#ppt_w"/>
                                              </p:val>
                                            </p:tav>
                                          </p:tavLst>
                                        </p:anim>
                                        <p:anim calcmode="lin" valueType="num">
                                          <p:cBhvr>
                                            <p:cTn id="8" dur="750" fill="hold"/>
                                            <p:tgtEl>
                                              <p:spTgt spid="68"/>
                                            </p:tgtEl>
                                            <p:attrNameLst>
                                              <p:attrName>ppt_h</p:attrName>
                                            </p:attrNameLst>
                                          </p:cBhvr>
                                          <p:tavLst>
                                            <p:tav tm="0">
                                              <p:val>
                                                <p:fltVal val="0"/>
                                              </p:val>
                                            </p:tav>
                                            <p:tav tm="100000">
                                              <p:val>
                                                <p:strVal val="#ppt_h"/>
                                              </p:val>
                                            </p:tav>
                                          </p:tavLst>
                                        </p:anim>
                                        <p:animEffect transition="in" filter="fade">
                                          <p:cBhvr>
                                            <p:cTn id="9" dur="750"/>
                                            <p:tgtEl>
                                              <p:spTgt spid="68"/>
                                            </p:tgtEl>
                                          </p:cBhvr>
                                        </p:animEffect>
                                      </p:childTnLst>
                                    </p:cTn>
                                  </p:par>
                                  <p:par>
                                    <p:cTn id="10" presetID="53" presetClass="entr" presetSubtype="16" fill="hold" nodeType="withEffect">
                                      <p:stCondLst>
                                        <p:cond delay="250"/>
                                      </p:stCondLst>
                                      <p:childTnLst>
                                        <p:set>
                                          <p:cBhvr>
                                            <p:cTn id="11" dur="1" fill="hold">
                                              <p:stCondLst>
                                                <p:cond delay="0"/>
                                              </p:stCondLst>
                                            </p:cTn>
                                            <p:tgtEl>
                                              <p:spTgt spid="89"/>
                                            </p:tgtEl>
                                            <p:attrNameLst>
                                              <p:attrName>style.visibility</p:attrName>
                                            </p:attrNameLst>
                                          </p:cBhvr>
                                          <p:to>
                                            <p:strVal val="visible"/>
                                          </p:to>
                                        </p:set>
                                        <p:anim calcmode="lin" valueType="num">
                                          <p:cBhvr>
                                            <p:cTn id="12" dur="750" fill="hold"/>
                                            <p:tgtEl>
                                              <p:spTgt spid="89"/>
                                            </p:tgtEl>
                                            <p:attrNameLst>
                                              <p:attrName>ppt_w</p:attrName>
                                            </p:attrNameLst>
                                          </p:cBhvr>
                                          <p:tavLst>
                                            <p:tav tm="0">
                                              <p:val>
                                                <p:fltVal val="0"/>
                                              </p:val>
                                            </p:tav>
                                            <p:tav tm="100000">
                                              <p:val>
                                                <p:strVal val="#ppt_w"/>
                                              </p:val>
                                            </p:tav>
                                          </p:tavLst>
                                        </p:anim>
                                        <p:anim calcmode="lin" valueType="num">
                                          <p:cBhvr>
                                            <p:cTn id="13" dur="750" fill="hold"/>
                                            <p:tgtEl>
                                              <p:spTgt spid="89"/>
                                            </p:tgtEl>
                                            <p:attrNameLst>
                                              <p:attrName>ppt_h</p:attrName>
                                            </p:attrNameLst>
                                          </p:cBhvr>
                                          <p:tavLst>
                                            <p:tav tm="0">
                                              <p:val>
                                                <p:fltVal val="0"/>
                                              </p:val>
                                            </p:tav>
                                            <p:tav tm="100000">
                                              <p:val>
                                                <p:strVal val="#ppt_h"/>
                                              </p:val>
                                            </p:tav>
                                          </p:tavLst>
                                        </p:anim>
                                        <p:animEffect transition="in" filter="fade">
                                          <p:cBhvr>
                                            <p:cTn id="14" dur="750"/>
                                            <p:tgtEl>
                                              <p:spTgt spid="89"/>
                                            </p:tgtEl>
                                          </p:cBhvr>
                                        </p:animEffect>
                                      </p:childTnLst>
                                    </p:cTn>
                                  </p:par>
                                  <p:par>
                                    <p:cTn id="15" presetID="22" presetClass="entr" presetSubtype="4" fill="hold" nodeType="withEffect">
                                      <p:stCondLst>
                                        <p:cond delay="500"/>
                                      </p:stCondLst>
                                      <p:childTnLst>
                                        <p:set>
                                          <p:cBhvr>
                                            <p:cTn id="16" dur="1" fill="hold">
                                              <p:stCondLst>
                                                <p:cond delay="0"/>
                                              </p:stCondLst>
                                            </p:cTn>
                                            <p:tgtEl>
                                              <p:spTgt spid="69"/>
                                            </p:tgtEl>
                                            <p:attrNameLst>
                                              <p:attrName>style.visibility</p:attrName>
                                            </p:attrNameLst>
                                          </p:cBhvr>
                                          <p:to>
                                            <p:strVal val="visible"/>
                                          </p:to>
                                        </p:set>
                                        <p:animEffect transition="in" filter="wipe(down)">
                                          <p:cBhvr>
                                            <p:cTn id="17" dur="750"/>
                                            <p:tgtEl>
                                              <p:spTgt spid="69"/>
                                            </p:tgtEl>
                                          </p:cBhvr>
                                        </p:animEffect>
                                      </p:childTnLst>
                                    </p:cTn>
                                  </p:par>
                                  <p:par>
                                    <p:cTn id="18" presetID="53" presetClass="entr" presetSubtype="16" fill="hold" nodeType="withEffect">
                                      <p:stCondLst>
                                        <p:cond delay="750"/>
                                      </p:stCondLst>
                                      <p:childTnLst>
                                        <p:set>
                                          <p:cBhvr>
                                            <p:cTn id="19" dur="1" fill="hold">
                                              <p:stCondLst>
                                                <p:cond delay="0"/>
                                              </p:stCondLst>
                                            </p:cTn>
                                            <p:tgtEl>
                                              <p:spTgt spid="74"/>
                                            </p:tgtEl>
                                            <p:attrNameLst>
                                              <p:attrName>style.visibility</p:attrName>
                                            </p:attrNameLst>
                                          </p:cBhvr>
                                          <p:to>
                                            <p:strVal val="visible"/>
                                          </p:to>
                                        </p:set>
                                        <p:anim calcmode="lin" valueType="num">
                                          <p:cBhvr>
                                            <p:cTn id="20" dur="750" fill="hold"/>
                                            <p:tgtEl>
                                              <p:spTgt spid="74"/>
                                            </p:tgtEl>
                                            <p:attrNameLst>
                                              <p:attrName>ppt_w</p:attrName>
                                            </p:attrNameLst>
                                          </p:cBhvr>
                                          <p:tavLst>
                                            <p:tav tm="0">
                                              <p:val>
                                                <p:fltVal val="0"/>
                                              </p:val>
                                            </p:tav>
                                            <p:tav tm="100000">
                                              <p:val>
                                                <p:strVal val="#ppt_w"/>
                                              </p:val>
                                            </p:tav>
                                          </p:tavLst>
                                        </p:anim>
                                        <p:anim calcmode="lin" valueType="num">
                                          <p:cBhvr>
                                            <p:cTn id="21" dur="750" fill="hold"/>
                                            <p:tgtEl>
                                              <p:spTgt spid="74"/>
                                            </p:tgtEl>
                                            <p:attrNameLst>
                                              <p:attrName>ppt_h</p:attrName>
                                            </p:attrNameLst>
                                          </p:cBhvr>
                                          <p:tavLst>
                                            <p:tav tm="0">
                                              <p:val>
                                                <p:fltVal val="0"/>
                                              </p:val>
                                            </p:tav>
                                            <p:tav tm="100000">
                                              <p:val>
                                                <p:strVal val="#ppt_h"/>
                                              </p:val>
                                            </p:tav>
                                          </p:tavLst>
                                        </p:anim>
                                        <p:animEffect transition="in" filter="fade">
                                          <p:cBhvr>
                                            <p:cTn id="22" dur="750"/>
                                            <p:tgtEl>
                                              <p:spTgt spid="74"/>
                                            </p:tgtEl>
                                          </p:cBhvr>
                                        </p:animEffect>
                                      </p:childTnLst>
                                    </p:cTn>
                                  </p:par>
                                  <p:par>
                                    <p:cTn id="23" presetID="53" presetClass="entr" presetSubtype="16" fill="hold" nodeType="withEffect">
                                      <p:stCondLst>
                                        <p:cond delay="1000"/>
                                      </p:stCondLst>
                                      <p:childTnLst>
                                        <p:set>
                                          <p:cBhvr>
                                            <p:cTn id="24" dur="1" fill="hold">
                                              <p:stCondLst>
                                                <p:cond delay="0"/>
                                              </p:stCondLst>
                                            </p:cTn>
                                            <p:tgtEl>
                                              <p:spTgt spid="98"/>
                                            </p:tgtEl>
                                            <p:attrNameLst>
                                              <p:attrName>style.visibility</p:attrName>
                                            </p:attrNameLst>
                                          </p:cBhvr>
                                          <p:to>
                                            <p:strVal val="visible"/>
                                          </p:to>
                                        </p:set>
                                        <p:anim calcmode="lin" valueType="num">
                                          <p:cBhvr>
                                            <p:cTn id="25" dur="750" fill="hold"/>
                                            <p:tgtEl>
                                              <p:spTgt spid="98"/>
                                            </p:tgtEl>
                                            <p:attrNameLst>
                                              <p:attrName>ppt_w</p:attrName>
                                            </p:attrNameLst>
                                          </p:cBhvr>
                                          <p:tavLst>
                                            <p:tav tm="0">
                                              <p:val>
                                                <p:fltVal val="0"/>
                                              </p:val>
                                            </p:tav>
                                            <p:tav tm="100000">
                                              <p:val>
                                                <p:strVal val="#ppt_w"/>
                                              </p:val>
                                            </p:tav>
                                          </p:tavLst>
                                        </p:anim>
                                        <p:anim calcmode="lin" valueType="num">
                                          <p:cBhvr>
                                            <p:cTn id="26" dur="750" fill="hold"/>
                                            <p:tgtEl>
                                              <p:spTgt spid="98"/>
                                            </p:tgtEl>
                                            <p:attrNameLst>
                                              <p:attrName>ppt_h</p:attrName>
                                            </p:attrNameLst>
                                          </p:cBhvr>
                                          <p:tavLst>
                                            <p:tav tm="0">
                                              <p:val>
                                                <p:fltVal val="0"/>
                                              </p:val>
                                            </p:tav>
                                            <p:tav tm="100000">
                                              <p:val>
                                                <p:strVal val="#ppt_h"/>
                                              </p:val>
                                            </p:tav>
                                          </p:tavLst>
                                        </p:anim>
                                        <p:animEffect transition="in" filter="fade">
                                          <p:cBhvr>
                                            <p:cTn id="27" dur="750"/>
                                            <p:tgtEl>
                                              <p:spTgt spid="98"/>
                                            </p:tgtEl>
                                          </p:cBhvr>
                                        </p:animEffect>
                                      </p:childTnLst>
                                    </p:cTn>
                                  </p:par>
                                  <p:par>
                                    <p:cTn id="28" presetID="22" presetClass="entr" presetSubtype="4" fill="hold" nodeType="withEffect">
                                      <p:stCondLst>
                                        <p:cond delay="1250"/>
                                      </p:stCondLst>
                                      <p:childTnLst>
                                        <p:set>
                                          <p:cBhvr>
                                            <p:cTn id="29" dur="1" fill="hold">
                                              <p:stCondLst>
                                                <p:cond delay="0"/>
                                              </p:stCondLst>
                                            </p:cTn>
                                            <p:tgtEl>
                                              <p:spTgt spid="75"/>
                                            </p:tgtEl>
                                            <p:attrNameLst>
                                              <p:attrName>style.visibility</p:attrName>
                                            </p:attrNameLst>
                                          </p:cBhvr>
                                          <p:to>
                                            <p:strVal val="visible"/>
                                          </p:to>
                                        </p:set>
                                        <p:animEffect transition="in" filter="wipe(down)">
                                          <p:cBhvr>
                                            <p:cTn id="30" dur="750"/>
                                            <p:tgtEl>
                                              <p:spTgt spid="75"/>
                                            </p:tgtEl>
                                          </p:cBhvr>
                                        </p:animEffect>
                                      </p:childTnLst>
                                    </p:cTn>
                                  </p:par>
                                  <p:par>
                                    <p:cTn id="31" presetID="53" presetClass="entr" presetSubtype="16" fill="hold" nodeType="withEffect">
                                      <p:stCondLst>
                                        <p:cond delay="1500"/>
                                      </p:stCondLst>
                                      <p:childTnLst>
                                        <p:set>
                                          <p:cBhvr>
                                            <p:cTn id="32" dur="1" fill="hold">
                                              <p:stCondLst>
                                                <p:cond delay="0"/>
                                              </p:stCondLst>
                                            </p:cTn>
                                            <p:tgtEl>
                                              <p:spTgt spid="88"/>
                                            </p:tgtEl>
                                            <p:attrNameLst>
                                              <p:attrName>style.visibility</p:attrName>
                                            </p:attrNameLst>
                                          </p:cBhvr>
                                          <p:to>
                                            <p:strVal val="visible"/>
                                          </p:to>
                                        </p:set>
                                        <p:anim calcmode="lin" valueType="num">
                                          <p:cBhvr>
                                            <p:cTn id="33" dur="750" fill="hold"/>
                                            <p:tgtEl>
                                              <p:spTgt spid="88"/>
                                            </p:tgtEl>
                                            <p:attrNameLst>
                                              <p:attrName>ppt_w</p:attrName>
                                            </p:attrNameLst>
                                          </p:cBhvr>
                                          <p:tavLst>
                                            <p:tav tm="0">
                                              <p:val>
                                                <p:fltVal val="0"/>
                                              </p:val>
                                            </p:tav>
                                            <p:tav tm="100000">
                                              <p:val>
                                                <p:strVal val="#ppt_w"/>
                                              </p:val>
                                            </p:tav>
                                          </p:tavLst>
                                        </p:anim>
                                        <p:anim calcmode="lin" valueType="num">
                                          <p:cBhvr>
                                            <p:cTn id="34" dur="750" fill="hold"/>
                                            <p:tgtEl>
                                              <p:spTgt spid="88"/>
                                            </p:tgtEl>
                                            <p:attrNameLst>
                                              <p:attrName>ppt_h</p:attrName>
                                            </p:attrNameLst>
                                          </p:cBhvr>
                                          <p:tavLst>
                                            <p:tav tm="0">
                                              <p:val>
                                                <p:fltVal val="0"/>
                                              </p:val>
                                            </p:tav>
                                            <p:tav tm="100000">
                                              <p:val>
                                                <p:strVal val="#ppt_h"/>
                                              </p:val>
                                            </p:tav>
                                          </p:tavLst>
                                        </p:anim>
                                        <p:animEffect transition="in" filter="fade">
                                          <p:cBhvr>
                                            <p:cTn id="35" dur="750"/>
                                            <p:tgtEl>
                                              <p:spTgt spid="88"/>
                                            </p:tgtEl>
                                          </p:cBhvr>
                                        </p:animEffect>
                                      </p:childTnLst>
                                    </p:cTn>
                                  </p:par>
                                  <p:par>
                                    <p:cTn id="36" presetID="53" presetClass="entr" presetSubtype="16" fill="hold" nodeType="withEffect">
                                      <p:stCondLst>
                                        <p:cond delay="1750"/>
                                      </p:stCondLst>
                                      <p:childTnLst>
                                        <p:set>
                                          <p:cBhvr>
                                            <p:cTn id="37" dur="1" fill="hold">
                                              <p:stCondLst>
                                                <p:cond delay="0"/>
                                              </p:stCondLst>
                                            </p:cTn>
                                            <p:tgtEl>
                                              <p:spTgt spid="101"/>
                                            </p:tgtEl>
                                            <p:attrNameLst>
                                              <p:attrName>style.visibility</p:attrName>
                                            </p:attrNameLst>
                                          </p:cBhvr>
                                          <p:to>
                                            <p:strVal val="visible"/>
                                          </p:to>
                                        </p:set>
                                        <p:anim calcmode="lin" valueType="num">
                                          <p:cBhvr>
                                            <p:cTn id="38" dur="750" fill="hold"/>
                                            <p:tgtEl>
                                              <p:spTgt spid="101"/>
                                            </p:tgtEl>
                                            <p:attrNameLst>
                                              <p:attrName>ppt_w</p:attrName>
                                            </p:attrNameLst>
                                          </p:cBhvr>
                                          <p:tavLst>
                                            <p:tav tm="0">
                                              <p:val>
                                                <p:fltVal val="0"/>
                                              </p:val>
                                            </p:tav>
                                            <p:tav tm="100000">
                                              <p:val>
                                                <p:strVal val="#ppt_w"/>
                                              </p:val>
                                            </p:tav>
                                          </p:tavLst>
                                        </p:anim>
                                        <p:anim calcmode="lin" valueType="num">
                                          <p:cBhvr>
                                            <p:cTn id="39" dur="750" fill="hold"/>
                                            <p:tgtEl>
                                              <p:spTgt spid="101"/>
                                            </p:tgtEl>
                                            <p:attrNameLst>
                                              <p:attrName>ppt_h</p:attrName>
                                            </p:attrNameLst>
                                          </p:cBhvr>
                                          <p:tavLst>
                                            <p:tav tm="0">
                                              <p:val>
                                                <p:fltVal val="0"/>
                                              </p:val>
                                            </p:tav>
                                            <p:tav tm="100000">
                                              <p:val>
                                                <p:strVal val="#ppt_h"/>
                                              </p:val>
                                            </p:tav>
                                          </p:tavLst>
                                        </p:anim>
                                        <p:animEffect transition="in" filter="fade">
                                          <p:cBhvr>
                                            <p:cTn id="40" dur="750"/>
                                            <p:tgtEl>
                                              <p:spTgt spid="101"/>
                                            </p:tgtEl>
                                          </p:cBhvr>
                                        </p:animEffect>
                                      </p:childTnLst>
                                    </p:cTn>
                                  </p:par>
                                  <p:par>
                                    <p:cTn id="41" presetID="53" presetClass="entr" presetSubtype="16" fill="hold" nodeType="withEffect">
                                      <p:stCondLst>
                                        <p:cond delay="0"/>
                                      </p:stCondLst>
                                      <p:childTnLst>
                                        <p:set>
                                          <p:cBhvr>
                                            <p:cTn id="42" dur="1" fill="hold">
                                              <p:stCondLst>
                                                <p:cond delay="0"/>
                                              </p:stCondLst>
                                            </p:cTn>
                                            <p:tgtEl>
                                              <p:spTgt spid="87"/>
                                            </p:tgtEl>
                                            <p:attrNameLst>
                                              <p:attrName>style.visibility</p:attrName>
                                            </p:attrNameLst>
                                          </p:cBhvr>
                                          <p:to>
                                            <p:strVal val="visible"/>
                                          </p:to>
                                        </p:set>
                                        <p:anim calcmode="lin" valueType="num">
                                          <p:cBhvr>
                                            <p:cTn id="43" dur="750" fill="hold"/>
                                            <p:tgtEl>
                                              <p:spTgt spid="87"/>
                                            </p:tgtEl>
                                            <p:attrNameLst>
                                              <p:attrName>ppt_w</p:attrName>
                                            </p:attrNameLst>
                                          </p:cBhvr>
                                          <p:tavLst>
                                            <p:tav tm="0">
                                              <p:val>
                                                <p:fltVal val="0"/>
                                              </p:val>
                                            </p:tav>
                                            <p:tav tm="100000">
                                              <p:val>
                                                <p:strVal val="#ppt_w"/>
                                              </p:val>
                                            </p:tav>
                                          </p:tavLst>
                                        </p:anim>
                                        <p:anim calcmode="lin" valueType="num">
                                          <p:cBhvr>
                                            <p:cTn id="44" dur="750" fill="hold"/>
                                            <p:tgtEl>
                                              <p:spTgt spid="87"/>
                                            </p:tgtEl>
                                            <p:attrNameLst>
                                              <p:attrName>ppt_h</p:attrName>
                                            </p:attrNameLst>
                                          </p:cBhvr>
                                          <p:tavLst>
                                            <p:tav tm="0">
                                              <p:val>
                                                <p:fltVal val="0"/>
                                              </p:val>
                                            </p:tav>
                                            <p:tav tm="100000">
                                              <p:val>
                                                <p:strVal val="#ppt_h"/>
                                              </p:val>
                                            </p:tav>
                                          </p:tavLst>
                                        </p:anim>
                                        <p:animEffect transition="in" filter="fade">
                                          <p:cBhvr>
                                            <p:cTn id="45" dur="750"/>
                                            <p:tgtEl>
                                              <p:spTgt spid="87"/>
                                            </p:tgtEl>
                                          </p:cBhvr>
                                        </p:animEffect>
                                      </p:childTnLst>
                                    </p:cTn>
                                  </p:par>
                                  <p:par>
                                    <p:cTn id="46" presetID="53" presetClass="entr" presetSubtype="16" fill="hold" nodeType="withEffect">
                                      <p:stCondLst>
                                        <p:cond delay="250"/>
                                      </p:stCondLst>
                                      <p:childTnLst>
                                        <p:set>
                                          <p:cBhvr>
                                            <p:cTn id="47" dur="1" fill="hold">
                                              <p:stCondLst>
                                                <p:cond delay="0"/>
                                              </p:stCondLst>
                                            </p:cTn>
                                            <p:tgtEl>
                                              <p:spTgt spid="104"/>
                                            </p:tgtEl>
                                            <p:attrNameLst>
                                              <p:attrName>style.visibility</p:attrName>
                                            </p:attrNameLst>
                                          </p:cBhvr>
                                          <p:to>
                                            <p:strVal val="visible"/>
                                          </p:to>
                                        </p:set>
                                        <p:anim calcmode="lin" valueType="num">
                                          <p:cBhvr>
                                            <p:cTn id="48" dur="750" fill="hold"/>
                                            <p:tgtEl>
                                              <p:spTgt spid="104"/>
                                            </p:tgtEl>
                                            <p:attrNameLst>
                                              <p:attrName>ppt_w</p:attrName>
                                            </p:attrNameLst>
                                          </p:cBhvr>
                                          <p:tavLst>
                                            <p:tav tm="0">
                                              <p:val>
                                                <p:fltVal val="0"/>
                                              </p:val>
                                            </p:tav>
                                            <p:tav tm="100000">
                                              <p:val>
                                                <p:strVal val="#ppt_w"/>
                                              </p:val>
                                            </p:tav>
                                          </p:tavLst>
                                        </p:anim>
                                        <p:anim calcmode="lin" valueType="num">
                                          <p:cBhvr>
                                            <p:cTn id="49" dur="750" fill="hold"/>
                                            <p:tgtEl>
                                              <p:spTgt spid="104"/>
                                            </p:tgtEl>
                                            <p:attrNameLst>
                                              <p:attrName>ppt_h</p:attrName>
                                            </p:attrNameLst>
                                          </p:cBhvr>
                                          <p:tavLst>
                                            <p:tav tm="0">
                                              <p:val>
                                                <p:fltVal val="0"/>
                                              </p:val>
                                            </p:tav>
                                            <p:tav tm="100000">
                                              <p:val>
                                                <p:strVal val="#ppt_h"/>
                                              </p:val>
                                            </p:tav>
                                          </p:tavLst>
                                        </p:anim>
                                        <p:animEffect transition="in" filter="fade">
                                          <p:cBhvr>
                                            <p:cTn id="50" dur="750"/>
                                            <p:tgtEl>
                                              <p:spTgt spid="104"/>
                                            </p:tgtEl>
                                          </p:cBhvr>
                                        </p:animEffect>
                                      </p:childTnLst>
                                    </p:cTn>
                                  </p:par>
                                  <p:par>
                                    <p:cTn id="51" presetID="22" presetClass="entr" presetSubtype="1" fill="hold" nodeType="withEffect">
                                      <p:stCondLst>
                                        <p:cond delay="500"/>
                                      </p:stCondLst>
                                      <p:childTnLst>
                                        <p:set>
                                          <p:cBhvr>
                                            <p:cTn id="52" dur="1" fill="hold">
                                              <p:stCondLst>
                                                <p:cond delay="0"/>
                                              </p:stCondLst>
                                            </p:cTn>
                                            <p:tgtEl>
                                              <p:spTgt spid="85"/>
                                            </p:tgtEl>
                                            <p:attrNameLst>
                                              <p:attrName>style.visibility</p:attrName>
                                            </p:attrNameLst>
                                          </p:cBhvr>
                                          <p:to>
                                            <p:strVal val="visible"/>
                                          </p:to>
                                        </p:set>
                                        <p:animEffect transition="in" filter="wipe(up)">
                                          <p:cBhvr>
                                            <p:cTn id="53" dur="750"/>
                                            <p:tgtEl>
                                              <p:spTgt spid="85"/>
                                            </p:tgtEl>
                                          </p:cBhvr>
                                        </p:animEffect>
                                      </p:childTnLst>
                                    </p:cTn>
                                  </p:par>
                                  <p:par>
                                    <p:cTn id="54" presetID="53" presetClass="entr" presetSubtype="16" fill="hold" nodeType="withEffect">
                                      <p:stCondLst>
                                        <p:cond delay="750"/>
                                      </p:stCondLst>
                                      <p:childTnLst>
                                        <p:set>
                                          <p:cBhvr>
                                            <p:cTn id="55" dur="1" fill="hold">
                                              <p:stCondLst>
                                                <p:cond delay="0"/>
                                              </p:stCondLst>
                                            </p:cTn>
                                            <p:tgtEl>
                                              <p:spTgt spid="86"/>
                                            </p:tgtEl>
                                            <p:attrNameLst>
                                              <p:attrName>style.visibility</p:attrName>
                                            </p:attrNameLst>
                                          </p:cBhvr>
                                          <p:to>
                                            <p:strVal val="visible"/>
                                          </p:to>
                                        </p:set>
                                        <p:anim calcmode="lin" valueType="num">
                                          <p:cBhvr>
                                            <p:cTn id="56" dur="750" fill="hold"/>
                                            <p:tgtEl>
                                              <p:spTgt spid="86"/>
                                            </p:tgtEl>
                                            <p:attrNameLst>
                                              <p:attrName>ppt_w</p:attrName>
                                            </p:attrNameLst>
                                          </p:cBhvr>
                                          <p:tavLst>
                                            <p:tav tm="0">
                                              <p:val>
                                                <p:fltVal val="0"/>
                                              </p:val>
                                            </p:tav>
                                            <p:tav tm="100000">
                                              <p:val>
                                                <p:strVal val="#ppt_w"/>
                                              </p:val>
                                            </p:tav>
                                          </p:tavLst>
                                        </p:anim>
                                        <p:anim calcmode="lin" valueType="num">
                                          <p:cBhvr>
                                            <p:cTn id="57" dur="750" fill="hold"/>
                                            <p:tgtEl>
                                              <p:spTgt spid="86"/>
                                            </p:tgtEl>
                                            <p:attrNameLst>
                                              <p:attrName>ppt_h</p:attrName>
                                            </p:attrNameLst>
                                          </p:cBhvr>
                                          <p:tavLst>
                                            <p:tav tm="0">
                                              <p:val>
                                                <p:fltVal val="0"/>
                                              </p:val>
                                            </p:tav>
                                            <p:tav tm="100000">
                                              <p:val>
                                                <p:strVal val="#ppt_h"/>
                                              </p:val>
                                            </p:tav>
                                          </p:tavLst>
                                        </p:anim>
                                        <p:animEffect transition="in" filter="fade">
                                          <p:cBhvr>
                                            <p:cTn id="58" dur="750"/>
                                            <p:tgtEl>
                                              <p:spTgt spid="86"/>
                                            </p:tgtEl>
                                          </p:cBhvr>
                                        </p:animEffect>
                                      </p:childTnLst>
                                    </p:cTn>
                                  </p:par>
                                  <p:par>
                                    <p:cTn id="59" presetID="53" presetClass="entr" presetSubtype="16" fill="hold" nodeType="withEffect">
                                      <p:stCondLst>
                                        <p:cond delay="1000"/>
                                      </p:stCondLst>
                                      <p:childTnLst>
                                        <p:set>
                                          <p:cBhvr>
                                            <p:cTn id="60" dur="1" fill="hold">
                                              <p:stCondLst>
                                                <p:cond delay="0"/>
                                              </p:stCondLst>
                                            </p:cTn>
                                            <p:tgtEl>
                                              <p:spTgt spid="95"/>
                                            </p:tgtEl>
                                            <p:attrNameLst>
                                              <p:attrName>style.visibility</p:attrName>
                                            </p:attrNameLst>
                                          </p:cBhvr>
                                          <p:to>
                                            <p:strVal val="visible"/>
                                          </p:to>
                                        </p:set>
                                        <p:anim calcmode="lin" valueType="num">
                                          <p:cBhvr>
                                            <p:cTn id="61" dur="750" fill="hold"/>
                                            <p:tgtEl>
                                              <p:spTgt spid="95"/>
                                            </p:tgtEl>
                                            <p:attrNameLst>
                                              <p:attrName>ppt_w</p:attrName>
                                            </p:attrNameLst>
                                          </p:cBhvr>
                                          <p:tavLst>
                                            <p:tav tm="0">
                                              <p:val>
                                                <p:fltVal val="0"/>
                                              </p:val>
                                            </p:tav>
                                            <p:tav tm="100000">
                                              <p:val>
                                                <p:strVal val="#ppt_w"/>
                                              </p:val>
                                            </p:tav>
                                          </p:tavLst>
                                        </p:anim>
                                        <p:anim calcmode="lin" valueType="num">
                                          <p:cBhvr>
                                            <p:cTn id="62" dur="750" fill="hold"/>
                                            <p:tgtEl>
                                              <p:spTgt spid="95"/>
                                            </p:tgtEl>
                                            <p:attrNameLst>
                                              <p:attrName>ppt_h</p:attrName>
                                            </p:attrNameLst>
                                          </p:cBhvr>
                                          <p:tavLst>
                                            <p:tav tm="0">
                                              <p:val>
                                                <p:fltVal val="0"/>
                                              </p:val>
                                            </p:tav>
                                            <p:tav tm="100000">
                                              <p:val>
                                                <p:strVal val="#ppt_h"/>
                                              </p:val>
                                            </p:tav>
                                          </p:tavLst>
                                        </p:anim>
                                        <p:animEffect transition="in" filter="fade">
                                          <p:cBhvr>
                                            <p:cTn id="63" dur="750"/>
                                            <p:tgtEl>
                                              <p:spTgt spid="95"/>
                                            </p:tgtEl>
                                          </p:cBhvr>
                                        </p:animEffect>
                                      </p:childTnLst>
                                    </p:cTn>
                                  </p:par>
                                  <p:par>
                                    <p:cTn id="64" presetID="22" presetClass="entr" presetSubtype="1" fill="hold" nodeType="withEffect">
                                      <p:stCondLst>
                                        <p:cond delay="1250"/>
                                      </p:stCondLst>
                                      <p:childTnLst>
                                        <p:set>
                                          <p:cBhvr>
                                            <p:cTn id="65" dur="1" fill="hold">
                                              <p:stCondLst>
                                                <p:cond delay="0"/>
                                              </p:stCondLst>
                                            </p:cTn>
                                            <p:tgtEl>
                                              <p:spTgt spid="71"/>
                                            </p:tgtEl>
                                            <p:attrNameLst>
                                              <p:attrName>style.visibility</p:attrName>
                                            </p:attrNameLst>
                                          </p:cBhvr>
                                          <p:to>
                                            <p:strVal val="visible"/>
                                          </p:to>
                                        </p:set>
                                        <p:animEffect transition="in" filter="wipe(up)">
                                          <p:cBhvr>
                                            <p:cTn id="66" dur="750"/>
                                            <p:tgtEl>
                                              <p:spTgt spid="71"/>
                                            </p:tgtEl>
                                          </p:cBhvr>
                                        </p:animEffect>
                                      </p:childTnLst>
                                    </p:cTn>
                                  </p:par>
                                  <p:par>
                                    <p:cTn id="67" presetID="53" presetClass="entr" presetSubtype="16" fill="hold" nodeType="withEffect">
                                      <p:stCondLst>
                                        <p:cond delay="1500"/>
                                      </p:stCondLst>
                                      <p:childTnLst>
                                        <p:set>
                                          <p:cBhvr>
                                            <p:cTn id="68" dur="1" fill="hold">
                                              <p:stCondLst>
                                                <p:cond delay="0"/>
                                              </p:stCondLst>
                                            </p:cTn>
                                            <p:tgtEl>
                                              <p:spTgt spid="70"/>
                                            </p:tgtEl>
                                            <p:attrNameLst>
                                              <p:attrName>style.visibility</p:attrName>
                                            </p:attrNameLst>
                                          </p:cBhvr>
                                          <p:to>
                                            <p:strVal val="visible"/>
                                          </p:to>
                                        </p:set>
                                        <p:anim calcmode="lin" valueType="num">
                                          <p:cBhvr>
                                            <p:cTn id="69" dur="750" fill="hold"/>
                                            <p:tgtEl>
                                              <p:spTgt spid="70"/>
                                            </p:tgtEl>
                                            <p:attrNameLst>
                                              <p:attrName>ppt_w</p:attrName>
                                            </p:attrNameLst>
                                          </p:cBhvr>
                                          <p:tavLst>
                                            <p:tav tm="0">
                                              <p:val>
                                                <p:fltVal val="0"/>
                                              </p:val>
                                            </p:tav>
                                            <p:tav tm="100000">
                                              <p:val>
                                                <p:strVal val="#ppt_w"/>
                                              </p:val>
                                            </p:tav>
                                          </p:tavLst>
                                        </p:anim>
                                        <p:anim calcmode="lin" valueType="num">
                                          <p:cBhvr>
                                            <p:cTn id="70" dur="750" fill="hold"/>
                                            <p:tgtEl>
                                              <p:spTgt spid="70"/>
                                            </p:tgtEl>
                                            <p:attrNameLst>
                                              <p:attrName>ppt_h</p:attrName>
                                            </p:attrNameLst>
                                          </p:cBhvr>
                                          <p:tavLst>
                                            <p:tav tm="0">
                                              <p:val>
                                                <p:fltVal val="0"/>
                                              </p:val>
                                            </p:tav>
                                            <p:tav tm="100000">
                                              <p:val>
                                                <p:strVal val="#ppt_h"/>
                                              </p:val>
                                            </p:tav>
                                          </p:tavLst>
                                        </p:anim>
                                        <p:animEffect transition="in" filter="fade">
                                          <p:cBhvr>
                                            <p:cTn id="71" dur="750"/>
                                            <p:tgtEl>
                                              <p:spTgt spid="70"/>
                                            </p:tgtEl>
                                          </p:cBhvr>
                                        </p:animEffect>
                                      </p:childTnLst>
                                    </p:cTn>
                                  </p:par>
                                  <p:par>
                                    <p:cTn id="72" presetID="53" presetClass="entr" presetSubtype="16" fill="hold" nodeType="withEffect">
                                      <p:stCondLst>
                                        <p:cond delay="1750"/>
                                      </p:stCondLst>
                                      <p:childTnLst>
                                        <p:set>
                                          <p:cBhvr>
                                            <p:cTn id="73" dur="1" fill="hold">
                                              <p:stCondLst>
                                                <p:cond delay="0"/>
                                              </p:stCondLst>
                                            </p:cTn>
                                            <p:tgtEl>
                                              <p:spTgt spid="92"/>
                                            </p:tgtEl>
                                            <p:attrNameLst>
                                              <p:attrName>style.visibility</p:attrName>
                                            </p:attrNameLst>
                                          </p:cBhvr>
                                          <p:to>
                                            <p:strVal val="visible"/>
                                          </p:to>
                                        </p:set>
                                        <p:anim calcmode="lin" valueType="num">
                                          <p:cBhvr>
                                            <p:cTn id="74" dur="750" fill="hold"/>
                                            <p:tgtEl>
                                              <p:spTgt spid="92"/>
                                            </p:tgtEl>
                                            <p:attrNameLst>
                                              <p:attrName>ppt_w</p:attrName>
                                            </p:attrNameLst>
                                          </p:cBhvr>
                                          <p:tavLst>
                                            <p:tav tm="0">
                                              <p:val>
                                                <p:fltVal val="0"/>
                                              </p:val>
                                            </p:tav>
                                            <p:tav tm="100000">
                                              <p:val>
                                                <p:strVal val="#ppt_w"/>
                                              </p:val>
                                            </p:tav>
                                          </p:tavLst>
                                        </p:anim>
                                        <p:anim calcmode="lin" valueType="num">
                                          <p:cBhvr>
                                            <p:cTn id="75" dur="750" fill="hold"/>
                                            <p:tgtEl>
                                              <p:spTgt spid="92"/>
                                            </p:tgtEl>
                                            <p:attrNameLst>
                                              <p:attrName>ppt_h</p:attrName>
                                            </p:attrNameLst>
                                          </p:cBhvr>
                                          <p:tavLst>
                                            <p:tav tm="0">
                                              <p:val>
                                                <p:fltVal val="0"/>
                                              </p:val>
                                            </p:tav>
                                            <p:tav tm="100000">
                                              <p:val>
                                                <p:strVal val="#ppt_h"/>
                                              </p:val>
                                            </p:tav>
                                          </p:tavLst>
                                        </p:anim>
                                        <p:animEffect transition="in" filter="fade">
                                          <p:cBhvr>
                                            <p:cTn id="76" dur="750"/>
                                            <p:tgtEl>
                                              <p:spTgt spid="92"/>
                                            </p:tgtEl>
                                          </p:cBhvr>
                                        </p:animEffect>
                                      </p:childTnLst>
                                    </p:cTn>
                                  </p:par>
                                  <p:par>
                                    <p:cTn id="77" presetID="10" presetClass="entr" presetSubtype="0" fill="hold" nodeType="withEffect">
                                      <p:stCondLst>
                                        <p:cond delay="175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1000"/>
                                            <p:tgtEl>
                                              <p:spTgt spid="120"/>
                                            </p:tgtEl>
                                          </p:cBhvr>
                                        </p:animEffect>
                                      </p:childTnLst>
                                    </p:cTn>
                                  </p:par>
                                  <p:par>
                                    <p:cTn id="80" presetID="2" presetClass="entr" presetSubtype="8" fill="hold" grpId="0" nodeType="withEffect" p14:presetBounceEnd="67000">
                                      <p:stCondLst>
                                        <p:cond delay="2000"/>
                                      </p:stCondLst>
                                      <p:childTnLst>
                                        <p:set>
                                          <p:cBhvr>
                                            <p:cTn id="81" dur="1" fill="hold">
                                              <p:stCondLst>
                                                <p:cond delay="0"/>
                                              </p:stCondLst>
                                            </p:cTn>
                                            <p:tgtEl>
                                              <p:spTgt spid="108"/>
                                            </p:tgtEl>
                                            <p:attrNameLst>
                                              <p:attrName>style.visibility</p:attrName>
                                            </p:attrNameLst>
                                          </p:cBhvr>
                                          <p:to>
                                            <p:strVal val="visible"/>
                                          </p:to>
                                        </p:set>
                                        <p:anim calcmode="lin" valueType="num" p14:bounceEnd="67000">
                                          <p:cBhvr additive="base">
                                            <p:cTn id="82" dur="1000" fill="hold"/>
                                            <p:tgtEl>
                                              <p:spTgt spid="108"/>
                                            </p:tgtEl>
                                            <p:attrNameLst>
                                              <p:attrName>ppt_x</p:attrName>
                                            </p:attrNameLst>
                                          </p:cBhvr>
                                          <p:tavLst>
                                            <p:tav tm="0">
                                              <p:val>
                                                <p:strVal val="0-#ppt_w/2"/>
                                              </p:val>
                                            </p:tav>
                                            <p:tav tm="100000">
                                              <p:val>
                                                <p:strVal val="#ppt_x"/>
                                              </p:val>
                                            </p:tav>
                                          </p:tavLst>
                                        </p:anim>
                                        <p:anim calcmode="lin" valueType="num" p14:bounceEnd="67000">
                                          <p:cBhvr additive="base">
                                            <p:cTn id="83" dur="1000" fill="hold"/>
                                            <p:tgtEl>
                                              <p:spTgt spid="108"/>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14:presetBounceEnd="67000">
                                      <p:stCondLst>
                                        <p:cond delay="2000"/>
                                      </p:stCondLst>
                                      <p:childTnLst>
                                        <p:set>
                                          <p:cBhvr>
                                            <p:cTn id="85" dur="1" fill="hold">
                                              <p:stCondLst>
                                                <p:cond delay="0"/>
                                              </p:stCondLst>
                                            </p:cTn>
                                            <p:tgtEl>
                                              <p:spTgt spid="109"/>
                                            </p:tgtEl>
                                            <p:attrNameLst>
                                              <p:attrName>style.visibility</p:attrName>
                                            </p:attrNameLst>
                                          </p:cBhvr>
                                          <p:to>
                                            <p:strVal val="visible"/>
                                          </p:to>
                                        </p:set>
                                        <p:anim calcmode="lin" valueType="num" p14:bounceEnd="67000">
                                          <p:cBhvr additive="base">
                                            <p:cTn id="86" dur="1000" fill="hold"/>
                                            <p:tgtEl>
                                              <p:spTgt spid="109"/>
                                            </p:tgtEl>
                                            <p:attrNameLst>
                                              <p:attrName>ppt_x</p:attrName>
                                            </p:attrNameLst>
                                          </p:cBhvr>
                                          <p:tavLst>
                                            <p:tav tm="0">
                                              <p:val>
                                                <p:strVal val="0-#ppt_w/2"/>
                                              </p:val>
                                            </p:tav>
                                            <p:tav tm="100000">
                                              <p:val>
                                                <p:strVal val="#ppt_x"/>
                                              </p:val>
                                            </p:tav>
                                          </p:tavLst>
                                        </p:anim>
                                        <p:anim calcmode="lin" valueType="num" p14:bounceEnd="67000">
                                          <p:cBhvr additive="base">
                                            <p:cTn id="87" dur="1000" fill="hold"/>
                                            <p:tgtEl>
                                              <p:spTgt spid="109"/>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14:presetBounceEnd="67000">
                                      <p:stCondLst>
                                        <p:cond delay="2000"/>
                                      </p:stCondLst>
                                      <p:childTnLst>
                                        <p:set>
                                          <p:cBhvr>
                                            <p:cTn id="89" dur="1" fill="hold">
                                              <p:stCondLst>
                                                <p:cond delay="0"/>
                                              </p:stCondLst>
                                            </p:cTn>
                                            <p:tgtEl>
                                              <p:spTgt spid="110"/>
                                            </p:tgtEl>
                                            <p:attrNameLst>
                                              <p:attrName>style.visibility</p:attrName>
                                            </p:attrNameLst>
                                          </p:cBhvr>
                                          <p:to>
                                            <p:strVal val="visible"/>
                                          </p:to>
                                        </p:set>
                                        <p:anim calcmode="lin" valueType="num" p14:bounceEnd="67000">
                                          <p:cBhvr additive="base">
                                            <p:cTn id="90" dur="1000" fill="hold"/>
                                            <p:tgtEl>
                                              <p:spTgt spid="110"/>
                                            </p:tgtEl>
                                            <p:attrNameLst>
                                              <p:attrName>ppt_x</p:attrName>
                                            </p:attrNameLst>
                                          </p:cBhvr>
                                          <p:tavLst>
                                            <p:tav tm="0">
                                              <p:val>
                                                <p:strVal val="0-#ppt_w/2"/>
                                              </p:val>
                                            </p:tav>
                                            <p:tav tm="100000">
                                              <p:val>
                                                <p:strVal val="#ppt_x"/>
                                              </p:val>
                                            </p:tav>
                                          </p:tavLst>
                                        </p:anim>
                                        <p:anim calcmode="lin" valueType="num" p14:bounceEnd="67000">
                                          <p:cBhvr additive="base">
                                            <p:cTn id="91" dur="1000" fill="hold"/>
                                            <p:tgtEl>
                                              <p:spTgt spid="110"/>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14:presetBounceEnd="67000">
                                      <p:stCondLst>
                                        <p:cond delay="2000"/>
                                      </p:stCondLst>
                                      <p:childTnLst>
                                        <p:set>
                                          <p:cBhvr>
                                            <p:cTn id="93" dur="1" fill="hold">
                                              <p:stCondLst>
                                                <p:cond delay="0"/>
                                              </p:stCondLst>
                                            </p:cTn>
                                            <p:tgtEl>
                                              <p:spTgt spid="111"/>
                                            </p:tgtEl>
                                            <p:attrNameLst>
                                              <p:attrName>style.visibility</p:attrName>
                                            </p:attrNameLst>
                                          </p:cBhvr>
                                          <p:to>
                                            <p:strVal val="visible"/>
                                          </p:to>
                                        </p:set>
                                        <p:anim calcmode="lin" valueType="num" p14:bounceEnd="67000">
                                          <p:cBhvr additive="base">
                                            <p:cTn id="94" dur="1000" fill="hold"/>
                                            <p:tgtEl>
                                              <p:spTgt spid="111"/>
                                            </p:tgtEl>
                                            <p:attrNameLst>
                                              <p:attrName>ppt_x</p:attrName>
                                            </p:attrNameLst>
                                          </p:cBhvr>
                                          <p:tavLst>
                                            <p:tav tm="0">
                                              <p:val>
                                                <p:strVal val="0-#ppt_w/2"/>
                                              </p:val>
                                            </p:tav>
                                            <p:tav tm="100000">
                                              <p:val>
                                                <p:strVal val="#ppt_x"/>
                                              </p:val>
                                            </p:tav>
                                          </p:tavLst>
                                        </p:anim>
                                        <p:anim calcmode="lin" valueType="num" p14:bounceEnd="67000">
                                          <p:cBhvr additive="base">
                                            <p:cTn id="95" dur="1000" fill="hold"/>
                                            <p:tgtEl>
                                              <p:spTgt spid="111"/>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14:presetBounceEnd="67000">
                                      <p:stCondLst>
                                        <p:cond delay="2000"/>
                                      </p:stCondLst>
                                      <p:childTnLst>
                                        <p:set>
                                          <p:cBhvr>
                                            <p:cTn id="97" dur="1" fill="hold">
                                              <p:stCondLst>
                                                <p:cond delay="0"/>
                                              </p:stCondLst>
                                            </p:cTn>
                                            <p:tgtEl>
                                              <p:spTgt spid="112"/>
                                            </p:tgtEl>
                                            <p:attrNameLst>
                                              <p:attrName>style.visibility</p:attrName>
                                            </p:attrNameLst>
                                          </p:cBhvr>
                                          <p:to>
                                            <p:strVal val="visible"/>
                                          </p:to>
                                        </p:set>
                                        <p:anim calcmode="lin" valueType="num" p14:bounceEnd="67000">
                                          <p:cBhvr additive="base">
                                            <p:cTn id="98" dur="1000" fill="hold"/>
                                            <p:tgtEl>
                                              <p:spTgt spid="112"/>
                                            </p:tgtEl>
                                            <p:attrNameLst>
                                              <p:attrName>ppt_x</p:attrName>
                                            </p:attrNameLst>
                                          </p:cBhvr>
                                          <p:tavLst>
                                            <p:tav tm="0">
                                              <p:val>
                                                <p:strVal val="0-#ppt_w/2"/>
                                              </p:val>
                                            </p:tav>
                                            <p:tav tm="100000">
                                              <p:val>
                                                <p:strVal val="#ppt_x"/>
                                              </p:val>
                                            </p:tav>
                                          </p:tavLst>
                                        </p:anim>
                                        <p:anim calcmode="lin" valueType="num" p14:bounceEnd="67000">
                                          <p:cBhvr additive="base">
                                            <p:cTn id="99" dur="1000" fill="hold"/>
                                            <p:tgtEl>
                                              <p:spTgt spid="112"/>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14:presetBounceEnd="67000">
                                      <p:stCondLst>
                                        <p:cond delay="2000"/>
                                      </p:stCondLst>
                                      <p:childTnLst>
                                        <p:set>
                                          <p:cBhvr>
                                            <p:cTn id="101" dur="1" fill="hold">
                                              <p:stCondLst>
                                                <p:cond delay="0"/>
                                              </p:stCondLst>
                                            </p:cTn>
                                            <p:tgtEl>
                                              <p:spTgt spid="113"/>
                                            </p:tgtEl>
                                            <p:attrNameLst>
                                              <p:attrName>style.visibility</p:attrName>
                                            </p:attrNameLst>
                                          </p:cBhvr>
                                          <p:to>
                                            <p:strVal val="visible"/>
                                          </p:to>
                                        </p:set>
                                        <p:anim calcmode="lin" valueType="num" p14:bounceEnd="67000">
                                          <p:cBhvr additive="base">
                                            <p:cTn id="102" dur="1000" fill="hold"/>
                                            <p:tgtEl>
                                              <p:spTgt spid="113"/>
                                            </p:tgtEl>
                                            <p:attrNameLst>
                                              <p:attrName>ppt_x</p:attrName>
                                            </p:attrNameLst>
                                          </p:cBhvr>
                                          <p:tavLst>
                                            <p:tav tm="0">
                                              <p:val>
                                                <p:strVal val="0-#ppt_w/2"/>
                                              </p:val>
                                            </p:tav>
                                            <p:tav tm="100000">
                                              <p:val>
                                                <p:strVal val="#ppt_x"/>
                                              </p:val>
                                            </p:tav>
                                          </p:tavLst>
                                        </p:anim>
                                        <p:anim calcmode="lin" valueType="num" p14:bounceEnd="67000">
                                          <p:cBhvr additive="base">
                                            <p:cTn id="103" dur="1000" fill="hold"/>
                                            <p:tgtEl>
                                              <p:spTgt spid="113"/>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14:presetBounceEnd="67000">
                                      <p:stCondLst>
                                        <p:cond delay="2000"/>
                                      </p:stCondLst>
                                      <p:childTnLst>
                                        <p:set>
                                          <p:cBhvr>
                                            <p:cTn id="105" dur="1" fill="hold">
                                              <p:stCondLst>
                                                <p:cond delay="0"/>
                                              </p:stCondLst>
                                            </p:cTn>
                                            <p:tgtEl>
                                              <p:spTgt spid="114"/>
                                            </p:tgtEl>
                                            <p:attrNameLst>
                                              <p:attrName>style.visibility</p:attrName>
                                            </p:attrNameLst>
                                          </p:cBhvr>
                                          <p:to>
                                            <p:strVal val="visible"/>
                                          </p:to>
                                        </p:set>
                                        <p:anim calcmode="lin" valueType="num" p14:bounceEnd="67000">
                                          <p:cBhvr additive="base">
                                            <p:cTn id="106" dur="1000" fill="hold"/>
                                            <p:tgtEl>
                                              <p:spTgt spid="114"/>
                                            </p:tgtEl>
                                            <p:attrNameLst>
                                              <p:attrName>ppt_x</p:attrName>
                                            </p:attrNameLst>
                                          </p:cBhvr>
                                          <p:tavLst>
                                            <p:tav tm="0">
                                              <p:val>
                                                <p:strVal val="1+#ppt_w/2"/>
                                              </p:val>
                                            </p:tav>
                                            <p:tav tm="100000">
                                              <p:val>
                                                <p:strVal val="#ppt_x"/>
                                              </p:val>
                                            </p:tav>
                                          </p:tavLst>
                                        </p:anim>
                                        <p:anim calcmode="lin" valueType="num" p14:bounceEnd="67000">
                                          <p:cBhvr additive="base">
                                            <p:cTn id="107" dur="1000" fill="hold"/>
                                            <p:tgtEl>
                                              <p:spTgt spid="114"/>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14:presetBounceEnd="67000">
                                      <p:stCondLst>
                                        <p:cond delay="2000"/>
                                      </p:stCondLst>
                                      <p:childTnLst>
                                        <p:set>
                                          <p:cBhvr>
                                            <p:cTn id="109" dur="1" fill="hold">
                                              <p:stCondLst>
                                                <p:cond delay="0"/>
                                              </p:stCondLst>
                                            </p:cTn>
                                            <p:tgtEl>
                                              <p:spTgt spid="115"/>
                                            </p:tgtEl>
                                            <p:attrNameLst>
                                              <p:attrName>style.visibility</p:attrName>
                                            </p:attrNameLst>
                                          </p:cBhvr>
                                          <p:to>
                                            <p:strVal val="visible"/>
                                          </p:to>
                                        </p:set>
                                        <p:anim calcmode="lin" valueType="num" p14:bounceEnd="67000">
                                          <p:cBhvr additive="base">
                                            <p:cTn id="110" dur="1000" fill="hold"/>
                                            <p:tgtEl>
                                              <p:spTgt spid="115"/>
                                            </p:tgtEl>
                                            <p:attrNameLst>
                                              <p:attrName>ppt_x</p:attrName>
                                            </p:attrNameLst>
                                          </p:cBhvr>
                                          <p:tavLst>
                                            <p:tav tm="0">
                                              <p:val>
                                                <p:strVal val="1+#ppt_w/2"/>
                                              </p:val>
                                            </p:tav>
                                            <p:tav tm="100000">
                                              <p:val>
                                                <p:strVal val="#ppt_x"/>
                                              </p:val>
                                            </p:tav>
                                          </p:tavLst>
                                        </p:anim>
                                        <p:anim calcmode="lin" valueType="num" p14:bounceEnd="67000">
                                          <p:cBhvr additive="base">
                                            <p:cTn id="111" dur="1000" fill="hold"/>
                                            <p:tgtEl>
                                              <p:spTgt spid="115"/>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14:presetBounceEnd="67000">
                                      <p:stCondLst>
                                        <p:cond delay="2000"/>
                                      </p:stCondLst>
                                      <p:childTnLst>
                                        <p:set>
                                          <p:cBhvr>
                                            <p:cTn id="113" dur="1" fill="hold">
                                              <p:stCondLst>
                                                <p:cond delay="0"/>
                                              </p:stCondLst>
                                            </p:cTn>
                                            <p:tgtEl>
                                              <p:spTgt spid="116"/>
                                            </p:tgtEl>
                                            <p:attrNameLst>
                                              <p:attrName>style.visibility</p:attrName>
                                            </p:attrNameLst>
                                          </p:cBhvr>
                                          <p:to>
                                            <p:strVal val="visible"/>
                                          </p:to>
                                        </p:set>
                                        <p:anim calcmode="lin" valueType="num" p14:bounceEnd="67000">
                                          <p:cBhvr additive="base">
                                            <p:cTn id="114" dur="1000" fill="hold"/>
                                            <p:tgtEl>
                                              <p:spTgt spid="116"/>
                                            </p:tgtEl>
                                            <p:attrNameLst>
                                              <p:attrName>ppt_x</p:attrName>
                                            </p:attrNameLst>
                                          </p:cBhvr>
                                          <p:tavLst>
                                            <p:tav tm="0">
                                              <p:val>
                                                <p:strVal val="1+#ppt_w/2"/>
                                              </p:val>
                                            </p:tav>
                                            <p:tav tm="100000">
                                              <p:val>
                                                <p:strVal val="#ppt_x"/>
                                              </p:val>
                                            </p:tav>
                                          </p:tavLst>
                                        </p:anim>
                                        <p:anim calcmode="lin" valueType="num" p14:bounceEnd="67000">
                                          <p:cBhvr additive="base">
                                            <p:cTn id="115" dur="1000" fill="hold"/>
                                            <p:tgtEl>
                                              <p:spTgt spid="116"/>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14:presetBounceEnd="67000">
                                      <p:stCondLst>
                                        <p:cond delay="2000"/>
                                      </p:stCondLst>
                                      <p:childTnLst>
                                        <p:set>
                                          <p:cBhvr>
                                            <p:cTn id="117" dur="1" fill="hold">
                                              <p:stCondLst>
                                                <p:cond delay="0"/>
                                              </p:stCondLst>
                                            </p:cTn>
                                            <p:tgtEl>
                                              <p:spTgt spid="117"/>
                                            </p:tgtEl>
                                            <p:attrNameLst>
                                              <p:attrName>style.visibility</p:attrName>
                                            </p:attrNameLst>
                                          </p:cBhvr>
                                          <p:to>
                                            <p:strVal val="visible"/>
                                          </p:to>
                                        </p:set>
                                        <p:anim calcmode="lin" valueType="num" p14:bounceEnd="67000">
                                          <p:cBhvr additive="base">
                                            <p:cTn id="118" dur="1000" fill="hold"/>
                                            <p:tgtEl>
                                              <p:spTgt spid="117"/>
                                            </p:tgtEl>
                                            <p:attrNameLst>
                                              <p:attrName>ppt_x</p:attrName>
                                            </p:attrNameLst>
                                          </p:cBhvr>
                                          <p:tavLst>
                                            <p:tav tm="0">
                                              <p:val>
                                                <p:strVal val="1+#ppt_w/2"/>
                                              </p:val>
                                            </p:tav>
                                            <p:tav tm="100000">
                                              <p:val>
                                                <p:strVal val="#ppt_x"/>
                                              </p:val>
                                            </p:tav>
                                          </p:tavLst>
                                        </p:anim>
                                        <p:anim calcmode="lin" valueType="num" p14:bounceEnd="67000">
                                          <p:cBhvr additive="base">
                                            <p:cTn id="119" dur="1000" fill="hold"/>
                                            <p:tgtEl>
                                              <p:spTgt spid="117"/>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14:presetBounceEnd="67000">
                                      <p:stCondLst>
                                        <p:cond delay="2000"/>
                                      </p:stCondLst>
                                      <p:childTnLst>
                                        <p:set>
                                          <p:cBhvr>
                                            <p:cTn id="121" dur="1" fill="hold">
                                              <p:stCondLst>
                                                <p:cond delay="0"/>
                                              </p:stCondLst>
                                            </p:cTn>
                                            <p:tgtEl>
                                              <p:spTgt spid="118"/>
                                            </p:tgtEl>
                                            <p:attrNameLst>
                                              <p:attrName>style.visibility</p:attrName>
                                            </p:attrNameLst>
                                          </p:cBhvr>
                                          <p:to>
                                            <p:strVal val="visible"/>
                                          </p:to>
                                        </p:set>
                                        <p:anim calcmode="lin" valueType="num" p14:bounceEnd="67000">
                                          <p:cBhvr additive="base">
                                            <p:cTn id="122" dur="1000" fill="hold"/>
                                            <p:tgtEl>
                                              <p:spTgt spid="118"/>
                                            </p:tgtEl>
                                            <p:attrNameLst>
                                              <p:attrName>ppt_x</p:attrName>
                                            </p:attrNameLst>
                                          </p:cBhvr>
                                          <p:tavLst>
                                            <p:tav tm="0">
                                              <p:val>
                                                <p:strVal val="1+#ppt_w/2"/>
                                              </p:val>
                                            </p:tav>
                                            <p:tav tm="100000">
                                              <p:val>
                                                <p:strVal val="#ppt_x"/>
                                              </p:val>
                                            </p:tav>
                                          </p:tavLst>
                                        </p:anim>
                                        <p:anim calcmode="lin" valueType="num" p14:bounceEnd="67000">
                                          <p:cBhvr additive="base">
                                            <p:cTn id="123" dur="1000" fill="hold"/>
                                            <p:tgtEl>
                                              <p:spTgt spid="118"/>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14:presetBounceEnd="67000">
                                      <p:stCondLst>
                                        <p:cond delay="2000"/>
                                      </p:stCondLst>
                                      <p:childTnLst>
                                        <p:set>
                                          <p:cBhvr>
                                            <p:cTn id="125" dur="1" fill="hold">
                                              <p:stCondLst>
                                                <p:cond delay="0"/>
                                              </p:stCondLst>
                                            </p:cTn>
                                            <p:tgtEl>
                                              <p:spTgt spid="119"/>
                                            </p:tgtEl>
                                            <p:attrNameLst>
                                              <p:attrName>style.visibility</p:attrName>
                                            </p:attrNameLst>
                                          </p:cBhvr>
                                          <p:to>
                                            <p:strVal val="visible"/>
                                          </p:to>
                                        </p:set>
                                        <p:anim calcmode="lin" valueType="num" p14:bounceEnd="67000">
                                          <p:cBhvr additive="base">
                                            <p:cTn id="126" dur="1000" fill="hold"/>
                                            <p:tgtEl>
                                              <p:spTgt spid="119"/>
                                            </p:tgtEl>
                                            <p:attrNameLst>
                                              <p:attrName>ppt_x</p:attrName>
                                            </p:attrNameLst>
                                          </p:cBhvr>
                                          <p:tavLst>
                                            <p:tav tm="0">
                                              <p:val>
                                                <p:strVal val="1+#ppt_w/2"/>
                                              </p:val>
                                            </p:tav>
                                            <p:tav tm="100000">
                                              <p:val>
                                                <p:strVal val="#ppt_x"/>
                                              </p:val>
                                            </p:tav>
                                          </p:tavLst>
                                        </p:anim>
                                        <p:anim calcmode="lin" valueType="num" p14:bounceEnd="67000">
                                          <p:cBhvr additive="base">
                                            <p:cTn id="127" dur="1000" fill="hold"/>
                                            <p:tgtEl>
                                              <p:spTgt spid="1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P spid="110" grpId="0"/>
          <p:bldP spid="111" grpId="0"/>
          <p:bldP spid="112" grpId="0"/>
          <p:bldP spid="113" grpId="0"/>
          <p:bldP spid="114" grpId="0"/>
          <p:bldP spid="115" grpId="0"/>
          <p:bldP spid="116" grpId="0"/>
          <p:bldP spid="117" grpId="0"/>
          <p:bldP spid="118" grpId="0"/>
          <p:bldP spid="11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750" fill="hold"/>
                                            <p:tgtEl>
                                              <p:spTgt spid="68"/>
                                            </p:tgtEl>
                                            <p:attrNameLst>
                                              <p:attrName>ppt_w</p:attrName>
                                            </p:attrNameLst>
                                          </p:cBhvr>
                                          <p:tavLst>
                                            <p:tav tm="0">
                                              <p:val>
                                                <p:fltVal val="0"/>
                                              </p:val>
                                            </p:tav>
                                            <p:tav tm="100000">
                                              <p:val>
                                                <p:strVal val="#ppt_w"/>
                                              </p:val>
                                            </p:tav>
                                          </p:tavLst>
                                        </p:anim>
                                        <p:anim calcmode="lin" valueType="num">
                                          <p:cBhvr>
                                            <p:cTn id="8" dur="750" fill="hold"/>
                                            <p:tgtEl>
                                              <p:spTgt spid="68"/>
                                            </p:tgtEl>
                                            <p:attrNameLst>
                                              <p:attrName>ppt_h</p:attrName>
                                            </p:attrNameLst>
                                          </p:cBhvr>
                                          <p:tavLst>
                                            <p:tav tm="0">
                                              <p:val>
                                                <p:fltVal val="0"/>
                                              </p:val>
                                            </p:tav>
                                            <p:tav tm="100000">
                                              <p:val>
                                                <p:strVal val="#ppt_h"/>
                                              </p:val>
                                            </p:tav>
                                          </p:tavLst>
                                        </p:anim>
                                        <p:animEffect transition="in" filter="fade">
                                          <p:cBhvr>
                                            <p:cTn id="9" dur="750"/>
                                            <p:tgtEl>
                                              <p:spTgt spid="68"/>
                                            </p:tgtEl>
                                          </p:cBhvr>
                                        </p:animEffect>
                                      </p:childTnLst>
                                    </p:cTn>
                                  </p:par>
                                  <p:par>
                                    <p:cTn id="10" presetID="53" presetClass="entr" presetSubtype="16" fill="hold" nodeType="withEffect">
                                      <p:stCondLst>
                                        <p:cond delay="250"/>
                                      </p:stCondLst>
                                      <p:childTnLst>
                                        <p:set>
                                          <p:cBhvr>
                                            <p:cTn id="11" dur="1" fill="hold">
                                              <p:stCondLst>
                                                <p:cond delay="0"/>
                                              </p:stCondLst>
                                            </p:cTn>
                                            <p:tgtEl>
                                              <p:spTgt spid="89"/>
                                            </p:tgtEl>
                                            <p:attrNameLst>
                                              <p:attrName>style.visibility</p:attrName>
                                            </p:attrNameLst>
                                          </p:cBhvr>
                                          <p:to>
                                            <p:strVal val="visible"/>
                                          </p:to>
                                        </p:set>
                                        <p:anim calcmode="lin" valueType="num">
                                          <p:cBhvr>
                                            <p:cTn id="12" dur="750" fill="hold"/>
                                            <p:tgtEl>
                                              <p:spTgt spid="89"/>
                                            </p:tgtEl>
                                            <p:attrNameLst>
                                              <p:attrName>ppt_w</p:attrName>
                                            </p:attrNameLst>
                                          </p:cBhvr>
                                          <p:tavLst>
                                            <p:tav tm="0">
                                              <p:val>
                                                <p:fltVal val="0"/>
                                              </p:val>
                                            </p:tav>
                                            <p:tav tm="100000">
                                              <p:val>
                                                <p:strVal val="#ppt_w"/>
                                              </p:val>
                                            </p:tav>
                                          </p:tavLst>
                                        </p:anim>
                                        <p:anim calcmode="lin" valueType="num">
                                          <p:cBhvr>
                                            <p:cTn id="13" dur="750" fill="hold"/>
                                            <p:tgtEl>
                                              <p:spTgt spid="89"/>
                                            </p:tgtEl>
                                            <p:attrNameLst>
                                              <p:attrName>ppt_h</p:attrName>
                                            </p:attrNameLst>
                                          </p:cBhvr>
                                          <p:tavLst>
                                            <p:tav tm="0">
                                              <p:val>
                                                <p:fltVal val="0"/>
                                              </p:val>
                                            </p:tav>
                                            <p:tav tm="100000">
                                              <p:val>
                                                <p:strVal val="#ppt_h"/>
                                              </p:val>
                                            </p:tav>
                                          </p:tavLst>
                                        </p:anim>
                                        <p:animEffect transition="in" filter="fade">
                                          <p:cBhvr>
                                            <p:cTn id="14" dur="750"/>
                                            <p:tgtEl>
                                              <p:spTgt spid="89"/>
                                            </p:tgtEl>
                                          </p:cBhvr>
                                        </p:animEffect>
                                      </p:childTnLst>
                                    </p:cTn>
                                  </p:par>
                                  <p:par>
                                    <p:cTn id="15" presetID="22" presetClass="entr" presetSubtype="4" fill="hold" nodeType="withEffect">
                                      <p:stCondLst>
                                        <p:cond delay="500"/>
                                      </p:stCondLst>
                                      <p:childTnLst>
                                        <p:set>
                                          <p:cBhvr>
                                            <p:cTn id="16" dur="1" fill="hold">
                                              <p:stCondLst>
                                                <p:cond delay="0"/>
                                              </p:stCondLst>
                                            </p:cTn>
                                            <p:tgtEl>
                                              <p:spTgt spid="69"/>
                                            </p:tgtEl>
                                            <p:attrNameLst>
                                              <p:attrName>style.visibility</p:attrName>
                                            </p:attrNameLst>
                                          </p:cBhvr>
                                          <p:to>
                                            <p:strVal val="visible"/>
                                          </p:to>
                                        </p:set>
                                        <p:animEffect transition="in" filter="wipe(down)">
                                          <p:cBhvr>
                                            <p:cTn id="17" dur="750"/>
                                            <p:tgtEl>
                                              <p:spTgt spid="69"/>
                                            </p:tgtEl>
                                          </p:cBhvr>
                                        </p:animEffect>
                                      </p:childTnLst>
                                    </p:cTn>
                                  </p:par>
                                  <p:par>
                                    <p:cTn id="18" presetID="53" presetClass="entr" presetSubtype="16" fill="hold" nodeType="withEffect">
                                      <p:stCondLst>
                                        <p:cond delay="750"/>
                                      </p:stCondLst>
                                      <p:childTnLst>
                                        <p:set>
                                          <p:cBhvr>
                                            <p:cTn id="19" dur="1" fill="hold">
                                              <p:stCondLst>
                                                <p:cond delay="0"/>
                                              </p:stCondLst>
                                            </p:cTn>
                                            <p:tgtEl>
                                              <p:spTgt spid="74"/>
                                            </p:tgtEl>
                                            <p:attrNameLst>
                                              <p:attrName>style.visibility</p:attrName>
                                            </p:attrNameLst>
                                          </p:cBhvr>
                                          <p:to>
                                            <p:strVal val="visible"/>
                                          </p:to>
                                        </p:set>
                                        <p:anim calcmode="lin" valueType="num">
                                          <p:cBhvr>
                                            <p:cTn id="20" dur="750" fill="hold"/>
                                            <p:tgtEl>
                                              <p:spTgt spid="74"/>
                                            </p:tgtEl>
                                            <p:attrNameLst>
                                              <p:attrName>ppt_w</p:attrName>
                                            </p:attrNameLst>
                                          </p:cBhvr>
                                          <p:tavLst>
                                            <p:tav tm="0">
                                              <p:val>
                                                <p:fltVal val="0"/>
                                              </p:val>
                                            </p:tav>
                                            <p:tav tm="100000">
                                              <p:val>
                                                <p:strVal val="#ppt_w"/>
                                              </p:val>
                                            </p:tav>
                                          </p:tavLst>
                                        </p:anim>
                                        <p:anim calcmode="lin" valueType="num">
                                          <p:cBhvr>
                                            <p:cTn id="21" dur="750" fill="hold"/>
                                            <p:tgtEl>
                                              <p:spTgt spid="74"/>
                                            </p:tgtEl>
                                            <p:attrNameLst>
                                              <p:attrName>ppt_h</p:attrName>
                                            </p:attrNameLst>
                                          </p:cBhvr>
                                          <p:tavLst>
                                            <p:tav tm="0">
                                              <p:val>
                                                <p:fltVal val="0"/>
                                              </p:val>
                                            </p:tav>
                                            <p:tav tm="100000">
                                              <p:val>
                                                <p:strVal val="#ppt_h"/>
                                              </p:val>
                                            </p:tav>
                                          </p:tavLst>
                                        </p:anim>
                                        <p:animEffect transition="in" filter="fade">
                                          <p:cBhvr>
                                            <p:cTn id="22" dur="750"/>
                                            <p:tgtEl>
                                              <p:spTgt spid="74"/>
                                            </p:tgtEl>
                                          </p:cBhvr>
                                        </p:animEffect>
                                      </p:childTnLst>
                                    </p:cTn>
                                  </p:par>
                                  <p:par>
                                    <p:cTn id="23" presetID="53" presetClass="entr" presetSubtype="16" fill="hold" nodeType="withEffect">
                                      <p:stCondLst>
                                        <p:cond delay="1000"/>
                                      </p:stCondLst>
                                      <p:childTnLst>
                                        <p:set>
                                          <p:cBhvr>
                                            <p:cTn id="24" dur="1" fill="hold">
                                              <p:stCondLst>
                                                <p:cond delay="0"/>
                                              </p:stCondLst>
                                            </p:cTn>
                                            <p:tgtEl>
                                              <p:spTgt spid="98"/>
                                            </p:tgtEl>
                                            <p:attrNameLst>
                                              <p:attrName>style.visibility</p:attrName>
                                            </p:attrNameLst>
                                          </p:cBhvr>
                                          <p:to>
                                            <p:strVal val="visible"/>
                                          </p:to>
                                        </p:set>
                                        <p:anim calcmode="lin" valueType="num">
                                          <p:cBhvr>
                                            <p:cTn id="25" dur="750" fill="hold"/>
                                            <p:tgtEl>
                                              <p:spTgt spid="98"/>
                                            </p:tgtEl>
                                            <p:attrNameLst>
                                              <p:attrName>ppt_w</p:attrName>
                                            </p:attrNameLst>
                                          </p:cBhvr>
                                          <p:tavLst>
                                            <p:tav tm="0">
                                              <p:val>
                                                <p:fltVal val="0"/>
                                              </p:val>
                                            </p:tav>
                                            <p:tav tm="100000">
                                              <p:val>
                                                <p:strVal val="#ppt_w"/>
                                              </p:val>
                                            </p:tav>
                                          </p:tavLst>
                                        </p:anim>
                                        <p:anim calcmode="lin" valueType="num">
                                          <p:cBhvr>
                                            <p:cTn id="26" dur="750" fill="hold"/>
                                            <p:tgtEl>
                                              <p:spTgt spid="98"/>
                                            </p:tgtEl>
                                            <p:attrNameLst>
                                              <p:attrName>ppt_h</p:attrName>
                                            </p:attrNameLst>
                                          </p:cBhvr>
                                          <p:tavLst>
                                            <p:tav tm="0">
                                              <p:val>
                                                <p:fltVal val="0"/>
                                              </p:val>
                                            </p:tav>
                                            <p:tav tm="100000">
                                              <p:val>
                                                <p:strVal val="#ppt_h"/>
                                              </p:val>
                                            </p:tav>
                                          </p:tavLst>
                                        </p:anim>
                                        <p:animEffect transition="in" filter="fade">
                                          <p:cBhvr>
                                            <p:cTn id="27" dur="750"/>
                                            <p:tgtEl>
                                              <p:spTgt spid="98"/>
                                            </p:tgtEl>
                                          </p:cBhvr>
                                        </p:animEffect>
                                      </p:childTnLst>
                                    </p:cTn>
                                  </p:par>
                                  <p:par>
                                    <p:cTn id="28" presetID="22" presetClass="entr" presetSubtype="4" fill="hold" nodeType="withEffect">
                                      <p:stCondLst>
                                        <p:cond delay="1250"/>
                                      </p:stCondLst>
                                      <p:childTnLst>
                                        <p:set>
                                          <p:cBhvr>
                                            <p:cTn id="29" dur="1" fill="hold">
                                              <p:stCondLst>
                                                <p:cond delay="0"/>
                                              </p:stCondLst>
                                            </p:cTn>
                                            <p:tgtEl>
                                              <p:spTgt spid="75"/>
                                            </p:tgtEl>
                                            <p:attrNameLst>
                                              <p:attrName>style.visibility</p:attrName>
                                            </p:attrNameLst>
                                          </p:cBhvr>
                                          <p:to>
                                            <p:strVal val="visible"/>
                                          </p:to>
                                        </p:set>
                                        <p:animEffect transition="in" filter="wipe(down)">
                                          <p:cBhvr>
                                            <p:cTn id="30" dur="750"/>
                                            <p:tgtEl>
                                              <p:spTgt spid="75"/>
                                            </p:tgtEl>
                                          </p:cBhvr>
                                        </p:animEffect>
                                      </p:childTnLst>
                                    </p:cTn>
                                  </p:par>
                                  <p:par>
                                    <p:cTn id="31" presetID="53" presetClass="entr" presetSubtype="16" fill="hold" nodeType="withEffect">
                                      <p:stCondLst>
                                        <p:cond delay="1500"/>
                                      </p:stCondLst>
                                      <p:childTnLst>
                                        <p:set>
                                          <p:cBhvr>
                                            <p:cTn id="32" dur="1" fill="hold">
                                              <p:stCondLst>
                                                <p:cond delay="0"/>
                                              </p:stCondLst>
                                            </p:cTn>
                                            <p:tgtEl>
                                              <p:spTgt spid="88"/>
                                            </p:tgtEl>
                                            <p:attrNameLst>
                                              <p:attrName>style.visibility</p:attrName>
                                            </p:attrNameLst>
                                          </p:cBhvr>
                                          <p:to>
                                            <p:strVal val="visible"/>
                                          </p:to>
                                        </p:set>
                                        <p:anim calcmode="lin" valueType="num">
                                          <p:cBhvr>
                                            <p:cTn id="33" dur="750" fill="hold"/>
                                            <p:tgtEl>
                                              <p:spTgt spid="88"/>
                                            </p:tgtEl>
                                            <p:attrNameLst>
                                              <p:attrName>ppt_w</p:attrName>
                                            </p:attrNameLst>
                                          </p:cBhvr>
                                          <p:tavLst>
                                            <p:tav tm="0">
                                              <p:val>
                                                <p:fltVal val="0"/>
                                              </p:val>
                                            </p:tav>
                                            <p:tav tm="100000">
                                              <p:val>
                                                <p:strVal val="#ppt_w"/>
                                              </p:val>
                                            </p:tav>
                                          </p:tavLst>
                                        </p:anim>
                                        <p:anim calcmode="lin" valueType="num">
                                          <p:cBhvr>
                                            <p:cTn id="34" dur="750" fill="hold"/>
                                            <p:tgtEl>
                                              <p:spTgt spid="88"/>
                                            </p:tgtEl>
                                            <p:attrNameLst>
                                              <p:attrName>ppt_h</p:attrName>
                                            </p:attrNameLst>
                                          </p:cBhvr>
                                          <p:tavLst>
                                            <p:tav tm="0">
                                              <p:val>
                                                <p:fltVal val="0"/>
                                              </p:val>
                                            </p:tav>
                                            <p:tav tm="100000">
                                              <p:val>
                                                <p:strVal val="#ppt_h"/>
                                              </p:val>
                                            </p:tav>
                                          </p:tavLst>
                                        </p:anim>
                                        <p:animEffect transition="in" filter="fade">
                                          <p:cBhvr>
                                            <p:cTn id="35" dur="750"/>
                                            <p:tgtEl>
                                              <p:spTgt spid="88"/>
                                            </p:tgtEl>
                                          </p:cBhvr>
                                        </p:animEffect>
                                      </p:childTnLst>
                                    </p:cTn>
                                  </p:par>
                                  <p:par>
                                    <p:cTn id="36" presetID="53" presetClass="entr" presetSubtype="16" fill="hold" nodeType="withEffect">
                                      <p:stCondLst>
                                        <p:cond delay="1750"/>
                                      </p:stCondLst>
                                      <p:childTnLst>
                                        <p:set>
                                          <p:cBhvr>
                                            <p:cTn id="37" dur="1" fill="hold">
                                              <p:stCondLst>
                                                <p:cond delay="0"/>
                                              </p:stCondLst>
                                            </p:cTn>
                                            <p:tgtEl>
                                              <p:spTgt spid="101"/>
                                            </p:tgtEl>
                                            <p:attrNameLst>
                                              <p:attrName>style.visibility</p:attrName>
                                            </p:attrNameLst>
                                          </p:cBhvr>
                                          <p:to>
                                            <p:strVal val="visible"/>
                                          </p:to>
                                        </p:set>
                                        <p:anim calcmode="lin" valueType="num">
                                          <p:cBhvr>
                                            <p:cTn id="38" dur="750" fill="hold"/>
                                            <p:tgtEl>
                                              <p:spTgt spid="101"/>
                                            </p:tgtEl>
                                            <p:attrNameLst>
                                              <p:attrName>ppt_w</p:attrName>
                                            </p:attrNameLst>
                                          </p:cBhvr>
                                          <p:tavLst>
                                            <p:tav tm="0">
                                              <p:val>
                                                <p:fltVal val="0"/>
                                              </p:val>
                                            </p:tav>
                                            <p:tav tm="100000">
                                              <p:val>
                                                <p:strVal val="#ppt_w"/>
                                              </p:val>
                                            </p:tav>
                                          </p:tavLst>
                                        </p:anim>
                                        <p:anim calcmode="lin" valueType="num">
                                          <p:cBhvr>
                                            <p:cTn id="39" dur="750" fill="hold"/>
                                            <p:tgtEl>
                                              <p:spTgt spid="101"/>
                                            </p:tgtEl>
                                            <p:attrNameLst>
                                              <p:attrName>ppt_h</p:attrName>
                                            </p:attrNameLst>
                                          </p:cBhvr>
                                          <p:tavLst>
                                            <p:tav tm="0">
                                              <p:val>
                                                <p:fltVal val="0"/>
                                              </p:val>
                                            </p:tav>
                                            <p:tav tm="100000">
                                              <p:val>
                                                <p:strVal val="#ppt_h"/>
                                              </p:val>
                                            </p:tav>
                                          </p:tavLst>
                                        </p:anim>
                                        <p:animEffect transition="in" filter="fade">
                                          <p:cBhvr>
                                            <p:cTn id="40" dur="750"/>
                                            <p:tgtEl>
                                              <p:spTgt spid="101"/>
                                            </p:tgtEl>
                                          </p:cBhvr>
                                        </p:animEffect>
                                      </p:childTnLst>
                                    </p:cTn>
                                  </p:par>
                                  <p:par>
                                    <p:cTn id="41" presetID="53" presetClass="entr" presetSubtype="16" fill="hold" nodeType="withEffect">
                                      <p:stCondLst>
                                        <p:cond delay="0"/>
                                      </p:stCondLst>
                                      <p:childTnLst>
                                        <p:set>
                                          <p:cBhvr>
                                            <p:cTn id="42" dur="1" fill="hold">
                                              <p:stCondLst>
                                                <p:cond delay="0"/>
                                              </p:stCondLst>
                                            </p:cTn>
                                            <p:tgtEl>
                                              <p:spTgt spid="87"/>
                                            </p:tgtEl>
                                            <p:attrNameLst>
                                              <p:attrName>style.visibility</p:attrName>
                                            </p:attrNameLst>
                                          </p:cBhvr>
                                          <p:to>
                                            <p:strVal val="visible"/>
                                          </p:to>
                                        </p:set>
                                        <p:anim calcmode="lin" valueType="num">
                                          <p:cBhvr>
                                            <p:cTn id="43" dur="750" fill="hold"/>
                                            <p:tgtEl>
                                              <p:spTgt spid="87"/>
                                            </p:tgtEl>
                                            <p:attrNameLst>
                                              <p:attrName>ppt_w</p:attrName>
                                            </p:attrNameLst>
                                          </p:cBhvr>
                                          <p:tavLst>
                                            <p:tav tm="0">
                                              <p:val>
                                                <p:fltVal val="0"/>
                                              </p:val>
                                            </p:tav>
                                            <p:tav tm="100000">
                                              <p:val>
                                                <p:strVal val="#ppt_w"/>
                                              </p:val>
                                            </p:tav>
                                          </p:tavLst>
                                        </p:anim>
                                        <p:anim calcmode="lin" valueType="num">
                                          <p:cBhvr>
                                            <p:cTn id="44" dur="750" fill="hold"/>
                                            <p:tgtEl>
                                              <p:spTgt spid="87"/>
                                            </p:tgtEl>
                                            <p:attrNameLst>
                                              <p:attrName>ppt_h</p:attrName>
                                            </p:attrNameLst>
                                          </p:cBhvr>
                                          <p:tavLst>
                                            <p:tav tm="0">
                                              <p:val>
                                                <p:fltVal val="0"/>
                                              </p:val>
                                            </p:tav>
                                            <p:tav tm="100000">
                                              <p:val>
                                                <p:strVal val="#ppt_h"/>
                                              </p:val>
                                            </p:tav>
                                          </p:tavLst>
                                        </p:anim>
                                        <p:animEffect transition="in" filter="fade">
                                          <p:cBhvr>
                                            <p:cTn id="45" dur="750"/>
                                            <p:tgtEl>
                                              <p:spTgt spid="87"/>
                                            </p:tgtEl>
                                          </p:cBhvr>
                                        </p:animEffect>
                                      </p:childTnLst>
                                    </p:cTn>
                                  </p:par>
                                  <p:par>
                                    <p:cTn id="46" presetID="53" presetClass="entr" presetSubtype="16" fill="hold" nodeType="withEffect">
                                      <p:stCondLst>
                                        <p:cond delay="250"/>
                                      </p:stCondLst>
                                      <p:childTnLst>
                                        <p:set>
                                          <p:cBhvr>
                                            <p:cTn id="47" dur="1" fill="hold">
                                              <p:stCondLst>
                                                <p:cond delay="0"/>
                                              </p:stCondLst>
                                            </p:cTn>
                                            <p:tgtEl>
                                              <p:spTgt spid="104"/>
                                            </p:tgtEl>
                                            <p:attrNameLst>
                                              <p:attrName>style.visibility</p:attrName>
                                            </p:attrNameLst>
                                          </p:cBhvr>
                                          <p:to>
                                            <p:strVal val="visible"/>
                                          </p:to>
                                        </p:set>
                                        <p:anim calcmode="lin" valueType="num">
                                          <p:cBhvr>
                                            <p:cTn id="48" dur="750" fill="hold"/>
                                            <p:tgtEl>
                                              <p:spTgt spid="104"/>
                                            </p:tgtEl>
                                            <p:attrNameLst>
                                              <p:attrName>ppt_w</p:attrName>
                                            </p:attrNameLst>
                                          </p:cBhvr>
                                          <p:tavLst>
                                            <p:tav tm="0">
                                              <p:val>
                                                <p:fltVal val="0"/>
                                              </p:val>
                                            </p:tav>
                                            <p:tav tm="100000">
                                              <p:val>
                                                <p:strVal val="#ppt_w"/>
                                              </p:val>
                                            </p:tav>
                                          </p:tavLst>
                                        </p:anim>
                                        <p:anim calcmode="lin" valueType="num">
                                          <p:cBhvr>
                                            <p:cTn id="49" dur="750" fill="hold"/>
                                            <p:tgtEl>
                                              <p:spTgt spid="104"/>
                                            </p:tgtEl>
                                            <p:attrNameLst>
                                              <p:attrName>ppt_h</p:attrName>
                                            </p:attrNameLst>
                                          </p:cBhvr>
                                          <p:tavLst>
                                            <p:tav tm="0">
                                              <p:val>
                                                <p:fltVal val="0"/>
                                              </p:val>
                                            </p:tav>
                                            <p:tav tm="100000">
                                              <p:val>
                                                <p:strVal val="#ppt_h"/>
                                              </p:val>
                                            </p:tav>
                                          </p:tavLst>
                                        </p:anim>
                                        <p:animEffect transition="in" filter="fade">
                                          <p:cBhvr>
                                            <p:cTn id="50" dur="750"/>
                                            <p:tgtEl>
                                              <p:spTgt spid="104"/>
                                            </p:tgtEl>
                                          </p:cBhvr>
                                        </p:animEffect>
                                      </p:childTnLst>
                                    </p:cTn>
                                  </p:par>
                                  <p:par>
                                    <p:cTn id="51" presetID="22" presetClass="entr" presetSubtype="1" fill="hold" nodeType="withEffect">
                                      <p:stCondLst>
                                        <p:cond delay="500"/>
                                      </p:stCondLst>
                                      <p:childTnLst>
                                        <p:set>
                                          <p:cBhvr>
                                            <p:cTn id="52" dur="1" fill="hold">
                                              <p:stCondLst>
                                                <p:cond delay="0"/>
                                              </p:stCondLst>
                                            </p:cTn>
                                            <p:tgtEl>
                                              <p:spTgt spid="85"/>
                                            </p:tgtEl>
                                            <p:attrNameLst>
                                              <p:attrName>style.visibility</p:attrName>
                                            </p:attrNameLst>
                                          </p:cBhvr>
                                          <p:to>
                                            <p:strVal val="visible"/>
                                          </p:to>
                                        </p:set>
                                        <p:animEffect transition="in" filter="wipe(up)">
                                          <p:cBhvr>
                                            <p:cTn id="53" dur="750"/>
                                            <p:tgtEl>
                                              <p:spTgt spid="85"/>
                                            </p:tgtEl>
                                          </p:cBhvr>
                                        </p:animEffect>
                                      </p:childTnLst>
                                    </p:cTn>
                                  </p:par>
                                  <p:par>
                                    <p:cTn id="54" presetID="53" presetClass="entr" presetSubtype="16" fill="hold" nodeType="withEffect">
                                      <p:stCondLst>
                                        <p:cond delay="750"/>
                                      </p:stCondLst>
                                      <p:childTnLst>
                                        <p:set>
                                          <p:cBhvr>
                                            <p:cTn id="55" dur="1" fill="hold">
                                              <p:stCondLst>
                                                <p:cond delay="0"/>
                                              </p:stCondLst>
                                            </p:cTn>
                                            <p:tgtEl>
                                              <p:spTgt spid="86"/>
                                            </p:tgtEl>
                                            <p:attrNameLst>
                                              <p:attrName>style.visibility</p:attrName>
                                            </p:attrNameLst>
                                          </p:cBhvr>
                                          <p:to>
                                            <p:strVal val="visible"/>
                                          </p:to>
                                        </p:set>
                                        <p:anim calcmode="lin" valueType="num">
                                          <p:cBhvr>
                                            <p:cTn id="56" dur="750" fill="hold"/>
                                            <p:tgtEl>
                                              <p:spTgt spid="86"/>
                                            </p:tgtEl>
                                            <p:attrNameLst>
                                              <p:attrName>ppt_w</p:attrName>
                                            </p:attrNameLst>
                                          </p:cBhvr>
                                          <p:tavLst>
                                            <p:tav tm="0">
                                              <p:val>
                                                <p:fltVal val="0"/>
                                              </p:val>
                                            </p:tav>
                                            <p:tav tm="100000">
                                              <p:val>
                                                <p:strVal val="#ppt_w"/>
                                              </p:val>
                                            </p:tav>
                                          </p:tavLst>
                                        </p:anim>
                                        <p:anim calcmode="lin" valueType="num">
                                          <p:cBhvr>
                                            <p:cTn id="57" dur="750" fill="hold"/>
                                            <p:tgtEl>
                                              <p:spTgt spid="86"/>
                                            </p:tgtEl>
                                            <p:attrNameLst>
                                              <p:attrName>ppt_h</p:attrName>
                                            </p:attrNameLst>
                                          </p:cBhvr>
                                          <p:tavLst>
                                            <p:tav tm="0">
                                              <p:val>
                                                <p:fltVal val="0"/>
                                              </p:val>
                                            </p:tav>
                                            <p:tav tm="100000">
                                              <p:val>
                                                <p:strVal val="#ppt_h"/>
                                              </p:val>
                                            </p:tav>
                                          </p:tavLst>
                                        </p:anim>
                                        <p:animEffect transition="in" filter="fade">
                                          <p:cBhvr>
                                            <p:cTn id="58" dur="750"/>
                                            <p:tgtEl>
                                              <p:spTgt spid="86"/>
                                            </p:tgtEl>
                                          </p:cBhvr>
                                        </p:animEffect>
                                      </p:childTnLst>
                                    </p:cTn>
                                  </p:par>
                                  <p:par>
                                    <p:cTn id="59" presetID="53" presetClass="entr" presetSubtype="16" fill="hold" nodeType="withEffect">
                                      <p:stCondLst>
                                        <p:cond delay="1000"/>
                                      </p:stCondLst>
                                      <p:childTnLst>
                                        <p:set>
                                          <p:cBhvr>
                                            <p:cTn id="60" dur="1" fill="hold">
                                              <p:stCondLst>
                                                <p:cond delay="0"/>
                                              </p:stCondLst>
                                            </p:cTn>
                                            <p:tgtEl>
                                              <p:spTgt spid="95"/>
                                            </p:tgtEl>
                                            <p:attrNameLst>
                                              <p:attrName>style.visibility</p:attrName>
                                            </p:attrNameLst>
                                          </p:cBhvr>
                                          <p:to>
                                            <p:strVal val="visible"/>
                                          </p:to>
                                        </p:set>
                                        <p:anim calcmode="lin" valueType="num">
                                          <p:cBhvr>
                                            <p:cTn id="61" dur="750" fill="hold"/>
                                            <p:tgtEl>
                                              <p:spTgt spid="95"/>
                                            </p:tgtEl>
                                            <p:attrNameLst>
                                              <p:attrName>ppt_w</p:attrName>
                                            </p:attrNameLst>
                                          </p:cBhvr>
                                          <p:tavLst>
                                            <p:tav tm="0">
                                              <p:val>
                                                <p:fltVal val="0"/>
                                              </p:val>
                                            </p:tav>
                                            <p:tav tm="100000">
                                              <p:val>
                                                <p:strVal val="#ppt_w"/>
                                              </p:val>
                                            </p:tav>
                                          </p:tavLst>
                                        </p:anim>
                                        <p:anim calcmode="lin" valueType="num">
                                          <p:cBhvr>
                                            <p:cTn id="62" dur="750" fill="hold"/>
                                            <p:tgtEl>
                                              <p:spTgt spid="95"/>
                                            </p:tgtEl>
                                            <p:attrNameLst>
                                              <p:attrName>ppt_h</p:attrName>
                                            </p:attrNameLst>
                                          </p:cBhvr>
                                          <p:tavLst>
                                            <p:tav tm="0">
                                              <p:val>
                                                <p:fltVal val="0"/>
                                              </p:val>
                                            </p:tav>
                                            <p:tav tm="100000">
                                              <p:val>
                                                <p:strVal val="#ppt_h"/>
                                              </p:val>
                                            </p:tav>
                                          </p:tavLst>
                                        </p:anim>
                                        <p:animEffect transition="in" filter="fade">
                                          <p:cBhvr>
                                            <p:cTn id="63" dur="750"/>
                                            <p:tgtEl>
                                              <p:spTgt spid="95"/>
                                            </p:tgtEl>
                                          </p:cBhvr>
                                        </p:animEffect>
                                      </p:childTnLst>
                                    </p:cTn>
                                  </p:par>
                                  <p:par>
                                    <p:cTn id="64" presetID="22" presetClass="entr" presetSubtype="1" fill="hold" nodeType="withEffect">
                                      <p:stCondLst>
                                        <p:cond delay="1250"/>
                                      </p:stCondLst>
                                      <p:childTnLst>
                                        <p:set>
                                          <p:cBhvr>
                                            <p:cTn id="65" dur="1" fill="hold">
                                              <p:stCondLst>
                                                <p:cond delay="0"/>
                                              </p:stCondLst>
                                            </p:cTn>
                                            <p:tgtEl>
                                              <p:spTgt spid="71"/>
                                            </p:tgtEl>
                                            <p:attrNameLst>
                                              <p:attrName>style.visibility</p:attrName>
                                            </p:attrNameLst>
                                          </p:cBhvr>
                                          <p:to>
                                            <p:strVal val="visible"/>
                                          </p:to>
                                        </p:set>
                                        <p:animEffect transition="in" filter="wipe(up)">
                                          <p:cBhvr>
                                            <p:cTn id="66" dur="750"/>
                                            <p:tgtEl>
                                              <p:spTgt spid="71"/>
                                            </p:tgtEl>
                                          </p:cBhvr>
                                        </p:animEffect>
                                      </p:childTnLst>
                                    </p:cTn>
                                  </p:par>
                                  <p:par>
                                    <p:cTn id="67" presetID="53" presetClass="entr" presetSubtype="16" fill="hold" nodeType="withEffect">
                                      <p:stCondLst>
                                        <p:cond delay="1500"/>
                                      </p:stCondLst>
                                      <p:childTnLst>
                                        <p:set>
                                          <p:cBhvr>
                                            <p:cTn id="68" dur="1" fill="hold">
                                              <p:stCondLst>
                                                <p:cond delay="0"/>
                                              </p:stCondLst>
                                            </p:cTn>
                                            <p:tgtEl>
                                              <p:spTgt spid="70"/>
                                            </p:tgtEl>
                                            <p:attrNameLst>
                                              <p:attrName>style.visibility</p:attrName>
                                            </p:attrNameLst>
                                          </p:cBhvr>
                                          <p:to>
                                            <p:strVal val="visible"/>
                                          </p:to>
                                        </p:set>
                                        <p:anim calcmode="lin" valueType="num">
                                          <p:cBhvr>
                                            <p:cTn id="69" dur="750" fill="hold"/>
                                            <p:tgtEl>
                                              <p:spTgt spid="70"/>
                                            </p:tgtEl>
                                            <p:attrNameLst>
                                              <p:attrName>ppt_w</p:attrName>
                                            </p:attrNameLst>
                                          </p:cBhvr>
                                          <p:tavLst>
                                            <p:tav tm="0">
                                              <p:val>
                                                <p:fltVal val="0"/>
                                              </p:val>
                                            </p:tav>
                                            <p:tav tm="100000">
                                              <p:val>
                                                <p:strVal val="#ppt_w"/>
                                              </p:val>
                                            </p:tav>
                                          </p:tavLst>
                                        </p:anim>
                                        <p:anim calcmode="lin" valueType="num">
                                          <p:cBhvr>
                                            <p:cTn id="70" dur="750" fill="hold"/>
                                            <p:tgtEl>
                                              <p:spTgt spid="70"/>
                                            </p:tgtEl>
                                            <p:attrNameLst>
                                              <p:attrName>ppt_h</p:attrName>
                                            </p:attrNameLst>
                                          </p:cBhvr>
                                          <p:tavLst>
                                            <p:tav tm="0">
                                              <p:val>
                                                <p:fltVal val="0"/>
                                              </p:val>
                                            </p:tav>
                                            <p:tav tm="100000">
                                              <p:val>
                                                <p:strVal val="#ppt_h"/>
                                              </p:val>
                                            </p:tav>
                                          </p:tavLst>
                                        </p:anim>
                                        <p:animEffect transition="in" filter="fade">
                                          <p:cBhvr>
                                            <p:cTn id="71" dur="750"/>
                                            <p:tgtEl>
                                              <p:spTgt spid="70"/>
                                            </p:tgtEl>
                                          </p:cBhvr>
                                        </p:animEffect>
                                      </p:childTnLst>
                                    </p:cTn>
                                  </p:par>
                                  <p:par>
                                    <p:cTn id="72" presetID="53" presetClass="entr" presetSubtype="16" fill="hold" nodeType="withEffect">
                                      <p:stCondLst>
                                        <p:cond delay="1750"/>
                                      </p:stCondLst>
                                      <p:childTnLst>
                                        <p:set>
                                          <p:cBhvr>
                                            <p:cTn id="73" dur="1" fill="hold">
                                              <p:stCondLst>
                                                <p:cond delay="0"/>
                                              </p:stCondLst>
                                            </p:cTn>
                                            <p:tgtEl>
                                              <p:spTgt spid="92"/>
                                            </p:tgtEl>
                                            <p:attrNameLst>
                                              <p:attrName>style.visibility</p:attrName>
                                            </p:attrNameLst>
                                          </p:cBhvr>
                                          <p:to>
                                            <p:strVal val="visible"/>
                                          </p:to>
                                        </p:set>
                                        <p:anim calcmode="lin" valueType="num">
                                          <p:cBhvr>
                                            <p:cTn id="74" dur="750" fill="hold"/>
                                            <p:tgtEl>
                                              <p:spTgt spid="92"/>
                                            </p:tgtEl>
                                            <p:attrNameLst>
                                              <p:attrName>ppt_w</p:attrName>
                                            </p:attrNameLst>
                                          </p:cBhvr>
                                          <p:tavLst>
                                            <p:tav tm="0">
                                              <p:val>
                                                <p:fltVal val="0"/>
                                              </p:val>
                                            </p:tav>
                                            <p:tav tm="100000">
                                              <p:val>
                                                <p:strVal val="#ppt_w"/>
                                              </p:val>
                                            </p:tav>
                                          </p:tavLst>
                                        </p:anim>
                                        <p:anim calcmode="lin" valueType="num">
                                          <p:cBhvr>
                                            <p:cTn id="75" dur="750" fill="hold"/>
                                            <p:tgtEl>
                                              <p:spTgt spid="92"/>
                                            </p:tgtEl>
                                            <p:attrNameLst>
                                              <p:attrName>ppt_h</p:attrName>
                                            </p:attrNameLst>
                                          </p:cBhvr>
                                          <p:tavLst>
                                            <p:tav tm="0">
                                              <p:val>
                                                <p:fltVal val="0"/>
                                              </p:val>
                                            </p:tav>
                                            <p:tav tm="100000">
                                              <p:val>
                                                <p:strVal val="#ppt_h"/>
                                              </p:val>
                                            </p:tav>
                                          </p:tavLst>
                                        </p:anim>
                                        <p:animEffect transition="in" filter="fade">
                                          <p:cBhvr>
                                            <p:cTn id="76" dur="750"/>
                                            <p:tgtEl>
                                              <p:spTgt spid="92"/>
                                            </p:tgtEl>
                                          </p:cBhvr>
                                        </p:animEffect>
                                      </p:childTnLst>
                                    </p:cTn>
                                  </p:par>
                                  <p:par>
                                    <p:cTn id="77" presetID="10" presetClass="entr" presetSubtype="0" fill="hold" nodeType="withEffect">
                                      <p:stCondLst>
                                        <p:cond delay="175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1000"/>
                                            <p:tgtEl>
                                              <p:spTgt spid="120"/>
                                            </p:tgtEl>
                                          </p:cBhvr>
                                        </p:animEffect>
                                      </p:childTnLst>
                                    </p:cTn>
                                  </p:par>
                                  <p:par>
                                    <p:cTn id="80" presetID="2" presetClass="entr" presetSubtype="8" fill="hold" grpId="0" nodeType="withEffect">
                                      <p:stCondLst>
                                        <p:cond delay="2000"/>
                                      </p:stCondLst>
                                      <p:childTnLst>
                                        <p:set>
                                          <p:cBhvr>
                                            <p:cTn id="81" dur="1" fill="hold">
                                              <p:stCondLst>
                                                <p:cond delay="0"/>
                                              </p:stCondLst>
                                            </p:cTn>
                                            <p:tgtEl>
                                              <p:spTgt spid="108"/>
                                            </p:tgtEl>
                                            <p:attrNameLst>
                                              <p:attrName>style.visibility</p:attrName>
                                            </p:attrNameLst>
                                          </p:cBhvr>
                                          <p:to>
                                            <p:strVal val="visible"/>
                                          </p:to>
                                        </p:set>
                                        <p:anim calcmode="lin" valueType="num">
                                          <p:cBhvr additive="base">
                                            <p:cTn id="82" dur="1000" fill="hold"/>
                                            <p:tgtEl>
                                              <p:spTgt spid="108"/>
                                            </p:tgtEl>
                                            <p:attrNameLst>
                                              <p:attrName>ppt_x</p:attrName>
                                            </p:attrNameLst>
                                          </p:cBhvr>
                                          <p:tavLst>
                                            <p:tav tm="0">
                                              <p:val>
                                                <p:strVal val="0-#ppt_w/2"/>
                                              </p:val>
                                            </p:tav>
                                            <p:tav tm="100000">
                                              <p:val>
                                                <p:strVal val="#ppt_x"/>
                                              </p:val>
                                            </p:tav>
                                          </p:tavLst>
                                        </p:anim>
                                        <p:anim calcmode="lin" valueType="num">
                                          <p:cBhvr additive="base">
                                            <p:cTn id="83" dur="1000" fill="hold"/>
                                            <p:tgtEl>
                                              <p:spTgt spid="108"/>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2000"/>
                                      </p:stCondLst>
                                      <p:childTnLst>
                                        <p:set>
                                          <p:cBhvr>
                                            <p:cTn id="85" dur="1" fill="hold">
                                              <p:stCondLst>
                                                <p:cond delay="0"/>
                                              </p:stCondLst>
                                            </p:cTn>
                                            <p:tgtEl>
                                              <p:spTgt spid="109"/>
                                            </p:tgtEl>
                                            <p:attrNameLst>
                                              <p:attrName>style.visibility</p:attrName>
                                            </p:attrNameLst>
                                          </p:cBhvr>
                                          <p:to>
                                            <p:strVal val="visible"/>
                                          </p:to>
                                        </p:set>
                                        <p:anim calcmode="lin" valueType="num">
                                          <p:cBhvr additive="base">
                                            <p:cTn id="86" dur="1000" fill="hold"/>
                                            <p:tgtEl>
                                              <p:spTgt spid="109"/>
                                            </p:tgtEl>
                                            <p:attrNameLst>
                                              <p:attrName>ppt_x</p:attrName>
                                            </p:attrNameLst>
                                          </p:cBhvr>
                                          <p:tavLst>
                                            <p:tav tm="0">
                                              <p:val>
                                                <p:strVal val="0-#ppt_w/2"/>
                                              </p:val>
                                            </p:tav>
                                            <p:tav tm="100000">
                                              <p:val>
                                                <p:strVal val="#ppt_x"/>
                                              </p:val>
                                            </p:tav>
                                          </p:tavLst>
                                        </p:anim>
                                        <p:anim calcmode="lin" valueType="num">
                                          <p:cBhvr additive="base">
                                            <p:cTn id="87" dur="1000" fill="hold"/>
                                            <p:tgtEl>
                                              <p:spTgt spid="109"/>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2000"/>
                                      </p:stCondLst>
                                      <p:childTnLst>
                                        <p:set>
                                          <p:cBhvr>
                                            <p:cTn id="89" dur="1" fill="hold">
                                              <p:stCondLst>
                                                <p:cond delay="0"/>
                                              </p:stCondLst>
                                            </p:cTn>
                                            <p:tgtEl>
                                              <p:spTgt spid="110"/>
                                            </p:tgtEl>
                                            <p:attrNameLst>
                                              <p:attrName>style.visibility</p:attrName>
                                            </p:attrNameLst>
                                          </p:cBhvr>
                                          <p:to>
                                            <p:strVal val="visible"/>
                                          </p:to>
                                        </p:set>
                                        <p:anim calcmode="lin" valueType="num">
                                          <p:cBhvr additive="base">
                                            <p:cTn id="90" dur="1000" fill="hold"/>
                                            <p:tgtEl>
                                              <p:spTgt spid="110"/>
                                            </p:tgtEl>
                                            <p:attrNameLst>
                                              <p:attrName>ppt_x</p:attrName>
                                            </p:attrNameLst>
                                          </p:cBhvr>
                                          <p:tavLst>
                                            <p:tav tm="0">
                                              <p:val>
                                                <p:strVal val="0-#ppt_w/2"/>
                                              </p:val>
                                            </p:tav>
                                            <p:tav tm="100000">
                                              <p:val>
                                                <p:strVal val="#ppt_x"/>
                                              </p:val>
                                            </p:tav>
                                          </p:tavLst>
                                        </p:anim>
                                        <p:anim calcmode="lin" valueType="num">
                                          <p:cBhvr additive="base">
                                            <p:cTn id="91" dur="1000" fill="hold"/>
                                            <p:tgtEl>
                                              <p:spTgt spid="110"/>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2000"/>
                                      </p:stCondLst>
                                      <p:childTnLst>
                                        <p:set>
                                          <p:cBhvr>
                                            <p:cTn id="93" dur="1" fill="hold">
                                              <p:stCondLst>
                                                <p:cond delay="0"/>
                                              </p:stCondLst>
                                            </p:cTn>
                                            <p:tgtEl>
                                              <p:spTgt spid="111"/>
                                            </p:tgtEl>
                                            <p:attrNameLst>
                                              <p:attrName>style.visibility</p:attrName>
                                            </p:attrNameLst>
                                          </p:cBhvr>
                                          <p:to>
                                            <p:strVal val="visible"/>
                                          </p:to>
                                        </p:set>
                                        <p:anim calcmode="lin" valueType="num">
                                          <p:cBhvr additive="base">
                                            <p:cTn id="94" dur="1000" fill="hold"/>
                                            <p:tgtEl>
                                              <p:spTgt spid="111"/>
                                            </p:tgtEl>
                                            <p:attrNameLst>
                                              <p:attrName>ppt_x</p:attrName>
                                            </p:attrNameLst>
                                          </p:cBhvr>
                                          <p:tavLst>
                                            <p:tav tm="0">
                                              <p:val>
                                                <p:strVal val="0-#ppt_w/2"/>
                                              </p:val>
                                            </p:tav>
                                            <p:tav tm="100000">
                                              <p:val>
                                                <p:strVal val="#ppt_x"/>
                                              </p:val>
                                            </p:tav>
                                          </p:tavLst>
                                        </p:anim>
                                        <p:anim calcmode="lin" valueType="num">
                                          <p:cBhvr additive="base">
                                            <p:cTn id="95" dur="1000" fill="hold"/>
                                            <p:tgtEl>
                                              <p:spTgt spid="111"/>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2000"/>
                                      </p:stCondLst>
                                      <p:childTnLst>
                                        <p:set>
                                          <p:cBhvr>
                                            <p:cTn id="97" dur="1" fill="hold">
                                              <p:stCondLst>
                                                <p:cond delay="0"/>
                                              </p:stCondLst>
                                            </p:cTn>
                                            <p:tgtEl>
                                              <p:spTgt spid="112"/>
                                            </p:tgtEl>
                                            <p:attrNameLst>
                                              <p:attrName>style.visibility</p:attrName>
                                            </p:attrNameLst>
                                          </p:cBhvr>
                                          <p:to>
                                            <p:strVal val="visible"/>
                                          </p:to>
                                        </p:set>
                                        <p:anim calcmode="lin" valueType="num">
                                          <p:cBhvr additive="base">
                                            <p:cTn id="98" dur="1000" fill="hold"/>
                                            <p:tgtEl>
                                              <p:spTgt spid="112"/>
                                            </p:tgtEl>
                                            <p:attrNameLst>
                                              <p:attrName>ppt_x</p:attrName>
                                            </p:attrNameLst>
                                          </p:cBhvr>
                                          <p:tavLst>
                                            <p:tav tm="0">
                                              <p:val>
                                                <p:strVal val="0-#ppt_w/2"/>
                                              </p:val>
                                            </p:tav>
                                            <p:tav tm="100000">
                                              <p:val>
                                                <p:strVal val="#ppt_x"/>
                                              </p:val>
                                            </p:tav>
                                          </p:tavLst>
                                        </p:anim>
                                        <p:anim calcmode="lin" valueType="num">
                                          <p:cBhvr additive="base">
                                            <p:cTn id="99" dur="1000" fill="hold"/>
                                            <p:tgtEl>
                                              <p:spTgt spid="112"/>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2000"/>
                                      </p:stCondLst>
                                      <p:childTnLst>
                                        <p:set>
                                          <p:cBhvr>
                                            <p:cTn id="101" dur="1" fill="hold">
                                              <p:stCondLst>
                                                <p:cond delay="0"/>
                                              </p:stCondLst>
                                            </p:cTn>
                                            <p:tgtEl>
                                              <p:spTgt spid="113"/>
                                            </p:tgtEl>
                                            <p:attrNameLst>
                                              <p:attrName>style.visibility</p:attrName>
                                            </p:attrNameLst>
                                          </p:cBhvr>
                                          <p:to>
                                            <p:strVal val="visible"/>
                                          </p:to>
                                        </p:set>
                                        <p:anim calcmode="lin" valueType="num">
                                          <p:cBhvr additive="base">
                                            <p:cTn id="102" dur="1000" fill="hold"/>
                                            <p:tgtEl>
                                              <p:spTgt spid="113"/>
                                            </p:tgtEl>
                                            <p:attrNameLst>
                                              <p:attrName>ppt_x</p:attrName>
                                            </p:attrNameLst>
                                          </p:cBhvr>
                                          <p:tavLst>
                                            <p:tav tm="0">
                                              <p:val>
                                                <p:strVal val="0-#ppt_w/2"/>
                                              </p:val>
                                            </p:tav>
                                            <p:tav tm="100000">
                                              <p:val>
                                                <p:strVal val="#ppt_x"/>
                                              </p:val>
                                            </p:tav>
                                          </p:tavLst>
                                        </p:anim>
                                        <p:anim calcmode="lin" valueType="num">
                                          <p:cBhvr additive="base">
                                            <p:cTn id="103" dur="1000" fill="hold"/>
                                            <p:tgtEl>
                                              <p:spTgt spid="113"/>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2000"/>
                                      </p:stCondLst>
                                      <p:childTnLst>
                                        <p:set>
                                          <p:cBhvr>
                                            <p:cTn id="105" dur="1" fill="hold">
                                              <p:stCondLst>
                                                <p:cond delay="0"/>
                                              </p:stCondLst>
                                            </p:cTn>
                                            <p:tgtEl>
                                              <p:spTgt spid="114"/>
                                            </p:tgtEl>
                                            <p:attrNameLst>
                                              <p:attrName>style.visibility</p:attrName>
                                            </p:attrNameLst>
                                          </p:cBhvr>
                                          <p:to>
                                            <p:strVal val="visible"/>
                                          </p:to>
                                        </p:set>
                                        <p:anim calcmode="lin" valueType="num">
                                          <p:cBhvr additive="base">
                                            <p:cTn id="106" dur="1000" fill="hold"/>
                                            <p:tgtEl>
                                              <p:spTgt spid="114"/>
                                            </p:tgtEl>
                                            <p:attrNameLst>
                                              <p:attrName>ppt_x</p:attrName>
                                            </p:attrNameLst>
                                          </p:cBhvr>
                                          <p:tavLst>
                                            <p:tav tm="0">
                                              <p:val>
                                                <p:strVal val="1+#ppt_w/2"/>
                                              </p:val>
                                            </p:tav>
                                            <p:tav tm="100000">
                                              <p:val>
                                                <p:strVal val="#ppt_x"/>
                                              </p:val>
                                            </p:tav>
                                          </p:tavLst>
                                        </p:anim>
                                        <p:anim calcmode="lin" valueType="num">
                                          <p:cBhvr additive="base">
                                            <p:cTn id="107" dur="1000" fill="hold"/>
                                            <p:tgtEl>
                                              <p:spTgt spid="114"/>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2000"/>
                                      </p:stCondLst>
                                      <p:childTnLst>
                                        <p:set>
                                          <p:cBhvr>
                                            <p:cTn id="109" dur="1" fill="hold">
                                              <p:stCondLst>
                                                <p:cond delay="0"/>
                                              </p:stCondLst>
                                            </p:cTn>
                                            <p:tgtEl>
                                              <p:spTgt spid="115"/>
                                            </p:tgtEl>
                                            <p:attrNameLst>
                                              <p:attrName>style.visibility</p:attrName>
                                            </p:attrNameLst>
                                          </p:cBhvr>
                                          <p:to>
                                            <p:strVal val="visible"/>
                                          </p:to>
                                        </p:set>
                                        <p:anim calcmode="lin" valueType="num">
                                          <p:cBhvr additive="base">
                                            <p:cTn id="110" dur="1000" fill="hold"/>
                                            <p:tgtEl>
                                              <p:spTgt spid="115"/>
                                            </p:tgtEl>
                                            <p:attrNameLst>
                                              <p:attrName>ppt_x</p:attrName>
                                            </p:attrNameLst>
                                          </p:cBhvr>
                                          <p:tavLst>
                                            <p:tav tm="0">
                                              <p:val>
                                                <p:strVal val="1+#ppt_w/2"/>
                                              </p:val>
                                            </p:tav>
                                            <p:tav tm="100000">
                                              <p:val>
                                                <p:strVal val="#ppt_x"/>
                                              </p:val>
                                            </p:tav>
                                          </p:tavLst>
                                        </p:anim>
                                        <p:anim calcmode="lin" valueType="num">
                                          <p:cBhvr additive="base">
                                            <p:cTn id="111" dur="1000" fill="hold"/>
                                            <p:tgtEl>
                                              <p:spTgt spid="115"/>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2000"/>
                                      </p:stCondLst>
                                      <p:childTnLst>
                                        <p:set>
                                          <p:cBhvr>
                                            <p:cTn id="113" dur="1" fill="hold">
                                              <p:stCondLst>
                                                <p:cond delay="0"/>
                                              </p:stCondLst>
                                            </p:cTn>
                                            <p:tgtEl>
                                              <p:spTgt spid="116"/>
                                            </p:tgtEl>
                                            <p:attrNameLst>
                                              <p:attrName>style.visibility</p:attrName>
                                            </p:attrNameLst>
                                          </p:cBhvr>
                                          <p:to>
                                            <p:strVal val="visible"/>
                                          </p:to>
                                        </p:set>
                                        <p:anim calcmode="lin" valueType="num">
                                          <p:cBhvr additive="base">
                                            <p:cTn id="114" dur="1000" fill="hold"/>
                                            <p:tgtEl>
                                              <p:spTgt spid="116"/>
                                            </p:tgtEl>
                                            <p:attrNameLst>
                                              <p:attrName>ppt_x</p:attrName>
                                            </p:attrNameLst>
                                          </p:cBhvr>
                                          <p:tavLst>
                                            <p:tav tm="0">
                                              <p:val>
                                                <p:strVal val="1+#ppt_w/2"/>
                                              </p:val>
                                            </p:tav>
                                            <p:tav tm="100000">
                                              <p:val>
                                                <p:strVal val="#ppt_x"/>
                                              </p:val>
                                            </p:tav>
                                          </p:tavLst>
                                        </p:anim>
                                        <p:anim calcmode="lin" valueType="num">
                                          <p:cBhvr additive="base">
                                            <p:cTn id="115" dur="1000" fill="hold"/>
                                            <p:tgtEl>
                                              <p:spTgt spid="116"/>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2000"/>
                                      </p:stCondLst>
                                      <p:childTnLst>
                                        <p:set>
                                          <p:cBhvr>
                                            <p:cTn id="117" dur="1" fill="hold">
                                              <p:stCondLst>
                                                <p:cond delay="0"/>
                                              </p:stCondLst>
                                            </p:cTn>
                                            <p:tgtEl>
                                              <p:spTgt spid="117"/>
                                            </p:tgtEl>
                                            <p:attrNameLst>
                                              <p:attrName>style.visibility</p:attrName>
                                            </p:attrNameLst>
                                          </p:cBhvr>
                                          <p:to>
                                            <p:strVal val="visible"/>
                                          </p:to>
                                        </p:set>
                                        <p:anim calcmode="lin" valueType="num">
                                          <p:cBhvr additive="base">
                                            <p:cTn id="118" dur="1000" fill="hold"/>
                                            <p:tgtEl>
                                              <p:spTgt spid="117"/>
                                            </p:tgtEl>
                                            <p:attrNameLst>
                                              <p:attrName>ppt_x</p:attrName>
                                            </p:attrNameLst>
                                          </p:cBhvr>
                                          <p:tavLst>
                                            <p:tav tm="0">
                                              <p:val>
                                                <p:strVal val="1+#ppt_w/2"/>
                                              </p:val>
                                            </p:tav>
                                            <p:tav tm="100000">
                                              <p:val>
                                                <p:strVal val="#ppt_x"/>
                                              </p:val>
                                            </p:tav>
                                          </p:tavLst>
                                        </p:anim>
                                        <p:anim calcmode="lin" valueType="num">
                                          <p:cBhvr additive="base">
                                            <p:cTn id="119" dur="1000" fill="hold"/>
                                            <p:tgtEl>
                                              <p:spTgt spid="117"/>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2000"/>
                                      </p:stCondLst>
                                      <p:childTnLst>
                                        <p:set>
                                          <p:cBhvr>
                                            <p:cTn id="121" dur="1" fill="hold">
                                              <p:stCondLst>
                                                <p:cond delay="0"/>
                                              </p:stCondLst>
                                            </p:cTn>
                                            <p:tgtEl>
                                              <p:spTgt spid="118"/>
                                            </p:tgtEl>
                                            <p:attrNameLst>
                                              <p:attrName>style.visibility</p:attrName>
                                            </p:attrNameLst>
                                          </p:cBhvr>
                                          <p:to>
                                            <p:strVal val="visible"/>
                                          </p:to>
                                        </p:set>
                                        <p:anim calcmode="lin" valueType="num">
                                          <p:cBhvr additive="base">
                                            <p:cTn id="122" dur="1000" fill="hold"/>
                                            <p:tgtEl>
                                              <p:spTgt spid="118"/>
                                            </p:tgtEl>
                                            <p:attrNameLst>
                                              <p:attrName>ppt_x</p:attrName>
                                            </p:attrNameLst>
                                          </p:cBhvr>
                                          <p:tavLst>
                                            <p:tav tm="0">
                                              <p:val>
                                                <p:strVal val="1+#ppt_w/2"/>
                                              </p:val>
                                            </p:tav>
                                            <p:tav tm="100000">
                                              <p:val>
                                                <p:strVal val="#ppt_x"/>
                                              </p:val>
                                            </p:tav>
                                          </p:tavLst>
                                        </p:anim>
                                        <p:anim calcmode="lin" valueType="num">
                                          <p:cBhvr additive="base">
                                            <p:cTn id="123" dur="1000" fill="hold"/>
                                            <p:tgtEl>
                                              <p:spTgt spid="118"/>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2000"/>
                                      </p:stCondLst>
                                      <p:childTnLst>
                                        <p:set>
                                          <p:cBhvr>
                                            <p:cTn id="125" dur="1" fill="hold">
                                              <p:stCondLst>
                                                <p:cond delay="0"/>
                                              </p:stCondLst>
                                            </p:cTn>
                                            <p:tgtEl>
                                              <p:spTgt spid="119"/>
                                            </p:tgtEl>
                                            <p:attrNameLst>
                                              <p:attrName>style.visibility</p:attrName>
                                            </p:attrNameLst>
                                          </p:cBhvr>
                                          <p:to>
                                            <p:strVal val="visible"/>
                                          </p:to>
                                        </p:set>
                                        <p:anim calcmode="lin" valueType="num">
                                          <p:cBhvr additive="base">
                                            <p:cTn id="126" dur="1000" fill="hold"/>
                                            <p:tgtEl>
                                              <p:spTgt spid="119"/>
                                            </p:tgtEl>
                                            <p:attrNameLst>
                                              <p:attrName>ppt_x</p:attrName>
                                            </p:attrNameLst>
                                          </p:cBhvr>
                                          <p:tavLst>
                                            <p:tav tm="0">
                                              <p:val>
                                                <p:strVal val="1+#ppt_w/2"/>
                                              </p:val>
                                            </p:tav>
                                            <p:tav tm="100000">
                                              <p:val>
                                                <p:strVal val="#ppt_x"/>
                                              </p:val>
                                            </p:tav>
                                          </p:tavLst>
                                        </p:anim>
                                        <p:anim calcmode="lin" valueType="num">
                                          <p:cBhvr additive="base">
                                            <p:cTn id="127" dur="1000" fill="hold"/>
                                            <p:tgtEl>
                                              <p:spTgt spid="1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P spid="110" grpId="0"/>
          <p:bldP spid="111" grpId="0"/>
          <p:bldP spid="112" grpId="0"/>
          <p:bldP spid="113" grpId="0"/>
          <p:bldP spid="114" grpId="0"/>
          <p:bldP spid="115" grpId="0"/>
          <p:bldP spid="116" grpId="0"/>
          <p:bldP spid="117" grpId="0"/>
          <p:bldP spid="118" grpId="0"/>
          <p:bldP spid="119" grpId="0"/>
        </p:bldLst>
      </p:timing>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42" name="Group 4141">
            <a:extLst>
              <a:ext uri="{FF2B5EF4-FFF2-40B4-BE49-F238E27FC236}">
                <a16:creationId xmlns:a16="http://schemas.microsoft.com/office/drawing/2014/main" id="{2B533417-3F25-4746-B146-07458482F953}"/>
              </a:ext>
            </a:extLst>
          </p:cNvPr>
          <p:cNvGrpSpPr/>
          <p:nvPr/>
        </p:nvGrpSpPr>
        <p:grpSpPr>
          <a:xfrm>
            <a:off x="3513138" y="2041526"/>
            <a:ext cx="5141913" cy="2747963"/>
            <a:chOff x="3513138" y="2041526"/>
            <a:chExt cx="5141913" cy="2747963"/>
          </a:xfrm>
        </p:grpSpPr>
        <p:sp>
          <p:nvSpPr>
            <p:cNvPr id="4106" name="Freeform 40">
              <a:extLst>
                <a:ext uri="{FF2B5EF4-FFF2-40B4-BE49-F238E27FC236}">
                  <a16:creationId xmlns:a16="http://schemas.microsoft.com/office/drawing/2014/main" id="{854F4BE6-4E20-4EDC-B02C-81AF1CABB182}"/>
                </a:ext>
              </a:extLst>
            </p:cNvPr>
            <p:cNvSpPr>
              <a:spLocks noEditPoints="1"/>
            </p:cNvSpPr>
            <p:nvPr/>
          </p:nvSpPr>
          <p:spPr bwMode="auto">
            <a:xfrm>
              <a:off x="3529013" y="2060576"/>
              <a:ext cx="5126038" cy="2728913"/>
            </a:xfrm>
            <a:custGeom>
              <a:avLst/>
              <a:gdLst>
                <a:gd name="T0" fmla="*/ 998 w 1360"/>
                <a:gd name="T1" fmla="*/ 0 h 724"/>
                <a:gd name="T2" fmla="*/ 704 w 1360"/>
                <a:gd name="T3" fmla="*/ 153 h 724"/>
                <a:gd name="T4" fmla="*/ 680 w 1360"/>
                <a:gd name="T5" fmla="*/ 176 h 724"/>
                <a:gd name="T6" fmla="*/ 657 w 1360"/>
                <a:gd name="T7" fmla="*/ 153 h 724"/>
                <a:gd name="T8" fmla="*/ 363 w 1360"/>
                <a:gd name="T9" fmla="*/ 0 h 724"/>
                <a:gd name="T10" fmla="*/ 0 w 1360"/>
                <a:gd name="T11" fmla="*/ 362 h 724"/>
                <a:gd name="T12" fmla="*/ 363 w 1360"/>
                <a:gd name="T13" fmla="*/ 724 h 724"/>
                <a:gd name="T14" fmla="*/ 657 w 1360"/>
                <a:gd name="T15" fmla="*/ 571 h 724"/>
                <a:gd name="T16" fmla="*/ 680 w 1360"/>
                <a:gd name="T17" fmla="*/ 548 h 724"/>
                <a:gd name="T18" fmla="*/ 704 w 1360"/>
                <a:gd name="T19" fmla="*/ 571 h 724"/>
                <a:gd name="T20" fmla="*/ 998 w 1360"/>
                <a:gd name="T21" fmla="*/ 724 h 724"/>
                <a:gd name="T22" fmla="*/ 1360 w 1360"/>
                <a:gd name="T23" fmla="*/ 362 h 724"/>
                <a:gd name="T24" fmla="*/ 998 w 1360"/>
                <a:gd name="T25" fmla="*/ 0 h 724"/>
                <a:gd name="T26" fmla="*/ 522 w 1360"/>
                <a:gd name="T27" fmla="*/ 363 h 724"/>
                <a:gd name="T28" fmla="*/ 492 w 1360"/>
                <a:gd name="T29" fmla="*/ 393 h 724"/>
                <a:gd name="T30" fmla="*/ 362 w 1360"/>
                <a:gd name="T31" fmla="*/ 482 h 724"/>
                <a:gd name="T32" fmla="*/ 243 w 1360"/>
                <a:gd name="T33" fmla="*/ 362 h 724"/>
                <a:gd name="T34" fmla="*/ 362 w 1360"/>
                <a:gd name="T35" fmla="*/ 242 h 724"/>
                <a:gd name="T36" fmla="*/ 492 w 1360"/>
                <a:gd name="T37" fmla="*/ 331 h 724"/>
                <a:gd name="T38" fmla="*/ 522 w 1360"/>
                <a:gd name="T39" fmla="*/ 361 h 724"/>
                <a:gd name="T40" fmla="*/ 523 w 1360"/>
                <a:gd name="T41" fmla="*/ 362 h 724"/>
                <a:gd name="T42" fmla="*/ 522 w 1360"/>
                <a:gd name="T43" fmla="*/ 363 h 724"/>
                <a:gd name="T44" fmla="*/ 998 w 1360"/>
                <a:gd name="T45" fmla="*/ 482 h 724"/>
                <a:gd name="T46" fmla="*/ 869 w 1360"/>
                <a:gd name="T47" fmla="*/ 393 h 724"/>
                <a:gd name="T48" fmla="*/ 838 w 1360"/>
                <a:gd name="T49" fmla="*/ 363 h 724"/>
                <a:gd name="T50" fmla="*/ 838 w 1360"/>
                <a:gd name="T51" fmla="*/ 362 h 724"/>
                <a:gd name="T52" fmla="*/ 838 w 1360"/>
                <a:gd name="T53" fmla="*/ 361 h 724"/>
                <a:gd name="T54" fmla="*/ 867 w 1360"/>
                <a:gd name="T55" fmla="*/ 333 h 724"/>
                <a:gd name="T56" fmla="*/ 998 w 1360"/>
                <a:gd name="T57" fmla="*/ 242 h 724"/>
                <a:gd name="T58" fmla="*/ 1118 w 1360"/>
                <a:gd name="T59" fmla="*/ 362 h 724"/>
                <a:gd name="T60" fmla="*/ 998 w 1360"/>
                <a:gd name="T61" fmla="*/ 48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60" h="724">
                  <a:moveTo>
                    <a:pt x="998" y="0"/>
                  </a:moveTo>
                  <a:cubicBezTo>
                    <a:pt x="910" y="0"/>
                    <a:pt x="813" y="50"/>
                    <a:pt x="704" y="153"/>
                  </a:cubicBezTo>
                  <a:cubicBezTo>
                    <a:pt x="696" y="161"/>
                    <a:pt x="688" y="169"/>
                    <a:pt x="680" y="176"/>
                  </a:cubicBezTo>
                  <a:cubicBezTo>
                    <a:pt x="673" y="169"/>
                    <a:pt x="665" y="161"/>
                    <a:pt x="657" y="153"/>
                  </a:cubicBezTo>
                  <a:cubicBezTo>
                    <a:pt x="547" y="50"/>
                    <a:pt x="451" y="0"/>
                    <a:pt x="363" y="0"/>
                  </a:cubicBezTo>
                  <a:cubicBezTo>
                    <a:pt x="163" y="0"/>
                    <a:pt x="0" y="162"/>
                    <a:pt x="0" y="362"/>
                  </a:cubicBezTo>
                  <a:cubicBezTo>
                    <a:pt x="0" y="562"/>
                    <a:pt x="163" y="724"/>
                    <a:pt x="363" y="724"/>
                  </a:cubicBezTo>
                  <a:cubicBezTo>
                    <a:pt x="451" y="724"/>
                    <a:pt x="547" y="674"/>
                    <a:pt x="657" y="571"/>
                  </a:cubicBezTo>
                  <a:cubicBezTo>
                    <a:pt x="665" y="563"/>
                    <a:pt x="673" y="556"/>
                    <a:pt x="680" y="548"/>
                  </a:cubicBezTo>
                  <a:cubicBezTo>
                    <a:pt x="688" y="556"/>
                    <a:pt x="696" y="563"/>
                    <a:pt x="704" y="571"/>
                  </a:cubicBezTo>
                  <a:cubicBezTo>
                    <a:pt x="813" y="674"/>
                    <a:pt x="910" y="724"/>
                    <a:pt x="998" y="724"/>
                  </a:cubicBezTo>
                  <a:cubicBezTo>
                    <a:pt x="1198" y="724"/>
                    <a:pt x="1360" y="562"/>
                    <a:pt x="1360" y="362"/>
                  </a:cubicBezTo>
                  <a:cubicBezTo>
                    <a:pt x="1360" y="162"/>
                    <a:pt x="1198" y="0"/>
                    <a:pt x="998" y="0"/>
                  </a:cubicBezTo>
                  <a:close/>
                  <a:moveTo>
                    <a:pt x="522" y="363"/>
                  </a:moveTo>
                  <a:cubicBezTo>
                    <a:pt x="513" y="373"/>
                    <a:pt x="503" y="383"/>
                    <a:pt x="492" y="393"/>
                  </a:cubicBezTo>
                  <a:cubicBezTo>
                    <a:pt x="418" y="463"/>
                    <a:pt x="373" y="481"/>
                    <a:pt x="362" y="482"/>
                  </a:cubicBezTo>
                  <a:cubicBezTo>
                    <a:pt x="297" y="482"/>
                    <a:pt x="243" y="428"/>
                    <a:pt x="243" y="362"/>
                  </a:cubicBezTo>
                  <a:cubicBezTo>
                    <a:pt x="243" y="296"/>
                    <a:pt x="297" y="242"/>
                    <a:pt x="362" y="242"/>
                  </a:cubicBezTo>
                  <a:cubicBezTo>
                    <a:pt x="373" y="243"/>
                    <a:pt x="417" y="260"/>
                    <a:pt x="492" y="331"/>
                  </a:cubicBezTo>
                  <a:cubicBezTo>
                    <a:pt x="503" y="341"/>
                    <a:pt x="513" y="352"/>
                    <a:pt x="522" y="361"/>
                  </a:cubicBezTo>
                  <a:cubicBezTo>
                    <a:pt x="523" y="362"/>
                    <a:pt x="523" y="362"/>
                    <a:pt x="523" y="362"/>
                  </a:cubicBezTo>
                  <a:cubicBezTo>
                    <a:pt x="523" y="362"/>
                    <a:pt x="523" y="363"/>
                    <a:pt x="522" y="363"/>
                  </a:cubicBezTo>
                  <a:close/>
                  <a:moveTo>
                    <a:pt x="998" y="482"/>
                  </a:moveTo>
                  <a:cubicBezTo>
                    <a:pt x="987" y="481"/>
                    <a:pt x="943" y="463"/>
                    <a:pt x="869" y="393"/>
                  </a:cubicBezTo>
                  <a:cubicBezTo>
                    <a:pt x="858" y="383"/>
                    <a:pt x="848" y="373"/>
                    <a:pt x="838" y="363"/>
                  </a:cubicBezTo>
                  <a:cubicBezTo>
                    <a:pt x="838" y="363"/>
                    <a:pt x="838" y="362"/>
                    <a:pt x="838" y="362"/>
                  </a:cubicBezTo>
                  <a:cubicBezTo>
                    <a:pt x="838" y="362"/>
                    <a:pt x="838" y="362"/>
                    <a:pt x="838" y="361"/>
                  </a:cubicBezTo>
                  <a:cubicBezTo>
                    <a:pt x="847" y="352"/>
                    <a:pt x="857" y="343"/>
                    <a:pt x="867" y="333"/>
                  </a:cubicBezTo>
                  <a:cubicBezTo>
                    <a:pt x="943" y="261"/>
                    <a:pt x="988" y="243"/>
                    <a:pt x="998" y="242"/>
                  </a:cubicBezTo>
                  <a:cubicBezTo>
                    <a:pt x="1064" y="242"/>
                    <a:pt x="1118" y="296"/>
                    <a:pt x="1118" y="362"/>
                  </a:cubicBezTo>
                  <a:cubicBezTo>
                    <a:pt x="1118" y="428"/>
                    <a:pt x="1064" y="482"/>
                    <a:pt x="998" y="482"/>
                  </a:cubicBezTo>
                  <a:close/>
                </a:path>
              </a:pathLst>
            </a:custGeom>
            <a:solidFill>
              <a:srgbClr val="F7FBFD"/>
            </a:solidFill>
            <a:ln>
              <a:noFill/>
            </a:ln>
            <a:effectLst>
              <a:outerShdw blurRad="279400" dist="266700" dir="2700000" sx="99000" sy="99000" algn="tl" rotWithShape="0">
                <a:srgbClr val="233953">
                  <a:alpha val="2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4107" name="Freeform 41">
              <a:extLst>
                <a:ext uri="{FF2B5EF4-FFF2-40B4-BE49-F238E27FC236}">
                  <a16:creationId xmlns:a16="http://schemas.microsoft.com/office/drawing/2014/main" id="{36F72090-54D0-4DBA-BEB0-304CC8A5F55D}"/>
                </a:ext>
              </a:extLst>
            </p:cNvPr>
            <p:cNvSpPr>
              <a:spLocks/>
            </p:cNvSpPr>
            <p:nvPr/>
          </p:nvSpPr>
          <p:spPr bwMode="auto">
            <a:xfrm>
              <a:off x="3827463" y="2400301"/>
              <a:ext cx="4435475" cy="2076450"/>
            </a:xfrm>
            <a:custGeom>
              <a:avLst/>
              <a:gdLst>
                <a:gd name="T0" fmla="*/ 694 w 1177"/>
                <a:gd name="T1" fmla="*/ 356 h 551"/>
                <a:gd name="T2" fmla="*/ 911 w 1177"/>
                <a:gd name="T3" fmla="*/ 496 h 551"/>
                <a:gd name="T4" fmla="*/ 1143 w 1177"/>
                <a:gd name="T5" fmla="*/ 285 h 551"/>
                <a:gd name="T6" fmla="*/ 911 w 1177"/>
                <a:gd name="T7" fmla="*/ 48 h 551"/>
                <a:gd name="T8" fmla="*/ 637 w 1177"/>
                <a:gd name="T9" fmla="*/ 254 h 551"/>
                <a:gd name="T10" fmla="*/ 494 w 1177"/>
                <a:gd name="T11" fmla="*/ 416 h 551"/>
                <a:gd name="T12" fmla="*/ 310 w 1177"/>
                <a:gd name="T13" fmla="*/ 527 h 551"/>
                <a:gd name="T14" fmla="*/ 110 w 1177"/>
                <a:gd name="T15" fmla="*/ 462 h 551"/>
                <a:gd name="T16" fmla="*/ 111 w 1177"/>
                <a:gd name="T17" fmla="*/ 82 h 551"/>
                <a:gd name="T18" fmla="*/ 329 w 1177"/>
                <a:gd name="T19" fmla="*/ 22 h 551"/>
                <a:gd name="T20" fmla="*/ 528 w 1177"/>
                <a:gd name="T21" fmla="*/ 161 h 551"/>
                <a:gd name="T22" fmla="*/ 507 w 1177"/>
                <a:gd name="T23" fmla="*/ 186 h 551"/>
                <a:gd name="T24" fmla="*/ 291 w 1177"/>
                <a:gd name="T25" fmla="*/ 48 h 551"/>
                <a:gd name="T26" fmla="*/ 59 w 1177"/>
                <a:gd name="T27" fmla="*/ 265 h 551"/>
                <a:gd name="T28" fmla="*/ 292 w 1177"/>
                <a:gd name="T29" fmla="*/ 496 h 551"/>
                <a:gd name="T30" fmla="*/ 544 w 1177"/>
                <a:gd name="T31" fmla="*/ 316 h 551"/>
                <a:gd name="T32" fmla="*/ 664 w 1177"/>
                <a:gd name="T33" fmla="*/ 174 h 551"/>
                <a:gd name="T34" fmla="*/ 935 w 1177"/>
                <a:gd name="T35" fmla="*/ 15 h 551"/>
                <a:gd name="T36" fmla="*/ 1177 w 1177"/>
                <a:gd name="T37" fmla="*/ 272 h 551"/>
                <a:gd name="T38" fmla="*/ 976 w 1177"/>
                <a:gd name="T39" fmla="*/ 523 h 551"/>
                <a:gd name="T40" fmla="*/ 673 w 1177"/>
                <a:gd name="T41" fmla="*/ 381 h 551"/>
                <a:gd name="T42" fmla="*/ 694 w 1177"/>
                <a:gd name="T43" fmla="*/ 356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77" h="551">
                  <a:moveTo>
                    <a:pt x="694" y="356"/>
                  </a:moveTo>
                  <a:cubicBezTo>
                    <a:pt x="750" y="412"/>
                    <a:pt x="827" y="489"/>
                    <a:pt x="911" y="496"/>
                  </a:cubicBezTo>
                  <a:cubicBezTo>
                    <a:pt x="1031" y="506"/>
                    <a:pt x="1136" y="402"/>
                    <a:pt x="1143" y="285"/>
                  </a:cubicBezTo>
                  <a:cubicBezTo>
                    <a:pt x="1151" y="158"/>
                    <a:pt x="1042" y="39"/>
                    <a:pt x="911" y="48"/>
                  </a:cubicBezTo>
                  <a:cubicBezTo>
                    <a:pt x="799" y="56"/>
                    <a:pt x="705" y="173"/>
                    <a:pt x="637" y="254"/>
                  </a:cubicBezTo>
                  <a:cubicBezTo>
                    <a:pt x="591" y="309"/>
                    <a:pt x="547" y="367"/>
                    <a:pt x="494" y="416"/>
                  </a:cubicBezTo>
                  <a:cubicBezTo>
                    <a:pt x="443" y="462"/>
                    <a:pt x="380" y="514"/>
                    <a:pt x="310" y="527"/>
                  </a:cubicBezTo>
                  <a:cubicBezTo>
                    <a:pt x="239" y="540"/>
                    <a:pt x="162" y="509"/>
                    <a:pt x="110" y="462"/>
                  </a:cubicBezTo>
                  <a:cubicBezTo>
                    <a:pt x="0" y="361"/>
                    <a:pt x="0" y="182"/>
                    <a:pt x="111" y="82"/>
                  </a:cubicBezTo>
                  <a:cubicBezTo>
                    <a:pt x="167" y="30"/>
                    <a:pt x="253" y="0"/>
                    <a:pt x="329" y="22"/>
                  </a:cubicBezTo>
                  <a:cubicBezTo>
                    <a:pt x="406" y="44"/>
                    <a:pt x="472" y="105"/>
                    <a:pt x="528" y="161"/>
                  </a:cubicBezTo>
                  <a:cubicBezTo>
                    <a:pt x="507" y="186"/>
                    <a:pt x="507" y="186"/>
                    <a:pt x="507" y="186"/>
                  </a:cubicBezTo>
                  <a:cubicBezTo>
                    <a:pt x="451" y="130"/>
                    <a:pt x="374" y="54"/>
                    <a:pt x="291" y="48"/>
                  </a:cubicBezTo>
                  <a:cubicBezTo>
                    <a:pt x="168" y="40"/>
                    <a:pt x="63" y="145"/>
                    <a:pt x="59" y="265"/>
                  </a:cubicBezTo>
                  <a:cubicBezTo>
                    <a:pt x="56" y="390"/>
                    <a:pt x="164" y="507"/>
                    <a:pt x="292" y="496"/>
                  </a:cubicBezTo>
                  <a:cubicBezTo>
                    <a:pt x="392" y="488"/>
                    <a:pt x="483" y="388"/>
                    <a:pt x="544" y="316"/>
                  </a:cubicBezTo>
                  <a:cubicBezTo>
                    <a:pt x="584" y="269"/>
                    <a:pt x="623" y="221"/>
                    <a:pt x="664" y="174"/>
                  </a:cubicBezTo>
                  <a:cubicBezTo>
                    <a:pt x="728" y="100"/>
                    <a:pt x="830" y="9"/>
                    <a:pt x="935" y="15"/>
                  </a:cubicBezTo>
                  <a:cubicBezTo>
                    <a:pt x="1069" y="23"/>
                    <a:pt x="1177" y="138"/>
                    <a:pt x="1177" y="272"/>
                  </a:cubicBezTo>
                  <a:cubicBezTo>
                    <a:pt x="1177" y="391"/>
                    <a:pt x="1092" y="497"/>
                    <a:pt x="976" y="523"/>
                  </a:cubicBezTo>
                  <a:cubicBezTo>
                    <a:pt x="854" y="551"/>
                    <a:pt x="753" y="461"/>
                    <a:pt x="673" y="381"/>
                  </a:cubicBezTo>
                  <a:cubicBezTo>
                    <a:pt x="682" y="371"/>
                    <a:pt x="689" y="362"/>
                    <a:pt x="694" y="356"/>
                  </a:cubicBezTo>
                </a:path>
              </a:pathLst>
            </a:custGeom>
            <a:solidFill>
              <a:srgbClr val="E9F4F9"/>
            </a:solidFill>
            <a:ln>
              <a:noFill/>
            </a:ln>
            <a:effectLst/>
          </p:spPr>
          <p:txBody>
            <a:bodyPr vert="horz" wrap="square" lIns="91440" tIns="45720" rIns="91440" bIns="45720" numCol="1" anchor="t" anchorCtr="0" compatLnSpc="1">
              <a:prstTxWarp prst="textNoShape">
                <a:avLst/>
              </a:prstTxWarp>
            </a:bodyPr>
            <a:lstStyle/>
            <a:p>
              <a:endParaRPr lang="ru-UA"/>
            </a:p>
          </p:txBody>
        </p:sp>
        <p:sp>
          <p:nvSpPr>
            <p:cNvPr id="4108" name="Freeform 42">
              <a:extLst>
                <a:ext uri="{FF2B5EF4-FFF2-40B4-BE49-F238E27FC236}">
                  <a16:creationId xmlns:a16="http://schemas.microsoft.com/office/drawing/2014/main" id="{08B7A2C9-B40F-4C18-8ED4-F66345D3E9EF}"/>
                </a:ext>
              </a:extLst>
            </p:cNvPr>
            <p:cNvSpPr>
              <a:spLocks/>
            </p:cNvSpPr>
            <p:nvPr/>
          </p:nvSpPr>
          <p:spPr bwMode="auto">
            <a:xfrm>
              <a:off x="6092826" y="3425826"/>
              <a:ext cx="949325" cy="1062038"/>
            </a:xfrm>
            <a:custGeom>
              <a:avLst/>
              <a:gdLst>
                <a:gd name="T0" fmla="*/ 189 w 252"/>
                <a:gd name="T1" fmla="*/ 31 h 282"/>
                <a:gd name="T2" fmla="*/ 158 w 252"/>
                <a:gd name="T3" fmla="*/ 1 h 282"/>
                <a:gd name="T4" fmla="*/ 158 w 252"/>
                <a:gd name="T5" fmla="*/ 0 h 282"/>
                <a:gd name="T6" fmla="*/ 100 w 252"/>
                <a:gd name="T7" fmla="*/ 75 h 282"/>
                <a:gd name="T8" fmla="*/ 0 w 252"/>
                <a:gd name="T9" fmla="*/ 186 h 282"/>
                <a:gd name="T10" fmla="*/ 24 w 252"/>
                <a:gd name="T11" fmla="*/ 209 h 282"/>
                <a:gd name="T12" fmla="*/ 112 w 252"/>
                <a:gd name="T13" fmla="*/ 282 h 282"/>
                <a:gd name="T14" fmla="*/ 252 w 252"/>
                <a:gd name="T15" fmla="*/ 85 h 282"/>
                <a:gd name="T16" fmla="*/ 189 w 252"/>
                <a:gd name="T17" fmla="*/ 3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282">
                  <a:moveTo>
                    <a:pt x="189" y="31"/>
                  </a:moveTo>
                  <a:cubicBezTo>
                    <a:pt x="178" y="21"/>
                    <a:pt x="168" y="11"/>
                    <a:pt x="158" y="1"/>
                  </a:cubicBezTo>
                  <a:cubicBezTo>
                    <a:pt x="158" y="1"/>
                    <a:pt x="158" y="0"/>
                    <a:pt x="158" y="0"/>
                  </a:cubicBezTo>
                  <a:cubicBezTo>
                    <a:pt x="158" y="0"/>
                    <a:pt x="100" y="75"/>
                    <a:pt x="100" y="75"/>
                  </a:cubicBezTo>
                  <a:cubicBezTo>
                    <a:pt x="98" y="77"/>
                    <a:pt x="58" y="129"/>
                    <a:pt x="0" y="186"/>
                  </a:cubicBezTo>
                  <a:cubicBezTo>
                    <a:pt x="8" y="194"/>
                    <a:pt x="16" y="201"/>
                    <a:pt x="24" y="209"/>
                  </a:cubicBezTo>
                  <a:cubicBezTo>
                    <a:pt x="54" y="237"/>
                    <a:pt x="83" y="262"/>
                    <a:pt x="112" y="282"/>
                  </a:cubicBezTo>
                  <a:cubicBezTo>
                    <a:pt x="252" y="85"/>
                    <a:pt x="252" y="85"/>
                    <a:pt x="252" y="85"/>
                  </a:cubicBezTo>
                  <a:cubicBezTo>
                    <a:pt x="235" y="72"/>
                    <a:pt x="213" y="54"/>
                    <a:pt x="189" y="31"/>
                  </a:cubicBezTo>
                  <a:close/>
                </a:path>
              </a:pathLst>
            </a:custGeom>
            <a:gradFill>
              <a:gsLst>
                <a:gs pos="45000">
                  <a:srgbClr val="F7FBFD">
                    <a:alpha val="0"/>
                  </a:srgbClr>
                </a:gs>
                <a:gs pos="83000">
                  <a:srgbClr val="000000">
                    <a:alpha val="40000"/>
                  </a:srgbClr>
                </a:gs>
              </a:gsLst>
              <a:lin ang="132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4109" name="Freeform 43">
              <a:extLst>
                <a:ext uri="{FF2B5EF4-FFF2-40B4-BE49-F238E27FC236}">
                  <a16:creationId xmlns:a16="http://schemas.microsoft.com/office/drawing/2014/main" id="{4CF36759-975C-441A-AB4A-E9B4F0230980}"/>
                </a:ext>
              </a:extLst>
            </p:cNvPr>
            <p:cNvSpPr>
              <a:spLocks/>
            </p:cNvSpPr>
            <p:nvPr/>
          </p:nvSpPr>
          <p:spPr bwMode="auto">
            <a:xfrm>
              <a:off x="5070476" y="2387601"/>
              <a:ext cx="1006475" cy="1019175"/>
            </a:xfrm>
            <a:custGeom>
              <a:avLst/>
              <a:gdLst>
                <a:gd name="T0" fmla="*/ 248 w 267"/>
                <a:gd name="T1" fmla="*/ 66 h 270"/>
                <a:gd name="T2" fmla="*/ 170 w 267"/>
                <a:gd name="T3" fmla="*/ 0 h 270"/>
                <a:gd name="T4" fmla="*/ 0 w 267"/>
                <a:gd name="T5" fmla="*/ 177 h 270"/>
                <a:gd name="T6" fmla="*/ 83 w 267"/>
                <a:gd name="T7" fmla="*/ 244 h 270"/>
                <a:gd name="T8" fmla="*/ 110 w 267"/>
                <a:gd name="T9" fmla="*/ 270 h 270"/>
                <a:gd name="T10" fmla="*/ 267 w 267"/>
                <a:gd name="T11" fmla="*/ 85 h 270"/>
                <a:gd name="T12" fmla="*/ 248 w 267"/>
                <a:gd name="T13" fmla="*/ 66 h 270"/>
              </a:gdLst>
              <a:ahLst/>
              <a:cxnLst>
                <a:cxn ang="0">
                  <a:pos x="T0" y="T1"/>
                </a:cxn>
                <a:cxn ang="0">
                  <a:pos x="T2" y="T3"/>
                </a:cxn>
                <a:cxn ang="0">
                  <a:pos x="T4" y="T5"/>
                </a:cxn>
                <a:cxn ang="0">
                  <a:pos x="T6" y="T7"/>
                </a:cxn>
                <a:cxn ang="0">
                  <a:pos x="T8" y="T9"/>
                </a:cxn>
                <a:cxn ang="0">
                  <a:pos x="T10" y="T11"/>
                </a:cxn>
                <a:cxn ang="0">
                  <a:pos x="T12" y="T13"/>
                </a:cxn>
              </a:cxnLst>
              <a:rect l="0" t="0" r="r" b="b"/>
              <a:pathLst>
                <a:path w="267" h="270">
                  <a:moveTo>
                    <a:pt x="248" y="66"/>
                  </a:moveTo>
                  <a:cubicBezTo>
                    <a:pt x="221" y="41"/>
                    <a:pt x="195" y="19"/>
                    <a:pt x="170" y="0"/>
                  </a:cubicBezTo>
                  <a:cubicBezTo>
                    <a:pt x="0" y="177"/>
                    <a:pt x="0" y="177"/>
                    <a:pt x="0" y="177"/>
                  </a:cubicBezTo>
                  <a:cubicBezTo>
                    <a:pt x="21" y="191"/>
                    <a:pt x="49" y="212"/>
                    <a:pt x="83" y="244"/>
                  </a:cubicBezTo>
                  <a:cubicBezTo>
                    <a:pt x="92" y="253"/>
                    <a:pt x="101" y="262"/>
                    <a:pt x="110" y="270"/>
                  </a:cubicBezTo>
                  <a:cubicBezTo>
                    <a:pt x="111" y="269"/>
                    <a:pt x="215" y="137"/>
                    <a:pt x="267" y="85"/>
                  </a:cubicBezTo>
                  <a:cubicBezTo>
                    <a:pt x="261" y="78"/>
                    <a:pt x="254" y="72"/>
                    <a:pt x="248" y="66"/>
                  </a:cubicBezTo>
                  <a:close/>
                </a:path>
              </a:pathLst>
            </a:custGeom>
            <a:gradFill>
              <a:gsLst>
                <a:gs pos="55000">
                  <a:srgbClr val="F7FBFD">
                    <a:alpha val="0"/>
                  </a:srgbClr>
                </a:gs>
                <a:gs pos="83000">
                  <a:srgbClr val="000000">
                    <a:alpha val="40000"/>
                  </a:srgbClr>
                </a:gs>
              </a:gsLst>
              <a:lin ang="2400000" scaled="0"/>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4139" name="Group 4138">
              <a:extLst>
                <a:ext uri="{FF2B5EF4-FFF2-40B4-BE49-F238E27FC236}">
                  <a16:creationId xmlns:a16="http://schemas.microsoft.com/office/drawing/2014/main" id="{D5AB98BC-723B-4B4A-AC9B-B253F8D90C54}"/>
                </a:ext>
              </a:extLst>
            </p:cNvPr>
            <p:cNvGrpSpPr/>
            <p:nvPr/>
          </p:nvGrpSpPr>
          <p:grpSpPr>
            <a:xfrm>
              <a:off x="3513138" y="2041526"/>
              <a:ext cx="4735513" cy="2341563"/>
              <a:chOff x="3513138" y="2041526"/>
              <a:chExt cx="4735513" cy="2341563"/>
            </a:xfrm>
            <a:solidFill>
              <a:srgbClr val="FFFFFF"/>
            </a:solidFill>
          </p:grpSpPr>
          <p:sp>
            <p:nvSpPr>
              <p:cNvPr id="4110" name="Freeform 44">
                <a:extLst>
                  <a:ext uri="{FF2B5EF4-FFF2-40B4-BE49-F238E27FC236}">
                    <a16:creationId xmlns:a16="http://schemas.microsoft.com/office/drawing/2014/main" id="{2568ADB3-8A71-47FA-A029-8C4B354E4A11}"/>
                  </a:ext>
                </a:extLst>
              </p:cNvPr>
              <p:cNvSpPr>
                <a:spLocks/>
              </p:cNvSpPr>
              <p:nvPr/>
            </p:nvSpPr>
            <p:spPr bwMode="auto">
              <a:xfrm>
                <a:off x="5481638" y="2701926"/>
                <a:ext cx="611188" cy="723900"/>
              </a:xfrm>
              <a:custGeom>
                <a:avLst/>
                <a:gdLst>
                  <a:gd name="T0" fmla="*/ 156 w 162"/>
                  <a:gd name="T1" fmla="*/ 0 h 192"/>
                  <a:gd name="T2" fmla="*/ 158 w 162"/>
                  <a:gd name="T3" fmla="*/ 2 h 192"/>
                  <a:gd name="T4" fmla="*/ 128 w 162"/>
                  <a:gd name="T5" fmla="*/ 33 h 192"/>
                  <a:gd name="T6" fmla="*/ 28 w 162"/>
                  <a:gd name="T7" fmla="*/ 153 h 192"/>
                  <a:gd name="T8" fmla="*/ 1 w 162"/>
                  <a:gd name="T9" fmla="*/ 187 h 192"/>
                  <a:gd name="T10" fmla="*/ 5 w 162"/>
                  <a:gd name="T11" fmla="*/ 192 h 192"/>
                  <a:gd name="T12" fmla="*/ 162 w 162"/>
                  <a:gd name="T13" fmla="*/ 6 h 192"/>
                  <a:gd name="T14" fmla="*/ 156 w 162"/>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92">
                    <a:moveTo>
                      <a:pt x="156" y="0"/>
                    </a:moveTo>
                    <a:cubicBezTo>
                      <a:pt x="157" y="1"/>
                      <a:pt x="157" y="1"/>
                      <a:pt x="158" y="2"/>
                    </a:cubicBezTo>
                    <a:cubicBezTo>
                      <a:pt x="149" y="10"/>
                      <a:pt x="139" y="21"/>
                      <a:pt x="128" y="33"/>
                    </a:cubicBezTo>
                    <a:cubicBezTo>
                      <a:pt x="28" y="153"/>
                      <a:pt x="28" y="153"/>
                      <a:pt x="28" y="153"/>
                    </a:cubicBezTo>
                    <a:cubicBezTo>
                      <a:pt x="12" y="173"/>
                      <a:pt x="1" y="187"/>
                      <a:pt x="1" y="187"/>
                    </a:cubicBezTo>
                    <a:cubicBezTo>
                      <a:pt x="0" y="187"/>
                      <a:pt x="5" y="192"/>
                      <a:pt x="5" y="192"/>
                    </a:cubicBezTo>
                    <a:cubicBezTo>
                      <a:pt x="5" y="192"/>
                      <a:pt x="141" y="23"/>
                      <a:pt x="162" y="6"/>
                    </a:cubicBezTo>
                    <a:cubicBezTo>
                      <a:pt x="158" y="2"/>
                      <a:pt x="156" y="0"/>
                      <a:pt x="15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ru-UA"/>
              </a:p>
            </p:txBody>
          </p:sp>
          <p:sp>
            <p:nvSpPr>
              <p:cNvPr id="4111" name="Freeform 45">
                <a:extLst>
                  <a:ext uri="{FF2B5EF4-FFF2-40B4-BE49-F238E27FC236}">
                    <a16:creationId xmlns:a16="http://schemas.microsoft.com/office/drawing/2014/main" id="{3803A09A-A868-492D-B0A0-9A6F6693A870}"/>
                  </a:ext>
                </a:extLst>
              </p:cNvPr>
              <p:cNvSpPr>
                <a:spLocks/>
              </p:cNvSpPr>
              <p:nvPr/>
            </p:nvSpPr>
            <p:spPr bwMode="auto">
              <a:xfrm>
                <a:off x="4568826" y="3402013"/>
                <a:ext cx="931863" cy="476250"/>
              </a:xfrm>
              <a:custGeom>
                <a:avLst/>
                <a:gdLst>
                  <a:gd name="T0" fmla="*/ 86 w 247"/>
                  <a:gd name="T1" fmla="*/ 126 h 126"/>
                  <a:gd name="T2" fmla="*/ 216 w 247"/>
                  <a:gd name="T3" fmla="*/ 37 h 126"/>
                  <a:gd name="T4" fmla="*/ 246 w 247"/>
                  <a:gd name="T5" fmla="*/ 7 h 126"/>
                  <a:gd name="T6" fmla="*/ 247 w 247"/>
                  <a:gd name="T7" fmla="*/ 6 h 126"/>
                  <a:gd name="T8" fmla="*/ 246 w 247"/>
                  <a:gd name="T9" fmla="*/ 5 h 126"/>
                  <a:gd name="T10" fmla="*/ 243 w 247"/>
                  <a:gd name="T11" fmla="*/ 1 h 126"/>
                  <a:gd name="T12" fmla="*/ 242 w 247"/>
                  <a:gd name="T13" fmla="*/ 2 h 126"/>
                  <a:gd name="T14" fmla="*/ 211 w 247"/>
                  <a:gd name="T15" fmla="*/ 32 h 126"/>
                  <a:gd name="T16" fmla="*/ 82 w 247"/>
                  <a:gd name="T17" fmla="*/ 121 h 126"/>
                  <a:gd name="T18" fmla="*/ 0 w 247"/>
                  <a:gd name="T19" fmla="*/ 88 h 126"/>
                  <a:gd name="T20" fmla="*/ 86 w 247"/>
                  <a:gd name="T2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126">
                    <a:moveTo>
                      <a:pt x="86" y="126"/>
                    </a:moveTo>
                    <a:cubicBezTo>
                      <a:pt x="97" y="125"/>
                      <a:pt x="142" y="107"/>
                      <a:pt x="216" y="37"/>
                    </a:cubicBezTo>
                    <a:cubicBezTo>
                      <a:pt x="227" y="27"/>
                      <a:pt x="237" y="17"/>
                      <a:pt x="246" y="7"/>
                    </a:cubicBezTo>
                    <a:cubicBezTo>
                      <a:pt x="247" y="7"/>
                      <a:pt x="247" y="6"/>
                      <a:pt x="247" y="6"/>
                    </a:cubicBezTo>
                    <a:cubicBezTo>
                      <a:pt x="247" y="6"/>
                      <a:pt x="247" y="6"/>
                      <a:pt x="246" y="5"/>
                    </a:cubicBezTo>
                    <a:cubicBezTo>
                      <a:pt x="242" y="0"/>
                      <a:pt x="242" y="1"/>
                      <a:pt x="243" y="1"/>
                    </a:cubicBezTo>
                    <a:cubicBezTo>
                      <a:pt x="242" y="2"/>
                      <a:pt x="242" y="2"/>
                      <a:pt x="242" y="2"/>
                    </a:cubicBezTo>
                    <a:cubicBezTo>
                      <a:pt x="232" y="12"/>
                      <a:pt x="222" y="22"/>
                      <a:pt x="211" y="32"/>
                    </a:cubicBezTo>
                    <a:cubicBezTo>
                      <a:pt x="137" y="103"/>
                      <a:pt x="93" y="120"/>
                      <a:pt x="82" y="121"/>
                    </a:cubicBezTo>
                    <a:cubicBezTo>
                      <a:pt x="50" y="121"/>
                      <a:pt x="21" y="109"/>
                      <a:pt x="0" y="88"/>
                    </a:cubicBezTo>
                    <a:cubicBezTo>
                      <a:pt x="22" y="111"/>
                      <a:pt x="52" y="126"/>
                      <a:pt x="86" y="126"/>
                    </a:cubicBezTo>
                    <a:close/>
                  </a:path>
                </a:pathLst>
              </a:custGeom>
              <a:grpFill/>
              <a:ln>
                <a:noFill/>
              </a:ln>
            </p:spPr>
            <p:txBody>
              <a:bodyPr vert="horz" wrap="square" lIns="91440" tIns="45720" rIns="91440" bIns="45720" numCol="1" anchor="t" anchorCtr="0" compatLnSpc="1">
                <a:prstTxWarp prst="textNoShape">
                  <a:avLst/>
                </a:prstTxWarp>
              </a:bodyPr>
              <a:lstStyle/>
              <a:p>
                <a:endParaRPr lang="ru-UA"/>
              </a:p>
            </p:txBody>
          </p:sp>
          <p:sp>
            <p:nvSpPr>
              <p:cNvPr id="4112" name="Freeform 46">
                <a:extLst>
                  <a:ext uri="{FF2B5EF4-FFF2-40B4-BE49-F238E27FC236}">
                    <a16:creationId xmlns:a16="http://schemas.microsoft.com/office/drawing/2014/main" id="{477970C8-88D8-4544-9857-B15DE5C00177}"/>
                  </a:ext>
                </a:extLst>
              </p:cNvPr>
              <p:cNvSpPr>
                <a:spLocks/>
              </p:cNvSpPr>
              <p:nvPr/>
            </p:nvSpPr>
            <p:spPr bwMode="auto">
              <a:xfrm>
                <a:off x="3513138" y="2041526"/>
                <a:ext cx="4735513" cy="2341563"/>
              </a:xfrm>
              <a:custGeom>
                <a:avLst/>
                <a:gdLst>
                  <a:gd name="T0" fmla="*/ 4 w 1256"/>
                  <a:gd name="T1" fmla="*/ 367 h 621"/>
                  <a:gd name="T2" fmla="*/ 367 w 1256"/>
                  <a:gd name="T3" fmla="*/ 5 h 621"/>
                  <a:gd name="T4" fmla="*/ 661 w 1256"/>
                  <a:gd name="T5" fmla="*/ 158 h 621"/>
                  <a:gd name="T6" fmla="*/ 684 w 1256"/>
                  <a:gd name="T7" fmla="*/ 181 h 621"/>
                  <a:gd name="T8" fmla="*/ 708 w 1256"/>
                  <a:gd name="T9" fmla="*/ 158 h 621"/>
                  <a:gd name="T10" fmla="*/ 1002 w 1256"/>
                  <a:gd name="T11" fmla="*/ 5 h 621"/>
                  <a:gd name="T12" fmla="*/ 1256 w 1256"/>
                  <a:gd name="T13" fmla="*/ 109 h 621"/>
                  <a:gd name="T14" fmla="*/ 998 w 1256"/>
                  <a:gd name="T15" fmla="*/ 0 h 621"/>
                  <a:gd name="T16" fmla="*/ 703 w 1256"/>
                  <a:gd name="T17" fmla="*/ 154 h 621"/>
                  <a:gd name="T18" fmla="*/ 680 w 1256"/>
                  <a:gd name="T19" fmla="*/ 177 h 621"/>
                  <a:gd name="T20" fmla="*/ 656 w 1256"/>
                  <a:gd name="T21" fmla="*/ 154 h 621"/>
                  <a:gd name="T22" fmla="*/ 362 w 1256"/>
                  <a:gd name="T23" fmla="*/ 0 h 621"/>
                  <a:gd name="T24" fmla="*/ 0 w 1256"/>
                  <a:gd name="T25" fmla="*/ 362 h 621"/>
                  <a:gd name="T26" fmla="*/ 108 w 1256"/>
                  <a:gd name="T27" fmla="*/ 621 h 621"/>
                  <a:gd name="T28" fmla="*/ 4 w 1256"/>
                  <a:gd name="T29" fmla="*/ 36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6" h="621">
                    <a:moveTo>
                      <a:pt x="4" y="367"/>
                    </a:moveTo>
                    <a:cubicBezTo>
                      <a:pt x="4" y="167"/>
                      <a:pt x="167" y="5"/>
                      <a:pt x="367" y="5"/>
                    </a:cubicBezTo>
                    <a:cubicBezTo>
                      <a:pt x="455" y="5"/>
                      <a:pt x="551" y="55"/>
                      <a:pt x="661" y="158"/>
                    </a:cubicBezTo>
                    <a:cubicBezTo>
                      <a:pt x="669" y="166"/>
                      <a:pt x="677" y="174"/>
                      <a:pt x="684" y="181"/>
                    </a:cubicBezTo>
                    <a:cubicBezTo>
                      <a:pt x="692" y="174"/>
                      <a:pt x="700" y="166"/>
                      <a:pt x="708" y="158"/>
                    </a:cubicBezTo>
                    <a:cubicBezTo>
                      <a:pt x="817" y="55"/>
                      <a:pt x="914" y="5"/>
                      <a:pt x="1002" y="5"/>
                    </a:cubicBezTo>
                    <a:cubicBezTo>
                      <a:pt x="1101" y="5"/>
                      <a:pt x="1190" y="44"/>
                      <a:pt x="1256" y="109"/>
                    </a:cubicBezTo>
                    <a:cubicBezTo>
                      <a:pt x="1190" y="42"/>
                      <a:pt x="1099" y="0"/>
                      <a:pt x="998" y="0"/>
                    </a:cubicBezTo>
                    <a:cubicBezTo>
                      <a:pt x="909" y="0"/>
                      <a:pt x="813" y="50"/>
                      <a:pt x="703" y="154"/>
                    </a:cubicBezTo>
                    <a:cubicBezTo>
                      <a:pt x="695" y="161"/>
                      <a:pt x="687" y="169"/>
                      <a:pt x="680" y="177"/>
                    </a:cubicBezTo>
                    <a:cubicBezTo>
                      <a:pt x="672" y="169"/>
                      <a:pt x="664" y="161"/>
                      <a:pt x="656" y="154"/>
                    </a:cubicBezTo>
                    <a:cubicBezTo>
                      <a:pt x="547" y="50"/>
                      <a:pt x="451" y="0"/>
                      <a:pt x="362" y="0"/>
                    </a:cubicBezTo>
                    <a:cubicBezTo>
                      <a:pt x="162" y="0"/>
                      <a:pt x="0" y="163"/>
                      <a:pt x="0" y="362"/>
                    </a:cubicBezTo>
                    <a:cubicBezTo>
                      <a:pt x="0" y="464"/>
                      <a:pt x="41" y="555"/>
                      <a:pt x="108" y="621"/>
                    </a:cubicBezTo>
                    <a:cubicBezTo>
                      <a:pt x="44" y="555"/>
                      <a:pt x="4" y="466"/>
                      <a:pt x="4" y="367"/>
                    </a:cubicBezTo>
                    <a:close/>
                  </a:path>
                </a:pathLst>
              </a:custGeom>
              <a:grpFill/>
              <a:ln>
                <a:noFill/>
              </a:ln>
            </p:spPr>
            <p:txBody>
              <a:bodyPr vert="horz" wrap="square" lIns="91440" tIns="45720" rIns="91440" bIns="45720" numCol="1" anchor="t" anchorCtr="0" compatLnSpc="1">
                <a:prstTxWarp prst="textNoShape">
                  <a:avLst/>
                </a:prstTxWarp>
              </a:bodyPr>
              <a:lstStyle/>
              <a:p>
                <a:endParaRPr lang="ru-UA"/>
              </a:p>
            </p:txBody>
          </p:sp>
          <p:sp>
            <p:nvSpPr>
              <p:cNvPr id="4113" name="Freeform 47">
                <a:extLst>
                  <a:ext uri="{FF2B5EF4-FFF2-40B4-BE49-F238E27FC236}">
                    <a16:creationId xmlns:a16="http://schemas.microsoft.com/office/drawing/2014/main" id="{F71D1137-4D46-4F65-BA17-658BBE7C3EA2}"/>
                  </a:ext>
                </a:extLst>
              </p:cNvPr>
              <p:cNvSpPr>
                <a:spLocks/>
              </p:cNvSpPr>
              <p:nvPr/>
            </p:nvSpPr>
            <p:spPr bwMode="auto">
              <a:xfrm>
                <a:off x="6729413" y="3097213"/>
                <a:ext cx="1014413" cy="781050"/>
              </a:xfrm>
              <a:custGeom>
                <a:avLst/>
                <a:gdLst>
                  <a:gd name="T0" fmla="*/ 20 w 269"/>
                  <a:gd name="T1" fmla="*/ 118 h 207"/>
                  <a:gd name="T2" fmla="*/ 149 w 269"/>
                  <a:gd name="T3" fmla="*/ 207 h 207"/>
                  <a:gd name="T4" fmla="*/ 269 w 269"/>
                  <a:gd name="T5" fmla="*/ 87 h 207"/>
                  <a:gd name="T6" fmla="*/ 231 w 269"/>
                  <a:gd name="T7" fmla="*/ 0 h 207"/>
                  <a:gd name="T8" fmla="*/ 264 w 269"/>
                  <a:gd name="T9" fmla="*/ 82 h 207"/>
                  <a:gd name="T10" fmla="*/ 145 w 269"/>
                  <a:gd name="T11" fmla="*/ 202 h 207"/>
                  <a:gd name="T12" fmla="*/ 15 w 269"/>
                  <a:gd name="T13" fmla="*/ 113 h 207"/>
                  <a:gd name="T14" fmla="*/ 0 w 269"/>
                  <a:gd name="T15" fmla="*/ 99 h 207"/>
                  <a:gd name="T16" fmla="*/ 20 w 269"/>
                  <a:gd name="T17" fmla="*/ 118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9" h="207">
                    <a:moveTo>
                      <a:pt x="20" y="118"/>
                    </a:moveTo>
                    <a:cubicBezTo>
                      <a:pt x="94" y="188"/>
                      <a:pt x="138" y="206"/>
                      <a:pt x="149" y="207"/>
                    </a:cubicBezTo>
                    <a:cubicBezTo>
                      <a:pt x="215" y="207"/>
                      <a:pt x="269" y="153"/>
                      <a:pt x="269" y="87"/>
                    </a:cubicBezTo>
                    <a:cubicBezTo>
                      <a:pt x="269" y="53"/>
                      <a:pt x="254" y="22"/>
                      <a:pt x="231" y="0"/>
                    </a:cubicBezTo>
                    <a:cubicBezTo>
                      <a:pt x="252" y="22"/>
                      <a:pt x="264" y="51"/>
                      <a:pt x="264" y="82"/>
                    </a:cubicBezTo>
                    <a:cubicBezTo>
                      <a:pt x="264" y="148"/>
                      <a:pt x="211" y="202"/>
                      <a:pt x="145" y="202"/>
                    </a:cubicBezTo>
                    <a:cubicBezTo>
                      <a:pt x="134" y="201"/>
                      <a:pt x="90" y="184"/>
                      <a:pt x="15" y="113"/>
                    </a:cubicBezTo>
                    <a:cubicBezTo>
                      <a:pt x="10" y="109"/>
                      <a:pt x="5" y="104"/>
                      <a:pt x="0" y="99"/>
                    </a:cubicBezTo>
                    <a:cubicBezTo>
                      <a:pt x="7" y="105"/>
                      <a:pt x="13" y="112"/>
                      <a:pt x="20" y="118"/>
                    </a:cubicBezTo>
                    <a:close/>
                  </a:path>
                </a:pathLst>
              </a:custGeom>
              <a:grpFill/>
              <a:ln>
                <a:noFill/>
              </a:ln>
            </p:spPr>
            <p:txBody>
              <a:bodyPr vert="horz" wrap="square" lIns="91440" tIns="45720" rIns="91440" bIns="45720" numCol="1" anchor="t" anchorCtr="0" compatLnSpc="1">
                <a:prstTxWarp prst="textNoShape">
                  <a:avLst/>
                </a:prstTxWarp>
              </a:bodyPr>
              <a:lstStyle/>
              <a:p>
                <a:endParaRPr lang="ru-UA"/>
              </a:p>
            </p:txBody>
          </p:sp>
        </p:grpSp>
      </p:grpSp>
      <p:sp>
        <p:nvSpPr>
          <p:cNvPr id="4114" name="Freeform 48">
            <a:extLst>
              <a:ext uri="{FF2B5EF4-FFF2-40B4-BE49-F238E27FC236}">
                <a16:creationId xmlns:a16="http://schemas.microsoft.com/office/drawing/2014/main" id="{488FFF70-0DAE-4EB8-BC51-8857F285C970}"/>
              </a:ext>
            </a:extLst>
          </p:cNvPr>
          <p:cNvSpPr>
            <a:spLocks/>
          </p:cNvSpPr>
          <p:nvPr/>
        </p:nvSpPr>
        <p:spPr bwMode="auto">
          <a:xfrm>
            <a:off x="3732213" y="5145088"/>
            <a:ext cx="2438400" cy="557213"/>
          </a:xfrm>
          <a:custGeom>
            <a:avLst/>
            <a:gdLst>
              <a:gd name="T0" fmla="*/ 309 w 647"/>
              <a:gd name="T1" fmla="*/ 148 h 148"/>
              <a:gd name="T2" fmla="*/ 12 w 647"/>
              <a:gd name="T3" fmla="*/ 70 h 148"/>
              <a:gd name="T4" fmla="*/ 5 w 647"/>
              <a:gd name="T5" fmla="*/ 45 h 148"/>
              <a:gd name="T6" fmla="*/ 30 w 647"/>
              <a:gd name="T7" fmla="*/ 38 h 148"/>
              <a:gd name="T8" fmla="*/ 309 w 647"/>
              <a:gd name="T9" fmla="*/ 112 h 148"/>
              <a:gd name="T10" fmla="*/ 616 w 647"/>
              <a:gd name="T11" fmla="*/ 6 h 148"/>
              <a:gd name="T12" fmla="*/ 641 w 647"/>
              <a:gd name="T13" fmla="*/ 11 h 148"/>
              <a:gd name="T14" fmla="*/ 637 w 647"/>
              <a:gd name="T15" fmla="*/ 36 h 148"/>
              <a:gd name="T16" fmla="*/ 309 w 647"/>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7" h="148">
                <a:moveTo>
                  <a:pt x="309" y="148"/>
                </a:moveTo>
                <a:cubicBezTo>
                  <a:pt x="205" y="148"/>
                  <a:pt x="102" y="121"/>
                  <a:pt x="12" y="70"/>
                </a:cubicBezTo>
                <a:cubicBezTo>
                  <a:pt x="3" y="65"/>
                  <a:pt x="0" y="54"/>
                  <a:pt x="5" y="45"/>
                </a:cubicBezTo>
                <a:cubicBezTo>
                  <a:pt x="10" y="37"/>
                  <a:pt x="21" y="33"/>
                  <a:pt x="30" y="38"/>
                </a:cubicBezTo>
                <a:cubicBezTo>
                  <a:pt x="115" y="86"/>
                  <a:pt x="211" y="112"/>
                  <a:pt x="309" y="112"/>
                </a:cubicBezTo>
                <a:cubicBezTo>
                  <a:pt x="411" y="112"/>
                  <a:pt x="512" y="77"/>
                  <a:pt x="616" y="6"/>
                </a:cubicBezTo>
                <a:cubicBezTo>
                  <a:pt x="624" y="0"/>
                  <a:pt x="636" y="3"/>
                  <a:pt x="641" y="11"/>
                </a:cubicBezTo>
                <a:cubicBezTo>
                  <a:pt x="647" y="19"/>
                  <a:pt x="645" y="31"/>
                  <a:pt x="637" y="36"/>
                </a:cubicBezTo>
                <a:cubicBezTo>
                  <a:pt x="526" y="112"/>
                  <a:pt x="419" y="148"/>
                  <a:pt x="309" y="148"/>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4115" name="Freeform 49">
            <a:extLst>
              <a:ext uri="{FF2B5EF4-FFF2-40B4-BE49-F238E27FC236}">
                <a16:creationId xmlns:a16="http://schemas.microsoft.com/office/drawing/2014/main" id="{3E68C278-A3C8-447F-A36C-6BC7E17B5A76}"/>
              </a:ext>
            </a:extLst>
          </p:cNvPr>
          <p:cNvSpPr>
            <a:spLocks/>
          </p:cNvSpPr>
          <p:nvPr/>
        </p:nvSpPr>
        <p:spPr bwMode="auto">
          <a:xfrm>
            <a:off x="6016626" y="5145088"/>
            <a:ext cx="2427288" cy="557213"/>
          </a:xfrm>
          <a:custGeom>
            <a:avLst/>
            <a:gdLst>
              <a:gd name="T0" fmla="*/ 338 w 644"/>
              <a:gd name="T1" fmla="*/ 148 h 148"/>
              <a:gd name="T2" fmla="*/ 10 w 644"/>
              <a:gd name="T3" fmla="*/ 36 h 148"/>
              <a:gd name="T4" fmla="*/ 5 w 644"/>
              <a:gd name="T5" fmla="*/ 11 h 148"/>
              <a:gd name="T6" fmla="*/ 31 w 644"/>
              <a:gd name="T7" fmla="*/ 6 h 148"/>
              <a:gd name="T8" fmla="*/ 338 w 644"/>
              <a:gd name="T9" fmla="*/ 112 h 148"/>
              <a:gd name="T10" fmla="*/ 614 w 644"/>
              <a:gd name="T11" fmla="*/ 40 h 148"/>
              <a:gd name="T12" fmla="*/ 639 w 644"/>
              <a:gd name="T13" fmla="*/ 47 h 148"/>
              <a:gd name="T14" fmla="*/ 632 w 644"/>
              <a:gd name="T15" fmla="*/ 72 h 148"/>
              <a:gd name="T16" fmla="*/ 338 w 644"/>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4" h="148">
                <a:moveTo>
                  <a:pt x="338" y="148"/>
                </a:moveTo>
                <a:cubicBezTo>
                  <a:pt x="228" y="148"/>
                  <a:pt x="121" y="112"/>
                  <a:pt x="10" y="36"/>
                </a:cubicBezTo>
                <a:cubicBezTo>
                  <a:pt x="2" y="31"/>
                  <a:pt x="0" y="19"/>
                  <a:pt x="5" y="11"/>
                </a:cubicBezTo>
                <a:cubicBezTo>
                  <a:pt x="11" y="3"/>
                  <a:pt x="22" y="0"/>
                  <a:pt x="31" y="6"/>
                </a:cubicBezTo>
                <a:cubicBezTo>
                  <a:pt x="135" y="77"/>
                  <a:pt x="235" y="112"/>
                  <a:pt x="338" y="112"/>
                </a:cubicBezTo>
                <a:cubicBezTo>
                  <a:pt x="435" y="112"/>
                  <a:pt x="530" y="87"/>
                  <a:pt x="614" y="40"/>
                </a:cubicBezTo>
                <a:cubicBezTo>
                  <a:pt x="623" y="35"/>
                  <a:pt x="634" y="38"/>
                  <a:pt x="639" y="47"/>
                </a:cubicBezTo>
                <a:cubicBezTo>
                  <a:pt x="644" y="56"/>
                  <a:pt x="641" y="67"/>
                  <a:pt x="632" y="72"/>
                </a:cubicBezTo>
                <a:cubicBezTo>
                  <a:pt x="543" y="122"/>
                  <a:pt x="441" y="148"/>
                  <a:pt x="338" y="148"/>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116" name="Freeform 50">
            <a:extLst>
              <a:ext uri="{FF2B5EF4-FFF2-40B4-BE49-F238E27FC236}">
                <a16:creationId xmlns:a16="http://schemas.microsoft.com/office/drawing/2014/main" id="{232D15C0-4748-4B1D-AD7B-3D715E04F4DA}"/>
              </a:ext>
            </a:extLst>
          </p:cNvPr>
          <p:cNvSpPr>
            <a:spLocks/>
          </p:cNvSpPr>
          <p:nvPr/>
        </p:nvSpPr>
        <p:spPr bwMode="auto">
          <a:xfrm>
            <a:off x="8286751" y="1416051"/>
            <a:ext cx="1281113" cy="4006850"/>
          </a:xfrm>
          <a:custGeom>
            <a:avLst/>
            <a:gdLst>
              <a:gd name="T0" fmla="*/ 21 w 340"/>
              <a:gd name="T1" fmla="*/ 1063 h 1063"/>
              <a:gd name="T2" fmla="*/ 5 w 340"/>
              <a:gd name="T3" fmla="*/ 1054 h 1063"/>
              <a:gd name="T4" fmla="*/ 12 w 340"/>
              <a:gd name="T5" fmla="*/ 1029 h 1063"/>
              <a:gd name="T6" fmla="*/ 304 w 340"/>
              <a:gd name="T7" fmla="*/ 533 h 1063"/>
              <a:gd name="T8" fmla="*/ 12 w 340"/>
              <a:gd name="T9" fmla="*/ 37 h 1063"/>
              <a:gd name="T10" fmla="*/ 5 w 340"/>
              <a:gd name="T11" fmla="*/ 12 h 1063"/>
              <a:gd name="T12" fmla="*/ 30 w 340"/>
              <a:gd name="T13" fmla="*/ 5 h 1063"/>
              <a:gd name="T14" fmla="*/ 340 w 340"/>
              <a:gd name="T15" fmla="*/ 533 h 1063"/>
              <a:gd name="T16" fmla="*/ 30 w 340"/>
              <a:gd name="T17" fmla="*/ 1061 h 1063"/>
              <a:gd name="T18" fmla="*/ 21 w 340"/>
              <a:gd name="T19" fmla="*/ 1063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0" h="1063">
                <a:moveTo>
                  <a:pt x="21" y="1063"/>
                </a:moveTo>
                <a:cubicBezTo>
                  <a:pt x="15" y="1063"/>
                  <a:pt x="8" y="1060"/>
                  <a:pt x="5" y="1054"/>
                </a:cubicBezTo>
                <a:cubicBezTo>
                  <a:pt x="0" y="1045"/>
                  <a:pt x="3" y="1034"/>
                  <a:pt x="12" y="1029"/>
                </a:cubicBezTo>
                <a:cubicBezTo>
                  <a:pt x="192" y="928"/>
                  <a:pt x="304" y="738"/>
                  <a:pt x="304" y="533"/>
                </a:cubicBezTo>
                <a:cubicBezTo>
                  <a:pt x="304" y="328"/>
                  <a:pt x="192" y="138"/>
                  <a:pt x="12" y="37"/>
                </a:cubicBezTo>
                <a:cubicBezTo>
                  <a:pt x="3" y="32"/>
                  <a:pt x="0" y="21"/>
                  <a:pt x="5" y="12"/>
                </a:cubicBezTo>
                <a:cubicBezTo>
                  <a:pt x="10" y="4"/>
                  <a:pt x="21" y="0"/>
                  <a:pt x="30" y="5"/>
                </a:cubicBezTo>
                <a:cubicBezTo>
                  <a:pt x="221" y="112"/>
                  <a:pt x="340" y="315"/>
                  <a:pt x="340" y="533"/>
                </a:cubicBezTo>
                <a:cubicBezTo>
                  <a:pt x="340" y="752"/>
                  <a:pt x="221" y="954"/>
                  <a:pt x="30" y="1061"/>
                </a:cubicBezTo>
                <a:cubicBezTo>
                  <a:pt x="27" y="1062"/>
                  <a:pt x="24" y="1063"/>
                  <a:pt x="21" y="106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117" name="Freeform 51">
            <a:extLst>
              <a:ext uri="{FF2B5EF4-FFF2-40B4-BE49-F238E27FC236}">
                <a16:creationId xmlns:a16="http://schemas.microsoft.com/office/drawing/2014/main" id="{5A7DF134-BFA6-47EE-81F2-C312EAD51949}"/>
              </a:ext>
            </a:extLst>
          </p:cNvPr>
          <p:cNvSpPr>
            <a:spLocks/>
          </p:cNvSpPr>
          <p:nvPr/>
        </p:nvSpPr>
        <p:spPr bwMode="auto">
          <a:xfrm>
            <a:off x="6016626" y="1147763"/>
            <a:ext cx="2427288" cy="546100"/>
          </a:xfrm>
          <a:custGeom>
            <a:avLst/>
            <a:gdLst>
              <a:gd name="T0" fmla="*/ 20 w 644"/>
              <a:gd name="T1" fmla="*/ 145 h 145"/>
              <a:gd name="T2" fmla="*/ 5 w 644"/>
              <a:gd name="T3" fmla="*/ 137 h 145"/>
              <a:gd name="T4" fmla="*/ 10 w 644"/>
              <a:gd name="T5" fmla="*/ 112 h 145"/>
              <a:gd name="T6" fmla="*/ 338 w 644"/>
              <a:gd name="T7" fmla="*/ 0 h 145"/>
              <a:gd name="T8" fmla="*/ 632 w 644"/>
              <a:gd name="T9" fmla="*/ 76 h 145"/>
              <a:gd name="T10" fmla="*/ 639 w 644"/>
              <a:gd name="T11" fmla="*/ 101 h 145"/>
              <a:gd name="T12" fmla="*/ 614 w 644"/>
              <a:gd name="T13" fmla="*/ 108 h 145"/>
              <a:gd name="T14" fmla="*/ 338 w 644"/>
              <a:gd name="T15" fmla="*/ 36 h 145"/>
              <a:gd name="T16" fmla="*/ 31 w 644"/>
              <a:gd name="T17" fmla="*/ 142 h 145"/>
              <a:gd name="T18" fmla="*/ 20 w 644"/>
              <a:gd name="T19"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4" h="145">
                <a:moveTo>
                  <a:pt x="20" y="145"/>
                </a:moveTo>
                <a:cubicBezTo>
                  <a:pt x="15" y="145"/>
                  <a:pt x="9" y="142"/>
                  <a:pt x="5" y="137"/>
                </a:cubicBezTo>
                <a:cubicBezTo>
                  <a:pt x="0" y="129"/>
                  <a:pt x="2" y="118"/>
                  <a:pt x="10" y="112"/>
                </a:cubicBezTo>
                <a:cubicBezTo>
                  <a:pt x="121" y="37"/>
                  <a:pt x="228" y="0"/>
                  <a:pt x="338" y="0"/>
                </a:cubicBezTo>
                <a:cubicBezTo>
                  <a:pt x="441" y="0"/>
                  <a:pt x="543" y="26"/>
                  <a:pt x="632" y="76"/>
                </a:cubicBezTo>
                <a:cubicBezTo>
                  <a:pt x="641" y="81"/>
                  <a:pt x="644" y="92"/>
                  <a:pt x="639" y="101"/>
                </a:cubicBezTo>
                <a:cubicBezTo>
                  <a:pt x="634" y="110"/>
                  <a:pt x="623" y="113"/>
                  <a:pt x="614" y="108"/>
                </a:cubicBezTo>
                <a:cubicBezTo>
                  <a:pt x="530" y="61"/>
                  <a:pt x="435" y="36"/>
                  <a:pt x="338" y="36"/>
                </a:cubicBezTo>
                <a:cubicBezTo>
                  <a:pt x="235" y="36"/>
                  <a:pt x="135" y="71"/>
                  <a:pt x="31" y="142"/>
                </a:cubicBezTo>
                <a:cubicBezTo>
                  <a:pt x="28" y="144"/>
                  <a:pt x="24" y="145"/>
                  <a:pt x="20" y="14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4118" name="Freeform 52">
            <a:extLst>
              <a:ext uri="{FF2B5EF4-FFF2-40B4-BE49-F238E27FC236}">
                <a16:creationId xmlns:a16="http://schemas.microsoft.com/office/drawing/2014/main" id="{6F72EE10-6E50-40DF-9DA1-D6B64FCDD4AF}"/>
              </a:ext>
            </a:extLst>
          </p:cNvPr>
          <p:cNvSpPr>
            <a:spLocks/>
          </p:cNvSpPr>
          <p:nvPr/>
        </p:nvSpPr>
        <p:spPr bwMode="auto">
          <a:xfrm>
            <a:off x="3732213" y="1147763"/>
            <a:ext cx="2438400" cy="546100"/>
          </a:xfrm>
          <a:custGeom>
            <a:avLst/>
            <a:gdLst>
              <a:gd name="T0" fmla="*/ 626 w 647"/>
              <a:gd name="T1" fmla="*/ 145 h 145"/>
              <a:gd name="T2" fmla="*/ 616 w 647"/>
              <a:gd name="T3" fmla="*/ 142 h 145"/>
              <a:gd name="T4" fmla="*/ 309 w 647"/>
              <a:gd name="T5" fmla="*/ 36 h 145"/>
              <a:gd name="T6" fmla="*/ 30 w 647"/>
              <a:gd name="T7" fmla="*/ 110 h 145"/>
              <a:gd name="T8" fmla="*/ 5 w 647"/>
              <a:gd name="T9" fmla="*/ 103 h 145"/>
              <a:gd name="T10" fmla="*/ 12 w 647"/>
              <a:gd name="T11" fmla="*/ 78 h 145"/>
              <a:gd name="T12" fmla="*/ 309 w 647"/>
              <a:gd name="T13" fmla="*/ 0 h 145"/>
              <a:gd name="T14" fmla="*/ 637 w 647"/>
              <a:gd name="T15" fmla="*/ 112 h 145"/>
              <a:gd name="T16" fmla="*/ 641 w 647"/>
              <a:gd name="T17" fmla="*/ 137 h 145"/>
              <a:gd name="T18" fmla="*/ 626 w 647"/>
              <a:gd name="T19"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7" h="145">
                <a:moveTo>
                  <a:pt x="626" y="145"/>
                </a:moveTo>
                <a:cubicBezTo>
                  <a:pt x="623" y="145"/>
                  <a:pt x="619" y="144"/>
                  <a:pt x="616" y="142"/>
                </a:cubicBezTo>
                <a:cubicBezTo>
                  <a:pt x="512" y="71"/>
                  <a:pt x="411" y="36"/>
                  <a:pt x="309" y="36"/>
                </a:cubicBezTo>
                <a:cubicBezTo>
                  <a:pt x="211" y="36"/>
                  <a:pt x="115" y="62"/>
                  <a:pt x="30" y="110"/>
                </a:cubicBezTo>
                <a:cubicBezTo>
                  <a:pt x="21" y="115"/>
                  <a:pt x="10" y="111"/>
                  <a:pt x="5" y="103"/>
                </a:cubicBezTo>
                <a:cubicBezTo>
                  <a:pt x="0" y="94"/>
                  <a:pt x="3" y="83"/>
                  <a:pt x="12" y="78"/>
                </a:cubicBezTo>
                <a:cubicBezTo>
                  <a:pt x="102" y="27"/>
                  <a:pt x="205" y="0"/>
                  <a:pt x="309" y="0"/>
                </a:cubicBezTo>
                <a:cubicBezTo>
                  <a:pt x="419" y="0"/>
                  <a:pt x="526" y="37"/>
                  <a:pt x="637" y="112"/>
                </a:cubicBezTo>
                <a:cubicBezTo>
                  <a:pt x="645" y="118"/>
                  <a:pt x="647" y="129"/>
                  <a:pt x="641" y="137"/>
                </a:cubicBezTo>
                <a:cubicBezTo>
                  <a:pt x="638" y="142"/>
                  <a:pt x="632" y="145"/>
                  <a:pt x="626" y="14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4119" name="Freeform 53">
            <a:extLst>
              <a:ext uri="{FF2B5EF4-FFF2-40B4-BE49-F238E27FC236}">
                <a16:creationId xmlns:a16="http://schemas.microsoft.com/office/drawing/2014/main" id="{D55EB5ED-8B2B-4D68-8EFE-CA50C9E920F1}"/>
              </a:ext>
            </a:extLst>
          </p:cNvPr>
          <p:cNvSpPr>
            <a:spLocks/>
          </p:cNvSpPr>
          <p:nvPr/>
        </p:nvSpPr>
        <p:spPr bwMode="auto">
          <a:xfrm>
            <a:off x="2620963" y="1422401"/>
            <a:ext cx="1270000" cy="3997325"/>
          </a:xfrm>
          <a:custGeom>
            <a:avLst/>
            <a:gdLst>
              <a:gd name="T0" fmla="*/ 316 w 337"/>
              <a:gd name="T1" fmla="*/ 1060 h 1060"/>
              <a:gd name="T2" fmla="*/ 307 w 337"/>
              <a:gd name="T3" fmla="*/ 1057 h 1060"/>
              <a:gd name="T4" fmla="*/ 0 w 337"/>
              <a:gd name="T5" fmla="*/ 531 h 1060"/>
              <a:gd name="T6" fmla="*/ 307 w 337"/>
              <a:gd name="T7" fmla="*/ 5 h 1060"/>
              <a:gd name="T8" fmla="*/ 332 w 337"/>
              <a:gd name="T9" fmla="*/ 12 h 1060"/>
              <a:gd name="T10" fmla="*/ 325 w 337"/>
              <a:gd name="T11" fmla="*/ 37 h 1060"/>
              <a:gd name="T12" fmla="*/ 36 w 337"/>
              <a:gd name="T13" fmla="*/ 531 h 1060"/>
              <a:gd name="T14" fmla="*/ 325 w 337"/>
              <a:gd name="T15" fmla="*/ 1025 h 1060"/>
              <a:gd name="T16" fmla="*/ 332 w 337"/>
              <a:gd name="T17" fmla="*/ 1050 h 1060"/>
              <a:gd name="T18" fmla="*/ 316 w 337"/>
              <a:gd name="T19" fmla="*/ 1060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7" h="1060">
                <a:moveTo>
                  <a:pt x="316" y="1060"/>
                </a:moveTo>
                <a:cubicBezTo>
                  <a:pt x="313" y="1060"/>
                  <a:pt x="310" y="1059"/>
                  <a:pt x="307" y="1057"/>
                </a:cubicBezTo>
                <a:cubicBezTo>
                  <a:pt x="117" y="950"/>
                  <a:pt x="0" y="748"/>
                  <a:pt x="0" y="531"/>
                </a:cubicBezTo>
                <a:cubicBezTo>
                  <a:pt x="0" y="314"/>
                  <a:pt x="117" y="112"/>
                  <a:pt x="307" y="5"/>
                </a:cubicBezTo>
                <a:cubicBezTo>
                  <a:pt x="316" y="0"/>
                  <a:pt x="327" y="3"/>
                  <a:pt x="332" y="12"/>
                </a:cubicBezTo>
                <a:cubicBezTo>
                  <a:pt x="337" y="21"/>
                  <a:pt x="334" y="32"/>
                  <a:pt x="325" y="37"/>
                </a:cubicBezTo>
                <a:cubicBezTo>
                  <a:pt x="147" y="137"/>
                  <a:pt x="36" y="327"/>
                  <a:pt x="36" y="531"/>
                </a:cubicBezTo>
                <a:cubicBezTo>
                  <a:pt x="36" y="735"/>
                  <a:pt x="147" y="925"/>
                  <a:pt x="325" y="1025"/>
                </a:cubicBezTo>
                <a:cubicBezTo>
                  <a:pt x="334" y="1030"/>
                  <a:pt x="337" y="1042"/>
                  <a:pt x="332" y="1050"/>
                </a:cubicBezTo>
                <a:cubicBezTo>
                  <a:pt x="329" y="1056"/>
                  <a:pt x="322" y="1060"/>
                  <a:pt x="316" y="106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4120" name="Oval 54">
            <a:extLst>
              <a:ext uri="{FF2B5EF4-FFF2-40B4-BE49-F238E27FC236}">
                <a16:creationId xmlns:a16="http://schemas.microsoft.com/office/drawing/2014/main" id="{63E3D28C-29F7-4974-A3EE-A09E21125BF2}"/>
              </a:ext>
            </a:extLst>
          </p:cNvPr>
          <p:cNvSpPr>
            <a:spLocks noChangeArrowheads="1"/>
          </p:cNvSpPr>
          <p:nvPr/>
        </p:nvSpPr>
        <p:spPr bwMode="auto">
          <a:xfrm>
            <a:off x="7823201" y="4808538"/>
            <a:ext cx="1081088" cy="10826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121" name="Oval 55">
            <a:extLst>
              <a:ext uri="{FF2B5EF4-FFF2-40B4-BE49-F238E27FC236}">
                <a16:creationId xmlns:a16="http://schemas.microsoft.com/office/drawing/2014/main" id="{BEEDCAE5-3380-4753-85CC-C7D8704F1F7C}"/>
              </a:ext>
            </a:extLst>
          </p:cNvPr>
          <p:cNvSpPr>
            <a:spLocks noChangeArrowheads="1"/>
          </p:cNvSpPr>
          <p:nvPr/>
        </p:nvSpPr>
        <p:spPr bwMode="auto">
          <a:xfrm>
            <a:off x="5553076" y="804863"/>
            <a:ext cx="1082675" cy="10826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4122" name="Oval 56">
            <a:extLst>
              <a:ext uri="{FF2B5EF4-FFF2-40B4-BE49-F238E27FC236}">
                <a16:creationId xmlns:a16="http://schemas.microsoft.com/office/drawing/2014/main" id="{C6FF5A65-C543-4641-AC9E-F2779C3F2D24}"/>
              </a:ext>
            </a:extLst>
          </p:cNvPr>
          <p:cNvSpPr>
            <a:spLocks noChangeArrowheads="1"/>
          </p:cNvSpPr>
          <p:nvPr/>
        </p:nvSpPr>
        <p:spPr bwMode="auto">
          <a:xfrm>
            <a:off x="3268663" y="4808538"/>
            <a:ext cx="1082675" cy="108267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4123" name="Oval 57">
            <a:extLst>
              <a:ext uri="{FF2B5EF4-FFF2-40B4-BE49-F238E27FC236}">
                <a16:creationId xmlns:a16="http://schemas.microsoft.com/office/drawing/2014/main" id="{16AE87E6-45DA-4FD8-9A76-3B2C9D0A286D}"/>
              </a:ext>
            </a:extLst>
          </p:cNvPr>
          <p:cNvSpPr>
            <a:spLocks noChangeArrowheads="1"/>
          </p:cNvSpPr>
          <p:nvPr/>
        </p:nvSpPr>
        <p:spPr bwMode="auto">
          <a:xfrm>
            <a:off x="5553076" y="4970463"/>
            <a:ext cx="1082675" cy="10826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124" name="Oval 58">
            <a:extLst>
              <a:ext uri="{FF2B5EF4-FFF2-40B4-BE49-F238E27FC236}">
                <a16:creationId xmlns:a16="http://schemas.microsoft.com/office/drawing/2014/main" id="{8F368C00-E8E3-4B27-896B-293DE206DC5F}"/>
              </a:ext>
            </a:extLst>
          </p:cNvPr>
          <p:cNvSpPr>
            <a:spLocks noChangeArrowheads="1"/>
          </p:cNvSpPr>
          <p:nvPr/>
        </p:nvSpPr>
        <p:spPr bwMode="auto">
          <a:xfrm>
            <a:off x="3268663" y="955676"/>
            <a:ext cx="1082675" cy="1082675"/>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4125" name="Oval 59">
            <a:extLst>
              <a:ext uri="{FF2B5EF4-FFF2-40B4-BE49-F238E27FC236}">
                <a16:creationId xmlns:a16="http://schemas.microsoft.com/office/drawing/2014/main" id="{6899E428-AEAD-4B5B-BA6D-2BDD3693B5EE}"/>
              </a:ext>
            </a:extLst>
          </p:cNvPr>
          <p:cNvSpPr>
            <a:spLocks noChangeArrowheads="1"/>
          </p:cNvSpPr>
          <p:nvPr/>
        </p:nvSpPr>
        <p:spPr bwMode="auto">
          <a:xfrm>
            <a:off x="7823201" y="955676"/>
            <a:ext cx="1081088" cy="10826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77" name="Group 76">
            <a:extLst>
              <a:ext uri="{FF2B5EF4-FFF2-40B4-BE49-F238E27FC236}">
                <a16:creationId xmlns:a16="http://schemas.microsoft.com/office/drawing/2014/main" id="{6BAF3E5A-61EF-4A90-8932-6284AA76C647}"/>
              </a:ext>
            </a:extLst>
          </p:cNvPr>
          <p:cNvGrpSpPr/>
          <p:nvPr/>
        </p:nvGrpSpPr>
        <p:grpSpPr>
          <a:xfrm>
            <a:off x="3395663" y="1077120"/>
            <a:ext cx="828983" cy="830263"/>
            <a:chOff x="6345238" y="4948238"/>
            <a:chExt cx="1027113" cy="1028700"/>
          </a:xfrm>
          <a:effectLst>
            <a:outerShdw blurRad="114300" dist="76200" dir="2700000" sx="102000" sy="102000" algn="tl" rotWithShape="0">
              <a:prstClr val="black">
                <a:alpha val="40000"/>
              </a:prstClr>
            </a:outerShdw>
          </a:effectLst>
        </p:grpSpPr>
        <p:sp>
          <p:nvSpPr>
            <p:cNvPr id="78" name="Oval 56">
              <a:extLst>
                <a:ext uri="{FF2B5EF4-FFF2-40B4-BE49-F238E27FC236}">
                  <a16:creationId xmlns:a16="http://schemas.microsoft.com/office/drawing/2014/main" id="{2B091D6E-3821-4167-8DD1-8F00F17C66D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9" name="Oval 57">
              <a:extLst>
                <a:ext uri="{FF2B5EF4-FFF2-40B4-BE49-F238E27FC236}">
                  <a16:creationId xmlns:a16="http://schemas.microsoft.com/office/drawing/2014/main" id="{4A76870E-7810-4D55-8E8D-AB0BC638A45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0" name="Group 79">
            <a:extLst>
              <a:ext uri="{FF2B5EF4-FFF2-40B4-BE49-F238E27FC236}">
                <a16:creationId xmlns:a16="http://schemas.microsoft.com/office/drawing/2014/main" id="{425E9069-79F9-4227-82B6-CA774AAAEE5F}"/>
              </a:ext>
            </a:extLst>
          </p:cNvPr>
          <p:cNvGrpSpPr/>
          <p:nvPr/>
        </p:nvGrpSpPr>
        <p:grpSpPr>
          <a:xfrm>
            <a:off x="5680076" y="937420"/>
            <a:ext cx="828983" cy="830263"/>
            <a:chOff x="6345238" y="4948238"/>
            <a:chExt cx="1027113" cy="1028700"/>
          </a:xfrm>
          <a:effectLst>
            <a:outerShdw blurRad="114300" dist="76200" dir="2700000" sx="102000" sy="102000" algn="tl" rotWithShape="0">
              <a:prstClr val="black">
                <a:alpha val="40000"/>
              </a:prstClr>
            </a:outerShdw>
          </a:effectLst>
        </p:grpSpPr>
        <p:sp>
          <p:nvSpPr>
            <p:cNvPr id="81" name="Oval 56">
              <a:extLst>
                <a:ext uri="{FF2B5EF4-FFF2-40B4-BE49-F238E27FC236}">
                  <a16:creationId xmlns:a16="http://schemas.microsoft.com/office/drawing/2014/main" id="{F1E02DEA-D711-4FDD-AE3A-6898B89E3AF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2" name="Oval 57">
              <a:extLst>
                <a:ext uri="{FF2B5EF4-FFF2-40B4-BE49-F238E27FC236}">
                  <a16:creationId xmlns:a16="http://schemas.microsoft.com/office/drawing/2014/main" id="{6D82EA2C-6CF5-4ED3-8953-2ADB40351AC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3" name="Group 82">
            <a:extLst>
              <a:ext uri="{FF2B5EF4-FFF2-40B4-BE49-F238E27FC236}">
                <a16:creationId xmlns:a16="http://schemas.microsoft.com/office/drawing/2014/main" id="{4CE4923B-C2A2-40A4-A0AE-6B8ACF74EC13}"/>
              </a:ext>
            </a:extLst>
          </p:cNvPr>
          <p:cNvGrpSpPr/>
          <p:nvPr/>
        </p:nvGrpSpPr>
        <p:grpSpPr>
          <a:xfrm>
            <a:off x="7949894" y="1077913"/>
            <a:ext cx="828983" cy="830263"/>
            <a:chOff x="6345238" y="4948238"/>
            <a:chExt cx="1027113" cy="1028700"/>
          </a:xfrm>
          <a:effectLst>
            <a:outerShdw blurRad="114300" dist="76200" dir="2700000" sx="102000" sy="102000" algn="tl" rotWithShape="0">
              <a:prstClr val="black">
                <a:alpha val="40000"/>
              </a:prstClr>
            </a:outerShdw>
          </a:effectLst>
        </p:grpSpPr>
        <p:sp>
          <p:nvSpPr>
            <p:cNvPr id="84" name="Oval 56">
              <a:extLst>
                <a:ext uri="{FF2B5EF4-FFF2-40B4-BE49-F238E27FC236}">
                  <a16:creationId xmlns:a16="http://schemas.microsoft.com/office/drawing/2014/main" id="{05CB07D9-DBB7-465C-8E85-C580E03DB3B6}"/>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5" name="Oval 57">
              <a:extLst>
                <a:ext uri="{FF2B5EF4-FFF2-40B4-BE49-F238E27FC236}">
                  <a16:creationId xmlns:a16="http://schemas.microsoft.com/office/drawing/2014/main" id="{177C250D-7AC2-47ED-86A6-B334DB9ECD5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6" name="Group 85">
            <a:extLst>
              <a:ext uri="{FF2B5EF4-FFF2-40B4-BE49-F238E27FC236}">
                <a16:creationId xmlns:a16="http://schemas.microsoft.com/office/drawing/2014/main" id="{DD03038B-FCE6-4FA3-828F-DACD32E98E7B}"/>
              </a:ext>
            </a:extLst>
          </p:cNvPr>
          <p:cNvGrpSpPr/>
          <p:nvPr/>
        </p:nvGrpSpPr>
        <p:grpSpPr>
          <a:xfrm>
            <a:off x="7950843" y="4935538"/>
            <a:ext cx="828983" cy="830263"/>
            <a:chOff x="6345238" y="4948238"/>
            <a:chExt cx="1027113" cy="1028700"/>
          </a:xfrm>
          <a:effectLst>
            <a:outerShdw blurRad="114300" dist="76200" dir="2700000" sx="102000" sy="102000" algn="tl" rotWithShape="0">
              <a:prstClr val="black">
                <a:alpha val="40000"/>
              </a:prstClr>
            </a:outerShdw>
          </a:effectLst>
        </p:grpSpPr>
        <p:sp>
          <p:nvSpPr>
            <p:cNvPr id="87" name="Oval 56">
              <a:extLst>
                <a:ext uri="{FF2B5EF4-FFF2-40B4-BE49-F238E27FC236}">
                  <a16:creationId xmlns:a16="http://schemas.microsoft.com/office/drawing/2014/main" id="{23DBEC17-EE88-4BAA-A1DE-B0DF4C3ED15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8" name="Oval 57">
              <a:extLst>
                <a:ext uri="{FF2B5EF4-FFF2-40B4-BE49-F238E27FC236}">
                  <a16:creationId xmlns:a16="http://schemas.microsoft.com/office/drawing/2014/main" id="{29197CEC-8991-4538-9D48-9337DF6674B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9" name="Group 88">
            <a:extLst>
              <a:ext uri="{FF2B5EF4-FFF2-40B4-BE49-F238E27FC236}">
                <a16:creationId xmlns:a16="http://schemas.microsoft.com/office/drawing/2014/main" id="{466B0273-EE1C-4064-934C-89D68C1C30AD}"/>
              </a:ext>
            </a:extLst>
          </p:cNvPr>
          <p:cNvGrpSpPr/>
          <p:nvPr/>
        </p:nvGrpSpPr>
        <p:grpSpPr>
          <a:xfrm>
            <a:off x="5680870" y="5096669"/>
            <a:ext cx="828983" cy="830263"/>
            <a:chOff x="6345238" y="4948238"/>
            <a:chExt cx="1027113" cy="1028700"/>
          </a:xfrm>
          <a:effectLst>
            <a:outerShdw blurRad="114300" dist="76200" dir="2700000" sx="102000" sy="102000" algn="tl" rotWithShape="0">
              <a:prstClr val="black">
                <a:alpha val="40000"/>
              </a:prstClr>
            </a:outerShdw>
          </a:effectLst>
        </p:grpSpPr>
        <p:sp>
          <p:nvSpPr>
            <p:cNvPr id="90" name="Oval 56">
              <a:extLst>
                <a:ext uri="{FF2B5EF4-FFF2-40B4-BE49-F238E27FC236}">
                  <a16:creationId xmlns:a16="http://schemas.microsoft.com/office/drawing/2014/main" id="{F1D81537-EDE1-4CFC-BB5B-5FBC4038854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1" name="Oval 57">
              <a:extLst>
                <a:ext uri="{FF2B5EF4-FFF2-40B4-BE49-F238E27FC236}">
                  <a16:creationId xmlns:a16="http://schemas.microsoft.com/office/drawing/2014/main" id="{16F74B25-72E0-4DBA-AB44-DA45CC2FE3F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2" name="Group 91">
            <a:extLst>
              <a:ext uri="{FF2B5EF4-FFF2-40B4-BE49-F238E27FC236}">
                <a16:creationId xmlns:a16="http://schemas.microsoft.com/office/drawing/2014/main" id="{4D8AE355-FCC0-4BA0-896D-05E37C3B7283}"/>
              </a:ext>
            </a:extLst>
          </p:cNvPr>
          <p:cNvGrpSpPr/>
          <p:nvPr/>
        </p:nvGrpSpPr>
        <p:grpSpPr>
          <a:xfrm>
            <a:off x="3395354" y="4933157"/>
            <a:ext cx="828983" cy="830263"/>
            <a:chOff x="6345238" y="4948238"/>
            <a:chExt cx="1027113" cy="1028700"/>
          </a:xfrm>
          <a:effectLst>
            <a:outerShdw blurRad="114300" dist="76200" dir="2700000" sx="102000" sy="102000" algn="tl" rotWithShape="0">
              <a:prstClr val="black">
                <a:alpha val="40000"/>
              </a:prstClr>
            </a:outerShdw>
          </a:effectLst>
        </p:grpSpPr>
        <p:sp>
          <p:nvSpPr>
            <p:cNvPr id="93" name="Oval 56">
              <a:extLst>
                <a:ext uri="{FF2B5EF4-FFF2-40B4-BE49-F238E27FC236}">
                  <a16:creationId xmlns:a16="http://schemas.microsoft.com/office/drawing/2014/main" id="{66FC6029-D46C-4894-BD7F-439CCB6024A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4" name="Oval 57">
              <a:extLst>
                <a:ext uri="{FF2B5EF4-FFF2-40B4-BE49-F238E27FC236}">
                  <a16:creationId xmlns:a16="http://schemas.microsoft.com/office/drawing/2014/main" id="{BF6949B2-85B8-405C-B15A-24FA55226761}"/>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132" name="Freeform 66">
            <a:extLst>
              <a:ext uri="{FF2B5EF4-FFF2-40B4-BE49-F238E27FC236}">
                <a16:creationId xmlns:a16="http://schemas.microsoft.com/office/drawing/2014/main" id="{34104EFD-280A-4430-9F2B-4ED4B88B93A9}"/>
              </a:ext>
            </a:extLst>
          </p:cNvPr>
          <p:cNvSpPr>
            <a:spLocks noEditPoints="1"/>
          </p:cNvSpPr>
          <p:nvPr/>
        </p:nvSpPr>
        <p:spPr bwMode="auto">
          <a:xfrm>
            <a:off x="5895976" y="5291138"/>
            <a:ext cx="395288" cy="444500"/>
          </a:xfrm>
          <a:custGeom>
            <a:avLst/>
            <a:gdLst>
              <a:gd name="T0" fmla="*/ 34 w 105"/>
              <a:gd name="T1" fmla="*/ 92 h 118"/>
              <a:gd name="T2" fmla="*/ 25 w 105"/>
              <a:gd name="T3" fmla="*/ 71 h 118"/>
              <a:gd name="T4" fmla="*/ 20 w 105"/>
              <a:gd name="T5" fmla="*/ 53 h 118"/>
              <a:gd name="T6" fmla="*/ 52 w 105"/>
              <a:gd name="T7" fmla="*/ 20 h 118"/>
              <a:gd name="T8" fmla="*/ 85 w 105"/>
              <a:gd name="T9" fmla="*/ 53 h 118"/>
              <a:gd name="T10" fmla="*/ 80 w 105"/>
              <a:gd name="T11" fmla="*/ 71 h 118"/>
              <a:gd name="T12" fmla="*/ 71 w 105"/>
              <a:gd name="T13" fmla="*/ 88 h 118"/>
              <a:gd name="T14" fmla="*/ 52 w 105"/>
              <a:gd name="T15" fmla="*/ 33 h 118"/>
              <a:gd name="T16" fmla="*/ 33 w 105"/>
              <a:gd name="T17" fmla="*/ 52 h 118"/>
              <a:gd name="T18" fmla="*/ 52 w 105"/>
              <a:gd name="T19" fmla="*/ 72 h 118"/>
              <a:gd name="T20" fmla="*/ 72 w 105"/>
              <a:gd name="T21" fmla="*/ 52 h 118"/>
              <a:gd name="T22" fmla="*/ 52 w 105"/>
              <a:gd name="T23" fmla="*/ 33 h 118"/>
              <a:gd name="T24" fmla="*/ 45 w 105"/>
              <a:gd name="T25" fmla="*/ 55 h 118"/>
              <a:gd name="T26" fmla="*/ 50 w 105"/>
              <a:gd name="T27" fmla="*/ 62 h 118"/>
              <a:gd name="T28" fmla="*/ 60 w 105"/>
              <a:gd name="T29" fmla="*/ 46 h 118"/>
              <a:gd name="T30" fmla="*/ 52 w 105"/>
              <a:gd name="T31" fmla="*/ 10 h 118"/>
              <a:gd name="T32" fmla="*/ 52 w 105"/>
              <a:gd name="T33" fmla="*/ 0 h 118"/>
              <a:gd name="T34" fmla="*/ 31 w 105"/>
              <a:gd name="T35" fmla="*/ 16 h 118"/>
              <a:gd name="T36" fmla="*/ 26 w 105"/>
              <a:gd name="T37" fmla="*/ 7 h 118"/>
              <a:gd name="T38" fmla="*/ 7 w 105"/>
              <a:gd name="T39" fmla="*/ 26 h 118"/>
              <a:gd name="T40" fmla="*/ 16 w 105"/>
              <a:gd name="T41" fmla="*/ 31 h 118"/>
              <a:gd name="T42" fmla="*/ 0 w 105"/>
              <a:gd name="T43" fmla="*/ 52 h 118"/>
              <a:gd name="T44" fmla="*/ 10 w 105"/>
              <a:gd name="T45" fmla="*/ 52 h 118"/>
              <a:gd name="T46" fmla="*/ 79 w 105"/>
              <a:gd name="T47" fmla="*/ 7 h 118"/>
              <a:gd name="T48" fmla="*/ 73 w 105"/>
              <a:gd name="T49" fmla="*/ 16 h 118"/>
              <a:gd name="T50" fmla="*/ 98 w 105"/>
              <a:gd name="T51" fmla="*/ 26 h 118"/>
              <a:gd name="T52" fmla="*/ 89 w 105"/>
              <a:gd name="T53" fmla="*/ 31 h 118"/>
              <a:gd name="T54" fmla="*/ 95 w 105"/>
              <a:gd name="T55" fmla="*/ 52 h 118"/>
              <a:gd name="T56" fmla="*/ 105 w 105"/>
              <a:gd name="T57" fmla="*/ 52 h 118"/>
              <a:gd name="T58" fmla="*/ 64 w 105"/>
              <a:gd name="T59" fmla="*/ 95 h 118"/>
              <a:gd name="T60" fmla="*/ 38 w 105"/>
              <a:gd name="T61" fmla="*/ 102 h 118"/>
              <a:gd name="T62" fmla="*/ 35 w 105"/>
              <a:gd name="T63" fmla="*/ 106 h 118"/>
              <a:gd name="T64" fmla="*/ 40 w 105"/>
              <a:gd name="T65" fmla="*/ 110 h 118"/>
              <a:gd name="T66" fmla="*/ 42 w 105"/>
              <a:gd name="T67" fmla="*/ 110 h 118"/>
              <a:gd name="T68" fmla="*/ 64 w 105"/>
              <a:gd name="T69" fmla="*/ 104 h 118"/>
              <a:gd name="T70" fmla="*/ 64 w 105"/>
              <a:gd name="T71" fmla="*/ 104 h 118"/>
              <a:gd name="T72" fmla="*/ 65 w 105"/>
              <a:gd name="T73" fmla="*/ 104 h 118"/>
              <a:gd name="T74" fmla="*/ 69 w 105"/>
              <a:gd name="T75" fmla="*/ 108 h 118"/>
              <a:gd name="T76" fmla="*/ 67 w 105"/>
              <a:gd name="T77" fmla="*/ 112 h 118"/>
              <a:gd name="T78" fmla="*/ 45 w 105"/>
              <a:gd name="T7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8">
                <a:moveTo>
                  <a:pt x="34" y="92"/>
                </a:moveTo>
                <a:cubicBezTo>
                  <a:pt x="34" y="87"/>
                  <a:pt x="32" y="81"/>
                  <a:pt x="25" y="71"/>
                </a:cubicBezTo>
                <a:cubicBezTo>
                  <a:pt x="22" y="65"/>
                  <a:pt x="20" y="59"/>
                  <a:pt x="20" y="53"/>
                </a:cubicBezTo>
                <a:cubicBezTo>
                  <a:pt x="20" y="35"/>
                  <a:pt x="34" y="20"/>
                  <a:pt x="52" y="20"/>
                </a:cubicBezTo>
                <a:cubicBezTo>
                  <a:pt x="70" y="20"/>
                  <a:pt x="85" y="35"/>
                  <a:pt x="85" y="53"/>
                </a:cubicBezTo>
                <a:cubicBezTo>
                  <a:pt x="85" y="59"/>
                  <a:pt x="83" y="65"/>
                  <a:pt x="80" y="71"/>
                </a:cubicBezTo>
                <a:cubicBezTo>
                  <a:pt x="74" y="79"/>
                  <a:pt x="72" y="84"/>
                  <a:pt x="71" y="88"/>
                </a:cubicBezTo>
                <a:moveTo>
                  <a:pt x="52" y="33"/>
                </a:moveTo>
                <a:cubicBezTo>
                  <a:pt x="42" y="33"/>
                  <a:pt x="33" y="41"/>
                  <a:pt x="33" y="52"/>
                </a:cubicBezTo>
                <a:cubicBezTo>
                  <a:pt x="33" y="63"/>
                  <a:pt x="42" y="72"/>
                  <a:pt x="52" y="72"/>
                </a:cubicBezTo>
                <a:cubicBezTo>
                  <a:pt x="63" y="72"/>
                  <a:pt x="72" y="63"/>
                  <a:pt x="72" y="52"/>
                </a:cubicBezTo>
                <a:cubicBezTo>
                  <a:pt x="72" y="41"/>
                  <a:pt x="63" y="33"/>
                  <a:pt x="52" y="33"/>
                </a:cubicBezTo>
                <a:close/>
                <a:moveTo>
                  <a:pt x="45" y="55"/>
                </a:moveTo>
                <a:cubicBezTo>
                  <a:pt x="50" y="62"/>
                  <a:pt x="50" y="62"/>
                  <a:pt x="50" y="62"/>
                </a:cubicBezTo>
                <a:cubicBezTo>
                  <a:pt x="60" y="46"/>
                  <a:pt x="60" y="46"/>
                  <a:pt x="60" y="46"/>
                </a:cubicBezTo>
                <a:moveTo>
                  <a:pt x="52" y="10"/>
                </a:moveTo>
                <a:cubicBezTo>
                  <a:pt x="52" y="0"/>
                  <a:pt x="52" y="0"/>
                  <a:pt x="52" y="0"/>
                </a:cubicBezTo>
                <a:moveTo>
                  <a:pt x="31" y="16"/>
                </a:moveTo>
                <a:cubicBezTo>
                  <a:pt x="26" y="7"/>
                  <a:pt x="26" y="7"/>
                  <a:pt x="26" y="7"/>
                </a:cubicBezTo>
                <a:moveTo>
                  <a:pt x="7" y="26"/>
                </a:moveTo>
                <a:cubicBezTo>
                  <a:pt x="16" y="31"/>
                  <a:pt x="16" y="31"/>
                  <a:pt x="16" y="31"/>
                </a:cubicBezTo>
                <a:moveTo>
                  <a:pt x="0" y="52"/>
                </a:moveTo>
                <a:cubicBezTo>
                  <a:pt x="10" y="52"/>
                  <a:pt x="10" y="52"/>
                  <a:pt x="10" y="52"/>
                </a:cubicBezTo>
                <a:moveTo>
                  <a:pt x="79" y="7"/>
                </a:moveTo>
                <a:cubicBezTo>
                  <a:pt x="73" y="16"/>
                  <a:pt x="73" y="16"/>
                  <a:pt x="73" y="16"/>
                </a:cubicBezTo>
                <a:moveTo>
                  <a:pt x="98" y="26"/>
                </a:moveTo>
                <a:cubicBezTo>
                  <a:pt x="89" y="31"/>
                  <a:pt x="89" y="31"/>
                  <a:pt x="89" y="31"/>
                </a:cubicBezTo>
                <a:moveTo>
                  <a:pt x="95" y="52"/>
                </a:moveTo>
                <a:cubicBezTo>
                  <a:pt x="105" y="52"/>
                  <a:pt x="105" y="52"/>
                  <a:pt x="105" y="52"/>
                </a:cubicBezTo>
                <a:moveTo>
                  <a:pt x="64" y="95"/>
                </a:moveTo>
                <a:cubicBezTo>
                  <a:pt x="64" y="95"/>
                  <a:pt x="38" y="102"/>
                  <a:pt x="38" y="102"/>
                </a:cubicBezTo>
                <a:cubicBezTo>
                  <a:pt x="37" y="103"/>
                  <a:pt x="35" y="104"/>
                  <a:pt x="35" y="106"/>
                </a:cubicBezTo>
                <a:cubicBezTo>
                  <a:pt x="35" y="109"/>
                  <a:pt x="37" y="110"/>
                  <a:pt x="40" y="110"/>
                </a:cubicBezTo>
                <a:cubicBezTo>
                  <a:pt x="40" y="110"/>
                  <a:pt x="42" y="110"/>
                  <a:pt x="42" y="110"/>
                </a:cubicBezTo>
                <a:cubicBezTo>
                  <a:pt x="64" y="104"/>
                  <a:pt x="64" y="104"/>
                  <a:pt x="64" y="104"/>
                </a:cubicBezTo>
                <a:cubicBezTo>
                  <a:pt x="64" y="104"/>
                  <a:pt x="64" y="104"/>
                  <a:pt x="64" y="104"/>
                </a:cubicBezTo>
                <a:cubicBezTo>
                  <a:pt x="65" y="104"/>
                  <a:pt x="65" y="104"/>
                  <a:pt x="65" y="104"/>
                </a:cubicBezTo>
                <a:cubicBezTo>
                  <a:pt x="68" y="104"/>
                  <a:pt x="69" y="106"/>
                  <a:pt x="69" y="108"/>
                </a:cubicBezTo>
                <a:cubicBezTo>
                  <a:pt x="69" y="110"/>
                  <a:pt x="68" y="111"/>
                  <a:pt x="67" y="112"/>
                </a:cubicBezTo>
                <a:cubicBezTo>
                  <a:pt x="45" y="118"/>
                  <a:pt x="45" y="118"/>
                  <a:pt x="45" y="118"/>
                </a:cubicBezTo>
              </a:path>
            </a:pathLst>
          </a:custGeom>
          <a:noFill/>
          <a:ln w="11113"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33" name="Freeform 67">
            <a:extLst>
              <a:ext uri="{FF2B5EF4-FFF2-40B4-BE49-F238E27FC236}">
                <a16:creationId xmlns:a16="http://schemas.microsoft.com/office/drawing/2014/main" id="{09DB155B-5DDD-4563-8C39-AA3D8773B867}"/>
              </a:ext>
            </a:extLst>
          </p:cNvPr>
          <p:cNvSpPr>
            <a:spLocks noEditPoints="1"/>
          </p:cNvSpPr>
          <p:nvPr/>
        </p:nvSpPr>
        <p:spPr bwMode="auto">
          <a:xfrm>
            <a:off x="8147051" y="1249363"/>
            <a:ext cx="436563" cy="452438"/>
          </a:xfrm>
          <a:custGeom>
            <a:avLst/>
            <a:gdLst>
              <a:gd name="T0" fmla="*/ 43 w 116"/>
              <a:gd name="T1" fmla="*/ 12 h 120"/>
              <a:gd name="T2" fmla="*/ 101 w 116"/>
              <a:gd name="T3" fmla="*/ 48 h 120"/>
              <a:gd name="T4" fmla="*/ 116 w 116"/>
              <a:gd name="T5" fmla="*/ 77 h 120"/>
              <a:gd name="T6" fmla="*/ 104 w 116"/>
              <a:gd name="T7" fmla="*/ 77 h 120"/>
              <a:gd name="T8" fmla="*/ 104 w 116"/>
              <a:gd name="T9" fmla="*/ 97 h 120"/>
              <a:gd name="T10" fmla="*/ 97 w 116"/>
              <a:gd name="T11" fmla="*/ 103 h 120"/>
              <a:gd name="T12" fmla="*/ 84 w 116"/>
              <a:gd name="T13" fmla="*/ 103 h 120"/>
              <a:gd name="T14" fmla="*/ 84 w 116"/>
              <a:gd name="T15" fmla="*/ 120 h 120"/>
              <a:gd name="T16" fmla="*/ 31 w 116"/>
              <a:gd name="T17" fmla="*/ 120 h 120"/>
              <a:gd name="T18" fmla="*/ 31 w 116"/>
              <a:gd name="T19" fmla="*/ 103 h 120"/>
              <a:gd name="T20" fmla="*/ 25 w 116"/>
              <a:gd name="T21" fmla="*/ 91 h 120"/>
              <a:gd name="T22" fmla="*/ 64 w 116"/>
              <a:gd name="T23" fmla="*/ 54 h 120"/>
              <a:gd name="T24" fmla="*/ 64 w 116"/>
              <a:gd name="T25" fmla="*/ 46 h 120"/>
              <a:gd name="T26" fmla="*/ 55 w 116"/>
              <a:gd name="T27" fmla="*/ 43 h 120"/>
              <a:gd name="T28" fmla="*/ 54 w 116"/>
              <a:gd name="T29" fmla="*/ 39 h 120"/>
              <a:gd name="T30" fmla="*/ 58 w 116"/>
              <a:gd name="T31" fmla="*/ 30 h 120"/>
              <a:gd name="T32" fmla="*/ 52 w 116"/>
              <a:gd name="T33" fmla="*/ 25 h 120"/>
              <a:gd name="T34" fmla="*/ 43 w 116"/>
              <a:gd name="T35" fmla="*/ 28 h 120"/>
              <a:gd name="T36" fmla="*/ 40 w 116"/>
              <a:gd name="T37" fmla="*/ 27 h 120"/>
              <a:gd name="T38" fmla="*/ 36 w 116"/>
              <a:gd name="T39" fmla="*/ 18 h 120"/>
              <a:gd name="T40" fmla="*/ 28 w 116"/>
              <a:gd name="T41" fmla="*/ 18 h 120"/>
              <a:gd name="T42" fmla="*/ 24 w 116"/>
              <a:gd name="T43" fmla="*/ 27 h 120"/>
              <a:gd name="T44" fmla="*/ 21 w 116"/>
              <a:gd name="T45" fmla="*/ 28 h 120"/>
              <a:gd name="T46" fmla="*/ 12 w 116"/>
              <a:gd name="T47" fmla="*/ 25 h 120"/>
              <a:gd name="T48" fmla="*/ 6 w 116"/>
              <a:gd name="T49" fmla="*/ 30 h 120"/>
              <a:gd name="T50" fmla="*/ 10 w 116"/>
              <a:gd name="T51" fmla="*/ 39 h 120"/>
              <a:gd name="T52" fmla="*/ 9 w 116"/>
              <a:gd name="T53" fmla="*/ 43 h 120"/>
              <a:gd name="T54" fmla="*/ 0 w 116"/>
              <a:gd name="T55" fmla="*/ 46 h 120"/>
              <a:gd name="T56" fmla="*/ 0 w 116"/>
              <a:gd name="T57" fmla="*/ 54 h 120"/>
              <a:gd name="T58" fmla="*/ 9 w 116"/>
              <a:gd name="T59" fmla="*/ 58 h 120"/>
              <a:gd name="T60" fmla="*/ 10 w 116"/>
              <a:gd name="T61" fmla="*/ 61 h 120"/>
              <a:gd name="T62" fmla="*/ 6 w 116"/>
              <a:gd name="T63" fmla="*/ 70 h 120"/>
              <a:gd name="T64" fmla="*/ 12 w 116"/>
              <a:gd name="T65" fmla="*/ 76 h 120"/>
              <a:gd name="T66" fmla="*/ 21 w 116"/>
              <a:gd name="T67" fmla="*/ 72 h 120"/>
              <a:gd name="T68" fmla="*/ 24 w 116"/>
              <a:gd name="T69" fmla="*/ 73 h 120"/>
              <a:gd name="T70" fmla="*/ 28 w 116"/>
              <a:gd name="T71" fmla="*/ 83 h 120"/>
              <a:gd name="T72" fmla="*/ 36 w 116"/>
              <a:gd name="T73" fmla="*/ 83 h 120"/>
              <a:gd name="T74" fmla="*/ 40 w 116"/>
              <a:gd name="T75" fmla="*/ 73 h 120"/>
              <a:gd name="T76" fmla="*/ 43 w 116"/>
              <a:gd name="T77" fmla="*/ 72 h 120"/>
              <a:gd name="T78" fmla="*/ 52 w 116"/>
              <a:gd name="T79" fmla="*/ 76 h 120"/>
              <a:gd name="T80" fmla="*/ 58 w 116"/>
              <a:gd name="T81" fmla="*/ 70 h 120"/>
              <a:gd name="T82" fmla="*/ 54 w 116"/>
              <a:gd name="T83" fmla="*/ 61 h 120"/>
              <a:gd name="T84" fmla="*/ 55 w 116"/>
              <a:gd name="T85" fmla="*/ 58 h 120"/>
              <a:gd name="T86" fmla="*/ 64 w 116"/>
              <a:gd name="T87" fmla="*/ 54 h 120"/>
              <a:gd name="T88" fmla="*/ 32 w 116"/>
              <a:gd name="T89" fmla="*/ 37 h 120"/>
              <a:gd name="T90" fmla="*/ 18 w 116"/>
              <a:gd name="T91" fmla="*/ 50 h 120"/>
              <a:gd name="T92" fmla="*/ 32 w 116"/>
              <a:gd name="T93" fmla="*/ 64 h 120"/>
              <a:gd name="T94" fmla="*/ 46 w 116"/>
              <a:gd name="T95" fmla="*/ 50 h 120"/>
              <a:gd name="T96" fmla="*/ 32 w 116"/>
              <a:gd name="T97" fmla="*/ 37 h 120"/>
              <a:gd name="T98" fmla="*/ 84 w 116"/>
              <a:gd name="T99" fmla="*/ 103 h 120"/>
              <a:gd name="T100" fmla="*/ 77 w 116"/>
              <a:gd name="T101" fmla="*/ 10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6" h="120">
                <a:moveTo>
                  <a:pt x="43" y="12"/>
                </a:moveTo>
                <a:cubicBezTo>
                  <a:pt x="107" y="0"/>
                  <a:pt x="101" y="48"/>
                  <a:pt x="101" y="48"/>
                </a:cubicBezTo>
                <a:cubicBezTo>
                  <a:pt x="116" y="77"/>
                  <a:pt x="116" y="77"/>
                  <a:pt x="116" y="77"/>
                </a:cubicBezTo>
                <a:cubicBezTo>
                  <a:pt x="104" y="77"/>
                  <a:pt x="104" y="77"/>
                  <a:pt x="104" y="77"/>
                </a:cubicBezTo>
                <a:cubicBezTo>
                  <a:pt x="104" y="97"/>
                  <a:pt x="104" y="97"/>
                  <a:pt x="104" y="97"/>
                </a:cubicBezTo>
                <a:cubicBezTo>
                  <a:pt x="104" y="101"/>
                  <a:pt x="101" y="103"/>
                  <a:pt x="97" y="103"/>
                </a:cubicBezTo>
                <a:cubicBezTo>
                  <a:pt x="84" y="103"/>
                  <a:pt x="84" y="103"/>
                  <a:pt x="84" y="103"/>
                </a:cubicBezTo>
                <a:cubicBezTo>
                  <a:pt x="84" y="120"/>
                  <a:pt x="84" y="120"/>
                  <a:pt x="84" y="120"/>
                </a:cubicBezTo>
                <a:moveTo>
                  <a:pt x="31" y="120"/>
                </a:moveTo>
                <a:cubicBezTo>
                  <a:pt x="31" y="103"/>
                  <a:pt x="31" y="103"/>
                  <a:pt x="31" y="103"/>
                </a:cubicBezTo>
                <a:cubicBezTo>
                  <a:pt x="25" y="91"/>
                  <a:pt x="25" y="91"/>
                  <a:pt x="25" y="91"/>
                </a:cubicBezTo>
                <a:moveTo>
                  <a:pt x="64" y="54"/>
                </a:moveTo>
                <a:cubicBezTo>
                  <a:pt x="64" y="46"/>
                  <a:pt x="64" y="46"/>
                  <a:pt x="64" y="46"/>
                </a:cubicBezTo>
                <a:cubicBezTo>
                  <a:pt x="55" y="43"/>
                  <a:pt x="55" y="43"/>
                  <a:pt x="55" y="43"/>
                </a:cubicBezTo>
                <a:cubicBezTo>
                  <a:pt x="55" y="41"/>
                  <a:pt x="54" y="40"/>
                  <a:pt x="54" y="39"/>
                </a:cubicBezTo>
                <a:cubicBezTo>
                  <a:pt x="58" y="30"/>
                  <a:pt x="58" y="30"/>
                  <a:pt x="58" y="30"/>
                </a:cubicBezTo>
                <a:cubicBezTo>
                  <a:pt x="52" y="25"/>
                  <a:pt x="52" y="25"/>
                  <a:pt x="52" y="25"/>
                </a:cubicBezTo>
                <a:cubicBezTo>
                  <a:pt x="43" y="28"/>
                  <a:pt x="43" y="28"/>
                  <a:pt x="43" y="28"/>
                </a:cubicBezTo>
                <a:cubicBezTo>
                  <a:pt x="42" y="28"/>
                  <a:pt x="41" y="28"/>
                  <a:pt x="40" y="27"/>
                </a:cubicBezTo>
                <a:cubicBezTo>
                  <a:pt x="36" y="18"/>
                  <a:pt x="36" y="18"/>
                  <a:pt x="36" y="18"/>
                </a:cubicBezTo>
                <a:cubicBezTo>
                  <a:pt x="28" y="18"/>
                  <a:pt x="28" y="18"/>
                  <a:pt x="28" y="18"/>
                </a:cubicBezTo>
                <a:cubicBezTo>
                  <a:pt x="24" y="27"/>
                  <a:pt x="24" y="27"/>
                  <a:pt x="24" y="27"/>
                </a:cubicBezTo>
                <a:cubicBezTo>
                  <a:pt x="23" y="28"/>
                  <a:pt x="22" y="28"/>
                  <a:pt x="21" y="28"/>
                </a:cubicBezTo>
                <a:cubicBezTo>
                  <a:pt x="12" y="25"/>
                  <a:pt x="12" y="25"/>
                  <a:pt x="12" y="25"/>
                </a:cubicBezTo>
                <a:cubicBezTo>
                  <a:pt x="6" y="30"/>
                  <a:pt x="6" y="30"/>
                  <a:pt x="6" y="30"/>
                </a:cubicBezTo>
                <a:cubicBezTo>
                  <a:pt x="10" y="39"/>
                  <a:pt x="10" y="39"/>
                  <a:pt x="10" y="39"/>
                </a:cubicBezTo>
                <a:cubicBezTo>
                  <a:pt x="10" y="40"/>
                  <a:pt x="9" y="41"/>
                  <a:pt x="9" y="43"/>
                </a:cubicBezTo>
                <a:cubicBezTo>
                  <a:pt x="0" y="46"/>
                  <a:pt x="0" y="46"/>
                  <a:pt x="0" y="46"/>
                </a:cubicBezTo>
                <a:cubicBezTo>
                  <a:pt x="0" y="54"/>
                  <a:pt x="0" y="54"/>
                  <a:pt x="0" y="54"/>
                </a:cubicBezTo>
                <a:cubicBezTo>
                  <a:pt x="9" y="58"/>
                  <a:pt x="9" y="58"/>
                  <a:pt x="9" y="58"/>
                </a:cubicBezTo>
                <a:cubicBezTo>
                  <a:pt x="9" y="59"/>
                  <a:pt x="10" y="60"/>
                  <a:pt x="10" y="61"/>
                </a:cubicBezTo>
                <a:cubicBezTo>
                  <a:pt x="6" y="70"/>
                  <a:pt x="6" y="70"/>
                  <a:pt x="6" y="70"/>
                </a:cubicBezTo>
                <a:cubicBezTo>
                  <a:pt x="12" y="76"/>
                  <a:pt x="12" y="76"/>
                  <a:pt x="12" y="76"/>
                </a:cubicBezTo>
                <a:cubicBezTo>
                  <a:pt x="21" y="72"/>
                  <a:pt x="21" y="72"/>
                  <a:pt x="21" y="72"/>
                </a:cubicBezTo>
                <a:cubicBezTo>
                  <a:pt x="22" y="73"/>
                  <a:pt x="23" y="73"/>
                  <a:pt x="24" y="73"/>
                </a:cubicBezTo>
                <a:cubicBezTo>
                  <a:pt x="28" y="83"/>
                  <a:pt x="28" y="83"/>
                  <a:pt x="28" y="83"/>
                </a:cubicBezTo>
                <a:cubicBezTo>
                  <a:pt x="36" y="83"/>
                  <a:pt x="36" y="83"/>
                  <a:pt x="36" y="83"/>
                </a:cubicBezTo>
                <a:cubicBezTo>
                  <a:pt x="40" y="73"/>
                  <a:pt x="40" y="73"/>
                  <a:pt x="40" y="73"/>
                </a:cubicBezTo>
                <a:cubicBezTo>
                  <a:pt x="41" y="73"/>
                  <a:pt x="42" y="73"/>
                  <a:pt x="43" y="72"/>
                </a:cubicBezTo>
                <a:cubicBezTo>
                  <a:pt x="52" y="76"/>
                  <a:pt x="52" y="76"/>
                  <a:pt x="52" y="76"/>
                </a:cubicBezTo>
                <a:cubicBezTo>
                  <a:pt x="58" y="70"/>
                  <a:pt x="58" y="70"/>
                  <a:pt x="58" y="70"/>
                </a:cubicBezTo>
                <a:cubicBezTo>
                  <a:pt x="54" y="61"/>
                  <a:pt x="54" y="61"/>
                  <a:pt x="54" y="61"/>
                </a:cubicBezTo>
                <a:cubicBezTo>
                  <a:pt x="54" y="60"/>
                  <a:pt x="55" y="59"/>
                  <a:pt x="55" y="58"/>
                </a:cubicBezTo>
                <a:lnTo>
                  <a:pt x="64" y="54"/>
                </a:lnTo>
                <a:close/>
                <a:moveTo>
                  <a:pt x="32" y="37"/>
                </a:moveTo>
                <a:cubicBezTo>
                  <a:pt x="24" y="37"/>
                  <a:pt x="18" y="43"/>
                  <a:pt x="18" y="50"/>
                </a:cubicBezTo>
                <a:cubicBezTo>
                  <a:pt x="18" y="58"/>
                  <a:pt x="24" y="64"/>
                  <a:pt x="32" y="64"/>
                </a:cubicBezTo>
                <a:cubicBezTo>
                  <a:pt x="40" y="64"/>
                  <a:pt x="46" y="58"/>
                  <a:pt x="46" y="50"/>
                </a:cubicBezTo>
                <a:cubicBezTo>
                  <a:pt x="46" y="43"/>
                  <a:pt x="40" y="37"/>
                  <a:pt x="32" y="37"/>
                </a:cubicBezTo>
                <a:close/>
                <a:moveTo>
                  <a:pt x="84" y="103"/>
                </a:moveTo>
                <a:cubicBezTo>
                  <a:pt x="77" y="103"/>
                  <a:pt x="77" y="103"/>
                  <a:pt x="77" y="103"/>
                </a:cubicBezTo>
              </a:path>
            </a:pathLst>
          </a:custGeom>
          <a:noFill/>
          <a:ln w="11113"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34" name="Freeform 68">
            <a:extLst>
              <a:ext uri="{FF2B5EF4-FFF2-40B4-BE49-F238E27FC236}">
                <a16:creationId xmlns:a16="http://schemas.microsoft.com/office/drawing/2014/main" id="{30FF41AA-E46C-4563-AC30-41B5240810B8}"/>
              </a:ext>
            </a:extLst>
          </p:cNvPr>
          <p:cNvSpPr>
            <a:spLocks noEditPoints="1"/>
          </p:cNvSpPr>
          <p:nvPr/>
        </p:nvSpPr>
        <p:spPr bwMode="auto">
          <a:xfrm>
            <a:off x="3521076" y="1331913"/>
            <a:ext cx="576263" cy="325438"/>
          </a:xfrm>
          <a:custGeom>
            <a:avLst/>
            <a:gdLst>
              <a:gd name="T0" fmla="*/ 36 w 153"/>
              <a:gd name="T1" fmla="*/ 71 h 86"/>
              <a:gd name="T2" fmla="*/ 36 w 153"/>
              <a:gd name="T3" fmla="*/ 64 h 86"/>
              <a:gd name="T4" fmla="*/ 45 w 153"/>
              <a:gd name="T5" fmla="*/ 56 h 86"/>
              <a:gd name="T6" fmla="*/ 50 w 153"/>
              <a:gd name="T7" fmla="*/ 60 h 86"/>
              <a:gd name="T8" fmla="*/ 43 w 153"/>
              <a:gd name="T9" fmla="*/ 70 h 86"/>
              <a:gd name="T10" fmla="*/ 93 w 153"/>
              <a:gd name="T11" fmla="*/ 63 h 86"/>
              <a:gd name="T12" fmla="*/ 112 w 153"/>
              <a:gd name="T13" fmla="*/ 71 h 86"/>
              <a:gd name="T14" fmla="*/ 113 w 153"/>
              <a:gd name="T15" fmla="*/ 63 h 86"/>
              <a:gd name="T16" fmla="*/ 94 w 153"/>
              <a:gd name="T17" fmla="*/ 77 h 86"/>
              <a:gd name="T18" fmla="*/ 102 w 153"/>
              <a:gd name="T19" fmla="*/ 77 h 86"/>
              <a:gd name="T20" fmla="*/ 104 w 153"/>
              <a:gd name="T21" fmla="*/ 71 h 86"/>
              <a:gd name="T22" fmla="*/ 84 w 153"/>
              <a:gd name="T23" fmla="*/ 83 h 86"/>
              <a:gd name="T24" fmla="*/ 92 w 153"/>
              <a:gd name="T25" fmla="*/ 83 h 86"/>
              <a:gd name="T26" fmla="*/ 94 w 153"/>
              <a:gd name="T27" fmla="*/ 77 h 86"/>
              <a:gd name="T28" fmla="*/ 72 w 153"/>
              <a:gd name="T29" fmla="*/ 85 h 86"/>
              <a:gd name="T30" fmla="*/ 82 w 153"/>
              <a:gd name="T31" fmla="*/ 84 h 86"/>
              <a:gd name="T32" fmla="*/ 49 w 153"/>
              <a:gd name="T33" fmla="*/ 77 h 86"/>
              <a:gd name="T34" fmla="*/ 59 w 153"/>
              <a:gd name="T35" fmla="*/ 59 h 86"/>
              <a:gd name="T36" fmla="*/ 53 w 153"/>
              <a:gd name="T37" fmla="*/ 59 h 86"/>
              <a:gd name="T38" fmla="*/ 42 w 153"/>
              <a:gd name="T39" fmla="*/ 77 h 86"/>
              <a:gd name="T40" fmla="*/ 49 w 153"/>
              <a:gd name="T41" fmla="*/ 77 h 86"/>
              <a:gd name="T42" fmla="*/ 67 w 153"/>
              <a:gd name="T43" fmla="*/ 70 h 86"/>
              <a:gd name="T44" fmla="*/ 63 w 153"/>
              <a:gd name="T45" fmla="*/ 63 h 86"/>
              <a:gd name="T46" fmla="*/ 51 w 153"/>
              <a:gd name="T47" fmla="*/ 75 h 86"/>
              <a:gd name="T48" fmla="*/ 55 w 153"/>
              <a:gd name="T49" fmla="*/ 83 h 86"/>
              <a:gd name="T50" fmla="*/ 71 w 153"/>
              <a:gd name="T51" fmla="*/ 80 h 86"/>
              <a:gd name="T52" fmla="*/ 72 w 153"/>
              <a:gd name="T53" fmla="*/ 72 h 86"/>
              <a:gd name="T54" fmla="*/ 65 w 153"/>
              <a:gd name="T55" fmla="*/ 72 h 86"/>
              <a:gd name="T56" fmla="*/ 60 w 153"/>
              <a:gd name="T57" fmla="*/ 85 h 86"/>
              <a:gd name="T58" fmla="*/ 67 w 153"/>
              <a:gd name="T59" fmla="*/ 85 h 86"/>
              <a:gd name="T60" fmla="*/ 131 w 153"/>
              <a:gd name="T61" fmla="*/ 1 h 86"/>
              <a:gd name="T62" fmla="*/ 127 w 153"/>
              <a:gd name="T63" fmla="*/ 52 h 86"/>
              <a:gd name="T64" fmla="*/ 153 w 153"/>
              <a:gd name="T65" fmla="*/ 41 h 86"/>
              <a:gd name="T66" fmla="*/ 83 w 153"/>
              <a:gd name="T67" fmla="*/ 22 h 86"/>
              <a:gd name="T68" fmla="*/ 76 w 153"/>
              <a:gd name="T69" fmla="*/ 23 h 86"/>
              <a:gd name="T70" fmla="*/ 53 w 153"/>
              <a:gd name="T71" fmla="*/ 34 h 86"/>
              <a:gd name="T72" fmla="*/ 73 w 153"/>
              <a:gd name="T73" fmla="*/ 39 h 86"/>
              <a:gd name="T74" fmla="*/ 113 w 153"/>
              <a:gd name="T75" fmla="*/ 63 h 86"/>
              <a:gd name="T76" fmla="*/ 119 w 153"/>
              <a:gd name="T77" fmla="*/ 54 h 86"/>
              <a:gd name="T78" fmla="*/ 113 w 153"/>
              <a:gd name="T79" fmla="*/ 63 h 86"/>
              <a:gd name="T80" fmla="*/ 39 w 153"/>
              <a:gd name="T81" fmla="*/ 62 h 86"/>
              <a:gd name="T82" fmla="*/ 22 w 153"/>
              <a:gd name="T83" fmla="*/ 57 h 86"/>
              <a:gd name="T84" fmla="*/ 32 w 153"/>
              <a:gd name="T85" fmla="*/ 0 h 86"/>
              <a:gd name="T86" fmla="*/ 37 w 153"/>
              <a:gd name="T87" fmla="*/ 63 h 86"/>
              <a:gd name="T88" fmla="*/ 51 w 153"/>
              <a:gd name="T89" fmla="*/ 2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 h="86">
                <a:moveTo>
                  <a:pt x="40" y="72"/>
                </a:moveTo>
                <a:cubicBezTo>
                  <a:pt x="39" y="72"/>
                  <a:pt x="37" y="71"/>
                  <a:pt x="36" y="71"/>
                </a:cubicBezTo>
                <a:cubicBezTo>
                  <a:pt x="35" y="70"/>
                  <a:pt x="35" y="69"/>
                  <a:pt x="35" y="67"/>
                </a:cubicBezTo>
                <a:cubicBezTo>
                  <a:pt x="35" y="66"/>
                  <a:pt x="35" y="65"/>
                  <a:pt x="36" y="64"/>
                </a:cubicBezTo>
                <a:cubicBezTo>
                  <a:pt x="42" y="57"/>
                  <a:pt x="42" y="57"/>
                  <a:pt x="42" y="57"/>
                </a:cubicBezTo>
                <a:cubicBezTo>
                  <a:pt x="43" y="57"/>
                  <a:pt x="44" y="56"/>
                  <a:pt x="45" y="56"/>
                </a:cubicBezTo>
                <a:cubicBezTo>
                  <a:pt x="46" y="56"/>
                  <a:pt x="47" y="56"/>
                  <a:pt x="48" y="57"/>
                </a:cubicBezTo>
                <a:cubicBezTo>
                  <a:pt x="49" y="58"/>
                  <a:pt x="50" y="59"/>
                  <a:pt x="50" y="60"/>
                </a:cubicBezTo>
                <a:cubicBezTo>
                  <a:pt x="50" y="62"/>
                  <a:pt x="50" y="63"/>
                  <a:pt x="49" y="64"/>
                </a:cubicBezTo>
                <a:cubicBezTo>
                  <a:pt x="43" y="70"/>
                  <a:pt x="43" y="70"/>
                  <a:pt x="43" y="70"/>
                </a:cubicBezTo>
                <a:cubicBezTo>
                  <a:pt x="42" y="71"/>
                  <a:pt x="41" y="72"/>
                  <a:pt x="40" y="72"/>
                </a:cubicBezTo>
                <a:close/>
                <a:moveTo>
                  <a:pt x="93" y="63"/>
                </a:moveTo>
                <a:cubicBezTo>
                  <a:pt x="93" y="63"/>
                  <a:pt x="104" y="72"/>
                  <a:pt x="107" y="72"/>
                </a:cubicBezTo>
                <a:cubicBezTo>
                  <a:pt x="110" y="73"/>
                  <a:pt x="110" y="72"/>
                  <a:pt x="112" y="71"/>
                </a:cubicBezTo>
                <a:cubicBezTo>
                  <a:pt x="113" y="70"/>
                  <a:pt x="114" y="68"/>
                  <a:pt x="114" y="66"/>
                </a:cubicBezTo>
                <a:cubicBezTo>
                  <a:pt x="114" y="65"/>
                  <a:pt x="113" y="64"/>
                  <a:pt x="113" y="63"/>
                </a:cubicBezTo>
                <a:moveTo>
                  <a:pt x="84" y="69"/>
                </a:moveTo>
                <a:cubicBezTo>
                  <a:pt x="94" y="77"/>
                  <a:pt x="94" y="77"/>
                  <a:pt x="94" y="77"/>
                </a:cubicBezTo>
                <a:cubicBezTo>
                  <a:pt x="95" y="78"/>
                  <a:pt x="96" y="79"/>
                  <a:pt x="98" y="79"/>
                </a:cubicBezTo>
                <a:cubicBezTo>
                  <a:pt x="100" y="79"/>
                  <a:pt x="101" y="78"/>
                  <a:pt x="102" y="77"/>
                </a:cubicBezTo>
                <a:cubicBezTo>
                  <a:pt x="104" y="76"/>
                  <a:pt x="104" y="74"/>
                  <a:pt x="104" y="73"/>
                </a:cubicBezTo>
                <a:cubicBezTo>
                  <a:pt x="104" y="72"/>
                  <a:pt x="104" y="71"/>
                  <a:pt x="104" y="71"/>
                </a:cubicBezTo>
                <a:moveTo>
                  <a:pt x="79" y="79"/>
                </a:moveTo>
                <a:cubicBezTo>
                  <a:pt x="84" y="83"/>
                  <a:pt x="84" y="83"/>
                  <a:pt x="84" y="83"/>
                </a:cubicBezTo>
                <a:cubicBezTo>
                  <a:pt x="85" y="84"/>
                  <a:pt x="86" y="85"/>
                  <a:pt x="88" y="85"/>
                </a:cubicBezTo>
                <a:cubicBezTo>
                  <a:pt x="89" y="85"/>
                  <a:pt x="91" y="84"/>
                  <a:pt x="92" y="83"/>
                </a:cubicBezTo>
                <a:cubicBezTo>
                  <a:pt x="93" y="82"/>
                  <a:pt x="94" y="80"/>
                  <a:pt x="94" y="79"/>
                </a:cubicBezTo>
                <a:cubicBezTo>
                  <a:pt x="94" y="78"/>
                  <a:pt x="94" y="77"/>
                  <a:pt x="94" y="77"/>
                </a:cubicBezTo>
                <a:moveTo>
                  <a:pt x="68" y="83"/>
                </a:moveTo>
                <a:cubicBezTo>
                  <a:pt x="72" y="85"/>
                  <a:pt x="72" y="85"/>
                  <a:pt x="72" y="85"/>
                </a:cubicBezTo>
                <a:cubicBezTo>
                  <a:pt x="73" y="85"/>
                  <a:pt x="75" y="86"/>
                  <a:pt x="77" y="85"/>
                </a:cubicBezTo>
                <a:cubicBezTo>
                  <a:pt x="79" y="85"/>
                  <a:pt x="80" y="85"/>
                  <a:pt x="82" y="84"/>
                </a:cubicBezTo>
                <a:cubicBezTo>
                  <a:pt x="82" y="83"/>
                  <a:pt x="83" y="83"/>
                  <a:pt x="83" y="82"/>
                </a:cubicBezTo>
                <a:moveTo>
                  <a:pt x="49" y="77"/>
                </a:moveTo>
                <a:cubicBezTo>
                  <a:pt x="59" y="65"/>
                  <a:pt x="59" y="65"/>
                  <a:pt x="59" y="65"/>
                </a:cubicBezTo>
                <a:cubicBezTo>
                  <a:pt x="61" y="64"/>
                  <a:pt x="61" y="61"/>
                  <a:pt x="59" y="59"/>
                </a:cubicBezTo>
                <a:cubicBezTo>
                  <a:pt x="58" y="58"/>
                  <a:pt x="57" y="58"/>
                  <a:pt x="55" y="58"/>
                </a:cubicBezTo>
                <a:cubicBezTo>
                  <a:pt x="54" y="58"/>
                  <a:pt x="53" y="58"/>
                  <a:pt x="53" y="59"/>
                </a:cubicBezTo>
                <a:cubicBezTo>
                  <a:pt x="42" y="71"/>
                  <a:pt x="42" y="71"/>
                  <a:pt x="42" y="71"/>
                </a:cubicBezTo>
                <a:cubicBezTo>
                  <a:pt x="40" y="73"/>
                  <a:pt x="41" y="76"/>
                  <a:pt x="42" y="77"/>
                </a:cubicBezTo>
                <a:cubicBezTo>
                  <a:pt x="43" y="78"/>
                  <a:pt x="45" y="79"/>
                  <a:pt x="46" y="79"/>
                </a:cubicBezTo>
                <a:cubicBezTo>
                  <a:pt x="47" y="78"/>
                  <a:pt x="48" y="78"/>
                  <a:pt x="49" y="77"/>
                </a:cubicBezTo>
                <a:close/>
                <a:moveTo>
                  <a:pt x="58" y="81"/>
                </a:moveTo>
                <a:cubicBezTo>
                  <a:pt x="67" y="70"/>
                  <a:pt x="67" y="70"/>
                  <a:pt x="67" y="70"/>
                </a:cubicBezTo>
                <a:cubicBezTo>
                  <a:pt x="69" y="69"/>
                  <a:pt x="69" y="66"/>
                  <a:pt x="67" y="64"/>
                </a:cubicBezTo>
                <a:cubicBezTo>
                  <a:pt x="66" y="63"/>
                  <a:pt x="65" y="63"/>
                  <a:pt x="63" y="63"/>
                </a:cubicBezTo>
                <a:cubicBezTo>
                  <a:pt x="62" y="63"/>
                  <a:pt x="61" y="64"/>
                  <a:pt x="60" y="64"/>
                </a:cubicBezTo>
                <a:cubicBezTo>
                  <a:pt x="51" y="75"/>
                  <a:pt x="51" y="75"/>
                  <a:pt x="51" y="75"/>
                </a:cubicBezTo>
                <a:cubicBezTo>
                  <a:pt x="49" y="77"/>
                  <a:pt x="49" y="80"/>
                  <a:pt x="51" y="82"/>
                </a:cubicBezTo>
                <a:cubicBezTo>
                  <a:pt x="52" y="82"/>
                  <a:pt x="53" y="83"/>
                  <a:pt x="55" y="83"/>
                </a:cubicBezTo>
                <a:cubicBezTo>
                  <a:pt x="56" y="83"/>
                  <a:pt x="57" y="82"/>
                  <a:pt x="58" y="81"/>
                </a:cubicBezTo>
                <a:close/>
                <a:moveTo>
                  <a:pt x="71" y="80"/>
                </a:moveTo>
                <a:cubicBezTo>
                  <a:pt x="72" y="79"/>
                  <a:pt x="72" y="79"/>
                  <a:pt x="72" y="79"/>
                </a:cubicBezTo>
                <a:cubicBezTo>
                  <a:pt x="74" y="77"/>
                  <a:pt x="74" y="74"/>
                  <a:pt x="72" y="72"/>
                </a:cubicBezTo>
                <a:cubicBezTo>
                  <a:pt x="71" y="71"/>
                  <a:pt x="69" y="71"/>
                  <a:pt x="68" y="71"/>
                </a:cubicBezTo>
                <a:cubicBezTo>
                  <a:pt x="67" y="71"/>
                  <a:pt x="66" y="72"/>
                  <a:pt x="65" y="72"/>
                </a:cubicBezTo>
                <a:cubicBezTo>
                  <a:pt x="60" y="79"/>
                  <a:pt x="60" y="79"/>
                  <a:pt x="60" y="79"/>
                </a:cubicBezTo>
                <a:cubicBezTo>
                  <a:pt x="58" y="81"/>
                  <a:pt x="58" y="83"/>
                  <a:pt x="60" y="85"/>
                </a:cubicBezTo>
                <a:cubicBezTo>
                  <a:pt x="61" y="86"/>
                  <a:pt x="63" y="86"/>
                  <a:pt x="64" y="86"/>
                </a:cubicBezTo>
                <a:cubicBezTo>
                  <a:pt x="65" y="86"/>
                  <a:pt x="66" y="86"/>
                  <a:pt x="67" y="85"/>
                </a:cubicBezTo>
                <a:lnTo>
                  <a:pt x="71" y="80"/>
                </a:lnTo>
                <a:close/>
                <a:moveTo>
                  <a:pt x="131" y="1"/>
                </a:moveTo>
                <a:cubicBezTo>
                  <a:pt x="122" y="6"/>
                  <a:pt x="108" y="13"/>
                  <a:pt x="105" y="15"/>
                </a:cubicBezTo>
                <a:cubicBezTo>
                  <a:pt x="107" y="18"/>
                  <a:pt x="116" y="33"/>
                  <a:pt x="127" y="52"/>
                </a:cubicBezTo>
                <a:cubicBezTo>
                  <a:pt x="129" y="54"/>
                  <a:pt x="129" y="54"/>
                  <a:pt x="129" y="54"/>
                </a:cubicBezTo>
                <a:cubicBezTo>
                  <a:pt x="153" y="41"/>
                  <a:pt x="153" y="41"/>
                  <a:pt x="153" y="41"/>
                </a:cubicBezTo>
                <a:moveTo>
                  <a:pt x="109" y="20"/>
                </a:moveTo>
                <a:cubicBezTo>
                  <a:pt x="96" y="15"/>
                  <a:pt x="90" y="22"/>
                  <a:pt x="83" y="22"/>
                </a:cubicBezTo>
                <a:cubicBezTo>
                  <a:pt x="80" y="22"/>
                  <a:pt x="77" y="23"/>
                  <a:pt x="76" y="23"/>
                </a:cubicBezTo>
                <a:cubicBezTo>
                  <a:pt x="76" y="23"/>
                  <a:pt x="76" y="23"/>
                  <a:pt x="76" y="23"/>
                </a:cubicBezTo>
                <a:cubicBezTo>
                  <a:pt x="75" y="23"/>
                  <a:pt x="74" y="23"/>
                  <a:pt x="74" y="23"/>
                </a:cubicBezTo>
                <a:cubicBezTo>
                  <a:pt x="53" y="34"/>
                  <a:pt x="53" y="34"/>
                  <a:pt x="53" y="34"/>
                </a:cubicBezTo>
                <a:cubicBezTo>
                  <a:pt x="43" y="39"/>
                  <a:pt x="53" y="46"/>
                  <a:pt x="56" y="45"/>
                </a:cubicBezTo>
                <a:cubicBezTo>
                  <a:pt x="59" y="44"/>
                  <a:pt x="67" y="41"/>
                  <a:pt x="73" y="39"/>
                </a:cubicBezTo>
                <a:cubicBezTo>
                  <a:pt x="76" y="38"/>
                  <a:pt x="80" y="38"/>
                  <a:pt x="83" y="40"/>
                </a:cubicBezTo>
                <a:cubicBezTo>
                  <a:pt x="92" y="47"/>
                  <a:pt x="111" y="61"/>
                  <a:pt x="113" y="63"/>
                </a:cubicBezTo>
                <a:moveTo>
                  <a:pt x="126" y="50"/>
                </a:moveTo>
                <a:cubicBezTo>
                  <a:pt x="125" y="51"/>
                  <a:pt x="120" y="53"/>
                  <a:pt x="119" y="54"/>
                </a:cubicBezTo>
                <a:cubicBezTo>
                  <a:pt x="119" y="55"/>
                  <a:pt x="118" y="56"/>
                  <a:pt x="117" y="57"/>
                </a:cubicBezTo>
                <a:cubicBezTo>
                  <a:pt x="116" y="59"/>
                  <a:pt x="114" y="62"/>
                  <a:pt x="113" y="63"/>
                </a:cubicBezTo>
                <a:moveTo>
                  <a:pt x="39" y="62"/>
                </a:moveTo>
                <a:cubicBezTo>
                  <a:pt x="39" y="62"/>
                  <a:pt x="39" y="62"/>
                  <a:pt x="39" y="62"/>
                </a:cubicBezTo>
                <a:moveTo>
                  <a:pt x="0" y="39"/>
                </a:moveTo>
                <a:cubicBezTo>
                  <a:pt x="22" y="57"/>
                  <a:pt x="22" y="57"/>
                  <a:pt x="22" y="57"/>
                </a:cubicBezTo>
                <a:cubicBezTo>
                  <a:pt x="53" y="18"/>
                  <a:pt x="53" y="18"/>
                  <a:pt x="53" y="18"/>
                </a:cubicBezTo>
                <a:cubicBezTo>
                  <a:pt x="32" y="0"/>
                  <a:pt x="32" y="0"/>
                  <a:pt x="32" y="0"/>
                </a:cubicBezTo>
                <a:moveTo>
                  <a:pt x="25" y="54"/>
                </a:moveTo>
                <a:cubicBezTo>
                  <a:pt x="31" y="59"/>
                  <a:pt x="37" y="63"/>
                  <a:pt x="37" y="63"/>
                </a:cubicBezTo>
                <a:moveTo>
                  <a:pt x="66" y="27"/>
                </a:moveTo>
                <a:cubicBezTo>
                  <a:pt x="63" y="26"/>
                  <a:pt x="57" y="23"/>
                  <a:pt x="51" y="21"/>
                </a:cubicBezTo>
              </a:path>
            </a:pathLst>
          </a:custGeom>
          <a:noFill/>
          <a:ln w="11113"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35" name="Freeform 69">
            <a:extLst>
              <a:ext uri="{FF2B5EF4-FFF2-40B4-BE49-F238E27FC236}">
                <a16:creationId xmlns:a16="http://schemas.microsoft.com/office/drawing/2014/main" id="{06488855-A1F8-4E15-B5CB-832E6D61FE0E}"/>
              </a:ext>
            </a:extLst>
          </p:cNvPr>
          <p:cNvSpPr>
            <a:spLocks noEditPoints="1"/>
          </p:cNvSpPr>
          <p:nvPr/>
        </p:nvSpPr>
        <p:spPr bwMode="auto">
          <a:xfrm>
            <a:off x="5873751" y="1169988"/>
            <a:ext cx="441325" cy="350838"/>
          </a:xfrm>
          <a:custGeom>
            <a:avLst/>
            <a:gdLst>
              <a:gd name="T0" fmla="*/ 117 w 117"/>
              <a:gd name="T1" fmla="*/ 93 h 93"/>
              <a:gd name="T2" fmla="*/ 0 w 117"/>
              <a:gd name="T3" fmla="*/ 93 h 93"/>
              <a:gd name="T4" fmla="*/ 28 w 117"/>
              <a:gd name="T5" fmla="*/ 68 h 93"/>
              <a:gd name="T6" fmla="*/ 12 w 117"/>
              <a:gd name="T7" fmla="*/ 68 h 93"/>
              <a:gd name="T8" fmla="*/ 12 w 117"/>
              <a:gd name="T9" fmla="*/ 93 h 93"/>
              <a:gd name="T10" fmla="*/ 28 w 117"/>
              <a:gd name="T11" fmla="*/ 93 h 93"/>
              <a:gd name="T12" fmla="*/ 28 w 117"/>
              <a:gd name="T13" fmla="*/ 68 h 93"/>
              <a:gd name="T14" fmla="*/ 54 w 117"/>
              <a:gd name="T15" fmla="*/ 43 h 93"/>
              <a:gd name="T16" fmla="*/ 37 w 117"/>
              <a:gd name="T17" fmla="*/ 43 h 93"/>
              <a:gd name="T18" fmla="*/ 37 w 117"/>
              <a:gd name="T19" fmla="*/ 93 h 93"/>
              <a:gd name="T20" fmla="*/ 54 w 117"/>
              <a:gd name="T21" fmla="*/ 93 h 93"/>
              <a:gd name="T22" fmla="*/ 54 w 117"/>
              <a:gd name="T23" fmla="*/ 43 h 93"/>
              <a:gd name="T24" fmla="*/ 79 w 117"/>
              <a:gd name="T25" fmla="*/ 54 h 93"/>
              <a:gd name="T26" fmla="*/ 63 w 117"/>
              <a:gd name="T27" fmla="*/ 54 h 93"/>
              <a:gd name="T28" fmla="*/ 63 w 117"/>
              <a:gd name="T29" fmla="*/ 93 h 93"/>
              <a:gd name="T30" fmla="*/ 79 w 117"/>
              <a:gd name="T31" fmla="*/ 93 h 93"/>
              <a:gd name="T32" fmla="*/ 79 w 117"/>
              <a:gd name="T33" fmla="*/ 54 h 93"/>
              <a:gd name="T34" fmla="*/ 104 w 117"/>
              <a:gd name="T35" fmla="*/ 29 h 93"/>
              <a:gd name="T36" fmla="*/ 88 w 117"/>
              <a:gd name="T37" fmla="*/ 29 h 93"/>
              <a:gd name="T38" fmla="*/ 88 w 117"/>
              <a:gd name="T39" fmla="*/ 93 h 93"/>
              <a:gd name="T40" fmla="*/ 104 w 117"/>
              <a:gd name="T41" fmla="*/ 93 h 93"/>
              <a:gd name="T42" fmla="*/ 104 w 117"/>
              <a:gd name="T43" fmla="*/ 29 h 93"/>
              <a:gd name="T44" fmla="*/ 20 w 117"/>
              <a:gd name="T45" fmla="*/ 40 h 93"/>
              <a:gd name="T46" fmla="*/ 16 w 117"/>
              <a:gd name="T47" fmla="*/ 45 h 93"/>
              <a:gd name="T48" fmla="*/ 20 w 117"/>
              <a:gd name="T49" fmla="*/ 50 h 93"/>
              <a:gd name="T50" fmla="*/ 25 w 117"/>
              <a:gd name="T51" fmla="*/ 45 h 93"/>
              <a:gd name="T52" fmla="*/ 20 w 117"/>
              <a:gd name="T53" fmla="*/ 40 h 93"/>
              <a:gd name="T54" fmla="*/ 46 w 117"/>
              <a:gd name="T55" fmla="*/ 16 h 93"/>
              <a:gd name="T56" fmla="*/ 41 w 117"/>
              <a:gd name="T57" fmla="*/ 21 h 93"/>
              <a:gd name="T58" fmla="*/ 46 w 117"/>
              <a:gd name="T59" fmla="*/ 26 h 93"/>
              <a:gd name="T60" fmla="*/ 50 w 117"/>
              <a:gd name="T61" fmla="*/ 21 h 93"/>
              <a:gd name="T62" fmla="*/ 46 w 117"/>
              <a:gd name="T63" fmla="*/ 16 h 93"/>
              <a:gd name="T64" fmla="*/ 71 w 117"/>
              <a:gd name="T65" fmla="*/ 29 h 93"/>
              <a:gd name="T66" fmla="*/ 66 w 117"/>
              <a:gd name="T67" fmla="*/ 33 h 93"/>
              <a:gd name="T68" fmla="*/ 71 w 117"/>
              <a:gd name="T69" fmla="*/ 38 h 93"/>
              <a:gd name="T70" fmla="*/ 75 w 117"/>
              <a:gd name="T71" fmla="*/ 33 h 93"/>
              <a:gd name="T72" fmla="*/ 71 w 117"/>
              <a:gd name="T73" fmla="*/ 29 h 93"/>
              <a:gd name="T74" fmla="*/ 96 w 117"/>
              <a:gd name="T75" fmla="*/ 0 h 93"/>
              <a:gd name="T76" fmla="*/ 91 w 117"/>
              <a:gd name="T77" fmla="*/ 4 h 93"/>
              <a:gd name="T78" fmla="*/ 96 w 117"/>
              <a:gd name="T79" fmla="*/ 9 h 93"/>
              <a:gd name="T80" fmla="*/ 101 w 117"/>
              <a:gd name="T81" fmla="*/ 4 h 93"/>
              <a:gd name="T82" fmla="*/ 96 w 117"/>
              <a:gd name="T83" fmla="*/ 0 h 93"/>
              <a:gd name="T84" fmla="*/ 74 w 117"/>
              <a:gd name="T85" fmla="*/ 30 h 93"/>
              <a:gd name="T86" fmla="*/ 93 w 117"/>
              <a:gd name="T87" fmla="*/ 8 h 93"/>
              <a:gd name="T88" fmla="*/ 50 w 117"/>
              <a:gd name="T89" fmla="*/ 23 h 93"/>
              <a:gd name="T90" fmla="*/ 67 w 117"/>
              <a:gd name="T91" fmla="*/ 31 h 93"/>
              <a:gd name="T92" fmla="*/ 42 w 117"/>
              <a:gd name="T93" fmla="*/ 24 h 93"/>
              <a:gd name="T94" fmla="*/ 24 w 117"/>
              <a:gd name="T9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7" h="93">
                <a:moveTo>
                  <a:pt x="117" y="93"/>
                </a:moveTo>
                <a:cubicBezTo>
                  <a:pt x="0" y="93"/>
                  <a:pt x="0" y="93"/>
                  <a:pt x="0" y="93"/>
                </a:cubicBezTo>
                <a:moveTo>
                  <a:pt x="28" y="68"/>
                </a:moveTo>
                <a:cubicBezTo>
                  <a:pt x="12" y="68"/>
                  <a:pt x="12" y="68"/>
                  <a:pt x="12" y="68"/>
                </a:cubicBezTo>
                <a:cubicBezTo>
                  <a:pt x="12" y="93"/>
                  <a:pt x="12" y="93"/>
                  <a:pt x="12" y="93"/>
                </a:cubicBezTo>
                <a:cubicBezTo>
                  <a:pt x="28" y="93"/>
                  <a:pt x="28" y="93"/>
                  <a:pt x="28" y="93"/>
                </a:cubicBezTo>
                <a:lnTo>
                  <a:pt x="28" y="68"/>
                </a:lnTo>
                <a:close/>
                <a:moveTo>
                  <a:pt x="54" y="43"/>
                </a:moveTo>
                <a:cubicBezTo>
                  <a:pt x="37" y="43"/>
                  <a:pt x="37" y="43"/>
                  <a:pt x="37" y="43"/>
                </a:cubicBezTo>
                <a:cubicBezTo>
                  <a:pt x="37" y="93"/>
                  <a:pt x="37" y="93"/>
                  <a:pt x="37" y="93"/>
                </a:cubicBezTo>
                <a:cubicBezTo>
                  <a:pt x="54" y="93"/>
                  <a:pt x="54" y="93"/>
                  <a:pt x="54" y="93"/>
                </a:cubicBezTo>
                <a:lnTo>
                  <a:pt x="54" y="43"/>
                </a:lnTo>
                <a:close/>
                <a:moveTo>
                  <a:pt x="79" y="54"/>
                </a:moveTo>
                <a:cubicBezTo>
                  <a:pt x="63" y="54"/>
                  <a:pt x="63" y="54"/>
                  <a:pt x="63" y="54"/>
                </a:cubicBezTo>
                <a:cubicBezTo>
                  <a:pt x="63" y="93"/>
                  <a:pt x="63" y="93"/>
                  <a:pt x="63" y="93"/>
                </a:cubicBezTo>
                <a:cubicBezTo>
                  <a:pt x="79" y="93"/>
                  <a:pt x="79" y="93"/>
                  <a:pt x="79" y="93"/>
                </a:cubicBezTo>
                <a:lnTo>
                  <a:pt x="79" y="54"/>
                </a:lnTo>
                <a:close/>
                <a:moveTo>
                  <a:pt x="104" y="29"/>
                </a:moveTo>
                <a:cubicBezTo>
                  <a:pt x="88" y="29"/>
                  <a:pt x="88" y="29"/>
                  <a:pt x="88" y="29"/>
                </a:cubicBezTo>
                <a:cubicBezTo>
                  <a:pt x="88" y="93"/>
                  <a:pt x="88" y="93"/>
                  <a:pt x="88" y="93"/>
                </a:cubicBezTo>
                <a:cubicBezTo>
                  <a:pt x="104" y="93"/>
                  <a:pt x="104" y="93"/>
                  <a:pt x="104" y="93"/>
                </a:cubicBezTo>
                <a:lnTo>
                  <a:pt x="104" y="29"/>
                </a:lnTo>
                <a:close/>
                <a:moveTo>
                  <a:pt x="20" y="40"/>
                </a:moveTo>
                <a:cubicBezTo>
                  <a:pt x="18" y="40"/>
                  <a:pt x="16" y="43"/>
                  <a:pt x="16" y="45"/>
                </a:cubicBezTo>
                <a:cubicBezTo>
                  <a:pt x="16" y="48"/>
                  <a:pt x="18" y="50"/>
                  <a:pt x="20" y="50"/>
                </a:cubicBezTo>
                <a:cubicBezTo>
                  <a:pt x="23" y="50"/>
                  <a:pt x="25" y="48"/>
                  <a:pt x="25" y="45"/>
                </a:cubicBezTo>
                <a:cubicBezTo>
                  <a:pt x="25" y="43"/>
                  <a:pt x="23" y="40"/>
                  <a:pt x="20" y="40"/>
                </a:cubicBezTo>
                <a:close/>
                <a:moveTo>
                  <a:pt x="46" y="16"/>
                </a:moveTo>
                <a:cubicBezTo>
                  <a:pt x="43" y="16"/>
                  <a:pt x="41" y="19"/>
                  <a:pt x="41" y="21"/>
                </a:cubicBezTo>
                <a:cubicBezTo>
                  <a:pt x="41" y="24"/>
                  <a:pt x="43" y="26"/>
                  <a:pt x="46" y="26"/>
                </a:cubicBezTo>
                <a:cubicBezTo>
                  <a:pt x="48" y="26"/>
                  <a:pt x="50" y="24"/>
                  <a:pt x="50" y="21"/>
                </a:cubicBezTo>
                <a:cubicBezTo>
                  <a:pt x="50" y="19"/>
                  <a:pt x="48" y="16"/>
                  <a:pt x="46" y="16"/>
                </a:cubicBezTo>
                <a:close/>
                <a:moveTo>
                  <a:pt x="71" y="29"/>
                </a:moveTo>
                <a:cubicBezTo>
                  <a:pt x="68" y="29"/>
                  <a:pt x="66" y="31"/>
                  <a:pt x="66" y="33"/>
                </a:cubicBezTo>
                <a:cubicBezTo>
                  <a:pt x="66" y="36"/>
                  <a:pt x="68" y="38"/>
                  <a:pt x="71" y="38"/>
                </a:cubicBezTo>
                <a:cubicBezTo>
                  <a:pt x="73" y="38"/>
                  <a:pt x="75" y="36"/>
                  <a:pt x="75" y="33"/>
                </a:cubicBezTo>
                <a:cubicBezTo>
                  <a:pt x="75" y="31"/>
                  <a:pt x="73" y="29"/>
                  <a:pt x="71" y="29"/>
                </a:cubicBezTo>
                <a:close/>
                <a:moveTo>
                  <a:pt x="96" y="0"/>
                </a:moveTo>
                <a:cubicBezTo>
                  <a:pt x="94" y="0"/>
                  <a:pt x="91" y="2"/>
                  <a:pt x="91" y="4"/>
                </a:cubicBezTo>
                <a:cubicBezTo>
                  <a:pt x="91" y="7"/>
                  <a:pt x="94" y="9"/>
                  <a:pt x="96" y="9"/>
                </a:cubicBezTo>
                <a:cubicBezTo>
                  <a:pt x="99" y="9"/>
                  <a:pt x="101" y="7"/>
                  <a:pt x="101" y="4"/>
                </a:cubicBezTo>
                <a:cubicBezTo>
                  <a:pt x="101" y="2"/>
                  <a:pt x="99" y="0"/>
                  <a:pt x="96" y="0"/>
                </a:cubicBezTo>
                <a:close/>
                <a:moveTo>
                  <a:pt x="74" y="30"/>
                </a:moveTo>
                <a:cubicBezTo>
                  <a:pt x="93" y="8"/>
                  <a:pt x="93" y="8"/>
                  <a:pt x="93" y="8"/>
                </a:cubicBezTo>
                <a:moveTo>
                  <a:pt x="50" y="23"/>
                </a:moveTo>
                <a:cubicBezTo>
                  <a:pt x="67" y="31"/>
                  <a:pt x="67" y="31"/>
                  <a:pt x="67" y="31"/>
                </a:cubicBezTo>
                <a:moveTo>
                  <a:pt x="42" y="24"/>
                </a:moveTo>
                <a:cubicBezTo>
                  <a:pt x="24" y="42"/>
                  <a:pt x="24" y="42"/>
                  <a:pt x="24" y="42"/>
                </a:cubicBezTo>
              </a:path>
            </a:pathLst>
          </a:custGeom>
          <a:noFill/>
          <a:ln w="11113"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36" name="Freeform 70">
            <a:extLst>
              <a:ext uri="{FF2B5EF4-FFF2-40B4-BE49-F238E27FC236}">
                <a16:creationId xmlns:a16="http://schemas.microsoft.com/office/drawing/2014/main" id="{0B6D0ABA-5290-4530-8736-C0554BBCCCAD}"/>
              </a:ext>
            </a:extLst>
          </p:cNvPr>
          <p:cNvSpPr>
            <a:spLocks noEditPoints="1"/>
          </p:cNvSpPr>
          <p:nvPr/>
        </p:nvSpPr>
        <p:spPr bwMode="auto">
          <a:xfrm>
            <a:off x="8191501" y="5151438"/>
            <a:ext cx="342900" cy="400050"/>
          </a:xfrm>
          <a:custGeom>
            <a:avLst/>
            <a:gdLst>
              <a:gd name="T0" fmla="*/ 216 w 216"/>
              <a:gd name="T1" fmla="*/ 102 h 252"/>
              <a:gd name="T2" fmla="*/ 216 w 216"/>
              <a:gd name="T3" fmla="*/ 252 h 252"/>
              <a:gd name="T4" fmla="*/ 0 w 216"/>
              <a:gd name="T5" fmla="*/ 252 h 252"/>
              <a:gd name="T6" fmla="*/ 0 w 216"/>
              <a:gd name="T7" fmla="*/ 102 h 252"/>
              <a:gd name="T8" fmla="*/ 216 w 216"/>
              <a:gd name="T9" fmla="*/ 252 h 252"/>
              <a:gd name="T10" fmla="*/ 109 w 216"/>
              <a:gd name="T11" fmla="*/ 178 h 252"/>
              <a:gd name="T12" fmla="*/ 0 w 216"/>
              <a:gd name="T13" fmla="*/ 252 h 252"/>
              <a:gd name="T14" fmla="*/ 216 w 216"/>
              <a:gd name="T15" fmla="*/ 102 h 252"/>
              <a:gd name="T16" fmla="*/ 143 w 216"/>
              <a:gd name="T17" fmla="*/ 178 h 252"/>
              <a:gd name="T18" fmla="*/ 0 w 216"/>
              <a:gd name="T19" fmla="*/ 102 h 252"/>
              <a:gd name="T20" fmla="*/ 74 w 216"/>
              <a:gd name="T21" fmla="*/ 178 h 252"/>
              <a:gd name="T22" fmla="*/ 190 w 216"/>
              <a:gd name="T23" fmla="*/ 98 h 252"/>
              <a:gd name="T24" fmla="*/ 190 w 216"/>
              <a:gd name="T25" fmla="*/ 45 h 252"/>
              <a:gd name="T26" fmla="*/ 143 w 216"/>
              <a:gd name="T27" fmla="*/ 0 h 252"/>
              <a:gd name="T28" fmla="*/ 29 w 216"/>
              <a:gd name="T29" fmla="*/ 0 h 252"/>
              <a:gd name="T30" fmla="*/ 29 w 216"/>
              <a:gd name="T31" fmla="*/ 98 h 252"/>
              <a:gd name="T32" fmla="*/ 190 w 216"/>
              <a:gd name="T33" fmla="*/ 45 h 252"/>
              <a:gd name="T34" fmla="*/ 143 w 216"/>
              <a:gd name="T35" fmla="*/ 0 h 252"/>
              <a:gd name="T36" fmla="*/ 143 w 216"/>
              <a:gd name="T37" fmla="*/ 45 h 252"/>
              <a:gd name="T38" fmla="*/ 190 w 216"/>
              <a:gd name="T39" fmla="*/ 45 h 252"/>
              <a:gd name="T40" fmla="*/ 74 w 216"/>
              <a:gd name="T41" fmla="*/ 74 h 252"/>
              <a:gd name="T42" fmla="*/ 50 w 216"/>
              <a:gd name="T43" fmla="*/ 74 h 252"/>
              <a:gd name="T44" fmla="*/ 159 w 216"/>
              <a:gd name="T45" fmla="*/ 74 h 252"/>
              <a:gd name="T46" fmla="*/ 95 w 216"/>
              <a:gd name="T47" fmla="*/ 74 h 252"/>
              <a:gd name="T48" fmla="*/ 50 w 216"/>
              <a:gd name="T49" fmla="*/ 95 h 252"/>
              <a:gd name="T50" fmla="*/ 112 w 216"/>
              <a:gd name="T51" fmla="*/ 95 h 252"/>
              <a:gd name="T52" fmla="*/ 159 w 216"/>
              <a:gd name="T53" fmla="*/ 95 h 252"/>
              <a:gd name="T54" fmla="*/ 136 w 216"/>
              <a:gd name="T55" fmla="*/ 95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6" h="252">
                <a:moveTo>
                  <a:pt x="216" y="102"/>
                </a:moveTo>
                <a:lnTo>
                  <a:pt x="216" y="252"/>
                </a:lnTo>
                <a:lnTo>
                  <a:pt x="0" y="252"/>
                </a:lnTo>
                <a:lnTo>
                  <a:pt x="0" y="102"/>
                </a:lnTo>
                <a:moveTo>
                  <a:pt x="216" y="252"/>
                </a:moveTo>
                <a:lnTo>
                  <a:pt x="109" y="178"/>
                </a:lnTo>
                <a:lnTo>
                  <a:pt x="0" y="252"/>
                </a:lnTo>
                <a:moveTo>
                  <a:pt x="216" y="102"/>
                </a:moveTo>
                <a:lnTo>
                  <a:pt x="143" y="178"/>
                </a:lnTo>
                <a:moveTo>
                  <a:pt x="0" y="102"/>
                </a:moveTo>
                <a:lnTo>
                  <a:pt x="74" y="178"/>
                </a:lnTo>
                <a:moveTo>
                  <a:pt x="190" y="98"/>
                </a:moveTo>
                <a:lnTo>
                  <a:pt x="190" y="45"/>
                </a:lnTo>
                <a:moveTo>
                  <a:pt x="143" y="0"/>
                </a:moveTo>
                <a:lnTo>
                  <a:pt x="29" y="0"/>
                </a:lnTo>
                <a:lnTo>
                  <a:pt x="29" y="98"/>
                </a:lnTo>
                <a:moveTo>
                  <a:pt x="190" y="45"/>
                </a:moveTo>
                <a:lnTo>
                  <a:pt x="143" y="0"/>
                </a:lnTo>
                <a:lnTo>
                  <a:pt x="143" y="45"/>
                </a:lnTo>
                <a:lnTo>
                  <a:pt x="190" y="45"/>
                </a:lnTo>
                <a:moveTo>
                  <a:pt x="74" y="74"/>
                </a:moveTo>
                <a:lnTo>
                  <a:pt x="50" y="74"/>
                </a:lnTo>
                <a:moveTo>
                  <a:pt x="159" y="74"/>
                </a:moveTo>
                <a:lnTo>
                  <a:pt x="95" y="74"/>
                </a:lnTo>
                <a:moveTo>
                  <a:pt x="50" y="95"/>
                </a:moveTo>
                <a:lnTo>
                  <a:pt x="112" y="95"/>
                </a:lnTo>
                <a:moveTo>
                  <a:pt x="159" y="95"/>
                </a:moveTo>
                <a:lnTo>
                  <a:pt x="136" y="95"/>
                </a:lnTo>
              </a:path>
            </a:pathLst>
          </a:custGeom>
          <a:noFill/>
          <a:ln w="11113"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37" name="Freeform 71">
            <a:extLst>
              <a:ext uri="{FF2B5EF4-FFF2-40B4-BE49-F238E27FC236}">
                <a16:creationId xmlns:a16="http://schemas.microsoft.com/office/drawing/2014/main" id="{2E246C07-A3C1-443D-ACC9-1EA8CFFCB98A}"/>
              </a:ext>
            </a:extLst>
          </p:cNvPr>
          <p:cNvSpPr>
            <a:spLocks noEditPoints="1"/>
          </p:cNvSpPr>
          <p:nvPr/>
        </p:nvSpPr>
        <p:spPr bwMode="auto">
          <a:xfrm>
            <a:off x="3630613" y="5148263"/>
            <a:ext cx="381000" cy="381000"/>
          </a:xfrm>
          <a:custGeom>
            <a:avLst/>
            <a:gdLst>
              <a:gd name="T0" fmla="*/ 87 w 101"/>
              <a:gd name="T1" fmla="*/ 27 h 101"/>
              <a:gd name="T2" fmla="*/ 94 w 101"/>
              <a:gd name="T3" fmla="*/ 53 h 101"/>
              <a:gd name="T4" fmla="*/ 47 w 101"/>
              <a:gd name="T5" fmla="*/ 101 h 101"/>
              <a:gd name="T6" fmla="*/ 0 w 101"/>
              <a:gd name="T7" fmla="*/ 53 h 101"/>
              <a:gd name="T8" fmla="*/ 47 w 101"/>
              <a:gd name="T9" fmla="*/ 6 h 101"/>
              <a:gd name="T10" fmla="*/ 73 w 101"/>
              <a:gd name="T11" fmla="*/ 14 h 101"/>
              <a:gd name="T12" fmla="*/ 65 w 101"/>
              <a:gd name="T13" fmla="*/ 23 h 101"/>
              <a:gd name="T14" fmla="*/ 47 w 101"/>
              <a:gd name="T15" fmla="*/ 18 h 101"/>
              <a:gd name="T16" fmla="*/ 12 w 101"/>
              <a:gd name="T17" fmla="*/ 53 h 101"/>
              <a:gd name="T18" fmla="*/ 47 w 101"/>
              <a:gd name="T19" fmla="*/ 89 h 101"/>
              <a:gd name="T20" fmla="*/ 83 w 101"/>
              <a:gd name="T21" fmla="*/ 53 h 101"/>
              <a:gd name="T22" fmla="*/ 78 w 101"/>
              <a:gd name="T23" fmla="*/ 35 h 101"/>
              <a:gd name="T24" fmla="*/ 56 w 101"/>
              <a:gd name="T25" fmla="*/ 32 h 101"/>
              <a:gd name="T26" fmla="*/ 47 w 101"/>
              <a:gd name="T27" fmla="*/ 30 h 101"/>
              <a:gd name="T28" fmla="*/ 24 w 101"/>
              <a:gd name="T29" fmla="*/ 53 h 101"/>
              <a:gd name="T30" fmla="*/ 47 w 101"/>
              <a:gd name="T31" fmla="*/ 77 h 101"/>
              <a:gd name="T32" fmla="*/ 71 w 101"/>
              <a:gd name="T33" fmla="*/ 53 h 101"/>
              <a:gd name="T34" fmla="*/ 68 w 101"/>
              <a:gd name="T35" fmla="*/ 43 h 101"/>
              <a:gd name="T36" fmla="*/ 47 w 101"/>
              <a:gd name="T37" fmla="*/ 53 h 101"/>
              <a:gd name="T38" fmla="*/ 98 w 101"/>
              <a:gd name="T39" fmla="*/ 2 h 101"/>
              <a:gd name="T40" fmla="*/ 86 w 101"/>
              <a:gd name="T41" fmla="*/ 0 h 101"/>
              <a:gd name="T42" fmla="*/ 86 w 101"/>
              <a:gd name="T43" fmla="*/ 15 h 101"/>
              <a:gd name="T44" fmla="*/ 101 w 101"/>
              <a:gd name="T45" fmla="*/ 15 h 101"/>
              <a:gd name="T46" fmla="*/ 8 w 101"/>
              <a:gd name="T47" fmla="*/ 101 h 101"/>
              <a:gd name="T48" fmla="*/ 17 w 101"/>
              <a:gd name="T49" fmla="*/ 90 h 101"/>
              <a:gd name="T50" fmla="*/ 77 w 101"/>
              <a:gd name="T51" fmla="*/ 90 h 101"/>
              <a:gd name="T52" fmla="*/ 87 w 101"/>
              <a:gd name="T53"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 h="101">
                <a:moveTo>
                  <a:pt x="87" y="27"/>
                </a:moveTo>
                <a:cubicBezTo>
                  <a:pt x="92" y="35"/>
                  <a:pt x="94" y="44"/>
                  <a:pt x="94" y="53"/>
                </a:cubicBezTo>
                <a:cubicBezTo>
                  <a:pt x="94" y="80"/>
                  <a:pt x="73" y="101"/>
                  <a:pt x="47" y="101"/>
                </a:cubicBezTo>
                <a:cubicBezTo>
                  <a:pt x="21" y="101"/>
                  <a:pt x="0" y="80"/>
                  <a:pt x="0" y="53"/>
                </a:cubicBezTo>
                <a:cubicBezTo>
                  <a:pt x="0" y="27"/>
                  <a:pt x="21" y="6"/>
                  <a:pt x="47" y="6"/>
                </a:cubicBezTo>
                <a:cubicBezTo>
                  <a:pt x="57" y="6"/>
                  <a:pt x="66" y="9"/>
                  <a:pt x="73" y="14"/>
                </a:cubicBezTo>
                <a:moveTo>
                  <a:pt x="65" y="23"/>
                </a:moveTo>
                <a:cubicBezTo>
                  <a:pt x="60" y="19"/>
                  <a:pt x="54" y="18"/>
                  <a:pt x="47" y="18"/>
                </a:cubicBezTo>
                <a:cubicBezTo>
                  <a:pt x="28" y="18"/>
                  <a:pt x="12" y="34"/>
                  <a:pt x="12" y="53"/>
                </a:cubicBezTo>
                <a:cubicBezTo>
                  <a:pt x="12" y="73"/>
                  <a:pt x="28" y="89"/>
                  <a:pt x="47" y="89"/>
                </a:cubicBezTo>
                <a:cubicBezTo>
                  <a:pt x="67" y="89"/>
                  <a:pt x="83" y="73"/>
                  <a:pt x="83" y="53"/>
                </a:cubicBezTo>
                <a:cubicBezTo>
                  <a:pt x="83" y="47"/>
                  <a:pt x="81" y="41"/>
                  <a:pt x="78" y="35"/>
                </a:cubicBezTo>
                <a:moveTo>
                  <a:pt x="56" y="32"/>
                </a:moveTo>
                <a:cubicBezTo>
                  <a:pt x="53" y="31"/>
                  <a:pt x="50" y="30"/>
                  <a:pt x="47" y="30"/>
                </a:cubicBezTo>
                <a:cubicBezTo>
                  <a:pt x="34" y="30"/>
                  <a:pt x="24" y="40"/>
                  <a:pt x="24" y="53"/>
                </a:cubicBezTo>
                <a:cubicBezTo>
                  <a:pt x="24" y="66"/>
                  <a:pt x="34" y="77"/>
                  <a:pt x="47" y="77"/>
                </a:cubicBezTo>
                <a:cubicBezTo>
                  <a:pt x="60" y="77"/>
                  <a:pt x="71" y="66"/>
                  <a:pt x="71" y="53"/>
                </a:cubicBezTo>
                <a:cubicBezTo>
                  <a:pt x="71" y="50"/>
                  <a:pt x="70" y="46"/>
                  <a:pt x="68" y="43"/>
                </a:cubicBezTo>
                <a:moveTo>
                  <a:pt x="47" y="53"/>
                </a:moveTo>
                <a:cubicBezTo>
                  <a:pt x="98" y="2"/>
                  <a:pt x="98" y="2"/>
                  <a:pt x="98" y="2"/>
                </a:cubicBezTo>
                <a:moveTo>
                  <a:pt x="86" y="0"/>
                </a:moveTo>
                <a:cubicBezTo>
                  <a:pt x="86" y="15"/>
                  <a:pt x="86" y="15"/>
                  <a:pt x="86" y="15"/>
                </a:cubicBezTo>
                <a:cubicBezTo>
                  <a:pt x="101" y="15"/>
                  <a:pt x="101" y="15"/>
                  <a:pt x="101" y="15"/>
                </a:cubicBezTo>
                <a:moveTo>
                  <a:pt x="8" y="101"/>
                </a:moveTo>
                <a:cubicBezTo>
                  <a:pt x="17" y="90"/>
                  <a:pt x="17" y="90"/>
                  <a:pt x="17" y="90"/>
                </a:cubicBezTo>
                <a:moveTo>
                  <a:pt x="77" y="90"/>
                </a:moveTo>
                <a:cubicBezTo>
                  <a:pt x="87" y="101"/>
                  <a:pt x="87" y="101"/>
                  <a:pt x="87" y="101"/>
                </a:cubicBezTo>
              </a:path>
            </a:pathLst>
          </a:custGeom>
          <a:noFill/>
          <a:ln w="11113"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1165167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withEffect">
                                  <p:stCondLst>
                                    <p:cond delay="0"/>
                                  </p:stCondLst>
                                  <p:childTnLst>
                                    <p:set>
                                      <p:cBhvr>
                                        <p:cTn id="6" dur="1" fill="hold">
                                          <p:stCondLst>
                                            <p:cond delay="0"/>
                                          </p:stCondLst>
                                        </p:cTn>
                                        <p:tgtEl>
                                          <p:spTgt spid="4142"/>
                                        </p:tgtEl>
                                        <p:attrNameLst>
                                          <p:attrName>style.visibility</p:attrName>
                                        </p:attrNameLst>
                                      </p:cBhvr>
                                      <p:to>
                                        <p:strVal val="visible"/>
                                      </p:to>
                                    </p:set>
                                    <p:animEffect transition="in" filter="wheel(1)">
                                      <p:cBhvr>
                                        <p:cTn id="7" dur="3000"/>
                                        <p:tgtEl>
                                          <p:spTgt spid="4142"/>
                                        </p:tgtEl>
                                      </p:cBhvr>
                                    </p:animEffect>
                                  </p:childTnLst>
                                </p:cTn>
                              </p:par>
                              <p:par>
                                <p:cTn id="8" presetID="53" presetClass="entr" presetSubtype="16" fill="hold" grpId="0" nodeType="withEffect">
                                  <p:stCondLst>
                                    <p:cond delay="0"/>
                                  </p:stCondLst>
                                  <p:childTnLst>
                                    <p:set>
                                      <p:cBhvr>
                                        <p:cTn id="9" dur="1" fill="hold">
                                          <p:stCondLst>
                                            <p:cond delay="0"/>
                                          </p:stCondLst>
                                        </p:cTn>
                                        <p:tgtEl>
                                          <p:spTgt spid="4121"/>
                                        </p:tgtEl>
                                        <p:attrNameLst>
                                          <p:attrName>style.visibility</p:attrName>
                                        </p:attrNameLst>
                                      </p:cBhvr>
                                      <p:to>
                                        <p:strVal val="visible"/>
                                      </p:to>
                                    </p:set>
                                    <p:anim calcmode="lin" valueType="num">
                                      <p:cBhvr>
                                        <p:cTn id="10" dur="500" fill="hold"/>
                                        <p:tgtEl>
                                          <p:spTgt spid="4121"/>
                                        </p:tgtEl>
                                        <p:attrNameLst>
                                          <p:attrName>ppt_w</p:attrName>
                                        </p:attrNameLst>
                                      </p:cBhvr>
                                      <p:tavLst>
                                        <p:tav tm="0">
                                          <p:val>
                                            <p:fltVal val="0"/>
                                          </p:val>
                                        </p:tav>
                                        <p:tav tm="100000">
                                          <p:val>
                                            <p:strVal val="#ppt_w"/>
                                          </p:val>
                                        </p:tav>
                                      </p:tavLst>
                                    </p:anim>
                                    <p:anim calcmode="lin" valueType="num">
                                      <p:cBhvr>
                                        <p:cTn id="11" dur="500" fill="hold"/>
                                        <p:tgtEl>
                                          <p:spTgt spid="4121"/>
                                        </p:tgtEl>
                                        <p:attrNameLst>
                                          <p:attrName>ppt_h</p:attrName>
                                        </p:attrNameLst>
                                      </p:cBhvr>
                                      <p:tavLst>
                                        <p:tav tm="0">
                                          <p:val>
                                            <p:fltVal val="0"/>
                                          </p:val>
                                        </p:tav>
                                        <p:tav tm="100000">
                                          <p:val>
                                            <p:strVal val="#ppt_h"/>
                                          </p:val>
                                        </p:tav>
                                      </p:tavLst>
                                    </p:anim>
                                    <p:animEffect transition="in" filter="fade">
                                      <p:cBhvr>
                                        <p:cTn id="12" dur="500"/>
                                        <p:tgtEl>
                                          <p:spTgt spid="4121"/>
                                        </p:tgtEl>
                                      </p:cBhvr>
                                    </p:animEffect>
                                  </p:childTnLst>
                                </p:cTn>
                              </p:par>
                              <p:par>
                                <p:cTn id="13" presetID="53" presetClass="entr" presetSubtype="16" fill="hold" nodeType="withEffect">
                                  <p:stCondLst>
                                    <p:cond delay="150"/>
                                  </p:stCondLst>
                                  <p:childTnLst>
                                    <p:set>
                                      <p:cBhvr>
                                        <p:cTn id="14" dur="1" fill="hold">
                                          <p:stCondLst>
                                            <p:cond delay="0"/>
                                          </p:stCondLst>
                                        </p:cTn>
                                        <p:tgtEl>
                                          <p:spTgt spid="80"/>
                                        </p:tgtEl>
                                        <p:attrNameLst>
                                          <p:attrName>style.visibility</p:attrName>
                                        </p:attrNameLst>
                                      </p:cBhvr>
                                      <p:to>
                                        <p:strVal val="visible"/>
                                      </p:to>
                                    </p:set>
                                    <p:anim calcmode="lin" valueType="num">
                                      <p:cBhvr>
                                        <p:cTn id="15" dur="500" fill="hold"/>
                                        <p:tgtEl>
                                          <p:spTgt spid="80"/>
                                        </p:tgtEl>
                                        <p:attrNameLst>
                                          <p:attrName>ppt_w</p:attrName>
                                        </p:attrNameLst>
                                      </p:cBhvr>
                                      <p:tavLst>
                                        <p:tav tm="0">
                                          <p:val>
                                            <p:fltVal val="0"/>
                                          </p:val>
                                        </p:tav>
                                        <p:tav tm="100000">
                                          <p:val>
                                            <p:strVal val="#ppt_w"/>
                                          </p:val>
                                        </p:tav>
                                      </p:tavLst>
                                    </p:anim>
                                    <p:anim calcmode="lin" valueType="num">
                                      <p:cBhvr>
                                        <p:cTn id="16" dur="500" fill="hold"/>
                                        <p:tgtEl>
                                          <p:spTgt spid="80"/>
                                        </p:tgtEl>
                                        <p:attrNameLst>
                                          <p:attrName>ppt_h</p:attrName>
                                        </p:attrNameLst>
                                      </p:cBhvr>
                                      <p:tavLst>
                                        <p:tav tm="0">
                                          <p:val>
                                            <p:fltVal val="0"/>
                                          </p:val>
                                        </p:tav>
                                        <p:tav tm="100000">
                                          <p:val>
                                            <p:strVal val="#ppt_h"/>
                                          </p:val>
                                        </p:tav>
                                      </p:tavLst>
                                    </p:anim>
                                    <p:animEffect transition="in" filter="fade">
                                      <p:cBhvr>
                                        <p:cTn id="17" dur="500"/>
                                        <p:tgtEl>
                                          <p:spTgt spid="80"/>
                                        </p:tgtEl>
                                      </p:cBhvr>
                                    </p:animEffect>
                                  </p:childTnLst>
                                </p:cTn>
                              </p:par>
                              <p:par>
                                <p:cTn id="18" presetID="22" presetClass="entr" presetSubtype="8" fill="hold" grpId="0" nodeType="withEffect">
                                  <p:stCondLst>
                                    <p:cond delay="300"/>
                                  </p:stCondLst>
                                  <p:childTnLst>
                                    <p:set>
                                      <p:cBhvr>
                                        <p:cTn id="19" dur="1" fill="hold">
                                          <p:stCondLst>
                                            <p:cond delay="0"/>
                                          </p:stCondLst>
                                        </p:cTn>
                                        <p:tgtEl>
                                          <p:spTgt spid="4117"/>
                                        </p:tgtEl>
                                        <p:attrNameLst>
                                          <p:attrName>style.visibility</p:attrName>
                                        </p:attrNameLst>
                                      </p:cBhvr>
                                      <p:to>
                                        <p:strVal val="visible"/>
                                      </p:to>
                                    </p:set>
                                    <p:animEffect transition="in" filter="wipe(left)">
                                      <p:cBhvr>
                                        <p:cTn id="20" dur="500"/>
                                        <p:tgtEl>
                                          <p:spTgt spid="4117"/>
                                        </p:tgtEl>
                                      </p:cBhvr>
                                    </p:animEffect>
                                  </p:childTnLst>
                                </p:cTn>
                              </p:par>
                              <p:par>
                                <p:cTn id="21" presetID="53" presetClass="entr" presetSubtype="16" fill="hold" grpId="0" nodeType="withEffect">
                                  <p:stCondLst>
                                    <p:cond delay="450"/>
                                  </p:stCondLst>
                                  <p:childTnLst>
                                    <p:set>
                                      <p:cBhvr>
                                        <p:cTn id="22" dur="1" fill="hold">
                                          <p:stCondLst>
                                            <p:cond delay="0"/>
                                          </p:stCondLst>
                                        </p:cTn>
                                        <p:tgtEl>
                                          <p:spTgt spid="4125"/>
                                        </p:tgtEl>
                                        <p:attrNameLst>
                                          <p:attrName>style.visibility</p:attrName>
                                        </p:attrNameLst>
                                      </p:cBhvr>
                                      <p:to>
                                        <p:strVal val="visible"/>
                                      </p:to>
                                    </p:set>
                                    <p:anim calcmode="lin" valueType="num">
                                      <p:cBhvr>
                                        <p:cTn id="23" dur="500" fill="hold"/>
                                        <p:tgtEl>
                                          <p:spTgt spid="4125"/>
                                        </p:tgtEl>
                                        <p:attrNameLst>
                                          <p:attrName>ppt_w</p:attrName>
                                        </p:attrNameLst>
                                      </p:cBhvr>
                                      <p:tavLst>
                                        <p:tav tm="0">
                                          <p:val>
                                            <p:fltVal val="0"/>
                                          </p:val>
                                        </p:tav>
                                        <p:tav tm="100000">
                                          <p:val>
                                            <p:strVal val="#ppt_w"/>
                                          </p:val>
                                        </p:tav>
                                      </p:tavLst>
                                    </p:anim>
                                    <p:anim calcmode="lin" valueType="num">
                                      <p:cBhvr>
                                        <p:cTn id="24" dur="500" fill="hold"/>
                                        <p:tgtEl>
                                          <p:spTgt spid="4125"/>
                                        </p:tgtEl>
                                        <p:attrNameLst>
                                          <p:attrName>ppt_h</p:attrName>
                                        </p:attrNameLst>
                                      </p:cBhvr>
                                      <p:tavLst>
                                        <p:tav tm="0">
                                          <p:val>
                                            <p:fltVal val="0"/>
                                          </p:val>
                                        </p:tav>
                                        <p:tav tm="100000">
                                          <p:val>
                                            <p:strVal val="#ppt_h"/>
                                          </p:val>
                                        </p:tav>
                                      </p:tavLst>
                                    </p:anim>
                                    <p:animEffect transition="in" filter="fade">
                                      <p:cBhvr>
                                        <p:cTn id="25" dur="500"/>
                                        <p:tgtEl>
                                          <p:spTgt spid="4125"/>
                                        </p:tgtEl>
                                      </p:cBhvr>
                                    </p:animEffect>
                                  </p:childTnLst>
                                </p:cTn>
                              </p:par>
                              <p:par>
                                <p:cTn id="26" presetID="53" presetClass="entr" presetSubtype="16" fill="hold" nodeType="withEffect">
                                  <p:stCondLst>
                                    <p:cond delay="600"/>
                                  </p:stCondLst>
                                  <p:childTnLst>
                                    <p:set>
                                      <p:cBhvr>
                                        <p:cTn id="27" dur="1" fill="hold">
                                          <p:stCondLst>
                                            <p:cond delay="0"/>
                                          </p:stCondLst>
                                        </p:cTn>
                                        <p:tgtEl>
                                          <p:spTgt spid="83"/>
                                        </p:tgtEl>
                                        <p:attrNameLst>
                                          <p:attrName>style.visibility</p:attrName>
                                        </p:attrNameLst>
                                      </p:cBhvr>
                                      <p:to>
                                        <p:strVal val="visible"/>
                                      </p:to>
                                    </p:set>
                                    <p:anim calcmode="lin" valueType="num">
                                      <p:cBhvr>
                                        <p:cTn id="28" dur="500" fill="hold"/>
                                        <p:tgtEl>
                                          <p:spTgt spid="83"/>
                                        </p:tgtEl>
                                        <p:attrNameLst>
                                          <p:attrName>ppt_w</p:attrName>
                                        </p:attrNameLst>
                                      </p:cBhvr>
                                      <p:tavLst>
                                        <p:tav tm="0">
                                          <p:val>
                                            <p:fltVal val="0"/>
                                          </p:val>
                                        </p:tav>
                                        <p:tav tm="100000">
                                          <p:val>
                                            <p:strVal val="#ppt_w"/>
                                          </p:val>
                                        </p:tav>
                                      </p:tavLst>
                                    </p:anim>
                                    <p:anim calcmode="lin" valueType="num">
                                      <p:cBhvr>
                                        <p:cTn id="29" dur="500" fill="hold"/>
                                        <p:tgtEl>
                                          <p:spTgt spid="83"/>
                                        </p:tgtEl>
                                        <p:attrNameLst>
                                          <p:attrName>ppt_h</p:attrName>
                                        </p:attrNameLst>
                                      </p:cBhvr>
                                      <p:tavLst>
                                        <p:tav tm="0">
                                          <p:val>
                                            <p:fltVal val="0"/>
                                          </p:val>
                                        </p:tav>
                                        <p:tav tm="100000">
                                          <p:val>
                                            <p:strVal val="#ppt_h"/>
                                          </p:val>
                                        </p:tav>
                                      </p:tavLst>
                                    </p:anim>
                                    <p:animEffect transition="in" filter="fade">
                                      <p:cBhvr>
                                        <p:cTn id="30" dur="500"/>
                                        <p:tgtEl>
                                          <p:spTgt spid="83"/>
                                        </p:tgtEl>
                                      </p:cBhvr>
                                    </p:animEffect>
                                  </p:childTnLst>
                                </p:cTn>
                              </p:par>
                              <p:par>
                                <p:cTn id="31" presetID="22" presetClass="entr" presetSubtype="1" fill="hold" grpId="0" nodeType="withEffect">
                                  <p:stCondLst>
                                    <p:cond delay="750"/>
                                  </p:stCondLst>
                                  <p:childTnLst>
                                    <p:set>
                                      <p:cBhvr>
                                        <p:cTn id="32" dur="1" fill="hold">
                                          <p:stCondLst>
                                            <p:cond delay="0"/>
                                          </p:stCondLst>
                                        </p:cTn>
                                        <p:tgtEl>
                                          <p:spTgt spid="4116"/>
                                        </p:tgtEl>
                                        <p:attrNameLst>
                                          <p:attrName>style.visibility</p:attrName>
                                        </p:attrNameLst>
                                      </p:cBhvr>
                                      <p:to>
                                        <p:strVal val="visible"/>
                                      </p:to>
                                    </p:set>
                                    <p:animEffect transition="in" filter="wipe(up)">
                                      <p:cBhvr>
                                        <p:cTn id="33" dur="500"/>
                                        <p:tgtEl>
                                          <p:spTgt spid="4116"/>
                                        </p:tgtEl>
                                      </p:cBhvr>
                                    </p:animEffect>
                                  </p:childTnLst>
                                </p:cTn>
                              </p:par>
                              <p:par>
                                <p:cTn id="34" presetID="53" presetClass="entr" presetSubtype="16" fill="hold" grpId="0" nodeType="withEffect">
                                  <p:stCondLst>
                                    <p:cond delay="900"/>
                                  </p:stCondLst>
                                  <p:childTnLst>
                                    <p:set>
                                      <p:cBhvr>
                                        <p:cTn id="35" dur="1" fill="hold">
                                          <p:stCondLst>
                                            <p:cond delay="0"/>
                                          </p:stCondLst>
                                        </p:cTn>
                                        <p:tgtEl>
                                          <p:spTgt spid="4120"/>
                                        </p:tgtEl>
                                        <p:attrNameLst>
                                          <p:attrName>style.visibility</p:attrName>
                                        </p:attrNameLst>
                                      </p:cBhvr>
                                      <p:to>
                                        <p:strVal val="visible"/>
                                      </p:to>
                                    </p:set>
                                    <p:anim calcmode="lin" valueType="num">
                                      <p:cBhvr>
                                        <p:cTn id="36" dur="500" fill="hold"/>
                                        <p:tgtEl>
                                          <p:spTgt spid="4120"/>
                                        </p:tgtEl>
                                        <p:attrNameLst>
                                          <p:attrName>ppt_w</p:attrName>
                                        </p:attrNameLst>
                                      </p:cBhvr>
                                      <p:tavLst>
                                        <p:tav tm="0">
                                          <p:val>
                                            <p:fltVal val="0"/>
                                          </p:val>
                                        </p:tav>
                                        <p:tav tm="100000">
                                          <p:val>
                                            <p:strVal val="#ppt_w"/>
                                          </p:val>
                                        </p:tav>
                                      </p:tavLst>
                                    </p:anim>
                                    <p:anim calcmode="lin" valueType="num">
                                      <p:cBhvr>
                                        <p:cTn id="37" dur="500" fill="hold"/>
                                        <p:tgtEl>
                                          <p:spTgt spid="4120"/>
                                        </p:tgtEl>
                                        <p:attrNameLst>
                                          <p:attrName>ppt_h</p:attrName>
                                        </p:attrNameLst>
                                      </p:cBhvr>
                                      <p:tavLst>
                                        <p:tav tm="0">
                                          <p:val>
                                            <p:fltVal val="0"/>
                                          </p:val>
                                        </p:tav>
                                        <p:tav tm="100000">
                                          <p:val>
                                            <p:strVal val="#ppt_h"/>
                                          </p:val>
                                        </p:tav>
                                      </p:tavLst>
                                    </p:anim>
                                    <p:animEffect transition="in" filter="fade">
                                      <p:cBhvr>
                                        <p:cTn id="38" dur="500"/>
                                        <p:tgtEl>
                                          <p:spTgt spid="4120"/>
                                        </p:tgtEl>
                                      </p:cBhvr>
                                    </p:animEffect>
                                  </p:childTnLst>
                                </p:cTn>
                              </p:par>
                              <p:par>
                                <p:cTn id="39" presetID="53" presetClass="entr" presetSubtype="16" fill="hold" nodeType="withEffect">
                                  <p:stCondLst>
                                    <p:cond delay="1050"/>
                                  </p:stCondLst>
                                  <p:childTnLst>
                                    <p:set>
                                      <p:cBhvr>
                                        <p:cTn id="40" dur="1" fill="hold">
                                          <p:stCondLst>
                                            <p:cond delay="0"/>
                                          </p:stCondLst>
                                        </p:cTn>
                                        <p:tgtEl>
                                          <p:spTgt spid="86"/>
                                        </p:tgtEl>
                                        <p:attrNameLst>
                                          <p:attrName>style.visibility</p:attrName>
                                        </p:attrNameLst>
                                      </p:cBhvr>
                                      <p:to>
                                        <p:strVal val="visible"/>
                                      </p:to>
                                    </p:set>
                                    <p:anim calcmode="lin" valueType="num">
                                      <p:cBhvr>
                                        <p:cTn id="41" dur="500" fill="hold"/>
                                        <p:tgtEl>
                                          <p:spTgt spid="86"/>
                                        </p:tgtEl>
                                        <p:attrNameLst>
                                          <p:attrName>ppt_w</p:attrName>
                                        </p:attrNameLst>
                                      </p:cBhvr>
                                      <p:tavLst>
                                        <p:tav tm="0">
                                          <p:val>
                                            <p:fltVal val="0"/>
                                          </p:val>
                                        </p:tav>
                                        <p:tav tm="100000">
                                          <p:val>
                                            <p:strVal val="#ppt_w"/>
                                          </p:val>
                                        </p:tav>
                                      </p:tavLst>
                                    </p:anim>
                                    <p:anim calcmode="lin" valueType="num">
                                      <p:cBhvr>
                                        <p:cTn id="42" dur="500" fill="hold"/>
                                        <p:tgtEl>
                                          <p:spTgt spid="86"/>
                                        </p:tgtEl>
                                        <p:attrNameLst>
                                          <p:attrName>ppt_h</p:attrName>
                                        </p:attrNameLst>
                                      </p:cBhvr>
                                      <p:tavLst>
                                        <p:tav tm="0">
                                          <p:val>
                                            <p:fltVal val="0"/>
                                          </p:val>
                                        </p:tav>
                                        <p:tav tm="100000">
                                          <p:val>
                                            <p:strVal val="#ppt_h"/>
                                          </p:val>
                                        </p:tav>
                                      </p:tavLst>
                                    </p:anim>
                                    <p:animEffect transition="in" filter="fade">
                                      <p:cBhvr>
                                        <p:cTn id="43" dur="500"/>
                                        <p:tgtEl>
                                          <p:spTgt spid="86"/>
                                        </p:tgtEl>
                                      </p:cBhvr>
                                    </p:animEffect>
                                  </p:childTnLst>
                                </p:cTn>
                              </p:par>
                              <p:par>
                                <p:cTn id="44" presetID="22" presetClass="entr" presetSubtype="2" fill="hold" grpId="0" nodeType="withEffect">
                                  <p:stCondLst>
                                    <p:cond delay="1200"/>
                                  </p:stCondLst>
                                  <p:childTnLst>
                                    <p:set>
                                      <p:cBhvr>
                                        <p:cTn id="45" dur="1" fill="hold">
                                          <p:stCondLst>
                                            <p:cond delay="0"/>
                                          </p:stCondLst>
                                        </p:cTn>
                                        <p:tgtEl>
                                          <p:spTgt spid="4115"/>
                                        </p:tgtEl>
                                        <p:attrNameLst>
                                          <p:attrName>style.visibility</p:attrName>
                                        </p:attrNameLst>
                                      </p:cBhvr>
                                      <p:to>
                                        <p:strVal val="visible"/>
                                      </p:to>
                                    </p:set>
                                    <p:animEffect transition="in" filter="wipe(right)">
                                      <p:cBhvr>
                                        <p:cTn id="46" dur="500"/>
                                        <p:tgtEl>
                                          <p:spTgt spid="4115"/>
                                        </p:tgtEl>
                                      </p:cBhvr>
                                    </p:animEffect>
                                  </p:childTnLst>
                                </p:cTn>
                              </p:par>
                              <p:par>
                                <p:cTn id="47" presetID="53" presetClass="entr" presetSubtype="16" fill="hold" grpId="0" nodeType="withEffect">
                                  <p:stCondLst>
                                    <p:cond delay="1350"/>
                                  </p:stCondLst>
                                  <p:childTnLst>
                                    <p:set>
                                      <p:cBhvr>
                                        <p:cTn id="48" dur="1" fill="hold">
                                          <p:stCondLst>
                                            <p:cond delay="0"/>
                                          </p:stCondLst>
                                        </p:cTn>
                                        <p:tgtEl>
                                          <p:spTgt spid="4123"/>
                                        </p:tgtEl>
                                        <p:attrNameLst>
                                          <p:attrName>style.visibility</p:attrName>
                                        </p:attrNameLst>
                                      </p:cBhvr>
                                      <p:to>
                                        <p:strVal val="visible"/>
                                      </p:to>
                                    </p:set>
                                    <p:anim calcmode="lin" valueType="num">
                                      <p:cBhvr>
                                        <p:cTn id="49" dur="500" fill="hold"/>
                                        <p:tgtEl>
                                          <p:spTgt spid="4123"/>
                                        </p:tgtEl>
                                        <p:attrNameLst>
                                          <p:attrName>ppt_w</p:attrName>
                                        </p:attrNameLst>
                                      </p:cBhvr>
                                      <p:tavLst>
                                        <p:tav tm="0">
                                          <p:val>
                                            <p:fltVal val="0"/>
                                          </p:val>
                                        </p:tav>
                                        <p:tav tm="100000">
                                          <p:val>
                                            <p:strVal val="#ppt_w"/>
                                          </p:val>
                                        </p:tav>
                                      </p:tavLst>
                                    </p:anim>
                                    <p:anim calcmode="lin" valueType="num">
                                      <p:cBhvr>
                                        <p:cTn id="50" dur="500" fill="hold"/>
                                        <p:tgtEl>
                                          <p:spTgt spid="4123"/>
                                        </p:tgtEl>
                                        <p:attrNameLst>
                                          <p:attrName>ppt_h</p:attrName>
                                        </p:attrNameLst>
                                      </p:cBhvr>
                                      <p:tavLst>
                                        <p:tav tm="0">
                                          <p:val>
                                            <p:fltVal val="0"/>
                                          </p:val>
                                        </p:tav>
                                        <p:tav tm="100000">
                                          <p:val>
                                            <p:strVal val="#ppt_h"/>
                                          </p:val>
                                        </p:tav>
                                      </p:tavLst>
                                    </p:anim>
                                    <p:animEffect transition="in" filter="fade">
                                      <p:cBhvr>
                                        <p:cTn id="51" dur="500"/>
                                        <p:tgtEl>
                                          <p:spTgt spid="4123"/>
                                        </p:tgtEl>
                                      </p:cBhvr>
                                    </p:animEffect>
                                  </p:childTnLst>
                                </p:cTn>
                              </p:par>
                              <p:par>
                                <p:cTn id="52" presetID="53" presetClass="entr" presetSubtype="16" fill="hold" nodeType="withEffect">
                                  <p:stCondLst>
                                    <p:cond delay="1500"/>
                                  </p:stCondLst>
                                  <p:childTnLst>
                                    <p:set>
                                      <p:cBhvr>
                                        <p:cTn id="53" dur="1" fill="hold">
                                          <p:stCondLst>
                                            <p:cond delay="0"/>
                                          </p:stCondLst>
                                        </p:cTn>
                                        <p:tgtEl>
                                          <p:spTgt spid="89"/>
                                        </p:tgtEl>
                                        <p:attrNameLst>
                                          <p:attrName>style.visibility</p:attrName>
                                        </p:attrNameLst>
                                      </p:cBhvr>
                                      <p:to>
                                        <p:strVal val="visible"/>
                                      </p:to>
                                    </p:set>
                                    <p:anim calcmode="lin" valueType="num">
                                      <p:cBhvr>
                                        <p:cTn id="54" dur="500" fill="hold"/>
                                        <p:tgtEl>
                                          <p:spTgt spid="89"/>
                                        </p:tgtEl>
                                        <p:attrNameLst>
                                          <p:attrName>ppt_w</p:attrName>
                                        </p:attrNameLst>
                                      </p:cBhvr>
                                      <p:tavLst>
                                        <p:tav tm="0">
                                          <p:val>
                                            <p:fltVal val="0"/>
                                          </p:val>
                                        </p:tav>
                                        <p:tav tm="100000">
                                          <p:val>
                                            <p:strVal val="#ppt_w"/>
                                          </p:val>
                                        </p:tav>
                                      </p:tavLst>
                                    </p:anim>
                                    <p:anim calcmode="lin" valueType="num">
                                      <p:cBhvr>
                                        <p:cTn id="55" dur="500" fill="hold"/>
                                        <p:tgtEl>
                                          <p:spTgt spid="89"/>
                                        </p:tgtEl>
                                        <p:attrNameLst>
                                          <p:attrName>ppt_h</p:attrName>
                                        </p:attrNameLst>
                                      </p:cBhvr>
                                      <p:tavLst>
                                        <p:tav tm="0">
                                          <p:val>
                                            <p:fltVal val="0"/>
                                          </p:val>
                                        </p:tav>
                                        <p:tav tm="100000">
                                          <p:val>
                                            <p:strVal val="#ppt_h"/>
                                          </p:val>
                                        </p:tav>
                                      </p:tavLst>
                                    </p:anim>
                                    <p:animEffect transition="in" filter="fade">
                                      <p:cBhvr>
                                        <p:cTn id="56" dur="500"/>
                                        <p:tgtEl>
                                          <p:spTgt spid="89"/>
                                        </p:tgtEl>
                                      </p:cBhvr>
                                    </p:animEffect>
                                  </p:childTnLst>
                                </p:cTn>
                              </p:par>
                              <p:par>
                                <p:cTn id="57" presetID="22" presetClass="entr" presetSubtype="2" fill="hold" grpId="0" nodeType="withEffect">
                                  <p:stCondLst>
                                    <p:cond delay="1750"/>
                                  </p:stCondLst>
                                  <p:childTnLst>
                                    <p:set>
                                      <p:cBhvr>
                                        <p:cTn id="58" dur="1" fill="hold">
                                          <p:stCondLst>
                                            <p:cond delay="0"/>
                                          </p:stCondLst>
                                        </p:cTn>
                                        <p:tgtEl>
                                          <p:spTgt spid="4114"/>
                                        </p:tgtEl>
                                        <p:attrNameLst>
                                          <p:attrName>style.visibility</p:attrName>
                                        </p:attrNameLst>
                                      </p:cBhvr>
                                      <p:to>
                                        <p:strVal val="visible"/>
                                      </p:to>
                                    </p:set>
                                    <p:animEffect transition="in" filter="wipe(right)">
                                      <p:cBhvr>
                                        <p:cTn id="59" dur="500"/>
                                        <p:tgtEl>
                                          <p:spTgt spid="4114"/>
                                        </p:tgtEl>
                                      </p:cBhvr>
                                    </p:animEffect>
                                  </p:childTnLst>
                                </p:cTn>
                              </p:par>
                              <p:par>
                                <p:cTn id="60" presetID="53" presetClass="entr" presetSubtype="16" fill="hold" grpId="0" nodeType="withEffect">
                                  <p:stCondLst>
                                    <p:cond delay="1900"/>
                                  </p:stCondLst>
                                  <p:childTnLst>
                                    <p:set>
                                      <p:cBhvr>
                                        <p:cTn id="61" dur="1" fill="hold">
                                          <p:stCondLst>
                                            <p:cond delay="0"/>
                                          </p:stCondLst>
                                        </p:cTn>
                                        <p:tgtEl>
                                          <p:spTgt spid="4122"/>
                                        </p:tgtEl>
                                        <p:attrNameLst>
                                          <p:attrName>style.visibility</p:attrName>
                                        </p:attrNameLst>
                                      </p:cBhvr>
                                      <p:to>
                                        <p:strVal val="visible"/>
                                      </p:to>
                                    </p:set>
                                    <p:anim calcmode="lin" valueType="num">
                                      <p:cBhvr>
                                        <p:cTn id="62" dur="500" fill="hold"/>
                                        <p:tgtEl>
                                          <p:spTgt spid="4122"/>
                                        </p:tgtEl>
                                        <p:attrNameLst>
                                          <p:attrName>ppt_w</p:attrName>
                                        </p:attrNameLst>
                                      </p:cBhvr>
                                      <p:tavLst>
                                        <p:tav tm="0">
                                          <p:val>
                                            <p:fltVal val="0"/>
                                          </p:val>
                                        </p:tav>
                                        <p:tav tm="100000">
                                          <p:val>
                                            <p:strVal val="#ppt_w"/>
                                          </p:val>
                                        </p:tav>
                                      </p:tavLst>
                                    </p:anim>
                                    <p:anim calcmode="lin" valueType="num">
                                      <p:cBhvr>
                                        <p:cTn id="63" dur="500" fill="hold"/>
                                        <p:tgtEl>
                                          <p:spTgt spid="4122"/>
                                        </p:tgtEl>
                                        <p:attrNameLst>
                                          <p:attrName>ppt_h</p:attrName>
                                        </p:attrNameLst>
                                      </p:cBhvr>
                                      <p:tavLst>
                                        <p:tav tm="0">
                                          <p:val>
                                            <p:fltVal val="0"/>
                                          </p:val>
                                        </p:tav>
                                        <p:tav tm="100000">
                                          <p:val>
                                            <p:strVal val="#ppt_h"/>
                                          </p:val>
                                        </p:tav>
                                      </p:tavLst>
                                    </p:anim>
                                    <p:animEffect transition="in" filter="fade">
                                      <p:cBhvr>
                                        <p:cTn id="64" dur="500"/>
                                        <p:tgtEl>
                                          <p:spTgt spid="4122"/>
                                        </p:tgtEl>
                                      </p:cBhvr>
                                    </p:animEffect>
                                  </p:childTnLst>
                                </p:cTn>
                              </p:par>
                              <p:par>
                                <p:cTn id="65" presetID="53" presetClass="entr" presetSubtype="16" fill="hold" nodeType="withEffect">
                                  <p:stCondLst>
                                    <p:cond delay="2050"/>
                                  </p:stCondLst>
                                  <p:childTnLst>
                                    <p:set>
                                      <p:cBhvr>
                                        <p:cTn id="66" dur="1" fill="hold">
                                          <p:stCondLst>
                                            <p:cond delay="0"/>
                                          </p:stCondLst>
                                        </p:cTn>
                                        <p:tgtEl>
                                          <p:spTgt spid="92"/>
                                        </p:tgtEl>
                                        <p:attrNameLst>
                                          <p:attrName>style.visibility</p:attrName>
                                        </p:attrNameLst>
                                      </p:cBhvr>
                                      <p:to>
                                        <p:strVal val="visible"/>
                                      </p:to>
                                    </p:set>
                                    <p:anim calcmode="lin" valueType="num">
                                      <p:cBhvr>
                                        <p:cTn id="67" dur="500" fill="hold"/>
                                        <p:tgtEl>
                                          <p:spTgt spid="92"/>
                                        </p:tgtEl>
                                        <p:attrNameLst>
                                          <p:attrName>ppt_w</p:attrName>
                                        </p:attrNameLst>
                                      </p:cBhvr>
                                      <p:tavLst>
                                        <p:tav tm="0">
                                          <p:val>
                                            <p:fltVal val="0"/>
                                          </p:val>
                                        </p:tav>
                                        <p:tav tm="100000">
                                          <p:val>
                                            <p:strVal val="#ppt_w"/>
                                          </p:val>
                                        </p:tav>
                                      </p:tavLst>
                                    </p:anim>
                                    <p:anim calcmode="lin" valueType="num">
                                      <p:cBhvr>
                                        <p:cTn id="68" dur="500" fill="hold"/>
                                        <p:tgtEl>
                                          <p:spTgt spid="92"/>
                                        </p:tgtEl>
                                        <p:attrNameLst>
                                          <p:attrName>ppt_h</p:attrName>
                                        </p:attrNameLst>
                                      </p:cBhvr>
                                      <p:tavLst>
                                        <p:tav tm="0">
                                          <p:val>
                                            <p:fltVal val="0"/>
                                          </p:val>
                                        </p:tav>
                                        <p:tav tm="100000">
                                          <p:val>
                                            <p:strVal val="#ppt_h"/>
                                          </p:val>
                                        </p:tav>
                                      </p:tavLst>
                                    </p:anim>
                                    <p:animEffect transition="in" filter="fade">
                                      <p:cBhvr>
                                        <p:cTn id="69" dur="500"/>
                                        <p:tgtEl>
                                          <p:spTgt spid="92"/>
                                        </p:tgtEl>
                                      </p:cBhvr>
                                    </p:animEffect>
                                  </p:childTnLst>
                                </p:cTn>
                              </p:par>
                              <p:par>
                                <p:cTn id="70" presetID="22" presetClass="entr" presetSubtype="4" fill="hold" grpId="0" nodeType="withEffect">
                                  <p:stCondLst>
                                    <p:cond delay="2200"/>
                                  </p:stCondLst>
                                  <p:childTnLst>
                                    <p:set>
                                      <p:cBhvr>
                                        <p:cTn id="71" dur="1" fill="hold">
                                          <p:stCondLst>
                                            <p:cond delay="0"/>
                                          </p:stCondLst>
                                        </p:cTn>
                                        <p:tgtEl>
                                          <p:spTgt spid="4119"/>
                                        </p:tgtEl>
                                        <p:attrNameLst>
                                          <p:attrName>style.visibility</p:attrName>
                                        </p:attrNameLst>
                                      </p:cBhvr>
                                      <p:to>
                                        <p:strVal val="visible"/>
                                      </p:to>
                                    </p:set>
                                    <p:animEffect transition="in" filter="wipe(down)">
                                      <p:cBhvr>
                                        <p:cTn id="72" dur="500"/>
                                        <p:tgtEl>
                                          <p:spTgt spid="4119"/>
                                        </p:tgtEl>
                                      </p:cBhvr>
                                    </p:animEffect>
                                  </p:childTnLst>
                                </p:cTn>
                              </p:par>
                              <p:par>
                                <p:cTn id="73" presetID="53" presetClass="entr" presetSubtype="16" fill="hold" grpId="0" nodeType="withEffect">
                                  <p:stCondLst>
                                    <p:cond delay="2350"/>
                                  </p:stCondLst>
                                  <p:childTnLst>
                                    <p:set>
                                      <p:cBhvr>
                                        <p:cTn id="74" dur="1" fill="hold">
                                          <p:stCondLst>
                                            <p:cond delay="0"/>
                                          </p:stCondLst>
                                        </p:cTn>
                                        <p:tgtEl>
                                          <p:spTgt spid="4124"/>
                                        </p:tgtEl>
                                        <p:attrNameLst>
                                          <p:attrName>style.visibility</p:attrName>
                                        </p:attrNameLst>
                                      </p:cBhvr>
                                      <p:to>
                                        <p:strVal val="visible"/>
                                      </p:to>
                                    </p:set>
                                    <p:anim calcmode="lin" valueType="num">
                                      <p:cBhvr>
                                        <p:cTn id="75" dur="500" fill="hold"/>
                                        <p:tgtEl>
                                          <p:spTgt spid="4124"/>
                                        </p:tgtEl>
                                        <p:attrNameLst>
                                          <p:attrName>ppt_w</p:attrName>
                                        </p:attrNameLst>
                                      </p:cBhvr>
                                      <p:tavLst>
                                        <p:tav tm="0">
                                          <p:val>
                                            <p:fltVal val="0"/>
                                          </p:val>
                                        </p:tav>
                                        <p:tav tm="100000">
                                          <p:val>
                                            <p:strVal val="#ppt_w"/>
                                          </p:val>
                                        </p:tav>
                                      </p:tavLst>
                                    </p:anim>
                                    <p:anim calcmode="lin" valueType="num">
                                      <p:cBhvr>
                                        <p:cTn id="76" dur="500" fill="hold"/>
                                        <p:tgtEl>
                                          <p:spTgt spid="4124"/>
                                        </p:tgtEl>
                                        <p:attrNameLst>
                                          <p:attrName>ppt_h</p:attrName>
                                        </p:attrNameLst>
                                      </p:cBhvr>
                                      <p:tavLst>
                                        <p:tav tm="0">
                                          <p:val>
                                            <p:fltVal val="0"/>
                                          </p:val>
                                        </p:tav>
                                        <p:tav tm="100000">
                                          <p:val>
                                            <p:strVal val="#ppt_h"/>
                                          </p:val>
                                        </p:tav>
                                      </p:tavLst>
                                    </p:anim>
                                    <p:animEffect transition="in" filter="fade">
                                      <p:cBhvr>
                                        <p:cTn id="77" dur="500"/>
                                        <p:tgtEl>
                                          <p:spTgt spid="4124"/>
                                        </p:tgtEl>
                                      </p:cBhvr>
                                    </p:animEffect>
                                  </p:childTnLst>
                                </p:cTn>
                              </p:par>
                              <p:par>
                                <p:cTn id="78" presetID="53" presetClass="entr" presetSubtype="16" fill="hold" nodeType="withEffect">
                                  <p:stCondLst>
                                    <p:cond delay="2500"/>
                                  </p:stCondLst>
                                  <p:childTnLst>
                                    <p:set>
                                      <p:cBhvr>
                                        <p:cTn id="79" dur="1" fill="hold">
                                          <p:stCondLst>
                                            <p:cond delay="0"/>
                                          </p:stCondLst>
                                        </p:cTn>
                                        <p:tgtEl>
                                          <p:spTgt spid="77"/>
                                        </p:tgtEl>
                                        <p:attrNameLst>
                                          <p:attrName>style.visibility</p:attrName>
                                        </p:attrNameLst>
                                      </p:cBhvr>
                                      <p:to>
                                        <p:strVal val="visible"/>
                                      </p:to>
                                    </p:set>
                                    <p:anim calcmode="lin" valueType="num">
                                      <p:cBhvr>
                                        <p:cTn id="80" dur="500" fill="hold"/>
                                        <p:tgtEl>
                                          <p:spTgt spid="77"/>
                                        </p:tgtEl>
                                        <p:attrNameLst>
                                          <p:attrName>ppt_w</p:attrName>
                                        </p:attrNameLst>
                                      </p:cBhvr>
                                      <p:tavLst>
                                        <p:tav tm="0">
                                          <p:val>
                                            <p:fltVal val="0"/>
                                          </p:val>
                                        </p:tav>
                                        <p:tav tm="100000">
                                          <p:val>
                                            <p:strVal val="#ppt_w"/>
                                          </p:val>
                                        </p:tav>
                                      </p:tavLst>
                                    </p:anim>
                                    <p:anim calcmode="lin" valueType="num">
                                      <p:cBhvr>
                                        <p:cTn id="81" dur="500" fill="hold"/>
                                        <p:tgtEl>
                                          <p:spTgt spid="77"/>
                                        </p:tgtEl>
                                        <p:attrNameLst>
                                          <p:attrName>ppt_h</p:attrName>
                                        </p:attrNameLst>
                                      </p:cBhvr>
                                      <p:tavLst>
                                        <p:tav tm="0">
                                          <p:val>
                                            <p:fltVal val="0"/>
                                          </p:val>
                                        </p:tav>
                                        <p:tav tm="100000">
                                          <p:val>
                                            <p:strVal val="#ppt_h"/>
                                          </p:val>
                                        </p:tav>
                                      </p:tavLst>
                                    </p:anim>
                                    <p:animEffect transition="in" filter="fade">
                                      <p:cBhvr>
                                        <p:cTn id="82" dur="500"/>
                                        <p:tgtEl>
                                          <p:spTgt spid="77"/>
                                        </p:tgtEl>
                                      </p:cBhvr>
                                    </p:animEffect>
                                  </p:childTnLst>
                                </p:cTn>
                              </p:par>
                              <p:par>
                                <p:cTn id="83" presetID="22" presetClass="entr" presetSubtype="8" fill="hold" grpId="0" nodeType="withEffect">
                                  <p:stCondLst>
                                    <p:cond delay="2650"/>
                                  </p:stCondLst>
                                  <p:childTnLst>
                                    <p:set>
                                      <p:cBhvr>
                                        <p:cTn id="84" dur="1" fill="hold">
                                          <p:stCondLst>
                                            <p:cond delay="0"/>
                                          </p:stCondLst>
                                        </p:cTn>
                                        <p:tgtEl>
                                          <p:spTgt spid="4118"/>
                                        </p:tgtEl>
                                        <p:attrNameLst>
                                          <p:attrName>style.visibility</p:attrName>
                                        </p:attrNameLst>
                                      </p:cBhvr>
                                      <p:to>
                                        <p:strVal val="visible"/>
                                      </p:to>
                                    </p:set>
                                    <p:animEffect transition="in" filter="wipe(left)">
                                      <p:cBhvr>
                                        <p:cTn id="85" dur="500"/>
                                        <p:tgtEl>
                                          <p:spTgt spid="4118"/>
                                        </p:tgtEl>
                                      </p:cBhvr>
                                    </p:animEffect>
                                  </p:childTnLst>
                                </p:cTn>
                              </p:par>
                              <p:par>
                                <p:cTn id="86" presetID="53" presetClass="entr" presetSubtype="16" fill="hold" grpId="0" nodeType="withEffect">
                                  <p:stCondLst>
                                    <p:cond delay="400"/>
                                  </p:stCondLst>
                                  <p:childTnLst>
                                    <p:set>
                                      <p:cBhvr>
                                        <p:cTn id="87" dur="1" fill="hold">
                                          <p:stCondLst>
                                            <p:cond delay="0"/>
                                          </p:stCondLst>
                                        </p:cTn>
                                        <p:tgtEl>
                                          <p:spTgt spid="4135"/>
                                        </p:tgtEl>
                                        <p:attrNameLst>
                                          <p:attrName>style.visibility</p:attrName>
                                        </p:attrNameLst>
                                      </p:cBhvr>
                                      <p:to>
                                        <p:strVal val="visible"/>
                                      </p:to>
                                    </p:set>
                                    <p:anim calcmode="lin" valueType="num">
                                      <p:cBhvr>
                                        <p:cTn id="88" dur="750" fill="hold"/>
                                        <p:tgtEl>
                                          <p:spTgt spid="4135"/>
                                        </p:tgtEl>
                                        <p:attrNameLst>
                                          <p:attrName>ppt_w</p:attrName>
                                        </p:attrNameLst>
                                      </p:cBhvr>
                                      <p:tavLst>
                                        <p:tav tm="0">
                                          <p:val>
                                            <p:fltVal val="0"/>
                                          </p:val>
                                        </p:tav>
                                        <p:tav tm="100000">
                                          <p:val>
                                            <p:strVal val="#ppt_w"/>
                                          </p:val>
                                        </p:tav>
                                      </p:tavLst>
                                    </p:anim>
                                    <p:anim calcmode="lin" valueType="num">
                                      <p:cBhvr>
                                        <p:cTn id="89" dur="750" fill="hold"/>
                                        <p:tgtEl>
                                          <p:spTgt spid="4135"/>
                                        </p:tgtEl>
                                        <p:attrNameLst>
                                          <p:attrName>ppt_h</p:attrName>
                                        </p:attrNameLst>
                                      </p:cBhvr>
                                      <p:tavLst>
                                        <p:tav tm="0">
                                          <p:val>
                                            <p:fltVal val="0"/>
                                          </p:val>
                                        </p:tav>
                                        <p:tav tm="100000">
                                          <p:val>
                                            <p:strVal val="#ppt_h"/>
                                          </p:val>
                                        </p:tav>
                                      </p:tavLst>
                                    </p:anim>
                                    <p:animEffect transition="in" filter="fade">
                                      <p:cBhvr>
                                        <p:cTn id="90" dur="750"/>
                                        <p:tgtEl>
                                          <p:spTgt spid="4135"/>
                                        </p:tgtEl>
                                      </p:cBhvr>
                                    </p:animEffect>
                                  </p:childTnLst>
                                </p:cTn>
                              </p:par>
                              <p:par>
                                <p:cTn id="91" presetID="53" presetClass="entr" presetSubtype="16" fill="hold" grpId="0" nodeType="withEffect">
                                  <p:stCondLst>
                                    <p:cond delay="700"/>
                                  </p:stCondLst>
                                  <p:childTnLst>
                                    <p:set>
                                      <p:cBhvr>
                                        <p:cTn id="92" dur="1" fill="hold">
                                          <p:stCondLst>
                                            <p:cond delay="0"/>
                                          </p:stCondLst>
                                        </p:cTn>
                                        <p:tgtEl>
                                          <p:spTgt spid="4133"/>
                                        </p:tgtEl>
                                        <p:attrNameLst>
                                          <p:attrName>style.visibility</p:attrName>
                                        </p:attrNameLst>
                                      </p:cBhvr>
                                      <p:to>
                                        <p:strVal val="visible"/>
                                      </p:to>
                                    </p:set>
                                    <p:anim calcmode="lin" valueType="num">
                                      <p:cBhvr>
                                        <p:cTn id="93" dur="750" fill="hold"/>
                                        <p:tgtEl>
                                          <p:spTgt spid="4133"/>
                                        </p:tgtEl>
                                        <p:attrNameLst>
                                          <p:attrName>ppt_w</p:attrName>
                                        </p:attrNameLst>
                                      </p:cBhvr>
                                      <p:tavLst>
                                        <p:tav tm="0">
                                          <p:val>
                                            <p:fltVal val="0"/>
                                          </p:val>
                                        </p:tav>
                                        <p:tav tm="100000">
                                          <p:val>
                                            <p:strVal val="#ppt_w"/>
                                          </p:val>
                                        </p:tav>
                                      </p:tavLst>
                                    </p:anim>
                                    <p:anim calcmode="lin" valueType="num">
                                      <p:cBhvr>
                                        <p:cTn id="94" dur="750" fill="hold"/>
                                        <p:tgtEl>
                                          <p:spTgt spid="4133"/>
                                        </p:tgtEl>
                                        <p:attrNameLst>
                                          <p:attrName>ppt_h</p:attrName>
                                        </p:attrNameLst>
                                      </p:cBhvr>
                                      <p:tavLst>
                                        <p:tav tm="0">
                                          <p:val>
                                            <p:fltVal val="0"/>
                                          </p:val>
                                        </p:tav>
                                        <p:tav tm="100000">
                                          <p:val>
                                            <p:strVal val="#ppt_h"/>
                                          </p:val>
                                        </p:tav>
                                      </p:tavLst>
                                    </p:anim>
                                    <p:animEffect transition="in" filter="fade">
                                      <p:cBhvr>
                                        <p:cTn id="95" dur="750"/>
                                        <p:tgtEl>
                                          <p:spTgt spid="4133"/>
                                        </p:tgtEl>
                                      </p:cBhvr>
                                    </p:animEffect>
                                  </p:childTnLst>
                                </p:cTn>
                              </p:par>
                              <p:par>
                                <p:cTn id="96" presetID="53" presetClass="entr" presetSubtype="16" fill="hold" grpId="0" nodeType="withEffect">
                                  <p:stCondLst>
                                    <p:cond delay="1100"/>
                                  </p:stCondLst>
                                  <p:childTnLst>
                                    <p:set>
                                      <p:cBhvr>
                                        <p:cTn id="97" dur="1" fill="hold">
                                          <p:stCondLst>
                                            <p:cond delay="0"/>
                                          </p:stCondLst>
                                        </p:cTn>
                                        <p:tgtEl>
                                          <p:spTgt spid="4136"/>
                                        </p:tgtEl>
                                        <p:attrNameLst>
                                          <p:attrName>style.visibility</p:attrName>
                                        </p:attrNameLst>
                                      </p:cBhvr>
                                      <p:to>
                                        <p:strVal val="visible"/>
                                      </p:to>
                                    </p:set>
                                    <p:anim calcmode="lin" valueType="num">
                                      <p:cBhvr>
                                        <p:cTn id="98" dur="750" fill="hold"/>
                                        <p:tgtEl>
                                          <p:spTgt spid="4136"/>
                                        </p:tgtEl>
                                        <p:attrNameLst>
                                          <p:attrName>ppt_w</p:attrName>
                                        </p:attrNameLst>
                                      </p:cBhvr>
                                      <p:tavLst>
                                        <p:tav tm="0">
                                          <p:val>
                                            <p:fltVal val="0"/>
                                          </p:val>
                                        </p:tav>
                                        <p:tav tm="100000">
                                          <p:val>
                                            <p:strVal val="#ppt_w"/>
                                          </p:val>
                                        </p:tav>
                                      </p:tavLst>
                                    </p:anim>
                                    <p:anim calcmode="lin" valueType="num">
                                      <p:cBhvr>
                                        <p:cTn id="99" dur="750" fill="hold"/>
                                        <p:tgtEl>
                                          <p:spTgt spid="4136"/>
                                        </p:tgtEl>
                                        <p:attrNameLst>
                                          <p:attrName>ppt_h</p:attrName>
                                        </p:attrNameLst>
                                      </p:cBhvr>
                                      <p:tavLst>
                                        <p:tav tm="0">
                                          <p:val>
                                            <p:fltVal val="0"/>
                                          </p:val>
                                        </p:tav>
                                        <p:tav tm="100000">
                                          <p:val>
                                            <p:strVal val="#ppt_h"/>
                                          </p:val>
                                        </p:tav>
                                      </p:tavLst>
                                    </p:anim>
                                    <p:animEffect transition="in" filter="fade">
                                      <p:cBhvr>
                                        <p:cTn id="100" dur="750"/>
                                        <p:tgtEl>
                                          <p:spTgt spid="4136"/>
                                        </p:tgtEl>
                                      </p:cBhvr>
                                    </p:animEffect>
                                  </p:childTnLst>
                                </p:cTn>
                              </p:par>
                              <p:par>
                                <p:cTn id="101" presetID="53" presetClass="entr" presetSubtype="16" fill="hold" grpId="0" nodeType="withEffect">
                                  <p:stCondLst>
                                    <p:cond delay="1600"/>
                                  </p:stCondLst>
                                  <p:childTnLst>
                                    <p:set>
                                      <p:cBhvr>
                                        <p:cTn id="102" dur="1" fill="hold">
                                          <p:stCondLst>
                                            <p:cond delay="0"/>
                                          </p:stCondLst>
                                        </p:cTn>
                                        <p:tgtEl>
                                          <p:spTgt spid="4132"/>
                                        </p:tgtEl>
                                        <p:attrNameLst>
                                          <p:attrName>style.visibility</p:attrName>
                                        </p:attrNameLst>
                                      </p:cBhvr>
                                      <p:to>
                                        <p:strVal val="visible"/>
                                      </p:to>
                                    </p:set>
                                    <p:anim calcmode="lin" valueType="num">
                                      <p:cBhvr>
                                        <p:cTn id="103" dur="750" fill="hold"/>
                                        <p:tgtEl>
                                          <p:spTgt spid="4132"/>
                                        </p:tgtEl>
                                        <p:attrNameLst>
                                          <p:attrName>ppt_w</p:attrName>
                                        </p:attrNameLst>
                                      </p:cBhvr>
                                      <p:tavLst>
                                        <p:tav tm="0">
                                          <p:val>
                                            <p:fltVal val="0"/>
                                          </p:val>
                                        </p:tav>
                                        <p:tav tm="100000">
                                          <p:val>
                                            <p:strVal val="#ppt_w"/>
                                          </p:val>
                                        </p:tav>
                                      </p:tavLst>
                                    </p:anim>
                                    <p:anim calcmode="lin" valueType="num">
                                      <p:cBhvr>
                                        <p:cTn id="104" dur="750" fill="hold"/>
                                        <p:tgtEl>
                                          <p:spTgt spid="4132"/>
                                        </p:tgtEl>
                                        <p:attrNameLst>
                                          <p:attrName>ppt_h</p:attrName>
                                        </p:attrNameLst>
                                      </p:cBhvr>
                                      <p:tavLst>
                                        <p:tav tm="0">
                                          <p:val>
                                            <p:fltVal val="0"/>
                                          </p:val>
                                        </p:tav>
                                        <p:tav tm="100000">
                                          <p:val>
                                            <p:strVal val="#ppt_h"/>
                                          </p:val>
                                        </p:tav>
                                      </p:tavLst>
                                    </p:anim>
                                    <p:animEffect transition="in" filter="fade">
                                      <p:cBhvr>
                                        <p:cTn id="105" dur="750"/>
                                        <p:tgtEl>
                                          <p:spTgt spid="4132"/>
                                        </p:tgtEl>
                                      </p:cBhvr>
                                    </p:animEffect>
                                  </p:childTnLst>
                                </p:cTn>
                              </p:par>
                              <p:par>
                                <p:cTn id="106" presetID="53" presetClass="entr" presetSubtype="16" fill="hold" grpId="0" nodeType="withEffect">
                                  <p:stCondLst>
                                    <p:cond delay="2100"/>
                                  </p:stCondLst>
                                  <p:childTnLst>
                                    <p:set>
                                      <p:cBhvr>
                                        <p:cTn id="107" dur="1" fill="hold">
                                          <p:stCondLst>
                                            <p:cond delay="0"/>
                                          </p:stCondLst>
                                        </p:cTn>
                                        <p:tgtEl>
                                          <p:spTgt spid="4137"/>
                                        </p:tgtEl>
                                        <p:attrNameLst>
                                          <p:attrName>style.visibility</p:attrName>
                                        </p:attrNameLst>
                                      </p:cBhvr>
                                      <p:to>
                                        <p:strVal val="visible"/>
                                      </p:to>
                                    </p:set>
                                    <p:anim calcmode="lin" valueType="num">
                                      <p:cBhvr>
                                        <p:cTn id="108" dur="750" fill="hold"/>
                                        <p:tgtEl>
                                          <p:spTgt spid="4137"/>
                                        </p:tgtEl>
                                        <p:attrNameLst>
                                          <p:attrName>ppt_w</p:attrName>
                                        </p:attrNameLst>
                                      </p:cBhvr>
                                      <p:tavLst>
                                        <p:tav tm="0">
                                          <p:val>
                                            <p:fltVal val="0"/>
                                          </p:val>
                                        </p:tav>
                                        <p:tav tm="100000">
                                          <p:val>
                                            <p:strVal val="#ppt_w"/>
                                          </p:val>
                                        </p:tav>
                                      </p:tavLst>
                                    </p:anim>
                                    <p:anim calcmode="lin" valueType="num">
                                      <p:cBhvr>
                                        <p:cTn id="109" dur="750" fill="hold"/>
                                        <p:tgtEl>
                                          <p:spTgt spid="4137"/>
                                        </p:tgtEl>
                                        <p:attrNameLst>
                                          <p:attrName>ppt_h</p:attrName>
                                        </p:attrNameLst>
                                      </p:cBhvr>
                                      <p:tavLst>
                                        <p:tav tm="0">
                                          <p:val>
                                            <p:fltVal val="0"/>
                                          </p:val>
                                        </p:tav>
                                        <p:tav tm="100000">
                                          <p:val>
                                            <p:strVal val="#ppt_h"/>
                                          </p:val>
                                        </p:tav>
                                      </p:tavLst>
                                    </p:anim>
                                    <p:animEffect transition="in" filter="fade">
                                      <p:cBhvr>
                                        <p:cTn id="110" dur="750"/>
                                        <p:tgtEl>
                                          <p:spTgt spid="4137"/>
                                        </p:tgtEl>
                                      </p:cBhvr>
                                    </p:animEffect>
                                  </p:childTnLst>
                                </p:cTn>
                              </p:par>
                              <p:par>
                                <p:cTn id="111" presetID="53" presetClass="entr" presetSubtype="16" fill="hold" grpId="0" nodeType="withEffect">
                                  <p:stCondLst>
                                    <p:cond delay="2750"/>
                                  </p:stCondLst>
                                  <p:childTnLst>
                                    <p:set>
                                      <p:cBhvr>
                                        <p:cTn id="112" dur="1" fill="hold">
                                          <p:stCondLst>
                                            <p:cond delay="0"/>
                                          </p:stCondLst>
                                        </p:cTn>
                                        <p:tgtEl>
                                          <p:spTgt spid="4134"/>
                                        </p:tgtEl>
                                        <p:attrNameLst>
                                          <p:attrName>style.visibility</p:attrName>
                                        </p:attrNameLst>
                                      </p:cBhvr>
                                      <p:to>
                                        <p:strVal val="visible"/>
                                      </p:to>
                                    </p:set>
                                    <p:anim calcmode="lin" valueType="num">
                                      <p:cBhvr>
                                        <p:cTn id="113" dur="750" fill="hold"/>
                                        <p:tgtEl>
                                          <p:spTgt spid="4134"/>
                                        </p:tgtEl>
                                        <p:attrNameLst>
                                          <p:attrName>ppt_w</p:attrName>
                                        </p:attrNameLst>
                                      </p:cBhvr>
                                      <p:tavLst>
                                        <p:tav tm="0">
                                          <p:val>
                                            <p:fltVal val="0"/>
                                          </p:val>
                                        </p:tav>
                                        <p:tav tm="100000">
                                          <p:val>
                                            <p:strVal val="#ppt_w"/>
                                          </p:val>
                                        </p:tav>
                                      </p:tavLst>
                                    </p:anim>
                                    <p:anim calcmode="lin" valueType="num">
                                      <p:cBhvr>
                                        <p:cTn id="114" dur="750" fill="hold"/>
                                        <p:tgtEl>
                                          <p:spTgt spid="4134"/>
                                        </p:tgtEl>
                                        <p:attrNameLst>
                                          <p:attrName>ppt_h</p:attrName>
                                        </p:attrNameLst>
                                      </p:cBhvr>
                                      <p:tavLst>
                                        <p:tav tm="0">
                                          <p:val>
                                            <p:fltVal val="0"/>
                                          </p:val>
                                        </p:tav>
                                        <p:tav tm="100000">
                                          <p:val>
                                            <p:strVal val="#ppt_h"/>
                                          </p:val>
                                        </p:tav>
                                      </p:tavLst>
                                    </p:anim>
                                    <p:animEffect transition="in" filter="fade">
                                      <p:cBhvr>
                                        <p:cTn id="115" dur="750"/>
                                        <p:tgtEl>
                                          <p:spTgt spid="4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4" grpId="0" animBg="1"/>
      <p:bldP spid="4115" grpId="0" animBg="1"/>
      <p:bldP spid="4116" grpId="0" animBg="1"/>
      <p:bldP spid="4117" grpId="0" animBg="1"/>
      <p:bldP spid="4118" grpId="0" animBg="1"/>
      <p:bldP spid="4119" grpId="0" animBg="1"/>
      <p:bldP spid="4120" grpId="0" animBg="1"/>
      <p:bldP spid="4121" grpId="0" animBg="1"/>
      <p:bldP spid="4122" grpId="0" animBg="1"/>
      <p:bldP spid="4123" grpId="0" animBg="1"/>
      <p:bldP spid="4124" grpId="0" animBg="1"/>
      <p:bldP spid="4125" grpId="0" animBg="1"/>
      <p:bldP spid="4132" grpId="0" animBg="1"/>
      <p:bldP spid="4133" grpId="0" animBg="1"/>
      <p:bldP spid="4134" grpId="0" animBg="1"/>
      <p:bldP spid="4135" grpId="0" animBg="1"/>
      <p:bldP spid="4136" grpId="0" animBg="1"/>
      <p:bldP spid="413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32">
            <a:extLst>
              <a:ext uri="{FF2B5EF4-FFF2-40B4-BE49-F238E27FC236}">
                <a16:creationId xmlns:a16="http://schemas.microsoft.com/office/drawing/2014/main" id="{B658B4EF-7EA7-4E99-A9E9-6C4B3F7FD4DF}"/>
              </a:ext>
            </a:extLst>
          </p:cNvPr>
          <p:cNvSpPr>
            <a:spLocks/>
          </p:cNvSpPr>
          <p:nvPr/>
        </p:nvSpPr>
        <p:spPr bwMode="auto">
          <a:xfrm>
            <a:off x="7921625" y="2744788"/>
            <a:ext cx="2141538" cy="2138363"/>
          </a:xfrm>
          <a:custGeom>
            <a:avLst/>
            <a:gdLst>
              <a:gd name="T0" fmla="*/ 394 w 562"/>
              <a:gd name="T1" fmla="*/ 170 h 561"/>
              <a:gd name="T2" fmla="*/ 153 w 562"/>
              <a:gd name="T3" fmla="*/ 0 h 561"/>
              <a:gd name="T4" fmla="*/ 0 w 562"/>
              <a:gd name="T5" fmla="*/ 153 h 561"/>
              <a:gd name="T6" fmla="*/ 171 w 562"/>
              <a:gd name="T7" fmla="*/ 394 h 561"/>
              <a:gd name="T8" fmla="*/ 365 w 562"/>
              <a:gd name="T9" fmla="*/ 561 h 561"/>
              <a:gd name="T10" fmla="*/ 562 w 562"/>
              <a:gd name="T11" fmla="*/ 365 h 561"/>
              <a:gd name="T12" fmla="*/ 394 w 562"/>
              <a:gd name="T13" fmla="*/ 170 h 561"/>
            </a:gdLst>
            <a:ahLst/>
            <a:cxnLst>
              <a:cxn ang="0">
                <a:pos x="T0" y="T1"/>
              </a:cxn>
              <a:cxn ang="0">
                <a:pos x="T2" y="T3"/>
              </a:cxn>
              <a:cxn ang="0">
                <a:pos x="T4" y="T5"/>
              </a:cxn>
              <a:cxn ang="0">
                <a:pos x="T6" y="T7"/>
              </a:cxn>
              <a:cxn ang="0">
                <a:pos x="T8" y="T9"/>
              </a:cxn>
              <a:cxn ang="0">
                <a:pos x="T10" y="T11"/>
              </a:cxn>
              <a:cxn ang="0">
                <a:pos x="T12" y="T13"/>
              </a:cxn>
            </a:cxnLst>
            <a:rect l="0" t="0" r="r" b="b"/>
            <a:pathLst>
              <a:path w="562" h="561">
                <a:moveTo>
                  <a:pt x="394" y="170"/>
                </a:moveTo>
                <a:cubicBezTo>
                  <a:pt x="247" y="147"/>
                  <a:pt x="187" y="109"/>
                  <a:pt x="153" y="0"/>
                </a:cubicBezTo>
                <a:cubicBezTo>
                  <a:pt x="132" y="74"/>
                  <a:pt x="74" y="132"/>
                  <a:pt x="0" y="153"/>
                </a:cubicBezTo>
                <a:cubicBezTo>
                  <a:pt x="110" y="186"/>
                  <a:pt x="147" y="247"/>
                  <a:pt x="171" y="394"/>
                </a:cubicBezTo>
                <a:cubicBezTo>
                  <a:pt x="185" y="489"/>
                  <a:pt x="266" y="561"/>
                  <a:pt x="365" y="561"/>
                </a:cubicBezTo>
                <a:cubicBezTo>
                  <a:pt x="474" y="561"/>
                  <a:pt x="562" y="473"/>
                  <a:pt x="562" y="365"/>
                </a:cubicBezTo>
                <a:cubicBezTo>
                  <a:pt x="562" y="266"/>
                  <a:pt x="489" y="184"/>
                  <a:pt x="394" y="17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41" name="Freeform 33">
            <a:extLst>
              <a:ext uri="{FF2B5EF4-FFF2-40B4-BE49-F238E27FC236}">
                <a16:creationId xmlns:a16="http://schemas.microsoft.com/office/drawing/2014/main" id="{E6B9F526-5FB1-4D4E-8D11-C89773D05058}"/>
              </a:ext>
            </a:extLst>
          </p:cNvPr>
          <p:cNvSpPr>
            <a:spLocks/>
          </p:cNvSpPr>
          <p:nvPr/>
        </p:nvSpPr>
        <p:spPr bwMode="auto">
          <a:xfrm>
            <a:off x="6299200" y="1765300"/>
            <a:ext cx="2141538" cy="2138363"/>
          </a:xfrm>
          <a:custGeom>
            <a:avLst/>
            <a:gdLst>
              <a:gd name="T0" fmla="*/ 562 w 562"/>
              <a:gd name="T1" fmla="*/ 196 h 561"/>
              <a:gd name="T2" fmla="*/ 365 w 562"/>
              <a:gd name="T3" fmla="*/ 0 h 561"/>
              <a:gd name="T4" fmla="*/ 171 w 562"/>
              <a:gd name="T5" fmla="*/ 167 h 561"/>
              <a:gd name="T6" fmla="*/ 0 w 562"/>
              <a:gd name="T7" fmla="*/ 408 h 561"/>
              <a:gd name="T8" fmla="*/ 154 w 562"/>
              <a:gd name="T9" fmla="*/ 561 h 561"/>
              <a:gd name="T10" fmla="*/ 395 w 562"/>
              <a:gd name="T11" fmla="*/ 391 h 561"/>
              <a:gd name="T12" fmla="*/ 562 w 562"/>
              <a:gd name="T13" fmla="*/ 196 h 561"/>
            </a:gdLst>
            <a:ahLst/>
            <a:cxnLst>
              <a:cxn ang="0">
                <a:pos x="T0" y="T1"/>
              </a:cxn>
              <a:cxn ang="0">
                <a:pos x="T2" y="T3"/>
              </a:cxn>
              <a:cxn ang="0">
                <a:pos x="T4" y="T5"/>
              </a:cxn>
              <a:cxn ang="0">
                <a:pos x="T6" y="T7"/>
              </a:cxn>
              <a:cxn ang="0">
                <a:pos x="T8" y="T9"/>
              </a:cxn>
              <a:cxn ang="0">
                <a:pos x="T10" y="T11"/>
              </a:cxn>
              <a:cxn ang="0">
                <a:pos x="T12" y="T13"/>
              </a:cxn>
            </a:cxnLst>
            <a:rect l="0" t="0" r="r" b="b"/>
            <a:pathLst>
              <a:path w="562" h="561">
                <a:moveTo>
                  <a:pt x="562" y="196"/>
                </a:moveTo>
                <a:cubicBezTo>
                  <a:pt x="562" y="88"/>
                  <a:pt x="474" y="0"/>
                  <a:pt x="365" y="0"/>
                </a:cubicBezTo>
                <a:cubicBezTo>
                  <a:pt x="267" y="0"/>
                  <a:pt x="185" y="72"/>
                  <a:pt x="171" y="167"/>
                </a:cubicBezTo>
                <a:cubicBezTo>
                  <a:pt x="148" y="314"/>
                  <a:pt x="110" y="375"/>
                  <a:pt x="0" y="408"/>
                </a:cubicBezTo>
                <a:cubicBezTo>
                  <a:pt x="75" y="429"/>
                  <a:pt x="133" y="487"/>
                  <a:pt x="154" y="561"/>
                </a:cubicBezTo>
                <a:cubicBezTo>
                  <a:pt x="187" y="451"/>
                  <a:pt x="248" y="414"/>
                  <a:pt x="395" y="391"/>
                </a:cubicBezTo>
                <a:cubicBezTo>
                  <a:pt x="489" y="376"/>
                  <a:pt x="562" y="295"/>
                  <a:pt x="562" y="19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2" name="Freeform 34">
            <a:extLst>
              <a:ext uri="{FF2B5EF4-FFF2-40B4-BE49-F238E27FC236}">
                <a16:creationId xmlns:a16="http://schemas.microsoft.com/office/drawing/2014/main" id="{F10A4DFB-FCB1-4569-AF35-790121B24D83}"/>
              </a:ext>
            </a:extLst>
          </p:cNvPr>
          <p:cNvSpPr>
            <a:spLocks/>
          </p:cNvSpPr>
          <p:nvPr/>
        </p:nvSpPr>
        <p:spPr bwMode="auto">
          <a:xfrm>
            <a:off x="4681538" y="2744788"/>
            <a:ext cx="2136775" cy="2138363"/>
          </a:xfrm>
          <a:custGeom>
            <a:avLst/>
            <a:gdLst>
              <a:gd name="T0" fmla="*/ 394 w 561"/>
              <a:gd name="T1" fmla="*/ 170 h 561"/>
              <a:gd name="T2" fmla="*/ 153 w 561"/>
              <a:gd name="T3" fmla="*/ 0 h 561"/>
              <a:gd name="T4" fmla="*/ 0 w 561"/>
              <a:gd name="T5" fmla="*/ 153 h 561"/>
              <a:gd name="T6" fmla="*/ 170 w 561"/>
              <a:gd name="T7" fmla="*/ 394 h 561"/>
              <a:gd name="T8" fmla="*/ 365 w 561"/>
              <a:gd name="T9" fmla="*/ 561 h 561"/>
              <a:gd name="T10" fmla="*/ 561 w 561"/>
              <a:gd name="T11" fmla="*/ 365 h 561"/>
              <a:gd name="T12" fmla="*/ 394 w 561"/>
              <a:gd name="T13" fmla="*/ 170 h 561"/>
            </a:gdLst>
            <a:ahLst/>
            <a:cxnLst>
              <a:cxn ang="0">
                <a:pos x="T0" y="T1"/>
              </a:cxn>
              <a:cxn ang="0">
                <a:pos x="T2" y="T3"/>
              </a:cxn>
              <a:cxn ang="0">
                <a:pos x="T4" y="T5"/>
              </a:cxn>
              <a:cxn ang="0">
                <a:pos x="T6" y="T7"/>
              </a:cxn>
              <a:cxn ang="0">
                <a:pos x="T8" y="T9"/>
              </a:cxn>
              <a:cxn ang="0">
                <a:pos x="T10" y="T11"/>
              </a:cxn>
              <a:cxn ang="0">
                <a:pos x="T12" y="T13"/>
              </a:cxn>
            </a:cxnLst>
            <a:rect l="0" t="0" r="r" b="b"/>
            <a:pathLst>
              <a:path w="561" h="561">
                <a:moveTo>
                  <a:pt x="394" y="170"/>
                </a:moveTo>
                <a:cubicBezTo>
                  <a:pt x="247" y="147"/>
                  <a:pt x="186" y="109"/>
                  <a:pt x="153" y="0"/>
                </a:cubicBezTo>
                <a:cubicBezTo>
                  <a:pt x="132" y="74"/>
                  <a:pt x="74" y="132"/>
                  <a:pt x="0" y="153"/>
                </a:cubicBezTo>
                <a:cubicBezTo>
                  <a:pt x="110" y="186"/>
                  <a:pt x="147" y="247"/>
                  <a:pt x="170" y="394"/>
                </a:cubicBezTo>
                <a:cubicBezTo>
                  <a:pt x="185" y="489"/>
                  <a:pt x="266" y="561"/>
                  <a:pt x="365" y="561"/>
                </a:cubicBezTo>
                <a:cubicBezTo>
                  <a:pt x="473" y="561"/>
                  <a:pt x="561" y="473"/>
                  <a:pt x="561" y="365"/>
                </a:cubicBezTo>
                <a:cubicBezTo>
                  <a:pt x="561" y="266"/>
                  <a:pt x="489" y="184"/>
                  <a:pt x="394" y="17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3" name="Freeform 35">
            <a:extLst>
              <a:ext uri="{FF2B5EF4-FFF2-40B4-BE49-F238E27FC236}">
                <a16:creationId xmlns:a16="http://schemas.microsoft.com/office/drawing/2014/main" id="{247E63E1-466B-46A7-BF02-ABF1D802ED9E}"/>
              </a:ext>
            </a:extLst>
          </p:cNvPr>
          <p:cNvSpPr>
            <a:spLocks/>
          </p:cNvSpPr>
          <p:nvPr/>
        </p:nvSpPr>
        <p:spPr bwMode="auto">
          <a:xfrm>
            <a:off x="3059113" y="1765300"/>
            <a:ext cx="2139950" cy="2138363"/>
          </a:xfrm>
          <a:custGeom>
            <a:avLst/>
            <a:gdLst>
              <a:gd name="T0" fmla="*/ 562 w 562"/>
              <a:gd name="T1" fmla="*/ 196 h 561"/>
              <a:gd name="T2" fmla="*/ 365 w 562"/>
              <a:gd name="T3" fmla="*/ 0 h 561"/>
              <a:gd name="T4" fmla="*/ 171 w 562"/>
              <a:gd name="T5" fmla="*/ 167 h 561"/>
              <a:gd name="T6" fmla="*/ 0 w 562"/>
              <a:gd name="T7" fmla="*/ 408 h 561"/>
              <a:gd name="T8" fmla="*/ 154 w 562"/>
              <a:gd name="T9" fmla="*/ 561 h 561"/>
              <a:gd name="T10" fmla="*/ 395 w 562"/>
              <a:gd name="T11" fmla="*/ 391 h 561"/>
              <a:gd name="T12" fmla="*/ 562 w 562"/>
              <a:gd name="T13" fmla="*/ 196 h 561"/>
            </a:gdLst>
            <a:ahLst/>
            <a:cxnLst>
              <a:cxn ang="0">
                <a:pos x="T0" y="T1"/>
              </a:cxn>
              <a:cxn ang="0">
                <a:pos x="T2" y="T3"/>
              </a:cxn>
              <a:cxn ang="0">
                <a:pos x="T4" y="T5"/>
              </a:cxn>
              <a:cxn ang="0">
                <a:pos x="T6" y="T7"/>
              </a:cxn>
              <a:cxn ang="0">
                <a:pos x="T8" y="T9"/>
              </a:cxn>
              <a:cxn ang="0">
                <a:pos x="T10" y="T11"/>
              </a:cxn>
              <a:cxn ang="0">
                <a:pos x="T12" y="T13"/>
              </a:cxn>
            </a:cxnLst>
            <a:rect l="0" t="0" r="r" b="b"/>
            <a:pathLst>
              <a:path w="562" h="561">
                <a:moveTo>
                  <a:pt x="562" y="196"/>
                </a:moveTo>
                <a:cubicBezTo>
                  <a:pt x="562" y="88"/>
                  <a:pt x="474" y="0"/>
                  <a:pt x="365" y="0"/>
                </a:cubicBezTo>
                <a:cubicBezTo>
                  <a:pt x="267" y="0"/>
                  <a:pt x="185" y="72"/>
                  <a:pt x="171" y="167"/>
                </a:cubicBezTo>
                <a:cubicBezTo>
                  <a:pt x="147" y="314"/>
                  <a:pt x="110" y="375"/>
                  <a:pt x="0" y="408"/>
                </a:cubicBezTo>
                <a:cubicBezTo>
                  <a:pt x="74" y="429"/>
                  <a:pt x="133" y="487"/>
                  <a:pt x="154" y="561"/>
                </a:cubicBezTo>
                <a:cubicBezTo>
                  <a:pt x="187" y="451"/>
                  <a:pt x="248" y="414"/>
                  <a:pt x="395" y="391"/>
                </a:cubicBezTo>
                <a:cubicBezTo>
                  <a:pt x="489" y="376"/>
                  <a:pt x="562" y="295"/>
                  <a:pt x="562" y="19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Oval 36">
            <a:extLst>
              <a:ext uri="{FF2B5EF4-FFF2-40B4-BE49-F238E27FC236}">
                <a16:creationId xmlns:a16="http://schemas.microsoft.com/office/drawing/2014/main" id="{8D8EFB39-FB7C-43A5-A5C9-78E6C5E6478C}"/>
              </a:ext>
            </a:extLst>
          </p:cNvPr>
          <p:cNvSpPr>
            <a:spLocks noChangeArrowheads="1"/>
          </p:cNvSpPr>
          <p:nvPr/>
        </p:nvSpPr>
        <p:spPr bwMode="auto">
          <a:xfrm>
            <a:off x="2079625" y="3384550"/>
            <a:ext cx="1497013" cy="14986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6" name="Group 5">
            <a:extLst>
              <a:ext uri="{FF2B5EF4-FFF2-40B4-BE49-F238E27FC236}">
                <a16:creationId xmlns:a16="http://schemas.microsoft.com/office/drawing/2014/main" id="{453454B9-547A-47E8-BE10-BBF327454BA1}"/>
              </a:ext>
            </a:extLst>
          </p:cNvPr>
          <p:cNvGrpSpPr/>
          <p:nvPr/>
        </p:nvGrpSpPr>
        <p:grpSpPr>
          <a:xfrm>
            <a:off x="8686624" y="3508376"/>
            <a:ext cx="1255359" cy="1257299"/>
            <a:chOff x="8686624" y="3508376"/>
            <a:chExt cx="1255359" cy="1257299"/>
          </a:xfrm>
        </p:grpSpPr>
        <p:grpSp>
          <p:nvGrpSpPr>
            <p:cNvPr id="88" name="Group 87">
              <a:extLst>
                <a:ext uri="{FF2B5EF4-FFF2-40B4-BE49-F238E27FC236}">
                  <a16:creationId xmlns:a16="http://schemas.microsoft.com/office/drawing/2014/main" id="{415D6988-28C1-44A5-A553-640535AA6A1C}"/>
                </a:ext>
              </a:extLst>
            </p:cNvPr>
            <p:cNvGrpSpPr/>
            <p:nvPr/>
          </p:nvGrpSpPr>
          <p:grpSpPr>
            <a:xfrm>
              <a:off x="8686624" y="3508376"/>
              <a:ext cx="1255359" cy="1257299"/>
              <a:chOff x="6345238" y="4948238"/>
              <a:chExt cx="1027113" cy="1028700"/>
            </a:xfrm>
            <a:effectLst>
              <a:outerShdw blurRad="241300" dist="203200" dir="2700000" sx="101000" sy="101000" algn="tl" rotWithShape="0">
                <a:prstClr val="black">
                  <a:alpha val="46000"/>
                </a:prstClr>
              </a:outerShdw>
            </a:effectLst>
          </p:grpSpPr>
          <p:sp>
            <p:nvSpPr>
              <p:cNvPr id="89" name="Oval 56">
                <a:extLst>
                  <a:ext uri="{FF2B5EF4-FFF2-40B4-BE49-F238E27FC236}">
                    <a16:creationId xmlns:a16="http://schemas.microsoft.com/office/drawing/2014/main" id="{9B68CC6B-D3C1-4E1A-89C4-255C41A907F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0" name="Oval 57">
                <a:extLst>
                  <a:ext uri="{FF2B5EF4-FFF2-40B4-BE49-F238E27FC236}">
                    <a16:creationId xmlns:a16="http://schemas.microsoft.com/office/drawing/2014/main" id="{2C969046-6AAE-4BC4-8AB5-B65DB1200B4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0" name="Oval 52">
              <a:extLst>
                <a:ext uri="{FF2B5EF4-FFF2-40B4-BE49-F238E27FC236}">
                  <a16:creationId xmlns:a16="http://schemas.microsoft.com/office/drawing/2014/main" id="{6CC4076F-210D-45B3-971C-ADE36694C157}"/>
                </a:ext>
              </a:extLst>
            </p:cNvPr>
            <p:cNvSpPr>
              <a:spLocks noChangeArrowheads="1"/>
            </p:cNvSpPr>
            <p:nvPr/>
          </p:nvSpPr>
          <p:spPr bwMode="auto">
            <a:xfrm>
              <a:off x="8745538" y="3567113"/>
              <a:ext cx="1135063" cy="1133475"/>
            </a:xfrm>
            <a:prstGeom prst="ellipse">
              <a:avLst/>
            </a:prstGeom>
            <a:solidFill>
              <a:schemeClr val="bg2"/>
            </a:solidFill>
            <a:ln>
              <a:noFill/>
            </a:ln>
            <a:effectLst>
              <a:innerShdw blurRad="114300">
                <a:prstClr val="black">
                  <a:alpha val="55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AED3C2C9-6822-4187-8C4C-D83CDFE653BE}"/>
              </a:ext>
            </a:extLst>
          </p:cNvPr>
          <p:cNvGrpSpPr/>
          <p:nvPr/>
        </p:nvGrpSpPr>
        <p:grpSpPr>
          <a:xfrm>
            <a:off x="7062787" y="1879601"/>
            <a:ext cx="1255359" cy="1257299"/>
            <a:chOff x="7062787" y="1879601"/>
            <a:chExt cx="1255359" cy="1257299"/>
          </a:xfrm>
        </p:grpSpPr>
        <p:grpSp>
          <p:nvGrpSpPr>
            <p:cNvPr id="91" name="Group 90">
              <a:extLst>
                <a:ext uri="{FF2B5EF4-FFF2-40B4-BE49-F238E27FC236}">
                  <a16:creationId xmlns:a16="http://schemas.microsoft.com/office/drawing/2014/main" id="{C3072FB7-6D40-4401-93DD-69CBC1276AF3}"/>
                </a:ext>
              </a:extLst>
            </p:cNvPr>
            <p:cNvGrpSpPr/>
            <p:nvPr/>
          </p:nvGrpSpPr>
          <p:grpSpPr>
            <a:xfrm>
              <a:off x="7062787" y="1879601"/>
              <a:ext cx="1255359" cy="1257299"/>
              <a:chOff x="6345238" y="4948238"/>
              <a:chExt cx="1027113" cy="1028700"/>
            </a:xfrm>
            <a:effectLst>
              <a:outerShdw blurRad="241300" dist="203200" dir="2700000" sx="101000" sy="101000" algn="tl" rotWithShape="0">
                <a:prstClr val="black">
                  <a:alpha val="46000"/>
                </a:prstClr>
              </a:outerShdw>
            </a:effectLst>
          </p:grpSpPr>
          <p:sp>
            <p:nvSpPr>
              <p:cNvPr id="92" name="Oval 56">
                <a:extLst>
                  <a:ext uri="{FF2B5EF4-FFF2-40B4-BE49-F238E27FC236}">
                    <a16:creationId xmlns:a16="http://schemas.microsoft.com/office/drawing/2014/main" id="{EA359A95-5591-4E83-9893-EAAD7F43F6A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3" name="Oval 57">
                <a:extLst>
                  <a:ext uri="{FF2B5EF4-FFF2-40B4-BE49-F238E27FC236}">
                    <a16:creationId xmlns:a16="http://schemas.microsoft.com/office/drawing/2014/main" id="{FD20FD92-69BB-4488-9BAE-C8CC2C640D0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1" name="Oval 53">
              <a:extLst>
                <a:ext uri="{FF2B5EF4-FFF2-40B4-BE49-F238E27FC236}">
                  <a16:creationId xmlns:a16="http://schemas.microsoft.com/office/drawing/2014/main" id="{4C5B7FBE-AA60-470B-9A96-F477CA3343E7}"/>
                </a:ext>
              </a:extLst>
            </p:cNvPr>
            <p:cNvSpPr>
              <a:spLocks noChangeArrowheads="1"/>
            </p:cNvSpPr>
            <p:nvPr/>
          </p:nvSpPr>
          <p:spPr bwMode="auto">
            <a:xfrm>
              <a:off x="7126288" y="1947863"/>
              <a:ext cx="1131888" cy="1131888"/>
            </a:xfrm>
            <a:prstGeom prst="ellipse">
              <a:avLst/>
            </a:prstGeom>
            <a:solidFill>
              <a:schemeClr val="bg2"/>
            </a:solidFill>
            <a:ln>
              <a:noFill/>
            </a:ln>
            <a:effectLst>
              <a:innerShdw blurRad="114300">
                <a:prstClr val="black">
                  <a:alpha val="55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346323B8-6210-43D5-9EEE-57988ABD1497}"/>
              </a:ext>
            </a:extLst>
          </p:cNvPr>
          <p:cNvGrpSpPr/>
          <p:nvPr/>
        </p:nvGrpSpPr>
        <p:grpSpPr>
          <a:xfrm>
            <a:off x="5441687" y="3508376"/>
            <a:ext cx="1255359" cy="1257299"/>
            <a:chOff x="5441687" y="3508376"/>
            <a:chExt cx="1255359" cy="1257299"/>
          </a:xfrm>
        </p:grpSpPr>
        <p:grpSp>
          <p:nvGrpSpPr>
            <p:cNvPr id="85" name="Group 84">
              <a:extLst>
                <a:ext uri="{FF2B5EF4-FFF2-40B4-BE49-F238E27FC236}">
                  <a16:creationId xmlns:a16="http://schemas.microsoft.com/office/drawing/2014/main" id="{A61E3B47-EC84-4349-8717-7102C97BE009}"/>
                </a:ext>
              </a:extLst>
            </p:cNvPr>
            <p:cNvGrpSpPr/>
            <p:nvPr/>
          </p:nvGrpSpPr>
          <p:grpSpPr>
            <a:xfrm>
              <a:off x="5441687" y="3508376"/>
              <a:ext cx="1255359" cy="1257299"/>
              <a:chOff x="6345238" y="4948238"/>
              <a:chExt cx="1027113" cy="1028700"/>
            </a:xfrm>
            <a:effectLst>
              <a:outerShdw blurRad="241300" dist="203200" dir="2700000" sx="101000" sy="101000" algn="tl" rotWithShape="0">
                <a:prstClr val="black">
                  <a:alpha val="46000"/>
                </a:prstClr>
              </a:outerShdw>
            </a:effectLst>
          </p:grpSpPr>
          <p:sp>
            <p:nvSpPr>
              <p:cNvPr id="86" name="Oval 56">
                <a:extLst>
                  <a:ext uri="{FF2B5EF4-FFF2-40B4-BE49-F238E27FC236}">
                    <a16:creationId xmlns:a16="http://schemas.microsoft.com/office/drawing/2014/main" id="{AE2B4228-1EC4-4096-A38A-29CB5631F7F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7" name="Oval 57">
                <a:extLst>
                  <a:ext uri="{FF2B5EF4-FFF2-40B4-BE49-F238E27FC236}">
                    <a16:creationId xmlns:a16="http://schemas.microsoft.com/office/drawing/2014/main" id="{E6C88D05-5DC3-4F91-BDF0-BEB0737A47D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2" name="Oval 54">
              <a:extLst>
                <a:ext uri="{FF2B5EF4-FFF2-40B4-BE49-F238E27FC236}">
                  <a16:creationId xmlns:a16="http://schemas.microsoft.com/office/drawing/2014/main" id="{C4119317-ACFB-41BD-94C9-7B0F407A50E0}"/>
                </a:ext>
              </a:extLst>
            </p:cNvPr>
            <p:cNvSpPr>
              <a:spLocks noChangeArrowheads="1"/>
            </p:cNvSpPr>
            <p:nvPr/>
          </p:nvSpPr>
          <p:spPr bwMode="auto">
            <a:xfrm>
              <a:off x="5503863" y="3567113"/>
              <a:ext cx="1130300" cy="1133475"/>
            </a:xfrm>
            <a:prstGeom prst="ellipse">
              <a:avLst/>
            </a:prstGeom>
            <a:solidFill>
              <a:schemeClr val="bg2"/>
            </a:solidFill>
            <a:ln>
              <a:noFill/>
            </a:ln>
            <a:effectLst>
              <a:innerShdw blurRad="114300">
                <a:prstClr val="black">
                  <a:alpha val="55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D5C1CA20-F692-463F-8927-F79924ADBC31}"/>
              </a:ext>
            </a:extLst>
          </p:cNvPr>
          <p:cNvGrpSpPr/>
          <p:nvPr/>
        </p:nvGrpSpPr>
        <p:grpSpPr>
          <a:xfrm>
            <a:off x="3821466" y="1879601"/>
            <a:ext cx="1255359" cy="1257299"/>
            <a:chOff x="3821466" y="1879601"/>
            <a:chExt cx="1255359" cy="1257299"/>
          </a:xfrm>
        </p:grpSpPr>
        <p:grpSp>
          <p:nvGrpSpPr>
            <p:cNvPr id="94" name="Group 93">
              <a:extLst>
                <a:ext uri="{FF2B5EF4-FFF2-40B4-BE49-F238E27FC236}">
                  <a16:creationId xmlns:a16="http://schemas.microsoft.com/office/drawing/2014/main" id="{02D5D629-5005-4815-8EF1-8096DC2A89E0}"/>
                </a:ext>
              </a:extLst>
            </p:cNvPr>
            <p:cNvGrpSpPr/>
            <p:nvPr/>
          </p:nvGrpSpPr>
          <p:grpSpPr>
            <a:xfrm>
              <a:off x="3821466" y="1879601"/>
              <a:ext cx="1255359" cy="1257299"/>
              <a:chOff x="6345238" y="4948238"/>
              <a:chExt cx="1027113" cy="1028700"/>
            </a:xfrm>
            <a:effectLst>
              <a:outerShdw blurRad="241300" dist="203200" dir="2700000" sx="101000" sy="101000" algn="tl" rotWithShape="0">
                <a:prstClr val="black">
                  <a:alpha val="46000"/>
                </a:prstClr>
              </a:outerShdw>
            </a:effectLst>
          </p:grpSpPr>
          <p:sp>
            <p:nvSpPr>
              <p:cNvPr id="95" name="Oval 56">
                <a:extLst>
                  <a:ext uri="{FF2B5EF4-FFF2-40B4-BE49-F238E27FC236}">
                    <a16:creationId xmlns:a16="http://schemas.microsoft.com/office/drawing/2014/main" id="{C7D9F718-DB61-4D02-BA45-0DC00FE8451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6" name="Oval 57">
                <a:extLst>
                  <a:ext uri="{FF2B5EF4-FFF2-40B4-BE49-F238E27FC236}">
                    <a16:creationId xmlns:a16="http://schemas.microsoft.com/office/drawing/2014/main" id="{A0F16844-04A7-4C0F-903D-F8BA4F7DD0C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3" name="Oval 55">
              <a:extLst>
                <a:ext uri="{FF2B5EF4-FFF2-40B4-BE49-F238E27FC236}">
                  <a16:creationId xmlns:a16="http://schemas.microsoft.com/office/drawing/2014/main" id="{DC6607F2-681B-41BF-B49F-FB204CDC16C4}"/>
                </a:ext>
              </a:extLst>
            </p:cNvPr>
            <p:cNvSpPr>
              <a:spLocks noChangeArrowheads="1"/>
            </p:cNvSpPr>
            <p:nvPr/>
          </p:nvSpPr>
          <p:spPr bwMode="auto">
            <a:xfrm>
              <a:off x="3884613" y="1947863"/>
              <a:ext cx="1131888" cy="1131888"/>
            </a:xfrm>
            <a:prstGeom prst="ellipse">
              <a:avLst/>
            </a:prstGeom>
            <a:solidFill>
              <a:schemeClr val="bg2"/>
            </a:solidFill>
            <a:ln>
              <a:noFill/>
            </a:ln>
            <a:effectLst>
              <a:innerShdw blurRad="114300">
                <a:prstClr val="black">
                  <a:alpha val="55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5DAC4AB2-1927-475D-89B2-A52C2A2924DF}"/>
              </a:ext>
            </a:extLst>
          </p:cNvPr>
          <p:cNvGrpSpPr/>
          <p:nvPr/>
        </p:nvGrpSpPr>
        <p:grpSpPr>
          <a:xfrm>
            <a:off x="2203065" y="3508376"/>
            <a:ext cx="1255359" cy="1257299"/>
            <a:chOff x="2203065" y="3508376"/>
            <a:chExt cx="1255359" cy="1257299"/>
          </a:xfrm>
        </p:grpSpPr>
        <p:grpSp>
          <p:nvGrpSpPr>
            <p:cNvPr id="82" name="Group 81">
              <a:extLst>
                <a:ext uri="{FF2B5EF4-FFF2-40B4-BE49-F238E27FC236}">
                  <a16:creationId xmlns:a16="http://schemas.microsoft.com/office/drawing/2014/main" id="{8A5DAB9B-FB64-420E-B45D-757F6A0B6CBB}"/>
                </a:ext>
              </a:extLst>
            </p:cNvPr>
            <p:cNvGrpSpPr/>
            <p:nvPr/>
          </p:nvGrpSpPr>
          <p:grpSpPr>
            <a:xfrm>
              <a:off x="2203065" y="3508376"/>
              <a:ext cx="1255359" cy="1257299"/>
              <a:chOff x="6345238" y="4948238"/>
              <a:chExt cx="1027113" cy="1028700"/>
            </a:xfrm>
            <a:effectLst>
              <a:outerShdw blurRad="241300" dist="203200" dir="2700000" sx="101000" sy="101000" algn="tl" rotWithShape="0">
                <a:prstClr val="black">
                  <a:alpha val="46000"/>
                </a:prstClr>
              </a:outerShdw>
            </a:effectLst>
          </p:grpSpPr>
          <p:sp>
            <p:nvSpPr>
              <p:cNvPr id="83" name="Oval 56">
                <a:extLst>
                  <a:ext uri="{FF2B5EF4-FFF2-40B4-BE49-F238E27FC236}">
                    <a16:creationId xmlns:a16="http://schemas.microsoft.com/office/drawing/2014/main" id="{47D9D098-5F74-404A-A620-D3A0FAE9F416}"/>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4" name="Oval 57">
                <a:extLst>
                  <a:ext uri="{FF2B5EF4-FFF2-40B4-BE49-F238E27FC236}">
                    <a16:creationId xmlns:a16="http://schemas.microsoft.com/office/drawing/2014/main" id="{0214DC39-B76A-4327-93D4-CB1328AACE2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4" name="Oval 56">
              <a:extLst>
                <a:ext uri="{FF2B5EF4-FFF2-40B4-BE49-F238E27FC236}">
                  <a16:creationId xmlns:a16="http://schemas.microsoft.com/office/drawing/2014/main" id="{6CAB7039-CA07-43A4-9C70-69F41813BCE2}"/>
                </a:ext>
              </a:extLst>
            </p:cNvPr>
            <p:cNvSpPr>
              <a:spLocks noChangeArrowheads="1"/>
            </p:cNvSpPr>
            <p:nvPr/>
          </p:nvSpPr>
          <p:spPr bwMode="auto">
            <a:xfrm>
              <a:off x="2262188" y="3567113"/>
              <a:ext cx="1131888" cy="1133475"/>
            </a:xfrm>
            <a:prstGeom prst="ellipse">
              <a:avLst/>
            </a:prstGeom>
            <a:solidFill>
              <a:schemeClr val="bg2"/>
            </a:solidFill>
            <a:ln>
              <a:noFill/>
            </a:ln>
            <a:effectLst>
              <a:innerShdw blurRad="114300">
                <a:prstClr val="black">
                  <a:alpha val="55000"/>
                </a:prstClr>
              </a:innerShdw>
            </a:effectLst>
          </p:spPr>
          <p:txBody>
            <a:bodyPr vert="horz" wrap="square" lIns="91440" tIns="45720" rIns="91440" bIns="45720" numCol="1" anchor="t" anchorCtr="0" compatLnSpc="1">
              <a:prstTxWarp prst="textNoShape">
                <a:avLst/>
              </a:prstTxWarp>
            </a:bodyPr>
            <a:lstStyle/>
            <a:p>
              <a:endParaRPr lang="ru-UA"/>
            </a:p>
          </p:txBody>
        </p:sp>
      </p:grpSp>
      <p:sp>
        <p:nvSpPr>
          <p:cNvPr id="65" name="Freeform 57">
            <a:extLst>
              <a:ext uri="{FF2B5EF4-FFF2-40B4-BE49-F238E27FC236}">
                <a16:creationId xmlns:a16="http://schemas.microsoft.com/office/drawing/2014/main" id="{6ABBE9A7-1249-4340-B0EB-363B11AB6708}"/>
              </a:ext>
            </a:extLst>
          </p:cNvPr>
          <p:cNvSpPr>
            <a:spLocks noEditPoints="1"/>
          </p:cNvSpPr>
          <p:nvPr/>
        </p:nvSpPr>
        <p:spPr bwMode="auto">
          <a:xfrm>
            <a:off x="5846763" y="3879850"/>
            <a:ext cx="446088" cy="508000"/>
          </a:xfrm>
          <a:custGeom>
            <a:avLst/>
            <a:gdLst>
              <a:gd name="T0" fmla="*/ 38 w 117"/>
              <a:gd name="T1" fmla="*/ 104 h 133"/>
              <a:gd name="T2" fmla="*/ 28 w 117"/>
              <a:gd name="T3" fmla="*/ 80 h 133"/>
              <a:gd name="T4" fmla="*/ 22 w 117"/>
              <a:gd name="T5" fmla="*/ 60 h 133"/>
              <a:gd name="T6" fmla="*/ 59 w 117"/>
              <a:gd name="T7" fmla="*/ 23 h 133"/>
              <a:gd name="T8" fmla="*/ 95 w 117"/>
              <a:gd name="T9" fmla="*/ 60 h 133"/>
              <a:gd name="T10" fmla="*/ 89 w 117"/>
              <a:gd name="T11" fmla="*/ 80 h 133"/>
              <a:gd name="T12" fmla="*/ 80 w 117"/>
              <a:gd name="T13" fmla="*/ 100 h 133"/>
              <a:gd name="T14" fmla="*/ 59 w 117"/>
              <a:gd name="T15" fmla="*/ 37 h 133"/>
              <a:gd name="T16" fmla="*/ 37 w 117"/>
              <a:gd name="T17" fmla="*/ 59 h 133"/>
              <a:gd name="T18" fmla="*/ 59 w 117"/>
              <a:gd name="T19" fmla="*/ 81 h 133"/>
              <a:gd name="T20" fmla="*/ 81 w 117"/>
              <a:gd name="T21" fmla="*/ 59 h 133"/>
              <a:gd name="T22" fmla="*/ 59 w 117"/>
              <a:gd name="T23" fmla="*/ 37 h 133"/>
              <a:gd name="T24" fmla="*/ 50 w 117"/>
              <a:gd name="T25" fmla="*/ 63 h 133"/>
              <a:gd name="T26" fmla="*/ 57 w 117"/>
              <a:gd name="T27" fmla="*/ 70 h 133"/>
              <a:gd name="T28" fmla="*/ 67 w 117"/>
              <a:gd name="T29" fmla="*/ 52 h 133"/>
              <a:gd name="T30" fmla="*/ 59 w 117"/>
              <a:gd name="T31" fmla="*/ 12 h 133"/>
              <a:gd name="T32" fmla="*/ 59 w 117"/>
              <a:gd name="T33" fmla="*/ 0 h 133"/>
              <a:gd name="T34" fmla="*/ 35 w 117"/>
              <a:gd name="T35" fmla="*/ 18 h 133"/>
              <a:gd name="T36" fmla="*/ 30 w 117"/>
              <a:gd name="T37" fmla="*/ 8 h 133"/>
              <a:gd name="T38" fmla="*/ 8 w 117"/>
              <a:gd name="T39" fmla="*/ 30 h 133"/>
              <a:gd name="T40" fmla="*/ 18 w 117"/>
              <a:gd name="T41" fmla="*/ 36 h 133"/>
              <a:gd name="T42" fmla="*/ 0 w 117"/>
              <a:gd name="T43" fmla="*/ 59 h 133"/>
              <a:gd name="T44" fmla="*/ 12 w 117"/>
              <a:gd name="T45" fmla="*/ 59 h 133"/>
              <a:gd name="T46" fmla="*/ 88 w 117"/>
              <a:gd name="T47" fmla="*/ 8 h 133"/>
              <a:gd name="T48" fmla="*/ 82 w 117"/>
              <a:gd name="T49" fmla="*/ 18 h 133"/>
              <a:gd name="T50" fmla="*/ 109 w 117"/>
              <a:gd name="T51" fmla="*/ 30 h 133"/>
              <a:gd name="T52" fmla="*/ 100 w 117"/>
              <a:gd name="T53" fmla="*/ 36 h 133"/>
              <a:gd name="T54" fmla="*/ 106 w 117"/>
              <a:gd name="T55" fmla="*/ 59 h 133"/>
              <a:gd name="T56" fmla="*/ 117 w 117"/>
              <a:gd name="T57" fmla="*/ 59 h 133"/>
              <a:gd name="T58" fmla="*/ 72 w 117"/>
              <a:gd name="T59" fmla="*/ 107 h 133"/>
              <a:gd name="T60" fmla="*/ 43 w 117"/>
              <a:gd name="T61" fmla="*/ 115 h 133"/>
              <a:gd name="T62" fmla="*/ 40 w 117"/>
              <a:gd name="T63" fmla="*/ 120 h 133"/>
              <a:gd name="T64" fmla="*/ 45 w 117"/>
              <a:gd name="T65" fmla="*/ 124 h 133"/>
              <a:gd name="T66" fmla="*/ 47 w 117"/>
              <a:gd name="T67" fmla="*/ 124 h 133"/>
              <a:gd name="T68" fmla="*/ 72 w 117"/>
              <a:gd name="T69" fmla="*/ 117 h 133"/>
              <a:gd name="T70" fmla="*/ 72 w 117"/>
              <a:gd name="T71" fmla="*/ 117 h 133"/>
              <a:gd name="T72" fmla="*/ 73 w 117"/>
              <a:gd name="T73" fmla="*/ 117 h 133"/>
              <a:gd name="T74" fmla="*/ 78 w 117"/>
              <a:gd name="T75" fmla="*/ 122 h 133"/>
              <a:gd name="T76" fmla="*/ 75 w 117"/>
              <a:gd name="T77" fmla="*/ 126 h 133"/>
              <a:gd name="T78" fmla="*/ 50 w 117"/>
              <a:gd name="T7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133">
                <a:moveTo>
                  <a:pt x="38" y="104"/>
                </a:moveTo>
                <a:cubicBezTo>
                  <a:pt x="38" y="98"/>
                  <a:pt x="36" y="92"/>
                  <a:pt x="28" y="80"/>
                </a:cubicBezTo>
                <a:cubicBezTo>
                  <a:pt x="24" y="74"/>
                  <a:pt x="22" y="67"/>
                  <a:pt x="22" y="60"/>
                </a:cubicBezTo>
                <a:cubicBezTo>
                  <a:pt x="22" y="40"/>
                  <a:pt x="39" y="23"/>
                  <a:pt x="59" y="23"/>
                </a:cubicBezTo>
                <a:cubicBezTo>
                  <a:pt x="79" y="23"/>
                  <a:pt x="95" y="40"/>
                  <a:pt x="95" y="60"/>
                </a:cubicBezTo>
                <a:cubicBezTo>
                  <a:pt x="95" y="67"/>
                  <a:pt x="93" y="74"/>
                  <a:pt x="89" y="80"/>
                </a:cubicBezTo>
                <a:cubicBezTo>
                  <a:pt x="83" y="89"/>
                  <a:pt x="81" y="95"/>
                  <a:pt x="80" y="100"/>
                </a:cubicBezTo>
                <a:moveTo>
                  <a:pt x="59" y="37"/>
                </a:moveTo>
                <a:cubicBezTo>
                  <a:pt x="47" y="37"/>
                  <a:pt x="37" y="47"/>
                  <a:pt x="37" y="59"/>
                </a:cubicBezTo>
                <a:cubicBezTo>
                  <a:pt x="37" y="71"/>
                  <a:pt x="47" y="81"/>
                  <a:pt x="59" y="81"/>
                </a:cubicBezTo>
                <a:cubicBezTo>
                  <a:pt x="71" y="81"/>
                  <a:pt x="81" y="71"/>
                  <a:pt x="81" y="59"/>
                </a:cubicBezTo>
                <a:cubicBezTo>
                  <a:pt x="81" y="47"/>
                  <a:pt x="71" y="37"/>
                  <a:pt x="59" y="37"/>
                </a:cubicBezTo>
                <a:close/>
                <a:moveTo>
                  <a:pt x="50" y="63"/>
                </a:moveTo>
                <a:cubicBezTo>
                  <a:pt x="57" y="70"/>
                  <a:pt x="57" y="70"/>
                  <a:pt x="57" y="70"/>
                </a:cubicBezTo>
                <a:cubicBezTo>
                  <a:pt x="67" y="52"/>
                  <a:pt x="67" y="52"/>
                  <a:pt x="67" y="52"/>
                </a:cubicBezTo>
                <a:moveTo>
                  <a:pt x="59" y="12"/>
                </a:moveTo>
                <a:cubicBezTo>
                  <a:pt x="59" y="0"/>
                  <a:pt x="59" y="0"/>
                  <a:pt x="59" y="0"/>
                </a:cubicBezTo>
                <a:moveTo>
                  <a:pt x="35" y="18"/>
                </a:moveTo>
                <a:cubicBezTo>
                  <a:pt x="30" y="8"/>
                  <a:pt x="30" y="8"/>
                  <a:pt x="30" y="8"/>
                </a:cubicBezTo>
                <a:moveTo>
                  <a:pt x="8" y="30"/>
                </a:moveTo>
                <a:cubicBezTo>
                  <a:pt x="18" y="36"/>
                  <a:pt x="18" y="36"/>
                  <a:pt x="18" y="36"/>
                </a:cubicBezTo>
                <a:moveTo>
                  <a:pt x="0" y="59"/>
                </a:moveTo>
                <a:cubicBezTo>
                  <a:pt x="12" y="59"/>
                  <a:pt x="12" y="59"/>
                  <a:pt x="12" y="59"/>
                </a:cubicBezTo>
                <a:moveTo>
                  <a:pt x="88" y="8"/>
                </a:moveTo>
                <a:cubicBezTo>
                  <a:pt x="82" y="18"/>
                  <a:pt x="82" y="18"/>
                  <a:pt x="82" y="18"/>
                </a:cubicBezTo>
                <a:moveTo>
                  <a:pt x="109" y="30"/>
                </a:moveTo>
                <a:cubicBezTo>
                  <a:pt x="100" y="36"/>
                  <a:pt x="100" y="36"/>
                  <a:pt x="100" y="36"/>
                </a:cubicBezTo>
                <a:moveTo>
                  <a:pt x="106" y="59"/>
                </a:moveTo>
                <a:cubicBezTo>
                  <a:pt x="117" y="59"/>
                  <a:pt x="117" y="59"/>
                  <a:pt x="117" y="59"/>
                </a:cubicBezTo>
                <a:moveTo>
                  <a:pt x="72" y="107"/>
                </a:moveTo>
                <a:cubicBezTo>
                  <a:pt x="72" y="107"/>
                  <a:pt x="43" y="115"/>
                  <a:pt x="43" y="115"/>
                </a:cubicBezTo>
                <a:cubicBezTo>
                  <a:pt x="41" y="115"/>
                  <a:pt x="40" y="117"/>
                  <a:pt x="40" y="120"/>
                </a:cubicBezTo>
                <a:cubicBezTo>
                  <a:pt x="40" y="122"/>
                  <a:pt x="42" y="124"/>
                  <a:pt x="45" y="124"/>
                </a:cubicBezTo>
                <a:cubicBezTo>
                  <a:pt x="45" y="124"/>
                  <a:pt x="47" y="124"/>
                  <a:pt x="47" y="124"/>
                </a:cubicBezTo>
                <a:cubicBezTo>
                  <a:pt x="72" y="117"/>
                  <a:pt x="72" y="117"/>
                  <a:pt x="72" y="117"/>
                </a:cubicBezTo>
                <a:cubicBezTo>
                  <a:pt x="72" y="117"/>
                  <a:pt x="72" y="117"/>
                  <a:pt x="72" y="117"/>
                </a:cubicBezTo>
                <a:cubicBezTo>
                  <a:pt x="72" y="117"/>
                  <a:pt x="73" y="117"/>
                  <a:pt x="73" y="117"/>
                </a:cubicBezTo>
                <a:cubicBezTo>
                  <a:pt x="76" y="117"/>
                  <a:pt x="78" y="119"/>
                  <a:pt x="78" y="122"/>
                </a:cubicBezTo>
                <a:cubicBezTo>
                  <a:pt x="78" y="124"/>
                  <a:pt x="77" y="125"/>
                  <a:pt x="75" y="126"/>
                </a:cubicBezTo>
                <a:cubicBezTo>
                  <a:pt x="50" y="133"/>
                  <a:pt x="50" y="133"/>
                  <a:pt x="50" y="133"/>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6" name="Freeform 58">
            <a:extLst>
              <a:ext uri="{FF2B5EF4-FFF2-40B4-BE49-F238E27FC236}">
                <a16:creationId xmlns:a16="http://schemas.microsoft.com/office/drawing/2014/main" id="{98A5BE12-6678-4197-BB6C-1D2565B96E92}"/>
              </a:ext>
            </a:extLst>
          </p:cNvPr>
          <p:cNvSpPr>
            <a:spLocks noEditPoints="1"/>
          </p:cNvSpPr>
          <p:nvPr/>
        </p:nvSpPr>
        <p:spPr bwMode="auto">
          <a:xfrm>
            <a:off x="7445375" y="2233613"/>
            <a:ext cx="492125" cy="514350"/>
          </a:xfrm>
          <a:custGeom>
            <a:avLst/>
            <a:gdLst>
              <a:gd name="T0" fmla="*/ 48 w 129"/>
              <a:gd name="T1" fmla="*/ 14 h 135"/>
              <a:gd name="T2" fmla="*/ 113 w 129"/>
              <a:gd name="T3" fmla="*/ 54 h 135"/>
              <a:gd name="T4" fmla="*/ 129 w 129"/>
              <a:gd name="T5" fmla="*/ 86 h 135"/>
              <a:gd name="T6" fmla="*/ 116 w 129"/>
              <a:gd name="T7" fmla="*/ 86 h 135"/>
              <a:gd name="T8" fmla="*/ 116 w 129"/>
              <a:gd name="T9" fmla="*/ 109 h 135"/>
              <a:gd name="T10" fmla="*/ 109 w 129"/>
              <a:gd name="T11" fmla="*/ 116 h 135"/>
              <a:gd name="T12" fmla="*/ 94 w 129"/>
              <a:gd name="T13" fmla="*/ 116 h 135"/>
              <a:gd name="T14" fmla="*/ 94 w 129"/>
              <a:gd name="T15" fmla="*/ 135 h 135"/>
              <a:gd name="T16" fmla="*/ 34 w 129"/>
              <a:gd name="T17" fmla="*/ 135 h 135"/>
              <a:gd name="T18" fmla="*/ 34 w 129"/>
              <a:gd name="T19" fmla="*/ 115 h 135"/>
              <a:gd name="T20" fmla="*/ 28 w 129"/>
              <a:gd name="T21" fmla="*/ 101 h 135"/>
              <a:gd name="T22" fmla="*/ 72 w 129"/>
              <a:gd name="T23" fmla="*/ 61 h 135"/>
              <a:gd name="T24" fmla="*/ 72 w 129"/>
              <a:gd name="T25" fmla="*/ 52 h 135"/>
              <a:gd name="T26" fmla="*/ 62 w 129"/>
              <a:gd name="T27" fmla="*/ 48 h 135"/>
              <a:gd name="T28" fmla="*/ 60 w 129"/>
              <a:gd name="T29" fmla="*/ 44 h 135"/>
              <a:gd name="T30" fmla="*/ 65 w 129"/>
              <a:gd name="T31" fmla="*/ 34 h 135"/>
              <a:gd name="T32" fmla="*/ 58 w 129"/>
              <a:gd name="T33" fmla="*/ 27 h 135"/>
              <a:gd name="T34" fmla="*/ 48 w 129"/>
              <a:gd name="T35" fmla="*/ 32 h 135"/>
              <a:gd name="T36" fmla="*/ 44 w 129"/>
              <a:gd name="T37" fmla="*/ 30 h 135"/>
              <a:gd name="T38" fmla="*/ 40 w 129"/>
              <a:gd name="T39" fmla="*/ 20 h 135"/>
              <a:gd name="T40" fmla="*/ 31 w 129"/>
              <a:gd name="T41" fmla="*/ 20 h 135"/>
              <a:gd name="T42" fmla="*/ 27 w 129"/>
              <a:gd name="T43" fmla="*/ 30 h 135"/>
              <a:gd name="T44" fmla="*/ 24 w 129"/>
              <a:gd name="T45" fmla="*/ 32 h 135"/>
              <a:gd name="T46" fmla="*/ 13 w 129"/>
              <a:gd name="T47" fmla="*/ 27 h 135"/>
              <a:gd name="T48" fmla="*/ 7 w 129"/>
              <a:gd name="T49" fmla="*/ 34 h 135"/>
              <a:gd name="T50" fmla="*/ 11 w 129"/>
              <a:gd name="T51" fmla="*/ 44 h 135"/>
              <a:gd name="T52" fmla="*/ 10 w 129"/>
              <a:gd name="T53" fmla="*/ 48 h 135"/>
              <a:gd name="T54" fmla="*/ 0 w 129"/>
              <a:gd name="T55" fmla="*/ 52 h 135"/>
              <a:gd name="T56" fmla="*/ 0 w 129"/>
              <a:gd name="T57" fmla="*/ 61 h 135"/>
              <a:gd name="T58" fmla="*/ 10 w 129"/>
              <a:gd name="T59" fmla="*/ 65 h 135"/>
              <a:gd name="T60" fmla="*/ 11 w 129"/>
              <a:gd name="T61" fmla="*/ 69 h 135"/>
              <a:gd name="T62" fmla="*/ 7 w 129"/>
              <a:gd name="T63" fmla="*/ 79 h 135"/>
              <a:gd name="T64" fmla="*/ 13 w 129"/>
              <a:gd name="T65" fmla="*/ 85 h 135"/>
              <a:gd name="T66" fmla="*/ 24 w 129"/>
              <a:gd name="T67" fmla="*/ 81 h 135"/>
              <a:gd name="T68" fmla="*/ 27 w 129"/>
              <a:gd name="T69" fmla="*/ 82 h 135"/>
              <a:gd name="T70" fmla="*/ 31 w 129"/>
              <a:gd name="T71" fmla="*/ 93 h 135"/>
              <a:gd name="T72" fmla="*/ 40 w 129"/>
              <a:gd name="T73" fmla="*/ 93 h 135"/>
              <a:gd name="T74" fmla="*/ 44 w 129"/>
              <a:gd name="T75" fmla="*/ 82 h 135"/>
              <a:gd name="T76" fmla="*/ 48 w 129"/>
              <a:gd name="T77" fmla="*/ 81 h 135"/>
              <a:gd name="T78" fmla="*/ 58 w 129"/>
              <a:gd name="T79" fmla="*/ 85 h 135"/>
              <a:gd name="T80" fmla="*/ 65 w 129"/>
              <a:gd name="T81" fmla="*/ 79 h 135"/>
              <a:gd name="T82" fmla="*/ 60 w 129"/>
              <a:gd name="T83" fmla="*/ 69 h 135"/>
              <a:gd name="T84" fmla="*/ 62 w 129"/>
              <a:gd name="T85" fmla="*/ 65 h 135"/>
              <a:gd name="T86" fmla="*/ 72 w 129"/>
              <a:gd name="T87" fmla="*/ 61 h 135"/>
              <a:gd name="T88" fmla="*/ 36 w 129"/>
              <a:gd name="T89" fmla="*/ 41 h 135"/>
              <a:gd name="T90" fmla="*/ 21 w 129"/>
              <a:gd name="T91" fmla="*/ 56 h 135"/>
              <a:gd name="T92" fmla="*/ 36 w 129"/>
              <a:gd name="T93" fmla="*/ 72 h 135"/>
              <a:gd name="T94" fmla="*/ 51 w 129"/>
              <a:gd name="T95" fmla="*/ 56 h 135"/>
              <a:gd name="T96" fmla="*/ 36 w 129"/>
              <a:gd name="T97" fmla="*/ 41 h 135"/>
              <a:gd name="T98" fmla="*/ 94 w 129"/>
              <a:gd name="T99" fmla="*/ 116 h 135"/>
              <a:gd name="T100" fmla="*/ 86 w 129"/>
              <a:gd name="T101" fmla="*/ 1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35">
                <a:moveTo>
                  <a:pt x="48" y="14"/>
                </a:moveTo>
                <a:cubicBezTo>
                  <a:pt x="120" y="0"/>
                  <a:pt x="113" y="54"/>
                  <a:pt x="113" y="54"/>
                </a:cubicBezTo>
                <a:cubicBezTo>
                  <a:pt x="129" y="86"/>
                  <a:pt x="129" y="86"/>
                  <a:pt x="129" y="86"/>
                </a:cubicBezTo>
                <a:cubicBezTo>
                  <a:pt x="116" y="86"/>
                  <a:pt x="116" y="86"/>
                  <a:pt x="116" y="86"/>
                </a:cubicBezTo>
                <a:cubicBezTo>
                  <a:pt x="116" y="109"/>
                  <a:pt x="116" y="109"/>
                  <a:pt x="116" y="109"/>
                </a:cubicBezTo>
                <a:cubicBezTo>
                  <a:pt x="116" y="113"/>
                  <a:pt x="113" y="116"/>
                  <a:pt x="109" y="116"/>
                </a:cubicBezTo>
                <a:cubicBezTo>
                  <a:pt x="94" y="116"/>
                  <a:pt x="94" y="116"/>
                  <a:pt x="94" y="116"/>
                </a:cubicBezTo>
                <a:cubicBezTo>
                  <a:pt x="94" y="135"/>
                  <a:pt x="94" y="135"/>
                  <a:pt x="94" y="135"/>
                </a:cubicBezTo>
                <a:moveTo>
                  <a:pt x="34" y="135"/>
                </a:moveTo>
                <a:cubicBezTo>
                  <a:pt x="34" y="115"/>
                  <a:pt x="34" y="115"/>
                  <a:pt x="34" y="115"/>
                </a:cubicBezTo>
                <a:cubicBezTo>
                  <a:pt x="28" y="101"/>
                  <a:pt x="28" y="101"/>
                  <a:pt x="28" y="101"/>
                </a:cubicBezTo>
                <a:moveTo>
                  <a:pt x="72" y="61"/>
                </a:moveTo>
                <a:cubicBezTo>
                  <a:pt x="72" y="52"/>
                  <a:pt x="72" y="52"/>
                  <a:pt x="72" y="52"/>
                </a:cubicBezTo>
                <a:cubicBezTo>
                  <a:pt x="62" y="48"/>
                  <a:pt x="62" y="48"/>
                  <a:pt x="62" y="48"/>
                </a:cubicBezTo>
                <a:cubicBezTo>
                  <a:pt x="61" y="46"/>
                  <a:pt x="61" y="45"/>
                  <a:pt x="60" y="44"/>
                </a:cubicBezTo>
                <a:cubicBezTo>
                  <a:pt x="65" y="34"/>
                  <a:pt x="65" y="34"/>
                  <a:pt x="65" y="34"/>
                </a:cubicBezTo>
                <a:cubicBezTo>
                  <a:pt x="58" y="27"/>
                  <a:pt x="58" y="27"/>
                  <a:pt x="58" y="27"/>
                </a:cubicBezTo>
                <a:cubicBezTo>
                  <a:pt x="48" y="32"/>
                  <a:pt x="48" y="32"/>
                  <a:pt x="48" y="32"/>
                </a:cubicBezTo>
                <a:cubicBezTo>
                  <a:pt x="47" y="31"/>
                  <a:pt x="46" y="31"/>
                  <a:pt x="44" y="30"/>
                </a:cubicBezTo>
                <a:cubicBezTo>
                  <a:pt x="40" y="20"/>
                  <a:pt x="40" y="20"/>
                  <a:pt x="40" y="20"/>
                </a:cubicBezTo>
                <a:cubicBezTo>
                  <a:pt x="31" y="20"/>
                  <a:pt x="31" y="20"/>
                  <a:pt x="31" y="20"/>
                </a:cubicBezTo>
                <a:cubicBezTo>
                  <a:pt x="27" y="30"/>
                  <a:pt x="27" y="30"/>
                  <a:pt x="27" y="30"/>
                </a:cubicBezTo>
                <a:cubicBezTo>
                  <a:pt x="26" y="31"/>
                  <a:pt x="25" y="31"/>
                  <a:pt x="24" y="32"/>
                </a:cubicBezTo>
                <a:cubicBezTo>
                  <a:pt x="13" y="27"/>
                  <a:pt x="13" y="27"/>
                  <a:pt x="13" y="27"/>
                </a:cubicBezTo>
                <a:cubicBezTo>
                  <a:pt x="7" y="34"/>
                  <a:pt x="7" y="34"/>
                  <a:pt x="7" y="34"/>
                </a:cubicBezTo>
                <a:cubicBezTo>
                  <a:pt x="11" y="44"/>
                  <a:pt x="11" y="44"/>
                  <a:pt x="11" y="44"/>
                </a:cubicBezTo>
                <a:cubicBezTo>
                  <a:pt x="11" y="45"/>
                  <a:pt x="10" y="46"/>
                  <a:pt x="10" y="48"/>
                </a:cubicBezTo>
                <a:cubicBezTo>
                  <a:pt x="0" y="52"/>
                  <a:pt x="0" y="52"/>
                  <a:pt x="0" y="52"/>
                </a:cubicBezTo>
                <a:cubicBezTo>
                  <a:pt x="0" y="61"/>
                  <a:pt x="0" y="61"/>
                  <a:pt x="0" y="61"/>
                </a:cubicBezTo>
                <a:cubicBezTo>
                  <a:pt x="10" y="65"/>
                  <a:pt x="10" y="65"/>
                  <a:pt x="10" y="65"/>
                </a:cubicBezTo>
                <a:cubicBezTo>
                  <a:pt x="10" y="66"/>
                  <a:pt x="11" y="67"/>
                  <a:pt x="11" y="69"/>
                </a:cubicBezTo>
                <a:cubicBezTo>
                  <a:pt x="7" y="79"/>
                  <a:pt x="7" y="79"/>
                  <a:pt x="7" y="79"/>
                </a:cubicBezTo>
                <a:cubicBezTo>
                  <a:pt x="13" y="85"/>
                  <a:pt x="13" y="85"/>
                  <a:pt x="13" y="85"/>
                </a:cubicBezTo>
                <a:cubicBezTo>
                  <a:pt x="24" y="81"/>
                  <a:pt x="24" y="81"/>
                  <a:pt x="24" y="81"/>
                </a:cubicBezTo>
                <a:cubicBezTo>
                  <a:pt x="25" y="81"/>
                  <a:pt x="26" y="82"/>
                  <a:pt x="27" y="82"/>
                </a:cubicBezTo>
                <a:cubicBezTo>
                  <a:pt x="31" y="93"/>
                  <a:pt x="31" y="93"/>
                  <a:pt x="31" y="93"/>
                </a:cubicBezTo>
                <a:cubicBezTo>
                  <a:pt x="40" y="93"/>
                  <a:pt x="40" y="93"/>
                  <a:pt x="40" y="93"/>
                </a:cubicBezTo>
                <a:cubicBezTo>
                  <a:pt x="44" y="82"/>
                  <a:pt x="44" y="82"/>
                  <a:pt x="44" y="82"/>
                </a:cubicBezTo>
                <a:cubicBezTo>
                  <a:pt x="46" y="82"/>
                  <a:pt x="47" y="81"/>
                  <a:pt x="48" y="81"/>
                </a:cubicBezTo>
                <a:cubicBezTo>
                  <a:pt x="58" y="85"/>
                  <a:pt x="58" y="85"/>
                  <a:pt x="58" y="85"/>
                </a:cubicBezTo>
                <a:cubicBezTo>
                  <a:pt x="65" y="79"/>
                  <a:pt x="65" y="79"/>
                  <a:pt x="65" y="79"/>
                </a:cubicBezTo>
                <a:cubicBezTo>
                  <a:pt x="60" y="69"/>
                  <a:pt x="60" y="69"/>
                  <a:pt x="60" y="69"/>
                </a:cubicBezTo>
                <a:cubicBezTo>
                  <a:pt x="61" y="67"/>
                  <a:pt x="61" y="66"/>
                  <a:pt x="62" y="65"/>
                </a:cubicBezTo>
                <a:lnTo>
                  <a:pt x="72" y="61"/>
                </a:lnTo>
                <a:close/>
                <a:moveTo>
                  <a:pt x="36" y="41"/>
                </a:moveTo>
                <a:cubicBezTo>
                  <a:pt x="27" y="41"/>
                  <a:pt x="21" y="48"/>
                  <a:pt x="21" y="56"/>
                </a:cubicBezTo>
                <a:cubicBezTo>
                  <a:pt x="21" y="65"/>
                  <a:pt x="27" y="72"/>
                  <a:pt x="36" y="72"/>
                </a:cubicBezTo>
                <a:cubicBezTo>
                  <a:pt x="44" y="72"/>
                  <a:pt x="51" y="65"/>
                  <a:pt x="51" y="56"/>
                </a:cubicBezTo>
                <a:cubicBezTo>
                  <a:pt x="51" y="48"/>
                  <a:pt x="44" y="41"/>
                  <a:pt x="36" y="41"/>
                </a:cubicBezTo>
                <a:close/>
                <a:moveTo>
                  <a:pt x="94" y="116"/>
                </a:moveTo>
                <a:cubicBezTo>
                  <a:pt x="86" y="116"/>
                  <a:pt x="86" y="116"/>
                  <a:pt x="86" y="116"/>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7" name="Freeform 59">
            <a:extLst>
              <a:ext uri="{FF2B5EF4-FFF2-40B4-BE49-F238E27FC236}">
                <a16:creationId xmlns:a16="http://schemas.microsoft.com/office/drawing/2014/main" id="{269C26D4-ACE6-44E8-A826-65EEAF42ED09}"/>
              </a:ext>
            </a:extLst>
          </p:cNvPr>
          <p:cNvSpPr>
            <a:spLocks noEditPoints="1"/>
          </p:cNvSpPr>
          <p:nvPr/>
        </p:nvSpPr>
        <p:spPr bwMode="auto">
          <a:xfrm>
            <a:off x="2501900" y="3952875"/>
            <a:ext cx="652463" cy="365125"/>
          </a:xfrm>
          <a:custGeom>
            <a:avLst/>
            <a:gdLst>
              <a:gd name="T0" fmla="*/ 40 w 171"/>
              <a:gd name="T1" fmla="*/ 78 h 96"/>
              <a:gd name="T2" fmla="*/ 40 w 171"/>
              <a:gd name="T3" fmla="*/ 71 h 96"/>
              <a:gd name="T4" fmla="*/ 50 w 171"/>
              <a:gd name="T5" fmla="*/ 62 h 96"/>
              <a:gd name="T6" fmla="*/ 56 w 171"/>
              <a:gd name="T7" fmla="*/ 67 h 96"/>
              <a:gd name="T8" fmla="*/ 48 w 171"/>
              <a:gd name="T9" fmla="*/ 78 h 96"/>
              <a:gd name="T10" fmla="*/ 104 w 171"/>
              <a:gd name="T11" fmla="*/ 69 h 96"/>
              <a:gd name="T12" fmla="*/ 125 w 171"/>
              <a:gd name="T13" fmla="*/ 78 h 96"/>
              <a:gd name="T14" fmla="*/ 126 w 171"/>
              <a:gd name="T15" fmla="*/ 69 h 96"/>
              <a:gd name="T16" fmla="*/ 105 w 171"/>
              <a:gd name="T17" fmla="*/ 85 h 96"/>
              <a:gd name="T18" fmla="*/ 114 w 171"/>
              <a:gd name="T19" fmla="*/ 86 h 96"/>
              <a:gd name="T20" fmla="*/ 116 w 171"/>
              <a:gd name="T21" fmla="*/ 78 h 96"/>
              <a:gd name="T22" fmla="*/ 93 w 171"/>
              <a:gd name="T23" fmla="*/ 92 h 96"/>
              <a:gd name="T24" fmla="*/ 103 w 171"/>
              <a:gd name="T25" fmla="*/ 92 h 96"/>
              <a:gd name="T26" fmla="*/ 105 w 171"/>
              <a:gd name="T27" fmla="*/ 85 h 96"/>
              <a:gd name="T28" fmla="*/ 80 w 171"/>
              <a:gd name="T29" fmla="*/ 94 h 96"/>
              <a:gd name="T30" fmla="*/ 91 w 171"/>
              <a:gd name="T31" fmla="*/ 93 h 96"/>
              <a:gd name="T32" fmla="*/ 55 w 171"/>
              <a:gd name="T33" fmla="*/ 85 h 96"/>
              <a:gd name="T34" fmla="*/ 66 w 171"/>
              <a:gd name="T35" fmla="*/ 65 h 96"/>
              <a:gd name="T36" fmla="*/ 59 w 171"/>
              <a:gd name="T37" fmla="*/ 66 h 96"/>
              <a:gd name="T38" fmla="*/ 47 w 171"/>
              <a:gd name="T39" fmla="*/ 86 h 96"/>
              <a:gd name="T40" fmla="*/ 55 w 171"/>
              <a:gd name="T41" fmla="*/ 85 h 96"/>
              <a:gd name="T42" fmla="*/ 75 w 171"/>
              <a:gd name="T43" fmla="*/ 78 h 96"/>
              <a:gd name="T44" fmla="*/ 70 w 171"/>
              <a:gd name="T45" fmla="*/ 70 h 96"/>
              <a:gd name="T46" fmla="*/ 57 w 171"/>
              <a:gd name="T47" fmla="*/ 83 h 96"/>
              <a:gd name="T48" fmla="*/ 61 w 171"/>
              <a:gd name="T49" fmla="*/ 92 h 96"/>
              <a:gd name="T50" fmla="*/ 79 w 171"/>
              <a:gd name="T51" fmla="*/ 89 h 96"/>
              <a:gd name="T52" fmla="*/ 80 w 171"/>
              <a:gd name="T53" fmla="*/ 80 h 96"/>
              <a:gd name="T54" fmla="*/ 73 w 171"/>
              <a:gd name="T55" fmla="*/ 80 h 96"/>
              <a:gd name="T56" fmla="*/ 67 w 171"/>
              <a:gd name="T57" fmla="*/ 94 h 96"/>
              <a:gd name="T58" fmla="*/ 74 w 171"/>
              <a:gd name="T59" fmla="*/ 94 h 96"/>
              <a:gd name="T60" fmla="*/ 147 w 171"/>
              <a:gd name="T61" fmla="*/ 0 h 96"/>
              <a:gd name="T62" fmla="*/ 142 w 171"/>
              <a:gd name="T63" fmla="*/ 57 h 96"/>
              <a:gd name="T64" fmla="*/ 171 w 171"/>
              <a:gd name="T65" fmla="*/ 45 h 96"/>
              <a:gd name="T66" fmla="*/ 92 w 171"/>
              <a:gd name="T67" fmla="*/ 24 h 96"/>
              <a:gd name="T68" fmla="*/ 84 w 171"/>
              <a:gd name="T69" fmla="*/ 25 h 96"/>
              <a:gd name="T70" fmla="*/ 59 w 171"/>
              <a:gd name="T71" fmla="*/ 37 h 96"/>
              <a:gd name="T72" fmla="*/ 81 w 171"/>
              <a:gd name="T73" fmla="*/ 43 h 96"/>
              <a:gd name="T74" fmla="*/ 126 w 171"/>
              <a:gd name="T75" fmla="*/ 69 h 96"/>
              <a:gd name="T76" fmla="*/ 133 w 171"/>
              <a:gd name="T77" fmla="*/ 60 h 96"/>
              <a:gd name="T78" fmla="*/ 126 w 171"/>
              <a:gd name="T79" fmla="*/ 69 h 96"/>
              <a:gd name="T80" fmla="*/ 43 w 171"/>
              <a:gd name="T81" fmla="*/ 68 h 96"/>
              <a:gd name="T82" fmla="*/ 25 w 171"/>
              <a:gd name="T83" fmla="*/ 63 h 96"/>
              <a:gd name="T84" fmla="*/ 35 w 171"/>
              <a:gd name="T85" fmla="*/ 0 h 96"/>
              <a:gd name="T86" fmla="*/ 41 w 171"/>
              <a:gd name="T87" fmla="*/ 69 h 96"/>
              <a:gd name="T88" fmla="*/ 57 w 171"/>
              <a:gd name="T89"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1" h="96">
                <a:moveTo>
                  <a:pt x="45" y="79"/>
                </a:moveTo>
                <a:cubicBezTo>
                  <a:pt x="43" y="80"/>
                  <a:pt x="42" y="79"/>
                  <a:pt x="40" y="78"/>
                </a:cubicBezTo>
                <a:cubicBezTo>
                  <a:pt x="39" y="77"/>
                  <a:pt x="39" y="76"/>
                  <a:pt x="39" y="75"/>
                </a:cubicBezTo>
                <a:cubicBezTo>
                  <a:pt x="39" y="73"/>
                  <a:pt x="39" y="72"/>
                  <a:pt x="40" y="71"/>
                </a:cubicBezTo>
                <a:cubicBezTo>
                  <a:pt x="47" y="63"/>
                  <a:pt x="47" y="63"/>
                  <a:pt x="47" y="63"/>
                </a:cubicBezTo>
                <a:cubicBezTo>
                  <a:pt x="48" y="63"/>
                  <a:pt x="49" y="62"/>
                  <a:pt x="50" y="62"/>
                </a:cubicBezTo>
                <a:cubicBezTo>
                  <a:pt x="51" y="62"/>
                  <a:pt x="53" y="62"/>
                  <a:pt x="54" y="63"/>
                </a:cubicBezTo>
                <a:cubicBezTo>
                  <a:pt x="55" y="64"/>
                  <a:pt x="56" y="65"/>
                  <a:pt x="56" y="67"/>
                </a:cubicBezTo>
                <a:cubicBezTo>
                  <a:pt x="56" y="68"/>
                  <a:pt x="55" y="69"/>
                  <a:pt x="54" y="70"/>
                </a:cubicBezTo>
                <a:cubicBezTo>
                  <a:pt x="48" y="78"/>
                  <a:pt x="48" y="78"/>
                  <a:pt x="48" y="78"/>
                </a:cubicBezTo>
                <a:cubicBezTo>
                  <a:pt x="47" y="79"/>
                  <a:pt x="46" y="79"/>
                  <a:pt x="45" y="79"/>
                </a:cubicBezTo>
                <a:close/>
                <a:moveTo>
                  <a:pt x="104" y="69"/>
                </a:moveTo>
                <a:cubicBezTo>
                  <a:pt x="104" y="69"/>
                  <a:pt x="116" y="80"/>
                  <a:pt x="120" y="80"/>
                </a:cubicBezTo>
                <a:cubicBezTo>
                  <a:pt x="122" y="80"/>
                  <a:pt x="123" y="80"/>
                  <a:pt x="125" y="78"/>
                </a:cubicBezTo>
                <a:cubicBezTo>
                  <a:pt x="126" y="77"/>
                  <a:pt x="127" y="75"/>
                  <a:pt x="127" y="73"/>
                </a:cubicBezTo>
                <a:cubicBezTo>
                  <a:pt x="127" y="72"/>
                  <a:pt x="126" y="70"/>
                  <a:pt x="126" y="69"/>
                </a:cubicBezTo>
                <a:moveTo>
                  <a:pt x="94" y="76"/>
                </a:moveTo>
                <a:cubicBezTo>
                  <a:pt x="105" y="85"/>
                  <a:pt x="105" y="85"/>
                  <a:pt x="105" y="85"/>
                </a:cubicBezTo>
                <a:cubicBezTo>
                  <a:pt x="106" y="87"/>
                  <a:pt x="108" y="87"/>
                  <a:pt x="109" y="87"/>
                </a:cubicBezTo>
                <a:cubicBezTo>
                  <a:pt x="111" y="88"/>
                  <a:pt x="113" y="87"/>
                  <a:pt x="114" y="86"/>
                </a:cubicBezTo>
                <a:cubicBezTo>
                  <a:pt x="116" y="84"/>
                  <a:pt x="117" y="82"/>
                  <a:pt x="116" y="80"/>
                </a:cubicBezTo>
                <a:cubicBezTo>
                  <a:pt x="116" y="80"/>
                  <a:pt x="116" y="79"/>
                  <a:pt x="116" y="78"/>
                </a:cubicBezTo>
                <a:moveTo>
                  <a:pt x="88" y="87"/>
                </a:moveTo>
                <a:cubicBezTo>
                  <a:pt x="93" y="92"/>
                  <a:pt x="93" y="92"/>
                  <a:pt x="93" y="92"/>
                </a:cubicBezTo>
                <a:cubicBezTo>
                  <a:pt x="94" y="93"/>
                  <a:pt x="96" y="94"/>
                  <a:pt x="98" y="94"/>
                </a:cubicBezTo>
                <a:cubicBezTo>
                  <a:pt x="100" y="94"/>
                  <a:pt x="101" y="94"/>
                  <a:pt x="103" y="92"/>
                </a:cubicBezTo>
                <a:cubicBezTo>
                  <a:pt x="104" y="91"/>
                  <a:pt x="105" y="89"/>
                  <a:pt x="105" y="87"/>
                </a:cubicBezTo>
                <a:cubicBezTo>
                  <a:pt x="105" y="86"/>
                  <a:pt x="105" y="86"/>
                  <a:pt x="105" y="85"/>
                </a:cubicBezTo>
                <a:moveTo>
                  <a:pt x="76" y="92"/>
                </a:moveTo>
                <a:cubicBezTo>
                  <a:pt x="80" y="94"/>
                  <a:pt x="80" y="94"/>
                  <a:pt x="80" y="94"/>
                </a:cubicBezTo>
                <a:cubicBezTo>
                  <a:pt x="81" y="94"/>
                  <a:pt x="83" y="95"/>
                  <a:pt x="86" y="95"/>
                </a:cubicBezTo>
                <a:cubicBezTo>
                  <a:pt x="88" y="94"/>
                  <a:pt x="90" y="94"/>
                  <a:pt x="91" y="93"/>
                </a:cubicBezTo>
                <a:cubicBezTo>
                  <a:pt x="92" y="92"/>
                  <a:pt x="92" y="92"/>
                  <a:pt x="92" y="91"/>
                </a:cubicBezTo>
                <a:moveTo>
                  <a:pt x="55" y="85"/>
                </a:moveTo>
                <a:cubicBezTo>
                  <a:pt x="66" y="72"/>
                  <a:pt x="66" y="72"/>
                  <a:pt x="66" y="72"/>
                </a:cubicBezTo>
                <a:cubicBezTo>
                  <a:pt x="68" y="70"/>
                  <a:pt x="68" y="67"/>
                  <a:pt x="66" y="65"/>
                </a:cubicBezTo>
                <a:cubicBezTo>
                  <a:pt x="65" y="64"/>
                  <a:pt x="63" y="64"/>
                  <a:pt x="62" y="64"/>
                </a:cubicBezTo>
                <a:cubicBezTo>
                  <a:pt x="61" y="64"/>
                  <a:pt x="59" y="65"/>
                  <a:pt x="59" y="66"/>
                </a:cubicBezTo>
                <a:cubicBezTo>
                  <a:pt x="47" y="79"/>
                  <a:pt x="47" y="79"/>
                  <a:pt x="47" y="79"/>
                </a:cubicBezTo>
                <a:cubicBezTo>
                  <a:pt x="45" y="81"/>
                  <a:pt x="45" y="84"/>
                  <a:pt x="47" y="86"/>
                </a:cubicBezTo>
                <a:cubicBezTo>
                  <a:pt x="48" y="87"/>
                  <a:pt x="50" y="87"/>
                  <a:pt x="51" y="87"/>
                </a:cubicBezTo>
                <a:cubicBezTo>
                  <a:pt x="53" y="87"/>
                  <a:pt x="54" y="86"/>
                  <a:pt x="55" y="85"/>
                </a:cubicBezTo>
                <a:close/>
                <a:moveTo>
                  <a:pt x="64" y="90"/>
                </a:moveTo>
                <a:cubicBezTo>
                  <a:pt x="75" y="78"/>
                  <a:pt x="75" y="78"/>
                  <a:pt x="75" y="78"/>
                </a:cubicBezTo>
                <a:cubicBezTo>
                  <a:pt x="77" y="76"/>
                  <a:pt x="77" y="73"/>
                  <a:pt x="75" y="71"/>
                </a:cubicBezTo>
                <a:cubicBezTo>
                  <a:pt x="73" y="70"/>
                  <a:pt x="72" y="69"/>
                  <a:pt x="70" y="70"/>
                </a:cubicBezTo>
                <a:cubicBezTo>
                  <a:pt x="69" y="70"/>
                  <a:pt x="68" y="70"/>
                  <a:pt x="67" y="71"/>
                </a:cubicBezTo>
                <a:cubicBezTo>
                  <a:pt x="57" y="83"/>
                  <a:pt x="57" y="83"/>
                  <a:pt x="57" y="83"/>
                </a:cubicBezTo>
                <a:cubicBezTo>
                  <a:pt x="55" y="85"/>
                  <a:pt x="55" y="88"/>
                  <a:pt x="57" y="90"/>
                </a:cubicBezTo>
                <a:cubicBezTo>
                  <a:pt x="58" y="91"/>
                  <a:pt x="60" y="92"/>
                  <a:pt x="61" y="92"/>
                </a:cubicBezTo>
                <a:cubicBezTo>
                  <a:pt x="62" y="91"/>
                  <a:pt x="63" y="91"/>
                  <a:pt x="64" y="90"/>
                </a:cubicBezTo>
                <a:close/>
                <a:moveTo>
                  <a:pt x="79" y="89"/>
                </a:moveTo>
                <a:cubicBezTo>
                  <a:pt x="81" y="87"/>
                  <a:pt x="81" y="87"/>
                  <a:pt x="81" y="87"/>
                </a:cubicBezTo>
                <a:cubicBezTo>
                  <a:pt x="82" y="85"/>
                  <a:pt x="82" y="82"/>
                  <a:pt x="80" y="80"/>
                </a:cubicBezTo>
                <a:cubicBezTo>
                  <a:pt x="79" y="79"/>
                  <a:pt x="78" y="78"/>
                  <a:pt x="76" y="79"/>
                </a:cubicBezTo>
                <a:cubicBezTo>
                  <a:pt x="75" y="79"/>
                  <a:pt x="74" y="79"/>
                  <a:pt x="73" y="80"/>
                </a:cubicBezTo>
                <a:cubicBezTo>
                  <a:pt x="67" y="87"/>
                  <a:pt x="67" y="87"/>
                  <a:pt x="67" y="87"/>
                </a:cubicBezTo>
                <a:cubicBezTo>
                  <a:pt x="65" y="89"/>
                  <a:pt x="65" y="93"/>
                  <a:pt x="67" y="94"/>
                </a:cubicBezTo>
                <a:cubicBezTo>
                  <a:pt x="68" y="95"/>
                  <a:pt x="70" y="96"/>
                  <a:pt x="71" y="96"/>
                </a:cubicBezTo>
                <a:cubicBezTo>
                  <a:pt x="72" y="96"/>
                  <a:pt x="74" y="95"/>
                  <a:pt x="74" y="94"/>
                </a:cubicBezTo>
                <a:lnTo>
                  <a:pt x="79" y="89"/>
                </a:lnTo>
                <a:close/>
                <a:moveTo>
                  <a:pt x="147" y="0"/>
                </a:moveTo>
                <a:cubicBezTo>
                  <a:pt x="136" y="6"/>
                  <a:pt x="120" y="14"/>
                  <a:pt x="118" y="16"/>
                </a:cubicBezTo>
                <a:cubicBezTo>
                  <a:pt x="120" y="19"/>
                  <a:pt x="130" y="36"/>
                  <a:pt x="142" y="57"/>
                </a:cubicBezTo>
                <a:cubicBezTo>
                  <a:pt x="144" y="60"/>
                  <a:pt x="144" y="60"/>
                  <a:pt x="144" y="60"/>
                </a:cubicBezTo>
                <a:cubicBezTo>
                  <a:pt x="171" y="45"/>
                  <a:pt x="171" y="45"/>
                  <a:pt x="171" y="45"/>
                </a:cubicBezTo>
                <a:moveTo>
                  <a:pt x="121" y="22"/>
                </a:moveTo>
                <a:cubicBezTo>
                  <a:pt x="108" y="16"/>
                  <a:pt x="101" y="24"/>
                  <a:pt x="92" y="24"/>
                </a:cubicBezTo>
                <a:cubicBezTo>
                  <a:pt x="89" y="24"/>
                  <a:pt x="86" y="25"/>
                  <a:pt x="85" y="25"/>
                </a:cubicBezTo>
                <a:cubicBezTo>
                  <a:pt x="85" y="25"/>
                  <a:pt x="84" y="25"/>
                  <a:pt x="84" y="25"/>
                </a:cubicBezTo>
                <a:cubicBezTo>
                  <a:pt x="83" y="25"/>
                  <a:pt x="83" y="25"/>
                  <a:pt x="82" y="25"/>
                </a:cubicBezTo>
                <a:cubicBezTo>
                  <a:pt x="59" y="37"/>
                  <a:pt x="59" y="37"/>
                  <a:pt x="59" y="37"/>
                </a:cubicBezTo>
                <a:cubicBezTo>
                  <a:pt x="48" y="43"/>
                  <a:pt x="59" y="51"/>
                  <a:pt x="62" y="50"/>
                </a:cubicBezTo>
                <a:cubicBezTo>
                  <a:pt x="66" y="49"/>
                  <a:pt x="75" y="45"/>
                  <a:pt x="81" y="43"/>
                </a:cubicBezTo>
                <a:cubicBezTo>
                  <a:pt x="85" y="41"/>
                  <a:pt x="89" y="42"/>
                  <a:pt x="92" y="44"/>
                </a:cubicBezTo>
                <a:cubicBezTo>
                  <a:pt x="103" y="52"/>
                  <a:pt x="124" y="68"/>
                  <a:pt x="126" y="69"/>
                </a:cubicBezTo>
                <a:moveTo>
                  <a:pt x="141" y="55"/>
                </a:moveTo>
                <a:cubicBezTo>
                  <a:pt x="139" y="56"/>
                  <a:pt x="134" y="59"/>
                  <a:pt x="133" y="60"/>
                </a:cubicBezTo>
                <a:cubicBezTo>
                  <a:pt x="132" y="60"/>
                  <a:pt x="132" y="62"/>
                  <a:pt x="131" y="63"/>
                </a:cubicBezTo>
                <a:cubicBezTo>
                  <a:pt x="129" y="65"/>
                  <a:pt x="127" y="69"/>
                  <a:pt x="126" y="69"/>
                </a:cubicBezTo>
                <a:moveTo>
                  <a:pt x="43" y="68"/>
                </a:moveTo>
                <a:cubicBezTo>
                  <a:pt x="43" y="68"/>
                  <a:pt x="43" y="68"/>
                  <a:pt x="43" y="68"/>
                </a:cubicBezTo>
                <a:moveTo>
                  <a:pt x="0" y="43"/>
                </a:moveTo>
                <a:cubicBezTo>
                  <a:pt x="25" y="63"/>
                  <a:pt x="25" y="63"/>
                  <a:pt x="25" y="63"/>
                </a:cubicBezTo>
                <a:cubicBezTo>
                  <a:pt x="60" y="19"/>
                  <a:pt x="60" y="19"/>
                  <a:pt x="60" y="19"/>
                </a:cubicBezTo>
                <a:cubicBezTo>
                  <a:pt x="35" y="0"/>
                  <a:pt x="35" y="0"/>
                  <a:pt x="35" y="0"/>
                </a:cubicBezTo>
                <a:moveTo>
                  <a:pt x="27" y="60"/>
                </a:moveTo>
                <a:cubicBezTo>
                  <a:pt x="34" y="65"/>
                  <a:pt x="41" y="69"/>
                  <a:pt x="41" y="69"/>
                </a:cubicBezTo>
                <a:moveTo>
                  <a:pt x="74" y="29"/>
                </a:moveTo>
                <a:cubicBezTo>
                  <a:pt x="71" y="28"/>
                  <a:pt x="63" y="25"/>
                  <a:pt x="57" y="23"/>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8" name="Freeform 60">
            <a:extLst>
              <a:ext uri="{FF2B5EF4-FFF2-40B4-BE49-F238E27FC236}">
                <a16:creationId xmlns:a16="http://schemas.microsoft.com/office/drawing/2014/main" id="{5B817B98-FE1B-4D55-867A-B7357A59CE1D}"/>
              </a:ext>
            </a:extLst>
          </p:cNvPr>
          <p:cNvSpPr>
            <a:spLocks noEditPoints="1"/>
          </p:cNvSpPr>
          <p:nvPr/>
        </p:nvSpPr>
        <p:spPr bwMode="auto">
          <a:xfrm>
            <a:off x="4200525" y="2312988"/>
            <a:ext cx="500063" cy="401638"/>
          </a:xfrm>
          <a:custGeom>
            <a:avLst/>
            <a:gdLst>
              <a:gd name="T0" fmla="*/ 131 w 131"/>
              <a:gd name="T1" fmla="*/ 105 h 105"/>
              <a:gd name="T2" fmla="*/ 0 w 131"/>
              <a:gd name="T3" fmla="*/ 105 h 105"/>
              <a:gd name="T4" fmla="*/ 32 w 131"/>
              <a:gd name="T5" fmla="*/ 76 h 105"/>
              <a:gd name="T6" fmla="*/ 14 w 131"/>
              <a:gd name="T7" fmla="*/ 76 h 105"/>
              <a:gd name="T8" fmla="*/ 14 w 131"/>
              <a:gd name="T9" fmla="*/ 105 h 105"/>
              <a:gd name="T10" fmla="*/ 32 w 131"/>
              <a:gd name="T11" fmla="*/ 105 h 105"/>
              <a:gd name="T12" fmla="*/ 32 w 131"/>
              <a:gd name="T13" fmla="*/ 76 h 105"/>
              <a:gd name="T14" fmla="*/ 60 w 131"/>
              <a:gd name="T15" fmla="*/ 49 h 105"/>
              <a:gd name="T16" fmla="*/ 42 w 131"/>
              <a:gd name="T17" fmla="*/ 49 h 105"/>
              <a:gd name="T18" fmla="*/ 42 w 131"/>
              <a:gd name="T19" fmla="*/ 105 h 105"/>
              <a:gd name="T20" fmla="*/ 60 w 131"/>
              <a:gd name="T21" fmla="*/ 105 h 105"/>
              <a:gd name="T22" fmla="*/ 60 w 131"/>
              <a:gd name="T23" fmla="*/ 49 h 105"/>
              <a:gd name="T24" fmla="*/ 88 w 131"/>
              <a:gd name="T25" fmla="*/ 61 h 105"/>
              <a:gd name="T26" fmla="*/ 70 w 131"/>
              <a:gd name="T27" fmla="*/ 61 h 105"/>
              <a:gd name="T28" fmla="*/ 70 w 131"/>
              <a:gd name="T29" fmla="*/ 105 h 105"/>
              <a:gd name="T30" fmla="*/ 88 w 131"/>
              <a:gd name="T31" fmla="*/ 105 h 105"/>
              <a:gd name="T32" fmla="*/ 88 w 131"/>
              <a:gd name="T33" fmla="*/ 61 h 105"/>
              <a:gd name="T34" fmla="*/ 116 w 131"/>
              <a:gd name="T35" fmla="*/ 32 h 105"/>
              <a:gd name="T36" fmla="*/ 98 w 131"/>
              <a:gd name="T37" fmla="*/ 32 h 105"/>
              <a:gd name="T38" fmla="*/ 98 w 131"/>
              <a:gd name="T39" fmla="*/ 105 h 105"/>
              <a:gd name="T40" fmla="*/ 116 w 131"/>
              <a:gd name="T41" fmla="*/ 105 h 105"/>
              <a:gd name="T42" fmla="*/ 116 w 131"/>
              <a:gd name="T43" fmla="*/ 32 h 105"/>
              <a:gd name="T44" fmla="*/ 23 w 131"/>
              <a:gd name="T45" fmla="*/ 45 h 105"/>
              <a:gd name="T46" fmla="*/ 17 w 131"/>
              <a:gd name="T47" fmla="*/ 51 h 105"/>
              <a:gd name="T48" fmla="*/ 23 w 131"/>
              <a:gd name="T49" fmla="*/ 56 h 105"/>
              <a:gd name="T50" fmla="*/ 28 w 131"/>
              <a:gd name="T51" fmla="*/ 51 h 105"/>
              <a:gd name="T52" fmla="*/ 23 w 131"/>
              <a:gd name="T53" fmla="*/ 45 h 105"/>
              <a:gd name="T54" fmla="*/ 51 w 131"/>
              <a:gd name="T55" fmla="*/ 18 h 105"/>
              <a:gd name="T56" fmla="*/ 46 w 131"/>
              <a:gd name="T57" fmla="*/ 24 h 105"/>
              <a:gd name="T58" fmla="*/ 51 w 131"/>
              <a:gd name="T59" fmla="*/ 29 h 105"/>
              <a:gd name="T60" fmla="*/ 56 w 131"/>
              <a:gd name="T61" fmla="*/ 24 h 105"/>
              <a:gd name="T62" fmla="*/ 51 w 131"/>
              <a:gd name="T63" fmla="*/ 18 h 105"/>
              <a:gd name="T64" fmla="*/ 79 w 131"/>
              <a:gd name="T65" fmla="*/ 32 h 105"/>
              <a:gd name="T66" fmla="*/ 74 w 131"/>
              <a:gd name="T67" fmla="*/ 37 h 105"/>
              <a:gd name="T68" fmla="*/ 79 w 131"/>
              <a:gd name="T69" fmla="*/ 42 h 105"/>
              <a:gd name="T70" fmla="*/ 84 w 131"/>
              <a:gd name="T71" fmla="*/ 37 h 105"/>
              <a:gd name="T72" fmla="*/ 79 w 131"/>
              <a:gd name="T73" fmla="*/ 32 h 105"/>
              <a:gd name="T74" fmla="*/ 107 w 131"/>
              <a:gd name="T75" fmla="*/ 0 h 105"/>
              <a:gd name="T76" fmla="*/ 102 w 131"/>
              <a:gd name="T77" fmla="*/ 5 h 105"/>
              <a:gd name="T78" fmla="*/ 107 w 131"/>
              <a:gd name="T79" fmla="*/ 10 h 105"/>
              <a:gd name="T80" fmla="*/ 113 w 131"/>
              <a:gd name="T81" fmla="*/ 5 h 105"/>
              <a:gd name="T82" fmla="*/ 107 w 131"/>
              <a:gd name="T83" fmla="*/ 0 h 105"/>
              <a:gd name="T84" fmla="*/ 83 w 131"/>
              <a:gd name="T85" fmla="*/ 33 h 105"/>
              <a:gd name="T86" fmla="*/ 104 w 131"/>
              <a:gd name="T87" fmla="*/ 9 h 105"/>
              <a:gd name="T88" fmla="*/ 56 w 131"/>
              <a:gd name="T89" fmla="*/ 26 h 105"/>
              <a:gd name="T90" fmla="*/ 75 w 131"/>
              <a:gd name="T91" fmla="*/ 35 h 105"/>
              <a:gd name="T92" fmla="*/ 47 w 131"/>
              <a:gd name="T93" fmla="*/ 27 h 105"/>
              <a:gd name="T94" fmla="*/ 26 w 131"/>
              <a:gd name="T95" fmla="*/ 4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 h="105">
                <a:moveTo>
                  <a:pt x="131" y="105"/>
                </a:moveTo>
                <a:cubicBezTo>
                  <a:pt x="0" y="105"/>
                  <a:pt x="0" y="105"/>
                  <a:pt x="0" y="105"/>
                </a:cubicBezTo>
                <a:moveTo>
                  <a:pt x="32" y="76"/>
                </a:moveTo>
                <a:cubicBezTo>
                  <a:pt x="14" y="76"/>
                  <a:pt x="14" y="76"/>
                  <a:pt x="14" y="76"/>
                </a:cubicBezTo>
                <a:cubicBezTo>
                  <a:pt x="14" y="105"/>
                  <a:pt x="14" y="105"/>
                  <a:pt x="14" y="105"/>
                </a:cubicBezTo>
                <a:cubicBezTo>
                  <a:pt x="32" y="105"/>
                  <a:pt x="32" y="105"/>
                  <a:pt x="32" y="105"/>
                </a:cubicBezTo>
                <a:lnTo>
                  <a:pt x="32" y="76"/>
                </a:lnTo>
                <a:close/>
                <a:moveTo>
                  <a:pt x="60" y="49"/>
                </a:moveTo>
                <a:cubicBezTo>
                  <a:pt x="42" y="49"/>
                  <a:pt x="42" y="49"/>
                  <a:pt x="42" y="49"/>
                </a:cubicBezTo>
                <a:cubicBezTo>
                  <a:pt x="42" y="105"/>
                  <a:pt x="42" y="105"/>
                  <a:pt x="42" y="105"/>
                </a:cubicBezTo>
                <a:cubicBezTo>
                  <a:pt x="60" y="105"/>
                  <a:pt x="60" y="105"/>
                  <a:pt x="60" y="105"/>
                </a:cubicBezTo>
                <a:lnTo>
                  <a:pt x="60" y="49"/>
                </a:lnTo>
                <a:close/>
                <a:moveTo>
                  <a:pt x="88" y="61"/>
                </a:moveTo>
                <a:cubicBezTo>
                  <a:pt x="70" y="61"/>
                  <a:pt x="70" y="61"/>
                  <a:pt x="70" y="61"/>
                </a:cubicBezTo>
                <a:cubicBezTo>
                  <a:pt x="70" y="105"/>
                  <a:pt x="70" y="105"/>
                  <a:pt x="70" y="105"/>
                </a:cubicBezTo>
                <a:cubicBezTo>
                  <a:pt x="88" y="105"/>
                  <a:pt x="88" y="105"/>
                  <a:pt x="88" y="105"/>
                </a:cubicBezTo>
                <a:lnTo>
                  <a:pt x="88" y="61"/>
                </a:lnTo>
                <a:close/>
                <a:moveTo>
                  <a:pt x="116" y="32"/>
                </a:moveTo>
                <a:cubicBezTo>
                  <a:pt x="98" y="32"/>
                  <a:pt x="98" y="32"/>
                  <a:pt x="98" y="32"/>
                </a:cubicBezTo>
                <a:cubicBezTo>
                  <a:pt x="98" y="105"/>
                  <a:pt x="98" y="105"/>
                  <a:pt x="98" y="105"/>
                </a:cubicBezTo>
                <a:cubicBezTo>
                  <a:pt x="116" y="105"/>
                  <a:pt x="116" y="105"/>
                  <a:pt x="116" y="105"/>
                </a:cubicBezTo>
                <a:lnTo>
                  <a:pt x="116" y="32"/>
                </a:lnTo>
                <a:close/>
                <a:moveTo>
                  <a:pt x="23" y="45"/>
                </a:moveTo>
                <a:cubicBezTo>
                  <a:pt x="20" y="45"/>
                  <a:pt x="17" y="48"/>
                  <a:pt x="17" y="51"/>
                </a:cubicBezTo>
                <a:cubicBezTo>
                  <a:pt x="17" y="53"/>
                  <a:pt x="20" y="56"/>
                  <a:pt x="23" y="56"/>
                </a:cubicBezTo>
                <a:cubicBezTo>
                  <a:pt x="25" y="56"/>
                  <a:pt x="28" y="53"/>
                  <a:pt x="28" y="51"/>
                </a:cubicBezTo>
                <a:cubicBezTo>
                  <a:pt x="28" y="48"/>
                  <a:pt x="25" y="45"/>
                  <a:pt x="23" y="45"/>
                </a:cubicBezTo>
                <a:close/>
                <a:moveTo>
                  <a:pt x="51" y="18"/>
                </a:moveTo>
                <a:cubicBezTo>
                  <a:pt x="48" y="18"/>
                  <a:pt x="46" y="21"/>
                  <a:pt x="46" y="24"/>
                </a:cubicBezTo>
                <a:cubicBezTo>
                  <a:pt x="46" y="26"/>
                  <a:pt x="48" y="29"/>
                  <a:pt x="51" y="29"/>
                </a:cubicBezTo>
                <a:cubicBezTo>
                  <a:pt x="54" y="29"/>
                  <a:pt x="56" y="26"/>
                  <a:pt x="56" y="24"/>
                </a:cubicBezTo>
                <a:cubicBezTo>
                  <a:pt x="56" y="21"/>
                  <a:pt x="54" y="18"/>
                  <a:pt x="51" y="18"/>
                </a:cubicBezTo>
                <a:close/>
                <a:moveTo>
                  <a:pt x="79" y="32"/>
                </a:moveTo>
                <a:cubicBezTo>
                  <a:pt x="76" y="32"/>
                  <a:pt x="74" y="34"/>
                  <a:pt x="74" y="37"/>
                </a:cubicBezTo>
                <a:cubicBezTo>
                  <a:pt x="74" y="40"/>
                  <a:pt x="76" y="42"/>
                  <a:pt x="79" y="42"/>
                </a:cubicBezTo>
                <a:cubicBezTo>
                  <a:pt x="82" y="42"/>
                  <a:pt x="84" y="40"/>
                  <a:pt x="84" y="37"/>
                </a:cubicBezTo>
                <a:cubicBezTo>
                  <a:pt x="84" y="34"/>
                  <a:pt x="82" y="32"/>
                  <a:pt x="79" y="32"/>
                </a:cubicBezTo>
                <a:close/>
                <a:moveTo>
                  <a:pt x="107" y="0"/>
                </a:moveTo>
                <a:cubicBezTo>
                  <a:pt x="105" y="0"/>
                  <a:pt x="102" y="2"/>
                  <a:pt x="102" y="5"/>
                </a:cubicBezTo>
                <a:cubicBezTo>
                  <a:pt x="102" y="8"/>
                  <a:pt x="105" y="10"/>
                  <a:pt x="107" y="10"/>
                </a:cubicBezTo>
                <a:cubicBezTo>
                  <a:pt x="110" y="10"/>
                  <a:pt x="113" y="8"/>
                  <a:pt x="113" y="5"/>
                </a:cubicBezTo>
                <a:cubicBezTo>
                  <a:pt x="113" y="2"/>
                  <a:pt x="110" y="0"/>
                  <a:pt x="107" y="0"/>
                </a:cubicBezTo>
                <a:close/>
                <a:moveTo>
                  <a:pt x="83" y="33"/>
                </a:moveTo>
                <a:cubicBezTo>
                  <a:pt x="104" y="9"/>
                  <a:pt x="104" y="9"/>
                  <a:pt x="104" y="9"/>
                </a:cubicBezTo>
                <a:moveTo>
                  <a:pt x="56" y="26"/>
                </a:moveTo>
                <a:cubicBezTo>
                  <a:pt x="75" y="35"/>
                  <a:pt x="75" y="35"/>
                  <a:pt x="75" y="35"/>
                </a:cubicBezTo>
                <a:moveTo>
                  <a:pt x="47" y="27"/>
                </a:moveTo>
                <a:cubicBezTo>
                  <a:pt x="26" y="47"/>
                  <a:pt x="26" y="47"/>
                  <a:pt x="26" y="47"/>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9" name="Freeform 61">
            <a:extLst>
              <a:ext uri="{FF2B5EF4-FFF2-40B4-BE49-F238E27FC236}">
                <a16:creationId xmlns:a16="http://schemas.microsoft.com/office/drawing/2014/main" id="{B80D925B-C2DF-4850-9150-A767F84673C2}"/>
              </a:ext>
            </a:extLst>
          </p:cNvPr>
          <p:cNvSpPr>
            <a:spLocks noEditPoints="1"/>
          </p:cNvSpPr>
          <p:nvPr/>
        </p:nvSpPr>
        <p:spPr bwMode="auto">
          <a:xfrm>
            <a:off x="9118600" y="3906838"/>
            <a:ext cx="387350" cy="454025"/>
          </a:xfrm>
          <a:custGeom>
            <a:avLst/>
            <a:gdLst>
              <a:gd name="T0" fmla="*/ 244 w 244"/>
              <a:gd name="T1" fmla="*/ 118 h 286"/>
              <a:gd name="T2" fmla="*/ 244 w 244"/>
              <a:gd name="T3" fmla="*/ 286 h 286"/>
              <a:gd name="T4" fmla="*/ 0 w 244"/>
              <a:gd name="T5" fmla="*/ 286 h 286"/>
              <a:gd name="T6" fmla="*/ 0 w 244"/>
              <a:gd name="T7" fmla="*/ 118 h 286"/>
              <a:gd name="T8" fmla="*/ 244 w 244"/>
              <a:gd name="T9" fmla="*/ 286 h 286"/>
              <a:gd name="T10" fmla="*/ 122 w 244"/>
              <a:gd name="T11" fmla="*/ 202 h 286"/>
              <a:gd name="T12" fmla="*/ 0 w 244"/>
              <a:gd name="T13" fmla="*/ 286 h 286"/>
              <a:gd name="T14" fmla="*/ 244 w 244"/>
              <a:gd name="T15" fmla="*/ 118 h 286"/>
              <a:gd name="T16" fmla="*/ 160 w 244"/>
              <a:gd name="T17" fmla="*/ 204 h 286"/>
              <a:gd name="T18" fmla="*/ 0 w 244"/>
              <a:gd name="T19" fmla="*/ 118 h 286"/>
              <a:gd name="T20" fmla="*/ 84 w 244"/>
              <a:gd name="T21" fmla="*/ 204 h 286"/>
              <a:gd name="T22" fmla="*/ 213 w 244"/>
              <a:gd name="T23" fmla="*/ 113 h 286"/>
              <a:gd name="T24" fmla="*/ 213 w 244"/>
              <a:gd name="T25" fmla="*/ 53 h 286"/>
              <a:gd name="T26" fmla="*/ 160 w 244"/>
              <a:gd name="T27" fmla="*/ 0 h 286"/>
              <a:gd name="T28" fmla="*/ 31 w 244"/>
              <a:gd name="T29" fmla="*/ 0 h 286"/>
              <a:gd name="T30" fmla="*/ 31 w 244"/>
              <a:gd name="T31" fmla="*/ 113 h 286"/>
              <a:gd name="T32" fmla="*/ 213 w 244"/>
              <a:gd name="T33" fmla="*/ 53 h 286"/>
              <a:gd name="T34" fmla="*/ 160 w 244"/>
              <a:gd name="T35" fmla="*/ 0 h 286"/>
              <a:gd name="T36" fmla="*/ 160 w 244"/>
              <a:gd name="T37" fmla="*/ 53 h 286"/>
              <a:gd name="T38" fmla="*/ 213 w 244"/>
              <a:gd name="T39" fmla="*/ 53 h 286"/>
              <a:gd name="T40" fmla="*/ 81 w 244"/>
              <a:gd name="T41" fmla="*/ 84 h 286"/>
              <a:gd name="T42" fmla="*/ 57 w 244"/>
              <a:gd name="T43" fmla="*/ 84 h 286"/>
              <a:gd name="T44" fmla="*/ 180 w 244"/>
              <a:gd name="T45" fmla="*/ 84 h 286"/>
              <a:gd name="T46" fmla="*/ 108 w 244"/>
              <a:gd name="T47" fmla="*/ 84 h 286"/>
              <a:gd name="T48" fmla="*/ 57 w 244"/>
              <a:gd name="T49" fmla="*/ 111 h 286"/>
              <a:gd name="T50" fmla="*/ 127 w 244"/>
              <a:gd name="T51" fmla="*/ 111 h 286"/>
              <a:gd name="T52" fmla="*/ 180 w 244"/>
              <a:gd name="T53" fmla="*/ 111 h 286"/>
              <a:gd name="T54" fmla="*/ 153 w 244"/>
              <a:gd name="T55" fmla="*/ 11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4" h="286">
                <a:moveTo>
                  <a:pt x="244" y="118"/>
                </a:moveTo>
                <a:lnTo>
                  <a:pt x="244" y="286"/>
                </a:lnTo>
                <a:lnTo>
                  <a:pt x="0" y="286"/>
                </a:lnTo>
                <a:lnTo>
                  <a:pt x="0" y="118"/>
                </a:lnTo>
                <a:moveTo>
                  <a:pt x="244" y="286"/>
                </a:moveTo>
                <a:lnTo>
                  <a:pt x="122" y="202"/>
                </a:lnTo>
                <a:lnTo>
                  <a:pt x="0" y="286"/>
                </a:lnTo>
                <a:moveTo>
                  <a:pt x="244" y="118"/>
                </a:moveTo>
                <a:lnTo>
                  <a:pt x="160" y="204"/>
                </a:lnTo>
                <a:moveTo>
                  <a:pt x="0" y="118"/>
                </a:moveTo>
                <a:lnTo>
                  <a:pt x="84" y="204"/>
                </a:lnTo>
                <a:moveTo>
                  <a:pt x="213" y="113"/>
                </a:moveTo>
                <a:lnTo>
                  <a:pt x="213" y="53"/>
                </a:lnTo>
                <a:moveTo>
                  <a:pt x="160" y="0"/>
                </a:moveTo>
                <a:lnTo>
                  <a:pt x="31" y="0"/>
                </a:lnTo>
                <a:lnTo>
                  <a:pt x="31" y="113"/>
                </a:lnTo>
                <a:moveTo>
                  <a:pt x="213" y="53"/>
                </a:moveTo>
                <a:lnTo>
                  <a:pt x="160" y="0"/>
                </a:lnTo>
                <a:lnTo>
                  <a:pt x="160" y="53"/>
                </a:lnTo>
                <a:lnTo>
                  <a:pt x="213" y="53"/>
                </a:lnTo>
                <a:moveTo>
                  <a:pt x="81" y="84"/>
                </a:moveTo>
                <a:lnTo>
                  <a:pt x="57" y="84"/>
                </a:lnTo>
                <a:moveTo>
                  <a:pt x="180" y="84"/>
                </a:moveTo>
                <a:lnTo>
                  <a:pt x="108" y="84"/>
                </a:lnTo>
                <a:moveTo>
                  <a:pt x="57" y="111"/>
                </a:moveTo>
                <a:lnTo>
                  <a:pt x="127" y="111"/>
                </a:lnTo>
                <a:moveTo>
                  <a:pt x="180" y="111"/>
                </a:moveTo>
                <a:lnTo>
                  <a:pt x="153" y="111"/>
                </a:ln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0" name="Rectangle 62">
            <a:extLst>
              <a:ext uri="{FF2B5EF4-FFF2-40B4-BE49-F238E27FC236}">
                <a16:creationId xmlns:a16="http://schemas.microsoft.com/office/drawing/2014/main" id="{69238C79-BC5F-4DB0-8552-910212C6CE54}"/>
              </a:ext>
            </a:extLst>
          </p:cNvPr>
          <p:cNvSpPr>
            <a:spLocks noChangeArrowheads="1"/>
          </p:cNvSpPr>
          <p:nvPr/>
        </p:nvSpPr>
        <p:spPr bwMode="auto">
          <a:xfrm>
            <a:off x="2144713" y="5251450"/>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01</a:t>
            </a:r>
            <a:endParaRPr kumimoji="0" lang="ru-UA" altLang="ru-UA" sz="1800" b="0" i="0" u="none" strike="noStrike" cap="none" normalizeH="0" baseline="0">
              <a:ln>
                <a:noFill/>
              </a:ln>
              <a:effectLst/>
            </a:endParaRPr>
          </a:p>
        </p:txBody>
      </p:sp>
      <p:sp>
        <p:nvSpPr>
          <p:cNvPr id="71" name="Rectangle 63">
            <a:extLst>
              <a:ext uri="{FF2B5EF4-FFF2-40B4-BE49-F238E27FC236}">
                <a16:creationId xmlns:a16="http://schemas.microsoft.com/office/drawing/2014/main" id="{355E86FD-44B6-4AC4-B879-D650E4532287}"/>
              </a:ext>
            </a:extLst>
          </p:cNvPr>
          <p:cNvSpPr>
            <a:spLocks noChangeArrowheads="1"/>
          </p:cNvSpPr>
          <p:nvPr/>
        </p:nvSpPr>
        <p:spPr bwMode="auto">
          <a:xfrm>
            <a:off x="3919538" y="677863"/>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02</a:t>
            </a:r>
            <a:endParaRPr kumimoji="0" lang="ru-UA" altLang="ru-UA" sz="1800" b="0" i="0" u="none" strike="noStrike" cap="none" normalizeH="0" baseline="0">
              <a:ln>
                <a:noFill/>
              </a:ln>
              <a:effectLst/>
            </a:endParaRPr>
          </a:p>
        </p:txBody>
      </p:sp>
      <p:sp>
        <p:nvSpPr>
          <p:cNvPr id="72" name="Rectangle 64">
            <a:extLst>
              <a:ext uri="{FF2B5EF4-FFF2-40B4-BE49-F238E27FC236}">
                <a16:creationId xmlns:a16="http://schemas.microsoft.com/office/drawing/2014/main" id="{C309909B-A23D-400F-8E00-9A36C4054A1E}"/>
              </a:ext>
            </a:extLst>
          </p:cNvPr>
          <p:cNvSpPr>
            <a:spLocks noChangeArrowheads="1"/>
          </p:cNvSpPr>
          <p:nvPr/>
        </p:nvSpPr>
        <p:spPr bwMode="auto">
          <a:xfrm>
            <a:off x="7210425" y="677863"/>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04</a:t>
            </a:r>
            <a:endParaRPr kumimoji="0" lang="ru-UA" altLang="ru-UA" sz="1800" b="0" i="0" u="none" strike="noStrike" cap="none" normalizeH="0" baseline="0">
              <a:ln>
                <a:noFill/>
              </a:ln>
              <a:effectLst/>
            </a:endParaRPr>
          </a:p>
        </p:txBody>
      </p:sp>
      <p:sp>
        <p:nvSpPr>
          <p:cNvPr id="73" name="Rectangle 65">
            <a:extLst>
              <a:ext uri="{FF2B5EF4-FFF2-40B4-BE49-F238E27FC236}">
                <a16:creationId xmlns:a16="http://schemas.microsoft.com/office/drawing/2014/main" id="{4199A7CC-809F-4833-AF95-54EBE75EE288}"/>
              </a:ext>
            </a:extLst>
          </p:cNvPr>
          <p:cNvSpPr>
            <a:spLocks noChangeArrowheads="1"/>
          </p:cNvSpPr>
          <p:nvPr/>
        </p:nvSpPr>
        <p:spPr bwMode="auto">
          <a:xfrm>
            <a:off x="5568950" y="5251450"/>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03</a:t>
            </a:r>
            <a:endParaRPr kumimoji="0" lang="ru-UA" altLang="ru-UA" sz="1800" b="0" i="0" u="none" strike="noStrike" cap="none" normalizeH="0" baseline="0">
              <a:ln>
                <a:noFill/>
              </a:ln>
              <a:effectLst/>
            </a:endParaRPr>
          </a:p>
        </p:txBody>
      </p:sp>
      <p:sp>
        <p:nvSpPr>
          <p:cNvPr id="74" name="Rectangle 66">
            <a:extLst>
              <a:ext uri="{FF2B5EF4-FFF2-40B4-BE49-F238E27FC236}">
                <a16:creationId xmlns:a16="http://schemas.microsoft.com/office/drawing/2014/main" id="{FF20CBC6-77B8-47AD-B361-3965E1231795}"/>
              </a:ext>
            </a:extLst>
          </p:cNvPr>
          <p:cNvSpPr>
            <a:spLocks noChangeArrowheads="1"/>
          </p:cNvSpPr>
          <p:nvPr/>
        </p:nvSpPr>
        <p:spPr bwMode="auto">
          <a:xfrm>
            <a:off x="8855075" y="5251450"/>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05</a:t>
            </a:r>
            <a:endParaRPr kumimoji="0" lang="ru-UA" altLang="ru-UA" sz="1800" b="0" i="0" u="none" strike="noStrike" cap="none" normalizeH="0" baseline="0">
              <a:ln>
                <a:noFill/>
              </a:ln>
              <a:effectLst/>
            </a:endParaRPr>
          </a:p>
        </p:txBody>
      </p:sp>
      <p:sp>
        <p:nvSpPr>
          <p:cNvPr id="98" name="Text Placeholder 17">
            <a:extLst>
              <a:ext uri="{FF2B5EF4-FFF2-40B4-BE49-F238E27FC236}">
                <a16:creationId xmlns:a16="http://schemas.microsoft.com/office/drawing/2014/main" id="{BC6F7297-87C1-4ED5-83B6-A462A0D929A4}"/>
              </a:ext>
            </a:extLst>
          </p:cNvPr>
          <p:cNvSpPr txBox="1">
            <a:spLocks/>
          </p:cNvSpPr>
          <p:nvPr/>
        </p:nvSpPr>
        <p:spPr>
          <a:xfrm>
            <a:off x="1372616" y="5522913"/>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99" name="Text Placeholder 17">
            <a:extLst>
              <a:ext uri="{FF2B5EF4-FFF2-40B4-BE49-F238E27FC236}">
                <a16:creationId xmlns:a16="http://schemas.microsoft.com/office/drawing/2014/main" id="{832DEECC-9DB3-4ECA-8C7B-7D883414EB1B}"/>
              </a:ext>
            </a:extLst>
          </p:cNvPr>
          <p:cNvSpPr txBox="1">
            <a:spLocks/>
          </p:cNvSpPr>
          <p:nvPr/>
        </p:nvSpPr>
        <p:spPr>
          <a:xfrm>
            <a:off x="4830836" y="5522913"/>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100" name="Text Placeholder 17">
            <a:extLst>
              <a:ext uri="{FF2B5EF4-FFF2-40B4-BE49-F238E27FC236}">
                <a16:creationId xmlns:a16="http://schemas.microsoft.com/office/drawing/2014/main" id="{2A9EBAE1-C04D-4C27-B149-413D4951E8DC}"/>
              </a:ext>
            </a:extLst>
          </p:cNvPr>
          <p:cNvSpPr txBox="1">
            <a:spLocks/>
          </p:cNvSpPr>
          <p:nvPr/>
        </p:nvSpPr>
        <p:spPr>
          <a:xfrm>
            <a:off x="8144676" y="5522913"/>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101" name="Text Placeholder 17">
            <a:extLst>
              <a:ext uri="{FF2B5EF4-FFF2-40B4-BE49-F238E27FC236}">
                <a16:creationId xmlns:a16="http://schemas.microsoft.com/office/drawing/2014/main" id="{346D9CE6-766A-43FD-B9F0-0C3A84741EC7}"/>
              </a:ext>
            </a:extLst>
          </p:cNvPr>
          <p:cNvSpPr txBox="1">
            <a:spLocks/>
          </p:cNvSpPr>
          <p:nvPr/>
        </p:nvSpPr>
        <p:spPr>
          <a:xfrm>
            <a:off x="3287141" y="971464"/>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a:t>
            </a:r>
            <a:endParaRPr lang="ru-RU" altLang="ru-UA" sz="1050"/>
          </a:p>
        </p:txBody>
      </p:sp>
      <p:sp>
        <p:nvSpPr>
          <p:cNvPr id="102" name="Text Placeholder 17">
            <a:extLst>
              <a:ext uri="{FF2B5EF4-FFF2-40B4-BE49-F238E27FC236}">
                <a16:creationId xmlns:a16="http://schemas.microsoft.com/office/drawing/2014/main" id="{BBC85781-2C6F-4C8C-A863-38DD11B1B405}"/>
              </a:ext>
            </a:extLst>
          </p:cNvPr>
          <p:cNvSpPr txBox="1">
            <a:spLocks/>
          </p:cNvSpPr>
          <p:nvPr/>
        </p:nvSpPr>
        <p:spPr>
          <a:xfrm>
            <a:off x="6511604" y="971464"/>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a:t>
            </a:r>
            <a:endParaRPr lang="ru-RU" altLang="ru-UA" sz="1050"/>
          </a:p>
        </p:txBody>
      </p:sp>
    </p:spTree>
    <p:extLst>
      <p:ext uri="{BB962C8B-B14F-4D97-AF65-F5344CB8AC3E}">
        <p14:creationId xmlns:p14="http://schemas.microsoft.com/office/powerpoint/2010/main" val="197635239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7000">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14:bounceEnd="67000">
                                          <p:cBhvr additive="base">
                                            <p:cTn id="7" dur="1000" fill="hold"/>
                                            <p:tgtEl>
                                              <p:spTgt spid="44"/>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44"/>
                                            </p:tgtEl>
                                            <p:attrNameLst>
                                              <p:attrName>ppt_y</p:attrName>
                                            </p:attrNameLst>
                                          </p:cBhvr>
                                          <p:tavLst>
                                            <p:tav tm="0">
                                              <p:val>
                                                <p:strVal val="1+#ppt_h/2"/>
                                              </p:val>
                                            </p:tav>
                                            <p:tav tm="100000">
                                              <p:val>
                                                <p:strVal val="#ppt_y"/>
                                              </p:val>
                                            </p:tav>
                                          </p:tavLst>
                                        </p:anim>
                                      </p:childTnLst>
                                    </p:cTn>
                                  </p:par>
                                  <p:par>
                                    <p:cTn id="9" presetID="53" presetClass="entr" presetSubtype="16" fill="hold" nodeType="withEffect">
                                      <p:stCondLst>
                                        <p:cond delay="250"/>
                                      </p:stCondLst>
                                      <p:childTnLst>
                                        <p:set>
                                          <p:cBhvr>
                                            <p:cTn id="10" dur="1" fill="hold">
                                              <p:stCondLst>
                                                <p:cond delay="0"/>
                                              </p:stCondLst>
                                            </p:cTn>
                                            <p:tgtEl>
                                              <p:spTgt spid="2"/>
                                            </p:tgtEl>
                                            <p:attrNameLst>
                                              <p:attrName>style.visibility</p:attrName>
                                            </p:attrNameLst>
                                          </p:cBhvr>
                                          <p:to>
                                            <p:strVal val="visible"/>
                                          </p:to>
                                        </p:set>
                                        <p:anim calcmode="lin" valueType="num">
                                          <p:cBhvr>
                                            <p:cTn id="11" dur="750" fill="hold"/>
                                            <p:tgtEl>
                                              <p:spTgt spid="2"/>
                                            </p:tgtEl>
                                            <p:attrNameLst>
                                              <p:attrName>ppt_w</p:attrName>
                                            </p:attrNameLst>
                                          </p:cBhvr>
                                          <p:tavLst>
                                            <p:tav tm="0">
                                              <p:val>
                                                <p:fltVal val="0"/>
                                              </p:val>
                                            </p:tav>
                                            <p:tav tm="100000">
                                              <p:val>
                                                <p:strVal val="#ppt_w"/>
                                              </p:val>
                                            </p:tav>
                                          </p:tavLst>
                                        </p:anim>
                                        <p:anim calcmode="lin" valueType="num">
                                          <p:cBhvr>
                                            <p:cTn id="12" dur="750" fill="hold"/>
                                            <p:tgtEl>
                                              <p:spTgt spid="2"/>
                                            </p:tgtEl>
                                            <p:attrNameLst>
                                              <p:attrName>ppt_h</p:attrName>
                                            </p:attrNameLst>
                                          </p:cBhvr>
                                          <p:tavLst>
                                            <p:tav tm="0">
                                              <p:val>
                                                <p:fltVal val="0"/>
                                              </p:val>
                                            </p:tav>
                                            <p:tav tm="100000">
                                              <p:val>
                                                <p:strVal val="#ppt_h"/>
                                              </p:val>
                                            </p:tav>
                                          </p:tavLst>
                                        </p:anim>
                                        <p:animEffect transition="in" filter="fade">
                                          <p:cBhvr>
                                            <p:cTn id="13" dur="750"/>
                                            <p:tgtEl>
                                              <p:spTgt spid="2"/>
                                            </p:tgtEl>
                                          </p:cBhvr>
                                        </p:animEffect>
                                      </p:childTnLst>
                                    </p:cTn>
                                  </p:par>
                                  <p:par>
                                    <p:cTn id="14" presetID="2" presetClass="entr" presetSubtype="1" fill="hold" grpId="0" nodeType="withEffect" p14:presetBounceEnd="67000">
                                      <p:stCondLst>
                                        <p:cond delay="500"/>
                                      </p:stCondLst>
                                      <p:childTnLst>
                                        <p:set>
                                          <p:cBhvr>
                                            <p:cTn id="15" dur="1" fill="hold">
                                              <p:stCondLst>
                                                <p:cond delay="0"/>
                                              </p:stCondLst>
                                            </p:cTn>
                                            <p:tgtEl>
                                              <p:spTgt spid="43"/>
                                            </p:tgtEl>
                                            <p:attrNameLst>
                                              <p:attrName>style.visibility</p:attrName>
                                            </p:attrNameLst>
                                          </p:cBhvr>
                                          <p:to>
                                            <p:strVal val="visible"/>
                                          </p:to>
                                        </p:set>
                                        <p:anim calcmode="lin" valueType="num" p14:bounceEnd="67000">
                                          <p:cBhvr additive="base">
                                            <p:cTn id="16" dur="1000" fill="hold"/>
                                            <p:tgtEl>
                                              <p:spTgt spid="43"/>
                                            </p:tgtEl>
                                            <p:attrNameLst>
                                              <p:attrName>ppt_x</p:attrName>
                                            </p:attrNameLst>
                                          </p:cBhvr>
                                          <p:tavLst>
                                            <p:tav tm="0">
                                              <p:val>
                                                <p:strVal val="#ppt_x"/>
                                              </p:val>
                                            </p:tav>
                                            <p:tav tm="100000">
                                              <p:val>
                                                <p:strVal val="#ppt_x"/>
                                              </p:val>
                                            </p:tav>
                                          </p:tavLst>
                                        </p:anim>
                                        <p:anim calcmode="lin" valueType="num" p14:bounceEnd="67000">
                                          <p:cBhvr additive="base">
                                            <p:cTn id="17" dur="1000" fill="hold"/>
                                            <p:tgtEl>
                                              <p:spTgt spid="43"/>
                                            </p:tgtEl>
                                            <p:attrNameLst>
                                              <p:attrName>ppt_y</p:attrName>
                                            </p:attrNameLst>
                                          </p:cBhvr>
                                          <p:tavLst>
                                            <p:tav tm="0">
                                              <p:val>
                                                <p:strVal val="0-#ppt_h/2"/>
                                              </p:val>
                                            </p:tav>
                                            <p:tav tm="100000">
                                              <p:val>
                                                <p:strVal val="#ppt_y"/>
                                              </p:val>
                                            </p:tav>
                                          </p:tavLst>
                                        </p:anim>
                                      </p:childTnLst>
                                    </p:cTn>
                                  </p:par>
                                  <p:par>
                                    <p:cTn id="18" presetID="53" presetClass="entr" presetSubtype="16" fill="hold" nodeType="withEffect">
                                      <p:stCondLst>
                                        <p:cond delay="750"/>
                                      </p:stCondLst>
                                      <p:childTnLst>
                                        <p:set>
                                          <p:cBhvr>
                                            <p:cTn id="19" dur="1" fill="hold">
                                              <p:stCondLst>
                                                <p:cond delay="0"/>
                                              </p:stCondLst>
                                            </p:cTn>
                                            <p:tgtEl>
                                              <p:spTgt spid="3"/>
                                            </p:tgtEl>
                                            <p:attrNameLst>
                                              <p:attrName>style.visibility</p:attrName>
                                            </p:attrNameLst>
                                          </p:cBhvr>
                                          <p:to>
                                            <p:strVal val="visible"/>
                                          </p:to>
                                        </p:set>
                                        <p:anim calcmode="lin" valueType="num">
                                          <p:cBhvr>
                                            <p:cTn id="20" dur="750" fill="hold"/>
                                            <p:tgtEl>
                                              <p:spTgt spid="3"/>
                                            </p:tgtEl>
                                            <p:attrNameLst>
                                              <p:attrName>ppt_w</p:attrName>
                                            </p:attrNameLst>
                                          </p:cBhvr>
                                          <p:tavLst>
                                            <p:tav tm="0">
                                              <p:val>
                                                <p:fltVal val="0"/>
                                              </p:val>
                                            </p:tav>
                                            <p:tav tm="100000">
                                              <p:val>
                                                <p:strVal val="#ppt_w"/>
                                              </p:val>
                                            </p:tav>
                                          </p:tavLst>
                                        </p:anim>
                                        <p:anim calcmode="lin" valueType="num">
                                          <p:cBhvr>
                                            <p:cTn id="21" dur="750" fill="hold"/>
                                            <p:tgtEl>
                                              <p:spTgt spid="3"/>
                                            </p:tgtEl>
                                            <p:attrNameLst>
                                              <p:attrName>ppt_h</p:attrName>
                                            </p:attrNameLst>
                                          </p:cBhvr>
                                          <p:tavLst>
                                            <p:tav tm="0">
                                              <p:val>
                                                <p:fltVal val="0"/>
                                              </p:val>
                                            </p:tav>
                                            <p:tav tm="100000">
                                              <p:val>
                                                <p:strVal val="#ppt_h"/>
                                              </p:val>
                                            </p:tav>
                                          </p:tavLst>
                                        </p:anim>
                                        <p:animEffect transition="in" filter="fade">
                                          <p:cBhvr>
                                            <p:cTn id="22" dur="750"/>
                                            <p:tgtEl>
                                              <p:spTgt spid="3"/>
                                            </p:tgtEl>
                                          </p:cBhvr>
                                        </p:animEffect>
                                      </p:childTnLst>
                                    </p:cTn>
                                  </p:par>
                                  <p:par>
                                    <p:cTn id="23" presetID="2" presetClass="entr" presetSubtype="4" fill="hold" grpId="0" nodeType="withEffect" p14:presetBounceEnd="67000">
                                      <p:stCondLst>
                                        <p:cond delay="1000"/>
                                      </p:stCondLst>
                                      <p:childTnLst>
                                        <p:set>
                                          <p:cBhvr>
                                            <p:cTn id="24" dur="1" fill="hold">
                                              <p:stCondLst>
                                                <p:cond delay="0"/>
                                              </p:stCondLst>
                                            </p:cTn>
                                            <p:tgtEl>
                                              <p:spTgt spid="42"/>
                                            </p:tgtEl>
                                            <p:attrNameLst>
                                              <p:attrName>style.visibility</p:attrName>
                                            </p:attrNameLst>
                                          </p:cBhvr>
                                          <p:to>
                                            <p:strVal val="visible"/>
                                          </p:to>
                                        </p:set>
                                        <p:anim calcmode="lin" valueType="num" p14:bounceEnd="67000">
                                          <p:cBhvr additive="base">
                                            <p:cTn id="25" dur="1000" fill="hold"/>
                                            <p:tgtEl>
                                              <p:spTgt spid="42"/>
                                            </p:tgtEl>
                                            <p:attrNameLst>
                                              <p:attrName>ppt_x</p:attrName>
                                            </p:attrNameLst>
                                          </p:cBhvr>
                                          <p:tavLst>
                                            <p:tav tm="0">
                                              <p:val>
                                                <p:strVal val="#ppt_x"/>
                                              </p:val>
                                            </p:tav>
                                            <p:tav tm="100000">
                                              <p:val>
                                                <p:strVal val="#ppt_x"/>
                                              </p:val>
                                            </p:tav>
                                          </p:tavLst>
                                        </p:anim>
                                        <p:anim calcmode="lin" valueType="num" p14:bounceEnd="67000">
                                          <p:cBhvr additive="base">
                                            <p:cTn id="26" dur="1000" fill="hold"/>
                                            <p:tgtEl>
                                              <p:spTgt spid="42"/>
                                            </p:tgtEl>
                                            <p:attrNameLst>
                                              <p:attrName>ppt_y</p:attrName>
                                            </p:attrNameLst>
                                          </p:cBhvr>
                                          <p:tavLst>
                                            <p:tav tm="0">
                                              <p:val>
                                                <p:strVal val="1+#ppt_h/2"/>
                                              </p:val>
                                            </p:tav>
                                            <p:tav tm="100000">
                                              <p:val>
                                                <p:strVal val="#ppt_y"/>
                                              </p:val>
                                            </p:tav>
                                          </p:tavLst>
                                        </p:anim>
                                      </p:childTnLst>
                                    </p:cTn>
                                  </p:par>
                                  <p:par>
                                    <p:cTn id="27" presetID="53" presetClass="entr" presetSubtype="16" fill="hold" nodeType="withEffect">
                                      <p:stCondLst>
                                        <p:cond delay="1250"/>
                                      </p:stCondLst>
                                      <p:childTnLst>
                                        <p:set>
                                          <p:cBhvr>
                                            <p:cTn id="28" dur="1" fill="hold">
                                              <p:stCondLst>
                                                <p:cond delay="0"/>
                                              </p:stCondLst>
                                            </p:cTn>
                                            <p:tgtEl>
                                              <p:spTgt spid="4"/>
                                            </p:tgtEl>
                                            <p:attrNameLst>
                                              <p:attrName>style.visibility</p:attrName>
                                            </p:attrNameLst>
                                          </p:cBhvr>
                                          <p:to>
                                            <p:strVal val="visible"/>
                                          </p:to>
                                        </p:set>
                                        <p:anim calcmode="lin" valueType="num">
                                          <p:cBhvr>
                                            <p:cTn id="29" dur="750" fill="hold"/>
                                            <p:tgtEl>
                                              <p:spTgt spid="4"/>
                                            </p:tgtEl>
                                            <p:attrNameLst>
                                              <p:attrName>ppt_w</p:attrName>
                                            </p:attrNameLst>
                                          </p:cBhvr>
                                          <p:tavLst>
                                            <p:tav tm="0">
                                              <p:val>
                                                <p:fltVal val="0"/>
                                              </p:val>
                                            </p:tav>
                                            <p:tav tm="100000">
                                              <p:val>
                                                <p:strVal val="#ppt_w"/>
                                              </p:val>
                                            </p:tav>
                                          </p:tavLst>
                                        </p:anim>
                                        <p:anim calcmode="lin" valueType="num">
                                          <p:cBhvr>
                                            <p:cTn id="30" dur="750" fill="hold"/>
                                            <p:tgtEl>
                                              <p:spTgt spid="4"/>
                                            </p:tgtEl>
                                            <p:attrNameLst>
                                              <p:attrName>ppt_h</p:attrName>
                                            </p:attrNameLst>
                                          </p:cBhvr>
                                          <p:tavLst>
                                            <p:tav tm="0">
                                              <p:val>
                                                <p:fltVal val="0"/>
                                              </p:val>
                                            </p:tav>
                                            <p:tav tm="100000">
                                              <p:val>
                                                <p:strVal val="#ppt_h"/>
                                              </p:val>
                                            </p:tav>
                                          </p:tavLst>
                                        </p:anim>
                                        <p:animEffect transition="in" filter="fade">
                                          <p:cBhvr>
                                            <p:cTn id="31" dur="750"/>
                                            <p:tgtEl>
                                              <p:spTgt spid="4"/>
                                            </p:tgtEl>
                                          </p:cBhvr>
                                        </p:animEffect>
                                      </p:childTnLst>
                                    </p:cTn>
                                  </p:par>
                                  <p:par>
                                    <p:cTn id="32" presetID="2" presetClass="entr" presetSubtype="1" fill="hold" grpId="0" nodeType="withEffect" p14:presetBounceEnd="67000">
                                      <p:stCondLst>
                                        <p:cond delay="1500"/>
                                      </p:stCondLst>
                                      <p:childTnLst>
                                        <p:set>
                                          <p:cBhvr>
                                            <p:cTn id="33" dur="1" fill="hold">
                                              <p:stCondLst>
                                                <p:cond delay="0"/>
                                              </p:stCondLst>
                                            </p:cTn>
                                            <p:tgtEl>
                                              <p:spTgt spid="41"/>
                                            </p:tgtEl>
                                            <p:attrNameLst>
                                              <p:attrName>style.visibility</p:attrName>
                                            </p:attrNameLst>
                                          </p:cBhvr>
                                          <p:to>
                                            <p:strVal val="visible"/>
                                          </p:to>
                                        </p:set>
                                        <p:anim calcmode="lin" valueType="num" p14:bounceEnd="67000">
                                          <p:cBhvr additive="base">
                                            <p:cTn id="34" dur="1000" fill="hold"/>
                                            <p:tgtEl>
                                              <p:spTgt spid="41"/>
                                            </p:tgtEl>
                                            <p:attrNameLst>
                                              <p:attrName>ppt_x</p:attrName>
                                            </p:attrNameLst>
                                          </p:cBhvr>
                                          <p:tavLst>
                                            <p:tav tm="0">
                                              <p:val>
                                                <p:strVal val="#ppt_x"/>
                                              </p:val>
                                            </p:tav>
                                            <p:tav tm="100000">
                                              <p:val>
                                                <p:strVal val="#ppt_x"/>
                                              </p:val>
                                            </p:tav>
                                          </p:tavLst>
                                        </p:anim>
                                        <p:anim calcmode="lin" valueType="num" p14:bounceEnd="67000">
                                          <p:cBhvr additive="base">
                                            <p:cTn id="35" dur="1000" fill="hold"/>
                                            <p:tgtEl>
                                              <p:spTgt spid="41"/>
                                            </p:tgtEl>
                                            <p:attrNameLst>
                                              <p:attrName>ppt_y</p:attrName>
                                            </p:attrNameLst>
                                          </p:cBhvr>
                                          <p:tavLst>
                                            <p:tav tm="0">
                                              <p:val>
                                                <p:strVal val="0-#ppt_h/2"/>
                                              </p:val>
                                            </p:tav>
                                            <p:tav tm="100000">
                                              <p:val>
                                                <p:strVal val="#ppt_y"/>
                                              </p:val>
                                            </p:tav>
                                          </p:tavLst>
                                        </p:anim>
                                      </p:childTnLst>
                                    </p:cTn>
                                  </p:par>
                                  <p:par>
                                    <p:cTn id="36" presetID="53" presetClass="entr" presetSubtype="16" fill="hold" nodeType="withEffect">
                                      <p:stCondLst>
                                        <p:cond delay="1750"/>
                                      </p:stCondLst>
                                      <p:childTnLst>
                                        <p:set>
                                          <p:cBhvr>
                                            <p:cTn id="37" dur="1" fill="hold">
                                              <p:stCondLst>
                                                <p:cond delay="0"/>
                                              </p:stCondLst>
                                            </p:cTn>
                                            <p:tgtEl>
                                              <p:spTgt spid="5"/>
                                            </p:tgtEl>
                                            <p:attrNameLst>
                                              <p:attrName>style.visibility</p:attrName>
                                            </p:attrNameLst>
                                          </p:cBhvr>
                                          <p:to>
                                            <p:strVal val="visible"/>
                                          </p:to>
                                        </p:set>
                                        <p:anim calcmode="lin" valueType="num">
                                          <p:cBhvr>
                                            <p:cTn id="38" dur="750" fill="hold"/>
                                            <p:tgtEl>
                                              <p:spTgt spid="5"/>
                                            </p:tgtEl>
                                            <p:attrNameLst>
                                              <p:attrName>ppt_w</p:attrName>
                                            </p:attrNameLst>
                                          </p:cBhvr>
                                          <p:tavLst>
                                            <p:tav tm="0">
                                              <p:val>
                                                <p:fltVal val="0"/>
                                              </p:val>
                                            </p:tav>
                                            <p:tav tm="100000">
                                              <p:val>
                                                <p:strVal val="#ppt_w"/>
                                              </p:val>
                                            </p:tav>
                                          </p:tavLst>
                                        </p:anim>
                                        <p:anim calcmode="lin" valueType="num">
                                          <p:cBhvr>
                                            <p:cTn id="39" dur="750" fill="hold"/>
                                            <p:tgtEl>
                                              <p:spTgt spid="5"/>
                                            </p:tgtEl>
                                            <p:attrNameLst>
                                              <p:attrName>ppt_h</p:attrName>
                                            </p:attrNameLst>
                                          </p:cBhvr>
                                          <p:tavLst>
                                            <p:tav tm="0">
                                              <p:val>
                                                <p:fltVal val="0"/>
                                              </p:val>
                                            </p:tav>
                                            <p:tav tm="100000">
                                              <p:val>
                                                <p:strVal val="#ppt_h"/>
                                              </p:val>
                                            </p:tav>
                                          </p:tavLst>
                                        </p:anim>
                                        <p:animEffect transition="in" filter="fade">
                                          <p:cBhvr>
                                            <p:cTn id="40" dur="750"/>
                                            <p:tgtEl>
                                              <p:spTgt spid="5"/>
                                            </p:tgtEl>
                                          </p:cBhvr>
                                        </p:animEffect>
                                      </p:childTnLst>
                                    </p:cTn>
                                  </p:par>
                                  <p:par>
                                    <p:cTn id="41" presetID="2" presetClass="entr" presetSubtype="4" fill="hold" grpId="0" nodeType="withEffect" p14:presetBounceEnd="67000">
                                      <p:stCondLst>
                                        <p:cond delay="2000"/>
                                      </p:stCondLst>
                                      <p:childTnLst>
                                        <p:set>
                                          <p:cBhvr>
                                            <p:cTn id="42" dur="1" fill="hold">
                                              <p:stCondLst>
                                                <p:cond delay="0"/>
                                              </p:stCondLst>
                                            </p:cTn>
                                            <p:tgtEl>
                                              <p:spTgt spid="40"/>
                                            </p:tgtEl>
                                            <p:attrNameLst>
                                              <p:attrName>style.visibility</p:attrName>
                                            </p:attrNameLst>
                                          </p:cBhvr>
                                          <p:to>
                                            <p:strVal val="visible"/>
                                          </p:to>
                                        </p:set>
                                        <p:anim calcmode="lin" valueType="num" p14:bounceEnd="67000">
                                          <p:cBhvr additive="base">
                                            <p:cTn id="43" dur="1000" fill="hold"/>
                                            <p:tgtEl>
                                              <p:spTgt spid="40"/>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40"/>
                                            </p:tgtEl>
                                            <p:attrNameLst>
                                              <p:attrName>ppt_y</p:attrName>
                                            </p:attrNameLst>
                                          </p:cBhvr>
                                          <p:tavLst>
                                            <p:tav tm="0">
                                              <p:val>
                                                <p:strVal val="1+#ppt_h/2"/>
                                              </p:val>
                                            </p:tav>
                                            <p:tav tm="100000">
                                              <p:val>
                                                <p:strVal val="#ppt_y"/>
                                              </p:val>
                                            </p:tav>
                                          </p:tavLst>
                                        </p:anim>
                                      </p:childTnLst>
                                    </p:cTn>
                                  </p:par>
                                  <p:par>
                                    <p:cTn id="45" presetID="53" presetClass="entr" presetSubtype="16" fill="hold" nodeType="withEffect">
                                      <p:stCondLst>
                                        <p:cond delay="2250"/>
                                      </p:stCondLst>
                                      <p:childTnLst>
                                        <p:set>
                                          <p:cBhvr>
                                            <p:cTn id="46" dur="1" fill="hold">
                                              <p:stCondLst>
                                                <p:cond delay="0"/>
                                              </p:stCondLst>
                                            </p:cTn>
                                            <p:tgtEl>
                                              <p:spTgt spid="6"/>
                                            </p:tgtEl>
                                            <p:attrNameLst>
                                              <p:attrName>style.visibility</p:attrName>
                                            </p:attrNameLst>
                                          </p:cBhvr>
                                          <p:to>
                                            <p:strVal val="visible"/>
                                          </p:to>
                                        </p:set>
                                        <p:anim calcmode="lin" valueType="num">
                                          <p:cBhvr>
                                            <p:cTn id="47" dur="750" fill="hold"/>
                                            <p:tgtEl>
                                              <p:spTgt spid="6"/>
                                            </p:tgtEl>
                                            <p:attrNameLst>
                                              <p:attrName>ppt_w</p:attrName>
                                            </p:attrNameLst>
                                          </p:cBhvr>
                                          <p:tavLst>
                                            <p:tav tm="0">
                                              <p:val>
                                                <p:fltVal val="0"/>
                                              </p:val>
                                            </p:tav>
                                            <p:tav tm="100000">
                                              <p:val>
                                                <p:strVal val="#ppt_w"/>
                                              </p:val>
                                            </p:tav>
                                          </p:tavLst>
                                        </p:anim>
                                        <p:anim calcmode="lin" valueType="num">
                                          <p:cBhvr>
                                            <p:cTn id="48" dur="750" fill="hold"/>
                                            <p:tgtEl>
                                              <p:spTgt spid="6"/>
                                            </p:tgtEl>
                                            <p:attrNameLst>
                                              <p:attrName>ppt_h</p:attrName>
                                            </p:attrNameLst>
                                          </p:cBhvr>
                                          <p:tavLst>
                                            <p:tav tm="0">
                                              <p:val>
                                                <p:fltVal val="0"/>
                                              </p:val>
                                            </p:tav>
                                            <p:tav tm="100000">
                                              <p:val>
                                                <p:strVal val="#ppt_h"/>
                                              </p:val>
                                            </p:tav>
                                          </p:tavLst>
                                        </p:anim>
                                        <p:animEffect transition="in" filter="fade">
                                          <p:cBhvr>
                                            <p:cTn id="49" dur="750"/>
                                            <p:tgtEl>
                                              <p:spTgt spid="6"/>
                                            </p:tgtEl>
                                          </p:cBhvr>
                                        </p:animEffect>
                                      </p:childTnLst>
                                    </p:cTn>
                                  </p:par>
                                  <p:par>
                                    <p:cTn id="50" presetID="2" presetClass="entr" presetSubtype="4" fill="hold" grpId="0" nodeType="withEffect" p14:presetBounceEnd="67000">
                                      <p:stCondLst>
                                        <p:cond delay="500"/>
                                      </p:stCondLst>
                                      <p:childTnLst>
                                        <p:set>
                                          <p:cBhvr>
                                            <p:cTn id="51" dur="1" fill="hold">
                                              <p:stCondLst>
                                                <p:cond delay="0"/>
                                              </p:stCondLst>
                                            </p:cTn>
                                            <p:tgtEl>
                                              <p:spTgt spid="98"/>
                                            </p:tgtEl>
                                            <p:attrNameLst>
                                              <p:attrName>style.visibility</p:attrName>
                                            </p:attrNameLst>
                                          </p:cBhvr>
                                          <p:to>
                                            <p:strVal val="visible"/>
                                          </p:to>
                                        </p:set>
                                        <p:anim calcmode="lin" valueType="num" p14:bounceEnd="67000">
                                          <p:cBhvr additive="base">
                                            <p:cTn id="52" dur="1000" fill="hold"/>
                                            <p:tgtEl>
                                              <p:spTgt spid="98"/>
                                            </p:tgtEl>
                                            <p:attrNameLst>
                                              <p:attrName>ppt_x</p:attrName>
                                            </p:attrNameLst>
                                          </p:cBhvr>
                                          <p:tavLst>
                                            <p:tav tm="0">
                                              <p:val>
                                                <p:strVal val="#ppt_x"/>
                                              </p:val>
                                            </p:tav>
                                            <p:tav tm="100000">
                                              <p:val>
                                                <p:strVal val="#ppt_x"/>
                                              </p:val>
                                            </p:tav>
                                          </p:tavLst>
                                        </p:anim>
                                        <p:anim calcmode="lin" valueType="num" p14:bounceEnd="67000">
                                          <p:cBhvr additive="base">
                                            <p:cTn id="53" dur="1000" fill="hold"/>
                                            <p:tgtEl>
                                              <p:spTgt spid="98"/>
                                            </p:tgtEl>
                                            <p:attrNameLst>
                                              <p:attrName>ppt_y</p:attrName>
                                            </p:attrNameLst>
                                          </p:cBhvr>
                                          <p:tavLst>
                                            <p:tav tm="0">
                                              <p:val>
                                                <p:strVal val="1+#ppt_h/2"/>
                                              </p:val>
                                            </p:tav>
                                            <p:tav tm="100000">
                                              <p:val>
                                                <p:strVal val="#ppt_y"/>
                                              </p:val>
                                            </p:tav>
                                          </p:tavLst>
                                        </p:anim>
                                      </p:childTnLst>
                                    </p:cTn>
                                  </p:par>
                                  <p:par>
                                    <p:cTn id="54" presetID="2" presetClass="entr" presetSubtype="4" fill="hold" grpId="0" nodeType="withEffect" p14:presetBounceEnd="67000">
                                      <p:stCondLst>
                                        <p:cond delay="500"/>
                                      </p:stCondLst>
                                      <p:childTnLst>
                                        <p:set>
                                          <p:cBhvr>
                                            <p:cTn id="55" dur="1" fill="hold">
                                              <p:stCondLst>
                                                <p:cond delay="0"/>
                                              </p:stCondLst>
                                            </p:cTn>
                                            <p:tgtEl>
                                              <p:spTgt spid="70"/>
                                            </p:tgtEl>
                                            <p:attrNameLst>
                                              <p:attrName>style.visibility</p:attrName>
                                            </p:attrNameLst>
                                          </p:cBhvr>
                                          <p:to>
                                            <p:strVal val="visible"/>
                                          </p:to>
                                        </p:set>
                                        <p:anim calcmode="lin" valueType="num" p14:bounceEnd="67000">
                                          <p:cBhvr additive="base">
                                            <p:cTn id="56" dur="1000" fill="hold"/>
                                            <p:tgtEl>
                                              <p:spTgt spid="70"/>
                                            </p:tgtEl>
                                            <p:attrNameLst>
                                              <p:attrName>ppt_x</p:attrName>
                                            </p:attrNameLst>
                                          </p:cBhvr>
                                          <p:tavLst>
                                            <p:tav tm="0">
                                              <p:val>
                                                <p:strVal val="#ppt_x"/>
                                              </p:val>
                                            </p:tav>
                                            <p:tav tm="100000">
                                              <p:val>
                                                <p:strVal val="#ppt_x"/>
                                              </p:val>
                                            </p:tav>
                                          </p:tavLst>
                                        </p:anim>
                                        <p:anim calcmode="lin" valueType="num" p14:bounceEnd="67000">
                                          <p:cBhvr additive="base">
                                            <p:cTn id="57" dur="1000" fill="hold"/>
                                            <p:tgtEl>
                                              <p:spTgt spid="70"/>
                                            </p:tgtEl>
                                            <p:attrNameLst>
                                              <p:attrName>ppt_y</p:attrName>
                                            </p:attrNameLst>
                                          </p:cBhvr>
                                          <p:tavLst>
                                            <p:tav tm="0">
                                              <p:val>
                                                <p:strVal val="1+#ppt_h/2"/>
                                              </p:val>
                                            </p:tav>
                                            <p:tav tm="100000">
                                              <p:val>
                                                <p:strVal val="#ppt_y"/>
                                              </p:val>
                                            </p:tav>
                                          </p:tavLst>
                                        </p:anim>
                                      </p:childTnLst>
                                    </p:cTn>
                                  </p:par>
                                  <p:par>
                                    <p:cTn id="58" presetID="2" presetClass="entr" presetSubtype="1" fill="hold" grpId="0" nodeType="withEffect" p14:presetBounceEnd="67000">
                                      <p:stCondLst>
                                        <p:cond delay="750"/>
                                      </p:stCondLst>
                                      <p:childTnLst>
                                        <p:set>
                                          <p:cBhvr>
                                            <p:cTn id="59" dur="1" fill="hold">
                                              <p:stCondLst>
                                                <p:cond delay="0"/>
                                              </p:stCondLst>
                                            </p:cTn>
                                            <p:tgtEl>
                                              <p:spTgt spid="71"/>
                                            </p:tgtEl>
                                            <p:attrNameLst>
                                              <p:attrName>style.visibility</p:attrName>
                                            </p:attrNameLst>
                                          </p:cBhvr>
                                          <p:to>
                                            <p:strVal val="visible"/>
                                          </p:to>
                                        </p:set>
                                        <p:anim calcmode="lin" valueType="num" p14:bounceEnd="67000">
                                          <p:cBhvr additive="base">
                                            <p:cTn id="60" dur="1000" fill="hold"/>
                                            <p:tgtEl>
                                              <p:spTgt spid="71"/>
                                            </p:tgtEl>
                                            <p:attrNameLst>
                                              <p:attrName>ppt_x</p:attrName>
                                            </p:attrNameLst>
                                          </p:cBhvr>
                                          <p:tavLst>
                                            <p:tav tm="0">
                                              <p:val>
                                                <p:strVal val="#ppt_x"/>
                                              </p:val>
                                            </p:tav>
                                            <p:tav tm="100000">
                                              <p:val>
                                                <p:strVal val="#ppt_x"/>
                                              </p:val>
                                            </p:tav>
                                          </p:tavLst>
                                        </p:anim>
                                        <p:anim calcmode="lin" valueType="num" p14:bounceEnd="67000">
                                          <p:cBhvr additive="base">
                                            <p:cTn id="61" dur="1000" fill="hold"/>
                                            <p:tgtEl>
                                              <p:spTgt spid="71"/>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14:presetBounceEnd="67000">
                                      <p:stCondLst>
                                        <p:cond delay="750"/>
                                      </p:stCondLst>
                                      <p:childTnLst>
                                        <p:set>
                                          <p:cBhvr>
                                            <p:cTn id="63" dur="1" fill="hold">
                                              <p:stCondLst>
                                                <p:cond delay="0"/>
                                              </p:stCondLst>
                                            </p:cTn>
                                            <p:tgtEl>
                                              <p:spTgt spid="101"/>
                                            </p:tgtEl>
                                            <p:attrNameLst>
                                              <p:attrName>style.visibility</p:attrName>
                                            </p:attrNameLst>
                                          </p:cBhvr>
                                          <p:to>
                                            <p:strVal val="visible"/>
                                          </p:to>
                                        </p:set>
                                        <p:anim calcmode="lin" valueType="num" p14:bounceEnd="67000">
                                          <p:cBhvr additive="base">
                                            <p:cTn id="64" dur="1000" fill="hold"/>
                                            <p:tgtEl>
                                              <p:spTgt spid="101"/>
                                            </p:tgtEl>
                                            <p:attrNameLst>
                                              <p:attrName>ppt_x</p:attrName>
                                            </p:attrNameLst>
                                          </p:cBhvr>
                                          <p:tavLst>
                                            <p:tav tm="0">
                                              <p:val>
                                                <p:strVal val="#ppt_x"/>
                                              </p:val>
                                            </p:tav>
                                            <p:tav tm="100000">
                                              <p:val>
                                                <p:strVal val="#ppt_x"/>
                                              </p:val>
                                            </p:tav>
                                          </p:tavLst>
                                        </p:anim>
                                        <p:anim calcmode="lin" valueType="num" p14:bounceEnd="67000">
                                          <p:cBhvr additive="base">
                                            <p:cTn id="65" dur="1000" fill="hold"/>
                                            <p:tgtEl>
                                              <p:spTgt spid="101"/>
                                            </p:tgtEl>
                                            <p:attrNameLst>
                                              <p:attrName>ppt_y</p:attrName>
                                            </p:attrNameLst>
                                          </p:cBhvr>
                                          <p:tavLst>
                                            <p:tav tm="0">
                                              <p:val>
                                                <p:strVal val="0-#ppt_h/2"/>
                                              </p:val>
                                            </p:tav>
                                            <p:tav tm="100000">
                                              <p:val>
                                                <p:strVal val="#ppt_y"/>
                                              </p:val>
                                            </p:tav>
                                          </p:tavLst>
                                        </p:anim>
                                      </p:childTnLst>
                                    </p:cTn>
                                  </p:par>
                                  <p:par>
                                    <p:cTn id="66" presetID="2" presetClass="entr" presetSubtype="4" fill="hold" grpId="0" nodeType="withEffect" p14:presetBounceEnd="67000">
                                      <p:stCondLst>
                                        <p:cond delay="1000"/>
                                      </p:stCondLst>
                                      <p:childTnLst>
                                        <p:set>
                                          <p:cBhvr>
                                            <p:cTn id="67" dur="1" fill="hold">
                                              <p:stCondLst>
                                                <p:cond delay="0"/>
                                              </p:stCondLst>
                                            </p:cTn>
                                            <p:tgtEl>
                                              <p:spTgt spid="73"/>
                                            </p:tgtEl>
                                            <p:attrNameLst>
                                              <p:attrName>style.visibility</p:attrName>
                                            </p:attrNameLst>
                                          </p:cBhvr>
                                          <p:to>
                                            <p:strVal val="visible"/>
                                          </p:to>
                                        </p:set>
                                        <p:anim calcmode="lin" valueType="num" p14:bounceEnd="67000">
                                          <p:cBhvr additive="base">
                                            <p:cTn id="68" dur="1000" fill="hold"/>
                                            <p:tgtEl>
                                              <p:spTgt spid="73"/>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73"/>
                                            </p:tgtEl>
                                            <p:attrNameLst>
                                              <p:attrName>ppt_y</p:attrName>
                                            </p:attrNameLst>
                                          </p:cBhvr>
                                          <p:tavLst>
                                            <p:tav tm="0">
                                              <p:val>
                                                <p:strVal val="1+#ppt_h/2"/>
                                              </p:val>
                                            </p:tav>
                                            <p:tav tm="100000">
                                              <p:val>
                                                <p:strVal val="#ppt_y"/>
                                              </p:val>
                                            </p:tav>
                                          </p:tavLst>
                                        </p:anim>
                                      </p:childTnLst>
                                    </p:cTn>
                                  </p:par>
                                  <p:par>
                                    <p:cTn id="70" presetID="2" presetClass="entr" presetSubtype="4" fill="hold" grpId="0" nodeType="withEffect" p14:presetBounceEnd="67000">
                                      <p:stCondLst>
                                        <p:cond delay="1000"/>
                                      </p:stCondLst>
                                      <p:childTnLst>
                                        <p:set>
                                          <p:cBhvr>
                                            <p:cTn id="71" dur="1" fill="hold">
                                              <p:stCondLst>
                                                <p:cond delay="0"/>
                                              </p:stCondLst>
                                            </p:cTn>
                                            <p:tgtEl>
                                              <p:spTgt spid="99"/>
                                            </p:tgtEl>
                                            <p:attrNameLst>
                                              <p:attrName>style.visibility</p:attrName>
                                            </p:attrNameLst>
                                          </p:cBhvr>
                                          <p:to>
                                            <p:strVal val="visible"/>
                                          </p:to>
                                        </p:set>
                                        <p:anim calcmode="lin" valueType="num" p14:bounceEnd="67000">
                                          <p:cBhvr additive="base">
                                            <p:cTn id="72" dur="1000" fill="hold"/>
                                            <p:tgtEl>
                                              <p:spTgt spid="99"/>
                                            </p:tgtEl>
                                            <p:attrNameLst>
                                              <p:attrName>ppt_x</p:attrName>
                                            </p:attrNameLst>
                                          </p:cBhvr>
                                          <p:tavLst>
                                            <p:tav tm="0">
                                              <p:val>
                                                <p:strVal val="#ppt_x"/>
                                              </p:val>
                                            </p:tav>
                                            <p:tav tm="100000">
                                              <p:val>
                                                <p:strVal val="#ppt_x"/>
                                              </p:val>
                                            </p:tav>
                                          </p:tavLst>
                                        </p:anim>
                                        <p:anim calcmode="lin" valueType="num" p14:bounceEnd="67000">
                                          <p:cBhvr additive="base">
                                            <p:cTn id="73" dur="1000" fill="hold"/>
                                            <p:tgtEl>
                                              <p:spTgt spid="99"/>
                                            </p:tgtEl>
                                            <p:attrNameLst>
                                              <p:attrName>ppt_y</p:attrName>
                                            </p:attrNameLst>
                                          </p:cBhvr>
                                          <p:tavLst>
                                            <p:tav tm="0">
                                              <p:val>
                                                <p:strVal val="1+#ppt_h/2"/>
                                              </p:val>
                                            </p:tav>
                                            <p:tav tm="100000">
                                              <p:val>
                                                <p:strVal val="#ppt_y"/>
                                              </p:val>
                                            </p:tav>
                                          </p:tavLst>
                                        </p:anim>
                                      </p:childTnLst>
                                    </p:cTn>
                                  </p:par>
                                  <p:par>
                                    <p:cTn id="74" presetID="2" presetClass="entr" presetSubtype="1" fill="hold" grpId="0" nodeType="withEffect" p14:presetBounceEnd="67000">
                                      <p:stCondLst>
                                        <p:cond delay="1250"/>
                                      </p:stCondLst>
                                      <p:childTnLst>
                                        <p:set>
                                          <p:cBhvr>
                                            <p:cTn id="75" dur="1" fill="hold">
                                              <p:stCondLst>
                                                <p:cond delay="0"/>
                                              </p:stCondLst>
                                            </p:cTn>
                                            <p:tgtEl>
                                              <p:spTgt spid="72"/>
                                            </p:tgtEl>
                                            <p:attrNameLst>
                                              <p:attrName>style.visibility</p:attrName>
                                            </p:attrNameLst>
                                          </p:cBhvr>
                                          <p:to>
                                            <p:strVal val="visible"/>
                                          </p:to>
                                        </p:set>
                                        <p:anim calcmode="lin" valueType="num" p14:bounceEnd="67000">
                                          <p:cBhvr additive="base">
                                            <p:cTn id="76" dur="1000" fill="hold"/>
                                            <p:tgtEl>
                                              <p:spTgt spid="72"/>
                                            </p:tgtEl>
                                            <p:attrNameLst>
                                              <p:attrName>ppt_x</p:attrName>
                                            </p:attrNameLst>
                                          </p:cBhvr>
                                          <p:tavLst>
                                            <p:tav tm="0">
                                              <p:val>
                                                <p:strVal val="#ppt_x"/>
                                              </p:val>
                                            </p:tav>
                                            <p:tav tm="100000">
                                              <p:val>
                                                <p:strVal val="#ppt_x"/>
                                              </p:val>
                                            </p:tav>
                                          </p:tavLst>
                                        </p:anim>
                                        <p:anim calcmode="lin" valueType="num" p14:bounceEnd="67000">
                                          <p:cBhvr additive="base">
                                            <p:cTn id="77" dur="1000" fill="hold"/>
                                            <p:tgtEl>
                                              <p:spTgt spid="72"/>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14:presetBounceEnd="67000">
                                      <p:stCondLst>
                                        <p:cond delay="1250"/>
                                      </p:stCondLst>
                                      <p:childTnLst>
                                        <p:set>
                                          <p:cBhvr>
                                            <p:cTn id="79" dur="1" fill="hold">
                                              <p:stCondLst>
                                                <p:cond delay="0"/>
                                              </p:stCondLst>
                                            </p:cTn>
                                            <p:tgtEl>
                                              <p:spTgt spid="102"/>
                                            </p:tgtEl>
                                            <p:attrNameLst>
                                              <p:attrName>style.visibility</p:attrName>
                                            </p:attrNameLst>
                                          </p:cBhvr>
                                          <p:to>
                                            <p:strVal val="visible"/>
                                          </p:to>
                                        </p:set>
                                        <p:anim calcmode="lin" valueType="num" p14:bounceEnd="67000">
                                          <p:cBhvr additive="base">
                                            <p:cTn id="80" dur="1000" fill="hold"/>
                                            <p:tgtEl>
                                              <p:spTgt spid="102"/>
                                            </p:tgtEl>
                                            <p:attrNameLst>
                                              <p:attrName>ppt_x</p:attrName>
                                            </p:attrNameLst>
                                          </p:cBhvr>
                                          <p:tavLst>
                                            <p:tav tm="0">
                                              <p:val>
                                                <p:strVal val="#ppt_x"/>
                                              </p:val>
                                            </p:tav>
                                            <p:tav tm="100000">
                                              <p:val>
                                                <p:strVal val="#ppt_x"/>
                                              </p:val>
                                            </p:tav>
                                          </p:tavLst>
                                        </p:anim>
                                        <p:anim calcmode="lin" valueType="num" p14:bounceEnd="67000">
                                          <p:cBhvr additive="base">
                                            <p:cTn id="81" dur="1000" fill="hold"/>
                                            <p:tgtEl>
                                              <p:spTgt spid="102"/>
                                            </p:tgtEl>
                                            <p:attrNameLst>
                                              <p:attrName>ppt_y</p:attrName>
                                            </p:attrNameLst>
                                          </p:cBhvr>
                                          <p:tavLst>
                                            <p:tav tm="0">
                                              <p:val>
                                                <p:strVal val="0-#ppt_h/2"/>
                                              </p:val>
                                            </p:tav>
                                            <p:tav tm="100000">
                                              <p:val>
                                                <p:strVal val="#ppt_y"/>
                                              </p:val>
                                            </p:tav>
                                          </p:tavLst>
                                        </p:anim>
                                      </p:childTnLst>
                                    </p:cTn>
                                  </p:par>
                                  <p:par>
                                    <p:cTn id="82" presetID="2" presetClass="entr" presetSubtype="4" fill="hold" grpId="0" nodeType="withEffect" p14:presetBounceEnd="67000">
                                      <p:stCondLst>
                                        <p:cond delay="1500"/>
                                      </p:stCondLst>
                                      <p:childTnLst>
                                        <p:set>
                                          <p:cBhvr>
                                            <p:cTn id="83" dur="1" fill="hold">
                                              <p:stCondLst>
                                                <p:cond delay="0"/>
                                              </p:stCondLst>
                                            </p:cTn>
                                            <p:tgtEl>
                                              <p:spTgt spid="74"/>
                                            </p:tgtEl>
                                            <p:attrNameLst>
                                              <p:attrName>style.visibility</p:attrName>
                                            </p:attrNameLst>
                                          </p:cBhvr>
                                          <p:to>
                                            <p:strVal val="visible"/>
                                          </p:to>
                                        </p:set>
                                        <p:anim calcmode="lin" valueType="num" p14:bounceEnd="67000">
                                          <p:cBhvr additive="base">
                                            <p:cTn id="84" dur="1000" fill="hold"/>
                                            <p:tgtEl>
                                              <p:spTgt spid="74"/>
                                            </p:tgtEl>
                                            <p:attrNameLst>
                                              <p:attrName>ppt_x</p:attrName>
                                            </p:attrNameLst>
                                          </p:cBhvr>
                                          <p:tavLst>
                                            <p:tav tm="0">
                                              <p:val>
                                                <p:strVal val="#ppt_x"/>
                                              </p:val>
                                            </p:tav>
                                            <p:tav tm="100000">
                                              <p:val>
                                                <p:strVal val="#ppt_x"/>
                                              </p:val>
                                            </p:tav>
                                          </p:tavLst>
                                        </p:anim>
                                        <p:anim calcmode="lin" valueType="num" p14:bounceEnd="67000">
                                          <p:cBhvr additive="base">
                                            <p:cTn id="85" dur="1000" fill="hold"/>
                                            <p:tgtEl>
                                              <p:spTgt spid="74"/>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14:presetBounceEnd="67000">
                                      <p:stCondLst>
                                        <p:cond delay="1500"/>
                                      </p:stCondLst>
                                      <p:childTnLst>
                                        <p:set>
                                          <p:cBhvr>
                                            <p:cTn id="87" dur="1" fill="hold">
                                              <p:stCondLst>
                                                <p:cond delay="0"/>
                                              </p:stCondLst>
                                            </p:cTn>
                                            <p:tgtEl>
                                              <p:spTgt spid="100"/>
                                            </p:tgtEl>
                                            <p:attrNameLst>
                                              <p:attrName>style.visibility</p:attrName>
                                            </p:attrNameLst>
                                          </p:cBhvr>
                                          <p:to>
                                            <p:strVal val="visible"/>
                                          </p:to>
                                        </p:set>
                                        <p:anim calcmode="lin" valueType="num" p14:bounceEnd="67000">
                                          <p:cBhvr additive="base">
                                            <p:cTn id="88" dur="1000" fill="hold"/>
                                            <p:tgtEl>
                                              <p:spTgt spid="100"/>
                                            </p:tgtEl>
                                            <p:attrNameLst>
                                              <p:attrName>ppt_x</p:attrName>
                                            </p:attrNameLst>
                                          </p:cBhvr>
                                          <p:tavLst>
                                            <p:tav tm="0">
                                              <p:val>
                                                <p:strVal val="#ppt_x"/>
                                              </p:val>
                                            </p:tav>
                                            <p:tav tm="100000">
                                              <p:val>
                                                <p:strVal val="#ppt_x"/>
                                              </p:val>
                                            </p:tav>
                                          </p:tavLst>
                                        </p:anim>
                                        <p:anim calcmode="lin" valueType="num" p14:bounceEnd="67000">
                                          <p:cBhvr additive="base">
                                            <p:cTn id="89" dur="1000" fill="hold"/>
                                            <p:tgtEl>
                                              <p:spTgt spid="100"/>
                                            </p:tgtEl>
                                            <p:attrNameLst>
                                              <p:attrName>ppt_y</p:attrName>
                                            </p:attrNameLst>
                                          </p:cBhvr>
                                          <p:tavLst>
                                            <p:tav tm="0">
                                              <p:val>
                                                <p:strVal val="1+#ppt_h/2"/>
                                              </p:val>
                                            </p:tav>
                                            <p:tav tm="100000">
                                              <p:val>
                                                <p:strVal val="#ppt_y"/>
                                              </p:val>
                                            </p:tav>
                                          </p:tavLst>
                                        </p:anim>
                                      </p:childTnLst>
                                    </p:cTn>
                                  </p:par>
                                  <p:par>
                                    <p:cTn id="90" presetID="10" presetClass="entr" presetSubtype="0" fill="hold" grpId="0" nodeType="withEffect">
                                      <p:stCondLst>
                                        <p:cond delay="45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750"/>
                                            <p:tgtEl>
                                              <p:spTgt spid="67"/>
                                            </p:tgtEl>
                                          </p:cBhvr>
                                        </p:animEffect>
                                      </p:childTnLst>
                                    </p:cTn>
                                  </p:par>
                                  <p:par>
                                    <p:cTn id="93" presetID="10" presetClass="entr" presetSubtype="0" fill="hold" grpId="0" nodeType="withEffect">
                                      <p:stCondLst>
                                        <p:cond delay="950"/>
                                      </p:stCondLst>
                                      <p:childTnLst>
                                        <p:set>
                                          <p:cBhvr>
                                            <p:cTn id="94" dur="1" fill="hold">
                                              <p:stCondLst>
                                                <p:cond delay="0"/>
                                              </p:stCondLst>
                                            </p:cTn>
                                            <p:tgtEl>
                                              <p:spTgt spid="68"/>
                                            </p:tgtEl>
                                            <p:attrNameLst>
                                              <p:attrName>style.visibility</p:attrName>
                                            </p:attrNameLst>
                                          </p:cBhvr>
                                          <p:to>
                                            <p:strVal val="visible"/>
                                          </p:to>
                                        </p:set>
                                        <p:animEffect transition="in" filter="fade">
                                          <p:cBhvr>
                                            <p:cTn id="95" dur="750"/>
                                            <p:tgtEl>
                                              <p:spTgt spid="68"/>
                                            </p:tgtEl>
                                          </p:cBhvr>
                                        </p:animEffect>
                                      </p:childTnLst>
                                    </p:cTn>
                                  </p:par>
                                  <p:par>
                                    <p:cTn id="96" presetID="10" presetClass="entr" presetSubtype="0" fill="hold" grpId="0" nodeType="withEffect">
                                      <p:stCondLst>
                                        <p:cond delay="1450"/>
                                      </p:stCondLst>
                                      <p:childTnLst>
                                        <p:set>
                                          <p:cBhvr>
                                            <p:cTn id="97" dur="1" fill="hold">
                                              <p:stCondLst>
                                                <p:cond delay="0"/>
                                              </p:stCondLst>
                                            </p:cTn>
                                            <p:tgtEl>
                                              <p:spTgt spid="65"/>
                                            </p:tgtEl>
                                            <p:attrNameLst>
                                              <p:attrName>style.visibility</p:attrName>
                                            </p:attrNameLst>
                                          </p:cBhvr>
                                          <p:to>
                                            <p:strVal val="visible"/>
                                          </p:to>
                                        </p:set>
                                        <p:animEffect transition="in" filter="fade">
                                          <p:cBhvr>
                                            <p:cTn id="98" dur="750"/>
                                            <p:tgtEl>
                                              <p:spTgt spid="65"/>
                                            </p:tgtEl>
                                          </p:cBhvr>
                                        </p:animEffect>
                                      </p:childTnLst>
                                    </p:cTn>
                                  </p:par>
                                  <p:par>
                                    <p:cTn id="99" presetID="10" presetClass="entr" presetSubtype="0" fill="hold" grpId="0" nodeType="withEffect">
                                      <p:stCondLst>
                                        <p:cond delay="1950"/>
                                      </p:stCondLst>
                                      <p:childTnLst>
                                        <p:set>
                                          <p:cBhvr>
                                            <p:cTn id="100" dur="1" fill="hold">
                                              <p:stCondLst>
                                                <p:cond delay="0"/>
                                              </p:stCondLst>
                                            </p:cTn>
                                            <p:tgtEl>
                                              <p:spTgt spid="66"/>
                                            </p:tgtEl>
                                            <p:attrNameLst>
                                              <p:attrName>style.visibility</p:attrName>
                                            </p:attrNameLst>
                                          </p:cBhvr>
                                          <p:to>
                                            <p:strVal val="visible"/>
                                          </p:to>
                                        </p:set>
                                        <p:animEffect transition="in" filter="fade">
                                          <p:cBhvr>
                                            <p:cTn id="101" dur="750"/>
                                            <p:tgtEl>
                                              <p:spTgt spid="66"/>
                                            </p:tgtEl>
                                          </p:cBhvr>
                                        </p:animEffect>
                                      </p:childTnLst>
                                    </p:cTn>
                                  </p:par>
                                  <p:par>
                                    <p:cTn id="102" presetID="10" presetClass="entr" presetSubtype="0" fill="hold" grpId="0" nodeType="withEffect">
                                      <p:stCondLst>
                                        <p:cond delay="2450"/>
                                      </p:stCondLst>
                                      <p:childTnLst>
                                        <p:set>
                                          <p:cBhvr>
                                            <p:cTn id="103" dur="1" fill="hold">
                                              <p:stCondLst>
                                                <p:cond delay="0"/>
                                              </p:stCondLst>
                                            </p:cTn>
                                            <p:tgtEl>
                                              <p:spTgt spid="69"/>
                                            </p:tgtEl>
                                            <p:attrNameLst>
                                              <p:attrName>style.visibility</p:attrName>
                                            </p:attrNameLst>
                                          </p:cBhvr>
                                          <p:to>
                                            <p:strVal val="visible"/>
                                          </p:to>
                                        </p:set>
                                        <p:animEffect transition="in" filter="fade">
                                          <p:cBhvr>
                                            <p:cTn id="104" dur="75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P spid="65" grpId="0" animBg="1"/>
          <p:bldP spid="66" grpId="0" animBg="1"/>
          <p:bldP spid="67" grpId="0" animBg="1"/>
          <p:bldP spid="68" grpId="0" animBg="1"/>
          <p:bldP spid="69" grpId="0" animBg="1"/>
          <p:bldP spid="70" grpId="0"/>
          <p:bldP spid="71" grpId="0"/>
          <p:bldP spid="72" grpId="0"/>
          <p:bldP spid="73" grpId="0"/>
          <p:bldP spid="74" grpId="0"/>
          <p:bldP spid="98" grpId="0"/>
          <p:bldP spid="99" grpId="0"/>
          <p:bldP spid="100" grpId="0"/>
          <p:bldP spid="101" grpId="0"/>
          <p:bldP spid="10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1000" fill="hold"/>
                                            <p:tgtEl>
                                              <p:spTgt spid="44"/>
                                            </p:tgtEl>
                                            <p:attrNameLst>
                                              <p:attrName>ppt_x</p:attrName>
                                            </p:attrNameLst>
                                          </p:cBhvr>
                                          <p:tavLst>
                                            <p:tav tm="0">
                                              <p:val>
                                                <p:strVal val="#ppt_x"/>
                                              </p:val>
                                            </p:tav>
                                            <p:tav tm="100000">
                                              <p:val>
                                                <p:strVal val="#ppt_x"/>
                                              </p:val>
                                            </p:tav>
                                          </p:tavLst>
                                        </p:anim>
                                        <p:anim calcmode="lin" valueType="num">
                                          <p:cBhvr additive="base">
                                            <p:cTn id="8" dur="1000" fill="hold"/>
                                            <p:tgtEl>
                                              <p:spTgt spid="44"/>
                                            </p:tgtEl>
                                            <p:attrNameLst>
                                              <p:attrName>ppt_y</p:attrName>
                                            </p:attrNameLst>
                                          </p:cBhvr>
                                          <p:tavLst>
                                            <p:tav tm="0">
                                              <p:val>
                                                <p:strVal val="1+#ppt_h/2"/>
                                              </p:val>
                                            </p:tav>
                                            <p:tav tm="100000">
                                              <p:val>
                                                <p:strVal val="#ppt_y"/>
                                              </p:val>
                                            </p:tav>
                                          </p:tavLst>
                                        </p:anim>
                                      </p:childTnLst>
                                    </p:cTn>
                                  </p:par>
                                  <p:par>
                                    <p:cTn id="9" presetID="53" presetClass="entr" presetSubtype="16" fill="hold" nodeType="withEffect">
                                      <p:stCondLst>
                                        <p:cond delay="250"/>
                                      </p:stCondLst>
                                      <p:childTnLst>
                                        <p:set>
                                          <p:cBhvr>
                                            <p:cTn id="10" dur="1" fill="hold">
                                              <p:stCondLst>
                                                <p:cond delay="0"/>
                                              </p:stCondLst>
                                            </p:cTn>
                                            <p:tgtEl>
                                              <p:spTgt spid="2"/>
                                            </p:tgtEl>
                                            <p:attrNameLst>
                                              <p:attrName>style.visibility</p:attrName>
                                            </p:attrNameLst>
                                          </p:cBhvr>
                                          <p:to>
                                            <p:strVal val="visible"/>
                                          </p:to>
                                        </p:set>
                                        <p:anim calcmode="lin" valueType="num">
                                          <p:cBhvr>
                                            <p:cTn id="11" dur="750" fill="hold"/>
                                            <p:tgtEl>
                                              <p:spTgt spid="2"/>
                                            </p:tgtEl>
                                            <p:attrNameLst>
                                              <p:attrName>ppt_w</p:attrName>
                                            </p:attrNameLst>
                                          </p:cBhvr>
                                          <p:tavLst>
                                            <p:tav tm="0">
                                              <p:val>
                                                <p:fltVal val="0"/>
                                              </p:val>
                                            </p:tav>
                                            <p:tav tm="100000">
                                              <p:val>
                                                <p:strVal val="#ppt_w"/>
                                              </p:val>
                                            </p:tav>
                                          </p:tavLst>
                                        </p:anim>
                                        <p:anim calcmode="lin" valueType="num">
                                          <p:cBhvr>
                                            <p:cTn id="12" dur="750" fill="hold"/>
                                            <p:tgtEl>
                                              <p:spTgt spid="2"/>
                                            </p:tgtEl>
                                            <p:attrNameLst>
                                              <p:attrName>ppt_h</p:attrName>
                                            </p:attrNameLst>
                                          </p:cBhvr>
                                          <p:tavLst>
                                            <p:tav tm="0">
                                              <p:val>
                                                <p:fltVal val="0"/>
                                              </p:val>
                                            </p:tav>
                                            <p:tav tm="100000">
                                              <p:val>
                                                <p:strVal val="#ppt_h"/>
                                              </p:val>
                                            </p:tav>
                                          </p:tavLst>
                                        </p:anim>
                                        <p:animEffect transition="in" filter="fade">
                                          <p:cBhvr>
                                            <p:cTn id="13" dur="750"/>
                                            <p:tgtEl>
                                              <p:spTgt spid="2"/>
                                            </p:tgtEl>
                                          </p:cBhvr>
                                        </p:animEffect>
                                      </p:childTnLst>
                                    </p:cTn>
                                  </p:par>
                                  <p:par>
                                    <p:cTn id="14" presetID="2" presetClass="entr" presetSubtype="1" fill="hold" grpId="0" nodeType="withEffect">
                                      <p:stCondLst>
                                        <p:cond delay="500"/>
                                      </p:stCondLst>
                                      <p:childTnLst>
                                        <p:set>
                                          <p:cBhvr>
                                            <p:cTn id="15" dur="1" fill="hold">
                                              <p:stCondLst>
                                                <p:cond delay="0"/>
                                              </p:stCondLst>
                                            </p:cTn>
                                            <p:tgtEl>
                                              <p:spTgt spid="43"/>
                                            </p:tgtEl>
                                            <p:attrNameLst>
                                              <p:attrName>style.visibility</p:attrName>
                                            </p:attrNameLst>
                                          </p:cBhvr>
                                          <p:to>
                                            <p:strVal val="visible"/>
                                          </p:to>
                                        </p:set>
                                        <p:anim calcmode="lin" valueType="num">
                                          <p:cBhvr additive="base">
                                            <p:cTn id="16" dur="1000" fill="hold"/>
                                            <p:tgtEl>
                                              <p:spTgt spid="43"/>
                                            </p:tgtEl>
                                            <p:attrNameLst>
                                              <p:attrName>ppt_x</p:attrName>
                                            </p:attrNameLst>
                                          </p:cBhvr>
                                          <p:tavLst>
                                            <p:tav tm="0">
                                              <p:val>
                                                <p:strVal val="#ppt_x"/>
                                              </p:val>
                                            </p:tav>
                                            <p:tav tm="100000">
                                              <p:val>
                                                <p:strVal val="#ppt_x"/>
                                              </p:val>
                                            </p:tav>
                                          </p:tavLst>
                                        </p:anim>
                                        <p:anim calcmode="lin" valueType="num">
                                          <p:cBhvr additive="base">
                                            <p:cTn id="17" dur="1000" fill="hold"/>
                                            <p:tgtEl>
                                              <p:spTgt spid="43"/>
                                            </p:tgtEl>
                                            <p:attrNameLst>
                                              <p:attrName>ppt_y</p:attrName>
                                            </p:attrNameLst>
                                          </p:cBhvr>
                                          <p:tavLst>
                                            <p:tav tm="0">
                                              <p:val>
                                                <p:strVal val="0-#ppt_h/2"/>
                                              </p:val>
                                            </p:tav>
                                            <p:tav tm="100000">
                                              <p:val>
                                                <p:strVal val="#ppt_y"/>
                                              </p:val>
                                            </p:tav>
                                          </p:tavLst>
                                        </p:anim>
                                      </p:childTnLst>
                                    </p:cTn>
                                  </p:par>
                                  <p:par>
                                    <p:cTn id="18" presetID="53" presetClass="entr" presetSubtype="16" fill="hold" nodeType="withEffect">
                                      <p:stCondLst>
                                        <p:cond delay="750"/>
                                      </p:stCondLst>
                                      <p:childTnLst>
                                        <p:set>
                                          <p:cBhvr>
                                            <p:cTn id="19" dur="1" fill="hold">
                                              <p:stCondLst>
                                                <p:cond delay="0"/>
                                              </p:stCondLst>
                                            </p:cTn>
                                            <p:tgtEl>
                                              <p:spTgt spid="3"/>
                                            </p:tgtEl>
                                            <p:attrNameLst>
                                              <p:attrName>style.visibility</p:attrName>
                                            </p:attrNameLst>
                                          </p:cBhvr>
                                          <p:to>
                                            <p:strVal val="visible"/>
                                          </p:to>
                                        </p:set>
                                        <p:anim calcmode="lin" valueType="num">
                                          <p:cBhvr>
                                            <p:cTn id="20" dur="750" fill="hold"/>
                                            <p:tgtEl>
                                              <p:spTgt spid="3"/>
                                            </p:tgtEl>
                                            <p:attrNameLst>
                                              <p:attrName>ppt_w</p:attrName>
                                            </p:attrNameLst>
                                          </p:cBhvr>
                                          <p:tavLst>
                                            <p:tav tm="0">
                                              <p:val>
                                                <p:fltVal val="0"/>
                                              </p:val>
                                            </p:tav>
                                            <p:tav tm="100000">
                                              <p:val>
                                                <p:strVal val="#ppt_w"/>
                                              </p:val>
                                            </p:tav>
                                          </p:tavLst>
                                        </p:anim>
                                        <p:anim calcmode="lin" valueType="num">
                                          <p:cBhvr>
                                            <p:cTn id="21" dur="750" fill="hold"/>
                                            <p:tgtEl>
                                              <p:spTgt spid="3"/>
                                            </p:tgtEl>
                                            <p:attrNameLst>
                                              <p:attrName>ppt_h</p:attrName>
                                            </p:attrNameLst>
                                          </p:cBhvr>
                                          <p:tavLst>
                                            <p:tav tm="0">
                                              <p:val>
                                                <p:fltVal val="0"/>
                                              </p:val>
                                            </p:tav>
                                            <p:tav tm="100000">
                                              <p:val>
                                                <p:strVal val="#ppt_h"/>
                                              </p:val>
                                            </p:tav>
                                          </p:tavLst>
                                        </p:anim>
                                        <p:animEffect transition="in" filter="fade">
                                          <p:cBhvr>
                                            <p:cTn id="22" dur="750"/>
                                            <p:tgtEl>
                                              <p:spTgt spid="3"/>
                                            </p:tgtEl>
                                          </p:cBhvr>
                                        </p:animEffect>
                                      </p:childTnLst>
                                    </p:cTn>
                                  </p:par>
                                  <p:par>
                                    <p:cTn id="23" presetID="2" presetClass="entr" presetSubtype="4" fill="hold" grpId="0" nodeType="withEffect">
                                      <p:stCondLst>
                                        <p:cond delay="1000"/>
                                      </p:stCondLst>
                                      <p:childTnLst>
                                        <p:set>
                                          <p:cBhvr>
                                            <p:cTn id="24" dur="1" fill="hold">
                                              <p:stCondLst>
                                                <p:cond delay="0"/>
                                              </p:stCondLst>
                                            </p:cTn>
                                            <p:tgtEl>
                                              <p:spTgt spid="42"/>
                                            </p:tgtEl>
                                            <p:attrNameLst>
                                              <p:attrName>style.visibility</p:attrName>
                                            </p:attrNameLst>
                                          </p:cBhvr>
                                          <p:to>
                                            <p:strVal val="visible"/>
                                          </p:to>
                                        </p:set>
                                        <p:anim calcmode="lin" valueType="num">
                                          <p:cBhvr additive="base">
                                            <p:cTn id="25" dur="1000" fill="hold"/>
                                            <p:tgtEl>
                                              <p:spTgt spid="42"/>
                                            </p:tgtEl>
                                            <p:attrNameLst>
                                              <p:attrName>ppt_x</p:attrName>
                                            </p:attrNameLst>
                                          </p:cBhvr>
                                          <p:tavLst>
                                            <p:tav tm="0">
                                              <p:val>
                                                <p:strVal val="#ppt_x"/>
                                              </p:val>
                                            </p:tav>
                                            <p:tav tm="100000">
                                              <p:val>
                                                <p:strVal val="#ppt_x"/>
                                              </p:val>
                                            </p:tav>
                                          </p:tavLst>
                                        </p:anim>
                                        <p:anim calcmode="lin" valueType="num">
                                          <p:cBhvr additive="base">
                                            <p:cTn id="26" dur="1000" fill="hold"/>
                                            <p:tgtEl>
                                              <p:spTgt spid="42"/>
                                            </p:tgtEl>
                                            <p:attrNameLst>
                                              <p:attrName>ppt_y</p:attrName>
                                            </p:attrNameLst>
                                          </p:cBhvr>
                                          <p:tavLst>
                                            <p:tav tm="0">
                                              <p:val>
                                                <p:strVal val="1+#ppt_h/2"/>
                                              </p:val>
                                            </p:tav>
                                            <p:tav tm="100000">
                                              <p:val>
                                                <p:strVal val="#ppt_y"/>
                                              </p:val>
                                            </p:tav>
                                          </p:tavLst>
                                        </p:anim>
                                      </p:childTnLst>
                                    </p:cTn>
                                  </p:par>
                                  <p:par>
                                    <p:cTn id="27" presetID="53" presetClass="entr" presetSubtype="16" fill="hold" nodeType="withEffect">
                                      <p:stCondLst>
                                        <p:cond delay="1250"/>
                                      </p:stCondLst>
                                      <p:childTnLst>
                                        <p:set>
                                          <p:cBhvr>
                                            <p:cTn id="28" dur="1" fill="hold">
                                              <p:stCondLst>
                                                <p:cond delay="0"/>
                                              </p:stCondLst>
                                            </p:cTn>
                                            <p:tgtEl>
                                              <p:spTgt spid="4"/>
                                            </p:tgtEl>
                                            <p:attrNameLst>
                                              <p:attrName>style.visibility</p:attrName>
                                            </p:attrNameLst>
                                          </p:cBhvr>
                                          <p:to>
                                            <p:strVal val="visible"/>
                                          </p:to>
                                        </p:set>
                                        <p:anim calcmode="lin" valueType="num">
                                          <p:cBhvr>
                                            <p:cTn id="29" dur="750" fill="hold"/>
                                            <p:tgtEl>
                                              <p:spTgt spid="4"/>
                                            </p:tgtEl>
                                            <p:attrNameLst>
                                              <p:attrName>ppt_w</p:attrName>
                                            </p:attrNameLst>
                                          </p:cBhvr>
                                          <p:tavLst>
                                            <p:tav tm="0">
                                              <p:val>
                                                <p:fltVal val="0"/>
                                              </p:val>
                                            </p:tav>
                                            <p:tav tm="100000">
                                              <p:val>
                                                <p:strVal val="#ppt_w"/>
                                              </p:val>
                                            </p:tav>
                                          </p:tavLst>
                                        </p:anim>
                                        <p:anim calcmode="lin" valueType="num">
                                          <p:cBhvr>
                                            <p:cTn id="30" dur="750" fill="hold"/>
                                            <p:tgtEl>
                                              <p:spTgt spid="4"/>
                                            </p:tgtEl>
                                            <p:attrNameLst>
                                              <p:attrName>ppt_h</p:attrName>
                                            </p:attrNameLst>
                                          </p:cBhvr>
                                          <p:tavLst>
                                            <p:tav tm="0">
                                              <p:val>
                                                <p:fltVal val="0"/>
                                              </p:val>
                                            </p:tav>
                                            <p:tav tm="100000">
                                              <p:val>
                                                <p:strVal val="#ppt_h"/>
                                              </p:val>
                                            </p:tav>
                                          </p:tavLst>
                                        </p:anim>
                                        <p:animEffect transition="in" filter="fade">
                                          <p:cBhvr>
                                            <p:cTn id="31" dur="750"/>
                                            <p:tgtEl>
                                              <p:spTgt spid="4"/>
                                            </p:tgtEl>
                                          </p:cBhvr>
                                        </p:animEffect>
                                      </p:childTnLst>
                                    </p:cTn>
                                  </p:par>
                                  <p:par>
                                    <p:cTn id="32" presetID="2" presetClass="entr" presetSubtype="1" fill="hold" grpId="0" nodeType="withEffect">
                                      <p:stCondLst>
                                        <p:cond delay="1500"/>
                                      </p:stCondLst>
                                      <p:childTnLst>
                                        <p:set>
                                          <p:cBhvr>
                                            <p:cTn id="33" dur="1" fill="hold">
                                              <p:stCondLst>
                                                <p:cond delay="0"/>
                                              </p:stCondLst>
                                            </p:cTn>
                                            <p:tgtEl>
                                              <p:spTgt spid="41"/>
                                            </p:tgtEl>
                                            <p:attrNameLst>
                                              <p:attrName>style.visibility</p:attrName>
                                            </p:attrNameLst>
                                          </p:cBhvr>
                                          <p:to>
                                            <p:strVal val="visible"/>
                                          </p:to>
                                        </p:set>
                                        <p:anim calcmode="lin" valueType="num">
                                          <p:cBhvr additive="base">
                                            <p:cTn id="34" dur="1000" fill="hold"/>
                                            <p:tgtEl>
                                              <p:spTgt spid="41"/>
                                            </p:tgtEl>
                                            <p:attrNameLst>
                                              <p:attrName>ppt_x</p:attrName>
                                            </p:attrNameLst>
                                          </p:cBhvr>
                                          <p:tavLst>
                                            <p:tav tm="0">
                                              <p:val>
                                                <p:strVal val="#ppt_x"/>
                                              </p:val>
                                            </p:tav>
                                            <p:tav tm="100000">
                                              <p:val>
                                                <p:strVal val="#ppt_x"/>
                                              </p:val>
                                            </p:tav>
                                          </p:tavLst>
                                        </p:anim>
                                        <p:anim calcmode="lin" valueType="num">
                                          <p:cBhvr additive="base">
                                            <p:cTn id="35" dur="1000" fill="hold"/>
                                            <p:tgtEl>
                                              <p:spTgt spid="41"/>
                                            </p:tgtEl>
                                            <p:attrNameLst>
                                              <p:attrName>ppt_y</p:attrName>
                                            </p:attrNameLst>
                                          </p:cBhvr>
                                          <p:tavLst>
                                            <p:tav tm="0">
                                              <p:val>
                                                <p:strVal val="0-#ppt_h/2"/>
                                              </p:val>
                                            </p:tav>
                                            <p:tav tm="100000">
                                              <p:val>
                                                <p:strVal val="#ppt_y"/>
                                              </p:val>
                                            </p:tav>
                                          </p:tavLst>
                                        </p:anim>
                                      </p:childTnLst>
                                    </p:cTn>
                                  </p:par>
                                  <p:par>
                                    <p:cTn id="36" presetID="53" presetClass="entr" presetSubtype="16" fill="hold" nodeType="withEffect">
                                      <p:stCondLst>
                                        <p:cond delay="1750"/>
                                      </p:stCondLst>
                                      <p:childTnLst>
                                        <p:set>
                                          <p:cBhvr>
                                            <p:cTn id="37" dur="1" fill="hold">
                                              <p:stCondLst>
                                                <p:cond delay="0"/>
                                              </p:stCondLst>
                                            </p:cTn>
                                            <p:tgtEl>
                                              <p:spTgt spid="5"/>
                                            </p:tgtEl>
                                            <p:attrNameLst>
                                              <p:attrName>style.visibility</p:attrName>
                                            </p:attrNameLst>
                                          </p:cBhvr>
                                          <p:to>
                                            <p:strVal val="visible"/>
                                          </p:to>
                                        </p:set>
                                        <p:anim calcmode="lin" valueType="num">
                                          <p:cBhvr>
                                            <p:cTn id="38" dur="750" fill="hold"/>
                                            <p:tgtEl>
                                              <p:spTgt spid="5"/>
                                            </p:tgtEl>
                                            <p:attrNameLst>
                                              <p:attrName>ppt_w</p:attrName>
                                            </p:attrNameLst>
                                          </p:cBhvr>
                                          <p:tavLst>
                                            <p:tav tm="0">
                                              <p:val>
                                                <p:fltVal val="0"/>
                                              </p:val>
                                            </p:tav>
                                            <p:tav tm="100000">
                                              <p:val>
                                                <p:strVal val="#ppt_w"/>
                                              </p:val>
                                            </p:tav>
                                          </p:tavLst>
                                        </p:anim>
                                        <p:anim calcmode="lin" valueType="num">
                                          <p:cBhvr>
                                            <p:cTn id="39" dur="750" fill="hold"/>
                                            <p:tgtEl>
                                              <p:spTgt spid="5"/>
                                            </p:tgtEl>
                                            <p:attrNameLst>
                                              <p:attrName>ppt_h</p:attrName>
                                            </p:attrNameLst>
                                          </p:cBhvr>
                                          <p:tavLst>
                                            <p:tav tm="0">
                                              <p:val>
                                                <p:fltVal val="0"/>
                                              </p:val>
                                            </p:tav>
                                            <p:tav tm="100000">
                                              <p:val>
                                                <p:strVal val="#ppt_h"/>
                                              </p:val>
                                            </p:tav>
                                          </p:tavLst>
                                        </p:anim>
                                        <p:animEffect transition="in" filter="fade">
                                          <p:cBhvr>
                                            <p:cTn id="40" dur="750"/>
                                            <p:tgtEl>
                                              <p:spTgt spid="5"/>
                                            </p:tgtEl>
                                          </p:cBhvr>
                                        </p:animEffect>
                                      </p:childTnLst>
                                    </p:cTn>
                                  </p:par>
                                  <p:par>
                                    <p:cTn id="41" presetID="2" presetClass="entr" presetSubtype="4" fill="hold" grpId="0" nodeType="withEffect">
                                      <p:stCondLst>
                                        <p:cond delay="2000"/>
                                      </p:stCondLst>
                                      <p:childTnLst>
                                        <p:set>
                                          <p:cBhvr>
                                            <p:cTn id="42" dur="1" fill="hold">
                                              <p:stCondLst>
                                                <p:cond delay="0"/>
                                              </p:stCondLst>
                                            </p:cTn>
                                            <p:tgtEl>
                                              <p:spTgt spid="40"/>
                                            </p:tgtEl>
                                            <p:attrNameLst>
                                              <p:attrName>style.visibility</p:attrName>
                                            </p:attrNameLst>
                                          </p:cBhvr>
                                          <p:to>
                                            <p:strVal val="visible"/>
                                          </p:to>
                                        </p:set>
                                        <p:anim calcmode="lin" valueType="num">
                                          <p:cBhvr additive="base">
                                            <p:cTn id="43" dur="1000" fill="hold"/>
                                            <p:tgtEl>
                                              <p:spTgt spid="40"/>
                                            </p:tgtEl>
                                            <p:attrNameLst>
                                              <p:attrName>ppt_x</p:attrName>
                                            </p:attrNameLst>
                                          </p:cBhvr>
                                          <p:tavLst>
                                            <p:tav tm="0">
                                              <p:val>
                                                <p:strVal val="#ppt_x"/>
                                              </p:val>
                                            </p:tav>
                                            <p:tav tm="100000">
                                              <p:val>
                                                <p:strVal val="#ppt_x"/>
                                              </p:val>
                                            </p:tav>
                                          </p:tavLst>
                                        </p:anim>
                                        <p:anim calcmode="lin" valueType="num">
                                          <p:cBhvr additive="base">
                                            <p:cTn id="44" dur="1000" fill="hold"/>
                                            <p:tgtEl>
                                              <p:spTgt spid="40"/>
                                            </p:tgtEl>
                                            <p:attrNameLst>
                                              <p:attrName>ppt_y</p:attrName>
                                            </p:attrNameLst>
                                          </p:cBhvr>
                                          <p:tavLst>
                                            <p:tav tm="0">
                                              <p:val>
                                                <p:strVal val="1+#ppt_h/2"/>
                                              </p:val>
                                            </p:tav>
                                            <p:tav tm="100000">
                                              <p:val>
                                                <p:strVal val="#ppt_y"/>
                                              </p:val>
                                            </p:tav>
                                          </p:tavLst>
                                        </p:anim>
                                      </p:childTnLst>
                                    </p:cTn>
                                  </p:par>
                                  <p:par>
                                    <p:cTn id="45" presetID="53" presetClass="entr" presetSubtype="16" fill="hold" nodeType="withEffect">
                                      <p:stCondLst>
                                        <p:cond delay="2250"/>
                                      </p:stCondLst>
                                      <p:childTnLst>
                                        <p:set>
                                          <p:cBhvr>
                                            <p:cTn id="46" dur="1" fill="hold">
                                              <p:stCondLst>
                                                <p:cond delay="0"/>
                                              </p:stCondLst>
                                            </p:cTn>
                                            <p:tgtEl>
                                              <p:spTgt spid="6"/>
                                            </p:tgtEl>
                                            <p:attrNameLst>
                                              <p:attrName>style.visibility</p:attrName>
                                            </p:attrNameLst>
                                          </p:cBhvr>
                                          <p:to>
                                            <p:strVal val="visible"/>
                                          </p:to>
                                        </p:set>
                                        <p:anim calcmode="lin" valueType="num">
                                          <p:cBhvr>
                                            <p:cTn id="47" dur="750" fill="hold"/>
                                            <p:tgtEl>
                                              <p:spTgt spid="6"/>
                                            </p:tgtEl>
                                            <p:attrNameLst>
                                              <p:attrName>ppt_w</p:attrName>
                                            </p:attrNameLst>
                                          </p:cBhvr>
                                          <p:tavLst>
                                            <p:tav tm="0">
                                              <p:val>
                                                <p:fltVal val="0"/>
                                              </p:val>
                                            </p:tav>
                                            <p:tav tm="100000">
                                              <p:val>
                                                <p:strVal val="#ppt_w"/>
                                              </p:val>
                                            </p:tav>
                                          </p:tavLst>
                                        </p:anim>
                                        <p:anim calcmode="lin" valueType="num">
                                          <p:cBhvr>
                                            <p:cTn id="48" dur="750" fill="hold"/>
                                            <p:tgtEl>
                                              <p:spTgt spid="6"/>
                                            </p:tgtEl>
                                            <p:attrNameLst>
                                              <p:attrName>ppt_h</p:attrName>
                                            </p:attrNameLst>
                                          </p:cBhvr>
                                          <p:tavLst>
                                            <p:tav tm="0">
                                              <p:val>
                                                <p:fltVal val="0"/>
                                              </p:val>
                                            </p:tav>
                                            <p:tav tm="100000">
                                              <p:val>
                                                <p:strVal val="#ppt_h"/>
                                              </p:val>
                                            </p:tav>
                                          </p:tavLst>
                                        </p:anim>
                                        <p:animEffect transition="in" filter="fade">
                                          <p:cBhvr>
                                            <p:cTn id="49" dur="750"/>
                                            <p:tgtEl>
                                              <p:spTgt spid="6"/>
                                            </p:tgtEl>
                                          </p:cBhvr>
                                        </p:animEffect>
                                      </p:childTnLst>
                                    </p:cTn>
                                  </p:par>
                                  <p:par>
                                    <p:cTn id="50" presetID="2" presetClass="entr" presetSubtype="4" fill="hold" grpId="0" nodeType="withEffect">
                                      <p:stCondLst>
                                        <p:cond delay="500"/>
                                      </p:stCondLst>
                                      <p:childTnLst>
                                        <p:set>
                                          <p:cBhvr>
                                            <p:cTn id="51" dur="1" fill="hold">
                                              <p:stCondLst>
                                                <p:cond delay="0"/>
                                              </p:stCondLst>
                                            </p:cTn>
                                            <p:tgtEl>
                                              <p:spTgt spid="98"/>
                                            </p:tgtEl>
                                            <p:attrNameLst>
                                              <p:attrName>style.visibility</p:attrName>
                                            </p:attrNameLst>
                                          </p:cBhvr>
                                          <p:to>
                                            <p:strVal val="visible"/>
                                          </p:to>
                                        </p:set>
                                        <p:anim calcmode="lin" valueType="num">
                                          <p:cBhvr additive="base">
                                            <p:cTn id="52" dur="1000" fill="hold"/>
                                            <p:tgtEl>
                                              <p:spTgt spid="98"/>
                                            </p:tgtEl>
                                            <p:attrNameLst>
                                              <p:attrName>ppt_x</p:attrName>
                                            </p:attrNameLst>
                                          </p:cBhvr>
                                          <p:tavLst>
                                            <p:tav tm="0">
                                              <p:val>
                                                <p:strVal val="#ppt_x"/>
                                              </p:val>
                                            </p:tav>
                                            <p:tav tm="100000">
                                              <p:val>
                                                <p:strVal val="#ppt_x"/>
                                              </p:val>
                                            </p:tav>
                                          </p:tavLst>
                                        </p:anim>
                                        <p:anim calcmode="lin" valueType="num">
                                          <p:cBhvr additive="base">
                                            <p:cTn id="53" dur="1000" fill="hold"/>
                                            <p:tgtEl>
                                              <p:spTgt spid="98"/>
                                            </p:tgtEl>
                                            <p:attrNameLst>
                                              <p:attrName>ppt_y</p:attrName>
                                            </p:attrNameLst>
                                          </p:cBhvr>
                                          <p:tavLst>
                                            <p:tav tm="0">
                                              <p:val>
                                                <p:strVal val="1+#ppt_h/2"/>
                                              </p:val>
                                            </p:tav>
                                            <p:tav tm="100000">
                                              <p:val>
                                                <p:strVal val="#ppt_y"/>
                                              </p:val>
                                            </p:tav>
                                          </p:tavLst>
                                        </p:anim>
                                      </p:childTnLst>
                                    </p:cTn>
                                  </p:par>
                                  <p:par>
                                    <p:cTn id="54" presetID="2" presetClass="entr" presetSubtype="4" fill="hold" grpId="0" nodeType="withEffect">
                                      <p:stCondLst>
                                        <p:cond delay="500"/>
                                      </p:stCondLst>
                                      <p:childTnLst>
                                        <p:set>
                                          <p:cBhvr>
                                            <p:cTn id="55" dur="1" fill="hold">
                                              <p:stCondLst>
                                                <p:cond delay="0"/>
                                              </p:stCondLst>
                                            </p:cTn>
                                            <p:tgtEl>
                                              <p:spTgt spid="70"/>
                                            </p:tgtEl>
                                            <p:attrNameLst>
                                              <p:attrName>style.visibility</p:attrName>
                                            </p:attrNameLst>
                                          </p:cBhvr>
                                          <p:to>
                                            <p:strVal val="visible"/>
                                          </p:to>
                                        </p:set>
                                        <p:anim calcmode="lin" valueType="num">
                                          <p:cBhvr additive="base">
                                            <p:cTn id="56" dur="1000" fill="hold"/>
                                            <p:tgtEl>
                                              <p:spTgt spid="70"/>
                                            </p:tgtEl>
                                            <p:attrNameLst>
                                              <p:attrName>ppt_x</p:attrName>
                                            </p:attrNameLst>
                                          </p:cBhvr>
                                          <p:tavLst>
                                            <p:tav tm="0">
                                              <p:val>
                                                <p:strVal val="#ppt_x"/>
                                              </p:val>
                                            </p:tav>
                                            <p:tav tm="100000">
                                              <p:val>
                                                <p:strVal val="#ppt_x"/>
                                              </p:val>
                                            </p:tav>
                                          </p:tavLst>
                                        </p:anim>
                                        <p:anim calcmode="lin" valueType="num">
                                          <p:cBhvr additive="base">
                                            <p:cTn id="57" dur="1000" fill="hold"/>
                                            <p:tgtEl>
                                              <p:spTgt spid="70"/>
                                            </p:tgtEl>
                                            <p:attrNameLst>
                                              <p:attrName>ppt_y</p:attrName>
                                            </p:attrNameLst>
                                          </p:cBhvr>
                                          <p:tavLst>
                                            <p:tav tm="0">
                                              <p:val>
                                                <p:strVal val="1+#ppt_h/2"/>
                                              </p:val>
                                            </p:tav>
                                            <p:tav tm="100000">
                                              <p:val>
                                                <p:strVal val="#ppt_y"/>
                                              </p:val>
                                            </p:tav>
                                          </p:tavLst>
                                        </p:anim>
                                      </p:childTnLst>
                                    </p:cTn>
                                  </p:par>
                                  <p:par>
                                    <p:cTn id="58" presetID="2" presetClass="entr" presetSubtype="1" fill="hold" grpId="0" nodeType="withEffect">
                                      <p:stCondLst>
                                        <p:cond delay="750"/>
                                      </p:stCondLst>
                                      <p:childTnLst>
                                        <p:set>
                                          <p:cBhvr>
                                            <p:cTn id="59" dur="1" fill="hold">
                                              <p:stCondLst>
                                                <p:cond delay="0"/>
                                              </p:stCondLst>
                                            </p:cTn>
                                            <p:tgtEl>
                                              <p:spTgt spid="71"/>
                                            </p:tgtEl>
                                            <p:attrNameLst>
                                              <p:attrName>style.visibility</p:attrName>
                                            </p:attrNameLst>
                                          </p:cBhvr>
                                          <p:to>
                                            <p:strVal val="visible"/>
                                          </p:to>
                                        </p:set>
                                        <p:anim calcmode="lin" valueType="num">
                                          <p:cBhvr additive="base">
                                            <p:cTn id="60" dur="1000" fill="hold"/>
                                            <p:tgtEl>
                                              <p:spTgt spid="71"/>
                                            </p:tgtEl>
                                            <p:attrNameLst>
                                              <p:attrName>ppt_x</p:attrName>
                                            </p:attrNameLst>
                                          </p:cBhvr>
                                          <p:tavLst>
                                            <p:tav tm="0">
                                              <p:val>
                                                <p:strVal val="#ppt_x"/>
                                              </p:val>
                                            </p:tav>
                                            <p:tav tm="100000">
                                              <p:val>
                                                <p:strVal val="#ppt_x"/>
                                              </p:val>
                                            </p:tav>
                                          </p:tavLst>
                                        </p:anim>
                                        <p:anim calcmode="lin" valueType="num">
                                          <p:cBhvr additive="base">
                                            <p:cTn id="61" dur="1000" fill="hold"/>
                                            <p:tgtEl>
                                              <p:spTgt spid="71"/>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750"/>
                                      </p:stCondLst>
                                      <p:childTnLst>
                                        <p:set>
                                          <p:cBhvr>
                                            <p:cTn id="63" dur="1" fill="hold">
                                              <p:stCondLst>
                                                <p:cond delay="0"/>
                                              </p:stCondLst>
                                            </p:cTn>
                                            <p:tgtEl>
                                              <p:spTgt spid="101"/>
                                            </p:tgtEl>
                                            <p:attrNameLst>
                                              <p:attrName>style.visibility</p:attrName>
                                            </p:attrNameLst>
                                          </p:cBhvr>
                                          <p:to>
                                            <p:strVal val="visible"/>
                                          </p:to>
                                        </p:set>
                                        <p:anim calcmode="lin" valueType="num">
                                          <p:cBhvr additive="base">
                                            <p:cTn id="64" dur="1000" fill="hold"/>
                                            <p:tgtEl>
                                              <p:spTgt spid="101"/>
                                            </p:tgtEl>
                                            <p:attrNameLst>
                                              <p:attrName>ppt_x</p:attrName>
                                            </p:attrNameLst>
                                          </p:cBhvr>
                                          <p:tavLst>
                                            <p:tav tm="0">
                                              <p:val>
                                                <p:strVal val="#ppt_x"/>
                                              </p:val>
                                            </p:tav>
                                            <p:tav tm="100000">
                                              <p:val>
                                                <p:strVal val="#ppt_x"/>
                                              </p:val>
                                            </p:tav>
                                          </p:tavLst>
                                        </p:anim>
                                        <p:anim calcmode="lin" valueType="num">
                                          <p:cBhvr additive="base">
                                            <p:cTn id="65" dur="1000" fill="hold"/>
                                            <p:tgtEl>
                                              <p:spTgt spid="101"/>
                                            </p:tgtEl>
                                            <p:attrNameLst>
                                              <p:attrName>ppt_y</p:attrName>
                                            </p:attrNameLst>
                                          </p:cBhvr>
                                          <p:tavLst>
                                            <p:tav tm="0">
                                              <p:val>
                                                <p:strVal val="0-#ppt_h/2"/>
                                              </p:val>
                                            </p:tav>
                                            <p:tav tm="100000">
                                              <p:val>
                                                <p:strVal val="#ppt_y"/>
                                              </p:val>
                                            </p:tav>
                                          </p:tavLst>
                                        </p:anim>
                                      </p:childTnLst>
                                    </p:cTn>
                                  </p:par>
                                  <p:par>
                                    <p:cTn id="66" presetID="2" presetClass="entr" presetSubtype="4" fill="hold" grpId="0" nodeType="withEffect">
                                      <p:stCondLst>
                                        <p:cond delay="1000"/>
                                      </p:stCondLst>
                                      <p:childTnLst>
                                        <p:set>
                                          <p:cBhvr>
                                            <p:cTn id="67" dur="1" fill="hold">
                                              <p:stCondLst>
                                                <p:cond delay="0"/>
                                              </p:stCondLst>
                                            </p:cTn>
                                            <p:tgtEl>
                                              <p:spTgt spid="73"/>
                                            </p:tgtEl>
                                            <p:attrNameLst>
                                              <p:attrName>style.visibility</p:attrName>
                                            </p:attrNameLst>
                                          </p:cBhvr>
                                          <p:to>
                                            <p:strVal val="visible"/>
                                          </p:to>
                                        </p:set>
                                        <p:anim calcmode="lin" valueType="num">
                                          <p:cBhvr additive="base">
                                            <p:cTn id="68" dur="1000" fill="hold"/>
                                            <p:tgtEl>
                                              <p:spTgt spid="73"/>
                                            </p:tgtEl>
                                            <p:attrNameLst>
                                              <p:attrName>ppt_x</p:attrName>
                                            </p:attrNameLst>
                                          </p:cBhvr>
                                          <p:tavLst>
                                            <p:tav tm="0">
                                              <p:val>
                                                <p:strVal val="#ppt_x"/>
                                              </p:val>
                                            </p:tav>
                                            <p:tav tm="100000">
                                              <p:val>
                                                <p:strVal val="#ppt_x"/>
                                              </p:val>
                                            </p:tav>
                                          </p:tavLst>
                                        </p:anim>
                                        <p:anim calcmode="lin" valueType="num">
                                          <p:cBhvr additive="base">
                                            <p:cTn id="69" dur="1000" fill="hold"/>
                                            <p:tgtEl>
                                              <p:spTgt spid="73"/>
                                            </p:tgtEl>
                                            <p:attrNameLst>
                                              <p:attrName>ppt_y</p:attrName>
                                            </p:attrNameLst>
                                          </p:cBhvr>
                                          <p:tavLst>
                                            <p:tav tm="0">
                                              <p:val>
                                                <p:strVal val="1+#ppt_h/2"/>
                                              </p:val>
                                            </p:tav>
                                            <p:tav tm="100000">
                                              <p:val>
                                                <p:strVal val="#ppt_y"/>
                                              </p:val>
                                            </p:tav>
                                          </p:tavLst>
                                        </p:anim>
                                      </p:childTnLst>
                                    </p:cTn>
                                  </p:par>
                                  <p:par>
                                    <p:cTn id="70" presetID="2" presetClass="entr" presetSubtype="4" fill="hold" grpId="0" nodeType="withEffect">
                                      <p:stCondLst>
                                        <p:cond delay="1000"/>
                                      </p:stCondLst>
                                      <p:childTnLst>
                                        <p:set>
                                          <p:cBhvr>
                                            <p:cTn id="71" dur="1" fill="hold">
                                              <p:stCondLst>
                                                <p:cond delay="0"/>
                                              </p:stCondLst>
                                            </p:cTn>
                                            <p:tgtEl>
                                              <p:spTgt spid="99"/>
                                            </p:tgtEl>
                                            <p:attrNameLst>
                                              <p:attrName>style.visibility</p:attrName>
                                            </p:attrNameLst>
                                          </p:cBhvr>
                                          <p:to>
                                            <p:strVal val="visible"/>
                                          </p:to>
                                        </p:set>
                                        <p:anim calcmode="lin" valueType="num">
                                          <p:cBhvr additive="base">
                                            <p:cTn id="72" dur="1000" fill="hold"/>
                                            <p:tgtEl>
                                              <p:spTgt spid="99"/>
                                            </p:tgtEl>
                                            <p:attrNameLst>
                                              <p:attrName>ppt_x</p:attrName>
                                            </p:attrNameLst>
                                          </p:cBhvr>
                                          <p:tavLst>
                                            <p:tav tm="0">
                                              <p:val>
                                                <p:strVal val="#ppt_x"/>
                                              </p:val>
                                            </p:tav>
                                            <p:tav tm="100000">
                                              <p:val>
                                                <p:strVal val="#ppt_x"/>
                                              </p:val>
                                            </p:tav>
                                          </p:tavLst>
                                        </p:anim>
                                        <p:anim calcmode="lin" valueType="num">
                                          <p:cBhvr additive="base">
                                            <p:cTn id="73" dur="1000" fill="hold"/>
                                            <p:tgtEl>
                                              <p:spTgt spid="99"/>
                                            </p:tgtEl>
                                            <p:attrNameLst>
                                              <p:attrName>ppt_y</p:attrName>
                                            </p:attrNameLst>
                                          </p:cBhvr>
                                          <p:tavLst>
                                            <p:tav tm="0">
                                              <p:val>
                                                <p:strVal val="1+#ppt_h/2"/>
                                              </p:val>
                                            </p:tav>
                                            <p:tav tm="100000">
                                              <p:val>
                                                <p:strVal val="#ppt_y"/>
                                              </p:val>
                                            </p:tav>
                                          </p:tavLst>
                                        </p:anim>
                                      </p:childTnLst>
                                    </p:cTn>
                                  </p:par>
                                  <p:par>
                                    <p:cTn id="74" presetID="2" presetClass="entr" presetSubtype="1" fill="hold" grpId="0" nodeType="withEffect">
                                      <p:stCondLst>
                                        <p:cond delay="1250"/>
                                      </p:stCondLst>
                                      <p:childTnLst>
                                        <p:set>
                                          <p:cBhvr>
                                            <p:cTn id="75" dur="1" fill="hold">
                                              <p:stCondLst>
                                                <p:cond delay="0"/>
                                              </p:stCondLst>
                                            </p:cTn>
                                            <p:tgtEl>
                                              <p:spTgt spid="72"/>
                                            </p:tgtEl>
                                            <p:attrNameLst>
                                              <p:attrName>style.visibility</p:attrName>
                                            </p:attrNameLst>
                                          </p:cBhvr>
                                          <p:to>
                                            <p:strVal val="visible"/>
                                          </p:to>
                                        </p:set>
                                        <p:anim calcmode="lin" valueType="num">
                                          <p:cBhvr additive="base">
                                            <p:cTn id="76" dur="1000" fill="hold"/>
                                            <p:tgtEl>
                                              <p:spTgt spid="72"/>
                                            </p:tgtEl>
                                            <p:attrNameLst>
                                              <p:attrName>ppt_x</p:attrName>
                                            </p:attrNameLst>
                                          </p:cBhvr>
                                          <p:tavLst>
                                            <p:tav tm="0">
                                              <p:val>
                                                <p:strVal val="#ppt_x"/>
                                              </p:val>
                                            </p:tav>
                                            <p:tav tm="100000">
                                              <p:val>
                                                <p:strVal val="#ppt_x"/>
                                              </p:val>
                                            </p:tav>
                                          </p:tavLst>
                                        </p:anim>
                                        <p:anim calcmode="lin" valueType="num">
                                          <p:cBhvr additive="base">
                                            <p:cTn id="77" dur="1000" fill="hold"/>
                                            <p:tgtEl>
                                              <p:spTgt spid="72"/>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250"/>
                                      </p:stCondLst>
                                      <p:childTnLst>
                                        <p:set>
                                          <p:cBhvr>
                                            <p:cTn id="79" dur="1" fill="hold">
                                              <p:stCondLst>
                                                <p:cond delay="0"/>
                                              </p:stCondLst>
                                            </p:cTn>
                                            <p:tgtEl>
                                              <p:spTgt spid="102"/>
                                            </p:tgtEl>
                                            <p:attrNameLst>
                                              <p:attrName>style.visibility</p:attrName>
                                            </p:attrNameLst>
                                          </p:cBhvr>
                                          <p:to>
                                            <p:strVal val="visible"/>
                                          </p:to>
                                        </p:set>
                                        <p:anim calcmode="lin" valueType="num">
                                          <p:cBhvr additive="base">
                                            <p:cTn id="80" dur="1000" fill="hold"/>
                                            <p:tgtEl>
                                              <p:spTgt spid="102"/>
                                            </p:tgtEl>
                                            <p:attrNameLst>
                                              <p:attrName>ppt_x</p:attrName>
                                            </p:attrNameLst>
                                          </p:cBhvr>
                                          <p:tavLst>
                                            <p:tav tm="0">
                                              <p:val>
                                                <p:strVal val="#ppt_x"/>
                                              </p:val>
                                            </p:tav>
                                            <p:tav tm="100000">
                                              <p:val>
                                                <p:strVal val="#ppt_x"/>
                                              </p:val>
                                            </p:tav>
                                          </p:tavLst>
                                        </p:anim>
                                        <p:anim calcmode="lin" valueType="num">
                                          <p:cBhvr additive="base">
                                            <p:cTn id="81" dur="1000" fill="hold"/>
                                            <p:tgtEl>
                                              <p:spTgt spid="102"/>
                                            </p:tgtEl>
                                            <p:attrNameLst>
                                              <p:attrName>ppt_y</p:attrName>
                                            </p:attrNameLst>
                                          </p:cBhvr>
                                          <p:tavLst>
                                            <p:tav tm="0">
                                              <p:val>
                                                <p:strVal val="0-#ppt_h/2"/>
                                              </p:val>
                                            </p:tav>
                                            <p:tav tm="100000">
                                              <p:val>
                                                <p:strVal val="#ppt_y"/>
                                              </p:val>
                                            </p:tav>
                                          </p:tavLst>
                                        </p:anim>
                                      </p:childTnLst>
                                    </p:cTn>
                                  </p:par>
                                  <p:par>
                                    <p:cTn id="82" presetID="2" presetClass="entr" presetSubtype="4" fill="hold" grpId="0" nodeType="withEffect">
                                      <p:stCondLst>
                                        <p:cond delay="1500"/>
                                      </p:stCondLst>
                                      <p:childTnLst>
                                        <p:set>
                                          <p:cBhvr>
                                            <p:cTn id="83" dur="1" fill="hold">
                                              <p:stCondLst>
                                                <p:cond delay="0"/>
                                              </p:stCondLst>
                                            </p:cTn>
                                            <p:tgtEl>
                                              <p:spTgt spid="74"/>
                                            </p:tgtEl>
                                            <p:attrNameLst>
                                              <p:attrName>style.visibility</p:attrName>
                                            </p:attrNameLst>
                                          </p:cBhvr>
                                          <p:to>
                                            <p:strVal val="visible"/>
                                          </p:to>
                                        </p:set>
                                        <p:anim calcmode="lin" valueType="num">
                                          <p:cBhvr additive="base">
                                            <p:cTn id="84" dur="1000" fill="hold"/>
                                            <p:tgtEl>
                                              <p:spTgt spid="74"/>
                                            </p:tgtEl>
                                            <p:attrNameLst>
                                              <p:attrName>ppt_x</p:attrName>
                                            </p:attrNameLst>
                                          </p:cBhvr>
                                          <p:tavLst>
                                            <p:tav tm="0">
                                              <p:val>
                                                <p:strVal val="#ppt_x"/>
                                              </p:val>
                                            </p:tav>
                                            <p:tav tm="100000">
                                              <p:val>
                                                <p:strVal val="#ppt_x"/>
                                              </p:val>
                                            </p:tav>
                                          </p:tavLst>
                                        </p:anim>
                                        <p:anim calcmode="lin" valueType="num">
                                          <p:cBhvr additive="base">
                                            <p:cTn id="85" dur="1000" fill="hold"/>
                                            <p:tgtEl>
                                              <p:spTgt spid="74"/>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stCondLst>
                                        <p:cond delay="1500"/>
                                      </p:stCondLst>
                                      <p:childTnLst>
                                        <p:set>
                                          <p:cBhvr>
                                            <p:cTn id="87" dur="1" fill="hold">
                                              <p:stCondLst>
                                                <p:cond delay="0"/>
                                              </p:stCondLst>
                                            </p:cTn>
                                            <p:tgtEl>
                                              <p:spTgt spid="100"/>
                                            </p:tgtEl>
                                            <p:attrNameLst>
                                              <p:attrName>style.visibility</p:attrName>
                                            </p:attrNameLst>
                                          </p:cBhvr>
                                          <p:to>
                                            <p:strVal val="visible"/>
                                          </p:to>
                                        </p:set>
                                        <p:anim calcmode="lin" valueType="num">
                                          <p:cBhvr additive="base">
                                            <p:cTn id="88" dur="1000" fill="hold"/>
                                            <p:tgtEl>
                                              <p:spTgt spid="100"/>
                                            </p:tgtEl>
                                            <p:attrNameLst>
                                              <p:attrName>ppt_x</p:attrName>
                                            </p:attrNameLst>
                                          </p:cBhvr>
                                          <p:tavLst>
                                            <p:tav tm="0">
                                              <p:val>
                                                <p:strVal val="#ppt_x"/>
                                              </p:val>
                                            </p:tav>
                                            <p:tav tm="100000">
                                              <p:val>
                                                <p:strVal val="#ppt_x"/>
                                              </p:val>
                                            </p:tav>
                                          </p:tavLst>
                                        </p:anim>
                                        <p:anim calcmode="lin" valueType="num">
                                          <p:cBhvr additive="base">
                                            <p:cTn id="89" dur="1000" fill="hold"/>
                                            <p:tgtEl>
                                              <p:spTgt spid="100"/>
                                            </p:tgtEl>
                                            <p:attrNameLst>
                                              <p:attrName>ppt_y</p:attrName>
                                            </p:attrNameLst>
                                          </p:cBhvr>
                                          <p:tavLst>
                                            <p:tav tm="0">
                                              <p:val>
                                                <p:strVal val="1+#ppt_h/2"/>
                                              </p:val>
                                            </p:tav>
                                            <p:tav tm="100000">
                                              <p:val>
                                                <p:strVal val="#ppt_y"/>
                                              </p:val>
                                            </p:tav>
                                          </p:tavLst>
                                        </p:anim>
                                      </p:childTnLst>
                                    </p:cTn>
                                  </p:par>
                                  <p:par>
                                    <p:cTn id="90" presetID="10" presetClass="entr" presetSubtype="0" fill="hold" grpId="0" nodeType="withEffect">
                                      <p:stCondLst>
                                        <p:cond delay="45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750"/>
                                            <p:tgtEl>
                                              <p:spTgt spid="67"/>
                                            </p:tgtEl>
                                          </p:cBhvr>
                                        </p:animEffect>
                                      </p:childTnLst>
                                    </p:cTn>
                                  </p:par>
                                  <p:par>
                                    <p:cTn id="93" presetID="10" presetClass="entr" presetSubtype="0" fill="hold" grpId="0" nodeType="withEffect">
                                      <p:stCondLst>
                                        <p:cond delay="950"/>
                                      </p:stCondLst>
                                      <p:childTnLst>
                                        <p:set>
                                          <p:cBhvr>
                                            <p:cTn id="94" dur="1" fill="hold">
                                              <p:stCondLst>
                                                <p:cond delay="0"/>
                                              </p:stCondLst>
                                            </p:cTn>
                                            <p:tgtEl>
                                              <p:spTgt spid="68"/>
                                            </p:tgtEl>
                                            <p:attrNameLst>
                                              <p:attrName>style.visibility</p:attrName>
                                            </p:attrNameLst>
                                          </p:cBhvr>
                                          <p:to>
                                            <p:strVal val="visible"/>
                                          </p:to>
                                        </p:set>
                                        <p:animEffect transition="in" filter="fade">
                                          <p:cBhvr>
                                            <p:cTn id="95" dur="750"/>
                                            <p:tgtEl>
                                              <p:spTgt spid="68"/>
                                            </p:tgtEl>
                                          </p:cBhvr>
                                        </p:animEffect>
                                      </p:childTnLst>
                                    </p:cTn>
                                  </p:par>
                                  <p:par>
                                    <p:cTn id="96" presetID="10" presetClass="entr" presetSubtype="0" fill="hold" grpId="0" nodeType="withEffect">
                                      <p:stCondLst>
                                        <p:cond delay="1450"/>
                                      </p:stCondLst>
                                      <p:childTnLst>
                                        <p:set>
                                          <p:cBhvr>
                                            <p:cTn id="97" dur="1" fill="hold">
                                              <p:stCondLst>
                                                <p:cond delay="0"/>
                                              </p:stCondLst>
                                            </p:cTn>
                                            <p:tgtEl>
                                              <p:spTgt spid="65"/>
                                            </p:tgtEl>
                                            <p:attrNameLst>
                                              <p:attrName>style.visibility</p:attrName>
                                            </p:attrNameLst>
                                          </p:cBhvr>
                                          <p:to>
                                            <p:strVal val="visible"/>
                                          </p:to>
                                        </p:set>
                                        <p:animEffect transition="in" filter="fade">
                                          <p:cBhvr>
                                            <p:cTn id="98" dur="750"/>
                                            <p:tgtEl>
                                              <p:spTgt spid="65"/>
                                            </p:tgtEl>
                                          </p:cBhvr>
                                        </p:animEffect>
                                      </p:childTnLst>
                                    </p:cTn>
                                  </p:par>
                                  <p:par>
                                    <p:cTn id="99" presetID="10" presetClass="entr" presetSubtype="0" fill="hold" grpId="0" nodeType="withEffect">
                                      <p:stCondLst>
                                        <p:cond delay="1950"/>
                                      </p:stCondLst>
                                      <p:childTnLst>
                                        <p:set>
                                          <p:cBhvr>
                                            <p:cTn id="100" dur="1" fill="hold">
                                              <p:stCondLst>
                                                <p:cond delay="0"/>
                                              </p:stCondLst>
                                            </p:cTn>
                                            <p:tgtEl>
                                              <p:spTgt spid="66"/>
                                            </p:tgtEl>
                                            <p:attrNameLst>
                                              <p:attrName>style.visibility</p:attrName>
                                            </p:attrNameLst>
                                          </p:cBhvr>
                                          <p:to>
                                            <p:strVal val="visible"/>
                                          </p:to>
                                        </p:set>
                                        <p:animEffect transition="in" filter="fade">
                                          <p:cBhvr>
                                            <p:cTn id="101" dur="750"/>
                                            <p:tgtEl>
                                              <p:spTgt spid="66"/>
                                            </p:tgtEl>
                                          </p:cBhvr>
                                        </p:animEffect>
                                      </p:childTnLst>
                                    </p:cTn>
                                  </p:par>
                                  <p:par>
                                    <p:cTn id="102" presetID="10" presetClass="entr" presetSubtype="0" fill="hold" grpId="0" nodeType="withEffect">
                                      <p:stCondLst>
                                        <p:cond delay="2450"/>
                                      </p:stCondLst>
                                      <p:childTnLst>
                                        <p:set>
                                          <p:cBhvr>
                                            <p:cTn id="103" dur="1" fill="hold">
                                              <p:stCondLst>
                                                <p:cond delay="0"/>
                                              </p:stCondLst>
                                            </p:cTn>
                                            <p:tgtEl>
                                              <p:spTgt spid="69"/>
                                            </p:tgtEl>
                                            <p:attrNameLst>
                                              <p:attrName>style.visibility</p:attrName>
                                            </p:attrNameLst>
                                          </p:cBhvr>
                                          <p:to>
                                            <p:strVal val="visible"/>
                                          </p:to>
                                        </p:set>
                                        <p:animEffect transition="in" filter="fade">
                                          <p:cBhvr>
                                            <p:cTn id="104" dur="75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P spid="65" grpId="0" animBg="1"/>
          <p:bldP spid="66" grpId="0" animBg="1"/>
          <p:bldP spid="67" grpId="0" animBg="1"/>
          <p:bldP spid="68" grpId="0" animBg="1"/>
          <p:bldP spid="69" grpId="0" animBg="1"/>
          <p:bldP spid="70" grpId="0"/>
          <p:bldP spid="71" grpId="0"/>
          <p:bldP spid="72" grpId="0"/>
          <p:bldP spid="73" grpId="0"/>
          <p:bldP spid="74" grpId="0"/>
          <p:bldP spid="98" grpId="0"/>
          <p:bldP spid="99" grpId="0"/>
          <p:bldP spid="100" grpId="0"/>
          <p:bldP spid="101" grpId="0"/>
          <p:bldP spid="102" grpId="0"/>
        </p:bldLst>
      </p:timing>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 name="Group 72">
            <a:extLst>
              <a:ext uri="{FF2B5EF4-FFF2-40B4-BE49-F238E27FC236}">
                <a16:creationId xmlns:a16="http://schemas.microsoft.com/office/drawing/2014/main" id="{9BDCA980-C447-4F75-817F-A745656AAC15}"/>
              </a:ext>
            </a:extLst>
          </p:cNvPr>
          <p:cNvGrpSpPr/>
          <p:nvPr/>
        </p:nvGrpSpPr>
        <p:grpSpPr>
          <a:xfrm>
            <a:off x="7131050" y="3673475"/>
            <a:ext cx="1701800" cy="1728788"/>
            <a:chOff x="7131050" y="3673475"/>
            <a:chExt cx="1701800" cy="1728788"/>
          </a:xfrm>
        </p:grpSpPr>
        <p:sp>
          <p:nvSpPr>
            <p:cNvPr id="7" name="Freeform 6">
              <a:extLst>
                <a:ext uri="{FF2B5EF4-FFF2-40B4-BE49-F238E27FC236}">
                  <a16:creationId xmlns:a16="http://schemas.microsoft.com/office/drawing/2014/main" id="{56E0A728-43AA-4B1F-9143-23FF12285749}"/>
                </a:ext>
              </a:extLst>
            </p:cNvPr>
            <p:cNvSpPr>
              <a:spLocks/>
            </p:cNvSpPr>
            <p:nvPr/>
          </p:nvSpPr>
          <p:spPr bwMode="auto">
            <a:xfrm>
              <a:off x="7131050" y="3673475"/>
              <a:ext cx="1701800" cy="1728788"/>
            </a:xfrm>
            <a:custGeom>
              <a:avLst/>
              <a:gdLst>
                <a:gd name="T0" fmla="*/ 447 w 447"/>
                <a:gd name="T1" fmla="*/ 284 h 454"/>
                <a:gd name="T2" fmla="*/ 234 w 447"/>
                <a:gd name="T3" fmla="*/ 454 h 454"/>
                <a:gd name="T4" fmla="*/ 0 w 447"/>
                <a:gd name="T5" fmla="*/ 204 h 454"/>
                <a:gd name="T6" fmla="*/ 256 w 447"/>
                <a:gd name="T7" fmla="*/ 0 h 454"/>
                <a:gd name="T8" fmla="*/ 447 w 447"/>
                <a:gd name="T9" fmla="*/ 284 h 454"/>
              </a:gdLst>
              <a:ahLst/>
              <a:cxnLst>
                <a:cxn ang="0">
                  <a:pos x="T0" y="T1"/>
                </a:cxn>
                <a:cxn ang="0">
                  <a:pos x="T2" y="T3"/>
                </a:cxn>
                <a:cxn ang="0">
                  <a:pos x="T4" y="T5"/>
                </a:cxn>
                <a:cxn ang="0">
                  <a:pos x="T6" y="T7"/>
                </a:cxn>
                <a:cxn ang="0">
                  <a:pos x="T8" y="T9"/>
                </a:cxn>
              </a:cxnLst>
              <a:rect l="0" t="0" r="r" b="b"/>
              <a:pathLst>
                <a:path w="447" h="454">
                  <a:moveTo>
                    <a:pt x="447" y="284"/>
                  </a:moveTo>
                  <a:cubicBezTo>
                    <a:pt x="234" y="454"/>
                    <a:pt x="234" y="454"/>
                    <a:pt x="234" y="454"/>
                  </a:cubicBezTo>
                  <a:cubicBezTo>
                    <a:pt x="256" y="309"/>
                    <a:pt x="195" y="203"/>
                    <a:pt x="0" y="204"/>
                  </a:cubicBezTo>
                  <a:cubicBezTo>
                    <a:pt x="256" y="0"/>
                    <a:pt x="256" y="0"/>
                    <a:pt x="256" y="0"/>
                  </a:cubicBezTo>
                  <a:cubicBezTo>
                    <a:pt x="211" y="190"/>
                    <a:pt x="301" y="273"/>
                    <a:pt x="447" y="28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2A21B462-DFFE-440F-8A55-C9B4323676E5}"/>
                </a:ext>
              </a:extLst>
            </p:cNvPr>
            <p:cNvSpPr>
              <a:spLocks/>
            </p:cNvSpPr>
            <p:nvPr/>
          </p:nvSpPr>
          <p:spPr bwMode="auto">
            <a:xfrm>
              <a:off x="7131050" y="4060825"/>
              <a:ext cx="1298575" cy="1341438"/>
            </a:xfrm>
            <a:custGeom>
              <a:avLst/>
              <a:gdLst>
                <a:gd name="T0" fmla="*/ 0 w 341"/>
                <a:gd name="T1" fmla="*/ 102 h 352"/>
                <a:gd name="T2" fmla="*/ 234 w 341"/>
                <a:gd name="T3" fmla="*/ 352 h 352"/>
                <a:gd name="T4" fmla="*/ 341 w 341"/>
                <a:gd name="T5" fmla="*/ 267 h 352"/>
                <a:gd name="T6" fmla="*/ 128 w 341"/>
                <a:gd name="T7" fmla="*/ 0 h 352"/>
                <a:gd name="T8" fmla="*/ 0 w 341"/>
                <a:gd name="T9" fmla="*/ 102 h 352"/>
              </a:gdLst>
              <a:ahLst/>
              <a:cxnLst>
                <a:cxn ang="0">
                  <a:pos x="T0" y="T1"/>
                </a:cxn>
                <a:cxn ang="0">
                  <a:pos x="T2" y="T3"/>
                </a:cxn>
                <a:cxn ang="0">
                  <a:pos x="T4" y="T5"/>
                </a:cxn>
                <a:cxn ang="0">
                  <a:pos x="T6" y="T7"/>
                </a:cxn>
                <a:cxn ang="0">
                  <a:pos x="T8" y="T9"/>
                </a:cxn>
              </a:cxnLst>
              <a:rect l="0" t="0" r="r" b="b"/>
              <a:pathLst>
                <a:path w="341" h="352">
                  <a:moveTo>
                    <a:pt x="0" y="102"/>
                  </a:moveTo>
                  <a:cubicBezTo>
                    <a:pt x="195" y="101"/>
                    <a:pt x="256" y="207"/>
                    <a:pt x="234" y="352"/>
                  </a:cubicBezTo>
                  <a:cubicBezTo>
                    <a:pt x="341" y="267"/>
                    <a:pt x="341" y="267"/>
                    <a:pt x="341" y="267"/>
                  </a:cubicBezTo>
                  <a:cubicBezTo>
                    <a:pt x="128" y="0"/>
                    <a:pt x="128" y="0"/>
                    <a:pt x="128" y="0"/>
                  </a:cubicBezTo>
                  <a:lnTo>
                    <a:pt x="0" y="10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2" name="Group 71">
            <a:extLst>
              <a:ext uri="{FF2B5EF4-FFF2-40B4-BE49-F238E27FC236}">
                <a16:creationId xmlns:a16="http://schemas.microsoft.com/office/drawing/2014/main" id="{5843D5E4-984A-471A-8ED1-E74DC8BDDE77}"/>
              </a:ext>
            </a:extLst>
          </p:cNvPr>
          <p:cNvGrpSpPr/>
          <p:nvPr/>
        </p:nvGrpSpPr>
        <p:grpSpPr>
          <a:xfrm>
            <a:off x="7920038" y="2811463"/>
            <a:ext cx="1296988" cy="1254125"/>
            <a:chOff x="7920038" y="2811463"/>
            <a:chExt cx="1296988" cy="1254125"/>
          </a:xfrm>
        </p:grpSpPr>
        <p:sp>
          <p:nvSpPr>
            <p:cNvPr id="9" name="Freeform 8">
              <a:extLst>
                <a:ext uri="{FF2B5EF4-FFF2-40B4-BE49-F238E27FC236}">
                  <a16:creationId xmlns:a16="http://schemas.microsoft.com/office/drawing/2014/main" id="{F595E5C6-9E73-4D46-9836-81915099B12C}"/>
                </a:ext>
              </a:extLst>
            </p:cNvPr>
            <p:cNvSpPr>
              <a:spLocks/>
            </p:cNvSpPr>
            <p:nvPr/>
          </p:nvSpPr>
          <p:spPr bwMode="auto">
            <a:xfrm>
              <a:off x="7920038" y="2811463"/>
              <a:ext cx="1296988" cy="1249363"/>
            </a:xfrm>
            <a:custGeom>
              <a:avLst/>
              <a:gdLst>
                <a:gd name="T0" fmla="*/ 0 w 341"/>
                <a:gd name="T1" fmla="*/ 0 h 328"/>
                <a:gd name="T2" fmla="*/ 0 w 341"/>
                <a:gd name="T3" fmla="*/ 328 h 328"/>
                <a:gd name="T4" fmla="*/ 341 w 341"/>
                <a:gd name="T5" fmla="*/ 301 h 328"/>
                <a:gd name="T6" fmla="*/ 341 w 341"/>
                <a:gd name="T7" fmla="*/ 28 h 328"/>
                <a:gd name="T8" fmla="*/ 0 w 341"/>
                <a:gd name="T9" fmla="*/ 0 h 328"/>
              </a:gdLst>
              <a:ahLst/>
              <a:cxnLst>
                <a:cxn ang="0">
                  <a:pos x="T0" y="T1"/>
                </a:cxn>
                <a:cxn ang="0">
                  <a:pos x="T2" y="T3"/>
                </a:cxn>
                <a:cxn ang="0">
                  <a:pos x="T4" y="T5"/>
                </a:cxn>
                <a:cxn ang="0">
                  <a:pos x="T6" y="T7"/>
                </a:cxn>
                <a:cxn ang="0">
                  <a:pos x="T8" y="T9"/>
                </a:cxn>
              </a:cxnLst>
              <a:rect l="0" t="0" r="r" b="b"/>
              <a:pathLst>
                <a:path w="341" h="328">
                  <a:moveTo>
                    <a:pt x="0" y="0"/>
                  </a:moveTo>
                  <a:cubicBezTo>
                    <a:pt x="0" y="328"/>
                    <a:pt x="0" y="328"/>
                    <a:pt x="0" y="328"/>
                  </a:cubicBezTo>
                  <a:cubicBezTo>
                    <a:pt x="120" y="174"/>
                    <a:pt x="241" y="193"/>
                    <a:pt x="341" y="301"/>
                  </a:cubicBezTo>
                  <a:cubicBezTo>
                    <a:pt x="341" y="28"/>
                    <a:pt x="341" y="28"/>
                    <a:pt x="341" y="28"/>
                  </a:cubicBezTo>
                  <a:cubicBezTo>
                    <a:pt x="241" y="135"/>
                    <a:pt x="120" y="154"/>
                    <a:pt x="0"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AFF3A211-D9C9-43A4-A1D3-82B6275E710F}"/>
                </a:ext>
              </a:extLst>
            </p:cNvPr>
            <p:cNvSpPr>
              <a:spLocks/>
            </p:cNvSpPr>
            <p:nvPr/>
          </p:nvSpPr>
          <p:spPr bwMode="auto">
            <a:xfrm>
              <a:off x="7920038" y="3440113"/>
              <a:ext cx="1296988" cy="625475"/>
            </a:xfrm>
            <a:custGeom>
              <a:avLst/>
              <a:gdLst>
                <a:gd name="T0" fmla="*/ 341 w 341"/>
                <a:gd name="T1" fmla="*/ 136 h 164"/>
                <a:gd name="T2" fmla="*/ 0 w 341"/>
                <a:gd name="T3" fmla="*/ 164 h 164"/>
                <a:gd name="T4" fmla="*/ 0 w 341"/>
                <a:gd name="T5" fmla="*/ 0 h 164"/>
                <a:gd name="T6" fmla="*/ 341 w 341"/>
                <a:gd name="T7" fmla="*/ 0 h 164"/>
                <a:gd name="T8" fmla="*/ 341 w 341"/>
                <a:gd name="T9" fmla="*/ 136 h 164"/>
              </a:gdLst>
              <a:ahLst/>
              <a:cxnLst>
                <a:cxn ang="0">
                  <a:pos x="T0" y="T1"/>
                </a:cxn>
                <a:cxn ang="0">
                  <a:pos x="T2" y="T3"/>
                </a:cxn>
                <a:cxn ang="0">
                  <a:pos x="T4" y="T5"/>
                </a:cxn>
                <a:cxn ang="0">
                  <a:pos x="T6" y="T7"/>
                </a:cxn>
                <a:cxn ang="0">
                  <a:pos x="T8" y="T9"/>
                </a:cxn>
              </a:cxnLst>
              <a:rect l="0" t="0" r="r" b="b"/>
              <a:pathLst>
                <a:path w="341" h="164">
                  <a:moveTo>
                    <a:pt x="341" y="136"/>
                  </a:moveTo>
                  <a:cubicBezTo>
                    <a:pt x="241" y="29"/>
                    <a:pt x="120" y="10"/>
                    <a:pt x="0" y="164"/>
                  </a:cubicBezTo>
                  <a:cubicBezTo>
                    <a:pt x="0" y="0"/>
                    <a:pt x="0" y="0"/>
                    <a:pt x="0" y="0"/>
                  </a:cubicBezTo>
                  <a:cubicBezTo>
                    <a:pt x="341" y="0"/>
                    <a:pt x="341" y="0"/>
                    <a:pt x="341" y="0"/>
                  </a:cubicBezTo>
                  <a:lnTo>
                    <a:pt x="341" y="136"/>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1" name="Group 70">
            <a:extLst>
              <a:ext uri="{FF2B5EF4-FFF2-40B4-BE49-F238E27FC236}">
                <a16:creationId xmlns:a16="http://schemas.microsoft.com/office/drawing/2014/main" id="{BB242695-5223-4C13-B711-A35B2C212F2B}"/>
              </a:ext>
            </a:extLst>
          </p:cNvPr>
          <p:cNvGrpSpPr/>
          <p:nvPr/>
        </p:nvGrpSpPr>
        <p:grpSpPr>
          <a:xfrm>
            <a:off x="7131050" y="1470025"/>
            <a:ext cx="1701801" cy="1733550"/>
            <a:chOff x="7131050" y="1470025"/>
            <a:chExt cx="1701801" cy="1733550"/>
          </a:xfrm>
        </p:grpSpPr>
        <p:sp>
          <p:nvSpPr>
            <p:cNvPr id="10" name="Freeform 9">
              <a:extLst>
                <a:ext uri="{FF2B5EF4-FFF2-40B4-BE49-F238E27FC236}">
                  <a16:creationId xmlns:a16="http://schemas.microsoft.com/office/drawing/2014/main" id="{B6647955-B42D-4EE7-9B8B-D37FE55D3119}"/>
                </a:ext>
              </a:extLst>
            </p:cNvPr>
            <p:cNvSpPr>
              <a:spLocks/>
            </p:cNvSpPr>
            <p:nvPr/>
          </p:nvSpPr>
          <p:spPr bwMode="auto">
            <a:xfrm>
              <a:off x="7131050" y="1470025"/>
              <a:ext cx="1701800" cy="1733550"/>
            </a:xfrm>
            <a:custGeom>
              <a:avLst/>
              <a:gdLst>
                <a:gd name="T0" fmla="*/ 447 w 447"/>
                <a:gd name="T1" fmla="*/ 170 h 455"/>
                <a:gd name="T2" fmla="*/ 341 w 447"/>
                <a:gd name="T3" fmla="*/ 85 h 455"/>
                <a:gd name="T4" fmla="*/ 234 w 447"/>
                <a:gd name="T5" fmla="*/ 0 h 455"/>
                <a:gd name="T6" fmla="*/ 0 w 447"/>
                <a:gd name="T7" fmla="*/ 250 h 455"/>
                <a:gd name="T8" fmla="*/ 128 w 447"/>
                <a:gd name="T9" fmla="*/ 352 h 455"/>
                <a:gd name="T10" fmla="*/ 256 w 447"/>
                <a:gd name="T11" fmla="*/ 455 h 455"/>
                <a:gd name="T12" fmla="*/ 447 w 447"/>
                <a:gd name="T13" fmla="*/ 170 h 455"/>
              </a:gdLst>
              <a:ahLst/>
              <a:cxnLst>
                <a:cxn ang="0">
                  <a:pos x="T0" y="T1"/>
                </a:cxn>
                <a:cxn ang="0">
                  <a:pos x="T2" y="T3"/>
                </a:cxn>
                <a:cxn ang="0">
                  <a:pos x="T4" y="T5"/>
                </a:cxn>
                <a:cxn ang="0">
                  <a:pos x="T6" y="T7"/>
                </a:cxn>
                <a:cxn ang="0">
                  <a:pos x="T8" y="T9"/>
                </a:cxn>
                <a:cxn ang="0">
                  <a:pos x="T10" y="T11"/>
                </a:cxn>
                <a:cxn ang="0">
                  <a:pos x="T12" y="T13"/>
                </a:cxn>
              </a:cxnLst>
              <a:rect l="0" t="0" r="r" b="b"/>
              <a:pathLst>
                <a:path w="447" h="455">
                  <a:moveTo>
                    <a:pt x="447" y="170"/>
                  </a:moveTo>
                  <a:cubicBezTo>
                    <a:pt x="341" y="85"/>
                    <a:pt x="341" y="85"/>
                    <a:pt x="341" y="85"/>
                  </a:cubicBezTo>
                  <a:cubicBezTo>
                    <a:pt x="234" y="0"/>
                    <a:pt x="234" y="0"/>
                    <a:pt x="234" y="0"/>
                  </a:cubicBezTo>
                  <a:cubicBezTo>
                    <a:pt x="256" y="146"/>
                    <a:pt x="195" y="252"/>
                    <a:pt x="0" y="250"/>
                  </a:cubicBezTo>
                  <a:cubicBezTo>
                    <a:pt x="128" y="352"/>
                    <a:pt x="128" y="352"/>
                    <a:pt x="128" y="352"/>
                  </a:cubicBezTo>
                  <a:cubicBezTo>
                    <a:pt x="256" y="455"/>
                    <a:pt x="256" y="455"/>
                    <a:pt x="256" y="455"/>
                  </a:cubicBezTo>
                  <a:cubicBezTo>
                    <a:pt x="211" y="264"/>
                    <a:pt x="301" y="182"/>
                    <a:pt x="447" y="17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569F122A-621A-49A4-89DD-A7A5B16F9399}"/>
                </a:ext>
              </a:extLst>
            </p:cNvPr>
            <p:cNvSpPr>
              <a:spLocks/>
            </p:cNvSpPr>
            <p:nvPr/>
          </p:nvSpPr>
          <p:spPr bwMode="auto">
            <a:xfrm>
              <a:off x="7618413" y="1793875"/>
              <a:ext cx="1214438" cy="1409700"/>
            </a:xfrm>
            <a:custGeom>
              <a:avLst/>
              <a:gdLst>
                <a:gd name="T0" fmla="*/ 319 w 319"/>
                <a:gd name="T1" fmla="*/ 85 h 370"/>
                <a:gd name="T2" fmla="*/ 213 w 319"/>
                <a:gd name="T3" fmla="*/ 0 h 370"/>
                <a:gd name="T4" fmla="*/ 213 w 319"/>
                <a:gd name="T5" fmla="*/ 0 h 370"/>
                <a:gd name="T6" fmla="*/ 0 w 319"/>
                <a:gd name="T7" fmla="*/ 267 h 370"/>
                <a:gd name="T8" fmla="*/ 0 w 319"/>
                <a:gd name="T9" fmla="*/ 267 h 370"/>
                <a:gd name="T10" fmla="*/ 128 w 319"/>
                <a:gd name="T11" fmla="*/ 370 h 370"/>
                <a:gd name="T12" fmla="*/ 319 w 319"/>
                <a:gd name="T13" fmla="*/ 85 h 370"/>
              </a:gdLst>
              <a:ahLst/>
              <a:cxnLst>
                <a:cxn ang="0">
                  <a:pos x="T0" y="T1"/>
                </a:cxn>
                <a:cxn ang="0">
                  <a:pos x="T2" y="T3"/>
                </a:cxn>
                <a:cxn ang="0">
                  <a:pos x="T4" y="T5"/>
                </a:cxn>
                <a:cxn ang="0">
                  <a:pos x="T6" y="T7"/>
                </a:cxn>
                <a:cxn ang="0">
                  <a:pos x="T8" y="T9"/>
                </a:cxn>
                <a:cxn ang="0">
                  <a:pos x="T10" y="T11"/>
                </a:cxn>
                <a:cxn ang="0">
                  <a:pos x="T12" y="T13"/>
                </a:cxn>
              </a:cxnLst>
              <a:rect l="0" t="0" r="r" b="b"/>
              <a:pathLst>
                <a:path w="319" h="370">
                  <a:moveTo>
                    <a:pt x="319" y="85"/>
                  </a:moveTo>
                  <a:cubicBezTo>
                    <a:pt x="213" y="0"/>
                    <a:pt x="213" y="0"/>
                    <a:pt x="213" y="0"/>
                  </a:cubicBezTo>
                  <a:cubicBezTo>
                    <a:pt x="213" y="0"/>
                    <a:pt x="213" y="0"/>
                    <a:pt x="213" y="0"/>
                  </a:cubicBezTo>
                  <a:cubicBezTo>
                    <a:pt x="0" y="267"/>
                    <a:pt x="0" y="267"/>
                    <a:pt x="0" y="267"/>
                  </a:cubicBezTo>
                  <a:cubicBezTo>
                    <a:pt x="0" y="267"/>
                    <a:pt x="0" y="267"/>
                    <a:pt x="0" y="267"/>
                  </a:cubicBezTo>
                  <a:cubicBezTo>
                    <a:pt x="128" y="370"/>
                    <a:pt x="128" y="370"/>
                    <a:pt x="128" y="370"/>
                  </a:cubicBezTo>
                  <a:cubicBezTo>
                    <a:pt x="83" y="179"/>
                    <a:pt x="173" y="97"/>
                    <a:pt x="319" y="8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7" name="Group 46">
            <a:extLst>
              <a:ext uri="{FF2B5EF4-FFF2-40B4-BE49-F238E27FC236}">
                <a16:creationId xmlns:a16="http://schemas.microsoft.com/office/drawing/2014/main" id="{DC110FD5-37BE-42A1-9D25-898087C54D68}"/>
              </a:ext>
            </a:extLst>
          </p:cNvPr>
          <p:cNvGrpSpPr/>
          <p:nvPr/>
        </p:nvGrpSpPr>
        <p:grpSpPr>
          <a:xfrm>
            <a:off x="9015413" y="2674938"/>
            <a:ext cx="1524000" cy="1524000"/>
            <a:chOff x="9015413" y="2674938"/>
            <a:chExt cx="1524000" cy="1524000"/>
          </a:xfrm>
          <a:effectLst>
            <a:outerShdw blurRad="215900" dist="127000" dir="2700000" algn="tl" rotWithShape="0">
              <a:prstClr val="black">
                <a:alpha val="30000"/>
              </a:prstClr>
            </a:outerShdw>
          </a:effectLst>
        </p:grpSpPr>
        <p:sp>
          <p:nvSpPr>
            <p:cNvPr id="13" name="Oval 12">
              <a:extLst>
                <a:ext uri="{FF2B5EF4-FFF2-40B4-BE49-F238E27FC236}">
                  <a16:creationId xmlns:a16="http://schemas.microsoft.com/office/drawing/2014/main" id="{36803B58-6538-45E6-A281-95B78B83E080}"/>
                </a:ext>
              </a:extLst>
            </p:cNvPr>
            <p:cNvSpPr>
              <a:spLocks noChangeArrowheads="1"/>
            </p:cNvSpPr>
            <p:nvPr/>
          </p:nvSpPr>
          <p:spPr bwMode="auto">
            <a:xfrm>
              <a:off x="9015413" y="2674938"/>
              <a:ext cx="1524000" cy="15240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5720AF02-8D0F-4975-A7FA-9C10FC93DFAC}"/>
                </a:ext>
              </a:extLst>
            </p:cNvPr>
            <p:cNvSpPr>
              <a:spLocks/>
            </p:cNvSpPr>
            <p:nvPr/>
          </p:nvSpPr>
          <p:spPr bwMode="auto">
            <a:xfrm>
              <a:off x="9229725" y="2892425"/>
              <a:ext cx="1309688" cy="1306513"/>
            </a:xfrm>
            <a:custGeom>
              <a:avLst/>
              <a:gdLst>
                <a:gd name="T0" fmla="*/ 283 w 344"/>
                <a:gd name="T1" fmla="*/ 0 h 343"/>
                <a:gd name="T2" fmla="*/ 340 w 344"/>
                <a:gd name="T3" fmla="*/ 140 h 343"/>
                <a:gd name="T4" fmla="*/ 140 w 344"/>
                <a:gd name="T5" fmla="*/ 340 h 343"/>
                <a:gd name="T6" fmla="*/ 0 w 344"/>
                <a:gd name="T7" fmla="*/ 283 h 343"/>
                <a:gd name="T8" fmla="*/ 144 w 344"/>
                <a:gd name="T9" fmla="*/ 343 h 343"/>
                <a:gd name="T10" fmla="*/ 344 w 344"/>
                <a:gd name="T11" fmla="*/ 143 h 343"/>
                <a:gd name="T12" fmla="*/ 283 w 344"/>
                <a:gd name="T13" fmla="*/ 0 h 343"/>
              </a:gdLst>
              <a:ahLst/>
              <a:cxnLst>
                <a:cxn ang="0">
                  <a:pos x="T0" y="T1"/>
                </a:cxn>
                <a:cxn ang="0">
                  <a:pos x="T2" y="T3"/>
                </a:cxn>
                <a:cxn ang="0">
                  <a:pos x="T4" y="T5"/>
                </a:cxn>
                <a:cxn ang="0">
                  <a:pos x="T6" y="T7"/>
                </a:cxn>
                <a:cxn ang="0">
                  <a:pos x="T8" y="T9"/>
                </a:cxn>
                <a:cxn ang="0">
                  <a:pos x="T10" y="T11"/>
                </a:cxn>
                <a:cxn ang="0">
                  <a:pos x="T12" y="T13"/>
                </a:cxn>
              </a:cxnLst>
              <a:rect l="0" t="0" r="r" b="b"/>
              <a:pathLst>
                <a:path w="344" h="343">
                  <a:moveTo>
                    <a:pt x="283" y="0"/>
                  </a:moveTo>
                  <a:cubicBezTo>
                    <a:pt x="319" y="36"/>
                    <a:pt x="340" y="85"/>
                    <a:pt x="340" y="140"/>
                  </a:cubicBezTo>
                  <a:cubicBezTo>
                    <a:pt x="340" y="250"/>
                    <a:pt x="251" y="340"/>
                    <a:pt x="140" y="340"/>
                  </a:cubicBezTo>
                  <a:cubicBezTo>
                    <a:pt x="86" y="340"/>
                    <a:pt x="37" y="318"/>
                    <a:pt x="0" y="283"/>
                  </a:cubicBezTo>
                  <a:cubicBezTo>
                    <a:pt x="37" y="320"/>
                    <a:pt x="88" y="343"/>
                    <a:pt x="144" y="343"/>
                  </a:cubicBezTo>
                  <a:cubicBezTo>
                    <a:pt x="254" y="343"/>
                    <a:pt x="344" y="254"/>
                    <a:pt x="344" y="143"/>
                  </a:cubicBezTo>
                  <a:cubicBezTo>
                    <a:pt x="344" y="87"/>
                    <a:pt x="321" y="36"/>
                    <a:pt x="283"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623DA4EB-0B61-4126-BB71-8919C41240E0}"/>
                </a:ext>
              </a:extLst>
            </p:cNvPr>
            <p:cNvSpPr>
              <a:spLocks/>
            </p:cNvSpPr>
            <p:nvPr/>
          </p:nvSpPr>
          <p:spPr bwMode="auto">
            <a:xfrm>
              <a:off x="9015413" y="2674938"/>
              <a:ext cx="1306513" cy="1309688"/>
            </a:xfrm>
            <a:custGeom>
              <a:avLst/>
              <a:gdLst>
                <a:gd name="T0" fmla="*/ 4 w 343"/>
                <a:gd name="T1" fmla="*/ 205 h 344"/>
                <a:gd name="T2" fmla="*/ 205 w 343"/>
                <a:gd name="T3" fmla="*/ 5 h 344"/>
                <a:gd name="T4" fmla="*/ 343 w 343"/>
                <a:gd name="T5" fmla="*/ 61 h 344"/>
                <a:gd name="T6" fmla="*/ 200 w 343"/>
                <a:gd name="T7" fmla="*/ 0 h 344"/>
                <a:gd name="T8" fmla="*/ 0 w 343"/>
                <a:gd name="T9" fmla="*/ 200 h 344"/>
                <a:gd name="T10" fmla="*/ 61 w 343"/>
                <a:gd name="T11" fmla="*/ 344 h 344"/>
                <a:gd name="T12" fmla="*/ 4 w 343"/>
                <a:gd name="T13" fmla="*/ 205 h 344"/>
              </a:gdLst>
              <a:ahLst/>
              <a:cxnLst>
                <a:cxn ang="0">
                  <a:pos x="T0" y="T1"/>
                </a:cxn>
                <a:cxn ang="0">
                  <a:pos x="T2" y="T3"/>
                </a:cxn>
                <a:cxn ang="0">
                  <a:pos x="T4" y="T5"/>
                </a:cxn>
                <a:cxn ang="0">
                  <a:pos x="T6" y="T7"/>
                </a:cxn>
                <a:cxn ang="0">
                  <a:pos x="T8" y="T9"/>
                </a:cxn>
                <a:cxn ang="0">
                  <a:pos x="T10" y="T11"/>
                </a:cxn>
                <a:cxn ang="0">
                  <a:pos x="T12" y="T13"/>
                </a:cxn>
              </a:cxnLst>
              <a:rect l="0" t="0" r="r" b="b"/>
              <a:pathLst>
                <a:path w="343" h="344">
                  <a:moveTo>
                    <a:pt x="4" y="205"/>
                  </a:moveTo>
                  <a:cubicBezTo>
                    <a:pt x="4" y="94"/>
                    <a:pt x="94" y="5"/>
                    <a:pt x="205" y="5"/>
                  </a:cubicBezTo>
                  <a:cubicBezTo>
                    <a:pt x="259" y="5"/>
                    <a:pt x="307" y="26"/>
                    <a:pt x="343" y="61"/>
                  </a:cubicBezTo>
                  <a:cubicBezTo>
                    <a:pt x="307" y="23"/>
                    <a:pt x="256" y="0"/>
                    <a:pt x="200" y="0"/>
                  </a:cubicBezTo>
                  <a:cubicBezTo>
                    <a:pt x="89" y="0"/>
                    <a:pt x="0" y="90"/>
                    <a:pt x="0" y="200"/>
                  </a:cubicBezTo>
                  <a:cubicBezTo>
                    <a:pt x="0" y="257"/>
                    <a:pt x="23" y="308"/>
                    <a:pt x="61" y="344"/>
                  </a:cubicBezTo>
                  <a:cubicBezTo>
                    <a:pt x="26" y="308"/>
                    <a:pt x="4" y="259"/>
                    <a:pt x="4" y="20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8" name="Group 47">
            <a:extLst>
              <a:ext uri="{FF2B5EF4-FFF2-40B4-BE49-F238E27FC236}">
                <a16:creationId xmlns:a16="http://schemas.microsoft.com/office/drawing/2014/main" id="{1248E8F2-07AA-4F2A-A826-D9F1E7411456}"/>
              </a:ext>
            </a:extLst>
          </p:cNvPr>
          <p:cNvGrpSpPr/>
          <p:nvPr/>
        </p:nvGrpSpPr>
        <p:grpSpPr>
          <a:xfrm>
            <a:off x="8013700" y="4751388"/>
            <a:ext cx="1524001" cy="1527175"/>
            <a:chOff x="8013700" y="4751388"/>
            <a:chExt cx="1524001" cy="1527175"/>
          </a:xfrm>
          <a:effectLst>
            <a:outerShdw blurRad="215900" dist="127000" dir="2700000" algn="tl" rotWithShape="0">
              <a:prstClr val="black">
                <a:alpha val="30000"/>
              </a:prstClr>
            </a:outerShdw>
          </a:effectLst>
        </p:grpSpPr>
        <p:sp>
          <p:nvSpPr>
            <p:cNvPr id="16" name="Oval 15">
              <a:extLst>
                <a:ext uri="{FF2B5EF4-FFF2-40B4-BE49-F238E27FC236}">
                  <a16:creationId xmlns:a16="http://schemas.microsoft.com/office/drawing/2014/main" id="{EB7908CB-D9A1-4019-A864-64EF351DA099}"/>
                </a:ext>
              </a:extLst>
            </p:cNvPr>
            <p:cNvSpPr>
              <a:spLocks noChangeArrowheads="1"/>
            </p:cNvSpPr>
            <p:nvPr/>
          </p:nvSpPr>
          <p:spPr bwMode="auto">
            <a:xfrm>
              <a:off x="8013700" y="4751388"/>
              <a:ext cx="1524000" cy="15271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ACD1EEBB-FB41-40DC-8174-A1AC50035F4B}"/>
                </a:ext>
              </a:extLst>
            </p:cNvPr>
            <p:cNvSpPr>
              <a:spLocks/>
            </p:cNvSpPr>
            <p:nvPr/>
          </p:nvSpPr>
          <p:spPr bwMode="auto">
            <a:xfrm>
              <a:off x="8231188" y="4968875"/>
              <a:ext cx="1306513" cy="1309688"/>
            </a:xfrm>
            <a:custGeom>
              <a:avLst/>
              <a:gdLst>
                <a:gd name="T0" fmla="*/ 283 w 343"/>
                <a:gd name="T1" fmla="*/ 0 h 344"/>
                <a:gd name="T2" fmla="*/ 340 w 343"/>
                <a:gd name="T3" fmla="*/ 140 h 344"/>
                <a:gd name="T4" fmla="*/ 140 w 343"/>
                <a:gd name="T5" fmla="*/ 340 h 344"/>
                <a:gd name="T6" fmla="*/ 0 w 343"/>
                <a:gd name="T7" fmla="*/ 283 h 344"/>
                <a:gd name="T8" fmla="*/ 143 w 343"/>
                <a:gd name="T9" fmla="*/ 344 h 344"/>
                <a:gd name="T10" fmla="*/ 343 w 343"/>
                <a:gd name="T11" fmla="*/ 144 h 344"/>
                <a:gd name="T12" fmla="*/ 283 w 343"/>
                <a:gd name="T13" fmla="*/ 0 h 344"/>
              </a:gdLst>
              <a:ahLst/>
              <a:cxnLst>
                <a:cxn ang="0">
                  <a:pos x="T0" y="T1"/>
                </a:cxn>
                <a:cxn ang="0">
                  <a:pos x="T2" y="T3"/>
                </a:cxn>
                <a:cxn ang="0">
                  <a:pos x="T4" y="T5"/>
                </a:cxn>
                <a:cxn ang="0">
                  <a:pos x="T6" y="T7"/>
                </a:cxn>
                <a:cxn ang="0">
                  <a:pos x="T8" y="T9"/>
                </a:cxn>
                <a:cxn ang="0">
                  <a:pos x="T10" y="T11"/>
                </a:cxn>
                <a:cxn ang="0">
                  <a:pos x="T12" y="T13"/>
                </a:cxn>
              </a:cxnLst>
              <a:rect l="0" t="0" r="r" b="b"/>
              <a:pathLst>
                <a:path w="343" h="344">
                  <a:moveTo>
                    <a:pt x="283" y="0"/>
                  </a:moveTo>
                  <a:cubicBezTo>
                    <a:pt x="318" y="36"/>
                    <a:pt x="340" y="86"/>
                    <a:pt x="340" y="140"/>
                  </a:cubicBezTo>
                  <a:cubicBezTo>
                    <a:pt x="340" y="251"/>
                    <a:pt x="250" y="340"/>
                    <a:pt x="140" y="340"/>
                  </a:cubicBezTo>
                  <a:cubicBezTo>
                    <a:pt x="85" y="340"/>
                    <a:pt x="36" y="318"/>
                    <a:pt x="0" y="283"/>
                  </a:cubicBezTo>
                  <a:cubicBezTo>
                    <a:pt x="36" y="321"/>
                    <a:pt x="87" y="344"/>
                    <a:pt x="143" y="344"/>
                  </a:cubicBezTo>
                  <a:cubicBezTo>
                    <a:pt x="254" y="344"/>
                    <a:pt x="343" y="254"/>
                    <a:pt x="343" y="144"/>
                  </a:cubicBezTo>
                  <a:cubicBezTo>
                    <a:pt x="343" y="87"/>
                    <a:pt x="320" y="37"/>
                    <a:pt x="283"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B322EBCE-A548-4AA7-B1E5-C44F9798B3C1}"/>
                </a:ext>
              </a:extLst>
            </p:cNvPr>
            <p:cNvSpPr>
              <a:spLocks/>
            </p:cNvSpPr>
            <p:nvPr/>
          </p:nvSpPr>
          <p:spPr bwMode="auto">
            <a:xfrm>
              <a:off x="8013700" y="4751388"/>
              <a:ext cx="1309688" cy="1309688"/>
            </a:xfrm>
            <a:custGeom>
              <a:avLst/>
              <a:gdLst>
                <a:gd name="T0" fmla="*/ 5 w 344"/>
                <a:gd name="T1" fmla="*/ 205 h 344"/>
                <a:gd name="T2" fmla="*/ 205 w 344"/>
                <a:gd name="T3" fmla="*/ 5 h 344"/>
                <a:gd name="T4" fmla="*/ 344 w 344"/>
                <a:gd name="T5" fmla="*/ 61 h 344"/>
                <a:gd name="T6" fmla="*/ 200 w 344"/>
                <a:gd name="T7" fmla="*/ 0 h 344"/>
                <a:gd name="T8" fmla="*/ 0 w 344"/>
                <a:gd name="T9" fmla="*/ 201 h 344"/>
                <a:gd name="T10" fmla="*/ 61 w 344"/>
                <a:gd name="T11" fmla="*/ 344 h 344"/>
                <a:gd name="T12" fmla="*/ 5 w 344"/>
                <a:gd name="T13" fmla="*/ 205 h 344"/>
              </a:gdLst>
              <a:ahLst/>
              <a:cxnLst>
                <a:cxn ang="0">
                  <a:pos x="T0" y="T1"/>
                </a:cxn>
                <a:cxn ang="0">
                  <a:pos x="T2" y="T3"/>
                </a:cxn>
                <a:cxn ang="0">
                  <a:pos x="T4" y="T5"/>
                </a:cxn>
                <a:cxn ang="0">
                  <a:pos x="T6" y="T7"/>
                </a:cxn>
                <a:cxn ang="0">
                  <a:pos x="T8" y="T9"/>
                </a:cxn>
                <a:cxn ang="0">
                  <a:pos x="T10" y="T11"/>
                </a:cxn>
                <a:cxn ang="0">
                  <a:pos x="T12" y="T13"/>
                </a:cxn>
              </a:cxnLst>
              <a:rect l="0" t="0" r="r" b="b"/>
              <a:pathLst>
                <a:path w="344" h="344">
                  <a:moveTo>
                    <a:pt x="5" y="205"/>
                  </a:moveTo>
                  <a:cubicBezTo>
                    <a:pt x="5" y="95"/>
                    <a:pt x="94" y="5"/>
                    <a:pt x="205" y="5"/>
                  </a:cubicBezTo>
                  <a:cubicBezTo>
                    <a:pt x="259" y="5"/>
                    <a:pt x="308" y="27"/>
                    <a:pt x="344" y="61"/>
                  </a:cubicBezTo>
                  <a:cubicBezTo>
                    <a:pt x="307" y="24"/>
                    <a:pt x="257" y="0"/>
                    <a:pt x="200" y="0"/>
                  </a:cubicBezTo>
                  <a:cubicBezTo>
                    <a:pt x="90" y="0"/>
                    <a:pt x="0" y="90"/>
                    <a:pt x="0" y="201"/>
                  </a:cubicBezTo>
                  <a:cubicBezTo>
                    <a:pt x="0" y="257"/>
                    <a:pt x="23" y="308"/>
                    <a:pt x="61" y="344"/>
                  </a:cubicBezTo>
                  <a:cubicBezTo>
                    <a:pt x="26" y="308"/>
                    <a:pt x="5" y="259"/>
                    <a:pt x="5" y="20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9" name="Group 48">
            <a:extLst>
              <a:ext uri="{FF2B5EF4-FFF2-40B4-BE49-F238E27FC236}">
                <a16:creationId xmlns:a16="http://schemas.microsoft.com/office/drawing/2014/main" id="{2FE965BC-8DAC-40F2-A8B6-1246BD37E1FE}"/>
              </a:ext>
            </a:extLst>
          </p:cNvPr>
          <p:cNvGrpSpPr/>
          <p:nvPr/>
        </p:nvGrpSpPr>
        <p:grpSpPr>
          <a:xfrm>
            <a:off x="8013700" y="598488"/>
            <a:ext cx="1524001" cy="1524000"/>
            <a:chOff x="8013700" y="598488"/>
            <a:chExt cx="1524001" cy="1524000"/>
          </a:xfrm>
          <a:effectLst>
            <a:outerShdw blurRad="215900" dist="127000" dir="2700000" algn="tl" rotWithShape="0">
              <a:prstClr val="black">
                <a:alpha val="30000"/>
              </a:prstClr>
            </a:outerShdw>
          </a:effectLst>
        </p:grpSpPr>
        <p:sp>
          <p:nvSpPr>
            <p:cNvPr id="19" name="Oval 18">
              <a:extLst>
                <a:ext uri="{FF2B5EF4-FFF2-40B4-BE49-F238E27FC236}">
                  <a16:creationId xmlns:a16="http://schemas.microsoft.com/office/drawing/2014/main" id="{99D869A4-BF06-4193-A886-BA96CE7BEA2A}"/>
                </a:ext>
              </a:extLst>
            </p:cNvPr>
            <p:cNvSpPr>
              <a:spLocks noChangeArrowheads="1"/>
            </p:cNvSpPr>
            <p:nvPr/>
          </p:nvSpPr>
          <p:spPr bwMode="auto">
            <a:xfrm>
              <a:off x="8013700" y="598488"/>
              <a:ext cx="1524000" cy="152400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96FBC002-6777-4BDC-B655-615428983C38}"/>
                </a:ext>
              </a:extLst>
            </p:cNvPr>
            <p:cNvSpPr>
              <a:spLocks/>
            </p:cNvSpPr>
            <p:nvPr/>
          </p:nvSpPr>
          <p:spPr bwMode="auto">
            <a:xfrm>
              <a:off x="8231188" y="815975"/>
              <a:ext cx="1306513" cy="1306513"/>
            </a:xfrm>
            <a:custGeom>
              <a:avLst/>
              <a:gdLst>
                <a:gd name="T0" fmla="*/ 283 w 343"/>
                <a:gd name="T1" fmla="*/ 0 h 343"/>
                <a:gd name="T2" fmla="*/ 340 w 343"/>
                <a:gd name="T3" fmla="*/ 139 h 343"/>
                <a:gd name="T4" fmla="*/ 140 w 343"/>
                <a:gd name="T5" fmla="*/ 340 h 343"/>
                <a:gd name="T6" fmla="*/ 0 w 343"/>
                <a:gd name="T7" fmla="*/ 283 h 343"/>
                <a:gd name="T8" fmla="*/ 143 w 343"/>
                <a:gd name="T9" fmla="*/ 343 h 343"/>
                <a:gd name="T10" fmla="*/ 343 w 343"/>
                <a:gd name="T11" fmla="*/ 143 h 343"/>
                <a:gd name="T12" fmla="*/ 283 w 343"/>
                <a:gd name="T13" fmla="*/ 0 h 343"/>
              </a:gdLst>
              <a:ahLst/>
              <a:cxnLst>
                <a:cxn ang="0">
                  <a:pos x="T0" y="T1"/>
                </a:cxn>
                <a:cxn ang="0">
                  <a:pos x="T2" y="T3"/>
                </a:cxn>
                <a:cxn ang="0">
                  <a:pos x="T4" y="T5"/>
                </a:cxn>
                <a:cxn ang="0">
                  <a:pos x="T6" y="T7"/>
                </a:cxn>
                <a:cxn ang="0">
                  <a:pos x="T8" y="T9"/>
                </a:cxn>
                <a:cxn ang="0">
                  <a:pos x="T10" y="T11"/>
                </a:cxn>
                <a:cxn ang="0">
                  <a:pos x="T12" y="T13"/>
                </a:cxn>
              </a:cxnLst>
              <a:rect l="0" t="0" r="r" b="b"/>
              <a:pathLst>
                <a:path w="343" h="343">
                  <a:moveTo>
                    <a:pt x="283" y="0"/>
                  </a:moveTo>
                  <a:cubicBezTo>
                    <a:pt x="318" y="36"/>
                    <a:pt x="340" y="85"/>
                    <a:pt x="340" y="139"/>
                  </a:cubicBezTo>
                  <a:cubicBezTo>
                    <a:pt x="340" y="250"/>
                    <a:pt x="250" y="340"/>
                    <a:pt x="140" y="340"/>
                  </a:cubicBezTo>
                  <a:cubicBezTo>
                    <a:pt x="85" y="340"/>
                    <a:pt x="36" y="318"/>
                    <a:pt x="0" y="283"/>
                  </a:cubicBezTo>
                  <a:cubicBezTo>
                    <a:pt x="36" y="320"/>
                    <a:pt x="87" y="343"/>
                    <a:pt x="143" y="343"/>
                  </a:cubicBezTo>
                  <a:cubicBezTo>
                    <a:pt x="254" y="343"/>
                    <a:pt x="343" y="253"/>
                    <a:pt x="343" y="143"/>
                  </a:cubicBezTo>
                  <a:cubicBezTo>
                    <a:pt x="343" y="87"/>
                    <a:pt x="320" y="36"/>
                    <a:pt x="283"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7DCFE243-4B02-484E-8141-BC98A1330100}"/>
                </a:ext>
              </a:extLst>
            </p:cNvPr>
            <p:cNvSpPr>
              <a:spLocks/>
            </p:cNvSpPr>
            <p:nvPr/>
          </p:nvSpPr>
          <p:spPr bwMode="auto">
            <a:xfrm>
              <a:off x="8013700" y="598488"/>
              <a:ext cx="1309688" cy="1309688"/>
            </a:xfrm>
            <a:custGeom>
              <a:avLst/>
              <a:gdLst>
                <a:gd name="T0" fmla="*/ 5 w 344"/>
                <a:gd name="T1" fmla="*/ 205 h 344"/>
                <a:gd name="T2" fmla="*/ 205 w 344"/>
                <a:gd name="T3" fmla="*/ 4 h 344"/>
                <a:gd name="T4" fmla="*/ 344 w 344"/>
                <a:gd name="T5" fmla="*/ 61 h 344"/>
                <a:gd name="T6" fmla="*/ 200 w 344"/>
                <a:gd name="T7" fmla="*/ 0 h 344"/>
                <a:gd name="T8" fmla="*/ 0 w 344"/>
                <a:gd name="T9" fmla="*/ 200 h 344"/>
                <a:gd name="T10" fmla="*/ 61 w 344"/>
                <a:gd name="T11" fmla="*/ 344 h 344"/>
                <a:gd name="T12" fmla="*/ 5 w 344"/>
                <a:gd name="T13" fmla="*/ 205 h 344"/>
              </a:gdLst>
              <a:ahLst/>
              <a:cxnLst>
                <a:cxn ang="0">
                  <a:pos x="T0" y="T1"/>
                </a:cxn>
                <a:cxn ang="0">
                  <a:pos x="T2" y="T3"/>
                </a:cxn>
                <a:cxn ang="0">
                  <a:pos x="T4" y="T5"/>
                </a:cxn>
                <a:cxn ang="0">
                  <a:pos x="T6" y="T7"/>
                </a:cxn>
                <a:cxn ang="0">
                  <a:pos x="T8" y="T9"/>
                </a:cxn>
                <a:cxn ang="0">
                  <a:pos x="T10" y="T11"/>
                </a:cxn>
                <a:cxn ang="0">
                  <a:pos x="T12" y="T13"/>
                </a:cxn>
              </a:cxnLst>
              <a:rect l="0" t="0" r="r" b="b"/>
              <a:pathLst>
                <a:path w="344" h="344">
                  <a:moveTo>
                    <a:pt x="5" y="205"/>
                  </a:moveTo>
                  <a:cubicBezTo>
                    <a:pt x="5" y="94"/>
                    <a:pt x="94" y="4"/>
                    <a:pt x="205" y="4"/>
                  </a:cubicBezTo>
                  <a:cubicBezTo>
                    <a:pt x="259" y="4"/>
                    <a:pt x="308" y="26"/>
                    <a:pt x="344" y="61"/>
                  </a:cubicBezTo>
                  <a:cubicBezTo>
                    <a:pt x="307" y="23"/>
                    <a:pt x="257" y="0"/>
                    <a:pt x="200" y="0"/>
                  </a:cubicBezTo>
                  <a:cubicBezTo>
                    <a:pt x="89" y="0"/>
                    <a:pt x="0" y="89"/>
                    <a:pt x="0" y="200"/>
                  </a:cubicBezTo>
                  <a:cubicBezTo>
                    <a:pt x="0" y="256"/>
                    <a:pt x="23" y="307"/>
                    <a:pt x="61" y="344"/>
                  </a:cubicBezTo>
                  <a:cubicBezTo>
                    <a:pt x="26" y="308"/>
                    <a:pt x="5" y="259"/>
                    <a:pt x="5" y="20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1" name="Freeform 30">
            <a:extLst>
              <a:ext uri="{FF2B5EF4-FFF2-40B4-BE49-F238E27FC236}">
                <a16:creationId xmlns:a16="http://schemas.microsoft.com/office/drawing/2014/main" id="{4FD7A9B6-8D61-4500-B9CE-7D7C8797C5AE}"/>
              </a:ext>
            </a:extLst>
          </p:cNvPr>
          <p:cNvSpPr>
            <a:spLocks/>
          </p:cNvSpPr>
          <p:nvPr/>
        </p:nvSpPr>
        <p:spPr bwMode="auto">
          <a:xfrm>
            <a:off x="5927725" y="3698875"/>
            <a:ext cx="704850" cy="819150"/>
          </a:xfrm>
          <a:custGeom>
            <a:avLst/>
            <a:gdLst>
              <a:gd name="T0" fmla="*/ 42 w 185"/>
              <a:gd name="T1" fmla="*/ 0 h 215"/>
              <a:gd name="T2" fmla="*/ 24 w 185"/>
              <a:gd name="T3" fmla="*/ 4 h 215"/>
              <a:gd name="T4" fmla="*/ 5 w 185"/>
              <a:gd name="T5" fmla="*/ 36 h 215"/>
              <a:gd name="T6" fmla="*/ 141 w 185"/>
              <a:gd name="T7" fmla="*/ 207 h 215"/>
              <a:gd name="T8" fmla="*/ 177 w 185"/>
              <a:gd name="T9" fmla="*/ 196 h 215"/>
              <a:gd name="T10" fmla="*/ 185 w 185"/>
              <a:gd name="T11" fmla="*/ 180 h 215"/>
              <a:gd name="T12" fmla="*/ 42 w 185"/>
              <a:gd name="T13" fmla="*/ 0 h 215"/>
            </a:gdLst>
            <a:ahLst/>
            <a:cxnLst>
              <a:cxn ang="0">
                <a:pos x="T0" y="T1"/>
              </a:cxn>
              <a:cxn ang="0">
                <a:pos x="T2" y="T3"/>
              </a:cxn>
              <a:cxn ang="0">
                <a:pos x="T4" y="T5"/>
              </a:cxn>
              <a:cxn ang="0">
                <a:pos x="T6" y="T7"/>
              </a:cxn>
              <a:cxn ang="0">
                <a:pos x="T8" y="T9"/>
              </a:cxn>
              <a:cxn ang="0">
                <a:pos x="T10" y="T11"/>
              </a:cxn>
              <a:cxn ang="0">
                <a:pos x="T12" y="T13"/>
              </a:cxn>
            </a:cxnLst>
            <a:rect l="0" t="0" r="r" b="b"/>
            <a:pathLst>
              <a:path w="185" h="215">
                <a:moveTo>
                  <a:pt x="42" y="0"/>
                </a:moveTo>
                <a:cubicBezTo>
                  <a:pt x="24" y="4"/>
                  <a:pt x="24" y="4"/>
                  <a:pt x="24" y="4"/>
                </a:cubicBezTo>
                <a:cubicBezTo>
                  <a:pt x="9" y="7"/>
                  <a:pt x="0" y="21"/>
                  <a:pt x="5" y="36"/>
                </a:cubicBezTo>
                <a:cubicBezTo>
                  <a:pt x="29" y="106"/>
                  <a:pt x="78" y="168"/>
                  <a:pt x="141" y="207"/>
                </a:cubicBezTo>
                <a:cubicBezTo>
                  <a:pt x="154" y="215"/>
                  <a:pt x="170" y="210"/>
                  <a:pt x="177" y="196"/>
                </a:cubicBezTo>
                <a:cubicBezTo>
                  <a:pt x="185" y="180"/>
                  <a:pt x="185" y="180"/>
                  <a:pt x="185" y="180"/>
                </a:cubicBezTo>
                <a:cubicBezTo>
                  <a:pt x="114" y="143"/>
                  <a:pt x="62" y="78"/>
                  <a:pt x="42"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E39E7FF7-20D2-4367-A0CB-F3423A8448D8}"/>
              </a:ext>
            </a:extLst>
          </p:cNvPr>
          <p:cNvSpPr>
            <a:spLocks/>
          </p:cNvSpPr>
          <p:nvPr/>
        </p:nvSpPr>
        <p:spPr bwMode="auto">
          <a:xfrm>
            <a:off x="5881688" y="2716213"/>
            <a:ext cx="388938" cy="960438"/>
          </a:xfrm>
          <a:custGeom>
            <a:avLst/>
            <a:gdLst>
              <a:gd name="T0" fmla="*/ 45 w 102"/>
              <a:gd name="T1" fmla="*/ 189 h 252"/>
              <a:gd name="T2" fmla="*/ 102 w 102"/>
              <a:gd name="T3" fmla="*/ 21 h 252"/>
              <a:gd name="T4" fmla="*/ 87 w 102"/>
              <a:gd name="T5" fmla="*/ 9 h 252"/>
              <a:gd name="T6" fmla="*/ 51 w 102"/>
              <a:gd name="T7" fmla="*/ 14 h 252"/>
              <a:gd name="T8" fmla="*/ 0 w 102"/>
              <a:gd name="T9" fmla="*/ 189 h 252"/>
              <a:gd name="T10" fmla="*/ 2 w 102"/>
              <a:gd name="T11" fmla="*/ 228 h 252"/>
              <a:gd name="T12" fmla="*/ 33 w 102"/>
              <a:gd name="T13" fmla="*/ 249 h 252"/>
              <a:gd name="T14" fmla="*/ 51 w 102"/>
              <a:gd name="T15" fmla="*/ 244 h 252"/>
              <a:gd name="T16" fmla="*/ 45 w 102"/>
              <a:gd name="T17" fmla="*/ 189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252">
                <a:moveTo>
                  <a:pt x="45" y="189"/>
                </a:moveTo>
                <a:cubicBezTo>
                  <a:pt x="45" y="126"/>
                  <a:pt x="66" y="68"/>
                  <a:pt x="102" y="21"/>
                </a:cubicBezTo>
                <a:cubicBezTo>
                  <a:pt x="87" y="9"/>
                  <a:pt x="87" y="9"/>
                  <a:pt x="87" y="9"/>
                </a:cubicBezTo>
                <a:cubicBezTo>
                  <a:pt x="76" y="0"/>
                  <a:pt x="59" y="2"/>
                  <a:pt x="51" y="14"/>
                </a:cubicBezTo>
                <a:cubicBezTo>
                  <a:pt x="18" y="67"/>
                  <a:pt x="0" y="126"/>
                  <a:pt x="0" y="189"/>
                </a:cubicBezTo>
                <a:cubicBezTo>
                  <a:pt x="0" y="202"/>
                  <a:pt x="1" y="215"/>
                  <a:pt x="2" y="228"/>
                </a:cubicBezTo>
                <a:cubicBezTo>
                  <a:pt x="4" y="243"/>
                  <a:pt x="18" y="252"/>
                  <a:pt x="33" y="249"/>
                </a:cubicBezTo>
                <a:cubicBezTo>
                  <a:pt x="51" y="244"/>
                  <a:pt x="51" y="244"/>
                  <a:pt x="51" y="244"/>
                </a:cubicBezTo>
                <a:cubicBezTo>
                  <a:pt x="47" y="227"/>
                  <a:pt x="45" y="208"/>
                  <a:pt x="45" y="18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2727B5DB-CE22-4A7E-88DE-8ED4CCA7C774}"/>
              </a:ext>
            </a:extLst>
          </p:cNvPr>
          <p:cNvSpPr>
            <a:spLocks/>
          </p:cNvSpPr>
          <p:nvPr/>
        </p:nvSpPr>
        <p:spPr bwMode="auto">
          <a:xfrm>
            <a:off x="6194425" y="2198688"/>
            <a:ext cx="895350" cy="555625"/>
          </a:xfrm>
          <a:custGeom>
            <a:avLst/>
            <a:gdLst>
              <a:gd name="T0" fmla="*/ 14 w 235"/>
              <a:gd name="T1" fmla="*/ 135 h 146"/>
              <a:gd name="T2" fmla="*/ 28 w 235"/>
              <a:gd name="T3" fmla="*/ 146 h 146"/>
              <a:gd name="T4" fmla="*/ 235 w 235"/>
              <a:gd name="T5" fmla="*/ 46 h 146"/>
              <a:gd name="T6" fmla="*/ 235 w 235"/>
              <a:gd name="T7" fmla="*/ 27 h 146"/>
              <a:gd name="T8" fmla="*/ 208 w 235"/>
              <a:gd name="T9" fmla="*/ 2 h 146"/>
              <a:gd name="T10" fmla="*/ 11 w 235"/>
              <a:gd name="T11" fmla="*/ 98 h 146"/>
              <a:gd name="T12" fmla="*/ 14 w 235"/>
              <a:gd name="T13" fmla="*/ 135 h 146"/>
            </a:gdLst>
            <a:ahLst/>
            <a:cxnLst>
              <a:cxn ang="0">
                <a:pos x="T0" y="T1"/>
              </a:cxn>
              <a:cxn ang="0">
                <a:pos x="T2" y="T3"/>
              </a:cxn>
              <a:cxn ang="0">
                <a:pos x="T4" y="T5"/>
              </a:cxn>
              <a:cxn ang="0">
                <a:pos x="T6" y="T7"/>
              </a:cxn>
              <a:cxn ang="0">
                <a:pos x="T8" y="T9"/>
              </a:cxn>
              <a:cxn ang="0">
                <a:pos x="T10" y="T11"/>
              </a:cxn>
              <a:cxn ang="0">
                <a:pos x="T12" y="T13"/>
              </a:cxn>
            </a:cxnLst>
            <a:rect l="0" t="0" r="r" b="b"/>
            <a:pathLst>
              <a:path w="235" h="146">
                <a:moveTo>
                  <a:pt x="14" y="135"/>
                </a:moveTo>
                <a:cubicBezTo>
                  <a:pt x="28" y="146"/>
                  <a:pt x="28" y="146"/>
                  <a:pt x="28" y="146"/>
                </a:cubicBezTo>
                <a:cubicBezTo>
                  <a:pt x="78" y="87"/>
                  <a:pt x="152" y="48"/>
                  <a:pt x="235" y="46"/>
                </a:cubicBezTo>
                <a:cubicBezTo>
                  <a:pt x="235" y="27"/>
                  <a:pt x="235" y="27"/>
                  <a:pt x="235" y="27"/>
                </a:cubicBezTo>
                <a:cubicBezTo>
                  <a:pt x="235" y="12"/>
                  <a:pt x="223" y="0"/>
                  <a:pt x="208" y="2"/>
                </a:cubicBezTo>
                <a:cubicBezTo>
                  <a:pt x="133" y="10"/>
                  <a:pt x="64" y="44"/>
                  <a:pt x="11" y="98"/>
                </a:cubicBezTo>
                <a:cubicBezTo>
                  <a:pt x="0" y="108"/>
                  <a:pt x="2" y="125"/>
                  <a:pt x="14" y="13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65" name="Group 64">
            <a:extLst>
              <a:ext uri="{FF2B5EF4-FFF2-40B4-BE49-F238E27FC236}">
                <a16:creationId xmlns:a16="http://schemas.microsoft.com/office/drawing/2014/main" id="{7CD08E90-6E38-4F9D-8F30-309DA6C76B76}"/>
              </a:ext>
            </a:extLst>
          </p:cNvPr>
          <p:cNvGrpSpPr/>
          <p:nvPr/>
        </p:nvGrpSpPr>
        <p:grpSpPr>
          <a:xfrm>
            <a:off x="1560513" y="1374775"/>
            <a:ext cx="677863" cy="674688"/>
            <a:chOff x="1560513" y="1374775"/>
            <a:chExt cx="677863" cy="674688"/>
          </a:xfrm>
        </p:grpSpPr>
        <p:sp>
          <p:nvSpPr>
            <p:cNvPr id="37" name="Oval 36">
              <a:extLst>
                <a:ext uri="{FF2B5EF4-FFF2-40B4-BE49-F238E27FC236}">
                  <a16:creationId xmlns:a16="http://schemas.microsoft.com/office/drawing/2014/main" id="{FE06D803-A51E-4CB0-8824-C4AE89544593}"/>
                </a:ext>
              </a:extLst>
            </p:cNvPr>
            <p:cNvSpPr>
              <a:spLocks noChangeArrowheads="1"/>
            </p:cNvSpPr>
            <p:nvPr/>
          </p:nvSpPr>
          <p:spPr bwMode="auto">
            <a:xfrm>
              <a:off x="1560513" y="1374775"/>
              <a:ext cx="677863" cy="67468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Rectangle 37">
              <a:extLst>
                <a:ext uri="{FF2B5EF4-FFF2-40B4-BE49-F238E27FC236}">
                  <a16:creationId xmlns:a16="http://schemas.microsoft.com/office/drawing/2014/main" id="{9D7911DE-CB60-4D11-B468-3C03295A8CB5}"/>
                </a:ext>
              </a:extLst>
            </p:cNvPr>
            <p:cNvSpPr>
              <a:spLocks noChangeArrowheads="1"/>
            </p:cNvSpPr>
            <p:nvPr/>
          </p:nvSpPr>
          <p:spPr bwMode="auto">
            <a:xfrm>
              <a:off x="1707753" y="1493838"/>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b="1" i="0" u="none" strike="noStrike" cap="none" normalizeH="0" baseline="0">
                  <a:ln>
                    <a:noFill/>
                  </a:ln>
                  <a:solidFill>
                    <a:srgbClr val="FFFFFF"/>
                  </a:solidFill>
                  <a:effectLst/>
                  <a:latin typeface="Open Sans" panose="020B0606030504020204" pitchFamily="34" charset="0"/>
                </a:rPr>
                <a:t>01</a:t>
              </a:r>
              <a:endParaRPr kumimoji="0" lang="ru-UA" altLang="ru-UA" sz="1800" b="0" i="0" u="none" strike="noStrike" cap="none" normalizeH="0" baseline="0">
                <a:ln>
                  <a:noFill/>
                </a:ln>
                <a:solidFill>
                  <a:schemeClr val="tx1"/>
                </a:solidFill>
                <a:effectLst/>
                <a:latin typeface="Arial" panose="020B0604020202020204" pitchFamily="34" charset="0"/>
              </a:endParaRPr>
            </a:p>
          </p:txBody>
        </p:sp>
      </p:grpSp>
      <p:sp>
        <p:nvSpPr>
          <p:cNvPr id="39" name="Rectangle 38">
            <a:extLst>
              <a:ext uri="{FF2B5EF4-FFF2-40B4-BE49-F238E27FC236}">
                <a16:creationId xmlns:a16="http://schemas.microsoft.com/office/drawing/2014/main" id="{81D80DAC-4235-4B7E-AAF5-48B8E2FD6116}"/>
              </a:ext>
            </a:extLst>
          </p:cNvPr>
          <p:cNvSpPr>
            <a:spLocks noChangeArrowheads="1"/>
          </p:cNvSpPr>
          <p:nvPr/>
        </p:nvSpPr>
        <p:spPr bwMode="auto">
          <a:xfrm>
            <a:off x="2482850" y="1154113"/>
            <a:ext cx="138493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accent4"/>
                </a:solidFill>
                <a:effectLst/>
                <a:latin typeface="Open Sans" panose="020B0606030504020204" pitchFamily="34" charset="0"/>
              </a:rPr>
              <a:t>YOUR TITLE</a:t>
            </a:r>
            <a:endParaRPr kumimoji="0" lang="ru-UA" altLang="ru-UA" sz="1800" b="0" i="0" u="none" strike="noStrike" cap="none" normalizeH="0" baseline="0">
              <a:ln>
                <a:noFill/>
              </a:ln>
              <a:solidFill>
                <a:schemeClr val="accent4"/>
              </a:solidFill>
              <a:effectLst/>
            </a:endParaRPr>
          </a:p>
        </p:txBody>
      </p:sp>
      <p:grpSp>
        <p:nvGrpSpPr>
          <p:cNvPr id="66" name="Group 65">
            <a:extLst>
              <a:ext uri="{FF2B5EF4-FFF2-40B4-BE49-F238E27FC236}">
                <a16:creationId xmlns:a16="http://schemas.microsoft.com/office/drawing/2014/main" id="{031E9BCF-69CD-4517-B1AC-4C79300CDC23}"/>
              </a:ext>
            </a:extLst>
          </p:cNvPr>
          <p:cNvGrpSpPr/>
          <p:nvPr/>
        </p:nvGrpSpPr>
        <p:grpSpPr>
          <a:xfrm>
            <a:off x="1560513" y="3287713"/>
            <a:ext cx="677863" cy="677863"/>
            <a:chOff x="1560513" y="3287713"/>
            <a:chExt cx="677863" cy="677863"/>
          </a:xfrm>
        </p:grpSpPr>
        <p:sp>
          <p:nvSpPr>
            <p:cNvPr id="40" name="Oval 39">
              <a:extLst>
                <a:ext uri="{FF2B5EF4-FFF2-40B4-BE49-F238E27FC236}">
                  <a16:creationId xmlns:a16="http://schemas.microsoft.com/office/drawing/2014/main" id="{E2E73B0A-BD4E-4953-A665-76AEBA83D204}"/>
                </a:ext>
              </a:extLst>
            </p:cNvPr>
            <p:cNvSpPr>
              <a:spLocks noChangeArrowheads="1"/>
            </p:cNvSpPr>
            <p:nvPr/>
          </p:nvSpPr>
          <p:spPr bwMode="auto">
            <a:xfrm>
              <a:off x="1560513" y="3287713"/>
              <a:ext cx="677863" cy="67786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1" name="Rectangle 40">
              <a:extLst>
                <a:ext uri="{FF2B5EF4-FFF2-40B4-BE49-F238E27FC236}">
                  <a16:creationId xmlns:a16="http://schemas.microsoft.com/office/drawing/2014/main" id="{F7222F2E-F21C-48E1-BEA4-080D805FD970}"/>
                </a:ext>
              </a:extLst>
            </p:cNvPr>
            <p:cNvSpPr>
              <a:spLocks noChangeArrowheads="1"/>
            </p:cNvSpPr>
            <p:nvPr/>
          </p:nvSpPr>
          <p:spPr bwMode="auto">
            <a:xfrm>
              <a:off x="1707753" y="3406775"/>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b="1" i="0" u="none" strike="noStrike" cap="none" normalizeH="0" baseline="0">
                  <a:ln>
                    <a:noFill/>
                  </a:ln>
                  <a:solidFill>
                    <a:srgbClr val="FFFFFF"/>
                  </a:solidFill>
                  <a:effectLst/>
                  <a:latin typeface="Open Sans" panose="020B0606030504020204" pitchFamily="34" charset="0"/>
                </a:rPr>
                <a:t>02</a:t>
              </a:r>
              <a:endParaRPr kumimoji="0" lang="ru-UA" altLang="ru-UA" sz="1800" b="0" i="0" u="none" strike="noStrike" cap="none" normalizeH="0" baseline="0">
                <a:ln>
                  <a:noFill/>
                </a:ln>
                <a:solidFill>
                  <a:schemeClr val="tx1"/>
                </a:solidFill>
                <a:effectLst/>
                <a:latin typeface="Arial" panose="020B0604020202020204" pitchFamily="34" charset="0"/>
              </a:endParaRPr>
            </a:p>
          </p:txBody>
        </p:sp>
      </p:grpSp>
      <p:sp>
        <p:nvSpPr>
          <p:cNvPr id="42" name="Rectangle 41">
            <a:extLst>
              <a:ext uri="{FF2B5EF4-FFF2-40B4-BE49-F238E27FC236}">
                <a16:creationId xmlns:a16="http://schemas.microsoft.com/office/drawing/2014/main" id="{6FE6E5BD-92B9-4F67-8A76-F91E748283BD}"/>
              </a:ext>
            </a:extLst>
          </p:cNvPr>
          <p:cNvSpPr>
            <a:spLocks noChangeArrowheads="1"/>
          </p:cNvSpPr>
          <p:nvPr/>
        </p:nvSpPr>
        <p:spPr bwMode="auto">
          <a:xfrm>
            <a:off x="2482850" y="3067050"/>
            <a:ext cx="138493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accent3"/>
                </a:solidFill>
                <a:effectLst/>
                <a:latin typeface="Open Sans" panose="020B0606030504020204" pitchFamily="34" charset="0"/>
              </a:rPr>
              <a:t>YOUR TITLE</a:t>
            </a:r>
            <a:endParaRPr kumimoji="0" lang="ru-UA" altLang="ru-UA" sz="1800" b="0" i="0" u="none" strike="noStrike" cap="none" normalizeH="0" baseline="0">
              <a:ln>
                <a:noFill/>
              </a:ln>
              <a:solidFill>
                <a:schemeClr val="accent3"/>
              </a:solidFill>
              <a:effectLst/>
            </a:endParaRPr>
          </a:p>
        </p:txBody>
      </p:sp>
      <p:grpSp>
        <p:nvGrpSpPr>
          <p:cNvPr id="67" name="Group 66">
            <a:extLst>
              <a:ext uri="{FF2B5EF4-FFF2-40B4-BE49-F238E27FC236}">
                <a16:creationId xmlns:a16="http://schemas.microsoft.com/office/drawing/2014/main" id="{48C929E4-5955-470A-8AED-57BE37719FDB}"/>
              </a:ext>
            </a:extLst>
          </p:cNvPr>
          <p:cNvGrpSpPr/>
          <p:nvPr/>
        </p:nvGrpSpPr>
        <p:grpSpPr>
          <a:xfrm>
            <a:off x="1560513" y="5200650"/>
            <a:ext cx="677863" cy="677863"/>
            <a:chOff x="1560513" y="5200650"/>
            <a:chExt cx="677863" cy="677863"/>
          </a:xfrm>
        </p:grpSpPr>
        <p:sp>
          <p:nvSpPr>
            <p:cNvPr id="43" name="Oval 42">
              <a:extLst>
                <a:ext uri="{FF2B5EF4-FFF2-40B4-BE49-F238E27FC236}">
                  <a16:creationId xmlns:a16="http://schemas.microsoft.com/office/drawing/2014/main" id="{78CC58A8-4915-4135-A920-A6A2927FE61F}"/>
                </a:ext>
              </a:extLst>
            </p:cNvPr>
            <p:cNvSpPr>
              <a:spLocks noChangeArrowheads="1"/>
            </p:cNvSpPr>
            <p:nvPr/>
          </p:nvSpPr>
          <p:spPr bwMode="auto">
            <a:xfrm>
              <a:off x="1560513" y="5200650"/>
              <a:ext cx="677863" cy="6778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Rectangle 43">
              <a:extLst>
                <a:ext uri="{FF2B5EF4-FFF2-40B4-BE49-F238E27FC236}">
                  <a16:creationId xmlns:a16="http://schemas.microsoft.com/office/drawing/2014/main" id="{25E860C3-DE3E-41D8-B893-7D5B98939957}"/>
                </a:ext>
              </a:extLst>
            </p:cNvPr>
            <p:cNvSpPr>
              <a:spLocks noChangeArrowheads="1"/>
            </p:cNvSpPr>
            <p:nvPr/>
          </p:nvSpPr>
          <p:spPr bwMode="auto">
            <a:xfrm>
              <a:off x="1707753" y="5319713"/>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b="1" i="0" u="none" strike="noStrike" cap="none" normalizeH="0" baseline="0">
                  <a:ln>
                    <a:noFill/>
                  </a:ln>
                  <a:solidFill>
                    <a:srgbClr val="FFFFFF"/>
                  </a:solidFill>
                  <a:effectLst/>
                  <a:latin typeface="Open Sans" panose="020B0606030504020204" pitchFamily="34" charset="0"/>
                </a:rPr>
                <a:t>03</a:t>
              </a:r>
              <a:endParaRPr kumimoji="0" lang="ru-UA" altLang="ru-UA" sz="1800" b="0" i="0" u="none" strike="noStrike" cap="none" normalizeH="0" baseline="0">
                <a:ln>
                  <a:noFill/>
                </a:ln>
                <a:solidFill>
                  <a:schemeClr val="tx1"/>
                </a:solidFill>
                <a:effectLst/>
                <a:latin typeface="Arial" panose="020B0604020202020204" pitchFamily="34" charset="0"/>
              </a:endParaRPr>
            </a:p>
          </p:txBody>
        </p:sp>
      </p:grpSp>
      <p:sp>
        <p:nvSpPr>
          <p:cNvPr id="45" name="Rectangle 44">
            <a:extLst>
              <a:ext uri="{FF2B5EF4-FFF2-40B4-BE49-F238E27FC236}">
                <a16:creationId xmlns:a16="http://schemas.microsoft.com/office/drawing/2014/main" id="{EB904339-E882-4212-86AC-33F5B4D977C3}"/>
              </a:ext>
            </a:extLst>
          </p:cNvPr>
          <p:cNvSpPr>
            <a:spLocks noChangeArrowheads="1"/>
          </p:cNvSpPr>
          <p:nvPr/>
        </p:nvSpPr>
        <p:spPr bwMode="auto">
          <a:xfrm>
            <a:off x="2482850" y="4983163"/>
            <a:ext cx="138493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accent1"/>
                </a:solidFill>
                <a:effectLst/>
                <a:latin typeface="Open Sans" panose="020B0606030504020204" pitchFamily="34" charset="0"/>
              </a:rPr>
              <a:t>YOUR TITLE</a:t>
            </a:r>
            <a:endParaRPr kumimoji="0" lang="ru-UA" altLang="ru-UA" sz="1800" b="0" i="0" u="none" strike="noStrike" cap="none" normalizeH="0" baseline="0">
              <a:ln>
                <a:noFill/>
              </a:ln>
              <a:solidFill>
                <a:schemeClr val="accent1"/>
              </a:solidFill>
              <a:effectLst/>
            </a:endParaRPr>
          </a:p>
        </p:txBody>
      </p:sp>
      <p:grpSp>
        <p:nvGrpSpPr>
          <p:cNvPr id="50" name="Group 49">
            <a:extLst>
              <a:ext uri="{FF2B5EF4-FFF2-40B4-BE49-F238E27FC236}">
                <a16:creationId xmlns:a16="http://schemas.microsoft.com/office/drawing/2014/main" id="{B765F000-C386-471E-8D7B-F9A59DF28C85}"/>
              </a:ext>
            </a:extLst>
          </p:cNvPr>
          <p:cNvGrpSpPr/>
          <p:nvPr/>
        </p:nvGrpSpPr>
        <p:grpSpPr>
          <a:xfrm>
            <a:off x="8189914" y="763587"/>
            <a:ext cx="1192212" cy="1194055"/>
            <a:chOff x="6345238" y="4948238"/>
            <a:chExt cx="1027113" cy="1028700"/>
          </a:xfrm>
          <a:effectLst>
            <a:outerShdw blurRad="114300" dist="76200" dir="2700000" sx="102000" sy="102000" algn="tl" rotWithShape="0">
              <a:prstClr val="black">
                <a:alpha val="40000"/>
              </a:prstClr>
            </a:outerShdw>
          </a:effectLst>
        </p:grpSpPr>
        <p:sp>
          <p:nvSpPr>
            <p:cNvPr id="51" name="Oval 56">
              <a:extLst>
                <a:ext uri="{FF2B5EF4-FFF2-40B4-BE49-F238E27FC236}">
                  <a16:creationId xmlns:a16="http://schemas.microsoft.com/office/drawing/2014/main" id="{55EBF6F5-F2ED-4F12-AF29-2D26E7C64F7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2" name="Oval 57">
              <a:extLst>
                <a:ext uri="{FF2B5EF4-FFF2-40B4-BE49-F238E27FC236}">
                  <a16:creationId xmlns:a16="http://schemas.microsoft.com/office/drawing/2014/main" id="{D1AD5534-5ABE-4B2C-A054-202EC2DD391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3" name="Group 52">
            <a:extLst>
              <a:ext uri="{FF2B5EF4-FFF2-40B4-BE49-F238E27FC236}">
                <a16:creationId xmlns:a16="http://schemas.microsoft.com/office/drawing/2014/main" id="{3531BB22-4737-4508-A510-F55971757CCA}"/>
              </a:ext>
            </a:extLst>
          </p:cNvPr>
          <p:cNvGrpSpPr/>
          <p:nvPr/>
        </p:nvGrpSpPr>
        <p:grpSpPr>
          <a:xfrm>
            <a:off x="8189914" y="4909883"/>
            <a:ext cx="1192212" cy="1194055"/>
            <a:chOff x="6345238" y="4948238"/>
            <a:chExt cx="1027113" cy="1028700"/>
          </a:xfrm>
          <a:effectLst>
            <a:outerShdw blurRad="114300" dist="76200" dir="2700000" sx="102000" sy="102000" algn="tl" rotWithShape="0">
              <a:prstClr val="black">
                <a:alpha val="40000"/>
              </a:prstClr>
            </a:outerShdw>
          </a:effectLst>
        </p:grpSpPr>
        <p:sp>
          <p:nvSpPr>
            <p:cNvPr id="54" name="Oval 56">
              <a:extLst>
                <a:ext uri="{FF2B5EF4-FFF2-40B4-BE49-F238E27FC236}">
                  <a16:creationId xmlns:a16="http://schemas.microsoft.com/office/drawing/2014/main" id="{CC12FED3-3852-4836-ADA4-5DDCDEF2DDD0}"/>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5" name="Oval 57">
              <a:extLst>
                <a:ext uri="{FF2B5EF4-FFF2-40B4-BE49-F238E27FC236}">
                  <a16:creationId xmlns:a16="http://schemas.microsoft.com/office/drawing/2014/main" id="{59CA7846-2498-4325-9B89-672CD4DF09B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6" name="Group 55">
            <a:extLst>
              <a:ext uri="{FF2B5EF4-FFF2-40B4-BE49-F238E27FC236}">
                <a16:creationId xmlns:a16="http://schemas.microsoft.com/office/drawing/2014/main" id="{143971D2-9A01-454E-8EA3-6192106E7CD1}"/>
              </a:ext>
            </a:extLst>
          </p:cNvPr>
          <p:cNvGrpSpPr/>
          <p:nvPr/>
        </p:nvGrpSpPr>
        <p:grpSpPr>
          <a:xfrm>
            <a:off x="9179718" y="2829723"/>
            <a:ext cx="1192212" cy="1194055"/>
            <a:chOff x="6345238" y="4948238"/>
            <a:chExt cx="1027113" cy="1028700"/>
          </a:xfrm>
          <a:effectLst>
            <a:outerShdw blurRad="114300" dist="76200" dir="2700000" sx="102000" sy="102000" algn="tl" rotWithShape="0">
              <a:prstClr val="black">
                <a:alpha val="40000"/>
              </a:prstClr>
            </a:outerShdw>
          </a:effectLst>
        </p:grpSpPr>
        <p:sp>
          <p:nvSpPr>
            <p:cNvPr id="57" name="Oval 56">
              <a:extLst>
                <a:ext uri="{FF2B5EF4-FFF2-40B4-BE49-F238E27FC236}">
                  <a16:creationId xmlns:a16="http://schemas.microsoft.com/office/drawing/2014/main" id="{90C5DDE3-4821-4706-B9AD-FDD0A0FB09E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8" name="Oval 57">
              <a:extLst>
                <a:ext uri="{FF2B5EF4-FFF2-40B4-BE49-F238E27FC236}">
                  <a16:creationId xmlns:a16="http://schemas.microsoft.com/office/drawing/2014/main" id="{AA405D2B-FA8A-4551-A6DA-64A08CC878C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0" name="Group 59">
            <a:extLst>
              <a:ext uri="{FF2B5EF4-FFF2-40B4-BE49-F238E27FC236}">
                <a16:creationId xmlns:a16="http://schemas.microsoft.com/office/drawing/2014/main" id="{5E224B9E-2295-401A-930D-164644540270}"/>
              </a:ext>
            </a:extLst>
          </p:cNvPr>
          <p:cNvGrpSpPr/>
          <p:nvPr/>
        </p:nvGrpSpPr>
        <p:grpSpPr>
          <a:xfrm>
            <a:off x="6105129" y="2423868"/>
            <a:ext cx="2033983" cy="2037127"/>
            <a:chOff x="6345238" y="4948238"/>
            <a:chExt cx="1027113" cy="1028700"/>
          </a:xfrm>
          <a:effectLst>
            <a:outerShdw blurRad="241300" dist="152400" dir="2700000" sx="102000" sy="102000" algn="tl" rotWithShape="0">
              <a:prstClr val="black">
                <a:alpha val="42000"/>
              </a:prstClr>
            </a:outerShdw>
          </a:effectLst>
        </p:grpSpPr>
        <p:sp>
          <p:nvSpPr>
            <p:cNvPr id="61" name="Oval 56">
              <a:extLst>
                <a:ext uri="{FF2B5EF4-FFF2-40B4-BE49-F238E27FC236}">
                  <a16:creationId xmlns:a16="http://schemas.microsoft.com/office/drawing/2014/main" id="{EB14B87D-5837-4A42-BF04-30530EAB79C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2" name="Oval 57">
              <a:extLst>
                <a:ext uri="{FF2B5EF4-FFF2-40B4-BE49-F238E27FC236}">
                  <a16:creationId xmlns:a16="http://schemas.microsoft.com/office/drawing/2014/main" id="{32F7DDBA-77B3-4B04-A33E-65345A3DAEE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4" name="Freeform 33">
            <a:extLst>
              <a:ext uri="{FF2B5EF4-FFF2-40B4-BE49-F238E27FC236}">
                <a16:creationId xmlns:a16="http://schemas.microsoft.com/office/drawing/2014/main" id="{17A7D8AE-1155-4635-9070-7927532D7A3D}"/>
              </a:ext>
            </a:extLst>
          </p:cNvPr>
          <p:cNvSpPr>
            <a:spLocks noEditPoints="1"/>
          </p:cNvSpPr>
          <p:nvPr/>
        </p:nvSpPr>
        <p:spPr bwMode="auto">
          <a:xfrm>
            <a:off x="8501063" y="5203825"/>
            <a:ext cx="549275" cy="622300"/>
          </a:xfrm>
          <a:custGeom>
            <a:avLst/>
            <a:gdLst>
              <a:gd name="T0" fmla="*/ 46 w 144"/>
              <a:gd name="T1" fmla="*/ 127 h 163"/>
              <a:gd name="T2" fmla="*/ 34 w 144"/>
              <a:gd name="T3" fmla="*/ 98 h 163"/>
              <a:gd name="T4" fmla="*/ 27 w 144"/>
              <a:gd name="T5" fmla="*/ 73 h 163"/>
              <a:gd name="T6" fmla="*/ 72 w 144"/>
              <a:gd name="T7" fmla="*/ 28 h 163"/>
              <a:gd name="T8" fmla="*/ 117 w 144"/>
              <a:gd name="T9" fmla="*/ 73 h 163"/>
              <a:gd name="T10" fmla="*/ 110 w 144"/>
              <a:gd name="T11" fmla="*/ 98 h 163"/>
              <a:gd name="T12" fmla="*/ 98 w 144"/>
              <a:gd name="T13" fmla="*/ 122 h 163"/>
              <a:gd name="T14" fmla="*/ 72 w 144"/>
              <a:gd name="T15" fmla="*/ 45 h 163"/>
              <a:gd name="T16" fmla="*/ 45 w 144"/>
              <a:gd name="T17" fmla="*/ 72 h 163"/>
              <a:gd name="T18" fmla="*/ 72 w 144"/>
              <a:gd name="T19" fmla="*/ 99 h 163"/>
              <a:gd name="T20" fmla="*/ 99 w 144"/>
              <a:gd name="T21" fmla="*/ 72 h 163"/>
              <a:gd name="T22" fmla="*/ 72 w 144"/>
              <a:gd name="T23" fmla="*/ 45 h 163"/>
              <a:gd name="T24" fmla="*/ 62 w 144"/>
              <a:gd name="T25" fmla="*/ 77 h 163"/>
              <a:gd name="T26" fmla="*/ 69 w 144"/>
              <a:gd name="T27" fmla="*/ 86 h 163"/>
              <a:gd name="T28" fmla="*/ 82 w 144"/>
              <a:gd name="T29" fmla="*/ 64 h 163"/>
              <a:gd name="T30" fmla="*/ 72 w 144"/>
              <a:gd name="T31" fmla="*/ 14 h 163"/>
              <a:gd name="T32" fmla="*/ 72 w 144"/>
              <a:gd name="T33" fmla="*/ 0 h 163"/>
              <a:gd name="T34" fmla="*/ 43 w 144"/>
              <a:gd name="T35" fmla="*/ 22 h 163"/>
              <a:gd name="T36" fmla="*/ 36 w 144"/>
              <a:gd name="T37" fmla="*/ 10 h 163"/>
              <a:gd name="T38" fmla="*/ 10 w 144"/>
              <a:gd name="T39" fmla="*/ 36 h 163"/>
              <a:gd name="T40" fmla="*/ 22 w 144"/>
              <a:gd name="T41" fmla="*/ 43 h 163"/>
              <a:gd name="T42" fmla="*/ 0 w 144"/>
              <a:gd name="T43" fmla="*/ 72 h 163"/>
              <a:gd name="T44" fmla="*/ 14 w 144"/>
              <a:gd name="T45" fmla="*/ 72 h 163"/>
              <a:gd name="T46" fmla="*/ 108 w 144"/>
              <a:gd name="T47" fmla="*/ 10 h 163"/>
              <a:gd name="T48" fmla="*/ 101 w 144"/>
              <a:gd name="T49" fmla="*/ 22 h 163"/>
              <a:gd name="T50" fmla="*/ 134 w 144"/>
              <a:gd name="T51" fmla="*/ 36 h 163"/>
              <a:gd name="T52" fmla="*/ 122 w 144"/>
              <a:gd name="T53" fmla="*/ 43 h 163"/>
              <a:gd name="T54" fmla="*/ 130 w 144"/>
              <a:gd name="T55" fmla="*/ 72 h 163"/>
              <a:gd name="T56" fmla="*/ 144 w 144"/>
              <a:gd name="T57" fmla="*/ 72 h 163"/>
              <a:gd name="T58" fmla="*/ 88 w 144"/>
              <a:gd name="T59" fmla="*/ 131 h 163"/>
              <a:gd name="T60" fmla="*/ 53 w 144"/>
              <a:gd name="T61" fmla="*/ 141 h 163"/>
              <a:gd name="T62" fmla="*/ 49 w 144"/>
              <a:gd name="T63" fmla="*/ 147 h 163"/>
              <a:gd name="T64" fmla="*/ 55 w 144"/>
              <a:gd name="T65" fmla="*/ 153 h 163"/>
              <a:gd name="T66" fmla="*/ 57 w 144"/>
              <a:gd name="T67" fmla="*/ 152 h 163"/>
              <a:gd name="T68" fmla="*/ 88 w 144"/>
              <a:gd name="T69" fmla="*/ 143 h 163"/>
              <a:gd name="T70" fmla="*/ 88 w 144"/>
              <a:gd name="T71" fmla="*/ 143 h 163"/>
              <a:gd name="T72" fmla="*/ 90 w 144"/>
              <a:gd name="T73" fmla="*/ 143 h 163"/>
              <a:gd name="T74" fmla="*/ 96 w 144"/>
              <a:gd name="T75" fmla="*/ 149 h 163"/>
              <a:gd name="T76" fmla="*/ 92 w 144"/>
              <a:gd name="T77" fmla="*/ 155 h 163"/>
              <a:gd name="T78" fmla="*/ 61 w 144"/>
              <a:gd name="T7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163">
                <a:moveTo>
                  <a:pt x="46" y="127"/>
                </a:moveTo>
                <a:cubicBezTo>
                  <a:pt x="47" y="120"/>
                  <a:pt x="44" y="113"/>
                  <a:pt x="34" y="98"/>
                </a:cubicBezTo>
                <a:cubicBezTo>
                  <a:pt x="30" y="90"/>
                  <a:pt x="27" y="82"/>
                  <a:pt x="27" y="73"/>
                </a:cubicBezTo>
                <a:cubicBezTo>
                  <a:pt x="27" y="48"/>
                  <a:pt x="47" y="28"/>
                  <a:pt x="72" y="28"/>
                </a:cubicBezTo>
                <a:cubicBezTo>
                  <a:pt x="97" y="28"/>
                  <a:pt x="117" y="48"/>
                  <a:pt x="117" y="73"/>
                </a:cubicBezTo>
                <a:cubicBezTo>
                  <a:pt x="117" y="82"/>
                  <a:pt x="115" y="90"/>
                  <a:pt x="110" y="98"/>
                </a:cubicBezTo>
                <a:cubicBezTo>
                  <a:pt x="102" y="109"/>
                  <a:pt x="99" y="116"/>
                  <a:pt x="98" y="122"/>
                </a:cubicBezTo>
                <a:moveTo>
                  <a:pt x="72" y="45"/>
                </a:moveTo>
                <a:cubicBezTo>
                  <a:pt x="57" y="45"/>
                  <a:pt x="45" y="57"/>
                  <a:pt x="45" y="72"/>
                </a:cubicBezTo>
                <a:cubicBezTo>
                  <a:pt x="45" y="87"/>
                  <a:pt x="57" y="99"/>
                  <a:pt x="72" y="99"/>
                </a:cubicBezTo>
                <a:cubicBezTo>
                  <a:pt x="87" y="99"/>
                  <a:pt x="99" y="87"/>
                  <a:pt x="99" y="72"/>
                </a:cubicBezTo>
                <a:cubicBezTo>
                  <a:pt x="99" y="57"/>
                  <a:pt x="87" y="45"/>
                  <a:pt x="72" y="45"/>
                </a:cubicBezTo>
                <a:close/>
                <a:moveTo>
                  <a:pt x="62" y="77"/>
                </a:moveTo>
                <a:cubicBezTo>
                  <a:pt x="69" y="86"/>
                  <a:pt x="69" y="86"/>
                  <a:pt x="69" y="86"/>
                </a:cubicBezTo>
                <a:cubicBezTo>
                  <a:pt x="82" y="64"/>
                  <a:pt x="82" y="64"/>
                  <a:pt x="82" y="64"/>
                </a:cubicBezTo>
                <a:moveTo>
                  <a:pt x="72" y="14"/>
                </a:moveTo>
                <a:cubicBezTo>
                  <a:pt x="72" y="0"/>
                  <a:pt x="72" y="0"/>
                  <a:pt x="72" y="0"/>
                </a:cubicBezTo>
                <a:moveTo>
                  <a:pt x="43" y="22"/>
                </a:moveTo>
                <a:cubicBezTo>
                  <a:pt x="36" y="10"/>
                  <a:pt x="36" y="10"/>
                  <a:pt x="36" y="10"/>
                </a:cubicBezTo>
                <a:moveTo>
                  <a:pt x="10" y="36"/>
                </a:moveTo>
                <a:cubicBezTo>
                  <a:pt x="22" y="43"/>
                  <a:pt x="22" y="43"/>
                  <a:pt x="22" y="43"/>
                </a:cubicBezTo>
                <a:moveTo>
                  <a:pt x="0" y="72"/>
                </a:moveTo>
                <a:cubicBezTo>
                  <a:pt x="14" y="72"/>
                  <a:pt x="14" y="72"/>
                  <a:pt x="14" y="72"/>
                </a:cubicBezTo>
                <a:moveTo>
                  <a:pt x="108" y="10"/>
                </a:moveTo>
                <a:cubicBezTo>
                  <a:pt x="101" y="22"/>
                  <a:pt x="101" y="22"/>
                  <a:pt x="101" y="22"/>
                </a:cubicBezTo>
                <a:moveTo>
                  <a:pt x="134" y="36"/>
                </a:moveTo>
                <a:cubicBezTo>
                  <a:pt x="122" y="43"/>
                  <a:pt x="122" y="43"/>
                  <a:pt x="122" y="43"/>
                </a:cubicBezTo>
                <a:moveTo>
                  <a:pt x="130" y="72"/>
                </a:moveTo>
                <a:cubicBezTo>
                  <a:pt x="144" y="72"/>
                  <a:pt x="144" y="72"/>
                  <a:pt x="144" y="72"/>
                </a:cubicBezTo>
                <a:moveTo>
                  <a:pt x="88" y="131"/>
                </a:moveTo>
                <a:cubicBezTo>
                  <a:pt x="88" y="131"/>
                  <a:pt x="53" y="141"/>
                  <a:pt x="53" y="141"/>
                </a:cubicBezTo>
                <a:cubicBezTo>
                  <a:pt x="50" y="142"/>
                  <a:pt x="49" y="144"/>
                  <a:pt x="49" y="147"/>
                </a:cubicBezTo>
                <a:cubicBezTo>
                  <a:pt x="49" y="150"/>
                  <a:pt x="51" y="153"/>
                  <a:pt x="55" y="153"/>
                </a:cubicBezTo>
                <a:cubicBezTo>
                  <a:pt x="56" y="153"/>
                  <a:pt x="57" y="152"/>
                  <a:pt x="57" y="152"/>
                </a:cubicBezTo>
                <a:cubicBezTo>
                  <a:pt x="88" y="143"/>
                  <a:pt x="88" y="143"/>
                  <a:pt x="88" y="143"/>
                </a:cubicBezTo>
                <a:cubicBezTo>
                  <a:pt x="88" y="143"/>
                  <a:pt x="88" y="143"/>
                  <a:pt x="88" y="143"/>
                </a:cubicBezTo>
                <a:cubicBezTo>
                  <a:pt x="89" y="143"/>
                  <a:pt x="89" y="143"/>
                  <a:pt x="90" y="143"/>
                </a:cubicBezTo>
                <a:cubicBezTo>
                  <a:pt x="93" y="143"/>
                  <a:pt x="96" y="146"/>
                  <a:pt x="96" y="149"/>
                </a:cubicBezTo>
                <a:cubicBezTo>
                  <a:pt x="96" y="152"/>
                  <a:pt x="94" y="154"/>
                  <a:pt x="92" y="155"/>
                </a:cubicBezTo>
                <a:cubicBezTo>
                  <a:pt x="61" y="163"/>
                  <a:pt x="61" y="163"/>
                  <a:pt x="61" y="163"/>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504101E9-77E5-4371-9358-855EEB656A73}"/>
              </a:ext>
            </a:extLst>
          </p:cNvPr>
          <p:cNvSpPr>
            <a:spLocks noEditPoints="1"/>
          </p:cNvSpPr>
          <p:nvPr/>
        </p:nvSpPr>
        <p:spPr bwMode="auto">
          <a:xfrm>
            <a:off x="8489950" y="1036638"/>
            <a:ext cx="571500" cy="593725"/>
          </a:xfrm>
          <a:custGeom>
            <a:avLst/>
            <a:gdLst>
              <a:gd name="T0" fmla="*/ 56 w 150"/>
              <a:gd name="T1" fmla="*/ 16 h 156"/>
              <a:gd name="T2" fmla="*/ 132 w 150"/>
              <a:gd name="T3" fmla="*/ 63 h 156"/>
              <a:gd name="T4" fmla="*/ 150 w 150"/>
              <a:gd name="T5" fmla="*/ 100 h 156"/>
              <a:gd name="T6" fmla="*/ 134 w 150"/>
              <a:gd name="T7" fmla="*/ 100 h 156"/>
              <a:gd name="T8" fmla="*/ 134 w 150"/>
              <a:gd name="T9" fmla="*/ 126 h 156"/>
              <a:gd name="T10" fmla="*/ 126 w 150"/>
              <a:gd name="T11" fmla="*/ 134 h 156"/>
              <a:gd name="T12" fmla="*/ 109 w 150"/>
              <a:gd name="T13" fmla="*/ 134 h 156"/>
              <a:gd name="T14" fmla="*/ 109 w 150"/>
              <a:gd name="T15" fmla="*/ 156 h 156"/>
              <a:gd name="T16" fmla="*/ 40 w 150"/>
              <a:gd name="T17" fmla="*/ 156 h 156"/>
              <a:gd name="T18" fmla="*/ 40 w 150"/>
              <a:gd name="T19" fmla="*/ 133 h 156"/>
              <a:gd name="T20" fmla="*/ 33 w 150"/>
              <a:gd name="T21" fmla="*/ 117 h 156"/>
              <a:gd name="T22" fmla="*/ 84 w 150"/>
              <a:gd name="T23" fmla="*/ 71 h 156"/>
              <a:gd name="T24" fmla="*/ 84 w 150"/>
              <a:gd name="T25" fmla="*/ 60 h 156"/>
              <a:gd name="T26" fmla="*/ 72 w 150"/>
              <a:gd name="T27" fmla="*/ 55 h 156"/>
              <a:gd name="T28" fmla="*/ 70 w 150"/>
              <a:gd name="T29" fmla="*/ 51 h 156"/>
              <a:gd name="T30" fmla="*/ 75 w 150"/>
              <a:gd name="T31" fmla="*/ 40 h 156"/>
              <a:gd name="T32" fmla="*/ 68 w 150"/>
              <a:gd name="T33" fmla="*/ 32 h 156"/>
              <a:gd name="T34" fmla="*/ 56 w 150"/>
              <a:gd name="T35" fmla="*/ 37 h 156"/>
              <a:gd name="T36" fmla="*/ 52 w 150"/>
              <a:gd name="T37" fmla="*/ 36 h 156"/>
              <a:gd name="T38" fmla="*/ 47 w 150"/>
              <a:gd name="T39" fmla="*/ 24 h 156"/>
              <a:gd name="T40" fmla="*/ 37 w 150"/>
              <a:gd name="T41" fmla="*/ 24 h 156"/>
              <a:gd name="T42" fmla="*/ 32 w 150"/>
              <a:gd name="T43" fmla="*/ 36 h 156"/>
              <a:gd name="T44" fmla="*/ 28 w 150"/>
              <a:gd name="T45" fmla="*/ 37 h 156"/>
              <a:gd name="T46" fmla="*/ 16 w 150"/>
              <a:gd name="T47" fmla="*/ 32 h 156"/>
              <a:gd name="T48" fmla="*/ 9 w 150"/>
              <a:gd name="T49" fmla="*/ 40 h 156"/>
              <a:gd name="T50" fmla="*/ 14 w 150"/>
              <a:gd name="T51" fmla="*/ 51 h 156"/>
              <a:gd name="T52" fmla="*/ 12 w 150"/>
              <a:gd name="T53" fmla="*/ 55 h 156"/>
              <a:gd name="T54" fmla="*/ 0 w 150"/>
              <a:gd name="T55" fmla="*/ 60 h 156"/>
              <a:gd name="T56" fmla="*/ 0 w 150"/>
              <a:gd name="T57" fmla="*/ 71 h 156"/>
              <a:gd name="T58" fmla="*/ 12 w 150"/>
              <a:gd name="T59" fmla="*/ 75 h 156"/>
              <a:gd name="T60" fmla="*/ 14 w 150"/>
              <a:gd name="T61" fmla="*/ 80 h 156"/>
              <a:gd name="T62" fmla="*/ 9 w 150"/>
              <a:gd name="T63" fmla="*/ 91 h 156"/>
              <a:gd name="T64" fmla="*/ 16 w 150"/>
              <a:gd name="T65" fmla="*/ 99 h 156"/>
              <a:gd name="T66" fmla="*/ 28 w 150"/>
              <a:gd name="T67" fmla="*/ 94 h 156"/>
              <a:gd name="T68" fmla="*/ 32 w 150"/>
              <a:gd name="T69" fmla="*/ 95 h 156"/>
              <a:gd name="T70" fmla="*/ 37 w 150"/>
              <a:gd name="T71" fmla="*/ 107 h 156"/>
              <a:gd name="T72" fmla="*/ 47 w 150"/>
              <a:gd name="T73" fmla="*/ 107 h 156"/>
              <a:gd name="T74" fmla="*/ 52 w 150"/>
              <a:gd name="T75" fmla="*/ 95 h 156"/>
              <a:gd name="T76" fmla="*/ 56 w 150"/>
              <a:gd name="T77" fmla="*/ 94 h 156"/>
              <a:gd name="T78" fmla="*/ 68 w 150"/>
              <a:gd name="T79" fmla="*/ 99 h 156"/>
              <a:gd name="T80" fmla="*/ 75 w 150"/>
              <a:gd name="T81" fmla="*/ 91 h 156"/>
              <a:gd name="T82" fmla="*/ 70 w 150"/>
              <a:gd name="T83" fmla="*/ 80 h 156"/>
              <a:gd name="T84" fmla="*/ 72 w 150"/>
              <a:gd name="T85" fmla="*/ 75 h 156"/>
              <a:gd name="T86" fmla="*/ 84 w 150"/>
              <a:gd name="T87" fmla="*/ 71 h 156"/>
              <a:gd name="T88" fmla="*/ 42 w 150"/>
              <a:gd name="T89" fmla="*/ 48 h 156"/>
              <a:gd name="T90" fmla="*/ 24 w 150"/>
              <a:gd name="T91" fmla="*/ 65 h 156"/>
              <a:gd name="T92" fmla="*/ 42 w 150"/>
              <a:gd name="T93" fmla="*/ 83 h 156"/>
              <a:gd name="T94" fmla="*/ 60 w 150"/>
              <a:gd name="T95" fmla="*/ 65 h 156"/>
              <a:gd name="T96" fmla="*/ 42 w 150"/>
              <a:gd name="T97" fmla="*/ 48 h 156"/>
              <a:gd name="T98" fmla="*/ 109 w 150"/>
              <a:gd name="T99" fmla="*/ 134 h 156"/>
              <a:gd name="T100" fmla="*/ 100 w 150"/>
              <a:gd name="T101" fmla="*/ 13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6">
                <a:moveTo>
                  <a:pt x="56" y="16"/>
                </a:moveTo>
                <a:cubicBezTo>
                  <a:pt x="139" y="0"/>
                  <a:pt x="132" y="63"/>
                  <a:pt x="132" y="63"/>
                </a:cubicBezTo>
                <a:cubicBezTo>
                  <a:pt x="150" y="100"/>
                  <a:pt x="150" y="100"/>
                  <a:pt x="150" y="100"/>
                </a:cubicBezTo>
                <a:cubicBezTo>
                  <a:pt x="134" y="100"/>
                  <a:pt x="134" y="100"/>
                  <a:pt x="134" y="100"/>
                </a:cubicBezTo>
                <a:cubicBezTo>
                  <a:pt x="134" y="126"/>
                  <a:pt x="134" y="126"/>
                  <a:pt x="134" y="126"/>
                </a:cubicBezTo>
                <a:cubicBezTo>
                  <a:pt x="134" y="130"/>
                  <a:pt x="131" y="134"/>
                  <a:pt x="126" y="134"/>
                </a:cubicBezTo>
                <a:cubicBezTo>
                  <a:pt x="109" y="134"/>
                  <a:pt x="109" y="134"/>
                  <a:pt x="109" y="134"/>
                </a:cubicBezTo>
                <a:cubicBezTo>
                  <a:pt x="109" y="156"/>
                  <a:pt x="109" y="156"/>
                  <a:pt x="109" y="156"/>
                </a:cubicBezTo>
                <a:moveTo>
                  <a:pt x="40" y="156"/>
                </a:moveTo>
                <a:cubicBezTo>
                  <a:pt x="40" y="133"/>
                  <a:pt x="40" y="133"/>
                  <a:pt x="40" y="133"/>
                </a:cubicBezTo>
                <a:cubicBezTo>
                  <a:pt x="33" y="117"/>
                  <a:pt x="33" y="117"/>
                  <a:pt x="33" y="117"/>
                </a:cubicBezTo>
                <a:moveTo>
                  <a:pt x="84" y="71"/>
                </a:moveTo>
                <a:cubicBezTo>
                  <a:pt x="84" y="60"/>
                  <a:pt x="84" y="60"/>
                  <a:pt x="84" y="60"/>
                </a:cubicBezTo>
                <a:cubicBezTo>
                  <a:pt x="72" y="55"/>
                  <a:pt x="72" y="55"/>
                  <a:pt x="72" y="55"/>
                </a:cubicBezTo>
                <a:cubicBezTo>
                  <a:pt x="71" y="54"/>
                  <a:pt x="71" y="53"/>
                  <a:pt x="70" y="51"/>
                </a:cubicBezTo>
                <a:cubicBezTo>
                  <a:pt x="75" y="40"/>
                  <a:pt x="75" y="40"/>
                  <a:pt x="75" y="40"/>
                </a:cubicBezTo>
                <a:cubicBezTo>
                  <a:pt x="68" y="32"/>
                  <a:pt x="68" y="32"/>
                  <a:pt x="68" y="32"/>
                </a:cubicBezTo>
                <a:cubicBezTo>
                  <a:pt x="56" y="37"/>
                  <a:pt x="56" y="37"/>
                  <a:pt x="56" y="37"/>
                </a:cubicBezTo>
                <a:cubicBezTo>
                  <a:pt x="55" y="37"/>
                  <a:pt x="53" y="36"/>
                  <a:pt x="52" y="36"/>
                </a:cubicBezTo>
                <a:cubicBezTo>
                  <a:pt x="47" y="24"/>
                  <a:pt x="47" y="24"/>
                  <a:pt x="47" y="24"/>
                </a:cubicBezTo>
                <a:cubicBezTo>
                  <a:pt x="37" y="24"/>
                  <a:pt x="37" y="24"/>
                  <a:pt x="37" y="24"/>
                </a:cubicBezTo>
                <a:cubicBezTo>
                  <a:pt x="32" y="36"/>
                  <a:pt x="32" y="36"/>
                  <a:pt x="32" y="36"/>
                </a:cubicBezTo>
                <a:cubicBezTo>
                  <a:pt x="31" y="36"/>
                  <a:pt x="29" y="37"/>
                  <a:pt x="28" y="37"/>
                </a:cubicBezTo>
                <a:cubicBezTo>
                  <a:pt x="16" y="32"/>
                  <a:pt x="16" y="32"/>
                  <a:pt x="16" y="32"/>
                </a:cubicBezTo>
                <a:cubicBezTo>
                  <a:pt x="9" y="40"/>
                  <a:pt x="9" y="40"/>
                  <a:pt x="9" y="40"/>
                </a:cubicBezTo>
                <a:cubicBezTo>
                  <a:pt x="14" y="51"/>
                  <a:pt x="14" y="51"/>
                  <a:pt x="14" y="51"/>
                </a:cubicBezTo>
                <a:cubicBezTo>
                  <a:pt x="13" y="53"/>
                  <a:pt x="13" y="54"/>
                  <a:pt x="12" y="55"/>
                </a:cubicBezTo>
                <a:cubicBezTo>
                  <a:pt x="0" y="60"/>
                  <a:pt x="0" y="60"/>
                  <a:pt x="0" y="60"/>
                </a:cubicBezTo>
                <a:cubicBezTo>
                  <a:pt x="0" y="71"/>
                  <a:pt x="0" y="71"/>
                  <a:pt x="0" y="71"/>
                </a:cubicBezTo>
                <a:cubicBezTo>
                  <a:pt x="12" y="75"/>
                  <a:pt x="12" y="75"/>
                  <a:pt x="12" y="75"/>
                </a:cubicBezTo>
                <a:cubicBezTo>
                  <a:pt x="13" y="77"/>
                  <a:pt x="13" y="78"/>
                  <a:pt x="14" y="80"/>
                </a:cubicBezTo>
                <a:cubicBezTo>
                  <a:pt x="9" y="91"/>
                  <a:pt x="9" y="91"/>
                  <a:pt x="9" y="91"/>
                </a:cubicBezTo>
                <a:cubicBezTo>
                  <a:pt x="16" y="99"/>
                  <a:pt x="16" y="99"/>
                  <a:pt x="16" y="99"/>
                </a:cubicBezTo>
                <a:cubicBezTo>
                  <a:pt x="28" y="94"/>
                  <a:pt x="28" y="94"/>
                  <a:pt x="28" y="94"/>
                </a:cubicBezTo>
                <a:cubicBezTo>
                  <a:pt x="29" y="94"/>
                  <a:pt x="31" y="95"/>
                  <a:pt x="32" y="95"/>
                </a:cubicBezTo>
                <a:cubicBezTo>
                  <a:pt x="37" y="107"/>
                  <a:pt x="37" y="107"/>
                  <a:pt x="37" y="107"/>
                </a:cubicBezTo>
                <a:cubicBezTo>
                  <a:pt x="47" y="107"/>
                  <a:pt x="47" y="107"/>
                  <a:pt x="47" y="107"/>
                </a:cubicBezTo>
                <a:cubicBezTo>
                  <a:pt x="52" y="95"/>
                  <a:pt x="52" y="95"/>
                  <a:pt x="52" y="95"/>
                </a:cubicBezTo>
                <a:cubicBezTo>
                  <a:pt x="53" y="95"/>
                  <a:pt x="55" y="94"/>
                  <a:pt x="56" y="94"/>
                </a:cubicBezTo>
                <a:cubicBezTo>
                  <a:pt x="68" y="99"/>
                  <a:pt x="68" y="99"/>
                  <a:pt x="68" y="99"/>
                </a:cubicBezTo>
                <a:cubicBezTo>
                  <a:pt x="75" y="91"/>
                  <a:pt x="75" y="91"/>
                  <a:pt x="75" y="91"/>
                </a:cubicBezTo>
                <a:cubicBezTo>
                  <a:pt x="70" y="80"/>
                  <a:pt x="70" y="80"/>
                  <a:pt x="70" y="80"/>
                </a:cubicBezTo>
                <a:cubicBezTo>
                  <a:pt x="71" y="78"/>
                  <a:pt x="71" y="77"/>
                  <a:pt x="72" y="75"/>
                </a:cubicBezTo>
                <a:lnTo>
                  <a:pt x="84" y="71"/>
                </a:lnTo>
                <a:close/>
                <a:moveTo>
                  <a:pt x="42" y="48"/>
                </a:moveTo>
                <a:cubicBezTo>
                  <a:pt x="32" y="48"/>
                  <a:pt x="24" y="56"/>
                  <a:pt x="24" y="65"/>
                </a:cubicBezTo>
                <a:cubicBezTo>
                  <a:pt x="24" y="75"/>
                  <a:pt x="32" y="83"/>
                  <a:pt x="42" y="83"/>
                </a:cubicBezTo>
                <a:cubicBezTo>
                  <a:pt x="52" y="83"/>
                  <a:pt x="60" y="75"/>
                  <a:pt x="60" y="65"/>
                </a:cubicBezTo>
                <a:cubicBezTo>
                  <a:pt x="60" y="56"/>
                  <a:pt x="52" y="48"/>
                  <a:pt x="42" y="48"/>
                </a:cubicBezTo>
                <a:close/>
                <a:moveTo>
                  <a:pt x="109" y="134"/>
                </a:moveTo>
                <a:cubicBezTo>
                  <a:pt x="100" y="134"/>
                  <a:pt x="100" y="134"/>
                  <a:pt x="100" y="134"/>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7284B6CB-076E-4CE4-9C9F-7452EFD68F84}"/>
              </a:ext>
            </a:extLst>
          </p:cNvPr>
          <p:cNvSpPr>
            <a:spLocks noEditPoints="1"/>
          </p:cNvSpPr>
          <p:nvPr/>
        </p:nvSpPr>
        <p:spPr bwMode="auto">
          <a:xfrm>
            <a:off x="9510713" y="3222625"/>
            <a:ext cx="533400" cy="427038"/>
          </a:xfrm>
          <a:custGeom>
            <a:avLst/>
            <a:gdLst>
              <a:gd name="T0" fmla="*/ 140 w 140"/>
              <a:gd name="T1" fmla="*/ 112 h 112"/>
              <a:gd name="T2" fmla="*/ 0 w 140"/>
              <a:gd name="T3" fmla="*/ 112 h 112"/>
              <a:gd name="T4" fmla="*/ 34 w 140"/>
              <a:gd name="T5" fmla="*/ 82 h 112"/>
              <a:gd name="T6" fmla="*/ 15 w 140"/>
              <a:gd name="T7" fmla="*/ 82 h 112"/>
              <a:gd name="T8" fmla="*/ 15 w 140"/>
              <a:gd name="T9" fmla="*/ 112 h 112"/>
              <a:gd name="T10" fmla="*/ 34 w 140"/>
              <a:gd name="T11" fmla="*/ 112 h 112"/>
              <a:gd name="T12" fmla="*/ 34 w 140"/>
              <a:gd name="T13" fmla="*/ 82 h 112"/>
              <a:gd name="T14" fmla="*/ 64 w 140"/>
              <a:gd name="T15" fmla="*/ 52 h 112"/>
              <a:gd name="T16" fmla="*/ 45 w 140"/>
              <a:gd name="T17" fmla="*/ 52 h 112"/>
              <a:gd name="T18" fmla="*/ 45 w 140"/>
              <a:gd name="T19" fmla="*/ 112 h 112"/>
              <a:gd name="T20" fmla="*/ 64 w 140"/>
              <a:gd name="T21" fmla="*/ 112 h 112"/>
              <a:gd name="T22" fmla="*/ 64 w 140"/>
              <a:gd name="T23" fmla="*/ 52 h 112"/>
              <a:gd name="T24" fmla="*/ 94 w 140"/>
              <a:gd name="T25" fmla="*/ 65 h 112"/>
              <a:gd name="T26" fmla="*/ 75 w 140"/>
              <a:gd name="T27" fmla="*/ 65 h 112"/>
              <a:gd name="T28" fmla="*/ 75 w 140"/>
              <a:gd name="T29" fmla="*/ 112 h 112"/>
              <a:gd name="T30" fmla="*/ 94 w 140"/>
              <a:gd name="T31" fmla="*/ 112 h 112"/>
              <a:gd name="T32" fmla="*/ 94 w 140"/>
              <a:gd name="T33" fmla="*/ 65 h 112"/>
              <a:gd name="T34" fmla="*/ 124 w 140"/>
              <a:gd name="T35" fmla="*/ 35 h 112"/>
              <a:gd name="T36" fmla="*/ 105 w 140"/>
              <a:gd name="T37" fmla="*/ 35 h 112"/>
              <a:gd name="T38" fmla="*/ 105 w 140"/>
              <a:gd name="T39" fmla="*/ 112 h 112"/>
              <a:gd name="T40" fmla="*/ 124 w 140"/>
              <a:gd name="T41" fmla="*/ 112 h 112"/>
              <a:gd name="T42" fmla="*/ 124 w 140"/>
              <a:gd name="T43" fmla="*/ 35 h 112"/>
              <a:gd name="T44" fmla="*/ 24 w 140"/>
              <a:gd name="T45" fmla="*/ 49 h 112"/>
              <a:gd name="T46" fmla="*/ 19 w 140"/>
              <a:gd name="T47" fmla="*/ 54 h 112"/>
              <a:gd name="T48" fmla="*/ 24 w 140"/>
              <a:gd name="T49" fmla="*/ 60 h 112"/>
              <a:gd name="T50" fmla="*/ 30 w 140"/>
              <a:gd name="T51" fmla="*/ 54 h 112"/>
              <a:gd name="T52" fmla="*/ 24 w 140"/>
              <a:gd name="T53" fmla="*/ 49 h 112"/>
              <a:gd name="T54" fmla="*/ 54 w 140"/>
              <a:gd name="T55" fmla="*/ 20 h 112"/>
              <a:gd name="T56" fmla="*/ 49 w 140"/>
              <a:gd name="T57" fmla="*/ 26 h 112"/>
              <a:gd name="T58" fmla="*/ 54 w 140"/>
              <a:gd name="T59" fmla="*/ 31 h 112"/>
              <a:gd name="T60" fmla="*/ 60 w 140"/>
              <a:gd name="T61" fmla="*/ 26 h 112"/>
              <a:gd name="T62" fmla="*/ 54 w 140"/>
              <a:gd name="T63" fmla="*/ 20 h 112"/>
              <a:gd name="T64" fmla="*/ 84 w 140"/>
              <a:gd name="T65" fmla="*/ 35 h 112"/>
              <a:gd name="T66" fmla="*/ 79 w 140"/>
              <a:gd name="T67" fmla="*/ 40 h 112"/>
              <a:gd name="T68" fmla="*/ 84 w 140"/>
              <a:gd name="T69" fmla="*/ 46 h 112"/>
              <a:gd name="T70" fmla="*/ 90 w 140"/>
              <a:gd name="T71" fmla="*/ 40 h 112"/>
              <a:gd name="T72" fmla="*/ 84 w 140"/>
              <a:gd name="T73" fmla="*/ 35 h 112"/>
              <a:gd name="T74" fmla="*/ 115 w 140"/>
              <a:gd name="T75" fmla="*/ 0 h 112"/>
              <a:gd name="T76" fmla="*/ 109 w 140"/>
              <a:gd name="T77" fmla="*/ 6 h 112"/>
              <a:gd name="T78" fmla="*/ 115 w 140"/>
              <a:gd name="T79" fmla="*/ 11 h 112"/>
              <a:gd name="T80" fmla="*/ 120 w 140"/>
              <a:gd name="T81" fmla="*/ 6 h 112"/>
              <a:gd name="T82" fmla="*/ 115 w 140"/>
              <a:gd name="T83" fmla="*/ 0 h 112"/>
              <a:gd name="T84" fmla="*/ 88 w 140"/>
              <a:gd name="T85" fmla="*/ 36 h 112"/>
              <a:gd name="T86" fmla="*/ 111 w 140"/>
              <a:gd name="T87" fmla="*/ 10 h 112"/>
              <a:gd name="T88" fmla="*/ 59 w 140"/>
              <a:gd name="T89" fmla="*/ 28 h 112"/>
              <a:gd name="T90" fmla="*/ 80 w 140"/>
              <a:gd name="T91" fmla="*/ 38 h 112"/>
              <a:gd name="T92" fmla="*/ 50 w 140"/>
              <a:gd name="T93" fmla="*/ 30 h 112"/>
              <a:gd name="T94" fmla="*/ 28 w 140"/>
              <a:gd name="T95" fmla="*/ 5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112">
                <a:moveTo>
                  <a:pt x="140" y="112"/>
                </a:moveTo>
                <a:cubicBezTo>
                  <a:pt x="0" y="112"/>
                  <a:pt x="0" y="112"/>
                  <a:pt x="0" y="112"/>
                </a:cubicBezTo>
                <a:moveTo>
                  <a:pt x="34" y="82"/>
                </a:moveTo>
                <a:cubicBezTo>
                  <a:pt x="15" y="82"/>
                  <a:pt x="15" y="82"/>
                  <a:pt x="15" y="82"/>
                </a:cubicBezTo>
                <a:cubicBezTo>
                  <a:pt x="15" y="112"/>
                  <a:pt x="15" y="112"/>
                  <a:pt x="15" y="112"/>
                </a:cubicBezTo>
                <a:cubicBezTo>
                  <a:pt x="34" y="112"/>
                  <a:pt x="34" y="112"/>
                  <a:pt x="34" y="112"/>
                </a:cubicBezTo>
                <a:lnTo>
                  <a:pt x="34" y="82"/>
                </a:lnTo>
                <a:close/>
                <a:moveTo>
                  <a:pt x="64" y="52"/>
                </a:moveTo>
                <a:cubicBezTo>
                  <a:pt x="45" y="52"/>
                  <a:pt x="45" y="52"/>
                  <a:pt x="45" y="52"/>
                </a:cubicBezTo>
                <a:cubicBezTo>
                  <a:pt x="45" y="112"/>
                  <a:pt x="45" y="112"/>
                  <a:pt x="45" y="112"/>
                </a:cubicBezTo>
                <a:cubicBezTo>
                  <a:pt x="64" y="112"/>
                  <a:pt x="64" y="112"/>
                  <a:pt x="64" y="112"/>
                </a:cubicBezTo>
                <a:lnTo>
                  <a:pt x="64" y="52"/>
                </a:lnTo>
                <a:close/>
                <a:moveTo>
                  <a:pt x="94" y="65"/>
                </a:moveTo>
                <a:cubicBezTo>
                  <a:pt x="75" y="65"/>
                  <a:pt x="75" y="65"/>
                  <a:pt x="75" y="65"/>
                </a:cubicBezTo>
                <a:cubicBezTo>
                  <a:pt x="75" y="112"/>
                  <a:pt x="75" y="112"/>
                  <a:pt x="75" y="112"/>
                </a:cubicBezTo>
                <a:cubicBezTo>
                  <a:pt x="94" y="112"/>
                  <a:pt x="94" y="112"/>
                  <a:pt x="94" y="112"/>
                </a:cubicBezTo>
                <a:lnTo>
                  <a:pt x="94" y="65"/>
                </a:lnTo>
                <a:close/>
                <a:moveTo>
                  <a:pt x="124" y="35"/>
                </a:moveTo>
                <a:cubicBezTo>
                  <a:pt x="105" y="35"/>
                  <a:pt x="105" y="35"/>
                  <a:pt x="105" y="35"/>
                </a:cubicBezTo>
                <a:cubicBezTo>
                  <a:pt x="105" y="112"/>
                  <a:pt x="105" y="112"/>
                  <a:pt x="105" y="112"/>
                </a:cubicBezTo>
                <a:cubicBezTo>
                  <a:pt x="124" y="112"/>
                  <a:pt x="124" y="112"/>
                  <a:pt x="124" y="112"/>
                </a:cubicBezTo>
                <a:lnTo>
                  <a:pt x="124" y="35"/>
                </a:lnTo>
                <a:close/>
                <a:moveTo>
                  <a:pt x="24" y="49"/>
                </a:moveTo>
                <a:cubicBezTo>
                  <a:pt x="21" y="49"/>
                  <a:pt x="19" y="51"/>
                  <a:pt x="19" y="54"/>
                </a:cubicBezTo>
                <a:cubicBezTo>
                  <a:pt x="19" y="57"/>
                  <a:pt x="21" y="60"/>
                  <a:pt x="24" y="60"/>
                </a:cubicBezTo>
                <a:cubicBezTo>
                  <a:pt x="27" y="60"/>
                  <a:pt x="30" y="57"/>
                  <a:pt x="30" y="54"/>
                </a:cubicBezTo>
                <a:cubicBezTo>
                  <a:pt x="30" y="51"/>
                  <a:pt x="27" y="49"/>
                  <a:pt x="24" y="49"/>
                </a:cubicBezTo>
                <a:close/>
                <a:moveTo>
                  <a:pt x="54" y="20"/>
                </a:moveTo>
                <a:cubicBezTo>
                  <a:pt x="51" y="20"/>
                  <a:pt x="49" y="23"/>
                  <a:pt x="49" y="26"/>
                </a:cubicBezTo>
                <a:cubicBezTo>
                  <a:pt x="49" y="29"/>
                  <a:pt x="51" y="31"/>
                  <a:pt x="54" y="31"/>
                </a:cubicBezTo>
                <a:cubicBezTo>
                  <a:pt x="57" y="31"/>
                  <a:pt x="60" y="29"/>
                  <a:pt x="60" y="26"/>
                </a:cubicBezTo>
                <a:cubicBezTo>
                  <a:pt x="60" y="23"/>
                  <a:pt x="57" y="20"/>
                  <a:pt x="54" y="20"/>
                </a:cubicBezTo>
                <a:close/>
                <a:moveTo>
                  <a:pt x="84" y="35"/>
                </a:moveTo>
                <a:cubicBezTo>
                  <a:pt x="81" y="35"/>
                  <a:pt x="79" y="37"/>
                  <a:pt x="79" y="40"/>
                </a:cubicBezTo>
                <a:cubicBezTo>
                  <a:pt x="79" y="43"/>
                  <a:pt x="81" y="46"/>
                  <a:pt x="84" y="46"/>
                </a:cubicBezTo>
                <a:cubicBezTo>
                  <a:pt x="88" y="46"/>
                  <a:pt x="90" y="43"/>
                  <a:pt x="90" y="40"/>
                </a:cubicBezTo>
                <a:cubicBezTo>
                  <a:pt x="90" y="37"/>
                  <a:pt x="88" y="35"/>
                  <a:pt x="84" y="35"/>
                </a:cubicBezTo>
                <a:close/>
                <a:moveTo>
                  <a:pt x="115" y="0"/>
                </a:moveTo>
                <a:cubicBezTo>
                  <a:pt x="112" y="0"/>
                  <a:pt x="109" y="3"/>
                  <a:pt x="109" y="6"/>
                </a:cubicBezTo>
                <a:cubicBezTo>
                  <a:pt x="109" y="9"/>
                  <a:pt x="112" y="11"/>
                  <a:pt x="115" y="11"/>
                </a:cubicBezTo>
                <a:cubicBezTo>
                  <a:pt x="118" y="11"/>
                  <a:pt x="120" y="9"/>
                  <a:pt x="120" y="6"/>
                </a:cubicBezTo>
                <a:cubicBezTo>
                  <a:pt x="120" y="3"/>
                  <a:pt x="118" y="0"/>
                  <a:pt x="115" y="0"/>
                </a:cubicBezTo>
                <a:close/>
                <a:moveTo>
                  <a:pt x="88" y="36"/>
                </a:moveTo>
                <a:cubicBezTo>
                  <a:pt x="111" y="10"/>
                  <a:pt x="111" y="10"/>
                  <a:pt x="111" y="10"/>
                </a:cubicBezTo>
                <a:moveTo>
                  <a:pt x="59" y="28"/>
                </a:moveTo>
                <a:cubicBezTo>
                  <a:pt x="80" y="38"/>
                  <a:pt x="80" y="38"/>
                  <a:pt x="80" y="38"/>
                </a:cubicBezTo>
                <a:moveTo>
                  <a:pt x="50" y="30"/>
                </a:moveTo>
                <a:cubicBezTo>
                  <a:pt x="28" y="51"/>
                  <a:pt x="28" y="51"/>
                  <a:pt x="28" y="51"/>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63" name="Group 62">
            <a:extLst>
              <a:ext uri="{FF2B5EF4-FFF2-40B4-BE49-F238E27FC236}">
                <a16:creationId xmlns:a16="http://schemas.microsoft.com/office/drawing/2014/main" id="{E14EB743-0511-4D64-879F-4B969A3B70D7}"/>
              </a:ext>
            </a:extLst>
          </p:cNvPr>
          <p:cNvGrpSpPr/>
          <p:nvPr/>
        </p:nvGrpSpPr>
        <p:grpSpPr>
          <a:xfrm>
            <a:off x="6297613" y="3125788"/>
            <a:ext cx="1598194" cy="604837"/>
            <a:chOff x="6297613" y="3125788"/>
            <a:chExt cx="1598194" cy="604837"/>
          </a:xfrm>
        </p:grpSpPr>
        <p:sp>
          <p:nvSpPr>
            <p:cNvPr id="23" name="Rectangle 22">
              <a:extLst>
                <a:ext uri="{FF2B5EF4-FFF2-40B4-BE49-F238E27FC236}">
                  <a16:creationId xmlns:a16="http://schemas.microsoft.com/office/drawing/2014/main" id="{4637314F-4CC3-4C68-A854-1A77D1D4DCD8}"/>
                </a:ext>
              </a:extLst>
            </p:cNvPr>
            <p:cNvSpPr>
              <a:spLocks noChangeArrowheads="1"/>
            </p:cNvSpPr>
            <p:nvPr/>
          </p:nvSpPr>
          <p:spPr bwMode="auto">
            <a:xfrm>
              <a:off x="6556375" y="3125788"/>
              <a:ext cx="10627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CREATIVE</a:t>
              </a:r>
              <a:endParaRPr kumimoji="0" lang="ru-UA" altLang="ru-UA" sz="1800" b="0" i="0" u="none" strike="noStrike" cap="none" normalizeH="0" baseline="0">
                <a:ln>
                  <a:noFill/>
                </a:ln>
                <a:effectLst/>
              </a:endParaRPr>
            </a:p>
          </p:txBody>
        </p:sp>
        <p:sp>
          <p:nvSpPr>
            <p:cNvPr id="24" name="Rectangle 23">
              <a:extLst>
                <a:ext uri="{FF2B5EF4-FFF2-40B4-BE49-F238E27FC236}">
                  <a16:creationId xmlns:a16="http://schemas.microsoft.com/office/drawing/2014/main" id="{BD38F004-185D-4114-88ED-37C4E0635C15}"/>
                </a:ext>
              </a:extLst>
            </p:cNvPr>
            <p:cNvSpPr>
              <a:spLocks noChangeArrowheads="1"/>
            </p:cNvSpPr>
            <p:nvPr/>
          </p:nvSpPr>
          <p:spPr bwMode="auto">
            <a:xfrm>
              <a:off x="6297613" y="3322638"/>
              <a:ext cx="15981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INFOGRAPHIC</a:t>
              </a:r>
              <a:endParaRPr kumimoji="0" lang="ru-UA" altLang="ru-UA" sz="1800" b="0" i="0" u="none" strike="noStrike" cap="none" normalizeH="0" baseline="0">
                <a:ln>
                  <a:noFill/>
                </a:ln>
                <a:effectLst/>
              </a:endParaRPr>
            </a:p>
          </p:txBody>
        </p:sp>
        <p:sp>
          <p:nvSpPr>
            <p:cNvPr id="25" name="Oval 24">
              <a:extLst>
                <a:ext uri="{FF2B5EF4-FFF2-40B4-BE49-F238E27FC236}">
                  <a16:creationId xmlns:a16="http://schemas.microsoft.com/office/drawing/2014/main" id="{438A4C50-0680-486C-A77E-3B35505A8659}"/>
                </a:ext>
              </a:extLst>
            </p:cNvPr>
            <p:cNvSpPr>
              <a:spLocks noChangeArrowheads="1"/>
            </p:cNvSpPr>
            <p:nvPr/>
          </p:nvSpPr>
          <p:spPr bwMode="auto">
            <a:xfrm>
              <a:off x="6472238" y="3638550"/>
              <a:ext cx="92075" cy="920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Oval 25">
              <a:extLst>
                <a:ext uri="{FF2B5EF4-FFF2-40B4-BE49-F238E27FC236}">
                  <a16:creationId xmlns:a16="http://schemas.microsoft.com/office/drawing/2014/main" id="{58888957-7C95-417E-A43F-29BBD6C32D79}"/>
                </a:ext>
              </a:extLst>
            </p:cNvPr>
            <p:cNvSpPr>
              <a:spLocks noChangeArrowheads="1"/>
            </p:cNvSpPr>
            <p:nvPr/>
          </p:nvSpPr>
          <p:spPr bwMode="auto">
            <a:xfrm>
              <a:off x="7070725" y="3638550"/>
              <a:ext cx="87313" cy="920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Oval 26">
              <a:extLst>
                <a:ext uri="{FF2B5EF4-FFF2-40B4-BE49-F238E27FC236}">
                  <a16:creationId xmlns:a16="http://schemas.microsoft.com/office/drawing/2014/main" id="{6C23479C-E14D-4B70-99E0-54C0565BC88F}"/>
                </a:ext>
              </a:extLst>
            </p:cNvPr>
            <p:cNvSpPr>
              <a:spLocks noChangeArrowheads="1"/>
            </p:cNvSpPr>
            <p:nvPr/>
          </p:nvSpPr>
          <p:spPr bwMode="auto">
            <a:xfrm>
              <a:off x="7664450" y="3638550"/>
              <a:ext cx="90488" cy="920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8" name="Text Placeholder 17">
            <a:extLst>
              <a:ext uri="{FF2B5EF4-FFF2-40B4-BE49-F238E27FC236}">
                <a16:creationId xmlns:a16="http://schemas.microsoft.com/office/drawing/2014/main" id="{36D96290-F457-413E-B712-82CD2C64E58E}"/>
              </a:ext>
            </a:extLst>
          </p:cNvPr>
          <p:cNvSpPr txBox="1">
            <a:spLocks/>
          </p:cNvSpPr>
          <p:nvPr/>
        </p:nvSpPr>
        <p:spPr>
          <a:xfrm>
            <a:off x="2404513" y="1473421"/>
            <a:ext cx="2876324"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ru-UA" sz="1050"/>
              <a:t>Lorem ipsum dolor sit amet, consectetur adipiscing elit, sed do eiusmod tempor incididunt ut labore et dolore magna aliqua. Ut enim ad minim veniam, quis nostrud exercitation ullamco laboris nisi ut</a:t>
            </a:r>
            <a:endParaRPr lang="ru-RU" altLang="ru-UA" sz="1050"/>
          </a:p>
        </p:txBody>
      </p:sp>
      <p:sp>
        <p:nvSpPr>
          <p:cNvPr id="69" name="Text Placeholder 17">
            <a:extLst>
              <a:ext uri="{FF2B5EF4-FFF2-40B4-BE49-F238E27FC236}">
                <a16:creationId xmlns:a16="http://schemas.microsoft.com/office/drawing/2014/main" id="{315BCE36-6D6A-4997-88C1-E51336EFB03B}"/>
              </a:ext>
            </a:extLst>
          </p:cNvPr>
          <p:cNvSpPr txBox="1">
            <a:spLocks/>
          </p:cNvSpPr>
          <p:nvPr/>
        </p:nvSpPr>
        <p:spPr>
          <a:xfrm>
            <a:off x="2404513" y="3429811"/>
            <a:ext cx="2876324"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ru-UA" sz="1050"/>
              <a:t>Lorem ipsum dolor sit amet, consectetur adipiscing elit, sed do eiusmod tempor incididunt ut labore et dolore magna aliqua. Ut enim ad minim veniam, quis nostrud exercitation ullamco laboris nisi ut</a:t>
            </a:r>
            <a:endParaRPr lang="ru-RU" altLang="ru-UA" sz="1050"/>
          </a:p>
        </p:txBody>
      </p:sp>
      <p:sp>
        <p:nvSpPr>
          <p:cNvPr id="70" name="Text Placeholder 17">
            <a:extLst>
              <a:ext uri="{FF2B5EF4-FFF2-40B4-BE49-F238E27FC236}">
                <a16:creationId xmlns:a16="http://schemas.microsoft.com/office/drawing/2014/main" id="{E8167E3C-92EF-414C-883E-C951832D6A67}"/>
              </a:ext>
            </a:extLst>
          </p:cNvPr>
          <p:cNvSpPr txBox="1">
            <a:spLocks/>
          </p:cNvSpPr>
          <p:nvPr/>
        </p:nvSpPr>
        <p:spPr>
          <a:xfrm>
            <a:off x="2404513" y="5350760"/>
            <a:ext cx="2876324"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ru-UA" sz="1050"/>
              <a:t>Lorem ipsum dolor sit amet, consectetur adipiscing elit, sed do eiusmod tempor incididunt ut labore et dolore magna aliqua. Ut enim ad minim veniam, quis nostrud exercitation ullamco laboris nisi ut</a:t>
            </a:r>
            <a:endParaRPr lang="ru-RU" altLang="ru-UA" sz="1050"/>
          </a:p>
        </p:txBody>
      </p:sp>
    </p:spTree>
    <p:extLst>
      <p:ext uri="{BB962C8B-B14F-4D97-AF65-F5344CB8AC3E}">
        <p14:creationId xmlns:p14="http://schemas.microsoft.com/office/powerpoint/2010/main" val="396969405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750" fill="hold"/>
                                            <p:tgtEl>
                                              <p:spTgt spid="60"/>
                                            </p:tgtEl>
                                            <p:attrNameLst>
                                              <p:attrName>ppt_w</p:attrName>
                                            </p:attrNameLst>
                                          </p:cBhvr>
                                          <p:tavLst>
                                            <p:tav tm="0">
                                              <p:val>
                                                <p:fltVal val="0"/>
                                              </p:val>
                                            </p:tav>
                                            <p:tav tm="100000">
                                              <p:val>
                                                <p:strVal val="#ppt_w"/>
                                              </p:val>
                                            </p:tav>
                                          </p:tavLst>
                                        </p:anim>
                                        <p:anim calcmode="lin" valueType="num">
                                          <p:cBhvr>
                                            <p:cTn id="8" dur="750" fill="hold"/>
                                            <p:tgtEl>
                                              <p:spTgt spid="60"/>
                                            </p:tgtEl>
                                            <p:attrNameLst>
                                              <p:attrName>ppt_h</p:attrName>
                                            </p:attrNameLst>
                                          </p:cBhvr>
                                          <p:tavLst>
                                            <p:tav tm="0">
                                              <p:val>
                                                <p:fltVal val="0"/>
                                              </p:val>
                                            </p:tav>
                                            <p:tav tm="100000">
                                              <p:val>
                                                <p:strVal val="#ppt_h"/>
                                              </p:val>
                                            </p:tav>
                                          </p:tavLst>
                                        </p:anim>
                                        <p:animEffect transition="in" filter="fade">
                                          <p:cBhvr>
                                            <p:cTn id="9" dur="750"/>
                                            <p:tgtEl>
                                              <p:spTgt spid="60"/>
                                            </p:tgtEl>
                                          </p:cBhvr>
                                        </p:animEffect>
                                      </p:childTnLst>
                                    </p:cTn>
                                  </p:par>
                                  <p:par>
                                    <p:cTn id="10" presetID="53" presetClass="entr" presetSubtype="16" fill="hold" nodeType="withEffect">
                                      <p:stCondLst>
                                        <p:cond delay="300"/>
                                      </p:stCondLst>
                                      <p:childTnLst>
                                        <p:set>
                                          <p:cBhvr>
                                            <p:cTn id="11" dur="1" fill="hold">
                                              <p:stCondLst>
                                                <p:cond delay="0"/>
                                              </p:stCondLst>
                                            </p:cTn>
                                            <p:tgtEl>
                                              <p:spTgt spid="49"/>
                                            </p:tgtEl>
                                            <p:attrNameLst>
                                              <p:attrName>style.visibility</p:attrName>
                                            </p:attrNameLst>
                                          </p:cBhvr>
                                          <p:to>
                                            <p:strVal val="visible"/>
                                          </p:to>
                                        </p:set>
                                        <p:anim calcmode="lin" valueType="num">
                                          <p:cBhvr>
                                            <p:cTn id="12" dur="750" fill="hold"/>
                                            <p:tgtEl>
                                              <p:spTgt spid="49"/>
                                            </p:tgtEl>
                                            <p:attrNameLst>
                                              <p:attrName>ppt_w</p:attrName>
                                            </p:attrNameLst>
                                          </p:cBhvr>
                                          <p:tavLst>
                                            <p:tav tm="0">
                                              <p:val>
                                                <p:fltVal val="0"/>
                                              </p:val>
                                            </p:tav>
                                            <p:tav tm="100000">
                                              <p:val>
                                                <p:strVal val="#ppt_w"/>
                                              </p:val>
                                            </p:tav>
                                          </p:tavLst>
                                        </p:anim>
                                        <p:anim calcmode="lin" valueType="num">
                                          <p:cBhvr>
                                            <p:cTn id="13" dur="750" fill="hold"/>
                                            <p:tgtEl>
                                              <p:spTgt spid="49"/>
                                            </p:tgtEl>
                                            <p:attrNameLst>
                                              <p:attrName>ppt_h</p:attrName>
                                            </p:attrNameLst>
                                          </p:cBhvr>
                                          <p:tavLst>
                                            <p:tav tm="0">
                                              <p:val>
                                                <p:fltVal val="0"/>
                                              </p:val>
                                            </p:tav>
                                            <p:tav tm="100000">
                                              <p:val>
                                                <p:strVal val="#ppt_h"/>
                                              </p:val>
                                            </p:tav>
                                          </p:tavLst>
                                        </p:anim>
                                        <p:animEffect transition="in" filter="fade">
                                          <p:cBhvr>
                                            <p:cTn id="14" dur="750"/>
                                            <p:tgtEl>
                                              <p:spTgt spid="49"/>
                                            </p:tgtEl>
                                          </p:cBhvr>
                                        </p:animEffect>
                                      </p:childTnLst>
                                    </p:cTn>
                                  </p:par>
                                  <p:par>
                                    <p:cTn id="15" presetID="53" presetClass="entr" presetSubtype="16" fill="hold" nodeType="withEffect">
                                      <p:stCondLst>
                                        <p:cond delay="400"/>
                                      </p:stCondLst>
                                      <p:childTnLst>
                                        <p:set>
                                          <p:cBhvr>
                                            <p:cTn id="16" dur="1" fill="hold">
                                              <p:stCondLst>
                                                <p:cond delay="0"/>
                                              </p:stCondLst>
                                            </p:cTn>
                                            <p:tgtEl>
                                              <p:spTgt spid="50"/>
                                            </p:tgtEl>
                                            <p:attrNameLst>
                                              <p:attrName>style.visibility</p:attrName>
                                            </p:attrNameLst>
                                          </p:cBhvr>
                                          <p:to>
                                            <p:strVal val="visible"/>
                                          </p:to>
                                        </p:set>
                                        <p:anim calcmode="lin" valueType="num">
                                          <p:cBhvr>
                                            <p:cTn id="17" dur="750" fill="hold"/>
                                            <p:tgtEl>
                                              <p:spTgt spid="50"/>
                                            </p:tgtEl>
                                            <p:attrNameLst>
                                              <p:attrName>ppt_w</p:attrName>
                                            </p:attrNameLst>
                                          </p:cBhvr>
                                          <p:tavLst>
                                            <p:tav tm="0">
                                              <p:val>
                                                <p:fltVal val="0"/>
                                              </p:val>
                                            </p:tav>
                                            <p:tav tm="100000">
                                              <p:val>
                                                <p:strVal val="#ppt_w"/>
                                              </p:val>
                                            </p:tav>
                                          </p:tavLst>
                                        </p:anim>
                                        <p:anim calcmode="lin" valueType="num">
                                          <p:cBhvr>
                                            <p:cTn id="18" dur="750" fill="hold"/>
                                            <p:tgtEl>
                                              <p:spTgt spid="50"/>
                                            </p:tgtEl>
                                            <p:attrNameLst>
                                              <p:attrName>ppt_h</p:attrName>
                                            </p:attrNameLst>
                                          </p:cBhvr>
                                          <p:tavLst>
                                            <p:tav tm="0">
                                              <p:val>
                                                <p:fltVal val="0"/>
                                              </p:val>
                                            </p:tav>
                                            <p:tav tm="100000">
                                              <p:val>
                                                <p:strVal val="#ppt_h"/>
                                              </p:val>
                                            </p:tav>
                                          </p:tavLst>
                                        </p:anim>
                                        <p:animEffect transition="in" filter="fade">
                                          <p:cBhvr>
                                            <p:cTn id="19" dur="750"/>
                                            <p:tgtEl>
                                              <p:spTgt spid="50"/>
                                            </p:tgtEl>
                                          </p:cBhvr>
                                        </p:animEffect>
                                      </p:childTnLst>
                                    </p:cTn>
                                  </p:par>
                                  <p:par>
                                    <p:cTn id="20" presetID="53" presetClass="entr" presetSubtype="16" fill="hold" nodeType="withEffect">
                                      <p:stCondLst>
                                        <p:cond delay="700"/>
                                      </p:stCondLst>
                                      <p:childTnLst>
                                        <p:set>
                                          <p:cBhvr>
                                            <p:cTn id="21" dur="1" fill="hold">
                                              <p:stCondLst>
                                                <p:cond delay="0"/>
                                              </p:stCondLst>
                                            </p:cTn>
                                            <p:tgtEl>
                                              <p:spTgt spid="47"/>
                                            </p:tgtEl>
                                            <p:attrNameLst>
                                              <p:attrName>style.visibility</p:attrName>
                                            </p:attrNameLst>
                                          </p:cBhvr>
                                          <p:to>
                                            <p:strVal val="visible"/>
                                          </p:to>
                                        </p:set>
                                        <p:anim calcmode="lin" valueType="num">
                                          <p:cBhvr>
                                            <p:cTn id="22" dur="750" fill="hold"/>
                                            <p:tgtEl>
                                              <p:spTgt spid="47"/>
                                            </p:tgtEl>
                                            <p:attrNameLst>
                                              <p:attrName>ppt_w</p:attrName>
                                            </p:attrNameLst>
                                          </p:cBhvr>
                                          <p:tavLst>
                                            <p:tav tm="0">
                                              <p:val>
                                                <p:fltVal val="0"/>
                                              </p:val>
                                            </p:tav>
                                            <p:tav tm="100000">
                                              <p:val>
                                                <p:strVal val="#ppt_w"/>
                                              </p:val>
                                            </p:tav>
                                          </p:tavLst>
                                        </p:anim>
                                        <p:anim calcmode="lin" valueType="num">
                                          <p:cBhvr>
                                            <p:cTn id="23" dur="750" fill="hold"/>
                                            <p:tgtEl>
                                              <p:spTgt spid="47"/>
                                            </p:tgtEl>
                                            <p:attrNameLst>
                                              <p:attrName>ppt_h</p:attrName>
                                            </p:attrNameLst>
                                          </p:cBhvr>
                                          <p:tavLst>
                                            <p:tav tm="0">
                                              <p:val>
                                                <p:fltVal val="0"/>
                                              </p:val>
                                            </p:tav>
                                            <p:tav tm="100000">
                                              <p:val>
                                                <p:strVal val="#ppt_h"/>
                                              </p:val>
                                            </p:tav>
                                          </p:tavLst>
                                        </p:anim>
                                        <p:animEffect transition="in" filter="fade">
                                          <p:cBhvr>
                                            <p:cTn id="24" dur="750"/>
                                            <p:tgtEl>
                                              <p:spTgt spid="47"/>
                                            </p:tgtEl>
                                          </p:cBhvr>
                                        </p:animEffect>
                                      </p:childTnLst>
                                    </p:cTn>
                                  </p:par>
                                  <p:par>
                                    <p:cTn id="25" presetID="53" presetClass="entr" presetSubtype="16" fill="hold" nodeType="withEffect">
                                      <p:stCondLst>
                                        <p:cond delay="800"/>
                                      </p:stCondLst>
                                      <p:childTnLst>
                                        <p:set>
                                          <p:cBhvr>
                                            <p:cTn id="26" dur="1" fill="hold">
                                              <p:stCondLst>
                                                <p:cond delay="0"/>
                                              </p:stCondLst>
                                            </p:cTn>
                                            <p:tgtEl>
                                              <p:spTgt spid="56"/>
                                            </p:tgtEl>
                                            <p:attrNameLst>
                                              <p:attrName>style.visibility</p:attrName>
                                            </p:attrNameLst>
                                          </p:cBhvr>
                                          <p:to>
                                            <p:strVal val="visible"/>
                                          </p:to>
                                        </p:set>
                                        <p:anim calcmode="lin" valueType="num">
                                          <p:cBhvr>
                                            <p:cTn id="27" dur="750" fill="hold"/>
                                            <p:tgtEl>
                                              <p:spTgt spid="56"/>
                                            </p:tgtEl>
                                            <p:attrNameLst>
                                              <p:attrName>ppt_w</p:attrName>
                                            </p:attrNameLst>
                                          </p:cBhvr>
                                          <p:tavLst>
                                            <p:tav tm="0">
                                              <p:val>
                                                <p:fltVal val="0"/>
                                              </p:val>
                                            </p:tav>
                                            <p:tav tm="100000">
                                              <p:val>
                                                <p:strVal val="#ppt_w"/>
                                              </p:val>
                                            </p:tav>
                                          </p:tavLst>
                                        </p:anim>
                                        <p:anim calcmode="lin" valueType="num">
                                          <p:cBhvr>
                                            <p:cTn id="28" dur="750" fill="hold"/>
                                            <p:tgtEl>
                                              <p:spTgt spid="56"/>
                                            </p:tgtEl>
                                            <p:attrNameLst>
                                              <p:attrName>ppt_h</p:attrName>
                                            </p:attrNameLst>
                                          </p:cBhvr>
                                          <p:tavLst>
                                            <p:tav tm="0">
                                              <p:val>
                                                <p:fltVal val="0"/>
                                              </p:val>
                                            </p:tav>
                                            <p:tav tm="100000">
                                              <p:val>
                                                <p:strVal val="#ppt_h"/>
                                              </p:val>
                                            </p:tav>
                                          </p:tavLst>
                                        </p:anim>
                                        <p:animEffect transition="in" filter="fade">
                                          <p:cBhvr>
                                            <p:cTn id="29" dur="750"/>
                                            <p:tgtEl>
                                              <p:spTgt spid="56"/>
                                            </p:tgtEl>
                                          </p:cBhvr>
                                        </p:animEffect>
                                      </p:childTnLst>
                                    </p:cTn>
                                  </p:par>
                                  <p:par>
                                    <p:cTn id="30" presetID="53" presetClass="entr" presetSubtype="16" fill="hold" nodeType="withEffect">
                                      <p:stCondLst>
                                        <p:cond delay="1100"/>
                                      </p:stCondLst>
                                      <p:childTnLst>
                                        <p:set>
                                          <p:cBhvr>
                                            <p:cTn id="31" dur="1" fill="hold">
                                              <p:stCondLst>
                                                <p:cond delay="0"/>
                                              </p:stCondLst>
                                            </p:cTn>
                                            <p:tgtEl>
                                              <p:spTgt spid="48"/>
                                            </p:tgtEl>
                                            <p:attrNameLst>
                                              <p:attrName>style.visibility</p:attrName>
                                            </p:attrNameLst>
                                          </p:cBhvr>
                                          <p:to>
                                            <p:strVal val="visible"/>
                                          </p:to>
                                        </p:set>
                                        <p:anim calcmode="lin" valueType="num">
                                          <p:cBhvr>
                                            <p:cTn id="32" dur="750" fill="hold"/>
                                            <p:tgtEl>
                                              <p:spTgt spid="48"/>
                                            </p:tgtEl>
                                            <p:attrNameLst>
                                              <p:attrName>ppt_w</p:attrName>
                                            </p:attrNameLst>
                                          </p:cBhvr>
                                          <p:tavLst>
                                            <p:tav tm="0">
                                              <p:val>
                                                <p:fltVal val="0"/>
                                              </p:val>
                                            </p:tav>
                                            <p:tav tm="100000">
                                              <p:val>
                                                <p:strVal val="#ppt_w"/>
                                              </p:val>
                                            </p:tav>
                                          </p:tavLst>
                                        </p:anim>
                                        <p:anim calcmode="lin" valueType="num">
                                          <p:cBhvr>
                                            <p:cTn id="33" dur="750" fill="hold"/>
                                            <p:tgtEl>
                                              <p:spTgt spid="48"/>
                                            </p:tgtEl>
                                            <p:attrNameLst>
                                              <p:attrName>ppt_h</p:attrName>
                                            </p:attrNameLst>
                                          </p:cBhvr>
                                          <p:tavLst>
                                            <p:tav tm="0">
                                              <p:val>
                                                <p:fltVal val="0"/>
                                              </p:val>
                                            </p:tav>
                                            <p:tav tm="100000">
                                              <p:val>
                                                <p:strVal val="#ppt_h"/>
                                              </p:val>
                                            </p:tav>
                                          </p:tavLst>
                                        </p:anim>
                                        <p:animEffect transition="in" filter="fade">
                                          <p:cBhvr>
                                            <p:cTn id="34" dur="750"/>
                                            <p:tgtEl>
                                              <p:spTgt spid="48"/>
                                            </p:tgtEl>
                                          </p:cBhvr>
                                        </p:animEffect>
                                      </p:childTnLst>
                                    </p:cTn>
                                  </p:par>
                                  <p:par>
                                    <p:cTn id="35" presetID="53" presetClass="entr" presetSubtype="16" fill="hold" nodeType="withEffect">
                                      <p:stCondLst>
                                        <p:cond delay="1200"/>
                                      </p:stCondLst>
                                      <p:childTnLst>
                                        <p:set>
                                          <p:cBhvr>
                                            <p:cTn id="36" dur="1" fill="hold">
                                              <p:stCondLst>
                                                <p:cond delay="0"/>
                                              </p:stCondLst>
                                            </p:cTn>
                                            <p:tgtEl>
                                              <p:spTgt spid="53"/>
                                            </p:tgtEl>
                                            <p:attrNameLst>
                                              <p:attrName>style.visibility</p:attrName>
                                            </p:attrNameLst>
                                          </p:cBhvr>
                                          <p:to>
                                            <p:strVal val="visible"/>
                                          </p:to>
                                        </p:set>
                                        <p:anim calcmode="lin" valueType="num">
                                          <p:cBhvr>
                                            <p:cTn id="37" dur="750" fill="hold"/>
                                            <p:tgtEl>
                                              <p:spTgt spid="53"/>
                                            </p:tgtEl>
                                            <p:attrNameLst>
                                              <p:attrName>ppt_w</p:attrName>
                                            </p:attrNameLst>
                                          </p:cBhvr>
                                          <p:tavLst>
                                            <p:tav tm="0">
                                              <p:val>
                                                <p:fltVal val="0"/>
                                              </p:val>
                                            </p:tav>
                                            <p:tav tm="100000">
                                              <p:val>
                                                <p:strVal val="#ppt_w"/>
                                              </p:val>
                                            </p:tav>
                                          </p:tavLst>
                                        </p:anim>
                                        <p:anim calcmode="lin" valueType="num">
                                          <p:cBhvr>
                                            <p:cTn id="38" dur="750" fill="hold"/>
                                            <p:tgtEl>
                                              <p:spTgt spid="53"/>
                                            </p:tgtEl>
                                            <p:attrNameLst>
                                              <p:attrName>ppt_h</p:attrName>
                                            </p:attrNameLst>
                                          </p:cBhvr>
                                          <p:tavLst>
                                            <p:tav tm="0">
                                              <p:val>
                                                <p:fltVal val="0"/>
                                              </p:val>
                                            </p:tav>
                                            <p:tav tm="100000">
                                              <p:val>
                                                <p:strVal val="#ppt_h"/>
                                              </p:val>
                                            </p:tav>
                                          </p:tavLst>
                                        </p:anim>
                                        <p:animEffect transition="in" filter="fade">
                                          <p:cBhvr>
                                            <p:cTn id="39" dur="750"/>
                                            <p:tgtEl>
                                              <p:spTgt spid="53"/>
                                            </p:tgtEl>
                                          </p:cBhvr>
                                        </p:animEffect>
                                      </p:childTnLst>
                                    </p:cTn>
                                  </p:par>
                                  <p:par>
                                    <p:cTn id="40" presetID="22" presetClass="entr" presetSubtype="4" fill="hold" nodeType="withEffect">
                                      <p:stCondLst>
                                        <p:cond delay="300"/>
                                      </p:stCondLst>
                                      <p:childTnLst>
                                        <p:set>
                                          <p:cBhvr>
                                            <p:cTn id="41" dur="1" fill="hold">
                                              <p:stCondLst>
                                                <p:cond delay="0"/>
                                              </p:stCondLst>
                                            </p:cTn>
                                            <p:tgtEl>
                                              <p:spTgt spid="71"/>
                                            </p:tgtEl>
                                            <p:attrNameLst>
                                              <p:attrName>style.visibility</p:attrName>
                                            </p:attrNameLst>
                                          </p:cBhvr>
                                          <p:to>
                                            <p:strVal val="visible"/>
                                          </p:to>
                                        </p:set>
                                        <p:animEffect transition="in" filter="wipe(down)">
                                          <p:cBhvr>
                                            <p:cTn id="42" dur="500"/>
                                            <p:tgtEl>
                                              <p:spTgt spid="71"/>
                                            </p:tgtEl>
                                          </p:cBhvr>
                                        </p:animEffect>
                                      </p:childTnLst>
                                    </p:cTn>
                                  </p:par>
                                  <p:par>
                                    <p:cTn id="43" presetID="22" presetClass="entr" presetSubtype="8" fill="hold" nodeType="withEffect">
                                      <p:stCondLst>
                                        <p:cond delay="600"/>
                                      </p:stCondLst>
                                      <p:childTnLst>
                                        <p:set>
                                          <p:cBhvr>
                                            <p:cTn id="44" dur="1" fill="hold">
                                              <p:stCondLst>
                                                <p:cond delay="0"/>
                                              </p:stCondLst>
                                            </p:cTn>
                                            <p:tgtEl>
                                              <p:spTgt spid="72"/>
                                            </p:tgtEl>
                                            <p:attrNameLst>
                                              <p:attrName>style.visibility</p:attrName>
                                            </p:attrNameLst>
                                          </p:cBhvr>
                                          <p:to>
                                            <p:strVal val="visible"/>
                                          </p:to>
                                        </p:set>
                                        <p:animEffect transition="in" filter="wipe(left)">
                                          <p:cBhvr>
                                            <p:cTn id="45" dur="500"/>
                                            <p:tgtEl>
                                              <p:spTgt spid="72"/>
                                            </p:tgtEl>
                                          </p:cBhvr>
                                        </p:animEffect>
                                      </p:childTnLst>
                                    </p:cTn>
                                  </p:par>
                                  <p:par>
                                    <p:cTn id="46" presetID="22" presetClass="entr" presetSubtype="1" fill="hold" nodeType="withEffect">
                                      <p:stCondLst>
                                        <p:cond delay="1000"/>
                                      </p:stCondLst>
                                      <p:childTnLst>
                                        <p:set>
                                          <p:cBhvr>
                                            <p:cTn id="47" dur="1" fill="hold">
                                              <p:stCondLst>
                                                <p:cond delay="0"/>
                                              </p:stCondLst>
                                            </p:cTn>
                                            <p:tgtEl>
                                              <p:spTgt spid="73"/>
                                            </p:tgtEl>
                                            <p:attrNameLst>
                                              <p:attrName>style.visibility</p:attrName>
                                            </p:attrNameLst>
                                          </p:cBhvr>
                                          <p:to>
                                            <p:strVal val="visible"/>
                                          </p:to>
                                        </p:set>
                                        <p:animEffect transition="in" filter="wipe(up)">
                                          <p:cBhvr>
                                            <p:cTn id="48" dur="500"/>
                                            <p:tgtEl>
                                              <p:spTgt spid="73"/>
                                            </p:tgtEl>
                                          </p:cBhvr>
                                        </p:animEffect>
                                      </p:childTnLst>
                                    </p:cTn>
                                  </p:par>
                                  <p:par>
                                    <p:cTn id="49" presetID="2" presetClass="entr" presetSubtype="9" fill="hold" grpId="0" nodeType="withEffect" p14:presetBounceEnd="67000">
                                      <p:stCondLst>
                                        <p:cond delay="400"/>
                                      </p:stCondLst>
                                      <p:childTnLst>
                                        <p:set>
                                          <p:cBhvr>
                                            <p:cTn id="50" dur="1" fill="hold">
                                              <p:stCondLst>
                                                <p:cond delay="0"/>
                                              </p:stCondLst>
                                            </p:cTn>
                                            <p:tgtEl>
                                              <p:spTgt spid="33"/>
                                            </p:tgtEl>
                                            <p:attrNameLst>
                                              <p:attrName>style.visibility</p:attrName>
                                            </p:attrNameLst>
                                          </p:cBhvr>
                                          <p:to>
                                            <p:strVal val="visible"/>
                                          </p:to>
                                        </p:set>
                                        <p:anim calcmode="lin" valueType="num" p14:bounceEnd="67000">
                                          <p:cBhvr additive="base">
                                            <p:cTn id="51" dur="1000" fill="hold"/>
                                            <p:tgtEl>
                                              <p:spTgt spid="33"/>
                                            </p:tgtEl>
                                            <p:attrNameLst>
                                              <p:attrName>ppt_x</p:attrName>
                                            </p:attrNameLst>
                                          </p:cBhvr>
                                          <p:tavLst>
                                            <p:tav tm="0">
                                              <p:val>
                                                <p:strVal val="0-#ppt_w/2"/>
                                              </p:val>
                                            </p:tav>
                                            <p:tav tm="100000">
                                              <p:val>
                                                <p:strVal val="#ppt_x"/>
                                              </p:val>
                                            </p:tav>
                                          </p:tavLst>
                                        </p:anim>
                                        <p:anim calcmode="lin" valueType="num" p14:bounceEnd="67000">
                                          <p:cBhvr additive="base">
                                            <p:cTn id="52" dur="1000" fill="hold"/>
                                            <p:tgtEl>
                                              <p:spTgt spid="33"/>
                                            </p:tgtEl>
                                            <p:attrNameLst>
                                              <p:attrName>ppt_y</p:attrName>
                                            </p:attrNameLst>
                                          </p:cBhvr>
                                          <p:tavLst>
                                            <p:tav tm="0">
                                              <p:val>
                                                <p:strVal val="0-#ppt_h/2"/>
                                              </p:val>
                                            </p:tav>
                                            <p:tav tm="100000">
                                              <p:val>
                                                <p:strVal val="#ppt_y"/>
                                              </p:val>
                                            </p:tav>
                                          </p:tavLst>
                                        </p:anim>
                                      </p:childTnLst>
                                    </p:cTn>
                                  </p:par>
                                  <p:par>
                                    <p:cTn id="53" presetID="2" presetClass="entr" presetSubtype="8" fill="hold" grpId="0" nodeType="withEffect" p14:presetBounceEnd="67000">
                                      <p:stCondLst>
                                        <p:cond delay="800"/>
                                      </p:stCondLst>
                                      <p:childTnLst>
                                        <p:set>
                                          <p:cBhvr>
                                            <p:cTn id="54" dur="1" fill="hold">
                                              <p:stCondLst>
                                                <p:cond delay="0"/>
                                              </p:stCondLst>
                                            </p:cTn>
                                            <p:tgtEl>
                                              <p:spTgt spid="32"/>
                                            </p:tgtEl>
                                            <p:attrNameLst>
                                              <p:attrName>style.visibility</p:attrName>
                                            </p:attrNameLst>
                                          </p:cBhvr>
                                          <p:to>
                                            <p:strVal val="visible"/>
                                          </p:to>
                                        </p:set>
                                        <p:anim calcmode="lin" valueType="num" p14:bounceEnd="67000">
                                          <p:cBhvr additive="base">
                                            <p:cTn id="55" dur="1000" fill="hold"/>
                                            <p:tgtEl>
                                              <p:spTgt spid="32"/>
                                            </p:tgtEl>
                                            <p:attrNameLst>
                                              <p:attrName>ppt_x</p:attrName>
                                            </p:attrNameLst>
                                          </p:cBhvr>
                                          <p:tavLst>
                                            <p:tav tm="0">
                                              <p:val>
                                                <p:strVal val="0-#ppt_w/2"/>
                                              </p:val>
                                            </p:tav>
                                            <p:tav tm="100000">
                                              <p:val>
                                                <p:strVal val="#ppt_x"/>
                                              </p:val>
                                            </p:tav>
                                          </p:tavLst>
                                        </p:anim>
                                        <p:anim calcmode="lin" valueType="num" p14:bounceEnd="67000">
                                          <p:cBhvr additive="base">
                                            <p:cTn id="56" dur="1000" fill="hold"/>
                                            <p:tgtEl>
                                              <p:spTgt spid="32"/>
                                            </p:tgtEl>
                                            <p:attrNameLst>
                                              <p:attrName>ppt_y</p:attrName>
                                            </p:attrNameLst>
                                          </p:cBhvr>
                                          <p:tavLst>
                                            <p:tav tm="0">
                                              <p:val>
                                                <p:strVal val="#ppt_y"/>
                                              </p:val>
                                            </p:tav>
                                            <p:tav tm="100000">
                                              <p:val>
                                                <p:strVal val="#ppt_y"/>
                                              </p:val>
                                            </p:tav>
                                          </p:tavLst>
                                        </p:anim>
                                      </p:childTnLst>
                                    </p:cTn>
                                  </p:par>
                                  <p:par>
                                    <p:cTn id="57" presetID="2" presetClass="entr" presetSubtype="12" fill="hold" grpId="0" nodeType="withEffect" p14:presetBounceEnd="67000">
                                      <p:stCondLst>
                                        <p:cond delay="1200"/>
                                      </p:stCondLst>
                                      <p:childTnLst>
                                        <p:set>
                                          <p:cBhvr>
                                            <p:cTn id="58" dur="1" fill="hold">
                                              <p:stCondLst>
                                                <p:cond delay="0"/>
                                              </p:stCondLst>
                                            </p:cTn>
                                            <p:tgtEl>
                                              <p:spTgt spid="31"/>
                                            </p:tgtEl>
                                            <p:attrNameLst>
                                              <p:attrName>style.visibility</p:attrName>
                                            </p:attrNameLst>
                                          </p:cBhvr>
                                          <p:to>
                                            <p:strVal val="visible"/>
                                          </p:to>
                                        </p:set>
                                        <p:anim calcmode="lin" valueType="num" p14:bounceEnd="67000">
                                          <p:cBhvr additive="base">
                                            <p:cTn id="59" dur="1000" fill="hold"/>
                                            <p:tgtEl>
                                              <p:spTgt spid="31"/>
                                            </p:tgtEl>
                                            <p:attrNameLst>
                                              <p:attrName>ppt_x</p:attrName>
                                            </p:attrNameLst>
                                          </p:cBhvr>
                                          <p:tavLst>
                                            <p:tav tm="0">
                                              <p:val>
                                                <p:strVal val="0-#ppt_w/2"/>
                                              </p:val>
                                            </p:tav>
                                            <p:tav tm="100000">
                                              <p:val>
                                                <p:strVal val="#ppt_x"/>
                                              </p:val>
                                            </p:tav>
                                          </p:tavLst>
                                        </p:anim>
                                        <p:anim calcmode="lin" valueType="num" p14:bounceEnd="67000">
                                          <p:cBhvr additive="base">
                                            <p:cTn id="60" dur="1000" fill="hold"/>
                                            <p:tgtEl>
                                              <p:spTgt spid="31"/>
                                            </p:tgtEl>
                                            <p:attrNameLst>
                                              <p:attrName>ppt_y</p:attrName>
                                            </p:attrNameLst>
                                          </p:cBhvr>
                                          <p:tavLst>
                                            <p:tav tm="0">
                                              <p:val>
                                                <p:strVal val="1+#ppt_h/2"/>
                                              </p:val>
                                            </p:tav>
                                            <p:tav tm="100000">
                                              <p:val>
                                                <p:strVal val="#ppt_y"/>
                                              </p:val>
                                            </p:tav>
                                          </p:tavLst>
                                        </p:anim>
                                      </p:childTnLst>
                                    </p:cTn>
                                  </p:par>
                                  <p:par>
                                    <p:cTn id="61" presetID="2" presetClass="entr" presetSubtype="8" fill="hold" nodeType="withEffect" p14:presetBounceEnd="67000">
                                      <p:stCondLst>
                                        <p:cond delay="400"/>
                                      </p:stCondLst>
                                      <p:childTnLst>
                                        <p:set>
                                          <p:cBhvr>
                                            <p:cTn id="62" dur="1" fill="hold">
                                              <p:stCondLst>
                                                <p:cond delay="0"/>
                                              </p:stCondLst>
                                            </p:cTn>
                                            <p:tgtEl>
                                              <p:spTgt spid="65"/>
                                            </p:tgtEl>
                                            <p:attrNameLst>
                                              <p:attrName>style.visibility</p:attrName>
                                            </p:attrNameLst>
                                          </p:cBhvr>
                                          <p:to>
                                            <p:strVal val="visible"/>
                                          </p:to>
                                        </p:set>
                                        <p:anim calcmode="lin" valueType="num" p14:bounceEnd="67000">
                                          <p:cBhvr additive="base">
                                            <p:cTn id="63" dur="1000" fill="hold"/>
                                            <p:tgtEl>
                                              <p:spTgt spid="65"/>
                                            </p:tgtEl>
                                            <p:attrNameLst>
                                              <p:attrName>ppt_x</p:attrName>
                                            </p:attrNameLst>
                                          </p:cBhvr>
                                          <p:tavLst>
                                            <p:tav tm="0">
                                              <p:val>
                                                <p:strVal val="0-#ppt_w/2"/>
                                              </p:val>
                                            </p:tav>
                                            <p:tav tm="100000">
                                              <p:val>
                                                <p:strVal val="#ppt_x"/>
                                              </p:val>
                                            </p:tav>
                                          </p:tavLst>
                                        </p:anim>
                                        <p:anim calcmode="lin" valueType="num" p14:bounceEnd="67000">
                                          <p:cBhvr additive="base">
                                            <p:cTn id="64" dur="1000" fill="hold"/>
                                            <p:tgtEl>
                                              <p:spTgt spid="65"/>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14:presetBounceEnd="67000">
                                      <p:stCondLst>
                                        <p:cond delay="400"/>
                                      </p:stCondLst>
                                      <p:childTnLst>
                                        <p:set>
                                          <p:cBhvr>
                                            <p:cTn id="66" dur="1" fill="hold">
                                              <p:stCondLst>
                                                <p:cond delay="0"/>
                                              </p:stCondLst>
                                            </p:cTn>
                                            <p:tgtEl>
                                              <p:spTgt spid="39"/>
                                            </p:tgtEl>
                                            <p:attrNameLst>
                                              <p:attrName>style.visibility</p:attrName>
                                            </p:attrNameLst>
                                          </p:cBhvr>
                                          <p:to>
                                            <p:strVal val="visible"/>
                                          </p:to>
                                        </p:set>
                                        <p:anim calcmode="lin" valueType="num" p14:bounceEnd="67000">
                                          <p:cBhvr additive="base">
                                            <p:cTn id="67" dur="1000" fill="hold"/>
                                            <p:tgtEl>
                                              <p:spTgt spid="39"/>
                                            </p:tgtEl>
                                            <p:attrNameLst>
                                              <p:attrName>ppt_x</p:attrName>
                                            </p:attrNameLst>
                                          </p:cBhvr>
                                          <p:tavLst>
                                            <p:tav tm="0">
                                              <p:val>
                                                <p:strVal val="0-#ppt_w/2"/>
                                              </p:val>
                                            </p:tav>
                                            <p:tav tm="100000">
                                              <p:val>
                                                <p:strVal val="#ppt_x"/>
                                              </p:val>
                                            </p:tav>
                                          </p:tavLst>
                                        </p:anim>
                                        <p:anim calcmode="lin" valueType="num" p14:bounceEnd="67000">
                                          <p:cBhvr additive="base">
                                            <p:cTn id="68" dur="1000" fill="hold"/>
                                            <p:tgtEl>
                                              <p:spTgt spid="39"/>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14:presetBounceEnd="67000">
                                      <p:stCondLst>
                                        <p:cond delay="400"/>
                                      </p:stCondLst>
                                      <p:childTnLst>
                                        <p:set>
                                          <p:cBhvr>
                                            <p:cTn id="70" dur="1" fill="hold">
                                              <p:stCondLst>
                                                <p:cond delay="0"/>
                                              </p:stCondLst>
                                            </p:cTn>
                                            <p:tgtEl>
                                              <p:spTgt spid="68"/>
                                            </p:tgtEl>
                                            <p:attrNameLst>
                                              <p:attrName>style.visibility</p:attrName>
                                            </p:attrNameLst>
                                          </p:cBhvr>
                                          <p:to>
                                            <p:strVal val="visible"/>
                                          </p:to>
                                        </p:set>
                                        <p:anim calcmode="lin" valueType="num" p14:bounceEnd="67000">
                                          <p:cBhvr additive="base">
                                            <p:cTn id="71" dur="1000" fill="hold"/>
                                            <p:tgtEl>
                                              <p:spTgt spid="68"/>
                                            </p:tgtEl>
                                            <p:attrNameLst>
                                              <p:attrName>ppt_x</p:attrName>
                                            </p:attrNameLst>
                                          </p:cBhvr>
                                          <p:tavLst>
                                            <p:tav tm="0">
                                              <p:val>
                                                <p:strVal val="0-#ppt_w/2"/>
                                              </p:val>
                                            </p:tav>
                                            <p:tav tm="100000">
                                              <p:val>
                                                <p:strVal val="#ppt_x"/>
                                              </p:val>
                                            </p:tav>
                                          </p:tavLst>
                                        </p:anim>
                                        <p:anim calcmode="lin" valueType="num" p14:bounceEnd="67000">
                                          <p:cBhvr additive="base">
                                            <p:cTn id="72" dur="1000" fill="hold"/>
                                            <p:tgtEl>
                                              <p:spTgt spid="68"/>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14:presetBounceEnd="67000">
                                      <p:stCondLst>
                                        <p:cond delay="800"/>
                                      </p:stCondLst>
                                      <p:childTnLst>
                                        <p:set>
                                          <p:cBhvr>
                                            <p:cTn id="74" dur="1" fill="hold">
                                              <p:stCondLst>
                                                <p:cond delay="0"/>
                                              </p:stCondLst>
                                            </p:cTn>
                                            <p:tgtEl>
                                              <p:spTgt spid="66"/>
                                            </p:tgtEl>
                                            <p:attrNameLst>
                                              <p:attrName>style.visibility</p:attrName>
                                            </p:attrNameLst>
                                          </p:cBhvr>
                                          <p:to>
                                            <p:strVal val="visible"/>
                                          </p:to>
                                        </p:set>
                                        <p:anim calcmode="lin" valueType="num" p14:bounceEnd="67000">
                                          <p:cBhvr additive="base">
                                            <p:cTn id="75" dur="1000" fill="hold"/>
                                            <p:tgtEl>
                                              <p:spTgt spid="66"/>
                                            </p:tgtEl>
                                            <p:attrNameLst>
                                              <p:attrName>ppt_x</p:attrName>
                                            </p:attrNameLst>
                                          </p:cBhvr>
                                          <p:tavLst>
                                            <p:tav tm="0">
                                              <p:val>
                                                <p:strVal val="0-#ppt_w/2"/>
                                              </p:val>
                                            </p:tav>
                                            <p:tav tm="100000">
                                              <p:val>
                                                <p:strVal val="#ppt_x"/>
                                              </p:val>
                                            </p:tav>
                                          </p:tavLst>
                                        </p:anim>
                                        <p:anim calcmode="lin" valueType="num" p14:bounceEnd="67000">
                                          <p:cBhvr additive="base">
                                            <p:cTn id="76" dur="1000" fill="hold"/>
                                            <p:tgtEl>
                                              <p:spTgt spid="66"/>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14:presetBounceEnd="67000">
                                      <p:stCondLst>
                                        <p:cond delay="800"/>
                                      </p:stCondLst>
                                      <p:childTnLst>
                                        <p:set>
                                          <p:cBhvr>
                                            <p:cTn id="78" dur="1" fill="hold">
                                              <p:stCondLst>
                                                <p:cond delay="0"/>
                                              </p:stCondLst>
                                            </p:cTn>
                                            <p:tgtEl>
                                              <p:spTgt spid="42"/>
                                            </p:tgtEl>
                                            <p:attrNameLst>
                                              <p:attrName>style.visibility</p:attrName>
                                            </p:attrNameLst>
                                          </p:cBhvr>
                                          <p:to>
                                            <p:strVal val="visible"/>
                                          </p:to>
                                        </p:set>
                                        <p:anim calcmode="lin" valueType="num" p14:bounceEnd="67000">
                                          <p:cBhvr additive="base">
                                            <p:cTn id="79" dur="1000" fill="hold"/>
                                            <p:tgtEl>
                                              <p:spTgt spid="42"/>
                                            </p:tgtEl>
                                            <p:attrNameLst>
                                              <p:attrName>ppt_x</p:attrName>
                                            </p:attrNameLst>
                                          </p:cBhvr>
                                          <p:tavLst>
                                            <p:tav tm="0">
                                              <p:val>
                                                <p:strVal val="0-#ppt_w/2"/>
                                              </p:val>
                                            </p:tav>
                                            <p:tav tm="100000">
                                              <p:val>
                                                <p:strVal val="#ppt_x"/>
                                              </p:val>
                                            </p:tav>
                                          </p:tavLst>
                                        </p:anim>
                                        <p:anim calcmode="lin" valueType="num" p14:bounceEnd="67000">
                                          <p:cBhvr additive="base">
                                            <p:cTn id="80" dur="1000" fill="hold"/>
                                            <p:tgtEl>
                                              <p:spTgt spid="42"/>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14:presetBounceEnd="67000">
                                      <p:stCondLst>
                                        <p:cond delay="800"/>
                                      </p:stCondLst>
                                      <p:childTnLst>
                                        <p:set>
                                          <p:cBhvr>
                                            <p:cTn id="82" dur="1" fill="hold">
                                              <p:stCondLst>
                                                <p:cond delay="0"/>
                                              </p:stCondLst>
                                            </p:cTn>
                                            <p:tgtEl>
                                              <p:spTgt spid="69"/>
                                            </p:tgtEl>
                                            <p:attrNameLst>
                                              <p:attrName>style.visibility</p:attrName>
                                            </p:attrNameLst>
                                          </p:cBhvr>
                                          <p:to>
                                            <p:strVal val="visible"/>
                                          </p:to>
                                        </p:set>
                                        <p:anim calcmode="lin" valueType="num" p14:bounceEnd="67000">
                                          <p:cBhvr additive="base">
                                            <p:cTn id="83" dur="1000" fill="hold"/>
                                            <p:tgtEl>
                                              <p:spTgt spid="69"/>
                                            </p:tgtEl>
                                            <p:attrNameLst>
                                              <p:attrName>ppt_x</p:attrName>
                                            </p:attrNameLst>
                                          </p:cBhvr>
                                          <p:tavLst>
                                            <p:tav tm="0">
                                              <p:val>
                                                <p:strVal val="0-#ppt_w/2"/>
                                              </p:val>
                                            </p:tav>
                                            <p:tav tm="100000">
                                              <p:val>
                                                <p:strVal val="#ppt_x"/>
                                              </p:val>
                                            </p:tav>
                                          </p:tavLst>
                                        </p:anim>
                                        <p:anim calcmode="lin" valueType="num" p14:bounceEnd="67000">
                                          <p:cBhvr additive="base">
                                            <p:cTn id="84" dur="1000" fill="hold"/>
                                            <p:tgtEl>
                                              <p:spTgt spid="69"/>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14:presetBounceEnd="67000">
                                      <p:stCondLst>
                                        <p:cond delay="1200"/>
                                      </p:stCondLst>
                                      <p:childTnLst>
                                        <p:set>
                                          <p:cBhvr>
                                            <p:cTn id="86" dur="1" fill="hold">
                                              <p:stCondLst>
                                                <p:cond delay="0"/>
                                              </p:stCondLst>
                                            </p:cTn>
                                            <p:tgtEl>
                                              <p:spTgt spid="67"/>
                                            </p:tgtEl>
                                            <p:attrNameLst>
                                              <p:attrName>style.visibility</p:attrName>
                                            </p:attrNameLst>
                                          </p:cBhvr>
                                          <p:to>
                                            <p:strVal val="visible"/>
                                          </p:to>
                                        </p:set>
                                        <p:anim calcmode="lin" valueType="num" p14:bounceEnd="67000">
                                          <p:cBhvr additive="base">
                                            <p:cTn id="87" dur="1000" fill="hold"/>
                                            <p:tgtEl>
                                              <p:spTgt spid="67"/>
                                            </p:tgtEl>
                                            <p:attrNameLst>
                                              <p:attrName>ppt_x</p:attrName>
                                            </p:attrNameLst>
                                          </p:cBhvr>
                                          <p:tavLst>
                                            <p:tav tm="0">
                                              <p:val>
                                                <p:strVal val="0-#ppt_w/2"/>
                                              </p:val>
                                            </p:tav>
                                            <p:tav tm="100000">
                                              <p:val>
                                                <p:strVal val="#ppt_x"/>
                                              </p:val>
                                            </p:tav>
                                          </p:tavLst>
                                        </p:anim>
                                        <p:anim calcmode="lin" valueType="num" p14:bounceEnd="67000">
                                          <p:cBhvr additive="base">
                                            <p:cTn id="88" dur="1000" fill="hold"/>
                                            <p:tgtEl>
                                              <p:spTgt spid="67"/>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14:presetBounceEnd="67000">
                                      <p:stCondLst>
                                        <p:cond delay="1200"/>
                                      </p:stCondLst>
                                      <p:childTnLst>
                                        <p:set>
                                          <p:cBhvr>
                                            <p:cTn id="90" dur="1" fill="hold">
                                              <p:stCondLst>
                                                <p:cond delay="0"/>
                                              </p:stCondLst>
                                            </p:cTn>
                                            <p:tgtEl>
                                              <p:spTgt spid="45"/>
                                            </p:tgtEl>
                                            <p:attrNameLst>
                                              <p:attrName>style.visibility</p:attrName>
                                            </p:attrNameLst>
                                          </p:cBhvr>
                                          <p:to>
                                            <p:strVal val="visible"/>
                                          </p:to>
                                        </p:set>
                                        <p:anim calcmode="lin" valueType="num" p14:bounceEnd="67000">
                                          <p:cBhvr additive="base">
                                            <p:cTn id="91" dur="1000" fill="hold"/>
                                            <p:tgtEl>
                                              <p:spTgt spid="45"/>
                                            </p:tgtEl>
                                            <p:attrNameLst>
                                              <p:attrName>ppt_x</p:attrName>
                                            </p:attrNameLst>
                                          </p:cBhvr>
                                          <p:tavLst>
                                            <p:tav tm="0">
                                              <p:val>
                                                <p:strVal val="0-#ppt_w/2"/>
                                              </p:val>
                                            </p:tav>
                                            <p:tav tm="100000">
                                              <p:val>
                                                <p:strVal val="#ppt_x"/>
                                              </p:val>
                                            </p:tav>
                                          </p:tavLst>
                                        </p:anim>
                                        <p:anim calcmode="lin" valueType="num" p14:bounceEnd="67000">
                                          <p:cBhvr additive="base">
                                            <p:cTn id="92" dur="1000" fill="hold"/>
                                            <p:tgtEl>
                                              <p:spTgt spid="4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14:presetBounceEnd="67000">
                                      <p:stCondLst>
                                        <p:cond delay="1200"/>
                                      </p:stCondLst>
                                      <p:childTnLst>
                                        <p:set>
                                          <p:cBhvr>
                                            <p:cTn id="94" dur="1" fill="hold">
                                              <p:stCondLst>
                                                <p:cond delay="0"/>
                                              </p:stCondLst>
                                            </p:cTn>
                                            <p:tgtEl>
                                              <p:spTgt spid="70"/>
                                            </p:tgtEl>
                                            <p:attrNameLst>
                                              <p:attrName>style.visibility</p:attrName>
                                            </p:attrNameLst>
                                          </p:cBhvr>
                                          <p:to>
                                            <p:strVal val="visible"/>
                                          </p:to>
                                        </p:set>
                                        <p:anim calcmode="lin" valueType="num" p14:bounceEnd="67000">
                                          <p:cBhvr additive="base">
                                            <p:cTn id="95" dur="1000" fill="hold"/>
                                            <p:tgtEl>
                                              <p:spTgt spid="70"/>
                                            </p:tgtEl>
                                            <p:attrNameLst>
                                              <p:attrName>ppt_x</p:attrName>
                                            </p:attrNameLst>
                                          </p:cBhvr>
                                          <p:tavLst>
                                            <p:tav tm="0">
                                              <p:val>
                                                <p:strVal val="0-#ppt_w/2"/>
                                              </p:val>
                                            </p:tav>
                                            <p:tav tm="100000">
                                              <p:val>
                                                <p:strVal val="#ppt_x"/>
                                              </p:val>
                                            </p:tav>
                                          </p:tavLst>
                                        </p:anim>
                                        <p:anim calcmode="lin" valueType="num" p14:bounceEnd="67000">
                                          <p:cBhvr additive="base">
                                            <p:cTn id="96" dur="1000" fill="hold"/>
                                            <p:tgtEl>
                                              <p:spTgt spid="70"/>
                                            </p:tgtEl>
                                            <p:attrNameLst>
                                              <p:attrName>ppt_y</p:attrName>
                                            </p:attrNameLst>
                                          </p:cBhvr>
                                          <p:tavLst>
                                            <p:tav tm="0">
                                              <p:val>
                                                <p:strVal val="#ppt_y"/>
                                              </p:val>
                                            </p:tav>
                                            <p:tav tm="100000">
                                              <p:val>
                                                <p:strVal val="#ppt_y"/>
                                              </p:val>
                                            </p:tav>
                                          </p:tavLst>
                                        </p:anim>
                                      </p:childTnLst>
                                    </p:cTn>
                                  </p:par>
                                  <p:par>
                                    <p:cTn id="97" presetID="53" presetClass="entr" presetSubtype="16" fill="hold" nodeType="withEffect">
                                      <p:stCondLst>
                                        <p:cond delay="500"/>
                                      </p:stCondLst>
                                      <p:childTnLst>
                                        <p:set>
                                          <p:cBhvr>
                                            <p:cTn id="98" dur="1" fill="hold">
                                              <p:stCondLst>
                                                <p:cond delay="0"/>
                                              </p:stCondLst>
                                            </p:cTn>
                                            <p:tgtEl>
                                              <p:spTgt spid="63"/>
                                            </p:tgtEl>
                                            <p:attrNameLst>
                                              <p:attrName>style.visibility</p:attrName>
                                            </p:attrNameLst>
                                          </p:cBhvr>
                                          <p:to>
                                            <p:strVal val="visible"/>
                                          </p:to>
                                        </p:set>
                                        <p:anim calcmode="lin" valueType="num">
                                          <p:cBhvr>
                                            <p:cTn id="99" dur="750" fill="hold"/>
                                            <p:tgtEl>
                                              <p:spTgt spid="63"/>
                                            </p:tgtEl>
                                            <p:attrNameLst>
                                              <p:attrName>ppt_w</p:attrName>
                                            </p:attrNameLst>
                                          </p:cBhvr>
                                          <p:tavLst>
                                            <p:tav tm="0">
                                              <p:val>
                                                <p:fltVal val="0"/>
                                              </p:val>
                                            </p:tav>
                                            <p:tav tm="100000">
                                              <p:val>
                                                <p:strVal val="#ppt_w"/>
                                              </p:val>
                                            </p:tav>
                                          </p:tavLst>
                                        </p:anim>
                                        <p:anim calcmode="lin" valueType="num">
                                          <p:cBhvr>
                                            <p:cTn id="100" dur="750" fill="hold"/>
                                            <p:tgtEl>
                                              <p:spTgt spid="63"/>
                                            </p:tgtEl>
                                            <p:attrNameLst>
                                              <p:attrName>ppt_h</p:attrName>
                                            </p:attrNameLst>
                                          </p:cBhvr>
                                          <p:tavLst>
                                            <p:tav tm="0">
                                              <p:val>
                                                <p:fltVal val="0"/>
                                              </p:val>
                                            </p:tav>
                                            <p:tav tm="100000">
                                              <p:val>
                                                <p:strVal val="#ppt_h"/>
                                              </p:val>
                                            </p:tav>
                                          </p:tavLst>
                                        </p:anim>
                                        <p:animEffect transition="in" filter="fade">
                                          <p:cBhvr>
                                            <p:cTn id="101" dur="750"/>
                                            <p:tgtEl>
                                              <p:spTgt spid="63"/>
                                            </p:tgtEl>
                                          </p:cBhvr>
                                        </p:animEffect>
                                      </p:childTnLst>
                                    </p:cTn>
                                  </p:par>
                                  <p:par>
                                    <p:cTn id="102" presetID="53" presetClass="entr" presetSubtype="16" fill="hold" grpId="0" nodeType="withEffect">
                                      <p:stCondLst>
                                        <p:cond delay="500"/>
                                      </p:stCondLst>
                                      <p:childTnLst>
                                        <p:set>
                                          <p:cBhvr>
                                            <p:cTn id="103" dur="1" fill="hold">
                                              <p:stCondLst>
                                                <p:cond delay="0"/>
                                              </p:stCondLst>
                                            </p:cTn>
                                            <p:tgtEl>
                                              <p:spTgt spid="35"/>
                                            </p:tgtEl>
                                            <p:attrNameLst>
                                              <p:attrName>style.visibility</p:attrName>
                                            </p:attrNameLst>
                                          </p:cBhvr>
                                          <p:to>
                                            <p:strVal val="visible"/>
                                          </p:to>
                                        </p:set>
                                        <p:anim calcmode="lin" valueType="num">
                                          <p:cBhvr>
                                            <p:cTn id="104" dur="750" fill="hold"/>
                                            <p:tgtEl>
                                              <p:spTgt spid="35"/>
                                            </p:tgtEl>
                                            <p:attrNameLst>
                                              <p:attrName>ppt_w</p:attrName>
                                            </p:attrNameLst>
                                          </p:cBhvr>
                                          <p:tavLst>
                                            <p:tav tm="0">
                                              <p:val>
                                                <p:fltVal val="0"/>
                                              </p:val>
                                            </p:tav>
                                            <p:tav tm="100000">
                                              <p:val>
                                                <p:strVal val="#ppt_w"/>
                                              </p:val>
                                            </p:tav>
                                          </p:tavLst>
                                        </p:anim>
                                        <p:anim calcmode="lin" valueType="num">
                                          <p:cBhvr>
                                            <p:cTn id="105" dur="750" fill="hold"/>
                                            <p:tgtEl>
                                              <p:spTgt spid="35"/>
                                            </p:tgtEl>
                                            <p:attrNameLst>
                                              <p:attrName>ppt_h</p:attrName>
                                            </p:attrNameLst>
                                          </p:cBhvr>
                                          <p:tavLst>
                                            <p:tav tm="0">
                                              <p:val>
                                                <p:fltVal val="0"/>
                                              </p:val>
                                            </p:tav>
                                            <p:tav tm="100000">
                                              <p:val>
                                                <p:strVal val="#ppt_h"/>
                                              </p:val>
                                            </p:tav>
                                          </p:tavLst>
                                        </p:anim>
                                        <p:animEffect transition="in" filter="fade">
                                          <p:cBhvr>
                                            <p:cTn id="106" dur="750"/>
                                            <p:tgtEl>
                                              <p:spTgt spid="35"/>
                                            </p:tgtEl>
                                          </p:cBhvr>
                                        </p:animEffect>
                                      </p:childTnLst>
                                    </p:cTn>
                                  </p:par>
                                  <p:par>
                                    <p:cTn id="107" presetID="53" presetClass="entr" presetSubtype="16" fill="hold" grpId="0" nodeType="withEffect">
                                      <p:stCondLst>
                                        <p:cond delay="900"/>
                                      </p:stCondLst>
                                      <p:childTnLst>
                                        <p:set>
                                          <p:cBhvr>
                                            <p:cTn id="108" dur="1" fill="hold">
                                              <p:stCondLst>
                                                <p:cond delay="0"/>
                                              </p:stCondLst>
                                            </p:cTn>
                                            <p:tgtEl>
                                              <p:spTgt spid="36"/>
                                            </p:tgtEl>
                                            <p:attrNameLst>
                                              <p:attrName>style.visibility</p:attrName>
                                            </p:attrNameLst>
                                          </p:cBhvr>
                                          <p:to>
                                            <p:strVal val="visible"/>
                                          </p:to>
                                        </p:set>
                                        <p:anim calcmode="lin" valueType="num">
                                          <p:cBhvr>
                                            <p:cTn id="109" dur="750" fill="hold"/>
                                            <p:tgtEl>
                                              <p:spTgt spid="36"/>
                                            </p:tgtEl>
                                            <p:attrNameLst>
                                              <p:attrName>ppt_w</p:attrName>
                                            </p:attrNameLst>
                                          </p:cBhvr>
                                          <p:tavLst>
                                            <p:tav tm="0">
                                              <p:val>
                                                <p:fltVal val="0"/>
                                              </p:val>
                                            </p:tav>
                                            <p:tav tm="100000">
                                              <p:val>
                                                <p:strVal val="#ppt_w"/>
                                              </p:val>
                                            </p:tav>
                                          </p:tavLst>
                                        </p:anim>
                                        <p:anim calcmode="lin" valueType="num">
                                          <p:cBhvr>
                                            <p:cTn id="110" dur="750" fill="hold"/>
                                            <p:tgtEl>
                                              <p:spTgt spid="36"/>
                                            </p:tgtEl>
                                            <p:attrNameLst>
                                              <p:attrName>ppt_h</p:attrName>
                                            </p:attrNameLst>
                                          </p:cBhvr>
                                          <p:tavLst>
                                            <p:tav tm="0">
                                              <p:val>
                                                <p:fltVal val="0"/>
                                              </p:val>
                                            </p:tav>
                                            <p:tav tm="100000">
                                              <p:val>
                                                <p:strVal val="#ppt_h"/>
                                              </p:val>
                                            </p:tav>
                                          </p:tavLst>
                                        </p:anim>
                                        <p:animEffect transition="in" filter="fade">
                                          <p:cBhvr>
                                            <p:cTn id="111" dur="750"/>
                                            <p:tgtEl>
                                              <p:spTgt spid="36"/>
                                            </p:tgtEl>
                                          </p:cBhvr>
                                        </p:animEffect>
                                      </p:childTnLst>
                                    </p:cTn>
                                  </p:par>
                                  <p:par>
                                    <p:cTn id="112" presetID="53" presetClass="entr" presetSubtype="16" fill="hold" grpId="0" nodeType="withEffect">
                                      <p:stCondLst>
                                        <p:cond delay="1300"/>
                                      </p:stCondLst>
                                      <p:childTnLst>
                                        <p:set>
                                          <p:cBhvr>
                                            <p:cTn id="113" dur="1" fill="hold">
                                              <p:stCondLst>
                                                <p:cond delay="0"/>
                                              </p:stCondLst>
                                            </p:cTn>
                                            <p:tgtEl>
                                              <p:spTgt spid="34"/>
                                            </p:tgtEl>
                                            <p:attrNameLst>
                                              <p:attrName>style.visibility</p:attrName>
                                            </p:attrNameLst>
                                          </p:cBhvr>
                                          <p:to>
                                            <p:strVal val="visible"/>
                                          </p:to>
                                        </p:set>
                                        <p:anim calcmode="lin" valueType="num">
                                          <p:cBhvr>
                                            <p:cTn id="114" dur="750" fill="hold"/>
                                            <p:tgtEl>
                                              <p:spTgt spid="34"/>
                                            </p:tgtEl>
                                            <p:attrNameLst>
                                              <p:attrName>ppt_w</p:attrName>
                                            </p:attrNameLst>
                                          </p:cBhvr>
                                          <p:tavLst>
                                            <p:tav tm="0">
                                              <p:val>
                                                <p:fltVal val="0"/>
                                              </p:val>
                                            </p:tav>
                                            <p:tav tm="100000">
                                              <p:val>
                                                <p:strVal val="#ppt_w"/>
                                              </p:val>
                                            </p:tav>
                                          </p:tavLst>
                                        </p:anim>
                                        <p:anim calcmode="lin" valueType="num">
                                          <p:cBhvr>
                                            <p:cTn id="115" dur="750" fill="hold"/>
                                            <p:tgtEl>
                                              <p:spTgt spid="34"/>
                                            </p:tgtEl>
                                            <p:attrNameLst>
                                              <p:attrName>ppt_h</p:attrName>
                                            </p:attrNameLst>
                                          </p:cBhvr>
                                          <p:tavLst>
                                            <p:tav tm="0">
                                              <p:val>
                                                <p:fltVal val="0"/>
                                              </p:val>
                                            </p:tav>
                                            <p:tav tm="100000">
                                              <p:val>
                                                <p:strVal val="#ppt_h"/>
                                              </p:val>
                                            </p:tav>
                                          </p:tavLst>
                                        </p:anim>
                                        <p:animEffect transition="in" filter="fade">
                                          <p:cBhvr>
                                            <p:cTn id="116" dur="7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9" grpId="0"/>
          <p:bldP spid="42" grpId="0"/>
          <p:bldP spid="45" grpId="0"/>
          <p:bldP spid="34" grpId="0" animBg="1"/>
          <p:bldP spid="35" grpId="0" animBg="1"/>
          <p:bldP spid="36" grpId="0" animBg="1"/>
          <p:bldP spid="68" grpId="0"/>
          <p:bldP spid="69" grpId="0"/>
          <p:bldP spid="7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750" fill="hold"/>
                                            <p:tgtEl>
                                              <p:spTgt spid="60"/>
                                            </p:tgtEl>
                                            <p:attrNameLst>
                                              <p:attrName>ppt_w</p:attrName>
                                            </p:attrNameLst>
                                          </p:cBhvr>
                                          <p:tavLst>
                                            <p:tav tm="0">
                                              <p:val>
                                                <p:fltVal val="0"/>
                                              </p:val>
                                            </p:tav>
                                            <p:tav tm="100000">
                                              <p:val>
                                                <p:strVal val="#ppt_w"/>
                                              </p:val>
                                            </p:tav>
                                          </p:tavLst>
                                        </p:anim>
                                        <p:anim calcmode="lin" valueType="num">
                                          <p:cBhvr>
                                            <p:cTn id="8" dur="750" fill="hold"/>
                                            <p:tgtEl>
                                              <p:spTgt spid="60"/>
                                            </p:tgtEl>
                                            <p:attrNameLst>
                                              <p:attrName>ppt_h</p:attrName>
                                            </p:attrNameLst>
                                          </p:cBhvr>
                                          <p:tavLst>
                                            <p:tav tm="0">
                                              <p:val>
                                                <p:fltVal val="0"/>
                                              </p:val>
                                            </p:tav>
                                            <p:tav tm="100000">
                                              <p:val>
                                                <p:strVal val="#ppt_h"/>
                                              </p:val>
                                            </p:tav>
                                          </p:tavLst>
                                        </p:anim>
                                        <p:animEffect transition="in" filter="fade">
                                          <p:cBhvr>
                                            <p:cTn id="9" dur="750"/>
                                            <p:tgtEl>
                                              <p:spTgt spid="60"/>
                                            </p:tgtEl>
                                          </p:cBhvr>
                                        </p:animEffect>
                                      </p:childTnLst>
                                    </p:cTn>
                                  </p:par>
                                  <p:par>
                                    <p:cTn id="10" presetID="53" presetClass="entr" presetSubtype="16" fill="hold" nodeType="withEffect">
                                      <p:stCondLst>
                                        <p:cond delay="300"/>
                                      </p:stCondLst>
                                      <p:childTnLst>
                                        <p:set>
                                          <p:cBhvr>
                                            <p:cTn id="11" dur="1" fill="hold">
                                              <p:stCondLst>
                                                <p:cond delay="0"/>
                                              </p:stCondLst>
                                            </p:cTn>
                                            <p:tgtEl>
                                              <p:spTgt spid="49"/>
                                            </p:tgtEl>
                                            <p:attrNameLst>
                                              <p:attrName>style.visibility</p:attrName>
                                            </p:attrNameLst>
                                          </p:cBhvr>
                                          <p:to>
                                            <p:strVal val="visible"/>
                                          </p:to>
                                        </p:set>
                                        <p:anim calcmode="lin" valueType="num">
                                          <p:cBhvr>
                                            <p:cTn id="12" dur="750" fill="hold"/>
                                            <p:tgtEl>
                                              <p:spTgt spid="49"/>
                                            </p:tgtEl>
                                            <p:attrNameLst>
                                              <p:attrName>ppt_w</p:attrName>
                                            </p:attrNameLst>
                                          </p:cBhvr>
                                          <p:tavLst>
                                            <p:tav tm="0">
                                              <p:val>
                                                <p:fltVal val="0"/>
                                              </p:val>
                                            </p:tav>
                                            <p:tav tm="100000">
                                              <p:val>
                                                <p:strVal val="#ppt_w"/>
                                              </p:val>
                                            </p:tav>
                                          </p:tavLst>
                                        </p:anim>
                                        <p:anim calcmode="lin" valueType="num">
                                          <p:cBhvr>
                                            <p:cTn id="13" dur="750" fill="hold"/>
                                            <p:tgtEl>
                                              <p:spTgt spid="49"/>
                                            </p:tgtEl>
                                            <p:attrNameLst>
                                              <p:attrName>ppt_h</p:attrName>
                                            </p:attrNameLst>
                                          </p:cBhvr>
                                          <p:tavLst>
                                            <p:tav tm="0">
                                              <p:val>
                                                <p:fltVal val="0"/>
                                              </p:val>
                                            </p:tav>
                                            <p:tav tm="100000">
                                              <p:val>
                                                <p:strVal val="#ppt_h"/>
                                              </p:val>
                                            </p:tav>
                                          </p:tavLst>
                                        </p:anim>
                                        <p:animEffect transition="in" filter="fade">
                                          <p:cBhvr>
                                            <p:cTn id="14" dur="750"/>
                                            <p:tgtEl>
                                              <p:spTgt spid="49"/>
                                            </p:tgtEl>
                                          </p:cBhvr>
                                        </p:animEffect>
                                      </p:childTnLst>
                                    </p:cTn>
                                  </p:par>
                                  <p:par>
                                    <p:cTn id="15" presetID="53" presetClass="entr" presetSubtype="16" fill="hold" nodeType="withEffect">
                                      <p:stCondLst>
                                        <p:cond delay="400"/>
                                      </p:stCondLst>
                                      <p:childTnLst>
                                        <p:set>
                                          <p:cBhvr>
                                            <p:cTn id="16" dur="1" fill="hold">
                                              <p:stCondLst>
                                                <p:cond delay="0"/>
                                              </p:stCondLst>
                                            </p:cTn>
                                            <p:tgtEl>
                                              <p:spTgt spid="50"/>
                                            </p:tgtEl>
                                            <p:attrNameLst>
                                              <p:attrName>style.visibility</p:attrName>
                                            </p:attrNameLst>
                                          </p:cBhvr>
                                          <p:to>
                                            <p:strVal val="visible"/>
                                          </p:to>
                                        </p:set>
                                        <p:anim calcmode="lin" valueType="num">
                                          <p:cBhvr>
                                            <p:cTn id="17" dur="750" fill="hold"/>
                                            <p:tgtEl>
                                              <p:spTgt spid="50"/>
                                            </p:tgtEl>
                                            <p:attrNameLst>
                                              <p:attrName>ppt_w</p:attrName>
                                            </p:attrNameLst>
                                          </p:cBhvr>
                                          <p:tavLst>
                                            <p:tav tm="0">
                                              <p:val>
                                                <p:fltVal val="0"/>
                                              </p:val>
                                            </p:tav>
                                            <p:tav tm="100000">
                                              <p:val>
                                                <p:strVal val="#ppt_w"/>
                                              </p:val>
                                            </p:tav>
                                          </p:tavLst>
                                        </p:anim>
                                        <p:anim calcmode="lin" valueType="num">
                                          <p:cBhvr>
                                            <p:cTn id="18" dur="750" fill="hold"/>
                                            <p:tgtEl>
                                              <p:spTgt spid="50"/>
                                            </p:tgtEl>
                                            <p:attrNameLst>
                                              <p:attrName>ppt_h</p:attrName>
                                            </p:attrNameLst>
                                          </p:cBhvr>
                                          <p:tavLst>
                                            <p:tav tm="0">
                                              <p:val>
                                                <p:fltVal val="0"/>
                                              </p:val>
                                            </p:tav>
                                            <p:tav tm="100000">
                                              <p:val>
                                                <p:strVal val="#ppt_h"/>
                                              </p:val>
                                            </p:tav>
                                          </p:tavLst>
                                        </p:anim>
                                        <p:animEffect transition="in" filter="fade">
                                          <p:cBhvr>
                                            <p:cTn id="19" dur="750"/>
                                            <p:tgtEl>
                                              <p:spTgt spid="50"/>
                                            </p:tgtEl>
                                          </p:cBhvr>
                                        </p:animEffect>
                                      </p:childTnLst>
                                    </p:cTn>
                                  </p:par>
                                  <p:par>
                                    <p:cTn id="20" presetID="53" presetClass="entr" presetSubtype="16" fill="hold" nodeType="withEffect">
                                      <p:stCondLst>
                                        <p:cond delay="700"/>
                                      </p:stCondLst>
                                      <p:childTnLst>
                                        <p:set>
                                          <p:cBhvr>
                                            <p:cTn id="21" dur="1" fill="hold">
                                              <p:stCondLst>
                                                <p:cond delay="0"/>
                                              </p:stCondLst>
                                            </p:cTn>
                                            <p:tgtEl>
                                              <p:spTgt spid="47"/>
                                            </p:tgtEl>
                                            <p:attrNameLst>
                                              <p:attrName>style.visibility</p:attrName>
                                            </p:attrNameLst>
                                          </p:cBhvr>
                                          <p:to>
                                            <p:strVal val="visible"/>
                                          </p:to>
                                        </p:set>
                                        <p:anim calcmode="lin" valueType="num">
                                          <p:cBhvr>
                                            <p:cTn id="22" dur="750" fill="hold"/>
                                            <p:tgtEl>
                                              <p:spTgt spid="47"/>
                                            </p:tgtEl>
                                            <p:attrNameLst>
                                              <p:attrName>ppt_w</p:attrName>
                                            </p:attrNameLst>
                                          </p:cBhvr>
                                          <p:tavLst>
                                            <p:tav tm="0">
                                              <p:val>
                                                <p:fltVal val="0"/>
                                              </p:val>
                                            </p:tav>
                                            <p:tav tm="100000">
                                              <p:val>
                                                <p:strVal val="#ppt_w"/>
                                              </p:val>
                                            </p:tav>
                                          </p:tavLst>
                                        </p:anim>
                                        <p:anim calcmode="lin" valueType="num">
                                          <p:cBhvr>
                                            <p:cTn id="23" dur="750" fill="hold"/>
                                            <p:tgtEl>
                                              <p:spTgt spid="47"/>
                                            </p:tgtEl>
                                            <p:attrNameLst>
                                              <p:attrName>ppt_h</p:attrName>
                                            </p:attrNameLst>
                                          </p:cBhvr>
                                          <p:tavLst>
                                            <p:tav tm="0">
                                              <p:val>
                                                <p:fltVal val="0"/>
                                              </p:val>
                                            </p:tav>
                                            <p:tav tm="100000">
                                              <p:val>
                                                <p:strVal val="#ppt_h"/>
                                              </p:val>
                                            </p:tav>
                                          </p:tavLst>
                                        </p:anim>
                                        <p:animEffect transition="in" filter="fade">
                                          <p:cBhvr>
                                            <p:cTn id="24" dur="750"/>
                                            <p:tgtEl>
                                              <p:spTgt spid="47"/>
                                            </p:tgtEl>
                                          </p:cBhvr>
                                        </p:animEffect>
                                      </p:childTnLst>
                                    </p:cTn>
                                  </p:par>
                                  <p:par>
                                    <p:cTn id="25" presetID="53" presetClass="entr" presetSubtype="16" fill="hold" nodeType="withEffect">
                                      <p:stCondLst>
                                        <p:cond delay="800"/>
                                      </p:stCondLst>
                                      <p:childTnLst>
                                        <p:set>
                                          <p:cBhvr>
                                            <p:cTn id="26" dur="1" fill="hold">
                                              <p:stCondLst>
                                                <p:cond delay="0"/>
                                              </p:stCondLst>
                                            </p:cTn>
                                            <p:tgtEl>
                                              <p:spTgt spid="56"/>
                                            </p:tgtEl>
                                            <p:attrNameLst>
                                              <p:attrName>style.visibility</p:attrName>
                                            </p:attrNameLst>
                                          </p:cBhvr>
                                          <p:to>
                                            <p:strVal val="visible"/>
                                          </p:to>
                                        </p:set>
                                        <p:anim calcmode="lin" valueType="num">
                                          <p:cBhvr>
                                            <p:cTn id="27" dur="750" fill="hold"/>
                                            <p:tgtEl>
                                              <p:spTgt spid="56"/>
                                            </p:tgtEl>
                                            <p:attrNameLst>
                                              <p:attrName>ppt_w</p:attrName>
                                            </p:attrNameLst>
                                          </p:cBhvr>
                                          <p:tavLst>
                                            <p:tav tm="0">
                                              <p:val>
                                                <p:fltVal val="0"/>
                                              </p:val>
                                            </p:tav>
                                            <p:tav tm="100000">
                                              <p:val>
                                                <p:strVal val="#ppt_w"/>
                                              </p:val>
                                            </p:tav>
                                          </p:tavLst>
                                        </p:anim>
                                        <p:anim calcmode="lin" valueType="num">
                                          <p:cBhvr>
                                            <p:cTn id="28" dur="750" fill="hold"/>
                                            <p:tgtEl>
                                              <p:spTgt spid="56"/>
                                            </p:tgtEl>
                                            <p:attrNameLst>
                                              <p:attrName>ppt_h</p:attrName>
                                            </p:attrNameLst>
                                          </p:cBhvr>
                                          <p:tavLst>
                                            <p:tav tm="0">
                                              <p:val>
                                                <p:fltVal val="0"/>
                                              </p:val>
                                            </p:tav>
                                            <p:tav tm="100000">
                                              <p:val>
                                                <p:strVal val="#ppt_h"/>
                                              </p:val>
                                            </p:tav>
                                          </p:tavLst>
                                        </p:anim>
                                        <p:animEffect transition="in" filter="fade">
                                          <p:cBhvr>
                                            <p:cTn id="29" dur="750"/>
                                            <p:tgtEl>
                                              <p:spTgt spid="56"/>
                                            </p:tgtEl>
                                          </p:cBhvr>
                                        </p:animEffect>
                                      </p:childTnLst>
                                    </p:cTn>
                                  </p:par>
                                  <p:par>
                                    <p:cTn id="30" presetID="53" presetClass="entr" presetSubtype="16" fill="hold" nodeType="withEffect">
                                      <p:stCondLst>
                                        <p:cond delay="1100"/>
                                      </p:stCondLst>
                                      <p:childTnLst>
                                        <p:set>
                                          <p:cBhvr>
                                            <p:cTn id="31" dur="1" fill="hold">
                                              <p:stCondLst>
                                                <p:cond delay="0"/>
                                              </p:stCondLst>
                                            </p:cTn>
                                            <p:tgtEl>
                                              <p:spTgt spid="48"/>
                                            </p:tgtEl>
                                            <p:attrNameLst>
                                              <p:attrName>style.visibility</p:attrName>
                                            </p:attrNameLst>
                                          </p:cBhvr>
                                          <p:to>
                                            <p:strVal val="visible"/>
                                          </p:to>
                                        </p:set>
                                        <p:anim calcmode="lin" valueType="num">
                                          <p:cBhvr>
                                            <p:cTn id="32" dur="750" fill="hold"/>
                                            <p:tgtEl>
                                              <p:spTgt spid="48"/>
                                            </p:tgtEl>
                                            <p:attrNameLst>
                                              <p:attrName>ppt_w</p:attrName>
                                            </p:attrNameLst>
                                          </p:cBhvr>
                                          <p:tavLst>
                                            <p:tav tm="0">
                                              <p:val>
                                                <p:fltVal val="0"/>
                                              </p:val>
                                            </p:tav>
                                            <p:tav tm="100000">
                                              <p:val>
                                                <p:strVal val="#ppt_w"/>
                                              </p:val>
                                            </p:tav>
                                          </p:tavLst>
                                        </p:anim>
                                        <p:anim calcmode="lin" valueType="num">
                                          <p:cBhvr>
                                            <p:cTn id="33" dur="750" fill="hold"/>
                                            <p:tgtEl>
                                              <p:spTgt spid="48"/>
                                            </p:tgtEl>
                                            <p:attrNameLst>
                                              <p:attrName>ppt_h</p:attrName>
                                            </p:attrNameLst>
                                          </p:cBhvr>
                                          <p:tavLst>
                                            <p:tav tm="0">
                                              <p:val>
                                                <p:fltVal val="0"/>
                                              </p:val>
                                            </p:tav>
                                            <p:tav tm="100000">
                                              <p:val>
                                                <p:strVal val="#ppt_h"/>
                                              </p:val>
                                            </p:tav>
                                          </p:tavLst>
                                        </p:anim>
                                        <p:animEffect transition="in" filter="fade">
                                          <p:cBhvr>
                                            <p:cTn id="34" dur="750"/>
                                            <p:tgtEl>
                                              <p:spTgt spid="48"/>
                                            </p:tgtEl>
                                          </p:cBhvr>
                                        </p:animEffect>
                                      </p:childTnLst>
                                    </p:cTn>
                                  </p:par>
                                  <p:par>
                                    <p:cTn id="35" presetID="53" presetClass="entr" presetSubtype="16" fill="hold" nodeType="withEffect">
                                      <p:stCondLst>
                                        <p:cond delay="1200"/>
                                      </p:stCondLst>
                                      <p:childTnLst>
                                        <p:set>
                                          <p:cBhvr>
                                            <p:cTn id="36" dur="1" fill="hold">
                                              <p:stCondLst>
                                                <p:cond delay="0"/>
                                              </p:stCondLst>
                                            </p:cTn>
                                            <p:tgtEl>
                                              <p:spTgt spid="53"/>
                                            </p:tgtEl>
                                            <p:attrNameLst>
                                              <p:attrName>style.visibility</p:attrName>
                                            </p:attrNameLst>
                                          </p:cBhvr>
                                          <p:to>
                                            <p:strVal val="visible"/>
                                          </p:to>
                                        </p:set>
                                        <p:anim calcmode="lin" valueType="num">
                                          <p:cBhvr>
                                            <p:cTn id="37" dur="750" fill="hold"/>
                                            <p:tgtEl>
                                              <p:spTgt spid="53"/>
                                            </p:tgtEl>
                                            <p:attrNameLst>
                                              <p:attrName>ppt_w</p:attrName>
                                            </p:attrNameLst>
                                          </p:cBhvr>
                                          <p:tavLst>
                                            <p:tav tm="0">
                                              <p:val>
                                                <p:fltVal val="0"/>
                                              </p:val>
                                            </p:tav>
                                            <p:tav tm="100000">
                                              <p:val>
                                                <p:strVal val="#ppt_w"/>
                                              </p:val>
                                            </p:tav>
                                          </p:tavLst>
                                        </p:anim>
                                        <p:anim calcmode="lin" valueType="num">
                                          <p:cBhvr>
                                            <p:cTn id="38" dur="750" fill="hold"/>
                                            <p:tgtEl>
                                              <p:spTgt spid="53"/>
                                            </p:tgtEl>
                                            <p:attrNameLst>
                                              <p:attrName>ppt_h</p:attrName>
                                            </p:attrNameLst>
                                          </p:cBhvr>
                                          <p:tavLst>
                                            <p:tav tm="0">
                                              <p:val>
                                                <p:fltVal val="0"/>
                                              </p:val>
                                            </p:tav>
                                            <p:tav tm="100000">
                                              <p:val>
                                                <p:strVal val="#ppt_h"/>
                                              </p:val>
                                            </p:tav>
                                          </p:tavLst>
                                        </p:anim>
                                        <p:animEffect transition="in" filter="fade">
                                          <p:cBhvr>
                                            <p:cTn id="39" dur="750"/>
                                            <p:tgtEl>
                                              <p:spTgt spid="53"/>
                                            </p:tgtEl>
                                          </p:cBhvr>
                                        </p:animEffect>
                                      </p:childTnLst>
                                    </p:cTn>
                                  </p:par>
                                  <p:par>
                                    <p:cTn id="40" presetID="22" presetClass="entr" presetSubtype="4" fill="hold" nodeType="withEffect">
                                      <p:stCondLst>
                                        <p:cond delay="300"/>
                                      </p:stCondLst>
                                      <p:childTnLst>
                                        <p:set>
                                          <p:cBhvr>
                                            <p:cTn id="41" dur="1" fill="hold">
                                              <p:stCondLst>
                                                <p:cond delay="0"/>
                                              </p:stCondLst>
                                            </p:cTn>
                                            <p:tgtEl>
                                              <p:spTgt spid="71"/>
                                            </p:tgtEl>
                                            <p:attrNameLst>
                                              <p:attrName>style.visibility</p:attrName>
                                            </p:attrNameLst>
                                          </p:cBhvr>
                                          <p:to>
                                            <p:strVal val="visible"/>
                                          </p:to>
                                        </p:set>
                                        <p:animEffect transition="in" filter="wipe(down)">
                                          <p:cBhvr>
                                            <p:cTn id="42" dur="500"/>
                                            <p:tgtEl>
                                              <p:spTgt spid="71"/>
                                            </p:tgtEl>
                                          </p:cBhvr>
                                        </p:animEffect>
                                      </p:childTnLst>
                                    </p:cTn>
                                  </p:par>
                                  <p:par>
                                    <p:cTn id="43" presetID="22" presetClass="entr" presetSubtype="8" fill="hold" nodeType="withEffect">
                                      <p:stCondLst>
                                        <p:cond delay="600"/>
                                      </p:stCondLst>
                                      <p:childTnLst>
                                        <p:set>
                                          <p:cBhvr>
                                            <p:cTn id="44" dur="1" fill="hold">
                                              <p:stCondLst>
                                                <p:cond delay="0"/>
                                              </p:stCondLst>
                                            </p:cTn>
                                            <p:tgtEl>
                                              <p:spTgt spid="72"/>
                                            </p:tgtEl>
                                            <p:attrNameLst>
                                              <p:attrName>style.visibility</p:attrName>
                                            </p:attrNameLst>
                                          </p:cBhvr>
                                          <p:to>
                                            <p:strVal val="visible"/>
                                          </p:to>
                                        </p:set>
                                        <p:animEffect transition="in" filter="wipe(left)">
                                          <p:cBhvr>
                                            <p:cTn id="45" dur="500"/>
                                            <p:tgtEl>
                                              <p:spTgt spid="72"/>
                                            </p:tgtEl>
                                          </p:cBhvr>
                                        </p:animEffect>
                                      </p:childTnLst>
                                    </p:cTn>
                                  </p:par>
                                  <p:par>
                                    <p:cTn id="46" presetID="22" presetClass="entr" presetSubtype="1" fill="hold" nodeType="withEffect">
                                      <p:stCondLst>
                                        <p:cond delay="1000"/>
                                      </p:stCondLst>
                                      <p:childTnLst>
                                        <p:set>
                                          <p:cBhvr>
                                            <p:cTn id="47" dur="1" fill="hold">
                                              <p:stCondLst>
                                                <p:cond delay="0"/>
                                              </p:stCondLst>
                                            </p:cTn>
                                            <p:tgtEl>
                                              <p:spTgt spid="73"/>
                                            </p:tgtEl>
                                            <p:attrNameLst>
                                              <p:attrName>style.visibility</p:attrName>
                                            </p:attrNameLst>
                                          </p:cBhvr>
                                          <p:to>
                                            <p:strVal val="visible"/>
                                          </p:to>
                                        </p:set>
                                        <p:animEffect transition="in" filter="wipe(up)">
                                          <p:cBhvr>
                                            <p:cTn id="48" dur="500"/>
                                            <p:tgtEl>
                                              <p:spTgt spid="73"/>
                                            </p:tgtEl>
                                          </p:cBhvr>
                                        </p:animEffect>
                                      </p:childTnLst>
                                    </p:cTn>
                                  </p:par>
                                  <p:par>
                                    <p:cTn id="49" presetID="2" presetClass="entr" presetSubtype="9" fill="hold" grpId="0" nodeType="withEffect">
                                      <p:stCondLst>
                                        <p:cond delay="40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1000" fill="hold"/>
                                            <p:tgtEl>
                                              <p:spTgt spid="33"/>
                                            </p:tgtEl>
                                            <p:attrNameLst>
                                              <p:attrName>ppt_x</p:attrName>
                                            </p:attrNameLst>
                                          </p:cBhvr>
                                          <p:tavLst>
                                            <p:tav tm="0">
                                              <p:val>
                                                <p:strVal val="0-#ppt_w/2"/>
                                              </p:val>
                                            </p:tav>
                                            <p:tav tm="100000">
                                              <p:val>
                                                <p:strVal val="#ppt_x"/>
                                              </p:val>
                                            </p:tav>
                                          </p:tavLst>
                                        </p:anim>
                                        <p:anim calcmode="lin" valueType="num">
                                          <p:cBhvr additive="base">
                                            <p:cTn id="52" dur="1000" fill="hold"/>
                                            <p:tgtEl>
                                              <p:spTgt spid="33"/>
                                            </p:tgtEl>
                                            <p:attrNameLst>
                                              <p:attrName>ppt_y</p:attrName>
                                            </p:attrNameLst>
                                          </p:cBhvr>
                                          <p:tavLst>
                                            <p:tav tm="0">
                                              <p:val>
                                                <p:strVal val="0-#ppt_h/2"/>
                                              </p:val>
                                            </p:tav>
                                            <p:tav tm="100000">
                                              <p:val>
                                                <p:strVal val="#ppt_y"/>
                                              </p:val>
                                            </p:tav>
                                          </p:tavLst>
                                        </p:anim>
                                      </p:childTnLst>
                                    </p:cTn>
                                  </p:par>
                                  <p:par>
                                    <p:cTn id="53" presetID="2" presetClass="entr" presetSubtype="8" fill="hold" grpId="0" nodeType="withEffect">
                                      <p:stCondLst>
                                        <p:cond delay="8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1000" fill="hold"/>
                                            <p:tgtEl>
                                              <p:spTgt spid="32"/>
                                            </p:tgtEl>
                                            <p:attrNameLst>
                                              <p:attrName>ppt_x</p:attrName>
                                            </p:attrNameLst>
                                          </p:cBhvr>
                                          <p:tavLst>
                                            <p:tav tm="0">
                                              <p:val>
                                                <p:strVal val="0-#ppt_w/2"/>
                                              </p:val>
                                            </p:tav>
                                            <p:tav tm="100000">
                                              <p:val>
                                                <p:strVal val="#ppt_x"/>
                                              </p:val>
                                            </p:tav>
                                          </p:tavLst>
                                        </p:anim>
                                        <p:anim calcmode="lin" valueType="num">
                                          <p:cBhvr additive="base">
                                            <p:cTn id="56" dur="1000" fill="hold"/>
                                            <p:tgtEl>
                                              <p:spTgt spid="32"/>
                                            </p:tgtEl>
                                            <p:attrNameLst>
                                              <p:attrName>ppt_y</p:attrName>
                                            </p:attrNameLst>
                                          </p:cBhvr>
                                          <p:tavLst>
                                            <p:tav tm="0">
                                              <p:val>
                                                <p:strVal val="#ppt_y"/>
                                              </p:val>
                                            </p:tav>
                                            <p:tav tm="100000">
                                              <p:val>
                                                <p:strVal val="#ppt_y"/>
                                              </p:val>
                                            </p:tav>
                                          </p:tavLst>
                                        </p:anim>
                                      </p:childTnLst>
                                    </p:cTn>
                                  </p:par>
                                  <p:par>
                                    <p:cTn id="57" presetID="2" presetClass="entr" presetSubtype="12" fill="hold" grpId="0" nodeType="withEffect">
                                      <p:stCondLst>
                                        <p:cond delay="1200"/>
                                      </p:stCondLst>
                                      <p:childTnLst>
                                        <p:set>
                                          <p:cBhvr>
                                            <p:cTn id="58" dur="1" fill="hold">
                                              <p:stCondLst>
                                                <p:cond delay="0"/>
                                              </p:stCondLst>
                                            </p:cTn>
                                            <p:tgtEl>
                                              <p:spTgt spid="31"/>
                                            </p:tgtEl>
                                            <p:attrNameLst>
                                              <p:attrName>style.visibility</p:attrName>
                                            </p:attrNameLst>
                                          </p:cBhvr>
                                          <p:to>
                                            <p:strVal val="visible"/>
                                          </p:to>
                                        </p:set>
                                        <p:anim calcmode="lin" valueType="num">
                                          <p:cBhvr additive="base">
                                            <p:cTn id="59" dur="1000" fill="hold"/>
                                            <p:tgtEl>
                                              <p:spTgt spid="31"/>
                                            </p:tgtEl>
                                            <p:attrNameLst>
                                              <p:attrName>ppt_x</p:attrName>
                                            </p:attrNameLst>
                                          </p:cBhvr>
                                          <p:tavLst>
                                            <p:tav tm="0">
                                              <p:val>
                                                <p:strVal val="0-#ppt_w/2"/>
                                              </p:val>
                                            </p:tav>
                                            <p:tav tm="100000">
                                              <p:val>
                                                <p:strVal val="#ppt_x"/>
                                              </p:val>
                                            </p:tav>
                                          </p:tavLst>
                                        </p:anim>
                                        <p:anim calcmode="lin" valueType="num">
                                          <p:cBhvr additive="base">
                                            <p:cTn id="60" dur="1000" fill="hold"/>
                                            <p:tgtEl>
                                              <p:spTgt spid="31"/>
                                            </p:tgtEl>
                                            <p:attrNameLst>
                                              <p:attrName>ppt_y</p:attrName>
                                            </p:attrNameLst>
                                          </p:cBhvr>
                                          <p:tavLst>
                                            <p:tav tm="0">
                                              <p:val>
                                                <p:strVal val="1+#ppt_h/2"/>
                                              </p:val>
                                            </p:tav>
                                            <p:tav tm="100000">
                                              <p:val>
                                                <p:strVal val="#ppt_y"/>
                                              </p:val>
                                            </p:tav>
                                          </p:tavLst>
                                        </p:anim>
                                      </p:childTnLst>
                                    </p:cTn>
                                  </p:par>
                                  <p:par>
                                    <p:cTn id="61" presetID="2" presetClass="entr" presetSubtype="8" fill="hold" nodeType="withEffect">
                                      <p:stCondLst>
                                        <p:cond delay="400"/>
                                      </p:stCondLst>
                                      <p:childTnLst>
                                        <p:set>
                                          <p:cBhvr>
                                            <p:cTn id="62" dur="1" fill="hold">
                                              <p:stCondLst>
                                                <p:cond delay="0"/>
                                              </p:stCondLst>
                                            </p:cTn>
                                            <p:tgtEl>
                                              <p:spTgt spid="65"/>
                                            </p:tgtEl>
                                            <p:attrNameLst>
                                              <p:attrName>style.visibility</p:attrName>
                                            </p:attrNameLst>
                                          </p:cBhvr>
                                          <p:to>
                                            <p:strVal val="visible"/>
                                          </p:to>
                                        </p:set>
                                        <p:anim calcmode="lin" valueType="num">
                                          <p:cBhvr additive="base">
                                            <p:cTn id="63" dur="1000" fill="hold"/>
                                            <p:tgtEl>
                                              <p:spTgt spid="65"/>
                                            </p:tgtEl>
                                            <p:attrNameLst>
                                              <p:attrName>ppt_x</p:attrName>
                                            </p:attrNameLst>
                                          </p:cBhvr>
                                          <p:tavLst>
                                            <p:tav tm="0">
                                              <p:val>
                                                <p:strVal val="0-#ppt_w/2"/>
                                              </p:val>
                                            </p:tav>
                                            <p:tav tm="100000">
                                              <p:val>
                                                <p:strVal val="#ppt_x"/>
                                              </p:val>
                                            </p:tav>
                                          </p:tavLst>
                                        </p:anim>
                                        <p:anim calcmode="lin" valueType="num">
                                          <p:cBhvr additive="base">
                                            <p:cTn id="64" dur="1000" fill="hold"/>
                                            <p:tgtEl>
                                              <p:spTgt spid="65"/>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40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1000" fill="hold"/>
                                            <p:tgtEl>
                                              <p:spTgt spid="39"/>
                                            </p:tgtEl>
                                            <p:attrNameLst>
                                              <p:attrName>ppt_x</p:attrName>
                                            </p:attrNameLst>
                                          </p:cBhvr>
                                          <p:tavLst>
                                            <p:tav tm="0">
                                              <p:val>
                                                <p:strVal val="0-#ppt_w/2"/>
                                              </p:val>
                                            </p:tav>
                                            <p:tav tm="100000">
                                              <p:val>
                                                <p:strVal val="#ppt_x"/>
                                              </p:val>
                                            </p:tav>
                                          </p:tavLst>
                                        </p:anim>
                                        <p:anim calcmode="lin" valueType="num">
                                          <p:cBhvr additive="base">
                                            <p:cTn id="68" dur="1000" fill="hold"/>
                                            <p:tgtEl>
                                              <p:spTgt spid="39"/>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400"/>
                                      </p:stCondLst>
                                      <p:childTnLst>
                                        <p:set>
                                          <p:cBhvr>
                                            <p:cTn id="70" dur="1" fill="hold">
                                              <p:stCondLst>
                                                <p:cond delay="0"/>
                                              </p:stCondLst>
                                            </p:cTn>
                                            <p:tgtEl>
                                              <p:spTgt spid="68"/>
                                            </p:tgtEl>
                                            <p:attrNameLst>
                                              <p:attrName>style.visibility</p:attrName>
                                            </p:attrNameLst>
                                          </p:cBhvr>
                                          <p:to>
                                            <p:strVal val="visible"/>
                                          </p:to>
                                        </p:set>
                                        <p:anim calcmode="lin" valueType="num">
                                          <p:cBhvr additive="base">
                                            <p:cTn id="71" dur="1000" fill="hold"/>
                                            <p:tgtEl>
                                              <p:spTgt spid="68"/>
                                            </p:tgtEl>
                                            <p:attrNameLst>
                                              <p:attrName>ppt_x</p:attrName>
                                            </p:attrNameLst>
                                          </p:cBhvr>
                                          <p:tavLst>
                                            <p:tav tm="0">
                                              <p:val>
                                                <p:strVal val="0-#ppt_w/2"/>
                                              </p:val>
                                            </p:tav>
                                            <p:tav tm="100000">
                                              <p:val>
                                                <p:strVal val="#ppt_x"/>
                                              </p:val>
                                            </p:tav>
                                          </p:tavLst>
                                        </p:anim>
                                        <p:anim calcmode="lin" valueType="num">
                                          <p:cBhvr additive="base">
                                            <p:cTn id="72" dur="1000" fill="hold"/>
                                            <p:tgtEl>
                                              <p:spTgt spid="68"/>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800"/>
                                      </p:stCondLst>
                                      <p:childTnLst>
                                        <p:set>
                                          <p:cBhvr>
                                            <p:cTn id="74" dur="1" fill="hold">
                                              <p:stCondLst>
                                                <p:cond delay="0"/>
                                              </p:stCondLst>
                                            </p:cTn>
                                            <p:tgtEl>
                                              <p:spTgt spid="66"/>
                                            </p:tgtEl>
                                            <p:attrNameLst>
                                              <p:attrName>style.visibility</p:attrName>
                                            </p:attrNameLst>
                                          </p:cBhvr>
                                          <p:to>
                                            <p:strVal val="visible"/>
                                          </p:to>
                                        </p:set>
                                        <p:anim calcmode="lin" valueType="num">
                                          <p:cBhvr additive="base">
                                            <p:cTn id="75" dur="1000" fill="hold"/>
                                            <p:tgtEl>
                                              <p:spTgt spid="66"/>
                                            </p:tgtEl>
                                            <p:attrNameLst>
                                              <p:attrName>ppt_x</p:attrName>
                                            </p:attrNameLst>
                                          </p:cBhvr>
                                          <p:tavLst>
                                            <p:tav tm="0">
                                              <p:val>
                                                <p:strVal val="0-#ppt_w/2"/>
                                              </p:val>
                                            </p:tav>
                                            <p:tav tm="100000">
                                              <p:val>
                                                <p:strVal val="#ppt_x"/>
                                              </p:val>
                                            </p:tav>
                                          </p:tavLst>
                                        </p:anim>
                                        <p:anim calcmode="lin" valueType="num">
                                          <p:cBhvr additive="base">
                                            <p:cTn id="76" dur="1000" fill="hold"/>
                                            <p:tgtEl>
                                              <p:spTgt spid="66"/>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800"/>
                                      </p:stCondLst>
                                      <p:childTnLst>
                                        <p:set>
                                          <p:cBhvr>
                                            <p:cTn id="78" dur="1" fill="hold">
                                              <p:stCondLst>
                                                <p:cond delay="0"/>
                                              </p:stCondLst>
                                            </p:cTn>
                                            <p:tgtEl>
                                              <p:spTgt spid="42"/>
                                            </p:tgtEl>
                                            <p:attrNameLst>
                                              <p:attrName>style.visibility</p:attrName>
                                            </p:attrNameLst>
                                          </p:cBhvr>
                                          <p:to>
                                            <p:strVal val="visible"/>
                                          </p:to>
                                        </p:set>
                                        <p:anim calcmode="lin" valueType="num">
                                          <p:cBhvr additive="base">
                                            <p:cTn id="79" dur="1000" fill="hold"/>
                                            <p:tgtEl>
                                              <p:spTgt spid="42"/>
                                            </p:tgtEl>
                                            <p:attrNameLst>
                                              <p:attrName>ppt_x</p:attrName>
                                            </p:attrNameLst>
                                          </p:cBhvr>
                                          <p:tavLst>
                                            <p:tav tm="0">
                                              <p:val>
                                                <p:strVal val="0-#ppt_w/2"/>
                                              </p:val>
                                            </p:tav>
                                            <p:tav tm="100000">
                                              <p:val>
                                                <p:strVal val="#ppt_x"/>
                                              </p:val>
                                            </p:tav>
                                          </p:tavLst>
                                        </p:anim>
                                        <p:anim calcmode="lin" valueType="num">
                                          <p:cBhvr additive="base">
                                            <p:cTn id="80" dur="1000" fill="hold"/>
                                            <p:tgtEl>
                                              <p:spTgt spid="42"/>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800"/>
                                      </p:stCondLst>
                                      <p:childTnLst>
                                        <p:set>
                                          <p:cBhvr>
                                            <p:cTn id="82" dur="1" fill="hold">
                                              <p:stCondLst>
                                                <p:cond delay="0"/>
                                              </p:stCondLst>
                                            </p:cTn>
                                            <p:tgtEl>
                                              <p:spTgt spid="69"/>
                                            </p:tgtEl>
                                            <p:attrNameLst>
                                              <p:attrName>style.visibility</p:attrName>
                                            </p:attrNameLst>
                                          </p:cBhvr>
                                          <p:to>
                                            <p:strVal val="visible"/>
                                          </p:to>
                                        </p:set>
                                        <p:anim calcmode="lin" valueType="num">
                                          <p:cBhvr additive="base">
                                            <p:cTn id="83" dur="1000" fill="hold"/>
                                            <p:tgtEl>
                                              <p:spTgt spid="69"/>
                                            </p:tgtEl>
                                            <p:attrNameLst>
                                              <p:attrName>ppt_x</p:attrName>
                                            </p:attrNameLst>
                                          </p:cBhvr>
                                          <p:tavLst>
                                            <p:tav tm="0">
                                              <p:val>
                                                <p:strVal val="0-#ppt_w/2"/>
                                              </p:val>
                                            </p:tav>
                                            <p:tav tm="100000">
                                              <p:val>
                                                <p:strVal val="#ppt_x"/>
                                              </p:val>
                                            </p:tav>
                                          </p:tavLst>
                                        </p:anim>
                                        <p:anim calcmode="lin" valueType="num">
                                          <p:cBhvr additive="base">
                                            <p:cTn id="84" dur="1000" fill="hold"/>
                                            <p:tgtEl>
                                              <p:spTgt spid="69"/>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1200"/>
                                      </p:stCondLst>
                                      <p:childTnLst>
                                        <p:set>
                                          <p:cBhvr>
                                            <p:cTn id="86" dur="1" fill="hold">
                                              <p:stCondLst>
                                                <p:cond delay="0"/>
                                              </p:stCondLst>
                                            </p:cTn>
                                            <p:tgtEl>
                                              <p:spTgt spid="67"/>
                                            </p:tgtEl>
                                            <p:attrNameLst>
                                              <p:attrName>style.visibility</p:attrName>
                                            </p:attrNameLst>
                                          </p:cBhvr>
                                          <p:to>
                                            <p:strVal val="visible"/>
                                          </p:to>
                                        </p:set>
                                        <p:anim calcmode="lin" valueType="num">
                                          <p:cBhvr additive="base">
                                            <p:cTn id="87" dur="1000" fill="hold"/>
                                            <p:tgtEl>
                                              <p:spTgt spid="67"/>
                                            </p:tgtEl>
                                            <p:attrNameLst>
                                              <p:attrName>ppt_x</p:attrName>
                                            </p:attrNameLst>
                                          </p:cBhvr>
                                          <p:tavLst>
                                            <p:tav tm="0">
                                              <p:val>
                                                <p:strVal val="0-#ppt_w/2"/>
                                              </p:val>
                                            </p:tav>
                                            <p:tav tm="100000">
                                              <p:val>
                                                <p:strVal val="#ppt_x"/>
                                              </p:val>
                                            </p:tav>
                                          </p:tavLst>
                                        </p:anim>
                                        <p:anim calcmode="lin" valueType="num">
                                          <p:cBhvr additive="base">
                                            <p:cTn id="88" dur="1000" fill="hold"/>
                                            <p:tgtEl>
                                              <p:spTgt spid="67"/>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1200"/>
                                      </p:stCondLst>
                                      <p:childTnLst>
                                        <p:set>
                                          <p:cBhvr>
                                            <p:cTn id="90" dur="1" fill="hold">
                                              <p:stCondLst>
                                                <p:cond delay="0"/>
                                              </p:stCondLst>
                                            </p:cTn>
                                            <p:tgtEl>
                                              <p:spTgt spid="45"/>
                                            </p:tgtEl>
                                            <p:attrNameLst>
                                              <p:attrName>style.visibility</p:attrName>
                                            </p:attrNameLst>
                                          </p:cBhvr>
                                          <p:to>
                                            <p:strVal val="visible"/>
                                          </p:to>
                                        </p:set>
                                        <p:anim calcmode="lin" valueType="num">
                                          <p:cBhvr additive="base">
                                            <p:cTn id="91" dur="1000" fill="hold"/>
                                            <p:tgtEl>
                                              <p:spTgt spid="45"/>
                                            </p:tgtEl>
                                            <p:attrNameLst>
                                              <p:attrName>ppt_x</p:attrName>
                                            </p:attrNameLst>
                                          </p:cBhvr>
                                          <p:tavLst>
                                            <p:tav tm="0">
                                              <p:val>
                                                <p:strVal val="0-#ppt_w/2"/>
                                              </p:val>
                                            </p:tav>
                                            <p:tav tm="100000">
                                              <p:val>
                                                <p:strVal val="#ppt_x"/>
                                              </p:val>
                                            </p:tav>
                                          </p:tavLst>
                                        </p:anim>
                                        <p:anim calcmode="lin" valueType="num">
                                          <p:cBhvr additive="base">
                                            <p:cTn id="92" dur="1000" fill="hold"/>
                                            <p:tgtEl>
                                              <p:spTgt spid="4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1200"/>
                                      </p:stCondLst>
                                      <p:childTnLst>
                                        <p:set>
                                          <p:cBhvr>
                                            <p:cTn id="94" dur="1" fill="hold">
                                              <p:stCondLst>
                                                <p:cond delay="0"/>
                                              </p:stCondLst>
                                            </p:cTn>
                                            <p:tgtEl>
                                              <p:spTgt spid="70"/>
                                            </p:tgtEl>
                                            <p:attrNameLst>
                                              <p:attrName>style.visibility</p:attrName>
                                            </p:attrNameLst>
                                          </p:cBhvr>
                                          <p:to>
                                            <p:strVal val="visible"/>
                                          </p:to>
                                        </p:set>
                                        <p:anim calcmode="lin" valueType="num">
                                          <p:cBhvr additive="base">
                                            <p:cTn id="95" dur="1000" fill="hold"/>
                                            <p:tgtEl>
                                              <p:spTgt spid="70"/>
                                            </p:tgtEl>
                                            <p:attrNameLst>
                                              <p:attrName>ppt_x</p:attrName>
                                            </p:attrNameLst>
                                          </p:cBhvr>
                                          <p:tavLst>
                                            <p:tav tm="0">
                                              <p:val>
                                                <p:strVal val="0-#ppt_w/2"/>
                                              </p:val>
                                            </p:tav>
                                            <p:tav tm="100000">
                                              <p:val>
                                                <p:strVal val="#ppt_x"/>
                                              </p:val>
                                            </p:tav>
                                          </p:tavLst>
                                        </p:anim>
                                        <p:anim calcmode="lin" valueType="num">
                                          <p:cBhvr additive="base">
                                            <p:cTn id="96" dur="1000" fill="hold"/>
                                            <p:tgtEl>
                                              <p:spTgt spid="70"/>
                                            </p:tgtEl>
                                            <p:attrNameLst>
                                              <p:attrName>ppt_y</p:attrName>
                                            </p:attrNameLst>
                                          </p:cBhvr>
                                          <p:tavLst>
                                            <p:tav tm="0">
                                              <p:val>
                                                <p:strVal val="#ppt_y"/>
                                              </p:val>
                                            </p:tav>
                                            <p:tav tm="100000">
                                              <p:val>
                                                <p:strVal val="#ppt_y"/>
                                              </p:val>
                                            </p:tav>
                                          </p:tavLst>
                                        </p:anim>
                                      </p:childTnLst>
                                    </p:cTn>
                                  </p:par>
                                  <p:par>
                                    <p:cTn id="97" presetID="53" presetClass="entr" presetSubtype="16" fill="hold" nodeType="withEffect">
                                      <p:stCondLst>
                                        <p:cond delay="500"/>
                                      </p:stCondLst>
                                      <p:childTnLst>
                                        <p:set>
                                          <p:cBhvr>
                                            <p:cTn id="98" dur="1" fill="hold">
                                              <p:stCondLst>
                                                <p:cond delay="0"/>
                                              </p:stCondLst>
                                            </p:cTn>
                                            <p:tgtEl>
                                              <p:spTgt spid="63"/>
                                            </p:tgtEl>
                                            <p:attrNameLst>
                                              <p:attrName>style.visibility</p:attrName>
                                            </p:attrNameLst>
                                          </p:cBhvr>
                                          <p:to>
                                            <p:strVal val="visible"/>
                                          </p:to>
                                        </p:set>
                                        <p:anim calcmode="lin" valueType="num">
                                          <p:cBhvr>
                                            <p:cTn id="99" dur="750" fill="hold"/>
                                            <p:tgtEl>
                                              <p:spTgt spid="63"/>
                                            </p:tgtEl>
                                            <p:attrNameLst>
                                              <p:attrName>ppt_w</p:attrName>
                                            </p:attrNameLst>
                                          </p:cBhvr>
                                          <p:tavLst>
                                            <p:tav tm="0">
                                              <p:val>
                                                <p:fltVal val="0"/>
                                              </p:val>
                                            </p:tav>
                                            <p:tav tm="100000">
                                              <p:val>
                                                <p:strVal val="#ppt_w"/>
                                              </p:val>
                                            </p:tav>
                                          </p:tavLst>
                                        </p:anim>
                                        <p:anim calcmode="lin" valueType="num">
                                          <p:cBhvr>
                                            <p:cTn id="100" dur="750" fill="hold"/>
                                            <p:tgtEl>
                                              <p:spTgt spid="63"/>
                                            </p:tgtEl>
                                            <p:attrNameLst>
                                              <p:attrName>ppt_h</p:attrName>
                                            </p:attrNameLst>
                                          </p:cBhvr>
                                          <p:tavLst>
                                            <p:tav tm="0">
                                              <p:val>
                                                <p:fltVal val="0"/>
                                              </p:val>
                                            </p:tav>
                                            <p:tav tm="100000">
                                              <p:val>
                                                <p:strVal val="#ppt_h"/>
                                              </p:val>
                                            </p:tav>
                                          </p:tavLst>
                                        </p:anim>
                                        <p:animEffect transition="in" filter="fade">
                                          <p:cBhvr>
                                            <p:cTn id="101" dur="750"/>
                                            <p:tgtEl>
                                              <p:spTgt spid="63"/>
                                            </p:tgtEl>
                                          </p:cBhvr>
                                        </p:animEffect>
                                      </p:childTnLst>
                                    </p:cTn>
                                  </p:par>
                                  <p:par>
                                    <p:cTn id="102" presetID="53" presetClass="entr" presetSubtype="16" fill="hold" grpId="0" nodeType="withEffect">
                                      <p:stCondLst>
                                        <p:cond delay="500"/>
                                      </p:stCondLst>
                                      <p:childTnLst>
                                        <p:set>
                                          <p:cBhvr>
                                            <p:cTn id="103" dur="1" fill="hold">
                                              <p:stCondLst>
                                                <p:cond delay="0"/>
                                              </p:stCondLst>
                                            </p:cTn>
                                            <p:tgtEl>
                                              <p:spTgt spid="35"/>
                                            </p:tgtEl>
                                            <p:attrNameLst>
                                              <p:attrName>style.visibility</p:attrName>
                                            </p:attrNameLst>
                                          </p:cBhvr>
                                          <p:to>
                                            <p:strVal val="visible"/>
                                          </p:to>
                                        </p:set>
                                        <p:anim calcmode="lin" valueType="num">
                                          <p:cBhvr>
                                            <p:cTn id="104" dur="750" fill="hold"/>
                                            <p:tgtEl>
                                              <p:spTgt spid="35"/>
                                            </p:tgtEl>
                                            <p:attrNameLst>
                                              <p:attrName>ppt_w</p:attrName>
                                            </p:attrNameLst>
                                          </p:cBhvr>
                                          <p:tavLst>
                                            <p:tav tm="0">
                                              <p:val>
                                                <p:fltVal val="0"/>
                                              </p:val>
                                            </p:tav>
                                            <p:tav tm="100000">
                                              <p:val>
                                                <p:strVal val="#ppt_w"/>
                                              </p:val>
                                            </p:tav>
                                          </p:tavLst>
                                        </p:anim>
                                        <p:anim calcmode="lin" valueType="num">
                                          <p:cBhvr>
                                            <p:cTn id="105" dur="750" fill="hold"/>
                                            <p:tgtEl>
                                              <p:spTgt spid="35"/>
                                            </p:tgtEl>
                                            <p:attrNameLst>
                                              <p:attrName>ppt_h</p:attrName>
                                            </p:attrNameLst>
                                          </p:cBhvr>
                                          <p:tavLst>
                                            <p:tav tm="0">
                                              <p:val>
                                                <p:fltVal val="0"/>
                                              </p:val>
                                            </p:tav>
                                            <p:tav tm="100000">
                                              <p:val>
                                                <p:strVal val="#ppt_h"/>
                                              </p:val>
                                            </p:tav>
                                          </p:tavLst>
                                        </p:anim>
                                        <p:animEffect transition="in" filter="fade">
                                          <p:cBhvr>
                                            <p:cTn id="106" dur="750"/>
                                            <p:tgtEl>
                                              <p:spTgt spid="35"/>
                                            </p:tgtEl>
                                          </p:cBhvr>
                                        </p:animEffect>
                                      </p:childTnLst>
                                    </p:cTn>
                                  </p:par>
                                  <p:par>
                                    <p:cTn id="107" presetID="53" presetClass="entr" presetSubtype="16" fill="hold" grpId="0" nodeType="withEffect">
                                      <p:stCondLst>
                                        <p:cond delay="900"/>
                                      </p:stCondLst>
                                      <p:childTnLst>
                                        <p:set>
                                          <p:cBhvr>
                                            <p:cTn id="108" dur="1" fill="hold">
                                              <p:stCondLst>
                                                <p:cond delay="0"/>
                                              </p:stCondLst>
                                            </p:cTn>
                                            <p:tgtEl>
                                              <p:spTgt spid="36"/>
                                            </p:tgtEl>
                                            <p:attrNameLst>
                                              <p:attrName>style.visibility</p:attrName>
                                            </p:attrNameLst>
                                          </p:cBhvr>
                                          <p:to>
                                            <p:strVal val="visible"/>
                                          </p:to>
                                        </p:set>
                                        <p:anim calcmode="lin" valueType="num">
                                          <p:cBhvr>
                                            <p:cTn id="109" dur="750" fill="hold"/>
                                            <p:tgtEl>
                                              <p:spTgt spid="36"/>
                                            </p:tgtEl>
                                            <p:attrNameLst>
                                              <p:attrName>ppt_w</p:attrName>
                                            </p:attrNameLst>
                                          </p:cBhvr>
                                          <p:tavLst>
                                            <p:tav tm="0">
                                              <p:val>
                                                <p:fltVal val="0"/>
                                              </p:val>
                                            </p:tav>
                                            <p:tav tm="100000">
                                              <p:val>
                                                <p:strVal val="#ppt_w"/>
                                              </p:val>
                                            </p:tav>
                                          </p:tavLst>
                                        </p:anim>
                                        <p:anim calcmode="lin" valueType="num">
                                          <p:cBhvr>
                                            <p:cTn id="110" dur="750" fill="hold"/>
                                            <p:tgtEl>
                                              <p:spTgt spid="36"/>
                                            </p:tgtEl>
                                            <p:attrNameLst>
                                              <p:attrName>ppt_h</p:attrName>
                                            </p:attrNameLst>
                                          </p:cBhvr>
                                          <p:tavLst>
                                            <p:tav tm="0">
                                              <p:val>
                                                <p:fltVal val="0"/>
                                              </p:val>
                                            </p:tav>
                                            <p:tav tm="100000">
                                              <p:val>
                                                <p:strVal val="#ppt_h"/>
                                              </p:val>
                                            </p:tav>
                                          </p:tavLst>
                                        </p:anim>
                                        <p:animEffect transition="in" filter="fade">
                                          <p:cBhvr>
                                            <p:cTn id="111" dur="750"/>
                                            <p:tgtEl>
                                              <p:spTgt spid="36"/>
                                            </p:tgtEl>
                                          </p:cBhvr>
                                        </p:animEffect>
                                      </p:childTnLst>
                                    </p:cTn>
                                  </p:par>
                                  <p:par>
                                    <p:cTn id="112" presetID="53" presetClass="entr" presetSubtype="16" fill="hold" grpId="0" nodeType="withEffect">
                                      <p:stCondLst>
                                        <p:cond delay="1300"/>
                                      </p:stCondLst>
                                      <p:childTnLst>
                                        <p:set>
                                          <p:cBhvr>
                                            <p:cTn id="113" dur="1" fill="hold">
                                              <p:stCondLst>
                                                <p:cond delay="0"/>
                                              </p:stCondLst>
                                            </p:cTn>
                                            <p:tgtEl>
                                              <p:spTgt spid="34"/>
                                            </p:tgtEl>
                                            <p:attrNameLst>
                                              <p:attrName>style.visibility</p:attrName>
                                            </p:attrNameLst>
                                          </p:cBhvr>
                                          <p:to>
                                            <p:strVal val="visible"/>
                                          </p:to>
                                        </p:set>
                                        <p:anim calcmode="lin" valueType="num">
                                          <p:cBhvr>
                                            <p:cTn id="114" dur="750" fill="hold"/>
                                            <p:tgtEl>
                                              <p:spTgt spid="34"/>
                                            </p:tgtEl>
                                            <p:attrNameLst>
                                              <p:attrName>ppt_w</p:attrName>
                                            </p:attrNameLst>
                                          </p:cBhvr>
                                          <p:tavLst>
                                            <p:tav tm="0">
                                              <p:val>
                                                <p:fltVal val="0"/>
                                              </p:val>
                                            </p:tav>
                                            <p:tav tm="100000">
                                              <p:val>
                                                <p:strVal val="#ppt_w"/>
                                              </p:val>
                                            </p:tav>
                                          </p:tavLst>
                                        </p:anim>
                                        <p:anim calcmode="lin" valueType="num">
                                          <p:cBhvr>
                                            <p:cTn id="115" dur="750" fill="hold"/>
                                            <p:tgtEl>
                                              <p:spTgt spid="34"/>
                                            </p:tgtEl>
                                            <p:attrNameLst>
                                              <p:attrName>ppt_h</p:attrName>
                                            </p:attrNameLst>
                                          </p:cBhvr>
                                          <p:tavLst>
                                            <p:tav tm="0">
                                              <p:val>
                                                <p:fltVal val="0"/>
                                              </p:val>
                                            </p:tav>
                                            <p:tav tm="100000">
                                              <p:val>
                                                <p:strVal val="#ppt_h"/>
                                              </p:val>
                                            </p:tav>
                                          </p:tavLst>
                                        </p:anim>
                                        <p:animEffect transition="in" filter="fade">
                                          <p:cBhvr>
                                            <p:cTn id="116" dur="7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9" grpId="0"/>
          <p:bldP spid="42" grpId="0"/>
          <p:bldP spid="45" grpId="0"/>
          <p:bldP spid="34" grpId="0" animBg="1"/>
          <p:bldP spid="35" grpId="0" animBg="1"/>
          <p:bldP spid="36" grpId="0" animBg="1"/>
          <p:bldP spid="68" grpId="0"/>
          <p:bldP spid="69" grpId="0"/>
          <p:bldP spid="70" grpId="0"/>
        </p:bldLst>
      </p:timing>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A9C79C10-A410-4302-A7F6-056A8DBD74BF}"/>
              </a:ext>
            </a:extLst>
          </p:cNvPr>
          <p:cNvSpPr>
            <a:spLocks/>
          </p:cNvSpPr>
          <p:nvPr/>
        </p:nvSpPr>
        <p:spPr bwMode="auto">
          <a:xfrm>
            <a:off x="10153650" y="2865438"/>
            <a:ext cx="2030413" cy="3992563"/>
          </a:xfrm>
          <a:custGeom>
            <a:avLst/>
            <a:gdLst>
              <a:gd name="T0" fmla="*/ 340 w 533"/>
              <a:gd name="T1" fmla="*/ 71 h 1048"/>
              <a:gd name="T2" fmla="*/ 266 w 533"/>
              <a:gd name="T3" fmla="*/ 92 h 1048"/>
              <a:gd name="T4" fmla="*/ 193 w 533"/>
              <a:gd name="T5" fmla="*/ 71 h 1048"/>
              <a:gd name="T6" fmla="*/ 193 w 533"/>
              <a:gd name="T7" fmla="*/ 71 h 1048"/>
              <a:gd name="T8" fmla="*/ 0 w 533"/>
              <a:gd name="T9" fmla="*/ 0 h 1048"/>
              <a:gd name="T10" fmla="*/ 0 w 533"/>
              <a:gd name="T11" fmla="*/ 1048 h 1048"/>
              <a:gd name="T12" fmla="*/ 533 w 533"/>
              <a:gd name="T13" fmla="*/ 1048 h 1048"/>
              <a:gd name="T14" fmla="*/ 533 w 533"/>
              <a:gd name="T15" fmla="*/ 0 h 1048"/>
              <a:gd name="T16" fmla="*/ 340 w 533"/>
              <a:gd name="T17" fmla="*/ 71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3" h="1048">
                <a:moveTo>
                  <a:pt x="340" y="71"/>
                </a:moveTo>
                <a:cubicBezTo>
                  <a:pt x="318" y="85"/>
                  <a:pt x="293" y="92"/>
                  <a:pt x="266" y="92"/>
                </a:cubicBezTo>
                <a:cubicBezTo>
                  <a:pt x="239" y="92"/>
                  <a:pt x="214" y="85"/>
                  <a:pt x="193" y="71"/>
                </a:cubicBezTo>
                <a:cubicBezTo>
                  <a:pt x="193" y="71"/>
                  <a:pt x="193" y="71"/>
                  <a:pt x="193" y="71"/>
                </a:cubicBezTo>
                <a:cubicBezTo>
                  <a:pt x="115" y="24"/>
                  <a:pt x="57" y="0"/>
                  <a:pt x="0" y="0"/>
                </a:cubicBezTo>
                <a:cubicBezTo>
                  <a:pt x="0" y="1048"/>
                  <a:pt x="0" y="1048"/>
                  <a:pt x="0" y="1048"/>
                </a:cubicBezTo>
                <a:cubicBezTo>
                  <a:pt x="533" y="1048"/>
                  <a:pt x="533" y="1048"/>
                  <a:pt x="533" y="1048"/>
                </a:cubicBezTo>
                <a:cubicBezTo>
                  <a:pt x="533" y="0"/>
                  <a:pt x="533" y="0"/>
                  <a:pt x="533" y="0"/>
                </a:cubicBezTo>
                <a:cubicBezTo>
                  <a:pt x="475" y="0"/>
                  <a:pt x="418" y="24"/>
                  <a:pt x="340" y="71"/>
                </a:cubicBezTo>
                <a:close/>
              </a:path>
            </a:pathLst>
          </a:custGeom>
          <a:solidFill>
            <a:schemeClr val="accent5"/>
          </a:solidFill>
          <a:ln>
            <a:noFill/>
          </a:ln>
          <a:effectLst>
            <a:outerShdw blurRad="152400" dist="762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E5D833F6-F48E-4992-B91F-414206A297C0}"/>
              </a:ext>
            </a:extLst>
          </p:cNvPr>
          <p:cNvSpPr>
            <a:spLocks/>
          </p:cNvSpPr>
          <p:nvPr/>
        </p:nvSpPr>
        <p:spPr bwMode="auto">
          <a:xfrm>
            <a:off x="8121650" y="2865438"/>
            <a:ext cx="2032000" cy="3992563"/>
          </a:xfrm>
          <a:custGeom>
            <a:avLst/>
            <a:gdLst>
              <a:gd name="T0" fmla="*/ 340 w 534"/>
              <a:gd name="T1" fmla="*/ 71 h 1048"/>
              <a:gd name="T2" fmla="*/ 267 w 534"/>
              <a:gd name="T3" fmla="*/ 92 h 1048"/>
              <a:gd name="T4" fmla="*/ 194 w 534"/>
              <a:gd name="T5" fmla="*/ 71 h 1048"/>
              <a:gd name="T6" fmla="*/ 194 w 534"/>
              <a:gd name="T7" fmla="*/ 71 h 1048"/>
              <a:gd name="T8" fmla="*/ 0 w 534"/>
              <a:gd name="T9" fmla="*/ 0 h 1048"/>
              <a:gd name="T10" fmla="*/ 0 w 534"/>
              <a:gd name="T11" fmla="*/ 1048 h 1048"/>
              <a:gd name="T12" fmla="*/ 534 w 534"/>
              <a:gd name="T13" fmla="*/ 1048 h 1048"/>
              <a:gd name="T14" fmla="*/ 534 w 534"/>
              <a:gd name="T15" fmla="*/ 0 h 1048"/>
              <a:gd name="T16" fmla="*/ 340 w 534"/>
              <a:gd name="T17" fmla="*/ 71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4" h="1048">
                <a:moveTo>
                  <a:pt x="340" y="71"/>
                </a:moveTo>
                <a:cubicBezTo>
                  <a:pt x="319" y="85"/>
                  <a:pt x="294" y="92"/>
                  <a:pt x="267" y="92"/>
                </a:cubicBezTo>
                <a:cubicBezTo>
                  <a:pt x="240" y="92"/>
                  <a:pt x="215" y="85"/>
                  <a:pt x="194" y="71"/>
                </a:cubicBezTo>
                <a:cubicBezTo>
                  <a:pt x="194" y="71"/>
                  <a:pt x="194" y="71"/>
                  <a:pt x="194" y="71"/>
                </a:cubicBezTo>
                <a:cubicBezTo>
                  <a:pt x="116" y="24"/>
                  <a:pt x="58" y="0"/>
                  <a:pt x="0" y="0"/>
                </a:cubicBezTo>
                <a:cubicBezTo>
                  <a:pt x="0" y="1048"/>
                  <a:pt x="0" y="1048"/>
                  <a:pt x="0" y="1048"/>
                </a:cubicBezTo>
                <a:cubicBezTo>
                  <a:pt x="534" y="1048"/>
                  <a:pt x="534" y="1048"/>
                  <a:pt x="534" y="1048"/>
                </a:cubicBezTo>
                <a:cubicBezTo>
                  <a:pt x="534" y="0"/>
                  <a:pt x="534" y="0"/>
                  <a:pt x="534" y="0"/>
                </a:cubicBezTo>
                <a:cubicBezTo>
                  <a:pt x="476" y="0"/>
                  <a:pt x="418" y="24"/>
                  <a:pt x="340" y="71"/>
                </a:cubicBezTo>
                <a:close/>
              </a:path>
            </a:pathLst>
          </a:custGeom>
          <a:solidFill>
            <a:schemeClr val="accent4"/>
          </a:solidFill>
          <a:ln>
            <a:noFill/>
          </a:ln>
          <a:effectLst>
            <a:outerShdw blurRad="152400" dist="762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B7EE82D0-CEC5-4D2B-B38E-CA22FBF21B67}"/>
              </a:ext>
            </a:extLst>
          </p:cNvPr>
          <p:cNvSpPr>
            <a:spLocks/>
          </p:cNvSpPr>
          <p:nvPr/>
        </p:nvSpPr>
        <p:spPr bwMode="auto">
          <a:xfrm>
            <a:off x="6091238" y="2865438"/>
            <a:ext cx="2030413" cy="3992563"/>
          </a:xfrm>
          <a:custGeom>
            <a:avLst/>
            <a:gdLst>
              <a:gd name="T0" fmla="*/ 340 w 533"/>
              <a:gd name="T1" fmla="*/ 71 h 1048"/>
              <a:gd name="T2" fmla="*/ 267 w 533"/>
              <a:gd name="T3" fmla="*/ 92 h 1048"/>
              <a:gd name="T4" fmla="*/ 193 w 533"/>
              <a:gd name="T5" fmla="*/ 71 h 1048"/>
              <a:gd name="T6" fmla="*/ 193 w 533"/>
              <a:gd name="T7" fmla="*/ 71 h 1048"/>
              <a:gd name="T8" fmla="*/ 0 w 533"/>
              <a:gd name="T9" fmla="*/ 0 h 1048"/>
              <a:gd name="T10" fmla="*/ 0 w 533"/>
              <a:gd name="T11" fmla="*/ 1048 h 1048"/>
              <a:gd name="T12" fmla="*/ 533 w 533"/>
              <a:gd name="T13" fmla="*/ 1048 h 1048"/>
              <a:gd name="T14" fmla="*/ 533 w 533"/>
              <a:gd name="T15" fmla="*/ 0 h 1048"/>
              <a:gd name="T16" fmla="*/ 340 w 533"/>
              <a:gd name="T17" fmla="*/ 71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3" h="1048">
                <a:moveTo>
                  <a:pt x="340" y="71"/>
                </a:moveTo>
                <a:cubicBezTo>
                  <a:pt x="319" y="85"/>
                  <a:pt x="294" y="92"/>
                  <a:pt x="267" y="92"/>
                </a:cubicBezTo>
                <a:cubicBezTo>
                  <a:pt x="240" y="92"/>
                  <a:pt x="215" y="85"/>
                  <a:pt x="193" y="71"/>
                </a:cubicBezTo>
                <a:cubicBezTo>
                  <a:pt x="193" y="71"/>
                  <a:pt x="193" y="71"/>
                  <a:pt x="193" y="71"/>
                </a:cubicBezTo>
                <a:cubicBezTo>
                  <a:pt x="115" y="24"/>
                  <a:pt x="58" y="0"/>
                  <a:pt x="0" y="0"/>
                </a:cubicBezTo>
                <a:cubicBezTo>
                  <a:pt x="0" y="1048"/>
                  <a:pt x="0" y="1048"/>
                  <a:pt x="0" y="1048"/>
                </a:cubicBezTo>
                <a:cubicBezTo>
                  <a:pt x="533" y="1048"/>
                  <a:pt x="533" y="1048"/>
                  <a:pt x="533" y="1048"/>
                </a:cubicBezTo>
                <a:cubicBezTo>
                  <a:pt x="533" y="0"/>
                  <a:pt x="533" y="0"/>
                  <a:pt x="533" y="0"/>
                </a:cubicBezTo>
                <a:cubicBezTo>
                  <a:pt x="476" y="0"/>
                  <a:pt x="418" y="24"/>
                  <a:pt x="340" y="71"/>
                </a:cubicBezTo>
                <a:close/>
              </a:path>
            </a:pathLst>
          </a:custGeom>
          <a:solidFill>
            <a:schemeClr val="accent3"/>
          </a:solidFill>
          <a:ln>
            <a:noFill/>
          </a:ln>
          <a:effectLst>
            <a:outerShdw blurRad="152400" dist="762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EC1E123B-BD5B-40C4-A96E-27026E640275}"/>
              </a:ext>
            </a:extLst>
          </p:cNvPr>
          <p:cNvSpPr>
            <a:spLocks/>
          </p:cNvSpPr>
          <p:nvPr/>
        </p:nvSpPr>
        <p:spPr bwMode="auto">
          <a:xfrm>
            <a:off x="4062413" y="2865438"/>
            <a:ext cx="2028825" cy="3992563"/>
          </a:xfrm>
          <a:custGeom>
            <a:avLst/>
            <a:gdLst>
              <a:gd name="T0" fmla="*/ 340 w 533"/>
              <a:gd name="T1" fmla="*/ 71 h 1048"/>
              <a:gd name="T2" fmla="*/ 266 w 533"/>
              <a:gd name="T3" fmla="*/ 92 h 1048"/>
              <a:gd name="T4" fmla="*/ 193 w 533"/>
              <a:gd name="T5" fmla="*/ 71 h 1048"/>
              <a:gd name="T6" fmla="*/ 193 w 533"/>
              <a:gd name="T7" fmla="*/ 71 h 1048"/>
              <a:gd name="T8" fmla="*/ 0 w 533"/>
              <a:gd name="T9" fmla="*/ 0 h 1048"/>
              <a:gd name="T10" fmla="*/ 0 w 533"/>
              <a:gd name="T11" fmla="*/ 1048 h 1048"/>
              <a:gd name="T12" fmla="*/ 533 w 533"/>
              <a:gd name="T13" fmla="*/ 1048 h 1048"/>
              <a:gd name="T14" fmla="*/ 533 w 533"/>
              <a:gd name="T15" fmla="*/ 0 h 1048"/>
              <a:gd name="T16" fmla="*/ 340 w 533"/>
              <a:gd name="T17" fmla="*/ 71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3" h="1048">
                <a:moveTo>
                  <a:pt x="340" y="71"/>
                </a:moveTo>
                <a:cubicBezTo>
                  <a:pt x="318" y="85"/>
                  <a:pt x="293" y="92"/>
                  <a:pt x="266" y="92"/>
                </a:cubicBezTo>
                <a:cubicBezTo>
                  <a:pt x="239" y="92"/>
                  <a:pt x="214" y="85"/>
                  <a:pt x="193" y="71"/>
                </a:cubicBezTo>
                <a:cubicBezTo>
                  <a:pt x="193" y="71"/>
                  <a:pt x="193" y="71"/>
                  <a:pt x="193" y="71"/>
                </a:cubicBezTo>
                <a:cubicBezTo>
                  <a:pt x="115" y="24"/>
                  <a:pt x="57" y="0"/>
                  <a:pt x="0" y="0"/>
                </a:cubicBezTo>
                <a:cubicBezTo>
                  <a:pt x="0" y="1048"/>
                  <a:pt x="0" y="1048"/>
                  <a:pt x="0" y="1048"/>
                </a:cubicBezTo>
                <a:cubicBezTo>
                  <a:pt x="533" y="1048"/>
                  <a:pt x="533" y="1048"/>
                  <a:pt x="533" y="1048"/>
                </a:cubicBezTo>
                <a:cubicBezTo>
                  <a:pt x="533" y="0"/>
                  <a:pt x="533" y="0"/>
                  <a:pt x="533" y="0"/>
                </a:cubicBezTo>
                <a:cubicBezTo>
                  <a:pt x="475" y="0"/>
                  <a:pt x="417" y="24"/>
                  <a:pt x="340" y="71"/>
                </a:cubicBezTo>
                <a:close/>
              </a:path>
            </a:pathLst>
          </a:custGeom>
          <a:solidFill>
            <a:schemeClr val="accent2"/>
          </a:solidFill>
          <a:ln>
            <a:noFill/>
          </a:ln>
          <a:effectLst>
            <a:outerShdw blurRad="152400" dist="762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0F501384-A641-4258-A402-CFB53B98767D}"/>
              </a:ext>
            </a:extLst>
          </p:cNvPr>
          <p:cNvSpPr>
            <a:spLocks/>
          </p:cNvSpPr>
          <p:nvPr/>
        </p:nvSpPr>
        <p:spPr bwMode="auto">
          <a:xfrm>
            <a:off x="2028825" y="2865438"/>
            <a:ext cx="2033588" cy="3992563"/>
          </a:xfrm>
          <a:custGeom>
            <a:avLst/>
            <a:gdLst>
              <a:gd name="T0" fmla="*/ 340 w 534"/>
              <a:gd name="T1" fmla="*/ 71 h 1048"/>
              <a:gd name="T2" fmla="*/ 340 w 534"/>
              <a:gd name="T3" fmla="*/ 71 h 1048"/>
              <a:gd name="T4" fmla="*/ 267 w 534"/>
              <a:gd name="T5" fmla="*/ 92 h 1048"/>
              <a:gd name="T6" fmla="*/ 194 w 534"/>
              <a:gd name="T7" fmla="*/ 71 h 1048"/>
              <a:gd name="T8" fmla="*/ 194 w 534"/>
              <a:gd name="T9" fmla="*/ 71 h 1048"/>
              <a:gd name="T10" fmla="*/ 0 w 534"/>
              <a:gd name="T11" fmla="*/ 0 h 1048"/>
              <a:gd name="T12" fmla="*/ 0 w 534"/>
              <a:gd name="T13" fmla="*/ 1048 h 1048"/>
              <a:gd name="T14" fmla="*/ 534 w 534"/>
              <a:gd name="T15" fmla="*/ 1048 h 1048"/>
              <a:gd name="T16" fmla="*/ 534 w 534"/>
              <a:gd name="T17" fmla="*/ 0 h 1048"/>
              <a:gd name="T18" fmla="*/ 340 w 534"/>
              <a:gd name="T19" fmla="*/ 71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1048">
                <a:moveTo>
                  <a:pt x="340" y="71"/>
                </a:moveTo>
                <a:cubicBezTo>
                  <a:pt x="340" y="71"/>
                  <a:pt x="340" y="71"/>
                  <a:pt x="340" y="71"/>
                </a:cubicBezTo>
                <a:cubicBezTo>
                  <a:pt x="319" y="85"/>
                  <a:pt x="294" y="92"/>
                  <a:pt x="267" y="92"/>
                </a:cubicBezTo>
                <a:cubicBezTo>
                  <a:pt x="240" y="92"/>
                  <a:pt x="215" y="85"/>
                  <a:pt x="194" y="71"/>
                </a:cubicBezTo>
                <a:cubicBezTo>
                  <a:pt x="194" y="71"/>
                  <a:pt x="194" y="71"/>
                  <a:pt x="194" y="71"/>
                </a:cubicBezTo>
                <a:cubicBezTo>
                  <a:pt x="116" y="24"/>
                  <a:pt x="58" y="0"/>
                  <a:pt x="0" y="0"/>
                </a:cubicBezTo>
                <a:cubicBezTo>
                  <a:pt x="0" y="1048"/>
                  <a:pt x="0" y="1048"/>
                  <a:pt x="0" y="1048"/>
                </a:cubicBezTo>
                <a:cubicBezTo>
                  <a:pt x="534" y="1048"/>
                  <a:pt x="534" y="1048"/>
                  <a:pt x="534" y="1048"/>
                </a:cubicBezTo>
                <a:cubicBezTo>
                  <a:pt x="534" y="0"/>
                  <a:pt x="534" y="0"/>
                  <a:pt x="534" y="0"/>
                </a:cubicBezTo>
                <a:cubicBezTo>
                  <a:pt x="476" y="0"/>
                  <a:pt x="418" y="24"/>
                  <a:pt x="340" y="71"/>
                </a:cubicBezTo>
                <a:close/>
              </a:path>
            </a:pathLst>
          </a:custGeom>
          <a:solidFill>
            <a:schemeClr val="accent1"/>
          </a:solidFill>
          <a:ln>
            <a:noFill/>
          </a:ln>
          <a:effectLst>
            <a:outerShdw blurRad="152400" dist="762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16D2CFFA-D9F6-4A14-AD5A-DD2D8CF6AC76}"/>
              </a:ext>
            </a:extLst>
          </p:cNvPr>
          <p:cNvSpPr>
            <a:spLocks/>
          </p:cNvSpPr>
          <p:nvPr/>
        </p:nvSpPr>
        <p:spPr bwMode="auto">
          <a:xfrm>
            <a:off x="0" y="2865438"/>
            <a:ext cx="2028825" cy="3992563"/>
          </a:xfrm>
          <a:custGeom>
            <a:avLst/>
            <a:gdLst>
              <a:gd name="T0" fmla="*/ 340 w 533"/>
              <a:gd name="T1" fmla="*/ 71 h 1048"/>
              <a:gd name="T2" fmla="*/ 340 w 533"/>
              <a:gd name="T3" fmla="*/ 71 h 1048"/>
              <a:gd name="T4" fmla="*/ 267 w 533"/>
              <a:gd name="T5" fmla="*/ 92 h 1048"/>
              <a:gd name="T6" fmla="*/ 193 w 533"/>
              <a:gd name="T7" fmla="*/ 71 h 1048"/>
              <a:gd name="T8" fmla="*/ 193 w 533"/>
              <a:gd name="T9" fmla="*/ 71 h 1048"/>
              <a:gd name="T10" fmla="*/ 0 w 533"/>
              <a:gd name="T11" fmla="*/ 0 h 1048"/>
              <a:gd name="T12" fmla="*/ 0 w 533"/>
              <a:gd name="T13" fmla="*/ 1048 h 1048"/>
              <a:gd name="T14" fmla="*/ 533 w 533"/>
              <a:gd name="T15" fmla="*/ 1048 h 1048"/>
              <a:gd name="T16" fmla="*/ 533 w 533"/>
              <a:gd name="T17" fmla="*/ 0 h 1048"/>
              <a:gd name="T18" fmla="*/ 340 w 533"/>
              <a:gd name="T19" fmla="*/ 71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3" h="1048">
                <a:moveTo>
                  <a:pt x="340" y="71"/>
                </a:moveTo>
                <a:cubicBezTo>
                  <a:pt x="340" y="71"/>
                  <a:pt x="340" y="71"/>
                  <a:pt x="340" y="71"/>
                </a:cubicBezTo>
                <a:cubicBezTo>
                  <a:pt x="319" y="85"/>
                  <a:pt x="294" y="92"/>
                  <a:pt x="267" y="92"/>
                </a:cubicBezTo>
                <a:cubicBezTo>
                  <a:pt x="240" y="92"/>
                  <a:pt x="215" y="85"/>
                  <a:pt x="193" y="71"/>
                </a:cubicBezTo>
                <a:cubicBezTo>
                  <a:pt x="193" y="71"/>
                  <a:pt x="193" y="71"/>
                  <a:pt x="193" y="71"/>
                </a:cubicBezTo>
                <a:cubicBezTo>
                  <a:pt x="115" y="24"/>
                  <a:pt x="58" y="0"/>
                  <a:pt x="0" y="0"/>
                </a:cubicBezTo>
                <a:cubicBezTo>
                  <a:pt x="0" y="1048"/>
                  <a:pt x="0" y="1048"/>
                  <a:pt x="0" y="1048"/>
                </a:cubicBezTo>
                <a:cubicBezTo>
                  <a:pt x="533" y="1048"/>
                  <a:pt x="533" y="1048"/>
                  <a:pt x="533" y="1048"/>
                </a:cubicBezTo>
                <a:cubicBezTo>
                  <a:pt x="533" y="0"/>
                  <a:pt x="533" y="0"/>
                  <a:pt x="533" y="0"/>
                </a:cubicBezTo>
                <a:cubicBezTo>
                  <a:pt x="476" y="0"/>
                  <a:pt x="418" y="24"/>
                  <a:pt x="340" y="71"/>
                </a:cubicBezTo>
                <a:close/>
              </a:path>
            </a:pathLst>
          </a:custGeom>
          <a:solidFill>
            <a:schemeClr val="accent6"/>
          </a:solidFill>
          <a:ln>
            <a:noFill/>
          </a:ln>
          <a:effectLst>
            <a:outerShdw blurRad="152400" dist="762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6" name="Freeform 5">
            <a:extLst>
              <a:ext uri="{FF2B5EF4-FFF2-40B4-BE49-F238E27FC236}">
                <a16:creationId xmlns:a16="http://schemas.microsoft.com/office/drawing/2014/main" id="{977ACBCB-6E5C-4CC6-BC89-B9B6B67ADB83}"/>
              </a:ext>
            </a:extLst>
          </p:cNvPr>
          <p:cNvSpPr>
            <a:spLocks/>
          </p:cNvSpPr>
          <p:nvPr/>
        </p:nvSpPr>
        <p:spPr bwMode="auto">
          <a:xfrm>
            <a:off x="0" y="0"/>
            <a:ext cx="12184063" cy="3516313"/>
          </a:xfrm>
          <a:custGeom>
            <a:avLst/>
            <a:gdLst>
              <a:gd name="T0" fmla="*/ 0 w 3200"/>
              <a:gd name="T1" fmla="*/ 0 h 923"/>
              <a:gd name="T2" fmla="*/ 0 w 3200"/>
              <a:gd name="T3" fmla="*/ 752 h 923"/>
              <a:gd name="T4" fmla="*/ 193 w 3200"/>
              <a:gd name="T5" fmla="*/ 823 h 923"/>
              <a:gd name="T6" fmla="*/ 267 w 3200"/>
              <a:gd name="T7" fmla="*/ 844 h 923"/>
              <a:gd name="T8" fmla="*/ 340 w 3200"/>
              <a:gd name="T9" fmla="*/ 823 h 923"/>
              <a:gd name="T10" fmla="*/ 533 w 3200"/>
              <a:gd name="T11" fmla="*/ 752 h 923"/>
              <a:gd name="T12" fmla="*/ 727 w 3200"/>
              <a:gd name="T13" fmla="*/ 823 h 923"/>
              <a:gd name="T14" fmla="*/ 800 w 3200"/>
              <a:gd name="T15" fmla="*/ 844 h 923"/>
              <a:gd name="T16" fmla="*/ 873 w 3200"/>
              <a:gd name="T17" fmla="*/ 823 h 923"/>
              <a:gd name="T18" fmla="*/ 1067 w 3200"/>
              <a:gd name="T19" fmla="*/ 752 h 923"/>
              <a:gd name="T20" fmla="*/ 1260 w 3200"/>
              <a:gd name="T21" fmla="*/ 823 h 923"/>
              <a:gd name="T22" fmla="*/ 1333 w 3200"/>
              <a:gd name="T23" fmla="*/ 844 h 923"/>
              <a:gd name="T24" fmla="*/ 1407 w 3200"/>
              <a:gd name="T25" fmla="*/ 823 h 923"/>
              <a:gd name="T26" fmla="*/ 1600 w 3200"/>
              <a:gd name="T27" fmla="*/ 752 h 923"/>
              <a:gd name="T28" fmla="*/ 1793 w 3200"/>
              <a:gd name="T29" fmla="*/ 823 h 923"/>
              <a:gd name="T30" fmla="*/ 1867 w 3200"/>
              <a:gd name="T31" fmla="*/ 844 h 923"/>
              <a:gd name="T32" fmla="*/ 1940 w 3200"/>
              <a:gd name="T33" fmla="*/ 823 h 923"/>
              <a:gd name="T34" fmla="*/ 2133 w 3200"/>
              <a:gd name="T35" fmla="*/ 752 h 923"/>
              <a:gd name="T36" fmla="*/ 2327 w 3200"/>
              <a:gd name="T37" fmla="*/ 823 h 923"/>
              <a:gd name="T38" fmla="*/ 2400 w 3200"/>
              <a:gd name="T39" fmla="*/ 844 h 923"/>
              <a:gd name="T40" fmla="*/ 2473 w 3200"/>
              <a:gd name="T41" fmla="*/ 823 h 923"/>
              <a:gd name="T42" fmla="*/ 2667 w 3200"/>
              <a:gd name="T43" fmla="*/ 752 h 923"/>
              <a:gd name="T44" fmla="*/ 2860 w 3200"/>
              <a:gd name="T45" fmla="*/ 823 h 923"/>
              <a:gd name="T46" fmla="*/ 2933 w 3200"/>
              <a:gd name="T47" fmla="*/ 844 h 923"/>
              <a:gd name="T48" fmla="*/ 3007 w 3200"/>
              <a:gd name="T49" fmla="*/ 823 h 923"/>
              <a:gd name="T50" fmla="*/ 3200 w 3200"/>
              <a:gd name="T51" fmla="*/ 752 h 923"/>
              <a:gd name="T52" fmla="*/ 3200 w 3200"/>
              <a:gd name="T53" fmla="*/ 923 h 923"/>
              <a:gd name="T54" fmla="*/ 3200 w 3200"/>
              <a:gd name="T55" fmla="*/ 923 h 923"/>
              <a:gd name="T56" fmla="*/ 3200 w 3200"/>
              <a:gd name="T57" fmla="*/ 0 h 923"/>
              <a:gd name="T58" fmla="*/ 0 w 3200"/>
              <a:gd name="T59" fmla="*/ 0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00" h="923">
                <a:moveTo>
                  <a:pt x="0" y="0"/>
                </a:moveTo>
                <a:cubicBezTo>
                  <a:pt x="0" y="752"/>
                  <a:pt x="0" y="752"/>
                  <a:pt x="0" y="752"/>
                </a:cubicBezTo>
                <a:cubicBezTo>
                  <a:pt x="58" y="752"/>
                  <a:pt x="116" y="776"/>
                  <a:pt x="193" y="823"/>
                </a:cubicBezTo>
                <a:cubicBezTo>
                  <a:pt x="215" y="837"/>
                  <a:pt x="240" y="844"/>
                  <a:pt x="267" y="844"/>
                </a:cubicBezTo>
                <a:cubicBezTo>
                  <a:pt x="294" y="844"/>
                  <a:pt x="319" y="837"/>
                  <a:pt x="340" y="823"/>
                </a:cubicBezTo>
                <a:cubicBezTo>
                  <a:pt x="418" y="776"/>
                  <a:pt x="476" y="752"/>
                  <a:pt x="533" y="752"/>
                </a:cubicBezTo>
                <a:cubicBezTo>
                  <a:pt x="591" y="752"/>
                  <a:pt x="649" y="776"/>
                  <a:pt x="727" y="823"/>
                </a:cubicBezTo>
                <a:cubicBezTo>
                  <a:pt x="748" y="837"/>
                  <a:pt x="773" y="844"/>
                  <a:pt x="800" y="844"/>
                </a:cubicBezTo>
                <a:cubicBezTo>
                  <a:pt x="827" y="844"/>
                  <a:pt x="852" y="837"/>
                  <a:pt x="873" y="823"/>
                </a:cubicBezTo>
                <a:cubicBezTo>
                  <a:pt x="951" y="776"/>
                  <a:pt x="1009" y="752"/>
                  <a:pt x="1067" y="752"/>
                </a:cubicBezTo>
                <a:cubicBezTo>
                  <a:pt x="1124" y="752"/>
                  <a:pt x="1182" y="776"/>
                  <a:pt x="1260" y="823"/>
                </a:cubicBezTo>
                <a:cubicBezTo>
                  <a:pt x="1281" y="837"/>
                  <a:pt x="1306" y="844"/>
                  <a:pt x="1333" y="844"/>
                </a:cubicBezTo>
                <a:cubicBezTo>
                  <a:pt x="1360" y="844"/>
                  <a:pt x="1385" y="837"/>
                  <a:pt x="1407" y="823"/>
                </a:cubicBezTo>
                <a:cubicBezTo>
                  <a:pt x="1485" y="776"/>
                  <a:pt x="1542" y="752"/>
                  <a:pt x="1600" y="752"/>
                </a:cubicBezTo>
                <a:cubicBezTo>
                  <a:pt x="1658" y="752"/>
                  <a:pt x="1716" y="776"/>
                  <a:pt x="1793" y="823"/>
                </a:cubicBezTo>
                <a:cubicBezTo>
                  <a:pt x="1815" y="837"/>
                  <a:pt x="1840" y="844"/>
                  <a:pt x="1867" y="844"/>
                </a:cubicBezTo>
                <a:cubicBezTo>
                  <a:pt x="1894" y="844"/>
                  <a:pt x="1919" y="837"/>
                  <a:pt x="1940" y="823"/>
                </a:cubicBezTo>
                <a:cubicBezTo>
                  <a:pt x="2018" y="776"/>
                  <a:pt x="2076" y="752"/>
                  <a:pt x="2133" y="752"/>
                </a:cubicBezTo>
                <a:cubicBezTo>
                  <a:pt x="2191" y="752"/>
                  <a:pt x="2249" y="776"/>
                  <a:pt x="2327" y="823"/>
                </a:cubicBezTo>
                <a:cubicBezTo>
                  <a:pt x="2348" y="837"/>
                  <a:pt x="2373" y="844"/>
                  <a:pt x="2400" y="844"/>
                </a:cubicBezTo>
                <a:cubicBezTo>
                  <a:pt x="2427" y="844"/>
                  <a:pt x="2452" y="837"/>
                  <a:pt x="2473" y="823"/>
                </a:cubicBezTo>
                <a:cubicBezTo>
                  <a:pt x="2551" y="776"/>
                  <a:pt x="2609" y="752"/>
                  <a:pt x="2667" y="752"/>
                </a:cubicBezTo>
                <a:cubicBezTo>
                  <a:pt x="2724" y="752"/>
                  <a:pt x="2782" y="776"/>
                  <a:pt x="2860" y="823"/>
                </a:cubicBezTo>
                <a:cubicBezTo>
                  <a:pt x="2881" y="837"/>
                  <a:pt x="2906" y="844"/>
                  <a:pt x="2933" y="844"/>
                </a:cubicBezTo>
                <a:cubicBezTo>
                  <a:pt x="2960" y="844"/>
                  <a:pt x="2985" y="837"/>
                  <a:pt x="3007" y="823"/>
                </a:cubicBezTo>
                <a:cubicBezTo>
                  <a:pt x="3084" y="776"/>
                  <a:pt x="3142" y="752"/>
                  <a:pt x="3200" y="752"/>
                </a:cubicBezTo>
                <a:cubicBezTo>
                  <a:pt x="3200" y="923"/>
                  <a:pt x="3200" y="923"/>
                  <a:pt x="3200" y="923"/>
                </a:cubicBezTo>
                <a:cubicBezTo>
                  <a:pt x="3200" y="923"/>
                  <a:pt x="3200" y="923"/>
                  <a:pt x="3200" y="923"/>
                </a:cubicBezTo>
                <a:cubicBezTo>
                  <a:pt x="3200" y="0"/>
                  <a:pt x="3200" y="0"/>
                  <a:pt x="3200" y="0"/>
                </a:cubicBezTo>
                <a:lnTo>
                  <a:pt x="0" y="0"/>
                </a:lnTo>
                <a:close/>
              </a:path>
            </a:pathLst>
          </a:custGeom>
          <a:solidFill>
            <a:schemeClr val="bg2"/>
          </a:solidFill>
          <a:ln>
            <a:noFill/>
          </a:ln>
          <a:effectLst>
            <a:outerShdw blurRad="114300" dist="63500" dir="5400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grpSp>
        <p:nvGrpSpPr>
          <p:cNvPr id="49" name="Group 48">
            <a:extLst>
              <a:ext uri="{FF2B5EF4-FFF2-40B4-BE49-F238E27FC236}">
                <a16:creationId xmlns:a16="http://schemas.microsoft.com/office/drawing/2014/main" id="{422A337D-D65C-4C98-80E4-06114D18D2DE}"/>
              </a:ext>
            </a:extLst>
          </p:cNvPr>
          <p:cNvGrpSpPr/>
          <p:nvPr/>
        </p:nvGrpSpPr>
        <p:grpSpPr>
          <a:xfrm>
            <a:off x="2513013" y="2144713"/>
            <a:ext cx="1065213" cy="1071563"/>
            <a:chOff x="2513013" y="2144713"/>
            <a:chExt cx="1065213" cy="1071563"/>
          </a:xfrm>
          <a:effectLst>
            <a:outerShdw blurRad="190500" dist="101600" dir="2700000" sx="101000" sy="101000" algn="tl" rotWithShape="0">
              <a:prstClr val="black">
                <a:alpha val="38000"/>
              </a:prstClr>
            </a:outerShdw>
          </a:effectLst>
        </p:grpSpPr>
        <p:sp>
          <p:nvSpPr>
            <p:cNvPr id="12" name="Oval 11">
              <a:extLst>
                <a:ext uri="{FF2B5EF4-FFF2-40B4-BE49-F238E27FC236}">
                  <a16:creationId xmlns:a16="http://schemas.microsoft.com/office/drawing/2014/main" id="{CB014157-CD32-465D-82FD-76D0C3DBC0D4}"/>
                </a:ext>
              </a:extLst>
            </p:cNvPr>
            <p:cNvSpPr>
              <a:spLocks noChangeArrowheads="1"/>
            </p:cNvSpPr>
            <p:nvPr/>
          </p:nvSpPr>
          <p:spPr bwMode="auto">
            <a:xfrm>
              <a:off x="2513013" y="2144713"/>
              <a:ext cx="1065213" cy="10715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118835CB-60E3-4CDE-BB78-330BD6938B66}"/>
                </a:ext>
              </a:extLst>
            </p:cNvPr>
            <p:cNvSpPr>
              <a:spLocks/>
            </p:cNvSpPr>
            <p:nvPr/>
          </p:nvSpPr>
          <p:spPr bwMode="auto">
            <a:xfrm>
              <a:off x="2665413" y="2297113"/>
              <a:ext cx="912813" cy="919163"/>
            </a:xfrm>
            <a:custGeom>
              <a:avLst/>
              <a:gdLst>
                <a:gd name="T0" fmla="*/ 198 w 240"/>
                <a:gd name="T1" fmla="*/ 0 h 241"/>
                <a:gd name="T2" fmla="*/ 238 w 240"/>
                <a:gd name="T3" fmla="*/ 98 h 241"/>
                <a:gd name="T4" fmla="*/ 98 w 240"/>
                <a:gd name="T5" fmla="*/ 239 h 241"/>
                <a:gd name="T6" fmla="*/ 0 w 240"/>
                <a:gd name="T7" fmla="*/ 199 h 241"/>
                <a:gd name="T8" fmla="*/ 100 w 240"/>
                <a:gd name="T9" fmla="*/ 241 h 241"/>
                <a:gd name="T10" fmla="*/ 240 w 240"/>
                <a:gd name="T11" fmla="*/ 101 h 241"/>
                <a:gd name="T12" fmla="*/ 198 w 240"/>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40" h="241">
                  <a:moveTo>
                    <a:pt x="198" y="0"/>
                  </a:moveTo>
                  <a:cubicBezTo>
                    <a:pt x="223" y="26"/>
                    <a:pt x="238" y="60"/>
                    <a:pt x="238" y="98"/>
                  </a:cubicBezTo>
                  <a:cubicBezTo>
                    <a:pt x="238" y="176"/>
                    <a:pt x="175" y="239"/>
                    <a:pt x="98" y="239"/>
                  </a:cubicBezTo>
                  <a:cubicBezTo>
                    <a:pt x="59" y="239"/>
                    <a:pt x="25" y="223"/>
                    <a:pt x="0" y="199"/>
                  </a:cubicBezTo>
                  <a:cubicBezTo>
                    <a:pt x="25" y="225"/>
                    <a:pt x="61" y="241"/>
                    <a:pt x="100" y="241"/>
                  </a:cubicBezTo>
                  <a:cubicBezTo>
                    <a:pt x="178" y="241"/>
                    <a:pt x="240" y="178"/>
                    <a:pt x="240" y="101"/>
                  </a:cubicBezTo>
                  <a:cubicBezTo>
                    <a:pt x="240" y="61"/>
                    <a:pt x="224" y="26"/>
                    <a:pt x="198"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BB21E359-C157-440C-9D56-009050CDA1D5}"/>
                </a:ext>
              </a:extLst>
            </p:cNvPr>
            <p:cNvSpPr>
              <a:spLocks/>
            </p:cNvSpPr>
            <p:nvPr/>
          </p:nvSpPr>
          <p:spPr bwMode="auto">
            <a:xfrm>
              <a:off x="2513013" y="2144713"/>
              <a:ext cx="917575" cy="922338"/>
            </a:xfrm>
            <a:custGeom>
              <a:avLst/>
              <a:gdLst>
                <a:gd name="T0" fmla="*/ 3 w 241"/>
                <a:gd name="T1" fmla="*/ 144 h 242"/>
                <a:gd name="T2" fmla="*/ 143 w 241"/>
                <a:gd name="T3" fmla="*/ 4 h 242"/>
                <a:gd name="T4" fmla="*/ 241 w 241"/>
                <a:gd name="T5" fmla="*/ 43 h 242"/>
                <a:gd name="T6" fmla="*/ 140 w 241"/>
                <a:gd name="T7" fmla="*/ 0 h 242"/>
                <a:gd name="T8" fmla="*/ 0 w 241"/>
                <a:gd name="T9" fmla="*/ 141 h 242"/>
                <a:gd name="T10" fmla="*/ 43 w 241"/>
                <a:gd name="T11" fmla="*/ 242 h 242"/>
                <a:gd name="T12" fmla="*/ 3 w 241"/>
                <a:gd name="T13" fmla="*/ 144 h 242"/>
              </a:gdLst>
              <a:ahLst/>
              <a:cxnLst>
                <a:cxn ang="0">
                  <a:pos x="T0" y="T1"/>
                </a:cxn>
                <a:cxn ang="0">
                  <a:pos x="T2" y="T3"/>
                </a:cxn>
                <a:cxn ang="0">
                  <a:pos x="T4" y="T5"/>
                </a:cxn>
                <a:cxn ang="0">
                  <a:pos x="T6" y="T7"/>
                </a:cxn>
                <a:cxn ang="0">
                  <a:pos x="T8" y="T9"/>
                </a:cxn>
                <a:cxn ang="0">
                  <a:pos x="T10" y="T11"/>
                </a:cxn>
                <a:cxn ang="0">
                  <a:pos x="T12" y="T13"/>
                </a:cxn>
              </a:cxnLst>
              <a:rect l="0" t="0" r="r" b="b"/>
              <a:pathLst>
                <a:path w="241" h="242">
                  <a:moveTo>
                    <a:pt x="3" y="144"/>
                  </a:moveTo>
                  <a:cubicBezTo>
                    <a:pt x="3" y="67"/>
                    <a:pt x="66" y="4"/>
                    <a:pt x="143" y="4"/>
                  </a:cubicBezTo>
                  <a:cubicBezTo>
                    <a:pt x="181" y="4"/>
                    <a:pt x="216" y="19"/>
                    <a:pt x="241" y="43"/>
                  </a:cubicBezTo>
                  <a:cubicBezTo>
                    <a:pt x="215" y="17"/>
                    <a:pt x="180" y="0"/>
                    <a:pt x="140" y="0"/>
                  </a:cubicBezTo>
                  <a:cubicBezTo>
                    <a:pt x="62" y="0"/>
                    <a:pt x="0" y="63"/>
                    <a:pt x="0" y="141"/>
                  </a:cubicBezTo>
                  <a:cubicBezTo>
                    <a:pt x="0" y="180"/>
                    <a:pt x="16" y="216"/>
                    <a:pt x="43" y="242"/>
                  </a:cubicBezTo>
                  <a:cubicBezTo>
                    <a:pt x="18" y="216"/>
                    <a:pt x="3" y="182"/>
                    <a:pt x="3" y="14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8" name="Group 47">
            <a:extLst>
              <a:ext uri="{FF2B5EF4-FFF2-40B4-BE49-F238E27FC236}">
                <a16:creationId xmlns:a16="http://schemas.microsoft.com/office/drawing/2014/main" id="{74E43FCC-A58B-4401-A3EE-540C31548498}"/>
              </a:ext>
            </a:extLst>
          </p:cNvPr>
          <p:cNvGrpSpPr/>
          <p:nvPr/>
        </p:nvGrpSpPr>
        <p:grpSpPr>
          <a:xfrm>
            <a:off x="4541838" y="2144713"/>
            <a:ext cx="1069975" cy="1071563"/>
            <a:chOff x="4541838" y="2144713"/>
            <a:chExt cx="1069975" cy="1071563"/>
          </a:xfrm>
          <a:effectLst>
            <a:outerShdw blurRad="190500" dist="101600" dir="2700000" sx="101000" sy="101000" algn="tl" rotWithShape="0">
              <a:prstClr val="black">
                <a:alpha val="38000"/>
              </a:prstClr>
            </a:outerShdw>
          </a:effectLst>
        </p:grpSpPr>
        <p:sp>
          <p:nvSpPr>
            <p:cNvPr id="16" name="Oval 15">
              <a:extLst>
                <a:ext uri="{FF2B5EF4-FFF2-40B4-BE49-F238E27FC236}">
                  <a16:creationId xmlns:a16="http://schemas.microsoft.com/office/drawing/2014/main" id="{AB850038-1ED7-450C-90CF-6B93D31C5202}"/>
                </a:ext>
              </a:extLst>
            </p:cNvPr>
            <p:cNvSpPr>
              <a:spLocks noChangeArrowheads="1"/>
            </p:cNvSpPr>
            <p:nvPr/>
          </p:nvSpPr>
          <p:spPr bwMode="auto">
            <a:xfrm>
              <a:off x="4541838" y="2144713"/>
              <a:ext cx="1069975" cy="107156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15C08D94-AC9E-4E8C-AEB2-A4C8E26A729B}"/>
                </a:ext>
              </a:extLst>
            </p:cNvPr>
            <p:cNvSpPr>
              <a:spLocks/>
            </p:cNvSpPr>
            <p:nvPr/>
          </p:nvSpPr>
          <p:spPr bwMode="auto">
            <a:xfrm>
              <a:off x="4694238" y="2297113"/>
              <a:ext cx="917575" cy="919163"/>
            </a:xfrm>
            <a:custGeom>
              <a:avLst/>
              <a:gdLst>
                <a:gd name="T0" fmla="*/ 198 w 241"/>
                <a:gd name="T1" fmla="*/ 0 h 241"/>
                <a:gd name="T2" fmla="*/ 238 w 241"/>
                <a:gd name="T3" fmla="*/ 98 h 241"/>
                <a:gd name="T4" fmla="*/ 98 w 241"/>
                <a:gd name="T5" fmla="*/ 239 h 241"/>
                <a:gd name="T6" fmla="*/ 0 w 241"/>
                <a:gd name="T7" fmla="*/ 199 h 241"/>
                <a:gd name="T8" fmla="*/ 100 w 241"/>
                <a:gd name="T9" fmla="*/ 241 h 241"/>
                <a:gd name="T10" fmla="*/ 241 w 241"/>
                <a:gd name="T11" fmla="*/ 101 h 241"/>
                <a:gd name="T12" fmla="*/ 198 w 241"/>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198" y="0"/>
                  </a:moveTo>
                  <a:cubicBezTo>
                    <a:pt x="223" y="26"/>
                    <a:pt x="238" y="60"/>
                    <a:pt x="238" y="98"/>
                  </a:cubicBezTo>
                  <a:cubicBezTo>
                    <a:pt x="238" y="176"/>
                    <a:pt x="175" y="239"/>
                    <a:pt x="98" y="239"/>
                  </a:cubicBezTo>
                  <a:cubicBezTo>
                    <a:pt x="60" y="239"/>
                    <a:pt x="25" y="223"/>
                    <a:pt x="0" y="199"/>
                  </a:cubicBezTo>
                  <a:cubicBezTo>
                    <a:pt x="25" y="225"/>
                    <a:pt x="61" y="241"/>
                    <a:pt x="100" y="241"/>
                  </a:cubicBezTo>
                  <a:cubicBezTo>
                    <a:pt x="178" y="241"/>
                    <a:pt x="241" y="178"/>
                    <a:pt x="241" y="101"/>
                  </a:cubicBezTo>
                  <a:cubicBezTo>
                    <a:pt x="241" y="61"/>
                    <a:pt x="224" y="26"/>
                    <a:pt x="198"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871689FF-D4E9-4D56-BFCA-3C4F46AFAE4C}"/>
                </a:ext>
              </a:extLst>
            </p:cNvPr>
            <p:cNvSpPr>
              <a:spLocks/>
            </p:cNvSpPr>
            <p:nvPr/>
          </p:nvSpPr>
          <p:spPr bwMode="auto">
            <a:xfrm>
              <a:off x="4541838" y="2144713"/>
              <a:ext cx="917575" cy="922338"/>
            </a:xfrm>
            <a:custGeom>
              <a:avLst/>
              <a:gdLst>
                <a:gd name="T0" fmla="*/ 3 w 241"/>
                <a:gd name="T1" fmla="*/ 144 h 242"/>
                <a:gd name="T2" fmla="*/ 144 w 241"/>
                <a:gd name="T3" fmla="*/ 4 h 242"/>
                <a:gd name="T4" fmla="*/ 241 w 241"/>
                <a:gd name="T5" fmla="*/ 43 h 242"/>
                <a:gd name="T6" fmla="*/ 140 w 241"/>
                <a:gd name="T7" fmla="*/ 0 h 242"/>
                <a:gd name="T8" fmla="*/ 0 w 241"/>
                <a:gd name="T9" fmla="*/ 141 h 242"/>
                <a:gd name="T10" fmla="*/ 43 w 241"/>
                <a:gd name="T11" fmla="*/ 242 h 242"/>
                <a:gd name="T12" fmla="*/ 3 w 241"/>
                <a:gd name="T13" fmla="*/ 144 h 242"/>
              </a:gdLst>
              <a:ahLst/>
              <a:cxnLst>
                <a:cxn ang="0">
                  <a:pos x="T0" y="T1"/>
                </a:cxn>
                <a:cxn ang="0">
                  <a:pos x="T2" y="T3"/>
                </a:cxn>
                <a:cxn ang="0">
                  <a:pos x="T4" y="T5"/>
                </a:cxn>
                <a:cxn ang="0">
                  <a:pos x="T6" y="T7"/>
                </a:cxn>
                <a:cxn ang="0">
                  <a:pos x="T8" y="T9"/>
                </a:cxn>
                <a:cxn ang="0">
                  <a:pos x="T10" y="T11"/>
                </a:cxn>
                <a:cxn ang="0">
                  <a:pos x="T12" y="T13"/>
                </a:cxn>
              </a:cxnLst>
              <a:rect l="0" t="0" r="r" b="b"/>
              <a:pathLst>
                <a:path w="241" h="242">
                  <a:moveTo>
                    <a:pt x="3" y="144"/>
                  </a:moveTo>
                  <a:cubicBezTo>
                    <a:pt x="3" y="67"/>
                    <a:pt x="66" y="4"/>
                    <a:pt x="144" y="4"/>
                  </a:cubicBezTo>
                  <a:cubicBezTo>
                    <a:pt x="182" y="4"/>
                    <a:pt x="216" y="19"/>
                    <a:pt x="241" y="43"/>
                  </a:cubicBezTo>
                  <a:cubicBezTo>
                    <a:pt x="216" y="17"/>
                    <a:pt x="180" y="0"/>
                    <a:pt x="140" y="0"/>
                  </a:cubicBezTo>
                  <a:cubicBezTo>
                    <a:pt x="63" y="0"/>
                    <a:pt x="0" y="63"/>
                    <a:pt x="0" y="141"/>
                  </a:cubicBezTo>
                  <a:cubicBezTo>
                    <a:pt x="0" y="180"/>
                    <a:pt x="16" y="216"/>
                    <a:pt x="43" y="242"/>
                  </a:cubicBezTo>
                  <a:cubicBezTo>
                    <a:pt x="18" y="216"/>
                    <a:pt x="3" y="182"/>
                    <a:pt x="3" y="144"/>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6" name="Group 45">
            <a:extLst>
              <a:ext uri="{FF2B5EF4-FFF2-40B4-BE49-F238E27FC236}">
                <a16:creationId xmlns:a16="http://schemas.microsoft.com/office/drawing/2014/main" id="{0766A1C9-6AD1-4A24-9C9B-D873E17F5229}"/>
              </a:ext>
            </a:extLst>
          </p:cNvPr>
          <p:cNvGrpSpPr/>
          <p:nvPr/>
        </p:nvGrpSpPr>
        <p:grpSpPr>
          <a:xfrm>
            <a:off x="8604250" y="2144713"/>
            <a:ext cx="1066800" cy="1071563"/>
            <a:chOff x="8604250" y="2144713"/>
            <a:chExt cx="1066800" cy="1071563"/>
          </a:xfrm>
          <a:effectLst>
            <a:outerShdw blurRad="190500" dist="101600" dir="2700000" sx="101000" sy="101000" algn="tl" rotWithShape="0">
              <a:prstClr val="black">
                <a:alpha val="38000"/>
              </a:prstClr>
            </a:outerShdw>
          </a:effectLst>
        </p:grpSpPr>
        <p:sp>
          <p:nvSpPr>
            <p:cNvPr id="20" name="Oval 19">
              <a:extLst>
                <a:ext uri="{FF2B5EF4-FFF2-40B4-BE49-F238E27FC236}">
                  <a16:creationId xmlns:a16="http://schemas.microsoft.com/office/drawing/2014/main" id="{4DA7BAC5-DF8E-4ABF-8053-BD127EAECC76}"/>
                </a:ext>
              </a:extLst>
            </p:cNvPr>
            <p:cNvSpPr>
              <a:spLocks noChangeArrowheads="1"/>
            </p:cNvSpPr>
            <p:nvPr/>
          </p:nvSpPr>
          <p:spPr bwMode="auto">
            <a:xfrm>
              <a:off x="8604250" y="2144713"/>
              <a:ext cx="1066800" cy="1071563"/>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DE19E8FD-482F-4A73-A212-6079C9AB8A23}"/>
                </a:ext>
              </a:extLst>
            </p:cNvPr>
            <p:cNvSpPr>
              <a:spLocks/>
            </p:cNvSpPr>
            <p:nvPr/>
          </p:nvSpPr>
          <p:spPr bwMode="auto">
            <a:xfrm>
              <a:off x="8756650" y="2297113"/>
              <a:ext cx="914400" cy="919163"/>
            </a:xfrm>
            <a:custGeom>
              <a:avLst/>
              <a:gdLst>
                <a:gd name="T0" fmla="*/ 198 w 240"/>
                <a:gd name="T1" fmla="*/ 0 h 241"/>
                <a:gd name="T2" fmla="*/ 238 w 240"/>
                <a:gd name="T3" fmla="*/ 98 h 241"/>
                <a:gd name="T4" fmla="*/ 98 w 240"/>
                <a:gd name="T5" fmla="*/ 239 h 241"/>
                <a:gd name="T6" fmla="*/ 0 w 240"/>
                <a:gd name="T7" fmla="*/ 199 h 241"/>
                <a:gd name="T8" fmla="*/ 100 w 240"/>
                <a:gd name="T9" fmla="*/ 241 h 241"/>
                <a:gd name="T10" fmla="*/ 240 w 240"/>
                <a:gd name="T11" fmla="*/ 101 h 241"/>
                <a:gd name="T12" fmla="*/ 198 w 240"/>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40" h="241">
                  <a:moveTo>
                    <a:pt x="198" y="0"/>
                  </a:moveTo>
                  <a:cubicBezTo>
                    <a:pt x="223" y="26"/>
                    <a:pt x="238" y="60"/>
                    <a:pt x="238" y="98"/>
                  </a:cubicBezTo>
                  <a:cubicBezTo>
                    <a:pt x="238" y="176"/>
                    <a:pt x="175" y="239"/>
                    <a:pt x="98" y="239"/>
                  </a:cubicBezTo>
                  <a:cubicBezTo>
                    <a:pt x="59" y="239"/>
                    <a:pt x="25" y="223"/>
                    <a:pt x="0" y="199"/>
                  </a:cubicBezTo>
                  <a:cubicBezTo>
                    <a:pt x="25" y="225"/>
                    <a:pt x="61" y="241"/>
                    <a:pt x="100" y="241"/>
                  </a:cubicBezTo>
                  <a:cubicBezTo>
                    <a:pt x="178" y="241"/>
                    <a:pt x="240" y="178"/>
                    <a:pt x="240" y="101"/>
                  </a:cubicBezTo>
                  <a:cubicBezTo>
                    <a:pt x="240" y="61"/>
                    <a:pt x="224" y="26"/>
                    <a:pt x="198"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1CD78D7B-A2F4-4B49-84E8-5CAF1E7AA7C1}"/>
                </a:ext>
              </a:extLst>
            </p:cNvPr>
            <p:cNvSpPr>
              <a:spLocks/>
            </p:cNvSpPr>
            <p:nvPr/>
          </p:nvSpPr>
          <p:spPr bwMode="auto">
            <a:xfrm>
              <a:off x="8604250" y="2144713"/>
              <a:ext cx="917575" cy="922338"/>
            </a:xfrm>
            <a:custGeom>
              <a:avLst/>
              <a:gdLst>
                <a:gd name="T0" fmla="*/ 3 w 241"/>
                <a:gd name="T1" fmla="*/ 144 h 242"/>
                <a:gd name="T2" fmla="*/ 143 w 241"/>
                <a:gd name="T3" fmla="*/ 4 h 242"/>
                <a:gd name="T4" fmla="*/ 241 w 241"/>
                <a:gd name="T5" fmla="*/ 43 h 242"/>
                <a:gd name="T6" fmla="*/ 140 w 241"/>
                <a:gd name="T7" fmla="*/ 0 h 242"/>
                <a:gd name="T8" fmla="*/ 0 w 241"/>
                <a:gd name="T9" fmla="*/ 141 h 242"/>
                <a:gd name="T10" fmla="*/ 43 w 241"/>
                <a:gd name="T11" fmla="*/ 242 h 242"/>
                <a:gd name="T12" fmla="*/ 3 w 241"/>
                <a:gd name="T13" fmla="*/ 144 h 242"/>
              </a:gdLst>
              <a:ahLst/>
              <a:cxnLst>
                <a:cxn ang="0">
                  <a:pos x="T0" y="T1"/>
                </a:cxn>
                <a:cxn ang="0">
                  <a:pos x="T2" y="T3"/>
                </a:cxn>
                <a:cxn ang="0">
                  <a:pos x="T4" y="T5"/>
                </a:cxn>
                <a:cxn ang="0">
                  <a:pos x="T6" y="T7"/>
                </a:cxn>
                <a:cxn ang="0">
                  <a:pos x="T8" y="T9"/>
                </a:cxn>
                <a:cxn ang="0">
                  <a:pos x="T10" y="T11"/>
                </a:cxn>
                <a:cxn ang="0">
                  <a:pos x="T12" y="T13"/>
                </a:cxn>
              </a:cxnLst>
              <a:rect l="0" t="0" r="r" b="b"/>
              <a:pathLst>
                <a:path w="241" h="242">
                  <a:moveTo>
                    <a:pt x="3" y="144"/>
                  </a:moveTo>
                  <a:cubicBezTo>
                    <a:pt x="3" y="67"/>
                    <a:pt x="66" y="4"/>
                    <a:pt x="143" y="4"/>
                  </a:cubicBezTo>
                  <a:cubicBezTo>
                    <a:pt x="181" y="4"/>
                    <a:pt x="216" y="19"/>
                    <a:pt x="241" y="43"/>
                  </a:cubicBezTo>
                  <a:cubicBezTo>
                    <a:pt x="215" y="17"/>
                    <a:pt x="180" y="0"/>
                    <a:pt x="140" y="0"/>
                  </a:cubicBezTo>
                  <a:cubicBezTo>
                    <a:pt x="62" y="0"/>
                    <a:pt x="0" y="63"/>
                    <a:pt x="0" y="141"/>
                  </a:cubicBezTo>
                  <a:cubicBezTo>
                    <a:pt x="0" y="180"/>
                    <a:pt x="16" y="216"/>
                    <a:pt x="43" y="242"/>
                  </a:cubicBezTo>
                  <a:cubicBezTo>
                    <a:pt x="18" y="216"/>
                    <a:pt x="3" y="182"/>
                    <a:pt x="3" y="144"/>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7" name="Group 46">
            <a:extLst>
              <a:ext uri="{FF2B5EF4-FFF2-40B4-BE49-F238E27FC236}">
                <a16:creationId xmlns:a16="http://schemas.microsoft.com/office/drawing/2014/main" id="{C0EE33AE-505E-4FAB-B33A-E287D627D4CC}"/>
              </a:ext>
            </a:extLst>
          </p:cNvPr>
          <p:cNvGrpSpPr/>
          <p:nvPr/>
        </p:nvGrpSpPr>
        <p:grpSpPr>
          <a:xfrm>
            <a:off x="6570663" y="2144713"/>
            <a:ext cx="1069975" cy="1071563"/>
            <a:chOff x="6570663" y="2144713"/>
            <a:chExt cx="1069975" cy="1071563"/>
          </a:xfrm>
          <a:effectLst>
            <a:outerShdw blurRad="190500" dist="101600" dir="2700000" sx="101000" sy="101000" algn="tl" rotWithShape="0">
              <a:prstClr val="black">
                <a:alpha val="38000"/>
              </a:prstClr>
            </a:outerShdw>
          </a:effectLst>
        </p:grpSpPr>
        <p:sp>
          <p:nvSpPr>
            <p:cNvPr id="24" name="Oval 23">
              <a:extLst>
                <a:ext uri="{FF2B5EF4-FFF2-40B4-BE49-F238E27FC236}">
                  <a16:creationId xmlns:a16="http://schemas.microsoft.com/office/drawing/2014/main" id="{68622EE0-692C-4EEA-BEDA-FF462789A7A2}"/>
                </a:ext>
              </a:extLst>
            </p:cNvPr>
            <p:cNvSpPr>
              <a:spLocks noChangeArrowheads="1"/>
            </p:cNvSpPr>
            <p:nvPr/>
          </p:nvSpPr>
          <p:spPr bwMode="auto">
            <a:xfrm>
              <a:off x="6570663" y="2144713"/>
              <a:ext cx="1069975" cy="107156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09F47277-8162-4662-91E3-7F4A4465C1E2}"/>
                </a:ext>
              </a:extLst>
            </p:cNvPr>
            <p:cNvSpPr>
              <a:spLocks/>
            </p:cNvSpPr>
            <p:nvPr/>
          </p:nvSpPr>
          <p:spPr bwMode="auto">
            <a:xfrm>
              <a:off x="6723063" y="2297113"/>
              <a:ext cx="917575" cy="919163"/>
            </a:xfrm>
            <a:custGeom>
              <a:avLst/>
              <a:gdLst>
                <a:gd name="T0" fmla="*/ 199 w 241"/>
                <a:gd name="T1" fmla="*/ 0 h 241"/>
                <a:gd name="T2" fmla="*/ 239 w 241"/>
                <a:gd name="T3" fmla="*/ 98 h 241"/>
                <a:gd name="T4" fmla="*/ 98 w 241"/>
                <a:gd name="T5" fmla="*/ 239 h 241"/>
                <a:gd name="T6" fmla="*/ 0 w 241"/>
                <a:gd name="T7" fmla="*/ 199 h 241"/>
                <a:gd name="T8" fmla="*/ 101 w 241"/>
                <a:gd name="T9" fmla="*/ 241 h 241"/>
                <a:gd name="T10" fmla="*/ 241 w 241"/>
                <a:gd name="T11" fmla="*/ 101 h 241"/>
                <a:gd name="T12" fmla="*/ 199 w 241"/>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199" y="0"/>
                  </a:moveTo>
                  <a:cubicBezTo>
                    <a:pt x="223" y="26"/>
                    <a:pt x="239" y="60"/>
                    <a:pt x="239" y="98"/>
                  </a:cubicBezTo>
                  <a:cubicBezTo>
                    <a:pt x="239" y="176"/>
                    <a:pt x="176" y="239"/>
                    <a:pt x="98" y="239"/>
                  </a:cubicBezTo>
                  <a:cubicBezTo>
                    <a:pt x="60" y="239"/>
                    <a:pt x="25" y="223"/>
                    <a:pt x="0" y="199"/>
                  </a:cubicBezTo>
                  <a:cubicBezTo>
                    <a:pt x="26" y="225"/>
                    <a:pt x="61" y="241"/>
                    <a:pt x="101" y="241"/>
                  </a:cubicBezTo>
                  <a:cubicBezTo>
                    <a:pt x="178" y="241"/>
                    <a:pt x="241" y="178"/>
                    <a:pt x="241" y="101"/>
                  </a:cubicBezTo>
                  <a:cubicBezTo>
                    <a:pt x="241" y="61"/>
                    <a:pt x="225" y="26"/>
                    <a:pt x="199"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8AEDF197-B453-4574-A366-0DE76D5A6779}"/>
                </a:ext>
              </a:extLst>
            </p:cNvPr>
            <p:cNvSpPr>
              <a:spLocks/>
            </p:cNvSpPr>
            <p:nvPr/>
          </p:nvSpPr>
          <p:spPr bwMode="auto">
            <a:xfrm>
              <a:off x="6570663" y="2144713"/>
              <a:ext cx="917575" cy="922338"/>
            </a:xfrm>
            <a:custGeom>
              <a:avLst/>
              <a:gdLst>
                <a:gd name="T0" fmla="*/ 4 w 241"/>
                <a:gd name="T1" fmla="*/ 144 h 242"/>
                <a:gd name="T2" fmla="*/ 144 w 241"/>
                <a:gd name="T3" fmla="*/ 4 h 242"/>
                <a:gd name="T4" fmla="*/ 241 w 241"/>
                <a:gd name="T5" fmla="*/ 43 h 242"/>
                <a:gd name="T6" fmla="*/ 141 w 241"/>
                <a:gd name="T7" fmla="*/ 0 h 242"/>
                <a:gd name="T8" fmla="*/ 0 w 241"/>
                <a:gd name="T9" fmla="*/ 141 h 242"/>
                <a:gd name="T10" fmla="*/ 43 w 241"/>
                <a:gd name="T11" fmla="*/ 242 h 242"/>
                <a:gd name="T12" fmla="*/ 4 w 241"/>
                <a:gd name="T13" fmla="*/ 144 h 242"/>
              </a:gdLst>
              <a:ahLst/>
              <a:cxnLst>
                <a:cxn ang="0">
                  <a:pos x="T0" y="T1"/>
                </a:cxn>
                <a:cxn ang="0">
                  <a:pos x="T2" y="T3"/>
                </a:cxn>
                <a:cxn ang="0">
                  <a:pos x="T4" y="T5"/>
                </a:cxn>
                <a:cxn ang="0">
                  <a:pos x="T6" y="T7"/>
                </a:cxn>
                <a:cxn ang="0">
                  <a:pos x="T8" y="T9"/>
                </a:cxn>
                <a:cxn ang="0">
                  <a:pos x="T10" y="T11"/>
                </a:cxn>
                <a:cxn ang="0">
                  <a:pos x="T12" y="T13"/>
                </a:cxn>
              </a:cxnLst>
              <a:rect l="0" t="0" r="r" b="b"/>
              <a:pathLst>
                <a:path w="241" h="242">
                  <a:moveTo>
                    <a:pt x="4" y="144"/>
                  </a:moveTo>
                  <a:cubicBezTo>
                    <a:pt x="4" y="67"/>
                    <a:pt x="66" y="4"/>
                    <a:pt x="144" y="4"/>
                  </a:cubicBezTo>
                  <a:cubicBezTo>
                    <a:pt x="182" y="4"/>
                    <a:pt x="216" y="19"/>
                    <a:pt x="241" y="43"/>
                  </a:cubicBezTo>
                  <a:cubicBezTo>
                    <a:pt x="216" y="17"/>
                    <a:pt x="180" y="0"/>
                    <a:pt x="141" y="0"/>
                  </a:cubicBezTo>
                  <a:cubicBezTo>
                    <a:pt x="63" y="0"/>
                    <a:pt x="0" y="63"/>
                    <a:pt x="0" y="141"/>
                  </a:cubicBezTo>
                  <a:cubicBezTo>
                    <a:pt x="0" y="180"/>
                    <a:pt x="17" y="216"/>
                    <a:pt x="43" y="242"/>
                  </a:cubicBezTo>
                  <a:cubicBezTo>
                    <a:pt x="19" y="216"/>
                    <a:pt x="4" y="182"/>
                    <a:pt x="4" y="144"/>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6A144D72-26D3-4FD8-B994-B2C574857546}"/>
              </a:ext>
            </a:extLst>
          </p:cNvPr>
          <p:cNvGrpSpPr/>
          <p:nvPr/>
        </p:nvGrpSpPr>
        <p:grpSpPr>
          <a:xfrm>
            <a:off x="479425" y="2144713"/>
            <a:ext cx="1069975" cy="1071563"/>
            <a:chOff x="479425" y="2144713"/>
            <a:chExt cx="1069975" cy="1071563"/>
          </a:xfrm>
          <a:effectLst>
            <a:outerShdw blurRad="190500" dist="101600" dir="2700000" sx="101000" sy="101000" algn="tl" rotWithShape="0">
              <a:prstClr val="black">
                <a:alpha val="38000"/>
              </a:prstClr>
            </a:outerShdw>
          </a:effectLst>
        </p:grpSpPr>
        <p:sp>
          <p:nvSpPr>
            <p:cNvPr id="28" name="Oval 27">
              <a:extLst>
                <a:ext uri="{FF2B5EF4-FFF2-40B4-BE49-F238E27FC236}">
                  <a16:creationId xmlns:a16="http://schemas.microsoft.com/office/drawing/2014/main" id="{65B203EA-A3D6-42C5-91A1-808A541FE632}"/>
                </a:ext>
              </a:extLst>
            </p:cNvPr>
            <p:cNvSpPr>
              <a:spLocks noChangeArrowheads="1"/>
            </p:cNvSpPr>
            <p:nvPr/>
          </p:nvSpPr>
          <p:spPr bwMode="auto">
            <a:xfrm>
              <a:off x="479425" y="2144713"/>
              <a:ext cx="1069975" cy="1071563"/>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8CF52B22-ECE4-4848-B634-210E447EBB99}"/>
                </a:ext>
              </a:extLst>
            </p:cNvPr>
            <p:cNvSpPr>
              <a:spLocks/>
            </p:cNvSpPr>
            <p:nvPr/>
          </p:nvSpPr>
          <p:spPr bwMode="auto">
            <a:xfrm>
              <a:off x="631825" y="2297113"/>
              <a:ext cx="917575" cy="919163"/>
            </a:xfrm>
            <a:custGeom>
              <a:avLst/>
              <a:gdLst>
                <a:gd name="T0" fmla="*/ 199 w 241"/>
                <a:gd name="T1" fmla="*/ 0 h 241"/>
                <a:gd name="T2" fmla="*/ 239 w 241"/>
                <a:gd name="T3" fmla="*/ 98 h 241"/>
                <a:gd name="T4" fmla="*/ 98 w 241"/>
                <a:gd name="T5" fmla="*/ 239 h 241"/>
                <a:gd name="T6" fmla="*/ 0 w 241"/>
                <a:gd name="T7" fmla="*/ 199 h 241"/>
                <a:gd name="T8" fmla="*/ 101 w 241"/>
                <a:gd name="T9" fmla="*/ 241 h 241"/>
                <a:gd name="T10" fmla="*/ 241 w 241"/>
                <a:gd name="T11" fmla="*/ 101 h 241"/>
                <a:gd name="T12" fmla="*/ 199 w 241"/>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199" y="0"/>
                  </a:moveTo>
                  <a:cubicBezTo>
                    <a:pt x="223" y="26"/>
                    <a:pt x="239" y="60"/>
                    <a:pt x="239" y="98"/>
                  </a:cubicBezTo>
                  <a:cubicBezTo>
                    <a:pt x="239" y="176"/>
                    <a:pt x="176" y="239"/>
                    <a:pt x="98" y="239"/>
                  </a:cubicBezTo>
                  <a:cubicBezTo>
                    <a:pt x="60" y="239"/>
                    <a:pt x="25" y="223"/>
                    <a:pt x="0" y="199"/>
                  </a:cubicBezTo>
                  <a:cubicBezTo>
                    <a:pt x="26" y="225"/>
                    <a:pt x="61" y="241"/>
                    <a:pt x="101" y="241"/>
                  </a:cubicBezTo>
                  <a:cubicBezTo>
                    <a:pt x="178" y="241"/>
                    <a:pt x="241" y="178"/>
                    <a:pt x="241" y="101"/>
                  </a:cubicBezTo>
                  <a:cubicBezTo>
                    <a:pt x="241" y="61"/>
                    <a:pt x="225" y="26"/>
                    <a:pt x="199" y="0"/>
                  </a:cubicBez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3A2B80A5-5B29-4D43-9B92-FF5A5323600A}"/>
                </a:ext>
              </a:extLst>
            </p:cNvPr>
            <p:cNvSpPr>
              <a:spLocks/>
            </p:cNvSpPr>
            <p:nvPr/>
          </p:nvSpPr>
          <p:spPr bwMode="auto">
            <a:xfrm>
              <a:off x="479425" y="2144713"/>
              <a:ext cx="917575" cy="922338"/>
            </a:xfrm>
            <a:custGeom>
              <a:avLst/>
              <a:gdLst>
                <a:gd name="T0" fmla="*/ 4 w 241"/>
                <a:gd name="T1" fmla="*/ 144 h 242"/>
                <a:gd name="T2" fmla="*/ 144 w 241"/>
                <a:gd name="T3" fmla="*/ 4 h 242"/>
                <a:gd name="T4" fmla="*/ 241 w 241"/>
                <a:gd name="T5" fmla="*/ 43 h 242"/>
                <a:gd name="T6" fmla="*/ 141 w 241"/>
                <a:gd name="T7" fmla="*/ 0 h 242"/>
                <a:gd name="T8" fmla="*/ 0 w 241"/>
                <a:gd name="T9" fmla="*/ 141 h 242"/>
                <a:gd name="T10" fmla="*/ 43 w 241"/>
                <a:gd name="T11" fmla="*/ 242 h 242"/>
                <a:gd name="T12" fmla="*/ 4 w 241"/>
                <a:gd name="T13" fmla="*/ 144 h 242"/>
              </a:gdLst>
              <a:ahLst/>
              <a:cxnLst>
                <a:cxn ang="0">
                  <a:pos x="T0" y="T1"/>
                </a:cxn>
                <a:cxn ang="0">
                  <a:pos x="T2" y="T3"/>
                </a:cxn>
                <a:cxn ang="0">
                  <a:pos x="T4" y="T5"/>
                </a:cxn>
                <a:cxn ang="0">
                  <a:pos x="T6" y="T7"/>
                </a:cxn>
                <a:cxn ang="0">
                  <a:pos x="T8" y="T9"/>
                </a:cxn>
                <a:cxn ang="0">
                  <a:pos x="T10" y="T11"/>
                </a:cxn>
                <a:cxn ang="0">
                  <a:pos x="T12" y="T13"/>
                </a:cxn>
              </a:cxnLst>
              <a:rect l="0" t="0" r="r" b="b"/>
              <a:pathLst>
                <a:path w="241" h="242">
                  <a:moveTo>
                    <a:pt x="4" y="144"/>
                  </a:moveTo>
                  <a:cubicBezTo>
                    <a:pt x="4" y="67"/>
                    <a:pt x="66" y="4"/>
                    <a:pt x="144" y="4"/>
                  </a:cubicBezTo>
                  <a:cubicBezTo>
                    <a:pt x="182" y="4"/>
                    <a:pt x="216" y="19"/>
                    <a:pt x="241" y="43"/>
                  </a:cubicBezTo>
                  <a:cubicBezTo>
                    <a:pt x="216" y="17"/>
                    <a:pt x="180" y="0"/>
                    <a:pt x="141" y="0"/>
                  </a:cubicBezTo>
                  <a:cubicBezTo>
                    <a:pt x="63" y="0"/>
                    <a:pt x="0" y="63"/>
                    <a:pt x="0" y="141"/>
                  </a:cubicBezTo>
                  <a:cubicBezTo>
                    <a:pt x="0" y="180"/>
                    <a:pt x="17" y="216"/>
                    <a:pt x="43" y="242"/>
                  </a:cubicBezTo>
                  <a:cubicBezTo>
                    <a:pt x="19" y="216"/>
                    <a:pt x="4" y="182"/>
                    <a:pt x="4" y="144"/>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5" name="Group 44">
            <a:extLst>
              <a:ext uri="{FF2B5EF4-FFF2-40B4-BE49-F238E27FC236}">
                <a16:creationId xmlns:a16="http://schemas.microsoft.com/office/drawing/2014/main" id="{957D6CBB-54F9-49B1-A553-14BFF5D3051C}"/>
              </a:ext>
            </a:extLst>
          </p:cNvPr>
          <p:cNvGrpSpPr/>
          <p:nvPr/>
        </p:nvGrpSpPr>
        <p:grpSpPr>
          <a:xfrm>
            <a:off x="10633075" y="2144713"/>
            <a:ext cx="1069975" cy="1071563"/>
            <a:chOff x="10633075" y="2144713"/>
            <a:chExt cx="1069975" cy="1071563"/>
          </a:xfrm>
          <a:effectLst>
            <a:outerShdw blurRad="190500" dist="101600" dir="2700000" sx="101000" sy="101000" algn="tl" rotWithShape="0">
              <a:prstClr val="black">
                <a:alpha val="38000"/>
              </a:prstClr>
            </a:outerShdw>
          </a:effectLst>
        </p:grpSpPr>
        <p:sp>
          <p:nvSpPr>
            <p:cNvPr id="33" name="Oval 32">
              <a:extLst>
                <a:ext uri="{FF2B5EF4-FFF2-40B4-BE49-F238E27FC236}">
                  <a16:creationId xmlns:a16="http://schemas.microsoft.com/office/drawing/2014/main" id="{7A7216A2-0B4D-43A1-948B-B5ED02495582}"/>
                </a:ext>
              </a:extLst>
            </p:cNvPr>
            <p:cNvSpPr>
              <a:spLocks noChangeArrowheads="1"/>
            </p:cNvSpPr>
            <p:nvPr/>
          </p:nvSpPr>
          <p:spPr bwMode="auto">
            <a:xfrm>
              <a:off x="10633075" y="2144713"/>
              <a:ext cx="1069975" cy="1071563"/>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65FD0C02-CED1-4E8D-AEC2-634DE004C1D5}"/>
                </a:ext>
              </a:extLst>
            </p:cNvPr>
            <p:cNvSpPr>
              <a:spLocks/>
            </p:cNvSpPr>
            <p:nvPr/>
          </p:nvSpPr>
          <p:spPr bwMode="auto">
            <a:xfrm>
              <a:off x="10785475" y="2297113"/>
              <a:ext cx="917575" cy="919163"/>
            </a:xfrm>
            <a:custGeom>
              <a:avLst/>
              <a:gdLst>
                <a:gd name="T0" fmla="*/ 198 w 241"/>
                <a:gd name="T1" fmla="*/ 0 h 241"/>
                <a:gd name="T2" fmla="*/ 238 w 241"/>
                <a:gd name="T3" fmla="*/ 98 h 241"/>
                <a:gd name="T4" fmla="*/ 98 w 241"/>
                <a:gd name="T5" fmla="*/ 239 h 241"/>
                <a:gd name="T6" fmla="*/ 0 w 241"/>
                <a:gd name="T7" fmla="*/ 199 h 241"/>
                <a:gd name="T8" fmla="*/ 100 w 241"/>
                <a:gd name="T9" fmla="*/ 241 h 241"/>
                <a:gd name="T10" fmla="*/ 241 w 241"/>
                <a:gd name="T11" fmla="*/ 101 h 241"/>
                <a:gd name="T12" fmla="*/ 198 w 241"/>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198" y="0"/>
                  </a:moveTo>
                  <a:cubicBezTo>
                    <a:pt x="223" y="26"/>
                    <a:pt x="238" y="60"/>
                    <a:pt x="238" y="98"/>
                  </a:cubicBezTo>
                  <a:cubicBezTo>
                    <a:pt x="238" y="176"/>
                    <a:pt x="175" y="239"/>
                    <a:pt x="98" y="239"/>
                  </a:cubicBezTo>
                  <a:cubicBezTo>
                    <a:pt x="60" y="239"/>
                    <a:pt x="25" y="223"/>
                    <a:pt x="0" y="199"/>
                  </a:cubicBezTo>
                  <a:cubicBezTo>
                    <a:pt x="25" y="225"/>
                    <a:pt x="61" y="241"/>
                    <a:pt x="100" y="241"/>
                  </a:cubicBezTo>
                  <a:cubicBezTo>
                    <a:pt x="178" y="241"/>
                    <a:pt x="241" y="178"/>
                    <a:pt x="241" y="101"/>
                  </a:cubicBezTo>
                  <a:cubicBezTo>
                    <a:pt x="241" y="61"/>
                    <a:pt x="224" y="26"/>
                    <a:pt x="198" y="0"/>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E4E50CAC-9FC6-4BFF-AB10-6F467081FE3F}"/>
                </a:ext>
              </a:extLst>
            </p:cNvPr>
            <p:cNvSpPr>
              <a:spLocks/>
            </p:cNvSpPr>
            <p:nvPr/>
          </p:nvSpPr>
          <p:spPr bwMode="auto">
            <a:xfrm>
              <a:off x="10633075" y="2144713"/>
              <a:ext cx="917575" cy="922338"/>
            </a:xfrm>
            <a:custGeom>
              <a:avLst/>
              <a:gdLst>
                <a:gd name="T0" fmla="*/ 3 w 241"/>
                <a:gd name="T1" fmla="*/ 144 h 242"/>
                <a:gd name="T2" fmla="*/ 144 w 241"/>
                <a:gd name="T3" fmla="*/ 4 h 242"/>
                <a:gd name="T4" fmla="*/ 241 w 241"/>
                <a:gd name="T5" fmla="*/ 43 h 242"/>
                <a:gd name="T6" fmla="*/ 140 w 241"/>
                <a:gd name="T7" fmla="*/ 0 h 242"/>
                <a:gd name="T8" fmla="*/ 0 w 241"/>
                <a:gd name="T9" fmla="*/ 141 h 242"/>
                <a:gd name="T10" fmla="*/ 43 w 241"/>
                <a:gd name="T11" fmla="*/ 242 h 242"/>
                <a:gd name="T12" fmla="*/ 3 w 241"/>
                <a:gd name="T13" fmla="*/ 144 h 242"/>
              </a:gdLst>
              <a:ahLst/>
              <a:cxnLst>
                <a:cxn ang="0">
                  <a:pos x="T0" y="T1"/>
                </a:cxn>
                <a:cxn ang="0">
                  <a:pos x="T2" y="T3"/>
                </a:cxn>
                <a:cxn ang="0">
                  <a:pos x="T4" y="T5"/>
                </a:cxn>
                <a:cxn ang="0">
                  <a:pos x="T6" y="T7"/>
                </a:cxn>
                <a:cxn ang="0">
                  <a:pos x="T8" y="T9"/>
                </a:cxn>
                <a:cxn ang="0">
                  <a:pos x="T10" y="T11"/>
                </a:cxn>
                <a:cxn ang="0">
                  <a:pos x="T12" y="T13"/>
                </a:cxn>
              </a:cxnLst>
              <a:rect l="0" t="0" r="r" b="b"/>
              <a:pathLst>
                <a:path w="241" h="242">
                  <a:moveTo>
                    <a:pt x="3" y="144"/>
                  </a:moveTo>
                  <a:cubicBezTo>
                    <a:pt x="3" y="67"/>
                    <a:pt x="66" y="4"/>
                    <a:pt x="144" y="4"/>
                  </a:cubicBezTo>
                  <a:cubicBezTo>
                    <a:pt x="182" y="4"/>
                    <a:pt x="216" y="19"/>
                    <a:pt x="241" y="43"/>
                  </a:cubicBezTo>
                  <a:cubicBezTo>
                    <a:pt x="216" y="17"/>
                    <a:pt x="180" y="0"/>
                    <a:pt x="140" y="0"/>
                  </a:cubicBezTo>
                  <a:cubicBezTo>
                    <a:pt x="63" y="0"/>
                    <a:pt x="0" y="63"/>
                    <a:pt x="0" y="141"/>
                  </a:cubicBezTo>
                  <a:cubicBezTo>
                    <a:pt x="0" y="180"/>
                    <a:pt x="16" y="216"/>
                    <a:pt x="43" y="242"/>
                  </a:cubicBezTo>
                  <a:cubicBezTo>
                    <a:pt x="18" y="216"/>
                    <a:pt x="3" y="182"/>
                    <a:pt x="3" y="144"/>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5" name="Freeform 14">
            <a:extLst>
              <a:ext uri="{FF2B5EF4-FFF2-40B4-BE49-F238E27FC236}">
                <a16:creationId xmlns:a16="http://schemas.microsoft.com/office/drawing/2014/main" id="{A310A020-6D34-4C5E-A8A9-471325CA2E1C}"/>
              </a:ext>
            </a:extLst>
          </p:cNvPr>
          <p:cNvSpPr>
            <a:spLocks noEditPoints="1"/>
          </p:cNvSpPr>
          <p:nvPr/>
        </p:nvSpPr>
        <p:spPr bwMode="auto">
          <a:xfrm>
            <a:off x="2801938" y="2441575"/>
            <a:ext cx="487363" cy="481013"/>
          </a:xfrm>
          <a:custGeom>
            <a:avLst/>
            <a:gdLst>
              <a:gd name="T0" fmla="*/ 50 w 128"/>
              <a:gd name="T1" fmla="*/ 26 h 126"/>
              <a:gd name="T2" fmla="*/ 64 w 128"/>
              <a:gd name="T3" fmla="*/ 12 h 126"/>
              <a:gd name="T4" fmla="*/ 78 w 128"/>
              <a:gd name="T5" fmla="*/ 26 h 126"/>
              <a:gd name="T6" fmla="*/ 64 w 128"/>
              <a:gd name="T7" fmla="*/ 40 h 126"/>
              <a:gd name="T8" fmla="*/ 50 w 128"/>
              <a:gd name="T9" fmla="*/ 26 h 126"/>
              <a:gd name="T10" fmla="*/ 83 w 128"/>
              <a:gd name="T11" fmla="*/ 46 h 126"/>
              <a:gd name="T12" fmla="*/ 46 w 128"/>
              <a:gd name="T13" fmla="*/ 46 h 126"/>
              <a:gd name="T14" fmla="*/ 41 w 128"/>
              <a:gd name="T15" fmla="*/ 51 h 126"/>
              <a:gd name="T16" fmla="*/ 41 w 128"/>
              <a:gd name="T17" fmla="*/ 83 h 126"/>
              <a:gd name="T18" fmla="*/ 46 w 128"/>
              <a:gd name="T19" fmla="*/ 88 h 126"/>
              <a:gd name="T20" fmla="*/ 50 w 128"/>
              <a:gd name="T21" fmla="*/ 88 h 126"/>
              <a:gd name="T22" fmla="*/ 50 w 128"/>
              <a:gd name="T23" fmla="*/ 121 h 126"/>
              <a:gd name="T24" fmla="*/ 55 w 128"/>
              <a:gd name="T25" fmla="*/ 126 h 126"/>
              <a:gd name="T26" fmla="*/ 74 w 128"/>
              <a:gd name="T27" fmla="*/ 126 h 126"/>
              <a:gd name="T28" fmla="*/ 78 w 128"/>
              <a:gd name="T29" fmla="*/ 121 h 126"/>
              <a:gd name="T30" fmla="*/ 78 w 128"/>
              <a:gd name="T31" fmla="*/ 88 h 126"/>
              <a:gd name="T32" fmla="*/ 83 w 128"/>
              <a:gd name="T33" fmla="*/ 88 h 126"/>
              <a:gd name="T34" fmla="*/ 88 w 128"/>
              <a:gd name="T35" fmla="*/ 83 h 126"/>
              <a:gd name="T36" fmla="*/ 88 w 128"/>
              <a:gd name="T37" fmla="*/ 51 h 126"/>
              <a:gd name="T38" fmla="*/ 83 w 128"/>
              <a:gd name="T39" fmla="*/ 46 h 126"/>
              <a:gd name="T40" fmla="*/ 106 w 128"/>
              <a:gd name="T41" fmla="*/ 26 h 126"/>
              <a:gd name="T42" fmla="*/ 119 w 128"/>
              <a:gd name="T43" fmla="*/ 13 h 126"/>
              <a:gd name="T44" fmla="*/ 106 w 128"/>
              <a:gd name="T45" fmla="*/ 0 h 126"/>
              <a:gd name="T46" fmla="*/ 93 w 128"/>
              <a:gd name="T47" fmla="*/ 13 h 126"/>
              <a:gd name="T48" fmla="*/ 106 w 128"/>
              <a:gd name="T49" fmla="*/ 26 h 126"/>
              <a:gd name="T50" fmla="*/ 123 w 128"/>
              <a:gd name="T51" fmla="*/ 32 h 126"/>
              <a:gd name="T52" fmla="*/ 89 w 128"/>
              <a:gd name="T53" fmla="*/ 32 h 126"/>
              <a:gd name="T54" fmla="*/ 84 w 128"/>
              <a:gd name="T55" fmla="*/ 36 h 126"/>
              <a:gd name="T56" fmla="*/ 84 w 128"/>
              <a:gd name="T57" fmla="*/ 37 h 126"/>
              <a:gd name="T58" fmla="*/ 97 w 128"/>
              <a:gd name="T59" fmla="*/ 51 h 126"/>
              <a:gd name="T60" fmla="*/ 97 w 128"/>
              <a:gd name="T61" fmla="*/ 83 h 126"/>
              <a:gd name="T62" fmla="*/ 93 w 128"/>
              <a:gd name="T63" fmla="*/ 93 h 126"/>
              <a:gd name="T64" fmla="*/ 93 w 128"/>
              <a:gd name="T65" fmla="*/ 101 h 126"/>
              <a:gd name="T66" fmla="*/ 97 w 128"/>
              <a:gd name="T67" fmla="*/ 106 h 126"/>
              <a:gd name="T68" fmla="*/ 115 w 128"/>
              <a:gd name="T69" fmla="*/ 106 h 126"/>
              <a:gd name="T70" fmla="*/ 119 w 128"/>
              <a:gd name="T71" fmla="*/ 101 h 126"/>
              <a:gd name="T72" fmla="*/ 119 w 128"/>
              <a:gd name="T73" fmla="*/ 70 h 126"/>
              <a:gd name="T74" fmla="*/ 123 w 128"/>
              <a:gd name="T75" fmla="*/ 70 h 126"/>
              <a:gd name="T76" fmla="*/ 128 w 128"/>
              <a:gd name="T77" fmla="*/ 66 h 126"/>
              <a:gd name="T78" fmla="*/ 128 w 128"/>
              <a:gd name="T79" fmla="*/ 36 h 126"/>
              <a:gd name="T80" fmla="*/ 123 w 128"/>
              <a:gd name="T81" fmla="*/ 32 h 126"/>
              <a:gd name="T82" fmla="*/ 35 w 128"/>
              <a:gd name="T83" fmla="*/ 13 h 126"/>
              <a:gd name="T84" fmla="*/ 22 w 128"/>
              <a:gd name="T85" fmla="*/ 0 h 126"/>
              <a:gd name="T86" fmla="*/ 9 w 128"/>
              <a:gd name="T87" fmla="*/ 13 h 126"/>
              <a:gd name="T88" fmla="*/ 22 w 128"/>
              <a:gd name="T89" fmla="*/ 26 h 126"/>
              <a:gd name="T90" fmla="*/ 35 w 128"/>
              <a:gd name="T91" fmla="*/ 13 h 126"/>
              <a:gd name="T92" fmla="*/ 0 w 128"/>
              <a:gd name="T93" fmla="*/ 36 h 126"/>
              <a:gd name="T94" fmla="*/ 0 w 128"/>
              <a:gd name="T95" fmla="*/ 66 h 126"/>
              <a:gd name="T96" fmla="*/ 5 w 128"/>
              <a:gd name="T97" fmla="*/ 70 h 126"/>
              <a:gd name="T98" fmla="*/ 9 w 128"/>
              <a:gd name="T99" fmla="*/ 70 h 126"/>
              <a:gd name="T100" fmla="*/ 9 w 128"/>
              <a:gd name="T101" fmla="*/ 101 h 126"/>
              <a:gd name="T102" fmla="*/ 13 w 128"/>
              <a:gd name="T103" fmla="*/ 106 h 126"/>
              <a:gd name="T104" fmla="*/ 31 w 128"/>
              <a:gd name="T105" fmla="*/ 106 h 126"/>
              <a:gd name="T106" fmla="*/ 35 w 128"/>
              <a:gd name="T107" fmla="*/ 101 h 126"/>
              <a:gd name="T108" fmla="*/ 35 w 128"/>
              <a:gd name="T109" fmla="*/ 93 h 126"/>
              <a:gd name="T110" fmla="*/ 31 w 128"/>
              <a:gd name="T111" fmla="*/ 83 h 126"/>
              <a:gd name="T112" fmla="*/ 31 w 128"/>
              <a:gd name="T113" fmla="*/ 51 h 126"/>
              <a:gd name="T114" fmla="*/ 44 w 128"/>
              <a:gd name="T115" fmla="*/ 37 h 126"/>
              <a:gd name="T116" fmla="*/ 44 w 128"/>
              <a:gd name="T117" fmla="*/ 36 h 126"/>
              <a:gd name="T118" fmla="*/ 39 w 128"/>
              <a:gd name="T119" fmla="*/ 32 h 126"/>
              <a:gd name="T120" fmla="*/ 5 w 128"/>
              <a:gd name="T121" fmla="*/ 32 h 126"/>
              <a:gd name="T122" fmla="*/ 0 w 128"/>
              <a:gd name="T123" fmla="*/ 3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26">
                <a:moveTo>
                  <a:pt x="50" y="26"/>
                </a:moveTo>
                <a:cubicBezTo>
                  <a:pt x="50" y="18"/>
                  <a:pt x="56" y="12"/>
                  <a:pt x="64" y="12"/>
                </a:cubicBezTo>
                <a:cubicBezTo>
                  <a:pt x="72" y="12"/>
                  <a:pt x="78" y="18"/>
                  <a:pt x="78" y="26"/>
                </a:cubicBezTo>
                <a:cubicBezTo>
                  <a:pt x="78" y="34"/>
                  <a:pt x="72" y="40"/>
                  <a:pt x="64" y="40"/>
                </a:cubicBezTo>
                <a:cubicBezTo>
                  <a:pt x="56" y="40"/>
                  <a:pt x="50" y="34"/>
                  <a:pt x="50" y="26"/>
                </a:cubicBezTo>
                <a:close/>
                <a:moveTo>
                  <a:pt x="83" y="46"/>
                </a:moveTo>
                <a:cubicBezTo>
                  <a:pt x="46" y="46"/>
                  <a:pt x="46" y="46"/>
                  <a:pt x="46" y="46"/>
                </a:cubicBezTo>
                <a:cubicBezTo>
                  <a:pt x="43" y="46"/>
                  <a:pt x="41" y="48"/>
                  <a:pt x="41" y="51"/>
                </a:cubicBezTo>
                <a:cubicBezTo>
                  <a:pt x="41" y="83"/>
                  <a:pt x="41" y="83"/>
                  <a:pt x="41" y="83"/>
                </a:cubicBezTo>
                <a:cubicBezTo>
                  <a:pt x="41" y="86"/>
                  <a:pt x="43" y="88"/>
                  <a:pt x="46" y="88"/>
                </a:cubicBezTo>
                <a:cubicBezTo>
                  <a:pt x="50" y="88"/>
                  <a:pt x="50" y="88"/>
                  <a:pt x="50" y="88"/>
                </a:cubicBezTo>
                <a:cubicBezTo>
                  <a:pt x="50" y="121"/>
                  <a:pt x="50" y="121"/>
                  <a:pt x="50" y="121"/>
                </a:cubicBezTo>
                <a:cubicBezTo>
                  <a:pt x="50" y="124"/>
                  <a:pt x="52" y="126"/>
                  <a:pt x="55" y="126"/>
                </a:cubicBezTo>
                <a:cubicBezTo>
                  <a:pt x="74" y="126"/>
                  <a:pt x="74" y="126"/>
                  <a:pt x="74" y="126"/>
                </a:cubicBezTo>
                <a:cubicBezTo>
                  <a:pt x="76" y="126"/>
                  <a:pt x="78" y="124"/>
                  <a:pt x="78" y="121"/>
                </a:cubicBezTo>
                <a:cubicBezTo>
                  <a:pt x="78" y="88"/>
                  <a:pt x="78" y="88"/>
                  <a:pt x="78" y="88"/>
                </a:cubicBezTo>
                <a:cubicBezTo>
                  <a:pt x="83" y="88"/>
                  <a:pt x="83" y="88"/>
                  <a:pt x="83" y="88"/>
                </a:cubicBezTo>
                <a:cubicBezTo>
                  <a:pt x="85" y="88"/>
                  <a:pt x="88" y="86"/>
                  <a:pt x="88" y="83"/>
                </a:cubicBezTo>
                <a:cubicBezTo>
                  <a:pt x="88" y="51"/>
                  <a:pt x="88" y="51"/>
                  <a:pt x="88" y="51"/>
                </a:cubicBezTo>
                <a:cubicBezTo>
                  <a:pt x="88" y="48"/>
                  <a:pt x="85" y="46"/>
                  <a:pt x="83" y="46"/>
                </a:cubicBezTo>
                <a:close/>
                <a:moveTo>
                  <a:pt x="106" y="26"/>
                </a:moveTo>
                <a:cubicBezTo>
                  <a:pt x="113" y="26"/>
                  <a:pt x="119" y="20"/>
                  <a:pt x="119" y="13"/>
                </a:cubicBezTo>
                <a:cubicBezTo>
                  <a:pt x="119" y="5"/>
                  <a:pt x="113" y="0"/>
                  <a:pt x="106" y="0"/>
                </a:cubicBezTo>
                <a:cubicBezTo>
                  <a:pt x="98" y="0"/>
                  <a:pt x="93" y="5"/>
                  <a:pt x="93" y="13"/>
                </a:cubicBezTo>
                <a:cubicBezTo>
                  <a:pt x="93" y="20"/>
                  <a:pt x="98" y="26"/>
                  <a:pt x="106" y="26"/>
                </a:cubicBezTo>
                <a:close/>
                <a:moveTo>
                  <a:pt x="123" y="32"/>
                </a:moveTo>
                <a:cubicBezTo>
                  <a:pt x="89" y="32"/>
                  <a:pt x="89" y="32"/>
                  <a:pt x="89" y="32"/>
                </a:cubicBezTo>
                <a:cubicBezTo>
                  <a:pt x="86" y="32"/>
                  <a:pt x="84" y="34"/>
                  <a:pt x="84" y="36"/>
                </a:cubicBezTo>
                <a:cubicBezTo>
                  <a:pt x="84" y="37"/>
                  <a:pt x="84" y="37"/>
                  <a:pt x="84" y="37"/>
                </a:cubicBezTo>
                <a:cubicBezTo>
                  <a:pt x="91" y="37"/>
                  <a:pt x="97" y="43"/>
                  <a:pt x="97" y="51"/>
                </a:cubicBezTo>
                <a:cubicBezTo>
                  <a:pt x="97" y="83"/>
                  <a:pt x="97" y="83"/>
                  <a:pt x="97" y="83"/>
                </a:cubicBezTo>
                <a:cubicBezTo>
                  <a:pt x="97" y="87"/>
                  <a:pt x="95" y="91"/>
                  <a:pt x="93" y="93"/>
                </a:cubicBezTo>
                <a:cubicBezTo>
                  <a:pt x="93" y="101"/>
                  <a:pt x="93" y="101"/>
                  <a:pt x="93" y="101"/>
                </a:cubicBezTo>
                <a:cubicBezTo>
                  <a:pt x="93" y="104"/>
                  <a:pt x="95" y="106"/>
                  <a:pt x="97" y="106"/>
                </a:cubicBezTo>
                <a:cubicBezTo>
                  <a:pt x="115" y="106"/>
                  <a:pt x="115" y="106"/>
                  <a:pt x="115" y="106"/>
                </a:cubicBezTo>
                <a:cubicBezTo>
                  <a:pt x="117" y="106"/>
                  <a:pt x="119" y="104"/>
                  <a:pt x="119" y="101"/>
                </a:cubicBezTo>
                <a:cubicBezTo>
                  <a:pt x="119" y="70"/>
                  <a:pt x="119" y="70"/>
                  <a:pt x="119" y="70"/>
                </a:cubicBezTo>
                <a:cubicBezTo>
                  <a:pt x="123" y="70"/>
                  <a:pt x="123" y="70"/>
                  <a:pt x="123" y="70"/>
                </a:cubicBezTo>
                <a:cubicBezTo>
                  <a:pt x="126" y="70"/>
                  <a:pt x="128" y="68"/>
                  <a:pt x="128" y="66"/>
                </a:cubicBezTo>
                <a:cubicBezTo>
                  <a:pt x="128" y="36"/>
                  <a:pt x="128" y="36"/>
                  <a:pt x="128" y="36"/>
                </a:cubicBezTo>
                <a:cubicBezTo>
                  <a:pt x="128" y="34"/>
                  <a:pt x="126" y="32"/>
                  <a:pt x="123" y="32"/>
                </a:cubicBezTo>
                <a:close/>
                <a:moveTo>
                  <a:pt x="35" y="13"/>
                </a:moveTo>
                <a:cubicBezTo>
                  <a:pt x="35" y="5"/>
                  <a:pt x="30" y="0"/>
                  <a:pt x="22" y="0"/>
                </a:cubicBezTo>
                <a:cubicBezTo>
                  <a:pt x="15" y="0"/>
                  <a:pt x="9" y="5"/>
                  <a:pt x="9" y="13"/>
                </a:cubicBezTo>
                <a:cubicBezTo>
                  <a:pt x="9" y="20"/>
                  <a:pt x="15" y="26"/>
                  <a:pt x="22" y="26"/>
                </a:cubicBezTo>
                <a:cubicBezTo>
                  <a:pt x="30" y="26"/>
                  <a:pt x="35" y="20"/>
                  <a:pt x="35" y="13"/>
                </a:cubicBezTo>
                <a:close/>
                <a:moveTo>
                  <a:pt x="0" y="36"/>
                </a:moveTo>
                <a:cubicBezTo>
                  <a:pt x="0" y="66"/>
                  <a:pt x="0" y="66"/>
                  <a:pt x="0" y="66"/>
                </a:cubicBezTo>
                <a:cubicBezTo>
                  <a:pt x="0" y="68"/>
                  <a:pt x="2" y="70"/>
                  <a:pt x="5" y="70"/>
                </a:cubicBezTo>
                <a:cubicBezTo>
                  <a:pt x="9" y="70"/>
                  <a:pt x="9" y="70"/>
                  <a:pt x="9" y="70"/>
                </a:cubicBezTo>
                <a:cubicBezTo>
                  <a:pt x="9" y="101"/>
                  <a:pt x="9" y="101"/>
                  <a:pt x="9" y="101"/>
                </a:cubicBezTo>
                <a:cubicBezTo>
                  <a:pt x="9" y="104"/>
                  <a:pt x="11" y="106"/>
                  <a:pt x="13" y="106"/>
                </a:cubicBezTo>
                <a:cubicBezTo>
                  <a:pt x="31" y="106"/>
                  <a:pt x="31" y="106"/>
                  <a:pt x="31" y="106"/>
                </a:cubicBezTo>
                <a:cubicBezTo>
                  <a:pt x="33" y="106"/>
                  <a:pt x="35" y="104"/>
                  <a:pt x="35" y="101"/>
                </a:cubicBezTo>
                <a:cubicBezTo>
                  <a:pt x="35" y="93"/>
                  <a:pt x="35" y="93"/>
                  <a:pt x="35" y="93"/>
                </a:cubicBezTo>
                <a:cubicBezTo>
                  <a:pt x="32" y="91"/>
                  <a:pt x="31" y="87"/>
                  <a:pt x="31" y="83"/>
                </a:cubicBezTo>
                <a:cubicBezTo>
                  <a:pt x="31" y="51"/>
                  <a:pt x="31" y="51"/>
                  <a:pt x="31" y="51"/>
                </a:cubicBezTo>
                <a:cubicBezTo>
                  <a:pt x="31" y="43"/>
                  <a:pt x="37" y="37"/>
                  <a:pt x="44" y="37"/>
                </a:cubicBezTo>
                <a:cubicBezTo>
                  <a:pt x="44" y="36"/>
                  <a:pt x="44" y="36"/>
                  <a:pt x="44" y="36"/>
                </a:cubicBezTo>
                <a:cubicBezTo>
                  <a:pt x="44" y="34"/>
                  <a:pt x="42" y="32"/>
                  <a:pt x="39" y="32"/>
                </a:cubicBezTo>
                <a:cubicBezTo>
                  <a:pt x="5" y="32"/>
                  <a:pt x="5" y="32"/>
                  <a:pt x="5" y="32"/>
                </a:cubicBezTo>
                <a:cubicBezTo>
                  <a:pt x="2" y="32"/>
                  <a:pt x="0" y="34"/>
                  <a:pt x="0" y="36"/>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AC4AC1CF-9316-48D2-9A38-749B6ADA0E13}"/>
              </a:ext>
            </a:extLst>
          </p:cNvPr>
          <p:cNvSpPr>
            <a:spLocks noEditPoints="1"/>
          </p:cNvSpPr>
          <p:nvPr/>
        </p:nvSpPr>
        <p:spPr bwMode="auto">
          <a:xfrm>
            <a:off x="4819650" y="2419350"/>
            <a:ext cx="511175" cy="544513"/>
          </a:xfrm>
          <a:custGeom>
            <a:avLst/>
            <a:gdLst>
              <a:gd name="T0" fmla="*/ 1 w 134"/>
              <a:gd name="T1" fmla="*/ 45 h 143"/>
              <a:gd name="T2" fmla="*/ 21 w 134"/>
              <a:gd name="T3" fmla="*/ 29 h 143"/>
              <a:gd name="T4" fmla="*/ 39 w 134"/>
              <a:gd name="T5" fmla="*/ 55 h 143"/>
              <a:gd name="T6" fmla="*/ 30 w 134"/>
              <a:gd name="T7" fmla="*/ 71 h 143"/>
              <a:gd name="T8" fmla="*/ 59 w 134"/>
              <a:gd name="T9" fmla="*/ 106 h 143"/>
              <a:gd name="T10" fmla="*/ 75 w 134"/>
              <a:gd name="T11" fmla="*/ 99 h 143"/>
              <a:gd name="T12" fmla="*/ 99 w 134"/>
              <a:gd name="T13" fmla="*/ 111 h 143"/>
              <a:gd name="T14" fmla="*/ 87 w 134"/>
              <a:gd name="T15" fmla="*/ 136 h 143"/>
              <a:gd name="T16" fmla="*/ 30 w 134"/>
              <a:gd name="T17" fmla="*/ 108 h 143"/>
              <a:gd name="T18" fmla="*/ 1 w 134"/>
              <a:gd name="T19" fmla="*/ 45 h 143"/>
              <a:gd name="T20" fmla="*/ 95 w 134"/>
              <a:gd name="T21" fmla="*/ 59 h 143"/>
              <a:gd name="T22" fmla="*/ 75 w 134"/>
              <a:gd name="T23" fmla="*/ 59 h 143"/>
              <a:gd name="T24" fmla="*/ 75 w 134"/>
              <a:gd name="T25" fmla="*/ 36 h 143"/>
              <a:gd name="T26" fmla="*/ 71 w 134"/>
              <a:gd name="T27" fmla="*/ 31 h 143"/>
              <a:gd name="T28" fmla="*/ 67 w 134"/>
              <a:gd name="T29" fmla="*/ 36 h 143"/>
              <a:gd name="T30" fmla="*/ 67 w 134"/>
              <a:gd name="T31" fmla="*/ 63 h 143"/>
              <a:gd name="T32" fmla="*/ 71 w 134"/>
              <a:gd name="T33" fmla="*/ 67 h 143"/>
              <a:gd name="T34" fmla="*/ 95 w 134"/>
              <a:gd name="T35" fmla="*/ 67 h 143"/>
              <a:gd name="T36" fmla="*/ 100 w 134"/>
              <a:gd name="T37" fmla="*/ 63 h 143"/>
              <a:gd name="T38" fmla="*/ 95 w 134"/>
              <a:gd name="T39" fmla="*/ 59 h 143"/>
              <a:gd name="T40" fmla="*/ 71 w 134"/>
              <a:gd name="T41" fmla="*/ 0 h 143"/>
              <a:gd name="T42" fmla="*/ 24 w 134"/>
              <a:gd name="T43" fmla="*/ 22 h 143"/>
              <a:gd name="T44" fmla="*/ 32 w 134"/>
              <a:gd name="T45" fmla="*/ 26 h 143"/>
              <a:gd name="T46" fmla="*/ 67 w 134"/>
              <a:gd name="T47" fmla="*/ 9 h 143"/>
              <a:gd name="T48" fmla="*/ 67 w 134"/>
              <a:gd name="T49" fmla="*/ 17 h 143"/>
              <a:gd name="T50" fmla="*/ 71 w 134"/>
              <a:gd name="T51" fmla="*/ 22 h 143"/>
              <a:gd name="T52" fmla="*/ 75 w 134"/>
              <a:gd name="T53" fmla="*/ 17 h 143"/>
              <a:gd name="T54" fmla="*/ 75 w 134"/>
              <a:gd name="T55" fmla="*/ 9 h 143"/>
              <a:gd name="T56" fmla="*/ 125 w 134"/>
              <a:gd name="T57" fmla="*/ 59 h 143"/>
              <a:gd name="T58" fmla="*/ 117 w 134"/>
              <a:gd name="T59" fmla="*/ 59 h 143"/>
              <a:gd name="T60" fmla="*/ 112 w 134"/>
              <a:gd name="T61" fmla="*/ 63 h 143"/>
              <a:gd name="T62" fmla="*/ 117 w 134"/>
              <a:gd name="T63" fmla="*/ 67 h 143"/>
              <a:gd name="T64" fmla="*/ 125 w 134"/>
              <a:gd name="T65" fmla="*/ 67 h 143"/>
              <a:gd name="T66" fmla="*/ 104 w 134"/>
              <a:gd name="T67" fmla="*/ 106 h 143"/>
              <a:gd name="T68" fmla="*/ 104 w 134"/>
              <a:gd name="T69" fmla="*/ 107 h 143"/>
              <a:gd name="T70" fmla="*/ 105 w 134"/>
              <a:gd name="T71" fmla="*/ 107 h 143"/>
              <a:gd name="T72" fmla="*/ 105 w 134"/>
              <a:gd name="T73" fmla="*/ 107 h 143"/>
              <a:gd name="T74" fmla="*/ 108 w 134"/>
              <a:gd name="T75" fmla="*/ 114 h 143"/>
              <a:gd name="T76" fmla="*/ 134 w 134"/>
              <a:gd name="T77" fmla="*/ 63 h 143"/>
              <a:gd name="T78" fmla="*/ 71 w 134"/>
              <a:gd name="T7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4" h="143">
                <a:moveTo>
                  <a:pt x="1" y="45"/>
                </a:moveTo>
                <a:cubicBezTo>
                  <a:pt x="3" y="39"/>
                  <a:pt x="13" y="30"/>
                  <a:pt x="21" y="29"/>
                </a:cubicBezTo>
                <a:cubicBezTo>
                  <a:pt x="28" y="28"/>
                  <a:pt x="42" y="46"/>
                  <a:pt x="39" y="55"/>
                </a:cubicBezTo>
                <a:cubicBezTo>
                  <a:pt x="37" y="63"/>
                  <a:pt x="29" y="66"/>
                  <a:pt x="30" y="71"/>
                </a:cubicBezTo>
                <a:cubicBezTo>
                  <a:pt x="43" y="94"/>
                  <a:pt x="51" y="100"/>
                  <a:pt x="59" y="106"/>
                </a:cubicBezTo>
                <a:cubicBezTo>
                  <a:pt x="66" y="109"/>
                  <a:pt x="68" y="104"/>
                  <a:pt x="75" y="99"/>
                </a:cubicBezTo>
                <a:cubicBezTo>
                  <a:pt x="82" y="94"/>
                  <a:pt x="93" y="105"/>
                  <a:pt x="99" y="111"/>
                </a:cubicBezTo>
                <a:cubicBezTo>
                  <a:pt x="103" y="118"/>
                  <a:pt x="102" y="125"/>
                  <a:pt x="87" y="136"/>
                </a:cubicBezTo>
                <a:cubicBezTo>
                  <a:pt x="58" y="143"/>
                  <a:pt x="30" y="108"/>
                  <a:pt x="30" y="108"/>
                </a:cubicBezTo>
                <a:cubicBezTo>
                  <a:pt x="2" y="76"/>
                  <a:pt x="0" y="53"/>
                  <a:pt x="1" y="45"/>
                </a:cubicBezTo>
                <a:close/>
                <a:moveTo>
                  <a:pt x="95" y="59"/>
                </a:moveTo>
                <a:cubicBezTo>
                  <a:pt x="75" y="59"/>
                  <a:pt x="75" y="59"/>
                  <a:pt x="75" y="59"/>
                </a:cubicBezTo>
                <a:cubicBezTo>
                  <a:pt x="75" y="36"/>
                  <a:pt x="75" y="36"/>
                  <a:pt x="75" y="36"/>
                </a:cubicBezTo>
                <a:cubicBezTo>
                  <a:pt x="75" y="33"/>
                  <a:pt x="73" y="31"/>
                  <a:pt x="71" y="31"/>
                </a:cubicBezTo>
                <a:cubicBezTo>
                  <a:pt x="69" y="31"/>
                  <a:pt x="67" y="33"/>
                  <a:pt x="67" y="36"/>
                </a:cubicBezTo>
                <a:cubicBezTo>
                  <a:pt x="67" y="63"/>
                  <a:pt x="67" y="63"/>
                  <a:pt x="67" y="63"/>
                </a:cubicBezTo>
                <a:cubicBezTo>
                  <a:pt x="67" y="66"/>
                  <a:pt x="69" y="67"/>
                  <a:pt x="71" y="67"/>
                </a:cubicBezTo>
                <a:cubicBezTo>
                  <a:pt x="95" y="67"/>
                  <a:pt x="95" y="67"/>
                  <a:pt x="95" y="67"/>
                </a:cubicBezTo>
                <a:cubicBezTo>
                  <a:pt x="98" y="67"/>
                  <a:pt x="100" y="66"/>
                  <a:pt x="100" y="63"/>
                </a:cubicBezTo>
                <a:cubicBezTo>
                  <a:pt x="100" y="61"/>
                  <a:pt x="98" y="59"/>
                  <a:pt x="95" y="59"/>
                </a:cubicBezTo>
                <a:close/>
                <a:moveTo>
                  <a:pt x="71" y="0"/>
                </a:moveTo>
                <a:cubicBezTo>
                  <a:pt x="52" y="0"/>
                  <a:pt x="36" y="9"/>
                  <a:pt x="24" y="22"/>
                </a:cubicBezTo>
                <a:cubicBezTo>
                  <a:pt x="27" y="22"/>
                  <a:pt x="30" y="24"/>
                  <a:pt x="32" y="26"/>
                </a:cubicBezTo>
                <a:cubicBezTo>
                  <a:pt x="41" y="17"/>
                  <a:pt x="53" y="11"/>
                  <a:pt x="67" y="9"/>
                </a:cubicBezTo>
                <a:cubicBezTo>
                  <a:pt x="67" y="17"/>
                  <a:pt x="67" y="17"/>
                  <a:pt x="67" y="17"/>
                </a:cubicBezTo>
                <a:cubicBezTo>
                  <a:pt x="67" y="20"/>
                  <a:pt x="69" y="22"/>
                  <a:pt x="71" y="22"/>
                </a:cubicBezTo>
                <a:cubicBezTo>
                  <a:pt x="73" y="22"/>
                  <a:pt x="75" y="20"/>
                  <a:pt x="75" y="17"/>
                </a:cubicBezTo>
                <a:cubicBezTo>
                  <a:pt x="75" y="9"/>
                  <a:pt x="75" y="9"/>
                  <a:pt x="75" y="9"/>
                </a:cubicBezTo>
                <a:cubicBezTo>
                  <a:pt x="102" y="12"/>
                  <a:pt x="122" y="33"/>
                  <a:pt x="125" y="59"/>
                </a:cubicBezTo>
                <a:cubicBezTo>
                  <a:pt x="117" y="59"/>
                  <a:pt x="117" y="59"/>
                  <a:pt x="117" y="59"/>
                </a:cubicBezTo>
                <a:cubicBezTo>
                  <a:pt x="114" y="59"/>
                  <a:pt x="112" y="61"/>
                  <a:pt x="112" y="63"/>
                </a:cubicBezTo>
                <a:cubicBezTo>
                  <a:pt x="112" y="66"/>
                  <a:pt x="114" y="67"/>
                  <a:pt x="117" y="67"/>
                </a:cubicBezTo>
                <a:cubicBezTo>
                  <a:pt x="125" y="67"/>
                  <a:pt x="125" y="67"/>
                  <a:pt x="125" y="67"/>
                </a:cubicBezTo>
                <a:cubicBezTo>
                  <a:pt x="123" y="83"/>
                  <a:pt x="115" y="97"/>
                  <a:pt x="104" y="106"/>
                </a:cubicBezTo>
                <a:cubicBezTo>
                  <a:pt x="104" y="106"/>
                  <a:pt x="104" y="106"/>
                  <a:pt x="104" y="107"/>
                </a:cubicBezTo>
                <a:cubicBezTo>
                  <a:pt x="105" y="107"/>
                  <a:pt x="105" y="107"/>
                  <a:pt x="105" y="107"/>
                </a:cubicBezTo>
                <a:cubicBezTo>
                  <a:pt x="105" y="107"/>
                  <a:pt x="105" y="107"/>
                  <a:pt x="105" y="107"/>
                </a:cubicBezTo>
                <a:cubicBezTo>
                  <a:pt x="106" y="109"/>
                  <a:pt x="107" y="112"/>
                  <a:pt x="108" y="114"/>
                </a:cubicBezTo>
                <a:cubicBezTo>
                  <a:pt x="123" y="102"/>
                  <a:pt x="134" y="84"/>
                  <a:pt x="134" y="63"/>
                </a:cubicBezTo>
                <a:cubicBezTo>
                  <a:pt x="134" y="29"/>
                  <a:pt x="105" y="0"/>
                  <a:pt x="71"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3C8C8B8D-B193-494D-8D4D-85197339F32D}"/>
              </a:ext>
            </a:extLst>
          </p:cNvPr>
          <p:cNvSpPr>
            <a:spLocks noEditPoints="1"/>
          </p:cNvSpPr>
          <p:nvPr/>
        </p:nvSpPr>
        <p:spPr bwMode="auto">
          <a:xfrm>
            <a:off x="8912225" y="2430463"/>
            <a:ext cx="446088" cy="500063"/>
          </a:xfrm>
          <a:custGeom>
            <a:avLst/>
            <a:gdLst>
              <a:gd name="T0" fmla="*/ 113 w 117"/>
              <a:gd name="T1" fmla="*/ 33 h 131"/>
              <a:gd name="T2" fmla="*/ 29 w 117"/>
              <a:gd name="T3" fmla="*/ 15 h 131"/>
              <a:gd name="T4" fmla="*/ 12 w 117"/>
              <a:gd name="T5" fmla="*/ 56 h 131"/>
              <a:gd name="T6" fmla="*/ 1 w 117"/>
              <a:gd name="T7" fmla="*/ 89 h 131"/>
              <a:gd name="T8" fmla="*/ 15 w 117"/>
              <a:gd name="T9" fmla="*/ 94 h 131"/>
              <a:gd name="T10" fmla="*/ 21 w 117"/>
              <a:gd name="T11" fmla="*/ 119 h 131"/>
              <a:gd name="T12" fmla="*/ 34 w 117"/>
              <a:gd name="T13" fmla="*/ 119 h 131"/>
              <a:gd name="T14" fmla="*/ 96 w 117"/>
              <a:gd name="T15" fmla="*/ 131 h 131"/>
              <a:gd name="T16" fmla="*/ 97 w 117"/>
              <a:gd name="T17" fmla="*/ 110 h 131"/>
              <a:gd name="T18" fmla="*/ 117 w 117"/>
              <a:gd name="T19" fmla="*/ 54 h 131"/>
              <a:gd name="T20" fmla="*/ 117 w 117"/>
              <a:gd name="T21" fmla="*/ 53 h 131"/>
              <a:gd name="T22" fmla="*/ 29 w 117"/>
              <a:gd name="T23" fmla="*/ 53 h 131"/>
              <a:gd name="T24" fmla="*/ 100 w 117"/>
              <a:gd name="T25" fmla="*/ 53 h 131"/>
              <a:gd name="T26" fmla="*/ 94 w 117"/>
              <a:gd name="T27" fmla="*/ 57 h 131"/>
              <a:gd name="T28" fmla="*/ 86 w 117"/>
              <a:gd name="T29" fmla="*/ 46 h 131"/>
              <a:gd name="T30" fmla="*/ 88 w 117"/>
              <a:gd name="T31" fmla="*/ 35 h 131"/>
              <a:gd name="T32" fmla="*/ 75 w 117"/>
              <a:gd name="T33" fmla="*/ 33 h 131"/>
              <a:gd name="T34" fmla="*/ 68 w 117"/>
              <a:gd name="T35" fmla="*/ 24 h 131"/>
              <a:gd name="T36" fmla="*/ 58 w 117"/>
              <a:gd name="T37" fmla="*/ 32 h 131"/>
              <a:gd name="T38" fmla="*/ 47 w 117"/>
              <a:gd name="T39" fmla="*/ 30 h 131"/>
              <a:gd name="T40" fmla="*/ 45 w 117"/>
              <a:gd name="T41" fmla="*/ 43 h 131"/>
              <a:gd name="T42" fmla="*/ 36 w 117"/>
              <a:gd name="T43" fmla="*/ 49 h 131"/>
              <a:gd name="T44" fmla="*/ 44 w 117"/>
              <a:gd name="T45" fmla="*/ 60 h 131"/>
              <a:gd name="T46" fmla="*/ 41 w 117"/>
              <a:gd name="T47" fmla="*/ 71 h 131"/>
              <a:gd name="T48" fmla="*/ 55 w 117"/>
              <a:gd name="T49" fmla="*/ 73 h 131"/>
              <a:gd name="T50" fmla="*/ 61 w 117"/>
              <a:gd name="T51" fmla="*/ 82 h 131"/>
              <a:gd name="T52" fmla="*/ 72 w 117"/>
              <a:gd name="T53" fmla="*/ 74 h 131"/>
              <a:gd name="T54" fmla="*/ 83 w 117"/>
              <a:gd name="T55" fmla="*/ 76 h 131"/>
              <a:gd name="T56" fmla="*/ 84 w 117"/>
              <a:gd name="T57" fmla="*/ 63 h 131"/>
              <a:gd name="T58" fmla="*/ 94 w 117"/>
              <a:gd name="T59" fmla="*/ 57 h 131"/>
              <a:gd name="T60" fmla="*/ 48 w 117"/>
              <a:gd name="T61" fmla="*/ 53 h 131"/>
              <a:gd name="T62" fmla="*/ 81 w 117"/>
              <a:gd name="T63" fmla="*/ 53 h 131"/>
              <a:gd name="T64" fmla="*/ 65 w 117"/>
              <a:gd name="T65" fmla="*/ 61 h 131"/>
              <a:gd name="T66" fmla="*/ 65 w 117"/>
              <a:gd name="T67" fmla="*/ 45 h 131"/>
              <a:gd name="T68" fmla="*/ 65 w 117"/>
              <a:gd name="T69" fmla="*/ 6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7" h="131">
                <a:moveTo>
                  <a:pt x="117" y="53"/>
                </a:moveTo>
                <a:cubicBezTo>
                  <a:pt x="117" y="46"/>
                  <a:pt x="116" y="39"/>
                  <a:pt x="113" y="33"/>
                </a:cubicBezTo>
                <a:cubicBezTo>
                  <a:pt x="106" y="14"/>
                  <a:pt x="87" y="0"/>
                  <a:pt x="65" y="0"/>
                </a:cubicBezTo>
                <a:cubicBezTo>
                  <a:pt x="51" y="0"/>
                  <a:pt x="38" y="6"/>
                  <a:pt x="29" y="15"/>
                </a:cubicBezTo>
                <a:cubicBezTo>
                  <a:pt x="22" y="21"/>
                  <a:pt x="17" y="29"/>
                  <a:pt x="14" y="38"/>
                </a:cubicBezTo>
                <a:cubicBezTo>
                  <a:pt x="13" y="45"/>
                  <a:pt x="12" y="52"/>
                  <a:pt x="12" y="56"/>
                </a:cubicBezTo>
                <a:cubicBezTo>
                  <a:pt x="12" y="59"/>
                  <a:pt x="12" y="61"/>
                  <a:pt x="12" y="61"/>
                </a:cubicBezTo>
                <a:cubicBezTo>
                  <a:pt x="1" y="89"/>
                  <a:pt x="1" y="89"/>
                  <a:pt x="1" y="89"/>
                </a:cubicBezTo>
                <a:cubicBezTo>
                  <a:pt x="0" y="91"/>
                  <a:pt x="2" y="94"/>
                  <a:pt x="4" y="94"/>
                </a:cubicBezTo>
                <a:cubicBezTo>
                  <a:pt x="15" y="94"/>
                  <a:pt x="15" y="94"/>
                  <a:pt x="15" y="94"/>
                </a:cubicBezTo>
                <a:cubicBezTo>
                  <a:pt x="15" y="112"/>
                  <a:pt x="15" y="112"/>
                  <a:pt x="15" y="112"/>
                </a:cubicBezTo>
                <a:cubicBezTo>
                  <a:pt x="15" y="115"/>
                  <a:pt x="17" y="118"/>
                  <a:pt x="21" y="119"/>
                </a:cubicBezTo>
                <a:cubicBezTo>
                  <a:pt x="21" y="119"/>
                  <a:pt x="22" y="119"/>
                  <a:pt x="22" y="119"/>
                </a:cubicBezTo>
                <a:cubicBezTo>
                  <a:pt x="34" y="119"/>
                  <a:pt x="34" y="119"/>
                  <a:pt x="34" y="119"/>
                </a:cubicBezTo>
                <a:cubicBezTo>
                  <a:pt x="34" y="131"/>
                  <a:pt x="34" y="131"/>
                  <a:pt x="34" y="131"/>
                </a:cubicBezTo>
                <a:cubicBezTo>
                  <a:pt x="96" y="131"/>
                  <a:pt x="96" y="131"/>
                  <a:pt x="96" y="131"/>
                </a:cubicBezTo>
                <a:cubicBezTo>
                  <a:pt x="96" y="112"/>
                  <a:pt x="96" y="112"/>
                  <a:pt x="96" y="112"/>
                </a:cubicBezTo>
                <a:cubicBezTo>
                  <a:pt x="96" y="111"/>
                  <a:pt x="96" y="110"/>
                  <a:pt x="97" y="110"/>
                </a:cubicBezTo>
                <a:cubicBezTo>
                  <a:pt x="97" y="106"/>
                  <a:pt x="100" y="102"/>
                  <a:pt x="103" y="98"/>
                </a:cubicBezTo>
                <a:cubicBezTo>
                  <a:pt x="110" y="88"/>
                  <a:pt x="117" y="75"/>
                  <a:pt x="117" y="54"/>
                </a:cubicBezTo>
                <a:cubicBezTo>
                  <a:pt x="117" y="54"/>
                  <a:pt x="117" y="54"/>
                  <a:pt x="117" y="53"/>
                </a:cubicBezTo>
                <a:cubicBezTo>
                  <a:pt x="117" y="53"/>
                  <a:pt x="117" y="53"/>
                  <a:pt x="117" y="53"/>
                </a:cubicBezTo>
                <a:close/>
                <a:moveTo>
                  <a:pt x="65" y="88"/>
                </a:moveTo>
                <a:cubicBezTo>
                  <a:pt x="45" y="88"/>
                  <a:pt x="29" y="73"/>
                  <a:pt x="29" y="53"/>
                </a:cubicBezTo>
                <a:cubicBezTo>
                  <a:pt x="29" y="33"/>
                  <a:pt x="45" y="17"/>
                  <a:pt x="65" y="17"/>
                </a:cubicBezTo>
                <a:cubicBezTo>
                  <a:pt x="84" y="17"/>
                  <a:pt x="100" y="33"/>
                  <a:pt x="100" y="53"/>
                </a:cubicBezTo>
                <a:cubicBezTo>
                  <a:pt x="100" y="73"/>
                  <a:pt x="84" y="88"/>
                  <a:pt x="65" y="88"/>
                </a:cubicBezTo>
                <a:close/>
                <a:moveTo>
                  <a:pt x="94" y="57"/>
                </a:moveTo>
                <a:cubicBezTo>
                  <a:pt x="94" y="49"/>
                  <a:pt x="94" y="49"/>
                  <a:pt x="94" y="49"/>
                </a:cubicBezTo>
                <a:cubicBezTo>
                  <a:pt x="86" y="46"/>
                  <a:pt x="86" y="46"/>
                  <a:pt x="86" y="46"/>
                </a:cubicBezTo>
                <a:cubicBezTo>
                  <a:pt x="85" y="45"/>
                  <a:pt x="85" y="44"/>
                  <a:pt x="84" y="43"/>
                </a:cubicBezTo>
                <a:cubicBezTo>
                  <a:pt x="88" y="35"/>
                  <a:pt x="88" y="35"/>
                  <a:pt x="88" y="35"/>
                </a:cubicBezTo>
                <a:cubicBezTo>
                  <a:pt x="83" y="30"/>
                  <a:pt x="83" y="30"/>
                  <a:pt x="83" y="30"/>
                </a:cubicBezTo>
                <a:cubicBezTo>
                  <a:pt x="75" y="33"/>
                  <a:pt x="75" y="33"/>
                  <a:pt x="75" y="33"/>
                </a:cubicBezTo>
                <a:cubicBezTo>
                  <a:pt x="74" y="33"/>
                  <a:pt x="73" y="32"/>
                  <a:pt x="72" y="32"/>
                </a:cubicBezTo>
                <a:cubicBezTo>
                  <a:pt x="68" y="24"/>
                  <a:pt x="68" y="24"/>
                  <a:pt x="68" y="24"/>
                </a:cubicBezTo>
                <a:cubicBezTo>
                  <a:pt x="61" y="24"/>
                  <a:pt x="61" y="24"/>
                  <a:pt x="61" y="24"/>
                </a:cubicBezTo>
                <a:cubicBezTo>
                  <a:pt x="58" y="32"/>
                  <a:pt x="58" y="32"/>
                  <a:pt x="58" y="32"/>
                </a:cubicBezTo>
                <a:cubicBezTo>
                  <a:pt x="57" y="32"/>
                  <a:pt x="56" y="33"/>
                  <a:pt x="55" y="33"/>
                </a:cubicBezTo>
                <a:cubicBezTo>
                  <a:pt x="47" y="30"/>
                  <a:pt x="47" y="30"/>
                  <a:pt x="47" y="30"/>
                </a:cubicBezTo>
                <a:cubicBezTo>
                  <a:pt x="41" y="35"/>
                  <a:pt x="41" y="35"/>
                  <a:pt x="41" y="35"/>
                </a:cubicBezTo>
                <a:cubicBezTo>
                  <a:pt x="45" y="43"/>
                  <a:pt x="45" y="43"/>
                  <a:pt x="45" y="43"/>
                </a:cubicBezTo>
                <a:cubicBezTo>
                  <a:pt x="45" y="44"/>
                  <a:pt x="44" y="45"/>
                  <a:pt x="44" y="46"/>
                </a:cubicBezTo>
                <a:cubicBezTo>
                  <a:pt x="36" y="49"/>
                  <a:pt x="36" y="49"/>
                  <a:pt x="36" y="49"/>
                </a:cubicBezTo>
                <a:cubicBezTo>
                  <a:pt x="36" y="57"/>
                  <a:pt x="36" y="57"/>
                  <a:pt x="36" y="57"/>
                </a:cubicBezTo>
                <a:cubicBezTo>
                  <a:pt x="44" y="60"/>
                  <a:pt x="44" y="60"/>
                  <a:pt x="44" y="60"/>
                </a:cubicBezTo>
                <a:cubicBezTo>
                  <a:pt x="44" y="61"/>
                  <a:pt x="45" y="62"/>
                  <a:pt x="45" y="63"/>
                </a:cubicBezTo>
                <a:cubicBezTo>
                  <a:pt x="41" y="71"/>
                  <a:pt x="41" y="71"/>
                  <a:pt x="41" y="71"/>
                </a:cubicBezTo>
                <a:cubicBezTo>
                  <a:pt x="47" y="76"/>
                  <a:pt x="47" y="76"/>
                  <a:pt x="47" y="76"/>
                </a:cubicBezTo>
                <a:cubicBezTo>
                  <a:pt x="55" y="73"/>
                  <a:pt x="55" y="73"/>
                  <a:pt x="55" y="73"/>
                </a:cubicBezTo>
                <a:cubicBezTo>
                  <a:pt x="56" y="73"/>
                  <a:pt x="57" y="73"/>
                  <a:pt x="58" y="74"/>
                </a:cubicBezTo>
                <a:cubicBezTo>
                  <a:pt x="61" y="82"/>
                  <a:pt x="61" y="82"/>
                  <a:pt x="61" y="82"/>
                </a:cubicBezTo>
                <a:cubicBezTo>
                  <a:pt x="68" y="82"/>
                  <a:pt x="68" y="82"/>
                  <a:pt x="68" y="82"/>
                </a:cubicBezTo>
                <a:cubicBezTo>
                  <a:pt x="72" y="74"/>
                  <a:pt x="72" y="74"/>
                  <a:pt x="72" y="74"/>
                </a:cubicBezTo>
                <a:cubicBezTo>
                  <a:pt x="73" y="73"/>
                  <a:pt x="74" y="73"/>
                  <a:pt x="75" y="73"/>
                </a:cubicBezTo>
                <a:cubicBezTo>
                  <a:pt x="83" y="76"/>
                  <a:pt x="83" y="76"/>
                  <a:pt x="83" y="76"/>
                </a:cubicBezTo>
                <a:cubicBezTo>
                  <a:pt x="88" y="71"/>
                  <a:pt x="88" y="71"/>
                  <a:pt x="88" y="71"/>
                </a:cubicBezTo>
                <a:cubicBezTo>
                  <a:pt x="84" y="63"/>
                  <a:pt x="84" y="63"/>
                  <a:pt x="84" y="63"/>
                </a:cubicBezTo>
                <a:cubicBezTo>
                  <a:pt x="85" y="62"/>
                  <a:pt x="85" y="61"/>
                  <a:pt x="86" y="60"/>
                </a:cubicBezTo>
                <a:lnTo>
                  <a:pt x="94" y="57"/>
                </a:lnTo>
                <a:close/>
                <a:moveTo>
                  <a:pt x="65" y="69"/>
                </a:moveTo>
                <a:cubicBezTo>
                  <a:pt x="56" y="69"/>
                  <a:pt x="48" y="62"/>
                  <a:pt x="48" y="53"/>
                </a:cubicBezTo>
                <a:cubicBezTo>
                  <a:pt x="48" y="44"/>
                  <a:pt x="56" y="37"/>
                  <a:pt x="65" y="37"/>
                </a:cubicBezTo>
                <a:cubicBezTo>
                  <a:pt x="74" y="37"/>
                  <a:pt x="81" y="44"/>
                  <a:pt x="81" y="53"/>
                </a:cubicBezTo>
                <a:cubicBezTo>
                  <a:pt x="81" y="62"/>
                  <a:pt x="74" y="69"/>
                  <a:pt x="65" y="69"/>
                </a:cubicBezTo>
                <a:close/>
                <a:moveTo>
                  <a:pt x="65" y="61"/>
                </a:moveTo>
                <a:cubicBezTo>
                  <a:pt x="60" y="61"/>
                  <a:pt x="56" y="58"/>
                  <a:pt x="56" y="53"/>
                </a:cubicBezTo>
                <a:cubicBezTo>
                  <a:pt x="56" y="48"/>
                  <a:pt x="60" y="45"/>
                  <a:pt x="65" y="45"/>
                </a:cubicBezTo>
                <a:cubicBezTo>
                  <a:pt x="69" y="45"/>
                  <a:pt x="73" y="48"/>
                  <a:pt x="73" y="53"/>
                </a:cubicBezTo>
                <a:cubicBezTo>
                  <a:pt x="73" y="58"/>
                  <a:pt x="69" y="61"/>
                  <a:pt x="65" y="61"/>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66B8BD2C-8619-42CD-AE72-3D2B54ABD39F}"/>
              </a:ext>
            </a:extLst>
          </p:cNvPr>
          <p:cNvSpPr>
            <a:spLocks noEditPoints="1"/>
          </p:cNvSpPr>
          <p:nvPr/>
        </p:nvSpPr>
        <p:spPr bwMode="auto">
          <a:xfrm>
            <a:off x="6777038" y="2487613"/>
            <a:ext cx="658813" cy="388938"/>
          </a:xfrm>
          <a:custGeom>
            <a:avLst/>
            <a:gdLst>
              <a:gd name="T0" fmla="*/ 37 w 173"/>
              <a:gd name="T1" fmla="*/ 65 h 102"/>
              <a:gd name="T2" fmla="*/ 37 w 173"/>
              <a:gd name="T3" fmla="*/ 58 h 102"/>
              <a:gd name="T4" fmla="*/ 56 w 173"/>
              <a:gd name="T5" fmla="*/ 45 h 102"/>
              <a:gd name="T6" fmla="*/ 61 w 173"/>
              <a:gd name="T7" fmla="*/ 50 h 102"/>
              <a:gd name="T8" fmla="*/ 43 w 173"/>
              <a:gd name="T9" fmla="*/ 66 h 102"/>
              <a:gd name="T10" fmla="*/ 52 w 173"/>
              <a:gd name="T11" fmla="*/ 79 h 102"/>
              <a:gd name="T12" fmla="*/ 73 w 173"/>
              <a:gd name="T13" fmla="*/ 55 h 102"/>
              <a:gd name="T14" fmla="*/ 66 w 173"/>
              <a:gd name="T15" fmla="*/ 55 h 102"/>
              <a:gd name="T16" fmla="*/ 45 w 173"/>
              <a:gd name="T17" fmla="*/ 78 h 102"/>
              <a:gd name="T18" fmla="*/ 52 w 173"/>
              <a:gd name="T19" fmla="*/ 79 h 102"/>
              <a:gd name="T20" fmla="*/ 78 w 173"/>
              <a:gd name="T21" fmla="*/ 77 h 102"/>
              <a:gd name="T22" fmla="*/ 75 w 173"/>
              <a:gd name="T23" fmla="*/ 69 h 102"/>
              <a:gd name="T24" fmla="*/ 57 w 173"/>
              <a:gd name="T25" fmla="*/ 82 h 102"/>
              <a:gd name="T26" fmla="*/ 60 w 173"/>
              <a:gd name="T27" fmla="*/ 90 h 102"/>
              <a:gd name="T28" fmla="*/ 74 w 173"/>
              <a:gd name="T29" fmla="*/ 101 h 102"/>
              <a:gd name="T30" fmla="*/ 83 w 173"/>
              <a:gd name="T31" fmla="*/ 87 h 102"/>
              <a:gd name="T32" fmla="*/ 76 w 173"/>
              <a:gd name="T33" fmla="*/ 87 h 102"/>
              <a:gd name="T34" fmla="*/ 67 w 173"/>
              <a:gd name="T35" fmla="*/ 100 h 102"/>
              <a:gd name="T36" fmla="*/ 74 w 173"/>
              <a:gd name="T37" fmla="*/ 101 h 102"/>
              <a:gd name="T38" fmla="*/ 173 w 173"/>
              <a:gd name="T39" fmla="*/ 31 h 102"/>
              <a:gd name="T40" fmla="*/ 138 w 173"/>
              <a:gd name="T41" fmla="*/ 15 h 102"/>
              <a:gd name="T42" fmla="*/ 153 w 173"/>
              <a:gd name="T43" fmla="*/ 41 h 102"/>
              <a:gd name="T44" fmla="*/ 139 w 173"/>
              <a:gd name="T45" fmla="*/ 48 h 102"/>
              <a:gd name="T46" fmla="*/ 132 w 173"/>
              <a:gd name="T47" fmla="*/ 17 h 102"/>
              <a:gd name="T48" fmla="*/ 84 w 173"/>
              <a:gd name="T49" fmla="*/ 10 h 102"/>
              <a:gd name="T50" fmla="*/ 81 w 173"/>
              <a:gd name="T51" fmla="*/ 10 h 102"/>
              <a:gd name="T52" fmla="*/ 52 w 173"/>
              <a:gd name="T53" fmla="*/ 26 h 102"/>
              <a:gd name="T54" fmla="*/ 56 w 173"/>
              <a:gd name="T55" fmla="*/ 32 h 102"/>
              <a:gd name="T56" fmla="*/ 86 w 173"/>
              <a:gd name="T57" fmla="*/ 18 h 102"/>
              <a:gd name="T58" fmla="*/ 87 w 173"/>
              <a:gd name="T59" fmla="*/ 19 h 102"/>
              <a:gd name="T60" fmla="*/ 136 w 173"/>
              <a:gd name="T61" fmla="*/ 52 h 102"/>
              <a:gd name="T62" fmla="*/ 93 w 173"/>
              <a:gd name="T63" fmla="*/ 94 h 102"/>
              <a:gd name="T64" fmla="*/ 86 w 173"/>
              <a:gd name="T65" fmla="*/ 98 h 102"/>
              <a:gd name="T66" fmla="*/ 89 w 173"/>
              <a:gd name="T67" fmla="*/ 101 h 102"/>
              <a:gd name="T68" fmla="*/ 105 w 173"/>
              <a:gd name="T69" fmla="*/ 93 h 102"/>
              <a:gd name="T70" fmla="*/ 107 w 173"/>
              <a:gd name="T71" fmla="*/ 87 h 102"/>
              <a:gd name="T72" fmla="*/ 102 w 173"/>
              <a:gd name="T73" fmla="*/ 72 h 102"/>
              <a:gd name="T74" fmla="*/ 115 w 173"/>
              <a:gd name="T75" fmla="*/ 85 h 102"/>
              <a:gd name="T76" fmla="*/ 120 w 173"/>
              <a:gd name="T77" fmla="*/ 86 h 102"/>
              <a:gd name="T78" fmla="*/ 122 w 173"/>
              <a:gd name="T79" fmla="*/ 79 h 102"/>
              <a:gd name="T80" fmla="*/ 115 w 173"/>
              <a:gd name="T81" fmla="*/ 63 h 102"/>
              <a:gd name="T82" fmla="*/ 128 w 173"/>
              <a:gd name="T83" fmla="*/ 76 h 102"/>
              <a:gd name="T84" fmla="*/ 134 w 173"/>
              <a:gd name="T85" fmla="*/ 78 h 102"/>
              <a:gd name="T86" fmla="*/ 125 w 173"/>
              <a:gd name="T87" fmla="*/ 60 h 102"/>
              <a:gd name="T88" fmla="*/ 61 w 173"/>
              <a:gd name="T89" fmla="*/ 37 h 102"/>
              <a:gd name="T90" fmla="*/ 48 w 173"/>
              <a:gd name="T91" fmla="*/ 34 h 102"/>
              <a:gd name="T92" fmla="*/ 52 w 173"/>
              <a:gd name="T93" fmla="*/ 18 h 102"/>
              <a:gd name="T94" fmla="*/ 42 w 173"/>
              <a:gd name="T95" fmla="*/ 18 h 102"/>
              <a:gd name="T96" fmla="*/ 33 w 173"/>
              <a:gd name="T97" fmla="*/ 54 h 102"/>
              <a:gd name="T98" fmla="*/ 56 w 173"/>
              <a:gd name="T99" fmla="*/ 39 h 102"/>
              <a:gd name="T100" fmla="*/ 66 w 173"/>
              <a:gd name="T101" fmla="*/ 48 h 102"/>
              <a:gd name="T102" fmla="*/ 77 w 173"/>
              <a:gd name="T103" fmla="*/ 52 h 102"/>
              <a:gd name="T104" fmla="*/ 83 w 173"/>
              <a:gd name="T105" fmla="*/ 67 h 102"/>
              <a:gd name="T106" fmla="*/ 87 w 173"/>
              <a:gd name="T107" fmla="*/ 83 h 102"/>
              <a:gd name="T108" fmla="*/ 99 w 173"/>
              <a:gd name="T109" fmla="*/ 90 h 102"/>
              <a:gd name="T110" fmla="*/ 103 w 173"/>
              <a:gd name="T111" fmla="*/ 93 h 102"/>
              <a:gd name="T112" fmla="*/ 15 w 173"/>
              <a:gd name="T113" fmla="*/ 37 h 102"/>
              <a:gd name="T114" fmla="*/ 22 w 173"/>
              <a:gd name="T115" fmla="*/ 0 h 102"/>
              <a:gd name="T116" fmla="*/ 15 w 173"/>
              <a:gd name="T117" fmla="*/ 3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3" h="102">
                <a:moveTo>
                  <a:pt x="40" y="67"/>
                </a:moveTo>
                <a:cubicBezTo>
                  <a:pt x="39" y="67"/>
                  <a:pt x="38" y="66"/>
                  <a:pt x="37" y="65"/>
                </a:cubicBezTo>
                <a:cubicBezTo>
                  <a:pt x="36" y="64"/>
                  <a:pt x="36" y="63"/>
                  <a:pt x="36" y="62"/>
                </a:cubicBezTo>
                <a:cubicBezTo>
                  <a:pt x="36" y="60"/>
                  <a:pt x="36" y="59"/>
                  <a:pt x="37" y="58"/>
                </a:cubicBezTo>
                <a:cubicBezTo>
                  <a:pt x="53" y="46"/>
                  <a:pt x="53" y="46"/>
                  <a:pt x="53" y="46"/>
                </a:cubicBezTo>
                <a:cubicBezTo>
                  <a:pt x="54" y="45"/>
                  <a:pt x="55" y="45"/>
                  <a:pt x="56" y="45"/>
                </a:cubicBezTo>
                <a:cubicBezTo>
                  <a:pt x="57" y="45"/>
                  <a:pt x="59" y="45"/>
                  <a:pt x="59" y="46"/>
                </a:cubicBezTo>
                <a:cubicBezTo>
                  <a:pt x="60" y="47"/>
                  <a:pt x="61" y="48"/>
                  <a:pt x="61" y="50"/>
                </a:cubicBezTo>
                <a:cubicBezTo>
                  <a:pt x="60" y="51"/>
                  <a:pt x="60" y="52"/>
                  <a:pt x="59" y="53"/>
                </a:cubicBezTo>
                <a:cubicBezTo>
                  <a:pt x="43" y="66"/>
                  <a:pt x="43" y="66"/>
                  <a:pt x="43" y="66"/>
                </a:cubicBezTo>
                <a:cubicBezTo>
                  <a:pt x="42" y="66"/>
                  <a:pt x="41" y="67"/>
                  <a:pt x="40" y="67"/>
                </a:cubicBezTo>
                <a:close/>
                <a:moveTo>
                  <a:pt x="52" y="79"/>
                </a:moveTo>
                <a:cubicBezTo>
                  <a:pt x="72" y="62"/>
                  <a:pt x="72" y="62"/>
                  <a:pt x="72" y="62"/>
                </a:cubicBezTo>
                <a:cubicBezTo>
                  <a:pt x="74" y="60"/>
                  <a:pt x="74" y="57"/>
                  <a:pt x="73" y="55"/>
                </a:cubicBezTo>
                <a:cubicBezTo>
                  <a:pt x="72" y="54"/>
                  <a:pt x="70" y="54"/>
                  <a:pt x="69" y="54"/>
                </a:cubicBezTo>
                <a:cubicBezTo>
                  <a:pt x="68" y="54"/>
                  <a:pt x="67" y="54"/>
                  <a:pt x="66" y="55"/>
                </a:cubicBezTo>
                <a:cubicBezTo>
                  <a:pt x="46" y="71"/>
                  <a:pt x="46" y="71"/>
                  <a:pt x="46" y="71"/>
                </a:cubicBezTo>
                <a:cubicBezTo>
                  <a:pt x="44" y="73"/>
                  <a:pt x="44" y="76"/>
                  <a:pt x="45" y="78"/>
                </a:cubicBezTo>
                <a:cubicBezTo>
                  <a:pt x="46" y="79"/>
                  <a:pt x="48" y="80"/>
                  <a:pt x="49" y="80"/>
                </a:cubicBezTo>
                <a:cubicBezTo>
                  <a:pt x="50" y="80"/>
                  <a:pt x="51" y="79"/>
                  <a:pt x="52" y="79"/>
                </a:cubicBezTo>
                <a:close/>
                <a:moveTo>
                  <a:pt x="63" y="89"/>
                </a:moveTo>
                <a:cubicBezTo>
                  <a:pt x="78" y="77"/>
                  <a:pt x="78" y="77"/>
                  <a:pt x="78" y="77"/>
                </a:cubicBezTo>
                <a:cubicBezTo>
                  <a:pt x="80" y="76"/>
                  <a:pt x="80" y="73"/>
                  <a:pt x="78" y="71"/>
                </a:cubicBezTo>
                <a:cubicBezTo>
                  <a:pt x="77" y="70"/>
                  <a:pt x="76" y="69"/>
                  <a:pt x="75" y="69"/>
                </a:cubicBezTo>
                <a:cubicBezTo>
                  <a:pt x="74" y="69"/>
                  <a:pt x="73" y="70"/>
                  <a:pt x="72" y="70"/>
                </a:cubicBezTo>
                <a:cubicBezTo>
                  <a:pt x="57" y="82"/>
                  <a:pt x="57" y="82"/>
                  <a:pt x="57" y="82"/>
                </a:cubicBezTo>
                <a:cubicBezTo>
                  <a:pt x="55" y="84"/>
                  <a:pt x="55" y="87"/>
                  <a:pt x="57" y="89"/>
                </a:cubicBezTo>
                <a:cubicBezTo>
                  <a:pt x="58" y="90"/>
                  <a:pt x="59" y="90"/>
                  <a:pt x="60" y="90"/>
                </a:cubicBezTo>
                <a:cubicBezTo>
                  <a:pt x="61" y="90"/>
                  <a:pt x="62" y="90"/>
                  <a:pt x="63" y="89"/>
                </a:cubicBezTo>
                <a:close/>
                <a:moveTo>
                  <a:pt x="74" y="101"/>
                </a:moveTo>
                <a:cubicBezTo>
                  <a:pt x="82" y="94"/>
                  <a:pt x="82" y="94"/>
                  <a:pt x="82" y="94"/>
                </a:cubicBezTo>
                <a:cubicBezTo>
                  <a:pt x="84" y="92"/>
                  <a:pt x="84" y="89"/>
                  <a:pt x="83" y="87"/>
                </a:cubicBezTo>
                <a:cubicBezTo>
                  <a:pt x="82" y="86"/>
                  <a:pt x="80" y="86"/>
                  <a:pt x="79" y="86"/>
                </a:cubicBezTo>
                <a:cubicBezTo>
                  <a:pt x="78" y="86"/>
                  <a:pt x="77" y="86"/>
                  <a:pt x="76" y="87"/>
                </a:cubicBezTo>
                <a:cubicBezTo>
                  <a:pt x="68" y="94"/>
                  <a:pt x="68" y="94"/>
                  <a:pt x="68" y="94"/>
                </a:cubicBezTo>
                <a:cubicBezTo>
                  <a:pt x="66" y="95"/>
                  <a:pt x="66" y="98"/>
                  <a:pt x="67" y="100"/>
                </a:cubicBezTo>
                <a:cubicBezTo>
                  <a:pt x="68" y="101"/>
                  <a:pt x="69" y="102"/>
                  <a:pt x="71" y="102"/>
                </a:cubicBezTo>
                <a:cubicBezTo>
                  <a:pt x="72" y="102"/>
                  <a:pt x="73" y="101"/>
                  <a:pt x="74" y="101"/>
                </a:cubicBezTo>
                <a:close/>
                <a:moveTo>
                  <a:pt x="153" y="41"/>
                </a:moveTo>
                <a:cubicBezTo>
                  <a:pt x="173" y="31"/>
                  <a:pt x="173" y="31"/>
                  <a:pt x="173" y="31"/>
                </a:cubicBezTo>
                <a:cubicBezTo>
                  <a:pt x="159" y="3"/>
                  <a:pt x="159" y="3"/>
                  <a:pt x="159" y="3"/>
                </a:cubicBezTo>
                <a:cubicBezTo>
                  <a:pt x="151" y="8"/>
                  <a:pt x="141" y="13"/>
                  <a:pt x="138" y="15"/>
                </a:cubicBezTo>
                <a:cubicBezTo>
                  <a:pt x="140" y="18"/>
                  <a:pt x="144" y="25"/>
                  <a:pt x="153" y="40"/>
                </a:cubicBezTo>
                <a:lnTo>
                  <a:pt x="153" y="41"/>
                </a:lnTo>
                <a:close/>
                <a:moveTo>
                  <a:pt x="136" y="52"/>
                </a:moveTo>
                <a:cubicBezTo>
                  <a:pt x="137" y="50"/>
                  <a:pt x="138" y="49"/>
                  <a:pt x="139" y="48"/>
                </a:cubicBezTo>
                <a:cubicBezTo>
                  <a:pt x="140" y="47"/>
                  <a:pt x="144" y="44"/>
                  <a:pt x="147" y="43"/>
                </a:cubicBezTo>
                <a:cubicBezTo>
                  <a:pt x="145" y="38"/>
                  <a:pt x="136" y="22"/>
                  <a:pt x="132" y="17"/>
                </a:cubicBezTo>
                <a:cubicBezTo>
                  <a:pt x="117" y="11"/>
                  <a:pt x="102" y="9"/>
                  <a:pt x="93" y="9"/>
                </a:cubicBezTo>
                <a:cubicBezTo>
                  <a:pt x="90" y="9"/>
                  <a:pt x="87" y="9"/>
                  <a:pt x="84" y="10"/>
                </a:cubicBezTo>
                <a:cubicBezTo>
                  <a:pt x="83" y="10"/>
                  <a:pt x="83" y="10"/>
                  <a:pt x="83" y="10"/>
                </a:cubicBezTo>
                <a:cubicBezTo>
                  <a:pt x="82" y="10"/>
                  <a:pt x="82" y="10"/>
                  <a:pt x="81" y="10"/>
                </a:cubicBezTo>
                <a:cubicBezTo>
                  <a:pt x="54" y="24"/>
                  <a:pt x="54" y="24"/>
                  <a:pt x="54" y="24"/>
                </a:cubicBezTo>
                <a:cubicBezTo>
                  <a:pt x="53" y="24"/>
                  <a:pt x="52" y="25"/>
                  <a:pt x="52" y="26"/>
                </a:cubicBezTo>
                <a:cubicBezTo>
                  <a:pt x="52" y="27"/>
                  <a:pt x="52" y="29"/>
                  <a:pt x="52" y="30"/>
                </a:cubicBezTo>
                <a:cubicBezTo>
                  <a:pt x="53" y="31"/>
                  <a:pt x="55" y="32"/>
                  <a:pt x="56" y="32"/>
                </a:cubicBezTo>
                <a:cubicBezTo>
                  <a:pt x="57" y="32"/>
                  <a:pt x="58" y="32"/>
                  <a:pt x="59" y="32"/>
                </a:cubicBezTo>
                <a:cubicBezTo>
                  <a:pt x="86" y="18"/>
                  <a:pt x="86" y="18"/>
                  <a:pt x="86" y="18"/>
                </a:cubicBezTo>
                <a:cubicBezTo>
                  <a:pt x="86" y="18"/>
                  <a:pt x="86" y="18"/>
                  <a:pt x="86" y="18"/>
                </a:cubicBezTo>
                <a:cubicBezTo>
                  <a:pt x="87" y="19"/>
                  <a:pt x="87" y="19"/>
                  <a:pt x="87" y="19"/>
                </a:cubicBezTo>
                <a:cubicBezTo>
                  <a:pt x="104" y="30"/>
                  <a:pt x="127" y="53"/>
                  <a:pt x="131" y="58"/>
                </a:cubicBezTo>
                <a:cubicBezTo>
                  <a:pt x="133" y="57"/>
                  <a:pt x="135" y="54"/>
                  <a:pt x="136" y="52"/>
                </a:cubicBezTo>
                <a:close/>
                <a:moveTo>
                  <a:pt x="91" y="100"/>
                </a:moveTo>
                <a:cubicBezTo>
                  <a:pt x="93" y="99"/>
                  <a:pt x="94" y="96"/>
                  <a:pt x="93" y="94"/>
                </a:cubicBezTo>
                <a:cubicBezTo>
                  <a:pt x="90" y="91"/>
                  <a:pt x="90" y="91"/>
                  <a:pt x="90" y="91"/>
                </a:cubicBezTo>
                <a:cubicBezTo>
                  <a:pt x="89" y="94"/>
                  <a:pt x="88" y="96"/>
                  <a:pt x="86" y="98"/>
                </a:cubicBezTo>
                <a:cubicBezTo>
                  <a:pt x="85" y="98"/>
                  <a:pt x="85" y="98"/>
                  <a:pt x="85" y="98"/>
                </a:cubicBezTo>
                <a:cubicBezTo>
                  <a:pt x="87" y="100"/>
                  <a:pt x="88" y="101"/>
                  <a:pt x="89" y="101"/>
                </a:cubicBezTo>
                <a:cubicBezTo>
                  <a:pt x="90" y="101"/>
                  <a:pt x="90" y="101"/>
                  <a:pt x="91" y="100"/>
                </a:cubicBezTo>
                <a:close/>
                <a:moveTo>
                  <a:pt x="105" y="93"/>
                </a:moveTo>
                <a:cubicBezTo>
                  <a:pt x="108" y="92"/>
                  <a:pt x="108" y="89"/>
                  <a:pt x="108" y="87"/>
                </a:cubicBezTo>
                <a:cubicBezTo>
                  <a:pt x="108" y="87"/>
                  <a:pt x="108" y="87"/>
                  <a:pt x="107" y="87"/>
                </a:cubicBezTo>
                <a:cubicBezTo>
                  <a:pt x="97" y="76"/>
                  <a:pt x="97" y="76"/>
                  <a:pt x="97" y="76"/>
                </a:cubicBezTo>
                <a:cubicBezTo>
                  <a:pt x="102" y="72"/>
                  <a:pt x="102" y="72"/>
                  <a:pt x="102" y="72"/>
                </a:cubicBezTo>
                <a:cubicBezTo>
                  <a:pt x="114" y="84"/>
                  <a:pt x="114" y="84"/>
                  <a:pt x="114" y="84"/>
                </a:cubicBezTo>
                <a:cubicBezTo>
                  <a:pt x="115" y="85"/>
                  <a:pt x="115" y="85"/>
                  <a:pt x="115" y="85"/>
                </a:cubicBezTo>
                <a:cubicBezTo>
                  <a:pt x="116" y="86"/>
                  <a:pt x="117" y="87"/>
                  <a:pt x="118" y="87"/>
                </a:cubicBezTo>
                <a:cubicBezTo>
                  <a:pt x="119" y="87"/>
                  <a:pt x="120" y="87"/>
                  <a:pt x="120" y="86"/>
                </a:cubicBezTo>
                <a:cubicBezTo>
                  <a:pt x="122" y="86"/>
                  <a:pt x="123" y="84"/>
                  <a:pt x="123" y="82"/>
                </a:cubicBezTo>
                <a:cubicBezTo>
                  <a:pt x="123" y="81"/>
                  <a:pt x="123" y="80"/>
                  <a:pt x="122" y="79"/>
                </a:cubicBezTo>
                <a:cubicBezTo>
                  <a:pt x="110" y="67"/>
                  <a:pt x="110" y="67"/>
                  <a:pt x="110" y="67"/>
                </a:cubicBezTo>
                <a:cubicBezTo>
                  <a:pt x="115" y="63"/>
                  <a:pt x="115" y="63"/>
                  <a:pt x="115" y="63"/>
                </a:cubicBezTo>
                <a:cubicBezTo>
                  <a:pt x="127" y="75"/>
                  <a:pt x="127" y="75"/>
                  <a:pt x="127" y="75"/>
                </a:cubicBezTo>
                <a:cubicBezTo>
                  <a:pt x="128" y="76"/>
                  <a:pt x="128" y="76"/>
                  <a:pt x="128" y="76"/>
                </a:cubicBezTo>
                <a:cubicBezTo>
                  <a:pt x="129" y="78"/>
                  <a:pt x="130" y="78"/>
                  <a:pt x="132" y="78"/>
                </a:cubicBezTo>
                <a:cubicBezTo>
                  <a:pt x="132" y="78"/>
                  <a:pt x="133" y="78"/>
                  <a:pt x="134" y="78"/>
                </a:cubicBezTo>
                <a:cubicBezTo>
                  <a:pt x="136" y="77"/>
                  <a:pt x="137" y="74"/>
                  <a:pt x="136" y="72"/>
                </a:cubicBezTo>
                <a:cubicBezTo>
                  <a:pt x="125" y="60"/>
                  <a:pt x="125" y="60"/>
                  <a:pt x="125" y="60"/>
                </a:cubicBezTo>
                <a:cubicBezTo>
                  <a:pt x="118" y="53"/>
                  <a:pt x="100" y="35"/>
                  <a:pt x="86" y="25"/>
                </a:cubicBezTo>
                <a:cubicBezTo>
                  <a:pt x="61" y="37"/>
                  <a:pt x="61" y="37"/>
                  <a:pt x="61" y="37"/>
                </a:cubicBezTo>
                <a:cubicBezTo>
                  <a:pt x="60" y="38"/>
                  <a:pt x="58" y="38"/>
                  <a:pt x="56" y="38"/>
                </a:cubicBezTo>
                <a:cubicBezTo>
                  <a:pt x="53" y="38"/>
                  <a:pt x="50" y="37"/>
                  <a:pt x="48" y="34"/>
                </a:cubicBezTo>
                <a:cubicBezTo>
                  <a:pt x="46" y="31"/>
                  <a:pt x="45" y="28"/>
                  <a:pt x="46" y="25"/>
                </a:cubicBezTo>
                <a:cubicBezTo>
                  <a:pt x="47" y="22"/>
                  <a:pt x="49" y="20"/>
                  <a:pt x="52" y="18"/>
                </a:cubicBezTo>
                <a:cubicBezTo>
                  <a:pt x="54" y="17"/>
                  <a:pt x="54" y="17"/>
                  <a:pt x="54" y="17"/>
                </a:cubicBezTo>
                <a:cubicBezTo>
                  <a:pt x="42" y="18"/>
                  <a:pt x="42" y="18"/>
                  <a:pt x="42" y="18"/>
                </a:cubicBezTo>
                <a:cubicBezTo>
                  <a:pt x="21" y="40"/>
                  <a:pt x="21" y="40"/>
                  <a:pt x="21" y="40"/>
                </a:cubicBezTo>
                <a:cubicBezTo>
                  <a:pt x="33" y="54"/>
                  <a:pt x="33" y="54"/>
                  <a:pt x="33" y="54"/>
                </a:cubicBezTo>
                <a:cubicBezTo>
                  <a:pt x="34" y="54"/>
                  <a:pt x="49" y="41"/>
                  <a:pt x="49" y="41"/>
                </a:cubicBezTo>
                <a:cubicBezTo>
                  <a:pt x="51" y="40"/>
                  <a:pt x="53" y="39"/>
                  <a:pt x="56" y="39"/>
                </a:cubicBezTo>
                <a:cubicBezTo>
                  <a:pt x="59" y="39"/>
                  <a:pt x="62" y="40"/>
                  <a:pt x="64" y="42"/>
                </a:cubicBezTo>
                <a:cubicBezTo>
                  <a:pt x="65" y="44"/>
                  <a:pt x="66" y="46"/>
                  <a:pt x="66" y="48"/>
                </a:cubicBezTo>
                <a:cubicBezTo>
                  <a:pt x="67" y="48"/>
                  <a:pt x="68" y="48"/>
                  <a:pt x="69" y="48"/>
                </a:cubicBezTo>
                <a:cubicBezTo>
                  <a:pt x="72" y="48"/>
                  <a:pt x="75" y="49"/>
                  <a:pt x="77" y="52"/>
                </a:cubicBezTo>
                <a:cubicBezTo>
                  <a:pt x="80" y="55"/>
                  <a:pt x="80" y="60"/>
                  <a:pt x="78" y="64"/>
                </a:cubicBezTo>
                <a:cubicBezTo>
                  <a:pt x="80" y="64"/>
                  <a:pt x="82" y="66"/>
                  <a:pt x="83" y="67"/>
                </a:cubicBezTo>
                <a:cubicBezTo>
                  <a:pt x="86" y="71"/>
                  <a:pt x="86" y="77"/>
                  <a:pt x="83" y="80"/>
                </a:cubicBezTo>
                <a:cubicBezTo>
                  <a:pt x="84" y="81"/>
                  <a:pt x="86" y="82"/>
                  <a:pt x="87" y="83"/>
                </a:cubicBezTo>
                <a:cubicBezTo>
                  <a:pt x="89" y="82"/>
                  <a:pt x="89" y="82"/>
                  <a:pt x="89" y="82"/>
                </a:cubicBezTo>
                <a:cubicBezTo>
                  <a:pt x="99" y="90"/>
                  <a:pt x="99" y="90"/>
                  <a:pt x="99" y="90"/>
                </a:cubicBezTo>
                <a:cubicBezTo>
                  <a:pt x="99" y="91"/>
                  <a:pt x="100" y="91"/>
                  <a:pt x="101" y="92"/>
                </a:cubicBezTo>
                <a:cubicBezTo>
                  <a:pt x="102" y="93"/>
                  <a:pt x="102" y="93"/>
                  <a:pt x="103" y="93"/>
                </a:cubicBezTo>
                <a:cubicBezTo>
                  <a:pt x="104" y="93"/>
                  <a:pt x="105" y="93"/>
                  <a:pt x="105" y="93"/>
                </a:cubicBezTo>
                <a:close/>
                <a:moveTo>
                  <a:pt x="15" y="37"/>
                </a:moveTo>
                <a:cubicBezTo>
                  <a:pt x="37" y="14"/>
                  <a:pt x="37" y="14"/>
                  <a:pt x="37" y="14"/>
                </a:cubicBezTo>
                <a:cubicBezTo>
                  <a:pt x="22" y="0"/>
                  <a:pt x="22" y="0"/>
                  <a:pt x="22" y="0"/>
                </a:cubicBezTo>
                <a:cubicBezTo>
                  <a:pt x="0" y="22"/>
                  <a:pt x="0" y="22"/>
                  <a:pt x="0" y="22"/>
                </a:cubicBezTo>
                <a:lnTo>
                  <a:pt x="15" y="3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30">
            <a:extLst>
              <a:ext uri="{FF2B5EF4-FFF2-40B4-BE49-F238E27FC236}">
                <a16:creationId xmlns:a16="http://schemas.microsoft.com/office/drawing/2014/main" id="{C131707B-D7D6-40C9-A730-9C02A90C2D58}"/>
              </a:ext>
            </a:extLst>
          </p:cNvPr>
          <p:cNvSpPr>
            <a:spLocks noEditPoints="1"/>
          </p:cNvSpPr>
          <p:nvPr/>
        </p:nvSpPr>
        <p:spPr bwMode="auto">
          <a:xfrm>
            <a:off x="838200" y="2422525"/>
            <a:ext cx="354013" cy="514350"/>
          </a:xfrm>
          <a:custGeom>
            <a:avLst/>
            <a:gdLst>
              <a:gd name="T0" fmla="*/ 43 w 93"/>
              <a:gd name="T1" fmla="*/ 67 h 135"/>
              <a:gd name="T2" fmla="*/ 51 w 93"/>
              <a:gd name="T3" fmla="*/ 67 h 135"/>
              <a:gd name="T4" fmla="*/ 51 w 93"/>
              <a:gd name="T5" fmla="*/ 107 h 135"/>
              <a:gd name="T6" fmla="*/ 43 w 93"/>
              <a:gd name="T7" fmla="*/ 107 h 135"/>
              <a:gd name="T8" fmla="*/ 43 w 93"/>
              <a:gd name="T9" fmla="*/ 67 h 135"/>
              <a:gd name="T10" fmla="*/ 47 w 93"/>
              <a:gd name="T11" fmla="*/ 0 h 135"/>
              <a:gd name="T12" fmla="*/ 0 w 93"/>
              <a:gd name="T13" fmla="*/ 47 h 135"/>
              <a:gd name="T14" fmla="*/ 9 w 93"/>
              <a:gd name="T15" fmla="*/ 76 h 135"/>
              <a:gd name="T16" fmla="*/ 20 w 93"/>
              <a:gd name="T17" fmla="*/ 98 h 135"/>
              <a:gd name="T18" fmla="*/ 30 w 93"/>
              <a:gd name="T19" fmla="*/ 107 h 135"/>
              <a:gd name="T20" fmla="*/ 35 w 93"/>
              <a:gd name="T21" fmla="*/ 107 h 135"/>
              <a:gd name="T22" fmla="*/ 35 w 93"/>
              <a:gd name="T23" fmla="*/ 67 h 135"/>
              <a:gd name="T24" fmla="*/ 28 w 93"/>
              <a:gd name="T25" fmla="*/ 67 h 135"/>
              <a:gd name="T26" fmla="*/ 15 w 93"/>
              <a:gd name="T27" fmla="*/ 53 h 135"/>
              <a:gd name="T28" fmla="*/ 28 w 93"/>
              <a:gd name="T29" fmla="*/ 39 h 135"/>
              <a:gd name="T30" fmla="*/ 42 w 93"/>
              <a:gd name="T31" fmla="*/ 53 h 135"/>
              <a:gd name="T32" fmla="*/ 40 w 93"/>
              <a:gd name="T33" fmla="*/ 59 h 135"/>
              <a:gd name="T34" fmla="*/ 53 w 93"/>
              <a:gd name="T35" fmla="*/ 59 h 135"/>
              <a:gd name="T36" fmla="*/ 51 w 93"/>
              <a:gd name="T37" fmla="*/ 53 h 135"/>
              <a:gd name="T38" fmla="*/ 65 w 93"/>
              <a:gd name="T39" fmla="*/ 39 h 135"/>
              <a:gd name="T40" fmla="*/ 79 w 93"/>
              <a:gd name="T41" fmla="*/ 53 h 135"/>
              <a:gd name="T42" fmla="*/ 65 w 93"/>
              <a:gd name="T43" fmla="*/ 67 h 135"/>
              <a:gd name="T44" fmla="*/ 58 w 93"/>
              <a:gd name="T45" fmla="*/ 67 h 135"/>
              <a:gd name="T46" fmla="*/ 58 w 93"/>
              <a:gd name="T47" fmla="*/ 107 h 135"/>
              <a:gd name="T48" fmla="*/ 64 w 93"/>
              <a:gd name="T49" fmla="*/ 107 h 135"/>
              <a:gd name="T50" fmla="*/ 73 w 93"/>
              <a:gd name="T51" fmla="*/ 98 h 135"/>
              <a:gd name="T52" fmla="*/ 84 w 93"/>
              <a:gd name="T53" fmla="*/ 76 h 135"/>
              <a:gd name="T54" fmla="*/ 93 w 93"/>
              <a:gd name="T55" fmla="*/ 47 h 135"/>
              <a:gd name="T56" fmla="*/ 47 w 93"/>
              <a:gd name="T57" fmla="*/ 0 h 135"/>
              <a:gd name="T58" fmla="*/ 22 w 93"/>
              <a:gd name="T59" fmla="*/ 53 h 135"/>
              <a:gd name="T60" fmla="*/ 28 w 93"/>
              <a:gd name="T61" fmla="*/ 59 h 135"/>
              <a:gd name="T62" fmla="*/ 35 w 93"/>
              <a:gd name="T63" fmla="*/ 53 h 135"/>
              <a:gd name="T64" fmla="*/ 28 w 93"/>
              <a:gd name="T65" fmla="*/ 47 h 135"/>
              <a:gd name="T66" fmla="*/ 22 w 93"/>
              <a:gd name="T67" fmla="*/ 53 h 135"/>
              <a:gd name="T68" fmla="*/ 71 w 93"/>
              <a:gd name="T69" fmla="*/ 53 h 135"/>
              <a:gd name="T70" fmla="*/ 65 w 93"/>
              <a:gd name="T71" fmla="*/ 47 h 135"/>
              <a:gd name="T72" fmla="*/ 59 w 93"/>
              <a:gd name="T73" fmla="*/ 53 h 135"/>
              <a:gd name="T74" fmla="*/ 65 w 93"/>
              <a:gd name="T75" fmla="*/ 59 h 135"/>
              <a:gd name="T76" fmla="*/ 71 w 93"/>
              <a:gd name="T77" fmla="*/ 53 h 135"/>
              <a:gd name="T78" fmla="*/ 69 w 93"/>
              <a:gd name="T79" fmla="*/ 118 h 135"/>
              <a:gd name="T80" fmla="*/ 65 w 93"/>
              <a:gd name="T81" fmla="*/ 115 h 135"/>
              <a:gd name="T82" fmla="*/ 28 w 93"/>
              <a:gd name="T83" fmla="*/ 115 h 135"/>
              <a:gd name="T84" fmla="*/ 25 w 93"/>
              <a:gd name="T85" fmla="*/ 118 h 135"/>
              <a:gd name="T86" fmla="*/ 28 w 93"/>
              <a:gd name="T87" fmla="*/ 122 h 135"/>
              <a:gd name="T88" fmla="*/ 65 w 93"/>
              <a:gd name="T89" fmla="*/ 122 h 135"/>
              <a:gd name="T90" fmla="*/ 69 w 93"/>
              <a:gd name="T91" fmla="*/ 118 h 135"/>
              <a:gd name="T92" fmla="*/ 64 w 93"/>
              <a:gd name="T93" fmla="*/ 132 h 135"/>
              <a:gd name="T94" fmla="*/ 60 w 93"/>
              <a:gd name="T95" fmla="*/ 128 h 135"/>
              <a:gd name="T96" fmla="*/ 33 w 93"/>
              <a:gd name="T97" fmla="*/ 128 h 135"/>
              <a:gd name="T98" fmla="*/ 29 w 93"/>
              <a:gd name="T99" fmla="*/ 132 h 135"/>
              <a:gd name="T100" fmla="*/ 33 w 93"/>
              <a:gd name="T101" fmla="*/ 135 h 135"/>
              <a:gd name="T102" fmla="*/ 60 w 93"/>
              <a:gd name="T103" fmla="*/ 135 h 135"/>
              <a:gd name="T104" fmla="*/ 64 w 93"/>
              <a:gd name="T105" fmla="*/ 13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3" h="135">
                <a:moveTo>
                  <a:pt x="43" y="67"/>
                </a:moveTo>
                <a:cubicBezTo>
                  <a:pt x="51" y="67"/>
                  <a:pt x="51" y="67"/>
                  <a:pt x="51" y="67"/>
                </a:cubicBezTo>
                <a:cubicBezTo>
                  <a:pt x="51" y="107"/>
                  <a:pt x="51" y="107"/>
                  <a:pt x="51" y="107"/>
                </a:cubicBezTo>
                <a:cubicBezTo>
                  <a:pt x="43" y="107"/>
                  <a:pt x="43" y="107"/>
                  <a:pt x="43" y="107"/>
                </a:cubicBezTo>
                <a:lnTo>
                  <a:pt x="43" y="67"/>
                </a:lnTo>
                <a:close/>
                <a:moveTo>
                  <a:pt x="47" y="0"/>
                </a:moveTo>
                <a:cubicBezTo>
                  <a:pt x="21" y="0"/>
                  <a:pt x="0" y="21"/>
                  <a:pt x="0" y="47"/>
                </a:cubicBezTo>
                <a:cubicBezTo>
                  <a:pt x="0" y="58"/>
                  <a:pt x="4" y="68"/>
                  <a:pt x="9" y="76"/>
                </a:cubicBezTo>
                <a:cubicBezTo>
                  <a:pt x="18" y="87"/>
                  <a:pt x="20" y="92"/>
                  <a:pt x="20" y="98"/>
                </a:cubicBezTo>
                <a:cubicBezTo>
                  <a:pt x="20" y="103"/>
                  <a:pt x="25" y="107"/>
                  <a:pt x="30" y="107"/>
                </a:cubicBezTo>
                <a:cubicBezTo>
                  <a:pt x="35" y="107"/>
                  <a:pt x="35" y="107"/>
                  <a:pt x="35" y="107"/>
                </a:cubicBezTo>
                <a:cubicBezTo>
                  <a:pt x="35" y="67"/>
                  <a:pt x="35" y="67"/>
                  <a:pt x="35" y="67"/>
                </a:cubicBezTo>
                <a:cubicBezTo>
                  <a:pt x="28" y="67"/>
                  <a:pt x="28" y="67"/>
                  <a:pt x="28" y="67"/>
                </a:cubicBezTo>
                <a:cubicBezTo>
                  <a:pt x="21" y="67"/>
                  <a:pt x="15" y="60"/>
                  <a:pt x="15" y="53"/>
                </a:cubicBezTo>
                <a:cubicBezTo>
                  <a:pt x="15" y="45"/>
                  <a:pt x="21" y="39"/>
                  <a:pt x="28" y="39"/>
                </a:cubicBezTo>
                <a:cubicBezTo>
                  <a:pt x="36" y="39"/>
                  <a:pt x="42" y="45"/>
                  <a:pt x="42" y="53"/>
                </a:cubicBezTo>
                <a:cubicBezTo>
                  <a:pt x="42" y="55"/>
                  <a:pt x="41" y="57"/>
                  <a:pt x="40" y="59"/>
                </a:cubicBezTo>
                <a:cubicBezTo>
                  <a:pt x="53" y="59"/>
                  <a:pt x="53" y="59"/>
                  <a:pt x="53" y="59"/>
                </a:cubicBezTo>
                <a:cubicBezTo>
                  <a:pt x="52" y="57"/>
                  <a:pt x="51" y="55"/>
                  <a:pt x="51" y="53"/>
                </a:cubicBezTo>
                <a:cubicBezTo>
                  <a:pt x="51" y="45"/>
                  <a:pt x="57" y="39"/>
                  <a:pt x="65" y="39"/>
                </a:cubicBezTo>
                <a:cubicBezTo>
                  <a:pt x="73" y="39"/>
                  <a:pt x="79" y="45"/>
                  <a:pt x="79" y="53"/>
                </a:cubicBezTo>
                <a:cubicBezTo>
                  <a:pt x="79" y="60"/>
                  <a:pt x="73" y="67"/>
                  <a:pt x="65" y="67"/>
                </a:cubicBezTo>
                <a:cubicBezTo>
                  <a:pt x="58" y="67"/>
                  <a:pt x="58" y="67"/>
                  <a:pt x="58" y="67"/>
                </a:cubicBezTo>
                <a:cubicBezTo>
                  <a:pt x="58" y="107"/>
                  <a:pt x="58" y="107"/>
                  <a:pt x="58" y="107"/>
                </a:cubicBezTo>
                <a:cubicBezTo>
                  <a:pt x="64" y="107"/>
                  <a:pt x="64" y="107"/>
                  <a:pt x="64" y="107"/>
                </a:cubicBezTo>
                <a:cubicBezTo>
                  <a:pt x="69" y="107"/>
                  <a:pt x="73" y="103"/>
                  <a:pt x="73" y="98"/>
                </a:cubicBezTo>
                <a:cubicBezTo>
                  <a:pt x="73" y="92"/>
                  <a:pt x="75" y="87"/>
                  <a:pt x="84" y="76"/>
                </a:cubicBezTo>
                <a:cubicBezTo>
                  <a:pt x="90" y="68"/>
                  <a:pt x="93" y="58"/>
                  <a:pt x="93" y="47"/>
                </a:cubicBezTo>
                <a:cubicBezTo>
                  <a:pt x="93" y="21"/>
                  <a:pt x="73" y="0"/>
                  <a:pt x="47" y="0"/>
                </a:cubicBezTo>
                <a:close/>
                <a:moveTo>
                  <a:pt x="22" y="53"/>
                </a:moveTo>
                <a:cubicBezTo>
                  <a:pt x="22" y="56"/>
                  <a:pt x="25" y="59"/>
                  <a:pt x="28" y="59"/>
                </a:cubicBezTo>
                <a:cubicBezTo>
                  <a:pt x="32" y="59"/>
                  <a:pt x="35" y="56"/>
                  <a:pt x="35" y="53"/>
                </a:cubicBezTo>
                <a:cubicBezTo>
                  <a:pt x="35" y="49"/>
                  <a:pt x="32" y="47"/>
                  <a:pt x="28" y="47"/>
                </a:cubicBezTo>
                <a:cubicBezTo>
                  <a:pt x="25" y="47"/>
                  <a:pt x="22" y="49"/>
                  <a:pt x="22" y="53"/>
                </a:cubicBezTo>
                <a:close/>
                <a:moveTo>
                  <a:pt x="71" y="53"/>
                </a:moveTo>
                <a:cubicBezTo>
                  <a:pt x="71" y="49"/>
                  <a:pt x="68" y="47"/>
                  <a:pt x="65" y="47"/>
                </a:cubicBezTo>
                <a:cubicBezTo>
                  <a:pt x="61" y="47"/>
                  <a:pt x="59" y="49"/>
                  <a:pt x="59" y="53"/>
                </a:cubicBezTo>
                <a:cubicBezTo>
                  <a:pt x="59" y="56"/>
                  <a:pt x="61" y="59"/>
                  <a:pt x="65" y="59"/>
                </a:cubicBezTo>
                <a:cubicBezTo>
                  <a:pt x="68" y="59"/>
                  <a:pt x="71" y="56"/>
                  <a:pt x="71" y="53"/>
                </a:cubicBezTo>
                <a:close/>
                <a:moveTo>
                  <a:pt x="69" y="118"/>
                </a:moveTo>
                <a:cubicBezTo>
                  <a:pt x="69" y="116"/>
                  <a:pt x="67" y="115"/>
                  <a:pt x="65" y="115"/>
                </a:cubicBezTo>
                <a:cubicBezTo>
                  <a:pt x="28" y="115"/>
                  <a:pt x="28" y="115"/>
                  <a:pt x="28" y="115"/>
                </a:cubicBezTo>
                <a:cubicBezTo>
                  <a:pt x="26" y="115"/>
                  <a:pt x="25" y="116"/>
                  <a:pt x="25" y="118"/>
                </a:cubicBezTo>
                <a:cubicBezTo>
                  <a:pt x="25" y="120"/>
                  <a:pt x="26" y="122"/>
                  <a:pt x="28" y="122"/>
                </a:cubicBezTo>
                <a:cubicBezTo>
                  <a:pt x="65" y="122"/>
                  <a:pt x="65" y="122"/>
                  <a:pt x="65" y="122"/>
                </a:cubicBezTo>
                <a:cubicBezTo>
                  <a:pt x="67" y="122"/>
                  <a:pt x="69" y="120"/>
                  <a:pt x="69" y="118"/>
                </a:cubicBezTo>
                <a:close/>
                <a:moveTo>
                  <a:pt x="64" y="132"/>
                </a:moveTo>
                <a:cubicBezTo>
                  <a:pt x="64" y="130"/>
                  <a:pt x="62" y="128"/>
                  <a:pt x="60" y="128"/>
                </a:cubicBezTo>
                <a:cubicBezTo>
                  <a:pt x="33" y="128"/>
                  <a:pt x="33" y="128"/>
                  <a:pt x="33" y="128"/>
                </a:cubicBezTo>
                <a:cubicBezTo>
                  <a:pt x="31" y="128"/>
                  <a:pt x="29" y="130"/>
                  <a:pt x="29" y="132"/>
                </a:cubicBezTo>
                <a:cubicBezTo>
                  <a:pt x="29" y="134"/>
                  <a:pt x="31" y="135"/>
                  <a:pt x="33" y="135"/>
                </a:cubicBezTo>
                <a:cubicBezTo>
                  <a:pt x="60" y="135"/>
                  <a:pt x="60" y="135"/>
                  <a:pt x="60" y="135"/>
                </a:cubicBezTo>
                <a:cubicBezTo>
                  <a:pt x="62" y="135"/>
                  <a:pt x="64" y="134"/>
                  <a:pt x="64" y="1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260B837B-E997-46A0-8CF4-3AC21514AC85}"/>
              </a:ext>
            </a:extLst>
          </p:cNvPr>
          <p:cNvSpPr>
            <a:spLocks noEditPoints="1"/>
          </p:cNvSpPr>
          <p:nvPr/>
        </p:nvSpPr>
        <p:spPr bwMode="auto">
          <a:xfrm>
            <a:off x="10915650" y="2487613"/>
            <a:ext cx="501650" cy="388938"/>
          </a:xfrm>
          <a:custGeom>
            <a:avLst/>
            <a:gdLst>
              <a:gd name="T0" fmla="*/ 94 w 132"/>
              <a:gd name="T1" fmla="*/ 47 h 102"/>
              <a:gd name="T2" fmla="*/ 116 w 132"/>
              <a:gd name="T3" fmla="*/ 28 h 102"/>
              <a:gd name="T4" fmla="*/ 116 w 132"/>
              <a:gd name="T5" fmla="*/ 102 h 102"/>
              <a:gd name="T6" fmla="*/ 94 w 132"/>
              <a:gd name="T7" fmla="*/ 102 h 102"/>
              <a:gd name="T8" fmla="*/ 94 w 132"/>
              <a:gd name="T9" fmla="*/ 47 h 102"/>
              <a:gd name="T10" fmla="*/ 66 w 132"/>
              <a:gd name="T11" fmla="*/ 102 h 102"/>
              <a:gd name="T12" fmla="*/ 88 w 132"/>
              <a:gd name="T13" fmla="*/ 102 h 102"/>
              <a:gd name="T14" fmla="*/ 88 w 132"/>
              <a:gd name="T15" fmla="*/ 52 h 102"/>
              <a:gd name="T16" fmla="*/ 66 w 132"/>
              <a:gd name="T17" fmla="*/ 71 h 102"/>
              <a:gd name="T18" fmla="*/ 66 w 132"/>
              <a:gd name="T19" fmla="*/ 102 h 102"/>
              <a:gd name="T20" fmla="*/ 38 w 132"/>
              <a:gd name="T21" fmla="*/ 102 h 102"/>
              <a:gd name="T22" fmla="*/ 60 w 132"/>
              <a:gd name="T23" fmla="*/ 102 h 102"/>
              <a:gd name="T24" fmla="*/ 60 w 132"/>
              <a:gd name="T25" fmla="*/ 72 h 102"/>
              <a:gd name="T26" fmla="*/ 38 w 132"/>
              <a:gd name="T27" fmla="*/ 48 h 102"/>
              <a:gd name="T28" fmla="*/ 38 w 132"/>
              <a:gd name="T29" fmla="*/ 102 h 102"/>
              <a:gd name="T30" fmla="*/ 10 w 132"/>
              <a:gd name="T31" fmla="*/ 102 h 102"/>
              <a:gd name="T32" fmla="*/ 32 w 132"/>
              <a:gd name="T33" fmla="*/ 102 h 102"/>
              <a:gd name="T34" fmla="*/ 32 w 132"/>
              <a:gd name="T35" fmla="*/ 45 h 102"/>
              <a:gd name="T36" fmla="*/ 10 w 132"/>
              <a:gd name="T37" fmla="*/ 63 h 102"/>
              <a:gd name="T38" fmla="*/ 10 w 132"/>
              <a:gd name="T39" fmla="*/ 102 h 102"/>
              <a:gd name="T40" fmla="*/ 130 w 132"/>
              <a:gd name="T41" fmla="*/ 0 h 102"/>
              <a:gd name="T42" fmla="*/ 108 w 132"/>
              <a:gd name="T43" fmla="*/ 0 h 102"/>
              <a:gd name="T44" fmla="*/ 107 w 132"/>
              <a:gd name="T45" fmla="*/ 3 h 102"/>
              <a:gd name="T46" fmla="*/ 113 w 132"/>
              <a:gd name="T47" fmla="*/ 11 h 102"/>
              <a:gd name="T48" fmla="*/ 63 w 132"/>
              <a:gd name="T49" fmla="*/ 54 h 102"/>
              <a:gd name="T50" fmla="*/ 37 w 132"/>
              <a:gd name="T51" fmla="*/ 26 h 102"/>
              <a:gd name="T52" fmla="*/ 32 w 132"/>
              <a:gd name="T53" fmla="*/ 26 h 102"/>
              <a:gd name="T54" fmla="*/ 2 w 132"/>
              <a:gd name="T55" fmla="*/ 49 h 102"/>
              <a:gd name="T56" fmla="*/ 2 w 132"/>
              <a:gd name="T57" fmla="*/ 55 h 102"/>
              <a:gd name="T58" fmla="*/ 8 w 132"/>
              <a:gd name="T59" fmla="*/ 56 h 102"/>
              <a:gd name="T60" fmla="*/ 34 w 132"/>
              <a:gd name="T61" fmla="*/ 35 h 102"/>
              <a:gd name="T62" fmla="*/ 60 w 132"/>
              <a:gd name="T63" fmla="*/ 63 h 102"/>
              <a:gd name="T64" fmla="*/ 63 w 132"/>
              <a:gd name="T65" fmla="*/ 64 h 102"/>
              <a:gd name="T66" fmla="*/ 66 w 132"/>
              <a:gd name="T67" fmla="*/ 63 h 102"/>
              <a:gd name="T68" fmla="*/ 119 w 132"/>
              <a:gd name="T69" fmla="*/ 17 h 102"/>
              <a:gd name="T70" fmla="*/ 125 w 132"/>
              <a:gd name="T71" fmla="*/ 25 h 102"/>
              <a:gd name="T72" fmla="*/ 129 w 132"/>
              <a:gd name="T73" fmla="*/ 24 h 102"/>
              <a:gd name="T74" fmla="*/ 132 w 132"/>
              <a:gd name="T75" fmla="*/ 2 h 102"/>
              <a:gd name="T76" fmla="*/ 130 w 132"/>
              <a:gd name="T7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102">
                <a:moveTo>
                  <a:pt x="94" y="47"/>
                </a:moveTo>
                <a:cubicBezTo>
                  <a:pt x="116" y="28"/>
                  <a:pt x="116" y="28"/>
                  <a:pt x="116" y="28"/>
                </a:cubicBezTo>
                <a:cubicBezTo>
                  <a:pt x="116" y="102"/>
                  <a:pt x="116" y="102"/>
                  <a:pt x="116" y="102"/>
                </a:cubicBezTo>
                <a:cubicBezTo>
                  <a:pt x="94" y="102"/>
                  <a:pt x="94" y="102"/>
                  <a:pt x="94" y="102"/>
                </a:cubicBezTo>
                <a:lnTo>
                  <a:pt x="94" y="47"/>
                </a:lnTo>
                <a:close/>
                <a:moveTo>
                  <a:pt x="66" y="102"/>
                </a:moveTo>
                <a:cubicBezTo>
                  <a:pt x="88" y="102"/>
                  <a:pt x="88" y="102"/>
                  <a:pt x="88" y="102"/>
                </a:cubicBezTo>
                <a:cubicBezTo>
                  <a:pt x="88" y="52"/>
                  <a:pt x="88" y="52"/>
                  <a:pt x="88" y="52"/>
                </a:cubicBezTo>
                <a:cubicBezTo>
                  <a:pt x="66" y="71"/>
                  <a:pt x="66" y="71"/>
                  <a:pt x="66" y="71"/>
                </a:cubicBezTo>
                <a:lnTo>
                  <a:pt x="66" y="102"/>
                </a:lnTo>
                <a:close/>
                <a:moveTo>
                  <a:pt x="38" y="102"/>
                </a:moveTo>
                <a:cubicBezTo>
                  <a:pt x="60" y="102"/>
                  <a:pt x="60" y="102"/>
                  <a:pt x="60" y="102"/>
                </a:cubicBezTo>
                <a:cubicBezTo>
                  <a:pt x="60" y="72"/>
                  <a:pt x="60" y="72"/>
                  <a:pt x="60" y="72"/>
                </a:cubicBezTo>
                <a:cubicBezTo>
                  <a:pt x="38" y="48"/>
                  <a:pt x="38" y="48"/>
                  <a:pt x="38" y="48"/>
                </a:cubicBezTo>
                <a:lnTo>
                  <a:pt x="38" y="102"/>
                </a:lnTo>
                <a:close/>
                <a:moveTo>
                  <a:pt x="10" y="102"/>
                </a:moveTo>
                <a:cubicBezTo>
                  <a:pt x="32" y="102"/>
                  <a:pt x="32" y="102"/>
                  <a:pt x="32" y="102"/>
                </a:cubicBezTo>
                <a:cubicBezTo>
                  <a:pt x="32" y="45"/>
                  <a:pt x="32" y="45"/>
                  <a:pt x="32" y="45"/>
                </a:cubicBezTo>
                <a:cubicBezTo>
                  <a:pt x="10" y="63"/>
                  <a:pt x="10" y="63"/>
                  <a:pt x="10" y="63"/>
                </a:cubicBezTo>
                <a:lnTo>
                  <a:pt x="10" y="102"/>
                </a:lnTo>
                <a:close/>
                <a:moveTo>
                  <a:pt x="130" y="0"/>
                </a:moveTo>
                <a:cubicBezTo>
                  <a:pt x="108" y="0"/>
                  <a:pt x="108" y="0"/>
                  <a:pt x="108" y="0"/>
                </a:cubicBezTo>
                <a:cubicBezTo>
                  <a:pt x="106" y="0"/>
                  <a:pt x="105" y="2"/>
                  <a:pt x="107" y="3"/>
                </a:cubicBezTo>
                <a:cubicBezTo>
                  <a:pt x="113" y="11"/>
                  <a:pt x="113" y="11"/>
                  <a:pt x="113" y="11"/>
                </a:cubicBezTo>
                <a:cubicBezTo>
                  <a:pt x="63" y="54"/>
                  <a:pt x="63" y="54"/>
                  <a:pt x="63" y="54"/>
                </a:cubicBezTo>
                <a:cubicBezTo>
                  <a:pt x="37" y="26"/>
                  <a:pt x="37" y="26"/>
                  <a:pt x="37" y="26"/>
                </a:cubicBezTo>
                <a:cubicBezTo>
                  <a:pt x="36" y="25"/>
                  <a:pt x="33" y="25"/>
                  <a:pt x="32" y="26"/>
                </a:cubicBezTo>
                <a:cubicBezTo>
                  <a:pt x="2" y="49"/>
                  <a:pt x="2" y="49"/>
                  <a:pt x="2" y="49"/>
                </a:cubicBezTo>
                <a:cubicBezTo>
                  <a:pt x="1" y="51"/>
                  <a:pt x="0" y="54"/>
                  <a:pt x="2" y="55"/>
                </a:cubicBezTo>
                <a:cubicBezTo>
                  <a:pt x="3" y="57"/>
                  <a:pt x="6" y="57"/>
                  <a:pt x="8" y="56"/>
                </a:cubicBezTo>
                <a:cubicBezTo>
                  <a:pt x="34" y="35"/>
                  <a:pt x="34" y="35"/>
                  <a:pt x="34" y="35"/>
                </a:cubicBezTo>
                <a:cubicBezTo>
                  <a:pt x="60" y="63"/>
                  <a:pt x="60" y="63"/>
                  <a:pt x="60" y="63"/>
                </a:cubicBezTo>
                <a:cubicBezTo>
                  <a:pt x="61" y="63"/>
                  <a:pt x="62" y="64"/>
                  <a:pt x="63" y="64"/>
                </a:cubicBezTo>
                <a:cubicBezTo>
                  <a:pt x="64" y="64"/>
                  <a:pt x="65" y="64"/>
                  <a:pt x="66" y="63"/>
                </a:cubicBezTo>
                <a:cubicBezTo>
                  <a:pt x="119" y="17"/>
                  <a:pt x="119" y="17"/>
                  <a:pt x="119" y="17"/>
                </a:cubicBezTo>
                <a:cubicBezTo>
                  <a:pt x="125" y="25"/>
                  <a:pt x="125" y="25"/>
                  <a:pt x="125" y="25"/>
                </a:cubicBezTo>
                <a:cubicBezTo>
                  <a:pt x="127" y="26"/>
                  <a:pt x="129" y="25"/>
                  <a:pt x="129" y="24"/>
                </a:cubicBezTo>
                <a:cubicBezTo>
                  <a:pt x="132" y="2"/>
                  <a:pt x="132" y="2"/>
                  <a:pt x="132" y="2"/>
                </a:cubicBezTo>
                <a:cubicBezTo>
                  <a:pt x="132" y="1"/>
                  <a:pt x="131" y="0"/>
                  <a:pt x="130"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Rectangle 36">
            <a:extLst>
              <a:ext uri="{FF2B5EF4-FFF2-40B4-BE49-F238E27FC236}">
                <a16:creationId xmlns:a16="http://schemas.microsoft.com/office/drawing/2014/main" id="{2C64E1EC-7C33-4840-AC18-209248F41241}"/>
              </a:ext>
            </a:extLst>
          </p:cNvPr>
          <p:cNvSpPr>
            <a:spLocks noChangeArrowheads="1"/>
          </p:cNvSpPr>
          <p:nvPr/>
        </p:nvSpPr>
        <p:spPr bwMode="auto">
          <a:xfrm>
            <a:off x="10614025" y="3767138"/>
            <a:ext cx="10621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Extrabold" panose="020B0906030804020204" pitchFamily="34" charset="0"/>
              </a:rPr>
              <a:t>GROWTH</a:t>
            </a:r>
            <a:endParaRPr kumimoji="0" lang="ru-UA" altLang="ru-UA" sz="1800" b="0" i="0" u="none" strike="noStrike" cap="none" normalizeH="0" baseline="0">
              <a:ln>
                <a:noFill/>
              </a:ln>
              <a:solidFill>
                <a:schemeClr val="bg2"/>
              </a:solidFill>
              <a:effectLst/>
            </a:endParaRPr>
          </a:p>
        </p:txBody>
      </p:sp>
      <p:sp>
        <p:nvSpPr>
          <p:cNvPr id="38" name="Rectangle 37">
            <a:extLst>
              <a:ext uri="{FF2B5EF4-FFF2-40B4-BE49-F238E27FC236}">
                <a16:creationId xmlns:a16="http://schemas.microsoft.com/office/drawing/2014/main" id="{DDFA50EB-75DB-4E71-A1A3-A32021BAB775}"/>
              </a:ext>
            </a:extLst>
          </p:cNvPr>
          <p:cNvSpPr>
            <a:spLocks noChangeArrowheads="1"/>
          </p:cNvSpPr>
          <p:nvPr/>
        </p:nvSpPr>
        <p:spPr bwMode="auto">
          <a:xfrm>
            <a:off x="8555038" y="3767138"/>
            <a:ext cx="12176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Extrabold" panose="020B0906030804020204" pitchFamily="34" charset="0"/>
              </a:rPr>
              <a:t>SOLUTION</a:t>
            </a:r>
            <a:endParaRPr kumimoji="0" lang="ru-UA" altLang="ru-UA" sz="1800" b="0" i="0" u="none" strike="noStrike" cap="none" normalizeH="0" baseline="0">
              <a:ln>
                <a:noFill/>
              </a:ln>
              <a:solidFill>
                <a:schemeClr val="bg2"/>
              </a:solidFill>
              <a:effectLst/>
            </a:endParaRPr>
          </a:p>
        </p:txBody>
      </p:sp>
      <p:sp>
        <p:nvSpPr>
          <p:cNvPr id="39" name="Rectangle 38">
            <a:extLst>
              <a:ext uri="{FF2B5EF4-FFF2-40B4-BE49-F238E27FC236}">
                <a16:creationId xmlns:a16="http://schemas.microsoft.com/office/drawing/2014/main" id="{0A805502-CF7B-4BB0-9815-3F5793ED9224}"/>
              </a:ext>
            </a:extLst>
          </p:cNvPr>
          <p:cNvSpPr>
            <a:spLocks noChangeArrowheads="1"/>
          </p:cNvSpPr>
          <p:nvPr/>
        </p:nvSpPr>
        <p:spPr bwMode="auto">
          <a:xfrm>
            <a:off x="6556375" y="3767138"/>
            <a:ext cx="1128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Extrabold" panose="020B0906030804020204" pitchFamily="34" charset="0"/>
              </a:rPr>
              <a:t>BUSINESS</a:t>
            </a:r>
            <a:endParaRPr kumimoji="0" lang="ru-UA" altLang="ru-UA" sz="1800" b="0" i="0" u="none" strike="noStrike" cap="none" normalizeH="0" baseline="0">
              <a:ln>
                <a:noFill/>
              </a:ln>
              <a:solidFill>
                <a:schemeClr val="bg2"/>
              </a:solidFill>
              <a:effectLst/>
            </a:endParaRPr>
          </a:p>
        </p:txBody>
      </p:sp>
      <p:sp>
        <p:nvSpPr>
          <p:cNvPr id="40" name="Rectangle 39">
            <a:extLst>
              <a:ext uri="{FF2B5EF4-FFF2-40B4-BE49-F238E27FC236}">
                <a16:creationId xmlns:a16="http://schemas.microsoft.com/office/drawing/2014/main" id="{FF9F27ED-CC3C-4F42-9984-37FE4A0D5876}"/>
              </a:ext>
            </a:extLst>
          </p:cNvPr>
          <p:cNvSpPr>
            <a:spLocks noChangeArrowheads="1"/>
          </p:cNvSpPr>
          <p:nvPr/>
        </p:nvSpPr>
        <p:spPr bwMode="auto">
          <a:xfrm>
            <a:off x="4549775" y="3767138"/>
            <a:ext cx="11653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Extrabold" panose="020B0906030804020204" pitchFamily="34" charset="0"/>
              </a:rPr>
              <a:t>STRATEGY</a:t>
            </a:r>
            <a:endParaRPr kumimoji="0" lang="ru-UA" altLang="ru-UA" sz="1800" b="0" i="0" u="none" strike="noStrike" cap="none" normalizeH="0" baseline="0">
              <a:ln>
                <a:noFill/>
              </a:ln>
              <a:solidFill>
                <a:schemeClr val="bg2"/>
              </a:solidFill>
              <a:effectLst/>
            </a:endParaRPr>
          </a:p>
        </p:txBody>
      </p:sp>
      <p:sp>
        <p:nvSpPr>
          <p:cNvPr id="41" name="Rectangle 40">
            <a:extLst>
              <a:ext uri="{FF2B5EF4-FFF2-40B4-BE49-F238E27FC236}">
                <a16:creationId xmlns:a16="http://schemas.microsoft.com/office/drawing/2014/main" id="{7A5749E8-59A0-4D49-AE3B-6AC7C63ED494}"/>
              </a:ext>
            </a:extLst>
          </p:cNvPr>
          <p:cNvSpPr>
            <a:spLocks noChangeArrowheads="1"/>
          </p:cNvSpPr>
          <p:nvPr/>
        </p:nvSpPr>
        <p:spPr bwMode="auto">
          <a:xfrm>
            <a:off x="2428875" y="3767138"/>
            <a:ext cx="13907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Extrabold" panose="020B0906030804020204" pitchFamily="34" charset="0"/>
              </a:rPr>
              <a:t>TEAMWORK</a:t>
            </a:r>
            <a:endParaRPr kumimoji="0" lang="ru-UA" altLang="ru-UA" sz="1800" b="0" i="0" u="none" strike="noStrike" cap="none" normalizeH="0" baseline="0">
              <a:ln>
                <a:noFill/>
              </a:ln>
              <a:solidFill>
                <a:schemeClr val="bg2"/>
              </a:solidFill>
              <a:effectLst/>
            </a:endParaRPr>
          </a:p>
        </p:txBody>
      </p:sp>
      <p:sp>
        <p:nvSpPr>
          <p:cNvPr id="42" name="Rectangle 41">
            <a:extLst>
              <a:ext uri="{FF2B5EF4-FFF2-40B4-BE49-F238E27FC236}">
                <a16:creationId xmlns:a16="http://schemas.microsoft.com/office/drawing/2014/main" id="{96E8848C-EFA5-41A3-A7A4-E2279970DAE5}"/>
              </a:ext>
            </a:extLst>
          </p:cNvPr>
          <p:cNvSpPr>
            <a:spLocks noChangeArrowheads="1"/>
          </p:cNvSpPr>
          <p:nvPr/>
        </p:nvSpPr>
        <p:spPr bwMode="auto">
          <a:xfrm>
            <a:off x="498475" y="3752850"/>
            <a:ext cx="114678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bg2"/>
                </a:solidFill>
                <a:effectLst/>
                <a:latin typeface="Open Sans Extrabold" panose="020B0906030804020204" pitchFamily="34" charset="0"/>
              </a:rPr>
              <a:t>CREATIVE</a:t>
            </a:r>
            <a:endParaRPr kumimoji="0" lang="ru-UA" altLang="ru-UA" sz="1800" b="0" i="0" u="none" strike="noStrike" cap="none" normalizeH="0" baseline="0">
              <a:ln>
                <a:noFill/>
              </a:ln>
              <a:solidFill>
                <a:schemeClr val="bg2"/>
              </a:solidFill>
              <a:effectLst/>
            </a:endParaRPr>
          </a:p>
        </p:txBody>
      </p:sp>
      <p:sp>
        <p:nvSpPr>
          <p:cNvPr id="51" name="Text Placeholder 33">
            <a:extLst>
              <a:ext uri="{FF2B5EF4-FFF2-40B4-BE49-F238E27FC236}">
                <a16:creationId xmlns:a16="http://schemas.microsoft.com/office/drawing/2014/main" id="{8CFDBBED-1B9D-4AD2-B615-F233268D2B8F}"/>
              </a:ext>
            </a:extLst>
          </p:cNvPr>
          <p:cNvSpPr txBox="1">
            <a:spLocks/>
          </p:cNvSpPr>
          <p:nvPr/>
        </p:nvSpPr>
        <p:spPr>
          <a:xfrm>
            <a:off x="355774" y="4129078"/>
            <a:ext cx="1482565" cy="1673235"/>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 labore et dolore magna aliqua. Ut enim ad minim veniam, quis nostrud exercitation ullamco laboris nisi ut aliquip ex ea. </a:t>
            </a:r>
            <a:endParaRPr lang="en-US" sz="1000" dirty="0">
              <a:solidFill>
                <a:schemeClr val="bg2"/>
              </a:solidFill>
            </a:endParaRPr>
          </a:p>
        </p:txBody>
      </p:sp>
      <p:sp>
        <p:nvSpPr>
          <p:cNvPr id="52" name="Text Placeholder 33">
            <a:extLst>
              <a:ext uri="{FF2B5EF4-FFF2-40B4-BE49-F238E27FC236}">
                <a16:creationId xmlns:a16="http://schemas.microsoft.com/office/drawing/2014/main" id="{9F6BEDB7-E9C4-4F8F-9C7E-F8A8A5630591}"/>
              </a:ext>
            </a:extLst>
          </p:cNvPr>
          <p:cNvSpPr txBox="1">
            <a:spLocks/>
          </p:cNvSpPr>
          <p:nvPr/>
        </p:nvSpPr>
        <p:spPr>
          <a:xfrm>
            <a:off x="2321734" y="4129078"/>
            <a:ext cx="1482565" cy="1673235"/>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 labore et dolore magna aliqua. Ut enim ad minim veniam, quis nostrud exercitation ullamco laboris nisi ut aliquip ex ea. </a:t>
            </a:r>
            <a:endParaRPr lang="en-US" sz="1000" dirty="0">
              <a:solidFill>
                <a:schemeClr val="bg2"/>
              </a:solidFill>
            </a:endParaRPr>
          </a:p>
        </p:txBody>
      </p:sp>
      <p:sp>
        <p:nvSpPr>
          <p:cNvPr id="55" name="Text Placeholder 33">
            <a:extLst>
              <a:ext uri="{FF2B5EF4-FFF2-40B4-BE49-F238E27FC236}">
                <a16:creationId xmlns:a16="http://schemas.microsoft.com/office/drawing/2014/main" id="{67D4F6DA-17F1-4545-AD33-0B6BB7C068F3}"/>
              </a:ext>
            </a:extLst>
          </p:cNvPr>
          <p:cNvSpPr txBox="1">
            <a:spLocks/>
          </p:cNvSpPr>
          <p:nvPr/>
        </p:nvSpPr>
        <p:spPr>
          <a:xfrm>
            <a:off x="4341034" y="4129078"/>
            <a:ext cx="1482565" cy="1673235"/>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 labore et dolore magna aliqua. Ut enim ad minim veniam, quis nostrud exercitation ullamco laboris nisi ut aliquip ex ea. </a:t>
            </a:r>
            <a:endParaRPr lang="en-US" sz="1000" dirty="0">
              <a:solidFill>
                <a:schemeClr val="bg2"/>
              </a:solidFill>
            </a:endParaRPr>
          </a:p>
        </p:txBody>
      </p:sp>
      <p:sp>
        <p:nvSpPr>
          <p:cNvPr id="56" name="Text Placeholder 33">
            <a:extLst>
              <a:ext uri="{FF2B5EF4-FFF2-40B4-BE49-F238E27FC236}">
                <a16:creationId xmlns:a16="http://schemas.microsoft.com/office/drawing/2014/main" id="{7F0F4144-7560-4CFE-9A40-135F8CA500F0}"/>
              </a:ext>
            </a:extLst>
          </p:cNvPr>
          <p:cNvSpPr txBox="1">
            <a:spLocks/>
          </p:cNvSpPr>
          <p:nvPr/>
        </p:nvSpPr>
        <p:spPr>
          <a:xfrm>
            <a:off x="6367954" y="4129078"/>
            <a:ext cx="1482565" cy="1673235"/>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 labore et dolore magna aliqua. Ut enim ad minim veniam, quis nostrud exercitation ullamco laboris nisi ut aliquip ex ea. </a:t>
            </a:r>
            <a:endParaRPr lang="en-US" sz="1000" dirty="0">
              <a:solidFill>
                <a:schemeClr val="bg2"/>
              </a:solidFill>
            </a:endParaRPr>
          </a:p>
        </p:txBody>
      </p:sp>
      <p:sp>
        <p:nvSpPr>
          <p:cNvPr id="57" name="Text Placeholder 33">
            <a:extLst>
              <a:ext uri="{FF2B5EF4-FFF2-40B4-BE49-F238E27FC236}">
                <a16:creationId xmlns:a16="http://schemas.microsoft.com/office/drawing/2014/main" id="{126B4FE5-39F1-414C-8A52-E0E781C87029}"/>
              </a:ext>
            </a:extLst>
          </p:cNvPr>
          <p:cNvSpPr txBox="1">
            <a:spLocks/>
          </p:cNvSpPr>
          <p:nvPr/>
        </p:nvSpPr>
        <p:spPr>
          <a:xfrm>
            <a:off x="8394874" y="4129078"/>
            <a:ext cx="1482565" cy="1673235"/>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 labore et dolore magna aliqua. Ut enim ad minim veniam, quis nostrud exercitation ullamco laboris nisi ut aliquip ex ea. </a:t>
            </a:r>
            <a:endParaRPr lang="en-US" sz="1000" dirty="0">
              <a:solidFill>
                <a:schemeClr val="bg2"/>
              </a:solidFill>
            </a:endParaRPr>
          </a:p>
        </p:txBody>
      </p:sp>
      <p:sp>
        <p:nvSpPr>
          <p:cNvPr id="58" name="Text Placeholder 33">
            <a:extLst>
              <a:ext uri="{FF2B5EF4-FFF2-40B4-BE49-F238E27FC236}">
                <a16:creationId xmlns:a16="http://schemas.microsoft.com/office/drawing/2014/main" id="{4B1B03F5-A4E2-407F-BD27-A1B324B19A3A}"/>
              </a:ext>
            </a:extLst>
          </p:cNvPr>
          <p:cNvSpPr txBox="1">
            <a:spLocks/>
          </p:cNvSpPr>
          <p:nvPr/>
        </p:nvSpPr>
        <p:spPr>
          <a:xfrm>
            <a:off x="10437034" y="4129078"/>
            <a:ext cx="1482565" cy="1673235"/>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a:solidFill>
                  <a:schemeClr val="bg2"/>
                </a:solidFill>
              </a:rPr>
              <a:t>Lorem ipsum dolor sit amet, consectetur adipiscing elit, sed do eiusmod tempor incididunt ut labore et dolore magna aliqua. Ut enim ad minim veniam, quis nostrud exercitation ullamco laboris nisi ut aliquip ex ea. </a:t>
            </a:r>
            <a:endParaRPr lang="en-US" sz="1000" dirty="0">
              <a:solidFill>
                <a:schemeClr val="bg2"/>
              </a:solidFill>
            </a:endParaRPr>
          </a:p>
        </p:txBody>
      </p:sp>
    </p:spTree>
    <p:extLst>
      <p:ext uri="{BB962C8B-B14F-4D97-AF65-F5344CB8AC3E}">
        <p14:creationId xmlns:p14="http://schemas.microsoft.com/office/powerpoint/2010/main" val="63375235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7000">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14:bounceEnd="67000">
                                          <p:cBhvr additive="base">
                                            <p:cTn id="7"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67000">
                                      <p:stCondLst>
                                        <p:cond delay="250"/>
                                      </p:stCondLst>
                                      <p:childTnLst>
                                        <p:set>
                                          <p:cBhvr>
                                            <p:cTn id="10" dur="1" fill="hold">
                                              <p:stCondLst>
                                                <p:cond delay="0"/>
                                              </p:stCondLst>
                                            </p:cTn>
                                            <p:tgtEl>
                                              <p:spTgt spid="10"/>
                                            </p:tgtEl>
                                            <p:attrNameLst>
                                              <p:attrName>style.visibility</p:attrName>
                                            </p:attrNameLst>
                                          </p:cBhvr>
                                          <p:to>
                                            <p:strVal val="visible"/>
                                          </p:to>
                                        </p:set>
                                        <p:anim calcmode="lin" valueType="num" p14:bounceEnd="67000">
                                          <p:cBhvr additive="base">
                                            <p:cTn id="11" dur="1000" fill="hold"/>
                                            <p:tgtEl>
                                              <p:spTgt spid="10"/>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67000">
                                      <p:stCondLst>
                                        <p:cond delay="500"/>
                                      </p:stCondLst>
                                      <p:childTnLst>
                                        <p:set>
                                          <p:cBhvr>
                                            <p:cTn id="14" dur="1" fill="hold">
                                              <p:stCondLst>
                                                <p:cond delay="0"/>
                                              </p:stCondLst>
                                            </p:cTn>
                                            <p:tgtEl>
                                              <p:spTgt spid="9"/>
                                            </p:tgtEl>
                                            <p:attrNameLst>
                                              <p:attrName>style.visibility</p:attrName>
                                            </p:attrNameLst>
                                          </p:cBhvr>
                                          <p:to>
                                            <p:strVal val="visible"/>
                                          </p:to>
                                        </p:set>
                                        <p:anim calcmode="lin" valueType="num" p14:bounceEnd="67000">
                                          <p:cBhvr additive="base">
                                            <p:cTn id="15" dur="1000" fill="hold"/>
                                            <p:tgtEl>
                                              <p:spTgt spid="9"/>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67000">
                                      <p:stCondLst>
                                        <p:cond delay="750"/>
                                      </p:stCondLst>
                                      <p:childTnLst>
                                        <p:set>
                                          <p:cBhvr>
                                            <p:cTn id="18" dur="1" fill="hold">
                                              <p:stCondLst>
                                                <p:cond delay="0"/>
                                              </p:stCondLst>
                                            </p:cTn>
                                            <p:tgtEl>
                                              <p:spTgt spid="8"/>
                                            </p:tgtEl>
                                            <p:attrNameLst>
                                              <p:attrName>style.visibility</p:attrName>
                                            </p:attrNameLst>
                                          </p:cBhvr>
                                          <p:to>
                                            <p:strVal val="visible"/>
                                          </p:to>
                                        </p:set>
                                        <p:anim calcmode="lin" valueType="num" p14:bounceEnd="67000">
                                          <p:cBhvr additive="base">
                                            <p:cTn id="19" dur="1000" fill="hold"/>
                                            <p:tgtEl>
                                              <p:spTgt spid="8"/>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67000">
                                      <p:stCondLst>
                                        <p:cond delay="1000"/>
                                      </p:stCondLst>
                                      <p:childTnLst>
                                        <p:set>
                                          <p:cBhvr>
                                            <p:cTn id="22" dur="1" fill="hold">
                                              <p:stCondLst>
                                                <p:cond delay="0"/>
                                              </p:stCondLst>
                                            </p:cTn>
                                            <p:tgtEl>
                                              <p:spTgt spid="7"/>
                                            </p:tgtEl>
                                            <p:attrNameLst>
                                              <p:attrName>style.visibility</p:attrName>
                                            </p:attrNameLst>
                                          </p:cBhvr>
                                          <p:to>
                                            <p:strVal val="visible"/>
                                          </p:to>
                                        </p:set>
                                        <p:anim calcmode="lin" valueType="num" p14:bounceEnd="67000">
                                          <p:cBhvr additive="base">
                                            <p:cTn id="23" dur="1000" fill="hold"/>
                                            <p:tgtEl>
                                              <p:spTgt spid="7"/>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67000">
                                      <p:stCondLst>
                                        <p:cond delay="1250"/>
                                      </p:stCondLst>
                                      <p:childTnLst>
                                        <p:set>
                                          <p:cBhvr>
                                            <p:cTn id="26" dur="1" fill="hold">
                                              <p:stCondLst>
                                                <p:cond delay="0"/>
                                              </p:stCondLst>
                                            </p:cTn>
                                            <p:tgtEl>
                                              <p:spTgt spid="32"/>
                                            </p:tgtEl>
                                            <p:attrNameLst>
                                              <p:attrName>style.visibility</p:attrName>
                                            </p:attrNameLst>
                                          </p:cBhvr>
                                          <p:to>
                                            <p:strVal val="visible"/>
                                          </p:to>
                                        </p:set>
                                        <p:anim calcmode="lin" valueType="num" p14:bounceEnd="67000">
                                          <p:cBhvr additive="base">
                                            <p:cTn id="27" dur="1000" fill="hold"/>
                                            <p:tgtEl>
                                              <p:spTgt spid="32"/>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32"/>
                                            </p:tgtEl>
                                            <p:attrNameLst>
                                              <p:attrName>ppt_y</p:attrName>
                                            </p:attrNameLst>
                                          </p:cBhvr>
                                          <p:tavLst>
                                            <p:tav tm="0">
                                              <p:val>
                                                <p:strVal val="1+#ppt_h/2"/>
                                              </p:val>
                                            </p:tav>
                                            <p:tav tm="100000">
                                              <p:val>
                                                <p:strVal val="#ppt_y"/>
                                              </p:val>
                                            </p:tav>
                                          </p:tavLst>
                                        </p:anim>
                                      </p:childTnLst>
                                    </p:cTn>
                                  </p:par>
                                  <p:par>
                                    <p:cTn id="29" presetID="22" presetClass="entr" presetSubtype="8" fill="hold" grpId="0" nodeType="withEffect">
                                      <p:stCondLst>
                                        <p:cond delay="1000"/>
                                      </p:stCondLst>
                                      <p:childTnLst>
                                        <p:set>
                                          <p:cBhvr>
                                            <p:cTn id="30" dur="1" fill="hold">
                                              <p:stCondLst>
                                                <p:cond delay="0"/>
                                              </p:stCondLst>
                                            </p:cTn>
                                            <p:tgtEl>
                                              <p:spTgt spid="6"/>
                                            </p:tgtEl>
                                            <p:attrNameLst>
                                              <p:attrName>style.visibility</p:attrName>
                                            </p:attrNameLst>
                                          </p:cBhvr>
                                          <p:to>
                                            <p:strVal val="visible"/>
                                          </p:to>
                                        </p:set>
                                        <p:animEffect transition="in" filter="wipe(left)">
                                          <p:cBhvr>
                                            <p:cTn id="31" dur="1250"/>
                                            <p:tgtEl>
                                              <p:spTgt spid="6"/>
                                            </p:tgtEl>
                                          </p:cBhvr>
                                        </p:animEffect>
                                      </p:childTnLst>
                                    </p:cTn>
                                  </p:par>
                                  <p:par>
                                    <p:cTn id="32" presetID="2" presetClass="entr" presetSubtype="1" fill="hold" nodeType="withEffect" p14:presetBounceEnd="67000">
                                      <p:stCondLst>
                                        <p:cond delay="0"/>
                                      </p:stCondLst>
                                      <p:childTnLst>
                                        <p:set>
                                          <p:cBhvr>
                                            <p:cTn id="33" dur="1" fill="hold">
                                              <p:stCondLst>
                                                <p:cond delay="0"/>
                                              </p:stCondLst>
                                            </p:cTn>
                                            <p:tgtEl>
                                              <p:spTgt spid="50"/>
                                            </p:tgtEl>
                                            <p:attrNameLst>
                                              <p:attrName>style.visibility</p:attrName>
                                            </p:attrNameLst>
                                          </p:cBhvr>
                                          <p:to>
                                            <p:strVal val="visible"/>
                                          </p:to>
                                        </p:set>
                                        <p:anim calcmode="lin" valueType="num" p14:bounceEnd="67000">
                                          <p:cBhvr additive="base">
                                            <p:cTn id="34" dur="1000" fill="hold"/>
                                            <p:tgtEl>
                                              <p:spTgt spid="50"/>
                                            </p:tgtEl>
                                            <p:attrNameLst>
                                              <p:attrName>ppt_x</p:attrName>
                                            </p:attrNameLst>
                                          </p:cBhvr>
                                          <p:tavLst>
                                            <p:tav tm="0">
                                              <p:val>
                                                <p:strVal val="#ppt_x"/>
                                              </p:val>
                                            </p:tav>
                                            <p:tav tm="100000">
                                              <p:val>
                                                <p:strVal val="#ppt_x"/>
                                              </p:val>
                                            </p:tav>
                                          </p:tavLst>
                                        </p:anim>
                                        <p:anim calcmode="lin" valueType="num" p14:bounceEnd="67000">
                                          <p:cBhvr additive="base">
                                            <p:cTn id="35" dur="1000" fill="hold"/>
                                            <p:tgtEl>
                                              <p:spTgt spid="50"/>
                                            </p:tgtEl>
                                            <p:attrNameLst>
                                              <p:attrName>ppt_y</p:attrName>
                                            </p:attrNameLst>
                                          </p:cBhvr>
                                          <p:tavLst>
                                            <p:tav tm="0">
                                              <p:val>
                                                <p:strVal val="0-#ppt_h/2"/>
                                              </p:val>
                                            </p:tav>
                                            <p:tav tm="100000">
                                              <p:val>
                                                <p:strVal val="#ppt_y"/>
                                              </p:val>
                                            </p:tav>
                                          </p:tavLst>
                                        </p:anim>
                                      </p:childTnLst>
                                    </p:cTn>
                                  </p:par>
                                  <p:par>
                                    <p:cTn id="36" presetID="2" presetClass="entr" presetSubtype="1" fill="hold" nodeType="withEffect" p14:presetBounceEnd="67000">
                                      <p:stCondLst>
                                        <p:cond delay="250"/>
                                      </p:stCondLst>
                                      <p:childTnLst>
                                        <p:set>
                                          <p:cBhvr>
                                            <p:cTn id="37" dur="1" fill="hold">
                                              <p:stCondLst>
                                                <p:cond delay="0"/>
                                              </p:stCondLst>
                                            </p:cTn>
                                            <p:tgtEl>
                                              <p:spTgt spid="49"/>
                                            </p:tgtEl>
                                            <p:attrNameLst>
                                              <p:attrName>style.visibility</p:attrName>
                                            </p:attrNameLst>
                                          </p:cBhvr>
                                          <p:to>
                                            <p:strVal val="visible"/>
                                          </p:to>
                                        </p:set>
                                        <p:anim calcmode="lin" valueType="num" p14:bounceEnd="67000">
                                          <p:cBhvr additive="base">
                                            <p:cTn id="38" dur="1000" fill="hold"/>
                                            <p:tgtEl>
                                              <p:spTgt spid="49"/>
                                            </p:tgtEl>
                                            <p:attrNameLst>
                                              <p:attrName>ppt_x</p:attrName>
                                            </p:attrNameLst>
                                          </p:cBhvr>
                                          <p:tavLst>
                                            <p:tav tm="0">
                                              <p:val>
                                                <p:strVal val="#ppt_x"/>
                                              </p:val>
                                            </p:tav>
                                            <p:tav tm="100000">
                                              <p:val>
                                                <p:strVal val="#ppt_x"/>
                                              </p:val>
                                            </p:tav>
                                          </p:tavLst>
                                        </p:anim>
                                        <p:anim calcmode="lin" valueType="num" p14:bounceEnd="67000">
                                          <p:cBhvr additive="base">
                                            <p:cTn id="39" dur="1000" fill="hold"/>
                                            <p:tgtEl>
                                              <p:spTgt spid="49"/>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14:presetBounceEnd="67000">
                                      <p:stCondLst>
                                        <p:cond delay="500"/>
                                      </p:stCondLst>
                                      <p:childTnLst>
                                        <p:set>
                                          <p:cBhvr>
                                            <p:cTn id="41" dur="1" fill="hold">
                                              <p:stCondLst>
                                                <p:cond delay="0"/>
                                              </p:stCondLst>
                                            </p:cTn>
                                            <p:tgtEl>
                                              <p:spTgt spid="48"/>
                                            </p:tgtEl>
                                            <p:attrNameLst>
                                              <p:attrName>style.visibility</p:attrName>
                                            </p:attrNameLst>
                                          </p:cBhvr>
                                          <p:to>
                                            <p:strVal val="visible"/>
                                          </p:to>
                                        </p:set>
                                        <p:anim calcmode="lin" valueType="num" p14:bounceEnd="67000">
                                          <p:cBhvr additive="base">
                                            <p:cTn id="42" dur="1000" fill="hold"/>
                                            <p:tgtEl>
                                              <p:spTgt spid="48"/>
                                            </p:tgtEl>
                                            <p:attrNameLst>
                                              <p:attrName>ppt_x</p:attrName>
                                            </p:attrNameLst>
                                          </p:cBhvr>
                                          <p:tavLst>
                                            <p:tav tm="0">
                                              <p:val>
                                                <p:strVal val="#ppt_x"/>
                                              </p:val>
                                            </p:tav>
                                            <p:tav tm="100000">
                                              <p:val>
                                                <p:strVal val="#ppt_x"/>
                                              </p:val>
                                            </p:tav>
                                          </p:tavLst>
                                        </p:anim>
                                        <p:anim calcmode="lin" valueType="num" p14:bounceEnd="67000">
                                          <p:cBhvr additive="base">
                                            <p:cTn id="43" dur="1000" fill="hold"/>
                                            <p:tgtEl>
                                              <p:spTgt spid="48"/>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14:presetBounceEnd="67000">
                                      <p:stCondLst>
                                        <p:cond delay="750"/>
                                      </p:stCondLst>
                                      <p:childTnLst>
                                        <p:set>
                                          <p:cBhvr>
                                            <p:cTn id="45" dur="1" fill="hold">
                                              <p:stCondLst>
                                                <p:cond delay="0"/>
                                              </p:stCondLst>
                                            </p:cTn>
                                            <p:tgtEl>
                                              <p:spTgt spid="47"/>
                                            </p:tgtEl>
                                            <p:attrNameLst>
                                              <p:attrName>style.visibility</p:attrName>
                                            </p:attrNameLst>
                                          </p:cBhvr>
                                          <p:to>
                                            <p:strVal val="visible"/>
                                          </p:to>
                                        </p:set>
                                        <p:anim calcmode="lin" valueType="num" p14:bounceEnd="67000">
                                          <p:cBhvr additive="base">
                                            <p:cTn id="46" dur="1000" fill="hold"/>
                                            <p:tgtEl>
                                              <p:spTgt spid="47"/>
                                            </p:tgtEl>
                                            <p:attrNameLst>
                                              <p:attrName>ppt_x</p:attrName>
                                            </p:attrNameLst>
                                          </p:cBhvr>
                                          <p:tavLst>
                                            <p:tav tm="0">
                                              <p:val>
                                                <p:strVal val="#ppt_x"/>
                                              </p:val>
                                            </p:tav>
                                            <p:tav tm="100000">
                                              <p:val>
                                                <p:strVal val="#ppt_x"/>
                                              </p:val>
                                            </p:tav>
                                          </p:tavLst>
                                        </p:anim>
                                        <p:anim calcmode="lin" valueType="num" p14:bounceEnd="67000">
                                          <p:cBhvr additive="base">
                                            <p:cTn id="47" dur="1000" fill="hold"/>
                                            <p:tgtEl>
                                              <p:spTgt spid="47"/>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14:presetBounceEnd="67000">
                                      <p:stCondLst>
                                        <p:cond delay="1000"/>
                                      </p:stCondLst>
                                      <p:childTnLst>
                                        <p:set>
                                          <p:cBhvr>
                                            <p:cTn id="49" dur="1" fill="hold">
                                              <p:stCondLst>
                                                <p:cond delay="0"/>
                                              </p:stCondLst>
                                            </p:cTn>
                                            <p:tgtEl>
                                              <p:spTgt spid="46"/>
                                            </p:tgtEl>
                                            <p:attrNameLst>
                                              <p:attrName>style.visibility</p:attrName>
                                            </p:attrNameLst>
                                          </p:cBhvr>
                                          <p:to>
                                            <p:strVal val="visible"/>
                                          </p:to>
                                        </p:set>
                                        <p:anim calcmode="lin" valueType="num" p14:bounceEnd="67000">
                                          <p:cBhvr additive="base">
                                            <p:cTn id="50" dur="1000" fill="hold"/>
                                            <p:tgtEl>
                                              <p:spTgt spid="46"/>
                                            </p:tgtEl>
                                            <p:attrNameLst>
                                              <p:attrName>ppt_x</p:attrName>
                                            </p:attrNameLst>
                                          </p:cBhvr>
                                          <p:tavLst>
                                            <p:tav tm="0">
                                              <p:val>
                                                <p:strVal val="#ppt_x"/>
                                              </p:val>
                                            </p:tav>
                                            <p:tav tm="100000">
                                              <p:val>
                                                <p:strVal val="#ppt_x"/>
                                              </p:val>
                                            </p:tav>
                                          </p:tavLst>
                                        </p:anim>
                                        <p:anim calcmode="lin" valueType="num" p14:bounceEnd="67000">
                                          <p:cBhvr additive="base">
                                            <p:cTn id="51" dur="1000" fill="hold"/>
                                            <p:tgtEl>
                                              <p:spTgt spid="46"/>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14:presetBounceEnd="67000">
                                      <p:stCondLst>
                                        <p:cond delay="1250"/>
                                      </p:stCondLst>
                                      <p:childTnLst>
                                        <p:set>
                                          <p:cBhvr>
                                            <p:cTn id="53" dur="1" fill="hold">
                                              <p:stCondLst>
                                                <p:cond delay="0"/>
                                              </p:stCondLst>
                                            </p:cTn>
                                            <p:tgtEl>
                                              <p:spTgt spid="45"/>
                                            </p:tgtEl>
                                            <p:attrNameLst>
                                              <p:attrName>style.visibility</p:attrName>
                                            </p:attrNameLst>
                                          </p:cBhvr>
                                          <p:to>
                                            <p:strVal val="visible"/>
                                          </p:to>
                                        </p:set>
                                        <p:anim calcmode="lin" valueType="num" p14:bounceEnd="67000">
                                          <p:cBhvr additive="base">
                                            <p:cTn id="54" dur="1000" fill="hold"/>
                                            <p:tgtEl>
                                              <p:spTgt spid="45"/>
                                            </p:tgtEl>
                                            <p:attrNameLst>
                                              <p:attrName>ppt_x</p:attrName>
                                            </p:attrNameLst>
                                          </p:cBhvr>
                                          <p:tavLst>
                                            <p:tav tm="0">
                                              <p:val>
                                                <p:strVal val="#ppt_x"/>
                                              </p:val>
                                            </p:tav>
                                            <p:tav tm="100000">
                                              <p:val>
                                                <p:strVal val="#ppt_x"/>
                                              </p:val>
                                            </p:tav>
                                          </p:tavLst>
                                        </p:anim>
                                        <p:anim calcmode="lin" valueType="num" p14:bounceEnd="67000">
                                          <p:cBhvr additive="base">
                                            <p:cTn id="55" dur="1000" fill="hold"/>
                                            <p:tgtEl>
                                              <p:spTgt spid="45"/>
                                            </p:tgtEl>
                                            <p:attrNameLst>
                                              <p:attrName>ppt_y</p:attrName>
                                            </p:attrNameLst>
                                          </p:cBhvr>
                                          <p:tavLst>
                                            <p:tav tm="0">
                                              <p:val>
                                                <p:strVal val="0-#ppt_h/2"/>
                                              </p:val>
                                            </p:tav>
                                            <p:tav tm="100000">
                                              <p:val>
                                                <p:strVal val="#ppt_y"/>
                                              </p:val>
                                            </p:tav>
                                          </p:tavLst>
                                        </p:anim>
                                      </p:childTnLst>
                                    </p:cTn>
                                  </p:par>
                                  <p:par>
                                    <p:cTn id="56" presetID="53" presetClass="entr" presetSubtype="16" fill="hold" grpId="0" nodeType="withEffect">
                                      <p:stCondLst>
                                        <p:cond delay="250"/>
                                      </p:stCondLst>
                                      <p:childTnLst>
                                        <p:set>
                                          <p:cBhvr>
                                            <p:cTn id="57" dur="1" fill="hold">
                                              <p:stCondLst>
                                                <p:cond delay="0"/>
                                              </p:stCondLst>
                                            </p:cTn>
                                            <p:tgtEl>
                                              <p:spTgt spid="31"/>
                                            </p:tgtEl>
                                            <p:attrNameLst>
                                              <p:attrName>style.visibility</p:attrName>
                                            </p:attrNameLst>
                                          </p:cBhvr>
                                          <p:to>
                                            <p:strVal val="visible"/>
                                          </p:to>
                                        </p:set>
                                        <p:anim calcmode="lin" valueType="num">
                                          <p:cBhvr>
                                            <p:cTn id="58" dur="750" fill="hold"/>
                                            <p:tgtEl>
                                              <p:spTgt spid="31"/>
                                            </p:tgtEl>
                                            <p:attrNameLst>
                                              <p:attrName>ppt_w</p:attrName>
                                            </p:attrNameLst>
                                          </p:cBhvr>
                                          <p:tavLst>
                                            <p:tav tm="0">
                                              <p:val>
                                                <p:fltVal val="0"/>
                                              </p:val>
                                            </p:tav>
                                            <p:tav tm="100000">
                                              <p:val>
                                                <p:strVal val="#ppt_w"/>
                                              </p:val>
                                            </p:tav>
                                          </p:tavLst>
                                        </p:anim>
                                        <p:anim calcmode="lin" valueType="num">
                                          <p:cBhvr>
                                            <p:cTn id="59" dur="750" fill="hold"/>
                                            <p:tgtEl>
                                              <p:spTgt spid="31"/>
                                            </p:tgtEl>
                                            <p:attrNameLst>
                                              <p:attrName>ppt_h</p:attrName>
                                            </p:attrNameLst>
                                          </p:cBhvr>
                                          <p:tavLst>
                                            <p:tav tm="0">
                                              <p:val>
                                                <p:fltVal val="0"/>
                                              </p:val>
                                            </p:tav>
                                            <p:tav tm="100000">
                                              <p:val>
                                                <p:strVal val="#ppt_h"/>
                                              </p:val>
                                            </p:tav>
                                          </p:tavLst>
                                        </p:anim>
                                        <p:animEffect transition="in" filter="fade">
                                          <p:cBhvr>
                                            <p:cTn id="60" dur="750"/>
                                            <p:tgtEl>
                                              <p:spTgt spid="31"/>
                                            </p:tgtEl>
                                          </p:cBhvr>
                                        </p:animEffect>
                                      </p:childTnLst>
                                    </p:cTn>
                                  </p:par>
                                  <p:par>
                                    <p:cTn id="61" presetID="53" presetClass="entr" presetSubtype="16" fill="hold" grpId="0" nodeType="withEffect">
                                      <p:stCondLst>
                                        <p:cond delay="500"/>
                                      </p:stCondLst>
                                      <p:childTnLst>
                                        <p:set>
                                          <p:cBhvr>
                                            <p:cTn id="62" dur="1" fill="hold">
                                              <p:stCondLst>
                                                <p:cond delay="0"/>
                                              </p:stCondLst>
                                            </p:cTn>
                                            <p:tgtEl>
                                              <p:spTgt spid="15"/>
                                            </p:tgtEl>
                                            <p:attrNameLst>
                                              <p:attrName>style.visibility</p:attrName>
                                            </p:attrNameLst>
                                          </p:cBhvr>
                                          <p:to>
                                            <p:strVal val="visible"/>
                                          </p:to>
                                        </p:set>
                                        <p:anim calcmode="lin" valueType="num">
                                          <p:cBhvr>
                                            <p:cTn id="63" dur="750" fill="hold"/>
                                            <p:tgtEl>
                                              <p:spTgt spid="15"/>
                                            </p:tgtEl>
                                            <p:attrNameLst>
                                              <p:attrName>ppt_w</p:attrName>
                                            </p:attrNameLst>
                                          </p:cBhvr>
                                          <p:tavLst>
                                            <p:tav tm="0">
                                              <p:val>
                                                <p:fltVal val="0"/>
                                              </p:val>
                                            </p:tav>
                                            <p:tav tm="100000">
                                              <p:val>
                                                <p:strVal val="#ppt_w"/>
                                              </p:val>
                                            </p:tav>
                                          </p:tavLst>
                                        </p:anim>
                                        <p:anim calcmode="lin" valueType="num">
                                          <p:cBhvr>
                                            <p:cTn id="64" dur="750" fill="hold"/>
                                            <p:tgtEl>
                                              <p:spTgt spid="15"/>
                                            </p:tgtEl>
                                            <p:attrNameLst>
                                              <p:attrName>ppt_h</p:attrName>
                                            </p:attrNameLst>
                                          </p:cBhvr>
                                          <p:tavLst>
                                            <p:tav tm="0">
                                              <p:val>
                                                <p:fltVal val="0"/>
                                              </p:val>
                                            </p:tav>
                                            <p:tav tm="100000">
                                              <p:val>
                                                <p:strVal val="#ppt_h"/>
                                              </p:val>
                                            </p:tav>
                                          </p:tavLst>
                                        </p:anim>
                                        <p:animEffect transition="in" filter="fade">
                                          <p:cBhvr>
                                            <p:cTn id="65" dur="750"/>
                                            <p:tgtEl>
                                              <p:spTgt spid="15"/>
                                            </p:tgtEl>
                                          </p:cBhvr>
                                        </p:animEffect>
                                      </p:childTnLst>
                                    </p:cTn>
                                  </p:par>
                                  <p:par>
                                    <p:cTn id="66" presetID="53" presetClass="entr" presetSubtype="16" fill="hold" grpId="0" nodeType="withEffect">
                                      <p:stCondLst>
                                        <p:cond delay="750"/>
                                      </p:stCondLst>
                                      <p:childTnLst>
                                        <p:set>
                                          <p:cBhvr>
                                            <p:cTn id="67" dur="1" fill="hold">
                                              <p:stCondLst>
                                                <p:cond delay="0"/>
                                              </p:stCondLst>
                                            </p:cTn>
                                            <p:tgtEl>
                                              <p:spTgt spid="19"/>
                                            </p:tgtEl>
                                            <p:attrNameLst>
                                              <p:attrName>style.visibility</p:attrName>
                                            </p:attrNameLst>
                                          </p:cBhvr>
                                          <p:to>
                                            <p:strVal val="visible"/>
                                          </p:to>
                                        </p:set>
                                        <p:anim calcmode="lin" valueType="num">
                                          <p:cBhvr>
                                            <p:cTn id="68" dur="750" fill="hold"/>
                                            <p:tgtEl>
                                              <p:spTgt spid="19"/>
                                            </p:tgtEl>
                                            <p:attrNameLst>
                                              <p:attrName>ppt_w</p:attrName>
                                            </p:attrNameLst>
                                          </p:cBhvr>
                                          <p:tavLst>
                                            <p:tav tm="0">
                                              <p:val>
                                                <p:fltVal val="0"/>
                                              </p:val>
                                            </p:tav>
                                            <p:tav tm="100000">
                                              <p:val>
                                                <p:strVal val="#ppt_w"/>
                                              </p:val>
                                            </p:tav>
                                          </p:tavLst>
                                        </p:anim>
                                        <p:anim calcmode="lin" valueType="num">
                                          <p:cBhvr>
                                            <p:cTn id="69" dur="750" fill="hold"/>
                                            <p:tgtEl>
                                              <p:spTgt spid="19"/>
                                            </p:tgtEl>
                                            <p:attrNameLst>
                                              <p:attrName>ppt_h</p:attrName>
                                            </p:attrNameLst>
                                          </p:cBhvr>
                                          <p:tavLst>
                                            <p:tav tm="0">
                                              <p:val>
                                                <p:fltVal val="0"/>
                                              </p:val>
                                            </p:tav>
                                            <p:tav tm="100000">
                                              <p:val>
                                                <p:strVal val="#ppt_h"/>
                                              </p:val>
                                            </p:tav>
                                          </p:tavLst>
                                        </p:anim>
                                        <p:animEffect transition="in" filter="fade">
                                          <p:cBhvr>
                                            <p:cTn id="70" dur="750"/>
                                            <p:tgtEl>
                                              <p:spTgt spid="19"/>
                                            </p:tgtEl>
                                          </p:cBhvr>
                                        </p:animEffect>
                                      </p:childTnLst>
                                    </p:cTn>
                                  </p:par>
                                  <p:par>
                                    <p:cTn id="71" presetID="53" presetClass="entr" presetSubtype="16" fill="hold" grpId="0" nodeType="withEffect">
                                      <p:stCondLst>
                                        <p:cond delay="1000"/>
                                      </p:stCondLst>
                                      <p:childTnLst>
                                        <p:set>
                                          <p:cBhvr>
                                            <p:cTn id="72" dur="1" fill="hold">
                                              <p:stCondLst>
                                                <p:cond delay="0"/>
                                              </p:stCondLst>
                                            </p:cTn>
                                            <p:tgtEl>
                                              <p:spTgt spid="27"/>
                                            </p:tgtEl>
                                            <p:attrNameLst>
                                              <p:attrName>style.visibility</p:attrName>
                                            </p:attrNameLst>
                                          </p:cBhvr>
                                          <p:to>
                                            <p:strVal val="visible"/>
                                          </p:to>
                                        </p:set>
                                        <p:anim calcmode="lin" valueType="num">
                                          <p:cBhvr>
                                            <p:cTn id="73" dur="750" fill="hold"/>
                                            <p:tgtEl>
                                              <p:spTgt spid="27"/>
                                            </p:tgtEl>
                                            <p:attrNameLst>
                                              <p:attrName>ppt_w</p:attrName>
                                            </p:attrNameLst>
                                          </p:cBhvr>
                                          <p:tavLst>
                                            <p:tav tm="0">
                                              <p:val>
                                                <p:fltVal val="0"/>
                                              </p:val>
                                            </p:tav>
                                            <p:tav tm="100000">
                                              <p:val>
                                                <p:strVal val="#ppt_w"/>
                                              </p:val>
                                            </p:tav>
                                          </p:tavLst>
                                        </p:anim>
                                        <p:anim calcmode="lin" valueType="num">
                                          <p:cBhvr>
                                            <p:cTn id="74" dur="750" fill="hold"/>
                                            <p:tgtEl>
                                              <p:spTgt spid="27"/>
                                            </p:tgtEl>
                                            <p:attrNameLst>
                                              <p:attrName>ppt_h</p:attrName>
                                            </p:attrNameLst>
                                          </p:cBhvr>
                                          <p:tavLst>
                                            <p:tav tm="0">
                                              <p:val>
                                                <p:fltVal val="0"/>
                                              </p:val>
                                            </p:tav>
                                            <p:tav tm="100000">
                                              <p:val>
                                                <p:strVal val="#ppt_h"/>
                                              </p:val>
                                            </p:tav>
                                          </p:tavLst>
                                        </p:anim>
                                        <p:animEffect transition="in" filter="fade">
                                          <p:cBhvr>
                                            <p:cTn id="75" dur="750"/>
                                            <p:tgtEl>
                                              <p:spTgt spid="27"/>
                                            </p:tgtEl>
                                          </p:cBhvr>
                                        </p:animEffect>
                                      </p:childTnLst>
                                    </p:cTn>
                                  </p:par>
                                  <p:par>
                                    <p:cTn id="76" presetID="53" presetClass="entr" presetSubtype="16" fill="hold" grpId="0" nodeType="withEffect">
                                      <p:stCondLst>
                                        <p:cond delay="1250"/>
                                      </p:stCondLst>
                                      <p:childTnLst>
                                        <p:set>
                                          <p:cBhvr>
                                            <p:cTn id="77" dur="1" fill="hold">
                                              <p:stCondLst>
                                                <p:cond delay="0"/>
                                              </p:stCondLst>
                                            </p:cTn>
                                            <p:tgtEl>
                                              <p:spTgt spid="23"/>
                                            </p:tgtEl>
                                            <p:attrNameLst>
                                              <p:attrName>style.visibility</p:attrName>
                                            </p:attrNameLst>
                                          </p:cBhvr>
                                          <p:to>
                                            <p:strVal val="visible"/>
                                          </p:to>
                                        </p:set>
                                        <p:anim calcmode="lin" valueType="num">
                                          <p:cBhvr>
                                            <p:cTn id="78" dur="750" fill="hold"/>
                                            <p:tgtEl>
                                              <p:spTgt spid="23"/>
                                            </p:tgtEl>
                                            <p:attrNameLst>
                                              <p:attrName>ppt_w</p:attrName>
                                            </p:attrNameLst>
                                          </p:cBhvr>
                                          <p:tavLst>
                                            <p:tav tm="0">
                                              <p:val>
                                                <p:fltVal val="0"/>
                                              </p:val>
                                            </p:tav>
                                            <p:tav tm="100000">
                                              <p:val>
                                                <p:strVal val="#ppt_w"/>
                                              </p:val>
                                            </p:tav>
                                          </p:tavLst>
                                        </p:anim>
                                        <p:anim calcmode="lin" valueType="num">
                                          <p:cBhvr>
                                            <p:cTn id="79" dur="750" fill="hold"/>
                                            <p:tgtEl>
                                              <p:spTgt spid="23"/>
                                            </p:tgtEl>
                                            <p:attrNameLst>
                                              <p:attrName>ppt_h</p:attrName>
                                            </p:attrNameLst>
                                          </p:cBhvr>
                                          <p:tavLst>
                                            <p:tav tm="0">
                                              <p:val>
                                                <p:fltVal val="0"/>
                                              </p:val>
                                            </p:tav>
                                            <p:tav tm="100000">
                                              <p:val>
                                                <p:strVal val="#ppt_h"/>
                                              </p:val>
                                            </p:tav>
                                          </p:tavLst>
                                        </p:anim>
                                        <p:animEffect transition="in" filter="fade">
                                          <p:cBhvr>
                                            <p:cTn id="80" dur="750"/>
                                            <p:tgtEl>
                                              <p:spTgt spid="23"/>
                                            </p:tgtEl>
                                          </p:cBhvr>
                                        </p:animEffect>
                                      </p:childTnLst>
                                    </p:cTn>
                                  </p:par>
                                  <p:par>
                                    <p:cTn id="81" presetID="53" presetClass="entr" presetSubtype="16" fill="hold" grpId="0" nodeType="withEffect">
                                      <p:stCondLst>
                                        <p:cond delay="1500"/>
                                      </p:stCondLst>
                                      <p:childTnLst>
                                        <p:set>
                                          <p:cBhvr>
                                            <p:cTn id="82" dur="1" fill="hold">
                                              <p:stCondLst>
                                                <p:cond delay="0"/>
                                              </p:stCondLst>
                                            </p:cTn>
                                            <p:tgtEl>
                                              <p:spTgt spid="36"/>
                                            </p:tgtEl>
                                            <p:attrNameLst>
                                              <p:attrName>style.visibility</p:attrName>
                                            </p:attrNameLst>
                                          </p:cBhvr>
                                          <p:to>
                                            <p:strVal val="visible"/>
                                          </p:to>
                                        </p:set>
                                        <p:anim calcmode="lin" valueType="num">
                                          <p:cBhvr>
                                            <p:cTn id="83" dur="750" fill="hold"/>
                                            <p:tgtEl>
                                              <p:spTgt spid="36"/>
                                            </p:tgtEl>
                                            <p:attrNameLst>
                                              <p:attrName>ppt_w</p:attrName>
                                            </p:attrNameLst>
                                          </p:cBhvr>
                                          <p:tavLst>
                                            <p:tav tm="0">
                                              <p:val>
                                                <p:fltVal val="0"/>
                                              </p:val>
                                            </p:tav>
                                            <p:tav tm="100000">
                                              <p:val>
                                                <p:strVal val="#ppt_w"/>
                                              </p:val>
                                            </p:tav>
                                          </p:tavLst>
                                        </p:anim>
                                        <p:anim calcmode="lin" valueType="num">
                                          <p:cBhvr>
                                            <p:cTn id="84" dur="750" fill="hold"/>
                                            <p:tgtEl>
                                              <p:spTgt spid="36"/>
                                            </p:tgtEl>
                                            <p:attrNameLst>
                                              <p:attrName>ppt_h</p:attrName>
                                            </p:attrNameLst>
                                          </p:cBhvr>
                                          <p:tavLst>
                                            <p:tav tm="0">
                                              <p:val>
                                                <p:fltVal val="0"/>
                                              </p:val>
                                            </p:tav>
                                            <p:tav tm="100000">
                                              <p:val>
                                                <p:strVal val="#ppt_h"/>
                                              </p:val>
                                            </p:tav>
                                          </p:tavLst>
                                        </p:anim>
                                        <p:animEffect transition="in" filter="fade">
                                          <p:cBhvr>
                                            <p:cTn id="85" dur="750"/>
                                            <p:tgtEl>
                                              <p:spTgt spid="36"/>
                                            </p:tgtEl>
                                          </p:cBhvr>
                                        </p:animEffect>
                                      </p:childTnLst>
                                    </p:cTn>
                                  </p:par>
                                  <p:par>
                                    <p:cTn id="86" presetID="10" presetClass="entr" presetSubtype="0" fill="hold" grpId="0" nodeType="withEffect">
                                      <p:stCondLst>
                                        <p:cond delay="250"/>
                                      </p:stCondLst>
                                      <p:childTnLst>
                                        <p:set>
                                          <p:cBhvr>
                                            <p:cTn id="87" dur="1" fill="hold">
                                              <p:stCondLst>
                                                <p:cond delay="0"/>
                                              </p:stCondLst>
                                            </p:cTn>
                                            <p:tgtEl>
                                              <p:spTgt spid="42"/>
                                            </p:tgtEl>
                                            <p:attrNameLst>
                                              <p:attrName>style.visibility</p:attrName>
                                            </p:attrNameLst>
                                          </p:cBhvr>
                                          <p:to>
                                            <p:strVal val="visible"/>
                                          </p:to>
                                        </p:set>
                                        <p:animEffect transition="in" filter="fade">
                                          <p:cBhvr>
                                            <p:cTn id="88" dur="750"/>
                                            <p:tgtEl>
                                              <p:spTgt spid="42"/>
                                            </p:tgtEl>
                                          </p:cBhvr>
                                        </p:animEffect>
                                      </p:childTnLst>
                                    </p:cTn>
                                  </p:par>
                                  <p:par>
                                    <p:cTn id="89" presetID="10" presetClass="entr" presetSubtype="0" fill="hold" grpId="0" nodeType="withEffect">
                                      <p:stCondLst>
                                        <p:cond delay="250"/>
                                      </p:stCondLst>
                                      <p:childTnLst>
                                        <p:set>
                                          <p:cBhvr>
                                            <p:cTn id="90" dur="1" fill="hold">
                                              <p:stCondLst>
                                                <p:cond delay="0"/>
                                              </p:stCondLst>
                                            </p:cTn>
                                            <p:tgtEl>
                                              <p:spTgt spid="51"/>
                                            </p:tgtEl>
                                            <p:attrNameLst>
                                              <p:attrName>style.visibility</p:attrName>
                                            </p:attrNameLst>
                                          </p:cBhvr>
                                          <p:to>
                                            <p:strVal val="visible"/>
                                          </p:to>
                                        </p:set>
                                        <p:animEffect transition="in" filter="fade">
                                          <p:cBhvr>
                                            <p:cTn id="91" dur="750"/>
                                            <p:tgtEl>
                                              <p:spTgt spid="51"/>
                                            </p:tgtEl>
                                          </p:cBhvr>
                                        </p:animEffect>
                                      </p:childTnLst>
                                    </p:cTn>
                                  </p:par>
                                  <p:par>
                                    <p:cTn id="92" presetID="10" presetClass="entr" presetSubtype="0" fill="hold" grpId="0" nodeType="withEffect">
                                      <p:stCondLst>
                                        <p:cond delay="500"/>
                                      </p:stCondLst>
                                      <p:childTnLst>
                                        <p:set>
                                          <p:cBhvr>
                                            <p:cTn id="93" dur="1" fill="hold">
                                              <p:stCondLst>
                                                <p:cond delay="0"/>
                                              </p:stCondLst>
                                            </p:cTn>
                                            <p:tgtEl>
                                              <p:spTgt spid="52"/>
                                            </p:tgtEl>
                                            <p:attrNameLst>
                                              <p:attrName>style.visibility</p:attrName>
                                            </p:attrNameLst>
                                          </p:cBhvr>
                                          <p:to>
                                            <p:strVal val="visible"/>
                                          </p:to>
                                        </p:set>
                                        <p:animEffect transition="in" filter="fade">
                                          <p:cBhvr>
                                            <p:cTn id="94" dur="750"/>
                                            <p:tgtEl>
                                              <p:spTgt spid="52"/>
                                            </p:tgtEl>
                                          </p:cBhvr>
                                        </p:animEffect>
                                      </p:childTnLst>
                                    </p:cTn>
                                  </p:par>
                                  <p:par>
                                    <p:cTn id="95" presetID="10" presetClass="entr" presetSubtype="0" fill="hold" grpId="0" nodeType="withEffect">
                                      <p:stCondLst>
                                        <p:cond delay="50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750"/>
                                            <p:tgtEl>
                                              <p:spTgt spid="41"/>
                                            </p:tgtEl>
                                          </p:cBhvr>
                                        </p:animEffect>
                                      </p:childTnLst>
                                    </p:cTn>
                                  </p:par>
                                  <p:par>
                                    <p:cTn id="98" presetID="10" presetClass="entr" presetSubtype="0" fill="hold" grpId="0" nodeType="withEffect">
                                      <p:stCondLst>
                                        <p:cond delay="750"/>
                                      </p:stCondLst>
                                      <p:childTnLst>
                                        <p:set>
                                          <p:cBhvr>
                                            <p:cTn id="99" dur="1" fill="hold">
                                              <p:stCondLst>
                                                <p:cond delay="0"/>
                                              </p:stCondLst>
                                            </p:cTn>
                                            <p:tgtEl>
                                              <p:spTgt spid="40"/>
                                            </p:tgtEl>
                                            <p:attrNameLst>
                                              <p:attrName>style.visibility</p:attrName>
                                            </p:attrNameLst>
                                          </p:cBhvr>
                                          <p:to>
                                            <p:strVal val="visible"/>
                                          </p:to>
                                        </p:set>
                                        <p:animEffect transition="in" filter="fade">
                                          <p:cBhvr>
                                            <p:cTn id="100" dur="750"/>
                                            <p:tgtEl>
                                              <p:spTgt spid="40"/>
                                            </p:tgtEl>
                                          </p:cBhvr>
                                        </p:animEffect>
                                      </p:childTnLst>
                                    </p:cTn>
                                  </p:par>
                                  <p:par>
                                    <p:cTn id="101" presetID="10" presetClass="entr" presetSubtype="0" fill="hold" grpId="0" nodeType="withEffect">
                                      <p:stCondLst>
                                        <p:cond delay="750"/>
                                      </p:stCondLst>
                                      <p:childTnLst>
                                        <p:set>
                                          <p:cBhvr>
                                            <p:cTn id="102" dur="1" fill="hold">
                                              <p:stCondLst>
                                                <p:cond delay="0"/>
                                              </p:stCondLst>
                                            </p:cTn>
                                            <p:tgtEl>
                                              <p:spTgt spid="55"/>
                                            </p:tgtEl>
                                            <p:attrNameLst>
                                              <p:attrName>style.visibility</p:attrName>
                                            </p:attrNameLst>
                                          </p:cBhvr>
                                          <p:to>
                                            <p:strVal val="visible"/>
                                          </p:to>
                                        </p:set>
                                        <p:animEffect transition="in" filter="fade">
                                          <p:cBhvr>
                                            <p:cTn id="103" dur="750"/>
                                            <p:tgtEl>
                                              <p:spTgt spid="55"/>
                                            </p:tgtEl>
                                          </p:cBhvr>
                                        </p:animEffect>
                                      </p:childTnLst>
                                    </p:cTn>
                                  </p:par>
                                  <p:par>
                                    <p:cTn id="104" presetID="10" presetClass="entr" presetSubtype="0" fill="hold" grpId="0" nodeType="withEffect">
                                      <p:stCondLst>
                                        <p:cond delay="1000"/>
                                      </p:stCondLst>
                                      <p:childTnLst>
                                        <p:set>
                                          <p:cBhvr>
                                            <p:cTn id="105" dur="1" fill="hold">
                                              <p:stCondLst>
                                                <p:cond delay="0"/>
                                              </p:stCondLst>
                                            </p:cTn>
                                            <p:tgtEl>
                                              <p:spTgt spid="56"/>
                                            </p:tgtEl>
                                            <p:attrNameLst>
                                              <p:attrName>style.visibility</p:attrName>
                                            </p:attrNameLst>
                                          </p:cBhvr>
                                          <p:to>
                                            <p:strVal val="visible"/>
                                          </p:to>
                                        </p:set>
                                        <p:animEffect transition="in" filter="fade">
                                          <p:cBhvr>
                                            <p:cTn id="106" dur="750"/>
                                            <p:tgtEl>
                                              <p:spTgt spid="56"/>
                                            </p:tgtEl>
                                          </p:cBhvr>
                                        </p:animEffect>
                                      </p:childTnLst>
                                    </p:cTn>
                                  </p:par>
                                  <p:par>
                                    <p:cTn id="107" presetID="10" presetClass="entr" presetSubtype="0" fill="hold" grpId="0" nodeType="withEffect">
                                      <p:stCondLst>
                                        <p:cond delay="1000"/>
                                      </p:stCondLst>
                                      <p:childTnLst>
                                        <p:set>
                                          <p:cBhvr>
                                            <p:cTn id="108" dur="1" fill="hold">
                                              <p:stCondLst>
                                                <p:cond delay="0"/>
                                              </p:stCondLst>
                                            </p:cTn>
                                            <p:tgtEl>
                                              <p:spTgt spid="39"/>
                                            </p:tgtEl>
                                            <p:attrNameLst>
                                              <p:attrName>style.visibility</p:attrName>
                                            </p:attrNameLst>
                                          </p:cBhvr>
                                          <p:to>
                                            <p:strVal val="visible"/>
                                          </p:to>
                                        </p:set>
                                        <p:animEffect transition="in" filter="fade">
                                          <p:cBhvr>
                                            <p:cTn id="109" dur="750"/>
                                            <p:tgtEl>
                                              <p:spTgt spid="39"/>
                                            </p:tgtEl>
                                          </p:cBhvr>
                                        </p:animEffect>
                                      </p:childTnLst>
                                    </p:cTn>
                                  </p:par>
                                  <p:par>
                                    <p:cTn id="110" presetID="10" presetClass="entr" presetSubtype="0" fill="hold" grpId="0" nodeType="withEffect">
                                      <p:stCondLst>
                                        <p:cond delay="1250"/>
                                      </p:stCondLst>
                                      <p:childTnLst>
                                        <p:set>
                                          <p:cBhvr>
                                            <p:cTn id="111" dur="1" fill="hold">
                                              <p:stCondLst>
                                                <p:cond delay="0"/>
                                              </p:stCondLst>
                                            </p:cTn>
                                            <p:tgtEl>
                                              <p:spTgt spid="57"/>
                                            </p:tgtEl>
                                            <p:attrNameLst>
                                              <p:attrName>style.visibility</p:attrName>
                                            </p:attrNameLst>
                                          </p:cBhvr>
                                          <p:to>
                                            <p:strVal val="visible"/>
                                          </p:to>
                                        </p:set>
                                        <p:animEffect transition="in" filter="fade">
                                          <p:cBhvr>
                                            <p:cTn id="112" dur="750"/>
                                            <p:tgtEl>
                                              <p:spTgt spid="57"/>
                                            </p:tgtEl>
                                          </p:cBhvr>
                                        </p:animEffect>
                                      </p:childTnLst>
                                    </p:cTn>
                                  </p:par>
                                  <p:par>
                                    <p:cTn id="113" presetID="10" presetClass="entr" presetSubtype="0" fill="hold" grpId="0" nodeType="withEffect">
                                      <p:stCondLst>
                                        <p:cond delay="1250"/>
                                      </p:stCondLst>
                                      <p:childTnLst>
                                        <p:set>
                                          <p:cBhvr>
                                            <p:cTn id="114" dur="1" fill="hold">
                                              <p:stCondLst>
                                                <p:cond delay="0"/>
                                              </p:stCondLst>
                                            </p:cTn>
                                            <p:tgtEl>
                                              <p:spTgt spid="38"/>
                                            </p:tgtEl>
                                            <p:attrNameLst>
                                              <p:attrName>style.visibility</p:attrName>
                                            </p:attrNameLst>
                                          </p:cBhvr>
                                          <p:to>
                                            <p:strVal val="visible"/>
                                          </p:to>
                                        </p:set>
                                        <p:animEffect transition="in" filter="fade">
                                          <p:cBhvr>
                                            <p:cTn id="115" dur="750"/>
                                            <p:tgtEl>
                                              <p:spTgt spid="38"/>
                                            </p:tgtEl>
                                          </p:cBhvr>
                                        </p:animEffect>
                                      </p:childTnLst>
                                    </p:cTn>
                                  </p:par>
                                  <p:par>
                                    <p:cTn id="116" presetID="10" presetClass="entr" presetSubtype="0" fill="hold" grpId="0" nodeType="withEffect">
                                      <p:stCondLst>
                                        <p:cond delay="1500"/>
                                      </p:stCondLst>
                                      <p:childTnLst>
                                        <p:set>
                                          <p:cBhvr>
                                            <p:cTn id="117" dur="1" fill="hold">
                                              <p:stCondLst>
                                                <p:cond delay="0"/>
                                              </p:stCondLst>
                                            </p:cTn>
                                            <p:tgtEl>
                                              <p:spTgt spid="58"/>
                                            </p:tgtEl>
                                            <p:attrNameLst>
                                              <p:attrName>style.visibility</p:attrName>
                                            </p:attrNameLst>
                                          </p:cBhvr>
                                          <p:to>
                                            <p:strVal val="visible"/>
                                          </p:to>
                                        </p:set>
                                        <p:animEffect transition="in" filter="fade">
                                          <p:cBhvr>
                                            <p:cTn id="118" dur="750"/>
                                            <p:tgtEl>
                                              <p:spTgt spid="58"/>
                                            </p:tgtEl>
                                          </p:cBhvr>
                                        </p:animEffect>
                                      </p:childTnLst>
                                    </p:cTn>
                                  </p:par>
                                  <p:par>
                                    <p:cTn id="119" presetID="10" presetClass="entr" presetSubtype="0" fill="hold" grpId="0" nodeType="withEffect">
                                      <p:stCondLst>
                                        <p:cond delay="1500"/>
                                      </p:stCondLst>
                                      <p:childTnLst>
                                        <p:set>
                                          <p:cBhvr>
                                            <p:cTn id="120" dur="1" fill="hold">
                                              <p:stCondLst>
                                                <p:cond delay="0"/>
                                              </p:stCondLst>
                                            </p:cTn>
                                            <p:tgtEl>
                                              <p:spTgt spid="37"/>
                                            </p:tgtEl>
                                            <p:attrNameLst>
                                              <p:attrName>style.visibility</p:attrName>
                                            </p:attrNameLst>
                                          </p:cBhvr>
                                          <p:to>
                                            <p:strVal val="visible"/>
                                          </p:to>
                                        </p:set>
                                        <p:animEffect transition="in" filter="fade">
                                          <p:cBhvr>
                                            <p:cTn id="121" dur="75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7" grpId="0" animBg="1"/>
          <p:bldP spid="8" grpId="0" animBg="1"/>
          <p:bldP spid="9" grpId="0" animBg="1"/>
          <p:bldP spid="10" grpId="0" animBg="1"/>
          <p:bldP spid="11" grpId="0" animBg="1"/>
          <p:bldP spid="6" grpId="0" animBg="1"/>
          <p:bldP spid="15" grpId="0" animBg="1"/>
          <p:bldP spid="19" grpId="0" animBg="1"/>
          <p:bldP spid="23" grpId="0" animBg="1"/>
          <p:bldP spid="27" grpId="0" animBg="1"/>
          <p:bldP spid="31" grpId="0" animBg="1"/>
          <p:bldP spid="36" grpId="0" animBg="1"/>
          <p:bldP spid="37" grpId="0"/>
          <p:bldP spid="38" grpId="0"/>
          <p:bldP spid="39" grpId="0"/>
          <p:bldP spid="40" grpId="0"/>
          <p:bldP spid="41" grpId="0"/>
          <p:bldP spid="42" grpId="0"/>
          <p:bldP spid="51" grpId="0"/>
          <p:bldP spid="52" grpId="0"/>
          <p:bldP spid="55" grpId="0"/>
          <p:bldP spid="56" grpId="0"/>
          <p:bldP spid="57" grpId="0"/>
          <p:bldP spid="5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fill="hold"/>
                                            <p:tgtEl>
                                              <p:spTgt spid="11"/>
                                            </p:tgtEl>
                                            <p:attrNameLst>
                                              <p:attrName>ppt_x</p:attrName>
                                            </p:attrNameLst>
                                          </p:cBhvr>
                                          <p:tavLst>
                                            <p:tav tm="0">
                                              <p:val>
                                                <p:strVal val="#ppt_x"/>
                                              </p:val>
                                            </p:tav>
                                            <p:tav tm="100000">
                                              <p:val>
                                                <p:strVal val="#ppt_x"/>
                                              </p:val>
                                            </p:tav>
                                          </p:tavLst>
                                        </p:anim>
                                        <p:anim calcmode="lin" valueType="num">
                                          <p:cBhvr additive="base">
                                            <p:cTn id="8" dur="10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25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000" fill="hold"/>
                                            <p:tgtEl>
                                              <p:spTgt spid="10"/>
                                            </p:tgtEl>
                                            <p:attrNameLst>
                                              <p:attrName>ppt_x</p:attrName>
                                            </p:attrNameLst>
                                          </p:cBhvr>
                                          <p:tavLst>
                                            <p:tav tm="0">
                                              <p:val>
                                                <p:strVal val="#ppt_x"/>
                                              </p:val>
                                            </p:tav>
                                            <p:tav tm="100000">
                                              <p:val>
                                                <p:strVal val="#ppt_x"/>
                                              </p:val>
                                            </p:tav>
                                          </p:tavLst>
                                        </p:anim>
                                        <p:anim calcmode="lin" valueType="num">
                                          <p:cBhvr additive="base">
                                            <p:cTn id="12" dur="1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5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000" fill="hold"/>
                                            <p:tgtEl>
                                              <p:spTgt spid="9"/>
                                            </p:tgtEl>
                                            <p:attrNameLst>
                                              <p:attrName>ppt_x</p:attrName>
                                            </p:attrNameLst>
                                          </p:cBhvr>
                                          <p:tavLst>
                                            <p:tav tm="0">
                                              <p:val>
                                                <p:strVal val="#ppt_x"/>
                                              </p:val>
                                            </p:tav>
                                            <p:tav tm="100000">
                                              <p:val>
                                                <p:strVal val="#ppt_x"/>
                                              </p:val>
                                            </p:tav>
                                          </p:tavLst>
                                        </p:anim>
                                        <p:anim calcmode="lin" valueType="num">
                                          <p:cBhvr additive="base">
                                            <p:cTn id="16" dur="10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75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25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1000" fill="hold"/>
                                            <p:tgtEl>
                                              <p:spTgt spid="32"/>
                                            </p:tgtEl>
                                            <p:attrNameLst>
                                              <p:attrName>ppt_x</p:attrName>
                                            </p:attrNameLst>
                                          </p:cBhvr>
                                          <p:tavLst>
                                            <p:tav tm="0">
                                              <p:val>
                                                <p:strVal val="#ppt_x"/>
                                              </p:val>
                                            </p:tav>
                                            <p:tav tm="100000">
                                              <p:val>
                                                <p:strVal val="#ppt_x"/>
                                              </p:val>
                                            </p:tav>
                                          </p:tavLst>
                                        </p:anim>
                                        <p:anim calcmode="lin" valueType="num">
                                          <p:cBhvr additive="base">
                                            <p:cTn id="28" dur="1000" fill="hold"/>
                                            <p:tgtEl>
                                              <p:spTgt spid="32"/>
                                            </p:tgtEl>
                                            <p:attrNameLst>
                                              <p:attrName>ppt_y</p:attrName>
                                            </p:attrNameLst>
                                          </p:cBhvr>
                                          <p:tavLst>
                                            <p:tav tm="0">
                                              <p:val>
                                                <p:strVal val="1+#ppt_h/2"/>
                                              </p:val>
                                            </p:tav>
                                            <p:tav tm="100000">
                                              <p:val>
                                                <p:strVal val="#ppt_y"/>
                                              </p:val>
                                            </p:tav>
                                          </p:tavLst>
                                        </p:anim>
                                      </p:childTnLst>
                                    </p:cTn>
                                  </p:par>
                                  <p:par>
                                    <p:cTn id="29" presetID="22" presetClass="entr" presetSubtype="8" fill="hold" grpId="0" nodeType="withEffect">
                                      <p:stCondLst>
                                        <p:cond delay="1000"/>
                                      </p:stCondLst>
                                      <p:childTnLst>
                                        <p:set>
                                          <p:cBhvr>
                                            <p:cTn id="30" dur="1" fill="hold">
                                              <p:stCondLst>
                                                <p:cond delay="0"/>
                                              </p:stCondLst>
                                            </p:cTn>
                                            <p:tgtEl>
                                              <p:spTgt spid="6"/>
                                            </p:tgtEl>
                                            <p:attrNameLst>
                                              <p:attrName>style.visibility</p:attrName>
                                            </p:attrNameLst>
                                          </p:cBhvr>
                                          <p:to>
                                            <p:strVal val="visible"/>
                                          </p:to>
                                        </p:set>
                                        <p:animEffect transition="in" filter="wipe(left)">
                                          <p:cBhvr>
                                            <p:cTn id="31" dur="1250"/>
                                            <p:tgtEl>
                                              <p:spTgt spid="6"/>
                                            </p:tgtEl>
                                          </p:cBhvr>
                                        </p:animEffect>
                                      </p:childTnLst>
                                    </p:cTn>
                                  </p:par>
                                  <p:par>
                                    <p:cTn id="32" presetID="2" presetClass="entr" presetSubtype="1" fill="hold" nodeType="withEffect">
                                      <p:stCondLst>
                                        <p:cond delay="0"/>
                                      </p:stCondLst>
                                      <p:childTnLst>
                                        <p:set>
                                          <p:cBhvr>
                                            <p:cTn id="33" dur="1" fill="hold">
                                              <p:stCondLst>
                                                <p:cond delay="0"/>
                                              </p:stCondLst>
                                            </p:cTn>
                                            <p:tgtEl>
                                              <p:spTgt spid="50"/>
                                            </p:tgtEl>
                                            <p:attrNameLst>
                                              <p:attrName>style.visibility</p:attrName>
                                            </p:attrNameLst>
                                          </p:cBhvr>
                                          <p:to>
                                            <p:strVal val="visible"/>
                                          </p:to>
                                        </p:set>
                                        <p:anim calcmode="lin" valueType="num">
                                          <p:cBhvr additive="base">
                                            <p:cTn id="34" dur="1000" fill="hold"/>
                                            <p:tgtEl>
                                              <p:spTgt spid="50"/>
                                            </p:tgtEl>
                                            <p:attrNameLst>
                                              <p:attrName>ppt_x</p:attrName>
                                            </p:attrNameLst>
                                          </p:cBhvr>
                                          <p:tavLst>
                                            <p:tav tm="0">
                                              <p:val>
                                                <p:strVal val="#ppt_x"/>
                                              </p:val>
                                            </p:tav>
                                            <p:tav tm="100000">
                                              <p:val>
                                                <p:strVal val="#ppt_x"/>
                                              </p:val>
                                            </p:tav>
                                          </p:tavLst>
                                        </p:anim>
                                        <p:anim calcmode="lin" valueType="num">
                                          <p:cBhvr additive="base">
                                            <p:cTn id="35" dur="1000" fill="hold"/>
                                            <p:tgtEl>
                                              <p:spTgt spid="50"/>
                                            </p:tgtEl>
                                            <p:attrNameLst>
                                              <p:attrName>ppt_y</p:attrName>
                                            </p:attrNameLst>
                                          </p:cBhvr>
                                          <p:tavLst>
                                            <p:tav tm="0">
                                              <p:val>
                                                <p:strVal val="0-#ppt_h/2"/>
                                              </p:val>
                                            </p:tav>
                                            <p:tav tm="100000">
                                              <p:val>
                                                <p:strVal val="#ppt_y"/>
                                              </p:val>
                                            </p:tav>
                                          </p:tavLst>
                                        </p:anim>
                                      </p:childTnLst>
                                    </p:cTn>
                                  </p:par>
                                  <p:par>
                                    <p:cTn id="36" presetID="2" presetClass="entr" presetSubtype="1" fill="hold" nodeType="withEffect">
                                      <p:stCondLst>
                                        <p:cond delay="250"/>
                                      </p:stCondLst>
                                      <p:childTnLst>
                                        <p:set>
                                          <p:cBhvr>
                                            <p:cTn id="37" dur="1" fill="hold">
                                              <p:stCondLst>
                                                <p:cond delay="0"/>
                                              </p:stCondLst>
                                            </p:cTn>
                                            <p:tgtEl>
                                              <p:spTgt spid="49"/>
                                            </p:tgtEl>
                                            <p:attrNameLst>
                                              <p:attrName>style.visibility</p:attrName>
                                            </p:attrNameLst>
                                          </p:cBhvr>
                                          <p:to>
                                            <p:strVal val="visible"/>
                                          </p:to>
                                        </p:set>
                                        <p:anim calcmode="lin" valueType="num">
                                          <p:cBhvr additive="base">
                                            <p:cTn id="38" dur="1000" fill="hold"/>
                                            <p:tgtEl>
                                              <p:spTgt spid="49"/>
                                            </p:tgtEl>
                                            <p:attrNameLst>
                                              <p:attrName>ppt_x</p:attrName>
                                            </p:attrNameLst>
                                          </p:cBhvr>
                                          <p:tavLst>
                                            <p:tav tm="0">
                                              <p:val>
                                                <p:strVal val="#ppt_x"/>
                                              </p:val>
                                            </p:tav>
                                            <p:tav tm="100000">
                                              <p:val>
                                                <p:strVal val="#ppt_x"/>
                                              </p:val>
                                            </p:tav>
                                          </p:tavLst>
                                        </p:anim>
                                        <p:anim calcmode="lin" valueType="num">
                                          <p:cBhvr additive="base">
                                            <p:cTn id="39" dur="1000" fill="hold"/>
                                            <p:tgtEl>
                                              <p:spTgt spid="49"/>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stCondLst>
                                        <p:cond delay="500"/>
                                      </p:stCondLst>
                                      <p:childTnLst>
                                        <p:set>
                                          <p:cBhvr>
                                            <p:cTn id="41" dur="1" fill="hold">
                                              <p:stCondLst>
                                                <p:cond delay="0"/>
                                              </p:stCondLst>
                                            </p:cTn>
                                            <p:tgtEl>
                                              <p:spTgt spid="48"/>
                                            </p:tgtEl>
                                            <p:attrNameLst>
                                              <p:attrName>style.visibility</p:attrName>
                                            </p:attrNameLst>
                                          </p:cBhvr>
                                          <p:to>
                                            <p:strVal val="visible"/>
                                          </p:to>
                                        </p:set>
                                        <p:anim calcmode="lin" valueType="num">
                                          <p:cBhvr additive="base">
                                            <p:cTn id="42" dur="1000" fill="hold"/>
                                            <p:tgtEl>
                                              <p:spTgt spid="48"/>
                                            </p:tgtEl>
                                            <p:attrNameLst>
                                              <p:attrName>ppt_x</p:attrName>
                                            </p:attrNameLst>
                                          </p:cBhvr>
                                          <p:tavLst>
                                            <p:tav tm="0">
                                              <p:val>
                                                <p:strVal val="#ppt_x"/>
                                              </p:val>
                                            </p:tav>
                                            <p:tav tm="100000">
                                              <p:val>
                                                <p:strVal val="#ppt_x"/>
                                              </p:val>
                                            </p:tav>
                                          </p:tavLst>
                                        </p:anim>
                                        <p:anim calcmode="lin" valueType="num">
                                          <p:cBhvr additive="base">
                                            <p:cTn id="43" dur="1000" fill="hold"/>
                                            <p:tgtEl>
                                              <p:spTgt spid="48"/>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stCondLst>
                                        <p:cond delay="750"/>
                                      </p:stCondLst>
                                      <p:childTnLst>
                                        <p:set>
                                          <p:cBhvr>
                                            <p:cTn id="45" dur="1" fill="hold">
                                              <p:stCondLst>
                                                <p:cond delay="0"/>
                                              </p:stCondLst>
                                            </p:cTn>
                                            <p:tgtEl>
                                              <p:spTgt spid="47"/>
                                            </p:tgtEl>
                                            <p:attrNameLst>
                                              <p:attrName>style.visibility</p:attrName>
                                            </p:attrNameLst>
                                          </p:cBhvr>
                                          <p:to>
                                            <p:strVal val="visible"/>
                                          </p:to>
                                        </p:set>
                                        <p:anim calcmode="lin" valueType="num">
                                          <p:cBhvr additive="base">
                                            <p:cTn id="46" dur="1000" fill="hold"/>
                                            <p:tgtEl>
                                              <p:spTgt spid="47"/>
                                            </p:tgtEl>
                                            <p:attrNameLst>
                                              <p:attrName>ppt_x</p:attrName>
                                            </p:attrNameLst>
                                          </p:cBhvr>
                                          <p:tavLst>
                                            <p:tav tm="0">
                                              <p:val>
                                                <p:strVal val="#ppt_x"/>
                                              </p:val>
                                            </p:tav>
                                            <p:tav tm="100000">
                                              <p:val>
                                                <p:strVal val="#ppt_x"/>
                                              </p:val>
                                            </p:tav>
                                          </p:tavLst>
                                        </p:anim>
                                        <p:anim calcmode="lin" valueType="num">
                                          <p:cBhvr additive="base">
                                            <p:cTn id="47" dur="1000" fill="hold"/>
                                            <p:tgtEl>
                                              <p:spTgt spid="47"/>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stCondLst>
                                        <p:cond delay="1000"/>
                                      </p:stCondLst>
                                      <p:childTnLst>
                                        <p:set>
                                          <p:cBhvr>
                                            <p:cTn id="49" dur="1" fill="hold">
                                              <p:stCondLst>
                                                <p:cond delay="0"/>
                                              </p:stCondLst>
                                            </p:cTn>
                                            <p:tgtEl>
                                              <p:spTgt spid="46"/>
                                            </p:tgtEl>
                                            <p:attrNameLst>
                                              <p:attrName>style.visibility</p:attrName>
                                            </p:attrNameLst>
                                          </p:cBhvr>
                                          <p:to>
                                            <p:strVal val="visible"/>
                                          </p:to>
                                        </p:set>
                                        <p:anim calcmode="lin" valueType="num">
                                          <p:cBhvr additive="base">
                                            <p:cTn id="50" dur="1000" fill="hold"/>
                                            <p:tgtEl>
                                              <p:spTgt spid="46"/>
                                            </p:tgtEl>
                                            <p:attrNameLst>
                                              <p:attrName>ppt_x</p:attrName>
                                            </p:attrNameLst>
                                          </p:cBhvr>
                                          <p:tavLst>
                                            <p:tav tm="0">
                                              <p:val>
                                                <p:strVal val="#ppt_x"/>
                                              </p:val>
                                            </p:tav>
                                            <p:tav tm="100000">
                                              <p:val>
                                                <p:strVal val="#ppt_x"/>
                                              </p:val>
                                            </p:tav>
                                          </p:tavLst>
                                        </p:anim>
                                        <p:anim calcmode="lin" valueType="num">
                                          <p:cBhvr additive="base">
                                            <p:cTn id="51" dur="1000" fill="hold"/>
                                            <p:tgtEl>
                                              <p:spTgt spid="46"/>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stCondLst>
                                        <p:cond delay="1250"/>
                                      </p:stCondLst>
                                      <p:childTnLst>
                                        <p:set>
                                          <p:cBhvr>
                                            <p:cTn id="53" dur="1" fill="hold">
                                              <p:stCondLst>
                                                <p:cond delay="0"/>
                                              </p:stCondLst>
                                            </p:cTn>
                                            <p:tgtEl>
                                              <p:spTgt spid="45"/>
                                            </p:tgtEl>
                                            <p:attrNameLst>
                                              <p:attrName>style.visibility</p:attrName>
                                            </p:attrNameLst>
                                          </p:cBhvr>
                                          <p:to>
                                            <p:strVal val="visible"/>
                                          </p:to>
                                        </p:set>
                                        <p:anim calcmode="lin" valueType="num">
                                          <p:cBhvr additive="base">
                                            <p:cTn id="54" dur="1000" fill="hold"/>
                                            <p:tgtEl>
                                              <p:spTgt spid="45"/>
                                            </p:tgtEl>
                                            <p:attrNameLst>
                                              <p:attrName>ppt_x</p:attrName>
                                            </p:attrNameLst>
                                          </p:cBhvr>
                                          <p:tavLst>
                                            <p:tav tm="0">
                                              <p:val>
                                                <p:strVal val="#ppt_x"/>
                                              </p:val>
                                            </p:tav>
                                            <p:tav tm="100000">
                                              <p:val>
                                                <p:strVal val="#ppt_x"/>
                                              </p:val>
                                            </p:tav>
                                          </p:tavLst>
                                        </p:anim>
                                        <p:anim calcmode="lin" valueType="num">
                                          <p:cBhvr additive="base">
                                            <p:cTn id="55" dur="1000" fill="hold"/>
                                            <p:tgtEl>
                                              <p:spTgt spid="45"/>
                                            </p:tgtEl>
                                            <p:attrNameLst>
                                              <p:attrName>ppt_y</p:attrName>
                                            </p:attrNameLst>
                                          </p:cBhvr>
                                          <p:tavLst>
                                            <p:tav tm="0">
                                              <p:val>
                                                <p:strVal val="0-#ppt_h/2"/>
                                              </p:val>
                                            </p:tav>
                                            <p:tav tm="100000">
                                              <p:val>
                                                <p:strVal val="#ppt_y"/>
                                              </p:val>
                                            </p:tav>
                                          </p:tavLst>
                                        </p:anim>
                                      </p:childTnLst>
                                    </p:cTn>
                                  </p:par>
                                  <p:par>
                                    <p:cTn id="56" presetID="53" presetClass="entr" presetSubtype="16" fill="hold" grpId="0" nodeType="withEffect">
                                      <p:stCondLst>
                                        <p:cond delay="250"/>
                                      </p:stCondLst>
                                      <p:childTnLst>
                                        <p:set>
                                          <p:cBhvr>
                                            <p:cTn id="57" dur="1" fill="hold">
                                              <p:stCondLst>
                                                <p:cond delay="0"/>
                                              </p:stCondLst>
                                            </p:cTn>
                                            <p:tgtEl>
                                              <p:spTgt spid="31"/>
                                            </p:tgtEl>
                                            <p:attrNameLst>
                                              <p:attrName>style.visibility</p:attrName>
                                            </p:attrNameLst>
                                          </p:cBhvr>
                                          <p:to>
                                            <p:strVal val="visible"/>
                                          </p:to>
                                        </p:set>
                                        <p:anim calcmode="lin" valueType="num">
                                          <p:cBhvr>
                                            <p:cTn id="58" dur="750" fill="hold"/>
                                            <p:tgtEl>
                                              <p:spTgt spid="31"/>
                                            </p:tgtEl>
                                            <p:attrNameLst>
                                              <p:attrName>ppt_w</p:attrName>
                                            </p:attrNameLst>
                                          </p:cBhvr>
                                          <p:tavLst>
                                            <p:tav tm="0">
                                              <p:val>
                                                <p:fltVal val="0"/>
                                              </p:val>
                                            </p:tav>
                                            <p:tav tm="100000">
                                              <p:val>
                                                <p:strVal val="#ppt_w"/>
                                              </p:val>
                                            </p:tav>
                                          </p:tavLst>
                                        </p:anim>
                                        <p:anim calcmode="lin" valueType="num">
                                          <p:cBhvr>
                                            <p:cTn id="59" dur="750" fill="hold"/>
                                            <p:tgtEl>
                                              <p:spTgt spid="31"/>
                                            </p:tgtEl>
                                            <p:attrNameLst>
                                              <p:attrName>ppt_h</p:attrName>
                                            </p:attrNameLst>
                                          </p:cBhvr>
                                          <p:tavLst>
                                            <p:tav tm="0">
                                              <p:val>
                                                <p:fltVal val="0"/>
                                              </p:val>
                                            </p:tav>
                                            <p:tav tm="100000">
                                              <p:val>
                                                <p:strVal val="#ppt_h"/>
                                              </p:val>
                                            </p:tav>
                                          </p:tavLst>
                                        </p:anim>
                                        <p:animEffect transition="in" filter="fade">
                                          <p:cBhvr>
                                            <p:cTn id="60" dur="750"/>
                                            <p:tgtEl>
                                              <p:spTgt spid="31"/>
                                            </p:tgtEl>
                                          </p:cBhvr>
                                        </p:animEffect>
                                      </p:childTnLst>
                                    </p:cTn>
                                  </p:par>
                                  <p:par>
                                    <p:cTn id="61" presetID="53" presetClass="entr" presetSubtype="16" fill="hold" grpId="0" nodeType="withEffect">
                                      <p:stCondLst>
                                        <p:cond delay="500"/>
                                      </p:stCondLst>
                                      <p:childTnLst>
                                        <p:set>
                                          <p:cBhvr>
                                            <p:cTn id="62" dur="1" fill="hold">
                                              <p:stCondLst>
                                                <p:cond delay="0"/>
                                              </p:stCondLst>
                                            </p:cTn>
                                            <p:tgtEl>
                                              <p:spTgt spid="15"/>
                                            </p:tgtEl>
                                            <p:attrNameLst>
                                              <p:attrName>style.visibility</p:attrName>
                                            </p:attrNameLst>
                                          </p:cBhvr>
                                          <p:to>
                                            <p:strVal val="visible"/>
                                          </p:to>
                                        </p:set>
                                        <p:anim calcmode="lin" valueType="num">
                                          <p:cBhvr>
                                            <p:cTn id="63" dur="750" fill="hold"/>
                                            <p:tgtEl>
                                              <p:spTgt spid="15"/>
                                            </p:tgtEl>
                                            <p:attrNameLst>
                                              <p:attrName>ppt_w</p:attrName>
                                            </p:attrNameLst>
                                          </p:cBhvr>
                                          <p:tavLst>
                                            <p:tav tm="0">
                                              <p:val>
                                                <p:fltVal val="0"/>
                                              </p:val>
                                            </p:tav>
                                            <p:tav tm="100000">
                                              <p:val>
                                                <p:strVal val="#ppt_w"/>
                                              </p:val>
                                            </p:tav>
                                          </p:tavLst>
                                        </p:anim>
                                        <p:anim calcmode="lin" valueType="num">
                                          <p:cBhvr>
                                            <p:cTn id="64" dur="750" fill="hold"/>
                                            <p:tgtEl>
                                              <p:spTgt spid="15"/>
                                            </p:tgtEl>
                                            <p:attrNameLst>
                                              <p:attrName>ppt_h</p:attrName>
                                            </p:attrNameLst>
                                          </p:cBhvr>
                                          <p:tavLst>
                                            <p:tav tm="0">
                                              <p:val>
                                                <p:fltVal val="0"/>
                                              </p:val>
                                            </p:tav>
                                            <p:tav tm="100000">
                                              <p:val>
                                                <p:strVal val="#ppt_h"/>
                                              </p:val>
                                            </p:tav>
                                          </p:tavLst>
                                        </p:anim>
                                        <p:animEffect transition="in" filter="fade">
                                          <p:cBhvr>
                                            <p:cTn id="65" dur="750"/>
                                            <p:tgtEl>
                                              <p:spTgt spid="15"/>
                                            </p:tgtEl>
                                          </p:cBhvr>
                                        </p:animEffect>
                                      </p:childTnLst>
                                    </p:cTn>
                                  </p:par>
                                  <p:par>
                                    <p:cTn id="66" presetID="53" presetClass="entr" presetSubtype="16" fill="hold" grpId="0" nodeType="withEffect">
                                      <p:stCondLst>
                                        <p:cond delay="750"/>
                                      </p:stCondLst>
                                      <p:childTnLst>
                                        <p:set>
                                          <p:cBhvr>
                                            <p:cTn id="67" dur="1" fill="hold">
                                              <p:stCondLst>
                                                <p:cond delay="0"/>
                                              </p:stCondLst>
                                            </p:cTn>
                                            <p:tgtEl>
                                              <p:spTgt spid="19"/>
                                            </p:tgtEl>
                                            <p:attrNameLst>
                                              <p:attrName>style.visibility</p:attrName>
                                            </p:attrNameLst>
                                          </p:cBhvr>
                                          <p:to>
                                            <p:strVal val="visible"/>
                                          </p:to>
                                        </p:set>
                                        <p:anim calcmode="lin" valueType="num">
                                          <p:cBhvr>
                                            <p:cTn id="68" dur="750" fill="hold"/>
                                            <p:tgtEl>
                                              <p:spTgt spid="19"/>
                                            </p:tgtEl>
                                            <p:attrNameLst>
                                              <p:attrName>ppt_w</p:attrName>
                                            </p:attrNameLst>
                                          </p:cBhvr>
                                          <p:tavLst>
                                            <p:tav tm="0">
                                              <p:val>
                                                <p:fltVal val="0"/>
                                              </p:val>
                                            </p:tav>
                                            <p:tav tm="100000">
                                              <p:val>
                                                <p:strVal val="#ppt_w"/>
                                              </p:val>
                                            </p:tav>
                                          </p:tavLst>
                                        </p:anim>
                                        <p:anim calcmode="lin" valueType="num">
                                          <p:cBhvr>
                                            <p:cTn id="69" dur="750" fill="hold"/>
                                            <p:tgtEl>
                                              <p:spTgt spid="19"/>
                                            </p:tgtEl>
                                            <p:attrNameLst>
                                              <p:attrName>ppt_h</p:attrName>
                                            </p:attrNameLst>
                                          </p:cBhvr>
                                          <p:tavLst>
                                            <p:tav tm="0">
                                              <p:val>
                                                <p:fltVal val="0"/>
                                              </p:val>
                                            </p:tav>
                                            <p:tav tm="100000">
                                              <p:val>
                                                <p:strVal val="#ppt_h"/>
                                              </p:val>
                                            </p:tav>
                                          </p:tavLst>
                                        </p:anim>
                                        <p:animEffect transition="in" filter="fade">
                                          <p:cBhvr>
                                            <p:cTn id="70" dur="750"/>
                                            <p:tgtEl>
                                              <p:spTgt spid="19"/>
                                            </p:tgtEl>
                                          </p:cBhvr>
                                        </p:animEffect>
                                      </p:childTnLst>
                                    </p:cTn>
                                  </p:par>
                                  <p:par>
                                    <p:cTn id="71" presetID="53" presetClass="entr" presetSubtype="16" fill="hold" grpId="0" nodeType="withEffect">
                                      <p:stCondLst>
                                        <p:cond delay="1000"/>
                                      </p:stCondLst>
                                      <p:childTnLst>
                                        <p:set>
                                          <p:cBhvr>
                                            <p:cTn id="72" dur="1" fill="hold">
                                              <p:stCondLst>
                                                <p:cond delay="0"/>
                                              </p:stCondLst>
                                            </p:cTn>
                                            <p:tgtEl>
                                              <p:spTgt spid="27"/>
                                            </p:tgtEl>
                                            <p:attrNameLst>
                                              <p:attrName>style.visibility</p:attrName>
                                            </p:attrNameLst>
                                          </p:cBhvr>
                                          <p:to>
                                            <p:strVal val="visible"/>
                                          </p:to>
                                        </p:set>
                                        <p:anim calcmode="lin" valueType="num">
                                          <p:cBhvr>
                                            <p:cTn id="73" dur="750" fill="hold"/>
                                            <p:tgtEl>
                                              <p:spTgt spid="27"/>
                                            </p:tgtEl>
                                            <p:attrNameLst>
                                              <p:attrName>ppt_w</p:attrName>
                                            </p:attrNameLst>
                                          </p:cBhvr>
                                          <p:tavLst>
                                            <p:tav tm="0">
                                              <p:val>
                                                <p:fltVal val="0"/>
                                              </p:val>
                                            </p:tav>
                                            <p:tav tm="100000">
                                              <p:val>
                                                <p:strVal val="#ppt_w"/>
                                              </p:val>
                                            </p:tav>
                                          </p:tavLst>
                                        </p:anim>
                                        <p:anim calcmode="lin" valueType="num">
                                          <p:cBhvr>
                                            <p:cTn id="74" dur="750" fill="hold"/>
                                            <p:tgtEl>
                                              <p:spTgt spid="27"/>
                                            </p:tgtEl>
                                            <p:attrNameLst>
                                              <p:attrName>ppt_h</p:attrName>
                                            </p:attrNameLst>
                                          </p:cBhvr>
                                          <p:tavLst>
                                            <p:tav tm="0">
                                              <p:val>
                                                <p:fltVal val="0"/>
                                              </p:val>
                                            </p:tav>
                                            <p:tav tm="100000">
                                              <p:val>
                                                <p:strVal val="#ppt_h"/>
                                              </p:val>
                                            </p:tav>
                                          </p:tavLst>
                                        </p:anim>
                                        <p:animEffect transition="in" filter="fade">
                                          <p:cBhvr>
                                            <p:cTn id="75" dur="750"/>
                                            <p:tgtEl>
                                              <p:spTgt spid="27"/>
                                            </p:tgtEl>
                                          </p:cBhvr>
                                        </p:animEffect>
                                      </p:childTnLst>
                                    </p:cTn>
                                  </p:par>
                                  <p:par>
                                    <p:cTn id="76" presetID="53" presetClass="entr" presetSubtype="16" fill="hold" grpId="0" nodeType="withEffect">
                                      <p:stCondLst>
                                        <p:cond delay="1250"/>
                                      </p:stCondLst>
                                      <p:childTnLst>
                                        <p:set>
                                          <p:cBhvr>
                                            <p:cTn id="77" dur="1" fill="hold">
                                              <p:stCondLst>
                                                <p:cond delay="0"/>
                                              </p:stCondLst>
                                            </p:cTn>
                                            <p:tgtEl>
                                              <p:spTgt spid="23"/>
                                            </p:tgtEl>
                                            <p:attrNameLst>
                                              <p:attrName>style.visibility</p:attrName>
                                            </p:attrNameLst>
                                          </p:cBhvr>
                                          <p:to>
                                            <p:strVal val="visible"/>
                                          </p:to>
                                        </p:set>
                                        <p:anim calcmode="lin" valueType="num">
                                          <p:cBhvr>
                                            <p:cTn id="78" dur="750" fill="hold"/>
                                            <p:tgtEl>
                                              <p:spTgt spid="23"/>
                                            </p:tgtEl>
                                            <p:attrNameLst>
                                              <p:attrName>ppt_w</p:attrName>
                                            </p:attrNameLst>
                                          </p:cBhvr>
                                          <p:tavLst>
                                            <p:tav tm="0">
                                              <p:val>
                                                <p:fltVal val="0"/>
                                              </p:val>
                                            </p:tav>
                                            <p:tav tm="100000">
                                              <p:val>
                                                <p:strVal val="#ppt_w"/>
                                              </p:val>
                                            </p:tav>
                                          </p:tavLst>
                                        </p:anim>
                                        <p:anim calcmode="lin" valueType="num">
                                          <p:cBhvr>
                                            <p:cTn id="79" dur="750" fill="hold"/>
                                            <p:tgtEl>
                                              <p:spTgt spid="23"/>
                                            </p:tgtEl>
                                            <p:attrNameLst>
                                              <p:attrName>ppt_h</p:attrName>
                                            </p:attrNameLst>
                                          </p:cBhvr>
                                          <p:tavLst>
                                            <p:tav tm="0">
                                              <p:val>
                                                <p:fltVal val="0"/>
                                              </p:val>
                                            </p:tav>
                                            <p:tav tm="100000">
                                              <p:val>
                                                <p:strVal val="#ppt_h"/>
                                              </p:val>
                                            </p:tav>
                                          </p:tavLst>
                                        </p:anim>
                                        <p:animEffect transition="in" filter="fade">
                                          <p:cBhvr>
                                            <p:cTn id="80" dur="750"/>
                                            <p:tgtEl>
                                              <p:spTgt spid="23"/>
                                            </p:tgtEl>
                                          </p:cBhvr>
                                        </p:animEffect>
                                      </p:childTnLst>
                                    </p:cTn>
                                  </p:par>
                                  <p:par>
                                    <p:cTn id="81" presetID="53" presetClass="entr" presetSubtype="16" fill="hold" grpId="0" nodeType="withEffect">
                                      <p:stCondLst>
                                        <p:cond delay="1500"/>
                                      </p:stCondLst>
                                      <p:childTnLst>
                                        <p:set>
                                          <p:cBhvr>
                                            <p:cTn id="82" dur="1" fill="hold">
                                              <p:stCondLst>
                                                <p:cond delay="0"/>
                                              </p:stCondLst>
                                            </p:cTn>
                                            <p:tgtEl>
                                              <p:spTgt spid="36"/>
                                            </p:tgtEl>
                                            <p:attrNameLst>
                                              <p:attrName>style.visibility</p:attrName>
                                            </p:attrNameLst>
                                          </p:cBhvr>
                                          <p:to>
                                            <p:strVal val="visible"/>
                                          </p:to>
                                        </p:set>
                                        <p:anim calcmode="lin" valueType="num">
                                          <p:cBhvr>
                                            <p:cTn id="83" dur="750" fill="hold"/>
                                            <p:tgtEl>
                                              <p:spTgt spid="36"/>
                                            </p:tgtEl>
                                            <p:attrNameLst>
                                              <p:attrName>ppt_w</p:attrName>
                                            </p:attrNameLst>
                                          </p:cBhvr>
                                          <p:tavLst>
                                            <p:tav tm="0">
                                              <p:val>
                                                <p:fltVal val="0"/>
                                              </p:val>
                                            </p:tav>
                                            <p:tav tm="100000">
                                              <p:val>
                                                <p:strVal val="#ppt_w"/>
                                              </p:val>
                                            </p:tav>
                                          </p:tavLst>
                                        </p:anim>
                                        <p:anim calcmode="lin" valueType="num">
                                          <p:cBhvr>
                                            <p:cTn id="84" dur="750" fill="hold"/>
                                            <p:tgtEl>
                                              <p:spTgt spid="36"/>
                                            </p:tgtEl>
                                            <p:attrNameLst>
                                              <p:attrName>ppt_h</p:attrName>
                                            </p:attrNameLst>
                                          </p:cBhvr>
                                          <p:tavLst>
                                            <p:tav tm="0">
                                              <p:val>
                                                <p:fltVal val="0"/>
                                              </p:val>
                                            </p:tav>
                                            <p:tav tm="100000">
                                              <p:val>
                                                <p:strVal val="#ppt_h"/>
                                              </p:val>
                                            </p:tav>
                                          </p:tavLst>
                                        </p:anim>
                                        <p:animEffect transition="in" filter="fade">
                                          <p:cBhvr>
                                            <p:cTn id="85" dur="750"/>
                                            <p:tgtEl>
                                              <p:spTgt spid="36"/>
                                            </p:tgtEl>
                                          </p:cBhvr>
                                        </p:animEffect>
                                      </p:childTnLst>
                                    </p:cTn>
                                  </p:par>
                                  <p:par>
                                    <p:cTn id="86" presetID="10" presetClass="entr" presetSubtype="0" fill="hold" grpId="0" nodeType="withEffect">
                                      <p:stCondLst>
                                        <p:cond delay="250"/>
                                      </p:stCondLst>
                                      <p:childTnLst>
                                        <p:set>
                                          <p:cBhvr>
                                            <p:cTn id="87" dur="1" fill="hold">
                                              <p:stCondLst>
                                                <p:cond delay="0"/>
                                              </p:stCondLst>
                                            </p:cTn>
                                            <p:tgtEl>
                                              <p:spTgt spid="42"/>
                                            </p:tgtEl>
                                            <p:attrNameLst>
                                              <p:attrName>style.visibility</p:attrName>
                                            </p:attrNameLst>
                                          </p:cBhvr>
                                          <p:to>
                                            <p:strVal val="visible"/>
                                          </p:to>
                                        </p:set>
                                        <p:animEffect transition="in" filter="fade">
                                          <p:cBhvr>
                                            <p:cTn id="88" dur="750"/>
                                            <p:tgtEl>
                                              <p:spTgt spid="42"/>
                                            </p:tgtEl>
                                          </p:cBhvr>
                                        </p:animEffect>
                                      </p:childTnLst>
                                    </p:cTn>
                                  </p:par>
                                  <p:par>
                                    <p:cTn id="89" presetID="10" presetClass="entr" presetSubtype="0" fill="hold" grpId="0" nodeType="withEffect">
                                      <p:stCondLst>
                                        <p:cond delay="250"/>
                                      </p:stCondLst>
                                      <p:childTnLst>
                                        <p:set>
                                          <p:cBhvr>
                                            <p:cTn id="90" dur="1" fill="hold">
                                              <p:stCondLst>
                                                <p:cond delay="0"/>
                                              </p:stCondLst>
                                            </p:cTn>
                                            <p:tgtEl>
                                              <p:spTgt spid="51"/>
                                            </p:tgtEl>
                                            <p:attrNameLst>
                                              <p:attrName>style.visibility</p:attrName>
                                            </p:attrNameLst>
                                          </p:cBhvr>
                                          <p:to>
                                            <p:strVal val="visible"/>
                                          </p:to>
                                        </p:set>
                                        <p:animEffect transition="in" filter="fade">
                                          <p:cBhvr>
                                            <p:cTn id="91" dur="750"/>
                                            <p:tgtEl>
                                              <p:spTgt spid="51"/>
                                            </p:tgtEl>
                                          </p:cBhvr>
                                        </p:animEffect>
                                      </p:childTnLst>
                                    </p:cTn>
                                  </p:par>
                                  <p:par>
                                    <p:cTn id="92" presetID="10" presetClass="entr" presetSubtype="0" fill="hold" grpId="0" nodeType="withEffect">
                                      <p:stCondLst>
                                        <p:cond delay="500"/>
                                      </p:stCondLst>
                                      <p:childTnLst>
                                        <p:set>
                                          <p:cBhvr>
                                            <p:cTn id="93" dur="1" fill="hold">
                                              <p:stCondLst>
                                                <p:cond delay="0"/>
                                              </p:stCondLst>
                                            </p:cTn>
                                            <p:tgtEl>
                                              <p:spTgt spid="52"/>
                                            </p:tgtEl>
                                            <p:attrNameLst>
                                              <p:attrName>style.visibility</p:attrName>
                                            </p:attrNameLst>
                                          </p:cBhvr>
                                          <p:to>
                                            <p:strVal val="visible"/>
                                          </p:to>
                                        </p:set>
                                        <p:animEffect transition="in" filter="fade">
                                          <p:cBhvr>
                                            <p:cTn id="94" dur="750"/>
                                            <p:tgtEl>
                                              <p:spTgt spid="52"/>
                                            </p:tgtEl>
                                          </p:cBhvr>
                                        </p:animEffect>
                                      </p:childTnLst>
                                    </p:cTn>
                                  </p:par>
                                  <p:par>
                                    <p:cTn id="95" presetID="10" presetClass="entr" presetSubtype="0" fill="hold" grpId="0" nodeType="withEffect">
                                      <p:stCondLst>
                                        <p:cond delay="50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750"/>
                                            <p:tgtEl>
                                              <p:spTgt spid="41"/>
                                            </p:tgtEl>
                                          </p:cBhvr>
                                        </p:animEffect>
                                      </p:childTnLst>
                                    </p:cTn>
                                  </p:par>
                                  <p:par>
                                    <p:cTn id="98" presetID="10" presetClass="entr" presetSubtype="0" fill="hold" grpId="0" nodeType="withEffect">
                                      <p:stCondLst>
                                        <p:cond delay="750"/>
                                      </p:stCondLst>
                                      <p:childTnLst>
                                        <p:set>
                                          <p:cBhvr>
                                            <p:cTn id="99" dur="1" fill="hold">
                                              <p:stCondLst>
                                                <p:cond delay="0"/>
                                              </p:stCondLst>
                                            </p:cTn>
                                            <p:tgtEl>
                                              <p:spTgt spid="40"/>
                                            </p:tgtEl>
                                            <p:attrNameLst>
                                              <p:attrName>style.visibility</p:attrName>
                                            </p:attrNameLst>
                                          </p:cBhvr>
                                          <p:to>
                                            <p:strVal val="visible"/>
                                          </p:to>
                                        </p:set>
                                        <p:animEffect transition="in" filter="fade">
                                          <p:cBhvr>
                                            <p:cTn id="100" dur="750"/>
                                            <p:tgtEl>
                                              <p:spTgt spid="40"/>
                                            </p:tgtEl>
                                          </p:cBhvr>
                                        </p:animEffect>
                                      </p:childTnLst>
                                    </p:cTn>
                                  </p:par>
                                  <p:par>
                                    <p:cTn id="101" presetID="10" presetClass="entr" presetSubtype="0" fill="hold" grpId="0" nodeType="withEffect">
                                      <p:stCondLst>
                                        <p:cond delay="750"/>
                                      </p:stCondLst>
                                      <p:childTnLst>
                                        <p:set>
                                          <p:cBhvr>
                                            <p:cTn id="102" dur="1" fill="hold">
                                              <p:stCondLst>
                                                <p:cond delay="0"/>
                                              </p:stCondLst>
                                            </p:cTn>
                                            <p:tgtEl>
                                              <p:spTgt spid="55"/>
                                            </p:tgtEl>
                                            <p:attrNameLst>
                                              <p:attrName>style.visibility</p:attrName>
                                            </p:attrNameLst>
                                          </p:cBhvr>
                                          <p:to>
                                            <p:strVal val="visible"/>
                                          </p:to>
                                        </p:set>
                                        <p:animEffect transition="in" filter="fade">
                                          <p:cBhvr>
                                            <p:cTn id="103" dur="750"/>
                                            <p:tgtEl>
                                              <p:spTgt spid="55"/>
                                            </p:tgtEl>
                                          </p:cBhvr>
                                        </p:animEffect>
                                      </p:childTnLst>
                                    </p:cTn>
                                  </p:par>
                                  <p:par>
                                    <p:cTn id="104" presetID="10" presetClass="entr" presetSubtype="0" fill="hold" grpId="0" nodeType="withEffect">
                                      <p:stCondLst>
                                        <p:cond delay="1000"/>
                                      </p:stCondLst>
                                      <p:childTnLst>
                                        <p:set>
                                          <p:cBhvr>
                                            <p:cTn id="105" dur="1" fill="hold">
                                              <p:stCondLst>
                                                <p:cond delay="0"/>
                                              </p:stCondLst>
                                            </p:cTn>
                                            <p:tgtEl>
                                              <p:spTgt spid="56"/>
                                            </p:tgtEl>
                                            <p:attrNameLst>
                                              <p:attrName>style.visibility</p:attrName>
                                            </p:attrNameLst>
                                          </p:cBhvr>
                                          <p:to>
                                            <p:strVal val="visible"/>
                                          </p:to>
                                        </p:set>
                                        <p:animEffect transition="in" filter="fade">
                                          <p:cBhvr>
                                            <p:cTn id="106" dur="750"/>
                                            <p:tgtEl>
                                              <p:spTgt spid="56"/>
                                            </p:tgtEl>
                                          </p:cBhvr>
                                        </p:animEffect>
                                      </p:childTnLst>
                                    </p:cTn>
                                  </p:par>
                                  <p:par>
                                    <p:cTn id="107" presetID="10" presetClass="entr" presetSubtype="0" fill="hold" grpId="0" nodeType="withEffect">
                                      <p:stCondLst>
                                        <p:cond delay="1000"/>
                                      </p:stCondLst>
                                      <p:childTnLst>
                                        <p:set>
                                          <p:cBhvr>
                                            <p:cTn id="108" dur="1" fill="hold">
                                              <p:stCondLst>
                                                <p:cond delay="0"/>
                                              </p:stCondLst>
                                            </p:cTn>
                                            <p:tgtEl>
                                              <p:spTgt spid="39"/>
                                            </p:tgtEl>
                                            <p:attrNameLst>
                                              <p:attrName>style.visibility</p:attrName>
                                            </p:attrNameLst>
                                          </p:cBhvr>
                                          <p:to>
                                            <p:strVal val="visible"/>
                                          </p:to>
                                        </p:set>
                                        <p:animEffect transition="in" filter="fade">
                                          <p:cBhvr>
                                            <p:cTn id="109" dur="750"/>
                                            <p:tgtEl>
                                              <p:spTgt spid="39"/>
                                            </p:tgtEl>
                                          </p:cBhvr>
                                        </p:animEffect>
                                      </p:childTnLst>
                                    </p:cTn>
                                  </p:par>
                                  <p:par>
                                    <p:cTn id="110" presetID="10" presetClass="entr" presetSubtype="0" fill="hold" grpId="0" nodeType="withEffect">
                                      <p:stCondLst>
                                        <p:cond delay="1250"/>
                                      </p:stCondLst>
                                      <p:childTnLst>
                                        <p:set>
                                          <p:cBhvr>
                                            <p:cTn id="111" dur="1" fill="hold">
                                              <p:stCondLst>
                                                <p:cond delay="0"/>
                                              </p:stCondLst>
                                            </p:cTn>
                                            <p:tgtEl>
                                              <p:spTgt spid="57"/>
                                            </p:tgtEl>
                                            <p:attrNameLst>
                                              <p:attrName>style.visibility</p:attrName>
                                            </p:attrNameLst>
                                          </p:cBhvr>
                                          <p:to>
                                            <p:strVal val="visible"/>
                                          </p:to>
                                        </p:set>
                                        <p:animEffect transition="in" filter="fade">
                                          <p:cBhvr>
                                            <p:cTn id="112" dur="750"/>
                                            <p:tgtEl>
                                              <p:spTgt spid="57"/>
                                            </p:tgtEl>
                                          </p:cBhvr>
                                        </p:animEffect>
                                      </p:childTnLst>
                                    </p:cTn>
                                  </p:par>
                                  <p:par>
                                    <p:cTn id="113" presetID="10" presetClass="entr" presetSubtype="0" fill="hold" grpId="0" nodeType="withEffect">
                                      <p:stCondLst>
                                        <p:cond delay="1250"/>
                                      </p:stCondLst>
                                      <p:childTnLst>
                                        <p:set>
                                          <p:cBhvr>
                                            <p:cTn id="114" dur="1" fill="hold">
                                              <p:stCondLst>
                                                <p:cond delay="0"/>
                                              </p:stCondLst>
                                            </p:cTn>
                                            <p:tgtEl>
                                              <p:spTgt spid="38"/>
                                            </p:tgtEl>
                                            <p:attrNameLst>
                                              <p:attrName>style.visibility</p:attrName>
                                            </p:attrNameLst>
                                          </p:cBhvr>
                                          <p:to>
                                            <p:strVal val="visible"/>
                                          </p:to>
                                        </p:set>
                                        <p:animEffect transition="in" filter="fade">
                                          <p:cBhvr>
                                            <p:cTn id="115" dur="750"/>
                                            <p:tgtEl>
                                              <p:spTgt spid="38"/>
                                            </p:tgtEl>
                                          </p:cBhvr>
                                        </p:animEffect>
                                      </p:childTnLst>
                                    </p:cTn>
                                  </p:par>
                                  <p:par>
                                    <p:cTn id="116" presetID="10" presetClass="entr" presetSubtype="0" fill="hold" grpId="0" nodeType="withEffect">
                                      <p:stCondLst>
                                        <p:cond delay="1500"/>
                                      </p:stCondLst>
                                      <p:childTnLst>
                                        <p:set>
                                          <p:cBhvr>
                                            <p:cTn id="117" dur="1" fill="hold">
                                              <p:stCondLst>
                                                <p:cond delay="0"/>
                                              </p:stCondLst>
                                            </p:cTn>
                                            <p:tgtEl>
                                              <p:spTgt spid="58"/>
                                            </p:tgtEl>
                                            <p:attrNameLst>
                                              <p:attrName>style.visibility</p:attrName>
                                            </p:attrNameLst>
                                          </p:cBhvr>
                                          <p:to>
                                            <p:strVal val="visible"/>
                                          </p:to>
                                        </p:set>
                                        <p:animEffect transition="in" filter="fade">
                                          <p:cBhvr>
                                            <p:cTn id="118" dur="750"/>
                                            <p:tgtEl>
                                              <p:spTgt spid="58"/>
                                            </p:tgtEl>
                                          </p:cBhvr>
                                        </p:animEffect>
                                      </p:childTnLst>
                                    </p:cTn>
                                  </p:par>
                                  <p:par>
                                    <p:cTn id="119" presetID="10" presetClass="entr" presetSubtype="0" fill="hold" grpId="0" nodeType="withEffect">
                                      <p:stCondLst>
                                        <p:cond delay="1500"/>
                                      </p:stCondLst>
                                      <p:childTnLst>
                                        <p:set>
                                          <p:cBhvr>
                                            <p:cTn id="120" dur="1" fill="hold">
                                              <p:stCondLst>
                                                <p:cond delay="0"/>
                                              </p:stCondLst>
                                            </p:cTn>
                                            <p:tgtEl>
                                              <p:spTgt spid="37"/>
                                            </p:tgtEl>
                                            <p:attrNameLst>
                                              <p:attrName>style.visibility</p:attrName>
                                            </p:attrNameLst>
                                          </p:cBhvr>
                                          <p:to>
                                            <p:strVal val="visible"/>
                                          </p:to>
                                        </p:set>
                                        <p:animEffect transition="in" filter="fade">
                                          <p:cBhvr>
                                            <p:cTn id="121" dur="75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7" grpId="0" animBg="1"/>
          <p:bldP spid="8" grpId="0" animBg="1"/>
          <p:bldP spid="9" grpId="0" animBg="1"/>
          <p:bldP spid="10" grpId="0" animBg="1"/>
          <p:bldP spid="11" grpId="0" animBg="1"/>
          <p:bldP spid="6" grpId="0" animBg="1"/>
          <p:bldP spid="15" grpId="0" animBg="1"/>
          <p:bldP spid="19" grpId="0" animBg="1"/>
          <p:bldP spid="23" grpId="0" animBg="1"/>
          <p:bldP spid="27" grpId="0" animBg="1"/>
          <p:bldP spid="31" grpId="0" animBg="1"/>
          <p:bldP spid="36" grpId="0" animBg="1"/>
          <p:bldP spid="37" grpId="0"/>
          <p:bldP spid="38" grpId="0"/>
          <p:bldP spid="39" grpId="0"/>
          <p:bldP spid="40" grpId="0"/>
          <p:bldP spid="41" grpId="0"/>
          <p:bldP spid="42" grpId="0"/>
          <p:bldP spid="51" grpId="0"/>
          <p:bldP spid="52" grpId="0"/>
          <p:bldP spid="55" grpId="0"/>
          <p:bldP spid="56" grpId="0"/>
          <p:bldP spid="57" grpId="0"/>
          <p:bldP spid="58" grpId="0"/>
        </p:bld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a:extLst>
              <a:ext uri="{FF2B5EF4-FFF2-40B4-BE49-F238E27FC236}">
                <a16:creationId xmlns:a16="http://schemas.microsoft.com/office/drawing/2014/main" id="{C8360D4C-6EAE-45F0-B351-B099D9BAB5C6}"/>
              </a:ext>
            </a:extLst>
          </p:cNvPr>
          <p:cNvGrpSpPr/>
          <p:nvPr/>
        </p:nvGrpSpPr>
        <p:grpSpPr>
          <a:xfrm>
            <a:off x="7372351" y="833438"/>
            <a:ext cx="1238250" cy="1236663"/>
            <a:chOff x="7372351" y="833438"/>
            <a:chExt cx="1238250" cy="1236663"/>
          </a:xfrm>
          <a:effectLst>
            <a:outerShdw blurRad="114300" dist="63500" dir="2700000" algn="tl" rotWithShape="0">
              <a:prstClr val="black">
                <a:alpha val="29000"/>
              </a:prstClr>
            </a:outerShdw>
          </a:effectLst>
        </p:grpSpPr>
        <p:sp>
          <p:nvSpPr>
            <p:cNvPr id="22" name="Oval 16">
              <a:extLst>
                <a:ext uri="{FF2B5EF4-FFF2-40B4-BE49-F238E27FC236}">
                  <a16:creationId xmlns:a16="http://schemas.microsoft.com/office/drawing/2014/main" id="{E7EE4618-D69B-48A7-9C88-B6F6F4F3B3FE}"/>
                </a:ext>
              </a:extLst>
            </p:cNvPr>
            <p:cNvSpPr>
              <a:spLocks noChangeArrowheads="1"/>
            </p:cNvSpPr>
            <p:nvPr/>
          </p:nvSpPr>
          <p:spPr bwMode="auto">
            <a:xfrm>
              <a:off x="7372351" y="833438"/>
              <a:ext cx="1238250" cy="123666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17">
              <a:extLst>
                <a:ext uri="{FF2B5EF4-FFF2-40B4-BE49-F238E27FC236}">
                  <a16:creationId xmlns:a16="http://schemas.microsoft.com/office/drawing/2014/main" id="{5756E310-0C1C-4245-AAF5-7068AE3ECC75}"/>
                </a:ext>
              </a:extLst>
            </p:cNvPr>
            <p:cNvSpPr>
              <a:spLocks/>
            </p:cNvSpPr>
            <p:nvPr/>
          </p:nvSpPr>
          <p:spPr bwMode="auto">
            <a:xfrm>
              <a:off x="7372351" y="833438"/>
              <a:ext cx="1062038" cy="1060450"/>
            </a:xfrm>
            <a:custGeom>
              <a:avLst/>
              <a:gdLst>
                <a:gd name="T0" fmla="*/ 4 w 284"/>
                <a:gd name="T1" fmla="*/ 169 h 284"/>
                <a:gd name="T2" fmla="*/ 169 w 284"/>
                <a:gd name="T3" fmla="*/ 4 h 284"/>
                <a:gd name="T4" fmla="*/ 284 w 284"/>
                <a:gd name="T5" fmla="*/ 50 h 284"/>
                <a:gd name="T6" fmla="*/ 166 w 284"/>
                <a:gd name="T7" fmla="*/ 0 h 284"/>
                <a:gd name="T8" fmla="*/ 0 w 284"/>
                <a:gd name="T9" fmla="*/ 165 h 284"/>
                <a:gd name="T10" fmla="*/ 51 w 284"/>
                <a:gd name="T11" fmla="*/ 284 h 284"/>
                <a:gd name="T12" fmla="*/ 4 w 284"/>
                <a:gd name="T13" fmla="*/ 169 h 284"/>
              </a:gdLst>
              <a:ahLst/>
              <a:cxnLst>
                <a:cxn ang="0">
                  <a:pos x="T0" y="T1"/>
                </a:cxn>
                <a:cxn ang="0">
                  <a:pos x="T2" y="T3"/>
                </a:cxn>
                <a:cxn ang="0">
                  <a:pos x="T4" y="T5"/>
                </a:cxn>
                <a:cxn ang="0">
                  <a:pos x="T6" y="T7"/>
                </a:cxn>
                <a:cxn ang="0">
                  <a:pos x="T8" y="T9"/>
                </a:cxn>
                <a:cxn ang="0">
                  <a:pos x="T10" y="T11"/>
                </a:cxn>
                <a:cxn ang="0">
                  <a:pos x="T12" y="T13"/>
                </a:cxn>
              </a:cxnLst>
              <a:rect l="0" t="0" r="r" b="b"/>
              <a:pathLst>
                <a:path w="284" h="284">
                  <a:moveTo>
                    <a:pt x="4" y="169"/>
                  </a:moveTo>
                  <a:cubicBezTo>
                    <a:pt x="4" y="78"/>
                    <a:pt x="78" y="4"/>
                    <a:pt x="169" y="4"/>
                  </a:cubicBezTo>
                  <a:cubicBezTo>
                    <a:pt x="214" y="4"/>
                    <a:pt x="255" y="22"/>
                    <a:pt x="284" y="50"/>
                  </a:cubicBezTo>
                  <a:cubicBezTo>
                    <a:pt x="254" y="19"/>
                    <a:pt x="212" y="0"/>
                    <a:pt x="166" y="0"/>
                  </a:cubicBezTo>
                  <a:cubicBezTo>
                    <a:pt x="74" y="0"/>
                    <a:pt x="0" y="74"/>
                    <a:pt x="0" y="165"/>
                  </a:cubicBezTo>
                  <a:cubicBezTo>
                    <a:pt x="0" y="212"/>
                    <a:pt x="20" y="254"/>
                    <a:pt x="51" y="284"/>
                  </a:cubicBezTo>
                  <a:cubicBezTo>
                    <a:pt x="22" y="254"/>
                    <a:pt x="4" y="214"/>
                    <a:pt x="4" y="169"/>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8" name="Group 67">
            <a:extLst>
              <a:ext uri="{FF2B5EF4-FFF2-40B4-BE49-F238E27FC236}">
                <a16:creationId xmlns:a16="http://schemas.microsoft.com/office/drawing/2014/main" id="{673587DA-A525-411C-9527-AE68F580EABD}"/>
              </a:ext>
            </a:extLst>
          </p:cNvPr>
          <p:cNvGrpSpPr/>
          <p:nvPr/>
        </p:nvGrpSpPr>
        <p:grpSpPr>
          <a:xfrm>
            <a:off x="6042026" y="1700213"/>
            <a:ext cx="1689100" cy="1689100"/>
            <a:chOff x="6042026" y="1700213"/>
            <a:chExt cx="1689100" cy="1689100"/>
          </a:xfrm>
          <a:effectLst>
            <a:outerShdw blurRad="114300" dist="63500" dir="2700000" algn="tl" rotWithShape="0">
              <a:prstClr val="black">
                <a:alpha val="29000"/>
              </a:prstClr>
            </a:outerShdw>
          </a:effectLst>
        </p:grpSpPr>
        <p:sp>
          <p:nvSpPr>
            <p:cNvPr id="24" name="Freeform 18">
              <a:extLst>
                <a:ext uri="{FF2B5EF4-FFF2-40B4-BE49-F238E27FC236}">
                  <a16:creationId xmlns:a16="http://schemas.microsoft.com/office/drawing/2014/main" id="{6C079521-116C-494F-A399-314F0C0B2287}"/>
                </a:ext>
              </a:extLst>
            </p:cNvPr>
            <p:cNvSpPr>
              <a:spLocks/>
            </p:cNvSpPr>
            <p:nvPr/>
          </p:nvSpPr>
          <p:spPr bwMode="auto">
            <a:xfrm>
              <a:off x="6042026" y="1700213"/>
              <a:ext cx="1689100" cy="1689100"/>
            </a:xfrm>
            <a:custGeom>
              <a:avLst/>
              <a:gdLst>
                <a:gd name="T0" fmla="*/ 314 w 452"/>
                <a:gd name="T1" fmla="*/ 216 h 452"/>
                <a:gd name="T2" fmla="*/ 331 w 452"/>
                <a:gd name="T3" fmla="*/ 287 h 452"/>
                <a:gd name="T4" fmla="*/ 165 w 452"/>
                <a:gd name="T5" fmla="*/ 452 h 452"/>
                <a:gd name="T6" fmla="*/ 0 w 452"/>
                <a:gd name="T7" fmla="*/ 287 h 452"/>
                <a:gd name="T8" fmla="*/ 165 w 452"/>
                <a:gd name="T9" fmla="*/ 122 h 452"/>
                <a:gd name="T10" fmla="*/ 202 w 452"/>
                <a:gd name="T11" fmla="*/ 126 h 452"/>
                <a:gd name="T12" fmla="*/ 237 w 452"/>
                <a:gd name="T13" fmla="*/ 138 h 452"/>
                <a:gd name="T14" fmla="*/ 375 w 452"/>
                <a:gd name="T15" fmla="*/ 0 h 452"/>
                <a:gd name="T16" fmla="*/ 452 w 452"/>
                <a:gd name="T17" fmla="*/ 1 h 452"/>
                <a:gd name="T18" fmla="*/ 452 w 452"/>
                <a:gd name="T19" fmla="*/ 77 h 452"/>
                <a:gd name="T20" fmla="*/ 314 w 452"/>
                <a:gd name="T21" fmla="*/ 216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452">
                  <a:moveTo>
                    <a:pt x="314" y="216"/>
                  </a:moveTo>
                  <a:cubicBezTo>
                    <a:pt x="325" y="237"/>
                    <a:pt x="331" y="261"/>
                    <a:pt x="331" y="287"/>
                  </a:cubicBezTo>
                  <a:cubicBezTo>
                    <a:pt x="331" y="378"/>
                    <a:pt x="256" y="452"/>
                    <a:pt x="165" y="452"/>
                  </a:cubicBezTo>
                  <a:cubicBezTo>
                    <a:pt x="74" y="452"/>
                    <a:pt x="0" y="378"/>
                    <a:pt x="0" y="287"/>
                  </a:cubicBezTo>
                  <a:cubicBezTo>
                    <a:pt x="0" y="196"/>
                    <a:pt x="74" y="122"/>
                    <a:pt x="165" y="122"/>
                  </a:cubicBezTo>
                  <a:cubicBezTo>
                    <a:pt x="178" y="122"/>
                    <a:pt x="190" y="123"/>
                    <a:pt x="202" y="126"/>
                  </a:cubicBezTo>
                  <a:cubicBezTo>
                    <a:pt x="214" y="129"/>
                    <a:pt x="226" y="133"/>
                    <a:pt x="237" y="138"/>
                  </a:cubicBezTo>
                  <a:cubicBezTo>
                    <a:pt x="375" y="0"/>
                    <a:pt x="375" y="0"/>
                    <a:pt x="375" y="0"/>
                  </a:cubicBezTo>
                  <a:cubicBezTo>
                    <a:pt x="452" y="1"/>
                    <a:pt x="452" y="1"/>
                    <a:pt x="452" y="1"/>
                  </a:cubicBezTo>
                  <a:cubicBezTo>
                    <a:pt x="452" y="77"/>
                    <a:pt x="452" y="77"/>
                    <a:pt x="452" y="77"/>
                  </a:cubicBezTo>
                  <a:lnTo>
                    <a:pt x="314" y="21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19">
              <a:extLst>
                <a:ext uri="{FF2B5EF4-FFF2-40B4-BE49-F238E27FC236}">
                  <a16:creationId xmlns:a16="http://schemas.microsoft.com/office/drawing/2014/main" id="{F7F9B9C9-0959-4A30-B586-04EA95C83A91}"/>
                </a:ext>
              </a:extLst>
            </p:cNvPr>
            <p:cNvSpPr>
              <a:spLocks/>
            </p:cNvSpPr>
            <p:nvPr/>
          </p:nvSpPr>
          <p:spPr bwMode="auto">
            <a:xfrm>
              <a:off x="6042026" y="1700213"/>
              <a:ext cx="1689100" cy="1274763"/>
            </a:xfrm>
            <a:custGeom>
              <a:avLst/>
              <a:gdLst>
                <a:gd name="T0" fmla="*/ 2 w 452"/>
                <a:gd name="T1" fmla="*/ 293 h 341"/>
                <a:gd name="T2" fmla="*/ 167 w 452"/>
                <a:gd name="T3" fmla="*/ 127 h 341"/>
                <a:gd name="T4" fmla="*/ 204 w 452"/>
                <a:gd name="T5" fmla="*/ 132 h 341"/>
                <a:gd name="T6" fmla="*/ 238 w 452"/>
                <a:gd name="T7" fmla="*/ 143 h 341"/>
                <a:gd name="T8" fmla="*/ 377 w 452"/>
                <a:gd name="T9" fmla="*/ 5 h 341"/>
                <a:gd name="T10" fmla="*/ 452 w 452"/>
                <a:gd name="T11" fmla="*/ 1 h 341"/>
                <a:gd name="T12" fmla="*/ 375 w 452"/>
                <a:gd name="T13" fmla="*/ 0 h 341"/>
                <a:gd name="T14" fmla="*/ 237 w 452"/>
                <a:gd name="T15" fmla="*/ 138 h 341"/>
                <a:gd name="T16" fmla="*/ 202 w 452"/>
                <a:gd name="T17" fmla="*/ 126 h 341"/>
                <a:gd name="T18" fmla="*/ 165 w 452"/>
                <a:gd name="T19" fmla="*/ 122 h 341"/>
                <a:gd name="T20" fmla="*/ 0 w 452"/>
                <a:gd name="T21" fmla="*/ 287 h 341"/>
                <a:gd name="T22" fmla="*/ 9 w 452"/>
                <a:gd name="T23" fmla="*/ 341 h 341"/>
                <a:gd name="T24" fmla="*/ 2 w 452"/>
                <a:gd name="T25" fmla="*/ 293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2" h="341">
                  <a:moveTo>
                    <a:pt x="2" y="293"/>
                  </a:moveTo>
                  <a:cubicBezTo>
                    <a:pt x="2" y="201"/>
                    <a:pt x="76" y="127"/>
                    <a:pt x="167" y="127"/>
                  </a:cubicBezTo>
                  <a:cubicBezTo>
                    <a:pt x="180" y="127"/>
                    <a:pt x="192" y="129"/>
                    <a:pt x="204" y="132"/>
                  </a:cubicBezTo>
                  <a:cubicBezTo>
                    <a:pt x="216" y="134"/>
                    <a:pt x="228" y="138"/>
                    <a:pt x="238" y="143"/>
                  </a:cubicBezTo>
                  <a:cubicBezTo>
                    <a:pt x="377" y="5"/>
                    <a:pt x="377" y="5"/>
                    <a:pt x="377" y="5"/>
                  </a:cubicBezTo>
                  <a:cubicBezTo>
                    <a:pt x="452" y="1"/>
                    <a:pt x="452" y="1"/>
                    <a:pt x="452" y="1"/>
                  </a:cubicBezTo>
                  <a:cubicBezTo>
                    <a:pt x="375" y="0"/>
                    <a:pt x="375" y="0"/>
                    <a:pt x="375" y="0"/>
                  </a:cubicBezTo>
                  <a:cubicBezTo>
                    <a:pt x="237" y="138"/>
                    <a:pt x="237" y="138"/>
                    <a:pt x="237" y="138"/>
                  </a:cubicBezTo>
                  <a:cubicBezTo>
                    <a:pt x="226" y="133"/>
                    <a:pt x="214" y="129"/>
                    <a:pt x="202" y="126"/>
                  </a:cubicBezTo>
                  <a:cubicBezTo>
                    <a:pt x="190" y="123"/>
                    <a:pt x="178" y="122"/>
                    <a:pt x="165" y="122"/>
                  </a:cubicBezTo>
                  <a:cubicBezTo>
                    <a:pt x="74" y="122"/>
                    <a:pt x="0" y="196"/>
                    <a:pt x="0" y="287"/>
                  </a:cubicBezTo>
                  <a:cubicBezTo>
                    <a:pt x="0" y="306"/>
                    <a:pt x="3" y="324"/>
                    <a:pt x="9" y="341"/>
                  </a:cubicBezTo>
                  <a:cubicBezTo>
                    <a:pt x="4" y="326"/>
                    <a:pt x="2" y="310"/>
                    <a:pt x="2" y="29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4">
              <a:extLst>
                <a:ext uri="{FF2B5EF4-FFF2-40B4-BE49-F238E27FC236}">
                  <a16:creationId xmlns:a16="http://schemas.microsoft.com/office/drawing/2014/main" id="{F5AA2171-EF29-4374-A77A-1C9E511E5C3C}"/>
                </a:ext>
              </a:extLst>
            </p:cNvPr>
            <p:cNvSpPr>
              <a:spLocks/>
            </p:cNvSpPr>
            <p:nvPr/>
          </p:nvSpPr>
          <p:spPr bwMode="auto">
            <a:xfrm>
              <a:off x="7096126" y="1703388"/>
              <a:ext cx="635000" cy="804863"/>
            </a:xfrm>
            <a:custGeom>
              <a:avLst/>
              <a:gdLst>
                <a:gd name="T0" fmla="*/ 0 w 170"/>
                <a:gd name="T1" fmla="*/ 169 h 215"/>
                <a:gd name="T2" fmla="*/ 32 w 170"/>
                <a:gd name="T3" fmla="*/ 215 h 215"/>
                <a:gd name="T4" fmla="*/ 170 w 170"/>
                <a:gd name="T5" fmla="*/ 76 h 215"/>
                <a:gd name="T6" fmla="*/ 170 w 170"/>
                <a:gd name="T7" fmla="*/ 0 h 215"/>
                <a:gd name="T8" fmla="*/ 0 w 170"/>
                <a:gd name="T9" fmla="*/ 169 h 215"/>
              </a:gdLst>
              <a:ahLst/>
              <a:cxnLst>
                <a:cxn ang="0">
                  <a:pos x="T0" y="T1"/>
                </a:cxn>
                <a:cxn ang="0">
                  <a:pos x="T2" y="T3"/>
                </a:cxn>
                <a:cxn ang="0">
                  <a:pos x="T4" y="T5"/>
                </a:cxn>
                <a:cxn ang="0">
                  <a:pos x="T6" y="T7"/>
                </a:cxn>
                <a:cxn ang="0">
                  <a:pos x="T8" y="T9"/>
                </a:cxn>
              </a:cxnLst>
              <a:rect l="0" t="0" r="r" b="b"/>
              <a:pathLst>
                <a:path w="170" h="215">
                  <a:moveTo>
                    <a:pt x="0" y="169"/>
                  </a:moveTo>
                  <a:cubicBezTo>
                    <a:pt x="13" y="182"/>
                    <a:pt x="24" y="198"/>
                    <a:pt x="32" y="215"/>
                  </a:cubicBezTo>
                  <a:cubicBezTo>
                    <a:pt x="170" y="76"/>
                    <a:pt x="170" y="76"/>
                    <a:pt x="170" y="76"/>
                  </a:cubicBezTo>
                  <a:cubicBezTo>
                    <a:pt x="170" y="0"/>
                    <a:pt x="170" y="0"/>
                    <a:pt x="170" y="0"/>
                  </a:cubicBezTo>
                  <a:lnTo>
                    <a:pt x="0" y="169"/>
                  </a:lnTo>
                  <a:close/>
                </a:path>
              </a:pathLst>
            </a:custGeom>
            <a:gradFill flip="none" rotWithShape="1">
              <a:gsLst>
                <a:gs pos="0">
                  <a:schemeClr val="accent1">
                    <a:lumMod val="75000"/>
                  </a:schemeClr>
                </a:gs>
                <a:gs pos="100000">
                  <a:schemeClr val="accent1">
                    <a:alpha val="0"/>
                  </a:schemeClr>
                </a:gs>
              </a:gsLst>
              <a:lin ang="81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0" name="Group 69">
            <a:extLst>
              <a:ext uri="{FF2B5EF4-FFF2-40B4-BE49-F238E27FC236}">
                <a16:creationId xmlns:a16="http://schemas.microsoft.com/office/drawing/2014/main" id="{761647E2-C388-4844-A8A0-43C33CF8695C}"/>
              </a:ext>
            </a:extLst>
          </p:cNvPr>
          <p:cNvGrpSpPr/>
          <p:nvPr/>
        </p:nvGrpSpPr>
        <p:grpSpPr>
          <a:xfrm>
            <a:off x="4718051" y="3024188"/>
            <a:ext cx="1693863" cy="1692275"/>
            <a:chOff x="4718051" y="3024188"/>
            <a:chExt cx="1693863" cy="1692275"/>
          </a:xfrm>
          <a:effectLst>
            <a:outerShdw blurRad="114300" dist="63500" dir="2700000" algn="tl" rotWithShape="0">
              <a:prstClr val="black">
                <a:alpha val="29000"/>
              </a:prstClr>
            </a:outerShdw>
          </a:effectLst>
        </p:grpSpPr>
        <p:sp>
          <p:nvSpPr>
            <p:cNvPr id="26" name="Freeform 20">
              <a:extLst>
                <a:ext uri="{FF2B5EF4-FFF2-40B4-BE49-F238E27FC236}">
                  <a16:creationId xmlns:a16="http://schemas.microsoft.com/office/drawing/2014/main" id="{93EF7618-D615-47D3-A64F-754E2E7865AD}"/>
                </a:ext>
              </a:extLst>
            </p:cNvPr>
            <p:cNvSpPr>
              <a:spLocks/>
            </p:cNvSpPr>
            <p:nvPr/>
          </p:nvSpPr>
          <p:spPr bwMode="auto">
            <a:xfrm>
              <a:off x="4718051" y="3024188"/>
              <a:ext cx="1693863" cy="1692275"/>
            </a:xfrm>
            <a:custGeom>
              <a:avLst/>
              <a:gdLst>
                <a:gd name="T0" fmla="*/ 315 w 453"/>
                <a:gd name="T1" fmla="*/ 216 h 453"/>
                <a:gd name="T2" fmla="*/ 331 w 453"/>
                <a:gd name="T3" fmla="*/ 288 h 453"/>
                <a:gd name="T4" fmla="*/ 165 w 453"/>
                <a:gd name="T5" fmla="*/ 453 h 453"/>
                <a:gd name="T6" fmla="*/ 0 w 453"/>
                <a:gd name="T7" fmla="*/ 288 h 453"/>
                <a:gd name="T8" fmla="*/ 165 w 453"/>
                <a:gd name="T9" fmla="*/ 122 h 453"/>
                <a:gd name="T10" fmla="*/ 203 w 453"/>
                <a:gd name="T11" fmla="*/ 126 h 453"/>
                <a:gd name="T12" fmla="*/ 237 w 453"/>
                <a:gd name="T13" fmla="*/ 138 h 453"/>
                <a:gd name="T14" fmla="*/ 375 w 453"/>
                <a:gd name="T15" fmla="*/ 0 h 453"/>
                <a:gd name="T16" fmla="*/ 452 w 453"/>
                <a:gd name="T17" fmla="*/ 1 h 453"/>
                <a:gd name="T18" fmla="*/ 453 w 453"/>
                <a:gd name="T19" fmla="*/ 78 h 453"/>
                <a:gd name="T20" fmla="*/ 315 w 453"/>
                <a:gd name="T21" fmla="*/ 216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3" h="453">
                  <a:moveTo>
                    <a:pt x="315" y="216"/>
                  </a:moveTo>
                  <a:cubicBezTo>
                    <a:pt x="325" y="238"/>
                    <a:pt x="331" y="262"/>
                    <a:pt x="331" y="288"/>
                  </a:cubicBezTo>
                  <a:cubicBezTo>
                    <a:pt x="331" y="379"/>
                    <a:pt x="257" y="453"/>
                    <a:pt x="165" y="453"/>
                  </a:cubicBezTo>
                  <a:cubicBezTo>
                    <a:pt x="74" y="453"/>
                    <a:pt x="0" y="379"/>
                    <a:pt x="0" y="288"/>
                  </a:cubicBezTo>
                  <a:cubicBezTo>
                    <a:pt x="0" y="196"/>
                    <a:pt x="74" y="122"/>
                    <a:pt x="165" y="122"/>
                  </a:cubicBezTo>
                  <a:cubicBezTo>
                    <a:pt x="178" y="122"/>
                    <a:pt x="191" y="124"/>
                    <a:pt x="203" y="126"/>
                  </a:cubicBezTo>
                  <a:cubicBezTo>
                    <a:pt x="215" y="129"/>
                    <a:pt x="226" y="133"/>
                    <a:pt x="237" y="138"/>
                  </a:cubicBezTo>
                  <a:cubicBezTo>
                    <a:pt x="375" y="0"/>
                    <a:pt x="375" y="0"/>
                    <a:pt x="375" y="0"/>
                  </a:cubicBezTo>
                  <a:cubicBezTo>
                    <a:pt x="452" y="1"/>
                    <a:pt x="452" y="1"/>
                    <a:pt x="452" y="1"/>
                  </a:cubicBezTo>
                  <a:cubicBezTo>
                    <a:pt x="453" y="78"/>
                    <a:pt x="453" y="78"/>
                    <a:pt x="453" y="78"/>
                  </a:cubicBezTo>
                  <a:lnTo>
                    <a:pt x="315" y="21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1">
              <a:extLst>
                <a:ext uri="{FF2B5EF4-FFF2-40B4-BE49-F238E27FC236}">
                  <a16:creationId xmlns:a16="http://schemas.microsoft.com/office/drawing/2014/main" id="{91FE3B15-AC0C-493D-B720-FF5DC63AA1B0}"/>
                </a:ext>
              </a:extLst>
            </p:cNvPr>
            <p:cNvSpPr>
              <a:spLocks/>
            </p:cNvSpPr>
            <p:nvPr/>
          </p:nvSpPr>
          <p:spPr bwMode="auto">
            <a:xfrm>
              <a:off x="4718051" y="3024188"/>
              <a:ext cx="1690688" cy="1277938"/>
            </a:xfrm>
            <a:custGeom>
              <a:avLst/>
              <a:gdLst>
                <a:gd name="T0" fmla="*/ 2 w 452"/>
                <a:gd name="T1" fmla="*/ 293 h 342"/>
                <a:gd name="T2" fmla="*/ 167 w 452"/>
                <a:gd name="T3" fmla="*/ 128 h 342"/>
                <a:gd name="T4" fmla="*/ 205 w 452"/>
                <a:gd name="T5" fmla="*/ 132 h 342"/>
                <a:gd name="T6" fmla="*/ 239 w 452"/>
                <a:gd name="T7" fmla="*/ 144 h 342"/>
                <a:gd name="T8" fmla="*/ 377 w 452"/>
                <a:gd name="T9" fmla="*/ 6 h 342"/>
                <a:gd name="T10" fmla="*/ 452 w 452"/>
                <a:gd name="T11" fmla="*/ 1 h 342"/>
                <a:gd name="T12" fmla="*/ 375 w 452"/>
                <a:gd name="T13" fmla="*/ 0 h 342"/>
                <a:gd name="T14" fmla="*/ 237 w 452"/>
                <a:gd name="T15" fmla="*/ 138 h 342"/>
                <a:gd name="T16" fmla="*/ 203 w 452"/>
                <a:gd name="T17" fmla="*/ 126 h 342"/>
                <a:gd name="T18" fmla="*/ 165 w 452"/>
                <a:gd name="T19" fmla="*/ 122 h 342"/>
                <a:gd name="T20" fmla="*/ 0 w 452"/>
                <a:gd name="T21" fmla="*/ 288 h 342"/>
                <a:gd name="T22" fmla="*/ 9 w 452"/>
                <a:gd name="T23" fmla="*/ 342 h 342"/>
                <a:gd name="T24" fmla="*/ 2 w 452"/>
                <a:gd name="T25" fmla="*/ 293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2" h="342">
                  <a:moveTo>
                    <a:pt x="2" y="293"/>
                  </a:moveTo>
                  <a:cubicBezTo>
                    <a:pt x="2" y="202"/>
                    <a:pt x="76" y="128"/>
                    <a:pt x="167" y="128"/>
                  </a:cubicBezTo>
                  <a:cubicBezTo>
                    <a:pt x="180" y="128"/>
                    <a:pt x="193" y="129"/>
                    <a:pt x="205" y="132"/>
                  </a:cubicBezTo>
                  <a:cubicBezTo>
                    <a:pt x="217" y="135"/>
                    <a:pt x="228" y="139"/>
                    <a:pt x="239" y="144"/>
                  </a:cubicBezTo>
                  <a:cubicBezTo>
                    <a:pt x="377" y="6"/>
                    <a:pt x="377" y="6"/>
                    <a:pt x="377" y="6"/>
                  </a:cubicBezTo>
                  <a:cubicBezTo>
                    <a:pt x="452" y="1"/>
                    <a:pt x="452" y="1"/>
                    <a:pt x="452" y="1"/>
                  </a:cubicBezTo>
                  <a:cubicBezTo>
                    <a:pt x="375" y="0"/>
                    <a:pt x="375" y="0"/>
                    <a:pt x="375" y="0"/>
                  </a:cubicBezTo>
                  <a:cubicBezTo>
                    <a:pt x="237" y="138"/>
                    <a:pt x="237" y="138"/>
                    <a:pt x="237" y="138"/>
                  </a:cubicBezTo>
                  <a:cubicBezTo>
                    <a:pt x="226" y="133"/>
                    <a:pt x="215" y="129"/>
                    <a:pt x="203" y="126"/>
                  </a:cubicBezTo>
                  <a:cubicBezTo>
                    <a:pt x="191" y="124"/>
                    <a:pt x="178" y="122"/>
                    <a:pt x="165" y="122"/>
                  </a:cubicBezTo>
                  <a:cubicBezTo>
                    <a:pt x="74" y="122"/>
                    <a:pt x="0" y="196"/>
                    <a:pt x="0" y="288"/>
                  </a:cubicBezTo>
                  <a:cubicBezTo>
                    <a:pt x="0" y="307"/>
                    <a:pt x="3" y="325"/>
                    <a:pt x="9" y="342"/>
                  </a:cubicBezTo>
                  <a:cubicBezTo>
                    <a:pt x="5" y="327"/>
                    <a:pt x="2" y="310"/>
                    <a:pt x="2" y="293"/>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25">
              <a:extLst>
                <a:ext uri="{FF2B5EF4-FFF2-40B4-BE49-F238E27FC236}">
                  <a16:creationId xmlns:a16="http://schemas.microsoft.com/office/drawing/2014/main" id="{08CA4AEB-6AAF-40B5-8FFE-1A525C0C46C5}"/>
                </a:ext>
              </a:extLst>
            </p:cNvPr>
            <p:cNvSpPr>
              <a:spLocks/>
            </p:cNvSpPr>
            <p:nvPr/>
          </p:nvSpPr>
          <p:spPr bwMode="auto">
            <a:xfrm>
              <a:off x="5772151" y="3027363"/>
              <a:ext cx="639763" cy="803275"/>
            </a:xfrm>
            <a:custGeom>
              <a:avLst/>
              <a:gdLst>
                <a:gd name="T0" fmla="*/ 0 w 171"/>
                <a:gd name="T1" fmla="*/ 170 h 215"/>
                <a:gd name="T2" fmla="*/ 33 w 171"/>
                <a:gd name="T3" fmla="*/ 215 h 215"/>
                <a:gd name="T4" fmla="*/ 171 w 171"/>
                <a:gd name="T5" fmla="*/ 77 h 215"/>
                <a:gd name="T6" fmla="*/ 170 w 171"/>
                <a:gd name="T7" fmla="*/ 0 h 215"/>
                <a:gd name="T8" fmla="*/ 0 w 171"/>
                <a:gd name="T9" fmla="*/ 170 h 215"/>
              </a:gdLst>
              <a:ahLst/>
              <a:cxnLst>
                <a:cxn ang="0">
                  <a:pos x="T0" y="T1"/>
                </a:cxn>
                <a:cxn ang="0">
                  <a:pos x="T2" y="T3"/>
                </a:cxn>
                <a:cxn ang="0">
                  <a:pos x="T4" y="T5"/>
                </a:cxn>
                <a:cxn ang="0">
                  <a:pos x="T6" y="T7"/>
                </a:cxn>
                <a:cxn ang="0">
                  <a:pos x="T8" y="T9"/>
                </a:cxn>
              </a:cxnLst>
              <a:rect l="0" t="0" r="r" b="b"/>
              <a:pathLst>
                <a:path w="171" h="215">
                  <a:moveTo>
                    <a:pt x="0" y="170"/>
                  </a:moveTo>
                  <a:cubicBezTo>
                    <a:pt x="14" y="183"/>
                    <a:pt x="25" y="198"/>
                    <a:pt x="33" y="215"/>
                  </a:cubicBezTo>
                  <a:cubicBezTo>
                    <a:pt x="171" y="77"/>
                    <a:pt x="171" y="77"/>
                    <a:pt x="171" y="77"/>
                  </a:cubicBezTo>
                  <a:cubicBezTo>
                    <a:pt x="170" y="0"/>
                    <a:pt x="170" y="0"/>
                    <a:pt x="170" y="0"/>
                  </a:cubicBezTo>
                  <a:lnTo>
                    <a:pt x="0" y="170"/>
                  </a:lnTo>
                  <a:close/>
                </a:path>
              </a:pathLst>
            </a:custGeom>
            <a:gradFill flip="none" rotWithShape="1">
              <a:gsLst>
                <a:gs pos="0">
                  <a:schemeClr val="accent3">
                    <a:lumMod val="75000"/>
                  </a:schemeClr>
                </a:gs>
                <a:gs pos="100000">
                  <a:schemeClr val="accent3"/>
                </a:gs>
              </a:gsLst>
              <a:lin ang="81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1" name="Group 70">
            <a:extLst>
              <a:ext uri="{FF2B5EF4-FFF2-40B4-BE49-F238E27FC236}">
                <a16:creationId xmlns:a16="http://schemas.microsoft.com/office/drawing/2014/main" id="{90AF91B3-052D-46E2-9B39-6DF37D547B75}"/>
              </a:ext>
            </a:extLst>
          </p:cNvPr>
          <p:cNvGrpSpPr/>
          <p:nvPr/>
        </p:nvGrpSpPr>
        <p:grpSpPr>
          <a:xfrm>
            <a:off x="3386138" y="4365626"/>
            <a:ext cx="1690688" cy="1689100"/>
            <a:chOff x="3386138" y="4365626"/>
            <a:chExt cx="1690688" cy="1689100"/>
          </a:xfrm>
          <a:effectLst>
            <a:outerShdw blurRad="114300" dist="63500" dir="2700000" algn="tl" rotWithShape="0">
              <a:prstClr val="black">
                <a:alpha val="29000"/>
              </a:prstClr>
            </a:outerShdw>
          </a:effectLst>
        </p:grpSpPr>
        <p:sp>
          <p:nvSpPr>
            <p:cNvPr id="28" name="Freeform 22">
              <a:extLst>
                <a:ext uri="{FF2B5EF4-FFF2-40B4-BE49-F238E27FC236}">
                  <a16:creationId xmlns:a16="http://schemas.microsoft.com/office/drawing/2014/main" id="{CD681196-BA7E-4DE0-9165-166D959110EC}"/>
                </a:ext>
              </a:extLst>
            </p:cNvPr>
            <p:cNvSpPr>
              <a:spLocks/>
            </p:cNvSpPr>
            <p:nvPr/>
          </p:nvSpPr>
          <p:spPr bwMode="auto">
            <a:xfrm>
              <a:off x="3386138" y="4365626"/>
              <a:ext cx="1690688" cy="1689100"/>
            </a:xfrm>
            <a:custGeom>
              <a:avLst/>
              <a:gdLst>
                <a:gd name="T0" fmla="*/ 314 w 452"/>
                <a:gd name="T1" fmla="*/ 216 h 452"/>
                <a:gd name="T2" fmla="*/ 330 w 452"/>
                <a:gd name="T3" fmla="*/ 287 h 452"/>
                <a:gd name="T4" fmla="*/ 165 w 452"/>
                <a:gd name="T5" fmla="*/ 452 h 452"/>
                <a:gd name="T6" fmla="*/ 0 w 452"/>
                <a:gd name="T7" fmla="*/ 287 h 452"/>
                <a:gd name="T8" fmla="*/ 165 w 452"/>
                <a:gd name="T9" fmla="*/ 122 h 452"/>
                <a:gd name="T10" fmla="*/ 202 w 452"/>
                <a:gd name="T11" fmla="*/ 126 h 452"/>
                <a:gd name="T12" fmla="*/ 236 w 452"/>
                <a:gd name="T13" fmla="*/ 138 h 452"/>
                <a:gd name="T14" fmla="*/ 374 w 452"/>
                <a:gd name="T15" fmla="*/ 0 h 452"/>
                <a:gd name="T16" fmla="*/ 451 w 452"/>
                <a:gd name="T17" fmla="*/ 1 h 452"/>
                <a:gd name="T18" fmla="*/ 452 w 452"/>
                <a:gd name="T19" fmla="*/ 78 h 452"/>
                <a:gd name="T20" fmla="*/ 314 w 452"/>
                <a:gd name="T21" fmla="*/ 216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452">
                  <a:moveTo>
                    <a:pt x="314" y="216"/>
                  </a:moveTo>
                  <a:cubicBezTo>
                    <a:pt x="324" y="237"/>
                    <a:pt x="330" y="261"/>
                    <a:pt x="330" y="287"/>
                  </a:cubicBezTo>
                  <a:cubicBezTo>
                    <a:pt x="330" y="378"/>
                    <a:pt x="256" y="452"/>
                    <a:pt x="165" y="452"/>
                  </a:cubicBezTo>
                  <a:cubicBezTo>
                    <a:pt x="74" y="452"/>
                    <a:pt x="0" y="378"/>
                    <a:pt x="0" y="287"/>
                  </a:cubicBezTo>
                  <a:cubicBezTo>
                    <a:pt x="0" y="196"/>
                    <a:pt x="74" y="122"/>
                    <a:pt x="165" y="122"/>
                  </a:cubicBezTo>
                  <a:cubicBezTo>
                    <a:pt x="178" y="122"/>
                    <a:pt x="190" y="123"/>
                    <a:pt x="202" y="126"/>
                  </a:cubicBezTo>
                  <a:cubicBezTo>
                    <a:pt x="214" y="129"/>
                    <a:pt x="226" y="133"/>
                    <a:pt x="236" y="138"/>
                  </a:cubicBezTo>
                  <a:cubicBezTo>
                    <a:pt x="374" y="0"/>
                    <a:pt x="374" y="0"/>
                    <a:pt x="374" y="0"/>
                  </a:cubicBezTo>
                  <a:cubicBezTo>
                    <a:pt x="451" y="1"/>
                    <a:pt x="451" y="1"/>
                    <a:pt x="451" y="1"/>
                  </a:cubicBezTo>
                  <a:cubicBezTo>
                    <a:pt x="452" y="78"/>
                    <a:pt x="452" y="78"/>
                    <a:pt x="452" y="78"/>
                  </a:cubicBezTo>
                  <a:lnTo>
                    <a:pt x="314" y="2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3">
              <a:extLst>
                <a:ext uri="{FF2B5EF4-FFF2-40B4-BE49-F238E27FC236}">
                  <a16:creationId xmlns:a16="http://schemas.microsoft.com/office/drawing/2014/main" id="{CF6030D4-A4F3-408A-A341-DAF03362038F}"/>
                </a:ext>
              </a:extLst>
            </p:cNvPr>
            <p:cNvSpPr>
              <a:spLocks/>
            </p:cNvSpPr>
            <p:nvPr/>
          </p:nvSpPr>
          <p:spPr bwMode="auto">
            <a:xfrm>
              <a:off x="3386138" y="4365626"/>
              <a:ext cx="1687513" cy="1274763"/>
            </a:xfrm>
            <a:custGeom>
              <a:avLst/>
              <a:gdLst>
                <a:gd name="T0" fmla="*/ 1 w 451"/>
                <a:gd name="T1" fmla="*/ 293 h 341"/>
                <a:gd name="T2" fmla="*/ 167 w 451"/>
                <a:gd name="T3" fmla="*/ 127 h 341"/>
                <a:gd name="T4" fmla="*/ 204 w 451"/>
                <a:gd name="T5" fmla="*/ 132 h 341"/>
                <a:gd name="T6" fmla="*/ 238 w 451"/>
                <a:gd name="T7" fmla="*/ 144 h 341"/>
                <a:gd name="T8" fmla="*/ 376 w 451"/>
                <a:gd name="T9" fmla="*/ 5 h 341"/>
                <a:gd name="T10" fmla="*/ 451 w 451"/>
                <a:gd name="T11" fmla="*/ 1 h 341"/>
                <a:gd name="T12" fmla="*/ 374 w 451"/>
                <a:gd name="T13" fmla="*/ 0 h 341"/>
                <a:gd name="T14" fmla="*/ 236 w 451"/>
                <a:gd name="T15" fmla="*/ 138 h 341"/>
                <a:gd name="T16" fmla="*/ 202 w 451"/>
                <a:gd name="T17" fmla="*/ 126 h 341"/>
                <a:gd name="T18" fmla="*/ 165 w 451"/>
                <a:gd name="T19" fmla="*/ 122 h 341"/>
                <a:gd name="T20" fmla="*/ 0 w 451"/>
                <a:gd name="T21" fmla="*/ 287 h 341"/>
                <a:gd name="T22" fmla="*/ 9 w 451"/>
                <a:gd name="T23" fmla="*/ 341 h 341"/>
                <a:gd name="T24" fmla="*/ 1 w 451"/>
                <a:gd name="T25" fmla="*/ 293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1" h="341">
                  <a:moveTo>
                    <a:pt x="1" y="293"/>
                  </a:moveTo>
                  <a:cubicBezTo>
                    <a:pt x="1" y="201"/>
                    <a:pt x="75" y="127"/>
                    <a:pt x="167" y="127"/>
                  </a:cubicBezTo>
                  <a:cubicBezTo>
                    <a:pt x="180" y="127"/>
                    <a:pt x="192" y="129"/>
                    <a:pt x="204" y="132"/>
                  </a:cubicBezTo>
                  <a:cubicBezTo>
                    <a:pt x="216" y="134"/>
                    <a:pt x="227" y="138"/>
                    <a:pt x="238" y="144"/>
                  </a:cubicBezTo>
                  <a:cubicBezTo>
                    <a:pt x="376" y="5"/>
                    <a:pt x="376" y="5"/>
                    <a:pt x="376" y="5"/>
                  </a:cubicBezTo>
                  <a:cubicBezTo>
                    <a:pt x="451" y="1"/>
                    <a:pt x="451" y="1"/>
                    <a:pt x="451" y="1"/>
                  </a:cubicBezTo>
                  <a:cubicBezTo>
                    <a:pt x="374" y="0"/>
                    <a:pt x="374" y="0"/>
                    <a:pt x="374" y="0"/>
                  </a:cubicBezTo>
                  <a:cubicBezTo>
                    <a:pt x="236" y="138"/>
                    <a:pt x="236" y="138"/>
                    <a:pt x="236" y="138"/>
                  </a:cubicBezTo>
                  <a:cubicBezTo>
                    <a:pt x="226" y="133"/>
                    <a:pt x="214" y="129"/>
                    <a:pt x="202" y="126"/>
                  </a:cubicBezTo>
                  <a:cubicBezTo>
                    <a:pt x="190" y="123"/>
                    <a:pt x="178" y="122"/>
                    <a:pt x="165" y="122"/>
                  </a:cubicBezTo>
                  <a:cubicBezTo>
                    <a:pt x="74" y="122"/>
                    <a:pt x="0" y="196"/>
                    <a:pt x="0" y="287"/>
                  </a:cubicBezTo>
                  <a:cubicBezTo>
                    <a:pt x="0" y="306"/>
                    <a:pt x="3" y="324"/>
                    <a:pt x="9" y="341"/>
                  </a:cubicBezTo>
                  <a:cubicBezTo>
                    <a:pt x="4" y="326"/>
                    <a:pt x="1" y="310"/>
                    <a:pt x="1" y="293"/>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26">
              <a:extLst>
                <a:ext uri="{FF2B5EF4-FFF2-40B4-BE49-F238E27FC236}">
                  <a16:creationId xmlns:a16="http://schemas.microsoft.com/office/drawing/2014/main" id="{A94D1A7F-FD99-48C8-A47D-459F75A5B92A}"/>
                </a:ext>
              </a:extLst>
            </p:cNvPr>
            <p:cNvSpPr>
              <a:spLocks/>
            </p:cNvSpPr>
            <p:nvPr/>
          </p:nvSpPr>
          <p:spPr bwMode="auto">
            <a:xfrm>
              <a:off x="4441826" y="4368801"/>
              <a:ext cx="635000" cy="803275"/>
            </a:xfrm>
            <a:custGeom>
              <a:avLst/>
              <a:gdLst>
                <a:gd name="T0" fmla="*/ 0 w 170"/>
                <a:gd name="T1" fmla="*/ 169 h 215"/>
                <a:gd name="T2" fmla="*/ 32 w 170"/>
                <a:gd name="T3" fmla="*/ 215 h 215"/>
                <a:gd name="T4" fmla="*/ 170 w 170"/>
                <a:gd name="T5" fmla="*/ 77 h 215"/>
                <a:gd name="T6" fmla="*/ 169 w 170"/>
                <a:gd name="T7" fmla="*/ 0 h 215"/>
                <a:gd name="T8" fmla="*/ 0 w 170"/>
                <a:gd name="T9" fmla="*/ 169 h 215"/>
              </a:gdLst>
              <a:ahLst/>
              <a:cxnLst>
                <a:cxn ang="0">
                  <a:pos x="T0" y="T1"/>
                </a:cxn>
                <a:cxn ang="0">
                  <a:pos x="T2" y="T3"/>
                </a:cxn>
                <a:cxn ang="0">
                  <a:pos x="T4" y="T5"/>
                </a:cxn>
                <a:cxn ang="0">
                  <a:pos x="T6" y="T7"/>
                </a:cxn>
                <a:cxn ang="0">
                  <a:pos x="T8" y="T9"/>
                </a:cxn>
              </a:cxnLst>
              <a:rect l="0" t="0" r="r" b="b"/>
              <a:pathLst>
                <a:path w="170" h="215">
                  <a:moveTo>
                    <a:pt x="0" y="169"/>
                  </a:moveTo>
                  <a:cubicBezTo>
                    <a:pt x="13" y="182"/>
                    <a:pt x="24" y="198"/>
                    <a:pt x="32" y="215"/>
                  </a:cubicBezTo>
                  <a:cubicBezTo>
                    <a:pt x="170" y="77"/>
                    <a:pt x="170" y="77"/>
                    <a:pt x="170" y="77"/>
                  </a:cubicBezTo>
                  <a:cubicBezTo>
                    <a:pt x="169" y="0"/>
                    <a:pt x="169" y="0"/>
                    <a:pt x="169" y="0"/>
                  </a:cubicBezTo>
                  <a:lnTo>
                    <a:pt x="0" y="169"/>
                  </a:lnTo>
                  <a:close/>
                </a:path>
              </a:pathLst>
            </a:custGeom>
            <a:gradFill flip="none" rotWithShape="1">
              <a:gsLst>
                <a:gs pos="0">
                  <a:schemeClr val="accent4">
                    <a:lumMod val="75000"/>
                  </a:schemeClr>
                </a:gs>
                <a:gs pos="100000">
                  <a:schemeClr val="accent4">
                    <a:shade val="100000"/>
                    <a:satMod val="115000"/>
                    <a:alpha val="15000"/>
                  </a:schemeClr>
                </a:gs>
              </a:gsLst>
              <a:lin ang="81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3853A45F-9601-490F-A16A-75039A3BC325}"/>
              </a:ext>
            </a:extLst>
          </p:cNvPr>
          <p:cNvGrpSpPr/>
          <p:nvPr/>
        </p:nvGrpSpPr>
        <p:grpSpPr>
          <a:xfrm>
            <a:off x="4732338" y="5348288"/>
            <a:ext cx="1009651" cy="777876"/>
            <a:chOff x="4732338" y="5348288"/>
            <a:chExt cx="1009651" cy="777876"/>
          </a:xfrm>
        </p:grpSpPr>
        <p:sp>
          <p:nvSpPr>
            <p:cNvPr id="37" name="Freeform 31">
              <a:extLst>
                <a:ext uri="{FF2B5EF4-FFF2-40B4-BE49-F238E27FC236}">
                  <a16:creationId xmlns:a16="http://schemas.microsoft.com/office/drawing/2014/main" id="{74B8E475-2051-4E07-BE2F-7491EF1E513C}"/>
                </a:ext>
              </a:extLst>
            </p:cNvPr>
            <p:cNvSpPr>
              <a:spLocks/>
            </p:cNvSpPr>
            <p:nvPr/>
          </p:nvSpPr>
          <p:spPr bwMode="auto">
            <a:xfrm>
              <a:off x="4732338" y="5438776"/>
              <a:ext cx="909638" cy="687388"/>
            </a:xfrm>
            <a:custGeom>
              <a:avLst/>
              <a:gdLst>
                <a:gd name="T0" fmla="*/ 243 w 243"/>
                <a:gd name="T1" fmla="*/ 0 h 184"/>
                <a:gd name="T2" fmla="*/ 74 w 243"/>
                <a:gd name="T3" fmla="*/ 0 h 184"/>
                <a:gd name="T4" fmla="*/ 0 w 243"/>
                <a:gd name="T5" fmla="*/ 184 h 184"/>
              </a:gdLst>
              <a:ahLst/>
              <a:cxnLst>
                <a:cxn ang="0">
                  <a:pos x="T0" y="T1"/>
                </a:cxn>
                <a:cxn ang="0">
                  <a:pos x="T2" y="T3"/>
                </a:cxn>
                <a:cxn ang="0">
                  <a:pos x="T4" y="T5"/>
                </a:cxn>
              </a:cxnLst>
              <a:rect l="0" t="0" r="r" b="b"/>
              <a:pathLst>
                <a:path w="243" h="184">
                  <a:moveTo>
                    <a:pt x="243" y="0"/>
                  </a:moveTo>
                  <a:cubicBezTo>
                    <a:pt x="74" y="0"/>
                    <a:pt x="74" y="0"/>
                    <a:pt x="74" y="0"/>
                  </a:cubicBezTo>
                  <a:cubicBezTo>
                    <a:pt x="74" y="72"/>
                    <a:pt x="46" y="136"/>
                    <a:pt x="0" y="184"/>
                  </a:cubicBezTo>
                </a:path>
              </a:pathLst>
            </a:custGeom>
            <a:noFill/>
            <a:ln w="46038"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 name="Freeform 35">
              <a:extLst>
                <a:ext uri="{FF2B5EF4-FFF2-40B4-BE49-F238E27FC236}">
                  <a16:creationId xmlns:a16="http://schemas.microsoft.com/office/drawing/2014/main" id="{43E15B12-7C7E-4BE7-835B-731962954FB1}"/>
                </a:ext>
              </a:extLst>
            </p:cNvPr>
            <p:cNvSpPr>
              <a:spLocks/>
            </p:cNvSpPr>
            <p:nvPr/>
          </p:nvSpPr>
          <p:spPr bwMode="auto">
            <a:xfrm>
              <a:off x="5584826" y="5348288"/>
              <a:ext cx="157163" cy="179388"/>
            </a:xfrm>
            <a:custGeom>
              <a:avLst/>
              <a:gdLst>
                <a:gd name="T0" fmla="*/ 0 w 99"/>
                <a:gd name="T1" fmla="*/ 0 h 113"/>
                <a:gd name="T2" fmla="*/ 99 w 99"/>
                <a:gd name="T3" fmla="*/ 57 h 113"/>
                <a:gd name="T4" fmla="*/ 0 w 99"/>
                <a:gd name="T5" fmla="*/ 113 h 113"/>
                <a:gd name="T6" fmla="*/ 0 w 99"/>
                <a:gd name="T7" fmla="*/ 0 h 113"/>
              </a:gdLst>
              <a:ahLst/>
              <a:cxnLst>
                <a:cxn ang="0">
                  <a:pos x="T0" y="T1"/>
                </a:cxn>
                <a:cxn ang="0">
                  <a:pos x="T2" y="T3"/>
                </a:cxn>
                <a:cxn ang="0">
                  <a:pos x="T4" y="T5"/>
                </a:cxn>
                <a:cxn ang="0">
                  <a:pos x="T6" y="T7"/>
                </a:cxn>
              </a:cxnLst>
              <a:rect l="0" t="0" r="r" b="b"/>
              <a:pathLst>
                <a:path w="99" h="113">
                  <a:moveTo>
                    <a:pt x="0" y="0"/>
                  </a:moveTo>
                  <a:lnTo>
                    <a:pt x="99" y="57"/>
                  </a:lnTo>
                  <a:lnTo>
                    <a:pt x="0" y="113"/>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5AE6F8F0-E418-461B-B0A1-AA2384333C9E}"/>
              </a:ext>
            </a:extLst>
          </p:cNvPr>
          <p:cNvGrpSpPr/>
          <p:nvPr/>
        </p:nvGrpSpPr>
        <p:grpSpPr>
          <a:xfrm>
            <a:off x="6075363" y="4002088"/>
            <a:ext cx="1017588" cy="781051"/>
            <a:chOff x="6075363" y="4002088"/>
            <a:chExt cx="1017588" cy="781051"/>
          </a:xfrm>
        </p:grpSpPr>
        <p:sp>
          <p:nvSpPr>
            <p:cNvPr id="38" name="Freeform 32">
              <a:extLst>
                <a:ext uri="{FF2B5EF4-FFF2-40B4-BE49-F238E27FC236}">
                  <a16:creationId xmlns:a16="http://schemas.microsoft.com/office/drawing/2014/main" id="{7B4B3458-CB6F-40B5-BA8E-D92C5A22826E}"/>
                </a:ext>
              </a:extLst>
            </p:cNvPr>
            <p:cNvSpPr>
              <a:spLocks/>
            </p:cNvSpPr>
            <p:nvPr/>
          </p:nvSpPr>
          <p:spPr bwMode="auto">
            <a:xfrm>
              <a:off x="6075363" y="4095751"/>
              <a:ext cx="908050" cy="687388"/>
            </a:xfrm>
            <a:custGeom>
              <a:avLst/>
              <a:gdLst>
                <a:gd name="T0" fmla="*/ 243 w 243"/>
                <a:gd name="T1" fmla="*/ 0 h 184"/>
                <a:gd name="T2" fmla="*/ 74 w 243"/>
                <a:gd name="T3" fmla="*/ 0 h 184"/>
                <a:gd name="T4" fmla="*/ 0 w 243"/>
                <a:gd name="T5" fmla="*/ 184 h 184"/>
              </a:gdLst>
              <a:ahLst/>
              <a:cxnLst>
                <a:cxn ang="0">
                  <a:pos x="T0" y="T1"/>
                </a:cxn>
                <a:cxn ang="0">
                  <a:pos x="T2" y="T3"/>
                </a:cxn>
                <a:cxn ang="0">
                  <a:pos x="T4" y="T5"/>
                </a:cxn>
              </a:cxnLst>
              <a:rect l="0" t="0" r="r" b="b"/>
              <a:pathLst>
                <a:path w="243" h="184">
                  <a:moveTo>
                    <a:pt x="243" y="0"/>
                  </a:moveTo>
                  <a:cubicBezTo>
                    <a:pt x="74" y="0"/>
                    <a:pt x="74" y="0"/>
                    <a:pt x="74" y="0"/>
                  </a:cubicBezTo>
                  <a:cubicBezTo>
                    <a:pt x="74" y="71"/>
                    <a:pt x="46" y="136"/>
                    <a:pt x="0" y="184"/>
                  </a:cubicBezTo>
                </a:path>
              </a:pathLst>
            </a:custGeom>
            <a:noFill/>
            <a:ln w="46038"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2" name="Freeform 36">
              <a:extLst>
                <a:ext uri="{FF2B5EF4-FFF2-40B4-BE49-F238E27FC236}">
                  <a16:creationId xmlns:a16="http://schemas.microsoft.com/office/drawing/2014/main" id="{48E835D6-723F-40B7-8EA2-1B7B5BE25952}"/>
                </a:ext>
              </a:extLst>
            </p:cNvPr>
            <p:cNvSpPr>
              <a:spLocks/>
            </p:cNvSpPr>
            <p:nvPr/>
          </p:nvSpPr>
          <p:spPr bwMode="auto">
            <a:xfrm>
              <a:off x="6935788" y="4002088"/>
              <a:ext cx="157163" cy="184150"/>
            </a:xfrm>
            <a:custGeom>
              <a:avLst/>
              <a:gdLst>
                <a:gd name="T0" fmla="*/ 0 w 99"/>
                <a:gd name="T1" fmla="*/ 0 h 116"/>
                <a:gd name="T2" fmla="*/ 99 w 99"/>
                <a:gd name="T3" fmla="*/ 59 h 116"/>
                <a:gd name="T4" fmla="*/ 0 w 99"/>
                <a:gd name="T5" fmla="*/ 116 h 116"/>
                <a:gd name="T6" fmla="*/ 0 w 99"/>
                <a:gd name="T7" fmla="*/ 0 h 116"/>
              </a:gdLst>
              <a:ahLst/>
              <a:cxnLst>
                <a:cxn ang="0">
                  <a:pos x="T0" y="T1"/>
                </a:cxn>
                <a:cxn ang="0">
                  <a:pos x="T2" y="T3"/>
                </a:cxn>
                <a:cxn ang="0">
                  <a:pos x="T4" y="T5"/>
                </a:cxn>
                <a:cxn ang="0">
                  <a:pos x="T6" y="T7"/>
                </a:cxn>
              </a:cxnLst>
              <a:rect l="0" t="0" r="r" b="b"/>
              <a:pathLst>
                <a:path w="99" h="116">
                  <a:moveTo>
                    <a:pt x="0" y="0"/>
                  </a:moveTo>
                  <a:lnTo>
                    <a:pt x="99" y="59"/>
                  </a:lnTo>
                  <a:lnTo>
                    <a:pt x="0" y="116"/>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59042B87-B6C3-4191-B2BF-342C2D21333A}"/>
              </a:ext>
            </a:extLst>
          </p:cNvPr>
          <p:cNvGrpSpPr/>
          <p:nvPr/>
        </p:nvGrpSpPr>
        <p:grpSpPr>
          <a:xfrm>
            <a:off x="4946651" y="2078038"/>
            <a:ext cx="1023937" cy="777876"/>
            <a:chOff x="4946651" y="2078038"/>
            <a:chExt cx="1023937" cy="777876"/>
          </a:xfrm>
        </p:grpSpPr>
        <p:sp>
          <p:nvSpPr>
            <p:cNvPr id="40" name="Freeform 34">
              <a:extLst>
                <a:ext uri="{FF2B5EF4-FFF2-40B4-BE49-F238E27FC236}">
                  <a16:creationId xmlns:a16="http://schemas.microsoft.com/office/drawing/2014/main" id="{805DF9BB-D223-43D0-8DC0-FD8AC9E3D2BD}"/>
                </a:ext>
              </a:extLst>
            </p:cNvPr>
            <p:cNvSpPr>
              <a:spLocks/>
            </p:cNvSpPr>
            <p:nvPr/>
          </p:nvSpPr>
          <p:spPr bwMode="auto">
            <a:xfrm>
              <a:off x="5062538" y="2078038"/>
              <a:ext cx="908050" cy="687388"/>
            </a:xfrm>
            <a:custGeom>
              <a:avLst/>
              <a:gdLst>
                <a:gd name="T0" fmla="*/ 0 w 243"/>
                <a:gd name="T1" fmla="*/ 184 h 184"/>
                <a:gd name="T2" fmla="*/ 168 w 243"/>
                <a:gd name="T3" fmla="*/ 184 h 184"/>
                <a:gd name="T4" fmla="*/ 243 w 243"/>
                <a:gd name="T5" fmla="*/ 0 h 184"/>
              </a:gdLst>
              <a:ahLst/>
              <a:cxnLst>
                <a:cxn ang="0">
                  <a:pos x="T0" y="T1"/>
                </a:cxn>
                <a:cxn ang="0">
                  <a:pos x="T2" y="T3"/>
                </a:cxn>
                <a:cxn ang="0">
                  <a:pos x="T4" y="T5"/>
                </a:cxn>
              </a:cxnLst>
              <a:rect l="0" t="0" r="r" b="b"/>
              <a:pathLst>
                <a:path w="243" h="184">
                  <a:moveTo>
                    <a:pt x="0" y="184"/>
                  </a:moveTo>
                  <a:cubicBezTo>
                    <a:pt x="168" y="184"/>
                    <a:pt x="168" y="184"/>
                    <a:pt x="168" y="184"/>
                  </a:cubicBezTo>
                  <a:cubicBezTo>
                    <a:pt x="168" y="113"/>
                    <a:pt x="197" y="48"/>
                    <a:pt x="243" y="0"/>
                  </a:cubicBezTo>
                </a:path>
              </a:pathLst>
            </a:custGeom>
            <a:noFill/>
            <a:ln w="46038"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3" name="Freeform 37">
              <a:extLst>
                <a:ext uri="{FF2B5EF4-FFF2-40B4-BE49-F238E27FC236}">
                  <a16:creationId xmlns:a16="http://schemas.microsoft.com/office/drawing/2014/main" id="{9182DA9F-2F62-4B13-8C52-EE2953069FA8}"/>
                </a:ext>
              </a:extLst>
            </p:cNvPr>
            <p:cNvSpPr>
              <a:spLocks/>
            </p:cNvSpPr>
            <p:nvPr/>
          </p:nvSpPr>
          <p:spPr bwMode="auto">
            <a:xfrm>
              <a:off x="4946651" y="2676526"/>
              <a:ext cx="157163" cy="179388"/>
            </a:xfrm>
            <a:custGeom>
              <a:avLst/>
              <a:gdLst>
                <a:gd name="T0" fmla="*/ 99 w 99"/>
                <a:gd name="T1" fmla="*/ 113 h 113"/>
                <a:gd name="T2" fmla="*/ 0 w 99"/>
                <a:gd name="T3" fmla="*/ 56 h 113"/>
                <a:gd name="T4" fmla="*/ 99 w 99"/>
                <a:gd name="T5" fmla="*/ 0 h 113"/>
                <a:gd name="T6" fmla="*/ 99 w 99"/>
                <a:gd name="T7" fmla="*/ 113 h 113"/>
              </a:gdLst>
              <a:ahLst/>
              <a:cxnLst>
                <a:cxn ang="0">
                  <a:pos x="T0" y="T1"/>
                </a:cxn>
                <a:cxn ang="0">
                  <a:pos x="T2" y="T3"/>
                </a:cxn>
                <a:cxn ang="0">
                  <a:pos x="T4" y="T5"/>
                </a:cxn>
                <a:cxn ang="0">
                  <a:pos x="T6" y="T7"/>
                </a:cxn>
              </a:cxnLst>
              <a:rect l="0" t="0" r="r" b="b"/>
              <a:pathLst>
                <a:path w="99" h="113">
                  <a:moveTo>
                    <a:pt x="99" y="113"/>
                  </a:moveTo>
                  <a:lnTo>
                    <a:pt x="0" y="56"/>
                  </a:lnTo>
                  <a:lnTo>
                    <a:pt x="99" y="0"/>
                  </a:lnTo>
                  <a:lnTo>
                    <a:pt x="99" y="11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E469D970-1BBC-4E03-BE5F-8C3ECFB8FD02}"/>
              </a:ext>
            </a:extLst>
          </p:cNvPr>
          <p:cNvGrpSpPr/>
          <p:nvPr/>
        </p:nvGrpSpPr>
        <p:grpSpPr>
          <a:xfrm>
            <a:off x="6276976" y="736601"/>
            <a:ext cx="1020762" cy="776288"/>
            <a:chOff x="6276976" y="736601"/>
            <a:chExt cx="1020762" cy="776288"/>
          </a:xfrm>
        </p:grpSpPr>
        <p:sp>
          <p:nvSpPr>
            <p:cNvPr id="39" name="Freeform 33">
              <a:extLst>
                <a:ext uri="{FF2B5EF4-FFF2-40B4-BE49-F238E27FC236}">
                  <a16:creationId xmlns:a16="http://schemas.microsoft.com/office/drawing/2014/main" id="{8E8D6690-EDCA-4F55-BB6E-D58845A26332}"/>
                </a:ext>
              </a:extLst>
            </p:cNvPr>
            <p:cNvSpPr>
              <a:spLocks/>
            </p:cNvSpPr>
            <p:nvPr/>
          </p:nvSpPr>
          <p:spPr bwMode="auto">
            <a:xfrm>
              <a:off x="6389688" y="736601"/>
              <a:ext cx="908050" cy="687388"/>
            </a:xfrm>
            <a:custGeom>
              <a:avLst/>
              <a:gdLst>
                <a:gd name="T0" fmla="*/ 0 w 243"/>
                <a:gd name="T1" fmla="*/ 184 h 184"/>
                <a:gd name="T2" fmla="*/ 169 w 243"/>
                <a:gd name="T3" fmla="*/ 184 h 184"/>
                <a:gd name="T4" fmla="*/ 243 w 243"/>
                <a:gd name="T5" fmla="*/ 0 h 184"/>
              </a:gdLst>
              <a:ahLst/>
              <a:cxnLst>
                <a:cxn ang="0">
                  <a:pos x="T0" y="T1"/>
                </a:cxn>
                <a:cxn ang="0">
                  <a:pos x="T2" y="T3"/>
                </a:cxn>
                <a:cxn ang="0">
                  <a:pos x="T4" y="T5"/>
                </a:cxn>
              </a:cxnLst>
              <a:rect l="0" t="0" r="r" b="b"/>
              <a:pathLst>
                <a:path w="243" h="184">
                  <a:moveTo>
                    <a:pt x="0" y="184"/>
                  </a:moveTo>
                  <a:cubicBezTo>
                    <a:pt x="169" y="184"/>
                    <a:pt x="169" y="184"/>
                    <a:pt x="169" y="184"/>
                  </a:cubicBezTo>
                  <a:cubicBezTo>
                    <a:pt x="169" y="112"/>
                    <a:pt x="197" y="47"/>
                    <a:pt x="243" y="0"/>
                  </a:cubicBezTo>
                </a:path>
              </a:pathLst>
            </a:custGeom>
            <a:noFill/>
            <a:ln w="46038"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Freeform 38">
              <a:extLst>
                <a:ext uri="{FF2B5EF4-FFF2-40B4-BE49-F238E27FC236}">
                  <a16:creationId xmlns:a16="http://schemas.microsoft.com/office/drawing/2014/main" id="{2A308563-8A36-4AE7-A5AB-4568C8CF36CF}"/>
                </a:ext>
              </a:extLst>
            </p:cNvPr>
            <p:cNvSpPr>
              <a:spLocks/>
            </p:cNvSpPr>
            <p:nvPr/>
          </p:nvSpPr>
          <p:spPr bwMode="auto">
            <a:xfrm>
              <a:off x="6276976" y="1333501"/>
              <a:ext cx="157163" cy="179388"/>
            </a:xfrm>
            <a:custGeom>
              <a:avLst/>
              <a:gdLst>
                <a:gd name="T0" fmla="*/ 99 w 99"/>
                <a:gd name="T1" fmla="*/ 113 h 113"/>
                <a:gd name="T2" fmla="*/ 0 w 99"/>
                <a:gd name="T3" fmla="*/ 57 h 113"/>
                <a:gd name="T4" fmla="*/ 99 w 99"/>
                <a:gd name="T5" fmla="*/ 0 h 113"/>
                <a:gd name="T6" fmla="*/ 99 w 99"/>
                <a:gd name="T7" fmla="*/ 113 h 113"/>
              </a:gdLst>
              <a:ahLst/>
              <a:cxnLst>
                <a:cxn ang="0">
                  <a:pos x="T0" y="T1"/>
                </a:cxn>
                <a:cxn ang="0">
                  <a:pos x="T2" y="T3"/>
                </a:cxn>
                <a:cxn ang="0">
                  <a:pos x="T4" y="T5"/>
                </a:cxn>
                <a:cxn ang="0">
                  <a:pos x="T6" y="T7"/>
                </a:cxn>
              </a:cxnLst>
              <a:rect l="0" t="0" r="r" b="b"/>
              <a:pathLst>
                <a:path w="99" h="113">
                  <a:moveTo>
                    <a:pt x="99" y="113"/>
                  </a:moveTo>
                  <a:lnTo>
                    <a:pt x="0" y="57"/>
                  </a:lnTo>
                  <a:lnTo>
                    <a:pt x="99" y="0"/>
                  </a:lnTo>
                  <a:lnTo>
                    <a:pt x="99" y="11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9" name="Rectangle 43">
            <a:extLst>
              <a:ext uri="{FF2B5EF4-FFF2-40B4-BE49-F238E27FC236}">
                <a16:creationId xmlns:a16="http://schemas.microsoft.com/office/drawing/2014/main" id="{0E5B8795-89F3-44EA-9946-BDC5633B58E3}"/>
              </a:ext>
            </a:extLst>
          </p:cNvPr>
          <p:cNvSpPr>
            <a:spLocks noChangeArrowheads="1"/>
          </p:cNvSpPr>
          <p:nvPr/>
        </p:nvSpPr>
        <p:spPr bwMode="auto">
          <a:xfrm>
            <a:off x="6367463" y="5229226"/>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4"/>
                </a:solidFill>
                <a:effectLst/>
                <a:latin typeface="Open Sans" panose="020B0606030504020204" pitchFamily="34" charset="0"/>
              </a:rPr>
              <a:t>INFODATA 04</a:t>
            </a:r>
            <a:endParaRPr kumimoji="0" lang="ru-UA" altLang="ru-UA" sz="1800" b="0" i="0" u="none" strike="noStrike" cap="none" normalizeH="0" baseline="0">
              <a:ln>
                <a:noFill/>
              </a:ln>
              <a:solidFill>
                <a:schemeClr val="accent4"/>
              </a:solidFill>
              <a:effectLst/>
            </a:endParaRPr>
          </a:p>
        </p:txBody>
      </p:sp>
      <p:sp>
        <p:nvSpPr>
          <p:cNvPr id="50" name="Rectangle 44">
            <a:extLst>
              <a:ext uri="{FF2B5EF4-FFF2-40B4-BE49-F238E27FC236}">
                <a16:creationId xmlns:a16="http://schemas.microsoft.com/office/drawing/2014/main" id="{175B228E-D466-4054-80E3-65C7ECEC3A62}"/>
              </a:ext>
            </a:extLst>
          </p:cNvPr>
          <p:cNvSpPr>
            <a:spLocks noChangeArrowheads="1"/>
          </p:cNvSpPr>
          <p:nvPr/>
        </p:nvSpPr>
        <p:spPr bwMode="auto">
          <a:xfrm>
            <a:off x="3300413" y="2263776"/>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1"/>
                </a:solidFill>
                <a:effectLst/>
                <a:latin typeface="Open Sans" panose="020B0606030504020204" pitchFamily="34" charset="0"/>
              </a:rPr>
              <a:t>INFODATA 02</a:t>
            </a:r>
            <a:endParaRPr kumimoji="0" lang="ru-UA" altLang="ru-UA" sz="1800" b="0" i="0" u="none" strike="noStrike" cap="none" normalizeH="0" baseline="0">
              <a:ln>
                <a:noFill/>
              </a:ln>
              <a:solidFill>
                <a:schemeClr val="accent1"/>
              </a:solidFill>
              <a:effectLst/>
            </a:endParaRPr>
          </a:p>
        </p:txBody>
      </p:sp>
      <p:sp>
        <p:nvSpPr>
          <p:cNvPr id="51" name="Rectangle 45">
            <a:extLst>
              <a:ext uri="{FF2B5EF4-FFF2-40B4-BE49-F238E27FC236}">
                <a16:creationId xmlns:a16="http://schemas.microsoft.com/office/drawing/2014/main" id="{53BEC383-509C-4395-8D15-DD4E0638F8E8}"/>
              </a:ext>
            </a:extLst>
          </p:cNvPr>
          <p:cNvSpPr>
            <a:spLocks noChangeArrowheads="1"/>
          </p:cNvSpPr>
          <p:nvPr/>
        </p:nvSpPr>
        <p:spPr bwMode="auto">
          <a:xfrm>
            <a:off x="4572001" y="825501"/>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2"/>
                </a:solidFill>
                <a:effectLst/>
                <a:latin typeface="Open Sans" panose="020B0606030504020204" pitchFamily="34" charset="0"/>
              </a:rPr>
              <a:t>INFODATA 01</a:t>
            </a:r>
            <a:endParaRPr kumimoji="0" lang="ru-UA" altLang="ru-UA" sz="1800" b="0" i="0" u="none" strike="noStrike" cap="none" normalizeH="0" baseline="0">
              <a:ln>
                <a:noFill/>
              </a:ln>
              <a:solidFill>
                <a:schemeClr val="accent2"/>
              </a:solidFill>
              <a:effectLst/>
            </a:endParaRPr>
          </a:p>
        </p:txBody>
      </p:sp>
      <p:sp>
        <p:nvSpPr>
          <p:cNvPr id="52" name="Rectangle 46">
            <a:extLst>
              <a:ext uri="{FF2B5EF4-FFF2-40B4-BE49-F238E27FC236}">
                <a16:creationId xmlns:a16="http://schemas.microsoft.com/office/drawing/2014/main" id="{68C96163-7CFA-4FF7-91CD-BC1B3AE3B778}"/>
              </a:ext>
            </a:extLst>
          </p:cNvPr>
          <p:cNvSpPr>
            <a:spLocks noChangeArrowheads="1"/>
          </p:cNvSpPr>
          <p:nvPr/>
        </p:nvSpPr>
        <p:spPr bwMode="auto">
          <a:xfrm>
            <a:off x="7631113" y="3830638"/>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3"/>
                </a:solidFill>
                <a:effectLst/>
                <a:latin typeface="Open Sans" panose="020B0606030504020204" pitchFamily="34" charset="0"/>
              </a:rPr>
              <a:t>INFODATA 03</a:t>
            </a:r>
            <a:endParaRPr kumimoji="0" lang="ru-UA" altLang="ru-UA" sz="1800" b="0" i="0" u="none" strike="noStrike" cap="none" normalizeH="0" baseline="0">
              <a:ln>
                <a:noFill/>
              </a:ln>
              <a:solidFill>
                <a:schemeClr val="accent3"/>
              </a:solidFill>
              <a:effectLst/>
            </a:endParaRPr>
          </a:p>
        </p:txBody>
      </p:sp>
      <p:grpSp>
        <p:nvGrpSpPr>
          <p:cNvPr id="53" name="Group 52">
            <a:extLst>
              <a:ext uri="{FF2B5EF4-FFF2-40B4-BE49-F238E27FC236}">
                <a16:creationId xmlns:a16="http://schemas.microsoft.com/office/drawing/2014/main" id="{65EADDDA-9D1E-4DFC-AFFC-F45EC1288015}"/>
              </a:ext>
            </a:extLst>
          </p:cNvPr>
          <p:cNvGrpSpPr/>
          <p:nvPr/>
        </p:nvGrpSpPr>
        <p:grpSpPr>
          <a:xfrm>
            <a:off x="3644210" y="5060951"/>
            <a:ext cx="733425" cy="734558"/>
            <a:chOff x="6345238" y="4948238"/>
            <a:chExt cx="1027113" cy="1028700"/>
          </a:xfrm>
          <a:effectLst>
            <a:outerShdw blurRad="114300" dist="76200" dir="2700000" sx="102000" sy="102000" algn="tl" rotWithShape="0">
              <a:prstClr val="black">
                <a:alpha val="40000"/>
              </a:prstClr>
            </a:outerShdw>
          </a:effectLst>
        </p:grpSpPr>
        <p:sp>
          <p:nvSpPr>
            <p:cNvPr id="54" name="Oval 56">
              <a:extLst>
                <a:ext uri="{FF2B5EF4-FFF2-40B4-BE49-F238E27FC236}">
                  <a16:creationId xmlns:a16="http://schemas.microsoft.com/office/drawing/2014/main" id="{36C03D95-417C-4614-A87A-386005426DC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5" name="Oval 57">
              <a:extLst>
                <a:ext uri="{FF2B5EF4-FFF2-40B4-BE49-F238E27FC236}">
                  <a16:creationId xmlns:a16="http://schemas.microsoft.com/office/drawing/2014/main" id="{101FC815-8834-4121-A9F4-90E42F6CFFE1}"/>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6" name="Group 55">
            <a:extLst>
              <a:ext uri="{FF2B5EF4-FFF2-40B4-BE49-F238E27FC236}">
                <a16:creationId xmlns:a16="http://schemas.microsoft.com/office/drawing/2014/main" id="{82DE75CF-06CB-425A-A2B7-92173062ECD2}"/>
              </a:ext>
            </a:extLst>
          </p:cNvPr>
          <p:cNvGrpSpPr/>
          <p:nvPr/>
        </p:nvGrpSpPr>
        <p:grpSpPr>
          <a:xfrm>
            <a:off x="4986339" y="3716792"/>
            <a:ext cx="733425" cy="734558"/>
            <a:chOff x="6345238" y="4948238"/>
            <a:chExt cx="1027113" cy="1028700"/>
          </a:xfrm>
          <a:effectLst>
            <a:outerShdw blurRad="114300" dist="76200" dir="2700000" sx="102000" sy="102000" algn="tl" rotWithShape="0">
              <a:prstClr val="black">
                <a:alpha val="40000"/>
              </a:prstClr>
            </a:outerShdw>
          </a:effectLst>
        </p:grpSpPr>
        <p:sp>
          <p:nvSpPr>
            <p:cNvPr id="57" name="Oval 56">
              <a:extLst>
                <a:ext uri="{FF2B5EF4-FFF2-40B4-BE49-F238E27FC236}">
                  <a16:creationId xmlns:a16="http://schemas.microsoft.com/office/drawing/2014/main" id="{54809757-5A61-47ED-B228-4C2D978341C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8" name="Oval 57">
              <a:extLst>
                <a:ext uri="{FF2B5EF4-FFF2-40B4-BE49-F238E27FC236}">
                  <a16:creationId xmlns:a16="http://schemas.microsoft.com/office/drawing/2014/main" id="{9E7F5956-E5F4-4BF0-8C99-FB924C9179B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9" name="Group 58">
            <a:extLst>
              <a:ext uri="{FF2B5EF4-FFF2-40B4-BE49-F238E27FC236}">
                <a16:creationId xmlns:a16="http://schemas.microsoft.com/office/drawing/2014/main" id="{9D712F21-58EE-4846-9012-B15021CD2999}"/>
              </a:ext>
            </a:extLst>
          </p:cNvPr>
          <p:cNvGrpSpPr/>
          <p:nvPr/>
        </p:nvGrpSpPr>
        <p:grpSpPr>
          <a:xfrm>
            <a:off x="6310313" y="2390437"/>
            <a:ext cx="733425" cy="734558"/>
            <a:chOff x="6345238" y="4948238"/>
            <a:chExt cx="1027113" cy="1028700"/>
          </a:xfrm>
          <a:effectLst>
            <a:outerShdw blurRad="114300" dist="76200" dir="2700000" sx="102000" sy="102000" algn="tl" rotWithShape="0">
              <a:prstClr val="black">
                <a:alpha val="40000"/>
              </a:prstClr>
            </a:outerShdw>
          </a:effectLst>
        </p:grpSpPr>
        <p:sp>
          <p:nvSpPr>
            <p:cNvPr id="60" name="Oval 59">
              <a:extLst>
                <a:ext uri="{FF2B5EF4-FFF2-40B4-BE49-F238E27FC236}">
                  <a16:creationId xmlns:a16="http://schemas.microsoft.com/office/drawing/2014/main" id="{0B7095FB-44AD-4B3F-9F5F-A083FA30CB5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1" name="Oval 60">
              <a:extLst>
                <a:ext uri="{FF2B5EF4-FFF2-40B4-BE49-F238E27FC236}">
                  <a16:creationId xmlns:a16="http://schemas.microsoft.com/office/drawing/2014/main" id="{166A3CDF-B82C-4F74-8244-C6FB585CFC2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2" name="Group 61">
            <a:extLst>
              <a:ext uri="{FF2B5EF4-FFF2-40B4-BE49-F238E27FC236}">
                <a16:creationId xmlns:a16="http://schemas.microsoft.com/office/drawing/2014/main" id="{A6512941-D2BE-473F-BA42-E239D1125E90}"/>
              </a:ext>
            </a:extLst>
          </p:cNvPr>
          <p:cNvGrpSpPr/>
          <p:nvPr/>
        </p:nvGrpSpPr>
        <p:grpSpPr>
          <a:xfrm>
            <a:off x="7632702" y="1076554"/>
            <a:ext cx="733425" cy="734558"/>
            <a:chOff x="6345238" y="4948238"/>
            <a:chExt cx="1027113" cy="1028700"/>
          </a:xfrm>
          <a:effectLst>
            <a:outerShdw blurRad="114300" dist="76200" dir="2700000" sx="102000" sy="102000" algn="tl" rotWithShape="0">
              <a:prstClr val="black">
                <a:alpha val="40000"/>
              </a:prstClr>
            </a:outerShdw>
          </a:effectLst>
        </p:grpSpPr>
        <p:sp>
          <p:nvSpPr>
            <p:cNvPr id="63" name="Oval 62">
              <a:extLst>
                <a:ext uri="{FF2B5EF4-FFF2-40B4-BE49-F238E27FC236}">
                  <a16:creationId xmlns:a16="http://schemas.microsoft.com/office/drawing/2014/main" id="{8316EC7D-B59D-4FC1-9AB3-4A957FB3225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4" name="Oval 63">
              <a:extLst>
                <a:ext uri="{FF2B5EF4-FFF2-40B4-BE49-F238E27FC236}">
                  <a16:creationId xmlns:a16="http://schemas.microsoft.com/office/drawing/2014/main" id="{2A9D654D-263C-435A-A334-0435D402645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5" name="Freeform 39">
            <a:extLst>
              <a:ext uri="{FF2B5EF4-FFF2-40B4-BE49-F238E27FC236}">
                <a16:creationId xmlns:a16="http://schemas.microsoft.com/office/drawing/2014/main" id="{C021BF8E-1050-45CF-AF29-9C8D8E22E2F2}"/>
              </a:ext>
            </a:extLst>
          </p:cNvPr>
          <p:cNvSpPr>
            <a:spLocks noEditPoints="1"/>
          </p:cNvSpPr>
          <p:nvPr/>
        </p:nvSpPr>
        <p:spPr bwMode="auto">
          <a:xfrm>
            <a:off x="5184776" y="3902076"/>
            <a:ext cx="325438" cy="366713"/>
          </a:xfrm>
          <a:custGeom>
            <a:avLst/>
            <a:gdLst>
              <a:gd name="T0" fmla="*/ 28 w 87"/>
              <a:gd name="T1" fmla="*/ 77 h 98"/>
              <a:gd name="T2" fmla="*/ 21 w 87"/>
              <a:gd name="T3" fmla="*/ 59 h 98"/>
              <a:gd name="T4" fmla="*/ 17 w 87"/>
              <a:gd name="T5" fmla="*/ 44 h 98"/>
              <a:gd name="T6" fmla="*/ 44 w 87"/>
              <a:gd name="T7" fmla="*/ 17 h 98"/>
              <a:gd name="T8" fmla="*/ 71 w 87"/>
              <a:gd name="T9" fmla="*/ 44 h 98"/>
              <a:gd name="T10" fmla="*/ 66 w 87"/>
              <a:gd name="T11" fmla="*/ 59 h 98"/>
              <a:gd name="T12" fmla="*/ 59 w 87"/>
              <a:gd name="T13" fmla="*/ 74 h 98"/>
              <a:gd name="T14" fmla="*/ 44 w 87"/>
              <a:gd name="T15" fmla="*/ 27 h 98"/>
              <a:gd name="T16" fmla="*/ 28 w 87"/>
              <a:gd name="T17" fmla="*/ 44 h 98"/>
              <a:gd name="T18" fmla="*/ 44 w 87"/>
              <a:gd name="T19" fmla="*/ 60 h 98"/>
              <a:gd name="T20" fmla="*/ 60 w 87"/>
              <a:gd name="T21" fmla="*/ 44 h 98"/>
              <a:gd name="T22" fmla="*/ 44 w 87"/>
              <a:gd name="T23" fmla="*/ 27 h 98"/>
              <a:gd name="T24" fmla="*/ 38 w 87"/>
              <a:gd name="T25" fmla="*/ 46 h 98"/>
              <a:gd name="T26" fmla="*/ 42 w 87"/>
              <a:gd name="T27" fmla="*/ 52 h 98"/>
              <a:gd name="T28" fmla="*/ 50 w 87"/>
              <a:gd name="T29" fmla="*/ 39 h 98"/>
              <a:gd name="T30" fmla="*/ 44 w 87"/>
              <a:gd name="T31" fmla="*/ 9 h 98"/>
              <a:gd name="T32" fmla="*/ 44 w 87"/>
              <a:gd name="T33" fmla="*/ 0 h 98"/>
              <a:gd name="T34" fmla="*/ 26 w 87"/>
              <a:gd name="T35" fmla="*/ 13 h 98"/>
              <a:gd name="T36" fmla="*/ 22 w 87"/>
              <a:gd name="T37" fmla="*/ 6 h 98"/>
              <a:gd name="T38" fmla="*/ 6 w 87"/>
              <a:gd name="T39" fmla="*/ 22 h 98"/>
              <a:gd name="T40" fmla="*/ 14 w 87"/>
              <a:gd name="T41" fmla="*/ 26 h 98"/>
              <a:gd name="T42" fmla="*/ 0 w 87"/>
              <a:gd name="T43" fmla="*/ 44 h 98"/>
              <a:gd name="T44" fmla="*/ 9 w 87"/>
              <a:gd name="T45" fmla="*/ 44 h 98"/>
              <a:gd name="T46" fmla="*/ 65 w 87"/>
              <a:gd name="T47" fmla="*/ 6 h 98"/>
              <a:gd name="T48" fmla="*/ 61 w 87"/>
              <a:gd name="T49" fmla="*/ 13 h 98"/>
              <a:gd name="T50" fmla="*/ 81 w 87"/>
              <a:gd name="T51" fmla="*/ 22 h 98"/>
              <a:gd name="T52" fmla="*/ 74 w 87"/>
              <a:gd name="T53" fmla="*/ 26 h 98"/>
              <a:gd name="T54" fmla="*/ 79 w 87"/>
              <a:gd name="T55" fmla="*/ 44 h 98"/>
              <a:gd name="T56" fmla="*/ 87 w 87"/>
              <a:gd name="T57" fmla="*/ 44 h 98"/>
              <a:gd name="T58" fmla="*/ 53 w 87"/>
              <a:gd name="T59" fmla="*/ 79 h 98"/>
              <a:gd name="T60" fmla="*/ 32 w 87"/>
              <a:gd name="T61" fmla="*/ 85 h 98"/>
              <a:gd name="T62" fmla="*/ 30 w 87"/>
              <a:gd name="T63" fmla="*/ 88 h 98"/>
              <a:gd name="T64" fmla="*/ 33 w 87"/>
              <a:gd name="T65" fmla="*/ 92 h 98"/>
              <a:gd name="T66" fmla="*/ 35 w 87"/>
              <a:gd name="T67" fmla="*/ 92 h 98"/>
              <a:gd name="T68" fmla="*/ 53 w 87"/>
              <a:gd name="T69" fmla="*/ 86 h 98"/>
              <a:gd name="T70" fmla="*/ 54 w 87"/>
              <a:gd name="T71" fmla="*/ 86 h 98"/>
              <a:gd name="T72" fmla="*/ 54 w 87"/>
              <a:gd name="T73" fmla="*/ 86 h 98"/>
              <a:gd name="T74" fmla="*/ 58 w 87"/>
              <a:gd name="T75" fmla="*/ 90 h 98"/>
              <a:gd name="T76" fmla="*/ 56 w 87"/>
              <a:gd name="T77" fmla="*/ 93 h 98"/>
              <a:gd name="T78" fmla="*/ 37 w 87"/>
              <a:gd name="T79"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98">
                <a:moveTo>
                  <a:pt x="28" y="77"/>
                </a:moveTo>
                <a:cubicBezTo>
                  <a:pt x="29" y="72"/>
                  <a:pt x="27" y="68"/>
                  <a:pt x="21" y="59"/>
                </a:cubicBezTo>
                <a:cubicBezTo>
                  <a:pt x="18" y="55"/>
                  <a:pt x="17" y="50"/>
                  <a:pt x="17" y="44"/>
                </a:cubicBezTo>
                <a:cubicBezTo>
                  <a:pt x="17" y="29"/>
                  <a:pt x="29" y="17"/>
                  <a:pt x="44" y="17"/>
                </a:cubicBezTo>
                <a:cubicBezTo>
                  <a:pt x="59" y="17"/>
                  <a:pt x="71" y="29"/>
                  <a:pt x="71" y="44"/>
                </a:cubicBezTo>
                <a:cubicBezTo>
                  <a:pt x="71" y="50"/>
                  <a:pt x="69" y="55"/>
                  <a:pt x="66" y="59"/>
                </a:cubicBezTo>
                <a:cubicBezTo>
                  <a:pt x="62" y="66"/>
                  <a:pt x="60" y="70"/>
                  <a:pt x="59" y="74"/>
                </a:cubicBezTo>
                <a:moveTo>
                  <a:pt x="44" y="27"/>
                </a:moveTo>
                <a:cubicBezTo>
                  <a:pt x="35" y="27"/>
                  <a:pt x="28" y="35"/>
                  <a:pt x="28" y="44"/>
                </a:cubicBezTo>
                <a:cubicBezTo>
                  <a:pt x="28" y="53"/>
                  <a:pt x="35" y="60"/>
                  <a:pt x="44" y="60"/>
                </a:cubicBezTo>
                <a:cubicBezTo>
                  <a:pt x="53" y="60"/>
                  <a:pt x="60" y="53"/>
                  <a:pt x="60" y="44"/>
                </a:cubicBezTo>
                <a:cubicBezTo>
                  <a:pt x="60" y="35"/>
                  <a:pt x="53" y="27"/>
                  <a:pt x="44" y="27"/>
                </a:cubicBezTo>
                <a:close/>
                <a:moveTo>
                  <a:pt x="38" y="46"/>
                </a:moveTo>
                <a:cubicBezTo>
                  <a:pt x="42" y="52"/>
                  <a:pt x="42" y="52"/>
                  <a:pt x="42" y="52"/>
                </a:cubicBezTo>
                <a:cubicBezTo>
                  <a:pt x="50" y="39"/>
                  <a:pt x="50" y="39"/>
                  <a:pt x="50" y="39"/>
                </a:cubicBezTo>
                <a:moveTo>
                  <a:pt x="44" y="9"/>
                </a:moveTo>
                <a:cubicBezTo>
                  <a:pt x="44" y="0"/>
                  <a:pt x="44" y="0"/>
                  <a:pt x="44" y="0"/>
                </a:cubicBezTo>
                <a:moveTo>
                  <a:pt x="26" y="13"/>
                </a:moveTo>
                <a:cubicBezTo>
                  <a:pt x="22" y="6"/>
                  <a:pt x="22" y="6"/>
                  <a:pt x="22" y="6"/>
                </a:cubicBezTo>
                <a:moveTo>
                  <a:pt x="6" y="22"/>
                </a:moveTo>
                <a:cubicBezTo>
                  <a:pt x="14" y="26"/>
                  <a:pt x="14" y="26"/>
                  <a:pt x="14" y="26"/>
                </a:cubicBezTo>
                <a:moveTo>
                  <a:pt x="0" y="44"/>
                </a:moveTo>
                <a:cubicBezTo>
                  <a:pt x="9" y="44"/>
                  <a:pt x="9" y="44"/>
                  <a:pt x="9" y="44"/>
                </a:cubicBezTo>
                <a:moveTo>
                  <a:pt x="65" y="6"/>
                </a:moveTo>
                <a:cubicBezTo>
                  <a:pt x="61" y="13"/>
                  <a:pt x="61" y="13"/>
                  <a:pt x="61" y="13"/>
                </a:cubicBezTo>
                <a:moveTo>
                  <a:pt x="81" y="22"/>
                </a:moveTo>
                <a:cubicBezTo>
                  <a:pt x="74" y="26"/>
                  <a:pt x="74" y="26"/>
                  <a:pt x="74" y="26"/>
                </a:cubicBezTo>
                <a:moveTo>
                  <a:pt x="79" y="44"/>
                </a:moveTo>
                <a:cubicBezTo>
                  <a:pt x="87" y="44"/>
                  <a:pt x="87" y="44"/>
                  <a:pt x="87" y="44"/>
                </a:cubicBezTo>
                <a:moveTo>
                  <a:pt x="53" y="79"/>
                </a:moveTo>
                <a:cubicBezTo>
                  <a:pt x="53" y="79"/>
                  <a:pt x="32" y="85"/>
                  <a:pt x="32" y="85"/>
                </a:cubicBezTo>
                <a:cubicBezTo>
                  <a:pt x="31" y="85"/>
                  <a:pt x="30" y="87"/>
                  <a:pt x="30" y="88"/>
                </a:cubicBezTo>
                <a:cubicBezTo>
                  <a:pt x="30" y="90"/>
                  <a:pt x="31" y="92"/>
                  <a:pt x="33" y="92"/>
                </a:cubicBezTo>
                <a:cubicBezTo>
                  <a:pt x="34" y="92"/>
                  <a:pt x="35" y="92"/>
                  <a:pt x="35" y="92"/>
                </a:cubicBezTo>
                <a:cubicBezTo>
                  <a:pt x="53" y="86"/>
                  <a:pt x="53" y="86"/>
                  <a:pt x="53" y="86"/>
                </a:cubicBezTo>
                <a:cubicBezTo>
                  <a:pt x="54" y="86"/>
                  <a:pt x="54" y="86"/>
                  <a:pt x="54" y="86"/>
                </a:cubicBezTo>
                <a:cubicBezTo>
                  <a:pt x="54" y="86"/>
                  <a:pt x="54" y="86"/>
                  <a:pt x="54" y="86"/>
                </a:cubicBezTo>
                <a:cubicBezTo>
                  <a:pt x="56" y="86"/>
                  <a:pt x="58" y="88"/>
                  <a:pt x="58" y="90"/>
                </a:cubicBezTo>
                <a:cubicBezTo>
                  <a:pt x="58" y="91"/>
                  <a:pt x="57" y="93"/>
                  <a:pt x="56" y="93"/>
                </a:cubicBezTo>
                <a:cubicBezTo>
                  <a:pt x="37" y="98"/>
                  <a:pt x="37" y="98"/>
                  <a:pt x="37" y="98"/>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6" name="Freeform 40">
            <a:extLst>
              <a:ext uri="{FF2B5EF4-FFF2-40B4-BE49-F238E27FC236}">
                <a16:creationId xmlns:a16="http://schemas.microsoft.com/office/drawing/2014/main" id="{79D4C0E0-F8D9-4D51-AEBE-FB28A5312CD9}"/>
              </a:ext>
            </a:extLst>
          </p:cNvPr>
          <p:cNvSpPr>
            <a:spLocks noEditPoints="1"/>
          </p:cNvSpPr>
          <p:nvPr/>
        </p:nvSpPr>
        <p:spPr bwMode="auto">
          <a:xfrm>
            <a:off x="7761288" y="1311276"/>
            <a:ext cx="474663" cy="269875"/>
          </a:xfrm>
          <a:custGeom>
            <a:avLst/>
            <a:gdLst>
              <a:gd name="T0" fmla="*/ 30 w 127"/>
              <a:gd name="T1" fmla="*/ 58 h 72"/>
              <a:gd name="T2" fmla="*/ 29 w 127"/>
              <a:gd name="T3" fmla="*/ 53 h 72"/>
              <a:gd name="T4" fmla="*/ 37 w 127"/>
              <a:gd name="T5" fmla="*/ 46 h 72"/>
              <a:gd name="T6" fmla="*/ 41 w 127"/>
              <a:gd name="T7" fmla="*/ 50 h 72"/>
              <a:gd name="T8" fmla="*/ 35 w 127"/>
              <a:gd name="T9" fmla="*/ 58 h 72"/>
              <a:gd name="T10" fmla="*/ 77 w 127"/>
              <a:gd name="T11" fmla="*/ 52 h 72"/>
              <a:gd name="T12" fmla="*/ 92 w 127"/>
              <a:gd name="T13" fmla="*/ 59 h 72"/>
              <a:gd name="T14" fmla="*/ 93 w 127"/>
              <a:gd name="T15" fmla="*/ 52 h 72"/>
              <a:gd name="T16" fmla="*/ 77 w 127"/>
              <a:gd name="T17" fmla="*/ 64 h 72"/>
              <a:gd name="T18" fmla="*/ 84 w 127"/>
              <a:gd name="T19" fmla="*/ 64 h 72"/>
              <a:gd name="T20" fmla="*/ 86 w 127"/>
              <a:gd name="T21" fmla="*/ 59 h 72"/>
              <a:gd name="T22" fmla="*/ 69 w 127"/>
              <a:gd name="T23" fmla="*/ 69 h 72"/>
              <a:gd name="T24" fmla="*/ 76 w 127"/>
              <a:gd name="T25" fmla="*/ 69 h 72"/>
              <a:gd name="T26" fmla="*/ 77 w 127"/>
              <a:gd name="T27" fmla="*/ 64 h 72"/>
              <a:gd name="T28" fmla="*/ 59 w 127"/>
              <a:gd name="T29" fmla="*/ 70 h 72"/>
              <a:gd name="T30" fmla="*/ 67 w 127"/>
              <a:gd name="T31" fmla="*/ 69 h 72"/>
              <a:gd name="T32" fmla="*/ 40 w 127"/>
              <a:gd name="T33" fmla="*/ 64 h 72"/>
              <a:gd name="T34" fmla="*/ 49 w 127"/>
              <a:gd name="T35" fmla="*/ 49 h 72"/>
              <a:gd name="T36" fmla="*/ 43 w 127"/>
              <a:gd name="T37" fmla="*/ 49 h 72"/>
              <a:gd name="T38" fmla="*/ 35 w 127"/>
              <a:gd name="T39" fmla="*/ 64 h 72"/>
              <a:gd name="T40" fmla="*/ 40 w 127"/>
              <a:gd name="T41" fmla="*/ 64 h 72"/>
              <a:gd name="T42" fmla="*/ 55 w 127"/>
              <a:gd name="T43" fmla="*/ 58 h 72"/>
              <a:gd name="T44" fmla="*/ 52 w 127"/>
              <a:gd name="T45" fmla="*/ 52 h 72"/>
              <a:gd name="T46" fmla="*/ 42 w 127"/>
              <a:gd name="T47" fmla="*/ 62 h 72"/>
              <a:gd name="T48" fmla="*/ 45 w 127"/>
              <a:gd name="T49" fmla="*/ 68 h 72"/>
              <a:gd name="T50" fmla="*/ 58 w 127"/>
              <a:gd name="T51" fmla="*/ 66 h 72"/>
              <a:gd name="T52" fmla="*/ 59 w 127"/>
              <a:gd name="T53" fmla="*/ 60 h 72"/>
              <a:gd name="T54" fmla="*/ 54 w 127"/>
              <a:gd name="T55" fmla="*/ 60 h 72"/>
              <a:gd name="T56" fmla="*/ 49 w 127"/>
              <a:gd name="T57" fmla="*/ 71 h 72"/>
              <a:gd name="T58" fmla="*/ 55 w 127"/>
              <a:gd name="T59" fmla="*/ 70 h 72"/>
              <a:gd name="T60" fmla="*/ 109 w 127"/>
              <a:gd name="T61" fmla="*/ 1 h 72"/>
              <a:gd name="T62" fmla="*/ 105 w 127"/>
              <a:gd name="T63" fmla="*/ 43 h 72"/>
              <a:gd name="T64" fmla="*/ 127 w 127"/>
              <a:gd name="T65" fmla="*/ 34 h 72"/>
              <a:gd name="T66" fmla="*/ 68 w 127"/>
              <a:gd name="T67" fmla="*/ 19 h 72"/>
              <a:gd name="T68" fmla="*/ 62 w 127"/>
              <a:gd name="T69" fmla="*/ 19 h 72"/>
              <a:gd name="T70" fmla="*/ 43 w 127"/>
              <a:gd name="T71" fmla="*/ 28 h 72"/>
              <a:gd name="T72" fmla="*/ 60 w 127"/>
              <a:gd name="T73" fmla="*/ 32 h 72"/>
              <a:gd name="T74" fmla="*/ 93 w 127"/>
              <a:gd name="T75" fmla="*/ 52 h 72"/>
              <a:gd name="T76" fmla="*/ 98 w 127"/>
              <a:gd name="T77" fmla="*/ 45 h 72"/>
              <a:gd name="T78" fmla="*/ 93 w 127"/>
              <a:gd name="T79" fmla="*/ 52 h 72"/>
              <a:gd name="T80" fmla="*/ 32 w 127"/>
              <a:gd name="T81" fmla="*/ 51 h 72"/>
              <a:gd name="T82" fmla="*/ 18 w 127"/>
              <a:gd name="T83" fmla="*/ 47 h 72"/>
              <a:gd name="T84" fmla="*/ 26 w 127"/>
              <a:gd name="T85" fmla="*/ 0 h 72"/>
              <a:gd name="T86" fmla="*/ 30 w 127"/>
              <a:gd name="T87" fmla="*/ 52 h 72"/>
              <a:gd name="T88" fmla="*/ 42 w 127"/>
              <a:gd name="T89" fmla="*/ 1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 h="72">
                <a:moveTo>
                  <a:pt x="33" y="59"/>
                </a:moveTo>
                <a:cubicBezTo>
                  <a:pt x="32" y="60"/>
                  <a:pt x="31" y="59"/>
                  <a:pt x="30" y="58"/>
                </a:cubicBezTo>
                <a:cubicBezTo>
                  <a:pt x="29" y="58"/>
                  <a:pt x="29" y="57"/>
                  <a:pt x="28" y="56"/>
                </a:cubicBezTo>
                <a:cubicBezTo>
                  <a:pt x="28" y="55"/>
                  <a:pt x="29" y="54"/>
                  <a:pt x="29" y="53"/>
                </a:cubicBezTo>
                <a:cubicBezTo>
                  <a:pt x="34" y="48"/>
                  <a:pt x="34" y="48"/>
                  <a:pt x="34" y="48"/>
                </a:cubicBezTo>
                <a:cubicBezTo>
                  <a:pt x="35" y="47"/>
                  <a:pt x="36" y="46"/>
                  <a:pt x="37" y="46"/>
                </a:cubicBezTo>
                <a:cubicBezTo>
                  <a:pt x="38" y="46"/>
                  <a:pt x="39" y="47"/>
                  <a:pt x="40" y="47"/>
                </a:cubicBezTo>
                <a:cubicBezTo>
                  <a:pt x="40" y="48"/>
                  <a:pt x="41" y="49"/>
                  <a:pt x="41" y="50"/>
                </a:cubicBezTo>
                <a:cubicBezTo>
                  <a:pt x="41" y="51"/>
                  <a:pt x="41" y="52"/>
                  <a:pt x="40" y="53"/>
                </a:cubicBezTo>
                <a:cubicBezTo>
                  <a:pt x="35" y="58"/>
                  <a:pt x="35" y="58"/>
                  <a:pt x="35" y="58"/>
                </a:cubicBezTo>
                <a:cubicBezTo>
                  <a:pt x="34" y="59"/>
                  <a:pt x="34" y="59"/>
                  <a:pt x="33" y="59"/>
                </a:cubicBezTo>
                <a:close/>
                <a:moveTo>
                  <a:pt x="77" y="52"/>
                </a:moveTo>
                <a:cubicBezTo>
                  <a:pt x="77" y="52"/>
                  <a:pt x="86" y="60"/>
                  <a:pt x="89" y="60"/>
                </a:cubicBezTo>
                <a:cubicBezTo>
                  <a:pt x="90" y="60"/>
                  <a:pt x="91" y="60"/>
                  <a:pt x="92" y="59"/>
                </a:cubicBezTo>
                <a:cubicBezTo>
                  <a:pt x="93" y="58"/>
                  <a:pt x="94" y="56"/>
                  <a:pt x="94" y="55"/>
                </a:cubicBezTo>
                <a:cubicBezTo>
                  <a:pt x="94" y="54"/>
                  <a:pt x="93" y="53"/>
                  <a:pt x="93" y="52"/>
                </a:cubicBezTo>
                <a:moveTo>
                  <a:pt x="69" y="57"/>
                </a:moveTo>
                <a:cubicBezTo>
                  <a:pt x="77" y="64"/>
                  <a:pt x="77" y="64"/>
                  <a:pt x="77" y="64"/>
                </a:cubicBezTo>
                <a:cubicBezTo>
                  <a:pt x="78" y="65"/>
                  <a:pt x="79" y="65"/>
                  <a:pt x="81" y="65"/>
                </a:cubicBezTo>
                <a:cubicBezTo>
                  <a:pt x="82" y="65"/>
                  <a:pt x="83" y="65"/>
                  <a:pt x="84" y="64"/>
                </a:cubicBezTo>
                <a:cubicBezTo>
                  <a:pt x="85" y="63"/>
                  <a:pt x="86" y="62"/>
                  <a:pt x="86" y="60"/>
                </a:cubicBezTo>
                <a:cubicBezTo>
                  <a:pt x="86" y="60"/>
                  <a:pt x="86" y="59"/>
                  <a:pt x="86" y="59"/>
                </a:cubicBezTo>
                <a:moveTo>
                  <a:pt x="65" y="65"/>
                </a:moveTo>
                <a:cubicBezTo>
                  <a:pt x="69" y="69"/>
                  <a:pt x="69" y="69"/>
                  <a:pt x="69" y="69"/>
                </a:cubicBezTo>
                <a:cubicBezTo>
                  <a:pt x="70" y="70"/>
                  <a:pt x="71" y="70"/>
                  <a:pt x="72" y="70"/>
                </a:cubicBezTo>
                <a:cubicBezTo>
                  <a:pt x="74" y="70"/>
                  <a:pt x="75" y="70"/>
                  <a:pt x="76" y="69"/>
                </a:cubicBezTo>
                <a:cubicBezTo>
                  <a:pt x="77" y="68"/>
                  <a:pt x="78" y="67"/>
                  <a:pt x="78" y="65"/>
                </a:cubicBezTo>
                <a:cubicBezTo>
                  <a:pt x="78" y="65"/>
                  <a:pt x="77" y="64"/>
                  <a:pt x="77" y="64"/>
                </a:cubicBezTo>
                <a:moveTo>
                  <a:pt x="56" y="69"/>
                </a:moveTo>
                <a:cubicBezTo>
                  <a:pt x="59" y="70"/>
                  <a:pt x="59" y="70"/>
                  <a:pt x="59" y="70"/>
                </a:cubicBezTo>
                <a:cubicBezTo>
                  <a:pt x="60" y="70"/>
                  <a:pt x="61" y="71"/>
                  <a:pt x="64" y="71"/>
                </a:cubicBezTo>
                <a:cubicBezTo>
                  <a:pt x="65" y="70"/>
                  <a:pt x="66" y="70"/>
                  <a:pt x="67" y="69"/>
                </a:cubicBezTo>
                <a:cubicBezTo>
                  <a:pt x="68" y="69"/>
                  <a:pt x="68" y="69"/>
                  <a:pt x="68" y="68"/>
                </a:cubicBezTo>
                <a:moveTo>
                  <a:pt x="40" y="64"/>
                </a:moveTo>
                <a:cubicBezTo>
                  <a:pt x="49" y="54"/>
                  <a:pt x="49" y="54"/>
                  <a:pt x="49" y="54"/>
                </a:cubicBezTo>
                <a:cubicBezTo>
                  <a:pt x="50" y="53"/>
                  <a:pt x="50" y="50"/>
                  <a:pt x="49" y="49"/>
                </a:cubicBezTo>
                <a:cubicBezTo>
                  <a:pt x="48" y="48"/>
                  <a:pt x="47" y="48"/>
                  <a:pt x="45" y="48"/>
                </a:cubicBezTo>
                <a:cubicBezTo>
                  <a:pt x="45" y="48"/>
                  <a:pt x="44" y="48"/>
                  <a:pt x="43" y="49"/>
                </a:cubicBezTo>
                <a:cubicBezTo>
                  <a:pt x="35" y="59"/>
                  <a:pt x="35" y="59"/>
                  <a:pt x="35" y="59"/>
                </a:cubicBezTo>
                <a:cubicBezTo>
                  <a:pt x="33" y="60"/>
                  <a:pt x="33" y="63"/>
                  <a:pt x="35" y="64"/>
                </a:cubicBezTo>
                <a:cubicBezTo>
                  <a:pt x="36" y="65"/>
                  <a:pt x="37" y="65"/>
                  <a:pt x="38" y="65"/>
                </a:cubicBezTo>
                <a:cubicBezTo>
                  <a:pt x="39" y="65"/>
                  <a:pt x="40" y="65"/>
                  <a:pt x="40" y="64"/>
                </a:cubicBezTo>
                <a:close/>
                <a:moveTo>
                  <a:pt x="47" y="67"/>
                </a:moveTo>
                <a:cubicBezTo>
                  <a:pt x="55" y="58"/>
                  <a:pt x="55" y="58"/>
                  <a:pt x="55" y="58"/>
                </a:cubicBezTo>
                <a:cubicBezTo>
                  <a:pt x="57" y="57"/>
                  <a:pt x="57" y="54"/>
                  <a:pt x="55" y="53"/>
                </a:cubicBezTo>
                <a:cubicBezTo>
                  <a:pt x="54" y="52"/>
                  <a:pt x="53" y="52"/>
                  <a:pt x="52" y="52"/>
                </a:cubicBezTo>
                <a:cubicBezTo>
                  <a:pt x="51" y="52"/>
                  <a:pt x="50" y="53"/>
                  <a:pt x="50" y="53"/>
                </a:cubicBezTo>
                <a:cubicBezTo>
                  <a:pt x="42" y="62"/>
                  <a:pt x="42" y="62"/>
                  <a:pt x="42" y="62"/>
                </a:cubicBezTo>
                <a:cubicBezTo>
                  <a:pt x="40" y="64"/>
                  <a:pt x="40" y="66"/>
                  <a:pt x="42" y="68"/>
                </a:cubicBezTo>
                <a:cubicBezTo>
                  <a:pt x="43" y="68"/>
                  <a:pt x="44" y="69"/>
                  <a:pt x="45" y="68"/>
                </a:cubicBezTo>
                <a:cubicBezTo>
                  <a:pt x="46" y="68"/>
                  <a:pt x="47" y="68"/>
                  <a:pt x="47" y="67"/>
                </a:cubicBezTo>
                <a:close/>
                <a:moveTo>
                  <a:pt x="58" y="66"/>
                </a:moveTo>
                <a:cubicBezTo>
                  <a:pt x="59" y="65"/>
                  <a:pt x="59" y="65"/>
                  <a:pt x="59" y="65"/>
                </a:cubicBezTo>
                <a:cubicBezTo>
                  <a:pt x="61" y="64"/>
                  <a:pt x="61" y="61"/>
                  <a:pt x="59" y="60"/>
                </a:cubicBezTo>
                <a:cubicBezTo>
                  <a:pt x="58" y="59"/>
                  <a:pt x="57" y="59"/>
                  <a:pt x="56" y="59"/>
                </a:cubicBezTo>
                <a:cubicBezTo>
                  <a:pt x="55" y="59"/>
                  <a:pt x="54" y="59"/>
                  <a:pt x="54" y="60"/>
                </a:cubicBezTo>
                <a:cubicBezTo>
                  <a:pt x="49" y="65"/>
                  <a:pt x="49" y="65"/>
                  <a:pt x="49" y="65"/>
                </a:cubicBezTo>
                <a:cubicBezTo>
                  <a:pt x="48" y="67"/>
                  <a:pt x="48" y="69"/>
                  <a:pt x="49" y="71"/>
                </a:cubicBezTo>
                <a:cubicBezTo>
                  <a:pt x="50" y="71"/>
                  <a:pt x="51" y="72"/>
                  <a:pt x="53" y="71"/>
                </a:cubicBezTo>
                <a:cubicBezTo>
                  <a:pt x="53" y="71"/>
                  <a:pt x="54" y="71"/>
                  <a:pt x="55" y="70"/>
                </a:cubicBezTo>
                <a:lnTo>
                  <a:pt x="58" y="66"/>
                </a:lnTo>
                <a:close/>
                <a:moveTo>
                  <a:pt x="109" y="1"/>
                </a:moveTo>
                <a:cubicBezTo>
                  <a:pt x="100" y="5"/>
                  <a:pt x="89" y="11"/>
                  <a:pt x="87" y="12"/>
                </a:cubicBezTo>
                <a:cubicBezTo>
                  <a:pt x="89" y="15"/>
                  <a:pt x="96" y="27"/>
                  <a:pt x="105" y="43"/>
                </a:cubicBezTo>
                <a:cubicBezTo>
                  <a:pt x="106" y="45"/>
                  <a:pt x="106" y="45"/>
                  <a:pt x="106" y="45"/>
                </a:cubicBezTo>
                <a:cubicBezTo>
                  <a:pt x="127" y="34"/>
                  <a:pt x="127" y="34"/>
                  <a:pt x="127" y="34"/>
                </a:cubicBezTo>
                <a:moveTo>
                  <a:pt x="90" y="17"/>
                </a:moveTo>
                <a:cubicBezTo>
                  <a:pt x="79" y="13"/>
                  <a:pt x="74" y="19"/>
                  <a:pt x="68" y="19"/>
                </a:cubicBezTo>
                <a:cubicBezTo>
                  <a:pt x="66" y="19"/>
                  <a:pt x="64" y="19"/>
                  <a:pt x="63" y="19"/>
                </a:cubicBezTo>
                <a:cubicBezTo>
                  <a:pt x="62" y="19"/>
                  <a:pt x="62" y="19"/>
                  <a:pt x="62" y="19"/>
                </a:cubicBezTo>
                <a:cubicBezTo>
                  <a:pt x="62" y="19"/>
                  <a:pt x="61" y="19"/>
                  <a:pt x="61" y="19"/>
                </a:cubicBezTo>
                <a:cubicBezTo>
                  <a:pt x="43" y="28"/>
                  <a:pt x="43" y="28"/>
                  <a:pt x="43" y="28"/>
                </a:cubicBezTo>
                <a:cubicBezTo>
                  <a:pt x="36" y="32"/>
                  <a:pt x="43" y="38"/>
                  <a:pt x="46" y="37"/>
                </a:cubicBezTo>
                <a:cubicBezTo>
                  <a:pt x="49" y="37"/>
                  <a:pt x="55" y="34"/>
                  <a:pt x="60" y="32"/>
                </a:cubicBezTo>
                <a:cubicBezTo>
                  <a:pt x="63" y="31"/>
                  <a:pt x="66" y="32"/>
                  <a:pt x="68" y="33"/>
                </a:cubicBezTo>
                <a:cubicBezTo>
                  <a:pt x="76" y="39"/>
                  <a:pt x="92" y="51"/>
                  <a:pt x="93" y="52"/>
                </a:cubicBezTo>
                <a:moveTo>
                  <a:pt x="104" y="41"/>
                </a:moveTo>
                <a:cubicBezTo>
                  <a:pt x="103" y="42"/>
                  <a:pt x="99" y="44"/>
                  <a:pt x="98" y="45"/>
                </a:cubicBezTo>
                <a:cubicBezTo>
                  <a:pt x="98" y="45"/>
                  <a:pt x="97" y="46"/>
                  <a:pt x="97" y="47"/>
                </a:cubicBezTo>
                <a:cubicBezTo>
                  <a:pt x="96" y="49"/>
                  <a:pt x="94" y="51"/>
                  <a:pt x="93" y="52"/>
                </a:cubicBezTo>
                <a:moveTo>
                  <a:pt x="32" y="51"/>
                </a:moveTo>
                <a:cubicBezTo>
                  <a:pt x="32" y="51"/>
                  <a:pt x="32" y="51"/>
                  <a:pt x="32" y="51"/>
                </a:cubicBezTo>
                <a:moveTo>
                  <a:pt x="0" y="32"/>
                </a:moveTo>
                <a:cubicBezTo>
                  <a:pt x="18" y="47"/>
                  <a:pt x="18" y="47"/>
                  <a:pt x="18" y="47"/>
                </a:cubicBezTo>
                <a:cubicBezTo>
                  <a:pt x="44" y="15"/>
                  <a:pt x="44" y="15"/>
                  <a:pt x="44" y="15"/>
                </a:cubicBezTo>
                <a:cubicBezTo>
                  <a:pt x="26" y="0"/>
                  <a:pt x="26" y="0"/>
                  <a:pt x="26" y="0"/>
                </a:cubicBezTo>
                <a:moveTo>
                  <a:pt x="20" y="45"/>
                </a:moveTo>
                <a:cubicBezTo>
                  <a:pt x="25" y="49"/>
                  <a:pt x="30" y="52"/>
                  <a:pt x="30" y="52"/>
                </a:cubicBezTo>
                <a:moveTo>
                  <a:pt x="54" y="22"/>
                </a:moveTo>
                <a:cubicBezTo>
                  <a:pt x="52" y="21"/>
                  <a:pt x="47" y="19"/>
                  <a:pt x="42" y="18"/>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Freeform 41">
            <a:extLst>
              <a:ext uri="{FF2B5EF4-FFF2-40B4-BE49-F238E27FC236}">
                <a16:creationId xmlns:a16="http://schemas.microsoft.com/office/drawing/2014/main" id="{FF28EF84-E5C4-4AF4-A9D3-9226B9F69DCF}"/>
              </a:ext>
            </a:extLst>
          </p:cNvPr>
          <p:cNvSpPr>
            <a:spLocks noEditPoints="1"/>
          </p:cNvSpPr>
          <p:nvPr/>
        </p:nvSpPr>
        <p:spPr bwMode="auto">
          <a:xfrm>
            <a:off x="3835401" y="5281613"/>
            <a:ext cx="363538" cy="290513"/>
          </a:xfrm>
          <a:custGeom>
            <a:avLst/>
            <a:gdLst>
              <a:gd name="T0" fmla="*/ 97 w 97"/>
              <a:gd name="T1" fmla="*/ 78 h 78"/>
              <a:gd name="T2" fmla="*/ 0 w 97"/>
              <a:gd name="T3" fmla="*/ 78 h 78"/>
              <a:gd name="T4" fmla="*/ 23 w 97"/>
              <a:gd name="T5" fmla="*/ 57 h 78"/>
              <a:gd name="T6" fmla="*/ 10 w 97"/>
              <a:gd name="T7" fmla="*/ 57 h 78"/>
              <a:gd name="T8" fmla="*/ 10 w 97"/>
              <a:gd name="T9" fmla="*/ 78 h 78"/>
              <a:gd name="T10" fmla="*/ 23 w 97"/>
              <a:gd name="T11" fmla="*/ 78 h 78"/>
              <a:gd name="T12" fmla="*/ 23 w 97"/>
              <a:gd name="T13" fmla="*/ 57 h 78"/>
              <a:gd name="T14" fmla="*/ 44 w 97"/>
              <a:gd name="T15" fmla="*/ 36 h 78"/>
              <a:gd name="T16" fmla="*/ 31 w 97"/>
              <a:gd name="T17" fmla="*/ 36 h 78"/>
              <a:gd name="T18" fmla="*/ 31 w 97"/>
              <a:gd name="T19" fmla="*/ 78 h 78"/>
              <a:gd name="T20" fmla="*/ 44 w 97"/>
              <a:gd name="T21" fmla="*/ 78 h 78"/>
              <a:gd name="T22" fmla="*/ 44 w 97"/>
              <a:gd name="T23" fmla="*/ 36 h 78"/>
              <a:gd name="T24" fmla="*/ 65 w 97"/>
              <a:gd name="T25" fmla="*/ 45 h 78"/>
              <a:gd name="T26" fmla="*/ 52 w 97"/>
              <a:gd name="T27" fmla="*/ 45 h 78"/>
              <a:gd name="T28" fmla="*/ 52 w 97"/>
              <a:gd name="T29" fmla="*/ 78 h 78"/>
              <a:gd name="T30" fmla="*/ 65 w 97"/>
              <a:gd name="T31" fmla="*/ 78 h 78"/>
              <a:gd name="T32" fmla="*/ 65 w 97"/>
              <a:gd name="T33" fmla="*/ 45 h 78"/>
              <a:gd name="T34" fmla="*/ 86 w 97"/>
              <a:gd name="T35" fmla="*/ 24 h 78"/>
              <a:gd name="T36" fmla="*/ 73 w 97"/>
              <a:gd name="T37" fmla="*/ 24 h 78"/>
              <a:gd name="T38" fmla="*/ 73 w 97"/>
              <a:gd name="T39" fmla="*/ 78 h 78"/>
              <a:gd name="T40" fmla="*/ 86 w 97"/>
              <a:gd name="T41" fmla="*/ 78 h 78"/>
              <a:gd name="T42" fmla="*/ 86 w 97"/>
              <a:gd name="T43" fmla="*/ 24 h 78"/>
              <a:gd name="T44" fmla="*/ 17 w 97"/>
              <a:gd name="T45" fmla="*/ 34 h 78"/>
              <a:gd name="T46" fmla="*/ 13 w 97"/>
              <a:gd name="T47" fmla="*/ 38 h 78"/>
              <a:gd name="T48" fmla="*/ 17 w 97"/>
              <a:gd name="T49" fmla="*/ 41 h 78"/>
              <a:gd name="T50" fmla="*/ 20 w 97"/>
              <a:gd name="T51" fmla="*/ 38 h 78"/>
              <a:gd name="T52" fmla="*/ 17 w 97"/>
              <a:gd name="T53" fmla="*/ 34 h 78"/>
              <a:gd name="T54" fmla="*/ 38 w 97"/>
              <a:gd name="T55" fmla="*/ 14 h 78"/>
              <a:gd name="T56" fmla="*/ 34 w 97"/>
              <a:gd name="T57" fmla="*/ 18 h 78"/>
              <a:gd name="T58" fmla="*/ 38 w 97"/>
              <a:gd name="T59" fmla="*/ 21 h 78"/>
              <a:gd name="T60" fmla="*/ 41 w 97"/>
              <a:gd name="T61" fmla="*/ 18 h 78"/>
              <a:gd name="T62" fmla="*/ 38 w 97"/>
              <a:gd name="T63" fmla="*/ 14 h 78"/>
              <a:gd name="T64" fmla="*/ 59 w 97"/>
              <a:gd name="T65" fmla="*/ 24 h 78"/>
              <a:gd name="T66" fmla="*/ 55 w 97"/>
              <a:gd name="T67" fmla="*/ 28 h 78"/>
              <a:gd name="T68" fmla="*/ 59 w 97"/>
              <a:gd name="T69" fmla="*/ 31 h 78"/>
              <a:gd name="T70" fmla="*/ 62 w 97"/>
              <a:gd name="T71" fmla="*/ 28 h 78"/>
              <a:gd name="T72" fmla="*/ 59 w 97"/>
              <a:gd name="T73" fmla="*/ 24 h 78"/>
              <a:gd name="T74" fmla="*/ 79 w 97"/>
              <a:gd name="T75" fmla="*/ 0 h 78"/>
              <a:gd name="T76" fmla="*/ 76 w 97"/>
              <a:gd name="T77" fmla="*/ 4 h 78"/>
              <a:gd name="T78" fmla="*/ 79 w 97"/>
              <a:gd name="T79" fmla="*/ 8 h 78"/>
              <a:gd name="T80" fmla="*/ 83 w 97"/>
              <a:gd name="T81" fmla="*/ 4 h 78"/>
              <a:gd name="T82" fmla="*/ 79 w 97"/>
              <a:gd name="T83" fmla="*/ 0 h 78"/>
              <a:gd name="T84" fmla="*/ 61 w 97"/>
              <a:gd name="T85" fmla="*/ 25 h 78"/>
              <a:gd name="T86" fmla="*/ 77 w 97"/>
              <a:gd name="T87" fmla="*/ 7 h 78"/>
              <a:gd name="T88" fmla="*/ 41 w 97"/>
              <a:gd name="T89" fmla="*/ 19 h 78"/>
              <a:gd name="T90" fmla="*/ 55 w 97"/>
              <a:gd name="T91" fmla="*/ 26 h 78"/>
              <a:gd name="T92" fmla="*/ 35 w 97"/>
              <a:gd name="T93" fmla="*/ 20 h 78"/>
              <a:gd name="T94" fmla="*/ 19 w 97"/>
              <a:gd name="T95" fmla="*/ 3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7" h="78">
                <a:moveTo>
                  <a:pt x="97" y="78"/>
                </a:moveTo>
                <a:cubicBezTo>
                  <a:pt x="0" y="78"/>
                  <a:pt x="0" y="78"/>
                  <a:pt x="0" y="78"/>
                </a:cubicBezTo>
                <a:moveTo>
                  <a:pt x="23" y="57"/>
                </a:moveTo>
                <a:cubicBezTo>
                  <a:pt x="10" y="57"/>
                  <a:pt x="10" y="57"/>
                  <a:pt x="10" y="57"/>
                </a:cubicBezTo>
                <a:cubicBezTo>
                  <a:pt x="10" y="78"/>
                  <a:pt x="10" y="78"/>
                  <a:pt x="10" y="78"/>
                </a:cubicBezTo>
                <a:cubicBezTo>
                  <a:pt x="23" y="78"/>
                  <a:pt x="23" y="78"/>
                  <a:pt x="23" y="78"/>
                </a:cubicBezTo>
                <a:lnTo>
                  <a:pt x="23" y="57"/>
                </a:lnTo>
                <a:close/>
                <a:moveTo>
                  <a:pt x="44" y="36"/>
                </a:moveTo>
                <a:cubicBezTo>
                  <a:pt x="31" y="36"/>
                  <a:pt x="31" y="36"/>
                  <a:pt x="31" y="36"/>
                </a:cubicBezTo>
                <a:cubicBezTo>
                  <a:pt x="31" y="78"/>
                  <a:pt x="31" y="78"/>
                  <a:pt x="31" y="78"/>
                </a:cubicBezTo>
                <a:cubicBezTo>
                  <a:pt x="44" y="78"/>
                  <a:pt x="44" y="78"/>
                  <a:pt x="44" y="78"/>
                </a:cubicBezTo>
                <a:lnTo>
                  <a:pt x="44" y="36"/>
                </a:lnTo>
                <a:close/>
                <a:moveTo>
                  <a:pt x="65" y="45"/>
                </a:moveTo>
                <a:cubicBezTo>
                  <a:pt x="52" y="45"/>
                  <a:pt x="52" y="45"/>
                  <a:pt x="52" y="45"/>
                </a:cubicBezTo>
                <a:cubicBezTo>
                  <a:pt x="52" y="78"/>
                  <a:pt x="52" y="78"/>
                  <a:pt x="52" y="78"/>
                </a:cubicBezTo>
                <a:cubicBezTo>
                  <a:pt x="65" y="78"/>
                  <a:pt x="65" y="78"/>
                  <a:pt x="65" y="78"/>
                </a:cubicBezTo>
                <a:lnTo>
                  <a:pt x="65" y="45"/>
                </a:lnTo>
                <a:close/>
                <a:moveTo>
                  <a:pt x="86" y="24"/>
                </a:moveTo>
                <a:cubicBezTo>
                  <a:pt x="73" y="24"/>
                  <a:pt x="73" y="24"/>
                  <a:pt x="73" y="24"/>
                </a:cubicBezTo>
                <a:cubicBezTo>
                  <a:pt x="73" y="78"/>
                  <a:pt x="73" y="78"/>
                  <a:pt x="73" y="78"/>
                </a:cubicBezTo>
                <a:cubicBezTo>
                  <a:pt x="86" y="78"/>
                  <a:pt x="86" y="78"/>
                  <a:pt x="86" y="78"/>
                </a:cubicBezTo>
                <a:lnTo>
                  <a:pt x="86" y="24"/>
                </a:lnTo>
                <a:close/>
                <a:moveTo>
                  <a:pt x="17" y="34"/>
                </a:moveTo>
                <a:cubicBezTo>
                  <a:pt x="15" y="34"/>
                  <a:pt x="13" y="35"/>
                  <a:pt x="13" y="38"/>
                </a:cubicBezTo>
                <a:cubicBezTo>
                  <a:pt x="13" y="40"/>
                  <a:pt x="15" y="41"/>
                  <a:pt x="17" y="41"/>
                </a:cubicBezTo>
                <a:cubicBezTo>
                  <a:pt x="19" y="41"/>
                  <a:pt x="20" y="40"/>
                  <a:pt x="20" y="38"/>
                </a:cubicBezTo>
                <a:cubicBezTo>
                  <a:pt x="20" y="35"/>
                  <a:pt x="19" y="34"/>
                  <a:pt x="17" y="34"/>
                </a:cubicBezTo>
                <a:close/>
                <a:moveTo>
                  <a:pt x="38" y="14"/>
                </a:moveTo>
                <a:cubicBezTo>
                  <a:pt x="35" y="14"/>
                  <a:pt x="34" y="15"/>
                  <a:pt x="34" y="18"/>
                </a:cubicBezTo>
                <a:cubicBezTo>
                  <a:pt x="34" y="20"/>
                  <a:pt x="35" y="21"/>
                  <a:pt x="38" y="21"/>
                </a:cubicBezTo>
                <a:cubicBezTo>
                  <a:pt x="40" y="21"/>
                  <a:pt x="41" y="20"/>
                  <a:pt x="41" y="18"/>
                </a:cubicBezTo>
                <a:cubicBezTo>
                  <a:pt x="41" y="15"/>
                  <a:pt x="40" y="14"/>
                  <a:pt x="38" y="14"/>
                </a:cubicBezTo>
                <a:close/>
                <a:moveTo>
                  <a:pt x="59" y="24"/>
                </a:moveTo>
                <a:cubicBezTo>
                  <a:pt x="56" y="24"/>
                  <a:pt x="55" y="25"/>
                  <a:pt x="55" y="28"/>
                </a:cubicBezTo>
                <a:cubicBezTo>
                  <a:pt x="55" y="30"/>
                  <a:pt x="56" y="31"/>
                  <a:pt x="59" y="31"/>
                </a:cubicBezTo>
                <a:cubicBezTo>
                  <a:pt x="61" y="31"/>
                  <a:pt x="62" y="30"/>
                  <a:pt x="62" y="28"/>
                </a:cubicBezTo>
                <a:cubicBezTo>
                  <a:pt x="62" y="25"/>
                  <a:pt x="61" y="24"/>
                  <a:pt x="59" y="24"/>
                </a:cubicBezTo>
                <a:close/>
                <a:moveTo>
                  <a:pt x="79" y="0"/>
                </a:moveTo>
                <a:cubicBezTo>
                  <a:pt x="77" y="0"/>
                  <a:pt x="76" y="2"/>
                  <a:pt x="76" y="4"/>
                </a:cubicBezTo>
                <a:cubicBezTo>
                  <a:pt x="76" y="6"/>
                  <a:pt x="77" y="8"/>
                  <a:pt x="79" y="8"/>
                </a:cubicBezTo>
                <a:cubicBezTo>
                  <a:pt x="82" y="8"/>
                  <a:pt x="83" y="6"/>
                  <a:pt x="83" y="4"/>
                </a:cubicBezTo>
                <a:cubicBezTo>
                  <a:pt x="83" y="2"/>
                  <a:pt x="82" y="0"/>
                  <a:pt x="79" y="0"/>
                </a:cubicBezTo>
                <a:close/>
                <a:moveTo>
                  <a:pt x="61" y="25"/>
                </a:moveTo>
                <a:cubicBezTo>
                  <a:pt x="77" y="7"/>
                  <a:pt x="77" y="7"/>
                  <a:pt x="77" y="7"/>
                </a:cubicBezTo>
                <a:moveTo>
                  <a:pt x="41" y="19"/>
                </a:moveTo>
                <a:cubicBezTo>
                  <a:pt x="55" y="26"/>
                  <a:pt x="55" y="26"/>
                  <a:pt x="55" y="26"/>
                </a:cubicBezTo>
                <a:moveTo>
                  <a:pt x="35" y="20"/>
                </a:moveTo>
                <a:cubicBezTo>
                  <a:pt x="19" y="35"/>
                  <a:pt x="19" y="35"/>
                  <a:pt x="19" y="35"/>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8" name="Freeform 42">
            <a:extLst>
              <a:ext uri="{FF2B5EF4-FFF2-40B4-BE49-F238E27FC236}">
                <a16:creationId xmlns:a16="http://schemas.microsoft.com/office/drawing/2014/main" id="{36298D1D-F20E-4C1B-AB2B-2179626CE0E4}"/>
              </a:ext>
            </a:extLst>
          </p:cNvPr>
          <p:cNvSpPr>
            <a:spLocks noEditPoints="1"/>
          </p:cNvSpPr>
          <p:nvPr/>
        </p:nvSpPr>
        <p:spPr bwMode="auto">
          <a:xfrm>
            <a:off x="6489701" y="2560638"/>
            <a:ext cx="363538" cy="369888"/>
          </a:xfrm>
          <a:custGeom>
            <a:avLst/>
            <a:gdLst>
              <a:gd name="T0" fmla="*/ 36 w 97"/>
              <a:gd name="T1" fmla="*/ 10 h 99"/>
              <a:gd name="T2" fmla="*/ 85 w 97"/>
              <a:gd name="T3" fmla="*/ 40 h 99"/>
              <a:gd name="T4" fmla="*/ 97 w 97"/>
              <a:gd name="T5" fmla="*/ 63 h 99"/>
              <a:gd name="T6" fmla="*/ 87 w 97"/>
              <a:gd name="T7" fmla="*/ 63 h 99"/>
              <a:gd name="T8" fmla="*/ 87 w 97"/>
              <a:gd name="T9" fmla="*/ 80 h 99"/>
              <a:gd name="T10" fmla="*/ 81 w 97"/>
              <a:gd name="T11" fmla="*/ 85 h 99"/>
              <a:gd name="T12" fmla="*/ 70 w 97"/>
              <a:gd name="T13" fmla="*/ 85 h 99"/>
              <a:gd name="T14" fmla="*/ 70 w 97"/>
              <a:gd name="T15" fmla="*/ 99 h 99"/>
              <a:gd name="T16" fmla="*/ 26 w 97"/>
              <a:gd name="T17" fmla="*/ 99 h 99"/>
              <a:gd name="T18" fmla="*/ 26 w 97"/>
              <a:gd name="T19" fmla="*/ 85 h 99"/>
              <a:gd name="T20" fmla="*/ 21 w 97"/>
              <a:gd name="T21" fmla="*/ 75 h 99"/>
              <a:gd name="T22" fmla="*/ 54 w 97"/>
              <a:gd name="T23" fmla="*/ 45 h 99"/>
              <a:gd name="T24" fmla="*/ 54 w 97"/>
              <a:gd name="T25" fmla="*/ 38 h 99"/>
              <a:gd name="T26" fmla="*/ 46 w 97"/>
              <a:gd name="T27" fmla="*/ 35 h 99"/>
              <a:gd name="T28" fmla="*/ 45 w 97"/>
              <a:gd name="T29" fmla="*/ 32 h 99"/>
              <a:gd name="T30" fmla="*/ 49 w 97"/>
              <a:gd name="T31" fmla="*/ 25 h 99"/>
              <a:gd name="T32" fmla="*/ 44 w 97"/>
              <a:gd name="T33" fmla="*/ 20 h 99"/>
              <a:gd name="T34" fmla="*/ 36 w 97"/>
              <a:gd name="T35" fmla="*/ 23 h 99"/>
              <a:gd name="T36" fmla="*/ 34 w 97"/>
              <a:gd name="T37" fmla="*/ 22 h 99"/>
              <a:gd name="T38" fmla="*/ 31 w 97"/>
              <a:gd name="T39" fmla="*/ 14 h 99"/>
              <a:gd name="T40" fmla="*/ 24 w 97"/>
              <a:gd name="T41" fmla="*/ 14 h 99"/>
              <a:gd name="T42" fmla="*/ 21 w 97"/>
              <a:gd name="T43" fmla="*/ 22 h 99"/>
              <a:gd name="T44" fmla="*/ 18 w 97"/>
              <a:gd name="T45" fmla="*/ 23 h 99"/>
              <a:gd name="T46" fmla="*/ 11 w 97"/>
              <a:gd name="T47" fmla="*/ 20 h 99"/>
              <a:gd name="T48" fmla="*/ 6 w 97"/>
              <a:gd name="T49" fmla="*/ 25 h 99"/>
              <a:gd name="T50" fmla="*/ 9 w 97"/>
              <a:gd name="T51" fmla="*/ 32 h 99"/>
              <a:gd name="T52" fmla="*/ 8 w 97"/>
              <a:gd name="T53" fmla="*/ 35 h 99"/>
              <a:gd name="T54" fmla="*/ 0 w 97"/>
              <a:gd name="T55" fmla="*/ 38 h 99"/>
              <a:gd name="T56" fmla="*/ 0 w 97"/>
              <a:gd name="T57" fmla="*/ 45 h 99"/>
              <a:gd name="T58" fmla="*/ 8 w 97"/>
              <a:gd name="T59" fmla="*/ 48 h 99"/>
              <a:gd name="T60" fmla="*/ 9 w 97"/>
              <a:gd name="T61" fmla="*/ 50 h 99"/>
              <a:gd name="T62" fmla="*/ 6 w 97"/>
              <a:gd name="T63" fmla="*/ 58 h 99"/>
              <a:gd name="T64" fmla="*/ 11 w 97"/>
              <a:gd name="T65" fmla="*/ 63 h 99"/>
              <a:gd name="T66" fmla="*/ 18 w 97"/>
              <a:gd name="T67" fmla="*/ 59 h 99"/>
              <a:gd name="T68" fmla="*/ 21 w 97"/>
              <a:gd name="T69" fmla="*/ 60 h 99"/>
              <a:gd name="T70" fmla="*/ 24 w 97"/>
              <a:gd name="T71" fmla="*/ 68 h 99"/>
              <a:gd name="T72" fmla="*/ 31 w 97"/>
              <a:gd name="T73" fmla="*/ 68 h 99"/>
              <a:gd name="T74" fmla="*/ 34 w 97"/>
              <a:gd name="T75" fmla="*/ 60 h 99"/>
              <a:gd name="T76" fmla="*/ 36 w 97"/>
              <a:gd name="T77" fmla="*/ 59 h 99"/>
              <a:gd name="T78" fmla="*/ 44 w 97"/>
              <a:gd name="T79" fmla="*/ 63 h 99"/>
              <a:gd name="T80" fmla="*/ 49 w 97"/>
              <a:gd name="T81" fmla="*/ 58 h 99"/>
              <a:gd name="T82" fmla="*/ 45 w 97"/>
              <a:gd name="T83" fmla="*/ 50 h 99"/>
              <a:gd name="T84" fmla="*/ 46 w 97"/>
              <a:gd name="T85" fmla="*/ 48 h 99"/>
              <a:gd name="T86" fmla="*/ 54 w 97"/>
              <a:gd name="T87" fmla="*/ 45 h 99"/>
              <a:gd name="T88" fmla="*/ 27 w 97"/>
              <a:gd name="T89" fmla="*/ 30 h 99"/>
              <a:gd name="T90" fmla="*/ 16 w 97"/>
              <a:gd name="T91" fmla="*/ 41 h 99"/>
              <a:gd name="T92" fmla="*/ 27 w 97"/>
              <a:gd name="T93" fmla="*/ 53 h 99"/>
              <a:gd name="T94" fmla="*/ 39 w 97"/>
              <a:gd name="T95" fmla="*/ 41 h 99"/>
              <a:gd name="T96" fmla="*/ 27 w 97"/>
              <a:gd name="T97" fmla="*/ 30 h 99"/>
              <a:gd name="T98" fmla="*/ 70 w 97"/>
              <a:gd name="T99" fmla="*/ 85 h 99"/>
              <a:gd name="T100" fmla="*/ 64 w 97"/>
              <a:gd name="T101" fmla="*/ 8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 h="99">
                <a:moveTo>
                  <a:pt x="36" y="10"/>
                </a:moveTo>
                <a:cubicBezTo>
                  <a:pt x="90" y="0"/>
                  <a:pt x="85" y="40"/>
                  <a:pt x="85" y="40"/>
                </a:cubicBezTo>
                <a:cubicBezTo>
                  <a:pt x="97" y="63"/>
                  <a:pt x="97" y="63"/>
                  <a:pt x="97" y="63"/>
                </a:cubicBezTo>
                <a:cubicBezTo>
                  <a:pt x="87" y="63"/>
                  <a:pt x="87" y="63"/>
                  <a:pt x="87" y="63"/>
                </a:cubicBezTo>
                <a:cubicBezTo>
                  <a:pt x="87" y="80"/>
                  <a:pt x="87" y="80"/>
                  <a:pt x="87" y="80"/>
                </a:cubicBezTo>
                <a:cubicBezTo>
                  <a:pt x="87" y="83"/>
                  <a:pt x="84" y="85"/>
                  <a:pt x="81" y="85"/>
                </a:cubicBezTo>
                <a:cubicBezTo>
                  <a:pt x="70" y="85"/>
                  <a:pt x="70" y="85"/>
                  <a:pt x="70" y="85"/>
                </a:cubicBezTo>
                <a:cubicBezTo>
                  <a:pt x="70" y="99"/>
                  <a:pt x="70" y="99"/>
                  <a:pt x="70" y="99"/>
                </a:cubicBezTo>
                <a:moveTo>
                  <a:pt x="26" y="99"/>
                </a:moveTo>
                <a:cubicBezTo>
                  <a:pt x="26" y="85"/>
                  <a:pt x="26" y="85"/>
                  <a:pt x="26" y="85"/>
                </a:cubicBezTo>
                <a:cubicBezTo>
                  <a:pt x="21" y="75"/>
                  <a:pt x="21" y="75"/>
                  <a:pt x="21" y="75"/>
                </a:cubicBezTo>
                <a:moveTo>
                  <a:pt x="54" y="45"/>
                </a:moveTo>
                <a:cubicBezTo>
                  <a:pt x="54" y="38"/>
                  <a:pt x="54" y="38"/>
                  <a:pt x="54" y="38"/>
                </a:cubicBezTo>
                <a:cubicBezTo>
                  <a:pt x="46" y="35"/>
                  <a:pt x="46" y="35"/>
                  <a:pt x="46" y="35"/>
                </a:cubicBezTo>
                <a:cubicBezTo>
                  <a:pt x="46" y="34"/>
                  <a:pt x="46" y="33"/>
                  <a:pt x="45" y="32"/>
                </a:cubicBezTo>
                <a:cubicBezTo>
                  <a:pt x="49" y="25"/>
                  <a:pt x="49" y="25"/>
                  <a:pt x="49" y="25"/>
                </a:cubicBezTo>
                <a:cubicBezTo>
                  <a:pt x="44" y="20"/>
                  <a:pt x="44" y="20"/>
                  <a:pt x="44" y="20"/>
                </a:cubicBezTo>
                <a:cubicBezTo>
                  <a:pt x="36" y="23"/>
                  <a:pt x="36" y="23"/>
                  <a:pt x="36" y="23"/>
                </a:cubicBezTo>
                <a:cubicBezTo>
                  <a:pt x="35" y="23"/>
                  <a:pt x="35" y="22"/>
                  <a:pt x="34" y="22"/>
                </a:cubicBezTo>
                <a:cubicBezTo>
                  <a:pt x="31" y="14"/>
                  <a:pt x="31" y="14"/>
                  <a:pt x="31" y="14"/>
                </a:cubicBezTo>
                <a:cubicBezTo>
                  <a:pt x="24" y="14"/>
                  <a:pt x="24" y="14"/>
                  <a:pt x="24" y="14"/>
                </a:cubicBezTo>
                <a:cubicBezTo>
                  <a:pt x="21" y="22"/>
                  <a:pt x="21" y="22"/>
                  <a:pt x="21" y="22"/>
                </a:cubicBezTo>
                <a:cubicBezTo>
                  <a:pt x="20" y="22"/>
                  <a:pt x="19" y="23"/>
                  <a:pt x="18" y="23"/>
                </a:cubicBezTo>
                <a:cubicBezTo>
                  <a:pt x="11" y="20"/>
                  <a:pt x="11" y="20"/>
                  <a:pt x="11" y="20"/>
                </a:cubicBezTo>
                <a:cubicBezTo>
                  <a:pt x="6" y="25"/>
                  <a:pt x="6" y="25"/>
                  <a:pt x="6" y="25"/>
                </a:cubicBezTo>
                <a:cubicBezTo>
                  <a:pt x="9" y="32"/>
                  <a:pt x="9" y="32"/>
                  <a:pt x="9" y="32"/>
                </a:cubicBezTo>
                <a:cubicBezTo>
                  <a:pt x="9" y="33"/>
                  <a:pt x="8" y="34"/>
                  <a:pt x="8" y="35"/>
                </a:cubicBezTo>
                <a:cubicBezTo>
                  <a:pt x="0" y="38"/>
                  <a:pt x="0" y="38"/>
                  <a:pt x="0" y="38"/>
                </a:cubicBezTo>
                <a:cubicBezTo>
                  <a:pt x="0" y="45"/>
                  <a:pt x="0" y="45"/>
                  <a:pt x="0" y="45"/>
                </a:cubicBezTo>
                <a:cubicBezTo>
                  <a:pt x="8" y="48"/>
                  <a:pt x="8" y="48"/>
                  <a:pt x="8" y="48"/>
                </a:cubicBezTo>
                <a:cubicBezTo>
                  <a:pt x="8" y="49"/>
                  <a:pt x="9" y="49"/>
                  <a:pt x="9" y="50"/>
                </a:cubicBezTo>
                <a:cubicBezTo>
                  <a:pt x="6" y="58"/>
                  <a:pt x="6" y="58"/>
                  <a:pt x="6" y="58"/>
                </a:cubicBezTo>
                <a:cubicBezTo>
                  <a:pt x="11" y="63"/>
                  <a:pt x="11" y="63"/>
                  <a:pt x="11" y="63"/>
                </a:cubicBezTo>
                <a:cubicBezTo>
                  <a:pt x="18" y="59"/>
                  <a:pt x="18" y="59"/>
                  <a:pt x="18" y="59"/>
                </a:cubicBezTo>
                <a:cubicBezTo>
                  <a:pt x="19" y="60"/>
                  <a:pt x="20" y="60"/>
                  <a:pt x="21" y="60"/>
                </a:cubicBezTo>
                <a:cubicBezTo>
                  <a:pt x="24" y="68"/>
                  <a:pt x="24" y="68"/>
                  <a:pt x="24" y="68"/>
                </a:cubicBezTo>
                <a:cubicBezTo>
                  <a:pt x="31" y="68"/>
                  <a:pt x="31" y="68"/>
                  <a:pt x="31" y="68"/>
                </a:cubicBezTo>
                <a:cubicBezTo>
                  <a:pt x="34" y="60"/>
                  <a:pt x="34" y="60"/>
                  <a:pt x="34" y="60"/>
                </a:cubicBezTo>
                <a:cubicBezTo>
                  <a:pt x="35" y="60"/>
                  <a:pt x="35" y="60"/>
                  <a:pt x="36" y="59"/>
                </a:cubicBezTo>
                <a:cubicBezTo>
                  <a:pt x="44" y="63"/>
                  <a:pt x="44" y="63"/>
                  <a:pt x="44" y="63"/>
                </a:cubicBezTo>
                <a:cubicBezTo>
                  <a:pt x="49" y="58"/>
                  <a:pt x="49" y="58"/>
                  <a:pt x="49" y="58"/>
                </a:cubicBezTo>
                <a:cubicBezTo>
                  <a:pt x="45" y="50"/>
                  <a:pt x="45" y="50"/>
                  <a:pt x="45" y="50"/>
                </a:cubicBezTo>
                <a:cubicBezTo>
                  <a:pt x="46" y="49"/>
                  <a:pt x="46" y="49"/>
                  <a:pt x="46" y="48"/>
                </a:cubicBezTo>
                <a:lnTo>
                  <a:pt x="54" y="45"/>
                </a:lnTo>
                <a:close/>
                <a:moveTo>
                  <a:pt x="27" y="30"/>
                </a:moveTo>
                <a:cubicBezTo>
                  <a:pt x="21" y="30"/>
                  <a:pt x="16" y="35"/>
                  <a:pt x="16" y="41"/>
                </a:cubicBezTo>
                <a:cubicBezTo>
                  <a:pt x="16" y="47"/>
                  <a:pt x="21" y="53"/>
                  <a:pt x="27" y="53"/>
                </a:cubicBezTo>
                <a:cubicBezTo>
                  <a:pt x="34" y="53"/>
                  <a:pt x="39" y="47"/>
                  <a:pt x="39" y="41"/>
                </a:cubicBezTo>
                <a:cubicBezTo>
                  <a:pt x="39" y="35"/>
                  <a:pt x="34" y="30"/>
                  <a:pt x="27" y="30"/>
                </a:cubicBezTo>
                <a:close/>
                <a:moveTo>
                  <a:pt x="70" y="85"/>
                </a:moveTo>
                <a:cubicBezTo>
                  <a:pt x="64" y="85"/>
                  <a:pt x="64" y="85"/>
                  <a:pt x="64" y="85"/>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 name="Text Placeholder 33">
            <a:extLst>
              <a:ext uri="{FF2B5EF4-FFF2-40B4-BE49-F238E27FC236}">
                <a16:creationId xmlns:a16="http://schemas.microsoft.com/office/drawing/2014/main" id="{477B5F34-8808-485D-93C0-B66A00388D4B}"/>
              </a:ext>
            </a:extLst>
          </p:cNvPr>
          <p:cNvSpPr txBox="1">
            <a:spLocks/>
          </p:cNvSpPr>
          <p:nvPr/>
        </p:nvSpPr>
        <p:spPr>
          <a:xfrm>
            <a:off x="7514431" y="4057650"/>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p>
        </p:txBody>
      </p:sp>
      <p:sp>
        <p:nvSpPr>
          <p:cNvPr id="73" name="Text Placeholder 33">
            <a:extLst>
              <a:ext uri="{FF2B5EF4-FFF2-40B4-BE49-F238E27FC236}">
                <a16:creationId xmlns:a16="http://schemas.microsoft.com/office/drawing/2014/main" id="{4216E4F4-E85F-4FF7-9B62-BFB837D5CFFF}"/>
              </a:ext>
            </a:extLst>
          </p:cNvPr>
          <p:cNvSpPr txBox="1">
            <a:spLocks/>
          </p:cNvSpPr>
          <p:nvPr/>
        </p:nvSpPr>
        <p:spPr>
          <a:xfrm>
            <a:off x="6276976" y="5472112"/>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p>
        </p:txBody>
      </p:sp>
      <p:sp>
        <p:nvSpPr>
          <p:cNvPr id="74" name="Text Placeholder 33">
            <a:extLst>
              <a:ext uri="{FF2B5EF4-FFF2-40B4-BE49-F238E27FC236}">
                <a16:creationId xmlns:a16="http://schemas.microsoft.com/office/drawing/2014/main" id="{D5254074-E3C3-48F5-84E9-67AD7EF3E29E}"/>
              </a:ext>
            </a:extLst>
          </p:cNvPr>
          <p:cNvSpPr txBox="1">
            <a:spLocks/>
          </p:cNvSpPr>
          <p:nvPr/>
        </p:nvSpPr>
        <p:spPr>
          <a:xfrm>
            <a:off x="3035800" y="1046485"/>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p>
        </p:txBody>
      </p:sp>
      <p:sp>
        <p:nvSpPr>
          <p:cNvPr id="75" name="Text Placeholder 33">
            <a:extLst>
              <a:ext uri="{FF2B5EF4-FFF2-40B4-BE49-F238E27FC236}">
                <a16:creationId xmlns:a16="http://schemas.microsoft.com/office/drawing/2014/main" id="{54885142-3F28-4AAC-935A-EC012A269CCA}"/>
              </a:ext>
            </a:extLst>
          </p:cNvPr>
          <p:cNvSpPr txBox="1">
            <a:spLocks/>
          </p:cNvSpPr>
          <p:nvPr/>
        </p:nvSpPr>
        <p:spPr>
          <a:xfrm>
            <a:off x="1716883" y="2540000"/>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p>
        </p:txBody>
      </p:sp>
    </p:spTree>
    <p:extLst>
      <p:ext uri="{BB962C8B-B14F-4D97-AF65-F5344CB8AC3E}">
        <p14:creationId xmlns:p14="http://schemas.microsoft.com/office/powerpoint/2010/main" val="328425175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p:cTn id="7" dur="750" fill="hold"/>
                                            <p:tgtEl>
                                              <p:spTgt spid="67"/>
                                            </p:tgtEl>
                                            <p:attrNameLst>
                                              <p:attrName>ppt_w</p:attrName>
                                            </p:attrNameLst>
                                          </p:cBhvr>
                                          <p:tavLst>
                                            <p:tav tm="0">
                                              <p:val>
                                                <p:fltVal val="0"/>
                                              </p:val>
                                            </p:tav>
                                            <p:tav tm="100000">
                                              <p:val>
                                                <p:strVal val="#ppt_w"/>
                                              </p:val>
                                            </p:tav>
                                          </p:tavLst>
                                        </p:anim>
                                        <p:anim calcmode="lin" valueType="num">
                                          <p:cBhvr>
                                            <p:cTn id="8" dur="750" fill="hold"/>
                                            <p:tgtEl>
                                              <p:spTgt spid="67"/>
                                            </p:tgtEl>
                                            <p:attrNameLst>
                                              <p:attrName>ppt_h</p:attrName>
                                            </p:attrNameLst>
                                          </p:cBhvr>
                                          <p:tavLst>
                                            <p:tav tm="0">
                                              <p:val>
                                                <p:fltVal val="0"/>
                                              </p:val>
                                            </p:tav>
                                            <p:tav tm="100000">
                                              <p:val>
                                                <p:strVal val="#ppt_h"/>
                                              </p:val>
                                            </p:tav>
                                          </p:tavLst>
                                        </p:anim>
                                        <p:animEffect transition="in" filter="fade">
                                          <p:cBhvr>
                                            <p:cTn id="9" dur="750"/>
                                            <p:tgtEl>
                                              <p:spTgt spid="67"/>
                                            </p:tgtEl>
                                          </p:cBhvr>
                                        </p:animEffect>
                                      </p:childTnLst>
                                    </p:cTn>
                                  </p:par>
                                  <p:par>
                                    <p:cTn id="10" presetID="53" presetClass="entr" presetSubtype="16" fill="hold" nodeType="withEffect">
                                      <p:stCondLst>
                                        <p:cond delay="250"/>
                                      </p:stCondLst>
                                      <p:childTnLst>
                                        <p:set>
                                          <p:cBhvr>
                                            <p:cTn id="11" dur="1" fill="hold">
                                              <p:stCondLst>
                                                <p:cond delay="0"/>
                                              </p:stCondLst>
                                            </p:cTn>
                                            <p:tgtEl>
                                              <p:spTgt spid="62"/>
                                            </p:tgtEl>
                                            <p:attrNameLst>
                                              <p:attrName>style.visibility</p:attrName>
                                            </p:attrNameLst>
                                          </p:cBhvr>
                                          <p:to>
                                            <p:strVal val="visible"/>
                                          </p:to>
                                        </p:set>
                                        <p:anim calcmode="lin" valueType="num">
                                          <p:cBhvr>
                                            <p:cTn id="12" dur="750" fill="hold"/>
                                            <p:tgtEl>
                                              <p:spTgt spid="62"/>
                                            </p:tgtEl>
                                            <p:attrNameLst>
                                              <p:attrName>ppt_w</p:attrName>
                                            </p:attrNameLst>
                                          </p:cBhvr>
                                          <p:tavLst>
                                            <p:tav tm="0">
                                              <p:val>
                                                <p:fltVal val="0"/>
                                              </p:val>
                                            </p:tav>
                                            <p:tav tm="100000">
                                              <p:val>
                                                <p:strVal val="#ppt_w"/>
                                              </p:val>
                                            </p:tav>
                                          </p:tavLst>
                                        </p:anim>
                                        <p:anim calcmode="lin" valueType="num">
                                          <p:cBhvr>
                                            <p:cTn id="13" dur="750" fill="hold"/>
                                            <p:tgtEl>
                                              <p:spTgt spid="62"/>
                                            </p:tgtEl>
                                            <p:attrNameLst>
                                              <p:attrName>ppt_h</p:attrName>
                                            </p:attrNameLst>
                                          </p:cBhvr>
                                          <p:tavLst>
                                            <p:tav tm="0">
                                              <p:val>
                                                <p:fltVal val="0"/>
                                              </p:val>
                                            </p:tav>
                                            <p:tav tm="100000">
                                              <p:val>
                                                <p:strVal val="#ppt_h"/>
                                              </p:val>
                                            </p:tav>
                                          </p:tavLst>
                                        </p:anim>
                                        <p:animEffect transition="in" filter="fade">
                                          <p:cBhvr>
                                            <p:cTn id="14" dur="750"/>
                                            <p:tgtEl>
                                              <p:spTgt spid="62"/>
                                            </p:tgtEl>
                                          </p:cBhvr>
                                        </p:animEffect>
                                      </p:childTnLst>
                                    </p:cTn>
                                  </p:par>
                                  <p:par>
                                    <p:cTn id="15" presetID="2" presetClass="entr" presetSubtype="12" fill="hold" nodeType="withEffect" p14:presetBounceEnd="67000">
                                      <p:stCondLst>
                                        <p:cond delay="500"/>
                                      </p:stCondLst>
                                      <p:childTnLst>
                                        <p:set>
                                          <p:cBhvr>
                                            <p:cTn id="16" dur="1" fill="hold">
                                              <p:stCondLst>
                                                <p:cond delay="0"/>
                                              </p:stCondLst>
                                            </p:cTn>
                                            <p:tgtEl>
                                              <p:spTgt spid="68"/>
                                            </p:tgtEl>
                                            <p:attrNameLst>
                                              <p:attrName>style.visibility</p:attrName>
                                            </p:attrNameLst>
                                          </p:cBhvr>
                                          <p:to>
                                            <p:strVal val="visible"/>
                                          </p:to>
                                        </p:set>
                                        <p:anim calcmode="lin" valueType="num" p14:bounceEnd="67000">
                                          <p:cBhvr additive="base">
                                            <p:cTn id="17" dur="1000" fill="hold"/>
                                            <p:tgtEl>
                                              <p:spTgt spid="68"/>
                                            </p:tgtEl>
                                            <p:attrNameLst>
                                              <p:attrName>ppt_x</p:attrName>
                                            </p:attrNameLst>
                                          </p:cBhvr>
                                          <p:tavLst>
                                            <p:tav tm="0">
                                              <p:val>
                                                <p:strVal val="0-#ppt_w/2"/>
                                              </p:val>
                                            </p:tav>
                                            <p:tav tm="100000">
                                              <p:val>
                                                <p:strVal val="#ppt_x"/>
                                              </p:val>
                                            </p:tav>
                                          </p:tavLst>
                                        </p:anim>
                                        <p:anim calcmode="lin" valueType="num" p14:bounceEnd="67000">
                                          <p:cBhvr additive="base">
                                            <p:cTn id="18" dur="1000" fill="hold"/>
                                            <p:tgtEl>
                                              <p:spTgt spid="68"/>
                                            </p:tgtEl>
                                            <p:attrNameLst>
                                              <p:attrName>ppt_y</p:attrName>
                                            </p:attrNameLst>
                                          </p:cBhvr>
                                          <p:tavLst>
                                            <p:tav tm="0">
                                              <p:val>
                                                <p:strVal val="1+#ppt_h/2"/>
                                              </p:val>
                                            </p:tav>
                                            <p:tav tm="100000">
                                              <p:val>
                                                <p:strVal val="#ppt_y"/>
                                              </p:val>
                                            </p:tav>
                                          </p:tavLst>
                                        </p:anim>
                                      </p:childTnLst>
                                    </p:cTn>
                                  </p:par>
                                  <p:par>
                                    <p:cTn id="19" presetID="53" presetClass="entr" presetSubtype="16" fill="hold" nodeType="withEffect">
                                      <p:stCondLst>
                                        <p:cond delay="750"/>
                                      </p:stCondLst>
                                      <p:childTnLst>
                                        <p:set>
                                          <p:cBhvr>
                                            <p:cTn id="20" dur="1" fill="hold">
                                              <p:stCondLst>
                                                <p:cond delay="0"/>
                                              </p:stCondLst>
                                            </p:cTn>
                                            <p:tgtEl>
                                              <p:spTgt spid="59"/>
                                            </p:tgtEl>
                                            <p:attrNameLst>
                                              <p:attrName>style.visibility</p:attrName>
                                            </p:attrNameLst>
                                          </p:cBhvr>
                                          <p:to>
                                            <p:strVal val="visible"/>
                                          </p:to>
                                        </p:set>
                                        <p:anim calcmode="lin" valueType="num">
                                          <p:cBhvr>
                                            <p:cTn id="21" dur="500" fill="hold"/>
                                            <p:tgtEl>
                                              <p:spTgt spid="59"/>
                                            </p:tgtEl>
                                            <p:attrNameLst>
                                              <p:attrName>ppt_w</p:attrName>
                                            </p:attrNameLst>
                                          </p:cBhvr>
                                          <p:tavLst>
                                            <p:tav tm="0">
                                              <p:val>
                                                <p:fltVal val="0"/>
                                              </p:val>
                                            </p:tav>
                                            <p:tav tm="100000">
                                              <p:val>
                                                <p:strVal val="#ppt_w"/>
                                              </p:val>
                                            </p:tav>
                                          </p:tavLst>
                                        </p:anim>
                                        <p:anim calcmode="lin" valueType="num">
                                          <p:cBhvr>
                                            <p:cTn id="22" dur="500" fill="hold"/>
                                            <p:tgtEl>
                                              <p:spTgt spid="59"/>
                                            </p:tgtEl>
                                            <p:attrNameLst>
                                              <p:attrName>ppt_h</p:attrName>
                                            </p:attrNameLst>
                                          </p:cBhvr>
                                          <p:tavLst>
                                            <p:tav tm="0">
                                              <p:val>
                                                <p:fltVal val="0"/>
                                              </p:val>
                                            </p:tav>
                                            <p:tav tm="100000">
                                              <p:val>
                                                <p:strVal val="#ppt_h"/>
                                              </p:val>
                                            </p:tav>
                                          </p:tavLst>
                                        </p:anim>
                                        <p:animEffect transition="in" filter="fade">
                                          <p:cBhvr>
                                            <p:cTn id="23" dur="500"/>
                                            <p:tgtEl>
                                              <p:spTgt spid="59"/>
                                            </p:tgtEl>
                                          </p:cBhvr>
                                        </p:animEffect>
                                      </p:childTnLst>
                                    </p:cTn>
                                  </p:par>
                                  <p:par>
                                    <p:cTn id="24" presetID="2" presetClass="entr" presetSubtype="12" fill="hold" nodeType="withEffect" p14:presetBounceEnd="67000">
                                      <p:stCondLst>
                                        <p:cond delay="1000"/>
                                      </p:stCondLst>
                                      <p:childTnLst>
                                        <p:set>
                                          <p:cBhvr>
                                            <p:cTn id="25" dur="1" fill="hold">
                                              <p:stCondLst>
                                                <p:cond delay="0"/>
                                              </p:stCondLst>
                                            </p:cTn>
                                            <p:tgtEl>
                                              <p:spTgt spid="70"/>
                                            </p:tgtEl>
                                            <p:attrNameLst>
                                              <p:attrName>style.visibility</p:attrName>
                                            </p:attrNameLst>
                                          </p:cBhvr>
                                          <p:to>
                                            <p:strVal val="visible"/>
                                          </p:to>
                                        </p:set>
                                        <p:anim calcmode="lin" valueType="num" p14:bounceEnd="67000">
                                          <p:cBhvr additive="base">
                                            <p:cTn id="26" dur="1000" fill="hold"/>
                                            <p:tgtEl>
                                              <p:spTgt spid="70"/>
                                            </p:tgtEl>
                                            <p:attrNameLst>
                                              <p:attrName>ppt_x</p:attrName>
                                            </p:attrNameLst>
                                          </p:cBhvr>
                                          <p:tavLst>
                                            <p:tav tm="0">
                                              <p:val>
                                                <p:strVal val="0-#ppt_w/2"/>
                                              </p:val>
                                            </p:tav>
                                            <p:tav tm="100000">
                                              <p:val>
                                                <p:strVal val="#ppt_x"/>
                                              </p:val>
                                            </p:tav>
                                          </p:tavLst>
                                        </p:anim>
                                        <p:anim calcmode="lin" valueType="num" p14:bounceEnd="67000">
                                          <p:cBhvr additive="base">
                                            <p:cTn id="27" dur="1000" fill="hold"/>
                                            <p:tgtEl>
                                              <p:spTgt spid="70"/>
                                            </p:tgtEl>
                                            <p:attrNameLst>
                                              <p:attrName>ppt_y</p:attrName>
                                            </p:attrNameLst>
                                          </p:cBhvr>
                                          <p:tavLst>
                                            <p:tav tm="0">
                                              <p:val>
                                                <p:strVal val="1+#ppt_h/2"/>
                                              </p:val>
                                            </p:tav>
                                            <p:tav tm="100000">
                                              <p:val>
                                                <p:strVal val="#ppt_y"/>
                                              </p:val>
                                            </p:tav>
                                          </p:tavLst>
                                        </p:anim>
                                      </p:childTnLst>
                                    </p:cTn>
                                  </p:par>
                                  <p:par>
                                    <p:cTn id="28" presetID="53" presetClass="entr" presetSubtype="16" fill="hold" nodeType="withEffect">
                                      <p:stCondLst>
                                        <p:cond delay="1250"/>
                                      </p:stCondLst>
                                      <p:childTnLst>
                                        <p:set>
                                          <p:cBhvr>
                                            <p:cTn id="29" dur="1" fill="hold">
                                              <p:stCondLst>
                                                <p:cond delay="0"/>
                                              </p:stCondLst>
                                            </p:cTn>
                                            <p:tgtEl>
                                              <p:spTgt spid="56"/>
                                            </p:tgtEl>
                                            <p:attrNameLst>
                                              <p:attrName>style.visibility</p:attrName>
                                            </p:attrNameLst>
                                          </p:cBhvr>
                                          <p:to>
                                            <p:strVal val="visible"/>
                                          </p:to>
                                        </p:set>
                                        <p:anim calcmode="lin" valueType="num">
                                          <p:cBhvr>
                                            <p:cTn id="30" dur="500" fill="hold"/>
                                            <p:tgtEl>
                                              <p:spTgt spid="56"/>
                                            </p:tgtEl>
                                            <p:attrNameLst>
                                              <p:attrName>ppt_w</p:attrName>
                                            </p:attrNameLst>
                                          </p:cBhvr>
                                          <p:tavLst>
                                            <p:tav tm="0">
                                              <p:val>
                                                <p:fltVal val="0"/>
                                              </p:val>
                                            </p:tav>
                                            <p:tav tm="100000">
                                              <p:val>
                                                <p:strVal val="#ppt_w"/>
                                              </p:val>
                                            </p:tav>
                                          </p:tavLst>
                                        </p:anim>
                                        <p:anim calcmode="lin" valueType="num">
                                          <p:cBhvr>
                                            <p:cTn id="31" dur="500" fill="hold"/>
                                            <p:tgtEl>
                                              <p:spTgt spid="56"/>
                                            </p:tgtEl>
                                            <p:attrNameLst>
                                              <p:attrName>ppt_h</p:attrName>
                                            </p:attrNameLst>
                                          </p:cBhvr>
                                          <p:tavLst>
                                            <p:tav tm="0">
                                              <p:val>
                                                <p:fltVal val="0"/>
                                              </p:val>
                                            </p:tav>
                                            <p:tav tm="100000">
                                              <p:val>
                                                <p:strVal val="#ppt_h"/>
                                              </p:val>
                                            </p:tav>
                                          </p:tavLst>
                                        </p:anim>
                                        <p:animEffect transition="in" filter="fade">
                                          <p:cBhvr>
                                            <p:cTn id="32" dur="500"/>
                                            <p:tgtEl>
                                              <p:spTgt spid="56"/>
                                            </p:tgtEl>
                                          </p:cBhvr>
                                        </p:animEffect>
                                      </p:childTnLst>
                                    </p:cTn>
                                  </p:par>
                                  <p:par>
                                    <p:cTn id="33" presetID="2" presetClass="entr" presetSubtype="12" fill="hold" nodeType="withEffect" p14:presetBounceEnd="67000">
                                      <p:stCondLst>
                                        <p:cond delay="1500"/>
                                      </p:stCondLst>
                                      <p:childTnLst>
                                        <p:set>
                                          <p:cBhvr>
                                            <p:cTn id="34" dur="1" fill="hold">
                                              <p:stCondLst>
                                                <p:cond delay="0"/>
                                              </p:stCondLst>
                                            </p:cTn>
                                            <p:tgtEl>
                                              <p:spTgt spid="71"/>
                                            </p:tgtEl>
                                            <p:attrNameLst>
                                              <p:attrName>style.visibility</p:attrName>
                                            </p:attrNameLst>
                                          </p:cBhvr>
                                          <p:to>
                                            <p:strVal val="visible"/>
                                          </p:to>
                                        </p:set>
                                        <p:anim calcmode="lin" valueType="num" p14:bounceEnd="67000">
                                          <p:cBhvr additive="base">
                                            <p:cTn id="35" dur="1000" fill="hold"/>
                                            <p:tgtEl>
                                              <p:spTgt spid="71"/>
                                            </p:tgtEl>
                                            <p:attrNameLst>
                                              <p:attrName>ppt_x</p:attrName>
                                            </p:attrNameLst>
                                          </p:cBhvr>
                                          <p:tavLst>
                                            <p:tav tm="0">
                                              <p:val>
                                                <p:strVal val="0-#ppt_w/2"/>
                                              </p:val>
                                            </p:tav>
                                            <p:tav tm="100000">
                                              <p:val>
                                                <p:strVal val="#ppt_x"/>
                                              </p:val>
                                            </p:tav>
                                          </p:tavLst>
                                        </p:anim>
                                        <p:anim calcmode="lin" valueType="num" p14:bounceEnd="67000">
                                          <p:cBhvr additive="base">
                                            <p:cTn id="36" dur="1000" fill="hold"/>
                                            <p:tgtEl>
                                              <p:spTgt spid="71"/>
                                            </p:tgtEl>
                                            <p:attrNameLst>
                                              <p:attrName>ppt_y</p:attrName>
                                            </p:attrNameLst>
                                          </p:cBhvr>
                                          <p:tavLst>
                                            <p:tav tm="0">
                                              <p:val>
                                                <p:strVal val="1+#ppt_h/2"/>
                                              </p:val>
                                            </p:tav>
                                            <p:tav tm="100000">
                                              <p:val>
                                                <p:strVal val="#ppt_y"/>
                                              </p:val>
                                            </p:tav>
                                          </p:tavLst>
                                        </p:anim>
                                      </p:childTnLst>
                                    </p:cTn>
                                  </p:par>
                                  <p:par>
                                    <p:cTn id="37" presetID="53" presetClass="entr" presetSubtype="16" fill="hold" nodeType="withEffect">
                                      <p:stCondLst>
                                        <p:cond delay="1750"/>
                                      </p:stCondLst>
                                      <p:childTnLst>
                                        <p:set>
                                          <p:cBhvr>
                                            <p:cTn id="38" dur="1" fill="hold">
                                              <p:stCondLst>
                                                <p:cond delay="0"/>
                                              </p:stCondLst>
                                            </p:cTn>
                                            <p:tgtEl>
                                              <p:spTgt spid="53"/>
                                            </p:tgtEl>
                                            <p:attrNameLst>
                                              <p:attrName>style.visibility</p:attrName>
                                            </p:attrNameLst>
                                          </p:cBhvr>
                                          <p:to>
                                            <p:strVal val="visible"/>
                                          </p:to>
                                        </p:set>
                                        <p:anim calcmode="lin" valueType="num">
                                          <p:cBhvr>
                                            <p:cTn id="39" dur="500" fill="hold"/>
                                            <p:tgtEl>
                                              <p:spTgt spid="53"/>
                                            </p:tgtEl>
                                            <p:attrNameLst>
                                              <p:attrName>ppt_w</p:attrName>
                                            </p:attrNameLst>
                                          </p:cBhvr>
                                          <p:tavLst>
                                            <p:tav tm="0">
                                              <p:val>
                                                <p:fltVal val="0"/>
                                              </p:val>
                                            </p:tav>
                                            <p:tav tm="100000">
                                              <p:val>
                                                <p:strVal val="#ppt_w"/>
                                              </p:val>
                                            </p:tav>
                                          </p:tavLst>
                                        </p:anim>
                                        <p:anim calcmode="lin" valueType="num">
                                          <p:cBhvr>
                                            <p:cTn id="40" dur="500" fill="hold"/>
                                            <p:tgtEl>
                                              <p:spTgt spid="53"/>
                                            </p:tgtEl>
                                            <p:attrNameLst>
                                              <p:attrName>ppt_h</p:attrName>
                                            </p:attrNameLst>
                                          </p:cBhvr>
                                          <p:tavLst>
                                            <p:tav tm="0">
                                              <p:val>
                                                <p:fltVal val="0"/>
                                              </p:val>
                                            </p:tav>
                                            <p:tav tm="100000">
                                              <p:val>
                                                <p:strVal val="#ppt_h"/>
                                              </p:val>
                                            </p:tav>
                                          </p:tavLst>
                                        </p:anim>
                                        <p:animEffect transition="in" filter="fade">
                                          <p:cBhvr>
                                            <p:cTn id="41" dur="500"/>
                                            <p:tgtEl>
                                              <p:spTgt spid="53"/>
                                            </p:tgtEl>
                                          </p:cBhvr>
                                        </p:animEffect>
                                      </p:childTnLst>
                                    </p:cTn>
                                  </p:par>
                                  <p:par>
                                    <p:cTn id="42" presetID="2" presetClass="entr" presetSubtype="8" fill="hold" nodeType="withEffect" p14:presetBounceEnd="67000">
                                      <p:stCondLst>
                                        <p:cond delay="500"/>
                                      </p:stCondLst>
                                      <p:childTnLst>
                                        <p:set>
                                          <p:cBhvr>
                                            <p:cTn id="43" dur="1" fill="hold">
                                              <p:stCondLst>
                                                <p:cond delay="0"/>
                                              </p:stCondLst>
                                            </p:cTn>
                                            <p:tgtEl>
                                              <p:spTgt spid="2"/>
                                            </p:tgtEl>
                                            <p:attrNameLst>
                                              <p:attrName>style.visibility</p:attrName>
                                            </p:attrNameLst>
                                          </p:cBhvr>
                                          <p:to>
                                            <p:strVal val="visible"/>
                                          </p:to>
                                        </p:set>
                                        <p:anim calcmode="lin" valueType="num" p14:bounceEnd="67000">
                                          <p:cBhvr additive="base">
                                            <p:cTn id="44" dur="1000" fill="hold"/>
                                            <p:tgtEl>
                                              <p:spTgt spid="2"/>
                                            </p:tgtEl>
                                            <p:attrNameLst>
                                              <p:attrName>ppt_x</p:attrName>
                                            </p:attrNameLst>
                                          </p:cBhvr>
                                          <p:tavLst>
                                            <p:tav tm="0">
                                              <p:val>
                                                <p:strVal val="0-#ppt_w/2"/>
                                              </p:val>
                                            </p:tav>
                                            <p:tav tm="100000">
                                              <p:val>
                                                <p:strVal val="#ppt_x"/>
                                              </p:val>
                                            </p:tav>
                                          </p:tavLst>
                                        </p:anim>
                                        <p:anim calcmode="lin" valueType="num" p14:bounceEnd="67000">
                                          <p:cBhvr additive="base">
                                            <p:cTn id="45" dur="1000" fill="hold"/>
                                            <p:tgtEl>
                                              <p:spTgt spid="2"/>
                                            </p:tgtEl>
                                            <p:attrNameLst>
                                              <p:attrName>ppt_y</p:attrName>
                                            </p:attrNameLst>
                                          </p:cBhvr>
                                          <p:tavLst>
                                            <p:tav tm="0">
                                              <p:val>
                                                <p:strVal val="#ppt_y"/>
                                              </p:val>
                                            </p:tav>
                                            <p:tav tm="100000">
                                              <p:val>
                                                <p:strVal val="#ppt_y"/>
                                              </p:val>
                                            </p:tav>
                                          </p:tavLst>
                                        </p:anim>
                                      </p:childTnLst>
                                    </p:cTn>
                                  </p:par>
                                  <p:par>
                                    <p:cTn id="46" presetID="2" presetClass="entr" presetSubtype="8" fill="hold" nodeType="withEffect" p14:presetBounceEnd="67000">
                                      <p:stCondLst>
                                        <p:cond delay="1000"/>
                                      </p:stCondLst>
                                      <p:childTnLst>
                                        <p:set>
                                          <p:cBhvr>
                                            <p:cTn id="47" dur="1" fill="hold">
                                              <p:stCondLst>
                                                <p:cond delay="0"/>
                                              </p:stCondLst>
                                            </p:cTn>
                                            <p:tgtEl>
                                              <p:spTgt spid="3"/>
                                            </p:tgtEl>
                                            <p:attrNameLst>
                                              <p:attrName>style.visibility</p:attrName>
                                            </p:attrNameLst>
                                          </p:cBhvr>
                                          <p:to>
                                            <p:strVal val="visible"/>
                                          </p:to>
                                        </p:set>
                                        <p:anim calcmode="lin" valueType="num" p14:bounceEnd="67000">
                                          <p:cBhvr additive="base">
                                            <p:cTn id="48" dur="1000" fill="hold"/>
                                            <p:tgtEl>
                                              <p:spTgt spid="3"/>
                                            </p:tgtEl>
                                            <p:attrNameLst>
                                              <p:attrName>ppt_x</p:attrName>
                                            </p:attrNameLst>
                                          </p:cBhvr>
                                          <p:tavLst>
                                            <p:tav tm="0">
                                              <p:val>
                                                <p:strVal val="0-#ppt_w/2"/>
                                              </p:val>
                                            </p:tav>
                                            <p:tav tm="100000">
                                              <p:val>
                                                <p:strVal val="#ppt_x"/>
                                              </p:val>
                                            </p:tav>
                                          </p:tavLst>
                                        </p:anim>
                                        <p:anim calcmode="lin" valueType="num" p14:bounceEnd="67000">
                                          <p:cBhvr additive="base">
                                            <p:cTn id="49" dur="1000" fill="hold"/>
                                            <p:tgtEl>
                                              <p:spTgt spid="3"/>
                                            </p:tgtEl>
                                            <p:attrNameLst>
                                              <p:attrName>ppt_y</p:attrName>
                                            </p:attrNameLst>
                                          </p:cBhvr>
                                          <p:tavLst>
                                            <p:tav tm="0">
                                              <p:val>
                                                <p:strVal val="#ppt_y"/>
                                              </p:val>
                                            </p:tav>
                                            <p:tav tm="100000">
                                              <p:val>
                                                <p:strVal val="#ppt_y"/>
                                              </p:val>
                                            </p:tav>
                                          </p:tavLst>
                                        </p:anim>
                                      </p:childTnLst>
                                    </p:cTn>
                                  </p:par>
                                  <p:par>
                                    <p:cTn id="50" presetID="2" presetClass="entr" presetSubtype="2" fill="hold" nodeType="withEffect" p14:presetBounceEnd="67000">
                                      <p:stCondLst>
                                        <p:cond delay="1500"/>
                                      </p:stCondLst>
                                      <p:childTnLst>
                                        <p:set>
                                          <p:cBhvr>
                                            <p:cTn id="51" dur="1" fill="hold">
                                              <p:stCondLst>
                                                <p:cond delay="0"/>
                                              </p:stCondLst>
                                            </p:cTn>
                                            <p:tgtEl>
                                              <p:spTgt spid="4"/>
                                            </p:tgtEl>
                                            <p:attrNameLst>
                                              <p:attrName>style.visibility</p:attrName>
                                            </p:attrNameLst>
                                          </p:cBhvr>
                                          <p:to>
                                            <p:strVal val="visible"/>
                                          </p:to>
                                        </p:set>
                                        <p:anim calcmode="lin" valueType="num" p14:bounceEnd="67000">
                                          <p:cBhvr additive="base">
                                            <p:cTn id="52" dur="1000" fill="hold"/>
                                            <p:tgtEl>
                                              <p:spTgt spid="4"/>
                                            </p:tgtEl>
                                            <p:attrNameLst>
                                              <p:attrName>ppt_x</p:attrName>
                                            </p:attrNameLst>
                                          </p:cBhvr>
                                          <p:tavLst>
                                            <p:tav tm="0">
                                              <p:val>
                                                <p:strVal val="1+#ppt_w/2"/>
                                              </p:val>
                                            </p:tav>
                                            <p:tav tm="100000">
                                              <p:val>
                                                <p:strVal val="#ppt_x"/>
                                              </p:val>
                                            </p:tav>
                                          </p:tavLst>
                                        </p:anim>
                                        <p:anim calcmode="lin" valueType="num" p14:bounceEnd="67000">
                                          <p:cBhvr additive="base">
                                            <p:cTn id="53" dur="1000" fill="hold"/>
                                            <p:tgtEl>
                                              <p:spTgt spid="4"/>
                                            </p:tgtEl>
                                            <p:attrNameLst>
                                              <p:attrName>ppt_y</p:attrName>
                                            </p:attrNameLst>
                                          </p:cBhvr>
                                          <p:tavLst>
                                            <p:tav tm="0">
                                              <p:val>
                                                <p:strVal val="#ppt_y"/>
                                              </p:val>
                                            </p:tav>
                                            <p:tav tm="100000">
                                              <p:val>
                                                <p:strVal val="#ppt_y"/>
                                              </p:val>
                                            </p:tav>
                                          </p:tavLst>
                                        </p:anim>
                                      </p:childTnLst>
                                    </p:cTn>
                                  </p:par>
                                  <p:par>
                                    <p:cTn id="54" presetID="2" presetClass="entr" presetSubtype="2" fill="hold" nodeType="withEffect" p14:presetBounceEnd="67000">
                                      <p:stCondLst>
                                        <p:cond delay="2000"/>
                                      </p:stCondLst>
                                      <p:childTnLst>
                                        <p:set>
                                          <p:cBhvr>
                                            <p:cTn id="55" dur="1" fill="hold">
                                              <p:stCondLst>
                                                <p:cond delay="0"/>
                                              </p:stCondLst>
                                            </p:cTn>
                                            <p:tgtEl>
                                              <p:spTgt spid="5"/>
                                            </p:tgtEl>
                                            <p:attrNameLst>
                                              <p:attrName>style.visibility</p:attrName>
                                            </p:attrNameLst>
                                          </p:cBhvr>
                                          <p:to>
                                            <p:strVal val="visible"/>
                                          </p:to>
                                        </p:set>
                                        <p:anim calcmode="lin" valueType="num" p14:bounceEnd="67000">
                                          <p:cBhvr additive="base">
                                            <p:cTn id="56" dur="1000" fill="hold"/>
                                            <p:tgtEl>
                                              <p:spTgt spid="5"/>
                                            </p:tgtEl>
                                            <p:attrNameLst>
                                              <p:attrName>ppt_x</p:attrName>
                                            </p:attrNameLst>
                                          </p:cBhvr>
                                          <p:tavLst>
                                            <p:tav tm="0">
                                              <p:val>
                                                <p:strVal val="1+#ppt_w/2"/>
                                              </p:val>
                                            </p:tav>
                                            <p:tav tm="100000">
                                              <p:val>
                                                <p:strVal val="#ppt_x"/>
                                              </p:val>
                                            </p:tav>
                                          </p:tavLst>
                                        </p:anim>
                                        <p:anim calcmode="lin" valueType="num" p14:bounceEnd="67000">
                                          <p:cBhvr additive="base">
                                            <p:cTn id="57" dur="1000" fill="hold"/>
                                            <p:tgtEl>
                                              <p:spTgt spid="5"/>
                                            </p:tgtEl>
                                            <p:attrNameLst>
                                              <p:attrName>ppt_y</p:attrName>
                                            </p:attrNameLst>
                                          </p:cBhvr>
                                          <p:tavLst>
                                            <p:tav tm="0">
                                              <p:val>
                                                <p:strVal val="#ppt_y"/>
                                              </p:val>
                                            </p:tav>
                                            <p:tav tm="100000">
                                              <p:val>
                                                <p:strVal val="#ppt_y"/>
                                              </p:val>
                                            </p:tav>
                                          </p:tavLst>
                                        </p:anim>
                                      </p:childTnLst>
                                    </p:cTn>
                                  </p:par>
                                  <p:par>
                                    <p:cTn id="58" presetID="10" presetClass="entr" presetSubtype="0" fill="hold" grpId="0" nodeType="withEffect">
                                      <p:stCondLst>
                                        <p:cond delay="450"/>
                                      </p:stCondLst>
                                      <p:childTnLst>
                                        <p:set>
                                          <p:cBhvr>
                                            <p:cTn id="59" dur="1" fill="hold">
                                              <p:stCondLst>
                                                <p:cond delay="0"/>
                                              </p:stCondLst>
                                            </p:cTn>
                                            <p:tgtEl>
                                              <p:spTgt spid="46"/>
                                            </p:tgtEl>
                                            <p:attrNameLst>
                                              <p:attrName>style.visibility</p:attrName>
                                            </p:attrNameLst>
                                          </p:cBhvr>
                                          <p:to>
                                            <p:strVal val="visible"/>
                                          </p:to>
                                        </p:set>
                                        <p:animEffect transition="in" filter="fade">
                                          <p:cBhvr>
                                            <p:cTn id="60" dur="750"/>
                                            <p:tgtEl>
                                              <p:spTgt spid="46"/>
                                            </p:tgtEl>
                                          </p:cBhvr>
                                        </p:animEffect>
                                      </p:childTnLst>
                                    </p:cTn>
                                  </p:par>
                                  <p:par>
                                    <p:cTn id="61" presetID="10" presetClass="entr" presetSubtype="0" fill="hold" grpId="0" nodeType="withEffect">
                                      <p:stCondLst>
                                        <p:cond delay="850"/>
                                      </p:stCondLst>
                                      <p:childTnLst>
                                        <p:set>
                                          <p:cBhvr>
                                            <p:cTn id="62" dur="1" fill="hold">
                                              <p:stCondLst>
                                                <p:cond delay="0"/>
                                              </p:stCondLst>
                                            </p:cTn>
                                            <p:tgtEl>
                                              <p:spTgt spid="48"/>
                                            </p:tgtEl>
                                            <p:attrNameLst>
                                              <p:attrName>style.visibility</p:attrName>
                                            </p:attrNameLst>
                                          </p:cBhvr>
                                          <p:to>
                                            <p:strVal val="visible"/>
                                          </p:to>
                                        </p:set>
                                        <p:animEffect transition="in" filter="fade">
                                          <p:cBhvr>
                                            <p:cTn id="63" dur="750"/>
                                            <p:tgtEl>
                                              <p:spTgt spid="48"/>
                                            </p:tgtEl>
                                          </p:cBhvr>
                                        </p:animEffect>
                                      </p:childTnLst>
                                    </p:cTn>
                                  </p:par>
                                  <p:par>
                                    <p:cTn id="64" presetID="10" presetClass="entr" presetSubtype="0" fill="hold" grpId="0" nodeType="withEffect">
                                      <p:stCondLst>
                                        <p:cond delay="1450"/>
                                      </p:stCondLst>
                                      <p:childTnLst>
                                        <p:set>
                                          <p:cBhvr>
                                            <p:cTn id="65" dur="1" fill="hold">
                                              <p:stCondLst>
                                                <p:cond delay="0"/>
                                              </p:stCondLst>
                                            </p:cTn>
                                            <p:tgtEl>
                                              <p:spTgt spid="45"/>
                                            </p:tgtEl>
                                            <p:attrNameLst>
                                              <p:attrName>style.visibility</p:attrName>
                                            </p:attrNameLst>
                                          </p:cBhvr>
                                          <p:to>
                                            <p:strVal val="visible"/>
                                          </p:to>
                                        </p:set>
                                        <p:animEffect transition="in" filter="fade">
                                          <p:cBhvr>
                                            <p:cTn id="66" dur="750"/>
                                            <p:tgtEl>
                                              <p:spTgt spid="45"/>
                                            </p:tgtEl>
                                          </p:cBhvr>
                                        </p:animEffect>
                                      </p:childTnLst>
                                    </p:cTn>
                                  </p:par>
                                  <p:par>
                                    <p:cTn id="67" presetID="10" presetClass="entr" presetSubtype="0" fill="hold" grpId="0" nodeType="withEffect">
                                      <p:stCondLst>
                                        <p:cond delay="2150"/>
                                      </p:stCondLst>
                                      <p:childTnLst>
                                        <p:set>
                                          <p:cBhvr>
                                            <p:cTn id="68" dur="1" fill="hold">
                                              <p:stCondLst>
                                                <p:cond delay="0"/>
                                              </p:stCondLst>
                                            </p:cTn>
                                            <p:tgtEl>
                                              <p:spTgt spid="47"/>
                                            </p:tgtEl>
                                            <p:attrNameLst>
                                              <p:attrName>style.visibility</p:attrName>
                                            </p:attrNameLst>
                                          </p:cBhvr>
                                          <p:to>
                                            <p:strVal val="visible"/>
                                          </p:to>
                                        </p:set>
                                        <p:animEffect transition="in" filter="fade">
                                          <p:cBhvr>
                                            <p:cTn id="69" dur="750"/>
                                            <p:tgtEl>
                                              <p:spTgt spid="47"/>
                                            </p:tgtEl>
                                          </p:cBhvr>
                                        </p:animEffect>
                                      </p:childTnLst>
                                    </p:cTn>
                                  </p:par>
                                  <p:par>
                                    <p:cTn id="70" presetID="2" presetClass="entr" presetSubtype="8" fill="hold" grpId="0" nodeType="withEffect" p14:presetBounceEnd="67000">
                                      <p:stCondLst>
                                        <p:cond delay="500"/>
                                      </p:stCondLst>
                                      <p:childTnLst>
                                        <p:set>
                                          <p:cBhvr>
                                            <p:cTn id="71" dur="1" fill="hold">
                                              <p:stCondLst>
                                                <p:cond delay="0"/>
                                              </p:stCondLst>
                                            </p:cTn>
                                            <p:tgtEl>
                                              <p:spTgt spid="51"/>
                                            </p:tgtEl>
                                            <p:attrNameLst>
                                              <p:attrName>style.visibility</p:attrName>
                                            </p:attrNameLst>
                                          </p:cBhvr>
                                          <p:to>
                                            <p:strVal val="visible"/>
                                          </p:to>
                                        </p:set>
                                        <p:anim calcmode="lin" valueType="num" p14:bounceEnd="67000">
                                          <p:cBhvr additive="base">
                                            <p:cTn id="72" dur="1000" fill="hold"/>
                                            <p:tgtEl>
                                              <p:spTgt spid="51"/>
                                            </p:tgtEl>
                                            <p:attrNameLst>
                                              <p:attrName>ppt_x</p:attrName>
                                            </p:attrNameLst>
                                          </p:cBhvr>
                                          <p:tavLst>
                                            <p:tav tm="0">
                                              <p:val>
                                                <p:strVal val="0-#ppt_w/2"/>
                                              </p:val>
                                            </p:tav>
                                            <p:tav tm="100000">
                                              <p:val>
                                                <p:strVal val="#ppt_x"/>
                                              </p:val>
                                            </p:tav>
                                          </p:tavLst>
                                        </p:anim>
                                        <p:anim calcmode="lin" valueType="num" p14:bounceEnd="67000">
                                          <p:cBhvr additive="base">
                                            <p:cTn id="73" dur="1000" fill="hold"/>
                                            <p:tgtEl>
                                              <p:spTgt spid="51"/>
                                            </p:tgtEl>
                                            <p:attrNameLst>
                                              <p:attrName>ppt_y</p:attrName>
                                            </p:attrNameLst>
                                          </p:cBhvr>
                                          <p:tavLst>
                                            <p:tav tm="0">
                                              <p:val>
                                                <p:strVal val="#ppt_y"/>
                                              </p:val>
                                            </p:tav>
                                            <p:tav tm="100000">
                                              <p:val>
                                                <p:strVal val="#ppt_y"/>
                                              </p:val>
                                            </p:tav>
                                          </p:tavLst>
                                        </p:anim>
                                      </p:childTnLst>
                                    </p:cTn>
                                  </p:par>
                                  <p:par>
                                    <p:cTn id="74" presetID="2" presetClass="entr" presetSubtype="8" fill="hold" grpId="0" nodeType="withEffect" p14:presetBounceEnd="67000">
                                      <p:stCondLst>
                                        <p:cond delay="500"/>
                                      </p:stCondLst>
                                      <p:childTnLst>
                                        <p:set>
                                          <p:cBhvr>
                                            <p:cTn id="75" dur="1" fill="hold">
                                              <p:stCondLst>
                                                <p:cond delay="0"/>
                                              </p:stCondLst>
                                            </p:cTn>
                                            <p:tgtEl>
                                              <p:spTgt spid="74"/>
                                            </p:tgtEl>
                                            <p:attrNameLst>
                                              <p:attrName>style.visibility</p:attrName>
                                            </p:attrNameLst>
                                          </p:cBhvr>
                                          <p:to>
                                            <p:strVal val="visible"/>
                                          </p:to>
                                        </p:set>
                                        <p:anim calcmode="lin" valueType="num" p14:bounceEnd="67000">
                                          <p:cBhvr additive="base">
                                            <p:cTn id="76" dur="1000" fill="hold"/>
                                            <p:tgtEl>
                                              <p:spTgt spid="74"/>
                                            </p:tgtEl>
                                            <p:attrNameLst>
                                              <p:attrName>ppt_x</p:attrName>
                                            </p:attrNameLst>
                                          </p:cBhvr>
                                          <p:tavLst>
                                            <p:tav tm="0">
                                              <p:val>
                                                <p:strVal val="0-#ppt_w/2"/>
                                              </p:val>
                                            </p:tav>
                                            <p:tav tm="100000">
                                              <p:val>
                                                <p:strVal val="#ppt_x"/>
                                              </p:val>
                                            </p:tav>
                                          </p:tavLst>
                                        </p:anim>
                                        <p:anim calcmode="lin" valueType="num" p14:bounceEnd="67000">
                                          <p:cBhvr additive="base">
                                            <p:cTn id="77" dur="1000" fill="hold"/>
                                            <p:tgtEl>
                                              <p:spTgt spid="74"/>
                                            </p:tgtEl>
                                            <p:attrNameLst>
                                              <p:attrName>ppt_y</p:attrName>
                                            </p:attrNameLst>
                                          </p:cBhvr>
                                          <p:tavLst>
                                            <p:tav tm="0">
                                              <p:val>
                                                <p:strVal val="#ppt_y"/>
                                              </p:val>
                                            </p:tav>
                                            <p:tav tm="100000">
                                              <p:val>
                                                <p:strVal val="#ppt_y"/>
                                              </p:val>
                                            </p:tav>
                                          </p:tavLst>
                                        </p:anim>
                                      </p:childTnLst>
                                    </p:cTn>
                                  </p:par>
                                  <p:par>
                                    <p:cTn id="78" presetID="2" presetClass="entr" presetSubtype="8" fill="hold" grpId="0" nodeType="withEffect" p14:presetBounceEnd="67000">
                                      <p:stCondLst>
                                        <p:cond delay="1000"/>
                                      </p:stCondLst>
                                      <p:childTnLst>
                                        <p:set>
                                          <p:cBhvr>
                                            <p:cTn id="79" dur="1" fill="hold">
                                              <p:stCondLst>
                                                <p:cond delay="0"/>
                                              </p:stCondLst>
                                            </p:cTn>
                                            <p:tgtEl>
                                              <p:spTgt spid="50"/>
                                            </p:tgtEl>
                                            <p:attrNameLst>
                                              <p:attrName>style.visibility</p:attrName>
                                            </p:attrNameLst>
                                          </p:cBhvr>
                                          <p:to>
                                            <p:strVal val="visible"/>
                                          </p:to>
                                        </p:set>
                                        <p:anim calcmode="lin" valueType="num" p14:bounceEnd="67000">
                                          <p:cBhvr additive="base">
                                            <p:cTn id="80" dur="1000" fill="hold"/>
                                            <p:tgtEl>
                                              <p:spTgt spid="50"/>
                                            </p:tgtEl>
                                            <p:attrNameLst>
                                              <p:attrName>ppt_x</p:attrName>
                                            </p:attrNameLst>
                                          </p:cBhvr>
                                          <p:tavLst>
                                            <p:tav tm="0">
                                              <p:val>
                                                <p:strVal val="0-#ppt_w/2"/>
                                              </p:val>
                                            </p:tav>
                                            <p:tav tm="100000">
                                              <p:val>
                                                <p:strVal val="#ppt_x"/>
                                              </p:val>
                                            </p:tav>
                                          </p:tavLst>
                                        </p:anim>
                                        <p:anim calcmode="lin" valueType="num" p14:bounceEnd="67000">
                                          <p:cBhvr additive="base">
                                            <p:cTn id="81" dur="1000" fill="hold"/>
                                            <p:tgtEl>
                                              <p:spTgt spid="50"/>
                                            </p:tgtEl>
                                            <p:attrNameLst>
                                              <p:attrName>ppt_y</p:attrName>
                                            </p:attrNameLst>
                                          </p:cBhvr>
                                          <p:tavLst>
                                            <p:tav tm="0">
                                              <p:val>
                                                <p:strVal val="#ppt_y"/>
                                              </p:val>
                                            </p:tav>
                                            <p:tav tm="100000">
                                              <p:val>
                                                <p:strVal val="#ppt_y"/>
                                              </p:val>
                                            </p:tav>
                                          </p:tavLst>
                                        </p:anim>
                                      </p:childTnLst>
                                    </p:cTn>
                                  </p:par>
                                  <p:par>
                                    <p:cTn id="82" presetID="2" presetClass="entr" presetSubtype="8" fill="hold" grpId="0" nodeType="withEffect" p14:presetBounceEnd="67000">
                                      <p:stCondLst>
                                        <p:cond delay="1000"/>
                                      </p:stCondLst>
                                      <p:childTnLst>
                                        <p:set>
                                          <p:cBhvr>
                                            <p:cTn id="83" dur="1" fill="hold">
                                              <p:stCondLst>
                                                <p:cond delay="0"/>
                                              </p:stCondLst>
                                            </p:cTn>
                                            <p:tgtEl>
                                              <p:spTgt spid="75"/>
                                            </p:tgtEl>
                                            <p:attrNameLst>
                                              <p:attrName>style.visibility</p:attrName>
                                            </p:attrNameLst>
                                          </p:cBhvr>
                                          <p:to>
                                            <p:strVal val="visible"/>
                                          </p:to>
                                        </p:set>
                                        <p:anim calcmode="lin" valueType="num" p14:bounceEnd="67000">
                                          <p:cBhvr additive="base">
                                            <p:cTn id="84" dur="1000" fill="hold"/>
                                            <p:tgtEl>
                                              <p:spTgt spid="75"/>
                                            </p:tgtEl>
                                            <p:attrNameLst>
                                              <p:attrName>ppt_x</p:attrName>
                                            </p:attrNameLst>
                                          </p:cBhvr>
                                          <p:tavLst>
                                            <p:tav tm="0">
                                              <p:val>
                                                <p:strVal val="0-#ppt_w/2"/>
                                              </p:val>
                                            </p:tav>
                                            <p:tav tm="100000">
                                              <p:val>
                                                <p:strVal val="#ppt_x"/>
                                              </p:val>
                                            </p:tav>
                                          </p:tavLst>
                                        </p:anim>
                                        <p:anim calcmode="lin" valueType="num" p14:bounceEnd="67000">
                                          <p:cBhvr additive="base">
                                            <p:cTn id="85" dur="1000" fill="hold"/>
                                            <p:tgtEl>
                                              <p:spTgt spid="75"/>
                                            </p:tgtEl>
                                            <p:attrNameLst>
                                              <p:attrName>ppt_y</p:attrName>
                                            </p:attrNameLst>
                                          </p:cBhvr>
                                          <p:tavLst>
                                            <p:tav tm="0">
                                              <p:val>
                                                <p:strVal val="#ppt_y"/>
                                              </p:val>
                                            </p:tav>
                                            <p:tav tm="100000">
                                              <p:val>
                                                <p:strVal val="#ppt_y"/>
                                              </p:val>
                                            </p:tav>
                                          </p:tavLst>
                                        </p:anim>
                                      </p:childTnLst>
                                    </p:cTn>
                                  </p:par>
                                  <p:par>
                                    <p:cTn id="86" presetID="2" presetClass="entr" presetSubtype="2" fill="hold" grpId="0" nodeType="withEffect" p14:presetBounceEnd="67000">
                                      <p:stCondLst>
                                        <p:cond delay="1500"/>
                                      </p:stCondLst>
                                      <p:childTnLst>
                                        <p:set>
                                          <p:cBhvr>
                                            <p:cTn id="87" dur="1" fill="hold">
                                              <p:stCondLst>
                                                <p:cond delay="0"/>
                                              </p:stCondLst>
                                            </p:cTn>
                                            <p:tgtEl>
                                              <p:spTgt spid="52"/>
                                            </p:tgtEl>
                                            <p:attrNameLst>
                                              <p:attrName>style.visibility</p:attrName>
                                            </p:attrNameLst>
                                          </p:cBhvr>
                                          <p:to>
                                            <p:strVal val="visible"/>
                                          </p:to>
                                        </p:set>
                                        <p:anim calcmode="lin" valueType="num" p14:bounceEnd="67000">
                                          <p:cBhvr additive="base">
                                            <p:cTn id="88" dur="1000" fill="hold"/>
                                            <p:tgtEl>
                                              <p:spTgt spid="52"/>
                                            </p:tgtEl>
                                            <p:attrNameLst>
                                              <p:attrName>ppt_x</p:attrName>
                                            </p:attrNameLst>
                                          </p:cBhvr>
                                          <p:tavLst>
                                            <p:tav tm="0">
                                              <p:val>
                                                <p:strVal val="1+#ppt_w/2"/>
                                              </p:val>
                                            </p:tav>
                                            <p:tav tm="100000">
                                              <p:val>
                                                <p:strVal val="#ppt_x"/>
                                              </p:val>
                                            </p:tav>
                                          </p:tavLst>
                                        </p:anim>
                                        <p:anim calcmode="lin" valueType="num" p14:bounceEnd="67000">
                                          <p:cBhvr additive="base">
                                            <p:cTn id="89" dur="1000" fill="hold"/>
                                            <p:tgtEl>
                                              <p:spTgt spid="52"/>
                                            </p:tgtEl>
                                            <p:attrNameLst>
                                              <p:attrName>ppt_y</p:attrName>
                                            </p:attrNameLst>
                                          </p:cBhvr>
                                          <p:tavLst>
                                            <p:tav tm="0">
                                              <p:val>
                                                <p:strVal val="#ppt_y"/>
                                              </p:val>
                                            </p:tav>
                                            <p:tav tm="100000">
                                              <p:val>
                                                <p:strVal val="#ppt_y"/>
                                              </p:val>
                                            </p:tav>
                                          </p:tavLst>
                                        </p:anim>
                                      </p:childTnLst>
                                    </p:cTn>
                                  </p:par>
                                  <p:par>
                                    <p:cTn id="90" presetID="2" presetClass="entr" presetSubtype="2" fill="hold" grpId="0" nodeType="withEffect" p14:presetBounceEnd="67000">
                                      <p:stCondLst>
                                        <p:cond delay="1500"/>
                                      </p:stCondLst>
                                      <p:childTnLst>
                                        <p:set>
                                          <p:cBhvr>
                                            <p:cTn id="91" dur="1" fill="hold">
                                              <p:stCondLst>
                                                <p:cond delay="0"/>
                                              </p:stCondLst>
                                            </p:cTn>
                                            <p:tgtEl>
                                              <p:spTgt spid="72"/>
                                            </p:tgtEl>
                                            <p:attrNameLst>
                                              <p:attrName>style.visibility</p:attrName>
                                            </p:attrNameLst>
                                          </p:cBhvr>
                                          <p:to>
                                            <p:strVal val="visible"/>
                                          </p:to>
                                        </p:set>
                                        <p:anim calcmode="lin" valueType="num" p14:bounceEnd="67000">
                                          <p:cBhvr additive="base">
                                            <p:cTn id="92" dur="1000" fill="hold"/>
                                            <p:tgtEl>
                                              <p:spTgt spid="72"/>
                                            </p:tgtEl>
                                            <p:attrNameLst>
                                              <p:attrName>ppt_x</p:attrName>
                                            </p:attrNameLst>
                                          </p:cBhvr>
                                          <p:tavLst>
                                            <p:tav tm="0">
                                              <p:val>
                                                <p:strVal val="1+#ppt_w/2"/>
                                              </p:val>
                                            </p:tav>
                                            <p:tav tm="100000">
                                              <p:val>
                                                <p:strVal val="#ppt_x"/>
                                              </p:val>
                                            </p:tav>
                                          </p:tavLst>
                                        </p:anim>
                                        <p:anim calcmode="lin" valueType="num" p14:bounceEnd="67000">
                                          <p:cBhvr additive="base">
                                            <p:cTn id="93" dur="1000" fill="hold"/>
                                            <p:tgtEl>
                                              <p:spTgt spid="72"/>
                                            </p:tgtEl>
                                            <p:attrNameLst>
                                              <p:attrName>ppt_y</p:attrName>
                                            </p:attrNameLst>
                                          </p:cBhvr>
                                          <p:tavLst>
                                            <p:tav tm="0">
                                              <p:val>
                                                <p:strVal val="#ppt_y"/>
                                              </p:val>
                                            </p:tav>
                                            <p:tav tm="100000">
                                              <p:val>
                                                <p:strVal val="#ppt_y"/>
                                              </p:val>
                                            </p:tav>
                                          </p:tavLst>
                                        </p:anim>
                                      </p:childTnLst>
                                    </p:cTn>
                                  </p:par>
                                  <p:par>
                                    <p:cTn id="94" presetID="2" presetClass="entr" presetSubtype="2" fill="hold" grpId="0" nodeType="withEffect" p14:presetBounceEnd="67000">
                                      <p:stCondLst>
                                        <p:cond delay="2000"/>
                                      </p:stCondLst>
                                      <p:childTnLst>
                                        <p:set>
                                          <p:cBhvr>
                                            <p:cTn id="95" dur="1" fill="hold">
                                              <p:stCondLst>
                                                <p:cond delay="0"/>
                                              </p:stCondLst>
                                            </p:cTn>
                                            <p:tgtEl>
                                              <p:spTgt spid="49"/>
                                            </p:tgtEl>
                                            <p:attrNameLst>
                                              <p:attrName>style.visibility</p:attrName>
                                            </p:attrNameLst>
                                          </p:cBhvr>
                                          <p:to>
                                            <p:strVal val="visible"/>
                                          </p:to>
                                        </p:set>
                                        <p:anim calcmode="lin" valueType="num" p14:bounceEnd="67000">
                                          <p:cBhvr additive="base">
                                            <p:cTn id="96" dur="1000" fill="hold"/>
                                            <p:tgtEl>
                                              <p:spTgt spid="49"/>
                                            </p:tgtEl>
                                            <p:attrNameLst>
                                              <p:attrName>ppt_x</p:attrName>
                                            </p:attrNameLst>
                                          </p:cBhvr>
                                          <p:tavLst>
                                            <p:tav tm="0">
                                              <p:val>
                                                <p:strVal val="1+#ppt_w/2"/>
                                              </p:val>
                                            </p:tav>
                                            <p:tav tm="100000">
                                              <p:val>
                                                <p:strVal val="#ppt_x"/>
                                              </p:val>
                                            </p:tav>
                                          </p:tavLst>
                                        </p:anim>
                                        <p:anim calcmode="lin" valueType="num" p14:bounceEnd="67000">
                                          <p:cBhvr additive="base">
                                            <p:cTn id="97" dur="1000" fill="hold"/>
                                            <p:tgtEl>
                                              <p:spTgt spid="49"/>
                                            </p:tgtEl>
                                            <p:attrNameLst>
                                              <p:attrName>ppt_y</p:attrName>
                                            </p:attrNameLst>
                                          </p:cBhvr>
                                          <p:tavLst>
                                            <p:tav tm="0">
                                              <p:val>
                                                <p:strVal val="#ppt_y"/>
                                              </p:val>
                                            </p:tav>
                                            <p:tav tm="100000">
                                              <p:val>
                                                <p:strVal val="#ppt_y"/>
                                              </p:val>
                                            </p:tav>
                                          </p:tavLst>
                                        </p:anim>
                                      </p:childTnLst>
                                    </p:cTn>
                                  </p:par>
                                  <p:par>
                                    <p:cTn id="98" presetID="2" presetClass="entr" presetSubtype="2" fill="hold" grpId="0" nodeType="withEffect" p14:presetBounceEnd="67000">
                                      <p:stCondLst>
                                        <p:cond delay="2000"/>
                                      </p:stCondLst>
                                      <p:childTnLst>
                                        <p:set>
                                          <p:cBhvr>
                                            <p:cTn id="99" dur="1" fill="hold">
                                              <p:stCondLst>
                                                <p:cond delay="0"/>
                                              </p:stCondLst>
                                            </p:cTn>
                                            <p:tgtEl>
                                              <p:spTgt spid="73"/>
                                            </p:tgtEl>
                                            <p:attrNameLst>
                                              <p:attrName>style.visibility</p:attrName>
                                            </p:attrNameLst>
                                          </p:cBhvr>
                                          <p:to>
                                            <p:strVal val="visible"/>
                                          </p:to>
                                        </p:set>
                                        <p:anim calcmode="lin" valueType="num" p14:bounceEnd="67000">
                                          <p:cBhvr additive="base">
                                            <p:cTn id="100" dur="1000" fill="hold"/>
                                            <p:tgtEl>
                                              <p:spTgt spid="73"/>
                                            </p:tgtEl>
                                            <p:attrNameLst>
                                              <p:attrName>ppt_x</p:attrName>
                                            </p:attrNameLst>
                                          </p:cBhvr>
                                          <p:tavLst>
                                            <p:tav tm="0">
                                              <p:val>
                                                <p:strVal val="1+#ppt_w/2"/>
                                              </p:val>
                                            </p:tav>
                                            <p:tav tm="100000">
                                              <p:val>
                                                <p:strVal val="#ppt_x"/>
                                              </p:val>
                                            </p:tav>
                                          </p:tavLst>
                                        </p:anim>
                                        <p:anim calcmode="lin" valueType="num" p14:bounceEnd="67000">
                                          <p:cBhvr additive="base">
                                            <p:cTn id="101" dur="1000" fill="hold"/>
                                            <p:tgtEl>
                                              <p:spTgt spid="7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P spid="52" grpId="0"/>
          <p:bldP spid="45" grpId="0" animBg="1"/>
          <p:bldP spid="46" grpId="0" animBg="1"/>
          <p:bldP spid="47" grpId="0" animBg="1"/>
          <p:bldP spid="48" grpId="0" animBg="1"/>
          <p:bldP spid="72" grpId="0"/>
          <p:bldP spid="73" grpId="0"/>
          <p:bldP spid="74" grpId="0"/>
          <p:bldP spid="7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p:cTn id="7" dur="750" fill="hold"/>
                                            <p:tgtEl>
                                              <p:spTgt spid="67"/>
                                            </p:tgtEl>
                                            <p:attrNameLst>
                                              <p:attrName>ppt_w</p:attrName>
                                            </p:attrNameLst>
                                          </p:cBhvr>
                                          <p:tavLst>
                                            <p:tav tm="0">
                                              <p:val>
                                                <p:fltVal val="0"/>
                                              </p:val>
                                            </p:tav>
                                            <p:tav tm="100000">
                                              <p:val>
                                                <p:strVal val="#ppt_w"/>
                                              </p:val>
                                            </p:tav>
                                          </p:tavLst>
                                        </p:anim>
                                        <p:anim calcmode="lin" valueType="num">
                                          <p:cBhvr>
                                            <p:cTn id="8" dur="750" fill="hold"/>
                                            <p:tgtEl>
                                              <p:spTgt spid="67"/>
                                            </p:tgtEl>
                                            <p:attrNameLst>
                                              <p:attrName>ppt_h</p:attrName>
                                            </p:attrNameLst>
                                          </p:cBhvr>
                                          <p:tavLst>
                                            <p:tav tm="0">
                                              <p:val>
                                                <p:fltVal val="0"/>
                                              </p:val>
                                            </p:tav>
                                            <p:tav tm="100000">
                                              <p:val>
                                                <p:strVal val="#ppt_h"/>
                                              </p:val>
                                            </p:tav>
                                          </p:tavLst>
                                        </p:anim>
                                        <p:animEffect transition="in" filter="fade">
                                          <p:cBhvr>
                                            <p:cTn id="9" dur="750"/>
                                            <p:tgtEl>
                                              <p:spTgt spid="67"/>
                                            </p:tgtEl>
                                          </p:cBhvr>
                                        </p:animEffect>
                                      </p:childTnLst>
                                    </p:cTn>
                                  </p:par>
                                  <p:par>
                                    <p:cTn id="10" presetID="53" presetClass="entr" presetSubtype="16" fill="hold" nodeType="withEffect">
                                      <p:stCondLst>
                                        <p:cond delay="250"/>
                                      </p:stCondLst>
                                      <p:childTnLst>
                                        <p:set>
                                          <p:cBhvr>
                                            <p:cTn id="11" dur="1" fill="hold">
                                              <p:stCondLst>
                                                <p:cond delay="0"/>
                                              </p:stCondLst>
                                            </p:cTn>
                                            <p:tgtEl>
                                              <p:spTgt spid="62"/>
                                            </p:tgtEl>
                                            <p:attrNameLst>
                                              <p:attrName>style.visibility</p:attrName>
                                            </p:attrNameLst>
                                          </p:cBhvr>
                                          <p:to>
                                            <p:strVal val="visible"/>
                                          </p:to>
                                        </p:set>
                                        <p:anim calcmode="lin" valueType="num">
                                          <p:cBhvr>
                                            <p:cTn id="12" dur="750" fill="hold"/>
                                            <p:tgtEl>
                                              <p:spTgt spid="62"/>
                                            </p:tgtEl>
                                            <p:attrNameLst>
                                              <p:attrName>ppt_w</p:attrName>
                                            </p:attrNameLst>
                                          </p:cBhvr>
                                          <p:tavLst>
                                            <p:tav tm="0">
                                              <p:val>
                                                <p:fltVal val="0"/>
                                              </p:val>
                                            </p:tav>
                                            <p:tav tm="100000">
                                              <p:val>
                                                <p:strVal val="#ppt_w"/>
                                              </p:val>
                                            </p:tav>
                                          </p:tavLst>
                                        </p:anim>
                                        <p:anim calcmode="lin" valueType="num">
                                          <p:cBhvr>
                                            <p:cTn id="13" dur="750" fill="hold"/>
                                            <p:tgtEl>
                                              <p:spTgt spid="62"/>
                                            </p:tgtEl>
                                            <p:attrNameLst>
                                              <p:attrName>ppt_h</p:attrName>
                                            </p:attrNameLst>
                                          </p:cBhvr>
                                          <p:tavLst>
                                            <p:tav tm="0">
                                              <p:val>
                                                <p:fltVal val="0"/>
                                              </p:val>
                                            </p:tav>
                                            <p:tav tm="100000">
                                              <p:val>
                                                <p:strVal val="#ppt_h"/>
                                              </p:val>
                                            </p:tav>
                                          </p:tavLst>
                                        </p:anim>
                                        <p:animEffect transition="in" filter="fade">
                                          <p:cBhvr>
                                            <p:cTn id="14" dur="750"/>
                                            <p:tgtEl>
                                              <p:spTgt spid="62"/>
                                            </p:tgtEl>
                                          </p:cBhvr>
                                        </p:animEffect>
                                      </p:childTnLst>
                                    </p:cTn>
                                  </p:par>
                                  <p:par>
                                    <p:cTn id="15" presetID="2" presetClass="entr" presetSubtype="12" fill="hold" nodeType="withEffect">
                                      <p:stCondLst>
                                        <p:cond delay="500"/>
                                      </p:stCondLst>
                                      <p:childTnLst>
                                        <p:set>
                                          <p:cBhvr>
                                            <p:cTn id="16" dur="1" fill="hold">
                                              <p:stCondLst>
                                                <p:cond delay="0"/>
                                              </p:stCondLst>
                                            </p:cTn>
                                            <p:tgtEl>
                                              <p:spTgt spid="68"/>
                                            </p:tgtEl>
                                            <p:attrNameLst>
                                              <p:attrName>style.visibility</p:attrName>
                                            </p:attrNameLst>
                                          </p:cBhvr>
                                          <p:to>
                                            <p:strVal val="visible"/>
                                          </p:to>
                                        </p:set>
                                        <p:anim calcmode="lin" valueType="num">
                                          <p:cBhvr additive="base">
                                            <p:cTn id="17" dur="1000" fill="hold"/>
                                            <p:tgtEl>
                                              <p:spTgt spid="68"/>
                                            </p:tgtEl>
                                            <p:attrNameLst>
                                              <p:attrName>ppt_x</p:attrName>
                                            </p:attrNameLst>
                                          </p:cBhvr>
                                          <p:tavLst>
                                            <p:tav tm="0">
                                              <p:val>
                                                <p:strVal val="0-#ppt_w/2"/>
                                              </p:val>
                                            </p:tav>
                                            <p:tav tm="100000">
                                              <p:val>
                                                <p:strVal val="#ppt_x"/>
                                              </p:val>
                                            </p:tav>
                                          </p:tavLst>
                                        </p:anim>
                                        <p:anim calcmode="lin" valueType="num">
                                          <p:cBhvr additive="base">
                                            <p:cTn id="18" dur="1000" fill="hold"/>
                                            <p:tgtEl>
                                              <p:spTgt spid="68"/>
                                            </p:tgtEl>
                                            <p:attrNameLst>
                                              <p:attrName>ppt_y</p:attrName>
                                            </p:attrNameLst>
                                          </p:cBhvr>
                                          <p:tavLst>
                                            <p:tav tm="0">
                                              <p:val>
                                                <p:strVal val="1+#ppt_h/2"/>
                                              </p:val>
                                            </p:tav>
                                            <p:tav tm="100000">
                                              <p:val>
                                                <p:strVal val="#ppt_y"/>
                                              </p:val>
                                            </p:tav>
                                          </p:tavLst>
                                        </p:anim>
                                      </p:childTnLst>
                                    </p:cTn>
                                  </p:par>
                                  <p:par>
                                    <p:cTn id="19" presetID="53" presetClass="entr" presetSubtype="16" fill="hold" nodeType="withEffect">
                                      <p:stCondLst>
                                        <p:cond delay="750"/>
                                      </p:stCondLst>
                                      <p:childTnLst>
                                        <p:set>
                                          <p:cBhvr>
                                            <p:cTn id="20" dur="1" fill="hold">
                                              <p:stCondLst>
                                                <p:cond delay="0"/>
                                              </p:stCondLst>
                                            </p:cTn>
                                            <p:tgtEl>
                                              <p:spTgt spid="59"/>
                                            </p:tgtEl>
                                            <p:attrNameLst>
                                              <p:attrName>style.visibility</p:attrName>
                                            </p:attrNameLst>
                                          </p:cBhvr>
                                          <p:to>
                                            <p:strVal val="visible"/>
                                          </p:to>
                                        </p:set>
                                        <p:anim calcmode="lin" valueType="num">
                                          <p:cBhvr>
                                            <p:cTn id="21" dur="500" fill="hold"/>
                                            <p:tgtEl>
                                              <p:spTgt spid="59"/>
                                            </p:tgtEl>
                                            <p:attrNameLst>
                                              <p:attrName>ppt_w</p:attrName>
                                            </p:attrNameLst>
                                          </p:cBhvr>
                                          <p:tavLst>
                                            <p:tav tm="0">
                                              <p:val>
                                                <p:fltVal val="0"/>
                                              </p:val>
                                            </p:tav>
                                            <p:tav tm="100000">
                                              <p:val>
                                                <p:strVal val="#ppt_w"/>
                                              </p:val>
                                            </p:tav>
                                          </p:tavLst>
                                        </p:anim>
                                        <p:anim calcmode="lin" valueType="num">
                                          <p:cBhvr>
                                            <p:cTn id="22" dur="500" fill="hold"/>
                                            <p:tgtEl>
                                              <p:spTgt spid="59"/>
                                            </p:tgtEl>
                                            <p:attrNameLst>
                                              <p:attrName>ppt_h</p:attrName>
                                            </p:attrNameLst>
                                          </p:cBhvr>
                                          <p:tavLst>
                                            <p:tav tm="0">
                                              <p:val>
                                                <p:fltVal val="0"/>
                                              </p:val>
                                            </p:tav>
                                            <p:tav tm="100000">
                                              <p:val>
                                                <p:strVal val="#ppt_h"/>
                                              </p:val>
                                            </p:tav>
                                          </p:tavLst>
                                        </p:anim>
                                        <p:animEffect transition="in" filter="fade">
                                          <p:cBhvr>
                                            <p:cTn id="23" dur="500"/>
                                            <p:tgtEl>
                                              <p:spTgt spid="59"/>
                                            </p:tgtEl>
                                          </p:cBhvr>
                                        </p:animEffect>
                                      </p:childTnLst>
                                    </p:cTn>
                                  </p:par>
                                  <p:par>
                                    <p:cTn id="24" presetID="2" presetClass="entr" presetSubtype="12" fill="hold" nodeType="withEffect">
                                      <p:stCondLst>
                                        <p:cond delay="1000"/>
                                      </p:stCondLst>
                                      <p:childTnLst>
                                        <p:set>
                                          <p:cBhvr>
                                            <p:cTn id="25" dur="1" fill="hold">
                                              <p:stCondLst>
                                                <p:cond delay="0"/>
                                              </p:stCondLst>
                                            </p:cTn>
                                            <p:tgtEl>
                                              <p:spTgt spid="70"/>
                                            </p:tgtEl>
                                            <p:attrNameLst>
                                              <p:attrName>style.visibility</p:attrName>
                                            </p:attrNameLst>
                                          </p:cBhvr>
                                          <p:to>
                                            <p:strVal val="visible"/>
                                          </p:to>
                                        </p:set>
                                        <p:anim calcmode="lin" valueType="num">
                                          <p:cBhvr additive="base">
                                            <p:cTn id="26" dur="1000" fill="hold"/>
                                            <p:tgtEl>
                                              <p:spTgt spid="70"/>
                                            </p:tgtEl>
                                            <p:attrNameLst>
                                              <p:attrName>ppt_x</p:attrName>
                                            </p:attrNameLst>
                                          </p:cBhvr>
                                          <p:tavLst>
                                            <p:tav tm="0">
                                              <p:val>
                                                <p:strVal val="0-#ppt_w/2"/>
                                              </p:val>
                                            </p:tav>
                                            <p:tav tm="100000">
                                              <p:val>
                                                <p:strVal val="#ppt_x"/>
                                              </p:val>
                                            </p:tav>
                                          </p:tavLst>
                                        </p:anim>
                                        <p:anim calcmode="lin" valueType="num">
                                          <p:cBhvr additive="base">
                                            <p:cTn id="27" dur="1000" fill="hold"/>
                                            <p:tgtEl>
                                              <p:spTgt spid="70"/>
                                            </p:tgtEl>
                                            <p:attrNameLst>
                                              <p:attrName>ppt_y</p:attrName>
                                            </p:attrNameLst>
                                          </p:cBhvr>
                                          <p:tavLst>
                                            <p:tav tm="0">
                                              <p:val>
                                                <p:strVal val="1+#ppt_h/2"/>
                                              </p:val>
                                            </p:tav>
                                            <p:tav tm="100000">
                                              <p:val>
                                                <p:strVal val="#ppt_y"/>
                                              </p:val>
                                            </p:tav>
                                          </p:tavLst>
                                        </p:anim>
                                      </p:childTnLst>
                                    </p:cTn>
                                  </p:par>
                                  <p:par>
                                    <p:cTn id="28" presetID="53" presetClass="entr" presetSubtype="16" fill="hold" nodeType="withEffect">
                                      <p:stCondLst>
                                        <p:cond delay="1250"/>
                                      </p:stCondLst>
                                      <p:childTnLst>
                                        <p:set>
                                          <p:cBhvr>
                                            <p:cTn id="29" dur="1" fill="hold">
                                              <p:stCondLst>
                                                <p:cond delay="0"/>
                                              </p:stCondLst>
                                            </p:cTn>
                                            <p:tgtEl>
                                              <p:spTgt spid="56"/>
                                            </p:tgtEl>
                                            <p:attrNameLst>
                                              <p:attrName>style.visibility</p:attrName>
                                            </p:attrNameLst>
                                          </p:cBhvr>
                                          <p:to>
                                            <p:strVal val="visible"/>
                                          </p:to>
                                        </p:set>
                                        <p:anim calcmode="lin" valueType="num">
                                          <p:cBhvr>
                                            <p:cTn id="30" dur="500" fill="hold"/>
                                            <p:tgtEl>
                                              <p:spTgt spid="56"/>
                                            </p:tgtEl>
                                            <p:attrNameLst>
                                              <p:attrName>ppt_w</p:attrName>
                                            </p:attrNameLst>
                                          </p:cBhvr>
                                          <p:tavLst>
                                            <p:tav tm="0">
                                              <p:val>
                                                <p:fltVal val="0"/>
                                              </p:val>
                                            </p:tav>
                                            <p:tav tm="100000">
                                              <p:val>
                                                <p:strVal val="#ppt_w"/>
                                              </p:val>
                                            </p:tav>
                                          </p:tavLst>
                                        </p:anim>
                                        <p:anim calcmode="lin" valueType="num">
                                          <p:cBhvr>
                                            <p:cTn id="31" dur="500" fill="hold"/>
                                            <p:tgtEl>
                                              <p:spTgt spid="56"/>
                                            </p:tgtEl>
                                            <p:attrNameLst>
                                              <p:attrName>ppt_h</p:attrName>
                                            </p:attrNameLst>
                                          </p:cBhvr>
                                          <p:tavLst>
                                            <p:tav tm="0">
                                              <p:val>
                                                <p:fltVal val="0"/>
                                              </p:val>
                                            </p:tav>
                                            <p:tav tm="100000">
                                              <p:val>
                                                <p:strVal val="#ppt_h"/>
                                              </p:val>
                                            </p:tav>
                                          </p:tavLst>
                                        </p:anim>
                                        <p:animEffect transition="in" filter="fade">
                                          <p:cBhvr>
                                            <p:cTn id="32" dur="500"/>
                                            <p:tgtEl>
                                              <p:spTgt spid="56"/>
                                            </p:tgtEl>
                                          </p:cBhvr>
                                        </p:animEffect>
                                      </p:childTnLst>
                                    </p:cTn>
                                  </p:par>
                                  <p:par>
                                    <p:cTn id="33" presetID="2" presetClass="entr" presetSubtype="12" fill="hold" nodeType="withEffect">
                                      <p:stCondLst>
                                        <p:cond delay="1500"/>
                                      </p:stCondLst>
                                      <p:childTnLst>
                                        <p:set>
                                          <p:cBhvr>
                                            <p:cTn id="34" dur="1" fill="hold">
                                              <p:stCondLst>
                                                <p:cond delay="0"/>
                                              </p:stCondLst>
                                            </p:cTn>
                                            <p:tgtEl>
                                              <p:spTgt spid="71"/>
                                            </p:tgtEl>
                                            <p:attrNameLst>
                                              <p:attrName>style.visibility</p:attrName>
                                            </p:attrNameLst>
                                          </p:cBhvr>
                                          <p:to>
                                            <p:strVal val="visible"/>
                                          </p:to>
                                        </p:set>
                                        <p:anim calcmode="lin" valueType="num">
                                          <p:cBhvr additive="base">
                                            <p:cTn id="35" dur="1000" fill="hold"/>
                                            <p:tgtEl>
                                              <p:spTgt spid="71"/>
                                            </p:tgtEl>
                                            <p:attrNameLst>
                                              <p:attrName>ppt_x</p:attrName>
                                            </p:attrNameLst>
                                          </p:cBhvr>
                                          <p:tavLst>
                                            <p:tav tm="0">
                                              <p:val>
                                                <p:strVal val="0-#ppt_w/2"/>
                                              </p:val>
                                            </p:tav>
                                            <p:tav tm="100000">
                                              <p:val>
                                                <p:strVal val="#ppt_x"/>
                                              </p:val>
                                            </p:tav>
                                          </p:tavLst>
                                        </p:anim>
                                        <p:anim calcmode="lin" valueType="num">
                                          <p:cBhvr additive="base">
                                            <p:cTn id="36" dur="1000" fill="hold"/>
                                            <p:tgtEl>
                                              <p:spTgt spid="71"/>
                                            </p:tgtEl>
                                            <p:attrNameLst>
                                              <p:attrName>ppt_y</p:attrName>
                                            </p:attrNameLst>
                                          </p:cBhvr>
                                          <p:tavLst>
                                            <p:tav tm="0">
                                              <p:val>
                                                <p:strVal val="1+#ppt_h/2"/>
                                              </p:val>
                                            </p:tav>
                                            <p:tav tm="100000">
                                              <p:val>
                                                <p:strVal val="#ppt_y"/>
                                              </p:val>
                                            </p:tav>
                                          </p:tavLst>
                                        </p:anim>
                                      </p:childTnLst>
                                    </p:cTn>
                                  </p:par>
                                  <p:par>
                                    <p:cTn id="37" presetID="53" presetClass="entr" presetSubtype="16" fill="hold" nodeType="withEffect">
                                      <p:stCondLst>
                                        <p:cond delay="1750"/>
                                      </p:stCondLst>
                                      <p:childTnLst>
                                        <p:set>
                                          <p:cBhvr>
                                            <p:cTn id="38" dur="1" fill="hold">
                                              <p:stCondLst>
                                                <p:cond delay="0"/>
                                              </p:stCondLst>
                                            </p:cTn>
                                            <p:tgtEl>
                                              <p:spTgt spid="53"/>
                                            </p:tgtEl>
                                            <p:attrNameLst>
                                              <p:attrName>style.visibility</p:attrName>
                                            </p:attrNameLst>
                                          </p:cBhvr>
                                          <p:to>
                                            <p:strVal val="visible"/>
                                          </p:to>
                                        </p:set>
                                        <p:anim calcmode="lin" valueType="num">
                                          <p:cBhvr>
                                            <p:cTn id="39" dur="500" fill="hold"/>
                                            <p:tgtEl>
                                              <p:spTgt spid="53"/>
                                            </p:tgtEl>
                                            <p:attrNameLst>
                                              <p:attrName>ppt_w</p:attrName>
                                            </p:attrNameLst>
                                          </p:cBhvr>
                                          <p:tavLst>
                                            <p:tav tm="0">
                                              <p:val>
                                                <p:fltVal val="0"/>
                                              </p:val>
                                            </p:tav>
                                            <p:tav tm="100000">
                                              <p:val>
                                                <p:strVal val="#ppt_w"/>
                                              </p:val>
                                            </p:tav>
                                          </p:tavLst>
                                        </p:anim>
                                        <p:anim calcmode="lin" valueType="num">
                                          <p:cBhvr>
                                            <p:cTn id="40" dur="500" fill="hold"/>
                                            <p:tgtEl>
                                              <p:spTgt spid="53"/>
                                            </p:tgtEl>
                                            <p:attrNameLst>
                                              <p:attrName>ppt_h</p:attrName>
                                            </p:attrNameLst>
                                          </p:cBhvr>
                                          <p:tavLst>
                                            <p:tav tm="0">
                                              <p:val>
                                                <p:fltVal val="0"/>
                                              </p:val>
                                            </p:tav>
                                            <p:tav tm="100000">
                                              <p:val>
                                                <p:strVal val="#ppt_h"/>
                                              </p:val>
                                            </p:tav>
                                          </p:tavLst>
                                        </p:anim>
                                        <p:animEffect transition="in" filter="fade">
                                          <p:cBhvr>
                                            <p:cTn id="41" dur="500"/>
                                            <p:tgtEl>
                                              <p:spTgt spid="53"/>
                                            </p:tgtEl>
                                          </p:cBhvr>
                                        </p:animEffect>
                                      </p:childTnLst>
                                    </p:cTn>
                                  </p:par>
                                  <p:par>
                                    <p:cTn id="42" presetID="2" presetClass="entr" presetSubtype="8" fill="hold" nodeType="withEffect">
                                      <p:stCondLst>
                                        <p:cond delay="500"/>
                                      </p:stCondLst>
                                      <p:childTnLst>
                                        <p:set>
                                          <p:cBhvr>
                                            <p:cTn id="43" dur="1" fill="hold">
                                              <p:stCondLst>
                                                <p:cond delay="0"/>
                                              </p:stCondLst>
                                            </p:cTn>
                                            <p:tgtEl>
                                              <p:spTgt spid="2"/>
                                            </p:tgtEl>
                                            <p:attrNameLst>
                                              <p:attrName>style.visibility</p:attrName>
                                            </p:attrNameLst>
                                          </p:cBhvr>
                                          <p:to>
                                            <p:strVal val="visible"/>
                                          </p:to>
                                        </p:set>
                                        <p:anim calcmode="lin" valueType="num">
                                          <p:cBhvr additive="base">
                                            <p:cTn id="44" dur="1000" fill="hold"/>
                                            <p:tgtEl>
                                              <p:spTgt spid="2"/>
                                            </p:tgtEl>
                                            <p:attrNameLst>
                                              <p:attrName>ppt_x</p:attrName>
                                            </p:attrNameLst>
                                          </p:cBhvr>
                                          <p:tavLst>
                                            <p:tav tm="0">
                                              <p:val>
                                                <p:strVal val="0-#ppt_w/2"/>
                                              </p:val>
                                            </p:tav>
                                            <p:tav tm="100000">
                                              <p:val>
                                                <p:strVal val="#ppt_x"/>
                                              </p:val>
                                            </p:tav>
                                          </p:tavLst>
                                        </p:anim>
                                        <p:anim calcmode="lin" valueType="num">
                                          <p:cBhvr additive="base">
                                            <p:cTn id="45" dur="1000" fill="hold"/>
                                            <p:tgtEl>
                                              <p:spTgt spid="2"/>
                                            </p:tgtEl>
                                            <p:attrNameLst>
                                              <p:attrName>ppt_y</p:attrName>
                                            </p:attrNameLst>
                                          </p:cBhvr>
                                          <p:tavLst>
                                            <p:tav tm="0">
                                              <p:val>
                                                <p:strVal val="#ppt_y"/>
                                              </p:val>
                                            </p:tav>
                                            <p:tav tm="100000">
                                              <p:val>
                                                <p:strVal val="#ppt_y"/>
                                              </p:val>
                                            </p:tav>
                                          </p:tavLst>
                                        </p:anim>
                                      </p:childTnLst>
                                    </p:cTn>
                                  </p:par>
                                  <p:par>
                                    <p:cTn id="46" presetID="2" presetClass="entr" presetSubtype="8" fill="hold" nodeType="withEffect">
                                      <p:stCondLst>
                                        <p:cond delay="1000"/>
                                      </p:stCondLst>
                                      <p:childTnLst>
                                        <p:set>
                                          <p:cBhvr>
                                            <p:cTn id="47" dur="1" fill="hold">
                                              <p:stCondLst>
                                                <p:cond delay="0"/>
                                              </p:stCondLst>
                                            </p:cTn>
                                            <p:tgtEl>
                                              <p:spTgt spid="3"/>
                                            </p:tgtEl>
                                            <p:attrNameLst>
                                              <p:attrName>style.visibility</p:attrName>
                                            </p:attrNameLst>
                                          </p:cBhvr>
                                          <p:to>
                                            <p:strVal val="visible"/>
                                          </p:to>
                                        </p:set>
                                        <p:anim calcmode="lin" valueType="num">
                                          <p:cBhvr additive="base">
                                            <p:cTn id="48" dur="1000" fill="hold"/>
                                            <p:tgtEl>
                                              <p:spTgt spid="3"/>
                                            </p:tgtEl>
                                            <p:attrNameLst>
                                              <p:attrName>ppt_x</p:attrName>
                                            </p:attrNameLst>
                                          </p:cBhvr>
                                          <p:tavLst>
                                            <p:tav tm="0">
                                              <p:val>
                                                <p:strVal val="0-#ppt_w/2"/>
                                              </p:val>
                                            </p:tav>
                                            <p:tav tm="100000">
                                              <p:val>
                                                <p:strVal val="#ppt_x"/>
                                              </p:val>
                                            </p:tav>
                                          </p:tavLst>
                                        </p:anim>
                                        <p:anim calcmode="lin" valueType="num">
                                          <p:cBhvr additive="base">
                                            <p:cTn id="49" dur="1000" fill="hold"/>
                                            <p:tgtEl>
                                              <p:spTgt spid="3"/>
                                            </p:tgtEl>
                                            <p:attrNameLst>
                                              <p:attrName>ppt_y</p:attrName>
                                            </p:attrNameLst>
                                          </p:cBhvr>
                                          <p:tavLst>
                                            <p:tav tm="0">
                                              <p:val>
                                                <p:strVal val="#ppt_y"/>
                                              </p:val>
                                            </p:tav>
                                            <p:tav tm="100000">
                                              <p:val>
                                                <p:strVal val="#ppt_y"/>
                                              </p:val>
                                            </p:tav>
                                          </p:tavLst>
                                        </p:anim>
                                      </p:childTnLst>
                                    </p:cTn>
                                  </p:par>
                                  <p:par>
                                    <p:cTn id="50" presetID="2" presetClass="entr" presetSubtype="2" fill="hold" nodeType="withEffect">
                                      <p:stCondLst>
                                        <p:cond delay="1500"/>
                                      </p:stCondLst>
                                      <p:childTnLst>
                                        <p:set>
                                          <p:cBhvr>
                                            <p:cTn id="51" dur="1" fill="hold">
                                              <p:stCondLst>
                                                <p:cond delay="0"/>
                                              </p:stCondLst>
                                            </p:cTn>
                                            <p:tgtEl>
                                              <p:spTgt spid="4"/>
                                            </p:tgtEl>
                                            <p:attrNameLst>
                                              <p:attrName>style.visibility</p:attrName>
                                            </p:attrNameLst>
                                          </p:cBhvr>
                                          <p:to>
                                            <p:strVal val="visible"/>
                                          </p:to>
                                        </p:set>
                                        <p:anim calcmode="lin" valueType="num">
                                          <p:cBhvr additive="base">
                                            <p:cTn id="52" dur="1000" fill="hold"/>
                                            <p:tgtEl>
                                              <p:spTgt spid="4"/>
                                            </p:tgtEl>
                                            <p:attrNameLst>
                                              <p:attrName>ppt_x</p:attrName>
                                            </p:attrNameLst>
                                          </p:cBhvr>
                                          <p:tavLst>
                                            <p:tav tm="0">
                                              <p:val>
                                                <p:strVal val="1+#ppt_w/2"/>
                                              </p:val>
                                            </p:tav>
                                            <p:tav tm="100000">
                                              <p:val>
                                                <p:strVal val="#ppt_x"/>
                                              </p:val>
                                            </p:tav>
                                          </p:tavLst>
                                        </p:anim>
                                        <p:anim calcmode="lin" valueType="num">
                                          <p:cBhvr additive="base">
                                            <p:cTn id="53" dur="1000" fill="hold"/>
                                            <p:tgtEl>
                                              <p:spTgt spid="4"/>
                                            </p:tgtEl>
                                            <p:attrNameLst>
                                              <p:attrName>ppt_y</p:attrName>
                                            </p:attrNameLst>
                                          </p:cBhvr>
                                          <p:tavLst>
                                            <p:tav tm="0">
                                              <p:val>
                                                <p:strVal val="#ppt_y"/>
                                              </p:val>
                                            </p:tav>
                                            <p:tav tm="100000">
                                              <p:val>
                                                <p:strVal val="#ppt_y"/>
                                              </p:val>
                                            </p:tav>
                                          </p:tavLst>
                                        </p:anim>
                                      </p:childTnLst>
                                    </p:cTn>
                                  </p:par>
                                  <p:par>
                                    <p:cTn id="54" presetID="2" presetClass="entr" presetSubtype="2" fill="hold" nodeType="withEffect">
                                      <p:stCondLst>
                                        <p:cond delay="2000"/>
                                      </p:stCondLst>
                                      <p:childTnLst>
                                        <p:set>
                                          <p:cBhvr>
                                            <p:cTn id="55" dur="1" fill="hold">
                                              <p:stCondLst>
                                                <p:cond delay="0"/>
                                              </p:stCondLst>
                                            </p:cTn>
                                            <p:tgtEl>
                                              <p:spTgt spid="5"/>
                                            </p:tgtEl>
                                            <p:attrNameLst>
                                              <p:attrName>style.visibility</p:attrName>
                                            </p:attrNameLst>
                                          </p:cBhvr>
                                          <p:to>
                                            <p:strVal val="visible"/>
                                          </p:to>
                                        </p:set>
                                        <p:anim calcmode="lin" valueType="num">
                                          <p:cBhvr additive="base">
                                            <p:cTn id="56" dur="1000" fill="hold"/>
                                            <p:tgtEl>
                                              <p:spTgt spid="5"/>
                                            </p:tgtEl>
                                            <p:attrNameLst>
                                              <p:attrName>ppt_x</p:attrName>
                                            </p:attrNameLst>
                                          </p:cBhvr>
                                          <p:tavLst>
                                            <p:tav tm="0">
                                              <p:val>
                                                <p:strVal val="1+#ppt_w/2"/>
                                              </p:val>
                                            </p:tav>
                                            <p:tav tm="100000">
                                              <p:val>
                                                <p:strVal val="#ppt_x"/>
                                              </p:val>
                                            </p:tav>
                                          </p:tavLst>
                                        </p:anim>
                                        <p:anim calcmode="lin" valueType="num">
                                          <p:cBhvr additive="base">
                                            <p:cTn id="57" dur="1000" fill="hold"/>
                                            <p:tgtEl>
                                              <p:spTgt spid="5"/>
                                            </p:tgtEl>
                                            <p:attrNameLst>
                                              <p:attrName>ppt_y</p:attrName>
                                            </p:attrNameLst>
                                          </p:cBhvr>
                                          <p:tavLst>
                                            <p:tav tm="0">
                                              <p:val>
                                                <p:strVal val="#ppt_y"/>
                                              </p:val>
                                            </p:tav>
                                            <p:tav tm="100000">
                                              <p:val>
                                                <p:strVal val="#ppt_y"/>
                                              </p:val>
                                            </p:tav>
                                          </p:tavLst>
                                        </p:anim>
                                      </p:childTnLst>
                                    </p:cTn>
                                  </p:par>
                                  <p:par>
                                    <p:cTn id="58" presetID="10" presetClass="entr" presetSubtype="0" fill="hold" grpId="0" nodeType="withEffect">
                                      <p:stCondLst>
                                        <p:cond delay="450"/>
                                      </p:stCondLst>
                                      <p:childTnLst>
                                        <p:set>
                                          <p:cBhvr>
                                            <p:cTn id="59" dur="1" fill="hold">
                                              <p:stCondLst>
                                                <p:cond delay="0"/>
                                              </p:stCondLst>
                                            </p:cTn>
                                            <p:tgtEl>
                                              <p:spTgt spid="46"/>
                                            </p:tgtEl>
                                            <p:attrNameLst>
                                              <p:attrName>style.visibility</p:attrName>
                                            </p:attrNameLst>
                                          </p:cBhvr>
                                          <p:to>
                                            <p:strVal val="visible"/>
                                          </p:to>
                                        </p:set>
                                        <p:animEffect transition="in" filter="fade">
                                          <p:cBhvr>
                                            <p:cTn id="60" dur="750"/>
                                            <p:tgtEl>
                                              <p:spTgt spid="46"/>
                                            </p:tgtEl>
                                          </p:cBhvr>
                                        </p:animEffect>
                                      </p:childTnLst>
                                    </p:cTn>
                                  </p:par>
                                  <p:par>
                                    <p:cTn id="61" presetID="10" presetClass="entr" presetSubtype="0" fill="hold" grpId="0" nodeType="withEffect">
                                      <p:stCondLst>
                                        <p:cond delay="850"/>
                                      </p:stCondLst>
                                      <p:childTnLst>
                                        <p:set>
                                          <p:cBhvr>
                                            <p:cTn id="62" dur="1" fill="hold">
                                              <p:stCondLst>
                                                <p:cond delay="0"/>
                                              </p:stCondLst>
                                            </p:cTn>
                                            <p:tgtEl>
                                              <p:spTgt spid="48"/>
                                            </p:tgtEl>
                                            <p:attrNameLst>
                                              <p:attrName>style.visibility</p:attrName>
                                            </p:attrNameLst>
                                          </p:cBhvr>
                                          <p:to>
                                            <p:strVal val="visible"/>
                                          </p:to>
                                        </p:set>
                                        <p:animEffect transition="in" filter="fade">
                                          <p:cBhvr>
                                            <p:cTn id="63" dur="750"/>
                                            <p:tgtEl>
                                              <p:spTgt spid="48"/>
                                            </p:tgtEl>
                                          </p:cBhvr>
                                        </p:animEffect>
                                      </p:childTnLst>
                                    </p:cTn>
                                  </p:par>
                                  <p:par>
                                    <p:cTn id="64" presetID="10" presetClass="entr" presetSubtype="0" fill="hold" grpId="0" nodeType="withEffect">
                                      <p:stCondLst>
                                        <p:cond delay="1450"/>
                                      </p:stCondLst>
                                      <p:childTnLst>
                                        <p:set>
                                          <p:cBhvr>
                                            <p:cTn id="65" dur="1" fill="hold">
                                              <p:stCondLst>
                                                <p:cond delay="0"/>
                                              </p:stCondLst>
                                            </p:cTn>
                                            <p:tgtEl>
                                              <p:spTgt spid="45"/>
                                            </p:tgtEl>
                                            <p:attrNameLst>
                                              <p:attrName>style.visibility</p:attrName>
                                            </p:attrNameLst>
                                          </p:cBhvr>
                                          <p:to>
                                            <p:strVal val="visible"/>
                                          </p:to>
                                        </p:set>
                                        <p:animEffect transition="in" filter="fade">
                                          <p:cBhvr>
                                            <p:cTn id="66" dur="750"/>
                                            <p:tgtEl>
                                              <p:spTgt spid="45"/>
                                            </p:tgtEl>
                                          </p:cBhvr>
                                        </p:animEffect>
                                      </p:childTnLst>
                                    </p:cTn>
                                  </p:par>
                                  <p:par>
                                    <p:cTn id="67" presetID="10" presetClass="entr" presetSubtype="0" fill="hold" grpId="0" nodeType="withEffect">
                                      <p:stCondLst>
                                        <p:cond delay="2150"/>
                                      </p:stCondLst>
                                      <p:childTnLst>
                                        <p:set>
                                          <p:cBhvr>
                                            <p:cTn id="68" dur="1" fill="hold">
                                              <p:stCondLst>
                                                <p:cond delay="0"/>
                                              </p:stCondLst>
                                            </p:cTn>
                                            <p:tgtEl>
                                              <p:spTgt spid="47"/>
                                            </p:tgtEl>
                                            <p:attrNameLst>
                                              <p:attrName>style.visibility</p:attrName>
                                            </p:attrNameLst>
                                          </p:cBhvr>
                                          <p:to>
                                            <p:strVal val="visible"/>
                                          </p:to>
                                        </p:set>
                                        <p:animEffect transition="in" filter="fade">
                                          <p:cBhvr>
                                            <p:cTn id="69" dur="750"/>
                                            <p:tgtEl>
                                              <p:spTgt spid="47"/>
                                            </p:tgtEl>
                                          </p:cBhvr>
                                        </p:animEffect>
                                      </p:childTnLst>
                                    </p:cTn>
                                  </p:par>
                                  <p:par>
                                    <p:cTn id="70" presetID="2" presetClass="entr" presetSubtype="8" fill="hold" grpId="0" nodeType="withEffect">
                                      <p:stCondLst>
                                        <p:cond delay="500"/>
                                      </p:stCondLst>
                                      <p:childTnLst>
                                        <p:set>
                                          <p:cBhvr>
                                            <p:cTn id="71" dur="1" fill="hold">
                                              <p:stCondLst>
                                                <p:cond delay="0"/>
                                              </p:stCondLst>
                                            </p:cTn>
                                            <p:tgtEl>
                                              <p:spTgt spid="51"/>
                                            </p:tgtEl>
                                            <p:attrNameLst>
                                              <p:attrName>style.visibility</p:attrName>
                                            </p:attrNameLst>
                                          </p:cBhvr>
                                          <p:to>
                                            <p:strVal val="visible"/>
                                          </p:to>
                                        </p:set>
                                        <p:anim calcmode="lin" valueType="num">
                                          <p:cBhvr additive="base">
                                            <p:cTn id="72" dur="1000" fill="hold"/>
                                            <p:tgtEl>
                                              <p:spTgt spid="51"/>
                                            </p:tgtEl>
                                            <p:attrNameLst>
                                              <p:attrName>ppt_x</p:attrName>
                                            </p:attrNameLst>
                                          </p:cBhvr>
                                          <p:tavLst>
                                            <p:tav tm="0">
                                              <p:val>
                                                <p:strVal val="0-#ppt_w/2"/>
                                              </p:val>
                                            </p:tav>
                                            <p:tav tm="100000">
                                              <p:val>
                                                <p:strVal val="#ppt_x"/>
                                              </p:val>
                                            </p:tav>
                                          </p:tavLst>
                                        </p:anim>
                                        <p:anim calcmode="lin" valueType="num">
                                          <p:cBhvr additive="base">
                                            <p:cTn id="73" dur="1000" fill="hold"/>
                                            <p:tgtEl>
                                              <p:spTgt spid="51"/>
                                            </p:tgtEl>
                                            <p:attrNameLst>
                                              <p:attrName>ppt_y</p:attrName>
                                            </p:attrNameLst>
                                          </p:cBhvr>
                                          <p:tavLst>
                                            <p:tav tm="0">
                                              <p:val>
                                                <p:strVal val="#ppt_y"/>
                                              </p:val>
                                            </p:tav>
                                            <p:tav tm="100000">
                                              <p:val>
                                                <p:strVal val="#ppt_y"/>
                                              </p:val>
                                            </p:tav>
                                          </p:tavLst>
                                        </p:anim>
                                      </p:childTnLst>
                                    </p:cTn>
                                  </p:par>
                                  <p:par>
                                    <p:cTn id="74" presetID="2" presetClass="entr" presetSubtype="8" fill="hold" grpId="0" nodeType="withEffect">
                                      <p:stCondLst>
                                        <p:cond delay="500"/>
                                      </p:stCondLst>
                                      <p:childTnLst>
                                        <p:set>
                                          <p:cBhvr>
                                            <p:cTn id="75" dur="1" fill="hold">
                                              <p:stCondLst>
                                                <p:cond delay="0"/>
                                              </p:stCondLst>
                                            </p:cTn>
                                            <p:tgtEl>
                                              <p:spTgt spid="74"/>
                                            </p:tgtEl>
                                            <p:attrNameLst>
                                              <p:attrName>style.visibility</p:attrName>
                                            </p:attrNameLst>
                                          </p:cBhvr>
                                          <p:to>
                                            <p:strVal val="visible"/>
                                          </p:to>
                                        </p:set>
                                        <p:anim calcmode="lin" valueType="num">
                                          <p:cBhvr additive="base">
                                            <p:cTn id="76" dur="1000" fill="hold"/>
                                            <p:tgtEl>
                                              <p:spTgt spid="74"/>
                                            </p:tgtEl>
                                            <p:attrNameLst>
                                              <p:attrName>ppt_x</p:attrName>
                                            </p:attrNameLst>
                                          </p:cBhvr>
                                          <p:tavLst>
                                            <p:tav tm="0">
                                              <p:val>
                                                <p:strVal val="0-#ppt_w/2"/>
                                              </p:val>
                                            </p:tav>
                                            <p:tav tm="100000">
                                              <p:val>
                                                <p:strVal val="#ppt_x"/>
                                              </p:val>
                                            </p:tav>
                                          </p:tavLst>
                                        </p:anim>
                                        <p:anim calcmode="lin" valueType="num">
                                          <p:cBhvr additive="base">
                                            <p:cTn id="77" dur="1000" fill="hold"/>
                                            <p:tgtEl>
                                              <p:spTgt spid="74"/>
                                            </p:tgtEl>
                                            <p:attrNameLst>
                                              <p:attrName>ppt_y</p:attrName>
                                            </p:attrNameLst>
                                          </p:cBhvr>
                                          <p:tavLst>
                                            <p:tav tm="0">
                                              <p:val>
                                                <p:strVal val="#ppt_y"/>
                                              </p:val>
                                            </p:tav>
                                            <p:tav tm="100000">
                                              <p:val>
                                                <p:strVal val="#ppt_y"/>
                                              </p:val>
                                            </p:tav>
                                          </p:tavLst>
                                        </p:anim>
                                      </p:childTnLst>
                                    </p:cTn>
                                  </p:par>
                                  <p:par>
                                    <p:cTn id="78" presetID="2" presetClass="entr" presetSubtype="8" fill="hold" grpId="0" nodeType="withEffect">
                                      <p:stCondLst>
                                        <p:cond delay="1000"/>
                                      </p:stCondLst>
                                      <p:childTnLst>
                                        <p:set>
                                          <p:cBhvr>
                                            <p:cTn id="79" dur="1" fill="hold">
                                              <p:stCondLst>
                                                <p:cond delay="0"/>
                                              </p:stCondLst>
                                            </p:cTn>
                                            <p:tgtEl>
                                              <p:spTgt spid="50"/>
                                            </p:tgtEl>
                                            <p:attrNameLst>
                                              <p:attrName>style.visibility</p:attrName>
                                            </p:attrNameLst>
                                          </p:cBhvr>
                                          <p:to>
                                            <p:strVal val="visible"/>
                                          </p:to>
                                        </p:set>
                                        <p:anim calcmode="lin" valueType="num">
                                          <p:cBhvr additive="base">
                                            <p:cTn id="80" dur="1000" fill="hold"/>
                                            <p:tgtEl>
                                              <p:spTgt spid="50"/>
                                            </p:tgtEl>
                                            <p:attrNameLst>
                                              <p:attrName>ppt_x</p:attrName>
                                            </p:attrNameLst>
                                          </p:cBhvr>
                                          <p:tavLst>
                                            <p:tav tm="0">
                                              <p:val>
                                                <p:strVal val="0-#ppt_w/2"/>
                                              </p:val>
                                            </p:tav>
                                            <p:tav tm="100000">
                                              <p:val>
                                                <p:strVal val="#ppt_x"/>
                                              </p:val>
                                            </p:tav>
                                          </p:tavLst>
                                        </p:anim>
                                        <p:anim calcmode="lin" valueType="num">
                                          <p:cBhvr additive="base">
                                            <p:cTn id="81" dur="1000" fill="hold"/>
                                            <p:tgtEl>
                                              <p:spTgt spid="50"/>
                                            </p:tgtEl>
                                            <p:attrNameLst>
                                              <p:attrName>ppt_y</p:attrName>
                                            </p:attrNameLst>
                                          </p:cBhvr>
                                          <p:tavLst>
                                            <p:tav tm="0">
                                              <p:val>
                                                <p:strVal val="#ppt_y"/>
                                              </p:val>
                                            </p:tav>
                                            <p:tav tm="100000">
                                              <p:val>
                                                <p:strVal val="#ppt_y"/>
                                              </p:val>
                                            </p:tav>
                                          </p:tavLst>
                                        </p:anim>
                                      </p:childTnLst>
                                    </p:cTn>
                                  </p:par>
                                  <p:par>
                                    <p:cTn id="82" presetID="2" presetClass="entr" presetSubtype="8" fill="hold" grpId="0" nodeType="withEffect">
                                      <p:stCondLst>
                                        <p:cond delay="1000"/>
                                      </p:stCondLst>
                                      <p:childTnLst>
                                        <p:set>
                                          <p:cBhvr>
                                            <p:cTn id="83" dur="1" fill="hold">
                                              <p:stCondLst>
                                                <p:cond delay="0"/>
                                              </p:stCondLst>
                                            </p:cTn>
                                            <p:tgtEl>
                                              <p:spTgt spid="75"/>
                                            </p:tgtEl>
                                            <p:attrNameLst>
                                              <p:attrName>style.visibility</p:attrName>
                                            </p:attrNameLst>
                                          </p:cBhvr>
                                          <p:to>
                                            <p:strVal val="visible"/>
                                          </p:to>
                                        </p:set>
                                        <p:anim calcmode="lin" valueType="num">
                                          <p:cBhvr additive="base">
                                            <p:cTn id="84" dur="1000" fill="hold"/>
                                            <p:tgtEl>
                                              <p:spTgt spid="75"/>
                                            </p:tgtEl>
                                            <p:attrNameLst>
                                              <p:attrName>ppt_x</p:attrName>
                                            </p:attrNameLst>
                                          </p:cBhvr>
                                          <p:tavLst>
                                            <p:tav tm="0">
                                              <p:val>
                                                <p:strVal val="0-#ppt_w/2"/>
                                              </p:val>
                                            </p:tav>
                                            <p:tav tm="100000">
                                              <p:val>
                                                <p:strVal val="#ppt_x"/>
                                              </p:val>
                                            </p:tav>
                                          </p:tavLst>
                                        </p:anim>
                                        <p:anim calcmode="lin" valueType="num">
                                          <p:cBhvr additive="base">
                                            <p:cTn id="85" dur="1000" fill="hold"/>
                                            <p:tgtEl>
                                              <p:spTgt spid="75"/>
                                            </p:tgtEl>
                                            <p:attrNameLst>
                                              <p:attrName>ppt_y</p:attrName>
                                            </p:attrNameLst>
                                          </p:cBhvr>
                                          <p:tavLst>
                                            <p:tav tm="0">
                                              <p:val>
                                                <p:strVal val="#ppt_y"/>
                                              </p:val>
                                            </p:tav>
                                            <p:tav tm="100000">
                                              <p:val>
                                                <p:strVal val="#ppt_y"/>
                                              </p:val>
                                            </p:tav>
                                          </p:tavLst>
                                        </p:anim>
                                      </p:childTnLst>
                                    </p:cTn>
                                  </p:par>
                                  <p:par>
                                    <p:cTn id="86" presetID="2" presetClass="entr" presetSubtype="2" fill="hold" grpId="0" nodeType="withEffect">
                                      <p:stCondLst>
                                        <p:cond delay="1500"/>
                                      </p:stCondLst>
                                      <p:childTnLst>
                                        <p:set>
                                          <p:cBhvr>
                                            <p:cTn id="87" dur="1" fill="hold">
                                              <p:stCondLst>
                                                <p:cond delay="0"/>
                                              </p:stCondLst>
                                            </p:cTn>
                                            <p:tgtEl>
                                              <p:spTgt spid="52"/>
                                            </p:tgtEl>
                                            <p:attrNameLst>
                                              <p:attrName>style.visibility</p:attrName>
                                            </p:attrNameLst>
                                          </p:cBhvr>
                                          <p:to>
                                            <p:strVal val="visible"/>
                                          </p:to>
                                        </p:set>
                                        <p:anim calcmode="lin" valueType="num">
                                          <p:cBhvr additive="base">
                                            <p:cTn id="88" dur="1000" fill="hold"/>
                                            <p:tgtEl>
                                              <p:spTgt spid="52"/>
                                            </p:tgtEl>
                                            <p:attrNameLst>
                                              <p:attrName>ppt_x</p:attrName>
                                            </p:attrNameLst>
                                          </p:cBhvr>
                                          <p:tavLst>
                                            <p:tav tm="0">
                                              <p:val>
                                                <p:strVal val="1+#ppt_w/2"/>
                                              </p:val>
                                            </p:tav>
                                            <p:tav tm="100000">
                                              <p:val>
                                                <p:strVal val="#ppt_x"/>
                                              </p:val>
                                            </p:tav>
                                          </p:tavLst>
                                        </p:anim>
                                        <p:anim calcmode="lin" valueType="num">
                                          <p:cBhvr additive="base">
                                            <p:cTn id="89" dur="1000" fill="hold"/>
                                            <p:tgtEl>
                                              <p:spTgt spid="52"/>
                                            </p:tgtEl>
                                            <p:attrNameLst>
                                              <p:attrName>ppt_y</p:attrName>
                                            </p:attrNameLst>
                                          </p:cBhvr>
                                          <p:tavLst>
                                            <p:tav tm="0">
                                              <p:val>
                                                <p:strVal val="#ppt_y"/>
                                              </p:val>
                                            </p:tav>
                                            <p:tav tm="100000">
                                              <p:val>
                                                <p:strVal val="#ppt_y"/>
                                              </p:val>
                                            </p:tav>
                                          </p:tavLst>
                                        </p:anim>
                                      </p:childTnLst>
                                    </p:cTn>
                                  </p:par>
                                  <p:par>
                                    <p:cTn id="90" presetID="2" presetClass="entr" presetSubtype="2" fill="hold" grpId="0" nodeType="withEffect">
                                      <p:stCondLst>
                                        <p:cond delay="1500"/>
                                      </p:stCondLst>
                                      <p:childTnLst>
                                        <p:set>
                                          <p:cBhvr>
                                            <p:cTn id="91" dur="1" fill="hold">
                                              <p:stCondLst>
                                                <p:cond delay="0"/>
                                              </p:stCondLst>
                                            </p:cTn>
                                            <p:tgtEl>
                                              <p:spTgt spid="72"/>
                                            </p:tgtEl>
                                            <p:attrNameLst>
                                              <p:attrName>style.visibility</p:attrName>
                                            </p:attrNameLst>
                                          </p:cBhvr>
                                          <p:to>
                                            <p:strVal val="visible"/>
                                          </p:to>
                                        </p:set>
                                        <p:anim calcmode="lin" valueType="num">
                                          <p:cBhvr additive="base">
                                            <p:cTn id="92" dur="1000" fill="hold"/>
                                            <p:tgtEl>
                                              <p:spTgt spid="72"/>
                                            </p:tgtEl>
                                            <p:attrNameLst>
                                              <p:attrName>ppt_x</p:attrName>
                                            </p:attrNameLst>
                                          </p:cBhvr>
                                          <p:tavLst>
                                            <p:tav tm="0">
                                              <p:val>
                                                <p:strVal val="1+#ppt_w/2"/>
                                              </p:val>
                                            </p:tav>
                                            <p:tav tm="100000">
                                              <p:val>
                                                <p:strVal val="#ppt_x"/>
                                              </p:val>
                                            </p:tav>
                                          </p:tavLst>
                                        </p:anim>
                                        <p:anim calcmode="lin" valueType="num">
                                          <p:cBhvr additive="base">
                                            <p:cTn id="93" dur="1000" fill="hold"/>
                                            <p:tgtEl>
                                              <p:spTgt spid="72"/>
                                            </p:tgtEl>
                                            <p:attrNameLst>
                                              <p:attrName>ppt_y</p:attrName>
                                            </p:attrNameLst>
                                          </p:cBhvr>
                                          <p:tavLst>
                                            <p:tav tm="0">
                                              <p:val>
                                                <p:strVal val="#ppt_y"/>
                                              </p:val>
                                            </p:tav>
                                            <p:tav tm="100000">
                                              <p:val>
                                                <p:strVal val="#ppt_y"/>
                                              </p:val>
                                            </p:tav>
                                          </p:tavLst>
                                        </p:anim>
                                      </p:childTnLst>
                                    </p:cTn>
                                  </p:par>
                                  <p:par>
                                    <p:cTn id="94" presetID="2" presetClass="entr" presetSubtype="2" fill="hold" grpId="0" nodeType="withEffect">
                                      <p:stCondLst>
                                        <p:cond delay="2000"/>
                                      </p:stCondLst>
                                      <p:childTnLst>
                                        <p:set>
                                          <p:cBhvr>
                                            <p:cTn id="95" dur="1" fill="hold">
                                              <p:stCondLst>
                                                <p:cond delay="0"/>
                                              </p:stCondLst>
                                            </p:cTn>
                                            <p:tgtEl>
                                              <p:spTgt spid="49"/>
                                            </p:tgtEl>
                                            <p:attrNameLst>
                                              <p:attrName>style.visibility</p:attrName>
                                            </p:attrNameLst>
                                          </p:cBhvr>
                                          <p:to>
                                            <p:strVal val="visible"/>
                                          </p:to>
                                        </p:set>
                                        <p:anim calcmode="lin" valueType="num">
                                          <p:cBhvr additive="base">
                                            <p:cTn id="96" dur="1000" fill="hold"/>
                                            <p:tgtEl>
                                              <p:spTgt spid="49"/>
                                            </p:tgtEl>
                                            <p:attrNameLst>
                                              <p:attrName>ppt_x</p:attrName>
                                            </p:attrNameLst>
                                          </p:cBhvr>
                                          <p:tavLst>
                                            <p:tav tm="0">
                                              <p:val>
                                                <p:strVal val="1+#ppt_w/2"/>
                                              </p:val>
                                            </p:tav>
                                            <p:tav tm="100000">
                                              <p:val>
                                                <p:strVal val="#ppt_x"/>
                                              </p:val>
                                            </p:tav>
                                          </p:tavLst>
                                        </p:anim>
                                        <p:anim calcmode="lin" valueType="num">
                                          <p:cBhvr additive="base">
                                            <p:cTn id="97" dur="1000" fill="hold"/>
                                            <p:tgtEl>
                                              <p:spTgt spid="49"/>
                                            </p:tgtEl>
                                            <p:attrNameLst>
                                              <p:attrName>ppt_y</p:attrName>
                                            </p:attrNameLst>
                                          </p:cBhvr>
                                          <p:tavLst>
                                            <p:tav tm="0">
                                              <p:val>
                                                <p:strVal val="#ppt_y"/>
                                              </p:val>
                                            </p:tav>
                                            <p:tav tm="100000">
                                              <p:val>
                                                <p:strVal val="#ppt_y"/>
                                              </p:val>
                                            </p:tav>
                                          </p:tavLst>
                                        </p:anim>
                                      </p:childTnLst>
                                    </p:cTn>
                                  </p:par>
                                  <p:par>
                                    <p:cTn id="98" presetID="2" presetClass="entr" presetSubtype="2" fill="hold" grpId="0" nodeType="withEffect">
                                      <p:stCondLst>
                                        <p:cond delay="2000"/>
                                      </p:stCondLst>
                                      <p:childTnLst>
                                        <p:set>
                                          <p:cBhvr>
                                            <p:cTn id="99" dur="1" fill="hold">
                                              <p:stCondLst>
                                                <p:cond delay="0"/>
                                              </p:stCondLst>
                                            </p:cTn>
                                            <p:tgtEl>
                                              <p:spTgt spid="73"/>
                                            </p:tgtEl>
                                            <p:attrNameLst>
                                              <p:attrName>style.visibility</p:attrName>
                                            </p:attrNameLst>
                                          </p:cBhvr>
                                          <p:to>
                                            <p:strVal val="visible"/>
                                          </p:to>
                                        </p:set>
                                        <p:anim calcmode="lin" valueType="num">
                                          <p:cBhvr additive="base">
                                            <p:cTn id="100" dur="1000" fill="hold"/>
                                            <p:tgtEl>
                                              <p:spTgt spid="73"/>
                                            </p:tgtEl>
                                            <p:attrNameLst>
                                              <p:attrName>ppt_x</p:attrName>
                                            </p:attrNameLst>
                                          </p:cBhvr>
                                          <p:tavLst>
                                            <p:tav tm="0">
                                              <p:val>
                                                <p:strVal val="1+#ppt_w/2"/>
                                              </p:val>
                                            </p:tav>
                                            <p:tav tm="100000">
                                              <p:val>
                                                <p:strVal val="#ppt_x"/>
                                              </p:val>
                                            </p:tav>
                                          </p:tavLst>
                                        </p:anim>
                                        <p:anim calcmode="lin" valueType="num">
                                          <p:cBhvr additive="base">
                                            <p:cTn id="101" dur="1000" fill="hold"/>
                                            <p:tgtEl>
                                              <p:spTgt spid="7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P spid="52" grpId="0"/>
          <p:bldP spid="45" grpId="0" animBg="1"/>
          <p:bldP spid="46" grpId="0" animBg="1"/>
          <p:bldP spid="47" grpId="0" animBg="1"/>
          <p:bldP spid="48" grpId="0" animBg="1"/>
          <p:bldP spid="72" grpId="0"/>
          <p:bldP spid="73" grpId="0"/>
          <p:bldP spid="74" grpId="0"/>
          <p:bldP spid="75" grpId="0"/>
        </p:bldLst>
      </p:timing>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 name="Group 77">
            <a:extLst>
              <a:ext uri="{FF2B5EF4-FFF2-40B4-BE49-F238E27FC236}">
                <a16:creationId xmlns:a16="http://schemas.microsoft.com/office/drawing/2014/main" id="{4A6E789B-B9F7-4E0C-9D3E-F85270B5F842}"/>
              </a:ext>
            </a:extLst>
          </p:cNvPr>
          <p:cNvGrpSpPr/>
          <p:nvPr/>
        </p:nvGrpSpPr>
        <p:grpSpPr>
          <a:xfrm>
            <a:off x="3373438" y="1400175"/>
            <a:ext cx="5443537" cy="5360988"/>
            <a:chOff x="3373438" y="1400175"/>
            <a:chExt cx="5443537" cy="5360988"/>
          </a:xfrm>
          <a:solidFill>
            <a:schemeClr val="bg2">
              <a:lumMod val="75000"/>
            </a:schemeClr>
          </a:solidFill>
        </p:grpSpPr>
        <p:sp>
          <p:nvSpPr>
            <p:cNvPr id="6" name="Freeform 5">
              <a:extLst>
                <a:ext uri="{FF2B5EF4-FFF2-40B4-BE49-F238E27FC236}">
                  <a16:creationId xmlns:a16="http://schemas.microsoft.com/office/drawing/2014/main" id="{0427FDD5-7A51-4C88-857E-41FB2E231EF9}"/>
                </a:ext>
              </a:extLst>
            </p:cNvPr>
            <p:cNvSpPr>
              <a:spLocks noEditPoints="1"/>
            </p:cNvSpPr>
            <p:nvPr/>
          </p:nvSpPr>
          <p:spPr bwMode="auto">
            <a:xfrm>
              <a:off x="3984625" y="2706688"/>
              <a:ext cx="406400" cy="442913"/>
            </a:xfrm>
            <a:custGeom>
              <a:avLst/>
              <a:gdLst>
                <a:gd name="T0" fmla="*/ 37 w 101"/>
                <a:gd name="T1" fmla="*/ 58 h 110"/>
                <a:gd name="T2" fmla="*/ 35 w 101"/>
                <a:gd name="T3" fmla="*/ 62 h 110"/>
                <a:gd name="T4" fmla="*/ 35 w 101"/>
                <a:gd name="T5" fmla="*/ 65 h 110"/>
                <a:gd name="T6" fmla="*/ 33 w 101"/>
                <a:gd name="T7" fmla="*/ 64 h 110"/>
                <a:gd name="T8" fmla="*/ 21 w 101"/>
                <a:gd name="T9" fmla="*/ 61 h 110"/>
                <a:gd name="T10" fmla="*/ 19 w 101"/>
                <a:gd name="T11" fmla="*/ 62 h 110"/>
                <a:gd name="T12" fmla="*/ 29 w 101"/>
                <a:gd name="T13" fmla="*/ 70 h 110"/>
                <a:gd name="T14" fmla="*/ 23 w 101"/>
                <a:gd name="T15" fmla="*/ 82 h 110"/>
                <a:gd name="T16" fmla="*/ 25 w 101"/>
                <a:gd name="T17" fmla="*/ 81 h 110"/>
                <a:gd name="T18" fmla="*/ 41 w 101"/>
                <a:gd name="T19" fmla="*/ 78 h 110"/>
                <a:gd name="T20" fmla="*/ 43 w 101"/>
                <a:gd name="T21" fmla="*/ 77 h 110"/>
                <a:gd name="T22" fmla="*/ 33 w 101"/>
                <a:gd name="T23" fmla="*/ 69 h 110"/>
                <a:gd name="T24" fmla="*/ 39 w 101"/>
                <a:gd name="T25" fmla="*/ 57 h 110"/>
                <a:gd name="T26" fmla="*/ 88 w 101"/>
                <a:gd name="T27" fmla="*/ 37 h 110"/>
                <a:gd name="T28" fmla="*/ 81 w 101"/>
                <a:gd name="T29" fmla="*/ 39 h 110"/>
                <a:gd name="T30" fmla="*/ 55 w 101"/>
                <a:gd name="T31" fmla="*/ 85 h 110"/>
                <a:gd name="T32" fmla="*/ 48 w 101"/>
                <a:gd name="T33" fmla="*/ 107 h 110"/>
                <a:gd name="T34" fmla="*/ 36 w 101"/>
                <a:gd name="T35" fmla="*/ 103 h 110"/>
                <a:gd name="T36" fmla="*/ 7 w 101"/>
                <a:gd name="T37" fmla="*/ 76 h 110"/>
                <a:gd name="T38" fmla="*/ 7 w 101"/>
                <a:gd name="T39" fmla="*/ 77 h 110"/>
                <a:gd name="T40" fmla="*/ 5 w 101"/>
                <a:gd name="T41" fmla="*/ 78 h 110"/>
                <a:gd name="T42" fmla="*/ 35 w 101"/>
                <a:gd name="T43" fmla="*/ 105 h 110"/>
                <a:gd name="T44" fmla="*/ 49 w 101"/>
                <a:gd name="T45" fmla="*/ 110 h 110"/>
                <a:gd name="T46" fmla="*/ 58 w 101"/>
                <a:gd name="T47" fmla="*/ 84 h 110"/>
                <a:gd name="T48" fmla="*/ 82 w 101"/>
                <a:gd name="T49" fmla="*/ 42 h 110"/>
                <a:gd name="T50" fmla="*/ 86 w 101"/>
                <a:gd name="T51" fmla="*/ 41 h 110"/>
                <a:gd name="T52" fmla="*/ 20 w 101"/>
                <a:gd name="T53" fmla="*/ 37 h 110"/>
                <a:gd name="T54" fmla="*/ 0 w 101"/>
                <a:gd name="T55" fmla="*/ 64 h 110"/>
                <a:gd name="T56" fmla="*/ 4 w 101"/>
                <a:gd name="T57" fmla="*/ 75 h 110"/>
                <a:gd name="T58" fmla="*/ 5 w 101"/>
                <a:gd name="T59" fmla="*/ 72 h 110"/>
                <a:gd name="T60" fmla="*/ 14 w 101"/>
                <a:gd name="T61" fmla="*/ 49 h 110"/>
                <a:gd name="T62" fmla="*/ 20 w 101"/>
                <a:gd name="T63" fmla="*/ 37 h 110"/>
                <a:gd name="T64" fmla="*/ 46 w 101"/>
                <a:gd name="T65" fmla="*/ 36 h 110"/>
                <a:gd name="T66" fmla="*/ 50 w 101"/>
                <a:gd name="T67" fmla="*/ 43 h 110"/>
                <a:gd name="T68" fmla="*/ 52 w 101"/>
                <a:gd name="T69" fmla="*/ 35 h 110"/>
                <a:gd name="T70" fmla="*/ 63 w 101"/>
                <a:gd name="T71" fmla="*/ 29 h 110"/>
                <a:gd name="T72" fmla="*/ 61 w 101"/>
                <a:gd name="T73" fmla="*/ 37 h 110"/>
                <a:gd name="T74" fmla="*/ 67 w 101"/>
                <a:gd name="T75" fmla="*/ 36 h 110"/>
                <a:gd name="T76" fmla="*/ 63 w 101"/>
                <a:gd name="T77" fmla="*/ 29 h 110"/>
                <a:gd name="T78" fmla="*/ 98 w 101"/>
                <a:gd name="T79" fmla="*/ 27 h 110"/>
                <a:gd name="T80" fmla="*/ 91 w 101"/>
                <a:gd name="T81" fmla="*/ 36 h 110"/>
                <a:gd name="T82" fmla="*/ 100 w 101"/>
                <a:gd name="T83" fmla="*/ 32 h 110"/>
                <a:gd name="T84" fmla="*/ 98 w 101"/>
                <a:gd name="T85" fmla="*/ 27 h 110"/>
                <a:gd name="T86" fmla="*/ 100 w 101"/>
                <a:gd name="T87" fmla="*/ 24 h 110"/>
                <a:gd name="T88" fmla="*/ 100 w 101"/>
                <a:gd name="T89" fmla="*/ 24 h 110"/>
                <a:gd name="T90" fmla="*/ 45 w 101"/>
                <a:gd name="T91" fmla="*/ 22 h 110"/>
                <a:gd name="T92" fmla="*/ 48 w 101"/>
                <a:gd name="T93" fmla="*/ 29 h 110"/>
                <a:gd name="T94" fmla="*/ 51 w 101"/>
                <a:gd name="T95" fmla="*/ 21 h 110"/>
                <a:gd name="T96" fmla="*/ 28 w 101"/>
                <a:gd name="T97" fmla="*/ 20 h 110"/>
                <a:gd name="T98" fmla="*/ 24 w 101"/>
                <a:gd name="T99" fmla="*/ 23 h 110"/>
                <a:gd name="T100" fmla="*/ 22 w 101"/>
                <a:gd name="T101" fmla="*/ 32 h 110"/>
                <a:gd name="T102" fmla="*/ 24 w 101"/>
                <a:gd name="T103" fmla="*/ 36 h 110"/>
                <a:gd name="T104" fmla="*/ 28 w 101"/>
                <a:gd name="T105" fmla="*/ 20 h 110"/>
                <a:gd name="T106" fmla="*/ 58 w 101"/>
                <a:gd name="T107" fmla="*/ 17 h 110"/>
                <a:gd name="T108" fmla="*/ 62 w 101"/>
                <a:gd name="T109" fmla="*/ 24 h 110"/>
                <a:gd name="T110" fmla="*/ 64 w 101"/>
                <a:gd name="T111" fmla="*/ 16 h 110"/>
                <a:gd name="T112" fmla="*/ 53 w 101"/>
                <a:gd name="T113" fmla="*/ 0 h 110"/>
                <a:gd name="T114" fmla="*/ 25 w 101"/>
                <a:gd name="T115" fmla="*/ 18 h 110"/>
                <a:gd name="T116" fmla="*/ 53 w 101"/>
                <a:gd name="T117" fmla="*/ 3 h 110"/>
                <a:gd name="T118" fmla="*/ 84 w 101"/>
                <a:gd name="T119" fmla="*/ 14 h 110"/>
                <a:gd name="T120" fmla="*/ 97 w 101"/>
                <a:gd name="T121" fmla="*/ 23 h 110"/>
                <a:gd name="T122" fmla="*/ 97 w 101"/>
                <a:gd name="T123" fmla="*/ 19 h 110"/>
                <a:gd name="T124" fmla="*/ 54 w 101"/>
                <a:gd name="T12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110">
                  <a:moveTo>
                    <a:pt x="38" y="57"/>
                  </a:moveTo>
                  <a:cubicBezTo>
                    <a:pt x="37" y="57"/>
                    <a:pt x="37" y="57"/>
                    <a:pt x="37" y="58"/>
                  </a:cubicBezTo>
                  <a:cubicBezTo>
                    <a:pt x="34" y="62"/>
                    <a:pt x="34" y="62"/>
                    <a:pt x="34" y="62"/>
                  </a:cubicBezTo>
                  <a:cubicBezTo>
                    <a:pt x="35" y="62"/>
                    <a:pt x="35" y="62"/>
                    <a:pt x="35" y="62"/>
                  </a:cubicBezTo>
                  <a:cubicBezTo>
                    <a:pt x="36" y="63"/>
                    <a:pt x="36" y="64"/>
                    <a:pt x="36" y="64"/>
                  </a:cubicBezTo>
                  <a:cubicBezTo>
                    <a:pt x="36" y="65"/>
                    <a:pt x="35" y="65"/>
                    <a:pt x="35" y="65"/>
                  </a:cubicBezTo>
                  <a:cubicBezTo>
                    <a:pt x="34" y="65"/>
                    <a:pt x="34" y="65"/>
                    <a:pt x="34" y="65"/>
                  </a:cubicBezTo>
                  <a:cubicBezTo>
                    <a:pt x="33" y="64"/>
                    <a:pt x="33" y="64"/>
                    <a:pt x="33" y="64"/>
                  </a:cubicBezTo>
                  <a:cubicBezTo>
                    <a:pt x="31" y="68"/>
                    <a:pt x="31" y="68"/>
                    <a:pt x="31" y="68"/>
                  </a:cubicBezTo>
                  <a:cubicBezTo>
                    <a:pt x="21" y="61"/>
                    <a:pt x="21" y="61"/>
                    <a:pt x="21" y="61"/>
                  </a:cubicBezTo>
                  <a:cubicBezTo>
                    <a:pt x="20" y="61"/>
                    <a:pt x="20" y="61"/>
                    <a:pt x="20" y="61"/>
                  </a:cubicBezTo>
                  <a:cubicBezTo>
                    <a:pt x="19" y="61"/>
                    <a:pt x="19" y="62"/>
                    <a:pt x="19" y="62"/>
                  </a:cubicBezTo>
                  <a:cubicBezTo>
                    <a:pt x="18" y="63"/>
                    <a:pt x="18" y="64"/>
                    <a:pt x="19" y="64"/>
                  </a:cubicBezTo>
                  <a:cubicBezTo>
                    <a:pt x="29" y="70"/>
                    <a:pt x="29" y="70"/>
                    <a:pt x="29" y="70"/>
                  </a:cubicBezTo>
                  <a:cubicBezTo>
                    <a:pt x="23" y="80"/>
                    <a:pt x="23" y="80"/>
                    <a:pt x="23" y="80"/>
                  </a:cubicBezTo>
                  <a:cubicBezTo>
                    <a:pt x="23" y="81"/>
                    <a:pt x="23" y="81"/>
                    <a:pt x="23" y="82"/>
                  </a:cubicBezTo>
                  <a:cubicBezTo>
                    <a:pt x="24" y="82"/>
                    <a:pt x="24" y="82"/>
                    <a:pt x="24" y="82"/>
                  </a:cubicBezTo>
                  <a:cubicBezTo>
                    <a:pt x="25" y="82"/>
                    <a:pt x="25" y="82"/>
                    <a:pt x="25" y="81"/>
                  </a:cubicBezTo>
                  <a:cubicBezTo>
                    <a:pt x="31" y="72"/>
                    <a:pt x="31" y="72"/>
                    <a:pt x="31" y="72"/>
                  </a:cubicBezTo>
                  <a:cubicBezTo>
                    <a:pt x="41" y="78"/>
                    <a:pt x="41" y="78"/>
                    <a:pt x="41" y="78"/>
                  </a:cubicBezTo>
                  <a:cubicBezTo>
                    <a:pt x="42" y="78"/>
                    <a:pt x="42" y="78"/>
                    <a:pt x="42" y="78"/>
                  </a:cubicBezTo>
                  <a:cubicBezTo>
                    <a:pt x="43" y="78"/>
                    <a:pt x="43" y="78"/>
                    <a:pt x="43" y="77"/>
                  </a:cubicBezTo>
                  <a:cubicBezTo>
                    <a:pt x="44" y="76"/>
                    <a:pt x="44" y="75"/>
                    <a:pt x="43" y="75"/>
                  </a:cubicBezTo>
                  <a:cubicBezTo>
                    <a:pt x="33" y="69"/>
                    <a:pt x="33" y="69"/>
                    <a:pt x="33" y="69"/>
                  </a:cubicBezTo>
                  <a:cubicBezTo>
                    <a:pt x="39" y="59"/>
                    <a:pt x="39" y="59"/>
                    <a:pt x="39" y="59"/>
                  </a:cubicBezTo>
                  <a:cubicBezTo>
                    <a:pt x="39" y="59"/>
                    <a:pt x="39" y="58"/>
                    <a:pt x="39" y="57"/>
                  </a:cubicBezTo>
                  <a:cubicBezTo>
                    <a:pt x="38" y="57"/>
                    <a:pt x="38" y="57"/>
                    <a:pt x="38" y="57"/>
                  </a:cubicBezTo>
                  <a:moveTo>
                    <a:pt x="88" y="37"/>
                  </a:moveTo>
                  <a:cubicBezTo>
                    <a:pt x="87" y="38"/>
                    <a:pt x="86" y="38"/>
                    <a:pt x="85" y="38"/>
                  </a:cubicBezTo>
                  <a:cubicBezTo>
                    <a:pt x="83" y="39"/>
                    <a:pt x="82" y="39"/>
                    <a:pt x="81" y="39"/>
                  </a:cubicBezTo>
                  <a:cubicBezTo>
                    <a:pt x="65" y="44"/>
                    <a:pt x="53" y="61"/>
                    <a:pt x="54" y="78"/>
                  </a:cubicBezTo>
                  <a:cubicBezTo>
                    <a:pt x="55" y="80"/>
                    <a:pt x="55" y="83"/>
                    <a:pt x="55" y="85"/>
                  </a:cubicBezTo>
                  <a:cubicBezTo>
                    <a:pt x="56" y="88"/>
                    <a:pt x="57" y="92"/>
                    <a:pt x="56" y="95"/>
                  </a:cubicBezTo>
                  <a:cubicBezTo>
                    <a:pt x="56" y="100"/>
                    <a:pt x="53" y="106"/>
                    <a:pt x="48" y="107"/>
                  </a:cubicBezTo>
                  <a:cubicBezTo>
                    <a:pt x="48" y="107"/>
                    <a:pt x="47" y="107"/>
                    <a:pt x="47" y="107"/>
                  </a:cubicBezTo>
                  <a:cubicBezTo>
                    <a:pt x="43" y="107"/>
                    <a:pt x="39" y="105"/>
                    <a:pt x="36" y="103"/>
                  </a:cubicBezTo>
                  <a:cubicBezTo>
                    <a:pt x="28" y="97"/>
                    <a:pt x="20" y="90"/>
                    <a:pt x="12" y="82"/>
                  </a:cubicBezTo>
                  <a:cubicBezTo>
                    <a:pt x="10" y="80"/>
                    <a:pt x="9" y="78"/>
                    <a:pt x="7" y="76"/>
                  </a:cubicBezTo>
                  <a:cubicBezTo>
                    <a:pt x="7" y="76"/>
                    <a:pt x="7" y="76"/>
                    <a:pt x="7" y="76"/>
                  </a:cubicBezTo>
                  <a:cubicBezTo>
                    <a:pt x="7" y="77"/>
                    <a:pt x="7" y="77"/>
                    <a:pt x="7" y="77"/>
                  </a:cubicBezTo>
                  <a:cubicBezTo>
                    <a:pt x="7" y="78"/>
                    <a:pt x="6" y="78"/>
                    <a:pt x="6" y="78"/>
                  </a:cubicBezTo>
                  <a:cubicBezTo>
                    <a:pt x="5" y="78"/>
                    <a:pt x="5" y="78"/>
                    <a:pt x="5" y="78"/>
                  </a:cubicBezTo>
                  <a:cubicBezTo>
                    <a:pt x="7" y="80"/>
                    <a:pt x="8" y="82"/>
                    <a:pt x="10" y="84"/>
                  </a:cubicBezTo>
                  <a:cubicBezTo>
                    <a:pt x="17" y="92"/>
                    <a:pt x="26" y="99"/>
                    <a:pt x="35" y="105"/>
                  </a:cubicBezTo>
                  <a:cubicBezTo>
                    <a:pt x="38" y="108"/>
                    <a:pt x="42" y="110"/>
                    <a:pt x="47" y="110"/>
                  </a:cubicBezTo>
                  <a:cubicBezTo>
                    <a:pt x="47" y="110"/>
                    <a:pt x="48" y="110"/>
                    <a:pt x="49" y="110"/>
                  </a:cubicBezTo>
                  <a:cubicBezTo>
                    <a:pt x="56" y="109"/>
                    <a:pt x="59" y="101"/>
                    <a:pt x="59" y="95"/>
                  </a:cubicBezTo>
                  <a:cubicBezTo>
                    <a:pt x="60" y="91"/>
                    <a:pt x="59" y="88"/>
                    <a:pt x="58" y="84"/>
                  </a:cubicBezTo>
                  <a:cubicBezTo>
                    <a:pt x="58" y="82"/>
                    <a:pt x="57" y="80"/>
                    <a:pt x="57" y="77"/>
                  </a:cubicBezTo>
                  <a:cubicBezTo>
                    <a:pt x="56" y="62"/>
                    <a:pt x="67" y="46"/>
                    <a:pt x="82" y="42"/>
                  </a:cubicBezTo>
                  <a:cubicBezTo>
                    <a:pt x="83" y="42"/>
                    <a:pt x="84" y="41"/>
                    <a:pt x="85" y="41"/>
                  </a:cubicBezTo>
                  <a:cubicBezTo>
                    <a:pt x="86" y="41"/>
                    <a:pt x="86" y="41"/>
                    <a:pt x="86" y="41"/>
                  </a:cubicBezTo>
                  <a:cubicBezTo>
                    <a:pt x="87" y="40"/>
                    <a:pt x="87" y="39"/>
                    <a:pt x="88" y="37"/>
                  </a:cubicBezTo>
                  <a:moveTo>
                    <a:pt x="20" y="37"/>
                  </a:moveTo>
                  <a:cubicBezTo>
                    <a:pt x="18" y="41"/>
                    <a:pt x="15" y="44"/>
                    <a:pt x="12" y="47"/>
                  </a:cubicBezTo>
                  <a:cubicBezTo>
                    <a:pt x="6" y="52"/>
                    <a:pt x="1" y="57"/>
                    <a:pt x="0" y="64"/>
                  </a:cubicBezTo>
                  <a:cubicBezTo>
                    <a:pt x="0" y="68"/>
                    <a:pt x="1" y="71"/>
                    <a:pt x="3" y="75"/>
                  </a:cubicBezTo>
                  <a:cubicBezTo>
                    <a:pt x="3" y="75"/>
                    <a:pt x="3" y="75"/>
                    <a:pt x="4" y="75"/>
                  </a:cubicBezTo>
                  <a:cubicBezTo>
                    <a:pt x="4" y="75"/>
                    <a:pt x="4" y="75"/>
                    <a:pt x="4" y="75"/>
                  </a:cubicBezTo>
                  <a:cubicBezTo>
                    <a:pt x="4" y="74"/>
                    <a:pt x="4" y="73"/>
                    <a:pt x="5" y="72"/>
                  </a:cubicBezTo>
                  <a:cubicBezTo>
                    <a:pt x="4" y="69"/>
                    <a:pt x="3" y="67"/>
                    <a:pt x="3" y="64"/>
                  </a:cubicBezTo>
                  <a:cubicBezTo>
                    <a:pt x="4" y="58"/>
                    <a:pt x="9" y="54"/>
                    <a:pt x="14" y="49"/>
                  </a:cubicBezTo>
                  <a:cubicBezTo>
                    <a:pt x="16" y="47"/>
                    <a:pt x="18" y="45"/>
                    <a:pt x="20" y="42"/>
                  </a:cubicBezTo>
                  <a:cubicBezTo>
                    <a:pt x="20" y="41"/>
                    <a:pt x="20" y="39"/>
                    <a:pt x="20" y="37"/>
                  </a:cubicBezTo>
                  <a:moveTo>
                    <a:pt x="50" y="34"/>
                  </a:moveTo>
                  <a:cubicBezTo>
                    <a:pt x="48" y="34"/>
                    <a:pt x="47" y="35"/>
                    <a:pt x="46" y="36"/>
                  </a:cubicBezTo>
                  <a:cubicBezTo>
                    <a:pt x="45" y="38"/>
                    <a:pt x="46" y="41"/>
                    <a:pt x="48" y="42"/>
                  </a:cubicBezTo>
                  <a:cubicBezTo>
                    <a:pt x="48" y="43"/>
                    <a:pt x="49" y="43"/>
                    <a:pt x="50" y="43"/>
                  </a:cubicBezTo>
                  <a:cubicBezTo>
                    <a:pt x="51" y="43"/>
                    <a:pt x="53" y="42"/>
                    <a:pt x="54" y="41"/>
                  </a:cubicBezTo>
                  <a:cubicBezTo>
                    <a:pt x="55" y="39"/>
                    <a:pt x="54" y="36"/>
                    <a:pt x="52" y="35"/>
                  </a:cubicBezTo>
                  <a:cubicBezTo>
                    <a:pt x="51" y="35"/>
                    <a:pt x="51" y="34"/>
                    <a:pt x="50" y="34"/>
                  </a:cubicBezTo>
                  <a:moveTo>
                    <a:pt x="63" y="29"/>
                  </a:moveTo>
                  <a:cubicBezTo>
                    <a:pt x="62" y="29"/>
                    <a:pt x="60" y="30"/>
                    <a:pt x="59" y="31"/>
                  </a:cubicBezTo>
                  <a:cubicBezTo>
                    <a:pt x="58" y="33"/>
                    <a:pt x="59" y="36"/>
                    <a:pt x="61" y="37"/>
                  </a:cubicBezTo>
                  <a:cubicBezTo>
                    <a:pt x="62" y="38"/>
                    <a:pt x="62" y="38"/>
                    <a:pt x="63" y="38"/>
                  </a:cubicBezTo>
                  <a:cubicBezTo>
                    <a:pt x="64" y="38"/>
                    <a:pt x="66" y="37"/>
                    <a:pt x="67" y="36"/>
                  </a:cubicBezTo>
                  <a:cubicBezTo>
                    <a:pt x="68" y="34"/>
                    <a:pt x="67" y="31"/>
                    <a:pt x="65" y="30"/>
                  </a:cubicBezTo>
                  <a:cubicBezTo>
                    <a:pt x="65" y="30"/>
                    <a:pt x="64" y="29"/>
                    <a:pt x="63" y="29"/>
                  </a:cubicBezTo>
                  <a:moveTo>
                    <a:pt x="98" y="27"/>
                  </a:moveTo>
                  <a:cubicBezTo>
                    <a:pt x="98" y="27"/>
                    <a:pt x="98" y="27"/>
                    <a:pt x="98" y="27"/>
                  </a:cubicBezTo>
                  <a:cubicBezTo>
                    <a:pt x="98" y="28"/>
                    <a:pt x="98" y="30"/>
                    <a:pt x="97" y="31"/>
                  </a:cubicBezTo>
                  <a:cubicBezTo>
                    <a:pt x="96" y="34"/>
                    <a:pt x="94" y="35"/>
                    <a:pt x="91" y="36"/>
                  </a:cubicBezTo>
                  <a:cubicBezTo>
                    <a:pt x="91" y="37"/>
                    <a:pt x="90" y="39"/>
                    <a:pt x="90" y="40"/>
                  </a:cubicBezTo>
                  <a:cubicBezTo>
                    <a:pt x="94" y="39"/>
                    <a:pt x="98" y="37"/>
                    <a:pt x="100" y="32"/>
                  </a:cubicBezTo>
                  <a:cubicBezTo>
                    <a:pt x="100" y="31"/>
                    <a:pt x="101" y="30"/>
                    <a:pt x="101" y="29"/>
                  </a:cubicBezTo>
                  <a:cubicBezTo>
                    <a:pt x="100" y="28"/>
                    <a:pt x="99" y="27"/>
                    <a:pt x="98" y="27"/>
                  </a:cubicBezTo>
                  <a:moveTo>
                    <a:pt x="100" y="24"/>
                  </a:moveTo>
                  <a:cubicBezTo>
                    <a:pt x="100" y="24"/>
                    <a:pt x="100" y="24"/>
                    <a:pt x="100" y="24"/>
                  </a:cubicBezTo>
                  <a:cubicBezTo>
                    <a:pt x="100" y="24"/>
                    <a:pt x="100" y="25"/>
                    <a:pt x="100" y="25"/>
                  </a:cubicBezTo>
                  <a:cubicBezTo>
                    <a:pt x="100" y="25"/>
                    <a:pt x="100" y="24"/>
                    <a:pt x="100" y="24"/>
                  </a:cubicBezTo>
                  <a:moveTo>
                    <a:pt x="49" y="20"/>
                  </a:moveTo>
                  <a:cubicBezTo>
                    <a:pt x="47" y="20"/>
                    <a:pt x="46" y="21"/>
                    <a:pt x="45" y="22"/>
                  </a:cubicBezTo>
                  <a:cubicBezTo>
                    <a:pt x="44" y="24"/>
                    <a:pt x="44" y="27"/>
                    <a:pt x="46" y="28"/>
                  </a:cubicBezTo>
                  <a:cubicBezTo>
                    <a:pt x="47" y="29"/>
                    <a:pt x="48" y="29"/>
                    <a:pt x="48" y="29"/>
                  </a:cubicBezTo>
                  <a:cubicBezTo>
                    <a:pt x="50" y="29"/>
                    <a:pt x="51" y="28"/>
                    <a:pt x="52" y="27"/>
                  </a:cubicBezTo>
                  <a:cubicBezTo>
                    <a:pt x="53" y="25"/>
                    <a:pt x="53" y="22"/>
                    <a:pt x="51" y="21"/>
                  </a:cubicBezTo>
                  <a:cubicBezTo>
                    <a:pt x="50" y="21"/>
                    <a:pt x="49" y="20"/>
                    <a:pt x="49" y="20"/>
                  </a:cubicBezTo>
                  <a:moveTo>
                    <a:pt x="28" y="20"/>
                  </a:moveTo>
                  <a:cubicBezTo>
                    <a:pt x="27" y="21"/>
                    <a:pt x="26" y="22"/>
                    <a:pt x="25" y="22"/>
                  </a:cubicBezTo>
                  <a:cubicBezTo>
                    <a:pt x="24" y="23"/>
                    <a:pt x="24" y="23"/>
                    <a:pt x="24" y="23"/>
                  </a:cubicBezTo>
                  <a:cubicBezTo>
                    <a:pt x="24" y="24"/>
                    <a:pt x="24" y="24"/>
                    <a:pt x="24" y="25"/>
                  </a:cubicBezTo>
                  <a:cubicBezTo>
                    <a:pt x="23" y="28"/>
                    <a:pt x="23" y="30"/>
                    <a:pt x="22" y="32"/>
                  </a:cubicBezTo>
                  <a:cubicBezTo>
                    <a:pt x="23" y="34"/>
                    <a:pt x="23" y="36"/>
                    <a:pt x="23" y="38"/>
                  </a:cubicBezTo>
                  <a:cubicBezTo>
                    <a:pt x="24" y="37"/>
                    <a:pt x="24" y="37"/>
                    <a:pt x="24" y="36"/>
                  </a:cubicBezTo>
                  <a:cubicBezTo>
                    <a:pt x="26" y="33"/>
                    <a:pt x="26" y="29"/>
                    <a:pt x="27" y="26"/>
                  </a:cubicBezTo>
                  <a:cubicBezTo>
                    <a:pt x="27" y="24"/>
                    <a:pt x="27" y="22"/>
                    <a:pt x="28" y="20"/>
                  </a:cubicBezTo>
                  <a:moveTo>
                    <a:pt x="62" y="15"/>
                  </a:moveTo>
                  <a:cubicBezTo>
                    <a:pt x="60" y="15"/>
                    <a:pt x="59" y="16"/>
                    <a:pt x="58" y="17"/>
                  </a:cubicBezTo>
                  <a:cubicBezTo>
                    <a:pt x="57" y="19"/>
                    <a:pt x="57" y="22"/>
                    <a:pt x="59" y="23"/>
                  </a:cubicBezTo>
                  <a:cubicBezTo>
                    <a:pt x="60" y="23"/>
                    <a:pt x="61" y="24"/>
                    <a:pt x="62" y="24"/>
                  </a:cubicBezTo>
                  <a:cubicBezTo>
                    <a:pt x="63" y="24"/>
                    <a:pt x="65" y="23"/>
                    <a:pt x="65" y="22"/>
                  </a:cubicBezTo>
                  <a:cubicBezTo>
                    <a:pt x="67" y="20"/>
                    <a:pt x="66" y="17"/>
                    <a:pt x="64" y="16"/>
                  </a:cubicBezTo>
                  <a:cubicBezTo>
                    <a:pt x="63" y="15"/>
                    <a:pt x="62" y="15"/>
                    <a:pt x="62" y="15"/>
                  </a:cubicBezTo>
                  <a:moveTo>
                    <a:pt x="53" y="0"/>
                  </a:moveTo>
                  <a:cubicBezTo>
                    <a:pt x="42" y="0"/>
                    <a:pt x="30" y="5"/>
                    <a:pt x="26" y="16"/>
                  </a:cubicBezTo>
                  <a:cubicBezTo>
                    <a:pt x="26" y="17"/>
                    <a:pt x="25" y="17"/>
                    <a:pt x="25" y="18"/>
                  </a:cubicBezTo>
                  <a:cubicBezTo>
                    <a:pt x="26" y="17"/>
                    <a:pt x="28" y="16"/>
                    <a:pt x="29" y="15"/>
                  </a:cubicBezTo>
                  <a:cubicBezTo>
                    <a:pt x="34" y="7"/>
                    <a:pt x="44" y="3"/>
                    <a:pt x="53" y="3"/>
                  </a:cubicBezTo>
                  <a:cubicBezTo>
                    <a:pt x="53" y="3"/>
                    <a:pt x="54" y="3"/>
                    <a:pt x="54" y="3"/>
                  </a:cubicBezTo>
                  <a:cubicBezTo>
                    <a:pt x="65" y="4"/>
                    <a:pt x="75" y="9"/>
                    <a:pt x="84" y="14"/>
                  </a:cubicBezTo>
                  <a:cubicBezTo>
                    <a:pt x="88" y="15"/>
                    <a:pt x="92" y="17"/>
                    <a:pt x="95" y="21"/>
                  </a:cubicBezTo>
                  <a:cubicBezTo>
                    <a:pt x="95" y="21"/>
                    <a:pt x="96" y="22"/>
                    <a:pt x="97" y="23"/>
                  </a:cubicBezTo>
                  <a:cubicBezTo>
                    <a:pt x="97" y="23"/>
                    <a:pt x="98" y="22"/>
                    <a:pt x="99" y="21"/>
                  </a:cubicBezTo>
                  <a:cubicBezTo>
                    <a:pt x="98" y="20"/>
                    <a:pt x="98" y="19"/>
                    <a:pt x="97" y="19"/>
                  </a:cubicBezTo>
                  <a:cubicBezTo>
                    <a:pt x="94" y="15"/>
                    <a:pt x="89" y="13"/>
                    <a:pt x="86" y="11"/>
                  </a:cubicBezTo>
                  <a:cubicBezTo>
                    <a:pt x="76" y="6"/>
                    <a:pt x="66" y="1"/>
                    <a:pt x="54" y="0"/>
                  </a:cubicBezTo>
                  <a:cubicBezTo>
                    <a:pt x="54" y="0"/>
                    <a:pt x="53"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F178CC10-4CA6-4FBC-92A6-830A3681BC47}"/>
                </a:ext>
              </a:extLst>
            </p:cNvPr>
            <p:cNvSpPr>
              <a:spLocks noEditPoints="1"/>
            </p:cNvSpPr>
            <p:nvPr/>
          </p:nvSpPr>
          <p:spPr bwMode="auto">
            <a:xfrm>
              <a:off x="4735513" y="2609850"/>
              <a:ext cx="349250" cy="342900"/>
            </a:xfrm>
            <a:custGeom>
              <a:avLst/>
              <a:gdLst>
                <a:gd name="T0" fmla="*/ 47 w 87"/>
                <a:gd name="T1" fmla="*/ 8 h 85"/>
                <a:gd name="T2" fmla="*/ 48 w 87"/>
                <a:gd name="T3" fmla="*/ 18 h 85"/>
                <a:gd name="T4" fmla="*/ 49 w 87"/>
                <a:gd name="T5" fmla="*/ 19 h 85"/>
                <a:gd name="T6" fmla="*/ 49 w 87"/>
                <a:gd name="T7" fmla="*/ 9 h 85"/>
                <a:gd name="T8" fmla="*/ 72 w 87"/>
                <a:gd name="T9" fmla="*/ 2 h 85"/>
                <a:gd name="T10" fmla="*/ 74 w 87"/>
                <a:gd name="T11" fmla="*/ 9 h 85"/>
                <a:gd name="T12" fmla="*/ 72 w 87"/>
                <a:gd name="T13" fmla="*/ 2 h 85"/>
                <a:gd name="T14" fmla="*/ 21 w 87"/>
                <a:gd name="T15" fmla="*/ 49 h 85"/>
                <a:gd name="T16" fmla="*/ 22 w 87"/>
                <a:gd name="T17" fmla="*/ 47 h 85"/>
                <a:gd name="T18" fmla="*/ 70 w 87"/>
                <a:gd name="T19" fmla="*/ 75 h 85"/>
                <a:gd name="T20" fmla="*/ 22 w 87"/>
                <a:gd name="T21" fmla="*/ 26 h 85"/>
                <a:gd name="T22" fmla="*/ 54 w 87"/>
                <a:gd name="T23" fmla="*/ 4 h 85"/>
                <a:gd name="T24" fmla="*/ 22 w 87"/>
                <a:gd name="T25" fmla="*/ 26 h 85"/>
                <a:gd name="T26" fmla="*/ 62 w 87"/>
                <a:gd name="T27" fmla="*/ 0 h 85"/>
                <a:gd name="T28" fmla="*/ 55 w 87"/>
                <a:gd name="T29" fmla="*/ 0 h 85"/>
                <a:gd name="T30" fmla="*/ 18 w 87"/>
                <a:gd name="T31" fmla="*/ 7 h 85"/>
                <a:gd name="T32" fmla="*/ 16 w 87"/>
                <a:gd name="T33" fmla="*/ 7 h 85"/>
                <a:gd name="T34" fmla="*/ 1 w 87"/>
                <a:gd name="T35" fmla="*/ 14 h 85"/>
                <a:gd name="T36" fmla="*/ 8 w 87"/>
                <a:gd name="T37" fmla="*/ 75 h 85"/>
                <a:gd name="T38" fmla="*/ 17 w 87"/>
                <a:gd name="T39" fmla="*/ 85 h 85"/>
                <a:gd name="T40" fmla="*/ 75 w 87"/>
                <a:gd name="T41" fmla="*/ 77 h 85"/>
                <a:gd name="T42" fmla="*/ 86 w 87"/>
                <a:gd name="T43" fmla="*/ 62 h 85"/>
                <a:gd name="T44" fmla="*/ 74 w 87"/>
                <a:gd name="T45" fmla="*/ 14 h 85"/>
                <a:gd name="T46" fmla="*/ 82 w 87"/>
                <a:gd name="T47" fmla="*/ 71 h 85"/>
                <a:gd name="T48" fmla="*/ 73 w 87"/>
                <a:gd name="T49" fmla="*/ 74 h 85"/>
                <a:gd name="T50" fmla="*/ 65 w 87"/>
                <a:gd name="T51" fmla="*/ 37 h 85"/>
                <a:gd name="T52" fmla="*/ 22 w 87"/>
                <a:gd name="T53" fmla="*/ 44 h 85"/>
                <a:gd name="T54" fmla="*/ 18 w 87"/>
                <a:gd name="T55" fmla="*/ 49 h 85"/>
                <a:gd name="T56" fmla="*/ 21 w 87"/>
                <a:gd name="T57" fmla="*/ 82 h 85"/>
                <a:gd name="T58" fmla="*/ 13 w 87"/>
                <a:gd name="T59" fmla="*/ 81 h 85"/>
                <a:gd name="T60" fmla="*/ 4 w 87"/>
                <a:gd name="T61" fmla="*/ 22 h 85"/>
                <a:gd name="T62" fmla="*/ 13 w 87"/>
                <a:gd name="T63" fmla="*/ 10 h 85"/>
                <a:gd name="T64" fmla="*/ 19 w 87"/>
                <a:gd name="T65" fmla="*/ 28 h 85"/>
                <a:gd name="T66" fmla="*/ 21 w 87"/>
                <a:gd name="T67" fmla="*/ 29 h 85"/>
                <a:gd name="T68" fmla="*/ 59 w 87"/>
                <a:gd name="T69" fmla="*/ 22 h 85"/>
                <a:gd name="T70" fmla="*/ 63 w 87"/>
                <a:gd name="T71" fmla="*/ 3 h 85"/>
                <a:gd name="T72" fmla="*/ 69 w 87"/>
                <a:gd name="T73" fmla="*/ 3 h 85"/>
                <a:gd name="T74" fmla="*/ 65 w 87"/>
                <a:gd name="T7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85">
                  <a:moveTo>
                    <a:pt x="47" y="8"/>
                  </a:moveTo>
                  <a:cubicBezTo>
                    <a:pt x="47" y="8"/>
                    <a:pt x="47" y="8"/>
                    <a:pt x="47" y="8"/>
                  </a:cubicBezTo>
                  <a:cubicBezTo>
                    <a:pt x="46" y="8"/>
                    <a:pt x="46" y="8"/>
                    <a:pt x="46" y="9"/>
                  </a:cubicBezTo>
                  <a:cubicBezTo>
                    <a:pt x="46" y="12"/>
                    <a:pt x="47" y="15"/>
                    <a:pt x="48" y="18"/>
                  </a:cubicBezTo>
                  <a:cubicBezTo>
                    <a:pt x="48" y="19"/>
                    <a:pt x="48" y="20"/>
                    <a:pt x="49" y="20"/>
                  </a:cubicBezTo>
                  <a:cubicBezTo>
                    <a:pt x="49" y="19"/>
                    <a:pt x="49" y="19"/>
                    <a:pt x="49" y="19"/>
                  </a:cubicBezTo>
                  <a:cubicBezTo>
                    <a:pt x="50" y="19"/>
                    <a:pt x="51" y="18"/>
                    <a:pt x="50" y="18"/>
                  </a:cubicBezTo>
                  <a:cubicBezTo>
                    <a:pt x="50" y="15"/>
                    <a:pt x="49" y="12"/>
                    <a:pt x="49" y="9"/>
                  </a:cubicBezTo>
                  <a:cubicBezTo>
                    <a:pt x="49" y="8"/>
                    <a:pt x="48" y="8"/>
                    <a:pt x="47" y="8"/>
                  </a:cubicBezTo>
                  <a:moveTo>
                    <a:pt x="72" y="2"/>
                  </a:moveTo>
                  <a:cubicBezTo>
                    <a:pt x="72" y="2"/>
                    <a:pt x="72" y="3"/>
                    <a:pt x="72" y="3"/>
                  </a:cubicBezTo>
                  <a:cubicBezTo>
                    <a:pt x="73" y="6"/>
                    <a:pt x="73" y="8"/>
                    <a:pt x="74" y="9"/>
                  </a:cubicBezTo>
                  <a:cubicBezTo>
                    <a:pt x="75" y="10"/>
                    <a:pt x="76" y="10"/>
                    <a:pt x="77" y="11"/>
                  </a:cubicBezTo>
                  <a:cubicBezTo>
                    <a:pt x="76" y="7"/>
                    <a:pt x="75" y="4"/>
                    <a:pt x="72" y="2"/>
                  </a:cubicBezTo>
                  <a:moveTo>
                    <a:pt x="25" y="81"/>
                  </a:moveTo>
                  <a:cubicBezTo>
                    <a:pt x="21" y="49"/>
                    <a:pt x="21" y="49"/>
                    <a:pt x="21" y="49"/>
                  </a:cubicBezTo>
                  <a:cubicBezTo>
                    <a:pt x="21" y="48"/>
                    <a:pt x="21" y="48"/>
                    <a:pt x="21" y="47"/>
                  </a:cubicBezTo>
                  <a:cubicBezTo>
                    <a:pt x="21" y="47"/>
                    <a:pt x="22" y="47"/>
                    <a:pt x="22" y="47"/>
                  </a:cubicBezTo>
                  <a:cubicBezTo>
                    <a:pt x="36" y="44"/>
                    <a:pt x="50" y="42"/>
                    <a:pt x="64" y="41"/>
                  </a:cubicBezTo>
                  <a:cubicBezTo>
                    <a:pt x="70" y="75"/>
                    <a:pt x="70" y="75"/>
                    <a:pt x="70" y="75"/>
                  </a:cubicBezTo>
                  <a:cubicBezTo>
                    <a:pt x="25" y="81"/>
                    <a:pt x="25" y="81"/>
                    <a:pt x="25" y="81"/>
                  </a:cubicBezTo>
                  <a:moveTo>
                    <a:pt x="22" y="26"/>
                  </a:moveTo>
                  <a:cubicBezTo>
                    <a:pt x="19" y="9"/>
                    <a:pt x="19" y="9"/>
                    <a:pt x="19" y="9"/>
                  </a:cubicBezTo>
                  <a:cubicBezTo>
                    <a:pt x="30" y="7"/>
                    <a:pt x="42" y="5"/>
                    <a:pt x="54" y="4"/>
                  </a:cubicBezTo>
                  <a:cubicBezTo>
                    <a:pt x="56" y="21"/>
                    <a:pt x="56" y="21"/>
                    <a:pt x="56" y="21"/>
                  </a:cubicBezTo>
                  <a:cubicBezTo>
                    <a:pt x="45" y="24"/>
                    <a:pt x="33" y="25"/>
                    <a:pt x="22" y="26"/>
                  </a:cubicBezTo>
                  <a:moveTo>
                    <a:pt x="65" y="0"/>
                  </a:moveTo>
                  <a:cubicBezTo>
                    <a:pt x="64" y="0"/>
                    <a:pt x="63" y="0"/>
                    <a:pt x="62" y="0"/>
                  </a:cubicBezTo>
                  <a:cubicBezTo>
                    <a:pt x="60" y="0"/>
                    <a:pt x="58" y="0"/>
                    <a:pt x="56" y="1"/>
                  </a:cubicBezTo>
                  <a:cubicBezTo>
                    <a:pt x="55" y="0"/>
                    <a:pt x="55" y="0"/>
                    <a:pt x="55" y="0"/>
                  </a:cubicBezTo>
                  <a:cubicBezTo>
                    <a:pt x="54" y="1"/>
                    <a:pt x="54" y="1"/>
                    <a:pt x="54" y="1"/>
                  </a:cubicBezTo>
                  <a:cubicBezTo>
                    <a:pt x="42" y="2"/>
                    <a:pt x="30" y="4"/>
                    <a:pt x="18" y="7"/>
                  </a:cubicBezTo>
                  <a:cubicBezTo>
                    <a:pt x="17" y="6"/>
                    <a:pt x="17" y="6"/>
                    <a:pt x="17" y="6"/>
                  </a:cubicBezTo>
                  <a:cubicBezTo>
                    <a:pt x="16" y="7"/>
                    <a:pt x="16" y="7"/>
                    <a:pt x="16" y="7"/>
                  </a:cubicBezTo>
                  <a:cubicBezTo>
                    <a:pt x="15" y="7"/>
                    <a:pt x="14" y="7"/>
                    <a:pt x="12" y="8"/>
                  </a:cubicBezTo>
                  <a:cubicBezTo>
                    <a:pt x="8" y="9"/>
                    <a:pt x="3" y="10"/>
                    <a:pt x="1" y="14"/>
                  </a:cubicBezTo>
                  <a:cubicBezTo>
                    <a:pt x="0" y="17"/>
                    <a:pt x="1" y="20"/>
                    <a:pt x="1" y="22"/>
                  </a:cubicBezTo>
                  <a:cubicBezTo>
                    <a:pt x="8" y="75"/>
                    <a:pt x="8" y="75"/>
                    <a:pt x="8" y="75"/>
                  </a:cubicBezTo>
                  <a:cubicBezTo>
                    <a:pt x="8" y="78"/>
                    <a:pt x="9" y="81"/>
                    <a:pt x="11" y="83"/>
                  </a:cubicBezTo>
                  <a:cubicBezTo>
                    <a:pt x="13" y="84"/>
                    <a:pt x="15" y="85"/>
                    <a:pt x="17" y="85"/>
                  </a:cubicBezTo>
                  <a:cubicBezTo>
                    <a:pt x="19" y="85"/>
                    <a:pt x="20" y="85"/>
                    <a:pt x="21" y="85"/>
                  </a:cubicBezTo>
                  <a:cubicBezTo>
                    <a:pt x="75" y="77"/>
                    <a:pt x="75" y="77"/>
                    <a:pt x="75" y="77"/>
                  </a:cubicBezTo>
                  <a:cubicBezTo>
                    <a:pt x="79" y="76"/>
                    <a:pt x="82" y="76"/>
                    <a:pt x="85" y="72"/>
                  </a:cubicBezTo>
                  <a:cubicBezTo>
                    <a:pt x="87" y="69"/>
                    <a:pt x="86" y="66"/>
                    <a:pt x="86" y="62"/>
                  </a:cubicBezTo>
                  <a:cubicBezTo>
                    <a:pt x="77" y="15"/>
                    <a:pt x="77" y="15"/>
                    <a:pt x="77" y="15"/>
                  </a:cubicBezTo>
                  <a:cubicBezTo>
                    <a:pt x="76" y="14"/>
                    <a:pt x="75" y="14"/>
                    <a:pt x="74" y="14"/>
                  </a:cubicBezTo>
                  <a:cubicBezTo>
                    <a:pt x="83" y="63"/>
                    <a:pt x="83" y="63"/>
                    <a:pt x="83" y="63"/>
                  </a:cubicBezTo>
                  <a:cubicBezTo>
                    <a:pt x="83" y="66"/>
                    <a:pt x="84" y="69"/>
                    <a:pt x="82" y="71"/>
                  </a:cubicBezTo>
                  <a:cubicBezTo>
                    <a:pt x="81" y="73"/>
                    <a:pt x="78" y="73"/>
                    <a:pt x="75" y="74"/>
                  </a:cubicBezTo>
                  <a:cubicBezTo>
                    <a:pt x="73" y="74"/>
                    <a:pt x="73" y="74"/>
                    <a:pt x="73" y="74"/>
                  </a:cubicBezTo>
                  <a:cubicBezTo>
                    <a:pt x="67" y="39"/>
                    <a:pt x="67" y="39"/>
                    <a:pt x="67" y="39"/>
                  </a:cubicBezTo>
                  <a:cubicBezTo>
                    <a:pt x="67" y="38"/>
                    <a:pt x="66" y="37"/>
                    <a:pt x="65" y="37"/>
                  </a:cubicBezTo>
                  <a:cubicBezTo>
                    <a:pt x="65" y="37"/>
                    <a:pt x="65" y="37"/>
                    <a:pt x="65" y="37"/>
                  </a:cubicBezTo>
                  <a:cubicBezTo>
                    <a:pt x="51" y="39"/>
                    <a:pt x="36" y="41"/>
                    <a:pt x="22" y="44"/>
                  </a:cubicBezTo>
                  <a:cubicBezTo>
                    <a:pt x="21" y="44"/>
                    <a:pt x="19" y="44"/>
                    <a:pt x="18" y="46"/>
                  </a:cubicBezTo>
                  <a:cubicBezTo>
                    <a:pt x="18" y="47"/>
                    <a:pt x="18" y="48"/>
                    <a:pt x="18" y="49"/>
                  </a:cubicBezTo>
                  <a:cubicBezTo>
                    <a:pt x="22" y="82"/>
                    <a:pt x="22" y="82"/>
                    <a:pt x="22" y="82"/>
                  </a:cubicBezTo>
                  <a:cubicBezTo>
                    <a:pt x="21" y="82"/>
                    <a:pt x="21" y="82"/>
                    <a:pt x="21" y="82"/>
                  </a:cubicBezTo>
                  <a:cubicBezTo>
                    <a:pt x="20" y="82"/>
                    <a:pt x="19" y="82"/>
                    <a:pt x="17" y="82"/>
                  </a:cubicBezTo>
                  <a:cubicBezTo>
                    <a:pt x="16" y="82"/>
                    <a:pt x="14" y="82"/>
                    <a:pt x="13" y="81"/>
                  </a:cubicBezTo>
                  <a:cubicBezTo>
                    <a:pt x="12" y="80"/>
                    <a:pt x="11" y="77"/>
                    <a:pt x="11" y="75"/>
                  </a:cubicBezTo>
                  <a:cubicBezTo>
                    <a:pt x="4" y="22"/>
                    <a:pt x="4" y="22"/>
                    <a:pt x="4" y="22"/>
                  </a:cubicBezTo>
                  <a:cubicBezTo>
                    <a:pt x="4" y="20"/>
                    <a:pt x="3" y="17"/>
                    <a:pt x="4" y="16"/>
                  </a:cubicBezTo>
                  <a:cubicBezTo>
                    <a:pt x="5" y="13"/>
                    <a:pt x="9" y="11"/>
                    <a:pt x="13" y="10"/>
                  </a:cubicBezTo>
                  <a:cubicBezTo>
                    <a:pt x="14" y="10"/>
                    <a:pt x="15" y="10"/>
                    <a:pt x="16" y="10"/>
                  </a:cubicBezTo>
                  <a:cubicBezTo>
                    <a:pt x="19" y="28"/>
                    <a:pt x="19" y="28"/>
                    <a:pt x="19" y="28"/>
                  </a:cubicBezTo>
                  <a:cubicBezTo>
                    <a:pt x="19" y="29"/>
                    <a:pt x="20" y="29"/>
                    <a:pt x="21" y="29"/>
                  </a:cubicBezTo>
                  <a:cubicBezTo>
                    <a:pt x="21" y="29"/>
                    <a:pt x="21" y="29"/>
                    <a:pt x="21" y="29"/>
                  </a:cubicBezTo>
                  <a:cubicBezTo>
                    <a:pt x="33" y="28"/>
                    <a:pt x="46" y="26"/>
                    <a:pt x="58" y="24"/>
                  </a:cubicBezTo>
                  <a:cubicBezTo>
                    <a:pt x="59" y="24"/>
                    <a:pt x="59" y="23"/>
                    <a:pt x="59" y="22"/>
                  </a:cubicBezTo>
                  <a:cubicBezTo>
                    <a:pt x="57" y="4"/>
                    <a:pt x="57" y="4"/>
                    <a:pt x="57" y="4"/>
                  </a:cubicBezTo>
                  <a:cubicBezTo>
                    <a:pt x="59" y="3"/>
                    <a:pt x="61" y="3"/>
                    <a:pt x="63" y="3"/>
                  </a:cubicBezTo>
                  <a:cubicBezTo>
                    <a:pt x="63" y="3"/>
                    <a:pt x="64" y="3"/>
                    <a:pt x="65" y="3"/>
                  </a:cubicBezTo>
                  <a:cubicBezTo>
                    <a:pt x="67" y="3"/>
                    <a:pt x="68" y="3"/>
                    <a:pt x="69" y="3"/>
                  </a:cubicBezTo>
                  <a:cubicBezTo>
                    <a:pt x="69" y="2"/>
                    <a:pt x="69" y="1"/>
                    <a:pt x="69" y="0"/>
                  </a:cubicBezTo>
                  <a:cubicBezTo>
                    <a:pt x="68" y="0"/>
                    <a:pt x="67"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A4174D1F-CDA5-4999-81B1-D902D8D22A8E}"/>
                </a:ext>
              </a:extLst>
            </p:cNvPr>
            <p:cNvSpPr>
              <a:spLocks noEditPoints="1"/>
            </p:cNvSpPr>
            <p:nvPr/>
          </p:nvSpPr>
          <p:spPr bwMode="auto">
            <a:xfrm>
              <a:off x="5005388" y="2216150"/>
              <a:ext cx="312738" cy="461963"/>
            </a:xfrm>
            <a:custGeom>
              <a:avLst/>
              <a:gdLst>
                <a:gd name="T0" fmla="*/ 55 w 78"/>
                <a:gd name="T1" fmla="*/ 97 h 115"/>
                <a:gd name="T2" fmla="*/ 62 w 78"/>
                <a:gd name="T3" fmla="*/ 97 h 115"/>
                <a:gd name="T4" fmla="*/ 47 w 78"/>
                <a:gd name="T5" fmla="*/ 90 h 115"/>
                <a:gd name="T6" fmla="*/ 50 w 78"/>
                <a:gd name="T7" fmla="*/ 94 h 115"/>
                <a:gd name="T8" fmla="*/ 47 w 78"/>
                <a:gd name="T9" fmla="*/ 90 h 115"/>
                <a:gd name="T10" fmla="*/ 49 w 78"/>
                <a:gd name="T11" fmla="*/ 87 h 115"/>
                <a:gd name="T12" fmla="*/ 50 w 78"/>
                <a:gd name="T13" fmla="*/ 87 h 115"/>
                <a:gd name="T14" fmla="*/ 64 w 78"/>
                <a:gd name="T15" fmla="*/ 90 h 115"/>
                <a:gd name="T16" fmla="*/ 70 w 78"/>
                <a:gd name="T17" fmla="*/ 90 h 115"/>
                <a:gd name="T18" fmla="*/ 58 w 78"/>
                <a:gd name="T19" fmla="*/ 80 h 115"/>
                <a:gd name="T20" fmla="*/ 58 w 78"/>
                <a:gd name="T21" fmla="*/ 87 h 115"/>
                <a:gd name="T22" fmla="*/ 58 w 78"/>
                <a:gd name="T23" fmla="*/ 80 h 115"/>
                <a:gd name="T24" fmla="*/ 22 w 78"/>
                <a:gd name="T25" fmla="*/ 76 h 115"/>
                <a:gd name="T26" fmla="*/ 21 w 78"/>
                <a:gd name="T27" fmla="*/ 89 h 115"/>
                <a:gd name="T28" fmla="*/ 8 w 78"/>
                <a:gd name="T29" fmla="*/ 90 h 115"/>
                <a:gd name="T30" fmla="*/ 21 w 78"/>
                <a:gd name="T31" fmla="*/ 92 h 115"/>
                <a:gd name="T32" fmla="*/ 23 w 78"/>
                <a:gd name="T33" fmla="*/ 104 h 115"/>
                <a:gd name="T34" fmla="*/ 25 w 78"/>
                <a:gd name="T35" fmla="*/ 103 h 115"/>
                <a:gd name="T36" fmla="*/ 37 w 78"/>
                <a:gd name="T37" fmla="*/ 92 h 115"/>
                <a:gd name="T38" fmla="*/ 38 w 78"/>
                <a:gd name="T39" fmla="*/ 90 h 115"/>
                <a:gd name="T40" fmla="*/ 24 w 78"/>
                <a:gd name="T41" fmla="*/ 89 h 115"/>
                <a:gd name="T42" fmla="*/ 22 w 78"/>
                <a:gd name="T43" fmla="*/ 76 h 115"/>
                <a:gd name="T44" fmla="*/ 72 w 78"/>
                <a:gd name="T45" fmla="*/ 70 h 115"/>
                <a:gd name="T46" fmla="*/ 75 w 78"/>
                <a:gd name="T47" fmla="*/ 92 h 115"/>
                <a:gd name="T48" fmla="*/ 78 w 78"/>
                <a:gd name="T49" fmla="*/ 65 h 115"/>
                <a:gd name="T50" fmla="*/ 16 w 78"/>
                <a:gd name="T51" fmla="*/ 1 h 115"/>
                <a:gd name="T52" fmla="*/ 1 w 78"/>
                <a:gd name="T53" fmla="*/ 16 h 115"/>
                <a:gd name="T54" fmla="*/ 0 w 78"/>
                <a:gd name="T55" fmla="*/ 68 h 115"/>
                <a:gd name="T56" fmla="*/ 2 w 78"/>
                <a:gd name="T57" fmla="*/ 98 h 115"/>
                <a:gd name="T58" fmla="*/ 2 w 78"/>
                <a:gd name="T59" fmla="*/ 102 h 115"/>
                <a:gd name="T60" fmla="*/ 7 w 78"/>
                <a:gd name="T61" fmla="*/ 112 h 115"/>
                <a:gd name="T62" fmla="*/ 13 w 78"/>
                <a:gd name="T63" fmla="*/ 113 h 115"/>
                <a:gd name="T64" fmla="*/ 63 w 78"/>
                <a:gd name="T65" fmla="*/ 114 h 115"/>
                <a:gd name="T66" fmla="*/ 78 w 78"/>
                <a:gd name="T67" fmla="*/ 98 h 115"/>
                <a:gd name="T68" fmla="*/ 75 w 78"/>
                <a:gd name="T69" fmla="*/ 95 h 115"/>
                <a:gd name="T70" fmla="*/ 72 w 78"/>
                <a:gd name="T71" fmla="*/ 108 h 115"/>
                <a:gd name="T72" fmla="*/ 49 w 78"/>
                <a:gd name="T73" fmla="*/ 111 h 115"/>
                <a:gd name="T74" fmla="*/ 10 w 78"/>
                <a:gd name="T75" fmla="*/ 109 h 115"/>
                <a:gd name="T76" fmla="*/ 5 w 78"/>
                <a:gd name="T77" fmla="*/ 101 h 115"/>
                <a:gd name="T78" fmla="*/ 5 w 78"/>
                <a:gd name="T79" fmla="*/ 70 h 115"/>
                <a:gd name="T80" fmla="*/ 71 w 78"/>
                <a:gd name="T81" fmla="*/ 66 h 115"/>
                <a:gd name="T82" fmla="*/ 5 w 78"/>
                <a:gd name="T83" fmla="*/ 16 h 115"/>
                <a:gd name="T84" fmla="*/ 16 w 78"/>
                <a:gd name="T85" fmla="*/ 5 h 115"/>
                <a:gd name="T86" fmla="*/ 58 w 78"/>
                <a:gd name="T87" fmla="*/ 4 h 115"/>
                <a:gd name="T88" fmla="*/ 75 w 78"/>
                <a:gd name="T89" fmla="*/ 23 h 115"/>
                <a:gd name="T90" fmla="*/ 78 w 78"/>
                <a:gd name="T91" fmla="*/ 61 h 115"/>
                <a:gd name="T92" fmla="*/ 72 w 78"/>
                <a:gd name="T93" fmla="*/ 3 h 115"/>
                <a:gd name="T94" fmla="*/ 54 w 78"/>
                <a:gd name="T9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 h="115">
                  <a:moveTo>
                    <a:pt x="58" y="94"/>
                  </a:moveTo>
                  <a:cubicBezTo>
                    <a:pt x="57" y="94"/>
                    <a:pt x="55" y="95"/>
                    <a:pt x="55" y="97"/>
                  </a:cubicBezTo>
                  <a:cubicBezTo>
                    <a:pt x="55" y="99"/>
                    <a:pt x="57" y="100"/>
                    <a:pt x="58" y="100"/>
                  </a:cubicBezTo>
                  <a:cubicBezTo>
                    <a:pt x="60" y="100"/>
                    <a:pt x="62" y="99"/>
                    <a:pt x="62" y="97"/>
                  </a:cubicBezTo>
                  <a:cubicBezTo>
                    <a:pt x="62" y="95"/>
                    <a:pt x="60" y="94"/>
                    <a:pt x="58" y="94"/>
                  </a:cubicBezTo>
                  <a:moveTo>
                    <a:pt x="47" y="90"/>
                  </a:moveTo>
                  <a:cubicBezTo>
                    <a:pt x="47" y="90"/>
                    <a:pt x="47" y="90"/>
                    <a:pt x="47" y="90"/>
                  </a:cubicBezTo>
                  <a:cubicBezTo>
                    <a:pt x="47" y="92"/>
                    <a:pt x="48" y="94"/>
                    <a:pt x="50" y="94"/>
                  </a:cubicBezTo>
                  <a:cubicBezTo>
                    <a:pt x="51" y="94"/>
                    <a:pt x="52" y="93"/>
                    <a:pt x="53" y="91"/>
                  </a:cubicBezTo>
                  <a:cubicBezTo>
                    <a:pt x="51" y="91"/>
                    <a:pt x="49" y="91"/>
                    <a:pt x="47" y="90"/>
                  </a:cubicBezTo>
                  <a:moveTo>
                    <a:pt x="50" y="87"/>
                  </a:moveTo>
                  <a:cubicBezTo>
                    <a:pt x="50" y="87"/>
                    <a:pt x="50" y="87"/>
                    <a:pt x="49" y="87"/>
                  </a:cubicBezTo>
                  <a:cubicBezTo>
                    <a:pt x="50" y="87"/>
                    <a:pt x="51" y="87"/>
                    <a:pt x="51" y="87"/>
                  </a:cubicBezTo>
                  <a:cubicBezTo>
                    <a:pt x="51" y="87"/>
                    <a:pt x="50" y="87"/>
                    <a:pt x="50" y="87"/>
                  </a:cubicBezTo>
                  <a:moveTo>
                    <a:pt x="67" y="87"/>
                  </a:moveTo>
                  <a:cubicBezTo>
                    <a:pt x="66" y="87"/>
                    <a:pt x="64" y="88"/>
                    <a:pt x="64" y="90"/>
                  </a:cubicBezTo>
                  <a:cubicBezTo>
                    <a:pt x="66" y="90"/>
                    <a:pt x="68" y="90"/>
                    <a:pt x="70" y="91"/>
                  </a:cubicBezTo>
                  <a:cubicBezTo>
                    <a:pt x="70" y="91"/>
                    <a:pt x="70" y="90"/>
                    <a:pt x="70" y="90"/>
                  </a:cubicBezTo>
                  <a:cubicBezTo>
                    <a:pt x="70" y="88"/>
                    <a:pt x="69" y="87"/>
                    <a:pt x="67" y="87"/>
                  </a:cubicBezTo>
                  <a:moveTo>
                    <a:pt x="58" y="80"/>
                  </a:moveTo>
                  <a:cubicBezTo>
                    <a:pt x="57" y="80"/>
                    <a:pt x="55" y="82"/>
                    <a:pt x="55" y="84"/>
                  </a:cubicBezTo>
                  <a:cubicBezTo>
                    <a:pt x="55" y="86"/>
                    <a:pt x="57" y="87"/>
                    <a:pt x="58" y="87"/>
                  </a:cubicBezTo>
                  <a:cubicBezTo>
                    <a:pt x="60" y="87"/>
                    <a:pt x="62" y="86"/>
                    <a:pt x="62" y="84"/>
                  </a:cubicBezTo>
                  <a:cubicBezTo>
                    <a:pt x="62" y="82"/>
                    <a:pt x="60" y="80"/>
                    <a:pt x="58" y="80"/>
                  </a:cubicBezTo>
                  <a:moveTo>
                    <a:pt x="22" y="76"/>
                  </a:moveTo>
                  <a:cubicBezTo>
                    <a:pt x="22" y="76"/>
                    <a:pt x="22" y="76"/>
                    <a:pt x="22" y="76"/>
                  </a:cubicBezTo>
                  <a:cubicBezTo>
                    <a:pt x="21" y="76"/>
                    <a:pt x="21" y="77"/>
                    <a:pt x="21" y="78"/>
                  </a:cubicBezTo>
                  <a:cubicBezTo>
                    <a:pt x="21" y="89"/>
                    <a:pt x="21" y="89"/>
                    <a:pt x="21" y="89"/>
                  </a:cubicBezTo>
                  <a:cubicBezTo>
                    <a:pt x="9" y="89"/>
                    <a:pt x="9" y="89"/>
                    <a:pt x="9" y="89"/>
                  </a:cubicBezTo>
                  <a:cubicBezTo>
                    <a:pt x="8" y="89"/>
                    <a:pt x="8" y="89"/>
                    <a:pt x="8" y="90"/>
                  </a:cubicBezTo>
                  <a:cubicBezTo>
                    <a:pt x="8" y="91"/>
                    <a:pt x="8" y="92"/>
                    <a:pt x="9" y="92"/>
                  </a:cubicBezTo>
                  <a:cubicBezTo>
                    <a:pt x="21" y="92"/>
                    <a:pt x="21" y="92"/>
                    <a:pt x="21" y="92"/>
                  </a:cubicBezTo>
                  <a:cubicBezTo>
                    <a:pt x="22" y="103"/>
                    <a:pt x="22" y="103"/>
                    <a:pt x="22" y="103"/>
                  </a:cubicBezTo>
                  <a:cubicBezTo>
                    <a:pt x="22" y="103"/>
                    <a:pt x="23" y="104"/>
                    <a:pt x="23" y="104"/>
                  </a:cubicBezTo>
                  <a:cubicBezTo>
                    <a:pt x="23" y="104"/>
                    <a:pt x="23" y="104"/>
                    <a:pt x="23" y="104"/>
                  </a:cubicBezTo>
                  <a:cubicBezTo>
                    <a:pt x="24" y="104"/>
                    <a:pt x="25" y="103"/>
                    <a:pt x="25" y="103"/>
                  </a:cubicBezTo>
                  <a:cubicBezTo>
                    <a:pt x="24" y="92"/>
                    <a:pt x="24" y="92"/>
                    <a:pt x="24" y="92"/>
                  </a:cubicBezTo>
                  <a:cubicBezTo>
                    <a:pt x="37" y="92"/>
                    <a:pt x="37" y="92"/>
                    <a:pt x="37" y="92"/>
                  </a:cubicBezTo>
                  <a:cubicBezTo>
                    <a:pt x="37" y="92"/>
                    <a:pt x="37" y="92"/>
                    <a:pt x="37" y="92"/>
                  </a:cubicBezTo>
                  <a:cubicBezTo>
                    <a:pt x="38" y="92"/>
                    <a:pt x="38" y="91"/>
                    <a:pt x="38" y="90"/>
                  </a:cubicBezTo>
                  <a:cubicBezTo>
                    <a:pt x="38" y="89"/>
                    <a:pt x="38" y="89"/>
                    <a:pt x="37" y="89"/>
                  </a:cubicBezTo>
                  <a:cubicBezTo>
                    <a:pt x="24" y="89"/>
                    <a:pt x="24" y="89"/>
                    <a:pt x="24" y="89"/>
                  </a:cubicBezTo>
                  <a:cubicBezTo>
                    <a:pt x="24" y="78"/>
                    <a:pt x="24" y="78"/>
                    <a:pt x="24" y="78"/>
                  </a:cubicBezTo>
                  <a:cubicBezTo>
                    <a:pt x="24" y="77"/>
                    <a:pt x="23" y="76"/>
                    <a:pt x="22" y="76"/>
                  </a:cubicBezTo>
                  <a:moveTo>
                    <a:pt x="78" y="65"/>
                  </a:moveTo>
                  <a:cubicBezTo>
                    <a:pt x="72" y="70"/>
                    <a:pt x="72" y="70"/>
                    <a:pt x="72" y="70"/>
                  </a:cubicBezTo>
                  <a:cubicBezTo>
                    <a:pt x="75" y="70"/>
                    <a:pt x="75" y="70"/>
                    <a:pt x="75" y="70"/>
                  </a:cubicBezTo>
                  <a:cubicBezTo>
                    <a:pt x="75" y="92"/>
                    <a:pt x="75" y="92"/>
                    <a:pt x="75" y="92"/>
                  </a:cubicBezTo>
                  <a:cubicBezTo>
                    <a:pt x="76" y="92"/>
                    <a:pt x="77" y="92"/>
                    <a:pt x="78" y="92"/>
                  </a:cubicBezTo>
                  <a:cubicBezTo>
                    <a:pt x="78" y="65"/>
                    <a:pt x="78" y="65"/>
                    <a:pt x="78" y="65"/>
                  </a:cubicBezTo>
                  <a:moveTo>
                    <a:pt x="54" y="0"/>
                  </a:moveTo>
                  <a:cubicBezTo>
                    <a:pt x="42" y="0"/>
                    <a:pt x="29" y="0"/>
                    <a:pt x="16" y="1"/>
                  </a:cubicBezTo>
                  <a:cubicBezTo>
                    <a:pt x="12" y="1"/>
                    <a:pt x="7" y="2"/>
                    <a:pt x="4" y="5"/>
                  </a:cubicBezTo>
                  <a:cubicBezTo>
                    <a:pt x="2" y="8"/>
                    <a:pt x="1" y="12"/>
                    <a:pt x="1" y="16"/>
                  </a:cubicBezTo>
                  <a:cubicBezTo>
                    <a:pt x="1" y="33"/>
                    <a:pt x="1" y="50"/>
                    <a:pt x="1" y="67"/>
                  </a:cubicBezTo>
                  <a:cubicBezTo>
                    <a:pt x="1" y="67"/>
                    <a:pt x="0" y="67"/>
                    <a:pt x="0" y="68"/>
                  </a:cubicBezTo>
                  <a:cubicBezTo>
                    <a:pt x="0" y="68"/>
                    <a:pt x="1" y="69"/>
                    <a:pt x="1" y="69"/>
                  </a:cubicBezTo>
                  <a:cubicBezTo>
                    <a:pt x="1" y="79"/>
                    <a:pt x="1" y="89"/>
                    <a:pt x="2" y="98"/>
                  </a:cubicBezTo>
                  <a:cubicBezTo>
                    <a:pt x="2" y="99"/>
                    <a:pt x="2" y="100"/>
                    <a:pt x="2" y="101"/>
                  </a:cubicBezTo>
                  <a:cubicBezTo>
                    <a:pt x="2" y="101"/>
                    <a:pt x="2" y="101"/>
                    <a:pt x="2" y="102"/>
                  </a:cubicBezTo>
                  <a:cubicBezTo>
                    <a:pt x="2" y="104"/>
                    <a:pt x="2" y="107"/>
                    <a:pt x="4" y="110"/>
                  </a:cubicBezTo>
                  <a:cubicBezTo>
                    <a:pt x="5" y="111"/>
                    <a:pt x="6" y="111"/>
                    <a:pt x="7" y="112"/>
                  </a:cubicBezTo>
                  <a:cubicBezTo>
                    <a:pt x="8" y="112"/>
                    <a:pt x="9" y="112"/>
                    <a:pt x="10" y="113"/>
                  </a:cubicBezTo>
                  <a:cubicBezTo>
                    <a:pt x="11" y="113"/>
                    <a:pt x="12" y="113"/>
                    <a:pt x="13" y="113"/>
                  </a:cubicBezTo>
                  <a:cubicBezTo>
                    <a:pt x="25" y="114"/>
                    <a:pt x="37" y="115"/>
                    <a:pt x="49" y="115"/>
                  </a:cubicBezTo>
                  <a:cubicBezTo>
                    <a:pt x="54" y="115"/>
                    <a:pt x="59" y="114"/>
                    <a:pt x="63" y="114"/>
                  </a:cubicBezTo>
                  <a:cubicBezTo>
                    <a:pt x="67" y="114"/>
                    <a:pt x="72" y="114"/>
                    <a:pt x="75" y="111"/>
                  </a:cubicBezTo>
                  <a:cubicBezTo>
                    <a:pt x="78" y="108"/>
                    <a:pt x="78" y="103"/>
                    <a:pt x="78" y="98"/>
                  </a:cubicBezTo>
                  <a:cubicBezTo>
                    <a:pt x="78" y="96"/>
                    <a:pt x="78" y="96"/>
                    <a:pt x="78" y="96"/>
                  </a:cubicBezTo>
                  <a:cubicBezTo>
                    <a:pt x="77" y="96"/>
                    <a:pt x="76" y="96"/>
                    <a:pt x="75" y="95"/>
                  </a:cubicBezTo>
                  <a:cubicBezTo>
                    <a:pt x="75" y="98"/>
                    <a:pt x="75" y="98"/>
                    <a:pt x="75" y="98"/>
                  </a:cubicBezTo>
                  <a:cubicBezTo>
                    <a:pt x="75" y="102"/>
                    <a:pt x="74" y="106"/>
                    <a:pt x="72" y="108"/>
                  </a:cubicBezTo>
                  <a:cubicBezTo>
                    <a:pt x="70" y="110"/>
                    <a:pt x="67" y="110"/>
                    <a:pt x="63" y="111"/>
                  </a:cubicBezTo>
                  <a:cubicBezTo>
                    <a:pt x="59" y="111"/>
                    <a:pt x="54" y="111"/>
                    <a:pt x="49" y="111"/>
                  </a:cubicBezTo>
                  <a:cubicBezTo>
                    <a:pt x="37" y="111"/>
                    <a:pt x="25" y="110"/>
                    <a:pt x="13" y="109"/>
                  </a:cubicBezTo>
                  <a:cubicBezTo>
                    <a:pt x="12" y="109"/>
                    <a:pt x="11" y="109"/>
                    <a:pt x="10" y="109"/>
                  </a:cubicBezTo>
                  <a:cubicBezTo>
                    <a:pt x="9" y="108"/>
                    <a:pt x="8" y="108"/>
                    <a:pt x="7" y="107"/>
                  </a:cubicBezTo>
                  <a:cubicBezTo>
                    <a:pt x="6" y="106"/>
                    <a:pt x="6" y="104"/>
                    <a:pt x="5" y="101"/>
                  </a:cubicBezTo>
                  <a:cubicBezTo>
                    <a:pt x="5" y="101"/>
                    <a:pt x="5" y="100"/>
                    <a:pt x="5" y="100"/>
                  </a:cubicBezTo>
                  <a:cubicBezTo>
                    <a:pt x="5" y="90"/>
                    <a:pt x="5" y="80"/>
                    <a:pt x="5" y="70"/>
                  </a:cubicBezTo>
                  <a:cubicBezTo>
                    <a:pt x="65" y="70"/>
                    <a:pt x="65" y="70"/>
                    <a:pt x="65" y="70"/>
                  </a:cubicBezTo>
                  <a:cubicBezTo>
                    <a:pt x="71" y="66"/>
                    <a:pt x="71" y="66"/>
                    <a:pt x="71" y="66"/>
                  </a:cubicBezTo>
                  <a:cubicBezTo>
                    <a:pt x="5" y="66"/>
                    <a:pt x="5" y="66"/>
                    <a:pt x="5" y="66"/>
                  </a:cubicBezTo>
                  <a:cubicBezTo>
                    <a:pt x="4" y="49"/>
                    <a:pt x="5" y="33"/>
                    <a:pt x="5" y="16"/>
                  </a:cubicBezTo>
                  <a:cubicBezTo>
                    <a:pt x="5" y="13"/>
                    <a:pt x="5" y="10"/>
                    <a:pt x="7" y="8"/>
                  </a:cubicBezTo>
                  <a:cubicBezTo>
                    <a:pt x="9" y="6"/>
                    <a:pt x="13" y="5"/>
                    <a:pt x="16" y="5"/>
                  </a:cubicBezTo>
                  <a:cubicBezTo>
                    <a:pt x="29" y="4"/>
                    <a:pt x="42" y="4"/>
                    <a:pt x="54" y="4"/>
                  </a:cubicBezTo>
                  <a:cubicBezTo>
                    <a:pt x="58" y="4"/>
                    <a:pt x="58" y="4"/>
                    <a:pt x="58" y="4"/>
                  </a:cubicBezTo>
                  <a:cubicBezTo>
                    <a:pt x="62" y="4"/>
                    <a:pt x="67" y="4"/>
                    <a:pt x="70" y="6"/>
                  </a:cubicBezTo>
                  <a:cubicBezTo>
                    <a:pt x="74" y="10"/>
                    <a:pt x="75" y="17"/>
                    <a:pt x="75" y="23"/>
                  </a:cubicBezTo>
                  <a:cubicBezTo>
                    <a:pt x="75" y="63"/>
                    <a:pt x="75" y="63"/>
                    <a:pt x="75" y="63"/>
                  </a:cubicBezTo>
                  <a:cubicBezTo>
                    <a:pt x="78" y="61"/>
                    <a:pt x="78" y="61"/>
                    <a:pt x="78" y="61"/>
                  </a:cubicBezTo>
                  <a:cubicBezTo>
                    <a:pt x="78" y="23"/>
                    <a:pt x="78" y="23"/>
                    <a:pt x="78" y="23"/>
                  </a:cubicBezTo>
                  <a:cubicBezTo>
                    <a:pt x="78" y="15"/>
                    <a:pt x="78" y="8"/>
                    <a:pt x="72" y="3"/>
                  </a:cubicBezTo>
                  <a:cubicBezTo>
                    <a:pt x="68" y="0"/>
                    <a:pt x="63" y="0"/>
                    <a:pt x="58" y="0"/>
                  </a:cubicBezTo>
                  <a:cubicBezTo>
                    <a:pt x="54" y="0"/>
                    <a:pt x="54"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D90A6074-8230-4E8E-AC05-9CAD285BDF27}"/>
                </a:ext>
              </a:extLst>
            </p:cNvPr>
            <p:cNvSpPr>
              <a:spLocks noEditPoints="1"/>
            </p:cNvSpPr>
            <p:nvPr/>
          </p:nvSpPr>
          <p:spPr bwMode="auto">
            <a:xfrm>
              <a:off x="5162550" y="2139950"/>
              <a:ext cx="790575" cy="574675"/>
            </a:xfrm>
            <a:custGeom>
              <a:avLst/>
              <a:gdLst>
                <a:gd name="T0" fmla="*/ 90 w 197"/>
                <a:gd name="T1" fmla="*/ 79 h 143"/>
                <a:gd name="T2" fmla="*/ 56 w 197"/>
                <a:gd name="T3" fmla="*/ 69 h 143"/>
                <a:gd name="T4" fmla="*/ 67 w 197"/>
                <a:gd name="T5" fmla="*/ 16 h 143"/>
                <a:gd name="T6" fmla="*/ 152 w 197"/>
                <a:gd name="T7" fmla="*/ 88 h 143"/>
                <a:gd name="T8" fmla="*/ 53 w 197"/>
                <a:gd name="T9" fmla="*/ 64 h 143"/>
                <a:gd name="T10" fmla="*/ 59 w 197"/>
                <a:gd name="T11" fmla="*/ 76 h 143"/>
                <a:gd name="T12" fmla="*/ 155 w 197"/>
                <a:gd name="T13" fmla="*/ 92 h 143"/>
                <a:gd name="T14" fmla="*/ 165 w 197"/>
                <a:gd name="T15" fmla="*/ 32 h 143"/>
                <a:gd name="T16" fmla="*/ 164 w 197"/>
                <a:gd name="T17" fmla="*/ 30 h 143"/>
                <a:gd name="T18" fmla="*/ 64 w 197"/>
                <a:gd name="T19" fmla="*/ 12 h 143"/>
                <a:gd name="T20" fmla="*/ 74 w 197"/>
                <a:gd name="T21" fmla="*/ 118 h 143"/>
                <a:gd name="T22" fmla="*/ 81 w 197"/>
                <a:gd name="T23" fmla="*/ 111 h 143"/>
                <a:gd name="T24" fmla="*/ 88 w 197"/>
                <a:gd name="T25" fmla="*/ 110 h 143"/>
                <a:gd name="T26" fmla="*/ 116 w 197"/>
                <a:gd name="T27" fmla="*/ 116 h 143"/>
                <a:gd name="T28" fmla="*/ 39 w 197"/>
                <a:gd name="T29" fmla="*/ 84 h 143"/>
                <a:gd name="T30" fmla="*/ 162 w 197"/>
                <a:gd name="T31" fmla="*/ 105 h 143"/>
                <a:gd name="T32" fmla="*/ 188 w 197"/>
                <a:gd name="T33" fmla="*/ 138 h 143"/>
                <a:gd name="T34" fmla="*/ 118 w 197"/>
                <a:gd name="T35" fmla="*/ 113 h 143"/>
                <a:gd name="T36" fmla="*/ 88 w 197"/>
                <a:gd name="T37" fmla="*/ 107 h 143"/>
                <a:gd name="T38" fmla="*/ 80 w 197"/>
                <a:gd name="T39" fmla="*/ 107 h 143"/>
                <a:gd name="T40" fmla="*/ 71 w 197"/>
                <a:gd name="T41" fmla="*/ 115 h 143"/>
                <a:gd name="T42" fmla="*/ 39 w 197"/>
                <a:gd name="T43" fmla="*/ 111 h 143"/>
                <a:gd name="T44" fmla="*/ 31 w 197"/>
                <a:gd name="T45" fmla="*/ 110 h 143"/>
                <a:gd name="T46" fmla="*/ 12 w 197"/>
                <a:gd name="T47" fmla="*/ 106 h 143"/>
                <a:gd name="T48" fmla="*/ 7 w 197"/>
                <a:gd name="T49" fmla="*/ 105 h 143"/>
                <a:gd name="T50" fmla="*/ 39 w 197"/>
                <a:gd name="T51" fmla="*/ 84 h 143"/>
                <a:gd name="T52" fmla="*/ 44 w 197"/>
                <a:gd name="T53" fmla="*/ 79 h 143"/>
                <a:gd name="T54" fmla="*/ 170 w 197"/>
                <a:gd name="T55" fmla="*/ 23 h 143"/>
                <a:gd name="T56" fmla="*/ 175 w 197"/>
                <a:gd name="T57" fmla="*/ 33 h 143"/>
                <a:gd name="T58" fmla="*/ 56 w 197"/>
                <a:gd name="T59" fmla="*/ 0 h 143"/>
                <a:gd name="T60" fmla="*/ 39 w 197"/>
                <a:gd name="T61" fmla="*/ 80 h 143"/>
                <a:gd name="T62" fmla="*/ 32 w 197"/>
                <a:gd name="T63" fmla="*/ 85 h 143"/>
                <a:gd name="T64" fmla="*/ 2 w 197"/>
                <a:gd name="T65" fmla="*/ 105 h 143"/>
                <a:gd name="T66" fmla="*/ 1 w 197"/>
                <a:gd name="T67" fmla="*/ 105 h 143"/>
                <a:gd name="T68" fmla="*/ 2 w 197"/>
                <a:gd name="T69" fmla="*/ 108 h 143"/>
                <a:gd name="T70" fmla="*/ 8 w 197"/>
                <a:gd name="T71" fmla="*/ 109 h 143"/>
                <a:gd name="T72" fmla="*/ 36 w 197"/>
                <a:gd name="T73" fmla="*/ 114 h 143"/>
                <a:gd name="T74" fmla="*/ 192 w 197"/>
                <a:gd name="T75" fmla="*/ 142 h 143"/>
                <a:gd name="T76" fmla="*/ 166 w 197"/>
                <a:gd name="T77" fmla="*/ 104 h 143"/>
                <a:gd name="T78" fmla="*/ 179 w 197"/>
                <a:gd name="T79" fmla="*/ 26 h 143"/>
                <a:gd name="T80" fmla="*/ 174 w 197"/>
                <a:gd name="T81" fmla="*/ 20 h 143"/>
                <a:gd name="T82" fmla="*/ 56 w 197"/>
                <a:gd name="T8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7" h="143">
                  <a:moveTo>
                    <a:pt x="152" y="88"/>
                  </a:moveTo>
                  <a:cubicBezTo>
                    <a:pt x="90" y="79"/>
                    <a:pt x="90" y="79"/>
                    <a:pt x="90" y="79"/>
                  </a:cubicBezTo>
                  <a:cubicBezTo>
                    <a:pt x="80" y="78"/>
                    <a:pt x="70" y="76"/>
                    <a:pt x="60" y="72"/>
                  </a:cubicBezTo>
                  <a:cubicBezTo>
                    <a:pt x="59" y="71"/>
                    <a:pt x="57" y="71"/>
                    <a:pt x="56" y="69"/>
                  </a:cubicBezTo>
                  <a:cubicBezTo>
                    <a:pt x="56" y="68"/>
                    <a:pt x="56" y="66"/>
                    <a:pt x="56" y="64"/>
                  </a:cubicBezTo>
                  <a:cubicBezTo>
                    <a:pt x="67" y="16"/>
                    <a:pt x="67" y="16"/>
                    <a:pt x="67" y="16"/>
                  </a:cubicBezTo>
                  <a:cubicBezTo>
                    <a:pt x="98" y="20"/>
                    <a:pt x="130" y="26"/>
                    <a:pt x="161" y="33"/>
                  </a:cubicBezTo>
                  <a:cubicBezTo>
                    <a:pt x="157" y="51"/>
                    <a:pt x="154" y="69"/>
                    <a:pt x="152" y="88"/>
                  </a:cubicBezTo>
                  <a:moveTo>
                    <a:pt x="64" y="12"/>
                  </a:moveTo>
                  <a:cubicBezTo>
                    <a:pt x="53" y="64"/>
                    <a:pt x="53" y="64"/>
                    <a:pt x="53" y="64"/>
                  </a:cubicBezTo>
                  <a:cubicBezTo>
                    <a:pt x="52" y="66"/>
                    <a:pt x="52" y="68"/>
                    <a:pt x="53" y="71"/>
                  </a:cubicBezTo>
                  <a:cubicBezTo>
                    <a:pt x="54" y="73"/>
                    <a:pt x="57" y="75"/>
                    <a:pt x="59" y="76"/>
                  </a:cubicBezTo>
                  <a:cubicBezTo>
                    <a:pt x="69" y="80"/>
                    <a:pt x="79" y="81"/>
                    <a:pt x="90" y="83"/>
                  </a:cubicBezTo>
                  <a:cubicBezTo>
                    <a:pt x="155" y="92"/>
                    <a:pt x="155" y="92"/>
                    <a:pt x="155" y="92"/>
                  </a:cubicBezTo>
                  <a:cubicBezTo>
                    <a:pt x="155" y="90"/>
                    <a:pt x="155" y="90"/>
                    <a:pt x="155" y="90"/>
                  </a:cubicBezTo>
                  <a:cubicBezTo>
                    <a:pt x="157" y="71"/>
                    <a:pt x="161" y="51"/>
                    <a:pt x="165" y="32"/>
                  </a:cubicBezTo>
                  <a:cubicBezTo>
                    <a:pt x="166" y="30"/>
                    <a:pt x="166" y="30"/>
                    <a:pt x="166" y="30"/>
                  </a:cubicBezTo>
                  <a:cubicBezTo>
                    <a:pt x="164" y="30"/>
                    <a:pt x="164" y="30"/>
                    <a:pt x="164" y="30"/>
                  </a:cubicBezTo>
                  <a:cubicBezTo>
                    <a:pt x="131" y="22"/>
                    <a:pt x="98" y="16"/>
                    <a:pt x="65" y="12"/>
                  </a:cubicBezTo>
                  <a:cubicBezTo>
                    <a:pt x="64" y="12"/>
                    <a:pt x="64" y="12"/>
                    <a:pt x="64" y="12"/>
                  </a:cubicBezTo>
                  <a:moveTo>
                    <a:pt x="120" y="126"/>
                  </a:moveTo>
                  <a:cubicBezTo>
                    <a:pt x="105" y="123"/>
                    <a:pt x="89" y="120"/>
                    <a:pt x="74" y="118"/>
                  </a:cubicBezTo>
                  <a:cubicBezTo>
                    <a:pt x="75" y="117"/>
                    <a:pt x="77" y="115"/>
                    <a:pt x="78" y="114"/>
                  </a:cubicBezTo>
                  <a:cubicBezTo>
                    <a:pt x="79" y="112"/>
                    <a:pt x="80" y="111"/>
                    <a:pt x="81" y="111"/>
                  </a:cubicBezTo>
                  <a:cubicBezTo>
                    <a:pt x="82" y="110"/>
                    <a:pt x="83" y="110"/>
                    <a:pt x="84" y="110"/>
                  </a:cubicBezTo>
                  <a:cubicBezTo>
                    <a:pt x="86" y="110"/>
                    <a:pt x="87" y="110"/>
                    <a:pt x="88" y="110"/>
                  </a:cubicBezTo>
                  <a:cubicBezTo>
                    <a:pt x="107" y="113"/>
                    <a:pt x="107" y="113"/>
                    <a:pt x="107" y="113"/>
                  </a:cubicBezTo>
                  <a:cubicBezTo>
                    <a:pt x="110" y="114"/>
                    <a:pt x="113" y="114"/>
                    <a:pt x="116" y="116"/>
                  </a:cubicBezTo>
                  <a:cubicBezTo>
                    <a:pt x="118" y="118"/>
                    <a:pt x="120" y="122"/>
                    <a:pt x="120" y="126"/>
                  </a:cubicBezTo>
                  <a:moveTo>
                    <a:pt x="39" y="84"/>
                  </a:moveTo>
                  <a:cubicBezTo>
                    <a:pt x="42" y="82"/>
                    <a:pt x="42" y="82"/>
                    <a:pt x="42" y="82"/>
                  </a:cubicBezTo>
                  <a:cubicBezTo>
                    <a:pt x="162" y="105"/>
                    <a:pt x="162" y="105"/>
                    <a:pt x="162" y="105"/>
                  </a:cubicBezTo>
                  <a:cubicBezTo>
                    <a:pt x="162" y="105"/>
                    <a:pt x="162" y="105"/>
                    <a:pt x="162" y="105"/>
                  </a:cubicBezTo>
                  <a:cubicBezTo>
                    <a:pt x="188" y="138"/>
                    <a:pt x="188" y="138"/>
                    <a:pt x="188" y="138"/>
                  </a:cubicBezTo>
                  <a:cubicBezTo>
                    <a:pt x="167" y="134"/>
                    <a:pt x="146" y="130"/>
                    <a:pt x="124" y="127"/>
                  </a:cubicBezTo>
                  <a:cubicBezTo>
                    <a:pt x="123" y="121"/>
                    <a:pt x="122" y="117"/>
                    <a:pt x="118" y="113"/>
                  </a:cubicBezTo>
                  <a:cubicBezTo>
                    <a:pt x="115" y="111"/>
                    <a:pt x="111" y="110"/>
                    <a:pt x="107" y="110"/>
                  </a:cubicBezTo>
                  <a:cubicBezTo>
                    <a:pt x="88" y="107"/>
                    <a:pt x="88" y="107"/>
                    <a:pt x="88" y="107"/>
                  </a:cubicBezTo>
                  <a:cubicBezTo>
                    <a:pt x="87" y="107"/>
                    <a:pt x="86" y="106"/>
                    <a:pt x="84" y="106"/>
                  </a:cubicBezTo>
                  <a:cubicBezTo>
                    <a:pt x="83" y="106"/>
                    <a:pt x="81" y="107"/>
                    <a:pt x="80" y="107"/>
                  </a:cubicBezTo>
                  <a:cubicBezTo>
                    <a:pt x="78" y="108"/>
                    <a:pt x="76" y="110"/>
                    <a:pt x="75" y="111"/>
                  </a:cubicBezTo>
                  <a:cubicBezTo>
                    <a:pt x="74" y="113"/>
                    <a:pt x="72" y="114"/>
                    <a:pt x="71" y="115"/>
                  </a:cubicBezTo>
                  <a:cubicBezTo>
                    <a:pt x="70" y="115"/>
                    <a:pt x="69" y="116"/>
                    <a:pt x="69" y="117"/>
                  </a:cubicBezTo>
                  <a:cubicBezTo>
                    <a:pt x="59" y="115"/>
                    <a:pt x="49" y="113"/>
                    <a:pt x="39" y="111"/>
                  </a:cubicBezTo>
                  <a:cubicBezTo>
                    <a:pt x="38" y="111"/>
                    <a:pt x="37" y="111"/>
                    <a:pt x="36" y="111"/>
                  </a:cubicBezTo>
                  <a:cubicBezTo>
                    <a:pt x="34" y="110"/>
                    <a:pt x="33" y="110"/>
                    <a:pt x="31" y="110"/>
                  </a:cubicBezTo>
                  <a:cubicBezTo>
                    <a:pt x="29" y="109"/>
                    <a:pt x="27" y="109"/>
                    <a:pt x="25" y="109"/>
                  </a:cubicBezTo>
                  <a:cubicBezTo>
                    <a:pt x="21" y="108"/>
                    <a:pt x="17" y="107"/>
                    <a:pt x="12" y="106"/>
                  </a:cubicBezTo>
                  <a:cubicBezTo>
                    <a:pt x="12" y="106"/>
                    <a:pt x="11" y="106"/>
                    <a:pt x="10" y="106"/>
                  </a:cubicBezTo>
                  <a:cubicBezTo>
                    <a:pt x="9" y="106"/>
                    <a:pt x="8" y="106"/>
                    <a:pt x="7" y="105"/>
                  </a:cubicBezTo>
                  <a:cubicBezTo>
                    <a:pt x="33" y="89"/>
                    <a:pt x="33" y="89"/>
                    <a:pt x="33" y="89"/>
                  </a:cubicBezTo>
                  <a:cubicBezTo>
                    <a:pt x="39" y="84"/>
                    <a:pt x="39" y="84"/>
                    <a:pt x="39" y="84"/>
                  </a:cubicBezTo>
                  <a:moveTo>
                    <a:pt x="163" y="101"/>
                  </a:moveTo>
                  <a:cubicBezTo>
                    <a:pt x="44" y="79"/>
                    <a:pt x="44" y="79"/>
                    <a:pt x="44" y="79"/>
                  </a:cubicBezTo>
                  <a:cubicBezTo>
                    <a:pt x="59" y="4"/>
                    <a:pt x="59" y="4"/>
                    <a:pt x="59" y="4"/>
                  </a:cubicBezTo>
                  <a:cubicBezTo>
                    <a:pt x="170" y="23"/>
                    <a:pt x="170" y="23"/>
                    <a:pt x="170" y="23"/>
                  </a:cubicBezTo>
                  <a:cubicBezTo>
                    <a:pt x="172" y="23"/>
                    <a:pt x="173" y="24"/>
                    <a:pt x="174" y="24"/>
                  </a:cubicBezTo>
                  <a:cubicBezTo>
                    <a:pt x="176" y="25"/>
                    <a:pt x="176" y="28"/>
                    <a:pt x="175" y="33"/>
                  </a:cubicBezTo>
                  <a:cubicBezTo>
                    <a:pt x="163" y="101"/>
                    <a:pt x="163" y="101"/>
                    <a:pt x="163" y="101"/>
                  </a:cubicBezTo>
                  <a:moveTo>
                    <a:pt x="56" y="0"/>
                  </a:moveTo>
                  <a:cubicBezTo>
                    <a:pt x="40" y="79"/>
                    <a:pt x="40" y="79"/>
                    <a:pt x="40" y="79"/>
                  </a:cubicBezTo>
                  <a:cubicBezTo>
                    <a:pt x="39" y="80"/>
                    <a:pt x="39" y="80"/>
                    <a:pt x="39" y="80"/>
                  </a:cubicBezTo>
                  <a:cubicBezTo>
                    <a:pt x="36" y="82"/>
                    <a:pt x="36" y="82"/>
                    <a:pt x="36" y="82"/>
                  </a:cubicBezTo>
                  <a:cubicBezTo>
                    <a:pt x="32" y="85"/>
                    <a:pt x="32" y="85"/>
                    <a:pt x="32" y="85"/>
                  </a:cubicBezTo>
                  <a:cubicBezTo>
                    <a:pt x="26" y="89"/>
                    <a:pt x="26" y="89"/>
                    <a:pt x="26" y="89"/>
                  </a:cubicBezTo>
                  <a:cubicBezTo>
                    <a:pt x="2" y="105"/>
                    <a:pt x="2" y="105"/>
                    <a:pt x="2" y="105"/>
                  </a:cubicBezTo>
                  <a:cubicBezTo>
                    <a:pt x="1" y="105"/>
                    <a:pt x="1" y="105"/>
                    <a:pt x="1" y="105"/>
                  </a:cubicBezTo>
                  <a:cubicBezTo>
                    <a:pt x="1" y="105"/>
                    <a:pt x="1" y="105"/>
                    <a:pt x="1" y="105"/>
                  </a:cubicBezTo>
                  <a:cubicBezTo>
                    <a:pt x="0" y="106"/>
                    <a:pt x="0" y="107"/>
                    <a:pt x="1" y="108"/>
                  </a:cubicBezTo>
                  <a:cubicBezTo>
                    <a:pt x="1" y="108"/>
                    <a:pt x="2" y="108"/>
                    <a:pt x="2" y="108"/>
                  </a:cubicBezTo>
                  <a:cubicBezTo>
                    <a:pt x="3" y="108"/>
                    <a:pt x="3" y="108"/>
                    <a:pt x="3" y="108"/>
                  </a:cubicBezTo>
                  <a:cubicBezTo>
                    <a:pt x="4" y="109"/>
                    <a:pt x="6" y="109"/>
                    <a:pt x="8" y="109"/>
                  </a:cubicBezTo>
                  <a:cubicBezTo>
                    <a:pt x="10" y="110"/>
                    <a:pt x="12" y="110"/>
                    <a:pt x="14" y="110"/>
                  </a:cubicBezTo>
                  <a:cubicBezTo>
                    <a:pt x="21" y="112"/>
                    <a:pt x="28" y="113"/>
                    <a:pt x="36" y="114"/>
                  </a:cubicBezTo>
                  <a:cubicBezTo>
                    <a:pt x="37" y="115"/>
                    <a:pt x="38" y="115"/>
                    <a:pt x="39" y="115"/>
                  </a:cubicBezTo>
                  <a:cubicBezTo>
                    <a:pt x="90" y="124"/>
                    <a:pt x="141" y="133"/>
                    <a:pt x="192" y="142"/>
                  </a:cubicBezTo>
                  <a:cubicBezTo>
                    <a:pt x="197" y="143"/>
                    <a:pt x="197" y="143"/>
                    <a:pt x="197" y="143"/>
                  </a:cubicBezTo>
                  <a:cubicBezTo>
                    <a:pt x="166" y="104"/>
                    <a:pt x="166" y="104"/>
                    <a:pt x="166" y="104"/>
                  </a:cubicBezTo>
                  <a:cubicBezTo>
                    <a:pt x="179" y="34"/>
                    <a:pt x="179" y="34"/>
                    <a:pt x="179" y="34"/>
                  </a:cubicBezTo>
                  <a:cubicBezTo>
                    <a:pt x="179" y="31"/>
                    <a:pt x="180" y="29"/>
                    <a:pt x="179" y="26"/>
                  </a:cubicBezTo>
                  <a:cubicBezTo>
                    <a:pt x="178" y="26"/>
                    <a:pt x="178" y="25"/>
                    <a:pt x="177" y="25"/>
                  </a:cubicBezTo>
                  <a:cubicBezTo>
                    <a:pt x="175" y="24"/>
                    <a:pt x="174" y="22"/>
                    <a:pt x="174" y="20"/>
                  </a:cubicBezTo>
                  <a:cubicBezTo>
                    <a:pt x="173" y="20"/>
                    <a:pt x="172" y="20"/>
                    <a:pt x="171" y="20"/>
                  </a:cubicBezTo>
                  <a:cubicBezTo>
                    <a:pt x="56" y="0"/>
                    <a:pt x="56"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34114AB6-21D1-491D-B525-8B0FA05A1F45}"/>
                </a:ext>
              </a:extLst>
            </p:cNvPr>
            <p:cNvSpPr>
              <a:spLocks noEditPoints="1"/>
            </p:cNvSpPr>
            <p:nvPr/>
          </p:nvSpPr>
          <p:spPr bwMode="auto">
            <a:xfrm>
              <a:off x="3611563" y="2654300"/>
              <a:ext cx="252413" cy="346075"/>
            </a:xfrm>
            <a:custGeom>
              <a:avLst/>
              <a:gdLst>
                <a:gd name="T0" fmla="*/ 25 w 63"/>
                <a:gd name="T1" fmla="*/ 81 h 86"/>
                <a:gd name="T2" fmla="*/ 49 w 63"/>
                <a:gd name="T3" fmla="*/ 84 h 86"/>
                <a:gd name="T4" fmla="*/ 40 w 63"/>
                <a:gd name="T5" fmla="*/ 83 h 86"/>
                <a:gd name="T6" fmla="*/ 58 w 63"/>
                <a:gd name="T7" fmla="*/ 71 h 86"/>
                <a:gd name="T8" fmla="*/ 52 w 63"/>
                <a:gd name="T9" fmla="*/ 82 h 86"/>
                <a:gd name="T10" fmla="*/ 58 w 63"/>
                <a:gd name="T11" fmla="*/ 71 h 86"/>
                <a:gd name="T12" fmla="*/ 58 w 63"/>
                <a:gd name="T13" fmla="*/ 43 h 86"/>
                <a:gd name="T14" fmla="*/ 60 w 63"/>
                <a:gd name="T15" fmla="*/ 63 h 86"/>
                <a:gd name="T16" fmla="*/ 61 w 63"/>
                <a:gd name="T17" fmla="*/ 70 h 86"/>
                <a:gd name="T18" fmla="*/ 60 w 63"/>
                <a:gd name="T19" fmla="*/ 41 h 86"/>
                <a:gd name="T20" fmla="*/ 24 w 63"/>
                <a:gd name="T21" fmla="*/ 18 h 86"/>
                <a:gd name="T22" fmla="*/ 25 w 63"/>
                <a:gd name="T23" fmla="*/ 17 h 86"/>
                <a:gd name="T24" fmla="*/ 33 w 63"/>
                <a:gd name="T25" fmla="*/ 27 h 86"/>
                <a:gd name="T26" fmla="*/ 28 w 63"/>
                <a:gd name="T27" fmla="*/ 35 h 86"/>
                <a:gd name="T28" fmla="*/ 24 w 63"/>
                <a:gd name="T29" fmla="*/ 30 h 86"/>
                <a:gd name="T30" fmla="*/ 21 w 63"/>
                <a:gd name="T31" fmla="*/ 18 h 86"/>
                <a:gd name="T32" fmla="*/ 23 w 63"/>
                <a:gd name="T33" fmla="*/ 18 h 86"/>
                <a:gd name="T34" fmla="*/ 18 w 63"/>
                <a:gd name="T35" fmla="*/ 1 h 86"/>
                <a:gd name="T36" fmla="*/ 17 w 63"/>
                <a:gd name="T37" fmla="*/ 1 h 86"/>
                <a:gd name="T38" fmla="*/ 13 w 63"/>
                <a:gd name="T39" fmla="*/ 3 h 86"/>
                <a:gd name="T40" fmla="*/ 1 w 63"/>
                <a:gd name="T41" fmla="*/ 35 h 86"/>
                <a:gd name="T42" fmla="*/ 22 w 63"/>
                <a:gd name="T43" fmla="*/ 78 h 86"/>
                <a:gd name="T44" fmla="*/ 25 w 63"/>
                <a:gd name="T45" fmla="*/ 78 h 86"/>
                <a:gd name="T46" fmla="*/ 4 w 63"/>
                <a:gd name="T47" fmla="*/ 35 h 86"/>
                <a:gd name="T48" fmla="*/ 15 w 63"/>
                <a:gd name="T49" fmla="*/ 5 h 86"/>
                <a:gd name="T50" fmla="*/ 21 w 63"/>
                <a:gd name="T51" fmla="*/ 14 h 86"/>
                <a:gd name="T52" fmla="*/ 19 w 63"/>
                <a:gd name="T53" fmla="*/ 22 h 86"/>
                <a:gd name="T54" fmla="*/ 26 w 63"/>
                <a:gd name="T55" fmla="*/ 38 h 86"/>
                <a:gd name="T56" fmla="*/ 35 w 63"/>
                <a:gd name="T57" fmla="*/ 35 h 86"/>
                <a:gd name="T58" fmla="*/ 32 w 63"/>
                <a:gd name="T59" fmla="*/ 19 h 86"/>
                <a:gd name="T60" fmla="*/ 24 w 63"/>
                <a:gd name="T61" fmla="*/ 14 h 86"/>
                <a:gd name="T62" fmla="*/ 25 w 63"/>
                <a:gd name="T63" fmla="*/ 3 h 86"/>
                <a:gd name="T64" fmla="*/ 48 w 63"/>
                <a:gd name="T65" fmla="*/ 21 h 86"/>
                <a:gd name="T66" fmla="*/ 58 w 63"/>
                <a:gd name="T67" fmla="*/ 37 h 86"/>
                <a:gd name="T68" fmla="*/ 38 w 63"/>
                <a:gd name="T69" fmla="*/ 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86">
                  <a:moveTo>
                    <a:pt x="30" y="80"/>
                  </a:moveTo>
                  <a:cubicBezTo>
                    <a:pt x="28" y="80"/>
                    <a:pt x="26" y="81"/>
                    <a:pt x="25" y="81"/>
                  </a:cubicBezTo>
                  <a:cubicBezTo>
                    <a:pt x="29" y="84"/>
                    <a:pt x="35" y="86"/>
                    <a:pt x="40" y="86"/>
                  </a:cubicBezTo>
                  <a:cubicBezTo>
                    <a:pt x="44" y="86"/>
                    <a:pt x="47" y="85"/>
                    <a:pt x="49" y="84"/>
                  </a:cubicBezTo>
                  <a:cubicBezTo>
                    <a:pt x="49" y="83"/>
                    <a:pt x="48" y="82"/>
                    <a:pt x="48" y="81"/>
                  </a:cubicBezTo>
                  <a:cubicBezTo>
                    <a:pt x="45" y="82"/>
                    <a:pt x="43" y="83"/>
                    <a:pt x="40" y="83"/>
                  </a:cubicBezTo>
                  <a:cubicBezTo>
                    <a:pt x="37" y="83"/>
                    <a:pt x="33" y="82"/>
                    <a:pt x="30" y="80"/>
                  </a:cubicBezTo>
                  <a:moveTo>
                    <a:pt x="58" y="71"/>
                  </a:moveTo>
                  <a:cubicBezTo>
                    <a:pt x="56" y="75"/>
                    <a:pt x="53" y="78"/>
                    <a:pt x="50" y="80"/>
                  </a:cubicBezTo>
                  <a:cubicBezTo>
                    <a:pt x="51" y="80"/>
                    <a:pt x="52" y="81"/>
                    <a:pt x="52" y="82"/>
                  </a:cubicBezTo>
                  <a:cubicBezTo>
                    <a:pt x="55" y="80"/>
                    <a:pt x="58" y="77"/>
                    <a:pt x="59" y="74"/>
                  </a:cubicBezTo>
                  <a:cubicBezTo>
                    <a:pt x="59" y="73"/>
                    <a:pt x="58" y="72"/>
                    <a:pt x="58" y="71"/>
                  </a:cubicBezTo>
                  <a:moveTo>
                    <a:pt x="60" y="41"/>
                  </a:moveTo>
                  <a:cubicBezTo>
                    <a:pt x="59" y="42"/>
                    <a:pt x="59" y="43"/>
                    <a:pt x="58" y="43"/>
                  </a:cubicBezTo>
                  <a:cubicBezTo>
                    <a:pt x="58" y="44"/>
                    <a:pt x="58" y="45"/>
                    <a:pt x="58" y="45"/>
                  </a:cubicBezTo>
                  <a:cubicBezTo>
                    <a:pt x="59" y="50"/>
                    <a:pt x="60" y="57"/>
                    <a:pt x="60" y="63"/>
                  </a:cubicBezTo>
                  <a:cubicBezTo>
                    <a:pt x="60" y="64"/>
                    <a:pt x="59" y="66"/>
                    <a:pt x="59" y="67"/>
                  </a:cubicBezTo>
                  <a:cubicBezTo>
                    <a:pt x="59" y="68"/>
                    <a:pt x="60" y="69"/>
                    <a:pt x="61" y="70"/>
                  </a:cubicBezTo>
                  <a:cubicBezTo>
                    <a:pt x="62" y="68"/>
                    <a:pt x="62" y="66"/>
                    <a:pt x="63" y="63"/>
                  </a:cubicBezTo>
                  <a:cubicBezTo>
                    <a:pt x="63" y="55"/>
                    <a:pt x="61" y="47"/>
                    <a:pt x="60" y="41"/>
                  </a:cubicBezTo>
                  <a:moveTo>
                    <a:pt x="23" y="18"/>
                  </a:moveTo>
                  <a:cubicBezTo>
                    <a:pt x="24" y="18"/>
                    <a:pt x="24" y="18"/>
                    <a:pt x="24" y="18"/>
                  </a:cubicBezTo>
                  <a:cubicBezTo>
                    <a:pt x="24" y="17"/>
                    <a:pt x="24" y="17"/>
                    <a:pt x="25" y="17"/>
                  </a:cubicBezTo>
                  <a:cubicBezTo>
                    <a:pt x="25" y="17"/>
                    <a:pt x="25" y="17"/>
                    <a:pt x="25" y="17"/>
                  </a:cubicBezTo>
                  <a:cubicBezTo>
                    <a:pt x="27" y="18"/>
                    <a:pt x="28" y="19"/>
                    <a:pt x="29" y="21"/>
                  </a:cubicBezTo>
                  <a:cubicBezTo>
                    <a:pt x="30" y="23"/>
                    <a:pt x="32" y="25"/>
                    <a:pt x="33" y="27"/>
                  </a:cubicBezTo>
                  <a:cubicBezTo>
                    <a:pt x="33" y="29"/>
                    <a:pt x="33" y="32"/>
                    <a:pt x="32" y="33"/>
                  </a:cubicBezTo>
                  <a:cubicBezTo>
                    <a:pt x="31" y="34"/>
                    <a:pt x="30" y="35"/>
                    <a:pt x="28" y="35"/>
                  </a:cubicBezTo>
                  <a:cubicBezTo>
                    <a:pt x="28" y="35"/>
                    <a:pt x="28" y="35"/>
                    <a:pt x="27" y="35"/>
                  </a:cubicBezTo>
                  <a:cubicBezTo>
                    <a:pt x="26" y="34"/>
                    <a:pt x="25" y="32"/>
                    <a:pt x="24" y="30"/>
                  </a:cubicBezTo>
                  <a:cubicBezTo>
                    <a:pt x="21" y="22"/>
                    <a:pt x="21" y="22"/>
                    <a:pt x="21" y="22"/>
                  </a:cubicBezTo>
                  <a:cubicBezTo>
                    <a:pt x="21" y="20"/>
                    <a:pt x="21" y="19"/>
                    <a:pt x="21" y="18"/>
                  </a:cubicBezTo>
                  <a:cubicBezTo>
                    <a:pt x="21" y="17"/>
                    <a:pt x="22" y="17"/>
                    <a:pt x="22" y="17"/>
                  </a:cubicBezTo>
                  <a:cubicBezTo>
                    <a:pt x="23" y="17"/>
                    <a:pt x="23" y="18"/>
                    <a:pt x="23" y="18"/>
                  </a:cubicBezTo>
                  <a:moveTo>
                    <a:pt x="25" y="0"/>
                  </a:moveTo>
                  <a:cubicBezTo>
                    <a:pt x="23" y="0"/>
                    <a:pt x="21" y="0"/>
                    <a:pt x="18" y="1"/>
                  </a:cubicBezTo>
                  <a:cubicBezTo>
                    <a:pt x="18" y="1"/>
                    <a:pt x="18" y="1"/>
                    <a:pt x="18" y="1"/>
                  </a:cubicBezTo>
                  <a:cubicBezTo>
                    <a:pt x="18" y="1"/>
                    <a:pt x="17" y="1"/>
                    <a:pt x="17" y="1"/>
                  </a:cubicBezTo>
                  <a:cubicBezTo>
                    <a:pt x="17" y="1"/>
                    <a:pt x="17" y="1"/>
                    <a:pt x="17" y="1"/>
                  </a:cubicBezTo>
                  <a:cubicBezTo>
                    <a:pt x="15" y="2"/>
                    <a:pt x="14" y="2"/>
                    <a:pt x="13" y="3"/>
                  </a:cubicBezTo>
                  <a:cubicBezTo>
                    <a:pt x="6" y="7"/>
                    <a:pt x="1" y="15"/>
                    <a:pt x="0" y="24"/>
                  </a:cubicBezTo>
                  <a:cubicBezTo>
                    <a:pt x="0" y="28"/>
                    <a:pt x="1" y="32"/>
                    <a:pt x="1" y="35"/>
                  </a:cubicBezTo>
                  <a:cubicBezTo>
                    <a:pt x="3" y="43"/>
                    <a:pt x="5" y="50"/>
                    <a:pt x="8" y="57"/>
                  </a:cubicBezTo>
                  <a:cubicBezTo>
                    <a:pt x="12" y="67"/>
                    <a:pt x="16" y="74"/>
                    <a:pt x="22" y="78"/>
                  </a:cubicBezTo>
                  <a:cubicBezTo>
                    <a:pt x="23" y="78"/>
                    <a:pt x="24" y="78"/>
                    <a:pt x="26" y="78"/>
                  </a:cubicBezTo>
                  <a:cubicBezTo>
                    <a:pt x="26" y="78"/>
                    <a:pt x="25" y="78"/>
                    <a:pt x="25" y="78"/>
                  </a:cubicBezTo>
                  <a:cubicBezTo>
                    <a:pt x="19" y="73"/>
                    <a:pt x="15" y="66"/>
                    <a:pt x="10" y="56"/>
                  </a:cubicBezTo>
                  <a:cubicBezTo>
                    <a:pt x="8" y="49"/>
                    <a:pt x="6" y="42"/>
                    <a:pt x="4" y="35"/>
                  </a:cubicBezTo>
                  <a:cubicBezTo>
                    <a:pt x="3" y="32"/>
                    <a:pt x="3" y="28"/>
                    <a:pt x="3" y="24"/>
                  </a:cubicBezTo>
                  <a:cubicBezTo>
                    <a:pt x="4" y="16"/>
                    <a:pt x="8" y="9"/>
                    <a:pt x="15" y="5"/>
                  </a:cubicBezTo>
                  <a:cubicBezTo>
                    <a:pt x="16" y="5"/>
                    <a:pt x="17" y="4"/>
                    <a:pt x="17" y="4"/>
                  </a:cubicBezTo>
                  <a:cubicBezTo>
                    <a:pt x="19" y="7"/>
                    <a:pt x="21" y="11"/>
                    <a:pt x="21" y="14"/>
                  </a:cubicBezTo>
                  <a:cubicBezTo>
                    <a:pt x="20" y="15"/>
                    <a:pt x="19" y="16"/>
                    <a:pt x="18" y="17"/>
                  </a:cubicBezTo>
                  <a:cubicBezTo>
                    <a:pt x="18" y="19"/>
                    <a:pt x="18" y="21"/>
                    <a:pt x="19" y="22"/>
                  </a:cubicBezTo>
                  <a:cubicBezTo>
                    <a:pt x="21" y="30"/>
                    <a:pt x="21" y="30"/>
                    <a:pt x="21" y="30"/>
                  </a:cubicBezTo>
                  <a:cubicBezTo>
                    <a:pt x="22" y="33"/>
                    <a:pt x="23" y="36"/>
                    <a:pt x="26" y="38"/>
                  </a:cubicBezTo>
                  <a:cubicBezTo>
                    <a:pt x="27" y="38"/>
                    <a:pt x="28" y="38"/>
                    <a:pt x="29" y="38"/>
                  </a:cubicBezTo>
                  <a:cubicBezTo>
                    <a:pt x="31" y="38"/>
                    <a:pt x="33" y="37"/>
                    <a:pt x="35" y="35"/>
                  </a:cubicBezTo>
                  <a:cubicBezTo>
                    <a:pt x="36" y="32"/>
                    <a:pt x="36" y="29"/>
                    <a:pt x="35" y="26"/>
                  </a:cubicBezTo>
                  <a:cubicBezTo>
                    <a:pt x="35" y="23"/>
                    <a:pt x="33" y="21"/>
                    <a:pt x="32" y="19"/>
                  </a:cubicBezTo>
                  <a:cubicBezTo>
                    <a:pt x="30" y="17"/>
                    <a:pt x="28" y="15"/>
                    <a:pt x="26" y="14"/>
                  </a:cubicBezTo>
                  <a:cubicBezTo>
                    <a:pt x="26" y="14"/>
                    <a:pt x="25" y="14"/>
                    <a:pt x="24" y="14"/>
                  </a:cubicBezTo>
                  <a:cubicBezTo>
                    <a:pt x="24" y="10"/>
                    <a:pt x="22" y="7"/>
                    <a:pt x="20" y="3"/>
                  </a:cubicBezTo>
                  <a:cubicBezTo>
                    <a:pt x="22" y="3"/>
                    <a:pt x="24" y="3"/>
                    <a:pt x="25" y="3"/>
                  </a:cubicBezTo>
                  <a:cubicBezTo>
                    <a:pt x="29" y="3"/>
                    <a:pt x="33" y="4"/>
                    <a:pt x="36" y="6"/>
                  </a:cubicBezTo>
                  <a:cubicBezTo>
                    <a:pt x="42" y="9"/>
                    <a:pt x="46" y="15"/>
                    <a:pt x="48" y="21"/>
                  </a:cubicBezTo>
                  <a:cubicBezTo>
                    <a:pt x="52" y="27"/>
                    <a:pt x="54" y="34"/>
                    <a:pt x="56" y="41"/>
                  </a:cubicBezTo>
                  <a:cubicBezTo>
                    <a:pt x="57" y="40"/>
                    <a:pt x="58" y="38"/>
                    <a:pt x="58" y="37"/>
                  </a:cubicBezTo>
                  <a:cubicBezTo>
                    <a:pt x="56" y="31"/>
                    <a:pt x="54" y="25"/>
                    <a:pt x="51" y="20"/>
                  </a:cubicBezTo>
                  <a:cubicBezTo>
                    <a:pt x="48" y="14"/>
                    <a:pt x="44" y="7"/>
                    <a:pt x="38" y="3"/>
                  </a:cubicBezTo>
                  <a:cubicBezTo>
                    <a:pt x="34" y="1"/>
                    <a:pt x="30" y="0"/>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ADC62FCC-DA69-40B4-9B20-0A1AEE6D8620}"/>
                </a:ext>
              </a:extLst>
            </p:cNvPr>
            <p:cNvSpPr>
              <a:spLocks noEditPoints="1"/>
            </p:cNvSpPr>
            <p:nvPr/>
          </p:nvSpPr>
          <p:spPr bwMode="auto">
            <a:xfrm>
              <a:off x="7089775" y="6162675"/>
              <a:ext cx="414338" cy="458788"/>
            </a:xfrm>
            <a:custGeom>
              <a:avLst/>
              <a:gdLst>
                <a:gd name="T0" fmla="*/ 6 w 103"/>
                <a:gd name="T1" fmla="*/ 70 h 114"/>
                <a:gd name="T2" fmla="*/ 5 w 103"/>
                <a:gd name="T3" fmla="*/ 77 h 114"/>
                <a:gd name="T4" fmla="*/ 4 w 103"/>
                <a:gd name="T5" fmla="*/ 77 h 114"/>
                <a:gd name="T6" fmla="*/ 1 w 103"/>
                <a:gd name="T7" fmla="*/ 80 h 114"/>
                <a:gd name="T8" fmla="*/ 8 w 103"/>
                <a:gd name="T9" fmla="*/ 89 h 114"/>
                <a:gd name="T10" fmla="*/ 4 w 103"/>
                <a:gd name="T11" fmla="*/ 80 h 114"/>
                <a:gd name="T12" fmla="*/ 8 w 103"/>
                <a:gd name="T13" fmla="*/ 73 h 114"/>
                <a:gd name="T14" fmla="*/ 3 w 103"/>
                <a:gd name="T15" fmla="*/ 65 h 114"/>
                <a:gd name="T16" fmla="*/ 3 w 103"/>
                <a:gd name="T17" fmla="*/ 72 h 114"/>
                <a:gd name="T18" fmla="*/ 19 w 103"/>
                <a:gd name="T19" fmla="*/ 82 h 114"/>
                <a:gd name="T20" fmla="*/ 15 w 103"/>
                <a:gd name="T21" fmla="*/ 80 h 114"/>
                <a:gd name="T22" fmla="*/ 23 w 103"/>
                <a:gd name="T23" fmla="*/ 70 h 114"/>
                <a:gd name="T24" fmla="*/ 27 w 103"/>
                <a:gd name="T25" fmla="*/ 68 h 114"/>
                <a:gd name="T26" fmla="*/ 30 w 103"/>
                <a:gd name="T27" fmla="*/ 71 h 114"/>
                <a:gd name="T28" fmla="*/ 25 w 103"/>
                <a:gd name="T29" fmla="*/ 79 h 114"/>
                <a:gd name="T30" fmla="*/ 19 w 103"/>
                <a:gd name="T31" fmla="*/ 82 h 114"/>
                <a:gd name="T32" fmla="*/ 25 w 103"/>
                <a:gd name="T33" fmla="*/ 64 h 114"/>
                <a:gd name="T34" fmla="*/ 14 w 103"/>
                <a:gd name="T35" fmla="*/ 74 h 114"/>
                <a:gd name="T36" fmla="*/ 16 w 103"/>
                <a:gd name="T37" fmla="*/ 85 h 114"/>
                <a:gd name="T38" fmla="*/ 23 w 103"/>
                <a:gd name="T39" fmla="*/ 85 h 114"/>
                <a:gd name="T40" fmla="*/ 32 w 103"/>
                <a:gd name="T41" fmla="*/ 75 h 114"/>
                <a:gd name="T42" fmla="*/ 32 w 103"/>
                <a:gd name="T43" fmla="*/ 66 h 114"/>
                <a:gd name="T44" fmla="*/ 9 w 103"/>
                <a:gd name="T45" fmla="*/ 59 h 114"/>
                <a:gd name="T46" fmla="*/ 6 w 103"/>
                <a:gd name="T47" fmla="*/ 61 h 114"/>
                <a:gd name="T48" fmla="*/ 6 w 103"/>
                <a:gd name="T49" fmla="*/ 67 h 114"/>
                <a:gd name="T50" fmla="*/ 9 w 103"/>
                <a:gd name="T51" fmla="*/ 59 h 114"/>
                <a:gd name="T52" fmla="*/ 46 w 103"/>
                <a:gd name="T53" fmla="*/ 57 h 114"/>
                <a:gd name="T54" fmla="*/ 42 w 103"/>
                <a:gd name="T55" fmla="*/ 37 h 114"/>
                <a:gd name="T56" fmla="*/ 59 w 103"/>
                <a:gd name="T57" fmla="*/ 28 h 114"/>
                <a:gd name="T58" fmla="*/ 76 w 103"/>
                <a:gd name="T59" fmla="*/ 49 h 114"/>
                <a:gd name="T60" fmla="*/ 60 w 103"/>
                <a:gd name="T61" fmla="*/ 61 h 114"/>
                <a:gd name="T62" fmla="*/ 55 w 103"/>
                <a:gd name="T63" fmla="*/ 24 h 114"/>
                <a:gd name="T64" fmla="*/ 37 w 103"/>
                <a:gd name="T65" fmla="*/ 53 h 114"/>
                <a:gd name="T66" fmla="*/ 60 w 103"/>
                <a:gd name="T67" fmla="*/ 65 h 114"/>
                <a:gd name="T68" fmla="*/ 80 w 103"/>
                <a:gd name="T69" fmla="*/ 50 h 114"/>
                <a:gd name="T70" fmla="*/ 59 w 103"/>
                <a:gd name="T71" fmla="*/ 24 h 114"/>
                <a:gd name="T72" fmla="*/ 59 w 103"/>
                <a:gd name="T73" fmla="*/ 0 h 114"/>
                <a:gd name="T74" fmla="*/ 37 w 103"/>
                <a:gd name="T75" fmla="*/ 24 h 114"/>
                <a:gd name="T76" fmla="*/ 25 w 103"/>
                <a:gd name="T77" fmla="*/ 24 h 114"/>
                <a:gd name="T78" fmla="*/ 12 w 103"/>
                <a:gd name="T79" fmla="*/ 39 h 114"/>
                <a:gd name="T80" fmla="*/ 15 w 103"/>
                <a:gd name="T81" fmla="*/ 55 h 114"/>
                <a:gd name="T82" fmla="*/ 11 w 103"/>
                <a:gd name="T83" fmla="*/ 58 h 114"/>
                <a:gd name="T84" fmla="*/ 21 w 103"/>
                <a:gd name="T85" fmla="*/ 54 h 114"/>
                <a:gd name="T86" fmla="*/ 14 w 103"/>
                <a:gd name="T87" fmla="*/ 44 h 114"/>
                <a:gd name="T88" fmla="*/ 26 w 103"/>
                <a:gd name="T89" fmla="*/ 27 h 114"/>
                <a:gd name="T90" fmla="*/ 38 w 103"/>
                <a:gd name="T91" fmla="*/ 28 h 114"/>
                <a:gd name="T92" fmla="*/ 54 w 103"/>
                <a:gd name="T93" fmla="*/ 8 h 114"/>
                <a:gd name="T94" fmla="*/ 65 w 103"/>
                <a:gd name="T95" fmla="*/ 6 h 114"/>
                <a:gd name="T96" fmla="*/ 98 w 103"/>
                <a:gd name="T97" fmla="*/ 32 h 114"/>
                <a:gd name="T98" fmla="*/ 50 w 103"/>
                <a:gd name="T99" fmla="*/ 104 h 114"/>
                <a:gd name="T100" fmla="*/ 42 w 103"/>
                <a:gd name="T101" fmla="*/ 111 h 114"/>
                <a:gd name="T102" fmla="*/ 11 w 103"/>
                <a:gd name="T103" fmla="*/ 90 h 114"/>
                <a:gd name="T104" fmla="*/ 9 w 103"/>
                <a:gd name="T105" fmla="*/ 92 h 114"/>
                <a:gd name="T106" fmla="*/ 8 w 103"/>
                <a:gd name="T107" fmla="*/ 92 h 114"/>
                <a:gd name="T108" fmla="*/ 42 w 103"/>
                <a:gd name="T109" fmla="*/ 114 h 114"/>
                <a:gd name="T110" fmla="*/ 53 w 103"/>
                <a:gd name="T111" fmla="*/ 106 h 114"/>
                <a:gd name="T112" fmla="*/ 102 w 103"/>
                <a:gd name="T113" fmla="*/ 31 h 114"/>
                <a:gd name="T114" fmla="*/ 67 w 103"/>
                <a:gd name="T115" fmla="*/ 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3" h="114">
                  <a:moveTo>
                    <a:pt x="8" y="66"/>
                  </a:moveTo>
                  <a:cubicBezTo>
                    <a:pt x="6" y="70"/>
                    <a:pt x="6" y="70"/>
                    <a:pt x="6" y="70"/>
                  </a:cubicBezTo>
                  <a:cubicBezTo>
                    <a:pt x="5" y="76"/>
                    <a:pt x="5" y="76"/>
                    <a:pt x="5" y="76"/>
                  </a:cubicBezTo>
                  <a:cubicBezTo>
                    <a:pt x="5" y="76"/>
                    <a:pt x="5" y="76"/>
                    <a:pt x="5" y="77"/>
                  </a:cubicBezTo>
                  <a:cubicBezTo>
                    <a:pt x="5" y="77"/>
                    <a:pt x="4" y="77"/>
                    <a:pt x="4" y="77"/>
                  </a:cubicBezTo>
                  <a:cubicBezTo>
                    <a:pt x="4" y="77"/>
                    <a:pt x="4" y="77"/>
                    <a:pt x="4" y="77"/>
                  </a:cubicBezTo>
                  <a:cubicBezTo>
                    <a:pt x="3" y="77"/>
                    <a:pt x="2" y="77"/>
                    <a:pt x="1" y="77"/>
                  </a:cubicBezTo>
                  <a:cubicBezTo>
                    <a:pt x="1" y="78"/>
                    <a:pt x="1" y="79"/>
                    <a:pt x="1" y="80"/>
                  </a:cubicBezTo>
                  <a:cubicBezTo>
                    <a:pt x="0" y="83"/>
                    <a:pt x="2" y="87"/>
                    <a:pt x="4" y="89"/>
                  </a:cubicBezTo>
                  <a:cubicBezTo>
                    <a:pt x="8" y="89"/>
                    <a:pt x="8" y="89"/>
                    <a:pt x="8" y="89"/>
                  </a:cubicBezTo>
                  <a:cubicBezTo>
                    <a:pt x="8" y="88"/>
                    <a:pt x="8" y="88"/>
                    <a:pt x="8" y="87"/>
                  </a:cubicBezTo>
                  <a:cubicBezTo>
                    <a:pt x="6" y="85"/>
                    <a:pt x="4" y="83"/>
                    <a:pt x="4" y="80"/>
                  </a:cubicBezTo>
                  <a:cubicBezTo>
                    <a:pt x="5" y="78"/>
                    <a:pt x="6" y="76"/>
                    <a:pt x="7" y="75"/>
                  </a:cubicBezTo>
                  <a:cubicBezTo>
                    <a:pt x="8" y="73"/>
                    <a:pt x="8" y="73"/>
                    <a:pt x="8" y="73"/>
                  </a:cubicBezTo>
                  <a:cubicBezTo>
                    <a:pt x="8" y="71"/>
                    <a:pt x="8" y="68"/>
                    <a:pt x="8" y="66"/>
                  </a:cubicBezTo>
                  <a:moveTo>
                    <a:pt x="3" y="65"/>
                  </a:moveTo>
                  <a:cubicBezTo>
                    <a:pt x="2" y="66"/>
                    <a:pt x="1" y="68"/>
                    <a:pt x="1" y="69"/>
                  </a:cubicBezTo>
                  <a:cubicBezTo>
                    <a:pt x="1" y="70"/>
                    <a:pt x="2" y="72"/>
                    <a:pt x="3" y="72"/>
                  </a:cubicBezTo>
                  <a:cubicBezTo>
                    <a:pt x="3" y="65"/>
                    <a:pt x="3" y="65"/>
                    <a:pt x="3" y="65"/>
                  </a:cubicBezTo>
                  <a:moveTo>
                    <a:pt x="19" y="82"/>
                  </a:moveTo>
                  <a:cubicBezTo>
                    <a:pt x="18" y="82"/>
                    <a:pt x="18" y="82"/>
                    <a:pt x="17" y="82"/>
                  </a:cubicBezTo>
                  <a:cubicBezTo>
                    <a:pt x="16" y="82"/>
                    <a:pt x="15" y="81"/>
                    <a:pt x="15" y="80"/>
                  </a:cubicBezTo>
                  <a:cubicBezTo>
                    <a:pt x="15" y="79"/>
                    <a:pt x="16" y="78"/>
                    <a:pt x="17" y="76"/>
                  </a:cubicBezTo>
                  <a:cubicBezTo>
                    <a:pt x="19" y="74"/>
                    <a:pt x="21" y="72"/>
                    <a:pt x="23" y="70"/>
                  </a:cubicBezTo>
                  <a:cubicBezTo>
                    <a:pt x="24" y="69"/>
                    <a:pt x="25" y="68"/>
                    <a:pt x="26" y="68"/>
                  </a:cubicBezTo>
                  <a:cubicBezTo>
                    <a:pt x="27" y="68"/>
                    <a:pt x="27" y="68"/>
                    <a:pt x="27" y="68"/>
                  </a:cubicBezTo>
                  <a:cubicBezTo>
                    <a:pt x="28" y="68"/>
                    <a:pt x="29" y="68"/>
                    <a:pt x="29" y="69"/>
                  </a:cubicBezTo>
                  <a:cubicBezTo>
                    <a:pt x="30" y="69"/>
                    <a:pt x="30" y="70"/>
                    <a:pt x="30" y="71"/>
                  </a:cubicBezTo>
                  <a:cubicBezTo>
                    <a:pt x="30" y="71"/>
                    <a:pt x="29" y="72"/>
                    <a:pt x="29" y="73"/>
                  </a:cubicBezTo>
                  <a:cubicBezTo>
                    <a:pt x="28" y="75"/>
                    <a:pt x="26" y="77"/>
                    <a:pt x="25" y="79"/>
                  </a:cubicBezTo>
                  <a:cubicBezTo>
                    <a:pt x="23" y="80"/>
                    <a:pt x="22" y="81"/>
                    <a:pt x="21" y="82"/>
                  </a:cubicBezTo>
                  <a:cubicBezTo>
                    <a:pt x="20" y="82"/>
                    <a:pt x="19" y="82"/>
                    <a:pt x="19" y="82"/>
                  </a:cubicBezTo>
                  <a:moveTo>
                    <a:pt x="27" y="64"/>
                  </a:moveTo>
                  <a:cubicBezTo>
                    <a:pt x="27" y="64"/>
                    <a:pt x="26" y="64"/>
                    <a:pt x="25" y="64"/>
                  </a:cubicBezTo>
                  <a:cubicBezTo>
                    <a:pt x="23" y="65"/>
                    <a:pt x="22" y="66"/>
                    <a:pt x="20" y="68"/>
                  </a:cubicBezTo>
                  <a:cubicBezTo>
                    <a:pt x="18" y="70"/>
                    <a:pt x="16" y="72"/>
                    <a:pt x="14" y="74"/>
                  </a:cubicBezTo>
                  <a:cubicBezTo>
                    <a:pt x="13" y="76"/>
                    <a:pt x="12" y="77"/>
                    <a:pt x="12" y="80"/>
                  </a:cubicBezTo>
                  <a:cubicBezTo>
                    <a:pt x="12" y="82"/>
                    <a:pt x="13" y="84"/>
                    <a:pt x="16" y="85"/>
                  </a:cubicBezTo>
                  <a:cubicBezTo>
                    <a:pt x="17" y="86"/>
                    <a:pt x="18" y="86"/>
                    <a:pt x="19" y="86"/>
                  </a:cubicBezTo>
                  <a:cubicBezTo>
                    <a:pt x="20" y="86"/>
                    <a:pt x="21" y="86"/>
                    <a:pt x="23" y="85"/>
                  </a:cubicBezTo>
                  <a:cubicBezTo>
                    <a:pt x="24" y="84"/>
                    <a:pt x="26" y="83"/>
                    <a:pt x="27" y="81"/>
                  </a:cubicBezTo>
                  <a:cubicBezTo>
                    <a:pt x="29" y="79"/>
                    <a:pt x="31" y="77"/>
                    <a:pt x="32" y="75"/>
                  </a:cubicBezTo>
                  <a:cubicBezTo>
                    <a:pt x="32" y="74"/>
                    <a:pt x="33" y="73"/>
                    <a:pt x="33" y="71"/>
                  </a:cubicBezTo>
                  <a:cubicBezTo>
                    <a:pt x="34" y="69"/>
                    <a:pt x="33" y="67"/>
                    <a:pt x="32" y="66"/>
                  </a:cubicBezTo>
                  <a:cubicBezTo>
                    <a:pt x="31" y="65"/>
                    <a:pt x="29" y="64"/>
                    <a:pt x="27" y="64"/>
                  </a:cubicBezTo>
                  <a:moveTo>
                    <a:pt x="9" y="59"/>
                  </a:moveTo>
                  <a:cubicBezTo>
                    <a:pt x="8" y="59"/>
                    <a:pt x="8" y="59"/>
                    <a:pt x="7" y="60"/>
                  </a:cubicBezTo>
                  <a:cubicBezTo>
                    <a:pt x="7" y="60"/>
                    <a:pt x="6" y="61"/>
                    <a:pt x="6" y="61"/>
                  </a:cubicBezTo>
                  <a:cubicBezTo>
                    <a:pt x="6" y="67"/>
                    <a:pt x="6" y="67"/>
                    <a:pt x="6" y="67"/>
                  </a:cubicBezTo>
                  <a:cubicBezTo>
                    <a:pt x="6" y="67"/>
                    <a:pt x="6" y="67"/>
                    <a:pt x="6" y="67"/>
                  </a:cubicBezTo>
                  <a:cubicBezTo>
                    <a:pt x="7" y="66"/>
                    <a:pt x="8" y="64"/>
                    <a:pt x="8" y="63"/>
                  </a:cubicBezTo>
                  <a:cubicBezTo>
                    <a:pt x="8" y="62"/>
                    <a:pt x="9" y="60"/>
                    <a:pt x="9" y="59"/>
                  </a:cubicBezTo>
                  <a:moveTo>
                    <a:pt x="60" y="61"/>
                  </a:moveTo>
                  <a:cubicBezTo>
                    <a:pt x="55" y="61"/>
                    <a:pt x="50" y="60"/>
                    <a:pt x="46" y="57"/>
                  </a:cubicBezTo>
                  <a:cubicBezTo>
                    <a:pt x="43" y="55"/>
                    <a:pt x="41" y="53"/>
                    <a:pt x="40" y="51"/>
                  </a:cubicBezTo>
                  <a:cubicBezTo>
                    <a:pt x="38" y="47"/>
                    <a:pt x="39" y="41"/>
                    <a:pt x="42" y="37"/>
                  </a:cubicBezTo>
                  <a:cubicBezTo>
                    <a:pt x="45" y="32"/>
                    <a:pt x="50" y="29"/>
                    <a:pt x="56" y="28"/>
                  </a:cubicBezTo>
                  <a:cubicBezTo>
                    <a:pt x="57" y="28"/>
                    <a:pt x="58" y="28"/>
                    <a:pt x="59" y="28"/>
                  </a:cubicBezTo>
                  <a:cubicBezTo>
                    <a:pt x="64" y="28"/>
                    <a:pt x="69" y="30"/>
                    <a:pt x="72" y="33"/>
                  </a:cubicBezTo>
                  <a:cubicBezTo>
                    <a:pt x="76" y="37"/>
                    <a:pt x="78" y="44"/>
                    <a:pt x="76" y="49"/>
                  </a:cubicBezTo>
                  <a:cubicBezTo>
                    <a:pt x="75" y="53"/>
                    <a:pt x="72" y="57"/>
                    <a:pt x="69" y="59"/>
                  </a:cubicBezTo>
                  <a:cubicBezTo>
                    <a:pt x="66" y="61"/>
                    <a:pt x="63" y="61"/>
                    <a:pt x="60" y="61"/>
                  </a:cubicBezTo>
                  <a:moveTo>
                    <a:pt x="59" y="24"/>
                  </a:moveTo>
                  <a:cubicBezTo>
                    <a:pt x="58" y="24"/>
                    <a:pt x="56" y="24"/>
                    <a:pt x="55" y="24"/>
                  </a:cubicBezTo>
                  <a:cubicBezTo>
                    <a:pt x="49" y="25"/>
                    <a:pt x="42" y="29"/>
                    <a:pt x="38" y="36"/>
                  </a:cubicBezTo>
                  <a:cubicBezTo>
                    <a:pt x="35" y="41"/>
                    <a:pt x="34" y="48"/>
                    <a:pt x="37" y="53"/>
                  </a:cubicBezTo>
                  <a:cubicBezTo>
                    <a:pt x="38" y="56"/>
                    <a:pt x="41" y="58"/>
                    <a:pt x="44" y="60"/>
                  </a:cubicBezTo>
                  <a:cubicBezTo>
                    <a:pt x="49" y="63"/>
                    <a:pt x="55" y="65"/>
                    <a:pt x="60" y="65"/>
                  </a:cubicBezTo>
                  <a:cubicBezTo>
                    <a:pt x="64" y="65"/>
                    <a:pt x="68" y="64"/>
                    <a:pt x="71" y="62"/>
                  </a:cubicBezTo>
                  <a:cubicBezTo>
                    <a:pt x="75" y="60"/>
                    <a:pt x="78" y="55"/>
                    <a:pt x="80" y="50"/>
                  </a:cubicBezTo>
                  <a:cubicBezTo>
                    <a:pt x="82" y="44"/>
                    <a:pt x="80" y="36"/>
                    <a:pt x="75" y="31"/>
                  </a:cubicBezTo>
                  <a:cubicBezTo>
                    <a:pt x="71" y="26"/>
                    <a:pt x="65" y="24"/>
                    <a:pt x="59" y="24"/>
                  </a:cubicBezTo>
                  <a:moveTo>
                    <a:pt x="60" y="0"/>
                  </a:moveTo>
                  <a:cubicBezTo>
                    <a:pt x="59" y="0"/>
                    <a:pt x="59" y="0"/>
                    <a:pt x="59" y="0"/>
                  </a:cubicBezTo>
                  <a:cubicBezTo>
                    <a:pt x="55" y="0"/>
                    <a:pt x="53" y="3"/>
                    <a:pt x="51" y="6"/>
                  </a:cubicBezTo>
                  <a:cubicBezTo>
                    <a:pt x="37" y="24"/>
                    <a:pt x="37" y="24"/>
                    <a:pt x="37" y="24"/>
                  </a:cubicBezTo>
                  <a:cubicBezTo>
                    <a:pt x="35" y="23"/>
                    <a:pt x="32" y="23"/>
                    <a:pt x="29" y="23"/>
                  </a:cubicBezTo>
                  <a:cubicBezTo>
                    <a:pt x="28" y="23"/>
                    <a:pt x="26" y="23"/>
                    <a:pt x="25" y="24"/>
                  </a:cubicBezTo>
                  <a:cubicBezTo>
                    <a:pt x="21" y="25"/>
                    <a:pt x="18" y="28"/>
                    <a:pt x="16" y="30"/>
                  </a:cubicBezTo>
                  <a:cubicBezTo>
                    <a:pt x="14" y="33"/>
                    <a:pt x="13" y="36"/>
                    <a:pt x="12" y="39"/>
                  </a:cubicBezTo>
                  <a:cubicBezTo>
                    <a:pt x="12" y="42"/>
                    <a:pt x="12" y="46"/>
                    <a:pt x="12" y="50"/>
                  </a:cubicBezTo>
                  <a:cubicBezTo>
                    <a:pt x="12" y="52"/>
                    <a:pt x="14" y="54"/>
                    <a:pt x="15" y="55"/>
                  </a:cubicBezTo>
                  <a:cubicBezTo>
                    <a:pt x="13" y="59"/>
                    <a:pt x="13" y="59"/>
                    <a:pt x="13" y="59"/>
                  </a:cubicBezTo>
                  <a:cubicBezTo>
                    <a:pt x="13" y="59"/>
                    <a:pt x="12" y="58"/>
                    <a:pt x="11" y="58"/>
                  </a:cubicBezTo>
                  <a:cubicBezTo>
                    <a:pt x="11" y="62"/>
                    <a:pt x="11" y="65"/>
                    <a:pt x="11" y="68"/>
                  </a:cubicBezTo>
                  <a:cubicBezTo>
                    <a:pt x="21" y="54"/>
                    <a:pt x="21" y="54"/>
                    <a:pt x="21" y="54"/>
                  </a:cubicBezTo>
                  <a:cubicBezTo>
                    <a:pt x="19" y="53"/>
                    <a:pt x="19" y="53"/>
                    <a:pt x="19" y="53"/>
                  </a:cubicBezTo>
                  <a:cubicBezTo>
                    <a:pt x="16" y="52"/>
                    <a:pt x="14" y="48"/>
                    <a:pt x="14" y="44"/>
                  </a:cubicBezTo>
                  <a:cubicBezTo>
                    <a:pt x="15" y="40"/>
                    <a:pt x="16" y="37"/>
                    <a:pt x="19" y="33"/>
                  </a:cubicBezTo>
                  <a:cubicBezTo>
                    <a:pt x="22" y="30"/>
                    <a:pt x="24" y="28"/>
                    <a:pt x="26" y="27"/>
                  </a:cubicBezTo>
                  <a:cubicBezTo>
                    <a:pt x="27" y="27"/>
                    <a:pt x="28" y="26"/>
                    <a:pt x="30" y="26"/>
                  </a:cubicBezTo>
                  <a:cubicBezTo>
                    <a:pt x="32" y="26"/>
                    <a:pt x="35" y="27"/>
                    <a:pt x="38" y="28"/>
                  </a:cubicBezTo>
                  <a:cubicBezTo>
                    <a:pt x="39" y="28"/>
                    <a:pt x="39" y="28"/>
                    <a:pt x="39" y="28"/>
                  </a:cubicBezTo>
                  <a:cubicBezTo>
                    <a:pt x="54" y="8"/>
                    <a:pt x="54" y="8"/>
                    <a:pt x="54" y="8"/>
                  </a:cubicBezTo>
                  <a:cubicBezTo>
                    <a:pt x="55" y="6"/>
                    <a:pt x="57" y="4"/>
                    <a:pt x="60" y="4"/>
                  </a:cubicBezTo>
                  <a:cubicBezTo>
                    <a:pt x="61" y="4"/>
                    <a:pt x="63" y="5"/>
                    <a:pt x="65" y="6"/>
                  </a:cubicBezTo>
                  <a:cubicBezTo>
                    <a:pt x="95" y="29"/>
                    <a:pt x="95" y="29"/>
                    <a:pt x="95" y="29"/>
                  </a:cubicBezTo>
                  <a:cubicBezTo>
                    <a:pt x="97" y="30"/>
                    <a:pt x="98" y="31"/>
                    <a:pt x="98" y="32"/>
                  </a:cubicBezTo>
                  <a:cubicBezTo>
                    <a:pt x="99" y="34"/>
                    <a:pt x="97" y="36"/>
                    <a:pt x="96" y="38"/>
                  </a:cubicBezTo>
                  <a:cubicBezTo>
                    <a:pt x="50" y="104"/>
                    <a:pt x="50" y="104"/>
                    <a:pt x="50" y="104"/>
                  </a:cubicBezTo>
                  <a:cubicBezTo>
                    <a:pt x="48" y="107"/>
                    <a:pt x="46" y="110"/>
                    <a:pt x="43" y="110"/>
                  </a:cubicBezTo>
                  <a:cubicBezTo>
                    <a:pt x="43" y="110"/>
                    <a:pt x="42" y="111"/>
                    <a:pt x="42" y="111"/>
                  </a:cubicBezTo>
                  <a:cubicBezTo>
                    <a:pt x="39" y="111"/>
                    <a:pt x="36" y="109"/>
                    <a:pt x="33" y="107"/>
                  </a:cubicBezTo>
                  <a:cubicBezTo>
                    <a:pt x="25" y="102"/>
                    <a:pt x="18" y="96"/>
                    <a:pt x="11" y="90"/>
                  </a:cubicBezTo>
                  <a:cubicBezTo>
                    <a:pt x="11" y="90"/>
                    <a:pt x="11" y="90"/>
                    <a:pt x="11" y="90"/>
                  </a:cubicBezTo>
                  <a:cubicBezTo>
                    <a:pt x="11" y="91"/>
                    <a:pt x="10" y="92"/>
                    <a:pt x="9" y="92"/>
                  </a:cubicBezTo>
                  <a:cubicBezTo>
                    <a:pt x="7" y="92"/>
                    <a:pt x="7" y="92"/>
                    <a:pt x="7" y="92"/>
                  </a:cubicBezTo>
                  <a:cubicBezTo>
                    <a:pt x="7" y="92"/>
                    <a:pt x="7" y="92"/>
                    <a:pt x="8" y="92"/>
                  </a:cubicBezTo>
                  <a:cubicBezTo>
                    <a:pt x="15" y="99"/>
                    <a:pt x="23" y="105"/>
                    <a:pt x="31" y="110"/>
                  </a:cubicBezTo>
                  <a:cubicBezTo>
                    <a:pt x="34" y="112"/>
                    <a:pt x="38" y="114"/>
                    <a:pt x="42" y="114"/>
                  </a:cubicBezTo>
                  <a:cubicBezTo>
                    <a:pt x="43" y="114"/>
                    <a:pt x="43" y="114"/>
                    <a:pt x="44" y="114"/>
                  </a:cubicBezTo>
                  <a:cubicBezTo>
                    <a:pt x="48" y="113"/>
                    <a:pt x="51" y="109"/>
                    <a:pt x="53" y="106"/>
                  </a:cubicBezTo>
                  <a:cubicBezTo>
                    <a:pt x="99" y="40"/>
                    <a:pt x="99" y="40"/>
                    <a:pt x="99" y="40"/>
                  </a:cubicBezTo>
                  <a:cubicBezTo>
                    <a:pt x="101" y="37"/>
                    <a:pt x="103" y="35"/>
                    <a:pt x="102" y="31"/>
                  </a:cubicBezTo>
                  <a:cubicBezTo>
                    <a:pt x="101" y="29"/>
                    <a:pt x="99" y="27"/>
                    <a:pt x="97" y="26"/>
                  </a:cubicBezTo>
                  <a:cubicBezTo>
                    <a:pt x="67" y="3"/>
                    <a:pt x="67" y="3"/>
                    <a:pt x="67" y="3"/>
                  </a:cubicBezTo>
                  <a:cubicBezTo>
                    <a:pt x="65" y="1"/>
                    <a:pt x="62"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B3F3E232-0AE4-4370-BF86-BB6F17B42C10}"/>
                </a:ext>
              </a:extLst>
            </p:cNvPr>
            <p:cNvSpPr>
              <a:spLocks noEditPoints="1"/>
            </p:cNvSpPr>
            <p:nvPr/>
          </p:nvSpPr>
          <p:spPr bwMode="auto">
            <a:xfrm>
              <a:off x="3787775" y="4032250"/>
              <a:ext cx="333375" cy="411163"/>
            </a:xfrm>
            <a:custGeom>
              <a:avLst/>
              <a:gdLst>
                <a:gd name="T0" fmla="*/ 26 w 83"/>
                <a:gd name="T1" fmla="*/ 99 h 102"/>
                <a:gd name="T2" fmla="*/ 6 w 83"/>
                <a:gd name="T3" fmla="*/ 102 h 102"/>
                <a:gd name="T4" fmla="*/ 5 w 83"/>
                <a:gd name="T5" fmla="*/ 96 h 102"/>
                <a:gd name="T6" fmla="*/ 22 w 83"/>
                <a:gd name="T7" fmla="*/ 94 h 102"/>
                <a:gd name="T8" fmla="*/ 4 w 83"/>
                <a:gd name="T9" fmla="*/ 93 h 102"/>
                <a:gd name="T10" fmla="*/ 13 w 83"/>
                <a:gd name="T11" fmla="*/ 86 h 102"/>
                <a:gd name="T12" fmla="*/ 15 w 83"/>
                <a:gd name="T13" fmla="*/ 92 h 102"/>
                <a:gd name="T14" fmla="*/ 14 w 83"/>
                <a:gd name="T15" fmla="*/ 85 h 102"/>
                <a:gd name="T16" fmla="*/ 70 w 83"/>
                <a:gd name="T17" fmla="*/ 92 h 102"/>
                <a:gd name="T18" fmla="*/ 57 w 83"/>
                <a:gd name="T19" fmla="*/ 79 h 102"/>
                <a:gd name="T20" fmla="*/ 71 w 83"/>
                <a:gd name="T21" fmla="*/ 95 h 102"/>
                <a:gd name="T22" fmla="*/ 71 w 83"/>
                <a:gd name="T23" fmla="*/ 79 h 102"/>
                <a:gd name="T24" fmla="*/ 13 w 83"/>
                <a:gd name="T25" fmla="*/ 83 h 102"/>
                <a:gd name="T26" fmla="*/ 27 w 83"/>
                <a:gd name="T27" fmla="*/ 94 h 102"/>
                <a:gd name="T28" fmla="*/ 29 w 83"/>
                <a:gd name="T29" fmla="*/ 96 h 102"/>
                <a:gd name="T30" fmla="*/ 38 w 83"/>
                <a:gd name="T31" fmla="*/ 94 h 102"/>
                <a:gd name="T32" fmla="*/ 47 w 83"/>
                <a:gd name="T33" fmla="*/ 82 h 102"/>
                <a:gd name="T34" fmla="*/ 49 w 83"/>
                <a:gd name="T35" fmla="*/ 93 h 102"/>
                <a:gd name="T36" fmla="*/ 34 w 83"/>
                <a:gd name="T37" fmla="*/ 80 h 102"/>
                <a:gd name="T38" fmla="*/ 49 w 83"/>
                <a:gd name="T39" fmla="*/ 96 h 102"/>
                <a:gd name="T40" fmla="*/ 47 w 83"/>
                <a:gd name="T41" fmla="*/ 79 h 102"/>
                <a:gd name="T42" fmla="*/ 26 w 83"/>
                <a:gd name="T43" fmla="*/ 63 h 102"/>
                <a:gd name="T44" fmla="*/ 12 w 83"/>
                <a:gd name="T45" fmla="*/ 60 h 102"/>
                <a:gd name="T46" fmla="*/ 26 w 83"/>
                <a:gd name="T47" fmla="*/ 76 h 102"/>
                <a:gd name="T48" fmla="*/ 13 w 83"/>
                <a:gd name="T49" fmla="*/ 60 h 102"/>
                <a:gd name="T50" fmla="*/ 36 w 83"/>
                <a:gd name="T51" fmla="*/ 63 h 102"/>
                <a:gd name="T52" fmla="*/ 46 w 83"/>
                <a:gd name="T53" fmla="*/ 59 h 102"/>
                <a:gd name="T54" fmla="*/ 36 w 83"/>
                <a:gd name="T55" fmla="*/ 75 h 102"/>
                <a:gd name="T56" fmla="*/ 50 w 83"/>
                <a:gd name="T57" fmla="*/ 64 h 102"/>
                <a:gd name="T58" fmla="*/ 58 w 83"/>
                <a:gd name="T59" fmla="*/ 62 h 102"/>
                <a:gd name="T60" fmla="*/ 56 w 83"/>
                <a:gd name="T61" fmla="*/ 74 h 102"/>
                <a:gd name="T62" fmla="*/ 72 w 83"/>
                <a:gd name="T63" fmla="*/ 75 h 102"/>
                <a:gd name="T64" fmla="*/ 57 w 83"/>
                <a:gd name="T65" fmla="*/ 59 h 102"/>
                <a:gd name="T66" fmla="*/ 27 w 83"/>
                <a:gd name="T67" fmla="*/ 53 h 102"/>
                <a:gd name="T68" fmla="*/ 12 w 83"/>
                <a:gd name="T69" fmla="*/ 41 h 102"/>
                <a:gd name="T70" fmla="*/ 29 w 83"/>
                <a:gd name="T71" fmla="*/ 56 h 102"/>
                <a:gd name="T72" fmla="*/ 13 w 83"/>
                <a:gd name="T73" fmla="*/ 40 h 102"/>
                <a:gd name="T74" fmla="*/ 47 w 83"/>
                <a:gd name="T75" fmla="*/ 43 h 102"/>
                <a:gd name="T76" fmla="*/ 33 w 83"/>
                <a:gd name="T77" fmla="*/ 41 h 102"/>
                <a:gd name="T78" fmla="*/ 50 w 83"/>
                <a:gd name="T79" fmla="*/ 55 h 102"/>
                <a:gd name="T80" fmla="*/ 35 w 83"/>
                <a:gd name="T81" fmla="*/ 39 h 102"/>
                <a:gd name="T82" fmla="*/ 69 w 83"/>
                <a:gd name="T83" fmla="*/ 53 h 102"/>
                <a:gd name="T84" fmla="*/ 55 w 83"/>
                <a:gd name="T85" fmla="*/ 41 h 102"/>
                <a:gd name="T86" fmla="*/ 71 w 83"/>
                <a:gd name="T87" fmla="*/ 55 h 102"/>
                <a:gd name="T88" fmla="*/ 19 w 83"/>
                <a:gd name="T89" fmla="*/ 25 h 102"/>
                <a:gd name="T90" fmla="*/ 63 w 83"/>
                <a:gd name="T91" fmla="*/ 24 h 102"/>
                <a:gd name="T92" fmla="*/ 16 w 83"/>
                <a:gd name="T93" fmla="*/ 26 h 102"/>
                <a:gd name="T94" fmla="*/ 68 w 83"/>
                <a:gd name="T95" fmla="*/ 22 h 102"/>
                <a:gd name="T96" fmla="*/ 81 w 83"/>
                <a:gd name="T97" fmla="*/ 0 h 102"/>
                <a:gd name="T98" fmla="*/ 5 w 83"/>
                <a:gd name="T99" fmla="*/ 83 h 102"/>
                <a:gd name="T100" fmla="*/ 80 w 83"/>
                <a:gd name="T101" fmla="*/ 3 h 102"/>
                <a:gd name="T102" fmla="*/ 75 w 83"/>
                <a:gd name="T103" fmla="*/ 99 h 102"/>
                <a:gd name="T104" fmla="*/ 75 w 83"/>
                <a:gd name="T105" fmla="*/ 102 h 102"/>
                <a:gd name="T106" fmla="*/ 82 w 83"/>
                <a:gd name="T107"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 h="102">
                  <a:moveTo>
                    <a:pt x="15" y="99"/>
                  </a:moveTo>
                  <a:cubicBezTo>
                    <a:pt x="16" y="99"/>
                    <a:pt x="16" y="100"/>
                    <a:pt x="17" y="102"/>
                  </a:cubicBezTo>
                  <a:cubicBezTo>
                    <a:pt x="22" y="102"/>
                    <a:pt x="22" y="102"/>
                    <a:pt x="22" y="102"/>
                  </a:cubicBezTo>
                  <a:cubicBezTo>
                    <a:pt x="22" y="101"/>
                    <a:pt x="23" y="101"/>
                    <a:pt x="23" y="101"/>
                  </a:cubicBezTo>
                  <a:cubicBezTo>
                    <a:pt x="26" y="99"/>
                    <a:pt x="26" y="99"/>
                    <a:pt x="26" y="99"/>
                  </a:cubicBezTo>
                  <a:cubicBezTo>
                    <a:pt x="26" y="99"/>
                    <a:pt x="26" y="99"/>
                    <a:pt x="26" y="99"/>
                  </a:cubicBezTo>
                  <a:cubicBezTo>
                    <a:pt x="15" y="99"/>
                    <a:pt x="15" y="99"/>
                    <a:pt x="15" y="99"/>
                  </a:cubicBezTo>
                  <a:moveTo>
                    <a:pt x="5" y="96"/>
                  </a:moveTo>
                  <a:cubicBezTo>
                    <a:pt x="5" y="100"/>
                    <a:pt x="5" y="100"/>
                    <a:pt x="5" y="100"/>
                  </a:cubicBezTo>
                  <a:cubicBezTo>
                    <a:pt x="5" y="101"/>
                    <a:pt x="5" y="102"/>
                    <a:pt x="6" y="102"/>
                  </a:cubicBezTo>
                  <a:cubicBezTo>
                    <a:pt x="13" y="102"/>
                    <a:pt x="13" y="102"/>
                    <a:pt x="13" y="102"/>
                  </a:cubicBezTo>
                  <a:cubicBezTo>
                    <a:pt x="13" y="100"/>
                    <a:pt x="12" y="99"/>
                    <a:pt x="10" y="99"/>
                  </a:cubicBezTo>
                  <a:cubicBezTo>
                    <a:pt x="8" y="99"/>
                    <a:pt x="8" y="99"/>
                    <a:pt x="8" y="99"/>
                  </a:cubicBezTo>
                  <a:cubicBezTo>
                    <a:pt x="8" y="97"/>
                    <a:pt x="8" y="97"/>
                    <a:pt x="8" y="97"/>
                  </a:cubicBezTo>
                  <a:cubicBezTo>
                    <a:pt x="7" y="97"/>
                    <a:pt x="6" y="97"/>
                    <a:pt x="5" y="96"/>
                  </a:cubicBezTo>
                  <a:moveTo>
                    <a:pt x="24" y="96"/>
                  </a:moveTo>
                  <a:cubicBezTo>
                    <a:pt x="23" y="96"/>
                    <a:pt x="23" y="96"/>
                    <a:pt x="23" y="96"/>
                  </a:cubicBezTo>
                  <a:cubicBezTo>
                    <a:pt x="25" y="96"/>
                    <a:pt x="25" y="96"/>
                    <a:pt x="25" y="96"/>
                  </a:cubicBezTo>
                  <a:cubicBezTo>
                    <a:pt x="24" y="96"/>
                    <a:pt x="24" y="96"/>
                    <a:pt x="24" y="96"/>
                  </a:cubicBezTo>
                  <a:moveTo>
                    <a:pt x="22" y="94"/>
                  </a:moveTo>
                  <a:cubicBezTo>
                    <a:pt x="20" y="94"/>
                    <a:pt x="20" y="94"/>
                    <a:pt x="20" y="94"/>
                  </a:cubicBezTo>
                  <a:cubicBezTo>
                    <a:pt x="20" y="94"/>
                    <a:pt x="20" y="94"/>
                    <a:pt x="20" y="94"/>
                  </a:cubicBezTo>
                  <a:cubicBezTo>
                    <a:pt x="22" y="94"/>
                    <a:pt x="22" y="94"/>
                    <a:pt x="22" y="94"/>
                  </a:cubicBezTo>
                  <a:moveTo>
                    <a:pt x="4" y="87"/>
                  </a:moveTo>
                  <a:cubicBezTo>
                    <a:pt x="4" y="93"/>
                    <a:pt x="4" y="93"/>
                    <a:pt x="4" y="93"/>
                  </a:cubicBezTo>
                  <a:cubicBezTo>
                    <a:pt x="5" y="94"/>
                    <a:pt x="6" y="94"/>
                    <a:pt x="7" y="94"/>
                  </a:cubicBezTo>
                  <a:cubicBezTo>
                    <a:pt x="7" y="90"/>
                    <a:pt x="7" y="90"/>
                    <a:pt x="7" y="90"/>
                  </a:cubicBezTo>
                  <a:cubicBezTo>
                    <a:pt x="6" y="89"/>
                    <a:pt x="5" y="88"/>
                    <a:pt x="4" y="87"/>
                  </a:cubicBezTo>
                  <a:moveTo>
                    <a:pt x="14" y="85"/>
                  </a:moveTo>
                  <a:cubicBezTo>
                    <a:pt x="13" y="85"/>
                    <a:pt x="13" y="86"/>
                    <a:pt x="13" y="86"/>
                  </a:cubicBezTo>
                  <a:cubicBezTo>
                    <a:pt x="14" y="95"/>
                    <a:pt x="14" y="95"/>
                    <a:pt x="14" y="95"/>
                  </a:cubicBezTo>
                  <a:cubicBezTo>
                    <a:pt x="14" y="96"/>
                    <a:pt x="14" y="97"/>
                    <a:pt x="15" y="97"/>
                  </a:cubicBezTo>
                  <a:cubicBezTo>
                    <a:pt x="15" y="97"/>
                    <a:pt x="15" y="97"/>
                    <a:pt x="15" y="97"/>
                  </a:cubicBezTo>
                  <a:cubicBezTo>
                    <a:pt x="19" y="96"/>
                    <a:pt x="19" y="96"/>
                    <a:pt x="19" y="96"/>
                  </a:cubicBezTo>
                  <a:cubicBezTo>
                    <a:pt x="15" y="92"/>
                    <a:pt x="15" y="92"/>
                    <a:pt x="15" y="92"/>
                  </a:cubicBezTo>
                  <a:cubicBezTo>
                    <a:pt x="14" y="92"/>
                    <a:pt x="14" y="92"/>
                    <a:pt x="14" y="91"/>
                  </a:cubicBezTo>
                  <a:cubicBezTo>
                    <a:pt x="14" y="91"/>
                    <a:pt x="15" y="90"/>
                    <a:pt x="15" y="90"/>
                  </a:cubicBezTo>
                  <a:cubicBezTo>
                    <a:pt x="16" y="90"/>
                    <a:pt x="16" y="89"/>
                    <a:pt x="16" y="88"/>
                  </a:cubicBezTo>
                  <a:cubicBezTo>
                    <a:pt x="16" y="87"/>
                    <a:pt x="15" y="86"/>
                    <a:pt x="15" y="86"/>
                  </a:cubicBezTo>
                  <a:cubicBezTo>
                    <a:pt x="14" y="86"/>
                    <a:pt x="14" y="85"/>
                    <a:pt x="14" y="85"/>
                  </a:cubicBezTo>
                  <a:moveTo>
                    <a:pt x="58" y="92"/>
                  </a:moveTo>
                  <a:cubicBezTo>
                    <a:pt x="58" y="91"/>
                    <a:pt x="58" y="91"/>
                    <a:pt x="58" y="91"/>
                  </a:cubicBezTo>
                  <a:cubicBezTo>
                    <a:pt x="59" y="82"/>
                    <a:pt x="59" y="82"/>
                    <a:pt x="59" y="82"/>
                  </a:cubicBezTo>
                  <a:cubicBezTo>
                    <a:pt x="70" y="82"/>
                    <a:pt x="70" y="82"/>
                    <a:pt x="70" y="82"/>
                  </a:cubicBezTo>
                  <a:cubicBezTo>
                    <a:pt x="70" y="92"/>
                    <a:pt x="70" y="92"/>
                    <a:pt x="70" y="92"/>
                  </a:cubicBezTo>
                  <a:cubicBezTo>
                    <a:pt x="59" y="92"/>
                    <a:pt x="59" y="92"/>
                    <a:pt x="59" y="92"/>
                  </a:cubicBezTo>
                  <a:cubicBezTo>
                    <a:pt x="59" y="92"/>
                    <a:pt x="59" y="92"/>
                    <a:pt x="59" y="92"/>
                  </a:cubicBezTo>
                  <a:cubicBezTo>
                    <a:pt x="58" y="92"/>
                    <a:pt x="58" y="92"/>
                    <a:pt x="58" y="92"/>
                  </a:cubicBezTo>
                  <a:moveTo>
                    <a:pt x="57" y="79"/>
                  </a:moveTo>
                  <a:cubicBezTo>
                    <a:pt x="57" y="79"/>
                    <a:pt x="57" y="79"/>
                    <a:pt x="57" y="79"/>
                  </a:cubicBezTo>
                  <a:cubicBezTo>
                    <a:pt x="56" y="79"/>
                    <a:pt x="56" y="80"/>
                    <a:pt x="56" y="81"/>
                  </a:cubicBezTo>
                  <a:cubicBezTo>
                    <a:pt x="55" y="91"/>
                    <a:pt x="55" y="91"/>
                    <a:pt x="55" y="91"/>
                  </a:cubicBezTo>
                  <a:cubicBezTo>
                    <a:pt x="55" y="92"/>
                    <a:pt x="55" y="93"/>
                    <a:pt x="56" y="94"/>
                  </a:cubicBezTo>
                  <a:cubicBezTo>
                    <a:pt x="57" y="95"/>
                    <a:pt x="58" y="95"/>
                    <a:pt x="59" y="95"/>
                  </a:cubicBezTo>
                  <a:cubicBezTo>
                    <a:pt x="71" y="95"/>
                    <a:pt x="71" y="95"/>
                    <a:pt x="71" y="95"/>
                  </a:cubicBezTo>
                  <a:cubicBezTo>
                    <a:pt x="71" y="95"/>
                    <a:pt x="71" y="95"/>
                    <a:pt x="71" y="95"/>
                  </a:cubicBezTo>
                  <a:cubicBezTo>
                    <a:pt x="72" y="95"/>
                    <a:pt x="72" y="95"/>
                    <a:pt x="72" y="95"/>
                  </a:cubicBezTo>
                  <a:cubicBezTo>
                    <a:pt x="73" y="94"/>
                    <a:pt x="73" y="94"/>
                    <a:pt x="73" y="94"/>
                  </a:cubicBezTo>
                  <a:cubicBezTo>
                    <a:pt x="72" y="81"/>
                    <a:pt x="72" y="81"/>
                    <a:pt x="72" y="81"/>
                  </a:cubicBezTo>
                  <a:cubicBezTo>
                    <a:pt x="72" y="80"/>
                    <a:pt x="72" y="79"/>
                    <a:pt x="71" y="79"/>
                  </a:cubicBezTo>
                  <a:cubicBezTo>
                    <a:pt x="57" y="79"/>
                    <a:pt x="57" y="79"/>
                    <a:pt x="57" y="79"/>
                  </a:cubicBezTo>
                  <a:moveTo>
                    <a:pt x="14" y="79"/>
                  </a:moveTo>
                  <a:cubicBezTo>
                    <a:pt x="14" y="79"/>
                    <a:pt x="13" y="79"/>
                    <a:pt x="13" y="79"/>
                  </a:cubicBezTo>
                  <a:cubicBezTo>
                    <a:pt x="13" y="80"/>
                    <a:pt x="13" y="80"/>
                    <a:pt x="13" y="81"/>
                  </a:cubicBezTo>
                  <a:cubicBezTo>
                    <a:pt x="13" y="83"/>
                    <a:pt x="13" y="83"/>
                    <a:pt x="13" y="83"/>
                  </a:cubicBezTo>
                  <a:cubicBezTo>
                    <a:pt x="13" y="83"/>
                    <a:pt x="13" y="83"/>
                    <a:pt x="14" y="83"/>
                  </a:cubicBezTo>
                  <a:cubicBezTo>
                    <a:pt x="14" y="83"/>
                    <a:pt x="15" y="83"/>
                    <a:pt x="16" y="83"/>
                  </a:cubicBezTo>
                  <a:cubicBezTo>
                    <a:pt x="16" y="82"/>
                    <a:pt x="16" y="82"/>
                    <a:pt x="16" y="82"/>
                  </a:cubicBezTo>
                  <a:cubicBezTo>
                    <a:pt x="26" y="83"/>
                    <a:pt x="26" y="83"/>
                    <a:pt x="26" y="83"/>
                  </a:cubicBezTo>
                  <a:cubicBezTo>
                    <a:pt x="27" y="94"/>
                    <a:pt x="27" y="94"/>
                    <a:pt x="27" y="94"/>
                  </a:cubicBezTo>
                  <a:cubicBezTo>
                    <a:pt x="26" y="94"/>
                    <a:pt x="26" y="94"/>
                    <a:pt x="26" y="94"/>
                  </a:cubicBezTo>
                  <a:cubicBezTo>
                    <a:pt x="26" y="94"/>
                    <a:pt x="26" y="94"/>
                    <a:pt x="26" y="94"/>
                  </a:cubicBezTo>
                  <a:cubicBezTo>
                    <a:pt x="28" y="96"/>
                    <a:pt x="28" y="96"/>
                    <a:pt x="28" y="96"/>
                  </a:cubicBezTo>
                  <a:cubicBezTo>
                    <a:pt x="28" y="96"/>
                    <a:pt x="28" y="96"/>
                    <a:pt x="28" y="96"/>
                  </a:cubicBezTo>
                  <a:cubicBezTo>
                    <a:pt x="29" y="96"/>
                    <a:pt x="29" y="96"/>
                    <a:pt x="29" y="96"/>
                  </a:cubicBezTo>
                  <a:cubicBezTo>
                    <a:pt x="30" y="96"/>
                    <a:pt x="30" y="95"/>
                    <a:pt x="30" y="95"/>
                  </a:cubicBezTo>
                  <a:cubicBezTo>
                    <a:pt x="29" y="81"/>
                    <a:pt x="29" y="81"/>
                    <a:pt x="29" y="81"/>
                  </a:cubicBezTo>
                  <a:cubicBezTo>
                    <a:pt x="29" y="80"/>
                    <a:pt x="28" y="80"/>
                    <a:pt x="27" y="80"/>
                  </a:cubicBezTo>
                  <a:cubicBezTo>
                    <a:pt x="14" y="79"/>
                    <a:pt x="14" y="79"/>
                    <a:pt x="14" y="79"/>
                  </a:cubicBezTo>
                  <a:moveTo>
                    <a:pt x="38" y="94"/>
                  </a:moveTo>
                  <a:cubicBezTo>
                    <a:pt x="38" y="93"/>
                    <a:pt x="38" y="93"/>
                    <a:pt x="38" y="93"/>
                  </a:cubicBezTo>
                  <a:cubicBezTo>
                    <a:pt x="37" y="93"/>
                    <a:pt x="37" y="93"/>
                    <a:pt x="37" y="93"/>
                  </a:cubicBezTo>
                  <a:cubicBezTo>
                    <a:pt x="37" y="92"/>
                    <a:pt x="37" y="92"/>
                    <a:pt x="37" y="92"/>
                  </a:cubicBezTo>
                  <a:cubicBezTo>
                    <a:pt x="37" y="82"/>
                    <a:pt x="37" y="82"/>
                    <a:pt x="37" y="82"/>
                  </a:cubicBezTo>
                  <a:cubicBezTo>
                    <a:pt x="47" y="82"/>
                    <a:pt x="47" y="82"/>
                    <a:pt x="47" y="82"/>
                  </a:cubicBezTo>
                  <a:cubicBezTo>
                    <a:pt x="48" y="82"/>
                    <a:pt x="48" y="82"/>
                    <a:pt x="48" y="82"/>
                  </a:cubicBezTo>
                  <a:cubicBezTo>
                    <a:pt x="48" y="82"/>
                    <a:pt x="48" y="82"/>
                    <a:pt x="48" y="83"/>
                  </a:cubicBezTo>
                  <a:cubicBezTo>
                    <a:pt x="49" y="92"/>
                    <a:pt x="49" y="92"/>
                    <a:pt x="49" y="92"/>
                  </a:cubicBezTo>
                  <a:cubicBezTo>
                    <a:pt x="49" y="92"/>
                    <a:pt x="49" y="93"/>
                    <a:pt x="49" y="93"/>
                  </a:cubicBezTo>
                  <a:cubicBezTo>
                    <a:pt x="49" y="93"/>
                    <a:pt x="49" y="93"/>
                    <a:pt x="49" y="93"/>
                  </a:cubicBezTo>
                  <a:cubicBezTo>
                    <a:pt x="38" y="93"/>
                    <a:pt x="38" y="93"/>
                    <a:pt x="38" y="93"/>
                  </a:cubicBezTo>
                  <a:cubicBezTo>
                    <a:pt x="38" y="94"/>
                    <a:pt x="38" y="94"/>
                    <a:pt x="38" y="94"/>
                  </a:cubicBezTo>
                  <a:moveTo>
                    <a:pt x="35" y="79"/>
                  </a:moveTo>
                  <a:cubicBezTo>
                    <a:pt x="35" y="79"/>
                    <a:pt x="35" y="79"/>
                    <a:pt x="34" y="79"/>
                  </a:cubicBezTo>
                  <a:cubicBezTo>
                    <a:pt x="34" y="79"/>
                    <a:pt x="34" y="80"/>
                    <a:pt x="34" y="80"/>
                  </a:cubicBezTo>
                  <a:cubicBezTo>
                    <a:pt x="34" y="92"/>
                    <a:pt x="34" y="92"/>
                    <a:pt x="34" y="92"/>
                  </a:cubicBezTo>
                  <a:cubicBezTo>
                    <a:pt x="34" y="93"/>
                    <a:pt x="34" y="94"/>
                    <a:pt x="35" y="94"/>
                  </a:cubicBezTo>
                  <a:cubicBezTo>
                    <a:pt x="36" y="96"/>
                    <a:pt x="37" y="96"/>
                    <a:pt x="38" y="96"/>
                  </a:cubicBezTo>
                  <a:cubicBezTo>
                    <a:pt x="38" y="96"/>
                    <a:pt x="38" y="96"/>
                    <a:pt x="38" y="96"/>
                  </a:cubicBezTo>
                  <a:cubicBezTo>
                    <a:pt x="49" y="96"/>
                    <a:pt x="49" y="96"/>
                    <a:pt x="49" y="96"/>
                  </a:cubicBezTo>
                  <a:cubicBezTo>
                    <a:pt x="49" y="96"/>
                    <a:pt x="50" y="96"/>
                    <a:pt x="51" y="95"/>
                  </a:cubicBezTo>
                  <a:cubicBezTo>
                    <a:pt x="52" y="94"/>
                    <a:pt x="52" y="93"/>
                    <a:pt x="52" y="92"/>
                  </a:cubicBezTo>
                  <a:cubicBezTo>
                    <a:pt x="51" y="83"/>
                    <a:pt x="51" y="83"/>
                    <a:pt x="51" y="83"/>
                  </a:cubicBezTo>
                  <a:cubicBezTo>
                    <a:pt x="51" y="82"/>
                    <a:pt x="51" y="81"/>
                    <a:pt x="50" y="80"/>
                  </a:cubicBezTo>
                  <a:cubicBezTo>
                    <a:pt x="49" y="79"/>
                    <a:pt x="48" y="79"/>
                    <a:pt x="47" y="79"/>
                  </a:cubicBezTo>
                  <a:cubicBezTo>
                    <a:pt x="35" y="79"/>
                    <a:pt x="35" y="79"/>
                    <a:pt x="35" y="79"/>
                  </a:cubicBezTo>
                  <a:moveTo>
                    <a:pt x="26" y="73"/>
                  </a:moveTo>
                  <a:cubicBezTo>
                    <a:pt x="16" y="73"/>
                    <a:pt x="16" y="73"/>
                    <a:pt x="16" y="73"/>
                  </a:cubicBezTo>
                  <a:cubicBezTo>
                    <a:pt x="15" y="63"/>
                    <a:pt x="15" y="63"/>
                    <a:pt x="15" y="63"/>
                  </a:cubicBezTo>
                  <a:cubicBezTo>
                    <a:pt x="26" y="63"/>
                    <a:pt x="26" y="63"/>
                    <a:pt x="26" y="63"/>
                  </a:cubicBezTo>
                  <a:cubicBezTo>
                    <a:pt x="27" y="72"/>
                    <a:pt x="27" y="72"/>
                    <a:pt x="27" y="72"/>
                  </a:cubicBezTo>
                  <a:cubicBezTo>
                    <a:pt x="27" y="73"/>
                    <a:pt x="27" y="73"/>
                    <a:pt x="27" y="73"/>
                  </a:cubicBezTo>
                  <a:cubicBezTo>
                    <a:pt x="26" y="73"/>
                    <a:pt x="26" y="73"/>
                    <a:pt x="26" y="73"/>
                  </a:cubicBezTo>
                  <a:moveTo>
                    <a:pt x="13" y="60"/>
                  </a:moveTo>
                  <a:cubicBezTo>
                    <a:pt x="13" y="60"/>
                    <a:pt x="12" y="60"/>
                    <a:pt x="12" y="60"/>
                  </a:cubicBezTo>
                  <a:cubicBezTo>
                    <a:pt x="12" y="60"/>
                    <a:pt x="12" y="61"/>
                    <a:pt x="12" y="61"/>
                  </a:cubicBezTo>
                  <a:cubicBezTo>
                    <a:pt x="13" y="74"/>
                    <a:pt x="13" y="74"/>
                    <a:pt x="13" y="74"/>
                  </a:cubicBezTo>
                  <a:cubicBezTo>
                    <a:pt x="13" y="75"/>
                    <a:pt x="13" y="75"/>
                    <a:pt x="14" y="76"/>
                  </a:cubicBezTo>
                  <a:cubicBezTo>
                    <a:pt x="26" y="76"/>
                    <a:pt x="26" y="76"/>
                    <a:pt x="26" y="76"/>
                  </a:cubicBezTo>
                  <a:cubicBezTo>
                    <a:pt x="26" y="76"/>
                    <a:pt x="26" y="76"/>
                    <a:pt x="26" y="76"/>
                  </a:cubicBezTo>
                  <a:cubicBezTo>
                    <a:pt x="27" y="76"/>
                    <a:pt x="28" y="76"/>
                    <a:pt x="28" y="76"/>
                  </a:cubicBezTo>
                  <a:cubicBezTo>
                    <a:pt x="30" y="75"/>
                    <a:pt x="30" y="72"/>
                    <a:pt x="30" y="71"/>
                  </a:cubicBezTo>
                  <a:cubicBezTo>
                    <a:pt x="29" y="61"/>
                    <a:pt x="29" y="61"/>
                    <a:pt x="29" y="61"/>
                  </a:cubicBezTo>
                  <a:cubicBezTo>
                    <a:pt x="29" y="60"/>
                    <a:pt x="28" y="60"/>
                    <a:pt x="28" y="60"/>
                  </a:cubicBezTo>
                  <a:cubicBezTo>
                    <a:pt x="13" y="60"/>
                    <a:pt x="13" y="60"/>
                    <a:pt x="13" y="60"/>
                  </a:cubicBezTo>
                  <a:cubicBezTo>
                    <a:pt x="13" y="60"/>
                    <a:pt x="13" y="60"/>
                    <a:pt x="13" y="60"/>
                  </a:cubicBezTo>
                  <a:moveTo>
                    <a:pt x="48" y="72"/>
                  </a:moveTo>
                  <a:cubicBezTo>
                    <a:pt x="37" y="72"/>
                    <a:pt x="37" y="72"/>
                    <a:pt x="37" y="72"/>
                  </a:cubicBezTo>
                  <a:cubicBezTo>
                    <a:pt x="36" y="63"/>
                    <a:pt x="36" y="63"/>
                    <a:pt x="36" y="63"/>
                  </a:cubicBezTo>
                  <a:cubicBezTo>
                    <a:pt x="36" y="63"/>
                    <a:pt x="36" y="63"/>
                    <a:pt x="36" y="63"/>
                  </a:cubicBezTo>
                  <a:cubicBezTo>
                    <a:pt x="46" y="62"/>
                    <a:pt x="46" y="62"/>
                    <a:pt x="46" y="62"/>
                  </a:cubicBezTo>
                  <a:cubicBezTo>
                    <a:pt x="46" y="62"/>
                    <a:pt x="47" y="62"/>
                    <a:pt x="47" y="63"/>
                  </a:cubicBezTo>
                  <a:cubicBezTo>
                    <a:pt x="47" y="63"/>
                    <a:pt x="47" y="64"/>
                    <a:pt x="47" y="64"/>
                  </a:cubicBezTo>
                  <a:cubicBezTo>
                    <a:pt x="48" y="72"/>
                    <a:pt x="48" y="72"/>
                    <a:pt x="48" y="72"/>
                  </a:cubicBezTo>
                  <a:moveTo>
                    <a:pt x="46" y="59"/>
                  </a:moveTo>
                  <a:cubicBezTo>
                    <a:pt x="36" y="60"/>
                    <a:pt x="36" y="60"/>
                    <a:pt x="36" y="60"/>
                  </a:cubicBezTo>
                  <a:cubicBezTo>
                    <a:pt x="36" y="60"/>
                    <a:pt x="35" y="60"/>
                    <a:pt x="35" y="60"/>
                  </a:cubicBezTo>
                  <a:cubicBezTo>
                    <a:pt x="34" y="61"/>
                    <a:pt x="33" y="62"/>
                    <a:pt x="33" y="63"/>
                  </a:cubicBezTo>
                  <a:cubicBezTo>
                    <a:pt x="34" y="74"/>
                    <a:pt x="34" y="74"/>
                    <a:pt x="34" y="74"/>
                  </a:cubicBezTo>
                  <a:cubicBezTo>
                    <a:pt x="35" y="75"/>
                    <a:pt x="35" y="75"/>
                    <a:pt x="36" y="75"/>
                  </a:cubicBezTo>
                  <a:cubicBezTo>
                    <a:pt x="49" y="75"/>
                    <a:pt x="49" y="75"/>
                    <a:pt x="49" y="75"/>
                  </a:cubicBezTo>
                  <a:cubicBezTo>
                    <a:pt x="49" y="75"/>
                    <a:pt x="49" y="75"/>
                    <a:pt x="49" y="75"/>
                  </a:cubicBezTo>
                  <a:cubicBezTo>
                    <a:pt x="49" y="75"/>
                    <a:pt x="50" y="75"/>
                    <a:pt x="50" y="75"/>
                  </a:cubicBezTo>
                  <a:cubicBezTo>
                    <a:pt x="50" y="75"/>
                    <a:pt x="51" y="74"/>
                    <a:pt x="51" y="74"/>
                  </a:cubicBezTo>
                  <a:cubicBezTo>
                    <a:pt x="50" y="64"/>
                    <a:pt x="50" y="64"/>
                    <a:pt x="50" y="64"/>
                  </a:cubicBezTo>
                  <a:cubicBezTo>
                    <a:pt x="50" y="63"/>
                    <a:pt x="50" y="62"/>
                    <a:pt x="49" y="60"/>
                  </a:cubicBezTo>
                  <a:cubicBezTo>
                    <a:pt x="48" y="59"/>
                    <a:pt x="47" y="59"/>
                    <a:pt x="46" y="59"/>
                  </a:cubicBezTo>
                  <a:moveTo>
                    <a:pt x="70" y="72"/>
                  </a:moveTo>
                  <a:cubicBezTo>
                    <a:pt x="59" y="72"/>
                    <a:pt x="59" y="72"/>
                    <a:pt x="59" y="72"/>
                  </a:cubicBezTo>
                  <a:cubicBezTo>
                    <a:pt x="58" y="69"/>
                    <a:pt x="58" y="65"/>
                    <a:pt x="58" y="62"/>
                  </a:cubicBezTo>
                  <a:cubicBezTo>
                    <a:pt x="69" y="62"/>
                    <a:pt x="69" y="62"/>
                    <a:pt x="69" y="62"/>
                  </a:cubicBezTo>
                  <a:cubicBezTo>
                    <a:pt x="70" y="72"/>
                    <a:pt x="70" y="72"/>
                    <a:pt x="70" y="72"/>
                  </a:cubicBezTo>
                  <a:moveTo>
                    <a:pt x="57" y="59"/>
                  </a:moveTo>
                  <a:cubicBezTo>
                    <a:pt x="57" y="59"/>
                    <a:pt x="56" y="59"/>
                    <a:pt x="56" y="60"/>
                  </a:cubicBezTo>
                  <a:cubicBezTo>
                    <a:pt x="55" y="65"/>
                    <a:pt x="55" y="69"/>
                    <a:pt x="56" y="74"/>
                  </a:cubicBezTo>
                  <a:cubicBezTo>
                    <a:pt x="56" y="75"/>
                    <a:pt x="57" y="75"/>
                    <a:pt x="57" y="75"/>
                  </a:cubicBezTo>
                  <a:cubicBezTo>
                    <a:pt x="71" y="75"/>
                    <a:pt x="71" y="75"/>
                    <a:pt x="71" y="75"/>
                  </a:cubicBezTo>
                  <a:cubicBezTo>
                    <a:pt x="71" y="75"/>
                    <a:pt x="71" y="75"/>
                    <a:pt x="71" y="75"/>
                  </a:cubicBezTo>
                  <a:cubicBezTo>
                    <a:pt x="71" y="75"/>
                    <a:pt x="71" y="75"/>
                    <a:pt x="71" y="75"/>
                  </a:cubicBezTo>
                  <a:cubicBezTo>
                    <a:pt x="72" y="75"/>
                    <a:pt x="72" y="75"/>
                    <a:pt x="72" y="75"/>
                  </a:cubicBezTo>
                  <a:cubicBezTo>
                    <a:pt x="73" y="74"/>
                    <a:pt x="73" y="74"/>
                    <a:pt x="73" y="74"/>
                  </a:cubicBezTo>
                  <a:cubicBezTo>
                    <a:pt x="72" y="60"/>
                    <a:pt x="72" y="60"/>
                    <a:pt x="72" y="60"/>
                  </a:cubicBezTo>
                  <a:cubicBezTo>
                    <a:pt x="72" y="59"/>
                    <a:pt x="72" y="59"/>
                    <a:pt x="71" y="59"/>
                  </a:cubicBezTo>
                  <a:cubicBezTo>
                    <a:pt x="57" y="59"/>
                    <a:pt x="57" y="59"/>
                    <a:pt x="57" y="59"/>
                  </a:cubicBezTo>
                  <a:cubicBezTo>
                    <a:pt x="57" y="59"/>
                    <a:pt x="57" y="59"/>
                    <a:pt x="57" y="59"/>
                  </a:cubicBezTo>
                  <a:moveTo>
                    <a:pt x="15" y="53"/>
                  </a:moveTo>
                  <a:cubicBezTo>
                    <a:pt x="15" y="43"/>
                    <a:pt x="15" y="43"/>
                    <a:pt x="15" y="43"/>
                  </a:cubicBezTo>
                  <a:cubicBezTo>
                    <a:pt x="26" y="43"/>
                    <a:pt x="26" y="43"/>
                    <a:pt x="26" y="43"/>
                  </a:cubicBezTo>
                  <a:cubicBezTo>
                    <a:pt x="27" y="53"/>
                    <a:pt x="27" y="53"/>
                    <a:pt x="27" y="53"/>
                  </a:cubicBezTo>
                  <a:cubicBezTo>
                    <a:pt x="27" y="53"/>
                    <a:pt x="27" y="53"/>
                    <a:pt x="27" y="53"/>
                  </a:cubicBezTo>
                  <a:cubicBezTo>
                    <a:pt x="26" y="53"/>
                    <a:pt x="26" y="53"/>
                    <a:pt x="26" y="53"/>
                  </a:cubicBezTo>
                  <a:cubicBezTo>
                    <a:pt x="15" y="53"/>
                    <a:pt x="15" y="53"/>
                    <a:pt x="15" y="53"/>
                  </a:cubicBezTo>
                  <a:moveTo>
                    <a:pt x="13" y="40"/>
                  </a:moveTo>
                  <a:cubicBezTo>
                    <a:pt x="13" y="40"/>
                    <a:pt x="13" y="40"/>
                    <a:pt x="12" y="40"/>
                  </a:cubicBezTo>
                  <a:cubicBezTo>
                    <a:pt x="12" y="40"/>
                    <a:pt x="12" y="41"/>
                    <a:pt x="12" y="41"/>
                  </a:cubicBezTo>
                  <a:cubicBezTo>
                    <a:pt x="12" y="55"/>
                    <a:pt x="12" y="55"/>
                    <a:pt x="12" y="55"/>
                  </a:cubicBezTo>
                  <a:cubicBezTo>
                    <a:pt x="12" y="56"/>
                    <a:pt x="13" y="56"/>
                    <a:pt x="14" y="56"/>
                  </a:cubicBezTo>
                  <a:cubicBezTo>
                    <a:pt x="14" y="56"/>
                    <a:pt x="14" y="56"/>
                    <a:pt x="14" y="56"/>
                  </a:cubicBezTo>
                  <a:cubicBezTo>
                    <a:pt x="26" y="56"/>
                    <a:pt x="26" y="56"/>
                    <a:pt x="26" y="56"/>
                  </a:cubicBezTo>
                  <a:cubicBezTo>
                    <a:pt x="27" y="56"/>
                    <a:pt x="28" y="56"/>
                    <a:pt x="29" y="56"/>
                  </a:cubicBezTo>
                  <a:cubicBezTo>
                    <a:pt x="30" y="55"/>
                    <a:pt x="30" y="53"/>
                    <a:pt x="30" y="53"/>
                  </a:cubicBezTo>
                  <a:cubicBezTo>
                    <a:pt x="29" y="41"/>
                    <a:pt x="29" y="41"/>
                    <a:pt x="29" y="41"/>
                  </a:cubicBezTo>
                  <a:cubicBezTo>
                    <a:pt x="29" y="41"/>
                    <a:pt x="28" y="40"/>
                    <a:pt x="27" y="40"/>
                  </a:cubicBezTo>
                  <a:cubicBezTo>
                    <a:pt x="14" y="40"/>
                    <a:pt x="14" y="40"/>
                    <a:pt x="14" y="40"/>
                  </a:cubicBezTo>
                  <a:cubicBezTo>
                    <a:pt x="13" y="40"/>
                    <a:pt x="13" y="40"/>
                    <a:pt x="13" y="40"/>
                  </a:cubicBezTo>
                  <a:moveTo>
                    <a:pt x="48" y="53"/>
                  </a:moveTo>
                  <a:cubicBezTo>
                    <a:pt x="37" y="53"/>
                    <a:pt x="37" y="53"/>
                    <a:pt x="37" y="53"/>
                  </a:cubicBezTo>
                  <a:cubicBezTo>
                    <a:pt x="36" y="42"/>
                    <a:pt x="36" y="42"/>
                    <a:pt x="36" y="42"/>
                  </a:cubicBezTo>
                  <a:cubicBezTo>
                    <a:pt x="47" y="43"/>
                    <a:pt x="47" y="43"/>
                    <a:pt x="47" y="43"/>
                  </a:cubicBezTo>
                  <a:cubicBezTo>
                    <a:pt x="47" y="43"/>
                    <a:pt x="47" y="43"/>
                    <a:pt x="47" y="43"/>
                  </a:cubicBezTo>
                  <a:cubicBezTo>
                    <a:pt x="48" y="43"/>
                    <a:pt x="48" y="43"/>
                    <a:pt x="48" y="43"/>
                  </a:cubicBezTo>
                  <a:cubicBezTo>
                    <a:pt x="48" y="53"/>
                    <a:pt x="48" y="53"/>
                    <a:pt x="48" y="53"/>
                  </a:cubicBezTo>
                  <a:moveTo>
                    <a:pt x="35" y="39"/>
                  </a:moveTo>
                  <a:cubicBezTo>
                    <a:pt x="34" y="39"/>
                    <a:pt x="34" y="40"/>
                    <a:pt x="34" y="40"/>
                  </a:cubicBezTo>
                  <a:cubicBezTo>
                    <a:pt x="34" y="40"/>
                    <a:pt x="33" y="41"/>
                    <a:pt x="33" y="41"/>
                  </a:cubicBezTo>
                  <a:cubicBezTo>
                    <a:pt x="34" y="54"/>
                    <a:pt x="34" y="54"/>
                    <a:pt x="34" y="54"/>
                  </a:cubicBezTo>
                  <a:cubicBezTo>
                    <a:pt x="34" y="55"/>
                    <a:pt x="34" y="56"/>
                    <a:pt x="35" y="56"/>
                  </a:cubicBezTo>
                  <a:cubicBezTo>
                    <a:pt x="49" y="56"/>
                    <a:pt x="49" y="56"/>
                    <a:pt x="49" y="56"/>
                  </a:cubicBezTo>
                  <a:cubicBezTo>
                    <a:pt x="49" y="56"/>
                    <a:pt x="49" y="56"/>
                    <a:pt x="49" y="56"/>
                  </a:cubicBezTo>
                  <a:cubicBezTo>
                    <a:pt x="49" y="56"/>
                    <a:pt x="50" y="56"/>
                    <a:pt x="50" y="55"/>
                  </a:cubicBezTo>
                  <a:cubicBezTo>
                    <a:pt x="50" y="55"/>
                    <a:pt x="51" y="55"/>
                    <a:pt x="51" y="54"/>
                  </a:cubicBezTo>
                  <a:cubicBezTo>
                    <a:pt x="50" y="43"/>
                    <a:pt x="50" y="43"/>
                    <a:pt x="50" y="43"/>
                  </a:cubicBezTo>
                  <a:cubicBezTo>
                    <a:pt x="50" y="43"/>
                    <a:pt x="50" y="42"/>
                    <a:pt x="50" y="41"/>
                  </a:cubicBezTo>
                  <a:cubicBezTo>
                    <a:pt x="49" y="40"/>
                    <a:pt x="48" y="40"/>
                    <a:pt x="47" y="40"/>
                  </a:cubicBezTo>
                  <a:cubicBezTo>
                    <a:pt x="35" y="39"/>
                    <a:pt x="35" y="39"/>
                    <a:pt x="35" y="39"/>
                  </a:cubicBezTo>
                  <a:cubicBezTo>
                    <a:pt x="35" y="39"/>
                    <a:pt x="35" y="39"/>
                    <a:pt x="35" y="39"/>
                  </a:cubicBezTo>
                  <a:moveTo>
                    <a:pt x="58" y="53"/>
                  </a:moveTo>
                  <a:cubicBezTo>
                    <a:pt x="58" y="42"/>
                    <a:pt x="58" y="42"/>
                    <a:pt x="58" y="42"/>
                  </a:cubicBezTo>
                  <a:cubicBezTo>
                    <a:pt x="69" y="42"/>
                    <a:pt x="69" y="42"/>
                    <a:pt x="69" y="42"/>
                  </a:cubicBezTo>
                  <a:cubicBezTo>
                    <a:pt x="69" y="53"/>
                    <a:pt x="69" y="53"/>
                    <a:pt x="69" y="53"/>
                  </a:cubicBezTo>
                  <a:cubicBezTo>
                    <a:pt x="58" y="53"/>
                    <a:pt x="58" y="53"/>
                    <a:pt x="58" y="53"/>
                  </a:cubicBezTo>
                  <a:moveTo>
                    <a:pt x="70" y="39"/>
                  </a:moveTo>
                  <a:cubicBezTo>
                    <a:pt x="70" y="39"/>
                    <a:pt x="70" y="39"/>
                    <a:pt x="70" y="39"/>
                  </a:cubicBezTo>
                  <a:cubicBezTo>
                    <a:pt x="56" y="39"/>
                    <a:pt x="56" y="39"/>
                    <a:pt x="56" y="39"/>
                  </a:cubicBezTo>
                  <a:cubicBezTo>
                    <a:pt x="55" y="39"/>
                    <a:pt x="55" y="40"/>
                    <a:pt x="55" y="41"/>
                  </a:cubicBezTo>
                  <a:cubicBezTo>
                    <a:pt x="55" y="54"/>
                    <a:pt x="55" y="54"/>
                    <a:pt x="55" y="54"/>
                  </a:cubicBezTo>
                  <a:cubicBezTo>
                    <a:pt x="55" y="55"/>
                    <a:pt x="55" y="55"/>
                    <a:pt x="56" y="55"/>
                  </a:cubicBezTo>
                  <a:cubicBezTo>
                    <a:pt x="56" y="56"/>
                    <a:pt x="56" y="56"/>
                    <a:pt x="57" y="56"/>
                  </a:cubicBezTo>
                  <a:cubicBezTo>
                    <a:pt x="57" y="56"/>
                    <a:pt x="57" y="56"/>
                    <a:pt x="57" y="56"/>
                  </a:cubicBezTo>
                  <a:cubicBezTo>
                    <a:pt x="71" y="55"/>
                    <a:pt x="71" y="55"/>
                    <a:pt x="71" y="55"/>
                  </a:cubicBezTo>
                  <a:cubicBezTo>
                    <a:pt x="71" y="55"/>
                    <a:pt x="72" y="55"/>
                    <a:pt x="72" y="55"/>
                  </a:cubicBezTo>
                  <a:cubicBezTo>
                    <a:pt x="72" y="55"/>
                    <a:pt x="73" y="54"/>
                    <a:pt x="72" y="54"/>
                  </a:cubicBezTo>
                  <a:cubicBezTo>
                    <a:pt x="71" y="41"/>
                    <a:pt x="71" y="41"/>
                    <a:pt x="71" y="41"/>
                  </a:cubicBezTo>
                  <a:cubicBezTo>
                    <a:pt x="71" y="40"/>
                    <a:pt x="71" y="39"/>
                    <a:pt x="70" y="39"/>
                  </a:cubicBezTo>
                  <a:moveTo>
                    <a:pt x="19" y="25"/>
                  </a:moveTo>
                  <a:cubicBezTo>
                    <a:pt x="19" y="14"/>
                    <a:pt x="19" y="14"/>
                    <a:pt x="19" y="14"/>
                  </a:cubicBezTo>
                  <a:cubicBezTo>
                    <a:pt x="64" y="14"/>
                    <a:pt x="64" y="14"/>
                    <a:pt x="64" y="14"/>
                  </a:cubicBezTo>
                  <a:cubicBezTo>
                    <a:pt x="65" y="22"/>
                    <a:pt x="65" y="22"/>
                    <a:pt x="65" y="22"/>
                  </a:cubicBezTo>
                  <a:cubicBezTo>
                    <a:pt x="65" y="23"/>
                    <a:pt x="65" y="24"/>
                    <a:pt x="65" y="24"/>
                  </a:cubicBezTo>
                  <a:cubicBezTo>
                    <a:pt x="64" y="24"/>
                    <a:pt x="63" y="24"/>
                    <a:pt x="63" y="24"/>
                  </a:cubicBezTo>
                  <a:cubicBezTo>
                    <a:pt x="19" y="25"/>
                    <a:pt x="19" y="25"/>
                    <a:pt x="19" y="25"/>
                  </a:cubicBezTo>
                  <a:moveTo>
                    <a:pt x="17" y="11"/>
                  </a:moveTo>
                  <a:cubicBezTo>
                    <a:pt x="16" y="12"/>
                    <a:pt x="16" y="12"/>
                    <a:pt x="16" y="12"/>
                  </a:cubicBezTo>
                  <a:cubicBezTo>
                    <a:pt x="16" y="12"/>
                    <a:pt x="16" y="12"/>
                    <a:pt x="16" y="13"/>
                  </a:cubicBezTo>
                  <a:cubicBezTo>
                    <a:pt x="16" y="26"/>
                    <a:pt x="16" y="26"/>
                    <a:pt x="16" y="26"/>
                  </a:cubicBezTo>
                  <a:cubicBezTo>
                    <a:pt x="16" y="27"/>
                    <a:pt x="17" y="28"/>
                    <a:pt x="18" y="28"/>
                  </a:cubicBezTo>
                  <a:cubicBezTo>
                    <a:pt x="18" y="28"/>
                    <a:pt x="18" y="28"/>
                    <a:pt x="18" y="28"/>
                  </a:cubicBezTo>
                  <a:cubicBezTo>
                    <a:pt x="63" y="27"/>
                    <a:pt x="63" y="27"/>
                    <a:pt x="63" y="27"/>
                  </a:cubicBezTo>
                  <a:cubicBezTo>
                    <a:pt x="64" y="27"/>
                    <a:pt x="66" y="27"/>
                    <a:pt x="67" y="26"/>
                  </a:cubicBezTo>
                  <a:cubicBezTo>
                    <a:pt x="68" y="25"/>
                    <a:pt x="68" y="23"/>
                    <a:pt x="68" y="22"/>
                  </a:cubicBezTo>
                  <a:cubicBezTo>
                    <a:pt x="67" y="13"/>
                    <a:pt x="67" y="13"/>
                    <a:pt x="67" y="13"/>
                  </a:cubicBezTo>
                  <a:cubicBezTo>
                    <a:pt x="67" y="12"/>
                    <a:pt x="66" y="11"/>
                    <a:pt x="65" y="11"/>
                  </a:cubicBezTo>
                  <a:cubicBezTo>
                    <a:pt x="17" y="11"/>
                    <a:pt x="17" y="11"/>
                    <a:pt x="17" y="11"/>
                  </a:cubicBezTo>
                  <a:moveTo>
                    <a:pt x="81" y="0"/>
                  </a:moveTo>
                  <a:cubicBezTo>
                    <a:pt x="81" y="0"/>
                    <a:pt x="81" y="0"/>
                    <a:pt x="81" y="0"/>
                  </a:cubicBezTo>
                  <a:cubicBezTo>
                    <a:pt x="9" y="0"/>
                    <a:pt x="9" y="0"/>
                    <a:pt x="9" y="0"/>
                  </a:cubicBezTo>
                  <a:cubicBezTo>
                    <a:pt x="4" y="2"/>
                    <a:pt x="4" y="2"/>
                    <a:pt x="4" y="2"/>
                  </a:cubicBezTo>
                  <a:cubicBezTo>
                    <a:pt x="0" y="28"/>
                    <a:pt x="2" y="54"/>
                    <a:pt x="3" y="80"/>
                  </a:cubicBezTo>
                  <a:cubicBezTo>
                    <a:pt x="3" y="80"/>
                    <a:pt x="4" y="80"/>
                    <a:pt x="4" y="80"/>
                  </a:cubicBezTo>
                  <a:cubicBezTo>
                    <a:pt x="4" y="81"/>
                    <a:pt x="5" y="82"/>
                    <a:pt x="5" y="83"/>
                  </a:cubicBezTo>
                  <a:cubicBezTo>
                    <a:pt x="6" y="84"/>
                    <a:pt x="6" y="84"/>
                    <a:pt x="6" y="85"/>
                  </a:cubicBezTo>
                  <a:cubicBezTo>
                    <a:pt x="6" y="85"/>
                    <a:pt x="7" y="86"/>
                    <a:pt x="7" y="86"/>
                  </a:cubicBezTo>
                  <a:cubicBezTo>
                    <a:pt x="7" y="83"/>
                    <a:pt x="7" y="83"/>
                    <a:pt x="7" y="83"/>
                  </a:cubicBezTo>
                  <a:cubicBezTo>
                    <a:pt x="5" y="57"/>
                    <a:pt x="3" y="30"/>
                    <a:pt x="7" y="3"/>
                  </a:cubicBezTo>
                  <a:cubicBezTo>
                    <a:pt x="80" y="3"/>
                    <a:pt x="80" y="3"/>
                    <a:pt x="80" y="3"/>
                  </a:cubicBezTo>
                  <a:cubicBezTo>
                    <a:pt x="79" y="95"/>
                    <a:pt x="79" y="95"/>
                    <a:pt x="79" y="95"/>
                  </a:cubicBezTo>
                  <a:cubicBezTo>
                    <a:pt x="79" y="96"/>
                    <a:pt x="79" y="97"/>
                    <a:pt x="78" y="98"/>
                  </a:cubicBezTo>
                  <a:cubicBezTo>
                    <a:pt x="77" y="99"/>
                    <a:pt x="76" y="99"/>
                    <a:pt x="75" y="99"/>
                  </a:cubicBezTo>
                  <a:cubicBezTo>
                    <a:pt x="75" y="100"/>
                    <a:pt x="75" y="100"/>
                    <a:pt x="75" y="100"/>
                  </a:cubicBezTo>
                  <a:cubicBezTo>
                    <a:pt x="75" y="99"/>
                    <a:pt x="75" y="99"/>
                    <a:pt x="75" y="99"/>
                  </a:cubicBezTo>
                  <a:cubicBezTo>
                    <a:pt x="29" y="99"/>
                    <a:pt x="29" y="99"/>
                    <a:pt x="29" y="99"/>
                  </a:cubicBezTo>
                  <a:cubicBezTo>
                    <a:pt x="29" y="99"/>
                    <a:pt x="29" y="99"/>
                    <a:pt x="29" y="99"/>
                  </a:cubicBezTo>
                  <a:cubicBezTo>
                    <a:pt x="30" y="100"/>
                    <a:pt x="29" y="100"/>
                    <a:pt x="29" y="101"/>
                  </a:cubicBezTo>
                  <a:cubicBezTo>
                    <a:pt x="28" y="102"/>
                    <a:pt x="28" y="102"/>
                    <a:pt x="28" y="102"/>
                  </a:cubicBezTo>
                  <a:cubicBezTo>
                    <a:pt x="75" y="102"/>
                    <a:pt x="75" y="102"/>
                    <a:pt x="75" y="102"/>
                  </a:cubicBezTo>
                  <a:cubicBezTo>
                    <a:pt x="75" y="102"/>
                    <a:pt x="75" y="102"/>
                    <a:pt x="75" y="102"/>
                  </a:cubicBezTo>
                  <a:cubicBezTo>
                    <a:pt x="77" y="102"/>
                    <a:pt x="79" y="102"/>
                    <a:pt x="80" y="100"/>
                  </a:cubicBezTo>
                  <a:cubicBezTo>
                    <a:pt x="82" y="99"/>
                    <a:pt x="82" y="96"/>
                    <a:pt x="82" y="95"/>
                  </a:cubicBezTo>
                  <a:cubicBezTo>
                    <a:pt x="83" y="2"/>
                    <a:pt x="83" y="2"/>
                    <a:pt x="83" y="2"/>
                  </a:cubicBezTo>
                  <a:cubicBezTo>
                    <a:pt x="83" y="1"/>
                    <a:pt x="83" y="1"/>
                    <a:pt x="82" y="1"/>
                  </a:cubicBezTo>
                  <a:cubicBezTo>
                    <a:pt x="82" y="0"/>
                    <a:pt x="82"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04D00304-E2D2-4E2B-8ED7-A95D8A76B2BF}"/>
                </a:ext>
              </a:extLst>
            </p:cNvPr>
            <p:cNvSpPr>
              <a:spLocks noEditPoints="1"/>
            </p:cNvSpPr>
            <p:nvPr/>
          </p:nvSpPr>
          <p:spPr bwMode="auto">
            <a:xfrm>
              <a:off x="3598863" y="4346575"/>
              <a:ext cx="519113" cy="522288"/>
            </a:xfrm>
            <a:custGeom>
              <a:avLst/>
              <a:gdLst>
                <a:gd name="T0" fmla="*/ 38 w 129"/>
                <a:gd name="T1" fmla="*/ 114 h 130"/>
                <a:gd name="T2" fmla="*/ 56 w 129"/>
                <a:gd name="T3" fmla="*/ 94 h 130"/>
                <a:gd name="T4" fmla="*/ 107 w 129"/>
                <a:gd name="T5" fmla="*/ 61 h 130"/>
                <a:gd name="T6" fmla="*/ 99 w 129"/>
                <a:gd name="T7" fmla="*/ 94 h 130"/>
                <a:gd name="T8" fmla="*/ 42 w 129"/>
                <a:gd name="T9" fmla="*/ 18 h 130"/>
                <a:gd name="T10" fmla="*/ 44 w 129"/>
                <a:gd name="T11" fmla="*/ 52 h 130"/>
                <a:gd name="T12" fmla="*/ 62 w 129"/>
                <a:gd name="T13" fmla="*/ 21 h 130"/>
                <a:gd name="T14" fmla="*/ 35 w 129"/>
                <a:gd name="T15" fmla="*/ 65 h 130"/>
                <a:gd name="T16" fmla="*/ 52 w 129"/>
                <a:gd name="T17" fmla="*/ 72 h 130"/>
                <a:gd name="T18" fmla="*/ 59 w 129"/>
                <a:gd name="T19" fmla="*/ 87 h 130"/>
                <a:gd name="T20" fmla="*/ 57 w 129"/>
                <a:gd name="T21" fmla="*/ 112 h 130"/>
                <a:gd name="T22" fmla="*/ 42 w 129"/>
                <a:gd name="T23" fmla="*/ 120 h 130"/>
                <a:gd name="T24" fmla="*/ 23 w 129"/>
                <a:gd name="T25" fmla="*/ 121 h 130"/>
                <a:gd name="T26" fmla="*/ 9 w 129"/>
                <a:gd name="T27" fmla="*/ 108 h 130"/>
                <a:gd name="T28" fmla="*/ 12 w 129"/>
                <a:gd name="T29" fmla="*/ 87 h 130"/>
                <a:gd name="T30" fmla="*/ 20 w 129"/>
                <a:gd name="T31" fmla="*/ 72 h 130"/>
                <a:gd name="T32" fmla="*/ 95 w 129"/>
                <a:gd name="T33" fmla="*/ 43 h 130"/>
                <a:gd name="T34" fmla="*/ 111 w 129"/>
                <a:gd name="T35" fmla="*/ 48 h 130"/>
                <a:gd name="T36" fmla="*/ 120 w 129"/>
                <a:gd name="T37" fmla="*/ 63 h 130"/>
                <a:gd name="T38" fmla="*/ 121 w 129"/>
                <a:gd name="T39" fmla="*/ 92 h 130"/>
                <a:gd name="T40" fmla="*/ 105 w 129"/>
                <a:gd name="T41" fmla="*/ 98 h 130"/>
                <a:gd name="T42" fmla="*/ 85 w 129"/>
                <a:gd name="T43" fmla="*/ 97 h 130"/>
                <a:gd name="T44" fmla="*/ 68 w 129"/>
                <a:gd name="T45" fmla="*/ 88 h 130"/>
                <a:gd name="T46" fmla="*/ 71 w 129"/>
                <a:gd name="T47" fmla="*/ 68 h 130"/>
                <a:gd name="T48" fmla="*/ 80 w 129"/>
                <a:gd name="T49" fmla="*/ 52 h 130"/>
                <a:gd name="T50" fmla="*/ 44 w 129"/>
                <a:gd name="T51" fmla="*/ 10 h 130"/>
                <a:gd name="T52" fmla="*/ 58 w 129"/>
                <a:gd name="T53" fmla="*/ 10 h 130"/>
                <a:gd name="T54" fmla="*/ 66 w 129"/>
                <a:gd name="T55" fmla="*/ 19 h 130"/>
                <a:gd name="T56" fmla="*/ 69 w 129"/>
                <a:gd name="T57" fmla="*/ 25 h 130"/>
                <a:gd name="T58" fmla="*/ 68 w 129"/>
                <a:gd name="T59" fmla="*/ 49 h 130"/>
                <a:gd name="T60" fmla="*/ 53 w 129"/>
                <a:gd name="T61" fmla="*/ 58 h 130"/>
                <a:gd name="T62" fmla="*/ 34 w 129"/>
                <a:gd name="T63" fmla="*/ 58 h 130"/>
                <a:gd name="T64" fmla="*/ 20 w 129"/>
                <a:gd name="T65" fmla="*/ 46 h 130"/>
                <a:gd name="T66" fmla="*/ 23 w 129"/>
                <a:gd name="T67" fmla="*/ 25 h 130"/>
                <a:gd name="T68" fmla="*/ 31 w 129"/>
                <a:gd name="T69" fmla="*/ 10 h 130"/>
                <a:gd name="T70" fmla="*/ 41 w 129"/>
                <a:gd name="T71" fmla="*/ 9 h 130"/>
                <a:gd name="T72" fmla="*/ 22 w 129"/>
                <a:gd name="T73" fmla="*/ 14 h 130"/>
                <a:gd name="T74" fmla="*/ 17 w 129"/>
                <a:gd name="T75" fmla="*/ 39 h 130"/>
                <a:gd name="T76" fmla="*/ 27 w 129"/>
                <a:gd name="T77" fmla="*/ 54 h 130"/>
                <a:gd name="T78" fmla="*/ 27 w 129"/>
                <a:gd name="T79" fmla="*/ 69 h 130"/>
                <a:gd name="T80" fmla="*/ 9 w 129"/>
                <a:gd name="T81" fmla="*/ 87 h 130"/>
                <a:gd name="T82" fmla="*/ 7 w 129"/>
                <a:gd name="T83" fmla="*/ 106 h 130"/>
                <a:gd name="T84" fmla="*/ 20 w 129"/>
                <a:gd name="T85" fmla="*/ 126 h 130"/>
                <a:gd name="T86" fmla="*/ 40 w 129"/>
                <a:gd name="T87" fmla="*/ 124 h 130"/>
                <a:gd name="T88" fmla="*/ 59 w 129"/>
                <a:gd name="T89" fmla="*/ 117 h 130"/>
                <a:gd name="T90" fmla="*/ 67 w 129"/>
                <a:gd name="T91" fmla="*/ 102 h 130"/>
                <a:gd name="T92" fmla="*/ 63 w 129"/>
                <a:gd name="T93" fmla="*/ 78 h 130"/>
                <a:gd name="T94" fmla="*/ 42 w 129"/>
                <a:gd name="T95" fmla="*/ 70 h 130"/>
                <a:gd name="T96" fmla="*/ 46 w 129"/>
                <a:gd name="T97" fmla="*/ 68 h 130"/>
                <a:gd name="T98" fmla="*/ 66 w 129"/>
                <a:gd name="T99" fmla="*/ 61 h 130"/>
                <a:gd name="T100" fmla="*/ 61 w 129"/>
                <a:gd name="T101" fmla="*/ 71 h 130"/>
                <a:gd name="T102" fmla="*/ 68 w 129"/>
                <a:gd name="T103" fmla="*/ 92 h 130"/>
                <a:gd name="T104" fmla="*/ 91 w 129"/>
                <a:gd name="T105" fmla="*/ 102 h 130"/>
                <a:gd name="T106" fmla="*/ 108 w 129"/>
                <a:gd name="T107" fmla="*/ 104 h 130"/>
                <a:gd name="T108" fmla="*/ 126 w 129"/>
                <a:gd name="T109" fmla="*/ 89 h 130"/>
                <a:gd name="T110" fmla="*/ 129 w 129"/>
                <a:gd name="T111" fmla="*/ 72 h 130"/>
                <a:gd name="T112" fmla="*/ 114 w 129"/>
                <a:gd name="T113" fmla="*/ 54 h 130"/>
                <a:gd name="T114" fmla="*/ 93 w 129"/>
                <a:gd name="T115" fmla="*/ 41 h 130"/>
                <a:gd name="T116" fmla="*/ 78 w 129"/>
                <a:gd name="T117" fmla="*/ 52 h 130"/>
                <a:gd name="T118" fmla="*/ 78 w 129"/>
                <a:gd name="T119" fmla="*/ 39 h 130"/>
                <a:gd name="T120" fmla="*/ 76 w 129"/>
                <a:gd name="T121" fmla="*/ 21 h 130"/>
                <a:gd name="T122" fmla="*/ 66 w 129"/>
                <a:gd name="T123" fmla="*/ 10 h 130"/>
                <a:gd name="T124" fmla="*/ 51 w 129"/>
                <a:gd name="T125" fmla="*/ 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30">
                  <a:moveTo>
                    <a:pt x="33" y="115"/>
                  </a:moveTo>
                  <a:cubicBezTo>
                    <a:pt x="31" y="115"/>
                    <a:pt x="29" y="114"/>
                    <a:pt x="27" y="113"/>
                  </a:cubicBezTo>
                  <a:cubicBezTo>
                    <a:pt x="20" y="110"/>
                    <a:pt x="18" y="101"/>
                    <a:pt x="18" y="95"/>
                  </a:cubicBezTo>
                  <a:cubicBezTo>
                    <a:pt x="18" y="92"/>
                    <a:pt x="18" y="85"/>
                    <a:pt x="23" y="82"/>
                  </a:cubicBezTo>
                  <a:cubicBezTo>
                    <a:pt x="26" y="81"/>
                    <a:pt x="29" y="80"/>
                    <a:pt x="32" y="80"/>
                  </a:cubicBezTo>
                  <a:cubicBezTo>
                    <a:pt x="32" y="80"/>
                    <a:pt x="33" y="80"/>
                    <a:pt x="34" y="80"/>
                  </a:cubicBezTo>
                  <a:cubicBezTo>
                    <a:pt x="39" y="81"/>
                    <a:pt x="43" y="81"/>
                    <a:pt x="46" y="83"/>
                  </a:cubicBezTo>
                  <a:cubicBezTo>
                    <a:pt x="50" y="85"/>
                    <a:pt x="52" y="90"/>
                    <a:pt x="53" y="94"/>
                  </a:cubicBezTo>
                  <a:cubicBezTo>
                    <a:pt x="53" y="99"/>
                    <a:pt x="51" y="103"/>
                    <a:pt x="48" y="107"/>
                  </a:cubicBezTo>
                  <a:cubicBezTo>
                    <a:pt x="45" y="110"/>
                    <a:pt x="42" y="113"/>
                    <a:pt x="38" y="114"/>
                  </a:cubicBezTo>
                  <a:cubicBezTo>
                    <a:pt x="37" y="114"/>
                    <a:pt x="35" y="115"/>
                    <a:pt x="33" y="115"/>
                  </a:cubicBezTo>
                  <a:moveTo>
                    <a:pt x="32" y="77"/>
                  </a:moveTo>
                  <a:cubicBezTo>
                    <a:pt x="29" y="77"/>
                    <a:pt x="25" y="78"/>
                    <a:pt x="21" y="80"/>
                  </a:cubicBezTo>
                  <a:cubicBezTo>
                    <a:pt x="17" y="83"/>
                    <a:pt x="15" y="88"/>
                    <a:pt x="15" y="95"/>
                  </a:cubicBezTo>
                  <a:cubicBezTo>
                    <a:pt x="15" y="104"/>
                    <a:pt x="19" y="112"/>
                    <a:pt x="25" y="116"/>
                  </a:cubicBezTo>
                  <a:cubicBezTo>
                    <a:pt x="28" y="117"/>
                    <a:pt x="31" y="118"/>
                    <a:pt x="33" y="118"/>
                  </a:cubicBezTo>
                  <a:cubicBezTo>
                    <a:pt x="33" y="118"/>
                    <a:pt x="33" y="118"/>
                    <a:pt x="33" y="118"/>
                  </a:cubicBezTo>
                  <a:cubicBezTo>
                    <a:pt x="35" y="118"/>
                    <a:pt x="37" y="117"/>
                    <a:pt x="39" y="117"/>
                  </a:cubicBezTo>
                  <a:cubicBezTo>
                    <a:pt x="43" y="115"/>
                    <a:pt x="47" y="113"/>
                    <a:pt x="50" y="109"/>
                  </a:cubicBezTo>
                  <a:cubicBezTo>
                    <a:pt x="54" y="104"/>
                    <a:pt x="56" y="99"/>
                    <a:pt x="56" y="94"/>
                  </a:cubicBezTo>
                  <a:cubicBezTo>
                    <a:pt x="55" y="88"/>
                    <a:pt x="52" y="83"/>
                    <a:pt x="48" y="80"/>
                  </a:cubicBezTo>
                  <a:cubicBezTo>
                    <a:pt x="44" y="78"/>
                    <a:pt x="39" y="78"/>
                    <a:pt x="34" y="78"/>
                  </a:cubicBezTo>
                  <a:cubicBezTo>
                    <a:pt x="33" y="78"/>
                    <a:pt x="33" y="77"/>
                    <a:pt x="32" y="77"/>
                  </a:cubicBezTo>
                  <a:moveTo>
                    <a:pt x="94" y="92"/>
                  </a:moveTo>
                  <a:cubicBezTo>
                    <a:pt x="91" y="92"/>
                    <a:pt x="89" y="92"/>
                    <a:pt x="87" y="91"/>
                  </a:cubicBezTo>
                  <a:cubicBezTo>
                    <a:pt x="80" y="87"/>
                    <a:pt x="78" y="79"/>
                    <a:pt x="78" y="72"/>
                  </a:cubicBezTo>
                  <a:cubicBezTo>
                    <a:pt x="78" y="70"/>
                    <a:pt x="79" y="63"/>
                    <a:pt x="83" y="60"/>
                  </a:cubicBezTo>
                  <a:cubicBezTo>
                    <a:pt x="86" y="58"/>
                    <a:pt x="89" y="58"/>
                    <a:pt x="92" y="58"/>
                  </a:cubicBezTo>
                  <a:cubicBezTo>
                    <a:pt x="93" y="58"/>
                    <a:pt x="94" y="58"/>
                    <a:pt x="94" y="58"/>
                  </a:cubicBezTo>
                  <a:cubicBezTo>
                    <a:pt x="99" y="58"/>
                    <a:pt x="103" y="59"/>
                    <a:pt x="107" y="61"/>
                  </a:cubicBezTo>
                  <a:cubicBezTo>
                    <a:pt x="110" y="63"/>
                    <a:pt x="113" y="67"/>
                    <a:pt x="113" y="72"/>
                  </a:cubicBezTo>
                  <a:cubicBezTo>
                    <a:pt x="113" y="76"/>
                    <a:pt x="111" y="81"/>
                    <a:pt x="108" y="85"/>
                  </a:cubicBezTo>
                  <a:cubicBezTo>
                    <a:pt x="106" y="88"/>
                    <a:pt x="102" y="90"/>
                    <a:pt x="99" y="92"/>
                  </a:cubicBezTo>
                  <a:cubicBezTo>
                    <a:pt x="97" y="92"/>
                    <a:pt x="95" y="92"/>
                    <a:pt x="94" y="92"/>
                  </a:cubicBezTo>
                  <a:moveTo>
                    <a:pt x="92" y="55"/>
                  </a:moveTo>
                  <a:cubicBezTo>
                    <a:pt x="89" y="55"/>
                    <a:pt x="85" y="55"/>
                    <a:pt x="82" y="58"/>
                  </a:cubicBezTo>
                  <a:cubicBezTo>
                    <a:pt x="77" y="60"/>
                    <a:pt x="75" y="66"/>
                    <a:pt x="75" y="72"/>
                  </a:cubicBezTo>
                  <a:cubicBezTo>
                    <a:pt x="75" y="82"/>
                    <a:pt x="79" y="90"/>
                    <a:pt x="86" y="93"/>
                  </a:cubicBezTo>
                  <a:cubicBezTo>
                    <a:pt x="88" y="95"/>
                    <a:pt x="91" y="95"/>
                    <a:pt x="94" y="95"/>
                  </a:cubicBezTo>
                  <a:cubicBezTo>
                    <a:pt x="96" y="95"/>
                    <a:pt x="98" y="95"/>
                    <a:pt x="99" y="94"/>
                  </a:cubicBezTo>
                  <a:cubicBezTo>
                    <a:pt x="104" y="93"/>
                    <a:pt x="108" y="90"/>
                    <a:pt x="111" y="87"/>
                  </a:cubicBezTo>
                  <a:cubicBezTo>
                    <a:pt x="114" y="82"/>
                    <a:pt x="116" y="77"/>
                    <a:pt x="116" y="72"/>
                  </a:cubicBezTo>
                  <a:cubicBezTo>
                    <a:pt x="116" y="66"/>
                    <a:pt x="113" y="61"/>
                    <a:pt x="108" y="58"/>
                  </a:cubicBezTo>
                  <a:cubicBezTo>
                    <a:pt x="104" y="56"/>
                    <a:pt x="99" y="55"/>
                    <a:pt x="95" y="55"/>
                  </a:cubicBezTo>
                  <a:cubicBezTo>
                    <a:pt x="94" y="55"/>
                    <a:pt x="93" y="55"/>
                    <a:pt x="92" y="55"/>
                  </a:cubicBezTo>
                  <a:moveTo>
                    <a:pt x="44" y="52"/>
                  </a:moveTo>
                  <a:cubicBezTo>
                    <a:pt x="42" y="52"/>
                    <a:pt x="40" y="52"/>
                    <a:pt x="38" y="51"/>
                  </a:cubicBezTo>
                  <a:cubicBezTo>
                    <a:pt x="31" y="47"/>
                    <a:pt x="28" y="38"/>
                    <a:pt x="28" y="32"/>
                  </a:cubicBezTo>
                  <a:cubicBezTo>
                    <a:pt x="28" y="30"/>
                    <a:pt x="29" y="23"/>
                    <a:pt x="34" y="20"/>
                  </a:cubicBezTo>
                  <a:cubicBezTo>
                    <a:pt x="36" y="18"/>
                    <a:pt x="40" y="18"/>
                    <a:pt x="42" y="18"/>
                  </a:cubicBezTo>
                  <a:cubicBezTo>
                    <a:pt x="43" y="18"/>
                    <a:pt x="44" y="18"/>
                    <a:pt x="45" y="18"/>
                  </a:cubicBezTo>
                  <a:cubicBezTo>
                    <a:pt x="47" y="18"/>
                    <a:pt x="49" y="18"/>
                    <a:pt x="52" y="18"/>
                  </a:cubicBezTo>
                  <a:cubicBezTo>
                    <a:pt x="53" y="19"/>
                    <a:pt x="54" y="19"/>
                    <a:pt x="55" y="19"/>
                  </a:cubicBezTo>
                  <a:cubicBezTo>
                    <a:pt x="55" y="20"/>
                    <a:pt x="56" y="20"/>
                    <a:pt x="57" y="20"/>
                  </a:cubicBezTo>
                  <a:cubicBezTo>
                    <a:pt x="57" y="20"/>
                    <a:pt x="57" y="21"/>
                    <a:pt x="57" y="21"/>
                  </a:cubicBezTo>
                  <a:cubicBezTo>
                    <a:pt x="59" y="21"/>
                    <a:pt x="60" y="22"/>
                    <a:pt x="60" y="24"/>
                  </a:cubicBezTo>
                  <a:cubicBezTo>
                    <a:pt x="62" y="26"/>
                    <a:pt x="63" y="29"/>
                    <a:pt x="63" y="32"/>
                  </a:cubicBezTo>
                  <a:cubicBezTo>
                    <a:pt x="64" y="36"/>
                    <a:pt x="62" y="41"/>
                    <a:pt x="59" y="44"/>
                  </a:cubicBezTo>
                  <a:cubicBezTo>
                    <a:pt x="56" y="48"/>
                    <a:pt x="53" y="50"/>
                    <a:pt x="49" y="51"/>
                  </a:cubicBezTo>
                  <a:cubicBezTo>
                    <a:pt x="47" y="52"/>
                    <a:pt x="46" y="52"/>
                    <a:pt x="44" y="52"/>
                  </a:cubicBezTo>
                  <a:moveTo>
                    <a:pt x="42" y="15"/>
                  </a:moveTo>
                  <a:cubicBezTo>
                    <a:pt x="39" y="15"/>
                    <a:pt x="35" y="15"/>
                    <a:pt x="32" y="17"/>
                  </a:cubicBezTo>
                  <a:cubicBezTo>
                    <a:pt x="28" y="20"/>
                    <a:pt x="26" y="25"/>
                    <a:pt x="25" y="32"/>
                  </a:cubicBezTo>
                  <a:cubicBezTo>
                    <a:pt x="25" y="42"/>
                    <a:pt x="30" y="50"/>
                    <a:pt x="36" y="53"/>
                  </a:cubicBezTo>
                  <a:cubicBezTo>
                    <a:pt x="39" y="54"/>
                    <a:pt x="41" y="55"/>
                    <a:pt x="44" y="55"/>
                  </a:cubicBezTo>
                  <a:cubicBezTo>
                    <a:pt x="46" y="55"/>
                    <a:pt x="48" y="55"/>
                    <a:pt x="50" y="54"/>
                  </a:cubicBezTo>
                  <a:cubicBezTo>
                    <a:pt x="54" y="53"/>
                    <a:pt x="58" y="50"/>
                    <a:pt x="61" y="46"/>
                  </a:cubicBezTo>
                  <a:cubicBezTo>
                    <a:pt x="65" y="42"/>
                    <a:pt x="67" y="37"/>
                    <a:pt x="66" y="32"/>
                  </a:cubicBezTo>
                  <a:cubicBezTo>
                    <a:pt x="66" y="29"/>
                    <a:pt x="65" y="26"/>
                    <a:pt x="64" y="24"/>
                  </a:cubicBezTo>
                  <a:cubicBezTo>
                    <a:pt x="63" y="22"/>
                    <a:pt x="63" y="21"/>
                    <a:pt x="62" y="21"/>
                  </a:cubicBezTo>
                  <a:cubicBezTo>
                    <a:pt x="61" y="20"/>
                    <a:pt x="60" y="19"/>
                    <a:pt x="59" y="18"/>
                  </a:cubicBezTo>
                  <a:cubicBezTo>
                    <a:pt x="57" y="17"/>
                    <a:pt x="56" y="16"/>
                    <a:pt x="54" y="16"/>
                  </a:cubicBezTo>
                  <a:cubicBezTo>
                    <a:pt x="53" y="16"/>
                    <a:pt x="52" y="16"/>
                    <a:pt x="51" y="15"/>
                  </a:cubicBezTo>
                  <a:cubicBezTo>
                    <a:pt x="49" y="15"/>
                    <a:pt x="47" y="15"/>
                    <a:pt x="45" y="15"/>
                  </a:cubicBezTo>
                  <a:cubicBezTo>
                    <a:pt x="44" y="15"/>
                    <a:pt x="43" y="15"/>
                    <a:pt x="42" y="15"/>
                  </a:cubicBezTo>
                  <a:moveTo>
                    <a:pt x="30" y="74"/>
                  </a:moveTo>
                  <a:cubicBezTo>
                    <a:pt x="31" y="74"/>
                    <a:pt x="32" y="74"/>
                    <a:pt x="32" y="74"/>
                  </a:cubicBezTo>
                  <a:cubicBezTo>
                    <a:pt x="33" y="73"/>
                    <a:pt x="33" y="73"/>
                    <a:pt x="33" y="73"/>
                  </a:cubicBezTo>
                  <a:cubicBezTo>
                    <a:pt x="35" y="65"/>
                    <a:pt x="35" y="65"/>
                    <a:pt x="35" y="65"/>
                  </a:cubicBezTo>
                  <a:cubicBezTo>
                    <a:pt x="35" y="65"/>
                    <a:pt x="35" y="65"/>
                    <a:pt x="35" y="65"/>
                  </a:cubicBezTo>
                  <a:cubicBezTo>
                    <a:pt x="36" y="65"/>
                    <a:pt x="37" y="66"/>
                    <a:pt x="38" y="66"/>
                  </a:cubicBezTo>
                  <a:cubicBezTo>
                    <a:pt x="38" y="67"/>
                    <a:pt x="38" y="68"/>
                    <a:pt x="39" y="69"/>
                  </a:cubicBezTo>
                  <a:cubicBezTo>
                    <a:pt x="39" y="70"/>
                    <a:pt x="40" y="70"/>
                    <a:pt x="40" y="71"/>
                  </a:cubicBezTo>
                  <a:cubicBezTo>
                    <a:pt x="41" y="73"/>
                    <a:pt x="43" y="74"/>
                    <a:pt x="45" y="74"/>
                  </a:cubicBezTo>
                  <a:cubicBezTo>
                    <a:pt x="45" y="74"/>
                    <a:pt x="46" y="74"/>
                    <a:pt x="46" y="74"/>
                  </a:cubicBezTo>
                  <a:cubicBezTo>
                    <a:pt x="47" y="74"/>
                    <a:pt x="47" y="73"/>
                    <a:pt x="47" y="73"/>
                  </a:cubicBezTo>
                  <a:cubicBezTo>
                    <a:pt x="47" y="72"/>
                    <a:pt x="48" y="71"/>
                    <a:pt x="48" y="71"/>
                  </a:cubicBezTo>
                  <a:cubicBezTo>
                    <a:pt x="48" y="70"/>
                    <a:pt x="49" y="70"/>
                    <a:pt x="50" y="70"/>
                  </a:cubicBezTo>
                  <a:cubicBezTo>
                    <a:pt x="50" y="70"/>
                    <a:pt x="51" y="70"/>
                    <a:pt x="51" y="70"/>
                  </a:cubicBezTo>
                  <a:cubicBezTo>
                    <a:pt x="52" y="71"/>
                    <a:pt x="52" y="72"/>
                    <a:pt x="52" y="72"/>
                  </a:cubicBezTo>
                  <a:cubicBezTo>
                    <a:pt x="52" y="73"/>
                    <a:pt x="52" y="74"/>
                    <a:pt x="51" y="75"/>
                  </a:cubicBezTo>
                  <a:cubicBezTo>
                    <a:pt x="51" y="75"/>
                    <a:pt x="51" y="75"/>
                    <a:pt x="51" y="76"/>
                  </a:cubicBezTo>
                  <a:cubicBezTo>
                    <a:pt x="51" y="76"/>
                    <a:pt x="51" y="77"/>
                    <a:pt x="51" y="77"/>
                  </a:cubicBezTo>
                  <a:cubicBezTo>
                    <a:pt x="55" y="81"/>
                    <a:pt x="55" y="81"/>
                    <a:pt x="55" y="81"/>
                  </a:cubicBezTo>
                  <a:cubicBezTo>
                    <a:pt x="55" y="82"/>
                    <a:pt x="56" y="82"/>
                    <a:pt x="56" y="82"/>
                  </a:cubicBezTo>
                  <a:cubicBezTo>
                    <a:pt x="56" y="82"/>
                    <a:pt x="57" y="82"/>
                    <a:pt x="57" y="82"/>
                  </a:cubicBezTo>
                  <a:cubicBezTo>
                    <a:pt x="61" y="81"/>
                    <a:pt x="61" y="81"/>
                    <a:pt x="61" y="81"/>
                  </a:cubicBezTo>
                  <a:cubicBezTo>
                    <a:pt x="62" y="84"/>
                    <a:pt x="62" y="84"/>
                    <a:pt x="62" y="84"/>
                  </a:cubicBezTo>
                  <a:cubicBezTo>
                    <a:pt x="59" y="86"/>
                    <a:pt x="59" y="86"/>
                    <a:pt x="59" y="86"/>
                  </a:cubicBezTo>
                  <a:cubicBezTo>
                    <a:pt x="59" y="86"/>
                    <a:pt x="58" y="87"/>
                    <a:pt x="59" y="87"/>
                  </a:cubicBezTo>
                  <a:cubicBezTo>
                    <a:pt x="60" y="93"/>
                    <a:pt x="60" y="93"/>
                    <a:pt x="60" y="93"/>
                  </a:cubicBezTo>
                  <a:cubicBezTo>
                    <a:pt x="60" y="94"/>
                    <a:pt x="61" y="94"/>
                    <a:pt x="61" y="94"/>
                  </a:cubicBezTo>
                  <a:cubicBezTo>
                    <a:pt x="66" y="96"/>
                    <a:pt x="66" y="96"/>
                    <a:pt x="66" y="96"/>
                  </a:cubicBezTo>
                  <a:cubicBezTo>
                    <a:pt x="66" y="98"/>
                    <a:pt x="66" y="98"/>
                    <a:pt x="66" y="98"/>
                  </a:cubicBezTo>
                  <a:cubicBezTo>
                    <a:pt x="66" y="98"/>
                    <a:pt x="66" y="98"/>
                    <a:pt x="66" y="98"/>
                  </a:cubicBezTo>
                  <a:cubicBezTo>
                    <a:pt x="62" y="98"/>
                    <a:pt x="59" y="100"/>
                    <a:pt x="59" y="103"/>
                  </a:cubicBezTo>
                  <a:cubicBezTo>
                    <a:pt x="58" y="105"/>
                    <a:pt x="58" y="107"/>
                    <a:pt x="59" y="109"/>
                  </a:cubicBezTo>
                  <a:cubicBezTo>
                    <a:pt x="60" y="110"/>
                    <a:pt x="61" y="111"/>
                    <a:pt x="62" y="112"/>
                  </a:cubicBezTo>
                  <a:cubicBezTo>
                    <a:pt x="60" y="114"/>
                    <a:pt x="60" y="114"/>
                    <a:pt x="60" y="114"/>
                  </a:cubicBezTo>
                  <a:cubicBezTo>
                    <a:pt x="57" y="112"/>
                    <a:pt x="57" y="112"/>
                    <a:pt x="57" y="112"/>
                  </a:cubicBezTo>
                  <a:cubicBezTo>
                    <a:pt x="57" y="111"/>
                    <a:pt x="57" y="111"/>
                    <a:pt x="56" y="111"/>
                  </a:cubicBezTo>
                  <a:cubicBezTo>
                    <a:pt x="56" y="111"/>
                    <a:pt x="56" y="111"/>
                    <a:pt x="55" y="112"/>
                  </a:cubicBezTo>
                  <a:cubicBezTo>
                    <a:pt x="50" y="117"/>
                    <a:pt x="50" y="117"/>
                    <a:pt x="50" y="117"/>
                  </a:cubicBezTo>
                  <a:cubicBezTo>
                    <a:pt x="49" y="117"/>
                    <a:pt x="49" y="118"/>
                    <a:pt x="49" y="118"/>
                  </a:cubicBezTo>
                  <a:cubicBezTo>
                    <a:pt x="52" y="124"/>
                    <a:pt x="52" y="124"/>
                    <a:pt x="52" y="124"/>
                  </a:cubicBezTo>
                  <a:cubicBezTo>
                    <a:pt x="51" y="124"/>
                    <a:pt x="51" y="124"/>
                    <a:pt x="50" y="124"/>
                  </a:cubicBezTo>
                  <a:cubicBezTo>
                    <a:pt x="50" y="124"/>
                    <a:pt x="49" y="124"/>
                    <a:pt x="49" y="124"/>
                  </a:cubicBezTo>
                  <a:cubicBezTo>
                    <a:pt x="48" y="123"/>
                    <a:pt x="48" y="123"/>
                    <a:pt x="47" y="123"/>
                  </a:cubicBezTo>
                  <a:cubicBezTo>
                    <a:pt x="46" y="122"/>
                    <a:pt x="45" y="121"/>
                    <a:pt x="44" y="121"/>
                  </a:cubicBezTo>
                  <a:cubicBezTo>
                    <a:pt x="44" y="120"/>
                    <a:pt x="43" y="120"/>
                    <a:pt x="42" y="120"/>
                  </a:cubicBezTo>
                  <a:cubicBezTo>
                    <a:pt x="40" y="120"/>
                    <a:pt x="39" y="121"/>
                    <a:pt x="38" y="122"/>
                  </a:cubicBezTo>
                  <a:cubicBezTo>
                    <a:pt x="36" y="123"/>
                    <a:pt x="36" y="125"/>
                    <a:pt x="36" y="127"/>
                  </a:cubicBezTo>
                  <a:cubicBezTo>
                    <a:pt x="35" y="127"/>
                    <a:pt x="35" y="127"/>
                    <a:pt x="35" y="127"/>
                  </a:cubicBezTo>
                  <a:cubicBezTo>
                    <a:pt x="34" y="127"/>
                    <a:pt x="34" y="127"/>
                    <a:pt x="33" y="126"/>
                  </a:cubicBezTo>
                  <a:cubicBezTo>
                    <a:pt x="33" y="125"/>
                    <a:pt x="33" y="125"/>
                    <a:pt x="33" y="125"/>
                  </a:cubicBezTo>
                  <a:cubicBezTo>
                    <a:pt x="33" y="125"/>
                    <a:pt x="33" y="125"/>
                    <a:pt x="33" y="124"/>
                  </a:cubicBezTo>
                  <a:cubicBezTo>
                    <a:pt x="33" y="122"/>
                    <a:pt x="31" y="121"/>
                    <a:pt x="29" y="120"/>
                  </a:cubicBezTo>
                  <a:cubicBezTo>
                    <a:pt x="28" y="120"/>
                    <a:pt x="26" y="120"/>
                    <a:pt x="24" y="120"/>
                  </a:cubicBezTo>
                  <a:cubicBezTo>
                    <a:pt x="24" y="120"/>
                    <a:pt x="24" y="120"/>
                    <a:pt x="24" y="120"/>
                  </a:cubicBezTo>
                  <a:cubicBezTo>
                    <a:pt x="24" y="120"/>
                    <a:pt x="23" y="120"/>
                    <a:pt x="23" y="121"/>
                  </a:cubicBezTo>
                  <a:cubicBezTo>
                    <a:pt x="23" y="122"/>
                    <a:pt x="22" y="123"/>
                    <a:pt x="21" y="123"/>
                  </a:cubicBezTo>
                  <a:cubicBezTo>
                    <a:pt x="20" y="123"/>
                    <a:pt x="20" y="123"/>
                    <a:pt x="20" y="123"/>
                  </a:cubicBezTo>
                  <a:cubicBezTo>
                    <a:pt x="19" y="123"/>
                    <a:pt x="18" y="123"/>
                    <a:pt x="18" y="123"/>
                  </a:cubicBezTo>
                  <a:cubicBezTo>
                    <a:pt x="19" y="117"/>
                    <a:pt x="19" y="117"/>
                    <a:pt x="19" y="117"/>
                  </a:cubicBezTo>
                  <a:cubicBezTo>
                    <a:pt x="19" y="117"/>
                    <a:pt x="19" y="117"/>
                    <a:pt x="19" y="117"/>
                  </a:cubicBezTo>
                  <a:cubicBezTo>
                    <a:pt x="19" y="114"/>
                    <a:pt x="17" y="112"/>
                    <a:pt x="14" y="111"/>
                  </a:cubicBezTo>
                  <a:cubicBezTo>
                    <a:pt x="13" y="111"/>
                    <a:pt x="13" y="111"/>
                    <a:pt x="12" y="111"/>
                  </a:cubicBezTo>
                  <a:cubicBezTo>
                    <a:pt x="10" y="111"/>
                    <a:pt x="9" y="111"/>
                    <a:pt x="8" y="112"/>
                  </a:cubicBezTo>
                  <a:cubicBezTo>
                    <a:pt x="8" y="111"/>
                    <a:pt x="8" y="111"/>
                    <a:pt x="8" y="110"/>
                  </a:cubicBezTo>
                  <a:cubicBezTo>
                    <a:pt x="8" y="110"/>
                    <a:pt x="9" y="109"/>
                    <a:pt x="9" y="108"/>
                  </a:cubicBezTo>
                  <a:cubicBezTo>
                    <a:pt x="10" y="108"/>
                    <a:pt x="10" y="108"/>
                    <a:pt x="10" y="108"/>
                  </a:cubicBezTo>
                  <a:cubicBezTo>
                    <a:pt x="11" y="106"/>
                    <a:pt x="12" y="104"/>
                    <a:pt x="11" y="103"/>
                  </a:cubicBezTo>
                  <a:cubicBezTo>
                    <a:pt x="11" y="101"/>
                    <a:pt x="10" y="100"/>
                    <a:pt x="8" y="99"/>
                  </a:cubicBezTo>
                  <a:cubicBezTo>
                    <a:pt x="7" y="99"/>
                    <a:pt x="7" y="98"/>
                    <a:pt x="6" y="98"/>
                  </a:cubicBezTo>
                  <a:cubicBezTo>
                    <a:pt x="6" y="98"/>
                    <a:pt x="5" y="98"/>
                    <a:pt x="4" y="97"/>
                  </a:cubicBezTo>
                  <a:cubicBezTo>
                    <a:pt x="3" y="97"/>
                    <a:pt x="3" y="96"/>
                    <a:pt x="3" y="95"/>
                  </a:cubicBezTo>
                  <a:cubicBezTo>
                    <a:pt x="4" y="95"/>
                    <a:pt x="4" y="95"/>
                    <a:pt x="5" y="94"/>
                  </a:cubicBezTo>
                  <a:cubicBezTo>
                    <a:pt x="6" y="94"/>
                    <a:pt x="8" y="94"/>
                    <a:pt x="9" y="93"/>
                  </a:cubicBezTo>
                  <a:cubicBezTo>
                    <a:pt x="10" y="92"/>
                    <a:pt x="10" y="91"/>
                    <a:pt x="10" y="90"/>
                  </a:cubicBezTo>
                  <a:cubicBezTo>
                    <a:pt x="11" y="89"/>
                    <a:pt x="11" y="88"/>
                    <a:pt x="12" y="87"/>
                  </a:cubicBezTo>
                  <a:cubicBezTo>
                    <a:pt x="12" y="87"/>
                    <a:pt x="13" y="86"/>
                    <a:pt x="12" y="86"/>
                  </a:cubicBezTo>
                  <a:cubicBezTo>
                    <a:pt x="12" y="85"/>
                    <a:pt x="12" y="85"/>
                    <a:pt x="11" y="85"/>
                  </a:cubicBezTo>
                  <a:cubicBezTo>
                    <a:pt x="10" y="85"/>
                    <a:pt x="10" y="84"/>
                    <a:pt x="9" y="83"/>
                  </a:cubicBezTo>
                  <a:cubicBezTo>
                    <a:pt x="9" y="82"/>
                    <a:pt x="9" y="81"/>
                    <a:pt x="9" y="81"/>
                  </a:cubicBezTo>
                  <a:cubicBezTo>
                    <a:pt x="9" y="80"/>
                    <a:pt x="10" y="79"/>
                    <a:pt x="11" y="79"/>
                  </a:cubicBezTo>
                  <a:cubicBezTo>
                    <a:pt x="12" y="79"/>
                    <a:pt x="13" y="80"/>
                    <a:pt x="14" y="80"/>
                  </a:cubicBezTo>
                  <a:cubicBezTo>
                    <a:pt x="14" y="81"/>
                    <a:pt x="14" y="81"/>
                    <a:pt x="15" y="81"/>
                  </a:cubicBezTo>
                  <a:cubicBezTo>
                    <a:pt x="15" y="81"/>
                    <a:pt x="15" y="81"/>
                    <a:pt x="15" y="81"/>
                  </a:cubicBezTo>
                  <a:cubicBezTo>
                    <a:pt x="18" y="80"/>
                    <a:pt x="20" y="77"/>
                    <a:pt x="20" y="74"/>
                  </a:cubicBezTo>
                  <a:cubicBezTo>
                    <a:pt x="20" y="74"/>
                    <a:pt x="20" y="73"/>
                    <a:pt x="20" y="72"/>
                  </a:cubicBezTo>
                  <a:cubicBezTo>
                    <a:pt x="20" y="71"/>
                    <a:pt x="20" y="70"/>
                    <a:pt x="20" y="70"/>
                  </a:cubicBezTo>
                  <a:cubicBezTo>
                    <a:pt x="20" y="69"/>
                    <a:pt x="21" y="69"/>
                    <a:pt x="21" y="69"/>
                  </a:cubicBezTo>
                  <a:cubicBezTo>
                    <a:pt x="21" y="69"/>
                    <a:pt x="22" y="70"/>
                    <a:pt x="22" y="70"/>
                  </a:cubicBezTo>
                  <a:cubicBezTo>
                    <a:pt x="23" y="70"/>
                    <a:pt x="24" y="71"/>
                    <a:pt x="25" y="71"/>
                  </a:cubicBezTo>
                  <a:cubicBezTo>
                    <a:pt x="25" y="72"/>
                    <a:pt x="26" y="72"/>
                    <a:pt x="26" y="73"/>
                  </a:cubicBezTo>
                  <a:cubicBezTo>
                    <a:pt x="27" y="73"/>
                    <a:pt x="28" y="74"/>
                    <a:pt x="30" y="74"/>
                  </a:cubicBezTo>
                  <a:moveTo>
                    <a:pt x="90" y="52"/>
                  </a:moveTo>
                  <a:cubicBezTo>
                    <a:pt x="91" y="52"/>
                    <a:pt x="92" y="52"/>
                    <a:pt x="93" y="51"/>
                  </a:cubicBezTo>
                  <a:cubicBezTo>
                    <a:pt x="93" y="51"/>
                    <a:pt x="93" y="51"/>
                    <a:pt x="93" y="50"/>
                  </a:cubicBezTo>
                  <a:cubicBezTo>
                    <a:pt x="95" y="43"/>
                    <a:pt x="95" y="43"/>
                    <a:pt x="95" y="43"/>
                  </a:cubicBezTo>
                  <a:cubicBezTo>
                    <a:pt x="95" y="43"/>
                    <a:pt x="96" y="43"/>
                    <a:pt x="96" y="43"/>
                  </a:cubicBezTo>
                  <a:cubicBezTo>
                    <a:pt x="96" y="43"/>
                    <a:pt x="97" y="43"/>
                    <a:pt x="98" y="44"/>
                  </a:cubicBezTo>
                  <a:cubicBezTo>
                    <a:pt x="98" y="45"/>
                    <a:pt x="99" y="46"/>
                    <a:pt x="99" y="47"/>
                  </a:cubicBezTo>
                  <a:cubicBezTo>
                    <a:pt x="99" y="47"/>
                    <a:pt x="100" y="48"/>
                    <a:pt x="100" y="49"/>
                  </a:cubicBezTo>
                  <a:cubicBezTo>
                    <a:pt x="101" y="50"/>
                    <a:pt x="103" y="52"/>
                    <a:pt x="105" y="52"/>
                  </a:cubicBezTo>
                  <a:cubicBezTo>
                    <a:pt x="106" y="52"/>
                    <a:pt x="106" y="52"/>
                    <a:pt x="106" y="52"/>
                  </a:cubicBezTo>
                  <a:cubicBezTo>
                    <a:pt x="107" y="52"/>
                    <a:pt x="108" y="51"/>
                    <a:pt x="107" y="50"/>
                  </a:cubicBezTo>
                  <a:cubicBezTo>
                    <a:pt x="107" y="50"/>
                    <a:pt x="108" y="49"/>
                    <a:pt x="108" y="49"/>
                  </a:cubicBezTo>
                  <a:cubicBezTo>
                    <a:pt x="109" y="48"/>
                    <a:pt x="110" y="48"/>
                    <a:pt x="110" y="48"/>
                  </a:cubicBezTo>
                  <a:cubicBezTo>
                    <a:pt x="111" y="48"/>
                    <a:pt x="111" y="48"/>
                    <a:pt x="111" y="48"/>
                  </a:cubicBezTo>
                  <a:cubicBezTo>
                    <a:pt x="112" y="48"/>
                    <a:pt x="112" y="49"/>
                    <a:pt x="112" y="50"/>
                  </a:cubicBezTo>
                  <a:cubicBezTo>
                    <a:pt x="112" y="51"/>
                    <a:pt x="112" y="52"/>
                    <a:pt x="111" y="52"/>
                  </a:cubicBezTo>
                  <a:cubicBezTo>
                    <a:pt x="111" y="53"/>
                    <a:pt x="111" y="53"/>
                    <a:pt x="111" y="53"/>
                  </a:cubicBezTo>
                  <a:cubicBezTo>
                    <a:pt x="111" y="54"/>
                    <a:pt x="111" y="54"/>
                    <a:pt x="111" y="55"/>
                  </a:cubicBezTo>
                  <a:cubicBezTo>
                    <a:pt x="115" y="59"/>
                    <a:pt x="115" y="59"/>
                    <a:pt x="115" y="59"/>
                  </a:cubicBezTo>
                  <a:cubicBezTo>
                    <a:pt x="116" y="59"/>
                    <a:pt x="116" y="59"/>
                    <a:pt x="117" y="59"/>
                  </a:cubicBezTo>
                  <a:cubicBezTo>
                    <a:pt x="117" y="59"/>
                    <a:pt x="117" y="59"/>
                    <a:pt x="117" y="59"/>
                  </a:cubicBezTo>
                  <a:cubicBezTo>
                    <a:pt x="121" y="58"/>
                    <a:pt x="121" y="58"/>
                    <a:pt x="121" y="58"/>
                  </a:cubicBezTo>
                  <a:cubicBezTo>
                    <a:pt x="123" y="61"/>
                    <a:pt x="123" y="61"/>
                    <a:pt x="123" y="61"/>
                  </a:cubicBezTo>
                  <a:cubicBezTo>
                    <a:pt x="120" y="63"/>
                    <a:pt x="120" y="63"/>
                    <a:pt x="120" y="63"/>
                  </a:cubicBezTo>
                  <a:cubicBezTo>
                    <a:pt x="119" y="63"/>
                    <a:pt x="119" y="64"/>
                    <a:pt x="119" y="65"/>
                  </a:cubicBezTo>
                  <a:cubicBezTo>
                    <a:pt x="120" y="71"/>
                    <a:pt x="120" y="71"/>
                    <a:pt x="120" y="71"/>
                  </a:cubicBezTo>
                  <a:cubicBezTo>
                    <a:pt x="120" y="71"/>
                    <a:pt x="121" y="72"/>
                    <a:pt x="121" y="72"/>
                  </a:cubicBezTo>
                  <a:cubicBezTo>
                    <a:pt x="126" y="73"/>
                    <a:pt x="126" y="73"/>
                    <a:pt x="126" y="73"/>
                  </a:cubicBezTo>
                  <a:cubicBezTo>
                    <a:pt x="126" y="76"/>
                    <a:pt x="126" y="76"/>
                    <a:pt x="126" y="76"/>
                  </a:cubicBezTo>
                  <a:cubicBezTo>
                    <a:pt x="126" y="76"/>
                    <a:pt x="126" y="76"/>
                    <a:pt x="126" y="76"/>
                  </a:cubicBezTo>
                  <a:cubicBezTo>
                    <a:pt x="123" y="76"/>
                    <a:pt x="120" y="78"/>
                    <a:pt x="119" y="81"/>
                  </a:cubicBezTo>
                  <a:cubicBezTo>
                    <a:pt x="118" y="83"/>
                    <a:pt x="119" y="85"/>
                    <a:pt x="120" y="87"/>
                  </a:cubicBezTo>
                  <a:cubicBezTo>
                    <a:pt x="120" y="88"/>
                    <a:pt x="121" y="89"/>
                    <a:pt x="122" y="89"/>
                  </a:cubicBezTo>
                  <a:cubicBezTo>
                    <a:pt x="121" y="92"/>
                    <a:pt x="121" y="92"/>
                    <a:pt x="121" y="92"/>
                  </a:cubicBezTo>
                  <a:cubicBezTo>
                    <a:pt x="118" y="89"/>
                    <a:pt x="118" y="89"/>
                    <a:pt x="118" y="89"/>
                  </a:cubicBezTo>
                  <a:cubicBezTo>
                    <a:pt x="117" y="89"/>
                    <a:pt x="117" y="89"/>
                    <a:pt x="117" y="89"/>
                  </a:cubicBezTo>
                  <a:cubicBezTo>
                    <a:pt x="116" y="89"/>
                    <a:pt x="116" y="89"/>
                    <a:pt x="116" y="89"/>
                  </a:cubicBezTo>
                  <a:cubicBezTo>
                    <a:pt x="110" y="94"/>
                    <a:pt x="110" y="94"/>
                    <a:pt x="110" y="94"/>
                  </a:cubicBezTo>
                  <a:cubicBezTo>
                    <a:pt x="110" y="95"/>
                    <a:pt x="110" y="95"/>
                    <a:pt x="110" y="96"/>
                  </a:cubicBezTo>
                  <a:cubicBezTo>
                    <a:pt x="112" y="102"/>
                    <a:pt x="112" y="102"/>
                    <a:pt x="112" y="102"/>
                  </a:cubicBezTo>
                  <a:cubicBezTo>
                    <a:pt x="112" y="102"/>
                    <a:pt x="111" y="102"/>
                    <a:pt x="111" y="102"/>
                  </a:cubicBezTo>
                  <a:cubicBezTo>
                    <a:pt x="110" y="102"/>
                    <a:pt x="109" y="102"/>
                    <a:pt x="109" y="101"/>
                  </a:cubicBezTo>
                  <a:cubicBezTo>
                    <a:pt x="108" y="101"/>
                    <a:pt x="108" y="101"/>
                    <a:pt x="107" y="100"/>
                  </a:cubicBezTo>
                  <a:cubicBezTo>
                    <a:pt x="107" y="99"/>
                    <a:pt x="106" y="99"/>
                    <a:pt x="105" y="98"/>
                  </a:cubicBezTo>
                  <a:cubicBezTo>
                    <a:pt x="104" y="98"/>
                    <a:pt x="103" y="98"/>
                    <a:pt x="102" y="98"/>
                  </a:cubicBezTo>
                  <a:cubicBezTo>
                    <a:pt x="101" y="98"/>
                    <a:pt x="99" y="98"/>
                    <a:pt x="98" y="99"/>
                  </a:cubicBezTo>
                  <a:cubicBezTo>
                    <a:pt x="97" y="101"/>
                    <a:pt x="96" y="103"/>
                    <a:pt x="96" y="105"/>
                  </a:cubicBezTo>
                  <a:cubicBezTo>
                    <a:pt x="95" y="105"/>
                    <a:pt x="95" y="105"/>
                    <a:pt x="95" y="105"/>
                  </a:cubicBezTo>
                  <a:cubicBezTo>
                    <a:pt x="95" y="105"/>
                    <a:pt x="94" y="105"/>
                    <a:pt x="94" y="104"/>
                  </a:cubicBezTo>
                  <a:cubicBezTo>
                    <a:pt x="94" y="103"/>
                    <a:pt x="94" y="103"/>
                    <a:pt x="94" y="103"/>
                  </a:cubicBezTo>
                  <a:cubicBezTo>
                    <a:pt x="94" y="103"/>
                    <a:pt x="93" y="102"/>
                    <a:pt x="93" y="102"/>
                  </a:cubicBezTo>
                  <a:cubicBezTo>
                    <a:pt x="93" y="100"/>
                    <a:pt x="91" y="98"/>
                    <a:pt x="89" y="98"/>
                  </a:cubicBezTo>
                  <a:cubicBezTo>
                    <a:pt x="88" y="97"/>
                    <a:pt x="86" y="97"/>
                    <a:pt x="85" y="97"/>
                  </a:cubicBezTo>
                  <a:cubicBezTo>
                    <a:pt x="85" y="97"/>
                    <a:pt x="85" y="97"/>
                    <a:pt x="85" y="97"/>
                  </a:cubicBezTo>
                  <a:cubicBezTo>
                    <a:pt x="84" y="97"/>
                    <a:pt x="83" y="98"/>
                    <a:pt x="83" y="98"/>
                  </a:cubicBezTo>
                  <a:cubicBezTo>
                    <a:pt x="83" y="100"/>
                    <a:pt x="82" y="101"/>
                    <a:pt x="81" y="101"/>
                  </a:cubicBezTo>
                  <a:cubicBezTo>
                    <a:pt x="81" y="101"/>
                    <a:pt x="80" y="101"/>
                    <a:pt x="80" y="101"/>
                  </a:cubicBezTo>
                  <a:cubicBezTo>
                    <a:pt x="79" y="101"/>
                    <a:pt x="79" y="101"/>
                    <a:pt x="78" y="101"/>
                  </a:cubicBezTo>
                  <a:cubicBezTo>
                    <a:pt x="80" y="95"/>
                    <a:pt x="80" y="95"/>
                    <a:pt x="80" y="95"/>
                  </a:cubicBezTo>
                  <a:cubicBezTo>
                    <a:pt x="80" y="95"/>
                    <a:pt x="80" y="95"/>
                    <a:pt x="80" y="95"/>
                  </a:cubicBezTo>
                  <a:cubicBezTo>
                    <a:pt x="80" y="91"/>
                    <a:pt x="77" y="89"/>
                    <a:pt x="74" y="89"/>
                  </a:cubicBezTo>
                  <a:cubicBezTo>
                    <a:pt x="74" y="89"/>
                    <a:pt x="73" y="88"/>
                    <a:pt x="72" y="88"/>
                  </a:cubicBezTo>
                  <a:cubicBezTo>
                    <a:pt x="71" y="88"/>
                    <a:pt x="69" y="89"/>
                    <a:pt x="68" y="89"/>
                  </a:cubicBezTo>
                  <a:cubicBezTo>
                    <a:pt x="68" y="89"/>
                    <a:pt x="68" y="88"/>
                    <a:pt x="68" y="88"/>
                  </a:cubicBezTo>
                  <a:cubicBezTo>
                    <a:pt x="68" y="87"/>
                    <a:pt x="69" y="87"/>
                    <a:pt x="69" y="86"/>
                  </a:cubicBezTo>
                  <a:cubicBezTo>
                    <a:pt x="70" y="85"/>
                    <a:pt x="70" y="85"/>
                    <a:pt x="70" y="85"/>
                  </a:cubicBezTo>
                  <a:cubicBezTo>
                    <a:pt x="71" y="84"/>
                    <a:pt x="72" y="82"/>
                    <a:pt x="72" y="81"/>
                  </a:cubicBezTo>
                  <a:cubicBezTo>
                    <a:pt x="71" y="79"/>
                    <a:pt x="70" y="77"/>
                    <a:pt x="68" y="76"/>
                  </a:cubicBezTo>
                  <a:cubicBezTo>
                    <a:pt x="68" y="76"/>
                    <a:pt x="67" y="76"/>
                    <a:pt x="67" y="76"/>
                  </a:cubicBezTo>
                  <a:cubicBezTo>
                    <a:pt x="66" y="76"/>
                    <a:pt x="65" y="75"/>
                    <a:pt x="64" y="75"/>
                  </a:cubicBezTo>
                  <a:cubicBezTo>
                    <a:pt x="64" y="74"/>
                    <a:pt x="63" y="73"/>
                    <a:pt x="64" y="73"/>
                  </a:cubicBezTo>
                  <a:cubicBezTo>
                    <a:pt x="64" y="72"/>
                    <a:pt x="65" y="72"/>
                    <a:pt x="66" y="72"/>
                  </a:cubicBezTo>
                  <a:cubicBezTo>
                    <a:pt x="67" y="72"/>
                    <a:pt x="68" y="72"/>
                    <a:pt x="69" y="71"/>
                  </a:cubicBezTo>
                  <a:cubicBezTo>
                    <a:pt x="70" y="70"/>
                    <a:pt x="70" y="69"/>
                    <a:pt x="71" y="68"/>
                  </a:cubicBezTo>
                  <a:cubicBezTo>
                    <a:pt x="71" y="67"/>
                    <a:pt x="71" y="66"/>
                    <a:pt x="72" y="65"/>
                  </a:cubicBezTo>
                  <a:cubicBezTo>
                    <a:pt x="73" y="65"/>
                    <a:pt x="73" y="64"/>
                    <a:pt x="73" y="63"/>
                  </a:cubicBezTo>
                  <a:cubicBezTo>
                    <a:pt x="73" y="63"/>
                    <a:pt x="72" y="62"/>
                    <a:pt x="71" y="62"/>
                  </a:cubicBezTo>
                  <a:cubicBezTo>
                    <a:pt x="71" y="62"/>
                    <a:pt x="70" y="62"/>
                    <a:pt x="69" y="61"/>
                  </a:cubicBezTo>
                  <a:cubicBezTo>
                    <a:pt x="69" y="60"/>
                    <a:pt x="69" y="59"/>
                    <a:pt x="69" y="58"/>
                  </a:cubicBezTo>
                  <a:cubicBezTo>
                    <a:pt x="70" y="57"/>
                    <a:pt x="71" y="57"/>
                    <a:pt x="72" y="57"/>
                  </a:cubicBezTo>
                  <a:cubicBezTo>
                    <a:pt x="73" y="57"/>
                    <a:pt x="74" y="57"/>
                    <a:pt x="74" y="58"/>
                  </a:cubicBezTo>
                  <a:cubicBezTo>
                    <a:pt x="74" y="59"/>
                    <a:pt x="75" y="59"/>
                    <a:pt x="75" y="59"/>
                  </a:cubicBezTo>
                  <a:cubicBezTo>
                    <a:pt x="75" y="59"/>
                    <a:pt x="76" y="59"/>
                    <a:pt x="76" y="59"/>
                  </a:cubicBezTo>
                  <a:cubicBezTo>
                    <a:pt x="79" y="58"/>
                    <a:pt x="81" y="55"/>
                    <a:pt x="80" y="52"/>
                  </a:cubicBezTo>
                  <a:cubicBezTo>
                    <a:pt x="80" y="51"/>
                    <a:pt x="80" y="51"/>
                    <a:pt x="80" y="50"/>
                  </a:cubicBezTo>
                  <a:cubicBezTo>
                    <a:pt x="80" y="49"/>
                    <a:pt x="80" y="48"/>
                    <a:pt x="80" y="48"/>
                  </a:cubicBezTo>
                  <a:cubicBezTo>
                    <a:pt x="80" y="47"/>
                    <a:pt x="81" y="47"/>
                    <a:pt x="81" y="47"/>
                  </a:cubicBezTo>
                  <a:cubicBezTo>
                    <a:pt x="82" y="47"/>
                    <a:pt x="82" y="47"/>
                    <a:pt x="83" y="47"/>
                  </a:cubicBezTo>
                  <a:cubicBezTo>
                    <a:pt x="83" y="48"/>
                    <a:pt x="84" y="48"/>
                    <a:pt x="85" y="49"/>
                  </a:cubicBezTo>
                  <a:cubicBezTo>
                    <a:pt x="85" y="50"/>
                    <a:pt x="86" y="50"/>
                    <a:pt x="86" y="50"/>
                  </a:cubicBezTo>
                  <a:cubicBezTo>
                    <a:pt x="87" y="51"/>
                    <a:pt x="89" y="52"/>
                    <a:pt x="90" y="52"/>
                  </a:cubicBezTo>
                  <a:moveTo>
                    <a:pt x="41" y="12"/>
                  </a:moveTo>
                  <a:cubicBezTo>
                    <a:pt x="42" y="12"/>
                    <a:pt x="42" y="11"/>
                    <a:pt x="43" y="11"/>
                  </a:cubicBezTo>
                  <a:cubicBezTo>
                    <a:pt x="43" y="11"/>
                    <a:pt x="44" y="11"/>
                    <a:pt x="44" y="10"/>
                  </a:cubicBezTo>
                  <a:cubicBezTo>
                    <a:pt x="46" y="3"/>
                    <a:pt x="46" y="3"/>
                    <a:pt x="46" y="3"/>
                  </a:cubicBezTo>
                  <a:cubicBezTo>
                    <a:pt x="46" y="3"/>
                    <a:pt x="46" y="3"/>
                    <a:pt x="46" y="3"/>
                  </a:cubicBezTo>
                  <a:cubicBezTo>
                    <a:pt x="47" y="3"/>
                    <a:pt x="48" y="3"/>
                    <a:pt x="48" y="4"/>
                  </a:cubicBezTo>
                  <a:cubicBezTo>
                    <a:pt x="49" y="4"/>
                    <a:pt x="49" y="5"/>
                    <a:pt x="50" y="6"/>
                  </a:cubicBezTo>
                  <a:cubicBezTo>
                    <a:pt x="50" y="7"/>
                    <a:pt x="50" y="8"/>
                    <a:pt x="51" y="9"/>
                  </a:cubicBezTo>
                  <a:cubicBezTo>
                    <a:pt x="51" y="9"/>
                    <a:pt x="51" y="9"/>
                    <a:pt x="51" y="9"/>
                  </a:cubicBezTo>
                  <a:cubicBezTo>
                    <a:pt x="52" y="10"/>
                    <a:pt x="53" y="11"/>
                    <a:pt x="54" y="12"/>
                  </a:cubicBezTo>
                  <a:cubicBezTo>
                    <a:pt x="55" y="12"/>
                    <a:pt x="55" y="12"/>
                    <a:pt x="56" y="12"/>
                  </a:cubicBezTo>
                  <a:cubicBezTo>
                    <a:pt x="56" y="12"/>
                    <a:pt x="56" y="12"/>
                    <a:pt x="57" y="12"/>
                  </a:cubicBezTo>
                  <a:cubicBezTo>
                    <a:pt x="58" y="12"/>
                    <a:pt x="58" y="11"/>
                    <a:pt x="58" y="10"/>
                  </a:cubicBezTo>
                  <a:cubicBezTo>
                    <a:pt x="58" y="9"/>
                    <a:pt x="58" y="9"/>
                    <a:pt x="59" y="8"/>
                  </a:cubicBezTo>
                  <a:cubicBezTo>
                    <a:pt x="59" y="8"/>
                    <a:pt x="59" y="8"/>
                    <a:pt x="60" y="8"/>
                  </a:cubicBezTo>
                  <a:cubicBezTo>
                    <a:pt x="60" y="8"/>
                    <a:pt x="60" y="7"/>
                    <a:pt x="61" y="7"/>
                  </a:cubicBezTo>
                  <a:cubicBezTo>
                    <a:pt x="61" y="7"/>
                    <a:pt x="61" y="8"/>
                    <a:pt x="62" y="8"/>
                  </a:cubicBezTo>
                  <a:cubicBezTo>
                    <a:pt x="62" y="8"/>
                    <a:pt x="63" y="9"/>
                    <a:pt x="63" y="10"/>
                  </a:cubicBezTo>
                  <a:cubicBezTo>
                    <a:pt x="63" y="11"/>
                    <a:pt x="63" y="12"/>
                    <a:pt x="62" y="12"/>
                  </a:cubicBezTo>
                  <a:cubicBezTo>
                    <a:pt x="62" y="12"/>
                    <a:pt x="61" y="13"/>
                    <a:pt x="61" y="13"/>
                  </a:cubicBezTo>
                  <a:cubicBezTo>
                    <a:pt x="61" y="14"/>
                    <a:pt x="61" y="14"/>
                    <a:pt x="62" y="14"/>
                  </a:cubicBezTo>
                  <a:cubicBezTo>
                    <a:pt x="66" y="18"/>
                    <a:pt x="66" y="18"/>
                    <a:pt x="66" y="18"/>
                  </a:cubicBezTo>
                  <a:cubicBezTo>
                    <a:pt x="66" y="19"/>
                    <a:pt x="66" y="19"/>
                    <a:pt x="66" y="19"/>
                  </a:cubicBezTo>
                  <a:cubicBezTo>
                    <a:pt x="66" y="19"/>
                    <a:pt x="67" y="19"/>
                    <a:pt x="67" y="19"/>
                  </a:cubicBezTo>
                  <a:cubicBezTo>
                    <a:pt x="67" y="19"/>
                    <a:pt x="67" y="19"/>
                    <a:pt x="67" y="19"/>
                  </a:cubicBezTo>
                  <a:cubicBezTo>
                    <a:pt x="70" y="18"/>
                    <a:pt x="70" y="18"/>
                    <a:pt x="70" y="18"/>
                  </a:cubicBezTo>
                  <a:cubicBezTo>
                    <a:pt x="71" y="18"/>
                    <a:pt x="71" y="18"/>
                    <a:pt x="71" y="18"/>
                  </a:cubicBezTo>
                  <a:cubicBezTo>
                    <a:pt x="72" y="18"/>
                    <a:pt x="72" y="18"/>
                    <a:pt x="72" y="18"/>
                  </a:cubicBezTo>
                  <a:cubicBezTo>
                    <a:pt x="73" y="21"/>
                    <a:pt x="73" y="21"/>
                    <a:pt x="73" y="21"/>
                  </a:cubicBezTo>
                  <a:cubicBezTo>
                    <a:pt x="73" y="21"/>
                    <a:pt x="73" y="21"/>
                    <a:pt x="73" y="21"/>
                  </a:cubicBezTo>
                  <a:cubicBezTo>
                    <a:pt x="70" y="23"/>
                    <a:pt x="70" y="23"/>
                    <a:pt x="70" y="23"/>
                  </a:cubicBezTo>
                  <a:cubicBezTo>
                    <a:pt x="70" y="23"/>
                    <a:pt x="69" y="23"/>
                    <a:pt x="69" y="24"/>
                  </a:cubicBezTo>
                  <a:cubicBezTo>
                    <a:pt x="69" y="24"/>
                    <a:pt x="69" y="24"/>
                    <a:pt x="69" y="25"/>
                  </a:cubicBezTo>
                  <a:cubicBezTo>
                    <a:pt x="71" y="31"/>
                    <a:pt x="71" y="31"/>
                    <a:pt x="71" y="31"/>
                  </a:cubicBezTo>
                  <a:cubicBezTo>
                    <a:pt x="71" y="31"/>
                    <a:pt x="71" y="31"/>
                    <a:pt x="72" y="32"/>
                  </a:cubicBezTo>
                  <a:cubicBezTo>
                    <a:pt x="77" y="33"/>
                    <a:pt x="77" y="33"/>
                    <a:pt x="77" y="33"/>
                  </a:cubicBezTo>
                  <a:cubicBezTo>
                    <a:pt x="77" y="36"/>
                    <a:pt x="77" y="36"/>
                    <a:pt x="77" y="36"/>
                  </a:cubicBezTo>
                  <a:cubicBezTo>
                    <a:pt x="77" y="36"/>
                    <a:pt x="77" y="36"/>
                    <a:pt x="76" y="36"/>
                  </a:cubicBezTo>
                  <a:cubicBezTo>
                    <a:pt x="73" y="36"/>
                    <a:pt x="70" y="38"/>
                    <a:pt x="69" y="41"/>
                  </a:cubicBezTo>
                  <a:cubicBezTo>
                    <a:pt x="69" y="43"/>
                    <a:pt x="69" y="45"/>
                    <a:pt x="70" y="46"/>
                  </a:cubicBezTo>
                  <a:cubicBezTo>
                    <a:pt x="71" y="48"/>
                    <a:pt x="72" y="48"/>
                    <a:pt x="73" y="49"/>
                  </a:cubicBezTo>
                  <a:cubicBezTo>
                    <a:pt x="71" y="52"/>
                    <a:pt x="71" y="52"/>
                    <a:pt x="71" y="52"/>
                  </a:cubicBezTo>
                  <a:cubicBezTo>
                    <a:pt x="68" y="49"/>
                    <a:pt x="68" y="49"/>
                    <a:pt x="68" y="49"/>
                  </a:cubicBezTo>
                  <a:cubicBezTo>
                    <a:pt x="68" y="49"/>
                    <a:pt x="67" y="49"/>
                    <a:pt x="67" y="49"/>
                  </a:cubicBezTo>
                  <a:cubicBezTo>
                    <a:pt x="67" y="49"/>
                    <a:pt x="66" y="49"/>
                    <a:pt x="66" y="49"/>
                  </a:cubicBezTo>
                  <a:cubicBezTo>
                    <a:pt x="61" y="54"/>
                    <a:pt x="61" y="54"/>
                    <a:pt x="61" y="54"/>
                  </a:cubicBezTo>
                  <a:cubicBezTo>
                    <a:pt x="60" y="54"/>
                    <a:pt x="60" y="55"/>
                    <a:pt x="60" y="56"/>
                  </a:cubicBezTo>
                  <a:cubicBezTo>
                    <a:pt x="63" y="61"/>
                    <a:pt x="63" y="61"/>
                    <a:pt x="63" y="61"/>
                  </a:cubicBezTo>
                  <a:cubicBezTo>
                    <a:pt x="62" y="62"/>
                    <a:pt x="62" y="62"/>
                    <a:pt x="61" y="62"/>
                  </a:cubicBezTo>
                  <a:cubicBezTo>
                    <a:pt x="61" y="62"/>
                    <a:pt x="60" y="61"/>
                    <a:pt x="59" y="61"/>
                  </a:cubicBezTo>
                  <a:cubicBezTo>
                    <a:pt x="59" y="61"/>
                    <a:pt x="58" y="60"/>
                    <a:pt x="58" y="60"/>
                  </a:cubicBezTo>
                  <a:cubicBezTo>
                    <a:pt x="57" y="59"/>
                    <a:pt x="56" y="59"/>
                    <a:pt x="55" y="58"/>
                  </a:cubicBezTo>
                  <a:cubicBezTo>
                    <a:pt x="54" y="58"/>
                    <a:pt x="54" y="58"/>
                    <a:pt x="53" y="58"/>
                  </a:cubicBezTo>
                  <a:cubicBezTo>
                    <a:pt x="51" y="58"/>
                    <a:pt x="50" y="58"/>
                    <a:pt x="49" y="59"/>
                  </a:cubicBezTo>
                  <a:cubicBezTo>
                    <a:pt x="47" y="60"/>
                    <a:pt x="46" y="63"/>
                    <a:pt x="47" y="65"/>
                  </a:cubicBezTo>
                  <a:cubicBezTo>
                    <a:pt x="46" y="65"/>
                    <a:pt x="46" y="65"/>
                    <a:pt x="46" y="65"/>
                  </a:cubicBezTo>
                  <a:cubicBezTo>
                    <a:pt x="45" y="65"/>
                    <a:pt x="44" y="64"/>
                    <a:pt x="44" y="64"/>
                  </a:cubicBezTo>
                  <a:cubicBezTo>
                    <a:pt x="44" y="63"/>
                    <a:pt x="44" y="63"/>
                    <a:pt x="44" y="63"/>
                  </a:cubicBezTo>
                  <a:cubicBezTo>
                    <a:pt x="44" y="62"/>
                    <a:pt x="44" y="62"/>
                    <a:pt x="44" y="61"/>
                  </a:cubicBezTo>
                  <a:cubicBezTo>
                    <a:pt x="43" y="60"/>
                    <a:pt x="42" y="58"/>
                    <a:pt x="40" y="58"/>
                  </a:cubicBezTo>
                  <a:cubicBezTo>
                    <a:pt x="38" y="57"/>
                    <a:pt x="37" y="57"/>
                    <a:pt x="35" y="57"/>
                  </a:cubicBezTo>
                  <a:cubicBezTo>
                    <a:pt x="35" y="57"/>
                    <a:pt x="35" y="57"/>
                    <a:pt x="35" y="57"/>
                  </a:cubicBezTo>
                  <a:cubicBezTo>
                    <a:pt x="34" y="57"/>
                    <a:pt x="34" y="57"/>
                    <a:pt x="34" y="58"/>
                  </a:cubicBezTo>
                  <a:cubicBezTo>
                    <a:pt x="33" y="59"/>
                    <a:pt x="32" y="60"/>
                    <a:pt x="31" y="61"/>
                  </a:cubicBezTo>
                  <a:cubicBezTo>
                    <a:pt x="31" y="61"/>
                    <a:pt x="31" y="61"/>
                    <a:pt x="30" y="61"/>
                  </a:cubicBezTo>
                  <a:cubicBezTo>
                    <a:pt x="30" y="61"/>
                    <a:pt x="29" y="61"/>
                    <a:pt x="29" y="60"/>
                  </a:cubicBezTo>
                  <a:cubicBezTo>
                    <a:pt x="30" y="55"/>
                    <a:pt x="30" y="55"/>
                    <a:pt x="30" y="55"/>
                  </a:cubicBezTo>
                  <a:cubicBezTo>
                    <a:pt x="30" y="54"/>
                    <a:pt x="30" y="54"/>
                    <a:pt x="30" y="54"/>
                  </a:cubicBezTo>
                  <a:cubicBezTo>
                    <a:pt x="30" y="51"/>
                    <a:pt x="27" y="49"/>
                    <a:pt x="25" y="48"/>
                  </a:cubicBezTo>
                  <a:cubicBezTo>
                    <a:pt x="24" y="48"/>
                    <a:pt x="23" y="48"/>
                    <a:pt x="23" y="48"/>
                  </a:cubicBezTo>
                  <a:cubicBezTo>
                    <a:pt x="21" y="48"/>
                    <a:pt x="20" y="49"/>
                    <a:pt x="18" y="49"/>
                  </a:cubicBezTo>
                  <a:cubicBezTo>
                    <a:pt x="18" y="49"/>
                    <a:pt x="18" y="48"/>
                    <a:pt x="18" y="48"/>
                  </a:cubicBezTo>
                  <a:cubicBezTo>
                    <a:pt x="19" y="47"/>
                    <a:pt x="19" y="46"/>
                    <a:pt x="20" y="46"/>
                  </a:cubicBezTo>
                  <a:cubicBezTo>
                    <a:pt x="20" y="45"/>
                    <a:pt x="20" y="45"/>
                    <a:pt x="20" y="45"/>
                  </a:cubicBezTo>
                  <a:cubicBezTo>
                    <a:pt x="22" y="43"/>
                    <a:pt x="22" y="42"/>
                    <a:pt x="22" y="40"/>
                  </a:cubicBezTo>
                  <a:cubicBezTo>
                    <a:pt x="22" y="39"/>
                    <a:pt x="21" y="37"/>
                    <a:pt x="18" y="36"/>
                  </a:cubicBezTo>
                  <a:cubicBezTo>
                    <a:pt x="18" y="36"/>
                    <a:pt x="18" y="36"/>
                    <a:pt x="17" y="36"/>
                  </a:cubicBezTo>
                  <a:cubicBezTo>
                    <a:pt x="16" y="35"/>
                    <a:pt x="15" y="35"/>
                    <a:pt x="15" y="34"/>
                  </a:cubicBezTo>
                  <a:cubicBezTo>
                    <a:pt x="14" y="34"/>
                    <a:pt x="14" y="33"/>
                    <a:pt x="14" y="33"/>
                  </a:cubicBezTo>
                  <a:cubicBezTo>
                    <a:pt x="14" y="32"/>
                    <a:pt x="15" y="32"/>
                    <a:pt x="16" y="32"/>
                  </a:cubicBezTo>
                  <a:cubicBezTo>
                    <a:pt x="17" y="32"/>
                    <a:pt x="18" y="31"/>
                    <a:pt x="20" y="30"/>
                  </a:cubicBezTo>
                  <a:cubicBezTo>
                    <a:pt x="21" y="29"/>
                    <a:pt x="21" y="28"/>
                    <a:pt x="21" y="27"/>
                  </a:cubicBezTo>
                  <a:cubicBezTo>
                    <a:pt x="22" y="26"/>
                    <a:pt x="22" y="26"/>
                    <a:pt x="23" y="25"/>
                  </a:cubicBezTo>
                  <a:cubicBezTo>
                    <a:pt x="23" y="24"/>
                    <a:pt x="23" y="24"/>
                    <a:pt x="23" y="23"/>
                  </a:cubicBezTo>
                  <a:cubicBezTo>
                    <a:pt x="23" y="23"/>
                    <a:pt x="22" y="22"/>
                    <a:pt x="22" y="22"/>
                  </a:cubicBezTo>
                  <a:cubicBezTo>
                    <a:pt x="21" y="22"/>
                    <a:pt x="20" y="22"/>
                    <a:pt x="20" y="21"/>
                  </a:cubicBezTo>
                  <a:cubicBezTo>
                    <a:pt x="19" y="20"/>
                    <a:pt x="19" y="19"/>
                    <a:pt x="20" y="18"/>
                  </a:cubicBezTo>
                  <a:cubicBezTo>
                    <a:pt x="20" y="17"/>
                    <a:pt x="21" y="17"/>
                    <a:pt x="22" y="17"/>
                  </a:cubicBezTo>
                  <a:cubicBezTo>
                    <a:pt x="23" y="17"/>
                    <a:pt x="24" y="17"/>
                    <a:pt x="24" y="18"/>
                  </a:cubicBezTo>
                  <a:cubicBezTo>
                    <a:pt x="25" y="18"/>
                    <a:pt x="25" y="19"/>
                    <a:pt x="26" y="19"/>
                  </a:cubicBezTo>
                  <a:cubicBezTo>
                    <a:pt x="26" y="19"/>
                    <a:pt x="26" y="19"/>
                    <a:pt x="26" y="19"/>
                  </a:cubicBezTo>
                  <a:cubicBezTo>
                    <a:pt x="29" y="18"/>
                    <a:pt x="31" y="15"/>
                    <a:pt x="31" y="12"/>
                  </a:cubicBezTo>
                  <a:cubicBezTo>
                    <a:pt x="31" y="11"/>
                    <a:pt x="31" y="10"/>
                    <a:pt x="31" y="10"/>
                  </a:cubicBezTo>
                  <a:cubicBezTo>
                    <a:pt x="30" y="9"/>
                    <a:pt x="30" y="8"/>
                    <a:pt x="31" y="7"/>
                  </a:cubicBezTo>
                  <a:cubicBezTo>
                    <a:pt x="31" y="7"/>
                    <a:pt x="31" y="7"/>
                    <a:pt x="32" y="7"/>
                  </a:cubicBezTo>
                  <a:cubicBezTo>
                    <a:pt x="32" y="7"/>
                    <a:pt x="33" y="7"/>
                    <a:pt x="33" y="7"/>
                  </a:cubicBezTo>
                  <a:cubicBezTo>
                    <a:pt x="34" y="8"/>
                    <a:pt x="35" y="8"/>
                    <a:pt x="35" y="9"/>
                  </a:cubicBezTo>
                  <a:cubicBezTo>
                    <a:pt x="36" y="9"/>
                    <a:pt x="36" y="10"/>
                    <a:pt x="37" y="10"/>
                  </a:cubicBezTo>
                  <a:cubicBezTo>
                    <a:pt x="38" y="11"/>
                    <a:pt x="39" y="12"/>
                    <a:pt x="41" y="12"/>
                  </a:cubicBezTo>
                  <a:moveTo>
                    <a:pt x="46" y="0"/>
                  </a:moveTo>
                  <a:cubicBezTo>
                    <a:pt x="45" y="0"/>
                    <a:pt x="44" y="0"/>
                    <a:pt x="44" y="1"/>
                  </a:cubicBezTo>
                  <a:cubicBezTo>
                    <a:pt x="43" y="1"/>
                    <a:pt x="43" y="1"/>
                    <a:pt x="43" y="1"/>
                  </a:cubicBezTo>
                  <a:cubicBezTo>
                    <a:pt x="41" y="9"/>
                    <a:pt x="41" y="9"/>
                    <a:pt x="41" y="9"/>
                  </a:cubicBezTo>
                  <a:cubicBezTo>
                    <a:pt x="41" y="9"/>
                    <a:pt x="41" y="9"/>
                    <a:pt x="41" y="9"/>
                  </a:cubicBezTo>
                  <a:cubicBezTo>
                    <a:pt x="40" y="9"/>
                    <a:pt x="39" y="8"/>
                    <a:pt x="39" y="8"/>
                  </a:cubicBezTo>
                  <a:cubicBezTo>
                    <a:pt x="38" y="7"/>
                    <a:pt x="38" y="7"/>
                    <a:pt x="37" y="7"/>
                  </a:cubicBezTo>
                  <a:cubicBezTo>
                    <a:pt x="36" y="6"/>
                    <a:pt x="36" y="5"/>
                    <a:pt x="35" y="5"/>
                  </a:cubicBezTo>
                  <a:cubicBezTo>
                    <a:pt x="34" y="4"/>
                    <a:pt x="33" y="4"/>
                    <a:pt x="32" y="4"/>
                  </a:cubicBezTo>
                  <a:cubicBezTo>
                    <a:pt x="30" y="4"/>
                    <a:pt x="29" y="5"/>
                    <a:pt x="28" y="6"/>
                  </a:cubicBezTo>
                  <a:cubicBezTo>
                    <a:pt x="27" y="7"/>
                    <a:pt x="27" y="9"/>
                    <a:pt x="28" y="10"/>
                  </a:cubicBezTo>
                  <a:cubicBezTo>
                    <a:pt x="28" y="11"/>
                    <a:pt x="28" y="11"/>
                    <a:pt x="28" y="12"/>
                  </a:cubicBezTo>
                  <a:cubicBezTo>
                    <a:pt x="28" y="13"/>
                    <a:pt x="27" y="15"/>
                    <a:pt x="26" y="15"/>
                  </a:cubicBezTo>
                  <a:cubicBezTo>
                    <a:pt x="25" y="14"/>
                    <a:pt x="24" y="14"/>
                    <a:pt x="22" y="14"/>
                  </a:cubicBezTo>
                  <a:cubicBezTo>
                    <a:pt x="20" y="14"/>
                    <a:pt x="18" y="15"/>
                    <a:pt x="17" y="16"/>
                  </a:cubicBezTo>
                  <a:cubicBezTo>
                    <a:pt x="16" y="18"/>
                    <a:pt x="16" y="20"/>
                    <a:pt x="17" y="22"/>
                  </a:cubicBezTo>
                  <a:cubicBezTo>
                    <a:pt x="18" y="23"/>
                    <a:pt x="18" y="24"/>
                    <a:pt x="19" y="24"/>
                  </a:cubicBezTo>
                  <a:cubicBezTo>
                    <a:pt x="19" y="25"/>
                    <a:pt x="19" y="26"/>
                    <a:pt x="18" y="26"/>
                  </a:cubicBezTo>
                  <a:cubicBezTo>
                    <a:pt x="18" y="27"/>
                    <a:pt x="18" y="28"/>
                    <a:pt x="17" y="28"/>
                  </a:cubicBezTo>
                  <a:cubicBezTo>
                    <a:pt x="17" y="29"/>
                    <a:pt x="16" y="29"/>
                    <a:pt x="15" y="29"/>
                  </a:cubicBezTo>
                  <a:cubicBezTo>
                    <a:pt x="14" y="29"/>
                    <a:pt x="13" y="29"/>
                    <a:pt x="12" y="31"/>
                  </a:cubicBezTo>
                  <a:cubicBezTo>
                    <a:pt x="10" y="33"/>
                    <a:pt x="11" y="35"/>
                    <a:pt x="13" y="37"/>
                  </a:cubicBezTo>
                  <a:cubicBezTo>
                    <a:pt x="14" y="38"/>
                    <a:pt x="15" y="38"/>
                    <a:pt x="16" y="38"/>
                  </a:cubicBezTo>
                  <a:cubicBezTo>
                    <a:pt x="16" y="39"/>
                    <a:pt x="17" y="39"/>
                    <a:pt x="17" y="39"/>
                  </a:cubicBezTo>
                  <a:cubicBezTo>
                    <a:pt x="18" y="39"/>
                    <a:pt x="19" y="40"/>
                    <a:pt x="19" y="41"/>
                  </a:cubicBezTo>
                  <a:cubicBezTo>
                    <a:pt x="19" y="41"/>
                    <a:pt x="19" y="42"/>
                    <a:pt x="18" y="43"/>
                  </a:cubicBezTo>
                  <a:cubicBezTo>
                    <a:pt x="18" y="44"/>
                    <a:pt x="18" y="44"/>
                    <a:pt x="18" y="44"/>
                  </a:cubicBezTo>
                  <a:cubicBezTo>
                    <a:pt x="17" y="45"/>
                    <a:pt x="16" y="45"/>
                    <a:pt x="16" y="47"/>
                  </a:cubicBezTo>
                  <a:cubicBezTo>
                    <a:pt x="15" y="49"/>
                    <a:pt x="15" y="51"/>
                    <a:pt x="17" y="52"/>
                  </a:cubicBezTo>
                  <a:cubicBezTo>
                    <a:pt x="18" y="52"/>
                    <a:pt x="18" y="52"/>
                    <a:pt x="18" y="52"/>
                  </a:cubicBezTo>
                  <a:cubicBezTo>
                    <a:pt x="18" y="52"/>
                    <a:pt x="18" y="52"/>
                    <a:pt x="19" y="52"/>
                  </a:cubicBezTo>
                  <a:cubicBezTo>
                    <a:pt x="20" y="51"/>
                    <a:pt x="21" y="51"/>
                    <a:pt x="23" y="51"/>
                  </a:cubicBezTo>
                  <a:cubicBezTo>
                    <a:pt x="23" y="51"/>
                    <a:pt x="24" y="51"/>
                    <a:pt x="24" y="51"/>
                  </a:cubicBezTo>
                  <a:cubicBezTo>
                    <a:pt x="25" y="52"/>
                    <a:pt x="27" y="53"/>
                    <a:pt x="27" y="54"/>
                  </a:cubicBezTo>
                  <a:cubicBezTo>
                    <a:pt x="25" y="60"/>
                    <a:pt x="25" y="60"/>
                    <a:pt x="25" y="60"/>
                  </a:cubicBezTo>
                  <a:cubicBezTo>
                    <a:pt x="25" y="61"/>
                    <a:pt x="25" y="61"/>
                    <a:pt x="26" y="62"/>
                  </a:cubicBezTo>
                  <a:cubicBezTo>
                    <a:pt x="27" y="63"/>
                    <a:pt x="29" y="64"/>
                    <a:pt x="31" y="64"/>
                  </a:cubicBezTo>
                  <a:cubicBezTo>
                    <a:pt x="31" y="64"/>
                    <a:pt x="32" y="64"/>
                    <a:pt x="32" y="64"/>
                  </a:cubicBezTo>
                  <a:cubicBezTo>
                    <a:pt x="33" y="63"/>
                    <a:pt x="33" y="63"/>
                    <a:pt x="33" y="63"/>
                  </a:cubicBezTo>
                  <a:cubicBezTo>
                    <a:pt x="32" y="64"/>
                    <a:pt x="32" y="64"/>
                    <a:pt x="32" y="64"/>
                  </a:cubicBezTo>
                  <a:cubicBezTo>
                    <a:pt x="30" y="71"/>
                    <a:pt x="30" y="71"/>
                    <a:pt x="30" y="71"/>
                  </a:cubicBezTo>
                  <a:cubicBezTo>
                    <a:pt x="30" y="71"/>
                    <a:pt x="30" y="71"/>
                    <a:pt x="30" y="71"/>
                  </a:cubicBezTo>
                  <a:cubicBezTo>
                    <a:pt x="29" y="71"/>
                    <a:pt x="29" y="71"/>
                    <a:pt x="28" y="70"/>
                  </a:cubicBezTo>
                  <a:cubicBezTo>
                    <a:pt x="27" y="70"/>
                    <a:pt x="27" y="70"/>
                    <a:pt x="27" y="69"/>
                  </a:cubicBezTo>
                  <a:cubicBezTo>
                    <a:pt x="26" y="69"/>
                    <a:pt x="25" y="68"/>
                    <a:pt x="24" y="67"/>
                  </a:cubicBezTo>
                  <a:cubicBezTo>
                    <a:pt x="23" y="67"/>
                    <a:pt x="22" y="66"/>
                    <a:pt x="21" y="66"/>
                  </a:cubicBezTo>
                  <a:cubicBezTo>
                    <a:pt x="20" y="66"/>
                    <a:pt x="18" y="67"/>
                    <a:pt x="17" y="68"/>
                  </a:cubicBezTo>
                  <a:cubicBezTo>
                    <a:pt x="16" y="70"/>
                    <a:pt x="17" y="72"/>
                    <a:pt x="17" y="73"/>
                  </a:cubicBezTo>
                  <a:cubicBezTo>
                    <a:pt x="17" y="73"/>
                    <a:pt x="17" y="74"/>
                    <a:pt x="17" y="74"/>
                  </a:cubicBezTo>
                  <a:cubicBezTo>
                    <a:pt x="17" y="76"/>
                    <a:pt x="17" y="77"/>
                    <a:pt x="15" y="78"/>
                  </a:cubicBezTo>
                  <a:cubicBezTo>
                    <a:pt x="14" y="77"/>
                    <a:pt x="13" y="77"/>
                    <a:pt x="11" y="77"/>
                  </a:cubicBezTo>
                  <a:cubicBezTo>
                    <a:pt x="9" y="77"/>
                    <a:pt x="7" y="77"/>
                    <a:pt x="6" y="79"/>
                  </a:cubicBezTo>
                  <a:cubicBezTo>
                    <a:pt x="5" y="81"/>
                    <a:pt x="5" y="83"/>
                    <a:pt x="6" y="85"/>
                  </a:cubicBezTo>
                  <a:cubicBezTo>
                    <a:pt x="7" y="86"/>
                    <a:pt x="8" y="86"/>
                    <a:pt x="9" y="87"/>
                  </a:cubicBezTo>
                  <a:cubicBezTo>
                    <a:pt x="8" y="88"/>
                    <a:pt x="8" y="88"/>
                    <a:pt x="8" y="89"/>
                  </a:cubicBezTo>
                  <a:cubicBezTo>
                    <a:pt x="7" y="90"/>
                    <a:pt x="7" y="90"/>
                    <a:pt x="7" y="91"/>
                  </a:cubicBezTo>
                  <a:cubicBezTo>
                    <a:pt x="6" y="91"/>
                    <a:pt x="6" y="91"/>
                    <a:pt x="5" y="92"/>
                  </a:cubicBezTo>
                  <a:cubicBezTo>
                    <a:pt x="3" y="92"/>
                    <a:pt x="2" y="92"/>
                    <a:pt x="1" y="94"/>
                  </a:cubicBezTo>
                  <a:cubicBezTo>
                    <a:pt x="0" y="95"/>
                    <a:pt x="1" y="98"/>
                    <a:pt x="2" y="99"/>
                  </a:cubicBezTo>
                  <a:cubicBezTo>
                    <a:pt x="3" y="100"/>
                    <a:pt x="4" y="101"/>
                    <a:pt x="5" y="101"/>
                  </a:cubicBezTo>
                  <a:cubicBezTo>
                    <a:pt x="6" y="101"/>
                    <a:pt x="6" y="101"/>
                    <a:pt x="6" y="101"/>
                  </a:cubicBezTo>
                  <a:cubicBezTo>
                    <a:pt x="7" y="102"/>
                    <a:pt x="8" y="102"/>
                    <a:pt x="9" y="103"/>
                  </a:cubicBezTo>
                  <a:cubicBezTo>
                    <a:pt x="9" y="104"/>
                    <a:pt x="8" y="105"/>
                    <a:pt x="7" y="106"/>
                  </a:cubicBezTo>
                  <a:cubicBezTo>
                    <a:pt x="7" y="106"/>
                    <a:pt x="7" y="106"/>
                    <a:pt x="7" y="106"/>
                  </a:cubicBezTo>
                  <a:cubicBezTo>
                    <a:pt x="6" y="107"/>
                    <a:pt x="5" y="108"/>
                    <a:pt x="5" y="109"/>
                  </a:cubicBezTo>
                  <a:cubicBezTo>
                    <a:pt x="4" y="111"/>
                    <a:pt x="5" y="114"/>
                    <a:pt x="7" y="115"/>
                  </a:cubicBezTo>
                  <a:cubicBezTo>
                    <a:pt x="7" y="115"/>
                    <a:pt x="7" y="115"/>
                    <a:pt x="7" y="115"/>
                  </a:cubicBezTo>
                  <a:cubicBezTo>
                    <a:pt x="7" y="115"/>
                    <a:pt x="8" y="115"/>
                    <a:pt x="8" y="115"/>
                  </a:cubicBezTo>
                  <a:cubicBezTo>
                    <a:pt x="9" y="114"/>
                    <a:pt x="11" y="114"/>
                    <a:pt x="12" y="114"/>
                  </a:cubicBezTo>
                  <a:cubicBezTo>
                    <a:pt x="13" y="114"/>
                    <a:pt x="13" y="114"/>
                    <a:pt x="13" y="114"/>
                  </a:cubicBezTo>
                  <a:cubicBezTo>
                    <a:pt x="15" y="114"/>
                    <a:pt x="16" y="115"/>
                    <a:pt x="16" y="117"/>
                  </a:cubicBezTo>
                  <a:cubicBezTo>
                    <a:pt x="15" y="123"/>
                    <a:pt x="15" y="123"/>
                    <a:pt x="15" y="123"/>
                  </a:cubicBezTo>
                  <a:cubicBezTo>
                    <a:pt x="15" y="123"/>
                    <a:pt x="15" y="124"/>
                    <a:pt x="15" y="124"/>
                  </a:cubicBezTo>
                  <a:cubicBezTo>
                    <a:pt x="16" y="126"/>
                    <a:pt x="18" y="126"/>
                    <a:pt x="20" y="126"/>
                  </a:cubicBezTo>
                  <a:cubicBezTo>
                    <a:pt x="20" y="126"/>
                    <a:pt x="21" y="126"/>
                    <a:pt x="21" y="126"/>
                  </a:cubicBezTo>
                  <a:cubicBezTo>
                    <a:pt x="23" y="126"/>
                    <a:pt x="25" y="124"/>
                    <a:pt x="25" y="123"/>
                  </a:cubicBezTo>
                  <a:cubicBezTo>
                    <a:pt x="26" y="123"/>
                    <a:pt x="27" y="123"/>
                    <a:pt x="28" y="123"/>
                  </a:cubicBezTo>
                  <a:cubicBezTo>
                    <a:pt x="29" y="123"/>
                    <a:pt x="30" y="124"/>
                    <a:pt x="30" y="125"/>
                  </a:cubicBezTo>
                  <a:cubicBezTo>
                    <a:pt x="30" y="126"/>
                    <a:pt x="30" y="126"/>
                    <a:pt x="30" y="126"/>
                  </a:cubicBezTo>
                  <a:cubicBezTo>
                    <a:pt x="30" y="126"/>
                    <a:pt x="30" y="127"/>
                    <a:pt x="31" y="127"/>
                  </a:cubicBezTo>
                  <a:cubicBezTo>
                    <a:pt x="31" y="129"/>
                    <a:pt x="33" y="130"/>
                    <a:pt x="35" y="130"/>
                  </a:cubicBezTo>
                  <a:cubicBezTo>
                    <a:pt x="37" y="130"/>
                    <a:pt x="38" y="130"/>
                    <a:pt x="39" y="129"/>
                  </a:cubicBezTo>
                  <a:cubicBezTo>
                    <a:pt x="39" y="128"/>
                    <a:pt x="39" y="128"/>
                    <a:pt x="39" y="127"/>
                  </a:cubicBezTo>
                  <a:cubicBezTo>
                    <a:pt x="39" y="126"/>
                    <a:pt x="39" y="125"/>
                    <a:pt x="40" y="124"/>
                  </a:cubicBezTo>
                  <a:cubicBezTo>
                    <a:pt x="40" y="123"/>
                    <a:pt x="41" y="123"/>
                    <a:pt x="42" y="123"/>
                  </a:cubicBezTo>
                  <a:cubicBezTo>
                    <a:pt x="42" y="123"/>
                    <a:pt x="43" y="123"/>
                    <a:pt x="43" y="123"/>
                  </a:cubicBezTo>
                  <a:cubicBezTo>
                    <a:pt x="44" y="124"/>
                    <a:pt x="44" y="124"/>
                    <a:pt x="45" y="125"/>
                  </a:cubicBezTo>
                  <a:cubicBezTo>
                    <a:pt x="46" y="125"/>
                    <a:pt x="46" y="126"/>
                    <a:pt x="47" y="126"/>
                  </a:cubicBezTo>
                  <a:cubicBezTo>
                    <a:pt x="48" y="127"/>
                    <a:pt x="49" y="127"/>
                    <a:pt x="50" y="127"/>
                  </a:cubicBezTo>
                  <a:cubicBezTo>
                    <a:pt x="52" y="127"/>
                    <a:pt x="54" y="127"/>
                    <a:pt x="55" y="126"/>
                  </a:cubicBezTo>
                  <a:cubicBezTo>
                    <a:pt x="55" y="125"/>
                    <a:pt x="55" y="125"/>
                    <a:pt x="55" y="124"/>
                  </a:cubicBezTo>
                  <a:cubicBezTo>
                    <a:pt x="53" y="118"/>
                    <a:pt x="53" y="118"/>
                    <a:pt x="53" y="118"/>
                  </a:cubicBezTo>
                  <a:cubicBezTo>
                    <a:pt x="56" y="115"/>
                    <a:pt x="56" y="115"/>
                    <a:pt x="56" y="115"/>
                  </a:cubicBezTo>
                  <a:cubicBezTo>
                    <a:pt x="59" y="117"/>
                    <a:pt x="59" y="117"/>
                    <a:pt x="59" y="117"/>
                  </a:cubicBezTo>
                  <a:cubicBezTo>
                    <a:pt x="60" y="118"/>
                    <a:pt x="60" y="118"/>
                    <a:pt x="60" y="118"/>
                  </a:cubicBezTo>
                  <a:cubicBezTo>
                    <a:pt x="60" y="118"/>
                    <a:pt x="61" y="118"/>
                    <a:pt x="61" y="118"/>
                  </a:cubicBezTo>
                  <a:cubicBezTo>
                    <a:pt x="61" y="118"/>
                    <a:pt x="61" y="118"/>
                    <a:pt x="62" y="117"/>
                  </a:cubicBezTo>
                  <a:cubicBezTo>
                    <a:pt x="66" y="112"/>
                    <a:pt x="66" y="112"/>
                    <a:pt x="66" y="112"/>
                  </a:cubicBezTo>
                  <a:cubicBezTo>
                    <a:pt x="66" y="111"/>
                    <a:pt x="66" y="111"/>
                    <a:pt x="66" y="110"/>
                  </a:cubicBezTo>
                  <a:cubicBezTo>
                    <a:pt x="66" y="110"/>
                    <a:pt x="65" y="110"/>
                    <a:pt x="65" y="109"/>
                  </a:cubicBezTo>
                  <a:cubicBezTo>
                    <a:pt x="64" y="109"/>
                    <a:pt x="63" y="109"/>
                    <a:pt x="62" y="107"/>
                  </a:cubicBezTo>
                  <a:cubicBezTo>
                    <a:pt x="61" y="106"/>
                    <a:pt x="61" y="105"/>
                    <a:pt x="61" y="104"/>
                  </a:cubicBezTo>
                  <a:cubicBezTo>
                    <a:pt x="62" y="102"/>
                    <a:pt x="64" y="101"/>
                    <a:pt x="66" y="101"/>
                  </a:cubicBezTo>
                  <a:cubicBezTo>
                    <a:pt x="66" y="101"/>
                    <a:pt x="67" y="101"/>
                    <a:pt x="67" y="102"/>
                  </a:cubicBezTo>
                  <a:cubicBezTo>
                    <a:pt x="67" y="102"/>
                    <a:pt x="67" y="102"/>
                    <a:pt x="68" y="102"/>
                  </a:cubicBezTo>
                  <a:cubicBezTo>
                    <a:pt x="68" y="102"/>
                    <a:pt x="68" y="102"/>
                    <a:pt x="68" y="101"/>
                  </a:cubicBezTo>
                  <a:cubicBezTo>
                    <a:pt x="69" y="101"/>
                    <a:pt x="69" y="101"/>
                    <a:pt x="69" y="100"/>
                  </a:cubicBezTo>
                  <a:cubicBezTo>
                    <a:pt x="69" y="95"/>
                    <a:pt x="69" y="95"/>
                    <a:pt x="69" y="95"/>
                  </a:cubicBezTo>
                  <a:cubicBezTo>
                    <a:pt x="69" y="94"/>
                    <a:pt x="69" y="93"/>
                    <a:pt x="68" y="93"/>
                  </a:cubicBezTo>
                  <a:cubicBezTo>
                    <a:pt x="63" y="92"/>
                    <a:pt x="63" y="92"/>
                    <a:pt x="63" y="92"/>
                  </a:cubicBezTo>
                  <a:cubicBezTo>
                    <a:pt x="62" y="87"/>
                    <a:pt x="62" y="87"/>
                    <a:pt x="62" y="87"/>
                  </a:cubicBezTo>
                  <a:cubicBezTo>
                    <a:pt x="65" y="85"/>
                    <a:pt x="65" y="85"/>
                    <a:pt x="65" y="85"/>
                  </a:cubicBezTo>
                  <a:cubicBezTo>
                    <a:pt x="66" y="85"/>
                    <a:pt x="66" y="84"/>
                    <a:pt x="66" y="83"/>
                  </a:cubicBezTo>
                  <a:cubicBezTo>
                    <a:pt x="63" y="78"/>
                    <a:pt x="63" y="78"/>
                    <a:pt x="63" y="78"/>
                  </a:cubicBezTo>
                  <a:cubicBezTo>
                    <a:pt x="62" y="78"/>
                    <a:pt x="62" y="77"/>
                    <a:pt x="61" y="77"/>
                  </a:cubicBezTo>
                  <a:cubicBezTo>
                    <a:pt x="61" y="77"/>
                    <a:pt x="61" y="77"/>
                    <a:pt x="61" y="77"/>
                  </a:cubicBezTo>
                  <a:cubicBezTo>
                    <a:pt x="57" y="79"/>
                    <a:pt x="57" y="79"/>
                    <a:pt x="57" y="79"/>
                  </a:cubicBezTo>
                  <a:cubicBezTo>
                    <a:pt x="54" y="76"/>
                    <a:pt x="54" y="76"/>
                    <a:pt x="54" y="76"/>
                  </a:cubicBezTo>
                  <a:cubicBezTo>
                    <a:pt x="55" y="75"/>
                    <a:pt x="55" y="74"/>
                    <a:pt x="55" y="72"/>
                  </a:cubicBezTo>
                  <a:cubicBezTo>
                    <a:pt x="55" y="70"/>
                    <a:pt x="54" y="68"/>
                    <a:pt x="52" y="68"/>
                  </a:cubicBezTo>
                  <a:cubicBezTo>
                    <a:pt x="51" y="67"/>
                    <a:pt x="51" y="67"/>
                    <a:pt x="50" y="67"/>
                  </a:cubicBezTo>
                  <a:cubicBezTo>
                    <a:pt x="48" y="67"/>
                    <a:pt x="47" y="68"/>
                    <a:pt x="46" y="69"/>
                  </a:cubicBezTo>
                  <a:cubicBezTo>
                    <a:pt x="45" y="70"/>
                    <a:pt x="45" y="71"/>
                    <a:pt x="44" y="71"/>
                  </a:cubicBezTo>
                  <a:cubicBezTo>
                    <a:pt x="44" y="71"/>
                    <a:pt x="43" y="70"/>
                    <a:pt x="42" y="70"/>
                  </a:cubicBezTo>
                  <a:cubicBezTo>
                    <a:pt x="42" y="69"/>
                    <a:pt x="42" y="68"/>
                    <a:pt x="42" y="68"/>
                  </a:cubicBezTo>
                  <a:cubicBezTo>
                    <a:pt x="41" y="67"/>
                    <a:pt x="41" y="66"/>
                    <a:pt x="40" y="65"/>
                  </a:cubicBezTo>
                  <a:cubicBezTo>
                    <a:pt x="39" y="63"/>
                    <a:pt x="37" y="62"/>
                    <a:pt x="35" y="62"/>
                  </a:cubicBezTo>
                  <a:cubicBezTo>
                    <a:pt x="35" y="62"/>
                    <a:pt x="34" y="62"/>
                    <a:pt x="34" y="63"/>
                  </a:cubicBezTo>
                  <a:cubicBezTo>
                    <a:pt x="35" y="62"/>
                    <a:pt x="36" y="61"/>
                    <a:pt x="36" y="60"/>
                  </a:cubicBezTo>
                  <a:cubicBezTo>
                    <a:pt x="37" y="60"/>
                    <a:pt x="38" y="60"/>
                    <a:pt x="39" y="60"/>
                  </a:cubicBezTo>
                  <a:cubicBezTo>
                    <a:pt x="40" y="61"/>
                    <a:pt x="41" y="61"/>
                    <a:pt x="41" y="62"/>
                  </a:cubicBezTo>
                  <a:cubicBezTo>
                    <a:pt x="41" y="63"/>
                    <a:pt x="41" y="63"/>
                    <a:pt x="41" y="63"/>
                  </a:cubicBezTo>
                  <a:cubicBezTo>
                    <a:pt x="41" y="64"/>
                    <a:pt x="41" y="64"/>
                    <a:pt x="41" y="64"/>
                  </a:cubicBezTo>
                  <a:cubicBezTo>
                    <a:pt x="42" y="66"/>
                    <a:pt x="44" y="68"/>
                    <a:pt x="46" y="68"/>
                  </a:cubicBezTo>
                  <a:cubicBezTo>
                    <a:pt x="47" y="68"/>
                    <a:pt x="49" y="67"/>
                    <a:pt x="50" y="66"/>
                  </a:cubicBezTo>
                  <a:cubicBezTo>
                    <a:pt x="50" y="66"/>
                    <a:pt x="50" y="65"/>
                    <a:pt x="50" y="65"/>
                  </a:cubicBezTo>
                  <a:cubicBezTo>
                    <a:pt x="49" y="64"/>
                    <a:pt x="50" y="62"/>
                    <a:pt x="51" y="61"/>
                  </a:cubicBezTo>
                  <a:cubicBezTo>
                    <a:pt x="51" y="61"/>
                    <a:pt x="52" y="60"/>
                    <a:pt x="53" y="60"/>
                  </a:cubicBezTo>
                  <a:cubicBezTo>
                    <a:pt x="53" y="60"/>
                    <a:pt x="54" y="61"/>
                    <a:pt x="54" y="61"/>
                  </a:cubicBezTo>
                  <a:cubicBezTo>
                    <a:pt x="55" y="61"/>
                    <a:pt x="55" y="62"/>
                    <a:pt x="56" y="62"/>
                  </a:cubicBezTo>
                  <a:cubicBezTo>
                    <a:pt x="56" y="63"/>
                    <a:pt x="57" y="63"/>
                    <a:pt x="58" y="64"/>
                  </a:cubicBezTo>
                  <a:cubicBezTo>
                    <a:pt x="59" y="64"/>
                    <a:pt x="60" y="65"/>
                    <a:pt x="61" y="65"/>
                  </a:cubicBezTo>
                  <a:cubicBezTo>
                    <a:pt x="63" y="65"/>
                    <a:pt x="64" y="64"/>
                    <a:pt x="65" y="63"/>
                  </a:cubicBezTo>
                  <a:cubicBezTo>
                    <a:pt x="66" y="63"/>
                    <a:pt x="66" y="62"/>
                    <a:pt x="66" y="61"/>
                  </a:cubicBezTo>
                  <a:cubicBezTo>
                    <a:pt x="63" y="56"/>
                    <a:pt x="63" y="56"/>
                    <a:pt x="63" y="56"/>
                  </a:cubicBezTo>
                  <a:cubicBezTo>
                    <a:pt x="67" y="52"/>
                    <a:pt x="67" y="52"/>
                    <a:pt x="67" y="52"/>
                  </a:cubicBezTo>
                  <a:cubicBezTo>
                    <a:pt x="70" y="54"/>
                    <a:pt x="70" y="54"/>
                    <a:pt x="70" y="54"/>
                  </a:cubicBezTo>
                  <a:cubicBezTo>
                    <a:pt x="68" y="55"/>
                    <a:pt x="67" y="56"/>
                    <a:pt x="67" y="57"/>
                  </a:cubicBezTo>
                  <a:cubicBezTo>
                    <a:pt x="66" y="58"/>
                    <a:pt x="66" y="60"/>
                    <a:pt x="67" y="62"/>
                  </a:cubicBezTo>
                  <a:cubicBezTo>
                    <a:pt x="67" y="63"/>
                    <a:pt x="68" y="64"/>
                    <a:pt x="69" y="65"/>
                  </a:cubicBezTo>
                  <a:cubicBezTo>
                    <a:pt x="68" y="65"/>
                    <a:pt x="68" y="66"/>
                    <a:pt x="68" y="67"/>
                  </a:cubicBezTo>
                  <a:cubicBezTo>
                    <a:pt x="68" y="67"/>
                    <a:pt x="68" y="68"/>
                    <a:pt x="67" y="69"/>
                  </a:cubicBezTo>
                  <a:cubicBezTo>
                    <a:pt x="67" y="69"/>
                    <a:pt x="66" y="69"/>
                    <a:pt x="65" y="69"/>
                  </a:cubicBezTo>
                  <a:cubicBezTo>
                    <a:pt x="64" y="69"/>
                    <a:pt x="62" y="70"/>
                    <a:pt x="61" y="71"/>
                  </a:cubicBezTo>
                  <a:cubicBezTo>
                    <a:pt x="60" y="73"/>
                    <a:pt x="61" y="76"/>
                    <a:pt x="63" y="77"/>
                  </a:cubicBezTo>
                  <a:cubicBezTo>
                    <a:pt x="64" y="78"/>
                    <a:pt x="65" y="78"/>
                    <a:pt x="66" y="79"/>
                  </a:cubicBezTo>
                  <a:cubicBezTo>
                    <a:pt x="66" y="79"/>
                    <a:pt x="66" y="79"/>
                    <a:pt x="67" y="79"/>
                  </a:cubicBezTo>
                  <a:cubicBezTo>
                    <a:pt x="67" y="79"/>
                    <a:pt x="69" y="80"/>
                    <a:pt x="69" y="81"/>
                  </a:cubicBezTo>
                  <a:cubicBezTo>
                    <a:pt x="69" y="82"/>
                    <a:pt x="69" y="82"/>
                    <a:pt x="68" y="83"/>
                  </a:cubicBezTo>
                  <a:cubicBezTo>
                    <a:pt x="67" y="84"/>
                    <a:pt x="67" y="84"/>
                    <a:pt x="67" y="84"/>
                  </a:cubicBezTo>
                  <a:cubicBezTo>
                    <a:pt x="67" y="85"/>
                    <a:pt x="66" y="86"/>
                    <a:pt x="65" y="87"/>
                  </a:cubicBezTo>
                  <a:cubicBezTo>
                    <a:pt x="65" y="89"/>
                    <a:pt x="65" y="91"/>
                    <a:pt x="67" y="92"/>
                  </a:cubicBezTo>
                  <a:cubicBezTo>
                    <a:pt x="67" y="92"/>
                    <a:pt x="67" y="92"/>
                    <a:pt x="68" y="92"/>
                  </a:cubicBezTo>
                  <a:cubicBezTo>
                    <a:pt x="68" y="92"/>
                    <a:pt x="68" y="92"/>
                    <a:pt x="68" y="92"/>
                  </a:cubicBezTo>
                  <a:cubicBezTo>
                    <a:pt x="70" y="92"/>
                    <a:pt x="71" y="91"/>
                    <a:pt x="72" y="91"/>
                  </a:cubicBezTo>
                  <a:cubicBezTo>
                    <a:pt x="73" y="91"/>
                    <a:pt x="73" y="91"/>
                    <a:pt x="74" y="92"/>
                  </a:cubicBezTo>
                  <a:cubicBezTo>
                    <a:pt x="75" y="92"/>
                    <a:pt x="77" y="93"/>
                    <a:pt x="77" y="94"/>
                  </a:cubicBezTo>
                  <a:cubicBezTo>
                    <a:pt x="75" y="101"/>
                    <a:pt x="75" y="101"/>
                    <a:pt x="75" y="101"/>
                  </a:cubicBezTo>
                  <a:cubicBezTo>
                    <a:pt x="75" y="101"/>
                    <a:pt x="75" y="102"/>
                    <a:pt x="75" y="102"/>
                  </a:cubicBezTo>
                  <a:cubicBezTo>
                    <a:pt x="77" y="103"/>
                    <a:pt x="78" y="104"/>
                    <a:pt x="80" y="104"/>
                  </a:cubicBezTo>
                  <a:cubicBezTo>
                    <a:pt x="81" y="104"/>
                    <a:pt x="81" y="104"/>
                    <a:pt x="82" y="104"/>
                  </a:cubicBezTo>
                  <a:cubicBezTo>
                    <a:pt x="84" y="103"/>
                    <a:pt x="85" y="102"/>
                    <a:pt x="86" y="100"/>
                  </a:cubicBezTo>
                  <a:cubicBezTo>
                    <a:pt x="87" y="100"/>
                    <a:pt x="88" y="100"/>
                    <a:pt x="88" y="101"/>
                  </a:cubicBezTo>
                  <a:cubicBezTo>
                    <a:pt x="90" y="101"/>
                    <a:pt x="90" y="102"/>
                    <a:pt x="91" y="102"/>
                  </a:cubicBezTo>
                  <a:cubicBezTo>
                    <a:pt x="91" y="103"/>
                    <a:pt x="91" y="103"/>
                    <a:pt x="91" y="103"/>
                  </a:cubicBezTo>
                  <a:cubicBezTo>
                    <a:pt x="91" y="104"/>
                    <a:pt x="91" y="104"/>
                    <a:pt x="91" y="105"/>
                  </a:cubicBezTo>
                  <a:cubicBezTo>
                    <a:pt x="91" y="107"/>
                    <a:pt x="93" y="108"/>
                    <a:pt x="95" y="108"/>
                  </a:cubicBezTo>
                  <a:cubicBezTo>
                    <a:pt x="97" y="108"/>
                    <a:pt x="98" y="107"/>
                    <a:pt x="99" y="106"/>
                  </a:cubicBezTo>
                  <a:cubicBezTo>
                    <a:pt x="99" y="106"/>
                    <a:pt x="99" y="105"/>
                    <a:pt x="99" y="105"/>
                  </a:cubicBezTo>
                  <a:cubicBezTo>
                    <a:pt x="99" y="104"/>
                    <a:pt x="99" y="102"/>
                    <a:pt x="100" y="102"/>
                  </a:cubicBezTo>
                  <a:cubicBezTo>
                    <a:pt x="101" y="101"/>
                    <a:pt x="101" y="101"/>
                    <a:pt x="102" y="101"/>
                  </a:cubicBezTo>
                  <a:cubicBezTo>
                    <a:pt x="103" y="101"/>
                    <a:pt x="103" y="101"/>
                    <a:pt x="104" y="101"/>
                  </a:cubicBezTo>
                  <a:cubicBezTo>
                    <a:pt x="104" y="101"/>
                    <a:pt x="105" y="102"/>
                    <a:pt x="105" y="102"/>
                  </a:cubicBezTo>
                  <a:cubicBezTo>
                    <a:pt x="106" y="103"/>
                    <a:pt x="107" y="104"/>
                    <a:pt x="108" y="104"/>
                  </a:cubicBezTo>
                  <a:cubicBezTo>
                    <a:pt x="108" y="105"/>
                    <a:pt x="110" y="105"/>
                    <a:pt x="111" y="105"/>
                  </a:cubicBezTo>
                  <a:cubicBezTo>
                    <a:pt x="112" y="105"/>
                    <a:pt x="114" y="104"/>
                    <a:pt x="115" y="103"/>
                  </a:cubicBezTo>
                  <a:cubicBezTo>
                    <a:pt x="116" y="103"/>
                    <a:pt x="116" y="102"/>
                    <a:pt x="115" y="102"/>
                  </a:cubicBezTo>
                  <a:cubicBezTo>
                    <a:pt x="113" y="96"/>
                    <a:pt x="113" y="96"/>
                    <a:pt x="113" y="96"/>
                  </a:cubicBezTo>
                  <a:cubicBezTo>
                    <a:pt x="117" y="92"/>
                    <a:pt x="117" y="92"/>
                    <a:pt x="117" y="92"/>
                  </a:cubicBezTo>
                  <a:cubicBezTo>
                    <a:pt x="120" y="95"/>
                    <a:pt x="120" y="95"/>
                    <a:pt x="120" y="95"/>
                  </a:cubicBezTo>
                  <a:cubicBezTo>
                    <a:pt x="120" y="95"/>
                    <a:pt x="120" y="95"/>
                    <a:pt x="121" y="95"/>
                  </a:cubicBezTo>
                  <a:cubicBezTo>
                    <a:pt x="121" y="95"/>
                    <a:pt x="121" y="95"/>
                    <a:pt x="121" y="95"/>
                  </a:cubicBezTo>
                  <a:cubicBezTo>
                    <a:pt x="121" y="95"/>
                    <a:pt x="122" y="95"/>
                    <a:pt x="122" y="95"/>
                  </a:cubicBezTo>
                  <a:cubicBezTo>
                    <a:pt x="126" y="89"/>
                    <a:pt x="126" y="89"/>
                    <a:pt x="126" y="89"/>
                  </a:cubicBezTo>
                  <a:cubicBezTo>
                    <a:pt x="126" y="89"/>
                    <a:pt x="126" y="88"/>
                    <a:pt x="126" y="88"/>
                  </a:cubicBezTo>
                  <a:cubicBezTo>
                    <a:pt x="126" y="88"/>
                    <a:pt x="125" y="87"/>
                    <a:pt x="125" y="87"/>
                  </a:cubicBezTo>
                  <a:cubicBezTo>
                    <a:pt x="124" y="87"/>
                    <a:pt x="123" y="86"/>
                    <a:pt x="122" y="85"/>
                  </a:cubicBezTo>
                  <a:cubicBezTo>
                    <a:pt x="122" y="84"/>
                    <a:pt x="121" y="83"/>
                    <a:pt x="122" y="82"/>
                  </a:cubicBezTo>
                  <a:cubicBezTo>
                    <a:pt x="122" y="80"/>
                    <a:pt x="124" y="79"/>
                    <a:pt x="126" y="79"/>
                  </a:cubicBezTo>
                  <a:cubicBezTo>
                    <a:pt x="126" y="79"/>
                    <a:pt x="127" y="79"/>
                    <a:pt x="127" y="79"/>
                  </a:cubicBezTo>
                  <a:cubicBezTo>
                    <a:pt x="128" y="79"/>
                    <a:pt x="128" y="79"/>
                    <a:pt x="128" y="79"/>
                  </a:cubicBezTo>
                  <a:cubicBezTo>
                    <a:pt x="128" y="79"/>
                    <a:pt x="129" y="79"/>
                    <a:pt x="129" y="79"/>
                  </a:cubicBezTo>
                  <a:cubicBezTo>
                    <a:pt x="129" y="79"/>
                    <a:pt x="129" y="78"/>
                    <a:pt x="129" y="78"/>
                  </a:cubicBezTo>
                  <a:cubicBezTo>
                    <a:pt x="129" y="72"/>
                    <a:pt x="129" y="72"/>
                    <a:pt x="129" y="72"/>
                  </a:cubicBezTo>
                  <a:cubicBezTo>
                    <a:pt x="129" y="72"/>
                    <a:pt x="129" y="71"/>
                    <a:pt x="128" y="71"/>
                  </a:cubicBezTo>
                  <a:cubicBezTo>
                    <a:pt x="123" y="69"/>
                    <a:pt x="123" y="69"/>
                    <a:pt x="123" y="69"/>
                  </a:cubicBezTo>
                  <a:cubicBezTo>
                    <a:pt x="122" y="65"/>
                    <a:pt x="122" y="65"/>
                    <a:pt x="122" y="65"/>
                  </a:cubicBezTo>
                  <a:cubicBezTo>
                    <a:pt x="125" y="63"/>
                    <a:pt x="125" y="63"/>
                    <a:pt x="125" y="63"/>
                  </a:cubicBezTo>
                  <a:cubicBezTo>
                    <a:pt x="126" y="63"/>
                    <a:pt x="126" y="62"/>
                    <a:pt x="126" y="61"/>
                  </a:cubicBezTo>
                  <a:cubicBezTo>
                    <a:pt x="123" y="56"/>
                    <a:pt x="123" y="56"/>
                    <a:pt x="123" y="56"/>
                  </a:cubicBezTo>
                  <a:cubicBezTo>
                    <a:pt x="123" y="55"/>
                    <a:pt x="122" y="55"/>
                    <a:pt x="122" y="55"/>
                  </a:cubicBezTo>
                  <a:cubicBezTo>
                    <a:pt x="121" y="55"/>
                    <a:pt x="121" y="55"/>
                    <a:pt x="121" y="55"/>
                  </a:cubicBezTo>
                  <a:cubicBezTo>
                    <a:pt x="117" y="56"/>
                    <a:pt x="117" y="56"/>
                    <a:pt x="117" y="56"/>
                  </a:cubicBezTo>
                  <a:cubicBezTo>
                    <a:pt x="114" y="54"/>
                    <a:pt x="114" y="54"/>
                    <a:pt x="114" y="54"/>
                  </a:cubicBezTo>
                  <a:cubicBezTo>
                    <a:pt x="115" y="53"/>
                    <a:pt x="115" y="51"/>
                    <a:pt x="115" y="50"/>
                  </a:cubicBezTo>
                  <a:cubicBezTo>
                    <a:pt x="115" y="48"/>
                    <a:pt x="114" y="46"/>
                    <a:pt x="112" y="45"/>
                  </a:cubicBezTo>
                  <a:cubicBezTo>
                    <a:pt x="112" y="45"/>
                    <a:pt x="111" y="45"/>
                    <a:pt x="110" y="45"/>
                  </a:cubicBezTo>
                  <a:cubicBezTo>
                    <a:pt x="109" y="45"/>
                    <a:pt x="107" y="45"/>
                    <a:pt x="106" y="47"/>
                  </a:cubicBezTo>
                  <a:cubicBezTo>
                    <a:pt x="105" y="47"/>
                    <a:pt x="105" y="48"/>
                    <a:pt x="105" y="49"/>
                  </a:cubicBezTo>
                  <a:cubicBezTo>
                    <a:pt x="104" y="49"/>
                    <a:pt x="103" y="48"/>
                    <a:pt x="103" y="47"/>
                  </a:cubicBezTo>
                  <a:cubicBezTo>
                    <a:pt x="102" y="47"/>
                    <a:pt x="102" y="46"/>
                    <a:pt x="102" y="45"/>
                  </a:cubicBezTo>
                  <a:cubicBezTo>
                    <a:pt x="101" y="44"/>
                    <a:pt x="101" y="43"/>
                    <a:pt x="100" y="42"/>
                  </a:cubicBezTo>
                  <a:cubicBezTo>
                    <a:pt x="99" y="41"/>
                    <a:pt x="97" y="40"/>
                    <a:pt x="96" y="40"/>
                  </a:cubicBezTo>
                  <a:cubicBezTo>
                    <a:pt x="95" y="40"/>
                    <a:pt x="94" y="40"/>
                    <a:pt x="93" y="41"/>
                  </a:cubicBezTo>
                  <a:cubicBezTo>
                    <a:pt x="93" y="42"/>
                    <a:pt x="93" y="42"/>
                    <a:pt x="93" y="42"/>
                  </a:cubicBezTo>
                  <a:cubicBezTo>
                    <a:pt x="91" y="49"/>
                    <a:pt x="91" y="49"/>
                    <a:pt x="91" y="49"/>
                  </a:cubicBezTo>
                  <a:cubicBezTo>
                    <a:pt x="91" y="49"/>
                    <a:pt x="91" y="49"/>
                    <a:pt x="90" y="49"/>
                  </a:cubicBezTo>
                  <a:cubicBezTo>
                    <a:pt x="90" y="49"/>
                    <a:pt x="89" y="49"/>
                    <a:pt x="88" y="48"/>
                  </a:cubicBezTo>
                  <a:cubicBezTo>
                    <a:pt x="88" y="48"/>
                    <a:pt x="87" y="47"/>
                    <a:pt x="87" y="47"/>
                  </a:cubicBezTo>
                  <a:cubicBezTo>
                    <a:pt x="86" y="46"/>
                    <a:pt x="85" y="45"/>
                    <a:pt x="84" y="45"/>
                  </a:cubicBezTo>
                  <a:cubicBezTo>
                    <a:pt x="83" y="44"/>
                    <a:pt x="82" y="44"/>
                    <a:pt x="81" y="44"/>
                  </a:cubicBezTo>
                  <a:cubicBezTo>
                    <a:pt x="80" y="44"/>
                    <a:pt x="78" y="45"/>
                    <a:pt x="78" y="46"/>
                  </a:cubicBezTo>
                  <a:cubicBezTo>
                    <a:pt x="77" y="47"/>
                    <a:pt x="77" y="49"/>
                    <a:pt x="77" y="51"/>
                  </a:cubicBezTo>
                  <a:cubicBezTo>
                    <a:pt x="77" y="51"/>
                    <a:pt x="77" y="51"/>
                    <a:pt x="78" y="52"/>
                  </a:cubicBezTo>
                  <a:cubicBezTo>
                    <a:pt x="78" y="53"/>
                    <a:pt x="77" y="55"/>
                    <a:pt x="76" y="56"/>
                  </a:cubicBezTo>
                  <a:cubicBezTo>
                    <a:pt x="75" y="55"/>
                    <a:pt x="74" y="54"/>
                    <a:pt x="73" y="54"/>
                  </a:cubicBezTo>
                  <a:cubicBezTo>
                    <a:pt x="76" y="49"/>
                    <a:pt x="76" y="49"/>
                    <a:pt x="76" y="49"/>
                  </a:cubicBezTo>
                  <a:cubicBezTo>
                    <a:pt x="77" y="49"/>
                    <a:pt x="77" y="48"/>
                    <a:pt x="76" y="48"/>
                  </a:cubicBezTo>
                  <a:cubicBezTo>
                    <a:pt x="76" y="47"/>
                    <a:pt x="76" y="47"/>
                    <a:pt x="75" y="47"/>
                  </a:cubicBezTo>
                  <a:cubicBezTo>
                    <a:pt x="74" y="47"/>
                    <a:pt x="73" y="46"/>
                    <a:pt x="73" y="45"/>
                  </a:cubicBezTo>
                  <a:cubicBezTo>
                    <a:pt x="72" y="44"/>
                    <a:pt x="72" y="43"/>
                    <a:pt x="72" y="42"/>
                  </a:cubicBezTo>
                  <a:cubicBezTo>
                    <a:pt x="73" y="40"/>
                    <a:pt x="75" y="39"/>
                    <a:pt x="76" y="39"/>
                  </a:cubicBezTo>
                  <a:cubicBezTo>
                    <a:pt x="77" y="39"/>
                    <a:pt x="77" y="39"/>
                    <a:pt x="78" y="39"/>
                  </a:cubicBezTo>
                  <a:cubicBezTo>
                    <a:pt x="78" y="39"/>
                    <a:pt x="78" y="39"/>
                    <a:pt x="78" y="39"/>
                  </a:cubicBezTo>
                  <a:cubicBezTo>
                    <a:pt x="79" y="39"/>
                    <a:pt x="79" y="39"/>
                    <a:pt x="79" y="39"/>
                  </a:cubicBezTo>
                  <a:cubicBezTo>
                    <a:pt x="80" y="39"/>
                    <a:pt x="80" y="38"/>
                    <a:pt x="80" y="38"/>
                  </a:cubicBezTo>
                  <a:cubicBezTo>
                    <a:pt x="80" y="32"/>
                    <a:pt x="80" y="32"/>
                    <a:pt x="80" y="32"/>
                  </a:cubicBezTo>
                  <a:cubicBezTo>
                    <a:pt x="80" y="31"/>
                    <a:pt x="79" y="31"/>
                    <a:pt x="79" y="31"/>
                  </a:cubicBezTo>
                  <a:cubicBezTo>
                    <a:pt x="73" y="29"/>
                    <a:pt x="73" y="29"/>
                    <a:pt x="73" y="29"/>
                  </a:cubicBezTo>
                  <a:cubicBezTo>
                    <a:pt x="72" y="25"/>
                    <a:pt x="72" y="25"/>
                    <a:pt x="72" y="25"/>
                  </a:cubicBezTo>
                  <a:cubicBezTo>
                    <a:pt x="75" y="24"/>
                    <a:pt x="75" y="24"/>
                    <a:pt x="75" y="24"/>
                  </a:cubicBezTo>
                  <a:cubicBezTo>
                    <a:pt x="76" y="23"/>
                    <a:pt x="76" y="23"/>
                    <a:pt x="76" y="23"/>
                  </a:cubicBezTo>
                  <a:cubicBezTo>
                    <a:pt x="76" y="22"/>
                    <a:pt x="77" y="22"/>
                    <a:pt x="76" y="21"/>
                  </a:cubicBezTo>
                  <a:cubicBezTo>
                    <a:pt x="76" y="21"/>
                    <a:pt x="76" y="21"/>
                    <a:pt x="76" y="21"/>
                  </a:cubicBezTo>
                  <a:cubicBezTo>
                    <a:pt x="75" y="18"/>
                    <a:pt x="75" y="18"/>
                    <a:pt x="75" y="18"/>
                  </a:cubicBezTo>
                  <a:cubicBezTo>
                    <a:pt x="73" y="16"/>
                    <a:pt x="73" y="16"/>
                    <a:pt x="73" y="16"/>
                  </a:cubicBezTo>
                  <a:cubicBezTo>
                    <a:pt x="73" y="16"/>
                    <a:pt x="73" y="16"/>
                    <a:pt x="73" y="16"/>
                  </a:cubicBezTo>
                  <a:cubicBezTo>
                    <a:pt x="73" y="15"/>
                    <a:pt x="73" y="15"/>
                    <a:pt x="72" y="15"/>
                  </a:cubicBezTo>
                  <a:cubicBezTo>
                    <a:pt x="72" y="15"/>
                    <a:pt x="72" y="15"/>
                    <a:pt x="72" y="15"/>
                  </a:cubicBezTo>
                  <a:cubicBezTo>
                    <a:pt x="69" y="16"/>
                    <a:pt x="69" y="16"/>
                    <a:pt x="69" y="16"/>
                  </a:cubicBezTo>
                  <a:cubicBezTo>
                    <a:pt x="67" y="16"/>
                    <a:pt x="67" y="16"/>
                    <a:pt x="67" y="16"/>
                  </a:cubicBezTo>
                  <a:cubicBezTo>
                    <a:pt x="67" y="16"/>
                    <a:pt x="67" y="16"/>
                    <a:pt x="67" y="16"/>
                  </a:cubicBezTo>
                  <a:cubicBezTo>
                    <a:pt x="65" y="13"/>
                    <a:pt x="65" y="13"/>
                    <a:pt x="65" y="13"/>
                  </a:cubicBezTo>
                  <a:cubicBezTo>
                    <a:pt x="66" y="12"/>
                    <a:pt x="66" y="11"/>
                    <a:pt x="66" y="10"/>
                  </a:cubicBezTo>
                  <a:cubicBezTo>
                    <a:pt x="66" y="8"/>
                    <a:pt x="64" y="6"/>
                    <a:pt x="63" y="5"/>
                  </a:cubicBezTo>
                  <a:cubicBezTo>
                    <a:pt x="63" y="5"/>
                    <a:pt x="63" y="5"/>
                    <a:pt x="63" y="5"/>
                  </a:cubicBezTo>
                  <a:cubicBezTo>
                    <a:pt x="62" y="5"/>
                    <a:pt x="61" y="5"/>
                    <a:pt x="61" y="5"/>
                  </a:cubicBezTo>
                  <a:cubicBezTo>
                    <a:pt x="60" y="5"/>
                    <a:pt x="60" y="5"/>
                    <a:pt x="60" y="5"/>
                  </a:cubicBezTo>
                  <a:cubicBezTo>
                    <a:pt x="58" y="5"/>
                    <a:pt x="57" y="6"/>
                    <a:pt x="56" y="6"/>
                  </a:cubicBezTo>
                  <a:cubicBezTo>
                    <a:pt x="56" y="7"/>
                    <a:pt x="55" y="8"/>
                    <a:pt x="55" y="9"/>
                  </a:cubicBezTo>
                  <a:cubicBezTo>
                    <a:pt x="55" y="9"/>
                    <a:pt x="54" y="8"/>
                    <a:pt x="54" y="8"/>
                  </a:cubicBezTo>
                  <a:cubicBezTo>
                    <a:pt x="54" y="8"/>
                    <a:pt x="53" y="7"/>
                    <a:pt x="53" y="7"/>
                  </a:cubicBezTo>
                  <a:cubicBezTo>
                    <a:pt x="53" y="6"/>
                    <a:pt x="53" y="6"/>
                    <a:pt x="52" y="5"/>
                  </a:cubicBezTo>
                  <a:cubicBezTo>
                    <a:pt x="52" y="4"/>
                    <a:pt x="51" y="3"/>
                    <a:pt x="51" y="2"/>
                  </a:cubicBezTo>
                  <a:cubicBezTo>
                    <a:pt x="51" y="2"/>
                    <a:pt x="50" y="2"/>
                    <a:pt x="50" y="2"/>
                  </a:cubicBezTo>
                  <a:cubicBezTo>
                    <a:pt x="49" y="1"/>
                    <a:pt x="48" y="0"/>
                    <a:pt x="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A9ADDF69-8AD1-42C0-ADE2-8E68229CD553}"/>
                </a:ext>
              </a:extLst>
            </p:cNvPr>
            <p:cNvSpPr>
              <a:spLocks noEditPoints="1"/>
            </p:cNvSpPr>
            <p:nvPr/>
          </p:nvSpPr>
          <p:spPr bwMode="auto">
            <a:xfrm>
              <a:off x="8094663" y="2043113"/>
              <a:ext cx="490538" cy="495300"/>
            </a:xfrm>
            <a:custGeom>
              <a:avLst/>
              <a:gdLst>
                <a:gd name="T0" fmla="*/ 36 w 122"/>
                <a:gd name="T1" fmla="*/ 108 h 123"/>
                <a:gd name="T2" fmla="*/ 37 w 122"/>
                <a:gd name="T3" fmla="*/ 111 h 123"/>
                <a:gd name="T4" fmla="*/ 89 w 122"/>
                <a:gd name="T5" fmla="*/ 88 h 123"/>
                <a:gd name="T6" fmla="*/ 89 w 122"/>
                <a:gd name="T7" fmla="*/ 88 h 123"/>
                <a:gd name="T8" fmla="*/ 89 w 122"/>
                <a:gd name="T9" fmla="*/ 52 h 123"/>
                <a:gd name="T10" fmla="*/ 31 w 122"/>
                <a:gd name="T11" fmla="*/ 43 h 123"/>
                <a:gd name="T12" fmla="*/ 30 w 122"/>
                <a:gd name="T13" fmla="*/ 17 h 123"/>
                <a:gd name="T14" fmla="*/ 43 w 122"/>
                <a:gd name="T15" fmla="*/ 15 h 123"/>
                <a:gd name="T16" fmla="*/ 100 w 122"/>
                <a:gd name="T17" fmla="*/ 50 h 123"/>
                <a:gd name="T18" fmla="*/ 109 w 122"/>
                <a:gd name="T19" fmla="*/ 56 h 123"/>
                <a:gd name="T20" fmla="*/ 120 w 122"/>
                <a:gd name="T21" fmla="*/ 72 h 123"/>
                <a:gd name="T22" fmla="*/ 104 w 122"/>
                <a:gd name="T23" fmla="*/ 91 h 123"/>
                <a:gd name="T24" fmla="*/ 89 w 122"/>
                <a:gd name="T25" fmla="*/ 98 h 123"/>
                <a:gd name="T26" fmla="*/ 75 w 122"/>
                <a:gd name="T27" fmla="*/ 90 h 123"/>
                <a:gd name="T28" fmla="*/ 63 w 122"/>
                <a:gd name="T29" fmla="*/ 72 h 123"/>
                <a:gd name="T30" fmla="*/ 66 w 122"/>
                <a:gd name="T31" fmla="*/ 55 h 123"/>
                <a:gd name="T32" fmla="*/ 80 w 122"/>
                <a:gd name="T33" fmla="*/ 47 h 123"/>
                <a:gd name="T34" fmla="*/ 58 w 122"/>
                <a:gd name="T35" fmla="*/ 7 h 123"/>
                <a:gd name="T36" fmla="*/ 69 w 122"/>
                <a:gd name="T37" fmla="*/ 20 h 123"/>
                <a:gd name="T38" fmla="*/ 69 w 122"/>
                <a:gd name="T39" fmla="*/ 47 h 123"/>
                <a:gd name="T40" fmla="*/ 55 w 122"/>
                <a:gd name="T41" fmla="*/ 57 h 123"/>
                <a:gd name="T42" fmla="*/ 33 w 122"/>
                <a:gd name="T43" fmla="*/ 54 h 123"/>
                <a:gd name="T44" fmla="*/ 26 w 122"/>
                <a:gd name="T45" fmla="*/ 52 h 123"/>
                <a:gd name="T46" fmla="*/ 25 w 122"/>
                <a:gd name="T47" fmla="*/ 66 h 123"/>
                <a:gd name="T48" fmla="*/ 34 w 122"/>
                <a:gd name="T49" fmla="*/ 62 h 123"/>
                <a:gd name="T50" fmla="*/ 49 w 122"/>
                <a:gd name="T51" fmla="*/ 69 h 123"/>
                <a:gd name="T52" fmla="*/ 55 w 122"/>
                <a:gd name="T53" fmla="*/ 83 h 123"/>
                <a:gd name="T54" fmla="*/ 54 w 122"/>
                <a:gd name="T55" fmla="*/ 106 h 123"/>
                <a:gd name="T56" fmla="*/ 40 w 122"/>
                <a:gd name="T57" fmla="*/ 114 h 123"/>
                <a:gd name="T58" fmla="*/ 22 w 122"/>
                <a:gd name="T59" fmla="*/ 114 h 123"/>
                <a:gd name="T60" fmla="*/ 9 w 122"/>
                <a:gd name="T61" fmla="*/ 103 h 123"/>
                <a:gd name="T62" fmla="*/ 11 w 122"/>
                <a:gd name="T63" fmla="*/ 83 h 123"/>
                <a:gd name="T64" fmla="*/ 11 w 122"/>
                <a:gd name="T65" fmla="*/ 73 h 123"/>
                <a:gd name="T66" fmla="*/ 6 w 122"/>
                <a:gd name="T67" fmla="*/ 96 h 123"/>
                <a:gd name="T68" fmla="*/ 14 w 122"/>
                <a:gd name="T69" fmla="*/ 116 h 123"/>
                <a:gd name="T70" fmla="*/ 34 w 122"/>
                <a:gd name="T71" fmla="*/ 122 h 123"/>
                <a:gd name="T72" fmla="*/ 45 w 122"/>
                <a:gd name="T73" fmla="*/ 120 h 123"/>
                <a:gd name="T74" fmla="*/ 62 w 122"/>
                <a:gd name="T75" fmla="*/ 106 h 123"/>
                <a:gd name="T76" fmla="*/ 65 w 122"/>
                <a:gd name="T77" fmla="*/ 90 h 123"/>
                <a:gd name="T78" fmla="*/ 51 w 122"/>
                <a:gd name="T79" fmla="*/ 72 h 123"/>
                <a:gd name="T80" fmla="*/ 32 w 122"/>
                <a:gd name="T81" fmla="*/ 60 h 123"/>
                <a:gd name="T82" fmla="*/ 50 w 122"/>
                <a:gd name="T83" fmla="*/ 57 h 123"/>
                <a:gd name="T84" fmla="*/ 63 w 122"/>
                <a:gd name="T85" fmla="*/ 54 h 123"/>
                <a:gd name="T86" fmla="*/ 65 w 122"/>
                <a:gd name="T87" fmla="*/ 77 h 123"/>
                <a:gd name="T88" fmla="*/ 71 w 122"/>
                <a:gd name="T89" fmla="*/ 97 h 123"/>
                <a:gd name="T90" fmla="*/ 94 w 122"/>
                <a:gd name="T91" fmla="*/ 99 h 123"/>
                <a:gd name="T92" fmla="*/ 110 w 122"/>
                <a:gd name="T93" fmla="*/ 87 h 123"/>
                <a:gd name="T94" fmla="*/ 119 w 122"/>
                <a:gd name="T95" fmla="*/ 75 h 123"/>
                <a:gd name="T96" fmla="*/ 119 w 122"/>
                <a:gd name="T97" fmla="*/ 58 h 123"/>
                <a:gd name="T98" fmla="*/ 99 w 122"/>
                <a:gd name="T99" fmla="*/ 47 h 123"/>
                <a:gd name="T100" fmla="*/ 82 w 122"/>
                <a:gd name="T101" fmla="*/ 45 h 123"/>
                <a:gd name="T102" fmla="*/ 71 w 122"/>
                <a:gd name="T103" fmla="*/ 45 h 123"/>
                <a:gd name="T104" fmla="*/ 70 w 122"/>
                <a:gd name="T105" fmla="*/ 28 h 123"/>
                <a:gd name="T106" fmla="*/ 60 w 122"/>
                <a:gd name="T107" fmla="*/ 5 h 123"/>
                <a:gd name="T108" fmla="*/ 30 w 122"/>
                <a:gd name="T109" fmla="*/ 4 h 123"/>
                <a:gd name="T110" fmla="*/ 17 w 122"/>
                <a:gd name="T111" fmla="*/ 27 h 123"/>
                <a:gd name="T112" fmla="*/ 17 w 122"/>
                <a:gd name="T113" fmla="*/ 49 h 123"/>
                <a:gd name="T114" fmla="*/ 21 w 122"/>
                <a:gd name="T115" fmla="*/ 38 h 123"/>
                <a:gd name="T116" fmla="*/ 21 w 122"/>
                <a:gd name="T117" fmla="*/ 21 h 123"/>
                <a:gd name="T118" fmla="*/ 30 w 122"/>
                <a:gd name="T119" fmla="*/ 7 h 123"/>
                <a:gd name="T120" fmla="*/ 47 w 122"/>
                <a:gd name="T1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2" h="123">
                  <a:moveTo>
                    <a:pt x="30" y="74"/>
                  </a:moveTo>
                  <a:cubicBezTo>
                    <a:pt x="28" y="74"/>
                    <a:pt x="26" y="74"/>
                    <a:pt x="23" y="74"/>
                  </a:cubicBezTo>
                  <a:cubicBezTo>
                    <a:pt x="23" y="75"/>
                    <a:pt x="23" y="75"/>
                    <a:pt x="23" y="76"/>
                  </a:cubicBezTo>
                  <a:cubicBezTo>
                    <a:pt x="24" y="77"/>
                    <a:pt x="24" y="77"/>
                    <a:pt x="24" y="77"/>
                  </a:cubicBezTo>
                  <a:cubicBezTo>
                    <a:pt x="26" y="76"/>
                    <a:pt x="28" y="76"/>
                    <a:pt x="30" y="76"/>
                  </a:cubicBezTo>
                  <a:cubicBezTo>
                    <a:pt x="31" y="76"/>
                    <a:pt x="32" y="76"/>
                    <a:pt x="32" y="76"/>
                  </a:cubicBezTo>
                  <a:cubicBezTo>
                    <a:pt x="37" y="77"/>
                    <a:pt x="41" y="77"/>
                    <a:pt x="44" y="79"/>
                  </a:cubicBezTo>
                  <a:cubicBezTo>
                    <a:pt x="47" y="81"/>
                    <a:pt x="50" y="85"/>
                    <a:pt x="50" y="89"/>
                  </a:cubicBezTo>
                  <a:cubicBezTo>
                    <a:pt x="50" y="93"/>
                    <a:pt x="49" y="98"/>
                    <a:pt x="46" y="101"/>
                  </a:cubicBezTo>
                  <a:cubicBezTo>
                    <a:pt x="43" y="105"/>
                    <a:pt x="40" y="107"/>
                    <a:pt x="36" y="108"/>
                  </a:cubicBezTo>
                  <a:cubicBezTo>
                    <a:pt x="35" y="108"/>
                    <a:pt x="33" y="109"/>
                    <a:pt x="32" y="109"/>
                  </a:cubicBezTo>
                  <a:cubicBezTo>
                    <a:pt x="30" y="109"/>
                    <a:pt x="27" y="108"/>
                    <a:pt x="26" y="107"/>
                  </a:cubicBezTo>
                  <a:cubicBezTo>
                    <a:pt x="19" y="104"/>
                    <a:pt x="17" y="96"/>
                    <a:pt x="17" y="90"/>
                  </a:cubicBezTo>
                  <a:cubicBezTo>
                    <a:pt x="17" y="88"/>
                    <a:pt x="17" y="84"/>
                    <a:pt x="19" y="81"/>
                  </a:cubicBezTo>
                  <a:cubicBezTo>
                    <a:pt x="19" y="80"/>
                    <a:pt x="19" y="79"/>
                    <a:pt x="19" y="78"/>
                  </a:cubicBezTo>
                  <a:cubicBezTo>
                    <a:pt x="19" y="77"/>
                    <a:pt x="19" y="77"/>
                    <a:pt x="19" y="77"/>
                  </a:cubicBezTo>
                  <a:cubicBezTo>
                    <a:pt x="16" y="79"/>
                    <a:pt x="14" y="84"/>
                    <a:pt x="14" y="90"/>
                  </a:cubicBezTo>
                  <a:cubicBezTo>
                    <a:pt x="14" y="99"/>
                    <a:pt x="18" y="106"/>
                    <a:pt x="24" y="110"/>
                  </a:cubicBezTo>
                  <a:cubicBezTo>
                    <a:pt x="27" y="111"/>
                    <a:pt x="29" y="111"/>
                    <a:pt x="32" y="111"/>
                  </a:cubicBezTo>
                  <a:cubicBezTo>
                    <a:pt x="34" y="111"/>
                    <a:pt x="35" y="111"/>
                    <a:pt x="37" y="111"/>
                  </a:cubicBezTo>
                  <a:cubicBezTo>
                    <a:pt x="41" y="109"/>
                    <a:pt x="45" y="107"/>
                    <a:pt x="48" y="103"/>
                  </a:cubicBezTo>
                  <a:cubicBezTo>
                    <a:pt x="51" y="99"/>
                    <a:pt x="53" y="94"/>
                    <a:pt x="53" y="89"/>
                  </a:cubicBezTo>
                  <a:cubicBezTo>
                    <a:pt x="52" y="84"/>
                    <a:pt x="50" y="79"/>
                    <a:pt x="45" y="76"/>
                  </a:cubicBezTo>
                  <a:cubicBezTo>
                    <a:pt x="42" y="74"/>
                    <a:pt x="37" y="74"/>
                    <a:pt x="33" y="74"/>
                  </a:cubicBezTo>
                  <a:cubicBezTo>
                    <a:pt x="32" y="74"/>
                    <a:pt x="31" y="74"/>
                    <a:pt x="30" y="74"/>
                  </a:cubicBezTo>
                  <a:moveTo>
                    <a:pt x="18" y="66"/>
                  </a:moveTo>
                  <a:cubicBezTo>
                    <a:pt x="17" y="69"/>
                    <a:pt x="16" y="73"/>
                    <a:pt x="15" y="77"/>
                  </a:cubicBezTo>
                  <a:cubicBezTo>
                    <a:pt x="17" y="76"/>
                    <a:pt x="19" y="74"/>
                    <a:pt x="19" y="72"/>
                  </a:cubicBezTo>
                  <a:cubicBezTo>
                    <a:pt x="19" y="70"/>
                    <a:pt x="19" y="68"/>
                    <a:pt x="18" y="66"/>
                  </a:cubicBezTo>
                  <a:moveTo>
                    <a:pt x="89" y="88"/>
                  </a:moveTo>
                  <a:cubicBezTo>
                    <a:pt x="86" y="88"/>
                    <a:pt x="84" y="87"/>
                    <a:pt x="82" y="86"/>
                  </a:cubicBezTo>
                  <a:cubicBezTo>
                    <a:pt x="76" y="83"/>
                    <a:pt x="74" y="75"/>
                    <a:pt x="74" y="69"/>
                  </a:cubicBezTo>
                  <a:cubicBezTo>
                    <a:pt x="74" y="66"/>
                    <a:pt x="74" y="60"/>
                    <a:pt x="79" y="57"/>
                  </a:cubicBezTo>
                  <a:cubicBezTo>
                    <a:pt x="81" y="55"/>
                    <a:pt x="84" y="55"/>
                    <a:pt x="87" y="55"/>
                  </a:cubicBezTo>
                  <a:cubicBezTo>
                    <a:pt x="88" y="55"/>
                    <a:pt x="89" y="55"/>
                    <a:pt x="89" y="55"/>
                  </a:cubicBezTo>
                  <a:cubicBezTo>
                    <a:pt x="94" y="55"/>
                    <a:pt x="98" y="56"/>
                    <a:pt x="101" y="58"/>
                  </a:cubicBezTo>
                  <a:cubicBezTo>
                    <a:pt x="104" y="60"/>
                    <a:pt x="107" y="64"/>
                    <a:pt x="107" y="68"/>
                  </a:cubicBezTo>
                  <a:cubicBezTo>
                    <a:pt x="107" y="72"/>
                    <a:pt x="105" y="77"/>
                    <a:pt x="102" y="80"/>
                  </a:cubicBezTo>
                  <a:cubicBezTo>
                    <a:pt x="100" y="83"/>
                    <a:pt x="97" y="86"/>
                    <a:pt x="93" y="87"/>
                  </a:cubicBezTo>
                  <a:cubicBezTo>
                    <a:pt x="92" y="87"/>
                    <a:pt x="90" y="88"/>
                    <a:pt x="89" y="88"/>
                  </a:cubicBezTo>
                  <a:moveTo>
                    <a:pt x="87" y="52"/>
                  </a:moveTo>
                  <a:cubicBezTo>
                    <a:pt x="84" y="52"/>
                    <a:pt x="80" y="53"/>
                    <a:pt x="77" y="55"/>
                  </a:cubicBezTo>
                  <a:cubicBezTo>
                    <a:pt x="73" y="57"/>
                    <a:pt x="71" y="62"/>
                    <a:pt x="71" y="69"/>
                  </a:cubicBezTo>
                  <a:cubicBezTo>
                    <a:pt x="71" y="78"/>
                    <a:pt x="75" y="85"/>
                    <a:pt x="81" y="89"/>
                  </a:cubicBezTo>
                  <a:cubicBezTo>
                    <a:pt x="83" y="90"/>
                    <a:pt x="86" y="90"/>
                    <a:pt x="89" y="90"/>
                  </a:cubicBezTo>
                  <a:cubicBezTo>
                    <a:pt x="91" y="90"/>
                    <a:pt x="92" y="90"/>
                    <a:pt x="94" y="90"/>
                  </a:cubicBezTo>
                  <a:cubicBezTo>
                    <a:pt x="98" y="88"/>
                    <a:pt x="102" y="86"/>
                    <a:pt x="105" y="82"/>
                  </a:cubicBezTo>
                  <a:cubicBezTo>
                    <a:pt x="108" y="78"/>
                    <a:pt x="110" y="73"/>
                    <a:pt x="110" y="68"/>
                  </a:cubicBezTo>
                  <a:cubicBezTo>
                    <a:pt x="109" y="63"/>
                    <a:pt x="106" y="58"/>
                    <a:pt x="102" y="55"/>
                  </a:cubicBezTo>
                  <a:cubicBezTo>
                    <a:pt x="98" y="53"/>
                    <a:pt x="94" y="53"/>
                    <a:pt x="89" y="52"/>
                  </a:cubicBezTo>
                  <a:cubicBezTo>
                    <a:pt x="89" y="52"/>
                    <a:pt x="88" y="52"/>
                    <a:pt x="87" y="52"/>
                  </a:cubicBezTo>
                  <a:moveTo>
                    <a:pt x="49" y="15"/>
                  </a:moveTo>
                  <a:cubicBezTo>
                    <a:pt x="49" y="16"/>
                    <a:pt x="48" y="17"/>
                    <a:pt x="48" y="18"/>
                  </a:cubicBezTo>
                  <a:cubicBezTo>
                    <a:pt x="50" y="18"/>
                    <a:pt x="52" y="19"/>
                    <a:pt x="54" y="20"/>
                  </a:cubicBezTo>
                  <a:cubicBezTo>
                    <a:pt x="57" y="22"/>
                    <a:pt x="60" y="26"/>
                    <a:pt x="60" y="30"/>
                  </a:cubicBezTo>
                  <a:cubicBezTo>
                    <a:pt x="60" y="34"/>
                    <a:pt x="59" y="39"/>
                    <a:pt x="56" y="42"/>
                  </a:cubicBezTo>
                  <a:cubicBezTo>
                    <a:pt x="53" y="46"/>
                    <a:pt x="50" y="48"/>
                    <a:pt x="47" y="49"/>
                  </a:cubicBezTo>
                  <a:cubicBezTo>
                    <a:pt x="45" y="49"/>
                    <a:pt x="43" y="50"/>
                    <a:pt x="42" y="50"/>
                  </a:cubicBezTo>
                  <a:cubicBezTo>
                    <a:pt x="40" y="50"/>
                    <a:pt x="38" y="49"/>
                    <a:pt x="36" y="48"/>
                  </a:cubicBezTo>
                  <a:cubicBezTo>
                    <a:pt x="33" y="47"/>
                    <a:pt x="32" y="45"/>
                    <a:pt x="31" y="43"/>
                  </a:cubicBezTo>
                  <a:cubicBezTo>
                    <a:pt x="30" y="44"/>
                    <a:pt x="29" y="45"/>
                    <a:pt x="29" y="46"/>
                  </a:cubicBezTo>
                  <a:cubicBezTo>
                    <a:pt x="30" y="48"/>
                    <a:pt x="32" y="49"/>
                    <a:pt x="34" y="51"/>
                  </a:cubicBezTo>
                  <a:cubicBezTo>
                    <a:pt x="37" y="52"/>
                    <a:pt x="39" y="52"/>
                    <a:pt x="42" y="52"/>
                  </a:cubicBezTo>
                  <a:cubicBezTo>
                    <a:pt x="44" y="52"/>
                    <a:pt x="46" y="52"/>
                    <a:pt x="47" y="52"/>
                  </a:cubicBezTo>
                  <a:cubicBezTo>
                    <a:pt x="51" y="50"/>
                    <a:pt x="55" y="48"/>
                    <a:pt x="58" y="44"/>
                  </a:cubicBezTo>
                  <a:cubicBezTo>
                    <a:pt x="61" y="40"/>
                    <a:pt x="63" y="35"/>
                    <a:pt x="63" y="30"/>
                  </a:cubicBezTo>
                  <a:cubicBezTo>
                    <a:pt x="63" y="25"/>
                    <a:pt x="60" y="20"/>
                    <a:pt x="55" y="17"/>
                  </a:cubicBezTo>
                  <a:cubicBezTo>
                    <a:pt x="54" y="16"/>
                    <a:pt x="52" y="15"/>
                    <a:pt x="49" y="15"/>
                  </a:cubicBezTo>
                  <a:moveTo>
                    <a:pt x="40" y="14"/>
                  </a:moveTo>
                  <a:cubicBezTo>
                    <a:pt x="37" y="14"/>
                    <a:pt x="34" y="15"/>
                    <a:pt x="30" y="17"/>
                  </a:cubicBezTo>
                  <a:cubicBezTo>
                    <a:pt x="27" y="19"/>
                    <a:pt x="24" y="24"/>
                    <a:pt x="24" y="31"/>
                  </a:cubicBezTo>
                  <a:cubicBezTo>
                    <a:pt x="24" y="35"/>
                    <a:pt x="25" y="39"/>
                    <a:pt x="27" y="42"/>
                  </a:cubicBezTo>
                  <a:cubicBezTo>
                    <a:pt x="27" y="41"/>
                    <a:pt x="28" y="40"/>
                    <a:pt x="28" y="39"/>
                  </a:cubicBezTo>
                  <a:cubicBezTo>
                    <a:pt x="27" y="36"/>
                    <a:pt x="27" y="33"/>
                    <a:pt x="27" y="31"/>
                  </a:cubicBezTo>
                  <a:cubicBezTo>
                    <a:pt x="27" y="28"/>
                    <a:pt x="28" y="22"/>
                    <a:pt x="32" y="19"/>
                  </a:cubicBezTo>
                  <a:cubicBezTo>
                    <a:pt x="34" y="17"/>
                    <a:pt x="38" y="17"/>
                    <a:pt x="40" y="17"/>
                  </a:cubicBezTo>
                  <a:cubicBezTo>
                    <a:pt x="41" y="17"/>
                    <a:pt x="42" y="17"/>
                    <a:pt x="43" y="17"/>
                  </a:cubicBezTo>
                  <a:cubicBezTo>
                    <a:pt x="43" y="17"/>
                    <a:pt x="43" y="17"/>
                    <a:pt x="43" y="17"/>
                  </a:cubicBezTo>
                  <a:cubicBezTo>
                    <a:pt x="44" y="16"/>
                    <a:pt x="44" y="16"/>
                    <a:pt x="45" y="15"/>
                  </a:cubicBezTo>
                  <a:cubicBezTo>
                    <a:pt x="44" y="15"/>
                    <a:pt x="43" y="15"/>
                    <a:pt x="43" y="15"/>
                  </a:cubicBezTo>
                  <a:cubicBezTo>
                    <a:pt x="42" y="14"/>
                    <a:pt x="41" y="14"/>
                    <a:pt x="40" y="14"/>
                  </a:cubicBezTo>
                  <a:moveTo>
                    <a:pt x="86" y="49"/>
                  </a:moveTo>
                  <a:cubicBezTo>
                    <a:pt x="86" y="49"/>
                    <a:pt x="87" y="49"/>
                    <a:pt x="88" y="49"/>
                  </a:cubicBezTo>
                  <a:cubicBezTo>
                    <a:pt x="88" y="48"/>
                    <a:pt x="88" y="48"/>
                    <a:pt x="88" y="48"/>
                  </a:cubicBezTo>
                  <a:cubicBezTo>
                    <a:pt x="90" y="41"/>
                    <a:pt x="90" y="41"/>
                    <a:pt x="90" y="41"/>
                  </a:cubicBezTo>
                  <a:cubicBezTo>
                    <a:pt x="90" y="41"/>
                    <a:pt x="90" y="41"/>
                    <a:pt x="91" y="41"/>
                  </a:cubicBezTo>
                  <a:cubicBezTo>
                    <a:pt x="91" y="41"/>
                    <a:pt x="92" y="41"/>
                    <a:pt x="93" y="42"/>
                  </a:cubicBezTo>
                  <a:cubicBezTo>
                    <a:pt x="93" y="43"/>
                    <a:pt x="93" y="43"/>
                    <a:pt x="94" y="44"/>
                  </a:cubicBezTo>
                  <a:cubicBezTo>
                    <a:pt x="94" y="45"/>
                    <a:pt x="94" y="46"/>
                    <a:pt x="95" y="46"/>
                  </a:cubicBezTo>
                  <a:cubicBezTo>
                    <a:pt x="96" y="48"/>
                    <a:pt x="98" y="50"/>
                    <a:pt x="100" y="50"/>
                  </a:cubicBezTo>
                  <a:cubicBezTo>
                    <a:pt x="100" y="50"/>
                    <a:pt x="100" y="50"/>
                    <a:pt x="101" y="49"/>
                  </a:cubicBezTo>
                  <a:cubicBezTo>
                    <a:pt x="101" y="49"/>
                    <a:pt x="102" y="49"/>
                    <a:pt x="102" y="48"/>
                  </a:cubicBezTo>
                  <a:cubicBezTo>
                    <a:pt x="102" y="47"/>
                    <a:pt x="102" y="47"/>
                    <a:pt x="102" y="46"/>
                  </a:cubicBezTo>
                  <a:cubicBezTo>
                    <a:pt x="103" y="46"/>
                    <a:pt x="104" y="45"/>
                    <a:pt x="104" y="45"/>
                  </a:cubicBezTo>
                  <a:cubicBezTo>
                    <a:pt x="105" y="45"/>
                    <a:pt x="105" y="45"/>
                    <a:pt x="105" y="46"/>
                  </a:cubicBezTo>
                  <a:cubicBezTo>
                    <a:pt x="106" y="46"/>
                    <a:pt x="106" y="47"/>
                    <a:pt x="106" y="48"/>
                  </a:cubicBezTo>
                  <a:cubicBezTo>
                    <a:pt x="106" y="48"/>
                    <a:pt x="106" y="49"/>
                    <a:pt x="105" y="50"/>
                  </a:cubicBezTo>
                  <a:cubicBezTo>
                    <a:pt x="105" y="50"/>
                    <a:pt x="105" y="50"/>
                    <a:pt x="105" y="51"/>
                  </a:cubicBezTo>
                  <a:cubicBezTo>
                    <a:pt x="105" y="51"/>
                    <a:pt x="105" y="52"/>
                    <a:pt x="105" y="52"/>
                  </a:cubicBezTo>
                  <a:cubicBezTo>
                    <a:pt x="109" y="56"/>
                    <a:pt x="109" y="56"/>
                    <a:pt x="109" y="56"/>
                  </a:cubicBezTo>
                  <a:cubicBezTo>
                    <a:pt x="109" y="56"/>
                    <a:pt x="110" y="56"/>
                    <a:pt x="110" y="56"/>
                  </a:cubicBezTo>
                  <a:cubicBezTo>
                    <a:pt x="110" y="56"/>
                    <a:pt x="110" y="56"/>
                    <a:pt x="111" y="56"/>
                  </a:cubicBezTo>
                  <a:cubicBezTo>
                    <a:pt x="114" y="55"/>
                    <a:pt x="114" y="55"/>
                    <a:pt x="114" y="55"/>
                  </a:cubicBezTo>
                  <a:cubicBezTo>
                    <a:pt x="116" y="58"/>
                    <a:pt x="116" y="58"/>
                    <a:pt x="116" y="58"/>
                  </a:cubicBezTo>
                  <a:cubicBezTo>
                    <a:pt x="113" y="60"/>
                    <a:pt x="113" y="60"/>
                    <a:pt x="113" y="60"/>
                  </a:cubicBezTo>
                  <a:cubicBezTo>
                    <a:pt x="112" y="60"/>
                    <a:pt x="112" y="61"/>
                    <a:pt x="112" y="62"/>
                  </a:cubicBezTo>
                  <a:cubicBezTo>
                    <a:pt x="114" y="67"/>
                    <a:pt x="114" y="67"/>
                    <a:pt x="114" y="67"/>
                  </a:cubicBezTo>
                  <a:cubicBezTo>
                    <a:pt x="114" y="68"/>
                    <a:pt x="114" y="68"/>
                    <a:pt x="115" y="68"/>
                  </a:cubicBezTo>
                  <a:cubicBezTo>
                    <a:pt x="119" y="70"/>
                    <a:pt x="119" y="70"/>
                    <a:pt x="119" y="70"/>
                  </a:cubicBezTo>
                  <a:cubicBezTo>
                    <a:pt x="120" y="72"/>
                    <a:pt x="120" y="72"/>
                    <a:pt x="120" y="72"/>
                  </a:cubicBezTo>
                  <a:cubicBezTo>
                    <a:pt x="119" y="72"/>
                    <a:pt x="119" y="72"/>
                    <a:pt x="119" y="72"/>
                  </a:cubicBezTo>
                  <a:cubicBezTo>
                    <a:pt x="116" y="72"/>
                    <a:pt x="113" y="74"/>
                    <a:pt x="112" y="77"/>
                  </a:cubicBezTo>
                  <a:cubicBezTo>
                    <a:pt x="112" y="78"/>
                    <a:pt x="112" y="80"/>
                    <a:pt x="113" y="82"/>
                  </a:cubicBezTo>
                  <a:cubicBezTo>
                    <a:pt x="114" y="83"/>
                    <a:pt x="115" y="84"/>
                    <a:pt x="116" y="85"/>
                  </a:cubicBezTo>
                  <a:cubicBezTo>
                    <a:pt x="114" y="87"/>
                    <a:pt x="114" y="87"/>
                    <a:pt x="114" y="87"/>
                  </a:cubicBezTo>
                  <a:cubicBezTo>
                    <a:pt x="111" y="85"/>
                    <a:pt x="111" y="85"/>
                    <a:pt x="111" y="85"/>
                  </a:cubicBezTo>
                  <a:cubicBezTo>
                    <a:pt x="111" y="84"/>
                    <a:pt x="111" y="84"/>
                    <a:pt x="110" y="84"/>
                  </a:cubicBezTo>
                  <a:cubicBezTo>
                    <a:pt x="110" y="84"/>
                    <a:pt x="110" y="84"/>
                    <a:pt x="109" y="85"/>
                  </a:cubicBezTo>
                  <a:cubicBezTo>
                    <a:pt x="104" y="89"/>
                    <a:pt x="104" y="89"/>
                    <a:pt x="104" y="89"/>
                  </a:cubicBezTo>
                  <a:cubicBezTo>
                    <a:pt x="104" y="90"/>
                    <a:pt x="104" y="90"/>
                    <a:pt x="104" y="91"/>
                  </a:cubicBezTo>
                  <a:cubicBezTo>
                    <a:pt x="106" y="96"/>
                    <a:pt x="106" y="96"/>
                    <a:pt x="106" y="96"/>
                  </a:cubicBezTo>
                  <a:cubicBezTo>
                    <a:pt x="106" y="96"/>
                    <a:pt x="105" y="97"/>
                    <a:pt x="105" y="97"/>
                  </a:cubicBezTo>
                  <a:cubicBezTo>
                    <a:pt x="104" y="97"/>
                    <a:pt x="104" y="96"/>
                    <a:pt x="103" y="96"/>
                  </a:cubicBezTo>
                  <a:cubicBezTo>
                    <a:pt x="103" y="96"/>
                    <a:pt x="102" y="95"/>
                    <a:pt x="101" y="95"/>
                  </a:cubicBezTo>
                  <a:cubicBezTo>
                    <a:pt x="101" y="94"/>
                    <a:pt x="100" y="94"/>
                    <a:pt x="99" y="93"/>
                  </a:cubicBezTo>
                  <a:cubicBezTo>
                    <a:pt x="98" y="93"/>
                    <a:pt x="98" y="93"/>
                    <a:pt x="97" y="93"/>
                  </a:cubicBezTo>
                  <a:cubicBezTo>
                    <a:pt x="95" y="93"/>
                    <a:pt x="94" y="93"/>
                    <a:pt x="93" y="94"/>
                  </a:cubicBezTo>
                  <a:cubicBezTo>
                    <a:pt x="91" y="95"/>
                    <a:pt x="91" y="97"/>
                    <a:pt x="91" y="99"/>
                  </a:cubicBezTo>
                  <a:cubicBezTo>
                    <a:pt x="90" y="99"/>
                    <a:pt x="90" y="99"/>
                    <a:pt x="90" y="99"/>
                  </a:cubicBezTo>
                  <a:cubicBezTo>
                    <a:pt x="90" y="99"/>
                    <a:pt x="89" y="99"/>
                    <a:pt x="89" y="98"/>
                  </a:cubicBezTo>
                  <a:cubicBezTo>
                    <a:pt x="89" y="98"/>
                    <a:pt x="89" y="98"/>
                    <a:pt x="89" y="98"/>
                  </a:cubicBezTo>
                  <a:cubicBezTo>
                    <a:pt x="88" y="97"/>
                    <a:pt x="88" y="97"/>
                    <a:pt x="88" y="96"/>
                  </a:cubicBezTo>
                  <a:cubicBezTo>
                    <a:pt x="88" y="95"/>
                    <a:pt x="87" y="93"/>
                    <a:pt x="85" y="93"/>
                  </a:cubicBezTo>
                  <a:cubicBezTo>
                    <a:pt x="83" y="92"/>
                    <a:pt x="82" y="92"/>
                    <a:pt x="80" y="92"/>
                  </a:cubicBezTo>
                  <a:cubicBezTo>
                    <a:pt x="80" y="92"/>
                    <a:pt x="80" y="92"/>
                    <a:pt x="80" y="92"/>
                  </a:cubicBezTo>
                  <a:cubicBezTo>
                    <a:pt x="79" y="92"/>
                    <a:pt x="79" y="93"/>
                    <a:pt x="79" y="93"/>
                  </a:cubicBezTo>
                  <a:cubicBezTo>
                    <a:pt x="79" y="94"/>
                    <a:pt x="78" y="95"/>
                    <a:pt x="77" y="96"/>
                  </a:cubicBezTo>
                  <a:cubicBezTo>
                    <a:pt x="76" y="96"/>
                    <a:pt x="76" y="96"/>
                    <a:pt x="76" y="96"/>
                  </a:cubicBezTo>
                  <a:cubicBezTo>
                    <a:pt x="75" y="96"/>
                    <a:pt x="74" y="96"/>
                    <a:pt x="74" y="95"/>
                  </a:cubicBezTo>
                  <a:cubicBezTo>
                    <a:pt x="75" y="90"/>
                    <a:pt x="75" y="90"/>
                    <a:pt x="75" y="90"/>
                  </a:cubicBezTo>
                  <a:cubicBezTo>
                    <a:pt x="75" y="90"/>
                    <a:pt x="75" y="90"/>
                    <a:pt x="75" y="90"/>
                  </a:cubicBezTo>
                  <a:cubicBezTo>
                    <a:pt x="75" y="87"/>
                    <a:pt x="73" y="85"/>
                    <a:pt x="70" y="84"/>
                  </a:cubicBezTo>
                  <a:cubicBezTo>
                    <a:pt x="70" y="84"/>
                    <a:pt x="69" y="84"/>
                    <a:pt x="68" y="84"/>
                  </a:cubicBezTo>
                  <a:cubicBezTo>
                    <a:pt x="67" y="84"/>
                    <a:pt x="66" y="84"/>
                    <a:pt x="64" y="85"/>
                  </a:cubicBezTo>
                  <a:cubicBezTo>
                    <a:pt x="64" y="84"/>
                    <a:pt x="64" y="84"/>
                    <a:pt x="64" y="83"/>
                  </a:cubicBezTo>
                  <a:cubicBezTo>
                    <a:pt x="65" y="83"/>
                    <a:pt x="65" y="82"/>
                    <a:pt x="66" y="81"/>
                  </a:cubicBezTo>
                  <a:cubicBezTo>
                    <a:pt x="66" y="81"/>
                    <a:pt x="66" y="81"/>
                    <a:pt x="66" y="81"/>
                  </a:cubicBezTo>
                  <a:cubicBezTo>
                    <a:pt x="68" y="79"/>
                    <a:pt x="68" y="78"/>
                    <a:pt x="68" y="76"/>
                  </a:cubicBezTo>
                  <a:cubicBezTo>
                    <a:pt x="68" y="75"/>
                    <a:pt x="66" y="73"/>
                    <a:pt x="64" y="72"/>
                  </a:cubicBezTo>
                  <a:cubicBezTo>
                    <a:pt x="64" y="72"/>
                    <a:pt x="64" y="72"/>
                    <a:pt x="63" y="72"/>
                  </a:cubicBezTo>
                  <a:cubicBezTo>
                    <a:pt x="62" y="72"/>
                    <a:pt x="62" y="71"/>
                    <a:pt x="61" y="71"/>
                  </a:cubicBezTo>
                  <a:cubicBezTo>
                    <a:pt x="60" y="70"/>
                    <a:pt x="60" y="70"/>
                    <a:pt x="60" y="69"/>
                  </a:cubicBezTo>
                  <a:cubicBezTo>
                    <a:pt x="61" y="69"/>
                    <a:pt x="61" y="69"/>
                    <a:pt x="62" y="68"/>
                  </a:cubicBezTo>
                  <a:cubicBezTo>
                    <a:pt x="63" y="68"/>
                    <a:pt x="64" y="68"/>
                    <a:pt x="65" y="67"/>
                  </a:cubicBezTo>
                  <a:cubicBezTo>
                    <a:pt x="66" y="66"/>
                    <a:pt x="67" y="65"/>
                    <a:pt x="67" y="64"/>
                  </a:cubicBezTo>
                  <a:cubicBezTo>
                    <a:pt x="67" y="63"/>
                    <a:pt x="68" y="62"/>
                    <a:pt x="68" y="62"/>
                  </a:cubicBezTo>
                  <a:cubicBezTo>
                    <a:pt x="69" y="61"/>
                    <a:pt x="69" y="61"/>
                    <a:pt x="69" y="60"/>
                  </a:cubicBezTo>
                  <a:cubicBezTo>
                    <a:pt x="69" y="60"/>
                    <a:pt x="68" y="59"/>
                    <a:pt x="68" y="59"/>
                  </a:cubicBezTo>
                  <a:cubicBezTo>
                    <a:pt x="67" y="59"/>
                    <a:pt x="66" y="59"/>
                    <a:pt x="66" y="58"/>
                  </a:cubicBezTo>
                  <a:cubicBezTo>
                    <a:pt x="65" y="57"/>
                    <a:pt x="65" y="56"/>
                    <a:pt x="66" y="55"/>
                  </a:cubicBezTo>
                  <a:cubicBezTo>
                    <a:pt x="66" y="55"/>
                    <a:pt x="67" y="54"/>
                    <a:pt x="68" y="54"/>
                  </a:cubicBezTo>
                  <a:cubicBezTo>
                    <a:pt x="69" y="54"/>
                    <a:pt x="70" y="55"/>
                    <a:pt x="70" y="55"/>
                  </a:cubicBezTo>
                  <a:cubicBezTo>
                    <a:pt x="70" y="56"/>
                    <a:pt x="71" y="56"/>
                    <a:pt x="71" y="56"/>
                  </a:cubicBezTo>
                  <a:cubicBezTo>
                    <a:pt x="71" y="56"/>
                    <a:pt x="71" y="56"/>
                    <a:pt x="72" y="56"/>
                  </a:cubicBezTo>
                  <a:cubicBezTo>
                    <a:pt x="74" y="55"/>
                    <a:pt x="76" y="52"/>
                    <a:pt x="76" y="49"/>
                  </a:cubicBezTo>
                  <a:cubicBezTo>
                    <a:pt x="76" y="49"/>
                    <a:pt x="76" y="48"/>
                    <a:pt x="76" y="48"/>
                  </a:cubicBezTo>
                  <a:cubicBezTo>
                    <a:pt x="76" y="46"/>
                    <a:pt x="76" y="46"/>
                    <a:pt x="76" y="45"/>
                  </a:cubicBezTo>
                  <a:cubicBezTo>
                    <a:pt x="76" y="45"/>
                    <a:pt x="77" y="45"/>
                    <a:pt x="77" y="45"/>
                  </a:cubicBezTo>
                  <a:cubicBezTo>
                    <a:pt x="77" y="45"/>
                    <a:pt x="78" y="45"/>
                    <a:pt x="78" y="45"/>
                  </a:cubicBezTo>
                  <a:cubicBezTo>
                    <a:pt x="79" y="46"/>
                    <a:pt x="80" y="46"/>
                    <a:pt x="80" y="47"/>
                  </a:cubicBezTo>
                  <a:cubicBezTo>
                    <a:pt x="81" y="47"/>
                    <a:pt x="81" y="48"/>
                    <a:pt x="82" y="48"/>
                  </a:cubicBezTo>
                  <a:cubicBezTo>
                    <a:pt x="82" y="49"/>
                    <a:pt x="84" y="49"/>
                    <a:pt x="86" y="49"/>
                  </a:cubicBezTo>
                  <a:moveTo>
                    <a:pt x="58" y="5"/>
                  </a:moveTo>
                  <a:cubicBezTo>
                    <a:pt x="57" y="5"/>
                    <a:pt x="56" y="5"/>
                    <a:pt x="56" y="5"/>
                  </a:cubicBezTo>
                  <a:cubicBezTo>
                    <a:pt x="54" y="7"/>
                    <a:pt x="53" y="9"/>
                    <a:pt x="52" y="11"/>
                  </a:cubicBezTo>
                  <a:cubicBezTo>
                    <a:pt x="52" y="12"/>
                    <a:pt x="52" y="12"/>
                    <a:pt x="53" y="12"/>
                  </a:cubicBezTo>
                  <a:cubicBezTo>
                    <a:pt x="53" y="12"/>
                    <a:pt x="54" y="12"/>
                    <a:pt x="54" y="11"/>
                  </a:cubicBezTo>
                  <a:cubicBezTo>
                    <a:pt x="55" y="11"/>
                    <a:pt x="55" y="11"/>
                    <a:pt x="55" y="10"/>
                  </a:cubicBezTo>
                  <a:cubicBezTo>
                    <a:pt x="55" y="9"/>
                    <a:pt x="55" y="9"/>
                    <a:pt x="55" y="8"/>
                  </a:cubicBezTo>
                  <a:cubicBezTo>
                    <a:pt x="56" y="8"/>
                    <a:pt x="57" y="7"/>
                    <a:pt x="58" y="7"/>
                  </a:cubicBezTo>
                  <a:cubicBezTo>
                    <a:pt x="58" y="7"/>
                    <a:pt x="58" y="8"/>
                    <a:pt x="58" y="8"/>
                  </a:cubicBezTo>
                  <a:cubicBezTo>
                    <a:pt x="59" y="8"/>
                    <a:pt x="59" y="9"/>
                    <a:pt x="60" y="10"/>
                  </a:cubicBezTo>
                  <a:cubicBezTo>
                    <a:pt x="60" y="10"/>
                    <a:pt x="59" y="11"/>
                    <a:pt x="59" y="12"/>
                  </a:cubicBezTo>
                  <a:cubicBezTo>
                    <a:pt x="58" y="12"/>
                    <a:pt x="58" y="12"/>
                    <a:pt x="58" y="13"/>
                  </a:cubicBezTo>
                  <a:cubicBezTo>
                    <a:pt x="58" y="13"/>
                    <a:pt x="58" y="14"/>
                    <a:pt x="58" y="14"/>
                  </a:cubicBezTo>
                  <a:cubicBezTo>
                    <a:pt x="62" y="18"/>
                    <a:pt x="62" y="18"/>
                    <a:pt x="62" y="18"/>
                  </a:cubicBezTo>
                  <a:cubicBezTo>
                    <a:pt x="63" y="18"/>
                    <a:pt x="63" y="19"/>
                    <a:pt x="63" y="19"/>
                  </a:cubicBezTo>
                  <a:cubicBezTo>
                    <a:pt x="64" y="19"/>
                    <a:pt x="64" y="19"/>
                    <a:pt x="64" y="18"/>
                  </a:cubicBezTo>
                  <a:cubicBezTo>
                    <a:pt x="68" y="17"/>
                    <a:pt x="68" y="17"/>
                    <a:pt x="68" y="17"/>
                  </a:cubicBezTo>
                  <a:cubicBezTo>
                    <a:pt x="69" y="20"/>
                    <a:pt x="69" y="20"/>
                    <a:pt x="69" y="20"/>
                  </a:cubicBezTo>
                  <a:cubicBezTo>
                    <a:pt x="66" y="22"/>
                    <a:pt x="66" y="22"/>
                    <a:pt x="66" y="22"/>
                  </a:cubicBezTo>
                  <a:cubicBezTo>
                    <a:pt x="66" y="22"/>
                    <a:pt x="65" y="23"/>
                    <a:pt x="66" y="24"/>
                  </a:cubicBezTo>
                  <a:cubicBezTo>
                    <a:pt x="67" y="29"/>
                    <a:pt x="67" y="29"/>
                    <a:pt x="67" y="29"/>
                  </a:cubicBezTo>
                  <a:cubicBezTo>
                    <a:pt x="67" y="30"/>
                    <a:pt x="67" y="30"/>
                    <a:pt x="68" y="30"/>
                  </a:cubicBezTo>
                  <a:cubicBezTo>
                    <a:pt x="73" y="32"/>
                    <a:pt x="73" y="32"/>
                    <a:pt x="73" y="32"/>
                  </a:cubicBezTo>
                  <a:cubicBezTo>
                    <a:pt x="73" y="34"/>
                    <a:pt x="73" y="34"/>
                    <a:pt x="73" y="34"/>
                  </a:cubicBezTo>
                  <a:cubicBezTo>
                    <a:pt x="73" y="34"/>
                    <a:pt x="72" y="34"/>
                    <a:pt x="72" y="34"/>
                  </a:cubicBezTo>
                  <a:cubicBezTo>
                    <a:pt x="69" y="34"/>
                    <a:pt x="66" y="36"/>
                    <a:pt x="66" y="39"/>
                  </a:cubicBezTo>
                  <a:cubicBezTo>
                    <a:pt x="65" y="41"/>
                    <a:pt x="65" y="43"/>
                    <a:pt x="66" y="44"/>
                  </a:cubicBezTo>
                  <a:cubicBezTo>
                    <a:pt x="67" y="45"/>
                    <a:pt x="68" y="46"/>
                    <a:pt x="69" y="47"/>
                  </a:cubicBezTo>
                  <a:cubicBezTo>
                    <a:pt x="67" y="49"/>
                    <a:pt x="67" y="49"/>
                    <a:pt x="67" y="49"/>
                  </a:cubicBezTo>
                  <a:cubicBezTo>
                    <a:pt x="65" y="47"/>
                    <a:pt x="65" y="47"/>
                    <a:pt x="65" y="47"/>
                  </a:cubicBezTo>
                  <a:cubicBezTo>
                    <a:pt x="64" y="46"/>
                    <a:pt x="64" y="46"/>
                    <a:pt x="64" y="46"/>
                  </a:cubicBezTo>
                  <a:cubicBezTo>
                    <a:pt x="63" y="46"/>
                    <a:pt x="63" y="46"/>
                    <a:pt x="63" y="47"/>
                  </a:cubicBezTo>
                  <a:cubicBezTo>
                    <a:pt x="57" y="51"/>
                    <a:pt x="57" y="51"/>
                    <a:pt x="57" y="51"/>
                  </a:cubicBezTo>
                  <a:cubicBezTo>
                    <a:pt x="57" y="52"/>
                    <a:pt x="57" y="52"/>
                    <a:pt x="57" y="53"/>
                  </a:cubicBezTo>
                  <a:cubicBezTo>
                    <a:pt x="59" y="58"/>
                    <a:pt x="59" y="58"/>
                    <a:pt x="59" y="58"/>
                  </a:cubicBezTo>
                  <a:cubicBezTo>
                    <a:pt x="59" y="58"/>
                    <a:pt x="58" y="59"/>
                    <a:pt x="58" y="59"/>
                  </a:cubicBezTo>
                  <a:cubicBezTo>
                    <a:pt x="57" y="59"/>
                    <a:pt x="57" y="58"/>
                    <a:pt x="56" y="58"/>
                  </a:cubicBezTo>
                  <a:cubicBezTo>
                    <a:pt x="56" y="58"/>
                    <a:pt x="55" y="57"/>
                    <a:pt x="55" y="57"/>
                  </a:cubicBezTo>
                  <a:cubicBezTo>
                    <a:pt x="54" y="56"/>
                    <a:pt x="53" y="56"/>
                    <a:pt x="52" y="55"/>
                  </a:cubicBezTo>
                  <a:cubicBezTo>
                    <a:pt x="52" y="55"/>
                    <a:pt x="51" y="55"/>
                    <a:pt x="50" y="55"/>
                  </a:cubicBezTo>
                  <a:cubicBezTo>
                    <a:pt x="49" y="55"/>
                    <a:pt x="47" y="55"/>
                    <a:pt x="46" y="56"/>
                  </a:cubicBezTo>
                  <a:cubicBezTo>
                    <a:pt x="45" y="57"/>
                    <a:pt x="44" y="60"/>
                    <a:pt x="44" y="61"/>
                  </a:cubicBezTo>
                  <a:cubicBezTo>
                    <a:pt x="44" y="62"/>
                    <a:pt x="44" y="62"/>
                    <a:pt x="44" y="62"/>
                  </a:cubicBezTo>
                  <a:cubicBezTo>
                    <a:pt x="43" y="62"/>
                    <a:pt x="42" y="61"/>
                    <a:pt x="42" y="61"/>
                  </a:cubicBezTo>
                  <a:cubicBezTo>
                    <a:pt x="42" y="60"/>
                    <a:pt x="42" y="60"/>
                    <a:pt x="42" y="60"/>
                  </a:cubicBezTo>
                  <a:cubicBezTo>
                    <a:pt x="42" y="59"/>
                    <a:pt x="42" y="59"/>
                    <a:pt x="42" y="58"/>
                  </a:cubicBezTo>
                  <a:cubicBezTo>
                    <a:pt x="41" y="57"/>
                    <a:pt x="40" y="55"/>
                    <a:pt x="38" y="55"/>
                  </a:cubicBezTo>
                  <a:cubicBezTo>
                    <a:pt x="36" y="54"/>
                    <a:pt x="35" y="54"/>
                    <a:pt x="33" y="54"/>
                  </a:cubicBezTo>
                  <a:cubicBezTo>
                    <a:pt x="33" y="54"/>
                    <a:pt x="33" y="54"/>
                    <a:pt x="33" y="54"/>
                  </a:cubicBezTo>
                  <a:cubicBezTo>
                    <a:pt x="33" y="54"/>
                    <a:pt x="32" y="55"/>
                    <a:pt x="32" y="55"/>
                  </a:cubicBezTo>
                  <a:cubicBezTo>
                    <a:pt x="32" y="56"/>
                    <a:pt x="31" y="57"/>
                    <a:pt x="30" y="58"/>
                  </a:cubicBezTo>
                  <a:cubicBezTo>
                    <a:pt x="30" y="58"/>
                    <a:pt x="29" y="58"/>
                    <a:pt x="29" y="58"/>
                  </a:cubicBezTo>
                  <a:cubicBezTo>
                    <a:pt x="28" y="58"/>
                    <a:pt x="28" y="58"/>
                    <a:pt x="27" y="57"/>
                  </a:cubicBezTo>
                  <a:cubicBezTo>
                    <a:pt x="29" y="52"/>
                    <a:pt x="29" y="52"/>
                    <a:pt x="29" y="52"/>
                  </a:cubicBezTo>
                  <a:cubicBezTo>
                    <a:pt x="29" y="52"/>
                    <a:pt x="29" y="52"/>
                    <a:pt x="29" y="52"/>
                  </a:cubicBezTo>
                  <a:cubicBezTo>
                    <a:pt x="29" y="50"/>
                    <a:pt x="28" y="49"/>
                    <a:pt x="27" y="48"/>
                  </a:cubicBezTo>
                  <a:cubicBezTo>
                    <a:pt x="27" y="49"/>
                    <a:pt x="26" y="50"/>
                    <a:pt x="25" y="51"/>
                  </a:cubicBezTo>
                  <a:cubicBezTo>
                    <a:pt x="26" y="51"/>
                    <a:pt x="26" y="51"/>
                    <a:pt x="26" y="52"/>
                  </a:cubicBezTo>
                  <a:cubicBezTo>
                    <a:pt x="24" y="57"/>
                    <a:pt x="24" y="57"/>
                    <a:pt x="24" y="57"/>
                  </a:cubicBezTo>
                  <a:cubicBezTo>
                    <a:pt x="24" y="58"/>
                    <a:pt x="24" y="58"/>
                    <a:pt x="25" y="59"/>
                  </a:cubicBezTo>
                  <a:cubicBezTo>
                    <a:pt x="26" y="60"/>
                    <a:pt x="27" y="61"/>
                    <a:pt x="29" y="61"/>
                  </a:cubicBezTo>
                  <a:cubicBezTo>
                    <a:pt x="30" y="61"/>
                    <a:pt x="30" y="61"/>
                    <a:pt x="31" y="60"/>
                  </a:cubicBezTo>
                  <a:cubicBezTo>
                    <a:pt x="31" y="60"/>
                    <a:pt x="31" y="60"/>
                    <a:pt x="31" y="60"/>
                  </a:cubicBezTo>
                  <a:cubicBezTo>
                    <a:pt x="31" y="61"/>
                    <a:pt x="31" y="61"/>
                    <a:pt x="31" y="61"/>
                  </a:cubicBezTo>
                  <a:cubicBezTo>
                    <a:pt x="29" y="68"/>
                    <a:pt x="29" y="68"/>
                    <a:pt x="29" y="68"/>
                  </a:cubicBezTo>
                  <a:cubicBezTo>
                    <a:pt x="29" y="68"/>
                    <a:pt x="29" y="68"/>
                    <a:pt x="29" y="68"/>
                  </a:cubicBezTo>
                  <a:cubicBezTo>
                    <a:pt x="28" y="68"/>
                    <a:pt x="27" y="67"/>
                    <a:pt x="27" y="67"/>
                  </a:cubicBezTo>
                  <a:cubicBezTo>
                    <a:pt x="26" y="67"/>
                    <a:pt x="26" y="66"/>
                    <a:pt x="25" y="66"/>
                  </a:cubicBezTo>
                  <a:cubicBezTo>
                    <a:pt x="25" y="65"/>
                    <a:pt x="24" y="64"/>
                    <a:pt x="23" y="64"/>
                  </a:cubicBezTo>
                  <a:cubicBezTo>
                    <a:pt x="23" y="64"/>
                    <a:pt x="22" y="64"/>
                    <a:pt x="22" y="64"/>
                  </a:cubicBezTo>
                  <a:cubicBezTo>
                    <a:pt x="22" y="65"/>
                    <a:pt x="23" y="66"/>
                    <a:pt x="23" y="67"/>
                  </a:cubicBezTo>
                  <a:cubicBezTo>
                    <a:pt x="23" y="67"/>
                    <a:pt x="23" y="68"/>
                    <a:pt x="23" y="68"/>
                  </a:cubicBezTo>
                  <a:cubicBezTo>
                    <a:pt x="24" y="68"/>
                    <a:pt x="24" y="69"/>
                    <a:pt x="25" y="69"/>
                  </a:cubicBezTo>
                  <a:cubicBezTo>
                    <a:pt x="26" y="70"/>
                    <a:pt x="27" y="71"/>
                    <a:pt x="29" y="71"/>
                  </a:cubicBezTo>
                  <a:cubicBezTo>
                    <a:pt x="29" y="71"/>
                    <a:pt x="30" y="70"/>
                    <a:pt x="31" y="70"/>
                  </a:cubicBezTo>
                  <a:cubicBezTo>
                    <a:pt x="31" y="69"/>
                    <a:pt x="31" y="69"/>
                    <a:pt x="31" y="69"/>
                  </a:cubicBezTo>
                  <a:cubicBezTo>
                    <a:pt x="33" y="62"/>
                    <a:pt x="33" y="62"/>
                    <a:pt x="33" y="62"/>
                  </a:cubicBezTo>
                  <a:cubicBezTo>
                    <a:pt x="33" y="62"/>
                    <a:pt x="34" y="62"/>
                    <a:pt x="34" y="62"/>
                  </a:cubicBezTo>
                  <a:cubicBezTo>
                    <a:pt x="34" y="62"/>
                    <a:pt x="35" y="62"/>
                    <a:pt x="36" y="63"/>
                  </a:cubicBezTo>
                  <a:cubicBezTo>
                    <a:pt x="36" y="64"/>
                    <a:pt x="37" y="65"/>
                    <a:pt x="37" y="65"/>
                  </a:cubicBezTo>
                  <a:cubicBezTo>
                    <a:pt x="37" y="66"/>
                    <a:pt x="38" y="67"/>
                    <a:pt x="38" y="68"/>
                  </a:cubicBezTo>
                  <a:cubicBezTo>
                    <a:pt x="39" y="69"/>
                    <a:pt x="41" y="71"/>
                    <a:pt x="43" y="71"/>
                  </a:cubicBezTo>
                  <a:cubicBezTo>
                    <a:pt x="43" y="71"/>
                    <a:pt x="43" y="71"/>
                    <a:pt x="44" y="71"/>
                  </a:cubicBezTo>
                  <a:cubicBezTo>
                    <a:pt x="44" y="70"/>
                    <a:pt x="45" y="70"/>
                    <a:pt x="45" y="69"/>
                  </a:cubicBezTo>
                  <a:cubicBezTo>
                    <a:pt x="45" y="68"/>
                    <a:pt x="45" y="68"/>
                    <a:pt x="45" y="67"/>
                  </a:cubicBezTo>
                  <a:cubicBezTo>
                    <a:pt x="46" y="67"/>
                    <a:pt x="47" y="67"/>
                    <a:pt x="47" y="67"/>
                  </a:cubicBezTo>
                  <a:cubicBezTo>
                    <a:pt x="48" y="67"/>
                    <a:pt x="48" y="67"/>
                    <a:pt x="48" y="67"/>
                  </a:cubicBezTo>
                  <a:cubicBezTo>
                    <a:pt x="49" y="67"/>
                    <a:pt x="49" y="68"/>
                    <a:pt x="49" y="69"/>
                  </a:cubicBezTo>
                  <a:cubicBezTo>
                    <a:pt x="49" y="69"/>
                    <a:pt x="49" y="70"/>
                    <a:pt x="49" y="71"/>
                  </a:cubicBezTo>
                  <a:cubicBezTo>
                    <a:pt x="48" y="71"/>
                    <a:pt x="48" y="71"/>
                    <a:pt x="48" y="72"/>
                  </a:cubicBezTo>
                  <a:cubicBezTo>
                    <a:pt x="48" y="72"/>
                    <a:pt x="48" y="73"/>
                    <a:pt x="48" y="73"/>
                  </a:cubicBezTo>
                  <a:cubicBezTo>
                    <a:pt x="52" y="77"/>
                    <a:pt x="52" y="77"/>
                    <a:pt x="52" y="77"/>
                  </a:cubicBezTo>
                  <a:cubicBezTo>
                    <a:pt x="53" y="77"/>
                    <a:pt x="53" y="78"/>
                    <a:pt x="53" y="78"/>
                  </a:cubicBezTo>
                  <a:cubicBezTo>
                    <a:pt x="53" y="78"/>
                    <a:pt x="54" y="78"/>
                    <a:pt x="54" y="78"/>
                  </a:cubicBezTo>
                  <a:cubicBezTo>
                    <a:pt x="57" y="76"/>
                    <a:pt x="57" y="76"/>
                    <a:pt x="57" y="76"/>
                  </a:cubicBezTo>
                  <a:cubicBezTo>
                    <a:pt x="59" y="79"/>
                    <a:pt x="59" y="79"/>
                    <a:pt x="59" y="79"/>
                  </a:cubicBezTo>
                  <a:cubicBezTo>
                    <a:pt x="56" y="81"/>
                    <a:pt x="56" y="81"/>
                    <a:pt x="56" y="81"/>
                  </a:cubicBezTo>
                  <a:cubicBezTo>
                    <a:pt x="56" y="81"/>
                    <a:pt x="55" y="82"/>
                    <a:pt x="55" y="83"/>
                  </a:cubicBezTo>
                  <a:cubicBezTo>
                    <a:pt x="57" y="88"/>
                    <a:pt x="57" y="88"/>
                    <a:pt x="57" y="88"/>
                  </a:cubicBezTo>
                  <a:cubicBezTo>
                    <a:pt x="57" y="89"/>
                    <a:pt x="57" y="89"/>
                    <a:pt x="58" y="89"/>
                  </a:cubicBezTo>
                  <a:cubicBezTo>
                    <a:pt x="63" y="91"/>
                    <a:pt x="63" y="91"/>
                    <a:pt x="63" y="91"/>
                  </a:cubicBezTo>
                  <a:cubicBezTo>
                    <a:pt x="63" y="93"/>
                    <a:pt x="63" y="93"/>
                    <a:pt x="63" y="93"/>
                  </a:cubicBezTo>
                  <a:cubicBezTo>
                    <a:pt x="62" y="93"/>
                    <a:pt x="62" y="93"/>
                    <a:pt x="62" y="93"/>
                  </a:cubicBezTo>
                  <a:cubicBezTo>
                    <a:pt x="59" y="93"/>
                    <a:pt x="56" y="95"/>
                    <a:pt x="56" y="98"/>
                  </a:cubicBezTo>
                  <a:cubicBezTo>
                    <a:pt x="55" y="100"/>
                    <a:pt x="55" y="102"/>
                    <a:pt x="56" y="103"/>
                  </a:cubicBezTo>
                  <a:cubicBezTo>
                    <a:pt x="57" y="104"/>
                    <a:pt x="58" y="105"/>
                    <a:pt x="59" y="106"/>
                  </a:cubicBezTo>
                  <a:cubicBezTo>
                    <a:pt x="57" y="108"/>
                    <a:pt x="57" y="108"/>
                    <a:pt x="57" y="108"/>
                  </a:cubicBezTo>
                  <a:cubicBezTo>
                    <a:pt x="54" y="106"/>
                    <a:pt x="54" y="106"/>
                    <a:pt x="54" y="106"/>
                  </a:cubicBezTo>
                  <a:cubicBezTo>
                    <a:pt x="54" y="105"/>
                    <a:pt x="54" y="105"/>
                    <a:pt x="53" y="105"/>
                  </a:cubicBezTo>
                  <a:cubicBezTo>
                    <a:pt x="53" y="105"/>
                    <a:pt x="53" y="105"/>
                    <a:pt x="52" y="106"/>
                  </a:cubicBezTo>
                  <a:cubicBezTo>
                    <a:pt x="47" y="110"/>
                    <a:pt x="47" y="110"/>
                    <a:pt x="47" y="110"/>
                  </a:cubicBezTo>
                  <a:cubicBezTo>
                    <a:pt x="47" y="111"/>
                    <a:pt x="47" y="112"/>
                    <a:pt x="47" y="112"/>
                  </a:cubicBezTo>
                  <a:cubicBezTo>
                    <a:pt x="49" y="117"/>
                    <a:pt x="49" y="117"/>
                    <a:pt x="49" y="117"/>
                  </a:cubicBezTo>
                  <a:cubicBezTo>
                    <a:pt x="49" y="118"/>
                    <a:pt x="48" y="118"/>
                    <a:pt x="48" y="118"/>
                  </a:cubicBezTo>
                  <a:cubicBezTo>
                    <a:pt x="47" y="118"/>
                    <a:pt x="47" y="117"/>
                    <a:pt x="46" y="117"/>
                  </a:cubicBezTo>
                  <a:cubicBezTo>
                    <a:pt x="46" y="117"/>
                    <a:pt x="45" y="116"/>
                    <a:pt x="45" y="116"/>
                  </a:cubicBezTo>
                  <a:cubicBezTo>
                    <a:pt x="44" y="115"/>
                    <a:pt x="43" y="115"/>
                    <a:pt x="42" y="114"/>
                  </a:cubicBezTo>
                  <a:cubicBezTo>
                    <a:pt x="41" y="114"/>
                    <a:pt x="41" y="114"/>
                    <a:pt x="40" y="114"/>
                  </a:cubicBezTo>
                  <a:cubicBezTo>
                    <a:pt x="38" y="114"/>
                    <a:pt x="37" y="114"/>
                    <a:pt x="36" y="115"/>
                  </a:cubicBezTo>
                  <a:cubicBezTo>
                    <a:pt x="35" y="117"/>
                    <a:pt x="34" y="119"/>
                    <a:pt x="34" y="120"/>
                  </a:cubicBezTo>
                  <a:cubicBezTo>
                    <a:pt x="33" y="121"/>
                    <a:pt x="33" y="121"/>
                    <a:pt x="33" y="121"/>
                  </a:cubicBezTo>
                  <a:cubicBezTo>
                    <a:pt x="33" y="121"/>
                    <a:pt x="32" y="120"/>
                    <a:pt x="32" y="120"/>
                  </a:cubicBezTo>
                  <a:cubicBezTo>
                    <a:pt x="32" y="119"/>
                    <a:pt x="32" y="119"/>
                    <a:pt x="32" y="119"/>
                  </a:cubicBezTo>
                  <a:cubicBezTo>
                    <a:pt x="32" y="118"/>
                    <a:pt x="32" y="118"/>
                    <a:pt x="31" y="117"/>
                  </a:cubicBezTo>
                  <a:cubicBezTo>
                    <a:pt x="31" y="116"/>
                    <a:pt x="30" y="114"/>
                    <a:pt x="28" y="114"/>
                  </a:cubicBezTo>
                  <a:cubicBezTo>
                    <a:pt x="26" y="113"/>
                    <a:pt x="25" y="113"/>
                    <a:pt x="23" y="113"/>
                  </a:cubicBezTo>
                  <a:cubicBezTo>
                    <a:pt x="23" y="113"/>
                    <a:pt x="23" y="113"/>
                    <a:pt x="23" y="113"/>
                  </a:cubicBezTo>
                  <a:cubicBezTo>
                    <a:pt x="23" y="113"/>
                    <a:pt x="22" y="114"/>
                    <a:pt x="22" y="114"/>
                  </a:cubicBezTo>
                  <a:cubicBezTo>
                    <a:pt x="22" y="115"/>
                    <a:pt x="21" y="116"/>
                    <a:pt x="20" y="117"/>
                  </a:cubicBezTo>
                  <a:cubicBezTo>
                    <a:pt x="19" y="117"/>
                    <a:pt x="19" y="117"/>
                    <a:pt x="19" y="117"/>
                  </a:cubicBezTo>
                  <a:cubicBezTo>
                    <a:pt x="18" y="117"/>
                    <a:pt x="18" y="117"/>
                    <a:pt x="17" y="116"/>
                  </a:cubicBezTo>
                  <a:cubicBezTo>
                    <a:pt x="18" y="111"/>
                    <a:pt x="18" y="111"/>
                    <a:pt x="18" y="111"/>
                  </a:cubicBezTo>
                  <a:cubicBezTo>
                    <a:pt x="19" y="111"/>
                    <a:pt x="19" y="111"/>
                    <a:pt x="19" y="111"/>
                  </a:cubicBezTo>
                  <a:cubicBezTo>
                    <a:pt x="18" y="108"/>
                    <a:pt x="16" y="106"/>
                    <a:pt x="14" y="105"/>
                  </a:cubicBezTo>
                  <a:cubicBezTo>
                    <a:pt x="13" y="105"/>
                    <a:pt x="12" y="105"/>
                    <a:pt x="12" y="105"/>
                  </a:cubicBezTo>
                  <a:cubicBezTo>
                    <a:pt x="10" y="105"/>
                    <a:pt x="9" y="105"/>
                    <a:pt x="8" y="106"/>
                  </a:cubicBezTo>
                  <a:cubicBezTo>
                    <a:pt x="7" y="105"/>
                    <a:pt x="7" y="105"/>
                    <a:pt x="8" y="105"/>
                  </a:cubicBezTo>
                  <a:cubicBezTo>
                    <a:pt x="8" y="104"/>
                    <a:pt x="8" y="103"/>
                    <a:pt x="9" y="103"/>
                  </a:cubicBezTo>
                  <a:cubicBezTo>
                    <a:pt x="9" y="102"/>
                    <a:pt x="9" y="102"/>
                    <a:pt x="9" y="102"/>
                  </a:cubicBezTo>
                  <a:cubicBezTo>
                    <a:pt x="11" y="100"/>
                    <a:pt x="11" y="99"/>
                    <a:pt x="11" y="98"/>
                  </a:cubicBezTo>
                  <a:cubicBezTo>
                    <a:pt x="11" y="96"/>
                    <a:pt x="10" y="94"/>
                    <a:pt x="8" y="94"/>
                  </a:cubicBezTo>
                  <a:cubicBezTo>
                    <a:pt x="7" y="93"/>
                    <a:pt x="7" y="93"/>
                    <a:pt x="6" y="93"/>
                  </a:cubicBezTo>
                  <a:cubicBezTo>
                    <a:pt x="5" y="93"/>
                    <a:pt x="5" y="92"/>
                    <a:pt x="4" y="92"/>
                  </a:cubicBezTo>
                  <a:cubicBezTo>
                    <a:pt x="3" y="91"/>
                    <a:pt x="3" y="91"/>
                    <a:pt x="3" y="90"/>
                  </a:cubicBezTo>
                  <a:cubicBezTo>
                    <a:pt x="4" y="90"/>
                    <a:pt x="4" y="90"/>
                    <a:pt x="5" y="90"/>
                  </a:cubicBezTo>
                  <a:cubicBezTo>
                    <a:pt x="6" y="89"/>
                    <a:pt x="8" y="89"/>
                    <a:pt x="9" y="88"/>
                  </a:cubicBezTo>
                  <a:cubicBezTo>
                    <a:pt x="9" y="87"/>
                    <a:pt x="10" y="86"/>
                    <a:pt x="10" y="85"/>
                  </a:cubicBezTo>
                  <a:cubicBezTo>
                    <a:pt x="10" y="84"/>
                    <a:pt x="11" y="84"/>
                    <a:pt x="11" y="83"/>
                  </a:cubicBezTo>
                  <a:cubicBezTo>
                    <a:pt x="11" y="83"/>
                    <a:pt x="11" y="83"/>
                    <a:pt x="11" y="83"/>
                  </a:cubicBezTo>
                  <a:cubicBezTo>
                    <a:pt x="10" y="83"/>
                    <a:pt x="10" y="82"/>
                    <a:pt x="9" y="81"/>
                  </a:cubicBezTo>
                  <a:cubicBezTo>
                    <a:pt x="10" y="80"/>
                    <a:pt x="10" y="80"/>
                    <a:pt x="10" y="80"/>
                  </a:cubicBezTo>
                  <a:cubicBezTo>
                    <a:pt x="10" y="80"/>
                    <a:pt x="10" y="80"/>
                    <a:pt x="10" y="80"/>
                  </a:cubicBezTo>
                  <a:cubicBezTo>
                    <a:pt x="9" y="80"/>
                    <a:pt x="9" y="79"/>
                    <a:pt x="9" y="79"/>
                  </a:cubicBezTo>
                  <a:cubicBezTo>
                    <a:pt x="8" y="78"/>
                    <a:pt x="8" y="77"/>
                    <a:pt x="9" y="76"/>
                  </a:cubicBezTo>
                  <a:cubicBezTo>
                    <a:pt x="9" y="76"/>
                    <a:pt x="10" y="75"/>
                    <a:pt x="11" y="75"/>
                  </a:cubicBezTo>
                  <a:cubicBezTo>
                    <a:pt x="11" y="75"/>
                    <a:pt x="11" y="75"/>
                    <a:pt x="11" y="75"/>
                  </a:cubicBezTo>
                  <a:cubicBezTo>
                    <a:pt x="11" y="74"/>
                    <a:pt x="12" y="74"/>
                    <a:pt x="12" y="73"/>
                  </a:cubicBezTo>
                  <a:cubicBezTo>
                    <a:pt x="12" y="73"/>
                    <a:pt x="11" y="73"/>
                    <a:pt x="11" y="73"/>
                  </a:cubicBezTo>
                  <a:cubicBezTo>
                    <a:pt x="9" y="73"/>
                    <a:pt x="7" y="73"/>
                    <a:pt x="6" y="75"/>
                  </a:cubicBezTo>
                  <a:cubicBezTo>
                    <a:pt x="5" y="77"/>
                    <a:pt x="5" y="79"/>
                    <a:pt x="6" y="80"/>
                  </a:cubicBezTo>
                  <a:cubicBezTo>
                    <a:pt x="7" y="81"/>
                    <a:pt x="7" y="82"/>
                    <a:pt x="8" y="82"/>
                  </a:cubicBezTo>
                  <a:cubicBezTo>
                    <a:pt x="8" y="83"/>
                    <a:pt x="8" y="84"/>
                    <a:pt x="7" y="84"/>
                  </a:cubicBezTo>
                  <a:cubicBezTo>
                    <a:pt x="7" y="85"/>
                    <a:pt x="7" y="86"/>
                    <a:pt x="7" y="86"/>
                  </a:cubicBezTo>
                  <a:cubicBezTo>
                    <a:pt x="6" y="86"/>
                    <a:pt x="5" y="87"/>
                    <a:pt x="5" y="87"/>
                  </a:cubicBezTo>
                  <a:cubicBezTo>
                    <a:pt x="4" y="87"/>
                    <a:pt x="2" y="87"/>
                    <a:pt x="1" y="89"/>
                  </a:cubicBezTo>
                  <a:cubicBezTo>
                    <a:pt x="0" y="91"/>
                    <a:pt x="1" y="93"/>
                    <a:pt x="2" y="94"/>
                  </a:cubicBezTo>
                  <a:cubicBezTo>
                    <a:pt x="3" y="95"/>
                    <a:pt x="4" y="95"/>
                    <a:pt x="5" y="96"/>
                  </a:cubicBezTo>
                  <a:cubicBezTo>
                    <a:pt x="6" y="96"/>
                    <a:pt x="6" y="96"/>
                    <a:pt x="6" y="96"/>
                  </a:cubicBezTo>
                  <a:cubicBezTo>
                    <a:pt x="7" y="96"/>
                    <a:pt x="8" y="97"/>
                    <a:pt x="8" y="98"/>
                  </a:cubicBezTo>
                  <a:cubicBezTo>
                    <a:pt x="8" y="99"/>
                    <a:pt x="8" y="99"/>
                    <a:pt x="7" y="100"/>
                  </a:cubicBezTo>
                  <a:cubicBezTo>
                    <a:pt x="7" y="101"/>
                    <a:pt x="7" y="101"/>
                    <a:pt x="7" y="101"/>
                  </a:cubicBezTo>
                  <a:cubicBezTo>
                    <a:pt x="6" y="102"/>
                    <a:pt x="5" y="102"/>
                    <a:pt x="5" y="104"/>
                  </a:cubicBezTo>
                  <a:cubicBezTo>
                    <a:pt x="4" y="105"/>
                    <a:pt x="5" y="108"/>
                    <a:pt x="7" y="108"/>
                  </a:cubicBezTo>
                  <a:cubicBezTo>
                    <a:pt x="8" y="109"/>
                    <a:pt x="8" y="109"/>
                    <a:pt x="8" y="109"/>
                  </a:cubicBezTo>
                  <a:cubicBezTo>
                    <a:pt x="9" y="108"/>
                    <a:pt x="10" y="108"/>
                    <a:pt x="11" y="108"/>
                  </a:cubicBezTo>
                  <a:cubicBezTo>
                    <a:pt x="12" y="108"/>
                    <a:pt x="12" y="108"/>
                    <a:pt x="13" y="108"/>
                  </a:cubicBezTo>
                  <a:cubicBezTo>
                    <a:pt x="14" y="108"/>
                    <a:pt x="16" y="109"/>
                    <a:pt x="16" y="111"/>
                  </a:cubicBezTo>
                  <a:cubicBezTo>
                    <a:pt x="14" y="116"/>
                    <a:pt x="14" y="116"/>
                    <a:pt x="14" y="116"/>
                  </a:cubicBezTo>
                  <a:cubicBezTo>
                    <a:pt x="14" y="117"/>
                    <a:pt x="14" y="117"/>
                    <a:pt x="14" y="118"/>
                  </a:cubicBezTo>
                  <a:cubicBezTo>
                    <a:pt x="16" y="119"/>
                    <a:pt x="17" y="120"/>
                    <a:pt x="19" y="120"/>
                  </a:cubicBezTo>
                  <a:cubicBezTo>
                    <a:pt x="19" y="120"/>
                    <a:pt x="20" y="120"/>
                    <a:pt x="20" y="119"/>
                  </a:cubicBezTo>
                  <a:cubicBezTo>
                    <a:pt x="22" y="119"/>
                    <a:pt x="24" y="118"/>
                    <a:pt x="24" y="116"/>
                  </a:cubicBezTo>
                  <a:cubicBezTo>
                    <a:pt x="25" y="116"/>
                    <a:pt x="26" y="116"/>
                    <a:pt x="27" y="116"/>
                  </a:cubicBezTo>
                  <a:cubicBezTo>
                    <a:pt x="28" y="117"/>
                    <a:pt x="29" y="117"/>
                    <a:pt x="29" y="118"/>
                  </a:cubicBezTo>
                  <a:cubicBezTo>
                    <a:pt x="29" y="119"/>
                    <a:pt x="29" y="119"/>
                    <a:pt x="29" y="119"/>
                  </a:cubicBezTo>
                  <a:cubicBezTo>
                    <a:pt x="29" y="119"/>
                    <a:pt x="29" y="120"/>
                    <a:pt x="29" y="120"/>
                  </a:cubicBezTo>
                  <a:cubicBezTo>
                    <a:pt x="29" y="122"/>
                    <a:pt x="31" y="123"/>
                    <a:pt x="33" y="123"/>
                  </a:cubicBezTo>
                  <a:cubicBezTo>
                    <a:pt x="33" y="123"/>
                    <a:pt x="33" y="123"/>
                    <a:pt x="34" y="122"/>
                  </a:cubicBezTo>
                  <a:cubicBezTo>
                    <a:pt x="34" y="122"/>
                    <a:pt x="34" y="122"/>
                    <a:pt x="35" y="122"/>
                  </a:cubicBezTo>
                  <a:cubicBezTo>
                    <a:pt x="35" y="122"/>
                    <a:pt x="35" y="122"/>
                    <a:pt x="35" y="122"/>
                  </a:cubicBezTo>
                  <a:cubicBezTo>
                    <a:pt x="35" y="122"/>
                    <a:pt x="36" y="122"/>
                    <a:pt x="36" y="123"/>
                  </a:cubicBezTo>
                  <a:cubicBezTo>
                    <a:pt x="36" y="122"/>
                    <a:pt x="37" y="122"/>
                    <a:pt x="37" y="122"/>
                  </a:cubicBezTo>
                  <a:cubicBezTo>
                    <a:pt x="37" y="121"/>
                    <a:pt x="37" y="121"/>
                    <a:pt x="37" y="120"/>
                  </a:cubicBezTo>
                  <a:cubicBezTo>
                    <a:pt x="37" y="119"/>
                    <a:pt x="37" y="118"/>
                    <a:pt x="38" y="117"/>
                  </a:cubicBezTo>
                  <a:cubicBezTo>
                    <a:pt x="38" y="117"/>
                    <a:pt x="39" y="117"/>
                    <a:pt x="40" y="117"/>
                  </a:cubicBezTo>
                  <a:cubicBezTo>
                    <a:pt x="40" y="117"/>
                    <a:pt x="41" y="117"/>
                    <a:pt x="41" y="117"/>
                  </a:cubicBezTo>
                  <a:cubicBezTo>
                    <a:pt x="42" y="117"/>
                    <a:pt x="42" y="118"/>
                    <a:pt x="43" y="118"/>
                  </a:cubicBezTo>
                  <a:cubicBezTo>
                    <a:pt x="43" y="119"/>
                    <a:pt x="44" y="119"/>
                    <a:pt x="45" y="120"/>
                  </a:cubicBezTo>
                  <a:cubicBezTo>
                    <a:pt x="46" y="120"/>
                    <a:pt x="47" y="120"/>
                    <a:pt x="48" y="120"/>
                  </a:cubicBezTo>
                  <a:cubicBezTo>
                    <a:pt x="49" y="120"/>
                    <a:pt x="51" y="120"/>
                    <a:pt x="52" y="119"/>
                  </a:cubicBezTo>
                  <a:cubicBezTo>
                    <a:pt x="52" y="119"/>
                    <a:pt x="53" y="118"/>
                    <a:pt x="52" y="117"/>
                  </a:cubicBezTo>
                  <a:cubicBezTo>
                    <a:pt x="50" y="112"/>
                    <a:pt x="50" y="112"/>
                    <a:pt x="50" y="112"/>
                  </a:cubicBezTo>
                  <a:cubicBezTo>
                    <a:pt x="53" y="109"/>
                    <a:pt x="53" y="109"/>
                    <a:pt x="53" y="109"/>
                  </a:cubicBezTo>
                  <a:cubicBezTo>
                    <a:pt x="56" y="111"/>
                    <a:pt x="56" y="111"/>
                    <a:pt x="56" y="111"/>
                  </a:cubicBezTo>
                  <a:cubicBezTo>
                    <a:pt x="57" y="111"/>
                    <a:pt x="57" y="112"/>
                    <a:pt x="57" y="112"/>
                  </a:cubicBezTo>
                  <a:cubicBezTo>
                    <a:pt x="57" y="112"/>
                    <a:pt x="57" y="112"/>
                    <a:pt x="57" y="112"/>
                  </a:cubicBezTo>
                  <a:cubicBezTo>
                    <a:pt x="58" y="112"/>
                    <a:pt x="58" y="111"/>
                    <a:pt x="58" y="111"/>
                  </a:cubicBezTo>
                  <a:cubicBezTo>
                    <a:pt x="62" y="106"/>
                    <a:pt x="62" y="106"/>
                    <a:pt x="62" y="106"/>
                  </a:cubicBezTo>
                  <a:cubicBezTo>
                    <a:pt x="62" y="105"/>
                    <a:pt x="62" y="105"/>
                    <a:pt x="62" y="105"/>
                  </a:cubicBezTo>
                  <a:cubicBezTo>
                    <a:pt x="62" y="104"/>
                    <a:pt x="62" y="104"/>
                    <a:pt x="61" y="104"/>
                  </a:cubicBezTo>
                  <a:cubicBezTo>
                    <a:pt x="60" y="104"/>
                    <a:pt x="59" y="103"/>
                    <a:pt x="59" y="102"/>
                  </a:cubicBezTo>
                  <a:cubicBezTo>
                    <a:pt x="58" y="101"/>
                    <a:pt x="58" y="100"/>
                    <a:pt x="58" y="99"/>
                  </a:cubicBezTo>
                  <a:cubicBezTo>
                    <a:pt x="59" y="97"/>
                    <a:pt x="60" y="96"/>
                    <a:pt x="62" y="96"/>
                  </a:cubicBezTo>
                  <a:cubicBezTo>
                    <a:pt x="63" y="96"/>
                    <a:pt x="63" y="96"/>
                    <a:pt x="64" y="96"/>
                  </a:cubicBezTo>
                  <a:cubicBezTo>
                    <a:pt x="64" y="96"/>
                    <a:pt x="64" y="96"/>
                    <a:pt x="64" y="96"/>
                  </a:cubicBezTo>
                  <a:cubicBezTo>
                    <a:pt x="64" y="96"/>
                    <a:pt x="65" y="96"/>
                    <a:pt x="65" y="96"/>
                  </a:cubicBezTo>
                  <a:cubicBezTo>
                    <a:pt x="65" y="96"/>
                    <a:pt x="65" y="95"/>
                    <a:pt x="65" y="95"/>
                  </a:cubicBezTo>
                  <a:cubicBezTo>
                    <a:pt x="65" y="90"/>
                    <a:pt x="65" y="90"/>
                    <a:pt x="65" y="90"/>
                  </a:cubicBezTo>
                  <a:cubicBezTo>
                    <a:pt x="65" y="89"/>
                    <a:pt x="65" y="89"/>
                    <a:pt x="64" y="88"/>
                  </a:cubicBezTo>
                  <a:cubicBezTo>
                    <a:pt x="59" y="87"/>
                    <a:pt x="59" y="87"/>
                    <a:pt x="59" y="87"/>
                  </a:cubicBezTo>
                  <a:cubicBezTo>
                    <a:pt x="58" y="83"/>
                    <a:pt x="58" y="83"/>
                    <a:pt x="58" y="83"/>
                  </a:cubicBezTo>
                  <a:cubicBezTo>
                    <a:pt x="62" y="81"/>
                    <a:pt x="62" y="81"/>
                    <a:pt x="62" y="81"/>
                  </a:cubicBezTo>
                  <a:cubicBezTo>
                    <a:pt x="62" y="81"/>
                    <a:pt x="63" y="80"/>
                    <a:pt x="62" y="79"/>
                  </a:cubicBezTo>
                  <a:cubicBezTo>
                    <a:pt x="59" y="74"/>
                    <a:pt x="59" y="74"/>
                    <a:pt x="59" y="74"/>
                  </a:cubicBezTo>
                  <a:cubicBezTo>
                    <a:pt x="59" y="74"/>
                    <a:pt x="59" y="73"/>
                    <a:pt x="58" y="73"/>
                  </a:cubicBezTo>
                  <a:cubicBezTo>
                    <a:pt x="58" y="73"/>
                    <a:pt x="58" y="73"/>
                    <a:pt x="58" y="73"/>
                  </a:cubicBezTo>
                  <a:cubicBezTo>
                    <a:pt x="54" y="75"/>
                    <a:pt x="54" y="75"/>
                    <a:pt x="54" y="75"/>
                  </a:cubicBezTo>
                  <a:cubicBezTo>
                    <a:pt x="51" y="72"/>
                    <a:pt x="51" y="72"/>
                    <a:pt x="51" y="72"/>
                  </a:cubicBezTo>
                  <a:cubicBezTo>
                    <a:pt x="52" y="71"/>
                    <a:pt x="52" y="70"/>
                    <a:pt x="52" y="68"/>
                  </a:cubicBezTo>
                  <a:cubicBezTo>
                    <a:pt x="52" y="67"/>
                    <a:pt x="51" y="65"/>
                    <a:pt x="49" y="64"/>
                  </a:cubicBezTo>
                  <a:cubicBezTo>
                    <a:pt x="49" y="64"/>
                    <a:pt x="48" y="64"/>
                    <a:pt x="47" y="64"/>
                  </a:cubicBezTo>
                  <a:cubicBezTo>
                    <a:pt x="46" y="64"/>
                    <a:pt x="44" y="64"/>
                    <a:pt x="43" y="66"/>
                  </a:cubicBezTo>
                  <a:cubicBezTo>
                    <a:pt x="43" y="66"/>
                    <a:pt x="42" y="67"/>
                    <a:pt x="42" y="68"/>
                  </a:cubicBezTo>
                  <a:cubicBezTo>
                    <a:pt x="41" y="68"/>
                    <a:pt x="41" y="67"/>
                    <a:pt x="40" y="66"/>
                  </a:cubicBezTo>
                  <a:cubicBezTo>
                    <a:pt x="40" y="66"/>
                    <a:pt x="40" y="65"/>
                    <a:pt x="39" y="64"/>
                  </a:cubicBezTo>
                  <a:cubicBezTo>
                    <a:pt x="39" y="63"/>
                    <a:pt x="39" y="62"/>
                    <a:pt x="38" y="61"/>
                  </a:cubicBezTo>
                  <a:cubicBezTo>
                    <a:pt x="37" y="60"/>
                    <a:pt x="35" y="59"/>
                    <a:pt x="34" y="59"/>
                  </a:cubicBezTo>
                  <a:cubicBezTo>
                    <a:pt x="33" y="59"/>
                    <a:pt x="33" y="59"/>
                    <a:pt x="32" y="60"/>
                  </a:cubicBezTo>
                  <a:cubicBezTo>
                    <a:pt x="33" y="59"/>
                    <a:pt x="34" y="58"/>
                    <a:pt x="34" y="57"/>
                  </a:cubicBezTo>
                  <a:cubicBezTo>
                    <a:pt x="35" y="57"/>
                    <a:pt x="36" y="57"/>
                    <a:pt x="37" y="57"/>
                  </a:cubicBezTo>
                  <a:cubicBezTo>
                    <a:pt x="38" y="58"/>
                    <a:pt x="39" y="58"/>
                    <a:pt x="39" y="59"/>
                  </a:cubicBezTo>
                  <a:cubicBezTo>
                    <a:pt x="39" y="60"/>
                    <a:pt x="39" y="60"/>
                    <a:pt x="39" y="60"/>
                  </a:cubicBezTo>
                  <a:cubicBezTo>
                    <a:pt x="39" y="60"/>
                    <a:pt x="39" y="61"/>
                    <a:pt x="39" y="61"/>
                  </a:cubicBezTo>
                  <a:cubicBezTo>
                    <a:pt x="40" y="63"/>
                    <a:pt x="41" y="64"/>
                    <a:pt x="44" y="64"/>
                  </a:cubicBezTo>
                  <a:cubicBezTo>
                    <a:pt x="45" y="64"/>
                    <a:pt x="46" y="64"/>
                    <a:pt x="47" y="63"/>
                  </a:cubicBezTo>
                  <a:cubicBezTo>
                    <a:pt x="47" y="62"/>
                    <a:pt x="47" y="62"/>
                    <a:pt x="47" y="61"/>
                  </a:cubicBezTo>
                  <a:cubicBezTo>
                    <a:pt x="47" y="60"/>
                    <a:pt x="47" y="59"/>
                    <a:pt x="48" y="58"/>
                  </a:cubicBezTo>
                  <a:cubicBezTo>
                    <a:pt x="48" y="58"/>
                    <a:pt x="49" y="57"/>
                    <a:pt x="50" y="57"/>
                  </a:cubicBezTo>
                  <a:cubicBezTo>
                    <a:pt x="50" y="57"/>
                    <a:pt x="51" y="58"/>
                    <a:pt x="51" y="58"/>
                  </a:cubicBezTo>
                  <a:cubicBezTo>
                    <a:pt x="52" y="58"/>
                    <a:pt x="52" y="58"/>
                    <a:pt x="53" y="59"/>
                  </a:cubicBezTo>
                  <a:cubicBezTo>
                    <a:pt x="53" y="60"/>
                    <a:pt x="54" y="60"/>
                    <a:pt x="55" y="61"/>
                  </a:cubicBezTo>
                  <a:cubicBezTo>
                    <a:pt x="56" y="61"/>
                    <a:pt x="57" y="61"/>
                    <a:pt x="58" y="61"/>
                  </a:cubicBezTo>
                  <a:cubicBezTo>
                    <a:pt x="59" y="61"/>
                    <a:pt x="61" y="61"/>
                    <a:pt x="62" y="60"/>
                  </a:cubicBezTo>
                  <a:cubicBezTo>
                    <a:pt x="62" y="60"/>
                    <a:pt x="63" y="59"/>
                    <a:pt x="62" y="58"/>
                  </a:cubicBezTo>
                  <a:cubicBezTo>
                    <a:pt x="60" y="53"/>
                    <a:pt x="60" y="53"/>
                    <a:pt x="60" y="53"/>
                  </a:cubicBezTo>
                  <a:cubicBezTo>
                    <a:pt x="64" y="50"/>
                    <a:pt x="64" y="50"/>
                    <a:pt x="64" y="50"/>
                  </a:cubicBezTo>
                  <a:cubicBezTo>
                    <a:pt x="66" y="52"/>
                    <a:pt x="66" y="52"/>
                    <a:pt x="66" y="52"/>
                  </a:cubicBezTo>
                  <a:cubicBezTo>
                    <a:pt x="65" y="52"/>
                    <a:pt x="64" y="53"/>
                    <a:pt x="63" y="54"/>
                  </a:cubicBezTo>
                  <a:cubicBezTo>
                    <a:pt x="62" y="55"/>
                    <a:pt x="62" y="57"/>
                    <a:pt x="63" y="59"/>
                  </a:cubicBezTo>
                  <a:cubicBezTo>
                    <a:pt x="64" y="60"/>
                    <a:pt x="64" y="61"/>
                    <a:pt x="65" y="61"/>
                  </a:cubicBezTo>
                  <a:cubicBezTo>
                    <a:pt x="65" y="62"/>
                    <a:pt x="65" y="63"/>
                    <a:pt x="64" y="63"/>
                  </a:cubicBezTo>
                  <a:cubicBezTo>
                    <a:pt x="64" y="64"/>
                    <a:pt x="64" y="65"/>
                    <a:pt x="63" y="65"/>
                  </a:cubicBezTo>
                  <a:cubicBezTo>
                    <a:pt x="63" y="65"/>
                    <a:pt x="62" y="66"/>
                    <a:pt x="62" y="66"/>
                  </a:cubicBezTo>
                  <a:cubicBezTo>
                    <a:pt x="60" y="66"/>
                    <a:pt x="59" y="66"/>
                    <a:pt x="58" y="68"/>
                  </a:cubicBezTo>
                  <a:cubicBezTo>
                    <a:pt x="57" y="69"/>
                    <a:pt x="58" y="72"/>
                    <a:pt x="59" y="73"/>
                  </a:cubicBezTo>
                  <a:cubicBezTo>
                    <a:pt x="60" y="74"/>
                    <a:pt x="61" y="74"/>
                    <a:pt x="62" y="75"/>
                  </a:cubicBezTo>
                  <a:cubicBezTo>
                    <a:pt x="63" y="75"/>
                    <a:pt x="63" y="75"/>
                    <a:pt x="63" y="75"/>
                  </a:cubicBezTo>
                  <a:cubicBezTo>
                    <a:pt x="64" y="75"/>
                    <a:pt x="65" y="76"/>
                    <a:pt x="65" y="77"/>
                  </a:cubicBezTo>
                  <a:cubicBezTo>
                    <a:pt x="65" y="77"/>
                    <a:pt x="65" y="78"/>
                    <a:pt x="64" y="79"/>
                  </a:cubicBezTo>
                  <a:cubicBezTo>
                    <a:pt x="64" y="80"/>
                    <a:pt x="64" y="80"/>
                    <a:pt x="64" y="80"/>
                  </a:cubicBezTo>
                  <a:cubicBezTo>
                    <a:pt x="63" y="80"/>
                    <a:pt x="62" y="81"/>
                    <a:pt x="62" y="82"/>
                  </a:cubicBezTo>
                  <a:cubicBezTo>
                    <a:pt x="61" y="84"/>
                    <a:pt x="62" y="86"/>
                    <a:pt x="63" y="87"/>
                  </a:cubicBezTo>
                  <a:cubicBezTo>
                    <a:pt x="64" y="87"/>
                    <a:pt x="64" y="87"/>
                    <a:pt x="64" y="87"/>
                  </a:cubicBezTo>
                  <a:cubicBezTo>
                    <a:pt x="66" y="87"/>
                    <a:pt x="67" y="87"/>
                    <a:pt x="68" y="87"/>
                  </a:cubicBezTo>
                  <a:cubicBezTo>
                    <a:pt x="69" y="87"/>
                    <a:pt x="69" y="87"/>
                    <a:pt x="70" y="87"/>
                  </a:cubicBezTo>
                  <a:cubicBezTo>
                    <a:pt x="71" y="87"/>
                    <a:pt x="72" y="88"/>
                    <a:pt x="73" y="90"/>
                  </a:cubicBezTo>
                  <a:cubicBezTo>
                    <a:pt x="71" y="95"/>
                    <a:pt x="71" y="95"/>
                    <a:pt x="71" y="95"/>
                  </a:cubicBezTo>
                  <a:cubicBezTo>
                    <a:pt x="71" y="96"/>
                    <a:pt x="71" y="96"/>
                    <a:pt x="71" y="97"/>
                  </a:cubicBezTo>
                  <a:cubicBezTo>
                    <a:pt x="72" y="98"/>
                    <a:pt x="74" y="99"/>
                    <a:pt x="76" y="99"/>
                  </a:cubicBezTo>
                  <a:cubicBezTo>
                    <a:pt x="76" y="99"/>
                    <a:pt x="77" y="99"/>
                    <a:pt x="77" y="98"/>
                  </a:cubicBezTo>
                  <a:cubicBezTo>
                    <a:pt x="79" y="98"/>
                    <a:pt x="80" y="97"/>
                    <a:pt x="81" y="95"/>
                  </a:cubicBezTo>
                  <a:cubicBezTo>
                    <a:pt x="82" y="95"/>
                    <a:pt x="83" y="95"/>
                    <a:pt x="84" y="95"/>
                  </a:cubicBezTo>
                  <a:cubicBezTo>
                    <a:pt x="84" y="96"/>
                    <a:pt x="85" y="96"/>
                    <a:pt x="86" y="97"/>
                  </a:cubicBezTo>
                  <a:cubicBezTo>
                    <a:pt x="86" y="98"/>
                    <a:pt x="86" y="98"/>
                    <a:pt x="86" y="98"/>
                  </a:cubicBezTo>
                  <a:cubicBezTo>
                    <a:pt x="86" y="98"/>
                    <a:pt x="86" y="99"/>
                    <a:pt x="86" y="99"/>
                  </a:cubicBezTo>
                  <a:cubicBezTo>
                    <a:pt x="86" y="101"/>
                    <a:pt x="88" y="102"/>
                    <a:pt x="90" y="102"/>
                  </a:cubicBezTo>
                  <a:cubicBezTo>
                    <a:pt x="92" y="102"/>
                    <a:pt x="93" y="102"/>
                    <a:pt x="94" y="101"/>
                  </a:cubicBezTo>
                  <a:cubicBezTo>
                    <a:pt x="94" y="100"/>
                    <a:pt x="94" y="100"/>
                    <a:pt x="94" y="99"/>
                  </a:cubicBezTo>
                  <a:cubicBezTo>
                    <a:pt x="94" y="98"/>
                    <a:pt x="94" y="97"/>
                    <a:pt x="95" y="96"/>
                  </a:cubicBezTo>
                  <a:cubicBezTo>
                    <a:pt x="95" y="96"/>
                    <a:pt x="96" y="95"/>
                    <a:pt x="97" y="95"/>
                  </a:cubicBezTo>
                  <a:cubicBezTo>
                    <a:pt x="97" y="95"/>
                    <a:pt x="98" y="96"/>
                    <a:pt x="98" y="96"/>
                  </a:cubicBezTo>
                  <a:cubicBezTo>
                    <a:pt x="98" y="96"/>
                    <a:pt x="99" y="96"/>
                    <a:pt x="100" y="97"/>
                  </a:cubicBezTo>
                  <a:cubicBezTo>
                    <a:pt x="100" y="98"/>
                    <a:pt x="101" y="98"/>
                    <a:pt x="102" y="99"/>
                  </a:cubicBezTo>
                  <a:cubicBezTo>
                    <a:pt x="103" y="99"/>
                    <a:pt x="104" y="99"/>
                    <a:pt x="105" y="99"/>
                  </a:cubicBezTo>
                  <a:cubicBezTo>
                    <a:pt x="106" y="99"/>
                    <a:pt x="108" y="99"/>
                    <a:pt x="109" y="98"/>
                  </a:cubicBezTo>
                  <a:cubicBezTo>
                    <a:pt x="109" y="98"/>
                    <a:pt x="109" y="97"/>
                    <a:pt x="109" y="96"/>
                  </a:cubicBezTo>
                  <a:cubicBezTo>
                    <a:pt x="107" y="91"/>
                    <a:pt x="107" y="91"/>
                    <a:pt x="107" y="91"/>
                  </a:cubicBezTo>
                  <a:cubicBezTo>
                    <a:pt x="110" y="87"/>
                    <a:pt x="110" y="87"/>
                    <a:pt x="110" y="87"/>
                  </a:cubicBezTo>
                  <a:cubicBezTo>
                    <a:pt x="113" y="90"/>
                    <a:pt x="113" y="90"/>
                    <a:pt x="113" y="90"/>
                  </a:cubicBezTo>
                  <a:cubicBezTo>
                    <a:pt x="113" y="90"/>
                    <a:pt x="114" y="90"/>
                    <a:pt x="114" y="90"/>
                  </a:cubicBezTo>
                  <a:cubicBezTo>
                    <a:pt x="114" y="90"/>
                    <a:pt x="114" y="90"/>
                    <a:pt x="114" y="90"/>
                  </a:cubicBezTo>
                  <a:cubicBezTo>
                    <a:pt x="115" y="90"/>
                    <a:pt x="115" y="90"/>
                    <a:pt x="115" y="90"/>
                  </a:cubicBezTo>
                  <a:cubicBezTo>
                    <a:pt x="119" y="85"/>
                    <a:pt x="119" y="85"/>
                    <a:pt x="119" y="85"/>
                  </a:cubicBezTo>
                  <a:cubicBezTo>
                    <a:pt x="119" y="84"/>
                    <a:pt x="119" y="84"/>
                    <a:pt x="119" y="83"/>
                  </a:cubicBezTo>
                  <a:cubicBezTo>
                    <a:pt x="119" y="83"/>
                    <a:pt x="119" y="83"/>
                    <a:pt x="118" y="83"/>
                  </a:cubicBezTo>
                  <a:cubicBezTo>
                    <a:pt x="117" y="82"/>
                    <a:pt x="116" y="82"/>
                    <a:pt x="116" y="81"/>
                  </a:cubicBezTo>
                  <a:cubicBezTo>
                    <a:pt x="115" y="80"/>
                    <a:pt x="115" y="79"/>
                    <a:pt x="115" y="78"/>
                  </a:cubicBezTo>
                  <a:cubicBezTo>
                    <a:pt x="116" y="76"/>
                    <a:pt x="117" y="75"/>
                    <a:pt x="119" y="75"/>
                  </a:cubicBezTo>
                  <a:cubicBezTo>
                    <a:pt x="120" y="75"/>
                    <a:pt x="120" y="75"/>
                    <a:pt x="120" y="75"/>
                  </a:cubicBezTo>
                  <a:cubicBezTo>
                    <a:pt x="121" y="75"/>
                    <a:pt x="121" y="75"/>
                    <a:pt x="121" y="75"/>
                  </a:cubicBezTo>
                  <a:cubicBezTo>
                    <a:pt x="121" y="75"/>
                    <a:pt x="121" y="75"/>
                    <a:pt x="122" y="75"/>
                  </a:cubicBezTo>
                  <a:cubicBezTo>
                    <a:pt x="122" y="75"/>
                    <a:pt x="122" y="74"/>
                    <a:pt x="122" y="74"/>
                  </a:cubicBezTo>
                  <a:cubicBezTo>
                    <a:pt x="122" y="69"/>
                    <a:pt x="122" y="69"/>
                    <a:pt x="122" y="69"/>
                  </a:cubicBezTo>
                  <a:cubicBezTo>
                    <a:pt x="122" y="68"/>
                    <a:pt x="122" y="67"/>
                    <a:pt x="121" y="67"/>
                  </a:cubicBezTo>
                  <a:cubicBezTo>
                    <a:pt x="116" y="66"/>
                    <a:pt x="116" y="66"/>
                    <a:pt x="116" y="66"/>
                  </a:cubicBezTo>
                  <a:cubicBezTo>
                    <a:pt x="115" y="62"/>
                    <a:pt x="115" y="62"/>
                    <a:pt x="115" y="62"/>
                  </a:cubicBezTo>
                  <a:cubicBezTo>
                    <a:pt x="118" y="60"/>
                    <a:pt x="118" y="60"/>
                    <a:pt x="118" y="60"/>
                  </a:cubicBezTo>
                  <a:cubicBezTo>
                    <a:pt x="119" y="60"/>
                    <a:pt x="119" y="59"/>
                    <a:pt x="119" y="58"/>
                  </a:cubicBezTo>
                  <a:cubicBezTo>
                    <a:pt x="116" y="53"/>
                    <a:pt x="116" y="53"/>
                    <a:pt x="116" y="53"/>
                  </a:cubicBezTo>
                  <a:cubicBezTo>
                    <a:pt x="116" y="53"/>
                    <a:pt x="115" y="52"/>
                    <a:pt x="115" y="52"/>
                  </a:cubicBezTo>
                  <a:cubicBezTo>
                    <a:pt x="115" y="52"/>
                    <a:pt x="115" y="52"/>
                    <a:pt x="115" y="52"/>
                  </a:cubicBezTo>
                  <a:cubicBezTo>
                    <a:pt x="111" y="54"/>
                    <a:pt x="111" y="54"/>
                    <a:pt x="111" y="54"/>
                  </a:cubicBezTo>
                  <a:cubicBezTo>
                    <a:pt x="108" y="51"/>
                    <a:pt x="108" y="51"/>
                    <a:pt x="108" y="51"/>
                  </a:cubicBezTo>
                  <a:cubicBezTo>
                    <a:pt x="109" y="50"/>
                    <a:pt x="109" y="49"/>
                    <a:pt x="109" y="47"/>
                  </a:cubicBezTo>
                  <a:cubicBezTo>
                    <a:pt x="109" y="45"/>
                    <a:pt x="108" y="44"/>
                    <a:pt x="106" y="43"/>
                  </a:cubicBezTo>
                  <a:cubicBezTo>
                    <a:pt x="106" y="43"/>
                    <a:pt x="105" y="43"/>
                    <a:pt x="104" y="43"/>
                  </a:cubicBezTo>
                  <a:cubicBezTo>
                    <a:pt x="103" y="43"/>
                    <a:pt x="101" y="43"/>
                    <a:pt x="100" y="45"/>
                  </a:cubicBezTo>
                  <a:cubicBezTo>
                    <a:pt x="100" y="45"/>
                    <a:pt x="99" y="46"/>
                    <a:pt x="99" y="47"/>
                  </a:cubicBezTo>
                  <a:cubicBezTo>
                    <a:pt x="98" y="46"/>
                    <a:pt x="98" y="46"/>
                    <a:pt x="97" y="45"/>
                  </a:cubicBezTo>
                  <a:cubicBezTo>
                    <a:pt x="97" y="44"/>
                    <a:pt x="97" y="44"/>
                    <a:pt x="96" y="43"/>
                  </a:cubicBezTo>
                  <a:cubicBezTo>
                    <a:pt x="96" y="42"/>
                    <a:pt x="95" y="41"/>
                    <a:pt x="95" y="40"/>
                  </a:cubicBezTo>
                  <a:cubicBezTo>
                    <a:pt x="94" y="39"/>
                    <a:pt x="92" y="38"/>
                    <a:pt x="91" y="38"/>
                  </a:cubicBezTo>
                  <a:cubicBezTo>
                    <a:pt x="90" y="38"/>
                    <a:pt x="89" y="38"/>
                    <a:pt x="88" y="39"/>
                  </a:cubicBezTo>
                  <a:cubicBezTo>
                    <a:pt x="88" y="40"/>
                    <a:pt x="88" y="40"/>
                    <a:pt x="88" y="40"/>
                  </a:cubicBezTo>
                  <a:cubicBezTo>
                    <a:pt x="86" y="47"/>
                    <a:pt x="86" y="47"/>
                    <a:pt x="86" y="47"/>
                  </a:cubicBezTo>
                  <a:cubicBezTo>
                    <a:pt x="86" y="47"/>
                    <a:pt x="86" y="47"/>
                    <a:pt x="86" y="47"/>
                  </a:cubicBezTo>
                  <a:cubicBezTo>
                    <a:pt x="85" y="47"/>
                    <a:pt x="84" y="46"/>
                    <a:pt x="83" y="46"/>
                  </a:cubicBezTo>
                  <a:cubicBezTo>
                    <a:pt x="83" y="45"/>
                    <a:pt x="83" y="45"/>
                    <a:pt x="82" y="45"/>
                  </a:cubicBezTo>
                  <a:cubicBezTo>
                    <a:pt x="81" y="44"/>
                    <a:pt x="81" y="43"/>
                    <a:pt x="80" y="43"/>
                  </a:cubicBezTo>
                  <a:cubicBezTo>
                    <a:pt x="79" y="42"/>
                    <a:pt x="78" y="42"/>
                    <a:pt x="77" y="42"/>
                  </a:cubicBezTo>
                  <a:cubicBezTo>
                    <a:pt x="76" y="42"/>
                    <a:pt x="74" y="43"/>
                    <a:pt x="73" y="44"/>
                  </a:cubicBezTo>
                  <a:cubicBezTo>
                    <a:pt x="73" y="45"/>
                    <a:pt x="73" y="47"/>
                    <a:pt x="73" y="48"/>
                  </a:cubicBezTo>
                  <a:cubicBezTo>
                    <a:pt x="73" y="49"/>
                    <a:pt x="73" y="49"/>
                    <a:pt x="73" y="49"/>
                  </a:cubicBezTo>
                  <a:cubicBezTo>
                    <a:pt x="73" y="51"/>
                    <a:pt x="73" y="52"/>
                    <a:pt x="72" y="53"/>
                  </a:cubicBezTo>
                  <a:cubicBezTo>
                    <a:pt x="71" y="52"/>
                    <a:pt x="70" y="52"/>
                    <a:pt x="69" y="52"/>
                  </a:cubicBezTo>
                  <a:cubicBezTo>
                    <a:pt x="72" y="47"/>
                    <a:pt x="72" y="47"/>
                    <a:pt x="72" y="47"/>
                  </a:cubicBezTo>
                  <a:cubicBezTo>
                    <a:pt x="72" y="46"/>
                    <a:pt x="73" y="46"/>
                    <a:pt x="72" y="45"/>
                  </a:cubicBezTo>
                  <a:cubicBezTo>
                    <a:pt x="72" y="45"/>
                    <a:pt x="72" y="45"/>
                    <a:pt x="71" y="45"/>
                  </a:cubicBezTo>
                  <a:cubicBezTo>
                    <a:pt x="70" y="44"/>
                    <a:pt x="69" y="44"/>
                    <a:pt x="69" y="43"/>
                  </a:cubicBezTo>
                  <a:cubicBezTo>
                    <a:pt x="68" y="42"/>
                    <a:pt x="68" y="41"/>
                    <a:pt x="68" y="40"/>
                  </a:cubicBezTo>
                  <a:cubicBezTo>
                    <a:pt x="69" y="38"/>
                    <a:pt x="71" y="37"/>
                    <a:pt x="72" y="37"/>
                  </a:cubicBezTo>
                  <a:cubicBezTo>
                    <a:pt x="73" y="37"/>
                    <a:pt x="73" y="37"/>
                    <a:pt x="74" y="37"/>
                  </a:cubicBezTo>
                  <a:cubicBezTo>
                    <a:pt x="74" y="37"/>
                    <a:pt x="74" y="37"/>
                    <a:pt x="74" y="37"/>
                  </a:cubicBezTo>
                  <a:cubicBezTo>
                    <a:pt x="74" y="37"/>
                    <a:pt x="75" y="37"/>
                    <a:pt x="75" y="37"/>
                  </a:cubicBezTo>
                  <a:cubicBezTo>
                    <a:pt x="75" y="37"/>
                    <a:pt x="76" y="36"/>
                    <a:pt x="76" y="36"/>
                  </a:cubicBezTo>
                  <a:cubicBezTo>
                    <a:pt x="75" y="31"/>
                    <a:pt x="75" y="31"/>
                    <a:pt x="75" y="31"/>
                  </a:cubicBezTo>
                  <a:cubicBezTo>
                    <a:pt x="75" y="30"/>
                    <a:pt x="75" y="30"/>
                    <a:pt x="75" y="29"/>
                  </a:cubicBezTo>
                  <a:cubicBezTo>
                    <a:pt x="70" y="28"/>
                    <a:pt x="70" y="28"/>
                    <a:pt x="70" y="28"/>
                  </a:cubicBezTo>
                  <a:cubicBezTo>
                    <a:pt x="69" y="24"/>
                    <a:pt x="69" y="24"/>
                    <a:pt x="69" y="24"/>
                  </a:cubicBezTo>
                  <a:cubicBezTo>
                    <a:pt x="72" y="22"/>
                    <a:pt x="72" y="22"/>
                    <a:pt x="72" y="22"/>
                  </a:cubicBezTo>
                  <a:cubicBezTo>
                    <a:pt x="72" y="22"/>
                    <a:pt x="73" y="21"/>
                    <a:pt x="72" y="20"/>
                  </a:cubicBezTo>
                  <a:cubicBezTo>
                    <a:pt x="69" y="15"/>
                    <a:pt x="69" y="15"/>
                    <a:pt x="69" y="15"/>
                  </a:cubicBezTo>
                  <a:cubicBezTo>
                    <a:pt x="69" y="15"/>
                    <a:pt x="69" y="14"/>
                    <a:pt x="68" y="14"/>
                  </a:cubicBezTo>
                  <a:cubicBezTo>
                    <a:pt x="68" y="14"/>
                    <a:pt x="68" y="14"/>
                    <a:pt x="68" y="14"/>
                  </a:cubicBezTo>
                  <a:cubicBezTo>
                    <a:pt x="64" y="16"/>
                    <a:pt x="64" y="16"/>
                    <a:pt x="64" y="16"/>
                  </a:cubicBezTo>
                  <a:cubicBezTo>
                    <a:pt x="61" y="13"/>
                    <a:pt x="61" y="13"/>
                    <a:pt x="61" y="13"/>
                  </a:cubicBezTo>
                  <a:cubicBezTo>
                    <a:pt x="62" y="12"/>
                    <a:pt x="62" y="11"/>
                    <a:pt x="62" y="9"/>
                  </a:cubicBezTo>
                  <a:cubicBezTo>
                    <a:pt x="62" y="8"/>
                    <a:pt x="61" y="6"/>
                    <a:pt x="60" y="5"/>
                  </a:cubicBezTo>
                  <a:cubicBezTo>
                    <a:pt x="59" y="5"/>
                    <a:pt x="58" y="5"/>
                    <a:pt x="58" y="5"/>
                  </a:cubicBezTo>
                  <a:moveTo>
                    <a:pt x="44" y="0"/>
                  </a:moveTo>
                  <a:cubicBezTo>
                    <a:pt x="43" y="0"/>
                    <a:pt x="42" y="0"/>
                    <a:pt x="41" y="1"/>
                  </a:cubicBezTo>
                  <a:cubicBezTo>
                    <a:pt x="41" y="2"/>
                    <a:pt x="41" y="2"/>
                    <a:pt x="41" y="2"/>
                  </a:cubicBezTo>
                  <a:cubicBezTo>
                    <a:pt x="39" y="9"/>
                    <a:pt x="39" y="9"/>
                    <a:pt x="39" y="9"/>
                  </a:cubicBezTo>
                  <a:cubicBezTo>
                    <a:pt x="39" y="9"/>
                    <a:pt x="39" y="9"/>
                    <a:pt x="39" y="9"/>
                  </a:cubicBezTo>
                  <a:cubicBezTo>
                    <a:pt x="38" y="9"/>
                    <a:pt x="37" y="8"/>
                    <a:pt x="37" y="8"/>
                  </a:cubicBezTo>
                  <a:cubicBezTo>
                    <a:pt x="36" y="7"/>
                    <a:pt x="36" y="7"/>
                    <a:pt x="35" y="7"/>
                  </a:cubicBezTo>
                  <a:cubicBezTo>
                    <a:pt x="35" y="6"/>
                    <a:pt x="34" y="5"/>
                    <a:pt x="33" y="5"/>
                  </a:cubicBezTo>
                  <a:cubicBezTo>
                    <a:pt x="32" y="4"/>
                    <a:pt x="31" y="4"/>
                    <a:pt x="30" y="4"/>
                  </a:cubicBezTo>
                  <a:cubicBezTo>
                    <a:pt x="29" y="4"/>
                    <a:pt x="27" y="5"/>
                    <a:pt x="27" y="6"/>
                  </a:cubicBezTo>
                  <a:cubicBezTo>
                    <a:pt x="26" y="7"/>
                    <a:pt x="26" y="9"/>
                    <a:pt x="26" y="10"/>
                  </a:cubicBezTo>
                  <a:cubicBezTo>
                    <a:pt x="26" y="11"/>
                    <a:pt x="27" y="11"/>
                    <a:pt x="27" y="11"/>
                  </a:cubicBezTo>
                  <a:cubicBezTo>
                    <a:pt x="27" y="13"/>
                    <a:pt x="26" y="14"/>
                    <a:pt x="25" y="15"/>
                  </a:cubicBezTo>
                  <a:cubicBezTo>
                    <a:pt x="24" y="14"/>
                    <a:pt x="23" y="14"/>
                    <a:pt x="21" y="14"/>
                  </a:cubicBezTo>
                  <a:cubicBezTo>
                    <a:pt x="19" y="14"/>
                    <a:pt x="17" y="14"/>
                    <a:pt x="16" y="16"/>
                  </a:cubicBezTo>
                  <a:cubicBezTo>
                    <a:pt x="15" y="18"/>
                    <a:pt x="15" y="19"/>
                    <a:pt x="16" y="21"/>
                  </a:cubicBezTo>
                  <a:cubicBezTo>
                    <a:pt x="17" y="22"/>
                    <a:pt x="18" y="23"/>
                    <a:pt x="18" y="23"/>
                  </a:cubicBezTo>
                  <a:cubicBezTo>
                    <a:pt x="18" y="24"/>
                    <a:pt x="18" y="25"/>
                    <a:pt x="18" y="25"/>
                  </a:cubicBezTo>
                  <a:cubicBezTo>
                    <a:pt x="17" y="26"/>
                    <a:pt x="17" y="27"/>
                    <a:pt x="17" y="27"/>
                  </a:cubicBezTo>
                  <a:cubicBezTo>
                    <a:pt x="16" y="27"/>
                    <a:pt x="16" y="28"/>
                    <a:pt x="15" y="28"/>
                  </a:cubicBezTo>
                  <a:cubicBezTo>
                    <a:pt x="14" y="28"/>
                    <a:pt x="12" y="28"/>
                    <a:pt x="11" y="30"/>
                  </a:cubicBezTo>
                  <a:cubicBezTo>
                    <a:pt x="10" y="31"/>
                    <a:pt x="11" y="34"/>
                    <a:pt x="12" y="35"/>
                  </a:cubicBezTo>
                  <a:cubicBezTo>
                    <a:pt x="13" y="36"/>
                    <a:pt x="14" y="36"/>
                    <a:pt x="15" y="37"/>
                  </a:cubicBezTo>
                  <a:cubicBezTo>
                    <a:pt x="16" y="37"/>
                    <a:pt x="16" y="37"/>
                    <a:pt x="16" y="37"/>
                  </a:cubicBezTo>
                  <a:cubicBezTo>
                    <a:pt x="17" y="37"/>
                    <a:pt x="18" y="38"/>
                    <a:pt x="18" y="39"/>
                  </a:cubicBezTo>
                  <a:cubicBezTo>
                    <a:pt x="18" y="39"/>
                    <a:pt x="18" y="40"/>
                    <a:pt x="17" y="41"/>
                  </a:cubicBezTo>
                  <a:cubicBezTo>
                    <a:pt x="17" y="42"/>
                    <a:pt x="17" y="42"/>
                    <a:pt x="17" y="42"/>
                  </a:cubicBezTo>
                  <a:cubicBezTo>
                    <a:pt x="16" y="42"/>
                    <a:pt x="15" y="43"/>
                    <a:pt x="15" y="44"/>
                  </a:cubicBezTo>
                  <a:cubicBezTo>
                    <a:pt x="14" y="46"/>
                    <a:pt x="15" y="49"/>
                    <a:pt x="17" y="49"/>
                  </a:cubicBezTo>
                  <a:cubicBezTo>
                    <a:pt x="18" y="49"/>
                    <a:pt x="18" y="49"/>
                    <a:pt x="18" y="49"/>
                  </a:cubicBezTo>
                  <a:cubicBezTo>
                    <a:pt x="19" y="49"/>
                    <a:pt x="21" y="49"/>
                    <a:pt x="22" y="49"/>
                  </a:cubicBezTo>
                  <a:cubicBezTo>
                    <a:pt x="22" y="49"/>
                    <a:pt x="22" y="49"/>
                    <a:pt x="22" y="49"/>
                  </a:cubicBezTo>
                  <a:cubicBezTo>
                    <a:pt x="22" y="48"/>
                    <a:pt x="23" y="47"/>
                    <a:pt x="24" y="46"/>
                  </a:cubicBezTo>
                  <a:cubicBezTo>
                    <a:pt x="23" y="46"/>
                    <a:pt x="22" y="46"/>
                    <a:pt x="22" y="46"/>
                  </a:cubicBezTo>
                  <a:cubicBezTo>
                    <a:pt x="20" y="46"/>
                    <a:pt x="19" y="46"/>
                    <a:pt x="18" y="47"/>
                  </a:cubicBezTo>
                  <a:cubicBezTo>
                    <a:pt x="18" y="46"/>
                    <a:pt x="18" y="46"/>
                    <a:pt x="18" y="45"/>
                  </a:cubicBezTo>
                  <a:cubicBezTo>
                    <a:pt x="18" y="45"/>
                    <a:pt x="18" y="44"/>
                    <a:pt x="19" y="44"/>
                  </a:cubicBezTo>
                  <a:cubicBezTo>
                    <a:pt x="20" y="43"/>
                    <a:pt x="20" y="43"/>
                    <a:pt x="20" y="43"/>
                  </a:cubicBezTo>
                  <a:cubicBezTo>
                    <a:pt x="21" y="41"/>
                    <a:pt x="21" y="40"/>
                    <a:pt x="21" y="38"/>
                  </a:cubicBezTo>
                  <a:cubicBezTo>
                    <a:pt x="21" y="37"/>
                    <a:pt x="20" y="35"/>
                    <a:pt x="18" y="35"/>
                  </a:cubicBezTo>
                  <a:cubicBezTo>
                    <a:pt x="17" y="34"/>
                    <a:pt x="17" y="34"/>
                    <a:pt x="16" y="34"/>
                  </a:cubicBezTo>
                  <a:cubicBezTo>
                    <a:pt x="16" y="34"/>
                    <a:pt x="15" y="33"/>
                    <a:pt x="14" y="33"/>
                  </a:cubicBezTo>
                  <a:cubicBezTo>
                    <a:pt x="14" y="32"/>
                    <a:pt x="13" y="32"/>
                    <a:pt x="14" y="31"/>
                  </a:cubicBezTo>
                  <a:cubicBezTo>
                    <a:pt x="14" y="31"/>
                    <a:pt x="14" y="31"/>
                    <a:pt x="15" y="30"/>
                  </a:cubicBezTo>
                  <a:cubicBezTo>
                    <a:pt x="16" y="30"/>
                    <a:pt x="18" y="30"/>
                    <a:pt x="19" y="29"/>
                  </a:cubicBezTo>
                  <a:cubicBezTo>
                    <a:pt x="20" y="28"/>
                    <a:pt x="20" y="27"/>
                    <a:pt x="20" y="26"/>
                  </a:cubicBezTo>
                  <a:cubicBezTo>
                    <a:pt x="21" y="25"/>
                    <a:pt x="21" y="25"/>
                    <a:pt x="22" y="24"/>
                  </a:cubicBezTo>
                  <a:cubicBezTo>
                    <a:pt x="22" y="24"/>
                    <a:pt x="22" y="23"/>
                    <a:pt x="22" y="22"/>
                  </a:cubicBezTo>
                  <a:cubicBezTo>
                    <a:pt x="22" y="22"/>
                    <a:pt x="21" y="21"/>
                    <a:pt x="21" y="21"/>
                  </a:cubicBezTo>
                  <a:cubicBezTo>
                    <a:pt x="20" y="21"/>
                    <a:pt x="19" y="21"/>
                    <a:pt x="19" y="20"/>
                  </a:cubicBezTo>
                  <a:cubicBezTo>
                    <a:pt x="18" y="19"/>
                    <a:pt x="18" y="18"/>
                    <a:pt x="19" y="17"/>
                  </a:cubicBezTo>
                  <a:cubicBezTo>
                    <a:pt x="19" y="17"/>
                    <a:pt x="20" y="16"/>
                    <a:pt x="21" y="16"/>
                  </a:cubicBezTo>
                  <a:cubicBezTo>
                    <a:pt x="22" y="16"/>
                    <a:pt x="23" y="17"/>
                    <a:pt x="23" y="17"/>
                  </a:cubicBezTo>
                  <a:cubicBezTo>
                    <a:pt x="24" y="18"/>
                    <a:pt x="24" y="18"/>
                    <a:pt x="24" y="18"/>
                  </a:cubicBezTo>
                  <a:cubicBezTo>
                    <a:pt x="25" y="18"/>
                    <a:pt x="25" y="18"/>
                    <a:pt x="25" y="18"/>
                  </a:cubicBezTo>
                  <a:cubicBezTo>
                    <a:pt x="28" y="17"/>
                    <a:pt x="30" y="14"/>
                    <a:pt x="29" y="11"/>
                  </a:cubicBezTo>
                  <a:cubicBezTo>
                    <a:pt x="29" y="11"/>
                    <a:pt x="29" y="10"/>
                    <a:pt x="29" y="10"/>
                  </a:cubicBezTo>
                  <a:cubicBezTo>
                    <a:pt x="29" y="8"/>
                    <a:pt x="29" y="8"/>
                    <a:pt x="29" y="7"/>
                  </a:cubicBezTo>
                  <a:cubicBezTo>
                    <a:pt x="29" y="7"/>
                    <a:pt x="30" y="7"/>
                    <a:pt x="30" y="7"/>
                  </a:cubicBezTo>
                  <a:cubicBezTo>
                    <a:pt x="31" y="7"/>
                    <a:pt x="31" y="7"/>
                    <a:pt x="32" y="7"/>
                  </a:cubicBezTo>
                  <a:cubicBezTo>
                    <a:pt x="32" y="8"/>
                    <a:pt x="33" y="8"/>
                    <a:pt x="33" y="9"/>
                  </a:cubicBezTo>
                  <a:cubicBezTo>
                    <a:pt x="34" y="9"/>
                    <a:pt x="34" y="10"/>
                    <a:pt x="35" y="10"/>
                  </a:cubicBezTo>
                  <a:cubicBezTo>
                    <a:pt x="36" y="11"/>
                    <a:pt x="37" y="11"/>
                    <a:pt x="39" y="11"/>
                  </a:cubicBezTo>
                  <a:cubicBezTo>
                    <a:pt x="40" y="11"/>
                    <a:pt x="40" y="11"/>
                    <a:pt x="41" y="11"/>
                  </a:cubicBezTo>
                  <a:cubicBezTo>
                    <a:pt x="42" y="10"/>
                    <a:pt x="42" y="10"/>
                    <a:pt x="42" y="10"/>
                  </a:cubicBezTo>
                  <a:cubicBezTo>
                    <a:pt x="43" y="3"/>
                    <a:pt x="43" y="3"/>
                    <a:pt x="43" y="3"/>
                  </a:cubicBezTo>
                  <a:cubicBezTo>
                    <a:pt x="44" y="3"/>
                    <a:pt x="44" y="3"/>
                    <a:pt x="44" y="3"/>
                  </a:cubicBezTo>
                  <a:cubicBezTo>
                    <a:pt x="44" y="3"/>
                    <a:pt x="45" y="3"/>
                    <a:pt x="46" y="4"/>
                  </a:cubicBezTo>
                  <a:cubicBezTo>
                    <a:pt x="46" y="5"/>
                    <a:pt x="47" y="6"/>
                    <a:pt x="47" y="6"/>
                  </a:cubicBezTo>
                  <a:cubicBezTo>
                    <a:pt x="47" y="7"/>
                    <a:pt x="48" y="8"/>
                    <a:pt x="48" y="8"/>
                  </a:cubicBezTo>
                  <a:cubicBezTo>
                    <a:pt x="48" y="9"/>
                    <a:pt x="48" y="9"/>
                    <a:pt x="48" y="9"/>
                  </a:cubicBezTo>
                  <a:cubicBezTo>
                    <a:pt x="49" y="8"/>
                    <a:pt x="49" y="7"/>
                    <a:pt x="50" y="6"/>
                  </a:cubicBezTo>
                  <a:cubicBezTo>
                    <a:pt x="50" y="6"/>
                    <a:pt x="50" y="6"/>
                    <a:pt x="50" y="5"/>
                  </a:cubicBezTo>
                  <a:cubicBezTo>
                    <a:pt x="49" y="4"/>
                    <a:pt x="49" y="3"/>
                    <a:pt x="48" y="2"/>
                  </a:cubicBezTo>
                  <a:cubicBezTo>
                    <a:pt x="47" y="1"/>
                    <a:pt x="45"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3E2A9D0C-4B70-4ACE-9A7C-3E0AC9AB8D24}"/>
                </a:ext>
              </a:extLst>
            </p:cNvPr>
            <p:cNvSpPr>
              <a:spLocks noEditPoints="1"/>
            </p:cNvSpPr>
            <p:nvPr/>
          </p:nvSpPr>
          <p:spPr bwMode="auto">
            <a:xfrm>
              <a:off x="6696075" y="1633538"/>
              <a:ext cx="349250" cy="346075"/>
            </a:xfrm>
            <a:custGeom>
              <a:avLst/>
              <a:gdLst>
                <a:gd name="T0" fmla="*/ 43 w 87"/>
                <a:gd name="T1" fmla="*/ 42 h 86"/>
                <a:gd name="T2" fmla="*/ 44 w 87"/>
                <a:gd name="T3" fmla="*/ 41 h 86"/>
                <a:gd name="T4" fmla="*/ 46 w 87"/>
                <a:gd name="T5" fmla="*/ 42 h 86"/>
                <a:gd name="T6" fmla="*/ 47 w 87"/>
                <a:gd name="T7" fmla="*/ 45 h 86"/>
                <a:gd name="T8" fmla="*/ 43 w 87"/>
                <a:gd name="T9" fmla="*/ 47 h 86"/>
                <a:gd name="T10" fmla="*/ 40 w 87"/>
                <a:gd name="T11" fmla="*/ 42 h 86"/>
                <a:gd name="T12" fmla="*/ 41 w 87"/>
                <a:gd name="T13" fmla="*/ 43 h 86"/>
                <a:gd name="T14" fmla="*/ 42 w 87"/>
                <a:gd name="T15" fmla="*/ 10 h 86"/>
                <a:gd name="T16" fmla="*/ 38 w 87"/>
                <a:gd name="T17" fmla="*/ 39 h 86"/>
                <a:gd name="T18" fmla="*/ 43 w 87"/>
                <a:gd name="T19" fmla="*/ 50 h 86"/>
                <a:gd name="T20" fmla="*/ 49 w 87"/>
                <a:gd name="T21" fmla="*/ 46 h 86"/>
                <a:gd name="T22" fmla="*/ 65 w 87"/>
                <a:gd name="T23" fmla="*/ 45 h 86"/>
                <a:gd name="T24" fmla="*/ 66 w 87"/>
                <a:gd name="T25" fmla="*/ 43 h 86"/>
                <a:gd name="T26" fmla="*/ 49 w 87"/>
                <a:gd name="T27" fmla="*/ 42 h 86"/>
                <a:gd name="T28" fmla="*/ 45 w 87"/>
                <a:gd name="T29" fmla="*/ 38 h 86"/>
                <a:gd name="T30" fmla="*/ 45 w 87"/>
                <a:gd name="T31" fmla="*/ 10 h 86"/>
                <a:gd name="T32" fmla="*/ 43 w 87"/>
                <a:gd name="T33" fmla="*/ 9 h 86"/>
                <a:gd name="T34" fmla="*/ 67 w 87"/>
                <a:gd name="T35" fmla="*/ 11 h 86"/>
                <a:gd name="T36" fmla="*/ 79 w 87"/>
                <a:gd name="T37" fmla="*/ 19 h 86"/>
                <a:gd name="T38" fmla="*/ 42 w 87"/>
                <a:gd name="T39" fmla="*/ 0 h 86"/>
                <a:gd name="T40" fmla="*/ 1 w 87"/>
                <a:gd name="T41" fmla="*/ 32 h 86"/>
                <a:gd name="T42" fmla="*/ 0 w 87"/>
                <a:gd name="T43" fmla="*/ 42 h 86"/>
                <a:gd name="T44" fmla="*/ 17 w 87"/>
                <a:gd name="T45" fmla="*/ 77 h 86"/>
                <a:gd name="T46" fmla="*/ 51 w 87"/>
                <a:gd name="T47" fmla="*/ 85 h 86"/>
                <a:gd name="T48" fmla="*/ 81 w 87"/>
                <a:gd name="T49" fmla="*/ 24 h 86"/>
                <a:gd name="T50" fmla="*/ 82 w 87"/>
                <a:gd name="T51" fmla="*/ 41 h 86"/>
                <a:gd name="T52" fmla="*/ 75 w 87"/>
                <a:gd name="T53" fmla="*/ 43 h 86"/>
                <a:gd name="T54" fmla="*/ 82 w 87"/>
                <a:gd name="T55" fmla="*/ 44 h 86"/>
                <a:gd name="T56" fmla="*/ 50 w 87"/>
                <a:gd name="T57" fmla="*/ 82 h 86"/>
                <a:gd name="T58" fmla="*/ 46 w 87"/>
                <a:gd name="T59" fmla="*/ 75 h 86"/>
                <a:gd name="T60" fmla="*/ 44 w 87"/>
                <a:gd name="T61" fmla="*/ 73 h 86"/>
                <a:gd name="T62" fmla="*/ 42 w 87"/>
                <a:gd name="T63" fmla="*/ 83 h 86"/>
                <a:gd name="T64" fmla="*/ 3 w 87"/>
                <a:gd name="T65" fmla="*/ 43 h 86"/>
                <a:gd name="T66" fmla="*/ 9 w 87"/>
                <a:gd name="T67" fmla="*/ 43 h 86"/>
                <a:gd name="T68" fmla="*/ 9 w 87"/>
                <a:gd name="T69" fmla="*/ 40 h 86"/>
                <a:gd name="T70" fmla="*/ 4 w 87"/>
                <a:gd name="T71" fmla="*/ 33 h 86"/>
                <a:gd name="T72" fmla="*/ 41 w 87"/>
                <a:gd name="T73" fmla="*/ 3 h 86"/>
                <a:gd name="T74" fmla="*/ 43 w 87"/>
                <a:gd name="T75" fmla="*/ 8 h 86"/>
                <a:gd name="T76" fmla="*/ 44 w 87"/>
                <a:gd name="T77" fmla="*/ 7 h 86"/>
                <a:gd name="T78" fmla="*/ 64 w 87"/>
                <a:gd name="T79" fmla="*/ 9 h 86"/>
                <a:gd name="T80" fmla="*/ 42 w 87"/>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 h="86">
                  <a:moveTo>
                    <a:pt x="41" y="43"/>
                  </a:moveTo>
                  <a:cubicBezTo>
                    <a:pt x="42" y="43"/>
                    <a:pt x="42" y="42"/>
                    <a:pt x="43" y="42"/>
                  </a:cubicBezTo>
                  <a:cubicBezTo>
                    <a:pt x="43" y="42"/>
                    <a:pt x="43" y="41"/>
                    <a:pt x="44" y="41"/>
                  </a:cubicBezTo>
                  <a:cubicBezTo>
                    <a:pt x="44" y="41"/>
                    <a:pt x="44" y="41"/>
                    <a:pt x="44" y="41"/>
                  </a:cubicBezTo>
                  <a:cubicBezTo>
                    <a:pt x="44" y="42"/>
                    <a:pt x="45" y="42"/>
                    <a:pt x="45" y="42"/>
                  </a:cubicBezTo>
                  <a:cubicBezTo>
                    <a:pt x="46" y="42"/>
                    <a:pt x="46" y="42"/>
                    <a:pt x="46" y="42"/>
                  </a:cubicBezTo>
                  <a:cubicBezTo>
                    <a:pt x="46" y="42"/>
                    <a:pt x="46" y="42"/>
                    <a:pt x="46" y="42"/>
                  </a:cubicBezTo>
                  <a:cubicBezTo>
                    <a:pt x="47" y="42"/>
                    <a:pt x="47" y="44"/>
                    <a:pt x="47" y="45"/>
                  </a:cubicBezTo>
                  <a:cubicBezTo>
                    <a:pt x="46" y="46"/>
                    <a:pt x="45" y="47"/>
                    <a:pt x="43" y="47"/>
                  </a:cubicBezTo>
                  <a:cubicBezTo>
                    <a:pt x="43" y="47"/>
                    <a:pt x="43" y="47"/>
                    <a:pt x="43" y="47"/>
                  </a:cubicBezTo>
                  <a:cubicBezTo>
                    <a:pt x="42" y="47"/>
                    <a:pt x="40" y="46"/>
                    <a:pt x="40" y="45"/>
                  </a:cubicBezTo>
                  <a:cubicBezTo>
                    <a:pt x="39" y="44"/>
                    <a:pt x="39" y="42"/>
                    <a:pt x="40" y="42"/>
                  </a:cubicBezTo>
                  <a:cubicBezTo>
                    <a:pt x="41" y="42"/>
                    <a:pt x="41" y="42"/>
                    <a:pt x="41" y="42"/>
                  </a:cubicBezTo>
                  <a:cubicBezTo>
                    <a:pt x="41" y="43"/>
                    <a:pt x="41" y="43"/>
                    <a:pt x="41" y="43"/>
                  </a:cubicBezTo>
                  <a:moveTo>
                    <a:pt x="43" y="9"/>
                  </a:moveTo>
                  <a:cubicBezTo>
                    <a:pt x="42" y="9"/>
                    <a:pt x="42" y="9"/>
                    <a:pt x="42" y="10"/>
                  </a:cubicBezTo>
                  <a:cubicBezTo>
                    <a:pt x="41" y="38"/>
                    <a:pt x="41" y="38"/>
                    <a:pt x="41" y="38"/>
                  </a:cubicBezTo>
                  <a:cubicBezTo>
                    <a:pt x="40" y="38"/>
                    <a:pt x="39" y="39"/>
                    <a:pt x="38" y="39"/>
                  </a:cubicBezTo>
                  <a:cubicBezTo>
                    <a:pt x="36" y="41"/>
                    <a:pt x="36" y="44"/>
                    <a:pt x="37" y="46"/>
                  </a:cubicBezTo>
                  <a:cubicBezTo>
                    <a:pt x="38" y="48"/>
                    <a:pt x="40" y="49"/>
                    <a:pt x="43" y="50"/>
                  </a:cubicBezTo>
                  <a:cubicBezTo>
                    <a:pt x="43" y="50"/>
                    <a:pt x="43" y="50"/>
                    <a:pt x="43" y="50"/>
                  </a:cubicBezTo>
                  <a:cubicBezTo>
                    <a:pt x="46" y="50"/>
                    <a:pt x="48" y="48"/>
                    <a:pt x="49" y="46"/>
                  </a:cubicBezTo>
                  <a:cubicBezTo>
                    <a:pt x="49" y="46"/>
                    <a:pt x="50" y="45"/>
                    <a:pt x="50" y="45"/>
                  </a:cubicBezTo>
                  <a:cubicBezTo>
                    <a:pt x="65" y="45"/>
                    <a:pt x="65" y="45"/>
                    <a:pt x="65" y="45"/>
                  </a:cubicBezTo>
                  <a:cubicBezTo>
                    <a:pt x="65" y="45"/>
                    <a:pt x="65" y="45"/>
                    <a:pt x="65" y="45"/>
                  </a:cubicBezTo>
                  <a:cubicBezTo>
                    <a:pt x="66" y="45"/>
                    <a:pt x="66" y="44"/>
                    <a:pt x="66" y="43"/>
                  </a:cubicBezTo>
                  <a:cubicBezTo>
                    <a:pt x="66" y="43"/>
                    <a:pt x="66" y="42"/>
                    <a:pt x="65" y="42"/>
                  </a:cubicBezTo>
                  <a:cubicBezTo>
                    <a:pt x="49" y="42"/>
                    <a:pt x="49" y="42"/>
                    <a:pt x="49" y="42"/>
                  </a:cubicBezTo>
                  <a:cubicBezTo>
                    <a:pt x="49" y="41"/>
                    <a:pt x="48" y="40"/>
                    <a:pt x="48" y="39"/>
                  </a:cubicBezTo>
                  <a:cubicBezTo>
                    <a:pt x="47" y="38"/>
                    <a:pt x="46" y="38"/>
                    <a:pt x="45" y="38"/>
                  </a:cubicBezTo>
                  <a:cubicBezTo>
                    <a:pt x="44" y="38"/>
                    <a:pt x="44" y="38"/>
                    <a:pt x="44" y="38"/>
                  </a:cubicBezTo>
                  <a:cubicBezTo>
                    <a:pt x="45" y="10"/>
                    <a:pt x="45" y="10"/>
                    <a:pt x="45" y="10"/>
                  </a:cubicBezTo>
                  <a:cubicBezTo>
                    <a:pt x="45" y="9"/>
                    <a:pt x="44" y="9"/>
                    <a:pt x="43" y="9"/>
                  </a:cubicBezTo>
                  <a:cubicBezTo>
                    <a:pt x="43" y="9"/>
                    <a:pt x="43" y="9"/>
                    <a:pt x="43" y="9"/>
                  </a:cubicBezTo>
                  <a:moveTo>
                    <a:pt x="68" y="8"/>
                  </a:moveTo>
                  <a:cubicBezTo>
                    <a:pt x="67" y="11"/>
                    <a:pt x="67" y="11"/>
                    <a:pt x="67" y="11"/>
                  </a:cubicBezTo>
                  <a:cubicBezTo>
                    <a:pt x="69" y="13"/>
                    <a:pt x="71" y="15"/>
                    <a:pt x="73" y="18"/>
                  </a:cubicBezTo>
                  <a:cubicBezTo>
                    <a:pt x="79" y="19"/>
                    <a:pt x="79" y="19"/>
                    <a:pt x="79" y="19"/>
                  </a:cubicBezTo>
                  <a:cubicBezTo>
                    <a:pt x="76" y="15"/>
                    <a:pt x="72" y="11"/>
                    <a:pt x="68" y="8"/>
                  </a:cubicBezTo>
                  <a:moveTo>
                    <a:pt x="42" y="0"/>
                  </a:moveTo>
                  <a:cubicBezTo>
                    <a:pt x="41" y="0"/>
                    <a:pt x="39" y="0"/>
                    <a:pt x="38" y="0"/>
                  </a:cubicBezTo>
                  <a:cubicBezTo>
                    <a:pt x="21" y="3"/>
                    <a:pt x="6" y="15"/>
                    <a:pt x="1" y="32"/>
                  </a:cubicBezTo>
                  <a:cubicBezTo>
                    <a:pt x="1" y="35"/>
                    <a:pt x="0" y="38"/>
                    <a:pt x="0" y="41"/>
                  </a:cubicBezTo>
                  <a:cubicBezTo>
                    <a:pt x="0" y="42"/>
                    <a:pt x="0" y="42"/>
                    <a:pt x="0" y="42"/>
                  </a:cubicBezTo>
                  <a:cubicBezTo>
                    <a:pt x="0" y="42"/>
                    <a:pt x="0" y="42"/>
                    <a:pt x="0" y="42"/>
                  </a:cubicBezTo>
                  <a:cubicBezTo>
                    <a:pt x="0" y="56"/>
                    <a:pt x="6" y="69"/>
                    <a:pt x="17" y="77"/>
                  </a:cubicBezTo>
                  <a:cubicBezTo>
                    <a:pt x="24" y="83"/>
                    <a:pt x="34" y="86"/>
                    <a:pt x="43" y="86"/>
                  </a:cubicBezTo>
                  <a:cubicBezTo>
                    <a:pt x="46" y="86"/>
                    <a:pt x="48" y="86"/>
                    <a:pt x="51" y="85"/>
                  </a:cubicBezTo>
                  <a:cubicBezTo>
                    <a:pt x="62" y="83"/>
                    <a:pt x="73" y="75"/>
                    <a:pt x="79" y="65"/>
                  </a:cubicBezTo>
                  <a:cubicBezTo>
                    <a:pt x="87" y="53"/>
                    <a:pt x="87" y="37"/>
                    <a:pt x="81" y="24"/>
                  </a:cubicBezTo>
                  <a:cubicBezTo>
                    <a:pt x="77" y="22"/>
                    <a:pt x="77" y="22"/>
                    <a:pt x="77" y="22"/>
                  </a:cubicBezTo>
                  <a:cubicBezTo>
                    <a:pt x="80" y="28"/>
                    <a:pt x="82" y="35"/>
                    <a:pt x="82" y="41"/>
                  </a:cubicBezTo>
                  <a:cubicBezTo>
                    <a:pt x="77" y="41"/>
                    <a:pt x="77" y="41"/>
                    <a:pt x="77" y="41"/>
                  </a:cubicBezTo>
                  <a:cubicBezTo>
                    <a:pt x="76" y="41"/>
                    <a:pt x="75" y="42"/>
                    <a:pt x="75" y="43"/>
                  </a:cubicBezTo>
                  <a:cubicBezTo>
                    <a:pt x="75" y="43"/>
                    <a:pt x="76" y="44"/>
                    <a:pt x="77" y="44"/>
                  </a:cubicBezTo>
                  <a:cubicBezTo>
                    <a:pt x="82" y="44"/>
                    <a:pt x="82" y="44"/>
                    <a:pt x="82" y="44"/>
                  </a:cubicBezTo>
                  <a:cubicBezTo>
                    <a:pt x="82" y="51"/>
                    <a:pt x="80" y="58"/>
                    <a:pt x="77" y="64"/>
                  </a:cubicBezTo>
                  <a:cubicBezTo>
                    <a:pt x="71" y="73"/>
                    <a:pt x="61" y="80"/>
                    <a:pt x="50" y="82"/>
                  </a:cubicBezTo>
                  <a:cubicBezTo>
                    <a:pt x="48" y="82"/>
                    <a:pt x="47" y="83"/>
                    <a:pt x="45" y="83"/>
                  </a:cubicBezTo>
                  <a:cubicBezTo>
                    <a:pt x="46" y="75"/>
                    <a:pt x="46" y="75"/>
                    <a:pt x="46" y="75"/>
                  </a:cubicBezTo>
                  <a:cubicBezTo>
                    <a:pt x="46" y="74"/>
                    <a:pt x="45" y="73"/>
                    <a:pt x="44" y="73"/>
                  </a:cubicBezTo>
                  <a:cubicBezTo>
                    <a:pt x="44" y="73"/>
                    <a:pt x="44" y="73"/>
                    <a:pt x="44" y="73"/>
                  </a:cubicBezTo>
                  <a:cubicBezTo>
                    <a:pt x="43" y="73"/>
                    <a:pt x="43" y="74"/>
                    <a:pt x="43" y="75"/>
                  </a:cubicBezTo>
                  <a:cubicBezTo>
                    <a:pt x="42" y="83"/>
                    <a:pt x="42" y="83"/>
                    <a:pt x="42" y="83"/>
                  </a:cubicBezTo>
                  <a:cubicBezTo>
                    <a:pt x="33" y="82"/>
                    <a:pt x="25" y="80"/>
                    <a:pt x="19" y="75"/>
                  </a:cubicBezTo>
                  <a:cubicBezTo>
                    <a:pt x="9" y="67"/>
                    <a:pt x="3" y="55"/>
                    <a:pt x="3" y="43"/>
                  </a:cubicBezTo>
                  <a:cubicBezTo>
                    <a:pt x="9" y="43"/>
                    <a:pt x="9" y="43"/>
                    <a:pt x="9" y="43"/>
                  </a:cubicBezTo>
                  <a:cubicBezTo>
                    <a:pt x="9" y="43"/>
                    <a:pt x="9" y="43"/>
                    <a:pt x="9" y="43"/>
                  </a:cubicBezTo>
                  <a:cubicBezTo>
                    <a:pt x="10" y="43"/>
                    <a:pt x="11" y="43"/>
                    <a:pt x="11" y="42"/>
                  </a:cubicBezTo>
                  <a:cubicBezTo>
                    <a:pt x="11" y="41"/>
                    <a:pt x="10" y="40"/>
                    <a:pt x="9" y="40"/>
                  </a:cubicBezTo>
                  <a:cubicBezTo>
                    <a:pt x="3" y="40"/>
                    <a:pt x="3" y="40"/>
                    <a:pt x="3" y="40"/>
                  </a:cubicBezTo>
                  <a:cubicBezTo>
                    <a:pt x="3" y="38"/>
                    <a:pt x="4" y="35"/>
                    <a:pt x="4" y="33"/>
                  </a:cubicBezTo>
                  <a:cubicBezTo>
                    <a:pt x="8" y="17"/>
                    <a:pt x="22" y="5"/>
                    <a:pt x="38" y="3"/>
                  </a:cubicBezTo>
                  <a:cubicBezTo>
                    <a:pt x="39" y="3"/>
                    <a:pt x="40" y="3"/>
                    <a:pt x="41" y="3"/>
                  </a:cubicBezTo>
                  <a:cubicBezTo>
                    <a:pt x="41" y="7"/>
                    <a:pt x="41" y="7"/>
                    <a:pt x="41" y="7"/>
                  </a:cubicBezTo>
                  <a:cubicBezTo>
                    <a:pt x="41" y="8"/>
                    <a:pt x="42" y="8"/>
                    <a:pt x="43" y="8"/>
                  </a:cubicBezTo>
                  <a:cubicBezTo>
                    <a:pt x="43" y="8"/>
                    <a:pt x="43" y="8"/>
                    <a:pt x="43" y="8"/>
                  </a:cubicBezTo>
                  <a:cubicBezTo>
                    <a:pt x="44" y="8"/>
                    <a:pt x="44" y="7"/>
                    <a:pt x="44" y="7"/>
                  </a:cubicBezTo>
                  <a:cubicBezTo>
                    <a:pt x="44" y="3"/>
                    <a:pt x="44" y="3"/>
                    <a:pt x="44" y="3"/>
                  </a:cubicBezTo>
                  <a:cubicBezTo>
                    <a:pt x="51" y="3"/>
                    <a:pt x="58" y="6"/>
                    <a:pt x="64" y="9"/>
                  </a:cubicBezTo>
                  <a:cubicBezTo>
                    <a:pt x="65" y="6"/>
                    <a:pt x="65" y="6"/>
                    <a:pt x="65" y="6"/>
                  </a:cubicBezTo>
                  <a:cubicBezTo>
                    <a:pt x="58" y="2"/>
                    <a:pt x="50"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EB6A7B09-B83E-495E-A264-7EF46875F2E0}"/>
                </a:ext>
              </a:extLst>
            </p:cNvPr>
            <p:cNvSpPr>
              <a:spLocks noEditPoints="1"/>
            </p:cNvSpPr>
            <p:nvPr/>
          </p:nvSpPr>
          <p:spPr bwMode="auto">
            <a:xfrm>
              <a:off x="6218238" y="1939925"/>
              <a:ext cx="357188" cy="360363"/>
            </a:xfrm>
            <a:custGeom>
              <a:avLst/>
              <a:gdLst>
                <a:gd name="T0" fmla="*/ 4 w 89"/>
                <a:gd name="T1" fmla="*/ 60 h 90"/>
                <a:gd name="T2" fmla="*/ 58 w 89"/>
                <a:gd name="T3" fmla="*/ 43 h 90"/>
                <a:gd name="T4" fmla="*/ 47 w 89"/>
                <a:gd name="T5" fmla="*/ 52 h 90"/>
                <a:gd name="T6" fmla="*/ 55 w 89"/>
                <a:gd name="T7" fmla="*/ 46 h 90"/>
                <a:gd name="T8" fmla="*/ 64 w 89"/>
                <a:gd name="T9" fmla="*/ 53 h 90"/>
                <a:gd name="T10" fmla="*/ 54 w 89"/>
                <a:gd name="T11" fmla="*/ 59 h 90"/>
                <a:gd name="T12" fmla="*/ 58 w 89"/>
                <a:gd name="T13" fmla="*/ 60 h 90"/>
                <a:gd name="T14" fmla="*/ 66 w 89"/>
                <a:gd name="T15" fmla="*/ 69 h 90"/>
                <a:gd name="T16" fmla="*/ 55 w 89"/>
                <a:gd name="T17" fmla="*/ 73 h 90"/>
                <a:gd name="T18" fmla="*/ 46 w 89"/>
                <a:gd name="T19" fmla="*/ 65 h 90"/>
                <a:gd name="T20" fmla="*/ 60 w 89"/>
                <a:gd name="T21" fmla="*/ 77 h 90"/>
                <a:gd name="T22" fmla="*/ 68 w 89"/>
                <a:gd name="T23" fmla="*/ 62 h 90"/>
                <a:gd name="T24" fmla="*/ 64 w 89"/>
                <a:gd name="T25" fmla="*/ 45 h 90"/>
                <a:gd name="T26" fmla="*/ 24 w 89"/>
                <a:gd name="T27" fmla="*/ 43 h 90"/>
                <a:gd name="T28" fmla="*/ 21 w 89"/>
                <a:gd name="T29" fmla="*/ 55 h 90"/>
                <a:gd name="T30" fmla="*/ 31 w 89"/>
                <a:gd name="T31" fmla="*/ 44 h 90"/>
                <a:gd name="T32" fmla="*/ 28 w 89"/>
                <a:gd name="T33" fmla="*/ 64 h 90"/>
                <a:gd name="T34" fmla="*/ 20 w 89"/>
                <a:gd name="T35" fmla="*/ 76 h 90"/>
                <a:gd name="T36" fmla="*/ 40 w 89"/>
                <a:gd name="T37" fmla="*/ 78 h 90"/>
                <a:gd name="T38" fmla="*/ 23 w 89"/>
                <a:gd name="T39" fmla="*/ 74 h 90"/>
                <a:gd name="T40" fmla="*/ 30 w 89"/>
                <a:gd name="T41" fmla="*/ 66 h 90"/>
                <a:gd name="T42" fmla="*/ 31 w 89"/>
                <a:gd name="T43" fmla="*/ 41 h 90"/>
                <a:gd name="T44" fmla="*/ 7 w 89"/>
                <a:gd name="T45" fmla="*/ 33 h 90"/>
                <a:gd name="T46" fmla="*/ 82 w 89"/>
                <a:gd name="T47" fmla="*/ 87 h 90"/>
                <a:gd name="T48" fmla="*/ 1 w 89"/>
                <a:gd name="T49" fmla="*/ 64 h 90"/>
                <a:gd name="T50" fmla="*/ 1 w 89"/>
                <a:gd name="T51" fmla="*/ 87 h 90"/>
                <a:gd name="T52" fmla="*/ 85 w 89"/>
                <a:gd name="T53" fmla="*/ 88 h 90"/>
                <a:gd name="T54" fmla="*/ 89 w 89"/>
                <a:gd name="T55" fmla="*/ 35 h 90"/>
                <a:gd name="T56" fmla="*/ 88 w 89"/>
                <a:gd name="T57" fmla="*/ 34 h 90"/>
                <a:gd name="T58" fmla="*/ 1 w 89"/>
                <a:gd name="T59" fmla="*/ 19 h 90"/>
                <a:gd name="T60" fmla="*/ 1 w 89"/>
                <a:gd name="T61" fmla="*/ 35 h 90"/>
                <a:gd name="T62" fmla="*/ 4 w 89"/>
                <a:gd name="T63" fmla="*/ 37 h 90"/>
                <a:gd name="T64" fmla="*/ 86 w 89"/>
                <a:gd name="T65" fmla="*/ 14 h 90"/>
                <a:gd name="T66" fmla="*/ 86 w 89"/>
                <a:gd name="T67" fmla="*/ 11 h 90"/>
                <a:gd name="T68" fmla="*/ 20 w 89"/>
                <a:gd name="T69" fmla="*/ 10 h 90"/>
                <a:gd name="T70" fmla="*/ 4 w 89"/>
                <a:gd name="T71" fmla="*/ 18 h 90"/>
                <a:gd name="T72" fmla="*/ 19 w 89"/>
                <a:gd name="T73" fmla="*/ 20 h 90"/>
                <a:gd name="T74" fmla="*/ 22 w 89"/>
                <a:gd name="T75" fmla="*/ 20 h 90"/>
                <a:gd name="T76" fmla="*/ 64 w 89"/>
                <a:gd name="T77" fmla="*/ 21 h 90"/>
                <a:gd name="T78" fmla="*/ 67 w 89"/>
                <a:gd name="T79" fmla="*/ 21 h 90"/>
                <a:gd name="T80" fmla="*/ 83 w 89"/>
                <a:gd name="T81" fmla="*/ 11 h 90"/>
                <a:gd name="T82" fmla="*/ 64 w 89"/>
                <a:gd name="T83" fmla="*/ 2 h 90"/>
                <a:gd name="T84" fmla="*/ 64 w 89"/>
                <a:gd name="T85" fmla="*/ 11 h 90"/>
                <a:gd name="T86" fmla="*/ 22 w 89"/>
                <a:gd name="T8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 h="90">
                  <a:moveTo>
                    <a:pt x="1" y="57"/>
                  </a:moveTo>
                  <a:cubicBezTo>
                    <a:pt x="1" y="59"/>
                    <a:pt x="1" y="60"/>
                    <a:pt x="1" y="61"/>
                  </a:cubicBezTo>
                  <a:cubicBezTo>
                    <a:pt x="2" y="61"/>
                    <a:pt x="3" y="60"/>
                    <a:pt x="4" y="60"/>
                  </a:cubicBezTo>
                  <a:cubicBezTo>
                    <a:pt x="4" y="59"/>
                    <a:pt x="4" y="59"/>
                    <a:pt x="4" y="59"/>
                  </a:cubicBezTo>
                  <a:cubicBezTo>
                    <a:pt x="1" y="57"/>
                    <a:pt x="1" y="57"/>
                    <a:pt x="1" y="57"/>
                  </a:cubicBezTo>
                  <a:moveTo>
                    <a:pt x="58" y="43"/>
                  </a:moveTo>
                  <a:cubicBezTo>
                    <a:pt x="57" y="43"/>
                    <a:pt x="55" y="43"/>
                    <a:pt x="54" y="43"/>
                  </a:cubicBezTo>
                  <a:cubicBezTo>
                    <a:pt x="51" y="44"/>
                    <a:pt x="48" y="47"/>
                    <a:pt x="46" y="50"/>
                  </a:cubicBezTo>
                  <a:cubicBezTo>
                    <a:pt x="46" y="51"/>
                    <a:pt x="46" y="52"/>
                    <a:pt x="47" y="52"/>
                  </a:cubicBezTo>
                  <a:cubicBezTo>
                    <a:pt x="47" y="52"/>
                    <a:pt x="47" y="52"/>
                    <a:pt x="48" y="52"/>
                  </a:cubicBezTo>
                  <a:cubicBezTo>
                    <a:pt x="48" y="52"/>
                    <a:pt x="49" y="52"/>
                    <a:pt x="49" y="51"/>
                  </a:cubicBezTo>
                  <a:cubicBezTo>
                    <a:pt x="50" y="49"/>
                    <a:pt x="53" y="47"/>
                    <a:pt x="55" y="46"/>
                  </a:cubicBezTo>
                  <a:cubicBezTo>
                    <a:pt x="56" y="46"/>
                    <a:pt x="57" y="45"/>
                    <a:pt x="58" y="45"/>
                  </a:cubicBezTo>
                  <a:cubicBezTo>
                    <a:pt x="60" y="45"/>
                    <a:pt x="61" y="46"/>
                    <a:pt x="62" y="47"/>
                  </a:cubicBezTo>
                  <a:cubicBezTo>
                    <a:pt x="64" y="49"/>
                    <a:pt x="65" y="52"/>
                    <a:pt x="64" y="53"/>
                  </a:cubicBezTo>
                  <a:cubicBezTo>
                    <a:pt x="62" y="55"/>
                    <a:pt x="60" y="56"/>
                    <a:pt x="58" y="57"/>
                  </a:cubicBezTo>
                  <a:cubicBezTo>
                    <a:pt x="57" y="57"/>
                    <a:pt x="56" y="57"/>
                    <a:pt x="55" y="57"/>
                  </a:cubicBezTo>
                  <a:cubicBezTo>
                    <a:pt x="54" y="57"/>
                    <a:pt x="54" y="58"/>
                    <a:pt x="54" y="59"/>
                  </a:cubicBezTo>
                  <a:cubicBezTo>
                    <a:pt x="54" y="59"/>
                    <a:pt x="55" y="60"/>
                    <a:pt x="56" y="60"/>
                  </a:cubicBezTo>
                  <a:cubicBezTo>
                    <a:pt x="56" y="60"/>
                    <a:pt x="56" y="60"/>
                    <a:pt x="56" y="60"/>
                  </a:cubicBezTo>
                  <a:cubicBezTo>
                    <a:pt x="56" y="60"/>
                    <a:pt x="57" y="60"/>
                    <a:pt x="58" y="60"/>
                  </a:cubicBezTo>
                  <a:cubicBezTo>
                    <a:pt x="58" y="60"/>
                    <a:pt x="58" y="60"/>
                    <a:pt x="58" y="60"/>
                  </a:cubicBezTo>
                  <a:cubicBezTo>
                    <a:pt x="61" y="60"/>
                    <a:pt x="64" y="61"/>
                    <a:pt x="66" y="64"/>
                  </a:cubicBezTo>
                  <a:cubicBezTo>
                    <a:pt x="67" y="65"/>
                    <a:pt x="67" y="68"/>
                    <a:pt x="66" y="69"/>
                  </a:cubicBezTo>
                  <a:cubicBezTo>
                    <a:pt x="66" y="71"/>
                    <a:pt x="65" y="73"/>
                    <a:pt x="63" y="73"/>
                  </a:cubicBezTo>
                  <a:cubicBezTo>
                    <a:pt x="62" y="74"/>
                    <a:pt x="61" y="74"/>
                    <a:pt x="60" y="74"/>
                  </a:cubicBezTo>
                  <a:cubicBezTo>
                    <a:pt x="58" y="74"/>
                    <a:pt x="56" y="74"/>
                    <a:pt x="55" y="73"/>
                  </a:cubicBezTo>
                  <a:cubicBezTo>
                    <a:pt x="52" y="71"/>
                    <a:pt x="50" y="68"/>
                    <a:pt x="48" y="66"/>
                  </a:cubicBezTo>
                  <a:cubicBezTo>
                    <a:pt x="48" y="65"/>
                    <a:pt x="47" y="65"/>
                    <a:pt x="47" y="65"/>
                  </a:cubicBezTo>
                  <a:cubicBezTo>
                    <a:pt x="46" y="65"/>
                    <a:pt x="46" y="65"/>
                    <a:pt x="46" y="65"/>
                  </a:cubicBezTo>
                  <a:cubicBezTo>
                    <a:pt x="45" y="66"/>
                    <a:pt x="45" y="67"/>
                    <a:pt x="46" y="67"/>
                  </a:cubicBezTo>
                  <a:cubicBezTo>
                    <a:pt x="47" y="70"/>
                    <a:pt x="50" y="73"/>
                    <a:pt x="53" y="75"/>
                  </a:cubicBezTo>
                  <a:cubicBezTo>
                    <a:pt x="55" y="77"/>
                    <a:pt x="58" y="77"/>
                    <a:pt x="60" y="77"/>
                  </a:cubicBezTo>
                  <a:cubicBezTo>
                    <a:pt x="62" y="77"/>
                    <a:pt x="63" y="77"/>
                    <a:pt x="65" y="76"/>
                  </a:cubicBezTo>
                  <a:cubicBezTo>
                    <a:pt x="67" y="75"/>
                    <a:pt x="68" y="73"/>
                    <a:pt x="69" y="70"/>
                  </a:cubicBezTo>
                  <a:cubicBezTo>
                    <a:pt x="70" y="68"/>
                    <a:pt x="70" y="65"/>
                    <a:pt x="68" y="62"/>
                  </a:cubicBezTo>
                  <a:cubicBezTo>
                    <a:pt x="67" y="60"/>
                    <a:pt x="65" y="59"/>
                    <a:pt x="63" y="58"/>
                  </a:cubicBezTo>
                  <a:cubicBezTo>
                    <a:pt x="64" y="57"/>
                    <a:pt x="65" y="56"/>
                    <a:pt x="66" y="55"/>
                  </a:cubicBezTo>
                  <a:cubicBezTo>
                    <a:pt x="68" y="52"/>
                    <a:pt x="67" y="47"/>
                    <a:pt x="64" y="45"/>
                  </a:cubicBezTo>
                  <a:cubicBezTo>
                    <a:pt x="62" y="43"/>
                    <a:pt x="60" y="43"/>
                    <a:pt x="58" y="43"/>
                  </a:cubicBezTo>
                  <a:moveTo>
                    <a:pt x="31" y="41"/>
                  </a:moveTo>
                  <a:cubicBezTo>
                    <a:pt x="28" y="41"/>
                    <a:pt x="26" y="42"/>
                    <a:pt x="24" y="43"/>
                  </a:cubicBezTo>
                  <a:cubicBezTo>
                    <a:pt x="21" y="45"/>
                    <a:pt x="19" y="49"/>
                    <a:pt x="19" y="53"/>
                  </a:cubicBezTo>
                  <a:cubicBezTo>
                    <a:pt x="19" y="54"/>
                    <a:pt x="20" y="55"/>
                    <a:pt x="21" y="55"/>
                  </a:cubicBezTo>
                  <a:cubicBezTo>
                    <a:pt x="21" y="55"/>
                    <a:pt x="21" y="55"/>
                    <a:pt x="21" y="55"/>
                  </a:cubicBezTo>
                  <a:cubicBezTo>
                    <a:pt x="21" y="55"/>
                    <a:pt x="22" y="54"/>
                    <a:pt x="22" y="53"/>
                  </a:cubicBezTo>
                  <a:cubicBezTo>
                    <a:pt x="22" y="50"/>
                    <a:pt x="24" y="47"/>
                    <a:pt x="26" y="45"/>
                  </a:cubicBezTo>
                  <a:cubicBezTo>
                    <a:pt x="27" y="44"/>
                    <a:pt x="29" y="44"/>
                    <a:pt x="31" y="44"/>
                  </a:cubicBezTo>
                  <a:cubicBezTo>
                    <a:pt x="32" y="44"/>
                    <a:pt x="33" y="44"/>
                    <a:pt x="34" y="45"/>
                  </a:cubicBezTo>
                  <a:cubicBezTo>
                    <a:pt x="37" y="47"/>
                    <a:pt x="38" y="51"/>
                    <a:pt x="37" y="55"/>
                  </a:cubicBezTo>
                  <a:cubicBezTo>
                    <a:pt x="35" y="59"/>
                    <a:pt x="31" y="62"/>
                    <a:pt x="28" y="64"/>
                  </a:cubicBezTo>
                  <a:cubicBezTo>
                    <a:pt x="27" y="64"/>
                    <a:pt x="27" y="64"/>
                    <a:pt x="27" y="64"/>
                  </a:cubicBezTo>
                  <a:cubicBezTo>
                    <a:pt x="26" y="65"/>
                    <a:pt x="24" y="67"/>
                    <a:pt x="22" y="68"/>
                  </a:cubicBezTo>
                  <a:cubicBezTo>
                    <a:pt x="20" y="71"/>
                    <a:pt x="20" y="74"/>
                    <a:pt x="20" y="76"/>
                  </a:cubicBezTo>
                  <a:cubicBezTo>
                    <a:pt x="21" y="77"/>
                    <a:pt x="21" y="77"/>
                    <a:pt x="22" y="77"/>
                  </a:cubicBezTo>
                  <a:cubicBezTo>
                    <a:pt x="40" y="78"/>
                    <a:pt x="40" y="78"/>
                    <a:pt x="40" y="78"/>
                  </a:cubicBezTo>
                  <a:cubicBezTo>
                    <a:pt x="40" y="78"/>
                    <a:pt x="40" y="78"/>
                    <a:pt x="40" y="78"/>
                  </a:cubicBezTo>
                  <a:cubicBezTo>
                    <a:pt x="40" y="78"/>
                    <a:pt x="41" y="77"/>
                    <a:pt x="41" y="76"/>
                  </a:cubicBezTo>
                  <a:cubicBezTo>
                    <a:pt x="41" y="76"/>
                    <a:pt x="41" y="75"/>
                    <a:pt x="40" y="75"/>
                  </a:cubicBezTo>
                  <a:cubicBezTo>
                    <a:pt x="23" y="74"/>
                    <a:pt x="23" y="74"/>
                    <a:pt x="23" y="74"/>
                  </a:cubicBezTo>
                  <a:cubicBezTo>
                    <a:pt x="23" y="73"/>
                    <a:pt x="24" y="71"/>
                    <a:pt x="25" y="70"/>
                  </a:cubicBezTo>
                  <a:cubicBezTo>
                    <a:pt x="26" y="69"/>
                    <a:pt x="27" y="68"/>
                    <a:pt x="29" y="67"/>
                  </a:cubicBezTo>
                  <a:cubicBezTo>
                    <a:pt x="30" y="66"/>
                    <a:pt x="30" y="66"/>
                    <a:pt x="30" y="66"/>
                  </a:cubicBezTo>
                  <a:cubicBezTo>
                    <a:pt x="33" y="64"/>
                    <a:pt x="37" y="61"/>
                    <a:pt x="39" y="56"/>
                  </a:cubicBezTo>
                  <a:cubicBezTo>
                    <a:pt x="41" y="51"/>
                    <a:pt x="40" y="45"/>
                    <a:pt x="35" y="42"/>
                  </a:cubicBezTo>
                  <a:cubicBezTo>
                    <a:pt x="34" y="41"/>
                    <a:pt x="32" y="41"/>
                    <a:pt x="31" y="41"/>
                  </a:cubicBezTo>
                  <a:moveTo>
                    <a:pt x="85" y="27"/>
                  </a:moveTo>
                  <a:cubicBezTo>
                    <a:pt x="85" y="29"/>
                    <a:pt x="85" y="31"/>
                    <a:pt x="85" y="34"/>
                  </a:cubicBezTo>
                  <a:cubicBezTo>
                    <a:pt x="7" y="33"/>
                    <a:pt x="7" y="33"/>
                    <a:pt x="7" y="33"/>
                  </a:cubicBezTo>
                  <a:cubicBezTo>
                    <a:pt x="7" y="35"/>
                    <a:pt x="7" y="35"/>
                    <a:pt x="7" y="35"/>
                  </a:cubicBezTo>
                  <a:cubicBezTo>
                    <a:pt x="85" y="36"/>
                    <a:pt x="85" y="36"/>
                    <a:pt x="85" y="36"/>
                  </a:cubicBezTo>
                  <a:cubicBezTo>
                    <a:pt x="85" y="53"/>
                    <a:pt x="84" y="70"/>
                    <a:pt x="82" y="87"/>
                  </a:cubicBezTo>
                  <a:cubicBezTo>
                    <a:pt x="3" y="84"/>
                    <a:pt x="3" y="84"/>
                    <a:pt x="3" y="84"/>
                  </a:cubicBezTo>
                  <a:cubicBezTo>
                    <a:pt x="3" y="77"/>
                    <a:pt x="4" y="70"/>
                    <a:pt x="4" y="63"/>
                  </a:cubicBezTo>
                  <a:cubicBezTo>
                    <a:pt x="3" y="64"/>
                    <a:pt x="2" y="64"/>
                    <a:pt x="1" y="64"/>
                  </a:cubicBezTo>
                  <a:cubicBezTo>
                    <a:pt x="1" y="71"/>
                    <a:pt x="0" y="79"/>
                    <a:pt x="0" y="86"/>
                  </a:cubicBezTo>
                  <a:cubicBezTo>
                    <a:pt x="0" y="86"/>
                    <a:pt x="0" y="87"/>
                    <a:pt x="0" y="87"/>
                  </a:cubicBezTo>
                  <a:cubicBezTo>
                    <a:pt x="0" y="87"/>
                    <a:pt x="1" y="87"/>
                    <a:pt x="1" y="87"/>
                  </a:cubicBezTo>
                  <a:cubicBezTo>
                    <a:pt x="83" y="90"/>
                    <a:pt x="83" y="90"/>
                    <a:pt x="83" y="90"/>
                  </a:cubicBezTo>
                  <a:cubicBezTo>
                    <a:pt x="83" y="90"/>
                    <a:pt x="83" y="90"/>
                    <a:pt x="83" y="90"/>
                  </a:cubicBezTo>
                  <a:cubicBezTo>
                    <a:pt x="84" y="90"/>
                    <a:pt x="84" y="89"/>
                    <a:pt x="85" y="88"/>
                  </a:cubicBezTo>
                  <a:cubicBezTo>
                    <a:pt x="87" y="71"/>
                    <a:pt x="88" y="54"/>
                    <a:pt x="88" y="36"/>
                  </a:cubicBezTo>
                  <a:cubicBezTo>
                    <a:pt x="89" y="36"/>
                    <a:pt x="89" y="36"/>
                    <a:pt x="89" y="35"/>
                  </a:cubicBezTo>
                  <a:cubicBezTo>
                    <a:pt x="89" y="35"/>
                    <a:pt x="89" y="35"/>
                    <a:pt x="89" y="35"/>
                  </a:cubicBezTo>
                  <a:cubicBezTo>
                    <a:pt x="89" y="35"/>
                    <a:pt x="89" y="34"/>
                    <a:pt x="88" y="34"/>
                  </a:cubicBezTo>
                  <a:cubicBezTo>
                    <a:pt x="88" y="34"/>
                    <a:pt x="88" y="34"/>
                    <a:pt x="88" y="34"/>
                  </a:cubicBezTo>
                  <a:cubicBezTo>
                    <a:pt x="88" y="34"/>
                    <a:pt x="88" y="34"/>
                    <a:pt x="88" y="34"/>
                  </a:cubicBezTo>
                  <a:cubicBezTo>
                    <a:pt x="87" y="32"/>
                    <a:pt x="86" y="29"/>
                    <a:pt x="85" y="27"/>
                  </a:cubicBezTo>
                  <a:cubicBezTo>
                    <a:pt x="85" y="27"/>
                    <a:pt x="85" y="27"/>
                    <a:pt x="85" y="27"/>
                  </a:cubicBezTo>
                  <a:moveTo>
                    <a:pt x="1" y="19"/>
                  </a:moveTo>
                  <a:cubicBezTo>
                    <a:pt x="1" y="23"/>
                    <a:pt x="1" y="28"/>
                    <a:pt x="1" y="33"/>
                  </a:cubicBezTo>
                  <a:cubicBezTo>
                    <a:pt x="1" y="34"/>
                    <a:pt x="1" y="34"/>
                    <a:pt x="1" y="34"/>
                  </a:cubicBezTo>
                  <a:cubicBezTo>
                    <a:pt x="1" y="34"/>
                    <a:pt x="1" y="35"/>
                    <a:pt x="1" y="35"/>
                  </a:cubicBezTo>
                  <a:cubicBezTo>
                    <a:pt x="2" y="41"/>
                    <a:pt x="2" y="48"/>
                    <a:pt x="1" y="54"/>
                  </a:cubicBezTo>
                  <a:cubicBezTo>
                    <a:pt x="4" y="55"/>
                    <a:pt x="4" y="55"/>
                    <a:pt x="4" y="55"/>
                  </a:cubicBezTo>
                  <a:cubicBezTo>
                    <a:pt x="5" y="49"/>
                    <a:pt x="5" y="43"/>
                    <a:pt x="4" y="37"/>
                  </a:cubicBezTo>
                  <a:cubicBezTo>
                    <a:pt x="1" y="19"/>
                    <a:pt x="1" y="19"/>
                    <a:pt x="1" y="19"/>
                  </a:cubicBezTo>
                  <a:moveTo>
                    <a:pt x="86" y="11"/>
                  </a:moveTo>
                  <a:cubicBezTo>
                    <a:pt x="86" y="12"/>
                    <a:pt x="86" y="13"/>
                    <a:pt x="86" y="14"/>
                  </a:cubicBezTo>
                  <a:cubicBezTo>
                    <a:pt x="86" y="18"/>
                    <a:pt x="87" y="21"/>
                    <a:pt x="88" y="26"/>
                  </a:cubicBezTo>
                  <a:cubicBezTo>
                    <a:pt x="88" y="21"/>
                    <a:pt x="88" y="17"/>
                    <a:pt x="87" y="12"/>
                  </a:cubicBezTo>
                  <a:cubicBezTo>
                    <a:pt x="87" y="12"/>
                    <a:pt x="87" y="11"/>
                    <a:pt x="86" y="11"/>
                  </a:cubicBezTo>
                  <a:moveTo>
                    <a:pt x="22" y="0"/>
                  </a:moveTo>
                  <a:cubicBezTo>
                    <a:pt x="21" y="0"/>
                    <a:pt x="20" y="1"/>
                    <a:pt x="20" y="2"/>
                  </a:cubicBezTo>
                  <a:cubicBezTo>
                    <a:pt x="20" y="10"/>
                    <a:pt x="20" y="10"/>
                    <a:pt x="20" y="10"/>
                  </a:cubicBezTo>
                  <a:cubicBezTo>
                    <a:pt x="2" y="9"/>
                    <a:pt x="2" y="9"/>
                    <a:pt x="2" y="9"/>
                  </a:cubicBezTo>
                  <a:cubicBezTo>
                    <a:pt x="2" y="10"/>
                    <a:pt x="3" y="12"/>
                    <a:pt x="3" y="13"/>
                  </a:cubicBezTo>
                  <a:cubicBezTo>
                    <a:pt x="4" y="18"/>
                    <a:pt x="4" y="18"/>
                    <a:pt x="4" y="18"/>
                  </a:cubicBezTo>
                  <a:cubicBezTo>
                    <a:pt x="4" y="16"/>
                    <a:pt x="4" y="14"/>
                    <a:pt x="3" y="12"/>
                  </a:cubicBezTo>
                  <a:cubicBezTo>
                    <a:pt x="20" y="13"/>
                    <a:pt x="20" y="13"/>
                    <a:pt x="20" y="13"/>
                  </a:cubicBezTo>
                  <a:cubicBezTo>
                    <a:pt x="19" y="20"/>
                    <a:pt x="19" y="20"/>
                    <a:pt x="19" y="20"/>
                  </a:cubicBezTo>
                  <a:cubicBezTo>
                    <a:pt x="19" y="21"/>
                    <a:pt x="20" y="22"/>
                    <a:pt x="21" y="22"/>
                  </a:cubicBezTo>
                  <a:cubicBezTo>
                    <a:pt x="21" y="22"/>
                    <a:pt x="21" y="22"/>
                    <a:pt x="21" y="22"/>
                  </a:cubicBezTo>
                  <a:cubicBezTo>
                    <a:pt x="22" y="22"/>
                    <a:pt x="22" y="21"/>
                    <a:pt x="22" y="20"/>
                  </a:cubicBezTo>
                  <a:cubicBezTo>
                    <a:pt x="23" y="13"/>
                    <a:pt x="23" y="13"/>
                    <a:pt x="23" y="13"/>
                  </a:cubicBezTo>
                  <a:cubicBezTo>
                    <a:pt x="64" y="14"/>
                    <a:pt x="64" y="14"/>
                    <a:pt x="64" y="14"/>
                  </a:cubicBezTo>
                  <a:cubicBezTo>
                    <a:pt x="64" y="16"/>
                    <a:pt x="64" y="19"/>
                    <a:pt x="64" y="21"/>
                  </a:cubicBezTo>
                  <a:cubicBezTo>
                    <a:pt x="64" y="22"/>
                    <a:pt x="64" y="23"/>
                    <a:pt x="65" y="23"/>
                  </a:cubicBezTo>
                  <a:cubicBezTo>
                    <a:pt x="65" y="23"/>
                    <a:pt x="65" y="23"/>
                    <a:pt x="65" y="23"/>
                  </a:cubicBezTo>
                  <a:cubicBezTo>
                    <a:pt x="66" y="23"/>
                    <a:pt x="67" y="22"/>
                    <a:pt x="67" y="21"/>
                  </a:cubicBezTo>
                  <a:cubicBezTo>
                    <a:pt x="67" y="19"/>
                    <a:pt x="67" y="16"/>
                    <a:pt x="67" y="14"/>
                  </a:cubicBezTo>
                  <a:cubicBezTo>
                    <a:pt x="83" y="14"/>
                    <a:pt x="83" y="14"/>
                    <a:pt x="83" y="14"/>
                  </a:cubicBezTo>
                  <a:cubicBezTo>
                    <a:pt x="83" y="13"/>
                    <a:pt x="83" y="12"/>
                    <a:pt x="83" y="11"/>
                  </a:cubicBezTo>
                  <a:cubicBezTo>
                    <a:pt x="67" y="11"/>
                    <a:pt x="67" y="11"/>
                    <a:pt x="67" y="11"/>
                  </a:cubicBezTo>
                  <a:cubicBezTo>
                    <a:pt x="66" y="8"/>
                    <a:pt x="66" y="5"/>
                    <a:pt x="66" y="3"/>
                  </a:cubicBezTo>
                  <a:cubicBezTo>
                    <a:pt x="65" y="2"/>
                    <a:pt x="65" y="2"/>
                    <a:pt x="64" y="2"/>
                  </a:cubicBezTo>
                  <a:cubicBezTo>
                    <a:pt x="64" y="2"/>
                    <a:pt x="64" y="2"/>
                    <a:pt x="64" y="2"/>
                  </a:cubicBezTo>
                  <a:cubicBezTo>
                    <a:pt x="63" y="2"/>
                    <a:pt x="62" y="3"/>
                    <a:pt x="63" y="3"/>
                  </a:cubicBezTo>
                  <a:cubicBezTo>
                    <a:pt x="63" y="6"/>
                    <a:pt x="63" y="8"/>
                    <a:pt x="64" y="11"/>
                  </a:cubicBezTo>
                  <a:cubicBezTo>
                    <a:pt x="23" y="10"/>
                    <a:pt x="23" y="10"/>
                    <a:pt x="23" y="10"/>
                  </a:cubicBezTo>
                  <a:cubicBezTo>
                    <a:pt x="23" y="2"/>
                    <a:pt x="23" y="2"/>
                    <a:pt x="23" y="2"/>
                  </a:cubicBezTo>
                  <a:cubicBezTo>
                    <a:pt x="23" y="1"/>
                    <a:pt x="22"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D7828F45-68B5-4DD4-8437-AB5A74637DC5}"/>
                </a:ext>
              </a:extLst>
            </p:cNvPr>
            <p:cNvSpPr>
              <a:spLocks noEditPoints="1"/>
            </p:cNvSpPr>
            <p:nvPr/>
          </p:nvSpPr>
          <p:spPr bwMode="auto">
            <a:xfrm>
              <a:off x="6551613" y="1903413"/>
              <a:ext cx="288925" cy="325438"/>
            </a:xfrm>
            <a:custGeom>
              <a:avLst/>
              <a:gdLst>
                <a:gd name="T0" fmla="*/ 65 w 72"/>
                <a:gd name="T1" fmla="*/ 66 h 81"/>
                <a:gd name="T2" fmla="*/ 64 w 72"/>
                <a:gd name="T3" fmla="*/ 62 h 81"/>
                <a:gd name="T4" fmla="*/ 67 w 72"/>
                <a:gd name="T5" fmla="*/ 59 h 81"/>
                <a:gd name="T6" fmla="*/ 66 w 72"/>
                <a:gd name="T7" fmla="*/ 63 h 81"/>
                <a:gd name="T8" fmla="*/ 66 w 72"/>
                <a:gd name="T9" fmla="*/ 51 h 81"/>
                <a:gd name="T10" fmla="*/ 65 w 72"/>
                <a:gd name="T11" fmla="*/ 49 h 81"/>
                <a:gd name="T12" fmla="*/ 66 w 72"/>
                <a:gd name="T13" fmla="*/ 44 h 81"/>
                <a:gd name="T14" fmla="*/ 65 w 72"/>
                <a:gd name="T15" fmla="*/ 49 h 81"/>
                <a:gd name="T16" fmla="*/ 40 w 72"/>
                <a:gd name="T17" fmla="*/ 67 h 81"/>
                <a:gd name="T18" fmla="*/ 51 w 72"/>
                <a:gd name="T19" fmla="*/ 41 h 81"/>
                <a:gd name="T20" fmla="*/ 55 w 72"/>
                <a:gd name="T21" fmla="*/ 42 h 81"/>
                <a:gd name="T22" fmla="*/ 62 w 72"/>
                <a:gd name="T23" fmla="*/ 52 h 81"/>
                <a:gd name="T24" fmla="*/ 57 w 72"/>
                <a:gd name="T25" fmla="*/ 72 h 81"/>
                <a:gd name="T26" fmla="*/ 61 w 72"/>
                <a:gd name="T27" fmla="*/ 42 h 81"/>
                <a:gd name="T28" fmla="*/ 62 w 72"/>
                <a:gd name="T29" fmla="*/ 39 h 81"/>
                <a:gd name="T30" fmla="*/ 61 w 72"/>
                <a:gd name="T31" fmla="*/ 42 h 81"/>
                <a:gd name="T32" fmla="*/ 55 w 72"/>
                <a:gd name="T33" fmla="*/ 35 h 81"/>
                <a:gd name="T34" fmla="*/ 55 w 72"/>
                <a:gd name="T35" fmla="*/ 39 h 81"/>
                <a:gd name="T36" fmla="*/ 52 w 72"/>
                <a:gd name="T37" fmla="*/ 35 h 81"/>
                <a:gd name="T38" fmla="*/ 53 w 72"/>
                <a:gd name="T39" fmla="*/ 32 h 81"/>
                <a:gd name="T40" fmla="*/ 37 w 72"/>
                <a:gd name="T41" fmla="*/ 45 h 81"/>
                <a:gd name="T42" fmla="*/ 37 w 72"/>
                <a:gd name="T43" fmla="*/ 68 h 81"/>
                <a:gd name="T44" fmla="*/ 50 w 72"/>
                <a:gd name="T45" fmla="*/ 80 h 81"/>
                <a:gd name="T46" fmla="*/ 53 w 72"/>
                <a:gd name="T47" fmla="*/ 81 h 81"/>
                <a:gd name="T48" fmla="*/ 71 w 72"/>
                <a:gd name="T49" fmla="*/ 51 h 81"/>
                <a:gd name="T50" fmla="*/ 70 w 72"/>
                <a:gd name="T51" fmla="*/ 45 h 81"/>
                <a:gd name="T52" fmla="*/ 50 w 72"/>
                <a:gd name="T53" fmla="*/ 11 h 81"/>
                <a:gd name="T54" fmla="*/ 9 w 72"/>
                <a:gd name="T55" fmla="*/ 73 h 81"/>
                <a:gd name="T56" fmla="*/ 52 w 72"/>
                <a:gd name="T57" fmla="*/ 14 h 81"/>
                <a:gd name="T58" fmla="*/ 28 w 72"/>
                <a:gd name="T59" fmla="*/ 34 h 81"/>
                <a:gd name="T60" fmla="*/ 28 w 72"/>
                <a:gd name="T61" fmla="*/ 34 h 81"/>
                <a:gd name="T62" fmla="*/ 32 w 72"/>
                <a:gd name="T63" fmla="*/ 22 h 81"/>
                <a:gd name="T64" fmla="*/ 33 w 72"/>
                <a:gd name="T65" fmla="*/ 19 h 81"/>
                <a:gd name="T66" fmla="*/ 33 w 72"/>
                <a:gd name="T67" fmla="*/ 17 h 81"/>
                <a:gd name="T68" fmla="*/ 30 w 72"/>
                <a:gd name="T69" fmla="*/ 14 h 81"/>
                <a:gd name="T70" fmla="*/ 31 w 72"/>
                <a:gd name="T71" fmla="*/ 10 h 81"/>
                <a:gd name="T72" fmla="*/ 3 w 72"/>
                <a:gd name="T73" fmla="*/ 20 h 81"/>
                <a:gd name="T74" fmla="*/ 22 w 72"/>
                <a:gd name="T75" fmla="*/ 10 h 81"/>
                <a:gd name="T76" fmla="*/ 23 w 72"/>
                <a:gd name="T77" fmla="*/ 11 h 81"/>
                <a:gd name="T78" fmla="*/ 28 w 72"/>
                <a:gd name="T79" fmla="*/ 20 h 81"/>
                <a:gd name="T80" fmla="*/ 22 w 72"/>
                <a:gd name="T81" fmla="*/ 40 h 81"/>
                <a:gd name="T82" fmla="*/ 9 w 72"/>
                <a:gd name="T83" fmla="*/ 43 h 81"/>
                <a:gd name="T84" fmla="*/ 3 w 72"/>
                <a:gd name="T85" fmla="*/ 23 h 81"/>
                <a:gd name="T86" fmla="*/ 21 w 72"/>
                <a:gd name="T87" fmla="*/ 6 h 81"/>
                <a:gd name="T88" fmla="*/ 28 w 72"/>
                <a:gd name="T89" fmla="*/ 8 h 81"/>
                <a:gd name="T90" fmla="*/ 15 w 72"/>
                <a:gd name="T91" fmla="*/ 5 h 81"/>
                <a:gd name="T92" fmla="*/ 20 w 72"/>
                <a:gd name="T93" fmla="*/ 3 h 81"/>
                <a:gd name="T94" fmla="*/ 15 w 72"/>
                <a:gd name="T95" fmla="*/ 6 h 81"/>
                <a:gd name="T96" fmla="*/ 13 w 72"/>
                <a:gd name="T97" fmla="*/ 3 h 81"/>
                <a:gd name="T98" fmla="*/ 0 w 72"/>
                <a:gd name="T99" fmla="*/ 20 h 81"/>
                <a:gd name="T100" fmla="*/ 2 w 72"/>
                <a:gd name="T101" fmla="*/ 36 h 81"/>
                <a:gd name="T102" fmla="*/ 5 w 72"/>
                <a:gd name="T103" fmla="*/ 43 h 81"/>
                <a:gd name="T104" fmla="*/ 15 w 72"/>
                <a:gd name="T105" fmla="*/ 48 h 81"/>
                <a:gd name="T106" fmla="*/ 21 w 72"/>
                <a:gd name="T107" fmla="*/ 46 h 81"/>
                <a:gd name="T108" fmla="*/ 32 w 72"/>
                <a:gd name="T109" fmla="*/ 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81">
                  <a:moveTo>
                    <a:pt x="62" y="70"/>
                  </a:moveTo>
                  <a:cubicBezTo>
                    <a:pt x="62" y="68"/>
                    <a:pt x="63" y="67"/>
                    <a:pt x="64" y="65"/>
                  </a:cubicBezTo>
                  <a:cubicBezTo>
                    <a:pt x="65" y="66"/>
                    <a:pt x="65" y="66"/>
                    <a:pt x="65" y="66"/>
                  </a:cubicBezTo>
                  <a:cubicBezTo>
                    <a:pt x="64" y="67"/>
                    <a:pt x="63" y="68"/>
                    <a:pt x="62" y="70"/>
                  </a:cubicBezTo>
                  <a:moveTo>
                    <a:pt x="66" y="63"/>
                  </a:moveTo>
                  <a:cubicBezTo>
                    <a:pt x="64" y="62"/>
                    <a:pt x="64" y="62"/>
                    <a:pt x="64" y="62"/>
                  </a:cubicBezTo>
                  <a:cubicBezTo>
                    <a:pt x="64" y="62"/>
                    <a:pt x="65" y="61"/>
                    <a:pt x="65" y="60"/>
                  </a:cubicBezTo>
                  <a:cubicBezTo>
                    <a:pt x="65" y="60"/>
                    <a:pt x="65" y="59"/>
                    <a:pt x="66" y="58"/>
                  </a:cubicBezTo>
                  <a:cubicBezTo>
                    <a:pt x="67" y="59"/>
                    <a:pt x="67" y="59"/>
                    <a:pt x="67" y="59"/>
                  </a:cubicBezTo>
                  <a:cubicBezTo>
                    <a:pt x="68" y="60"/>
                    <a:pt x="68" y="60"/>
                    <a:pt x="68" y="60"/>
                  </a:cubicBezTo>
                  <a:cubicBezTo>
                    <a:pt x="68" y="60"/>
                    <a:pt x="68" y="60"/>
                    <a:pt x="68" y="60"/>
                  </a:cubicBezTo>
                  <a:cubicBezTo>
                    <a:pt x="67" y="61"/>
                    <a:pt x="67" y="62"/>
                    <a:pt x="66" y="63"/>
                  </a:cubicBezTo>
                  <a:moveTo>
                    <a:pt x="68" y="57"/>
                  </a:moveTo>
                  <a:cubicBezTo>
                    <a:pt x="66" y="55"/>
                    <a:pt x="66" y="55"/>
                    <a:pt x="66" y="55"/>
                  </a:cubicBezTo>
                  <a:cubicBezTo>
                    <a:pt x="66" y="54"/>
                    <a:pt x="66" y="53"/>
                    <a:pt x="66" y="51"/>
                  </a:cubicBezTo>
                  <a:cubicBezTo>
                    <a:pt x="68" y="51"/>
                    <a:pt x="68" y="51"/>
                    <a:pt x="68" y="51"/>
                  </a:cubicBezTo>
                  <a:cubicBezTo>
                    <a:pt x="69" y="53"/>
                    <a:pt x="69" y="55"/>
                    <a:pt x="68" y="57"/>
                  </a:cubicBezTo>
                  <a:moveTo>
                    <a:pt x="65" y="49"/>
                  </a:moveTo>
                  <a:cubicBezTo>
                    <a:pt x="65" y="47"/>
                    <a:pt x="64" y="46"/>
                    <a:pt x="63" y="44"/>
                  </a:cubicBezTo>
                  <a:cubicBezTo>
                    <a:pt x="65" y="44"/>
                    <a:pt x="65" y="44"/>
                    <a:pt x="65" y="44"/>
                  </a:cubicBezTo>
                  <a:cubicBezTo>
                    <a:pt x="66" y="44"/>
                    <a:pt x="66" y="44"/>
                    <a:pt x="66" y="44"/>
                  </a:cubicBezTo>
                  <a:cubicBezTo>
                    <a:pt x="66" y="44"/>
                    <a:pt x="67" y="45"/>
                    <a:pt x="67" y="46"/>
                  </a:cubicBezTo>
                  <a:cubicBezTo>
                    <a:pt x="67" y="47"/>
                    <a:pt x="68" y="48"/>
                    <a:pt x="68" y="48"/>
                  </a:cubicBezTo>
                  <a:cubicBezTo>
                    <a:pt x="65" y="49"/>
                    <a:pt x="65" y="49"/>
                    <a:pt x="65" y="49"/>
                  </a:cubicBezTo>
                  <a:moveTo>
                    <a:pt x="49" y="78"/>
                  </a:moveTo>
                  <a:cubicBezTo>
                    <a:pt x="47" y="78"/>
                    <a:pt x="45" y="77"/>
                    <a:pt x="44" y="75"/>
                  </a:cubicBezTo>
                  <a:cubicBezTo>
                    <a:pt x="42" y="73"/>
                    <a:pt x="41" y="70"/>
                    <a:pt x="40" y="67"/>
                  </a:cubicBezTo>
                  <a:cubicBezTo>
                    <a:pt x="38" y="63"/>
                    <a:pt x="37" y="59"/>
                    <a:pt x="38" y="56"/>
                  </a:cubicBezTo>
                  <a:cubicBezTo>
                    <a:pt x="38" y="51"/>
                    <a:pt x="39" y="47"/>
                    <a:pt x="41" y="45"/>
                  </a:cubicBezTo>
                  <a:cubicBezTo>
                    <a:pt x="44" y="42"/>
                    <a:pt x="47" y="41"/>
                    <a:pt x="51" y="41"/>
                  </a:cubicBezTo>
                  <a:cubicBezTo>
                    <a:pt x="52" y="41"/>
                    <a:pt x="53" y="41"/>
                    <a:pt x="54" y="41"/>
                  </a:cubicBezTo>
                  <a:cubicBezTo>
                    <a:pt x="55" y="42"/>
                    <a:pt x="55" y="42"/>
                    <a:pt x="55" y="42"/>
                  </a:cubicBezTo>
                  <a:cubicBezTo>
                    <a:pt x="55" y="42"/>
                    <a:pt x="55" y="42"/>
                    <a:pt x="55" y="42"/>
                  </a:cubicBezTo>
                  <a:cubicBezTo>
                    <a:pt x="56" y="42"/>
                    <a:pt x="57" y="42"/>
                    <a:pt x="58" y="43"/>
                  </a:cubicBezTo>
                  <a:cubicBezTo>
                    <a:pt x="61" y="45"/>
                    <a:pt x="62" y="48"/>
                    <a:pt x="63" y="51"/>
                  </a:cubicBezTo>
                  <a:cubicBezTo>
                    <a:pt x="63" y="51"/>
                    <a:pt x="62" y="52"/>
                    <a:pt x="62" y="52"/>
                  </a:cubicBezTo>
                  <a:cubicBezTo>
                    <a:pt x="62" y="53"/>
                    <a:pt x="62" y="54"/>
                    <a:pt x="62" y="55"/>
                  </a:cubicBezTo>
                  <a:cubicBezTo>
                    <a:pt x="62" y="56"/>
                    <a:pt x="62" y="56"/>
                    <a:pt x="62" y="56"/>
                  </a:cubicBezTo>
                  <a:cubicBezTo>
                    <a:pt x="62" y="62"/>
                    <a:pt x="60" y="67"/>
                    <a:pt x="57" y="72"/>
                  </a:cubicBezTo>
                  <a:cubicBezTo>
                    <a:pt x="55" y="76"/>
                    <a:pt x="52" y="77"/>
                    <a:pt x="50" y="78"/>
                  </a:cubicBezTo>
                  <a:cubicBezTo>
                    <a:pt x="50" y="78"/>
                    <a:pt x="50" y="78"/>
                    <a:pt x="49" y="78"/>
                  </a:cubicBezTo>
                  <a:moveTo>
                    <a:pt x="61" y="42"/>
                  </a:moveTo>
                  <a:cubicBezTo>
                    <a:pt x="61" y="41"/>
                    <a:pt x="60" y="41"/>
                    <a:pt x="60" y="41"/>
                  </a:cubicBezTo>
                  <a:cubicBezTo>
                    <a:pt x="59" y="40"/>
                    <a:pt x="59" y="40"/>
                    <a:pt x="59" y="40"/>
                  </a:cubicBezTo>
                  <a:cubicBezTo>
                    <a:pt x="62" y="39"/>
                    <a:pt x="62" y="39"/>
                    <a:pt x="62" y="39"/>
                  </a:cubicBezTo>
                  <a:cubicBezTo>
                    <a:pt x="62" y="39"/>
                    <a:pt x="62" y="39"/>
                    <a:pt x="62" y="39"/>
                  </a:cubicBezTo>
                  <a:cubicBezTo>
                    <a:pt x="62" y="39"/>
                    <a:pt x="63" y="40"/>
                    <a:pt x="64" y="41"/>
                  </a:cubicBezTo>
                  <a:cubicBezTo>
                    <a:pt x="61" y="42"/>
                    <a:pt x="61" y="42"/>
                    <a:pt x="61" y="42"/>
                  </a:cubicBezTo>
                  <a:moveTo>
                    <a:pt x="55" y="39"/>
                  </a:moveTo>
                  <a:cubicBezTo>
                    <a:pt x="54" y="38"/>
                    <a:pt x="54" y="38"/>
                    <a:pt x="53" y="38"/>
                  </a:cubicBezTo>
                  <a:cubicBezTo>
                    <a:pt x="55" y="35"/>
                    <a:pt x="55" y="35"/>
                    <a:pt x="55" y="35"/>
                  </a:cubicBezTo>
                  <a:cubicBezTo>
                    <a:pt x="56" y="35"/>
                    <a:pt x="57" y="35"/>
                    <a:pt x="57" y="36"/>
                  </a:cubicBezTo>
                  <a:cubicBezTo>
                    <a:pt x="58" y="36"/>
                    <a:pt x="58" y="36"/>
                    <a:pt x="59" y="37"/>
                  </a:cubicBezTo>
                  <a:cubicBezTo>
                    <a:pt x="55" y="39"/>
                    <a:pt x="55" y="39"/>
                    <a:pt x="55" y="39"/>
                  </a:cubicBezTo>
                  <a:moveTo>
                    <a:pt x="46" y="39"/>
                  </a:moveTo>
                  <a:cubicBezTo>
                    <a:pt x="47" y="37"/>
                    <a:pt x="49" y="35"/>
                    <a:pt x="51" y="35"/>
                  </a:cubicBezTo>
                  <a:cubicBezTo>
                    <a:pt x="52" y="35"/>
                    <a:pt x="52" y="35"/>
                    <a:pt x="52" y="35"/>
                  </a:cubicBezTo>
                  <a:cubicBezTo>
                    <a:pt x="49" y="38"/>
                    <a:pt x="49" y="38"/>
                    <a:pt x="49" y="38"/>
                  </a:cubicBezTo>
                  <a:cubicBezTo>
                    <a:pt x="48" y="38"/>
                    <a:pt x="47" y="38"/>
                    <a:pt x="46" y="39"/>
                  </a:cubicBezTo>
                  <a:moveTo>
                    <a:pt x="53" y="32"/>
                  </a:moveTo>
                  <a:cubicBezTo>
                    <a:pt x="52" y="32"/>
                    <a:pt x="51" y="32"/>
                    <a:pt x="50" y="32"/>
                  </a:cubicBezTo>
                  <a:cubicBezTo>
                    <a:pt x="47" y="33"/>
                    <a:pt x="45" y="36"/>
                    <a:pt x="43" y="37"/>
                  </a:cubicBezTo>
                  <a:cubicBezTo>
                    <a:pt x="37" y="45"/>
                    <a:pt x="37" y="45"/>
                    <a:pt x="37" y="45"/>
                  </a:cubicBezTo>
                  <a:cubicBezTo>
                    <a:pt x="37" y="45"/>
                    <a:pt x="37" y="46"/>
                    <a:pt x="37" y="46"/>
                  </a:cubicBezTo>
                  <a:cubicBezTo>
                    <a:pt x="35" y="49"/>
                    <a:pt x="35" y="52"/>
                    <a:pt x="35" y="55"/>
                  </a:cubicBezTo>
                  <a:cubicBezTo>
                    <a:pt x="34" y="59"/>
                    <a:pt x="35" y="63"/>
                    <a:pt x="37" y="68"/>
                  </a:cubicBezTo>
                  <a:cubicBezTo>
                    <a:pt x="38" y="71"/>
                    <a:pt x="39" y="74"/>
                    <a:pt x="41" y="77"/>
                  </a:cubicBezTo>
                  <a:cubicBezTo>
                    <a:pt x="44" y="79"/>
                    <a:pt x="46" y="81"/>
                    <a:pt x="49" y="81"/>
                  </a:cubicBezTo>
                  <a:cubicBezTo>
                    <a:pt x="50" y="81"/>
                    <a:pt x="50" y="81"/>
                    <a:pt x="50" y="80"/>
                  </a:cubicBezTo>
                  <a:cubicBezTo>
                    <a:pt x="51" y="80"/>
                    <a:pt x="51" y="80"/>
                    <a:pt x="51" y="80"/>
                  </a:cubicBezTo>
                  <a:cubicBezTo>
                    <a:pt x="51" y="80"/>
                    <a:pt x="51" y="80"/>
                    <a:pt x="51" y="80"/>
                  </a:cubicBezTo>
                  <a:cubicBezTo>
                    <a:pt x="52" y="81"/>
                    <a:pt x="52" y="81"/>
                    <a:pt x="53" y="81"/>
                  </a:cubicBezTo>
                  <a:cubicBezTo>
                    <a:pt x="54" y="81"/>
                    <a:pt x="54" y="81"/>
                    <a:pt x="54" y="81"/>
                  </a:cubicBezTo>
                  <a:cubicBezTo>
                    <a:pt x="60" y="76"/>
                    <a:pt x="67" y="70"/>
                    <a:pt x="70" y="61"/>
                  </a:cubicBezTo>
                  <a:cubicBezTo>
                    <a:pt x="71" y="58"/>
                    <a:pt x="72" y="54"/>
                    <a:pt x="71" y="51"/>
                  </a:cubicBezTo>
                  <a:cubicBezTo>
                    <a:pt x="72" y="51"/>
                    <a:pt x="72" y="50"/>
                    <a:pt x="72" y="50"/>
                  </a:cubicBezTo>
                  <a:cubicBezTo>
                    <a:pt x="72" y="49"/>
                    <a:pt x="71" y="49"/>
                    <a:pt x="71" y="49"/>
                  </a:cubicBezTo>
                  <a:cubicBezTo>
                    <a:pt x="71" y="47"/>
                    <a:pt x="70" y="46"/>
                    <a:pt x="70" y="45"/>
                  </a:cubicBezTo>
                  <a:cubicBezTo>
                    <a:pt x="68" y="40"/>
                    <a:pt x="64" y="35"/>
                    <a:pt x="59" y="33"/>
                  </a:cubicBezTo>
                  <a:cubicBezTo>
                    <a:pt x="56" y="32"/>
                    <a:pt x="54" y="32"/>
                    <a:pt x="53" y="32"/>
                  </a:cubicBezTo>
                  <a:moveTo>
                    <a:pt x="50" y="11"/>
                  </a:moveTo>
                  <a:cubicBezTo>
                    <a:pt x="50" y="11"/>
                    <a:pt x="49" y="12"/>
                    <a:pt x="49" y="12"/>
                  </a:cubicBezTo>
                  <a:cubicBezTo>
                    <a:pt x="9" y="71"/>
                    <a:pt x="9" y="71"/>
                    <a:pt x="9" y="71"/>
                  </a:cubicBezTo>
                  <a:cubicBezTo>
                    <a:pt x="8" y="72"/>
                    <a:pt x="9" y="73"/>
                    <a:pt x="9" y="73"/>
                  </a:cubicBezTo>
                  <a:cubicBezTo>
                    <a:pt x="10" y="73"/>
                    <a:pt x="10" y="73"/>
                    <a:pt x="10" y="73"/>
                  </a:cubicBezTo>
                  <a:cubicBezTo>
                    <a:pt x="11" y="73"/>
                    <a:pt x="11" y="73"/>
                    <a:pt x="11" y="73"/>
                  </a:cubicBezTo>
                  <a:cubicBezTo>
                    <a:pt x="52" y="14"/>
                    <a:pt x="52" y="14"/>
                    <a:pt x="52" y="14"/>
                  </a:cubicBezTo>
                  <a:cubicBezTo>
                    <a:pt x="52" y="13"/>
                    <a:pt x="52" y="12"/>
                    <a:pt x="51" y="12"/>
                  </a:cubicBezTo>
                  <a:cubicBezTo>
                    <a:pt x="51" y="11"/>
                    <a:pt x="51" y="11"/>
                    <a:pt x="50" y="11"/>
                  </a:cubicBezTo>
                  <a:moveTo>
                    <a:pt x="28" y="34"/>
                  </a:moveTo>
                  <a:cubicBezTo>
                    <a:pt x="29" y="33"/>
                    <a:pt x="29" y="32"/>
                    <a:pt x="30" y="31"/>
                  </a:cubicBezTo>
                  <a:cubicBezTo>
                    <a:pt x="30" y="31"/>
                    <a:pt x="30" y="31"/>
                    <a:pt x="30" y="31"/>
                  </a:cubicBezTo>
                  <a:cubicBezTo>
                    <a:pt x="30" y="32"/>
                    <a:pt x="29" y="33"/>
                    <a:pt x="28" y="34"/>
                  </a:cubicBezTo>
                  <a:moveTo>
                    <a:pt x="31" y="28"/>
                  </a:moveTo>
                  <a:cubicBezTo>
                    <a:pt x="30" y="28"/>
                    <a:pt x="30" y="28"/>
                    <a:pt x="30" y="28"/>
                  </a:cubicBezTo>
                  <a:cubicBezTo>
                    <a:pt x="31" y="26"/>
                    <a:pt x="32" y="24"/>
                    <a:pt x="32" y="22"/>
                  </a:cubicBezTo>
                  <a:cubicBezTo>
                    <a:pt x="33" y="22"/>
                    <a:pt x="33" y="22"/>
                    <a:pt x="33" y="22"/>
                  </a:cubicBezTo>
                  <a:cubicBezTo>
                    <a:pt x="32" y="24"/>
                    <a:pt x="32" y="26"/>
                    <a:pt x="31" y="28"/>
                  </a:cubicBezTo>
                  <a:moveTo>
                    <a:pt x="33" y="19"/>
                  </a:moveTo>
                  <a:cubicBezTo>
                    <a:pt x="32" y="19"/>
                    <a:pt x="32" y="19"/>
                    <a:pt x="32" y="19"/>
                  </a:cubicBezTo>
                  <a:cubicBezTo>
                    <a:pt x="31" y="18"/>
                    <a:pt x="31" y="18"/>
                    <a:pt x="31" y="17"/>
                  </a:cubicBezTo>
                  <a:cubicBezTo>
                    <a:pt x="33" y="17"/>
                    <a:pt x="33" y="17"/>
                    <a:pt x="33" y="17"/>
                  </a:cubicBezTo>
                  <a:cubicBezTo>
                    <a:pt x="33" y="17"/>
                    <a:pt x="33" y="18"/>
                    <a:pt x="33" y="18"/>
                  </a:cubicBezTo>
                  <a:cubicBezTo>
                    <a:pt x="33" y="19"/>
                    <a:pt x="33" y="19"/>
                    <a:pt x="33" y="19"/>
                  </a:cubicBezTo>
                  <a:moveTo>
                    <a:pt x="30" y="14"/>
                  </a:moveTo>
                  <a:cubicBezTo>
                    <a:pt x="29" y="13"/>
                    <a:pt x="28" y="12"/>
                    <a:pt x="28" y="11"/>
                  </a:cubicBezTo>
                  <a:cubicBezTo>
                    <a:pt x="30" y="11"/>
                    <a:pt x="30" y="11"/>
                    <a:pt x="30" y="11"/>
                  </a:cubicBezTo>
                  <a:cubicBezTo>
                    <a:pt x="31" y="10"/>
                    <a:pt x="31" y="10"/>
                    <a:pt x="31" y="10"/>
                  </a:cubicBezTo>
                  <a:cubicBezTo>
                    <a:pt x="31" y="11"/>
                    <a:pt x="32" y="12"/>
                    <a:pt x="32" y="14"/>
                  </a:cubicBezTo>
                  <a:cubicBezTo>
                    <a:pt x="30" y="14"/>
                    <a:pt x="30" y="14"/>
                    <a:pt x="30" y="14"/>
                  </a:cubicBezTo>
                  <a:moveTo>
                    <a:pt x="3" y="20"/>
                  </a:moveTo>
                  <a:cubicBezTo>
                    <a:pt x="4" y="17"/>
                    <a:pt x="5" y="15"/>
                    <a:pt x="7" y="13"/>
                  </a:cubicBezTo>
                  <a:cubicBezTo>
                    <a:pt x="9" y="10"/>
                    <a:pt x="13" y="9"/>
                    <a:pt x="16" y="9"/>
                  </a:cubicBezTo>
                  <a:cubicBezTo>
                    <a:pt x="18" y="9"/>
                    <a:pt x="20" y="9"/>
                    <a:pt x="22" y="10"/>
                  </a:cubicBezTo>
                  <a:cubicBezTo>
                    <a:pt x="22" y="10"/>
                    <a:pt x="23" y="11"/>
                    <a:pt x="23" y="11"/>
                  </a:cubicBezTo>
                  <a:cubicBezTo>
                    <a:pt x="23" y="11"/>
                    <a:pt x="23" y="11"/>
                    <a:pt x="23" y="11"/>
                  </a:cubicBezTo>
                  <a:cubicBezTo>
                    <a:pt x="23" y="11"/>
                    <a:pt x="23" y="11"/>
                    <a:pt x="23" y="11"/>
                  </a:cubicBezTo>
                  <a:cubicBezTo>
                    <a:pt x="26" y="13"/>
                    <a:pt x="28" y="16"/>
                    <a:pt x="28" y="19"/>
                  </a:cubicBezTo>
                  <a:cubicBezTo>
                    <a:pt x="28" y="19"/>
                    <a:pt x="28" y="20"/>
                    <a:pt x="28" y="20"/>
                  </a:cubicBezTo>
                  <a:cubicBezTo>
                    <a:pt x="28" y="20"/>
                    <a:pt x="28" y="20"/>
                    <a:pt x="28" y="20"/>
                  </a:cubicBezTo>
                  <a:cubicBezTo>
                    <a:pt x="28" y="21"/>
                    <a:pt x="28" y="21"/>
                    <a:pt x="28" y="21"/>
                  </a:cubicBezTo>
                  <a:cubicBezTo>
                    <a:pt x="28" y="21"/>
                    <a:pt x="28" y="21"/>
                    <a:pt x="28" y="21"/>
                  </a:cubicBezTo>
                  <a:cubicBezTo>
                    <a:pt x="28" y="28"/>
                    <a:pt x="26" y="35"/>
                    <a:pt x="22" y="40"/>
                  </a:cubicBezTo>
                  <a:cubicBezTo>
                    <a:pt x="20" y="43"/>
                    <a:pt x="18" y="45"/>
                    <a:pt x="15" y="45"/>
                  </a:cubicBezTo>
                  <a:cubicBezTo>
                    <a:pt x="15" y="45"/>
                    <a:pt x="15" y="45"/>
                    <a:pt x="15" y="45"/>
                  </a:cubicBezTo>
                  <a:cubicBezTo>
                    <a:pt x="13" y="45"/>
                    <a:pt x="11" y="44"/>
                    <a:pt x="9" y="43"/>
                  </a:cubicBezTo>
                  <a:cubicBezTo>
                    <a:pt x="7" y="40"/>
                    <a:pt x="6" y="38"/>
                    <a:pt x="5" y="35"/>
                  </a:cubicBezTo>
                  <a:cubicBezTo>
                    <a:pt x="5" y="35"/>
                    <a:pt x="5" y="35"/>
                    <a:pt x="5" y="35"/>
                  </a:cubicBezTo>
                  <a:cubicBezTo>
                    <a:pt x="4" y="30"/>
                    <a:pt x="3" y="27"/>
                    <a:pt x="3" y="23"/>
                  </a:cubicBezTo>
                  <a:cubicBezTo>
                    <a:pt x="3" y="22"/>
                    <a:pt x="3" y="21"/>
                    <a:pt x="3" y="20"/>
                  </a:cubicBezTo>
                  <a:moveTo>
                    <a:pt x="24" y="8"/>
                  </a:moveTo>
                  <a:cubicBezTo>
                    <a:pt x="23" y="7"/>
                    <a:pt x="22" y="7"/>
                    <a:pt x="21" y="6"/>
                  </a:cubicBezTo>
                  <a:cubicBezTo>
                    <a:pt x="24" y="5"/>
                    <a:pt x="24" y="5"/>
                    <a:pt x="24" y="5"/>
                  </a:cubicBezTo>
                  <a:cubicBezTo>
                    <a:pt x="24" y="5"/>
                    <a:pt x="24" y="5"/>
                    <a:pt x="24" y="5"/>
                  </a:cubicBezTo>
                  <a:cubicBezTo>
                    <a:pt x="25" y="6"/>
                    <a:pt x="27" y="7"/>
                    <a:pt x="28" y="8"/>
                  </a:cubicBezTo>
                  <a:cubicBezTo>
                    <a:pt x="24" y="8"/>
                    <a:pt x="24" y="8"/>
                    <a:pt x="24" y="8"/>
                  </a:cubicBezTo>
                  <a:moveTo>
                    <a:pt x="15" y="6"/>
                  </a:moveTo>
                  <a:cubicBezTo>
                    <a:pt x="15" y="5"/>
                    <a:pt x="15" y="5"/>
                    <a:pt x="15" y="5"/>
                  </a:cubicBezTo>
                  <a:cubicBezTo>
                    <a:pt x="16" y="5"/>
                    <a:pt x="17" y="4"/>
                    <a:pt x="18" y="3"/>
                  </a:cubicBezTo>
                  <a:cubicBezTo>
                    <a:pt x="19" y="3"/>
                    <a:pt x="19" y="3"/>
                    <a:pt x="19" y="3"/>
                  </a:cubicBezTo>
                  <a:cubicBezTo>
                    <a:pt x="19" y="3"/>
                    <a:pt x="20" y="3"/>
                    <a:pt x="20" y="3"/>
                  </a:cubicBezTo>
                  <a:cubicBezTo>
                    <a:pt x="16" y="5"/>
                    <a:pt x="16" y="5"/>
                    <a:pt x="16" y="5"/>
                  </a:cubicBezTo>
                  <a:cubicBezTo>
                    <a:pt x="15" y="6"/>
                    <a:pt x="15" y="6"/>
                    <a:pt x="15" y="6"/>
                  </a:cubicBezTo>
                  <a:cubicBezTo>
                    <a:pt x="15" y="6"/>
                    <a:pt x="15" y="6"/>
                    <a:pt x="15" y="6"/>
                  </a:cubicBezTo>
                  <a:moveTo>
                    <a:pt x="19" y="0"/>
                  </a:moveTo>
                  <a:cubicBezTo>
                    <a:pt x="19" y="0"/>
                    <a:pt x="18" y="0"/>
                    <a:pt x="17" y="1"/>
                  </a:cubicBezTo>
                  <a:cubicBezTo>
                    <a:pt x="16" y="1"/>
                    <a:pt x="15" y="2"/>
                    <a:pt x="13" y="3"/>
                  </a:cubicBezTo>
                  <a:cubicBezTo>
                    <a:pt x="5" y="10"/>
                    <a:pt x="5" y="10"/>
                    <a:pt x="5" y="10"/>
                  </a:cubicBezTo>
                  <a:cubicBezTo>
                    <a:pt x="4" y="11"/>
                    <a:pt x="4" y="11"/>
                    <a:pt x="4" y="11"/>
                  </a:cubicBezTo>
                  <a:cubicBezTo>
                    <a:pt x="2" y="14"/>
                    <a:pt x="1" y="17"/>
                    <a:pt x="0" y="20"/>
                  </a:cubicBezTo>
                  <a:cubicBezTo>
                    <a:pt x="0" y="21"/>
                    <a:pt x="0" y="22"/>
                    <a:pt x="0" y="23"/>
                  </a:cubicBezTo>
                  <a:cubicBezTo>
                    <a:pt x="0" y="23"/>
                    <a:pt x="0" y="23"/>
                    <a:pt x="0" y="23"/>
                  </a:cubicBezTo>
                  <a:cubicBezTo>
                    <a:pt x="0" y="27"/>
                    <a:pt x="1" y="31"/>
                    <a:pt x="2" y="36"/>
                  </a:cubicBezTo>
                  <a:cubicBezTo>
                    <a:pt x="2" y="36"/>
                    <a:pt x="2" y="36"/>
                    <a:pt x="2" y="36"/>
                  </a:cubicBezTo>
                  <a:cubicBezTo>
                    <a:pt x="3" y="38"/>
                    <a:pt x="4" y="41"/>
                    <a:pt x="5" y="43"/>
                  </a:cubicBezTo>
                  <a:cubicBezTo>
                    <a:pt x="5" y="43"/>
                    <a:pt x="5" y="43"/>
                    <a:pt x="5" y="43"/>
                  </a:cubicBezTo>
                  <a:cubicBezTo>
                    <a:pt x="6" y="43"/>
                    <a:pt x="6" y="44"/>
                    <a:pt x="6" y="44"/>
                  </a:cubicBezTo>
                  <a:cubicBezTo>
                    <a:pt x="6" y="44"/>
                    <a:pt x="7" y="44"/>
                    <a:pt x="7" y="45"/>
                  </a:cubicBezTo>
                  <a:cubicBezTo>
                    <a:pt x="9" y="47"/>
                    <a:pt x="12" y="48"/>
                    <a:pt x="15" y="48"/>
                  </a:cubicBezTo>
                  <a:cubicBezTo>
                    <a:pt x="15" y="48"/>
                    <a:pt x="15" y="48"/>
                    <a:pt x="16" y="48"/>
                  </a:cubicBezTo>
                  <a:cubicBezTo>
                    <a:pt x="18" y="48"/>
                    <a:pt x="19" y="47"/>
                    <a:pt x="21" y="46"/>
                  </a:cubicBezTo>
                  <a:cubicBezTo>
                    <a:pt x="21" y="46"/>
                    <a:pt x="21" y="46"/>
                    <a:pt x="21" y="46"/>
                  </a:cubicBezTo>
                  <a:cubicBezTo>
                    <a:pt x="22" y="46"/>
                    <a:pt x="22" y="46"/>
                    <a:pt x="22" y="46"/>
                  </a:cubicBezTo>
                  <a:cubicBezTo>
                    <a:pt x="31" y="39"/>
                    <a:pt x="36" y="29"/>
                    <a:pt x="36" y="18"/>
                  </a:cubicBezTo>
                  <a:cubicBezTo>
                    <a:pt x="36" y="14"/>
                    <a:pt x="34" y="10"/>
                    <a:pt x="32" y="7"/>
                  </a:cubicBezTo>
                  <a:cubicBezTo>
                    <a:pt x="30" y="5"/>
                    <a:pt x="28" y="3"/>
                    <a:pt x="25" y="2"/>
                  </a:cubicBezTo>
                  <a:cubicBezTo>
                    <a:pt x="23" y="1"/>
                    <a:pt x="21" y="0"/>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FFB21FB8-6953-45A0-B5C3-4AC46607EFB9}"/>
                </a:ext>
              </a:extLst>
            </p:cNvPr>
            <p:cNvSpPr>
              <a:spLocks noEditPoints="1"/>
            </p:cNvSpPr>
            <p:nvPr/>
          </p:nvSpPr>
          <p:spPr bwMode="auto">
            <a:xfrm>
              <a:off x="3884613" y="6432550"/>
              <a:ext cx="288925" cy="325438"/>
            </a:xfrm>
            <a:custGeom>
              <a:avLst/>
              <a:gdLst>
                <a:gd name="T0" fmla="*/ 65 w 72"/>
                <a:gd name="T1" fmla="*/ 66 h 81"/>
                <a:gd name="T2" fmla="*/ 64 w 72"/>
                <a:gd name="T3" fmla="*/ 62 h 81"/>
                <a:gd name="T4" fmla="*/ 67 w 72"/>
                <a:gd name="T5" fmla="*/ 59 h 81"/>
                <a:gd name="T6" fmla="*/ 66 w 72"/>
                <a:gd name="T7" fmla="*/ 63 h 81"/>
                <a:gd name="T8" fmla="*/ 66 w 72"/>
                <a:gd name="T9" fmla="*/ 52 h 81"/>
                <a:gd name="T10" fmla="*/ 65 w 72"/>
                <a:gd name="T11" fmla="*/ 49 h 81"/>
                <a:gd name="T12" fmla="*/ 66 w 72"/>
                <a:gd name="T13" fmla="*/ 44 h 81"/>
                <a:gd name="T14" fmla="*/ 65 w 72"/>
                <a:gd name="T15" fmla="*/ 49 h 81"/>
                <a:gd name="T16" fmla="*/ 40 w 72"/>
                <a:gd name="T17" fmla="*/ 68 h 81"/>
                <a:gd name="T18" fmla="*/ 51 w 72"/>
                <a:gd name="T19" fmla="*/ 41 h 81"/>
                <a:gd name="T20" fmla="*/ 55 w 72"/>
                <a:gd name="T21" fmla="*/ 42 h 81"/>
                <a:gd name="T22" fmla="*/ 62 w 72"/>
                <a:gd name="T23" fmla="*/ 52 h 81"/>
                <a:gd name="T24" fmla="*/ 57 w 72"/>
                <a:gd name="T25" fmla="*/ 72 h 81"/>
                <a:gd name="T26" fmla="*/ 61 w 72"/>
                <a:gd name="T27" fmla="*/ 42 h 81"/>
                <a:gd name="T28" fmla="*/ 61 w 72"/>
                <a:gd name="T29" fmla="*/ 39 h 81"/>
                <a:gd name="T30" fmla="*/ 61 w 72"/>
                <a:gd name="T31" fmla="*/ 42 h 81"/>
                <a:gd name="T32" fmla="*/ 55 w 72"/>
                <a:gd name="T33" fmla="*/ 35 h 81"/>
                <a:gd name="T34" fmla="*/ 55 w 72"/>
                <a:gd name="T35" fmla="*/ 39 h 81"/>
                <a:gd name="T36" fmla="*/ 52 w 72"/>
                <a:gd name="T37" fmla="*/ 35 h 81"/>
                <a:gd name="T38" fmla="*/ 52 w 72"/>
                <a:gd name="T39" fmla="*/ 32 h 81"/>
                <a:gd name="T40" fmla="*/ 37 w 72"/>
                <a:gd name="T41" fmla="*/ 45 h 81"/>
                <a:gd name="T42" fmla="*/ 37 w 72"/>
                <a:gd name="T43" fmla="*/ 69 h 81"/>
                <a:gd name="T44" fmla="*/ 50 w 72"/>
                <a:gd name="T45" fmla="*/ 81 h 81"/>
                <a:gd name="T46" fmla="*/ 53 w 72"/>
                <a:gd name="T47" fmla="*/ 81 h 81"/>
                <a:gd name="T48" fmla="*/ 71 w 72"/>
                <a:gd name="T49" fmla="*/ 51 h 81"/>
                <a:gd name="T50" fmla="*/ 70 w 72"/>
                <a:gd name="T51" fmla="*/ 45 h 81"/>
                <a:gd name="T52" fmla="*/ 50 w 72"/>
                <a:gd name="T53" fmla="*/ 11 h 81"/>
                <a:gd name="T54" fmla="*/ 9 w 72"/>
                <a:gd name="T55" fmla="*/ 73 h 81"/>
                <a:gd name="T56" fmla="*/ 52 w 72"/>
                <a:gd name="T57" fmla="*/ 14 h 81"/>
                <a:gd name="T58" fmla="*/ 28 w 72"/>
                <a:gd name="T59" fmla="*/ 35 h 81"/>
                <a:gd name="T60" fmla="*/ 28 w 72"/>
                <a:gd name="T61" fmla="*/ 35 h 81"/>
                <a:gd name="T62" fmla="*/ 32 w 72"/>
                <a:gd name="T63" fmla="*/ 22 h 81"/>
                <a:gd name="T64" fmla="*/ 33 w 72"/>
                <a:gd name="T65" fmla="*/ 19 h 81"/>
                <a:gd name="T66" fmla="*/ 32 w 72"/>
                <a:gd name="T67" fmla="*/ 17 h 81"/>
                <a:gd name="T68" fmla="*/ 32 w 72"/>
                <a:gd name="T69" fmla="*/ 14 h 81"/>
                <a:gd name="T70" fmla="*/ 30 w 72"/>
                <a:gd name="T71" fmla="*/ 11 h 81"/>
                <a:gd name="T72" fmla="*/ 15 w 72"/>
                <a:gd name="T73" fmla="*/ 45 h 81"/>
                <a:gd name="T74" fmla="*/ 3 w 72"/>
                <a:gd name="T75" fmla="*/ 23 h 81"/>
                <a:gd name="T76" fmla="*/ 22 w 72"/>
                <a:gd name="T77" fmla="*/ 10 h 81"/>
                <a:gd name="T78" fmla="*/ 23 w 72"/>
                <a:gd name="T79" fmla="*/ 11 h 81"/>
                <a:gd name="T80" fmla="*/ 28 w 72"/>
                <a:gd name="T81" fmla="*/ 21 h 81"/>
                <a:gd name="T82" fmla="*/ 22 w 72"/>
                <a:gd name="T83" fmla="*/ 40 h 81"/>
                <a:gd name="T84" fmla="*/ 24 w 72"/>
                <a:gd name="T85" fmla="*/ 8 h 81"/>
                <a:gd name="T86" fmla="*/ 24 w 72"/>
                <a:gd name="T87" fmla="*/ 5 h 81"/>
                <a:gd name="T88" fmla="*/ 15 w 72"/>
                <a:gd name="T89" fmla="*/ 6 h 81"/>
                <a:gd name="T90" fmla="*/ 19 w 72"/>
                <a:gd name="T91" fmla="*/ 3 h 81"/>
                <a:gd name="T92" fmla="*/ 15 w 72"/>
                <a:gd name="T93" fmla="*/ 6 h 81"/>
                <a:gd name="T94" fmla="*/ 17 w 72"/>
                <a:gd name="T95" fmla="*/ 1 h 81"/>
                <a:gd name="T96" fmla="*/ 4 w 72"/>
                <a:gd name="T97" fmla="*/ 11 h 81"/>
                <a:gd name="T98" fmla="*/ 7 w 72"/>
                <a:gd name="T99" fmla="*/ 45 h 81"/>
                <a:gd name="T100" fmla="*/ 21 w 72"/>
                <a:gd name="T101" fmla="*/ 46 h 81"/>
                <a:gd name="T102" fmla="*/ 36 w 72"/>
                <a:gd name="T103" fmla="*/ 18 h 81"/>
                <a:gd name="T104" fmla="*/ 19 w 72"/>
                <a:gd name="T10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 h="81">
                  <a:moveTo>
                    <a:pt x="61" y="70"/>
                  </a:moveTo>
                  <a:cubicBezTo>
                    <a:pt x="62" y="68"/>
                    <a:pt x="63" y="67"/>
                    <a:pt x="63" y="65"/>
                  </a:cubicBezTo>
                  <a:cubicBezTo>
                    <a:pt x="65" y="66"/>
                    <a:pt x="65" y="66"/>
                    <a:pt x="65" y="66"/>
                  </a:cubicBezTo>
                  <a:cubicBezTo>
                    <a:pt x="64" y="67"/>
                    <a:pt x="63" y="69"/>
                    <a:pt x="61" y="70"/>
                  </a:cubicBezTo>
                  <a:moveTo>
                    <a:pt x="66" y="63"/>
                  </a:moveTo>
                  <a:cubicBezTo>
                    <a:pt x="64" y="62"/>
                    <a:pt x="64" y="62"/>
                    <a:pt x="64" y="62"/>
                  </a:cubicBezTo>
                  <a:cubicBezTo>
                    <a:pt x="64" y="62"/>
                    <a:pt x="65" y="61"/>
                    <a:pt x="65" y="61"/>
                  </a:cubicBezTo>
                  <a:cubicBezTo>
                    <a:pt x="65" y="60"/>
                    <a:pt x="65" y="59"/>
                    <a:pt x="65" y="58"/>
                  </a:cubicBezTo>
                  <a:cubicBezTo>
                    <a:pt x="67" y="59"/>
                    <a:pt x="67" y="59"/>
                    <a:pt x="67" y="59"/>
                  </a:cubicBezTo>
                  <a:cubicBezTo>
                    <a:pt x="68" y="60"/>
                    <a:pt x="68" y="60"/>
                    <a:pt x="68" y="60"/>
                  </a:cubicBezTo>
                  <a:cubicBezTo>
                    <a:pt x="67" y="60"/>
                    <a:pt x="67" y="60"/>
                    <a:pt x="67" y="60"/>
                  </a:cubicBezTo>
                  <a:cubicBezTo>
                    <a:pt x="67" y="61"/>
                    <a:pt x="67" y="62"/>
                    <a:pt x="66" y="63"/>
                  </a:cubicBezTo>
                  <a:moveTo>
                    <a:pt x="68" y="57"/>
                  </a:moveTo>
                  <a:cubicBezTo>
                    <a:pt x="66" y="55"/>
                    <a:pt x="66" y="55"/>
                    <a:pt x="66" y="55"/>
                  </a:cubicBezTo>
                  <a:cubicBezTo>
                    <a:pt x="66" y="54"/>
                    <a:pt x="66" y="53"/>
                    <a:pt x="66" y="52"/>
                  </a:cubicBezTo>
                  <a:cubicBezTo>
                    <a:pt x="68" y="52"/>
                    <a:pt x="68" y="52"/>
                    <a:pt x="68" y="52"/>
                  </a:cubicBezTo>
                  <a:cubicBezTo>
                    <a:pt x="68" y="53"/>
                    <a:pt x="69" y="55"/>
                    <a:pt x="68" y="57"/>
                  </a:cubicBezTo>
                  <a:moveTo>
                    <a:pt x="65" y="49"/>
                  </a:moveTo>
                  <a:cubicBezTo>
                    <a:pt x="65" y="47"/>
                    <a:pt x="64" y="46"/>
                    <a:pt x="63" y="44"/>
                  </a:cubicBezTo>
                  <a:cubicBezTo>
                    <a:pt x="65" y="44"/>
                    <a:pt x="65" y="44"/>
                    <a:pt x="65" y="44"/>
                  </a:cubicBezTo>
                  <a:cubicBezTo>
                    <a:pt x="66" y="44"/>
                    <a:pt x="66" y="44"/>
                    <a:pt x="66" y="44"/>
                  </a:cubicBezTo>
                  <a:cubicBezTo>
                    <a:pt x="66" y="45"/>
                    <a:pt x="67" y="45"/>
                    <a:pt x="67" y="46"/>
                  </a:cubicBezTo>
                  <a:cubicBezTo>
                    <a:pt x="67" y="47"/>
                    <a:pt x="67" y="48"/>
                    <a:pt x="68" y="49"/>
                  </a:cubicBezTo>
                  <a:cubicBezTo>
                    <a:pt x="65" y="49"/>
                    <a:pt x="65" y="49"/>
                    <a:pt x="65" y="49"/>
                  </a:cubicBezTo>
                  <a:moveTo>
                    <a:pt x="49" y="78"/>
                  </a:moveTo>
                  <a:cubicBezTo>
                    <a:pt x="47" y="78"/>
                    <a:pt x="45" y="77"/>
                    <a:pt x="43" y="75"/>
                  </a:cubicBezTo>
                  <a:cubicBezTo>
                    <a:pt x="42" y="73"/>
                    <a:pt x="40" y="70"/>
                    <a:pt x="40" y="68"/>
                  </a:cubicBezTo>
                  <a:cubicBezTo>
                    <a:pt x="38" y="63"/>
                    <a:pt x="37" y="59"/>
                    <a:pt x="37" y="56"/>
                  </a:cubicBezTo>
                  <a:cubicBezTo>
                    <a:pt x="38" y="51"/>
                    <a:pt x="39" y="48"/>
                    <a:pt x="41" y="45"/>
                  </a:cubicBezTo>
                  <a:cubicBezTo>
                    <a:pt x="44" y="42"/>
                    <a:pt x="47" y="41"/>
                    <a:pt x="51" y="41"/>
                  </a:cubicBezTo>
                  <a:cubicBezTo>
                    <a:pt x="52" y="41"/>
                    <a:pt x="53" y="41"/>
                    <a:pt x="54" y="41"/>
                  </a:cubicBezTo>
                  <a:cubicBezTo>
                    <a:pt x="55" y="42"/>
                    <a:pt x="55" y="42"/>
                    <a:pt x="55" y="42"/>
                  </a:cubicBezTo>
                  <a:cubicBezTo>
                    <a:pt x="55" y="42"/>
                    <a:pt x="55" y="42"/>
                    <a:pt x="55" y="42"/>
                  </a:cubicBezTo>
                  <a:cubicBezTo>
                    <a:pt x="56" y="42"/>
                    <a:pt x="57" y="43"/>
                    <a:pt x="58" y="43"/>
                  </a:cubicBezTo>
                  <a:cubicBezTo>
                    <a:pt x="61" y="45"/>
                    <a:pt x="62" y="48"/>
                    <a:pt x="63" y="51"/>
                  </a:cubicBezTo>
                  <a:cubicBezTo>
                    <a:pt x="63" y="51"/>
                    <a:pt x="62" y="52"/>
                    <a:pt x="62" y="52"/>
                  </a:cubicBezTo>
                  <a:cubicBezTo>
                    <a:pt x="62" y="53"/>
                    <a:pt x="62" y="54"/>
                    <a:pt x="62" y="55"/>
                  </a:cubicBezTo>
                  <a:cubicBezTo>
                    <a:pt x="62" y="56"/>
                    <a:pt x="62" y="56"/>
                    <a:pt x="62" y="56"/>
                  </a:cubicBezTo>
                  <a:cubicBezTo>
                    <a:pt x="62" y="62"/>
                    <a:pt x="60" y="68"/>
                    <a:pt x="57" y="72"/>
                  </a:cubicBezTo>
                  <a:cubicBezTo>
                    <a:pt x="54" y="76"/>
                    <a:pt x="52" y="77"/>
                    <a:pt x="50" y="78"/>
                  </a:cubicBezTo>
                  <a:cubicBezTo>
                    <a:pt x="50" y="78"/>
                    <a:pt x="49" y="78"/>
                    <a:pt x="49" y="78"/>
                  </a:cubicBezTo>
                  <a:moveTo>
                    <a:pt x="61" y="42"/>
                  </a:moveTo>
                  <a:cubicBezTo>
                    <a:pt x="61" y="42"/>
                    <a:pt x="60" y="41"/>
                    <a:pt x="60" y="41"/>
                  </a:cubicBezTo>
                  <a:cubicBezTo>
                    <a:pt x="59" y="40"/>
                    <a:pt x="59" y="40"/>
                    <a:pt x="59" y="40"/>
                  </a:cubicBezTo>
                  <a:cubicBezTo>
                    <a:pt x="61" y="39"/>
                    <a:pt x="61" y="39"/>
                    <a:pt x="61" y="39"/>
                  </a:cubicBezTo>
                  <a:cubicBezTo>
                    <a:pt x="61" y="39"/>
                    <a:pt x="61" y="39"/>
                    <a:pt x="61" y="39"/>
                  </a:cubicBezTo>
                  <a:cubicBezTo>
                    <a:pt x="62" y="39"/>
                    <a:pt x="63" y="40"/>
                    <a:pt x="64" y="41"/>
                  </a:cubicBezTo>
                  <a:cubicBezTo>
                    <a:pt x="61" y="42"/>
                    <a:pt x="61" y="42"/>
                    <a:pt x="61" y="42"/>
                  </a:cubicBezTo>
                  <a:moveTo>
                    <a:pt x="55" y="39"/>
                  </a:moveTo>
                  <a:cubicBezTo>
                    <a:pt x="54" y="38"/>
                    <a:pt x="54" y="38"/>
                    <a:pt x="53" y="38"/>
                  </a:cubicBezTo>
                  <a:cubicBezTo>
                    <a:pt x="55" y="35"/>
                    <a:pt x="55" y="35"/>
                    <a:pt x="55" y="35"/>
                  </a:cubicBezTo>
                  <a:cubicBezTo>
                    <a:pt x="56" y="35"/>
                    <a:pt x="57" y="36"/>
                    <a:pt x="57" y="36"/>
                  </a:cubicBezTo>
                  <a:cubicBezTo>
                    <a:pt x="58" y="36"/>
                    <a:pt x="58" y="36"/>
                    <a:pt x="59" y="37"/>
                  </a:cubicBezTo>
                  <a:cubicBezTo>
                    <a:pt x="55" y="39"/>
                    <a:pt x="55" y="39"/>
                    <a:pt x="55" y="39"/>
                  </a:cubicBezTo>
                  <a:moveTo>
                    <a:pt x="46" y="39"/>
                  </a:moveTo>
                  <a:cubicBezTo>
                    <a:pt x="47" y="37"/>
                    <a:pt x="49" y="35"/>
                    <a:pt x="51" y="35"/>
                  </a:cubicBezTo>
                  <a:cubicBezTo>
                    <a:pt x="52" y="35"/>
                    <a:pt x="52" y="35"/>
                    <a:pt x="52" y="35"/>
                  </a:cubicBezTo>
                  <a:cubicBezTo>
                    <a:pt x="49" y="38"/>
                    <a:pt x="49" y="38"/>
                    <a:pt x="49" y="38"/>
                  </a:cubicBezTo>
                  <a:cubicBezTo>
                    <a:pt x="48" y="38"/>
                    <a:pt x="47" y="38"/>
                    <a:pt x="46" y="39"/>
                  </a:cubicBezTo>
                  <a:moveTo>
                    <a:pt x="52" y="32"/>
                  </a:moveTo>
                  <a:cubicBezTo>
                    <a:pt x="52" y="32"/>
                    <a:pt x="51" y="32"/>
                    <a:pt x="50" y="32"/>
                  </a:cubicBezTo>
                  <a:cubicBezTo>
                    <a:pt x="47" y="33"/>
                    <a:pt x="45" y="36"/>
                    <a:pt x="43" y="38"/>
                  </a:cubicBezTo>
                  <a:cubicBezTo>
                    <a:pt x="37" y="45"/>
                    <a:pt x="37" y="45"/>
                    <a:pt x="37" y="45"/>
                  </a:cubicBezTo>
                  <a:cubicBezTo>
                    <a:pt x="37" y="46"/>
                    <a:pt x="37" y="46"/>
                    <a:pt x="37" y="47"/>
                  </a:cubicBezTo>
                  <a:cubicBezTo>
                    <a:pt x="35" y="49"/>
                    <a:pt x="35" y="52"/>
                    <a:pt x="34" y="56"/>
                  </a:cubicBezTo>
                  <a:cubicBezTo>
                    <a:pt x="34" y="59"/>
                    <a:pt x="35" y="64"/>
                    <a:pt x="37" y="69"/>
                  </a:cubicBezTo>
                  <a:cubicBezTo>
                    <a:pt x="38" y="71"/>
                    <a:pt x="39" y="74"/>
                    <a:pt x="41" y="77"/>
                  </a:cubicBezTo>
                  <a:cubicBezTo>
                    <a:pt x="43" y="79"/>
                    <a:pt x="46" y="81"/>
                    <a:pt x="49" y="81"/>
                  </a:cubicBezTo>
                  <a:cubicBezTo>
                    <a:pt x="50" y="81"/>
                    <a:pt x="50" y="81"/>
                    <a:pt x="50" y="81"/>
                  </a:cubicBezTo>
                  <a:cubicBezTo>
                    <a:pt x="51" y="80"/>
                    <a:pt x="51" y="80"/>
                    <a:pt x="51" y="80"/>
                  </a:cubicBezTo>
                  <a:cubicBezTo>
                    <a:pt x="51" y="80"/>
                    <a:pt x="51" y="80"/>
                    <a:pt x="51" y="80"/>
                  </a:cubicBezTo>
                  <a:cubicBezTo>
                    <a:pt x="52" y="81"/>
                    <a:pt x="52" y="81"/>
                    <a:pt x="53" y="81"/>
                  </a:cubicBezTo>
                  <a:cubicBezTo>
                    <a:pt x="53" y="81"/>
                    <a:pt x="53" y="81"/>
                    <a:pt x="53" y="81"/>
                  </a:cubicBezTo>
                  <a:cubicBezTo>
                    <a:pt x="60" y="76"/>
                    <a:pt x="67" y="70"/>
                    <a:pt x="70" y="61"/>
                  </a:cubicBezTo>
                  <a:cubicBezTo>
                    <a:pt x="71" y="58"/>
                    <a:pt x="72" y="55"/>
                    <a:pt x="71" y="51"/>
                  </a:cubicBezTo>
                  <a:cubicBezTo>
                    <a:pt x="72" y="51"/>
                    <a:pt x="72" y="50"/>
                    <a:pt x="72" y="50"/>
                  </a:cubicBezTo>
                  <a:cubicBezTo>
                    <a:pt x="72" y="49"/>
                    <a:pt x="71" y="49"/>
                    <a:pt x="71" y="49"/>
                  </a:cubicBezTo>
                  <a:cubicBezTo>
                    <a:pt x="71" y="47"/>
                    <a:pt x="70" y="46"/>
                    <a:pt x="70" y="45"/>
                  </a:cubicBezTo>
                  <a:cubicBezTo>
                    <a:pt x="68" y="40"/>
                    <a:pt x="63" y="36"/>
                    <a:pt x="58" y="33"/>
                  </a:cubicBezTo>
                  <a:cubicBezTo>
                    <a:pt x="56" y="32"/>
                    <a:pt x="54" y="32"/>
                    <a:pt x="52" y="32"/>
                  </a:cubicBezTo>
                  <a:moveTo>
                    <a:pt x="50" y="11"/>
                  </a:moveTo>
                  <a:cubicBezTo>
                    <a:pt x="50" y="11"/>
                    <a:pt x="49" y="12"/>
                    <a:pt x="49" y="12"/>
                  </a:cubicBezTo>
                  <a:cubicBezTo>
                    <a:pt x="9" y="71"/>
                    <a:pt x="9" y="71"/>
                    <a:pt x="9" y="71"/>
                  </a:cubicBezTo>
                  <a:cubicBezTo>
                    <a:pt x="8" y="72"/>
                    <a:pt x="8" y="73"/>
                    <a:pt x="9" y="73"/>
                  </a:cubicBezTo>
                  <a:cubicBezTo>
                    <a:pt x="10" y="73"/>
                    <a:pt x="10" y="73"/>
                    <a:pt x="10" y="73"/>
                  </a:cubicBezTo>
                  <a:cubicBezTo>
                    <a:pt x="10" y="73"/>
                    <a:pt x="11" y="73"/>
                    <a:pt x="11" y="73"/>
                  </a:cubicBezTo>
                  <a:cubicBezTo>
                    <a:pt x="52" y="14"/>
                    <a:pt x="52" y="14"/>
                    <a:pt x="52" y="14"/>
                  </a:cubicBezTo>
                  <a:cubicBezTo>
                    <a:pt x="52" y="13"/>
                    <a:pt x="52" y="12"/>
                    <a:pt x="51" y="12"/>
                  </a:cubicBezTo>
                  <a:cubicBezTo>
                    <a:pt x="51" y="12"/>
                    <a:pt x="51" y="11"/>
                    <a:pt x="50" y="11"/>
                  </a:cubicBezTo>
                  <a:moveTo>
                    <a:pt x="28" y="35"/>
                  </a:moveTo>
                  <a:cubicBezTo>
                    <a:pt x="29" y="33"/>
                    <a:pt x="29" y="32"/>
                    <a:pt x="29" y="31"/>
                  </a:cubicBezTo>
                  <a:cubicBezTo>
                    <a:pt x="30" y="31"/>
                    <a:pt x="30" y="31"/>
                    <a:pt x="30" y="31"/>
                  </a:cubicBezTo>
                  <a:cubicBezTo>
                    <a:pt x="30" y="32"/>
                    <a:pt x="29" y="33"/>
                    <a:pt x="28" y="35"/>
                  </a:cubicBezTo>
                  <a:moveTo>
                    <a:pt x="31" y="28"/>
                  </a:moveTo>
                  <a:cubicBezTo>
                    <a:pt x="30" y="28"/>
                    <a:pt x="30" y="28"/>
                    <a:pt x="30" y="28"/>
                  </a:cubicBezTo>
                  <a:cubicBezTo>
                    <a:pt x="31" y="26"/>
                    <a:pt x="31" y="24"/>
                    <a:pt x="32" y="22"/>
                  </a:cubicBezTo>
                  <a:cubicBezTo>
                    <a:pt x="32" y="22"/>
                    <a:pt x="32" y="22"/>
                    <a:pt x="32" y="22"/>
                  </a:cubicBezTo>
                  <a:cubicBezTo>
                    <a:pt x="32" y="24"/>
                    <a:pt x="32" y="26"/>
                    <a:pt x="31" y="28"/>
                  </a:cubicBezTo>
                  <a:moveTo>
                    <a:pt x="33" y="19"/>
                  </a:moveTo>
                  <a:cubicBezTo>
                    <a:pt x="31" y="19"/>
                    <a:pt x="31" y="19"/>
                    <a:pt x="31" y="19"/>
                  </a:cubicBezTo>
                  <a:cubicBezTo>
                    <a:pt x="31" y="18"/>
                    <a:pt x="31" y="18"/>
                    <a:pt x="31" y="17"/>
                  </a:cubicBezTo>
                  <a:cubicBezTo>
                    <a:pt x="32" y="17"/>
                    <a:pt x="32" y="17"/>
                    <a:pt x="32" y="17"/>
                  </a:cubicBezTo>
                  <a:cubicBezTo>
                    <a:pt x="33" y="17"/>
                    <a:pt x="33" y="18"/>
                    <a:pt x="33" y="19"/>
                  </a:cubicBezTo>
                  <a:cubicBezTo>
                    <a:pt x="33" y="19"/>
                    <a:pt x="33" y="19"/>
                    <a:pt x="33" y="19"/>
                  </a:cubicBezTo>
                  <a:moveTo>
                    <a:pt x="32" y="14"/>
                  </a:moveTo>
                  <a:cubicBezTo>
                    <a:pt x="30" y="14"/>
                    <a:pt x="30" y="14"/>
                    <a:pt x="30" y="14"/>
                  </a:cubicBezTo>
                  <a:cubicBezTo>
                    <a:pt x="29" y="13"/>
                    <a:pt x="28" y="12"/>
                    <a:pt x="27" y="11"/>
                  </a:cubicBezTo>
                  <a:cubicBezTo>
                    <a:pt x="30" y="11"/>
                    <a:pt x="30" y="11"/>
                    <a:pt x="30" y="11"/>
                  </a:cubicBezTo>
                  <a:cubicBezTo>
                    <a:pt x="31" y="10"/>
                    <a:pt x="31" y="10"/>
                    <a:pt x="31" y="10"/>
                  </a:cubicBezTo>
                  <a:cubicBezTo>
                    <a:pt x="31" y="11"/>
                    <a:pt x="32" y="13"/>
                    <a:pt x="32" y="14"/>
                  </a:cubicBezTo>
                  <a:moveTo>
                    <a:pt x="15" y="45"/>
                  </a:moveTo>
                  <a:cubicBezTo>
                    <a:pt x="13" y="45"/>
                    <a:pt x="10" y="44"/>
                    <a:pt x="9" y="43"/>
                  </a:cubicBezTo>
                  <a:cubicBezTo>
                    <a:pt x="7" y="41"/>
                    <a:pt x="6" y="38"/>
                    <a:pt x="5" y="35"/>
                  </a:cubicBezTo>
                  <a:cubicBezTo>
                    <a:pt x="3" y="31"/>
                    <a:pt x="3" y="27"/>
                    <a:pt x="3" y="23"/>
                  </a:cubicBezTo>
                  <a:cubicBezTo>
                    <a:pt x="3" y="19"/>
                    <a:pt x="4" y="15"/>
                    <a:pt x="7" y="13"/>
                  </a:cubicBezTo>
                  <a:cubicBezTo>
                    <a:pt x="9" y="10"/>
                    <a:pt x="13" y="9"/>
                    <a:pt x="16" y="9"/>
                  </a:cubicBezTo>
                  <a:cubicBezTo>
                    <a:pt x="18" y="9"/>
                    <a:pt x="20" y="9"/>
                    <a:pt x="22" y="10"/>
                  </a:cubicBezTo>
                  <a:cubicBezTo>
                    <a:pt x="22" y="11"/>
                    <a:pt x="23" y="11"/>
                    <a:pt x="23" y="11"/>
                  </a:cubicBezTo>
                  <a:cubicBezTo>
                    <a:pt x="23" y="11"/>
                    <a:pt x="23" y="11"/>
                    <a:pt x="23" y="11"/>
                  </a:cubicBezTo>
                  <a:cubicBezTo>
                    <a:pt x="23" y="11"/>
                    <a:pt x="23" y="11"/>
                    <a:pt x="23" y="11"/>
                  </a:cubicBezTo>
                  <a:cubicBezTo>
                    <a:pt x="26" y="13"/>
                    <a:pt x="28" y="16"/>
                    <a:pt x="28" y="19"/>
                  </a:cubicBezTo>
                  <a:cubicBezTo>
                    <a:pt x="28" y="19"/>
                    <a:pt x="28" y="20"/>
                    <a:pt x="28" y="20"/>
                  </a:cubicBezTo>
                  <a:cubicBezTo>
                    <a:pt x="28" y="21"/>
                    <a:pt x="28" y="21"/>
                    <a:pt x="28" y="21"/>
                  </a:cubicBezTo>
                  <a:cubicBezTo>
                    <a:pt x="28" y="21"/>
                    <a:pt x="28" y="21"/>
                    <a:pt x="28" y="21"/>
                  </a:cubicBezTo>
                  <a:cubicBezTo>
                    <a:pt x="28" y="21"/>
                    <a:pt x="28" y="21"/>
                    <a:pt x="28" y="21"/>
                  </a:cubicBezTo>
                  <a:cubicBezTo>
                    <a:pt x="28" y="28"/>
                    <a:pt x="26" y="35"/>
                    <a:pt x="22" y="40"/>
                  </a:cubicBezTo>
                  <a:cubicBezTo>
                    <a:pt x="20" y="43"/>
                    <a:pt x="18" y="45"/>
                    <a:pt x="15" y="45"/>
                  </a:cubicBezTo>
                  <a:cubicBezTo>
                    <a:pt x="15" y="45"/>
                    <a:pt x="15" y="45"/>
                    <a:pt x="15" y="45"/>
                  </a:cubicBezTo>
                  <a:moveTo>
                    <a:pt x="24" y="8"/>
                  </a:moveTo>
                  <a:cubicBezTo>
                    <a:pt x="23" y="7"/>
                    <a:pt x="22" y="7"/>
                    <a:pt x="20" y="6"/>
                  </a:cubicBezTo>
                  <a:cubicBezTo>
                    <a:pt x="24" y="5"/>
                    <a:pt x="24" y="5"/>
                    <a:pt x="24" y="5"/>
                  </a:cubicBezTo>
                  <a:cubicBezTo>
                    <a:pt x="24" y="5"/>
                    <a:pt x="24" y="5"/>
                    <a:pt x="24" y="5"/>
                  </a:cubicBezTo>
                  <a:cubicBezTo>
                    <a:pt x="25" y="6"/>
                    <a:pt x="27" y="7"/>
                    <a:pt x="28" y="8"/>
                  </a:cubicBezTo>
                  <a:cubicBezTo>
                    <a:pt x="24" y="8"/>
                    <a:pt x="24" y="8"/>
                    <a:pt x="24" y="8"/>
                  </a:cubicBezTo>
                  <a:moveTo>
                    <a:pt x="15" y="6"/>
                  </a:moveTo>
                  <a:cubicBezTo>
                    <a:pt x="15" y="5"/>
                    <a:pt x="15" y="5"/>
                    <a:pt x="15" y="5"/>
                  </a:cubicBezTo>
                  <a:cubicBezTo>
                    <a:pt x="16" y="5"/>
                    <a:pt x="17" y="4"/>
                    <a:pt x="18" y="3"/>
                  </a:cubicBezTo>
                  <a:cubicBezTo>
                    <a:pt x="18" y="3"/>
                    <a:pt x="19" y="3"/>
                    <a:pt x="19" y="3"/>
                  </a:cubicBezTo>
                  <a:cubicBezTo>
                    <a:pt x="19" y="3"/>
                    <a:pt x="20" y="3"/>
                    <a:pt x="20" y="3"/>
                  </a:cubicBezTo>
                  <a:cubicBezTo>
                    <a:pt x="16" y="5"/>
                    <a:pt x="16" y="5"/>
                    <a:pt x="16" y="5"/>
                  </a:cubicBezTo>
                  <a:cubicBezTo>
                    <a:pt x="15" y="6"/>
                    <a:pt x="15" y="6"/>
                    <a:pt x="15" y="6"/>
                  </a:cubicBezTo>
                  <a:cubicBezTo>
                    <a:pt x="15" y="6"/>
                    <a:pt x="15" y="6"/>
                    <a:pt x="15" y="6"/>
                  </a:cubicBezTo>
                  <a:moveTo>
                    <a:pt x="19" y="0"/>
                  </a:moveTo>
                  <a:cubicBezTo>
                    <a:pt x="19" y="0"/>
                    <a:pt x="18" y="0"/>
                    <a:pt x="17" y="1"/>
                  </a:cubicBezTo>
                  <a:cubicBezTo>
                    <a:pt x="16" y="1"/>
                    <a:pt x="14" y="2"/>
                    <a:pt x="13" y="3"/>
                  </a:cubicBezTo>
                  <a:cubicBezTo>
                    <a:pt x="5" y="10"/>
                    <a:pt x="5" y="10"/>
                    <a:pt x="5" y="10"/>
                  </a:cubicBezTo>
                  <a:cubicBezTo>
                    <a:pt x="4" y="11"/>
                    <a:pt x="4" y="11"/>
                    <a:pt x="4" y="11"/>
                  </a:cubicBezTo>
                  <a:cubicBezTo>
                    <a:pt x="1" y="15"/>
                    <a:pt x="0" y="19"/>
                    <a:pt x="0" y="23"/>
                  </a:cubicBezTo>
                  <a:cubicBezTo>
                    <a:pt x="0" y="27"/>
                    <a:pt x="1" y="31"/>
                    <a:pt x="2" y="36"/>
                  </a:cubicBezTo>
                  <a:cubicBezTo>
                    <a:pt x="3" y="39"/>
                    <a:pt x="4" y="42"/>
                    <a:pt x="7" y="45"/>
                  </a:cubicBezTo>
                  <a:cubicBezTo>
                    <a:pt x="9" y="47"/>
                    <a:pt x="12" y="48"/>
                    <a:pt x="15" y="48"/>
                  </a:cubicBezTo>
                  <a:cubicBezTo>
                    <a:pt x="15" y="48"/>
                    <a:pt x="15" y="48"/>
                    <a:pt x="16" y="48"/>
                  </a:cubicBezTo>
                  <a:cubicBezTo>
                    <a:pt x="18" y="48"/>
                    <a:pt x="19" y="47"/>
                    <a:pt x="21" y="46"/>
                  </a:cubicBezTo>
                  <a:cubicBezTo>
                    <a:pt x="21" y="46"/>
                    <a:pt x="21" y="46"/>
                    <a:pt x="21" y="46"/>
                  </a:cubicBezTo>
                  <a:cubicBezTo>
                    <a:pt x="22" y="46"/>
                    <a:pt x="22" y="46"/>
                    <a:pt x="22" y="46"/>
                  </a:cubicBezTo>
                  <a:cubicBezTo>
                    <a:pt x="31" y="40"/>
                    <a:pt x="36" y="29"/>
                    <a:pt x="36" y="18"/>
                  </a:cubicBezTo>
                  <a:cubicBezTo>
                    <a:pt x="35" y="14"/>
                    <a:pt x="34" y="10"/>
                    <a:pt x="32" y="7"/>
                  </a:cubicBezTo>
                  <a:cubicBezTo>
                    <a:pt x="30" y="5"/>
                    <a:pt x="27" y="3"/>
                    <a:pt x="25" y="2"/>
                  </a:cubicBezTo>
                  <a:cubicBezTo>
                    <a:pt x="23" y="1"/>
                    <a:pt x="21" y="0"/>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382FC8BD-EC24-484F-A057-ACEB9B57A391}"/>
                </a:ext>
              </a:extLst>
            </p:cNvPr>
            <p:cNvSpPr>
              <a:spLocks noEditPoints="1"/>
            </p:cNvSpPr>
            <p:nvPr/>
          </p:nvSpPr>
          <p:spPr bwMode="auto">
            <a:xfrm>
              <a:off x="5837238" y="1951038"/>
              <a:ext cx="425450" cy="298450"/>
            </a:xfrm>
            <a:custGeom>
              <a:avLst/>
              <a:gdLst>
                <a:gd name="T0" fmla="*/ 51 w 106"/>
                <a:gd name="T1" fmla="*/ 42 h 74"/>
                <a:gd name="T2" fmla="*/ 93 w 106"/>
                <a:gd name="T3" fmla="*/ 5 h 74"/>
                <a:gd name="T4" fmla="*/ 96 w 106"/>
                <a:gd name="T5" fmla="*/ 16 h 74"/>
                <a:gd name="T6" fmla="*/ 102 w 106"/>
                <a:gd name="T7" fmla="*/ 46 h 74"/>
                <a:gd name="T8" fmla="*/ 99 w 106"/>
                <a:gd name="T9" fmla="*/ 52 h 74"/>
                <a:gd name="T10" fmla="*/ 66 w 106"/>
                <a:gd name="T11" fmla="*/ 38 h 74"/>
                <a:gd name="T12" fmla="*/ 64 w 106"/>
                <a:gd name="T13" fmla="*/ 39 h 74"/>
                <a:gd name="T14" fmla="*/ 96 w 106"/>
                <a:gd name="T15" fmla="*/ 54 h 74"/>
                <a:gd name="T16" fmla="*/ 100 w 106"/>
                <a:gd name="T17" fmla="*/ 56 h 74"/>
                <a:gd name="T18" fmla="*/ 96 w 106"/>
                <a:gd name="T19" fmla="*/ 58 h 74"/>
                <a:gd name="T20" fmla="*/ 18 w 106"/>
                <a:gd name="T21" fmla="*/ 70 h 74"/>
                <a:gd name="T22" fmla="*/ 14 w 106"/>
                <a:gd name="T23" fmla="*/ 71 h 74"/>
                <a:gd name="T24" fmla="*/ 42 w 106"/>
                <a:gd name="T25" fmla="*/ 44 h 74"/>
                <a:gd name="T26" fmla="*/ 40 w 106"/>
                <a:gd name="T27" fmla="*/ 43 h 74"/>
                <a:gd name="T28" fmla="*/ 8 w 106"/>
                <a:gd name="T29" fmla="*/ 63 h 74"/>
                <a:gd name="T30" fmla="*/ 4 w 106"/>
                <a:gd name="T31" fmla="*/ 19 h 74"/>
                <a:gd name="T32" fmla="*/ 49 w 106"/>
                <a:gd name="T33" fmla="*/ 43 h 74"/>
                <a:gd name="T34" fmla="*/ 42 w 106"/>
                <a:gd name="T35" fmla="*/ 37 h 74"/>
                <a:gd name="T36" fmla="*/ 11 w 106"/>
                <a:gd name="T37" fmla="*/ 16 h 74"/>
                <a:gd name="T38" fmla="*/ 87 w 106"/>
                <a:gd name="T39" fmla="*/ 3 h 74"/>
                <a:gd name="T40" fmla="*/ 56 w 106"/>
                <a:gd name="T41" fmla="*/ 36 h 74"/>
                <a:gd name="T42" fmla="*/ 49 w 106"/>
                <a:gd name="T43" fmla="*/ 40 h 74"/>
                <a:gd name="T44" fmla="*/ 82 w 106"/>
                <a:gd name="T45" fmla="*/ 0 h 74"/>
                <a:gd name="T46" fmla="*/ 3 w 106"/>
                <a:gd name="T47" fmla="*/ 16 h 74"/>
                <a:gd name="T48" fmla="*/ 1 w 106"/>
                <a:gd name="T49" fmla="*/ 16 h 74"/>
                <a:gd name="T50" fmla="*/ 0 w 106"/>
                <a:gd name="T51" fmla="*/ 25 h 74"/>
                <a:gd name="T52" fmla="*/ 6 w 106"/>
                <a:gd name="T53" fmla="*/ 67 h 74"/>
                <a:gd name="T54" fmla="*/ 11 w 106"/>
                <a:gd name="T55" fmla="*/ 73 h 74"/>
                <a:gd name="T56" fmla="*/ 18 w 106"/>
                <a:gd name="T57" fmla="*/ 73 h 74"/>
                <a:gd name="T58" fmla="*/ 96 w 106"/>
                <a:gd name="T59" fmla="*/ 61 h 74"/>
                <a:gd name="T60" fmla="*/ 104 w 106"/>
                <a:gd name="T61" fmla="*/ 56 h 74"/>
                <a:gd name="T62" fmla="*/ 102 w 106"/>
                <a:gd name="T63" fmla="*/ 32 h 74"/>
                <a:gd name="T64" fmla="*/ 99 w 106"/>
                <a:gd name="T65" fmla="*/ 15 h 74"/>
                <a:gd name="T66" fmla="*/ 97 w 106"/>
                <a:gd name="T67" fmla="*/ 6 h 74"/>
                <a:gd name="T68" fmla="*/ 95 w 106"/>
                <a:gd name="T69" fmla="*/ 2 h 74"/>
                <a:gd name="T70" fmla="*/ 87 w 106"/>
                <a:gd name="T7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 h="74">
                  <a:moveTo>
                    <a:pt x="49" y="43"/>
                  </a:moveTo>
                  <a:cubicBezTo>
                    <a:pt x="50" y="43"/>
                    <a:pt x="51" y="42"/>
                    <a:pt x="51" y="42"/>
                  </a:cubicBezTo>
                  <a:cubicBezTo>
                    <a:pt x="54" y="42"/>
                    <a:pt x="56" y="40"/>
                    <a:pt x="58" y="38"/>
                  </a:cubicBezTo>
                  <a:cubicBezTo>
                    <a:pt x="93" y="5"/>
                    <a:pt x="93" y="5"/>
                    <a:pt x="93" y="5"/>
                  </a:cubicBezTo>
                  <a:cubicBezTo>
                    <a:pt x="94" y="7"/>
                    <a:pt x="94" y="8"/>
                    <a:pt x="95" y="10"/>
                  </a:cubicBezTo>
                  <a:cubicBezTo>
                    <a:pt x="96" y="16"/>
                    <a:pt x="96" y="16"/>
                    <a:pt x="96" y="16"/>
                  </a:cubicBezTo>
                  <a:cubicBezTo>
                    <a:pt x="99" y="34"/>
                    <a:pt x="99" y="34"/>
                    <a:pt x="99" y="34"/>
                  </a:cubicBezTo>
                  <a:cubicBezTo>
                    <a:pt x="102" y="46"/>
                    <a:pt x="102" y="46"/>
                    <a:pt x="102" y="46"/>
                  </a:cubicBezTo>
                  <a:cubicBezTo>
                    <a:pt x="102" y="49"/>
                    <a:pt x="103" y="52"/>
                    <a:pt x="102" y="54"/>
                  </a:cubicBezTo>
                  <a:cubicBezTo>
                    <a:pt x="99" y="52"/>
                    <a:pt x="99" y="52"/>
                    <a:pt x="99" y="52"/>
                  </a:cubicBezTo>
                  <a:cubicBezTo>
                    <a:pt x="96" y="51"/>
                    <a:pt x="96" y="51"/>
                    <a:pt x="96" y="51"/>
                  </a:cubicBezTo>
                  <a:cubicBezTo>
                    <a:pt x="66" y="38"/>
                    <a:pt x="66" y="38"/>
                    <a:pt x="66" y="38"/>
                  </a:cubicBezTo>
                  <a:cubicBezTo>
                    <a:pt x="66" y="38"/>
                    <a:pt x="66" y="38"/>
                    <a:pt x="65" y="38"/>
                  </a:cubicBezTo>
                  <a:cubicBezTo>
                    <a:pt x="65" y="38"/>
                    <a:pt x="64" y="38"/>
                    <a:pt x="64" y="39"/>
                  </a:cubicBezTo>
                  <a:cubicBezTo>
                    <a:pt x="64" y="40"/>
                    <a:pt x="64" y="41"/>
                    <a:pt x="65" y="41"/>
                  </a:cubicBezTo>
                  <a:cubicBezTo>
                    <a:pt x="96" y="54"/>
                    <a:pt x="96" y="54"/>
                    <a:pt x="96" y="54"/>
                  </a:cubicBezTo>
                  <a:cubicBezTo>
                    <a:pt x="99" y="56"/>
                    <a:pt x="99" y="56"/>
                    <a:pt x="99" y="56"/>
                  </a:cubicBezTo>
                  <a:cubicBezTo>
                    <a:pt x="100" y="56"/>
                    <a:pt x="100" y="56"/>
                    <a:pt x="100" y="56"/>
                  </a:cubicBezTo>
                  <a:cubicBezTo>
                    <a:pt x="100" y="56"/>
                    <a:pt x="100" y="56"/>
                    <a:pt x="99" y="57"/>
                  </a:cubicBezTo>
                  <a:cubicBezTo>
                    <a:pt x="98" y="57"/>
                    <a:pt x="97" y="58"/>
                    <a:pt x="96" y="58"/>
                  </a:cubicBezTo>
                  <a:cubicBezTo>
                    <a:pt x="95" y="58"/>
                    <a:pt x="94" y="59"/>
                    <a:pt x="93" y="59"/>
                  </a:cubicBezTo>
                  <a:cubicBezTo>
                    <a:pt x="68" y="63"/>
                    <a:pt x="43" y="67"/>
                    <a:pt x="18" y="70"/>
                  </a:cubicBezTo>
                  <a:cubicBezTo>
                    <a:pt x="17" y="70"/>
                    <a:pt x="15" y="71"/>
                    <a:pt x="14" y="71"/>
                  </a:cubicBezTo>
                  <a:cubicBezTo>
                    <a:pt x="14" y="71"/>
                    <a:pt x="14" y="71"/>
                    <a:pt x="14" y="71"/>
                  </a:cubicBezTo>
                  <a:cubicBezTo>
                    <a:pt x="42" y="46"/>
                    <a:pt x="42" y="46"/>
                    <a:pt x="42" y="46"/>
                  </a:cubicBezTo>
                  <a:cubicBezTo>
                    <a:pt x="43" y="45"/>
                    <a:pt x="43" y="44"/>
                    <a:pt x="42" y="44"/>
                  </a:cubicBezTo>
                  <a:cubicBezTo>
                    <a:pt x="42" y="43"/>
                    <a:pt x="41" y="43"/>
                    <a:pt x="41" y="43"/>
                  </a:cubicBezTo>
                  <a:cubicBezTo>
                    <a:pt x="41" y="43"/>
                    <a:pt x="40" y="43"/>
                    <a:pt x="40" y="43"/>
                  </a:cubicBezTo>
                  <a:cubicBezTo>
                    <a:pt x="10" y="69"/>
                    <a:pt x="10" y="69"/>
                    <a:pt x="10" y="69"/>
                  </a:cubicBezTo>
                  <a:cubicBezTo>
                    <a:pt x="9" y="68"/>
                    <a:pt x="8" y="65"/>
                    <a:pt x="8" y="63"/>
                  </a:cubicBezTo>
                  <a:cubicBezTo>
                    <a:pt x="3" y="25"/>
                    <a:pt x="3" y="25"/>
                    <a:pt x="3" y="25"/>
                  </a:cubicBezTo>
                  <a:cubicBezTo>
                    <a:pt x="3" y="23"/>
                    <a:pt x="3" y="21"/>
                    <a:pt x="4" y="19"/>
                  </a:cubicBezTo>
                  <a:cubicBezTo>
                    <a:pt x="41" y="40"/>
                    <a:pt x="41" y="40"/>
                    <a:pt x="41" y="40"/>
                  </a:cubicBezTo>
                  <a:cubicBezTo>
                    <a:pt x="43" y="41"/>
                    <a:pt x="46" y="43"/>
                    <a:pt x="49" y="43"/>
                  </a:cubicBezTo>
                  <a:moveTo>
                    <a:pt x="49" y="40"/>
                  </a:moveTo>
                  <a:cubicBezTo>
                    <a:pt x="47" y="40"/>
                    <a:pt x="45" y="38"/>
                    <a:pt x="42" y="37"/>
                  </a:cubicBezTo>
                  <a:cubicBezTo>
                    <a:pt x="6" y="17"/>
                    <a:pt x="6" y="17"/>
                    <a:pt x="6" y="17"/>
                  </a:cubicBezTo>
                  <a:cubicBezTo>
                    <a:pt x="7" y="16"/>
                    <a:pt x="9" y="16"/>
                    <a:pt x="11" y="16"/>
                  </a:cubicBezTo>
                  <a:cubicBezTo>
                    <a:pt x="82" y="3"/>
                    <a:pt x="82" y="3"/>
                    <a:pt x="82" y="3"/>
                  </a:cubicBezTo>
                  <a:cubicBezTo>
                    <a:pt x="84" y="3"/>
                    <a:pt x="85" y="3"/>
                    <a:pt x="87" y="3"/>
                  </a:cubicBezTo>
                  <a:cubicBezTo>
                    <a:pt x="89" y="3"/>
                    <a:pt x="90" y="3"/>
                    <a:pt x="91" y="3"/>
                  </a:cubicBezTo>
                  <a:cubicBezTo>
                    <a:pt x="56" y="36"/>
                    <a:pt x="56" y="36"/>
                    <a:pt x="56" y="36"/>
                  </a:cubicBezTo>
                  <a:cubicBezTo>
                    <a:pt x="54" y="37"/>
                    <a:pt x="53" y="39"/>
                    <a:pt x="51" y="39"/>
                  </a:cubicBezTo>
                  <a:cubicBezTo>
                    <a:pt x="50" y="40"/>
                    <a:pt x="50" y="40"/>
                    <a:pt x="49" y="40"/>
                  </a:cubicBezTo>
                  <a:moveTo>
                    <a:pt x="87" y="0"/>
                  </a:moveTo>
                  <a:cubicBezTo>
                    <a:pt x="85" y="0"/>
                    <a:pt x="83" y="0"/>
                    <a:pt x="82" y="0"/>
                  </a:cubicBezTo>
                  <a:cubicBezTo>
                    <a:pt x="10" y="13"/>
                    <a:pt x="10" y="13"/>
                    <a:pt x="10" y="13"/>
                  </a:cubicBezTo>
                  <a:cubicBezTo>
                    <a:pt x="7" y="13"/>
                    <a:pt x="5" y="14"/>
                    <a:pt x="3" y="16"/>
                  </a:cubicBezTo>
                  <a:cubicBezTo>
                    <a:pt x="3" y="16"/>
                    <a:pt x="3" y="16"/>
                    <a:pt x="3" y="16"/>
                  </a:cubicBezTo>
                  <a:cubicBezTo>
                    <a:pt x="2" y="16"/>
                    <a:pt x="2" y="16"/>
                    <a:pt x="1" y="16"/>
                  </a:cubicBezTo>
                  <a:cubicBezTo>
                    <a:pt x="1" y="17"/>
                    <a:pt x="1" y="17"/>
                    <a:pt x="1" y="18"/>
                  </a:cubicBezTo>
                  <a:cubicBezTo>
                    <a:pt x="0" y="20"/>
                    <a:pt x="0" y="23"/>
                    <a:pt x="0" y="25"/>
                  </a:cubicBezTo>
                  <a:cubicBezTo>
                    <a:pt x="5" y="63"/>
                    <a:pt x="5" y="63"/>
                    <a:pt x="5" y="63"/>
                  </a:cubicBezTo>
                  <a:cubicBezTo>
                    <a:pt x="5" y="64"/>
                    <a:pt x="5" y="66"/>
                    <a:pt x="6" y="67"/>
                  </a:cubicBezTo>
                  <a:cubicBezTo>
                    <a:pt x="6" y="69"/>
                    <a:pt x="7" y="71"/>
                    <a:pt x="9" y="72"/>
                  </a:cubicBezTo>
                  <a:cubicBezTo>
                    <a:pt x="10" y="72"/>
                    <a:pt x="10" y="73"/>
                    <a:pt x="11" y="73"/>
                  </a:cubicBezTo>
                  <a:cubicBezTo>
                    <a:pt x="12" y="73"/>
                    <a:pt x="13" y="74"/>
                    <a:pt x="14" y="74"/>
                  </a:cubicBezTo>
                  <a:cubicBezTo>
                    <a:pt x="16" y="74"/>
                    <a:pt x="17" y="73"/>
                    <a:pt x="18" y="73"/>
                  </a:cubicBezTo>
                  <a:cubicBezTo>
                    <a:pt x="43" y="70"/>
                    <a:pt x="68" y="66"/>
                    <a:pt x="93" y="62"/>
                  </a:cubicBezTo>
                  <a:cubicBezTo>
                    <a:pt x="94" y="62"/>
                    <a:pt x="95" y="61"/>
                    <a:pt x="96" y="61"/>
                  </a:cubicBezTo>
                  <a:cubicBezTo>
                    <a:pt x="97" y="61"/>
                    <a:pt x="98" y="61"/>
                    <a:pt x="99" y="60"/>
                  </a:cubicBezTo>
                  <a:cubicBezTo>
                    <a:pt x="101" y="59"/>
                    <a:pt x="103" y="58"/>
                    <a:pt x="104" y="56"/>
                  </a:cubicBezTo>
                  <a:cubicBezTo>
                    <a:pt x="106" y="53"/>
                    <a:pt x="105" y="49"/>
                    <a:pt x="105" y="46"/>
                  </a:cubicBezTo>
                  <a:cubicBezTo>
                    <a:pt x="102" y="32"/>
                    <a:pt x="102" y="32"/>
                    <a:pt x="102" y="32"/>
                  </a:cubicBezTo>
                  <a:cubicBezTo>
                    <a:pt x="102" y="30"/>
                    <a:pt x="102" y="30"/>
                    <a:pt x="102" y="30"/>
                  </a:cubicBezTo>
                  <a:cubicBezTo>
                    <a:pt x="99" y="15"/>
                    <a:pt x="99" y="15"/>
                    <a:pt x="99" y="15"/>
                  </a:cubicBezTo>
                  <a:cubicBezTo>
                    <a:pt x="98" y="10"/>
                    <a:pt x="98" y="10"/>
                    <a:pt x="98" y="10"/>
                  </a:cubicBezTo>
                  <a:cubicBezTo>
                    <a:pt x="98" y="9"/>
                    <a:pt x="97" y="7"/>
                    <a:pt x="97" y="6"/>
                  </a:cubicBezTo>
                  <a:cubicBezTo>
                    <a:pt x="97" y="5"/>
                    <a:pt x="96" y="4"/>
                    <a:pt x="95" y="3"/>
                  </a:cubicBezTo>
                  <a:cubicBezTo>
                    <a:pt x="95" y="2"/>
                    <a:pt x="95" y="2"/>
                    <a:pt x="95" y="2"/>
                  </a:cubicBezTo>
                  <a:cubicBezTo>
                    <a:pt x="94" y="2"/>
                    <a:pt x="94" y="2"/>
                    <a:pt x="94" y="2"/>
                  </a:cubicBezTo>
                  <a:cubicBezTo>
                    <a:pt x="92" y="0"/>
                    <a:pt x="90"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CF3BAF39-8A48-4C65-871C-D7C1C6593186}"/>
                </a:ext>
              </a:extLst>
            </p:cNvPr>
            <p:cNvSpPr>
              <a:spLocks noEditPoints="1"/>
            </p:cNvSpPr>
            <p:nvPr/>
          </p:nvSpPr>
          <p:spPr bwMode="auto">
            <a:xfrm>
              <a:off x="7712075" y="6230938"/>
              <a:ext cx="411163" cy="254000"/>
            </a:xfrm>
            <a:custGeom>
              <a:avLst/>
              <a:gdLst>
                <a:gd name="T0" fmla="*/ 43 w 102"/>
                <a:gd name="T1" fmla="*/ 60 h 63"/>
                <a:gd name="T2" fmla="*/ 85 w 102"/>
                <a:gd name="T3" fmla="*/ 63 h 63"/>
                <a:gd name="T4" fmla="*/ 29 w 102"/>
                <a:gd name="T5" fmla="*/ 60 h 63"/>
                <a:gd name="T6" fmla="*/ 25 w 102"/>
                <a:gd name="T7" fmla="*/ 62 h 63"/>
                <a:gd name="T8" fmla="*/ 12 w 102"/>
                <a:gd name="T9" fmla="*/ 62 h 63"/>
                <a:gd name="T10" fmla="*/ 29 w 102"/>
                <a:gd name="T11" fmla="*/ 60 h 63"/>
                <a:gd name="T12" fmla="*/ 87 w 102"/>
                <a:gd name="T13" fmla="*/ 60 h 63"/>
                <a:gd name="T14" fmla="*/ 91 w 102"/>
                <a:gd name="T15" fmla="*/ 60 h 63"/>
                <a:gd name="T16" fmla="*/ 96 w 102"/>
                <a:gd name="T17" fmla="*/ 59 h 63"/>
                <a:gd name="T18" fmla="*/ 99 w 102"/>
                <a:gd name="T19" fmla="*/ 59 h 63"/>
                <a:gd name="T20" fmla="*/ 98 w 102"/>
                <a:gd name="T21" fmla="*/ 56 h 63"/>
                <a:gd name="T22" fmla="*/ 99 w 102"/>
                <a:gd name="T23" fmla="*/ 51 h 63"/>
                <a:gd name="T24" fmla="*/ 102 w 102"/>
                <a:gd name="T25" fmla="*/ 49 h 63"/>
                <a:gd name="T26" fmla="*/ 1 w 102"/>
                <a:gd name="T27" fmla="*/ 50 h 63"/>
                <a:gd name="T28" fmla="*/ 19 w 102"/>
                <a:gd name="T29" fmla="*/ 52 h 63"/>
                <a:gd name="T30" fmla="*/ 16 w 102"/>
                <a:gd name="T31" fmla="*/ 51 h 63"/>
                <a:gd name="T32" fmla="*/ 13 w 102"/>
                <a:gd name="T33" fmla="*/ 53 h 63"/>
                <a:gd name="T34" fmla="*/ 11 w 102"/>
                <a:gd name="T35" fmla="*/ 54 h 63"/>
                <a:gd name="T36" fmla="*/ 3 w 102"/>
                <a:gd name="T37" fmla="*/ 53 h 63"/>
                <a:gd name="T38" fmla="*/ 1 w 102"/>
                <a:gd name="T39" fmla="*/ 48 h 63"/>
                <a:gd name="T40" fmla="*/ 92 w 102"/>
                <a:gd name="T41" fmla="*/ 56 h 63"/>
                <a:gd name="T42" fmla="*/ 21 w 102"/>
                <a:gd name="T43" fmla="*/ 47 h 63"/>
                <a:gd name="T44" fmla="*/ 24 w 102"/>
                <a:gd name="T45" fmla="*/ 49 h 63"/>
                <a:gd name="T46" fmla="*/ 21 w 102"/>
                <a:gd name="T47" fmla="*/ 47 h 63"/>
                <a:gd name="T48" fmla="*/ 25 w 102"/>
                <a:gd name="T49" fmla="*/ 46 h 63"/>
                <a:gd name="T50" fmla="*/ 39 w 102"/>
                <a:gd name="T51" fmla="*/ 38 h 63"/>
                <a:gd name="T52" fmla="*/ 63 w 102"/>
                <a:gd name="T53" fmla="*/ 36 h 63"/>
                <a:gd name="T54" fmla="*/ 80 w 102"/>
                <a:gd name="T55" fmla="*/ 45 h 63"/>
                <a:gd name="T56" fmla="*/ 101 w 102"/>
                <a:gd name="T57" fmla="*/ 35 h 63"/>
                <a:gd name="T58" fmla="*/ 102 w 102"/>
                <a:gd name="T59" fmla="*/ 45 h 63"/>
                <a:gd name="T60" fmla="*/ 1 w 102"/>
                <a:gd name="T61" fmla="*/ 32 h 63"/>
                <a:gd name="T62" fmla="*/ 4 w 102"/>
                <a:gd name="T63" fmla="*/ 47 h 63"/>
                <a:gd name="T64" fmla="*/ 64 w 102"/>
                <a:gd name="T65" fmla="*/ 29 h 63"/>
                <a:gd name="T66" fmla="*/ 64 w 102"/>
                <a:gd name="T67" fmla="*/ 29 h 63"/>
                <a:gd name="T68" fmla="*/ 4 w 102"/>
                <a:gd name="T69" fmla="*/ 29 h 63"/>
                <a:gd name="T70" fmla="*/ 101 w 102"/>
                <a:gd name="T71" fmla="*/ 18 h 63"/>
                <a:gd name="T72" fmla="*/ 101 w 102"/>
                <a:gd name="T73" fmla="*/ 31 h 63"/>
                <a:gd name="T74" fmla="*/ 13 w 102"/>
                <a:gd name="T75" fmla="*/ 1 h 63"/>
                <a:gd name="T76" fmla="*/ 4 w 102"/>
                <a:gd name="T77" fmla="*/ 4 h 63"/>
                <a:gd name="T78" fmla="*/ 2 w 102"/>
                <a:gd name="T79" fmla="*/ 19 h 63"/>
                <a:gd name="T80" fmla="*/ 6 w 102"/>
                <a:gd name="T81" fmla="*/ 7 h 63"/>
                <a:gd name="T82" fmla="*/ 29 w 102"/>
                <a:gd name="T83" fmla="*/ 25 h 63"/>
                <a:gd name="T84" fmla="*/ 50 w 102"/>
                <a:gd name="T85" fmla="*/ 37 h 63"/>
                <a:gd name="T86" fmla="*/ 56 w 102"/>
                <a:gd name="T87" fmla="*/ 31 h 63"/>
                <a:gd name="T88" fmla="*/ 49 w 102"/>
                <a:gd name="T89" fmla="*/ 34 h 63"/>
                <a:gd name="T90" fmla="*/ 14 w 102"/>
                <a:gd name="T91" fmla="*/ 4 h 63"/>
                <a:gd name="T92" fmla="*/ 95 w 102"/>
                <a:gd name="T93" fmla="*/ 5 h 63"/>
                <a:gd name="T94" fmla="*/ 97 w 102"/>
                <a:gd name="T95" fmla="*/ 7 h 63"/>
                <a:gd name="T96" fmla="*/ 101 w 102"/>
                <a:gd name="T97" fmla="*/ 15 h 63"/>
                <a:gd name="T98" fmla="*/ 99 w 102"/>
                <a:gd name="T9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2" h="63">
                  <a:moveTo>
                    <a:pt x="84" y="60"/>
                  </a:moveTo>
                  <a:cubicBezTo>
                    <a:pt x="76" y="60"/>
                    <a:pt x="69" y="60"/>
                    <a:pt x="62" y="60"/>
                  </a:cubicBezTo>
                  <a:cubicBezTo>
                    <a:pt x="55" y="60"/>
                    <a:pt x="49" y="60"/>
                    <a:pt x="43" y="60"/>
                  </a:cubicBezTo>
                  <a:cubicBezTo>
                    <a:pt x="42" y="63"/>
                    <a:pt x="42" y="63"/>
                    <a:pt x="42" y="63"/>
                  </a:cubicBezTo>
                  <a:cubicBezTo>
                    <a:pt x="49" y="63"/>
                    <a:pt x="55" y="63"/>
                    <a:pt x="62" y="63"/>
                  </a:cubicBezTo>
                  <a:cubicBezTo>
                    <a:pt x="69" y="63"/>
                    <a:pt x="77" y="63"/>
                    <a:pt x="85" y="63"/>
                  </a:cubicBezTo>
                  <a:cubicBezTo>
                    <a:pt x="84" y="62"/>
                    <a:pt x="84" y="61"/>
                    <a:pt x="84" y="60"/>
                  </a:cubicBezTo>
                  <a:moveTo>
                    <a:pt x="29" y="60"/>
                  </a:moveTo>
                  <a:cubicBezTo>
                    <a:pt x="29" y="60"/>
                    <a:pt x="29" y="60"/>
                    <a:pt x="29" y="60"/>
                  </a:cubicBezTo>
                  <a:cubicBezTo>
                    <a:pt x="29" y="61"/>
                    <a:pt x="28" y="61"/>
                    <a:pt x="28" y="62"/>
                  </a:cubicBezTo>
                  <a:cubicBezTo>
                    <a:pt x="26" y="62"/>
                    <a:pt x="26" y="62"/>
                    <a:pt x="26" y="62"/>
                  </a:cubicBezTo>
                  <a:cubicBezTo>
                    <a:pt x="25" y="62"/>
                    <a:pt x="25" y="62"/>
                    <a:pt x="25" y="62"/>
                  </a:cubicBezTo>
                  <a:cubicBezTo>
                    <a:pt x="25" y="62"/>
                    <a:pt x="24" y="62"/>
                    <a:pt x="24" y="62"/>
                  </a:cubicBezTo>
                  <a:cubicBezTo>
                    <a:pt x="5" y="61"/>
                    <a:pt x="5" y="61"/>
                    <a:pt x="5" y="61"/>
                  </a:cubicBezTo>
                  <a:cubicBezTo>
                    <a:pt x="7" y="62"/>
                    <a:pt x="9" y="62"/>
                    <a:pt x="12" y="62"/>
                  </a:cubicBezTo>
                  <a:cubicBezTo>
                    <a:pt x="21" y="63"/>
                    <a:pt x="30" y="63"/>
                    <a:pt x="39" y="63"/>
                  </a:cubicBezTo>
                  <a:cubicBezTo>
                    <a:pt x="40" y="60"/>
                    <a:pt x="40" y="60"/>
                    <a:pt x="40" y="60"/>
                  </a:cubicBezTo>
                  <a:cubicBezTo>
                    <a:pt x="36" y="60"/>
                    <a:pt x="32" y="60"/>
                    <a:pt x="29" y="60"/>
                  </a:cubicBezTo>
                  <a:moveTo>
                    <a:pt x="91" y="60"/>
                  </a:moveTo>
                  <a:cubicBezTo>
                    <a:pt x="90" y="60"/>
                    <a:pt x="89" y="60"/>
                    <a:pt x="88" y="60"/>
                  </a:cubicBezTo>
                  <a:cubicBezTo>
                    <a:pt x="87" y="60"/>
                    <a:pt x="87" y="60"/>
                    <a:pt x="87" y="60"/>
                  </a:cubicBezTo>
                  <a:cubicBezTo>
                    <a:pt x="87" y="61"/>
                    <a:pt x="88" y="62"/>
                    <a:pt x="88" y="63"/>
                  </a:cubicBezTo>
                  <a:cubicBezTo>
                    <a:pt x="89" y="63"/>
                    <a:pt x="90" y="63"/>
                    <a:pt x="91" y="63"/>
                  </a:cubicBezTo>
                  <a:cubicBezTo>
                    <a:pt x="91" y="60"/>
                    <a:pt x="91" y="60"/>
                    <a:pt x="91" y="60"/>
                  </a:cubicBezTo>
                  <a:moveTo>
                    <a:pt x="96" y="55"/>
                  </a:moveTo>
                  <a:cubicBezTo>
                    <a:pt x="95" y="58"/>
                    <a:pt x="95" y="58"/>
                    <a:pt x="95" y="58"/>
                  </a:cubicBezTo>
                  <a:cubicBezTo>
                    <a:pt x="96" y="59"/>
                    <a:pt x="96" y="59"/>
                    <a:pt x="96" y="59"/>
                  </a:cubicBezTo>
                  <a:cubicBezTo>
                    <a:pt x="95" y="59"/>
                    <a:pt x="95" y="59"/>
                    <a:pt x="95" y="59"/>
                  </a:cubicBezTo>
                  <a:cubicBezTo>
                    <a:pt x="94" y="62"/>
                    <a:pt x="94" y="62"/>
                    <a:pt x="94" y="62"/>
                  </a:cubicBezTo>
                  <a:cubicBezTo>
                    <a:pt x="96" y="62"/>
                    <a:pt x="98" y="61"/>
                    <a:pt x="99" y="59"/>
                  </a:cubicBezTo>
                  <a:cubicBezTo>
                    <a:pt x="100" y="59"/>
                    <a:pt x="100" y="58"/>
                    <a:pt x="101" y="57"/>
                  </a:cubicBezTo>
                  <a:cubicBezTo>
                    <a:pt x="100" y="57"/>
                    <a:pt x="99" y="56"/>
                    <a:pt x="98" y="56"/>
                  </a:cubicBezTo>
                  <a:cubicBezTo>
                    <a:pt x="98" y="56"/>
                    <a:pt x="98" y="56"/>
                    <a:pt x="98" y="56"/>
                  </a:cubicBezTo>
                  <a:cubicBezTo>
                    <a:pt x="96" y="55"/>
                    <a:pt x="96" y="55"/>
                    <a:pt x="96" y="55"/>
                  </a:cubicBezTo>
                  <a:moveTo>
                    <a:pt x="102" y="49"/>
                  </a:moveTo>
                  <a:cubicBezTo>
                    <a:pt x="101" y="49"/>
                    <a:pt x="100" y="50"/>
                    <a:pt x="99" y="51"/>
                  </a:cubicBezTo>
                  <a:cubicBezTo>
                    <a:pt x="99" y="51"/>
                    <a:pt x="99" y="52"/>
                    <a:pt x="99" y="53"/>
                  </a:cubicBezTo>
                  <a:cubicBezTo>
                    <a:pt x="100" y="53"/>
                    <a:pt x="100" y="54"/>
                    <a:pt x="101" y="55"/>
                  </a:cubicBezTo>
                  <a:cubicBezTo>
                    <a:pt x="102" y="53"/>
                    <a:pt x="102" y="51"/>
                    <a:pt x="102" y="49"/>
                  </a:cubicBezTo>
                  <a:cubicBezTo>
                    <a:pt x="102" y="49"/>
                    <a:pt x="102" y="49"/>
                    <a:pt x="102" y="49"/>
                  </a:cubicBezTo>
                  <a:moveTo>
                    <a:pt x="1" y="48"/>
                  </a:moveTo>
                  <a:cubicBezTo>
                    <a:pt x="1" y="50"/>
                    <a:pt x="1" y="50"/>
                    <a:pt x="1" y="50"/>
                  </a:cubicBezTo>
                  <a:cubicBezTo>
                    <a:pt x="0" y="53"/>
                    <a:pt x="1" y="56"/>
                    <a:pt x="2" y="58"/>
                  </a:cubicBezTo>
                  <a:cubicBezTo>
                    <a:pt x="9" y="58"/>
                    <a:pt x="9" y="58"/>
                    <a:pt x="9" y="58"/>
                  </a:cubicBezTo>
                  <a:cubicBezTo>
                    <a:pt x="19" y="52"/>
                    <a:pt x="19" y="52"/>
                    <a:pt x="19" y="52"/>
                  </a:cubicBezTo>
                  <a:cubicBezTo>
                    <a:pt x="18" y="52"/>
                    <a:pt x="18" y="52"/>
                    <a:pt x="18" y="52"/>
                  </a:cubicBezTo>
                  <a:cubicBezTo>
                    <a:pt x="17" y="52"/>
                    <a:pt x="17" y="52"/>
                    <a:pt x="17" y="52"/>
                  </a:cubicBezTo>
                  <a:cubicBezTo>
                    <a:pt x="17" y="52"/>
                    <a:pt x="16" y="52"/>
                    <a:pt x="16" y="51"/>
                  </a:cubicBezTo>
                  <a:cubicBezTo>
                    <a:pt x="16" y="51"/>
                    <a:pt x="16" y="51"/>
                    <a:pt x="16" y="50"/>
                  </a:cubicBezTo>
                  <a:cubicBezTo>
                    <a:pt x="13" y="52"/>
                    <a:pt x="13" y="52"/>
                    <a:pt x="13" y="52"/>
                  </a:cubicBezTo>
                  <a:cubicBezTo>
                    <a:pt x="13" y="53"/>
                    <a:pt x="13" y="53"/>
                    <a:pt x="13" y="53"/>
                  </a:cubicBezTo>
                  <a:cubicBezTo>
                    <a:pt x="13" y="53"/>
                    <a:pt x="12" y="54"/>
                    <a:pt x="12" y="54"/>
                  </a:cubicBezTo>
                  <a:cubicBezTo>
                    <a:pt x="11" y="54"/>
                    <a:pt x="11" y="54"/>
                    <a:pt x="11" y="54"/>
                  </a:cubicBezTo>
                  <a:cubicBezTo>
                    <a:pt x="11" y="54"/>
                    <a:pt x="11" y="54"/>
                    <a:pt x="11" y="54"/>
                  </a:cubicBezTo>
                  <a:cubicBezTo>
                    <a:pt x="5" y="57"/>
                    <a:pt x="5" y="57"/>
                    <a:pt x="5" y="57"/>
                  </a:cubicBezTo>
                  <a:cubicBezTo>
                    <a:pt x="4" y="56"/>
                    <a:pt x="4" y="55"/>
                    <a:pt x="4" y="53"/>
                  </a:cubicBezTo>
                  <a:cubicBezTo>
                    <a:pt x="3" y="53"/>
                    <a:pt x="3" y="53"/>
                    <a:pt x="3" y="53"/>
                  </a:cubicBezTo>
                  <a:cubicBezTo>
                    <a:pt x="3" y="53"/>
                    <a:pt x="3" y="53"/>
                    <a:pt x="3" y="53"/>
                  </a:cubicBezTo>
                  <a:cubicBezTo>
                    <a:pt x="2" y="53"/>
                    <a:pt x="2" y="52"/>
                    <a:pt x="1" y="52"/>
                  </a:cubicBezTo>
                  <a:cubicBezTo>
                    <a:pt x="1" y="48"/>
                    <a:pt x="1" y="48"/>
                    <a:pt x="1" y="48"/>
                  </a:cubicBezTo>
                  <a:moveTo>
                    <a:pt x="84" y="47"/>
                  </a:moveTo>
                  <a:cubicBezTo>
                    <a:pt x="84" y="49"/>
                    <a:pt x="84" y="50"/>
                    <a:pt x="84" y="51"/>
                  </a:cubicBezTo>
                  <a:cubicBezTo>
                    <a:pt x="92" y="56"/>
                    <a:pt x="92" y="56"/>
                    <a:pt x="92" y="56"/>
                  </a:cubicBezTo>
                  <a:cubicBezTo>
                    <a:pt x="93" y="53"/>
                    <a:pt x="93" y="53"/>
                    <a:pt x="93" y="53"/>
                  </a:cubicBezTo>
                  <a:cubicBezTo>
                    <a:pt x="84" y="47"/>
                    <a:pt x="84" y="47"/>
                    <a:pt x="84" y="47"/>
                  </a:cubicBezTo>
                  <a:moveTo>
                    <a:pt x="21" y="47"/>
                  </a:moveTo>
                  <a:cubicBezTo>
                    <a:pt x="18" y="49"/>
                    <a:pt x="18" y="49"/>
                    <a:pt x="18" y="49"/>
                  </a:cubicBezTo>
                  <a:cubicBezTo>
                    <a:pt x="23" y="49"/>
                    <a:pt x="23" y="49"/>
                    <a:pt x="23" y="49"/>
                  </a:cubicBezTo>
                  <a:cubicBezTo>
                    <a:pt x="23" y="49"/>
                    <a:pt x="24" y="49"/>
                    <a:pt x="24" y="49"/>
                  </a:cubicBezTo>
                  <a:cubicBezTo>
                    <a:pt x="24" y="49"/>
                    <a:pt x="24" y="48"/>
                    <a:pt x="23" y="48"/>
                  </a:cubicBezTo>
                  <a:cubicBezTo>
                    <a:pt x="23" y="48"/>
                    <a:pt x="22" y="47"/>
                    <a:pt x="22" y="47"/>
                  </a:cubicBezTo>
                  <a:cubicBezTo>
                    <a:pt x="22" y="47"/>
                    <a:pt x="21" y="47"/>
                    <a:pt x="21" y="47"/>
                  </a:cubicBezTo>
                  <a:moveTo>
                    <a:pt x="38" y="37"/>
                  </a:moveTo>
                  <a:cubicBezTo>
                    <a:pt x="24" y="45"/>
                    <a:pt x="24" y="45"/>
                    <a:pt x="24" y="45"/>
                  </a:cubicBezTo>
                  <a:cubicBezTo>
                    <a:pt x="25" y="45"/>
                    <a:pt x="25" y="46"/>
                    <a:pt x="25" y="46"/>
                  </a:cubicBezTo>
                  <a:cubicBezTo>
                    <a:pt x="26" y="46"/>
                    <a:pt x="26" y="47"/>
                    <a:pt x="26" y="47"/>
                  </a:cubicBezTo>
                  <a:cubicBezTo>
                    <a:pt x="39" y="39"/>
                    <a:pt x="39" y="39"/>
                    <a:pt x="39" y="39"/>
                  </a:cubicBezTo>
                  <a:cubicBezTo>
                    <a:pt x="39" y="39"/>
                    <a:pt x="39" y="38"/>
                    <a:pt x="39" y="38"/>
                  </a:cubicBezTo>
                  <a:cubicBezTo>
                    <a:pt x="38" y="37"/>
                    <a:pt x="38" y="37"/>
                    <a:pt x="38" y="37"/>
                  </a:cubicBezTo>
                  <a:moveTo>
                    <a:pt x="63" y="35"/>
                  </a:moveTo>
                  <a:cubicBezTo>
                    <a:pt x="63" y="35"/>
                    <a:pt x="63" y="36"/>
                    <a:pt x="63" y="36"/>
                  </a:cubicBezTo>
                  <a:cubicBezTo>
                    <a:pt x="62" y="37"/>
                    <a:pt x="62" y="38"/>
                    <a:pt x="63" y="38"/>
                  </a:cubicBezTo>
                  <a:cubicBezTo>
                    <a:pt x="81" y="49"/>
                    <a:pt x="81" y="49"/>
                    <a:pt x="81" y="49"/>
                  </a:cubicBezTo>
                  <a:cubicBezTo>
                    <a:pt x="81" y="48"/>
                    <a:pt x="80" y="47"/>
                    <a:pt x="80" y="45"/>
                  </a:cubicBezTo>
                  <a:cubicBezTo>
                    <a:pt x="69" y="38"/>
                    <a:pt x="69" y="38"/>
                    <a:pt x="69" y="38"/>
                  </a:cubicBezTo>
                  <a:cubicBezTo>
                    <a:pt x="63" y="35"/>
                    <a:pt x="63" y="35"/>
                    <a:pt x="63" y="35"/>
                  </a:cubicBezTo>
                  <a:moveTo>
                    <a:pt x="101" y="35"/>
                  </a:moveTo>
                  <a:cubicBezTo>
                    <a:pt x="100" y="35"/>
                    <a:pt x="99" y="36"/>
                    <a:pt x="98" y="36"/>
                  </a:cubicBezTo>
                  <a:cubicBezTo>
                    <a:pt x="99" y="47"/>
                    <a:pt x="99" y="47"/>
                    <a:pt x="99" y="47"/>
                  </a:cubicBezTo>
                  <a:cubicBezTo>
                    <a:pt x="100" y="47"/>
                    <a:pt x="101" y="46"/>
                    <a:pt x="102" y="45"/>
                  </a:cubicBezTo>
                  <a:cubicBezTo>
                    <a:pt x="101" y="35"/>
                    <a:pt x="101" y="35"/>
                    <a:pt x="101" y="35"/>
                  </a:cubicBezTo>
                  <a:moveTo>
                    <a:pt x="4" y="32"/>
                  </a:moveTo>
                  <a:cubicBezTo>
                    <a:pt x="1" y="32"/>
                    <a:pt x="1" y="32"/>
                    <a:pt x="1" y="32"/>
                  </a:cubicBezTo>
                  <a:cubicBezTo>
                    <a:pt x="1" y="38"/>
                    <a:pt x="1" y="38"/>
                    <a:pt x="1" y="38"/>
                  </a:cubicBezTo>
                  <a:cubicBezTo>
                    <a:pt x="2" y="38"/>
                    <a:pt x="2" y="38"/>
                    <a:pt x="2" y="39"/>
                  </a:cubicBezTo>
                  <a:cubicBezTo>
                    <a:pt x="4" y="47"/>
                    <a:pt x="4" y="47"/>
                    <a:pt x="4" y="47"/>
                  </a:cubicBezTo>
                  <a:cubicBezTo>
                    <a:pt x="4" y="47"/>
                    <a:pt x="4" y="47"/>
                    <a:pt x="4" y="47"/>
                  </a:cubicBezTo>
                  <a:cubicBezTo>
                    <a:pt x="4" y="32"/>
                    <a:pt x="4" y="32"/>
                    <a:pt x="4" y="32"/>
                  </a:cubicBezTo>
                  <a:moveTo>
                    <a:pt x="64" y="29"/>
                  </a:moveTo>
                  <a:cubicBezTo>
                    <a:pt x="60" y="30"/>
                    <a:pt x="60" y="30"/>
                    <a:pt x="60" y="30"/>
                  </a:cubicBezTo>
                  <a:cubicBezTo>
                    <a:pt x="61" y="31"/>
                    <a:pt x="61" y="31"/>
                    <a:pt x="61" y="31"/>
                  </a:cubicBezTo>
                  <a:cubicBezTo>
                    <a:pt x="64" y="29"/>
                    <a:pt x="64" y="29"/>
                    <a:pt x="64" y="29"/>
                  </a:cubicBezTo>
                  <a:moveTo>
                    <a:pt x="2" y="22"/>
                  </a:moveTo>
                  <a:cubicBezTo>
                    <a:pt x="1" y="29"/>
                    <a:pt x="1" y="29"/>
                    <a:pt x="1" y="29"/>
                  </a:cubicBezTo>
                  <a:cubicBezTo>
                    <a:pt x="4" y="29"/>
                    <a:pt x="4" y="29"/>
                    <a:pt x="4" y="29"/>
                  </a:cubicBezTo>
                  <a:cubicBezTo>
                    <a:pt x="5" y="22"/>
                    <a:pt x="5" y="22"/>
                    <a:pt x="5" y="22"/>
                  </a:cubicBezTo>
                  <a:cubicBezTo>
                    <a:pt x="2" y="22"/>
                    <a:pt x="2" y="22"/>
                    <a:pt x="2" y="22"/>
                  </a:cubicBezTo>
                  <a:moveTo>
                    <a:pt x="101" y="18"/>
                  </a:moveTo>
                  <a:cubicBezTo>
                    <a:pt x="98" y="19"/>
                    <a:pt x="98" y="19"/>
                    <a:pt x="98" y="19"/>
                  </a:cubicBezTo>
                  <a:cubicBezTo>
                    <a:pt x="98" y="33"/>
                    <a:pt x="98" y="33"/>
                    <a:pt x="98" y="33"/>
                  </a:cubicBezTo>
                  <a:cubicBezTo>
                    <a:pt x="99" y="33"/>
                    <a:pt x="100" y="32"/>
                    <a:pt x="101" y="31"/>
                  </a:cubicBezTo>
                  <a:cubicBezTo>
                    <a:pt x="101" y="18"/>
                    <a:pt x="101" y="18"/>
                    <a:pt x="101" y="18"/>
                  </a:cubicBezTo>
                  <a:moveTo>
                    <a:pt x="87" y="0"/>
                  </a:moveTo>
                  <a:cubicBezTo>
                    <a:pt x="13" y="1"/>
                    <a:pt x="13" y="1"/>
                    <a:pt x="13" y="1"/>
                  </a:cubicBezTo>
                  <a:cubicBezTo>
                    <a:pt x="11" y="1"/>
                    <a:pt x="8" y="2"/>
                    <a:pt x="6" y="3"/>
                  </a:cubicBezTo>
                  <a:cubicBezTo>
                    <a:pt x="6" y="3"/>
                    <a:pt x="6" y="3"/>
                    <a:pt x="5" y="3"/>
                  </a:cubicBezTo>
                  <a:cubicBezTo>
                    <a:pt x="5" y="3"/>
                    <a:pt x="5" y="3"/>
                    <a:pt x="4" y="4"/>
                  </a:cubicBezTo>
                  <a:cubicBezTo>
                    <a:pt x="4" y="4"/>
                    <a:pt x="4" y="4"/>
                    <a:pt x="4" y="5"/>
                  </a:cubicBezTo>
                  <a:cubicBezTo>
                    <a:pt x="2" y="7"/>
                    <a:pt x="2" y="10"/>
                    <a:pt x="2" y="12"/>
                  </a:cubicBezTo>
                  <a:cubicBezTo>
                    <a:pt x="2" y="19"/>
                    <a:pt x="2" y="19"/>
                    <a:pt x="2" y="19"/>
                  </a:cubicBezTo>
                  <a:cubicBezTo>
                    <a:pt x="5" y="19"/>
                    <a:pt x="5" y="19"/>
                    <a:pt x="5" y="19"/>
                  </a:cubicBezTo>
                  <a:cubicBezTo>
                    <a:pt x="5" y="12"/>
                    <a:pt x="5" y="12"/>
                    <a:pt x="5" y="12"/>
                  </a:cubicBezTo>
                  <a:cubicBezTo>
                    <a:pt x="5" y="10"/>
                    <a:pt x="5" y="8"/>
                    <a:pt x="6" y="7"/>
                  </a:cubicBezTo>
                  <a:cubicBezTo>
                    <a:pt x="22" y="20"/>
                    <a:pt x="22" y="20"/>
                    <a:pt x="22" y="20"/>
                  </a:cubicBezTo>
                  <a:cubicBezTo>
                    <a:pt x="23" y="20"/>
                    <a:pt x="24" y="20"/>
                    <a:pt x="25" y="20"/>
                  </a:cubicBezTo>
                  <a:cubicBezTo>
                    <a:pt x="26" y="21"/>
                    <a:pt x="28" y="23"/>
                    <a:pt x="29" y="25"/>
                  </a:cubicBezTo>
                  <a:cubicBezTo>
                    <a:pt x="40" y="33"/>
                    <a:pt x="40" y="33"/>
                    <a:pt x="40" y="33"/>
                  </a:cubicBezTo>
                  <a:cubicBezTo>
                    <a:pt x="42" y="35"/>
                    <a:pt x="45" y="37"/>
                    <a:pt x="49" y="37"/>
                  </a:cubicBezTo>
                  <a:cubicBezTo>
                    <a:pt x="50" y="37"/>
                    <a:pt x="50" y="37"/>
                    <a:pt x="50" y="37"/>
                  </a:cubicBezTo>
                  <a:cubicBezTo>
                    <a:pt x="52" y="37"/>
                    <a:pt x="55" y="35"/>
                    <a:pt x="57" y="34"/>
                  </a:cubicBezTo>
                  <a:cubicBezTo>
                    <a:pt x="59" y="33"/>
                    <a:pt x="59" y="33"/>
                    <a:pt x="59" y="33"/>
                  </a:cubicBezTo>
                  <a:cubicBezTo>
                    <a:pt x="56" y="31"/>
                    <a:pt x="56" y="31"/>
                    <a:pt x="56" y="31"/>
                  </a:cubicBezTo>
                  <a:cubicBezTo>
                    <a:pt x="55" y="32"/>
                    <a:pt x="55" y="32"/>
                    <a:pt x="55" y="32"/>
                  </a:cubicBezTo>
                  <a:cubicBezTo>
                    <a:pt x="53" y="33"/>
                    <a:pt x="51" y="34"/>
                    <a:pt x="49" y="34"/>
                  </a:cubicBezTo>
                  <a:cubicBezTo>
                    <a:pt x="49" y="34"/>
                    <a:pt x="49" y="34"/>
                    <a:pt x="49" y="34"/>
                  </a:cubicBezTo>
                  <a:cubicBezTo>
                    <a:pt x="46" y="34"/>
                    <a:pt x="44" y="33"/>
                    <a:pt x="41" y="31"/>
                  </a:cubicBezTo>
                  <a:cubicBezTo>
                    <a:pt x="9" y="5"/>
                    <a:pt x="9" y="5"/>
                    <a:pt x="9" y="5"/>
                  </a:cubicBezTo>
                  <a:cubicBezTo>
                    <a:pt x="10" y="5"/>
                    <a:pt x="12" y="4"/>
                    <a:pt x="14" y="4"/>
                  </a:cubicBezTo>
                  <a:cubicBezTo>
                    <a:pt x="86" y="3"/>
                    <a:pt x="86" y="3"/>
                    <a:pt x="86" y="3"/>
                  </a:cubicBezTo>
                  <a:cubicBezTo>
                    <a:pt x="87" y="3"/>
                    <a:pt x="87" y="3"/>
                    <a:pt x="87" y="3"/>
                  </a:cubicBezTo>
                  <a:cubicBezTo>
                    <a:pt x="90" y="3"/>
                    <a:pt x="93" y="4"/>
                    <a:pt x="95" y="5"/>
                  </a:cubicBezTo>
                  <a:cubicBezTo>
                    <a:pt x="63" y="26"/>
                    <a:pt x="63" y="26"/>
                    <a:pt x="63" y="26"/>
                  </a:cubicBezTo>
                  <a:cubicBezTo>
                    <a:pt x="73" y="23"/>
                    <a:pt x="73" y="23"/>
                    <a:pt x="73" y="23"/>
                  </a:cubicBezTo>
                  <a:cubicBezTo>
                    <a:pt x="97" y="7"/>
                    <a:pt x="97" y="7"/>
                    <a:pt x="97" y="7"/>
                  </a:cubicBezTo>
                  <a:cubicBezTo>
                    <a:pt x="98" y="9"/>
                    <a:pt x="98" y="11"/>
                    <a:pt x="98" y="12"/>
                  </a:cubicBezTo>
                  <a:cubicBezTo>
                    <a:pt x="98" y="16"/>
                    <a:pt x="98" y="16"/>
                    <a:pt x="98" y="16"/>
                  </a:cubicBezTo>
                  <a:cubicBezTo>
                    <a:pt x="101" y="15"/>
                    <a:pt x="101" y="15"/>
                    <a:pt x="101" y="15"/>
                  </a:cubicBezTo>
                  <a:cubicBezTo>
                    <a:pt x="101" y="12"/>
                    <a:pt x="101" y="12"/>
                    <a:pt x="101" y="12"/>
                  </a:cubicBezTo>
                  <a:cubicBezTo>
                    <a:pt x="101" y="10"/>
                    <a:pt x="100" y="7"/>
                    <a:pt x="99" y="5"/>
                  </a:cubicBezTo>
                  <a:cubicBezTo>
                    <a:pt x="99" y="4"/>
                    <a:pt x="99" y="4"/>
                    <a:pt x="99" y="4"/>
                  </a:cubicBezTo>
                  <a:cubicBezTo>
                    <a:pt x="98" y="4"/>
                    <a:pt x="98" y="4"/>
                    <a:pt x="98" y="4"/>
                  </a:cubicBezTo>
                  <a:cubicBezTo>
                    <a:pt x="95" y="1"/>
                    <a:pt x="91"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F4868BAE-9920-42EB-B6C5-AF633F9AB7E7}"/>
                </a:ext>
              </a:extLst>
            </p:cNvPr>
            <p:cNvSpPr>
              <a:spLocks noEditPoints="1"/>
            </p:cNvSpPr>
            <p:nvPr/>
          </p:nvSpPr>
          <p:spPr bwMode="auto">
            <a:xfrm>
              <a:off x="3763963" y="2662238"/>
              <a:ext cx="365125" cy="458788"/>
            </a:xfrm>
            <a:custGeom>
              <a:avLst/>
              <a:gdLst>
                <a:gd name="T0" fmla="*/ 3 w 91"/>
                <a:gd name="T1" fmla="*/ 79 h 114"/>
                <a:gd name="T2" fmla="*/ 13 w 91"/>
                <a:gd name="T3" fmla="*/ 70 h 114"/>
                <a:gd name="T4" fmla="*/ 10 w 91"/>
                <a:gd name="T5" fmla="*/ 76 h 114"/>
                <a:gd name="T6" fmla="*/ 80 w 91"/>
                <a:gd name="T7" fmla="*/ 68 h 114"/>
                <a:gd name="T8" fmla="*/ 89 w 91"/>
                <a:gd name="T9" fmla="*/ 76 h 114"/>
                <a:gd name="T10" fmla="*/ 89 w 91"/>
                <a:gd name="T11" fmla="*/ 73 h 114"/>
                <a:gd name="T12" fmla="*/ 1 w 91"/>
                <a:gd name="T13" fmla="*/ 26 h 114"/>
                <a:gd name="T14" fmla="*/ 14 w 91"/>
                <a:gd name="T15" fmla="*/ 33 h 114"/>
                <a:gd name="T16" fmla="*/ 89 w 91"/>
                <a:gd name="T17" fmla="*/ 24 h 114"/>
                <a:gd name="T18" fmla="*/ 78 w 91"/>
                <a:gd name="T19" fmla="*/ 31 h 114"/>
                <a:gd name="T20" fmla="*/ 80 w 91"/>
                <a:gd name="T21" fmla="*/ 33 h 114"/>
                <a:gd name="T22" fmla="*/ 89 w 91"/>
                <a:gd name="T23" fmla="*/ 24 h 114"/>
                <a:gd name="T24" fmla="*/ 56 w 91"/>
                <a:gd name="T25" fmla="*/ 101 h 114"/>
                <a:gd name="T26" fmla="*/ 48 w 91"/>
                <a:gd name="T27" fmla="*/ 103 h 114"/>
                <a:gd name="T28" fmla="*/ 49 w 91"/>
                <a:gd name="T29" fmla="*/ 111 h 114"/>
                <a:gd name="T30" fmla="*/ 43 w 91"/>
                <a:gd name="T31" fmla="*/ 95 h 114"/>
                <a:gd name="T32" fmla="*/ 43 w 91"/>
                <a:gd name="T33" fmla="*/ 60 h 114"/>
                <a:gd name="T34" fmla="*/ 42 w 91"/>
                <a:gd name="T35" fmla="*/ 86 h 114"/>
                <a:gd name="T36" fmla="*/ 48 w 91"/>
                <a:gd name="T37" fmla="*/ 55 h 114"/>
                <a:gd name="T38" fmla="*/ 48 w 91"/>
                <a:gd name="T39" fmla="*/ 50 h 114"/>
                <a:gd name="T40" fmla="*/ 48 w 91"/>
                <a:gd name="T41" fmla="*/ 55 h 114"/>
                <a:gd name="T42" fmla="*/ 37 w 91"/>
                <a:gd name="T43" fmla="*/ 49 h 114"/>
                <a:gd name="T44" fmla="*/ 39 w 91"/>
                <a:gd name="T45" fmla="*/ 55 h 114"/>
                <a:gd name="T46" fmla="*/ 60 w 91"/>
                <a:gd name="T47" fmla="*/ 48 h 114"/>
                <a:gd name="T48" fmla="*/ 22 w 91"/>
                <a:gd name="T49" fmla="*/ 39 h 114"/>
                <a:gd name="T50" fmla="*/ 74 w 91"/>
                <a:gd name="T51" fmla="*/ 43 h 114"/>
                <a:gd name="T52" fmla="*/ 65 w 91"/>
                <a:gd name="T53" fmla="*/ 75 h 114"/>
                <a:gd name="T54" fmla="*/ 59 w 91"/>
                <a:gd name="T55" fmla="*/ 86 h 114"/>
                <a:gd name="T56" fmla="*/ 57 w 91"/>
                <a:gd name="T57" fmla="*/ 86 h 114"/>
                <a:gd name="T58" fmla="*/ 64 w 91"/>
                <a:gd name="T59" fmla="*/ 52 h 114"/>
                <a:gd name="T60" fmla="*/ 55 w 91"/>
                <a:gd name="T61" fmla="*/ 50 h 114"/>
                <a:gd name="T62" fmla="*/ 53 w 91"/>
                <a:gd name="T63" fmla="*/ 52 h 114"/>
                <a:gd name="T64" fmla="*/ 44 w 91"/>
                <a:gd name="T65" fmla="*/ 50 h 114"/>
                <a:gd name="T66" fmla="*/ 42 w 91"/>
                <a:gd name="T67" fmla="*/ 53 h 114"/>
                <a:gd name="T68" fmla="*/ 34 w 91"/>
                <a:gd name="T69" fmla="*/ 48 h 114"/>
                <a:gd name="T70" fmla="*/ 39 w 91"/>
                <a:gd name="T71" fmla="*/ 86 h 114"/>
                <a:gd name="T72" fmla="*/ 35 w 91"/>
                <a:gd name="T73" fmla="*/ 86 h 114"/>
                <a:gd name="T74" fmla="*/ 33 w 91"/>
                <a:gd name="T75" fmla="*/ 81 h 114"/>
                <a:gd name="T76" fmla="*/ 21 w 91"/>
                <a:gd name="T77" fmla="*/ 65 h 114"/>
                <a:gd name="T78" fmla="*/ 48 w 91"/>
                <a:gd name="T79" fmla="*/ 20 h 114"/>
                <a:gd name="T80" fmla="*/ 18 w 91"/>
                <a:gd name="T81" fmla="*/ 40 h 114"/>
                <a:gd name="T82" fmla="*/ 26 w 91"/>
                <a:gd name="T83" fmla="*/ 76 h 114"/>
                <a:gd name="T84" fmla="*/ 35 w 91"/>
                <a:gd name="T85" fmla="*/ 89 h 114"/>
                <a:gd name="T86" fmla="*/ 35 w 91"/>
                <a:gd name="T87" fmla="*/ 101 h 114"/>
                <a:gd name="T88" fmla="*/ 56 w 91"/>
                <a:gd name="T89" fmla="*/ 110 h 114"/>
                <a:gd name="T90" fmla="*/ 59 w 91"/>
                <a:gd name="T91" fmla="*/ 89 h 114"/>
                <a:gd name="T92" fmla="*/ 62 w 91"/>
                <a:gd name="T93" fmla="*/ 87 h 114"/>
                <a:gd name="T94" fmla="*/ 69 w 91"/>
                <a:gd name="T95" fmla="*/ 75 h 114"/>
                <a:gd name="T96" fmla="*/ 57 w 91"/>
                <a:gd name="T97" fmla="*/ 21 h 114"/>
                <a:gd name="T98" fmla="*/ 45 w 91"/>
                <a:gd name="T99" fmla="*/ 13 h 114"/>
                <a:gd name="T100" fmla="*/ 48 w 91"/>
                <a:gd name="T10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1" h="114">
                  <a:moveTo>
                    <a:pt x="3" y="77"/>
                  </a:moveTo>
                  <a:cubicBezTo>
                    <a:pt x="3" y="77"/>
                    <a:pt x="2" y="77"/>
                    <a:pt x="2" y="77"/>
                  </a:cubicBezTo>
                  <a:cubicBezTo>
                    <a:pt x="2" y="77"/>
                    <a:pt x="2" y="78"/>
                    <a:pt x="2" y="79"/>
                  </a:cubicBezTo>
                  <a:cubicBezTo>
                    <a:pt x="2" y="79"/>
                    <a:pt x="3" y="79"/>
                    <a:pt x="3" y="79"/>
                  </a:cubicBezTo>
                  <a:cubicBezTo>
                    <a:pt x="4" y="79"/>
                    <a:pt x="4" y="79"/>
                    <a:pt x="4" y="79"/>
                  </a:cubicBezTo>
                  <a:cubicBezTo>
                    <a:pt x="7" y="77"/>
                    <a:pt x="7" y="77"/>
                    <a:pt x="7" y="77"/>
                  </a:cubicBezTo>
                  <a:cubicBezTo>
                    <a:pt x="6" y="77"/>
                    <a:pt x="4" y="77"/>
                    <a:pt x="3" y="77"/>
                  </a:cubicBezTo>
                  <a:moveTo>
                    <a:pt x="13" y="70"/>
                  </a:moveTo>
                  <a:cubicBezTo>
                    <a:pt x="13" y="70"/>
                    <a:pt x="13" y="70"/>
                    <a:pt x="13" y="70"/>
                  </a:cubicBezTo>
                  <a:cubicBezTo>
                    <a:pt x="6" y="74"/>
                    <a:pt x="6" y="74"/>
                    <a:pt x="6" y="74"/>
                  </a:cubicBezTo>
                  <a:cubicBezTo>
                    <a:pt x="7" y="74"/>
                    <a:pt x="8" y="75"/>
                    <a:pt x="8" y="75"/>
                  </a:cubicBezTo>
                  <a:cubicBezTo>
                    <a:pt x="9" y="75"/>
                    <a:pt x="9" y="75"/>
                    <a:pt x="10" y="76"/>
                  </a:cubicBezTo>
                  <a:cubicBezTo>
                    <a:pt x="14" y="73"/>
                    <a:pt x="14" y="73"/>
                    <a:pt x="14" y="73"/>
                  </a:cubicBezTo>
                  <a:cubicBezTo>
                    <a:pt x="15" y="73"/>
                    <a:pt x="15" y="72"/>
                    <a:pt x="15" y="71"/>
                  </a:cubicBezTo>
                  <a:cubicBezTo>
                    <a:pt x="14" y="70"/>
                    <a:pt x="14" y="70"/>
                    <a:pt x="13" y="70"/>
                  </a:cubicBezTo>
                  <a:moveTo>
                    <a:pt x="80" y="68"/>
                  </a:moveTo>
                  <a:cubicBezTo>
                    <a:pt x="80" y="68"/>
                    <a:pt x="79" y="68"/>
                    <a:pt x="79" y="69"/>
                  </a:cubicBezTo>
                  <a:cubicBezTo>
                    <a:pt x="79" y="70"/>
                    <a:pt x="79" y="70"/>
                    <a:pt x="80" y="71"/>
                  </a:cubicBezTo>
                  <a:cubicBezTo>
                    <a:pt x="88" y="75"/>
                    <a:pt x="88" y="75"/>
                    <a:pt x="88" y="75"/>
                  </a:cubicBezTo>
                  <a:cubicBezTo>
                    <a:pt x="89" y="76"/>
                    <a:pt x="89" y="76"/>
                    <a:pt x="89" y="76"/>
                  </a:cubicBezTo>
                  <a:cubicBezTo>
                    <a:pt x="90" y="76"/>
                    <a:pt x="90" y="76"/>
                    <a:pt x="90" y="76"/>
                  </a:cubicBezTo>
                  <a:cubicBezTo>
                    <a:pt x="90" y="76"/>
                    <a:pt x="91" y="76"/>
                    <a:pt x="91" y="75"/>
                  </a:cubicBezTo>
                  <a:cubicBezTo>
                    <a:pt x="91" y="75"/>
                    <a:pt x="91" y="74"/>
                    <a:pt x="90" y="73"/>
                  </a:cubicBezTo>
                  <a:cubicBezTo>
                    <a:pt x="89" y="73"/>
                    <a:pt x="89" y="73"/>
                    <a:pt x="89" y="73"/>
                  </a:cubicBezTo>
                  <a:cubicBezTo>
                    <a:pt x="81" y="68"/>
                    <a:pt x="81" y="68"/>
                    <a:pt x="81" y="68"/>
                  </a:cubicBezTo>
                  <a:cubicBezTo>
                    <a:pt x="81" y="68"/>
                    <a:pt x="80" y="68"/>
                    <a:pt x="80" y="68"/>
                  </a:cubicBezTo>
                  <a:moveTo>
                    <a:pt x="2" y="26"/>
                  </a:moveTo>
                  <a:cubicBezTo>
                    <a:pt x="1" y="26"/>
                    <a:pt x="1" y="26"/>
                    <a:pt x="1" y="26"/>
                  </a:cubicBezTo>
                  <a:cubicBezTo>
                    <a:pt x="0" y="27"/>
                    <a:pt x="0" y="28"/>
                    <a:pt x="1" y="28"/>
                  </a:cubicBezTo>
                  <a:cubicBezTo>
                    <a:pt x="4" y="31"/>
                    <a:pt x="8" y="33"/>
                    <a:pt x="13" y="34"/>
                  </a:cubicBezTo>
                  <a:cubicBezTo>
                    <a:pt x="13" y="34"/>
                    <a:pt x="13" y="34"/>
                    <a:pt x="13" y="34"/>
                  </a:cubicBezTo>
                  <a:cubicBezTo>
                    <a:pt x="14" y="34"/>
                    <a:pt x="14" y="33"/>
                    <a:pt x="14" y="33"/>
                  </a:cubicBezTo>
                  <a:cubicBezTo>
                    <a:pt x="15" y="32"/>
                    <a:pt x="14" y="31"/>
                    <a:pt x="13" y="31"/>
                  </a:cubicBezTo>
                  <a:cubicBezTo>
                    <a:pt x="9" y="31"/>
                    <a:pt x="6" y="29"/>
                    <a:pt x="3" y="26"/>
                  </a:cubicBezTo>
                  <a:cubicBezTo>
                    <a:pt x="2" y="26"/>
                    <a:pt x="2" y="26"/>
                    <a:pt x="2" y="26"/>
                  </a:cubicBezTo>
                  <a:moveTo>
                    <a:pt x="89" y="24"/>
                  </a:moveTo>
                  <a:cubicBezTo>
                    <a:pt x="89" y="24"/>
                    <a:pt x="89" y="24"/>
                    <a:pt x="88" y="25"/>
                  </a:cubicBezTo>
                  <a:cubicBezTo>
                    <a:pt x="87" y="25"/>
                    <a:pt x="86" y="26"/>
                    <a:pt x="84" y="26"/>
                  </a:cubicBezTo>
                  <a:cubicBezTo>
                    <a:pt x="83" y="27"/>
                    <a:pt x="81" y="28"/>
                    <a:pt x="80" y="29"/>
                  </a:cubicBezTo>
                  <a:cubicBezTo>
                    <a:pt x="79" y="30"/>
                    <a:pt x="78" y="31"/>
                    <a:pt x="78" y="31"/>
                  </a:cubicBezTo>
                  <a:cubicBezTo>
                    <a:pt x="77" y="32"/>
                    <a:pt x="77" y="33"/>
                    <a:pt x="78" y="33"/>
                  </a:cubicBezTo>
                  <a:cubicBezTo>
                    <a:pt x="78" y="34"/>
                    <a:pt x="78" y="34"/>
                    <a:pt x="79" y="34"/>
                  </a:cubicBezTo>
                  <a:cubicBezTo>
                    <a:pt x="79" y="34"/>
                    <a:pt x="79" y="34"/>
                    <a:pt x="79" y="34"/>
                  </a:cubicBezTo>
                  <a:cubicBezTo>
                    <a:pt x="80" y="33"/>
                    <a:pt x="80" y="33"/>
                    <a:pt x="80" y="33"/>
                  </a:cubicBezTo>
                  <a:cubicBezTo>
                    <a:pt x="81" y="33"/>
                    <a:pt x="82" y="32"/>
                    <a:pt x="83" y="31"/>
                  </a:cubicBezTo>
                  <a:cubicBezTo>
                    <a:pt x="85" y="29"/>
                    <a:pt x="87" y="28"/>
                    <a:pt x="89" y="27"/>
                  </a:cubicBezTo>
                  <a:cubicBezTo>
                    <a:pt x="90" y="27"/>
                    <a:pt x="91" y="26"/>
                    <a:pt x="90" y="25"/>
                  </a:cubicBezTo>
                  <a:cubicBezTo>
                    <a:pt x="90" y="25"/>
                    <a:pt x="89" y="24"/>
                    <a:pt x="89" y="24"/>
                  </a:cubicBezTo>
                  <a:moveTo>
                    <a:pt x="38" y="92"/>
                  </a:moveTo>
                  <a:cubicBezTo>
                    <a:pt x="38" y="91"/>
                    <a:pt x="38" y="90"/>
                    <a:pt x="38" y="89"/>
                  </a:cubicBezTo>
                  <a:cubicBezTo>
                    <a:pt x="56" y="89"/>
                    <a:pt x="56" y="89"/>
                    <a:pt x="56" y="89"/>
                  </a:cubicBezTo>
                  <a:cubicBezTo>
                    <a:pt x="56" y="101"/>
                    <a:pt x="56" y="101"/>
                    <a:pt x="56" y="101"/>
                  </a:cubicBezTo>
                  <a:cubicBezTo>
                    <a:pt x="48" y="100"/>
                    <a:pt x="48" y="100"/>
                    <a:pt x="48" y="100"/>
                  </a:cubicBezTo>
                  <a:cubicBezTo>
                    <a:pt x="48" y="100"/>
                    <a:pt x="48" y="100"/>
                    <a:pt x="48" y="100"/>
                  </a:cubicBezTo>
                  <a:cubicBezTo>
                    <a:pt x="47" y="100"/>
                    <a:pt x="47" y="101"/>
                    <a:pt x="46" y="102"/>
                  </a:cubicBezTo>
                  <a:cubicBezTo>
                    <a:pt x="46" y="103"/>
                    <a:pt x="47" y="103"/>
                    <a:pt x="48" y="103"/>
                  </a:cubicBezTo>
                  <a:cubicBezTo>
                    <a:pt x="55" y="104"/>
                    <a:pt x="55" y="104"/>
                    <a:pt x="55" y="104"/>
                  </a:cubicBezTo>
                  <a:cubicBezTo>
                    <a:pt x="55" y="105"/>
                    <a:pt x="55" y="107"/>
                    <a:pt x="54" y="109"/>
                  </a:cubicBezTo>
                  <a:cubicBezTo>
                    <a:pt x="53" y="110"/>
                    <a:pt x="51" y="111"/>
                    <a:pt x="49" y="111"/>
                  </a:cubicBezTo>
                  <a:cubicBezTo>
                    <a:pt x="49" y="111"/>
                    <a:pt x="49" y="111"/>
                    <a:pt x="49" y="111"/>
                  </a:cubicBezTo>
                  <a:cubicBezTo>
                    <a:pt x="47" y="111"/>
                    <a:pt x="46" y="111"/>
                    <a:pt x="44" y="110"/>
                  </a:cubicBezTo>
                  <a:cubicBezTo>
                    <a:pt x="41" y="108"/>
                    <a:pt x="39" y="104"/>
                    <a:pt x="38" y="100"/>
                  </a:cubicBezTo>
                  <a:cubicBezTo>
                    <a:pt x="38" y="99"/>
                    <a:pt x="38" y="97"/>
                    <a:pt x="38" y="95"/>
                  </a:cubicBezTo>
                  <a:cubicBezTo>
                    <a:pt x="43" y="95"/>
                    <a:pt x="43" y="95"/>
                    <a:pt x="43" y="95"/>
                  </a:cubicBezTo>
                  <a:cubicBezTo>
                    <a:pt x="44" y="95"/>
                    <a:pt x="45" y="95"/>
                    <a:pt x="45" y="94"/>
                  </a:cubicBezTo>
                  <a:cubicBezTo>
                    <a:pt x="45" y="93"/>
                    <a:pt x="44" y="92"/>
                    <a:pt x="43" y="92"/>
                  </a:cubicBezTo>
                  <a:cubicBezTo>
                    <a:pt x="38" y="92"/>
                    <a:pt x="38" y="92"/>
                    <a:pt x="38" y="92"/>
                  </a:cubicBezTo>
                  <a:moveTo>
                    <a:pt x="43" y="60"/>
                  </a:moveTo>
                  <a:cubicBezTo>
                    <a:pt x="45" y="60"/>
                    <a:pt x="46" y="59"/>
                    <a:pt x="47" y="59"/>
                  </a:cubicBezTo>
                  <a:cubicBezTo>
                    <a:pt x="49" y="60"/>
                    <a:pt x="50" y="60"/>
                    <a:pt x="52" y="61"/>
                  </a:cubicBezTo>
                  <a:cubicBezTo>
                    <a:pt x="50" y="69"/>
                    <a:pt x="49" y="78"/>
                    <a:pt x="50" y="86"/>
                  </a:cubicBezTo>
                  <a:cubicBezTo>
                    <a:pt x="42" y="86"/>
                    <a:pt x="42" y="86"/>
                    <a:pt x="42" y="86"/>
                  </a:cubicBezTo>
                  <a:cubicBezTo>
                    <a:pt x="43" y="80"/>
                    <a:pt x="43" y="74"/>
                    <a:pt x="43" y="69"/>
                  </a:cubicBezTo>
                  <a:cubicBezTo>
                    <a:pt x="42" y="60"/>
                    <a:pt x="42" y="60"/>
                    <a:pt x="42" y="60"/>
                  </a:cubicBezTo>
                  <a:cubicBezTo>
                    <a:pt x="43" y="60"/>
                    <a:pt x="43" y="60"/>
                    <a:pt x="43" y="60"/>
                  </a:cubicBezTo>
                  <a:moveTo>
                    <a:pt x="48" y="55"/>
                  </a:moveTo>
                  <a:cubicBezTo>
                    <a:pt x="48" y="55"/>
                    <a:pt x="48" y="55"/>
                    <a:pt x="48" y="55"/>
                  </a:cubicBezTo>
                  <a:cubicBezTo>
                    <a:pt x="47" y="54"/>
                    <a:pt x="46" y="52"/>
                    <a:pt x="47" y="51"/>
                  </a:cubicBezTo>
                  <a:cubicBezTo>
                    <a:pt x="47" y="51"/>
                    <a:pt x="47" y="50"/>
                    <a:pt x="48" y="50"/>
                  </a:cubicBezTo>
                  <a:cubicBezTo>
                    <a:pt x="48" y="50"/>
                    <a:pt x="48" y="50"/>
                    <a:pt x="48" y="50"/>
                  </a:cubicBezTo>
                  <a:cubicBezTo>
                    <a:pt x="49" y="50"/>
                    <a:pt x="49" y="50"/>
                    <a:pt x="49" y="50"/>
                  </a:cubicBezTo>
                  <a:cubicBezTo>
                    <a:pt x="49" y="50"/>
                    <a:pt x="50" y="51"/>
                    <a:pt x="50" y="52"/>
                  </a:cubicBezTo>
                  <a:cubicBezTo>
                    <a:pt x="50" y="53"/>
                    <a:pt x="49" y="54"/>
                    <a:pt x="48" y="55"/>
                  </a:cubicBezTo>
                  <a:cubicBezTo>
                    <a:pt x="48" y="55"/>
                    <a:pt x="48" y="55"/>
                    <a:pt x="48" y="55"/>
                  </a:cubicBezTo>
                  <a:moveTo>
                    <a:pt x="39" y="55"/>
                  </a:moveTo>
                  <a:cubicBezTo>
                    <a:pt x="38" y="55"/>
                    <a:pt x="37" y="53"/>
                    <a:pt x="36" y="52"/>
                  </a:cubicBezTo>
                  <a:cubicBezTo>
                    <a:pt x="36" y="51"/>
                    <a:pt x="36" y="50"/>
                    <a:pt x="36" y="49"/>
                  </a:cubicBezTo>
                  <a:cubicBezTo>
                    <a:pt x="36" y="49"/>
                    <a:pt x="37" y="49"/>
                    <a:pt x="37" y="49"/>
                  </a:cubicBezTo>
                  <a:cubicBezTo>
                    <a:pt x="37" y="49"/>
                    <a:pt x="37" y="49"/>
                    <a:pt x="37" y="49"/>
                  </a:cubicBezTo>
                  <a:cubicBezTo>
                    <a:pt x="38" y="49"/>
                    <a:pt x="38" y="49"/>
                    <a:pt x="38" y="50"/>
                  </a:cubicBezTo>
                  <a:cubicBezTo>
                    <a:pt x="39" y="51"/>
                    <a:pt x="39" y="52"/>
                    <a:pt x="39" y="53"/>
                  </a:cubicBezTo>
                  <a:cubicBezTo>
                    <a:pt x="39" y="55"/>
                    <a:pt x="39" y="55"/>
                    <a:pt x="39" y="55"/>
                  </a:cubicBezTo>
                  <a:moveTo>
                    <a:pt x="56" y="58"/>
                  </a:moveTo>
                  <a:cubicBezTo>
                    <a:pt x="56" y="56"/>
                    <a:pt x="57" y="53"/>
                    <a:pt x="58" y="51"/>
                  </a:cubicBezTo>
                  <a:cubicBezTo>
                    <a:pt x="58" y="50"/>
                    <a:pt x="59" y="48"/>
                    <a:pt x="60" y="48"/>
                  </a:cubicBezTo>
                  <a:cubicBezTo>
                    <a:pt x="60" y="48"/>
                    <a:pt x="60" y="48"/>
                    <a:pt x="60" y="48"/>
                  </a:cubicBezTo>
                  <a:cubicBezTo>
                    <a:pt x="60" y="48"/>
                    <a:pt x="61" y="48"/>
                    <a:pt x="61" y="49"/>
                  </a:cubicBezTo>
                  <a:cubicBezTo>
                    <a:pt x="61" y="49"/>
                    <a:pt x="62" y="51"/>
                    <a:pt x="62" y="52"/>
                  </a:cubicBezTo>
                  <a:cubicBezTo>
                    <a:pt x="61" y="55"/>
                    <a:pt x="59" y="57"/>
                    <a:pt x="56" y="58"/>
                  </a:cubicBezTo>
                  <a:moveTo>
                    <a:pt x="22" y="39"/>
                  </a:moveTo>
                  <a:cubicBezTo>
                    <a:pt x="24" y="35"/>
                    <a:pt x="27" y="32"/>
                    <a:pt x="30" y="29"/>
                  </a:cubicBezTo>
                  <a:cubicBezTo>
                    <a:pt x="35" y="25"/>
                    <a:pt x="42" y="23"/>
                    <a:pt x="48" y="23"/>
                  </a:cubicBezTo>
                  <a:cubicBezTo>
                    <a:pt x="51" y="23"/>
                    <a:pt x="53" y="23"/>
                    <a:pt x="56" y="24"/>
                  </a:cubicBezTo>
                  <a:cubicBezTo>
                    <a:pt x="65" y="27"/>
                    <a:pt x="72" y="34"/>
                    <a:pt x="74" y="43"/>
                  </a:cubicBezTo>
                  <a:cubicBezTo>
                    <a:pt x="75" y="45"/>
                    <a:pt x="75" y="46"/>
                    <a:pt x="75" y="48"/>
                  </a:cubicBezTo>
                  <a:cubicBezTo>
                    <a:pt x="75" y="50"/>
                    <a:pt x="75" y="52"/>
                    <a:pt x="75" y="53"/>
                  </a:cubicBezTo>
                  <a:cubicBezTo>
                    <a:pt x="74" y="60"/>
                    <a:pt x="72" y="67"/>
                    <a:pt x="67" y="73"/>
                  </a:cubicBezTo>
                  <a:cubicBezTo>
                    <a:pt x="66" y="73"/>
                    <a:pt x="66" y="74"/>
                    <a:pt x="65" y="75"/>
                  </a:cubicBezTo>
                  <a:cubicBezTo>
                    <a:pt x="64" y="76"/>
                    <a:pt x="63" y="77"/>
                    <a:pt x="62" y="79"/>
                  </a:cubicBezTo>
                  <a:cubicBezTo>
                    <a:pt x="61" y="80"/>
                    <a:pt x="60" y="81"/>
                    <a:pt x="60" y="83"/>
                  </a:cubicBezTo>
                  <a:cubicBezTo>
                    <a:pt x="59" y="84"/>
                    <a:pt x="59" y="85"/>
                    <a:pt x="59" y="86"/>
                  </a:cubicBezTo>
                  <a:cubicBezTo>
                    <a:pt x="59" y="86"/>
                    <a:pt x="59" y="86"/>
                    <a:pt x="59" y="86"/>
                  </a:cubicBezTo>
                  <a:cubicBezTo>
                    <a:pt x="58" y="86"/>
                    <a:pt x="58" y="86"/>
                    <a:pt x="58" y="86"/>
                  </a:cubicBezTo>
                  <a:cubicBezTo>
                    <a:pt x="58" y="86"/>
                    <a:pt x="58" y="85"/>
                    <a:pt x="58" y="85"/>
                  </a:cubicBezTo>
                  <a:cubicBezTo>
                    <a:pt x="58" y="85"/>
                    <a:pt x="58" y="85"/>
                    <a:pt x="58" y="85"/>
                  </a:cubicBezTo>
                  <a:cubicBezTo>
                    <a:pt x="57" y="85"/>
                    <a:pt x="57" y="86"/>
                    <a:pt x="57" y="86"/>
                  </a:cubicBezTo>
                  <a:cubicBezTo>
                    <a:pt x="53" y="86"/>
                    <a:pt x="53" y="86"/>
                    <a:pt x="53" y="86"/>
                  </a:cubicBezTo>
                  <a:cubicBezTo>
                    <a:pt x="52" y="78"/>
                    <a:pt x="53" y="69"/>
                    <a:pt x="55" y="61"/>
                  </a:cubicBezTo>
                  <a:cubicBezTo>
                    <a:pt x="55" y="61"/>
                    <a:pt x="56" y="61"/>
                    <a:pt x="56" y="61"/>
                  </a:cubicBezTo>
                  <a:cubicBezTo>
                    <a:pt x="60" y="60"/>
                    <a:pt x="64" y="56"/>
                    <a:pt x="64" y="52"/>
                  </a:cubicBezTo>
                  <a:cubicBezTo>
                    <a:pt x="65" y="50"/>
                    <a:pt x="64" y="48"/>
                    <a:pt x="63" y="47"/>
                  </a:cubicBezTo>
                  <a:cubicBezTo>
                    <a:pt x="62" y="46"/>
                    <a:pt x="61" y="45"/>
                    <a:pt x="60" y="45"/>
                  </a:cubicBezTo>
                  <a:cubicBezTo>
                    <a:pt x="60" y="45"/>
                    <a:pt x="60" y="45"/>
                    <a:pt x="60" y="45"/>
                  </a:cubicBezTo>
                  <a:cubicBezTo>
                    <a:pt x="58" y="45"/>
                    <a:pt x="56" y="46"/>
                    <a:pt x="55" y="50"/>
                  </a:cubicBezTo>
                  <a:cubicBezTo>
                    <a:pt x="54" y="53"/>
                    <a:pt x="53" y="55"/>
                    <a:pt x="53" y="58"/>
                  </a:cubicBezTo>
                  <a:cubicBezTo>
                    <a:pt x="52" y="58"/>
                    <a:pt x="51" y="57"/>
                    <a:pt x="50" y="57"/>
                  </a:cubicBezTo>
                  <a:cubicBezTo>
                    <a:pt x="51" y="57"/>
                    <a:pt x="51" y="57"/>
                    <a:pt x="51" y="57"/>
                  </a:cubicBezTo>
                  <a:cubicBezTo>
                    <a:pt x="52" y="55"/>
                    <a:pt x="53" y="53"/>
                    <a:pt x="53" y="52"/>
                  </a:cubicBezTo>
                  <a:cubicBezTo>
                    <a:pt x="53" y="49"/>
                    <a:pt x="52" y="47"/>
                    <a:pt x="50" y="47"/>
                  </a:cubicBezTo>
                  <a:cubicBezTo>
                    <a:pt x="49" y="47"/>
                    <a:pt x="49" y="47"/>
                    <a:pt x="48" y="47"/>
                  </a:cubicBezTo>
                  <a:cubicBezTo>
                    <a:pt x="48" y="47"/>
                    <a:pt x="47" y="47"/>
                    <a:pt x="46" y="47"/>
                  </a:cubicBezTo>
                  <a:cubicBezTo>
                    <a:pt x="45" y="48"/>
                    <a:pt x="44" y="49"/>
                    <a:pt x="44" y="50"/>
                  </a:cubicBezTo>
                  <a:cubicBezTo>
                    <a:pt x="43" y="52"/>
                    <a:pt x="44" y="55"/>
                    <a:pt x="45" y="56"/>
                  </a:cubicBezTo>
                  <a:cubicBezTo>
                    <a:pt x="44" y="57"/>
                    <a:pt x="44" y="57"/>
                    <a:pt x="43" y="57"/>
                  </a:cubicBezTo>
                  <a:cubicBezTo>
                    <a:pt x="43" y="57"/>
                    <a:pt x="42" y="57"/>
                    <a:pt x="42" y="57"/>
                  </a:cubicBezTo>
                  <a:cubicBezTo>
                    <a:pt x="42" y="53"/>
                    <a:pt x="42" y="53"/>
                    <a:pt x="42" y="53"/>
                  </a:cubicBezTo>
                  <a:cubicBezTo>
                    <a:pt x="42" y="51"/>
                    <a:pt x="42" y="50"/>
                    <a:pt x="41" y="48"/>
                  </a:cubicBezTo>
                  <a:cubicBezTo>
                    <a:pt x="40" y="47"/>
                    <a:pt x="39" y="46"/>
                    <a:pt x="37" y="46"/>
                  </a:cubicBezTo>
                  <a:cubicBezTo>
                    <a:pt x="37" y="46"/>
                    <a:pt x="36" y="46"/>
                    <a:pt x="36" y="46"/>
                  </a:cubicBezTo>
                  <a:cubicBezTo>
                    <a:pt x="35" y="46"/>
                    <a:pt x="34" y="47"/>
                    <a:pt x="34" y="48"/>
                  </a:cubicBezTo>
                  <a:cubicBezTo>
                    <a:pt x="33" y="49"/>
                    <a:pt x="33" y="51"/>
                    <a:pt x="33" y="53"/>
                  </a:cubicBezTo>
                  <a:cubicBezTo>
                    <a:pt x="34" y="55"/>
                    <a:pt x="37" y="58"/>
                    <a:pt x="39" y="59"/>
                  </a:cubicBezTo>
                  <a:cubicBezTo>
                    <a:pt x="40" y="69"/>
                    <a:pt x="40" y="69"/>
                    <a:pt x="40" y="69"/>
                  </a:cubicBezTo>
                  <a:cubicBezTo>
                    <a:pt x="40" y="74"/>
                    <a:pt x="40" y="80"/>
                    <a:pt x="39" y="86"/>
                  </a:cubicBezTo>
                  <a:cubicBezTo>
                    <a:pt x="38" y="86"/>
                    <a:pt x="38" y="86"/>
                    <a:pt x="38" y="86"/>
                  </a:cubicBezTo>
                  <a:cubicBezTo>
                    <a:pt x="37" y="86"/>
                    <a:pt x="37" y="86"/>
                    <a:pt x="37" y="86"/>
                  </a:cubicBezTo>
                  <a:cubicBezTo>
                    <a:pt x="37" y="86"/>
                    <a:pt x="36" y="86"/>
                    <a:pt x="36" y="86"/>
                  </a:cubicBezTo>
                  <a:cubicBezTo>
                    <a:pt x="35" y="86"/>
                    <a:pt x="35" y="86"/>
                    <a:pt x="35" y="86"/>
                  </a:cubicBezTo>
                  <a:cubicBezTo>
                    <a:pt x="35" y="86"/>
                    <a:pt x="35" y="86"/>
                    <a:pt x="35" y="86"/>
                  </a:cubicBezTo>
                  <a:cubicBezTo>
                    <a:pt x="34" y="85"/>
                    <a:pt x="34" y="85"/>
                    <a:pt x="34" y="85"/>
                  </a:cubicBezTo>
                  <a:cubicBezTo>
                    <a:pt x="34" y="85"/>
                    <a:pt x="34" y="84"/>
                    <a:pt x="33" y="83"/>
                  </a:cubicBezTo>
                  <a:cubicBezTo>
                    <a:pt x="33" y="82"/>
                    <a:pt x="33" y="82"/>
                    <a:pt x="33" y="81"/>
                  </a:cubicBezTo>
                  <a:cubicBezTo>
                    <a:pt x="32" y="78"/>
                    <a:pt x="30" y="76"/>
                    <a:pt x="28" y="74"/>
                  </a:cubicBezTo>
                  <a:cubicBezTo>
                    <a:pt x="27" y="74"/>
                    <a:pt x="27" y="73"/>
                    <a:pt x="26" y="73"/>
                  </a:cubicBezTo>
                  <a:cubicBezTo>
                    <a:pt x="25" y="71"/>
                    <a:pt x="24" y="70"/>
                    <a:pt x="23" y="68"/>
                  </a:cubicBezTo>
                  <a:cubicBezTo>
                    <a:pt x="22" y="67"/>
                    <a:pt x="21" y="66"/>
                    <a:pt x="21" y="65"/>
                  </a:cubicBezTo>
                  <a:cubicBezTo>
                    <a:pt x="18" y="58"/>
                    <a:pt x="17" y="50"/>
                    <a:pt x="20" y="43"/>
                  </a:cubicBezTo>
                  <a:cubicBezTo>
                    <a:pt x="20" y="43"/>
                    <a:pt x="20" y="42"/>
                    <a:pt x="20" y="41"/>
                  </a:cubicBezTo>
                  <a:cubicBezTo>
                    <a:pt x="21" y="41"/>
                    <a:pt x="21" y="40"/>
                    <a:pt x="22" y="39"/>
                  </a:cubicBezTo>
                  <a:moveTo>
                    <a:pt x="48" y="20"/>
                  </a:moveTo>
                  <a:cubicBezTo>
                    <a:pt x="41" y="20"/>
                    <a:pt x="34" y="23"/>
                    <a:pt x="28" y="27"/>
                  </a:cubicBezTo>
                  <a:cubicBezTo>
                    <a:pt x="26" y="29"/>
                    <a:pt x="23" y="32"/>
                    <a:pt x="20" y="35"/>
                  </a:cubicBezTo>
                  <a:cubicBezTo>
                    <a:pt x="20" y="36"/>
                    <a:pt x="19" y="38"/>
                    <a:pt x="18" y="39"/>
                  </a:cubicBezTo>
                  <a:cubicBezTo>
                    <a:pt x="18" y="39"/>
                    <a:pt x="18" y="40"/>
                    <a:pt x="18" y="40"/>
                  </a:cubicBezTo>
                  <a:cubicBezTo>
                    <a:pt x="14" y="49"/>
                    <a:pt x="15" y="60"/>
                    <a:pt x="20" y="69"/>
                  </a:cubicBezTo>
                  <a:cubicBezTo>
                    <a:pt x="20" y="70"/>
                    <a:pt x="21" y="71"/>
                    <a:pt x="21" y="72"/>
                  </a:cubicBezTo>
                  <a:cubicBezTo>
                    <a:pt x="22" y="73"/>
                    <a:pt x="23" y="74"/>
                    <a:pt x="24" y="75"/>
                  </a:cubicBezTo>
                  <a:cubicBezTo>
                    <a:pt x="25" y="75"/>
                    <a:pt x="25" y="76"/>
                    <a:pt x="26" y="76"/>
                  </a:cubicBezTo>
                  <a:cubicBezTo>
                    <a:pt x="28" y="78"/>
                    <a:pt x="29" y="80"/>
                    <a:pt x="30" y="82"/>
                  </a:cubicBezTo>
                  <a:cubicBezTo>
                    <a:pt x="30" y="83"/>
                    <a:pt x="30" y="83"/>
                    <a:pt x="31" y="84"/>
                  </a:cubicBezTo>
                  <a:cubicBezTo>
                    <a:pt x="31" y="85"/>
                    <a:pt x="31" y="86"/>
                    <a:pt x="32" y="87"/>
                  </a:cubicBezTo>
                  <a:cubicBezTo>
                    <a:pt x="32" y="88"/>
                    <a:pt x="34" y="89"/>
                    <a:pt x="35" y="89"/>
                  </a:cubicBezTo>
                  <a:cubicBezTo>
                    <a:pt x="35" y="90"/>
                    <a:pt x="35" y="91"/>
                    <a:pt x="35" y="93"/>
                  </a:cubicBezTo>
                  <a:cubicBezTo>
                    <a:pt x="34" y="93"/>
                    <a:pt x="34" y="93"/>
                    <a:pt x="34" y="94"/>
                  </a:cubicBezTo>
                  <a:cubicBezTo>
                    <a:pt x="34" y="95"/>
                    <a:pt x="34" y="95"/>
                    <a:pt x="35" y="95"/>
                  </a:cubicBezTo>
                  <a:cubicBezTo>
                    <a:pt x="35" y="97"/>
                    <a:pt x="35" y="99"/>
                    <a:pt x="35" y="101"/>
                  </a:cubicBezTo>
                  <a:cubicBezTo>
                    <a:pt x="36" y="106"/>
                    <a:pt x="39" y="110"/>
                    <a:pt x="43" y="112"/>
                  </a:cubicBezTo>
                  <a:cubicBezTo>
                    <a:pt x="44" y="113"/>
                    <a:pt x="47" y="114"/>
                    <a:pt x="49" y="114"/>
                  </a:cubicBezTo>
                  <a:cubicBezTo>
                    <a:pt x="50" y="114"/>
                    <a:pt x="50" y="114"/>
                    <a:pt x="50" y="114"/>
                  </a:cubicBezTo>
                  <a:cubicBezTo>
                    <a:pt x="52" y="114"/>
                    <a:pt x="55" y="112"/>
                    <a:pt x="56" y="110"/>
                  </a:cubicBezTo>
                  <a:cubicBezTo>
                    <a:pt x="58" y="108"/>
                    <a:pt x="58" y="106"/>
                    <a:pt x="58" y="104"/>
                  </a:cubicBezTo>
                  <a:cubicBezTo>
                    <a:pt x="59" y="103"/>
                    <a:pt x="59" y="103"/>
                    <a:pt x="59" y="102"/>
                  </a:cubicBezTo>
                  <a:cubicBezTo>
                    <a:pt x="59" y="102"/>
                    <a:pt x="59" y="102"/>
                    <a:pt x="58" y="101"/>
                  </a:cubicBezTo>
                  <a:cubicBezTo>
                    <a:pt x="59" y="89"/>
                    <a:pt x="59" y="89"/>
                    <a:pt x="59" y="89"/>
                  </a:cubicBezTo>
                  <a:cubicBezTo>
                    <a:pt x="60" y="89"/>
                    <a:pt x="60" y="89"/>
                    <a:pt x="60" y="89"/>
                  </a:cubicBezTo>
                  <a:cubicBezTo>
                    <a:pt x="61" y="89"/>
                    <a:pt x="61" y="89"/>
                    <a:pt x="61" y="89"/>
                  </a:cubicBezTo>
                  <a:cubicBezTo>
                    <a:pt x="61" y="89"/>
                    <a:pt x="62" y="89"/>
                    <a:pt x="62" y="88"/>
                  </a:cubicBezTo>
                  <a:cubicBezTo>
                    <a:pt x="62" y="88"/>
                    <a:pt x="62" y="88"/>
                    <a:pt x="62" y="87"/>
                  </a:cubicBezTo>
                  <a:cubicBezTo>
                    <a:pt x="62" y="87"/>
                    <a:pt x="62" y="87"/>
                    <a:pt x="62" y="87"/>
                  </a:cubicBezTo>
                  <a:cubicBezTo>
                    <a:pt x="62" y="85"/>
                    <a:pt x="63" y="82"/>
                    <a:pt x="64" y="81"/>
                  </a:cubicBezTo>
                  <a:cubicBezTo>
                    <a:pt x="65" y="79"/>
                    <a:pt x="66" y="78"/>
                    <a:pt x="67" y="77"/>
                  </a:cubicBezTo>
                  <a:cubicBezTo>
                    <a:pt x="68" y="76"/>
                    <a:pt x="68" y="75"/>
                    <a:pt x="69" y="75"/>
                  </a:cubicBezTo>
                  <a:cubicBezTo>
                    <a:pt x="75" y="67"/>
                    <a:pt x="79" y="58"/>
                    <a:pt x="78" y="49"/>
                  </a:cubicBezTo>
                  <a:cubicBezTo>
                    <a:pt x="78" y="47"/>
                    <a:pt x="78" y="45"/>
                    <a:pt x="77" y="43"/>
                  </a:cubicBezTo>
                  <a:cubicBezTo>
                    <a:pt x="77" y="43"/>
                    <a:pt x="77" y="43"/>
                    <a:pt x="77" y="42"/>
                  </a:cubicBezTo>
                  <a:cubicBezTo>
                    <a:pt x="74" y="32"/>
                    <a:pt x="66" y="24"/>
                    <a:pt x="57" y="21"/>
                  </a:cubicBezTo>
                  <a:cubicBezTo>
                    <a:pt x="54" y="21"/>
                    <a:pt x="51" y="20"/>
                    <a:pt x="48" y="20"/>
                  </a:cubicBezTo>
                  <a:moveTo>
                    <a:pt x="47" y="0"/>
                  </a:moveTo>
                  <a:cubicBezTo>
                    <a:pt x="46" y="0"/>
                    <a:pt x="45" y="0"/>
                    <a:pt x="45" y="1"/>
                  </a:cubicBezTo>
                  <a:cubicBezTo>
                    <a:pt x="45" y="13"/>
                    <a:pt x="45" y="13"/>
                    <a:pt x="45" y="13"/>
                  </a:cubicBezTo>
                  <a:cubicBezTo>
                    <a:pt x="45" y="14"/>
                    <a:pt x="45" y="15"/>
                    <a:pt x="46" y="15"/>
                  </a:cubicBezTo>
                  <a:cubicBezTo>
                    <a:pt x="46" y="15"/>
                    <a:pt x="46" y="15"/>
                    <a:pt x="46" y="15"/>
                  </a:cubicBezTo>
                  <a:cubicBezTo>
                    <a:pt x="47" y="15"/>
                    <a:pt x="48" y="14"/>
                    <a:pt x="48" y="14"/>
                  </a:cubicBezTo>
                  <a:cubicBezTo>
                    <a:pt x="48" y="1"/>
                    <a:pt x="48" y="1"/>
                    <a:pt x="48" y="1"/>
                  </a:cubicBezTo>
                  <a:cubicBezTo>
                    <a:pt x="48" y="1"/>
                    <a:pt x="48" y="0"/>
                    <a:pt x="47" y="0"/>
                  </a:cubicBezTo>
                  <a:cubicBezTo>
                    <a:pt x="47" y="0"/>
                    <a:pt x="47" y="0"/>
                    <a:pt x="4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6D466C0E-1936-488A-AA14-9B3D0618B7D6}"/>
                </a:ext>
              </a:extLst>
            </p:cNvPr>
            <p:cNvSpPr>
              <a:spLocks noEditPoints="1"/>
            </p:cNvSpPr>
            <p:nvPr/>
          </p:nvSpPr>
          <p:spPr bwMode="auto">
            <a:xfrm>
              <a:off x="4333875" y="2249488"/>
              <a:ext cx="450850" cy="352425"/>
            </a:xfrm>
            <a:custGeom>
              <a:avLst/>
              <a:gdLst>
                <a:gd name="T0" fmla="*/ 21 w 112"/>
                <a:gd name="T1" fmla="*/ 78 h 88"/>
                <a:gd name="T2" fmla="*/ 25 w 112"/>
                <a:gd name="T3" fmla="*/ 76 h 88"/>
                <a:gd name="T4" fmla="*/ 29 w 112"/>
                <a:gd name="T5" fmla="*/ 82 h 88"/>
                <a:gd name="T6" fmla="*/ 89 w 112"/>
                <a:gd name="T7" fmla="*/ 73 h 88"/>
                <a:gd name="T8" fmla="*/ 32 w 112"/>
                <a:gd name="T9" fmla="*/ 80 h 88"/>
                <a:gd name="T10" fmla="*/ 42 w 112"/>
                <a:gd name="T11" fmla="*/ 69 h 88"/>
                <a:gd name="T12" fmla="*/ 41 w 112"/>
                <a:gd name="T13" fmla="*/ 72 h 88"/>
                <a:gd name="T14" fmla="*/ 89 w 112"/>
                <a:gd name="T15" fmla="*/ 73 h 88"/>
                <a:gd name="T16" fmla="*/ 88 w 112"/>
                <a:gd name="T17" fmla="*/ 69 h 88"/>
                <a:gd name="T18" fmla="*/ 44 w 112"/>
                <a:gd name="T19" fmla="*/ 73 h 88"/>
                <a:gd name="T20" fmla="*/ 45 w 112"/>
                <a:gd name="T21" fmla="*/ 69 h 88"/>
                <a:gd name="T22" fmla="*/ 51 w 112"/>
                <a:gd name="T23" fmla="*/ 72 h 88"/>
                <a:gd name="T24" fmla="*/ 56 w 112"/>
                <a:gd name="T25" fmla="*/ 63 h 88"/>
                <a:gd name="T26" fmla="*/ 59 w 112"/>
                <a:gd name="T27" fmla="*/ 69 h 88"/>
                <a:gd name="T28" fmla="*/ 90 w 112"/>
                <a:gd name="T29" fmla="*/ 60 h 88"/>
                <a:gd name="T30" fmla="*/ 91 w 112"/>
                <a:gd name="T31" fmla="*/ 68 h 88"/>
                <a:gd name="T32" fmla="*/ 78 w 112"/>
                <a:gd name="T33" fmla="*/ 61 h 88"/>
                <a:gd name="T34" fmla="*/ 78 w 112"/>
                <a:gd name="T35" fmla="*/ 61 h 88"/>
                <a:gd name="T36" fmla="*/ 71 w 112"/>
                <a:gd name="T37" fmla="*/ 56 h 88"/>
                <a:gd name="T38" fmla="*/ 67 w 112"/>
                <a:gd name="T39" fmla="*/ 65 h 88"/>
                <a:gd name="T40" fmla="*/ 70 w 112"/>
                <a:gd name="T41" fmla="*/ 64 h 88"/>
                <a:gd name="T42" fmla="*/ 74 w 112"/>
                <a:gd name="T43" fmla="*/ 57 h 88"/>
                <a:gd name="T44" fmla="*/ 78 w 112"/>
                <a:gd name="T45" fmla="*/ 54 h 88"/>
                <a:gd name="T46" fmla="*/ 75 w 112"/>
                <a:gd name="T47" fmla="*/ 61 h 88"/>
                <a:gd name="T48" fmla="*/ 91 w 112"/>
                <a:gd name="T49" fmla="*/ 57 h 88"/>
                <a:gd name="T50" fmla="*/ 96 w 112"/>
                <a:gd name="T51" fmla="*/ 62 h 88"/>
                <a:gd name="T52" fmla="*/ 91 w 112"/>
                <a:gd name="T53" fmla="*/ 57 h 88"/>
                <a:gd name="T54" fmla="*/ 96 w 112"/>
                <a:gd name="T55" fmla="*/ 45 h 88"/>
                <a:gd name="T56" fmla="*/ 99 w 112"/>
                <a:gd name="T57" fmla="*/ 54 h 88"/>
                <a:gd name="T58" fmla="*/ 98 w 112"/>
                <a:gd name="T59" fmla="*/ 56 h 88"/>
                <a:gd name="T60" fmla="*/ 99 w 112"/>
                <a:gd name="T61" fmla="*/ 38 h 88"/>
                <a:gd name="T62" fmla="*/ 102 w 112"/>
                <a:gd name="T63" fmla="*/ 47 h 88"/>
                <a:gd name="T64" fmla="*/ 98 w 112"/>
                <a:gd name="T65" fmla="*/ 41 h 88"/>
                <a:gd name="T66" fmla="*/ 101 w 112"/>
                <a:gd name="T67" fmla="*/ 33 h 88"/>
                <a:gd name="T68" fmla="*/ 105 w 112"/>
                <a:gd name="T69" fmla="*/ 36 h 88"/>
                <a:gd name="T70" fmla="*/ 104 w 112"/>
                <a:gd name="T71" fmla="*/ 43 h 88"/>
                <a:gd name="T72" fmla="*/ 104 w 112"/>
                <a:gd name="T73" fmla="*/ 25 h 88"/>
                <a:gd name="T74" fmla="*/ 107 w 112"/>
                <a:gd name="T75" fmla="*/ 34 h 88"/>
                <a:gd name="T76" fmla="*/ 68 w 112"/>
                <a:gd name="T77" fmla="*/ 20 h 88"/>
                <a:gd name="T78" fmla="*/ 61 w 112"/>
                <a:gd name="T79" fmla="*/ 4 h 88"/>
                <a:gd name="T80" fmla="*/ 103 w 112"/>
                <a:gd name="T81" fmla="*/ 20 h 88"/>
                <a:gd name="T82" fmla="*/ 98 w 112"/>
                <a:gd name="T83" fmla="*/ 33 h 88"/>
                <a:gd name="T84" fmla="*/ 85 w 112"/>
                <a:gd name="T85" fmla="*/ 64 h 88"/>
                <a:gd name="T86" fmla="*/ 79 w 112"/>
                <a:gd name="T87" fmla="*/ 50 h 88"/>
                <a:gd name="T88" fmla="*/ 44 w 112"/>
                <a:gd name="T89" fmla="*/ 64 h 88"/>
                <a:gd name="T90" fmla="*/ 24 w 112"/>
                <a:gd name="T91" fmla="*/ 74 h 88"/>
                <a:gd name="T92" fmla="*/ 59 w 112"/>
                <a:gd name="T93" fmla="*/ 0 h 88"/>
                <a:gd name="T94" fmla="*/ 64 w 112"/>
                <a:gd name="T95" fmla="*/ 18 h 88"/>
                <a:gd name="T96" fmla="*/ 0 w 112"/>
                <a:gd name="T97" fmla="*/ 45 h 88"/>
                <a:gd name="T98" fmla="*/ 18 w 112"/>
                <a:gd name="T99" fmla="*/ 88 h 88"/>
                <a:gd name="T100" fmla="*/ 52 w 112"/>
                <a:gd name="T101" fmla="*/ 75 h 88"/>
                <a:gd name="T102" fmla="*/ 82 w 112"/>
                <a:gd name="T103" fmla="*/ 62 h 88"/>
                <a:gd name="T104" fmla="*/ 84 w 112"/>
                <a:gd name="T105" fmla="*/ 67 h 88"/>
                <a:gd name="T106" fmla="*/ 89 w 112"/>
                <a:gd name="T107" fmla="*/ 80 h 88"/>
                <a:gd name="T108" fmla="*/ 92 w 112"/>
                <a:gd name="T109" fmla="*/ 79 h 88"/>
                <a:gd name="T110" fmla="*/ 96 w 112"/>
                <a:gd name="T111" fmla="*/ 70 h 88"/>
                <a:gd name="T112" fmla="*/ 111 w 112"/>
                <a:gd name="T113" fmla="*/ 32 h 88"/>
                <a:gd name="T114" fmla="*/ 107 w 112"/>
                <a:gd name="T115" fmla="*/ 20 h 88"/>
                <a:gd name="T116" fmla="*/ 107 w 112"/>
                <a:gd name="T117" fmla="*/ 20 h 88"/>
                <a:gd name="T118" fmla="*/ 62 w 112"/>
                <a:gd name="T119"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88">
                  <a:moveTo>
                    <a:pt x="19" y="82"/>
                  </a:moveTo>
                  <a:cubicBezTo>
                    <a:pt x="18" y="79"/>
                    <a:pt x="18" y="79"/>
                    <a:pt x="18" y="79"/>
                  </a:cubicBezTo>
                  <a:cubicBezTo>
                    <a:pt x="21" y="78"/>
                    <a:pt x="21" y="78"/>
                    <a:pt x="21" y="78"/>
                  </a:cubicBezTo>
                  <a:cubicBezTo>
                    <a:pt x="20" y="79"/>
                    <a:pt x="20" y="81"/>
                    <a:pt x="19" y="82"/>
                  </a:cubicBezTo>
                  <a:moveTo>
                    <a:pt x="21" y="85"/>
                  </a:moveTo>
                  <a:cubicBezTo>
                    <a:pt x="22" y="82"/>
                    <a:pt x="24" y="79"/>
                    <a:pt x="25" y="76"/>
                  </a:cubicBezTo>
                  <a:cubicBezTo>
                    <a:pt x="31" y="73"/>
                    <a:pt x="31" y="73"/>
                    <a:pt x="31" y="73"/>
                  </a:cubicBezTo>
                  <a:cubicBezTo>
                    <a:pt x="29" y="80"/>
                    <a:pt x="29" y="80"/>
                    <a:pt x="29" y="80"/>
                  </a:cubicBezTo>
                  <a:cubicBezTo>
                    <a:pt x="29" y="80"/>
                    <a:pt x="29" y="81"/>
                    <a:pt x="29" y="82"/>
                  </a:cubicBezTo>
                  <a:cubicBezTo>
                    <a:pt x="21" y="85"/>
                    <a:pt x="21" y="85"/>
                    <a:pt x="21" y="85"/>
                  </a:cubicBezTo>
                  <a:moveTo>
                    <a:pt x="90" y="76"/>
                  </a:moveTo>
                  <a:cubicBezTo>
                    <a:pt x="89" y="73"/>
                    <a:pt x="89" y="73"/>
                    <a:pt x="89" y="73"/>
                  </a:cubicBezTo>
                  <a:cubicBezTo>
                    <a:pt x="92" y="73"/>
                    <a:pt x="92" y="73"/>
                    <a:pt x="92" y="73"/>
                  </a:cubicBezTo>
                  <a:cubicBezTo>
                    <a:pt x="90" y="76"/>
                    <a:pt x="90" y="76"/>
                    <a:pt x="90" y="76"/>
                  </a:cubicBezTo>
                  <a:moveTo>
                    <a:pt x="32" y="80"/>
                  </a:moveTo>
                  <a:cubicBezTo>
                    <a:pt x="35" y="72"/>
                    <a:pt x="35" y="72"/>
                    <a:pt x="35" y="72"/>
                  </a:cubicBezTo>
                  <a:cubicBezTo>
                    <a:pt x="42" y="69"/>
                    <a:pt x="42" y="69"/>
                    <a:pt x="42" y="69"/>
                  </a:cubicBezTo>
                  <a:cubicBezTo>
                    <a:pt x="42" y="69"/>
                    <a:pt x="42" y="69"/>
                    <a:pt x="42" y="69"/>
                  </a:cubicBezTo>
                  <a:cubicBezTo>
                    <a:pt x="42" y="70"/>
                    <a:pt x="42" y="70"/>
                    <a:pt x="42" y="70"/>
                  </a:cubicBezTo>
                  <a:cubicBezTo>
                    <a:pt x="42" y="70"/>
                    <a:pt x="42" y="70"/>
                    <a:pt x="42" y="70"/>
                  </a:cubicBezTo>
                  <a:cubicBezTo>
                    <a:pt x="42" y="71"/>
                    <a:pt x="41" y="72"/>
                    <a:pt x="41" y="72"/>
                  </a:cubicBezTo>
                  <a:cubicBezTo>
                    <a:pt x="38" y="77"/>
                    <a:pt x="38" y="77"/>
                    <a:pt x="38" y="77"/>
                  </a:cubicBezTo>
                  <a:cubicBezTo>
                    <a:pt x="32" y="80"/>
                    <a:pt x="32" y="80"/>
                    <a:pt x="32" y="80"/>
                  </a:cubicBezTo>
                  <a:moveTo>
                    <a:pt x="89" y="73"/>
                  </a:moveTo>
                  <a:cubicBezTo>
                    <a:pt x="87" y="68"/>
                    <a:pt x="87" y="68"/>
                    <a:pt x="87" y="68"/>
                  </a:cubicBezTo>
                  <a:cubicBezTo>
                    <a:pt x="87" y="67"/>
                    <a:pt x="87" y="67"/>
                    <a:pt x="87" y="67"/>
                  </a:cubicBezTo>
                  <a:cubicBezTo>
                    <a:pt x="88" y="68"/>
                    <a:pt x="88" y="68"/>
                    <a:pt x="88" y="69"/>
                  </a:cubicBezTo>
                  <a:cubicBezTo>
                    <a:pt x="89" y="70"/>
                    <a:pt x="89" y="72"/>
                    <a:pt x="89" y="73"/>
                  </a:cubicBezTo>
                  <a:moveTo>
                    <a:pt x="42" y="76"/>
                  </a:moveTo>
                  <a:cubicBezTo>
                    <a:pt x="44" y="73"/>
                    <a:pt x="44" y="73"/>
                    <a:pt x="44" y="73"/>
                  </a:cubicBezTo>
                  <a:cubicBezTo>
                    <a:pt x="44" y="73"/>
                    <a:pt x="44" y="72"/>
                    <a:pt x="45" y="71"/>
                  </a:cubicBezTo>
                  <a:cubicBezTo>
                    <a:pt x="45" y="71"/>
                    <a:pt x="45" y="70"/>
                    <a:pt x="45" y="70"/>
                  </a:cubicBezTo>
                  <a:cubicBezTo>
                    <a:pt x="45" y="69"/>
                    <a:pt x="45" y="69"/>
                    <a:pt x="45" y="69"/>
                  </a:cubicBezTo>
                  <a:cubicBezTo>
                    <a:pt x="45" y="69"/>
                    <a:pt x="45" y="68"/>
                    <a:pt x="45" y="67"/>
                  </a:cubicBezTo>
                  <a:cubicBezTo>
                    <a:pt x="53" y="64"/>
                    <a:pt x="53" y="64"/>
                    <a:pt x="53" y="64"/>
                  </a:cubicBezTo>
                  <a:cubicBezTo>
                    <a:pt x="52" y="67"/>
                    <a:pt x="51" y="70"/>
                    <a:pt x="51" y="72"/>
                  </a:cubicBezTo>
                  <a:cubicBezTo>
                    <a:pt x="42" y="76"/>
                    <a:pt x="42" y="76"/>
                    <a:pt x="42" y="76"/>
                  </a:cubicBezTo>
                  <a:moveTo>
                    <a:pt x="54" y="71"/>
                  </a:moveTo>
                  <a:cubicBezTo>
                    <a:pt x="55" y="68"/>
                    <a:pt x="55" y="66"/>
                    <a:pt x="56" y="63"/>
                  </a:cubicBezTo>
                  <a:cubicBezTo>
                    <a:pt x="61" y="61"/>
                    <a:pt x="61" y="61"/>
                    <a:pt x="61" y="61"/>
                  </a:cubicBezTo>
                  <a:cubicBezTo>
                    <a:pt x="60" y="63"/>
                    <a:pt x="60" y="66"/>
                    <a:pt x="59" y="68"/>
                  </a:cubicBezTo>
                  <a:cubicBezTo>
                    <a:pt x="59" y="69"/>
                    <a:pt x="59" y="69"/>
                    <a:pt x="59" y="69"/>
                  </a:cubicBezTo>
                  <a:cubicBezTo>
                    <a:pt x="54" y="71"/>
                    <a:pt x="54" y="71"/>
                    <a:pt x="54" y="71"/>
                  </a:cubicBezTo>
                  <a:moveTo>
                    <a:pt x="89" y="64"/>
                  </a:moveTo>
                  <a:cubicBezTo>
                    <a:pt x="90" y="60"/>
                    <a:pt x="90" y="60"/>
                    <a:pt x="90" y="60"/>
                  </a:cubicBezTo>
                  <a:cubicBezTo>
                    <a:pt x="93" y="70"/>
                    <a:pt x="93" y="70"/>
                    <a:pt x="93" y="70"/>
                  </a:cubicBezTo>
                  <a:cubicBezTo>
                    <a:pt x="92" y="72"/>
                    <a:pt x="92" y="72"/>
                    <a:pt x="92" y="72"/>
                  </a:cubicBezTo>
                  <a:cubicBezTo>
                    <a:pt x="92" y="71"/>
                    <a:pt x="91" y="69"/>
                    <a:pt x="91" y="68"/>
                  </a:cubicBezTo>
                  <a:cubicBezTo>
                    <a:pt x="90" y="67"/>
                    <a:pt x="90" y="65"/>
                    <a:pt x="89" y="64"/>
                  </a:cubicBezTo>
                  <a:cubicBezTo>
                    <a:pt x="89" y="64"/>
                    <a:pt x="89" y="64"/>
                    <a:pt x="89" y="64"/>
                  </a:cubicBezTo>
                  <a:moveTo>
                    <a:pt x="78" y="61"/>
                  </a:moveTo>
                  <a:cubicBezTo>
                    <a:pt x="79" y="60"/>
                    <a:pt x="79" y="59"/>
                    <a:pt x="80" y="57"/>
                  </a:cubicBezTo>
                  <a:cubicBezTo>
                    <a:pt x="80" y="60"/>
                    <a:pt x="80" y="60"/>
                    <a:pt x="80" y="60"/>
                  </a:cubicBezTo>
                  <a:cubicBezTo>
                    <a:pt x="78" y="61"/>
                    <a:pt x="78" y="61"/>
                    <a:pt x="78" y="61"/>
                  </a:cubicBezTo>
                  <a:moveTo>
                    <a:pt x="62" y="68"/>
                  </a:moveTo>
                  <a:cubicBezTo>
                    <a:pt x="63" y="65"/>
                    <a:pt x="64" y="62"/>
                    <a:pt x="64" y="59"/>
                  </a:cubicBezTo>
                  <a:cubicBezTo>
                    <a:pt x="71" y="56"/>
                    <a:pt x="71" y="56"/>
                    <a:pt x="71" y="56"/>
                  </a:cubicBezTo>
                  <a:cubicBezTo>
                    <a:pt x="71" y="57"/>
                    <a:pt x="71" y="57"/>
                    <a:pt x="71" y="57"/>
                  </a:cubicBezTo>
                  <a:cubicBezTo>
                    <a:pt x="70" y="58"/>
                    <a:pt x="70" y="60"/>
                    <a:pt x="69" y="61"/>
                  </a:cubicBezTo>
                  <a:cubicBezTo>
                    <a:pt x="67" y="65"/>
                    <a:pt x="67" y="65"/>
                    <a:pt x="67" y="65"/>
                  </a:cubicBezTo>
                  <a:cubicBezTo>
                    <a:pt x="68" y="65"/>
                    <a:pt x="68" y="65"/>
                    <a:pt x="68" y="65"/>
                  </a:cubicBezTo>
                  <a:cubicBezTo>
                    <a:pt x="62" y="68"/>
                    <a:pt x="62" y="68"/>
                    <a:pt x="62" y="68"/>
                  </a:cubicBezTo>
                  <a:moveTo>
                    <a:pt x="70" y="64"/>
                  </a:moveTo>
                  <a:cubicBezTo>
                    <a:pt x="71" y="62"/>
                    <a:pt x="71" y="62"/>
                    <a:pt x="71" y="62"/>
                  </a:cubicBezTo>
                  <a:cubicBezTo>
                    <a:pt x="72" y="61"/>
                    <a:pt x="73" y="60"/>
                    <a:pt x="73" y="58"/>
                  </a:cubicBezTo>
                  <a:cubicBezTo>
                    <a:pt x="73" y="58"/>
                    <a:pt x="74" y="58"/>
                    <a:pt x="74" y="57"/>
                  </a:cubicBezTo>
                  <a:cubicBezTo>
                    <a:pt x="74" y="56"/>
                    <a:pt x="74" y="56"/>
                    <a:pt x="75" y="55"/>
                  </a:cubicBezTo>
                  <a:cubicBezTo>
                    <a:pt x="75" y="55"/>
                    <a:pt x="75" y="55"/>
                    <a:pt x="75" y="55"/>
                  </a:cubicBezTo>
                  <a:cubicBezTo>
                    <a:pt x="78" y="54"/>
                    <a:pt x="78" y="54"/>
                    <a:pt x="78" y="54"/>
                  </a:cubicBezTo>
                  <a:cubicBezTo>
                    <a:pt x="79" y="56"/>
                    <a:pt x="79" y="56"/>
                    <a:pt x="79" y="56"/>
                  </a:cubicBezTo>
                  <a:cubicBezTo>
                    <a:pt x="77" y="56"/>
                    <a:pt x="77" y="56"/>
                    <a:pt x="77" y="56"/>
                  </a:cubicBezTo>
                  <a:cubicBezTo>
                    <a:pt x="77" y="57"/>
                    <a:pt x="76" y="59"/>
                    <a:pt x="75" y="61"/>
                  </a:cubicBezTo>
                  <a:cubicBezTo>
                    <a:pt x="76" y="61"/>
                    <a:pt x="76" y="61"/>
                    <a:pt x="76" y="61"/>
                  </a:cubicBezTo>
                  <a:cubicBezTo>
                    <a:pt x="70" y="64"/>
                    <a:pt x="70" y="64"/>
                    <a:pt x="70" y="64"/>
                  </a:cubicBezTo>
                  <a:moveTo>
                    <a:pt x="91" y="57"/>
                  </a:moveTo>
                  <a:cubicBezTo>
                    <a:pt x="93" y="53"/>
                    <a:pt x="93" y="53"/>
                    <a:pt x="93" y="53"/>
                  </a:cubicBezTo>
                  <a:cubicBezTo>
                    <a:pt x="94" y="56"/>
                    <a:pt x="95" y="60"/>
                    <a:pt x="95" y="63"/>
                  </a:cubicBezTo>
                  <a:cubicBezTo>
                    <a:pt x="95" y="63"/>
                    <a:pt x="95" y="63"/>
                    <a:pt x="96" y="62"/>
                  </a:cubicBezTo>
                  <a:cubicBezTo>
                    <a:pt x="94" y="66"/>
                    <a:pt x="94" y="66"/>
                    <a:pt x="94" y="66"/>
                  </a:cubicBezTo>
                  <a:cubicBezTo>
                    <a:pt x="92" y="57"/>
                    <a:pt x="92" y="57"/>
                    <a:pt x="92" y="57"/>
                  </a:cubicBezTo>
                  <a:cubicBezTo>
                    <a:pt x="91" y="57"/>
                    <a:pt x="91" y="57"/>
                    <a:pt x="91" y="57"/>
                  </a:cubicBezTo>
                  <a:moveTo>
                    <a:pt x="97" y="59"/>
                  </a:moveTo>
                  <a:cubicBezTo>
                    <a:pt x="96" y="55"/>
                    <a:pt x="96" y="52"/>
                    <a:pt x="95" y="48"/>
                  </a:cubicBezTo>
                  <a:cubicBezTo>
                    <a:pt x="96" y="45"/>
                    <a:pt x="96" y="45"/>
                    <a:pt x="96" y="45"/>
                  </a:cubicBezTo>
                  <a:cubicBezTo>
                    <a:pt x="97" y="48"/>
                    <a:pt x="98" y="52"/>
                    <a:pt x="98" y="55"/>
                  </a:cubicBezTo>
                  <a:cubicBezTo>
                    <a:pt x="98" y="55"/>
                    <a:pt x="98" y="55"/>
                    <a:pt x="98" y="55"/>
                  </a:cubicBezTo>
                  <a:cubicBezTo>
                    <a:pt x="99" y="54"/>
                    <a:pt x="99" y="54"/>
                    <a:pt x="99" y="54"/>
                  </a:cubicBezTo>
                  <a:cubicBezTo>
                    <a:pt x="98" y="56"/>
                    <a:pt x="98" y="56"/>
                    <a:pt x="98" y="56"/>
                  </a:cubicBezTo>
                  <a:cubicBezTo>
                    <a:pt x="98" y="56"/>
                    <a:pt x="98" y="56"/>
                    <a:pt x="98" y="56"/>
                  </a:cubicBezTo>
                  <a:cubicBezTo>
                    <a:pt x="98" y="56"/>
                    <a:pt x="98" y="56"/>
                    <a:pt x="98" y="56"/>
                  </a:cubicBezTo>
                  <a:cubicBezTo>
                    <a:pt x="97" y="59"/>
                    <a:pt x="97" y="59"/>
                    <a:pt x="97" y="59"/>
                  </a:cubicBezTo>
                  <a:moveTo>
                    <a:pt x="98" y="41"/>
                  </a:moveTo>
                  <a:cubicBezTo>
                    <a:pt x="99" y="38"/>
                    <a:pt x="99" y="38"/>
                    <a:pt x="99" y="38"/>
                  </a:cubicBezTo>
                  <a:cubicBezTo>
                    <a:pt x="99" y="39"/>
                    <a:pt x="100" y="39"/>
                    <a:pt x="100" y="40"/>
                  </a:cubicBezTo>
                  <a:cubicBezTo>
                    <a:pt x="101" y="42"/>
                    <a:pt x="101" y="45"/>
                    <a:pt x="102" y="47"/>
                  </a:cubicBezTo>
                  <a:cubicBezTo>
                    <a:pt x="102" y="47"/>
                    <a:pt x="102" y="47"/>
                    <a:pt x="102" y="47"/>
                  </a:cubicBezTo>
                  <a:cubicBezTo>
                    <a:pt x="100" y="51"/>
                    <a:pt x="100" y="51"/>
                    <a:pt x="100" y="51"/>
                  </a:cubicBezTo>
                  <a:cubicBezTo>
                    <a:pt x="100" y="48"/>
                    <a:pt x="99" y="44"/>
                    <a:pt x="98" y="41"/>
                  </a:cubicBezTo>
                  <a:cubicBezTo>
                    <a:pt x="98" y="41"/>
                    <a:pt x="98" y="41"/>
                    <a:pt x="98" y="41"/>
                  </a:cubicBezTo>
                  <a:moveTo>
                    <a:pt x="104" y="43"/>
                  </a:moveTo>
                  <a:cubicBezTo>
                    <a:pt x="103" y="42"/>
                    <a:pt x="103" y="40"/>
                    <a:pt x="102" y="39"/>
                  </a:cubicBezTo>
                  <a:cubicBezTo>
                    <a:pt x="102" y="37"/>
                    <a:pt x="101" y="35"/>
                    <a:pt x="101" y="33"/>
                  </a:cubicBezTo>
                  <a:cubicBezTo>
                    <a:pt x="103" y="28"/>
                    <a:pt x="103" y="28"/>
                    <a:pt x="103" y="28"/>
                  </a:cubicBezTo>
                  <a:cubicBezTo>
                    <a:pt x="103" y="30"/>
                    <a:pt x="103" y="31"/>
                    <a:pt x="104" y="32"/>
                  </a:cubicBezTo>
                  <a:cubicBezTo>
                    <a:pt x="104" y="33"/>
                    <a:pt x="104" y="35"/>
                    <a:pt x="105" y="36"/>
                  </a:cubicBezTo>
                  <a:cubicBezTo>
                    <a:pt x="105" y="37"/>
                    <a:pt x="105" y="37"/>
                    <a:pt x="105" y="37"/>
                  </a:cubicBezTo>
                  <a:cubicBezTo>
                    <a:pt x="106" y="38"/>
                    <a:pt x="106" y="38"/>
                    <a:pt x="106" y="38"/>
                  </a:cubicBezTo>
                  <a:cubicBezTo>
                    <a:pt x="104" y="43"/>
                    <a:pt x="104" y="43"/>
                    <a:pt x="104" y="43"/>
                  </a:cubicBezTo>
                  <a:moveTo>
                    <a:pt x="107" y="34"/>
                  </a:moveTo>
                  <a:cubicBezTo>
                    <a:pt x="107" y="33"/>
                    <a:pt x="107" y="32"/>
                    <a:pt x="106" y="31"/>
                  </a:cubicBezTo>
                  <a:cubicBezTo>
                    <a:pt x="106" y="29"/>
                    <a:pt x="105" y="27"/>
                    <a:pt x="104" y="25"/>
                  </a:cubicBezTo>
                  <a:cubicBezTo>
                    <a:pt x="105" y="23"/>
                    <a:pt x="105" y="23"/>
                    <a:pt x="105" y="23"/>
                  </a:cubicBezTo>
                  <a:cubicBezTo>
                    <a:pt x="108" y="31"/>
                    <a:pt x="108" y="31"/>
                    <a:pt x="108" y="31"/>
                  </a:cubicBezTo>
                  <a:cubicBezTo>
                    <a:pt x="107" y="34"/>
                    <a:pt x="107" y="34"/>
                    <a:pt x="107" y="34"/>
                  </a:cubicBezTo>
                  <a:moveTo>
                    <a:pt x="17" y="77"/>
                  </a:moveTo>
                  <a:cubicBezTo>
                    <a:pt x="4" y="47"/>
                    <a:pt x="4" y="47"/>
                    <a:pt x="4" y="47"/>
                  </a:cubicBezTo>
                  <a:cubicBezTo>
                    <a:pt x="68" y="20"/>
                    <a:pt x="68" y="20"/>
                    <a:pt x="68" y="20"/>
                  </a:cubicBezTo>
                  <a:cubicBezTo>
                    <a:pt x="67" y="18"/>
                    <a:pt x="67" y="18"/>
                    <a:pt x="67" y="18"/>
                  </a:cubicBezTo>
                  <a:cubicBezTo>
                    <a:pt x="67" y="18"/>
                    <a:pt x="67" y="18"/>
                    <a:pt x="67" y="18"/>
                  </a:cubicBezTo>
                  <a:cubicBezTo>
                    <a:pt x="61" y="4"/>
                    <a:pt x="61" y="4"/>
                    <a:pt x="61" y="4"/>
                  </a:cubicBezTo>
                  <a:cubicBezTo>
                    <a:pt x="66" y="5"/>
                    <a:pt x="71" y="7"/>
                    <a:pt x="76" y="9"/>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98" y="33"/>
                    <a:pt x="98" y="33"/>
                    <a:pt x="98" y="33"/>
                  </a:cubicBezTo>
                  <a:cubicBezTo>
                    <a:pt x="98" y="33"/>
                    <a:pt x="98" y="33"/>
                    <a:pt x="98" y="33"/>
                  </a:cubicBezTo>
                  <a:cubicBezTo>
                    <a:pt x="98" y="33"/>
                    <a:pt x="98" y="33"/>
                    <a:pt x="98" y="33"/>
                  </a:cubicBezTo>
                  <a:cubicBezTo>
                    <a:pt x="85" y="64"/>
                    <a:pt x="85" y="64"/>
                    <a:pt x="85" y="64"/>
                  </a:cubicBezTo>
                  <a:cubicBezTo>
                    <a:pt x="80" y="51"/>
                    <a:pt x="80" y="51"/>
                    <a:pt x="80" y="51"/>
                  </a:cubicBezTo>
                  <a:cubicBezTo>
                    <a:pt x="79" y="51"/>
                    <a:pt x="79" y="51"/>
                    <a:pt x="79" y="51"/>
                  </a:cubicBezTo>
                  <a:cubicBezTo>
                    <a:pt x="79" y="50"/>
                    <a:pt x="79" y="50"/>
                    <a:pt x="79" y="50"/>
                  </a:cubicBezTo>
                  <a:cubicBezTo>
                    <a:pt x="45" y="64"/>
                    <a:pt x="45" y="64"/>
                    <a:pt x="45" y="64"/>
                  </a:cubicBezTo>
                  <a:cubicBezTo>
                    <a:pt x="45" y="64"/>
                    <a:pt x="45" y="64"/>
                    <a:pt x="45" y="64"/>
                  </a:cubicBezTo>
                  <a:cubicBezTo>
                    <a:pt x="45" y="64"/>
                    <a:pt x="44" y="64"/>
                    <a:pt x="44" y="64"/>
                  </a:cubicBezTo>
                  <a:cubicBezTo>
                    <a:pt x="44" y="65"/>
                    <a:pt x="43" y="65"/>
                    <a:pt x="43" y="65"/>
                  </a:cubicBezTo>
                  <a:cubicBezTo>
                    <a:pt x="24" y="74"/>
                    <a:pt x="24" y="74"/>
                    <a:pt x="24" y="74"/>
                  </a:cubicBezTo>
                  <a:cubicBezTo>
                    <a:pt x="24" y="74"/>
                    <a:pt x="24" y="74"/>
                    <a:pt x="24" y="74"/>
                  </a:cubicBezTo>
                  <a:cubicBezTo>
                    <a:pt x="24" y="74"/>
                    <a:pt x="24" y="74"/>
                    <a:pt x="24" y="74"/>
                  </a:cubicBezTo>
                  <a:cubicBezTo>
                    <a:pt x="17" y="77"/>
                    <a:pt x="17" y="77"/>
                    <a:pt x="17" y="77"/>
                  </a:cubicBezTo>
                  <a:moveTo>
                    <a:pt x="59" y="0"/>
                  </a:moveTo>
                  <a:cubicBezTo>
                    <a:pt x="58" y="2"/>
                    <a:pt x="58" y="2"/>
                    <a:pt x="58" y="2"/>
                  </a:cubicBezTo>
                  <a:cubicBezTo>
                    <a:pt x="58" y="2"/>
                    <a:pt x="58" y="2"/>
                    <a:pt x="58" y="2"/>
                  </a:cubicBezTo>
                  <a:cubicBezTo>
                    <a:pt x="64" y="18"/>
                    <a:pt x="64" y="18"/>
                    <a:pt x="64" y="18"/>
                  </a:cubicBezTo>
                  <a:cubicBezTo>
                    <a:pt x="3" y="44"/>
                    <a:pt x="3" y="44"/>
                    <a:pt x="3" y="44"/>
                  </a:cubicBezTo>
                  <a:cubicBezTo>
                    <a:pt x="3" y="44"/>
                    <a:pt x="3" y="44"/>
                    <a:pt x="3" y="44"/>
                  </a:cubicBezTo>
                  <a:cubicBezTo>
                    <a:pt x="0" y="45"/>
                    <a:pt x="0" y="45"/>
                    <a:pt x="0" y="45"/>
                  </a:cubicBezTo>
                  <a:cubicBezTo>
                    <a:pt x="14" y="77"/>
                    <a:pt x="14" y="77"/>
                    <a:pt x="14" y="77"/>
                  </a:cubicBezTo>
                  <a:cubicBezTo>
                    <a:pt x="14" y="77"/>
                    <a:pt x="14" y="77"/>
                    <a:pt x="14" y="77"/>
                  </a:cubicBezTo>
                  <a:cubicBezTo>
                    <a:pt x="18" y="88"/>
                    <a:pt x="18" y="88"/>
                    <a:pt x="18" y="88"/>
                  </a:cubicBezTo>
                  <a:cubicBezTo>
                    <a:pt x="19" y="88"/>
                    <a:pt x="19" y="88"/>
                    <a:pt x="19" y="88"/>
                  </a:cubicBezTo>
                  <a:cubicBezTo>
                    <a:pt x="20" y="88"/>
                    <a:pt x="20" y="88"/>
                    <a:pt x="20" y="88"/>
                  </a:cubicBezTo>
                  <a:cubicBezTo>
                    <a:pt x="52" y="75"/>
                    <a:pt x="52" y="75"/>
                    <a:pt x="52" y="75"/>
                  </a:cubicBezTo>
                  <a:cubicBezTo>
                    <a:pt x="53" y="75"/>
                    <a:pt x="53" y="75"/>
                    <a:pt x="53" y="75"/>
                  </a:cubicBezTo>
                  <a:cubicBezTo>
                    <a:pt x="53" y="74"/>
                    <a:pt x="53" y="74"/>
                    <a:pt x="53" y="74"/>
                  </a:cubicBezTo>
                  <a:cubicBezTo>
                    <a:pt x="82" y="62"/>
                    <a:pt x="82" y="62"/>
                    <a:pt x="82" y="62"/>
                  </a:cubicBezTo>
                  <a:cubicBezTo>
                    <a:pt x="83" y="66"/>
                    <a:pt x="83" y="66"/>
                    <a:pt x="83" y="66"/>
                  </a:cubicBezTo>
                  <a:cubicBezTo>
                    <a:pt x="83" y="67"/>
                    <a:pt x="83" y="67"/>
                    <a:pt x="83" y="67"/>
                  </a:cubicBezTo>
                  <a:cubicBezTo>
                    <a:pt x="84" y="67"/>
                    <a:pt x="84" y="67"/>
                    <a:pt x="84" y="67"/>
                  </a:cubicBezTo>
                  <a:cubicBezTo>
                    <a:pt x="84" y="68"/>
                    <a:pt x="84" y="68"/>
                    <a:pt x="84" y="68"/>
                  </a:cubicBezTo>
                  <a:cubicBezTo>
                    <a:pt x="84" y="68"/>
                    <a:pt x="84" y="68"/>
                    <a:pt x="84" y="68"/>
                  </a:cubicBezTo>
                  <a:cubicBezTo>
                    <a:pt x="89" y="80"/>
                    <a:pt x="89" y="80"/>
                    <a:pt x="89" y="80"/>
                  </a:cubicBezTo>
                  <a:cubicBezTo>
                    <a:pt x="92" y="79"/>
                    <a:pt x="92" y="79"/>
                    <a:pt x="92" y="79"/>
                  </a:cubicBezTo>
                  <a:cubicBezTo>
                    <a:pt x="92" y="79"/>
                    <a:pt x="92" y="79"/>
                    <a:pt x="92" y="79"/>
                  </a:cubicBezTo>
                  <a:cubicBezTo>
                    <a:pt x="92" y="79"/>
                    <a:pt x="92" y="79"/>
                    <a:pt x="92" y="79"/>
                  </a:cubicBezTo>
                  <a:cubicBezTo>
                    <a:pt x="95" y="72"/>
                    <a:pt x="95" y="72"/>
                    <a:pt x="95" y="72"/>
                  </a:cubicBezTo>
                  <a:cubicBezTo>
                    <a:pt x="96" y="72"/>
                    <a:pt x="96" y="72"/>
                    <a:pt x="96" y="72"/>
                  </a:cubicBezTo>
                  <a:cubicBezTo>
                    <a:pt x="96" y="70"/>
                    <a:pt x="96" y="70"/>
                    <a:pt x="96" y="70"/>
                  </a:cubicBezTo>
                  <a:cubicBezTo>
                    <a:pt x="96" y="70"/>
                    <a:pt x="96" y="70"/>
                    <a:pt x="96" y="70"/>
                  </a:cubicBezTo>
                  <a:cubicBezTo>
                    <a:pt x="111" y="32"/>
                    <a:pt x="111" y="32"/>
                    <a:pt x="111" y="32"/>
                  </a:cubicBezTo>
                  <a:cubicBezTo>
                    <a:pt x="111" y="32"/>
                    <a:pt x="111" y="32"/>
                    <a:pt x="111" y="32"/>
                  </a:cubicBezTo>
                  <a:cubicBezTo>
                    <a:pt x="112" y="31"/>
                    <a:pt x="112" y="31"/>
                    <a:pt x="112" y="31"/>
                  </a:cubicBezTo>
                  <a:cubicBezTo>
                    <a:pt x="107" y="21"/>
                    <a:pt x="107" y="21"/>
                    <a:pt x="107" y="21"/>
                  </a:cubicBezTo>
                  <a:cubicBezTo>
                    <a:pt x="107" y="20"/>
                    <a:pt x="107" y="20"/>
                    <a:pt x="107" y="20"/>
                  </a:cubicBezTo>
                  <a:cubicBezTo>
                    <a:pt x="107" y="20"/>
                    <a:pt x="107" y="20"/>
                    <a:pt x="107" y="20"/>
                  </a:cubicBezTo>
                  <a:cubicBezTo>
                    <a:pt x="107" y="20"/>
                    <a:pt x="107" y="20"/>
                    <a:pt x="107" y="20"/>
                  </a:cubicBezTo>
                  <a:cubicBezTo>
                    <a:pt x="107" y="20"/>
                    <a:pt x="107" y="20"/>
                    <a:pt x="107" y="20"/>
                  </a:cubicBezTo>
                  <a:cubicBezTo>
                    <a:pt x="107" y="18"/>
                    <a:pt x="107" y="18"/>
                    <a:pt x="107" y="18"/>
                  </a:cubicBezTo>
                  <a:cubicBezTo>
                    <a:pt x="77" y="6"/>
                    <a:pt x="77" y="6"/>
                    <a:pt x="77" y="6"/>
                  </a:cubicBezTo>
                  <a:cubicBezTo>
                    <a:pt x="72" y="4"/>
                    <a:pt x="67" y="3"/>
                    <a:pt x="62" y="1"/>
                  </a:cubicBezTo>
                  <a:cubicBezTo>
                    <a:pt x="59" y="0"/>
                    <a:pt x="59"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A4B55550-4C61-4C06-8167-8C4221E7B6D1}"/>
                </a:ext>
              </a:extLst>
            </p:cNvPr>
            <p:cNvSpPr>
              <a:spLocks noEditPoints="1"/>
            </p:cNvSpPr>
            <p:nvPr/>
          </p:nvSpPr>
          <p:spPr bwMode="auto">
            <a:xfrm>
              <a:off x="8066088" y="4800600"/>
              <a:ext cx="414338" cy="414338"/>
            </a:xfrm>
            <a:custGeom>
              <a:avLst/>
              <a:gdLst>
                <a:gd name="T0" fmla="*/ 73 w 103"/>
                <a:gd name="T1" fmla="*/ 78 h 103"/>
                <a:gd name="T2" fmla="*/ 80 w 103"/>
                <a:gd name="T3" fmla="*/ 88 h 103"/>
                <a:gd name="T4" fmla="*/ 75 w 103"/>
                <a:gd name="T5" fmla="*/ 77 h 103"/>
                <a:gd name="T6" fmla="*/ 13 w 103"/>
                <a:gd name="T7" fmla="*/ 47 h 103"/>
                <a:gd name="T8" fmla="*/ 1 w 103"/>
                <a:gd name="T9" fmla="*/ 51 h 103"/>
                <a:gd name="T10" fmla="*/ 15 w 103"/>
                <a:gd name="T11" fmla="*/ 48 h 103"/>
                <a:gd name="T12" fmla="*/ 89 w 103"/>
                <a:gd name="T13" fmla="*/ 42 h 103"/>
                <a:gd name="T14" fmla="*/ 90 w 103"/>
                <a:gd name="T15" fmla="*/ 45 h 103"/>
                <a:gd name="T16" fmla="*/ 102 w 103"/>
                <a:gd name="T17" fmla="*/ 44 h 103"/>
                <a:gd name="T18" fmla="*/ 102 w 103"/>
                <a:gd name="T19" fmla="*/ 41 h 103"/>
                <a:gd name="T20" fmla="*/ 31 w 103"/>
                <a:gd name="T21" fmla="*/ 83 h 103"/>
                <a:gd name="T22" fmla="*/ 27 w 103"/>
                <a:gd name="T23" fmla="*/ 75 h 103"/>
                <a:gd name="T24" fmla="*/ 31 w 103"/>
                <a:gd name="T25" fmla="*/ 90 h 103"/>
                <a:gd name="T26" fmla="*/ 30 w 103"/>
                <a:gd name="T27" fmla="*/ 93 h 103"/>
                <a:gd name="T28" fmla="*/ 30 w 103"/>
                <a:gd name="T29" fmla="*/ 100 h 103"/>
                <a:gd name="T30" fmla="*/ 23 w 103"/>
                <a:gd name="T31" fmla="*/ 85 h 103"/>
                <a:gd name="T32" fmla="*/ 30 w 103"/>
                <a:gd name="T33" fmla="*/ 84 h 103"/>
                <a:gd name="T34" fmla="*/ 41 w 103"/>
                <a:gd name="T35" fmla="*/ 59 h 103"/>
                <a:gd name="T36" fmla="*/ 53 w 103"/>
                <a:gd name="T37" fmla="*/ 57 h 103"/>
                <a:gd name="T38" fmla="*/ 57 w 103"/>
                <a:gd name="T39" fmla="*/ 56 h 103"/>
                <a:gd name="T40" fmla="*/ 66 w 103"/>
                <a:gd name="T41" fmla="*/ 49 h 103"/>
                <a:gd name="T42" fmla="*/ 66 w 103"/>
                <a:gd name="T43" fmla="*/ 53 h 103"/>
                <a:gd name="T44" fmla="*/ 52 w 103"/>
                <a:gd name="T45" fmla="*/ 49 h 103"/>
                <a:gd name="T46" fmla="*/ 55 w 103"/>
                <a:gd name="T47" fmla="*/ 45 h 103"/>
                <a:gd name="T48" fmla="*/ 53 w 103"/>
                <a:gd name="T49" fmla="*/ 49 h 103"/>
                <a:gd name="T50" fmla="*/ 43 w 103"/>
                <a:gd name="T51" fmla="*/ 41 h 103"/>
                <a:gd name="T52" fmla="*/ 45 w 103"/>
                <a:gd name="T53" fmla="*/ 39 h 103"/>
                <a:gd name="T54" fmla="*/ 44 w 103"/>
                <a:gd name="T55" fmla="*/ 46 h 103"/>
                <a:gd name="T56" fmla="*/ 26 w 103"/>
                <a:gd name="T57" fmla="*/ 71 h 103"/>
                <a:gd name="T58" fmla="*/ 27 w 103"/>
                <a:gd name="T59" fmla="*/ 66 h 103"/>
                <a:gd name="T60" fmla="*/ 34 w 103"/>
                <a:gd name="T61" fmla="*/ 25 h 103"/>
                <a:gd name="T62" fmla="*/ 67 w 103"/>
                <a:gd name="T63" fmla="*/ 21 h 103"/>
                <a:gd name="T64" fmla="*/ 60 w 103"/>
                <a:gd name="T65" fmla="*/ 74 h 103"/>
                <a:gd name="T66" fmla="*/ 48 w 103"/>
                <a:gd name="T67" fmla="*/ 82 h 103"/>
                <a:gd name="T68" fmla="*/ 46 w 103"/>
                <a:gd name="T69" fmla="*/ 81 h 103"/>
                <a:gd name="T70" fmla="*/ 55 w 103"/>
                <a:gd name="T71" fmla="*/ 58 h 103"/>
                <a:gd name="T72" fmla="*/ 68 w 103"/>
                <a:gd name="T73" fmla="*/ 55 h 103"/>
                <a:gd name="T74" fmla="*/ 65 w 103"/>
                <a:gd name="T75" fmla="*/ 46 h 103"/>
                <a:gd name="T76" fmla="*/ 53 w 103"/>
                <a:gd name="T77" fmla="*/ 52 h 103"/>
                <a:gd name="T78" fmla="*/ 57 w 103"/>
                <a:gd name="T79" fmla="*/ 43 h 103"/>
                <a:gd name="T80" fmla="*/ 50 w 103"/>
                <a:gd name="T81" fmla="*/ 44 h 103"/>
                <a:gd name="T82" fmla="*/ 48 w 103"/>
                <a:gd name="T83" fmla="*/ 45 h 103"/>
                <a:gd name="T84" fmla="*/ 45 w 103"/>
                <a:gd name="T85" fmla="*/ 36 h 103"/>
                <a:gd name="T86" fmla="*/ 42 w 103"/>
                <a:gd name="T87" fmla="*/ 49 h 103"/>
                <a:gd name="T88" fmla="*/ 29 w 103"/>
                <a:gd name="T89" fmla="*/ 72 h 103"/>
                <a:gd name="T90" fmla="*/ 54 w 103"/>
                <a:gd name="T91" fmla="*/ 15 h 103"/>
                <a:gd name="T92" fmla="*/ 22 w 103"/>
                <a:gd name="T93" fmla="*/ 56 h 103"/>
                <a:gd name="T94" fmla="*/ 23 w 103"/>
                <a:gd name="T95" fmla="*/ 67 h 103"/>
                <a:gd name="T96" fmla="*/ 23 w 103"/>
                <a:gd name="T97" fmla="*/ 77 h 103"/>
                <a:gd name="T98" fmla="*/ 22 w 103"/>
                <a:gd name="T99" fmla="*/ 79 h 103"/>
                <a:gd name="T100" fmla="*/ 26 w 103"/>
                <a:gd name="T101" fmla="*/ 102 h 103"/>
                <a:gd name="T102" fmla="*/ 34 w 103"/>
                <a:gd name="T103" fmla="*/ 103 h 103"/>
                <a:gd name="T104" fmla="*/ 40 w 103"/>
                <a:gd name="T105" fmla="*/ 96 h 103"/>
                <a:gd name="T106" fmla="*/ 48 w 103"/>
                <a:gd name="T107" fmla="*/ 86 h 103"/>
                <a:gd name="T108" fmla="*/ 54 w 103"/>
                <a:gd name="T109" fmla="*/ 80 h 103"/>
                <a:gd name="T110" fmla="*/ 84 w 103"/>
                <a:gd name="T111" fmla="*/ 52 h 103"/>
                <a:gd name="T112" fmla="*/ 24 w 103"/>
                <a:gd name="T113" fmla="*/ 2 h 103"/>
                <a:gd name="T114" fmla="*/ 30 w 103"/>
                <a:gd name="T115" fmla="*/ 15 h 103"/>
                <a:gd name="T116" fmla="*/ 32 w 103"/>
                <a:gd name="T117" fmla="*/ 14 h 103"/>
                <a:gd name="T118" fmla="*/ 24 w 103"/>
                <a:gd name="T119" fmla="*/ 2 h 103"/>
                <a:gd name="T120" fmla="*/ 68 w 103"/>
                <a:gd name="T121" fmla="*/ 11 h 103"/>
                <a:gd name="T122" fmla="*/ 70 w 103"/>
                <a:gd name="T123" fmla="*/ 13 h 103"/>
                <a:gd name="T124" fmla="*/ 77 w 103"/>
                <a:gd name="T125"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 h="103">
                  <a:moveTo>
                    <a:pt x="74" y="76"/>
                  </a:moveTo>
                  <a:cubicBezTo>
                    <a:pt x="74" y="76"/>
                    <a:pt x="73" y="76"/>
                    <a:pt x="73" y="76"/>
                  </a:cubicBezTo>
                  <a:cubicBezTo>
                    <a:pt x="72" y="77"/>
                    <a:pt x="72" y="77"/>
                    <a:pt x="73" y="78"/>
                  </a:cubicBezTo>
                  <a:cubicBezTo>
                    <a:pt x="79" y="87"/>
                    <a:pt x="79" y="87"/>
                    <a:pt x="79" y="87"/>
                  </a:cubicBezTo>
                  <a:cubicBezTo>
                    <a:pt x="79" y="87"/>
                    <a:pt x="79" y="87"/>
                    <a:pt x="79" y="87"/>
                  </a:cubicBezTo>
                  <a:cubicBezTo>
                    <a:pt x="79" y="88"/>
                    <a:pt x="80" y="88"/>
                    <a:pt x="80" y="88"/>
                  </a:cubicBezTo>
                  <a:cubicBezTo>
                    <a:pt x="80" y="88"/>
                    <a:pt x="80" y="88"/>
                    <a:pt x="81" y="87"/>
                  </a:cubicBezTo>
                  <a:cubicBezTo>
                    <a:pt x="81" y="87"/>
                    <a:pt x="81" y="86"/>
                    <a:pt x="81" y="85"/>
                  </a:cubicBezTo>
                  <a:cubicBezTo>
                    <a:pt x="75" y="77"/>
                    <a:pt x="75" y="77"/>
                    <a:pt x="75" y="77"/>
                  </a:cubicBezTo>
                  <a:cubicBezTo>
                    <a:pt x="75" y="76"/>
                    <a:pt x="74" y="76"/>
                    <a:pt x="74" y="76"/>
                  </a:cubicBezTo>
                  <a:moveTo>
                    <a:pt x="14" y="47"/>
                  </a:moveTo>
                  <a:cubicBezTo>
                    <a:pt x="14" y="47"/>
                    <a:pt x="13" y="47"/>
                    <a:pt x="13" y="47"/>
                  </a:cubicBezTo>
                  <a:cubicBezTo>
                    <a:pt x="2" y="48"/>
                    <a:pt x="2" y="48"/>
                    <a:pt x="2" y="48"/>
                  </a:cubicBezTo>
                  <a:cubicBezTo>
                    <a:pt x="1" y="48"/>
                    <a:pt x="0" y="49"/>
                    <a:pt x="0" y="49"/>
                  </a:cubicBezTo>
                  <a:cubicBezTo>
                    <a:pt x="0" y="50"/>
                    <a:pt x="1" y="50"/>
                    <a:pt x="1" y="51"/>
                  </a:cubicBezTo>
                  <a:cubicBezTo>
                    <a:pt x="2" y="51"/>
                    <a:pt x="2" y="51"/>
                    <a:pt x="2" y="51"/>
                  </a:cubicBezTo>
                  <a:cubicBezTo>
                    <a:pt x="14" y="50"/>
                    <a:pt x="14" y="50"/>
                    <a:pt x="14" y="50"/>
                  </a:cubicBezTo>
                  <a:cubicBezTo>
                    <a:pt x="14" y="50"/>
                    <a:pt x="15" y="49"/>
                    <a:pt x="15" y="48"/>
                  </a:cubicBezTo>
                  <a:cubicBezTo>
                    <a:pt x="15" y="48"/>
                    <a:pt x="14" y="47"/>
                    <a:pt x="14" y="47"/>
                  </a:cubicBezTo>
                  <a:moveTo>
                    <a:pt x="99" y="41"/>
                  </a:moveTo>
                  <a:cubicBezTo>
                    <a:pt x="95" y="41"/>
                    <a:pt x="92" y="41"/>
                    <a:pt x="89" y="42"/>
                  </a:cubicBezTo>
                  <a:cubicBezTo>
                    <a:pt x="88" y="42"/>
                    <a:pt x="88" y="43"/>
                    <a:pt x="88" y="44"/>
                  </a:cubicBezTo>
                  <a:cubicBezTo>
                    <a:pt x="88" y="44"/>
                    <a:pt x="89" y="45"/>
                    <a:pt x="89" y="45"/>
                  </a:cubicBezTo>
                  <a:cubicBezTo>
                    <a:pt x="89" y="45"/>
                    <a:pt x="89" y="45"/>
                    <a:pt x="90" y="45"/>
                  </a:cubicBezTo>
                  <a:cubicBezTo>
                    <a:pt x="90" y="45"/>
                    <a:pt x="90" y="45"/>
                    <a:pt x="90" y="45"/>
                  </a:cubicBezTo>
                  <a:cubicBezTo>
                    <a:pt x="93" y="44"/>
                    <a:pt x="96" y="44"/>
                    <a:pt x="99" y="44"/>
                  </a:cubicBezTo>
                  <a:cubicBezTo>
                    <a:pt x="100" y="44"/>
                    <a:pt x="101" y="44"/>
                    <a:pt x="102" y="44"/>
                  </a:cubicBezTo>
                  <a:cubicBezTo>
                    <a:pt x="102" y="44"/>
                    <a:pt x="102" y="44"/>
                    <a:pt x="102" y="44"/>
                  </a:cubicBezTo>
                  <a:cubicBezTo>
                    <a:pt x="102" y="44"/>
                    <a:pt x="103" y="44"/>
                    <a:pt x="103" y="43"/>
                  </a:cubicBezTo>
                  <a:cubicBezTo>
                    <a:pt x="103" y="42"/>
                    <a:pt x="103" y="41"/>
                    <a:pt x="102" y="41"/>
                  </a:cubicBezTo>
                  <a:cubicBezTo>
                    <a:pt x="101" y="41"/>
                    <a:pt x="100" y="41"/>
                    <a:pt x="99" y="41"/>
                  </a:cubicBezTo>
                  <a:moveTo>
                    <a:pt x="30" y="84"/>
                  </a:moveTo>
                  <a:cubicBezTo>
                    <a:pt x="31" y="84"/>
                    <a:pt x="31" y="83"/>
                    <a:pt x="31" y="83"/>
                  </a:cubicBezTo>
                  <a:cubicBezTo>
                    <a:pt x="32" y="82"/>
                    <a:pt x="31" y="81"/>
                    <a:pt x="31" y="81"/>
                  </a:cubicBezTo>
                  <a:cubicBezTo>
                    <a:pt x="26" y="78"/>
                    <a:pt x="26" y="78"/>
                    <a:pt x="26" y="78"/>
                  </a:cubicBezTo>
                  <a:cubicBezTo>
                    <a:pt x="26" y="77"/>
                    <a:pt x="27" y="76"/>
                    <a:pt x="27" y="75"/>
                  </a:cubicBezTo>
                  <a:cubicBezTo>
                    <a:pt x="44" y="83"/>
                    <a:pt x="44" y="83"/>
                    <a:pt x="44" y="83"/>
                  </a:cubicBezTo>
                  <a:cubicBezTo>
                    <a:pt x="38" y="94"/>
                    <a:pt x="38" y="94"/>
                    <a:pt x="38" y="94"/>
                  </a:cubicBezTo>
                  <a:cubicBezTo>
                    <a:pt x="31" y="90"/>
                    <a:pt x="31" y="90"/>
                    <a:pt x="31" y="90"/>
                  </a:cubicBezTo>
                  <a:cubicBezTo>
                    <a:pt x="31" y="90"/>
                    <a:pt x="31" y="90"/>
                    <a:pt x="30" y="90"/>
                  </a:cubicBezTo>
                  <a:cubicBezTo>
                    <a:pt x="30" y="90"/>
                    <a:pt x="29" y="90"/>
                    <a:pt x="29" y="91"/>
                  </a:cubicBezTo>
                  <a:cubicBezTo>
                    <a:pt x="29" y="91"/>
                    <a:pt x="29" y="92"/>
                    <a:pt x="30" y="93"/>
                  </a:cubicBezTo>
                  <a:cubicBezTo>
                    <a:pt x="36" y="96"/>
                    <a:pt x="36" y="96"/>
                    <a:pt x="36" y="96"/>
                  </a:cubicBezTo>
                  <a:cubicBezTo>
                    <a:pt x="35" y="98"/>
                    <a:pt x="34" y="99"/>
                    <a:pt x="33" y="100"/>
                  </a:cubicBezTo>
                  <a:cubicBezTo>
                    <a:pt x="32" y="100"/>
                    <a:pt x="31" y="100"/>
                    <a:pt x="30" y="100"/>
                  </a:cubicBezTo>
                  <a:cubicBezTo>
                    <a:pt x="29" y="100"/>
                    <a:pt x="28" y="100"/>
                    <a:pt x="27" y="100"/>
                  </a:cubicBezTo>
                  <a:cubicBezTo>
                    <a:pt x="26" y="99"/>
                    <a:pt x="24" y="98"/>
                    <a:pt x="23" y="96"/>
                  </a:cubicBezTo>
                  <a:cubicBezTo>
                    <a:pt x="22" y="93"/>
                    <a:pt x="21" y="89"/>
                    <a:pt x="23" y="85"/>
                  </a:cubicBezTo>
                  <a:cubicBezTo>
                    <a:pt x="23" y="84"/>
                    <a:pt x="24" y="82"/>
                    <a:pt x="24" y="81"/>
                  </a:cubicBezTo>
                  <a:cubicBezTo>
                    <a:pt x="29" y="83"/>
                    <a:pt x="29" y="83"/>
                    <a:pt x="29" y="83"/>
                  </a:cubicBezTo>
                  <a:cubicBezTo>
                    <a:pt x="30" y="84"/>
                    <a:pt x="30" y="84"/>
                    <a:pt x="30" y="84"/>
                  </a:cubicBezTo>
                  <a:moveTo>
                    <a:pt x="40" y="78"/>
                  </a:moveTo>
                  <a:cubicBezTo>
                    <a:pt x="33" y="75"/>
                    <a:pt x="33" y="75"/>
                    <a:pt x="33" y="75"/>
                  </a:cubicBezTo>
                  <a:cubicBezTo>
                    <a:pt x="36" y="70"/>
                    <a:pt x="38" y="64"/>
                    <a:pt x="41" y="59"/>
                  </a:cubicBezTo>
                  <a:cubicBezTo>
                    <a:pt x="45" y="51"/>
                    <a:pt x="45" y="51"/>
                    <a:pt x="45" y="51"/>
                  </a:cubicBezTo>
                  <a:cubicBezTo>
                    <a:pt x="46" y="52"/>
                    <a:pt x="48" y="52"/>
                    <a:pt x="50" y="53"/>
                  </a:cubicBezTo>
                  <a:cubicBezTo>
                    <a:pt x="50" y="54"/>
                    <a:pt x="51" y="55"/>
                    <a:pt x="53" y="57"/>
                  </a:cubicBezTo>
                  <a:cubicBezTo>
                    <a:pt x="47" y="63"/>
                    <a:pt x="43" y="70"/>
                    <a:pt x="40" y="78"/>
                  </a:cubicBezTo>
                  <a:moveTo>
                    <a:pt x="59" y="56"/>
                  </a:moveTo>
                  <a:cubicBezTo>
                    <a:pt x="59" y="56"/>
                    <a:pt x="58" y="56"/>
                    <a:pt x="57" y="56"/>
                  </a:cubicBezTo>
                  <a:cubicBezTo>
                    <a:pt x="59" y="54"/>
                    <a:pt x="61" y="52"/>
                    <a:pt x="62" y="51"/>
                  </a:cubicBezTo>
                  <a:cubicBezTo>
                    <a:pt x="63" y="50"/>
                    <a:pt x="64" y="49"/>
                    <a:pt x="65" y="49"/>
                  </a:cubicBezTo>
                  <a:cubicBezTo>
                    <a:pt x="65" y="49"/>
                    <a:pt x="66" y="49"/>
                    <a:pt x="66" y="49"/>
                  </a:cubicBezTo>
                  <a:cubicBezTo>
                    <a:pt x="66" y="49"/>
                    <a:pt x="66" y="49"/>
                    <a:pt x="66" y="49"/>
                  </a:cubicBezTo>
                  <a:cubicBezTo>
                    <a:pt x="66" y="49"/>
                    <a:pt x="66" y="49"/>
                    <a:pt x="66" y="50"/>
                  </a:cubicBezTo>
                  <a:cubicBezTo>
                    <a:pt x="67" y="51"/>
                    <a:pt x="66" y="52"/>
                    <a:pt x="66" y="53"/>
                  </a:cubicBezTo>
                  <a:cubicBezTo>
                    <a:pt x="64" y="55"/>
                    <a:pt x="62" y="56"/>
                    <a:pt x="59" y="56"/>
                  </a:cubicBezTo>
                  <a:moveTo>
                    <a:pt x="52" y="50"/>
                  </a:moveTo>
                  <a:cubicBezTo>
                    <a:pt x="52" y="49"/>
                    <a:pt x="52" y="49"/>
                    <a:pt x="52" y="49"/>
                  </a:cubicBezTo>
                  <a:cubicBezTo>
                    <a:pt x="51" y="48"/>
                    <a:pt x="52" y="46"/>
                    <a:pt x="52" y="46"/>
                  </a:cubicBezTo>
                  <a:cubicBezTo>
                    <a:pt x="53" y="45"/>
                    <a:pt x="53" y="45"/>
                    <a:pt x="54" y="45"/>
                  </a:cubicBezTo>
                  <a:cubicBezTo>
                    <a:pt x="55" y="45"/>
                    <a:pt x="55" y="45"/>
                    <a:pt x="55" y="45"/>
                  </a:cubicBezTo>
                  <a:cubicBezTo>
                    <a:pt x="55" y="45"/>
                    <a:pt x="55" y="45"/>
                    <a:pt x="55" y="45"/>
                  </a:cubicBezTo>
                  <a:cubicBezTo>
                    <a:pt x="56" y="46"/>
                    <a:pt x="56" y="47"/>
                    <a:pt x="55" y="48"/>
                  </a:cubicBezTo>
                  <a:cubicBezTo>
                    <a:pt x="55" y="49"/>
                    <a:pt x="53" y="49"/>
                    <a:pt x="53" y="49"/>
                  </a:cubicBezTo>
                  <a:cubicBezTo>
                    <a:pt x="52" y="50"/>
                    <a:pt x="52" y="50"/>
                    <a:pt x="52" y="50"/>
                  </a:cubicBezTo>
                  <a:moveTo>
                    <a:pt x="44" y="46"/>
                  </a:moveTo>
                  <a:cubicBezTo>
                    <a:pt x="43" y="44"/>
                    <a:pt x="43" y="43"/>
                    <a:pt x="43" y="41"/>
                  </a:cubicBezTo>
                  <a:cubicBezTo>
                    <a:pt x="43" y="40"/>
                    <a:pt x="44" y="39"/>
                    <a:pt x="44" y="39"/>
                  </a:cubicBezTo>
                  <a:cubicBezTo>
                    <a:pt x="45" y="39"/>
                    <a:pt x="45" y="39"/>
                    <a:pt x="45" y="39"/>
                  </a:cubicBezTo>
                  <a:cubicBezTo>
                    <a:pt x="45" y="39"/>
                    <a:pt x="45" y="39"/>
                    <a:pt x="45" y="39"/>
                  </a:cubicBezTo>
                  <a:cubicBezTo>
                    <a:pt x="46" y="39"/>
                    <a:pt x="46" y="40"/>
                    <a:pt x="46" y="40"/>
                  </a:cubicBezTo>
                  <a:cubicBezTo>
                    <a:pt x="46" y="41"/>
                    <a:pt x="46" y="43"/>
                    <a:pt x="45" y="44"/>
                  </a:cubicBezTo>
                  <a:cubicBezTo>
                    <a:pt x="44" y="46"/>
                    <a:pt x="44" y="46"/>
                    <a:pt x="44" y="46"/>
                  </a:cubicBezTo>
                  <a:moveTo>
                    <a:pt x="27" y="72"/>
                  </a:moveTo>
                  <a:cubicBezTo>
                    <a:pt x="26" y="71"/>
                    <a:pt x="26" y="71"/>
                    <a:pt x="26" y="71"/>
                  </a:cubicBezTo>
                  <a:cubicBezTo>
                    <a:pt x="26" y="71"/>
                    <a:pt x="26" y="71"/>
                    <a:pt x="26" y="71"/>
                  </a:cubicBezTo>
                  <a:cubicBezTo>
                    <a:pt x="26" y="70"/>
                    <a:pt x="26" y="70"/>
                    <a:pt x="26" y="70"/>
                  </a:cubicBezTo>
                  <a:cubicBezTo>
                    <a:pt x="26" y="70"/>
                    <a:pt x="26" y="69"/>
                    <a:pt x="26" y="68"/>
                  </a:cubicBezTo>
                  <a:cubicBezTo>
                    <a:pt x="26" y="67"/>
                    <a:pt x="26" y="67"/>
                    <a:pt x="27" y="66"/>
                  </a:cubicBezTo>
                  <a:cubicBezTo>
                    <a:pt x="27" y="63"/>
                    <a:pt x="26" y="60"/>
                    <a:pt x="25" y="57"/>
                  </a:cubicBezTo>
                  <a:cubicBezTo>
                    <a:pt x="25" y="56"/>
                    <a:pt x="25" y="56"/>
                    <a:pt x="25" y="55"/>
                  </a:cubicBezTo>
                  <a:cubicBezTo>
                    <a:pt x="21" y="44"/>
                    <a:pt x="25" y="32"/>
                    <a:pt x="34" y="25"/>
                  </a:cubicBezTo>
                  <a:cubicBezTo>
                    <a:pt x="38" y="21"/>
                    <a:pt x="43" y="20"/>
                    <a:pt x="48" y="19"/>
                  </a:cubicBezTo>
                  <a:cubicBezTo>
                    <a:pt x="50" y="18"/>
                    <a:pt x="52" y="18"/>
                    <a:pt x="54" y="18"/>
                  </a:cubicBezTo>
                  <a:cubicBezTo>
                    <a:pt x="58" y="18"/>
                    <a:pt x="63" y="19"/>
                    <a:pt x="67" y="21"/>
                  </a:cubicBezTo>
                  <a:cubicBezTo>
                    <a:pt x="69" y="23"/>
                    <a:pt x="71" y="24"/>
                    <a:pt x="73" y="26"/>
                  </a:cubicBezTo>
                  <a:cubicBezTo>
                    <a:pt x="80" y="32"/>
                    <a:pt x="83" y="42"/>
                    <a:pt x="81" y="51"/>
                  </a:cubicBezTo>
                  <a:cubicBezTo>
                    <a:pt x="79" y="61"/>
                    <a:pt x="71" y="70"/>
                    <a:pt x="60" y="74"/>
                  </a:cubicBezTo>
                  <a:cubicBezTo>
                    <a:pt x="60" y="74"/>
                    <a:pt x="59" y="75"/>
                    <a:pt x="58" y="75"/>
                  </a:cubicBezTo>
                  <a:cubicBezTo>
                    <a:pt x="56" y="76"/>
                    <a:pt x="55" y="76"/>
                    <a:pt x="53" y="77"/>
                  </a:cubicBezTo>
                  <a:cubicBezTo>
                    <a:pt x="51" y="78"/>
                    <a:pt x="49" y="80"/>
                    <a:pt x="48" y="82"/>
                  </a:cubicBezTo>
                  <a:cubicBezTo>
                    <a:pt x="47" y="82"/>
                    <a:pt x="47" y="82"/>
                    <a:pt x="47" y="82"/>
                  </a:cubicBezTo>
                  <a:cubicBezTo>
                    <a:pt x="47" y="81"/>
                    <a:pt x="47" y="81"/>
                    <a:pt x="47" y="81"/>
                  </a:cubicBezTo>
                  <a:cubicBezTo>
                    <a:pt x="46" y="81"/>
                    <a:pt x="46" y="81"/>
                    <a:pt x="46" y="81"/>
                  </a:cubicBezTo>
                  <a:cubicBezTo>
                    <a:pt x="46" y="81"/>
                    <a:pt x="46" y="81"/>
                    <a:pt x="45" y="81"/>
                  </a:cubicBezTo>
                  <a:cubicBezTo>
                    <a:pt x="42" y="79"/>
                    <a:pt x="42" y="79"/>
                    <a:pt x="42" y="79"/>
                  </a:cubicBezTo>
                  <a:cubicBezTo>
                    <a:pt x="46" y="72"/>
                    <a:pt x="50" y="64"/>
                    <a:pt x="55" y="58"/>
                  </a:cubicBezTo>
                  <a:cubicBezTo>
                    <a:pt x="56" y="58"/>
                    <a:pt x="56" y="58"/>
                    <a:pt x="57" y="58"/>
                  </a:cubicBezTo>
                  <a:cubicBezTo>
                    <a:pt x="58" y="59"/>
                    <a:pt x="58" y="59"/>
                    <a:pt x="59" y="59"/>
                  </a:cubicBezTo>
                  <a:cubicBezTo>
                    <a:pt x="63" y="59"/>
                    <a:pt x="66" y="57"/>
                    <a:pt x="68" y="55"/>
                  </a:cubicBezTo>
                  <a:cubicBezTo>
                    <a:pt x="69" y="53"/>
                    <a:pt x="70" y="51"/>
                    <a:pt x="69" y="49"/>
                  </a:cubicBezTo>
                  <a:cubicBezTo>
                    <a:pt x="69" y="48"/>
                    <a:pt x="68" y="47"/>
                    <a:pt x="67" y="46"/>
                  </a:cubicBezTo>
                  <a:cubicBezTo>
                    <a:pt x="67" y="46"/>
                    <a:pt x="66" y="46"/>
                    <a:pt x="65" y="46"/>
                  </a:cubicBezTo>
                  <a:cubicBezTo>
                    <a:pt x="64" y="46"/>
                    <a:pt x="62" y="47"/>
                    <a:pt x="60" y="49"/>
                  </a:cubicBezTo>
                  <a:cubicBezTo>
                    <a:pt x="58" y="50"/>
                    <a:pt x="56" y="52"/>
                    <a:pt x="55" y="54"/>
                  </a:cubicBezTo>
                  <a:cubicBezTo>
                    <a:pt x="54" y="54"/>
                    <a:pt x="53" y="53"/>
                    <a:pt x="53" y="52"/>
                  </a:cubicBezTo>
                  <a:cubicBezTo>
                    <a:pt x="54" y="52"/>
                    <a:pt x="54" y="52"/>
                    <a:pt x="54" y="52"/>
                  </a:cubicBezTo>
                  <a:cubicBezTo>
                    <a:pt x="55" y="52"/>
                    <a:pt x="57" y="50"/>
                    <a:pt x="58" y="49"/>
                  </a:cubicBezTo>
                  <a:cubicBezTo>
                    <a:pt x="59" y="47"/>
                    <a:pt x="59" y="44"/>
                    <a:pt x="57" y="43"/>
                  </a:cubicBezTo>
                  <a:cubicBezTo>
                    <a:pt x="56" y="42"/>
                    <a:pt x="55" y="42"/>
                    <a:pt x="54" y="42"/>
                  </a:cubicBezTo>
                  <a:cubicBezTo>
                    <a:pt x="54" y="42"/>
                    <a:pt x="54" y="42"/>
                    <a:pt x="54" y="42"/>
                  </a:cubicBezTo>
                  <a:cubicBezTo>
                    <a:pt x="53" y="42"/>
                    <a:pt x="51" y="43"/>
                    <a:pt x="50" y="44"/>
                  </a:cubicBezTo>
                  <a:cubicBezTo>
                    <a:pt x="49" y="45"/>
                    <a:pt x="48" y="47"/>
                    <a:pt x="49" y="49"/>
                  </a:cubicBezTo>
                  <a:cubicBezTo>
                    <a:pt x="48" y="49"/>
                    <a:pt x="47" y="49"/>
                    <a:pt x="46" y="48"/>
                  </a:cubicBezTo>
                  <a:cubicBezTo>
                    <a:pt x="48" y="45"/>
                    <a:pt x="48" y="45"/>
                    <a:pt x="48" y="45"/>
                  </a:cubicBezTo>
                  <a:cubicBezTo>
                    <a:pt x="48" y="44"/>
                    <a:pt x="49" y="42"/>
                    <a:pt x="49" y="40"/>
                  </a:cubicBezTo>
                  <a:cubicBezTo>
                    <a:pt x="49" y="38"/>
                    <a:pt x="48" y="36"/>
                    <a:pt x="46" y="36"/>
                  </a:cubicBezTo>
                  <a:cubicBezTo>
                    <a:pt x="45" y="36"/>
                    <a:pt x="45" y="36"/>
                    <a:pt x="45" y="36"/>
                  </a:cubicBezTo>
                  <a:cubicBezTo>
                    <a:pt x="44" y="36"/>
                    <a:pt x="43" y="36"/>
                    <a:pt x="43" y="36"/>
                  </a:cubicBezTo>
                  <a:cubicBezTo>
                    <a:pt x="41" y="37"/>
                    <a:pt x="40" y="39"/>
                    <a:pt x="40" y="41"/>
                  </a:cubicBezTo>
                  <a:cubicBezTo>
                    <a:pt x="40" y="44"/>
                    <a:pt x="41" y="47"/>
                    <a:pt x="42" y="49"/>
                  </a:cubicBezTo>
                  <a:cubicBezTo>
                    <a:pt x="38" y="58"/>
                    <a:pt x="38" y="58"/>
                    <a:pt x="38" y="58"/>
                  </a:cubicBezTo>
                  <a:cubicBezTo>
                    <a:pt x="36" y="63"/>
                    <a:pt x="33" y="68"/>
                    <a:pt x="30" y="73"/>
                  </a:cubicBezTo>
                  <a:cubicBezTo>
                    <a:pt x="29" y="72"/>
                    <a:pt x="29" y="72"/>
                    <a:pt x="29" y="72"/>
                  </a:cubicBezTo>
                  <a:cubicBezTo>
                    <a:pt x="28" y="72"/>
                    <a:pt x="28" y="72"/>
                    <a:pt x="27" y="72"/>
                  </a:cubicBezTo>
                  <a:cubicBezTo>
                    <a:pt x="27" y="72"/>
                    <a:pt x="27" y="72"/>
                    <a:pt x="27" y="72"/>
                  </a:cubicBezTo>
                  <a:moveTo>
                    <a:pt x="54" y="15"/>
                  </a:moveTo>
                  <a:cubicBezTo>
                    <a:pt x="52" y="15"/>
                    <a:pt x="50" y="15"/>
                    <a:pt x="48" y="16"/>
                  </a:cubicBezTo>
                  <a:cubicBezTo>
                    <a:pt x="42" y="17"/>
                    <a:pt x="36" y="19"/>
                    <a:pt x="32" y="23"/>
                  </a:cubicBezTo>
                  <a:cubicBezTo>
                    <a:pt x="22" y="30"/>
                    <a:pt x="18" y="44"/>
                    <a:pt x="22" y="56"/>
                  </a:cubicBezTo>
                  <a:cubicBezTo>
                    <a:pt x="22" y="57"/>
                    <a:pt x="22" y="57"/>
                    <a:pt x="22" y="58"/>
                  </a:cubicBezTo>
                  <a:cubicBezTo>
                    <a:pt x="23" y="61"/>
                    <a:pt x="24" y="63"/>
                    <a:pt x="24" y="65"/>
                  </a:cubicBezTo>
                  <a:cubicBezTo>
                    <a:pt x="24" y="66"/>
                    <a:pt x="23" y="66"/>
                    <a:pt x="23" y="67"/>
                  </a:cubicBezTo>
                  <a:cubicBezTo>
                    <a:pt x="23" y="68"/>
                    <a:pt x="23" y="69"/>
                    <a:pt x="23" y="70"/>
                  </a:cubicBezTo>
                  <a:cubicBezTo>
                    <a:pt x="23" y="72"/>
                    <a:pt x="24" y="73"/>
                    <a:pt x="25" y="74"/>
                  </a:cubicBezTo>
                  <a:cubicBezTo>
                    <a:pt x="24" y="75"/>
                    <a:pt x="23" y="76"/>
                    <a:pt x="23" y="77"/>
                  </a:cubicBezTo>
                  <a:cubicBezTo>
                    <a:pt x="23" y="77"/>
                    <a:pt x="23" y="77"/>
                    <a:pt x="23" y="77"/>
                  </a:cubicBezTo>
                  <a:cubicBezTo>
                    <a:pt x="22" y="77"/>
                    <a:pt x="22" y="77"/>
                    <a:pt x="21" y="78"/>
                  </a:cubicBezTo>
                  <a:cubicBezTo>
                    <a:pt x="21" y="78"/>
                    <a:pt x="21" y="79"/>
                    <a:pt x="22" y="79"/>
                  </a:cubicBezTo>
                  <a:cubicBezTo>
                    <a:pt x="21" y="81"/>
                    <a:pt x="20" y="82"/>
                    <a:pt x="20" y="84"/>
                  </a:cubicBezTo>
                  <a:cubicBezTo>
                    <a:pt x="18" y="89"/>
                    <a:pt x="19" y="94"/>
                    <a:pt x="21" y="98"/>
                  </a:cubicBezTo>
                  <a:cubicBezTo>
                    <a:pt x="22" y="100"/>
                    <a:pt x="24" y="101"/>
                    <a:pt x="26" y="102"/>
                  </a:cubicBezTo>
                  <a:cubicBezTo>
                    <a:pt x="26" y="103"/>
                    <a:pt x="26" y="103"/>
                    <a:pt x="26" y="103"/>
                  </a:cubicBezTo>
                  <a:cubicBezTo>
                    <a:pt x="28" y="103"/>
                    <a:pt x="29" y="103"/>
                    <a:pt x="30" y="103"/>
                  </a:cubicBezTo>
                  <a:cubicBezTo>
                    <a:pt x="31" y="103"/>
                    <a:pt x="33" y="103"/>
                    <a:pt x="34" y="103"/>
                  </a:cubicBezTo>
                  <a:cubicBezTo>
                    <a:pt x="36" y="101"/>
                    <a:pt x="38" y="99"/>
                    <a:pt x="39" y="97"/>
                  </a:cubicBezTo>
                  <a:cubicBezTo>
                    <a:pt x="39" y="97"/>
                    <a:pt x="40" y="97"/>
                    <a:pt x="40" y="97"/>
                  </a:cubicBezTo>
                  <a:cubicBezTo>
                    <a:pt x="40" y="96"/>
                    <a:pt x="40" y="96"/>
                    <a:pt x="40" y="96"/>
                  </a:cubicBezTo>
                  <a:cubicBezTo>
                    <a:pt x="46" y="85"/>
                    <a:pt x="46" y="85"/>
                    <a:pt x="46" y="85"/>
                  </a:cubicBezTo>
                  <a:cubicBezTo>
                    <a:pt x="48" y="86"/>
                    <a:pt x="48" y="86"/>
                    <a:pt x="48" y="86"/>
                  </a:cubicBezTo>
                  <a:cubicBezTo>
                    <a:pt x="48" y="86"/>
                    <a:pt x="48" y="86"/>
                    <a:pt x="48" y="86"/>
                  </a:cubicBezTo>
                  <a:cubicBezTo>
                    <a:pt x="49" y="86"/>
                    <a:pt x="49" y="86"/>
                    <a:pt x="49" y="86"/>
                  </a:cubicBezTo>
                  <a:cubicBezTo>
                    <a:pt x="49" y="85"/>
                    <a:pt x="50" y="85"/>
                    <a:pt x="50" y="85"/>
                  </a:cubicBezTo>
                  <a:cubicBezTo>
                    <a:pt x="51" y="82"/>
                    <a:pt x="53" y="81"/>
                    <a:pt x="54" y="80"/>
                  </a:cubicBezTo>
                  <a:cubicBezTo>
                    <a:pt x="56" y="79"/>
                    <a:pt x="58" y="78"/>
                    <a:pt x="59" y="78"/>
                  </a:cubicBezTo>
                  <a:cubicBezTo>
                    <a:pt x="60" y="77"/>
                    <a:pt x="61" y="77"/>
                    <a:pt x="62" y="77"/>
                  </a:cubicBezTo>
                  <a:cubicBezTo>
                    <a:pt x="73" y="72"/>
                    <a:pt x="81" y="62"/>
                    <a:pt x="84" y="52"/>
                  </a:cubicBezTo>
                  <a:cubicBezTo>
                    <a:pt x="86" y="42"/>
                    <a:pt x="82" y="31"/>
                    <a:pt x="75" y="24"/>
                  </a:cubicBezTo>
                  <a:cubicBezTo>
                    <a:pt x="70" y="18"/>
                    <a:pt x="62" y="15"/>
                    <a:pt x="54" y="15"/>
                  </a:cubicBezTo>
                  <a:moveTo>
                    <a:pt x="24" y="2"/>
                  </a:moveTo>
                  <a:cubicBezTo>
                    <a:pt x="24" y="2"/>
                    <a:pt x="23" y="2"/>
                    <a:pt x="23" y="2"/>
                  </a:cubicBezTo>
                  <a:cubicBezTo>
                    <a:pt x="22" y="2"/>
                    <a:pt x="22" y="3"/>
                    <a:pt x="22" y="4"/>
                  </a:cubicBezTo>
                  <a:cubicBezTo>
                    <a:pt x="24" y="8"/>
                    <a:pt x="27" y="12"/>
                    <a:pt x="30" y="15"/>
                  </a:cubicBezTo>
                  <a:cubicBezTo>
                    <a:pt x="31" y="15"/>
                    <a:pt x="31" y="15"/>
                    <a:pt x="31" y="15"/>
                  </a:cubicBezTo>
                  <a:cubicBezTo>
                    <a:pt x="31" y="15"/>
                    <a:pt x="31" y="15"/>
                    <a:pt x="31" y="15"/>
                  </a:cubicBezTo>
                  <a:cubicBezTo>
                    <a:pt x="32" y="15"/>
                    <a:pt x="32" y="15"/>
                    <a:pt x="32" y="14"/>
                  </a:cubicBezTo>
                  <a:cubicBezTo>
                    <a:pt x="33" y="14"/>
                    <a:pt x="33" y="13"/>
                    <a:pt x="32" y="12"/>
                  </a:cubicBezTo>
                  <a:cubicBezTo>
                    <a:pt x="29" y="10"/>
                    <a:pt x="26" y="7"/>
                    <a:pt x="25" y="3"/>
                  </a:cubicBezTo>
                  <a:cubicBezTo>
                    <a:pt x="25" y="2"/>
                    <a:pt x="24" y="2"/>
                    <a:pt x="24" y="2"/>
                  </a:cubicBezTo>
                  <a:moveTo>
                    <a:pt x="75" y="0"/>
                  </a:moveTo>
                  <a:cubicBezTo>
                    <a:pt x="75" y="0"/>
                    <a:pt x="75" y="0"/>
                    <a:pt x="74" y="1"/>
                  </a:cubicBezTo>
                  <a:cubicBezTo>
                    <a:pt x="68" y="11"/>
                    <a:pt x="68" y="11"/>
                    <a:pt x="68" y="11"/>
                  </a:cubicBezTo>
                  <a:cubicBezTo>
                    <a:pt x="68" y="12"/>
                    <a:pt x="68" y="13"/>
                    <a:pt x="69" y="13"/>
                  </a:cubicBezTo>
                  <a:cubicBezTo>
                    <a:pt x="69" y="13"/>
                    <a:pt x="69" y="13"/>
                    <a:pt x="69" y="13"/>
                  </a:cubicBezTo>
                  <a:cubicBezTo>
                    <a:pt x="69" y="13"/>
                    <a:pt x="69" y="13"/>
                    <a:pt x="70" y="13"/>
                  </a:cubicBezTo>
                  <a:cubicBezTo>
                    <a:pt x="70" y="13"/>
                    <a:pt x="71" y="13"/>
                    <a:pt x="71" y="13"/>
                  </a:cubicBezTo>
                  <a:cubicBezTo>
                    <a:pt x="77" y="2"/>
                    <a:pt x="77" y="2"/>
                    <a:pt x="77" y="2"/>
                  </a:cubicBezTo>
                  <a:cubicBezTo>
                    <a:pt x="77" y="2"/>
                    <a:pt x="77" y="2"/>
                    <a:pt x="77" y="2"/>
                  </a:cubicBezTo>
                  <a:cubicBezTo>
                    <a:pt x="76" y="1"/>
                    <a:pt x="76" y="1"/>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92DBBC7F-B4EC-419B-83FB-820D40F686C6}"/>
                </a:ext>
              </a:extLst>
            </p:cNvPr>
            <p:cNvSpPr>
              <a:spLocks noEditPoints="1"/>
            </p:cNvSpPr>
            <p:nvPr/>
          </p:nvSpPr>
          <p:spPr bwMode="auto">
            <a:xfrm>
              <a:off x="3373438" y="2927350"/>
              <a:ext cx="503238" cy="406400"/>
            </a:xfrm>
            <a:custGeom>
              <a:avLst/>
              <a:gdLst>
                <a:gd name="T0" fmla="*/ 60 w 125"/>
                <a:gd name="T1" fmla="*/ 65 h 101"/>
                <a:gd name="T2" fmla="*/ 59 w 125"/>
                <a:gd name="T3" fmla="*/ 60 h 101"/>
                <a:gd name="T4" fmla="*/ 59 w 125"/>
                <a:gd name="T5" fmla="*/ 58 h 101"/>
                <a:gd name="T6" fmla="*/ 60 w 125"/>
                <a:gd name="T7" fmla="*/ 51 h 101"/>
                <a:gd name="T8" fmla="*/ 64 w 125"/>
                <a:gd name="T9" fmla="*/ 51 h 101"/>
                <a:gd name="T10" fmla="*/ 67 w 125"/>
                <a:gd name="T11" fmla="*/ 56 h 101"/>
                <a:gd name="T12" fmla="*/ 68 w 125"/>
                <a:gd name="T13" fmla="*/ 58 h 101"/>
                <a:gd name="T14" fmla="*/ 62 w 125"/>
                <a:gd name="T15" fmla="*/ 65 h 101"/>
                <a:gd name="T16" fmla="*/ 69 w 125"/>
                <a:gd name="T17" fmla="*/ 64 h 101"/>
                <a:gd name="T18" fmla="*/ 109 w 125"/>
                <a:gd name="T19" fmla="*/ 43 h 101"/>
                <a:gd name="T20" fmla="*/ 120 w 125"/>
                <a:gd name="T21" fmla="*/ 62 h 101"/>
                <a:gd name="T22" fmla="*/ 105 w 125"/>
                <a:gd name="T23" fmla="*/ 85 h 101"/>
                <a:gd name="T24" fmla="*/ 25 w 125"/>
                <a:gd name="T25" fmla="*/ 99 h 101"/>
                <a:gd name="T26" fmla="*/ 11 w 125"/>
                <a:gd name="T27" fmla="*/ 85 h 101"/>
                <a:gd name="T28" fmla="*/ 28 w 125"/>
                <a:gd name="T29" fmla="*/ 63 h 101"/>
                <a:gd name="T30" fmla="*/ 55 w 125"/>
                <a:gd name="T31" fmla="*/ 60 h 101"/>
                <a:gd name="T32" fmla="*/ 59 w 125"/>
                <a:gd name="T33" fmla="*/ 68 h 101"/>
                <a:gd name="T34" fmla="*/ 99 w 125"/>
                <a:gd name="T35" fmla="*/ 11 h 101"/>
                <a:gd name="T36" fmla="*/ 104 w 125"/>
                <a:gd name="T37" fmla="*/ 11 h 101"/>
                <a:gd name="T38" fmla="*/ 107 w 125"/>
                <a:gd name="T39" fmla="*/ 13 h 101"/>
                <a:gd name="T40" fmla="*/ 112 w 125"/>
                <a:gd name="T41" fmla="*/ 24 h 101"/>
                <a:gd name="T42" fmla="*/ 108 w 125"/>
                <a:gd name="T43" fmla="*/ 41 h 101"/>
                <a:gd name="T44" fmla="*/ 70 w 125"/>
                <a:gd name="T45" fmla="*/ 54 h 101"/>
                <a:gd name="T46" fmla="*/ 62 w 125"/>
                <a:gd name="T47" fmla="*/ 48 h 101"/>
                <a:gd name="T48" fmla="*/ 56 w 125"/>
                <a:gd name="T49" fmla="*/ 57 h 101"/>
                <a:gd name="T50" fmla="*/ 28 w 125"/>
                <a:gd name="T51" fmla="*/ 60 h 101"/>
                <a:gd name="T52" fmla="*/ 4 w 125"/>
                <a:gd name="T53" fmla="*/ 45 h 101"/>
                <a:gd name="T54" fmla="*/ 18 w 125"/>
                <a:gd name="T55" fmla="*/ 26 h 101"/>
                <a:gd name="T56" fmla="*/ 89 w 125"/>
                <a:gd name="T57" fmla="*/ 12 h 101"/>
                <a:gd name="T58" fmla="*/ 99 w 125"/>
                <a:gd name="T59" fmla="*/ 11 h 101"/>
                <a:gd name="T60" fmla="*/ 42 w 125"/>
                <a:gd name="T61" fmla="*/ 17 h 101"/>
                <a:gd name="T62" fmla="*/ 48 w 125"/>
                <a:gd name="T63" fmla="*/ 5 h 101"/>
                <a:gd name="T64" fmla="*/ 60 w 125"/>
                <a:gd name="T65" fmla="*/ 3 h 101"/>
                <a:gd name="T66" fmla="*/ 66 w 125"/>
                <a:gd name="T67" fmla="*/ 7 h 101"/>
                <a:gd name="T68" fmla="*/ 42 w 125"/>
                <a:gd name="T69" fmla="*/ 18 h 101"/>
                <a:gd name="T70" fmla="*/ 56 w 125"/>
                <a:gd name="T71" fmla="*/ 0 h 101"/>
                <a:gd name="T72" fmla="*/ 39 w 125"/>
                <a:gd name="T73" fmla="*/ 6 h 101"/>
                <a:gd name="T74" fmla="*/ 39 w 125"/>
                <a:gd name="T75" fmla="*/ 18 h 101"/>
                <a:gd name="T76" fmla="*/ 2 w 125"/>
                <a:gd name="T77" fmla="*/ 33 h 101"/>
                <a:gd name="T78" fmla="*/ 3 w 125"/>
                <a:gd name="T79" fmla="*/ 56 h 101"/>
                <a:gd name="T80" fmla="*/ 3 w 125"/>
                <a:gd name="T81" fmla="*/ 59 h 101"/>
                <a:gd name="T82" fmla="*/ 8 w 125"/>
                <a:gd name="T83" fmla="*/ 86 h 101"/>
                <a:gd name="T84" fmla="*/ 25 w 125"/>
                <a:gd name="T85" fmla="*/ 101 h 101"/>
                <a:gd name="T86" fmla="*/ 106 w 125"/>
                <a:gd name="T87" fmla="*/ 88 h 101"/>
                <a:gd name="T88" fmla="*/ 123 w 125"/>
                <a:gd name="T89" fmla="*/ 62 h 101"/>
                <a:gd name="T90" fmla="*/ 111 w 125"/>
                <a:gd name="T91" fmla="*/ 14 h 101"/>
                <a:gd name="T92" fmla="*/ 107 w 125"/>
                <a:gd name="T93" fmla="*/ 10 h 101"/>
                <a:gd name="T94" fmla="*/ 103 w 125"/>
                <a:gd name="T95" fmla="*/ 8 h 101"/>
                <a:gd name="T96" fmla="*/ 95 w 125"/>
                <a:gd name="T97" fmla="*/ 8 h 101"/>
                <a:gd name="T98" fmla="*/ 81 w 125"/>
                <a:gd name="T99" fmla="*/ 10 h 101"/>
                <a:gd name="T100" fmla="*/ 68 w 125"/>
                <a:gd name="T101" fmla="*/ 6 h 101"/>
                <a:gd name="T102" fmla="*/ 60 w 125"/>
                <a:gd name="T10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5" h="101">
                  <a:moveTo>
                    <a:pt x="62" y="65"/>
                  </a:moveTo>
                  <a:cubicBezTo>
                    <a:pt x="61" y="65"/>
                    <a:pt x="61" y="65"/>
                    <a:pt x="60" y="65"/>
                  </a:cubicBezTo>
                  <a:cubicBezTo>
                    <a:pt x="59" y="64"/>
                    <a:pt x="59" y="63"/>
                    <a:pt x="58" y="62"/>
                  </a:cubicBezTo>
                  <a:cubicBezTo>
                    <a:pt x="58" y="61"/>
                    <a:pt x="58" y="60"/>
                    <a:pt x="59" y="60"/>
                  </a:cubicBezTo>
                  <a:cubicBezTo>
                    <a:pt x="59" y="59"/>
                    <a:pt x="59" y="59"/>
                    <a:pt x="59" y="59"/>
                  </a:cubicBezTo>
                  <a:cubicBezTo>
                    <a:pt x="59" y="59"/>
                    <a:pt x="59" y="58"/>
                    <a:pt x="59" y="58"/>
                  </a:cubicBezTo>
                  <a:cubicBezTo>
                    <a:pt x="59" y="58"/>
                    <a:pt x="59" y="58"/>
                    <a:pt x="59" y="58"/>
                  </a:cubicBezTo>
                  <a:cubicBezTo>
                    <a:pt x="59" y="54"/>
                    <a:pt x="59" y="52"/>
                    <a:pt x="60" y="51"/>
                  </a:cubicBezTo>
                  <a:cubicBezTo>
                    <a:pt x="61" y="51"/>
                    <a:pt x="61" y="51"/>
                    <a:pt x="62" y="51"/>
                  </a:cubicBezTo>
                  <a:cubicBezTo>
                    <a:pt x="63" y="51"/>
                    <a:pt x="63" y="51"/>
                    <a:pt x="64" y="51"/>
                  </a:cubicBezTo>
                  <a:cubicBezTo>
                    <a:pt x="66" y="52"/>
                    <a:pt x="66" y="54"/>
                    <a:pt x="67" y="55"/>
                  </a:cubicBezTo>
                  <a:cubicBezTo>
                    <a:pt x="67" y="55"/>
                    <a:pt x="67" y="56"/>
                    <a:pt x="67" y="56"/>
                  </a:cubicBezTo>
                  <a:cubicBezTo>
                    <a:pt x="67" y="57"/>
                    <a:pt x="67" y="57"/>
                    <a:pt x="67" y="57"/>
                  </a:cubicBezTo>
                  <a:cubicBezTo>
                    <a:pt x="68" y="58"/>
                    <a:pt x="68" y="58"/>
                    <a:pt x="68" y="58"/>
                  </a:cubicBezTo>
                  <a:cubicBezTo>
                    <a:pt x="68" y="59"/>
                    <a:pt x="68" y="61"/>
                    <a:pt x="67" y="62"/>
                  </a:cubicBezTo>
                  <a:cubicBezTo>
                    <a:pt x="66" y="64"/>
                    <a:pt x="64" y="65"/>
                    <a:pt x="62" y="65"/>
                  </a:cubicBezTo>
                  <a:moveTo>
                    <a:pt x="62" y="68"/>
                  </a:moveTo>
                  <a:cubicBezTo>
                    <a:pt x="65" y="68"/>
                    <a:pt x="68" y="67"/>
                    <a:pt x="69" y="64"/>
                  </a:cubicBezTo>
                  <a:cubicBezTo>
                    <a:pt x="70" y="62"/>
                    <a:pt x="71" y="60"/>
                    <a:pt x="71" y="58"/>
                  </a:cubicBezTo>
                  <a:cubicBezTo>
                    <a:pt x="84" y="54"/>
                    <a:pt x="97" y="49"/>
                    <a:pt x="109" y="43"/>
                  </a:cubicBezTo>
                  <a:cubicBezTo>
                    <a:pt x="111" y="42"/>
                    <a:pt x="113" y="41"/>
                    <a:pt x="115" y="40"/>
                  </a:cubicBezTo>
                  <a:cubicBezTo>
                    <a:pt x="120" y="62"/>
                    <a:pt x="120" y="62"/>
                    <a:pt x="120" y="62"/>
                  </a:cubicBezTo>
                  <a:cubicBezTo>
                    <a:pt x="121" y="68"/>
                    <a:pt x="122" y="73"/>
                    <a:pt x="120" y="77"/>
                  </a:cubicBezTo>
                  <a:cubicBezTo>
                    <a:pt x="117" y="82"/>
                    <a:pt x="111" y="84"/>
                    <a:pt x="105" y="85"/>
                  </a:cubicBezTo>
                  <a:cubicBezTo>
                    <a:pt x="81" y="90"/>
                    <a:pt x="56" y="94"/>
                    <a:pt x="32" y="98"/>
                  </a:cubicBezTo>
                  <a:cubicBezTo>
                    <a:pt x="30" y="98"/>
                    <a:pt x="27" y="99"/>
                    <a:pt x="25" y="99"/>
                  </a:cubicBezTo>
                  <a:cubicBezTo>
                    <a:pt x="21" y="99"/>
                    <a:pt x="18" y="98"/>
                    <a:pt x="16" y="96"/>
                  </a:cubicBezTo>
                  <a:cubicBezTo>
                    <a:pt x="13" y="93"/>
                    <a:pt x="12" y="89"/>
                    <a:pt x="11" y="85"/>
                  </a:cubicBezTo>
                  <a:cubicBezTo>
                    <a:pt x="9" y="77"/>
                    <a:pt x="8" y="68"/>
                    <a:pt x="6" y="60"/>
                  </a:cubicBezTo>
                  <a:cubicBezTo>
                    <a:pt x="13" y="62"/>
                    <a:pt x="20" y="63"/>
                    <a:pt x="28" y="63"/>
                  </a:cubicBezTo>
                  <a:cubicBezTo>
                    <a:pt x="29" y="63"/>
                    <a:pt x="30" y="63"/>
                    <a:pt x="31" y="63"/>
                  </a:cubicBezTo>
                  <a:cubicBezTo>
                    <a:pt x="39" y="63"/>
                    <a:pt x="47" y="62"/>
                    <a:pt x="55" y="60"/>
                  </a:cubicBezTo>
                  <a:cubicBezTo>
                    <a:pt x="55" y="61"/>
                    <a:pt x="55" y="62"/>
                    <a:pt x="55" y="63"/>
                  </a:cubicBezTo>
                  <a:cubicBezTo>
                    <a:pt x="56" y="65"/>
                    <a:pt x="57" y="67"/>
                    <a:pt x="59" y="68"/>
                  </a:cubicBezTo>
                  <a:cubicBezTo>
                    <a:pt x="60" y="68"/>
                    <a:pt x="61" y="68"/>
                    <a:pt x="62" y="68"/>
                  </a:cubicBezTo>
                  <a:moveTo>
                    <a:pt x="99" y="11"/>
                  </a:moveTo>
                  <a:cubicBezTo>
                    <a:pt x="99" y="11"/>
                    <a:pt x="100" y="11"/>
                    <a:pt x="100" y="11"/>
                  </a:cubicBezTo>
                  <a:cubicBezTo>
                    <a:pt x="101" y="11"/>
                    <a:pt x="103" y="11"/>
                    <a:pt x="104" y="11"/>
                  </a:cubicBezTo>
                  <a:cubicBezTo>
                    <a:pt x="104" y="11"/>
                    <a:pt x="104" y="12"/>
                    <a:pt x="104" y="12"/>
                  </a:cubicBezTo>
                  <a:cubicBezTo>
                    <a:pt x="105" y="12"/>
                    <a:pt x="106" y="13"/>
                    <a:pt x="107" y="13"/>
                  </a:cubicBezTo>
                  <a:cubicBezTo>
                    <a:pt x="107" y="14"/>
                    <a:pt x="108" y="15"/>
                    <a:pt x="108" y="16"/>
                  </a:cubicBezTo>
                  <a:cubicBezTo>
                    <a:pt x="110" y="18"/>
                    <a:pt x="111" y="21"/>
                    <a:pt x="112" y="24"/>
                  </a:cubicBezTo>
                  <a:cubicBezTo>
                    <a:pt x="114" y="36"/>
                    <a:pt x="114" y="36"/>
                    <a:pt x="114" y="36"/>
                  </a:cubicBezTo>
                  <a:cubicBezTo>
                    <a:pt x="113" y="38"/>
                    <a:pt x="111" y="39"/>
                    <a:pt x="108" y="41"/>
                  </a:cubicBezTo>
                  <a:cubicBezTo>
                    <a:pt x="96" y="46"/>
                    <a:pt x="83" y="51"/>
                    <a:pt x="70" y="55"/>
                  </a:cubicBezTo>
                  <a:cubicBezTo>
                    <a:pt x="70" y="54"/>
                    <a:pt x="70" y="54"/>
                    <a:pt x="70" y="54"/>
                  </a:cubicBezTo>
                  <a:cubicBezTo>
                    <a:pt x="69" y="51"/>
                    <a:pt x="67" y="50"/>
                    <a:pt x="66" y="49"/>
                  </a:cubicBezTo>
                  <a:cubicBezTo>
                    <a:pt x="64" y="48"/>
                    <a:pt x="63" y="48"/>
                    <a:pt x="62" y="48"/>
                  </a:cubicBezTo>
                  <a:cubicBezTo>
                    <a:pt x="61" y="48"/>
                    <a:pt x="60" y="48"/>
                    <a:pt x="59" y="49"/>
                  </a:cubicBezTo>
                  <a:cubicBezTo>
                    <a:pt x="56" y="51"/>
                    <a:pt x="56" y="54"/>
                    <a:pt x="56" y="57"/>
                  </a:cubicBezTo>
                  <a:cubicBezTo>
                    <a:pt x="48" y="59"/>
                    <a:pt x="39" y="60"/>
                    <a:pt x="30" y="60"/>
                  </a:cubicBezTo>
                  <a:cubicBezTo>
                    <a:pt x="30" y="60"/>
                    <a:pt x="29" y="60"/>
                    <a:pt x="28" y="60"/>
                  </a:cubicBezTo>
                  <a:cubicBezTo>
                    <a:pt x="20" y="60"/>
                    <a:pt x="12" y="59"/>
                    <a:pt x="6" y="57"/>
                  </a:cubicBezTo>
                  <a:cubicBezTo>
                    <a:pt x="5" y="53"/>
                    <a:pt x="5" y="49"/>
                    <a:pt x="4" y="45"/>
                  </a:cubicBezTo>
                  <a:cubicBezTo>
                    <a:pt x="4" y="41"/>
                    <a:pt x="3" y="37"/>
                    <a:pt x="5" y="34"/>
                  </a:cubicBezTo>
                  <a:cubicBezTo>
                    <a:pt x="7" y="29"/>
                    <a:pt x="13" y="28"/>
                    <a:pt x="18" y="26"/>
                  </a:cubicBezTo>
                  <a:cubicBezTo>
                    <a:pt x="40" y="21"/>
                    <a:pt x="62" y="16"/>
                    <a:pt x="84" y="13"/>
                  </a:cubicBezTo>
                  <a:cubicBezTo>
                    <a:pt x="85" y="13"/>
                    <a:pt x="87" y="12"/>
                    <a:pt x="89" y="12"/>
                  </a:cubicBezTo>
                  <a:cubicBezTo>
                    <a:pt x="91" y="12"/>
                    <a:pt x="93" y="11"/>
                    <a:pt x="95" y="11"/>
                  </a:cubicBezTo>
                  <a:cubicBezTo>
                    <a:pt x="96" y="11"/>
                    <a:pt x="98" y="11"/>
                    <a:pt x="99" y="11"/>
                  </a:cubicBezTo>
                  <a:moveTo>
                    <a:pt x="42" y="18"/>
                  </a:moveTo>
                  <a:cubicBezTo>
                    <a:pt x="42" y="17"/>
                    <a:pt x="42" y="17"/>
                    <a:pt x="42" y="17"/>
                  </a:cubicBezTo>
                  <a:cubicBezTo>
                    <a:pt x="41" y="14"/>
                    <a:pt x="40" y="10"/>
                    <a:pt x="42" y="8"/>
                  </a:cubicBezTo>
                  <a:cubicBezTo>
                    <a:pt x="43" y="6"/>
                    <a:pt x="45" y="6"/>
                    <a:pt x="48" y="5"/>
                  </a:cubicBezTo>
                  <a:cubicBezTo>
                    <a:pt x="57" y="3"/>
                    <a:pt x="57" y="3"/>
                    <a:pt x="57" y="3"/>
                  </a:cubicBezTo>
                  <a:cubicBezTo>
                    <a:pt x="58" y="3"/>
                    <a:pt x="59" y="3"/>
                    <a:pt x="60" y="3"/>
                  </a:cubicBezTo>
                  <a:cubicBezTo>
                    <a:pt x="61" y="3"/>
                    <a:pt x="62" y="3"/>
                    <a:pt x="62" y="3"/>
                  </a:cubicBezTo>
                  <a:cubicBezTo>
                    <a:pt x="64" y="3"/>
                    <a:pt x="65" y="5"/>
                    <a:pt x="66" y="7"/>
                  </a:cubicBezTo>
                  <a:cubicBezTo>
                    <a:pt x="66" y="9"/>
                    <a:pt x="66" y="11"/>
                    <a:pt x="66" y="13"/>
                  </a:cubicBezTo>
                  <a:cubicBezTo>
                    <a:pt x="58" y="14"/>
                    <a:pt x="50" y="16"/>
                    <a:pt x="42" y="18"/>
                  </a:cubicBezTo>
                  <a:moveTo>
                    <a:pt x="60" y="0"/>
                  </a:moveTo>
                  <a:cubicBezTo>
                    <a:pt x="59" y="0"/>
                    <a:pt x="57" y="0"/>
                    <a:pt x="56" y="0"/>
                  </a:cubicBezTo>
                  <a:cubicBezTo>
                    <a:pt x="47" y="2"/>
                    <a:pt x="47" y="2"/>
                    <a:pt x="47" y="2"/>
                  </a:cubicBezTo>
                  <a:cubicBezTo>
                    <a:pt x="45" y="3"/>
                    <a:pt x="41" y="4"/>
                    <a:pt x="39" y="6"/>
                  </a:cubicBezTo>
                  <a:cubicBezTo>
                    <a:pt x="37" y="10"/>
                    <a:pt x="38" y="14"/>
                    <a:pt x="39" y="18"/>
                  </a:cubicBezTo>
                  <a:cubicBezTo>
                    <a:pt x="39" y="18"/>
                    <a:pt x="39" y="18"/>
                    <a:pt x="39" y="18"/>
                  </a:cubicBezTo>
                  <a:cubicBezTo>
                    <a:pt x="32" y="20"/>
                    <a:pt x="25" y="22"/>
                    <a:pt x="18" y="23"/>
                  </a:cubicBezTo>
                  <a:cubicBezTo>
                    <a:pt x="11" y="25"/>
                    <a:pt x="5" y="27"/>
                    <a:pt x="2" y="33"/>
                  </a:cubicBezTo>
                  <a:cubicBezTo>
                    <a:pt x="0" y="36"/>
                    <a:pt x="1" y="41"/>
                    <a:pt x="1" y="45"/>
                  </a:cubicBezTo>
                  <a:cubicBezTo>
                    <a:pt x="2" y="49"/>
                    <a:pt x="2" y="52"/>
                    <a:pt x="3" y="56"/>
                  </a:cubicBezTo>
                  <a:cubicBezTo>
                    <a:pt x="2" y="57"/>
                    <a:pt x="2" y="57"/>
                    <a:pt x="2" y="57"/>
                  </a:cubicBezTo>
                  <a:cubicBezTo>
                    <a:pt x="2" y="57"/>
                    <a:pt x="2" y="58"/>
                    <a:pt x="3" y="59"/>
                  </a:cubicBezTo>
                  <a:cubicBezTo>
                    <a:pt x="3" y="59"/>
                    <a:pt x="3" y="59"/>
                    <a:pt x="3" y="59"/>
                  </a:cubicBezTo>
                  <a:cubicBezTo>
                    <a:pt x="5" y="68"/>
                    <a:pt x="6" y="77"/>
                    <a:pt x="8" y="86"/>
                  </a:cubicBezTo>
                  <a:cubicBezTo>
                    <a:pt x="9" y="90"/>
                    <a:pt x="11" y="95"/>
                    <a:pt x="14" y="98"/>
                  </a:cubicBezTo>
                  <a:cubicBezTo>
                    <a:pt x="17" y="100"/>
                    <a:pt x="20" y="101"/>
                    <a:pt x="25" y="101"/>
                  </a:cubicBezTo>
                  <a:cubicBezTo>
                    <a:pt x="28" y="101"/>
                    <a:pt x="30" y="101"/>
                    <a:pt x="32" y="101"/>
                  </a:cubicBezTo>
                  <a:cubicBezTo>
                    <a:pt x="57" y="97"/>
                    <a:pt x="82" y="93"/>
                    <a:pt x="106" y="88"/>
                  </a:cubicBezTo>
                  <a:cubicBezTo>
                    <a:pt x="112" y="86"/>
                    <a:pt x="119" y="85"/>
                    <a:pt x="123" y="79"/>
                  </a:cubicBezTo>
                  <a:cubicBezTo>
                    <a:pt x="125" y="74"/>
                    <a:pt x="124" y="68"/>
                    <a:pt x="123" y="62"/>
                  </a:cubicBezTo>
                  <a:cubicBezTo>
                    <a:pt x="114" y="24"/>
                    <a:pt x="114" y="24"/>
                    <a:pt x="114" y="24"/>
                  </a:cubicBezTo>
                  <a:cubicBezTo>
                    <a:pt x="114" y="20"/>
                    <a:pt x="113" y="17"/>
                    <a:pt x="111" y="14"/>
                  </a:cubicBezTo>
                  <a:cubicBezTo>
                    <a:pt x="111" y="13"/>
                    <a:pt x="110" y="12"/>
                    <a:pt x="109" y="12"/>
                  </a:cubicBezTo>
                  <a:cubicBezTo>
                    <a:pt x="109" y="11"/>
                    <a:pt x="108" y="10"/>
                    <a:pt x="107" y="10"/>
                  </a:cubicBezTo>
                  <a:cubicBezTo>
                    <a:pt x="106" y="9"/>
                    <a:pt x="106" y="9"/>
                    <a:pt x="105" y="9"/>
                  </a:cubicBezTo>
                  <a:cubicBezTo>
                    <a:pt x="105" y="9"/>
                    <a:pt x="104" y="8"/>
                    <a:pt x="103" y="8"/>
                  </a:cubicBezTo>
                  <a:cubicBezTo>
                    <a:pt x="102" y="8"/>
                    <a:pt x="101" y="8"/>
                    <a:pt x="100" y="8"/>
                  </a:cubicBezTo>
                  <a:cubicBezTo>
                    <a:pt x="98" y="8"/>
                    <a:pt x="96" y="8"/>
                    <a:pt x="95" y="8"/>
                  </a:cubicBezTo>
                  <a:cubicBezTo>
                    <a:pt x="91" y="9"/>
                    <a:pt x="88" y="9"/>
                    <a:pt x="85" y="10"/>
                  </a:cubicBezTo>
                  <a:cubicBezTo>
                    <a:pt x="83" y="10"/>
                    <a:pt x="82" y="10"/>
                    <a:pt x="81" y="10"/>
                  </a:cubicBezTo>
                  <a:cubicBezTo>
                    <a:pt x="77" y="11"/>
                    <a:pt x="73" y="12"/>
                    <a:pt x="69" y="12"/>
                  </a:cubicBezTo>
                  <a:cubicBezTo>
                    <a:pt x="69" y="10"/>
                    <a:pt x="69" y="8"/>
                    <a:pt x="68" y="6"/>
                  </a:cubicBezTo>
                  <a:cubicBezTo>
                    <a:pt x="68" y="3"/>
                    <a:pt x="66"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CB5BAD93-644D-4746-ACDF-7FFA9DCD349A}"/>
                </a:ext>
              </a:extLst>
            </p:cNvPr>
            <p:cNvSpPr>
              <a:spLocks noEditPoints="1"/>
            </p:cNvSpPr>
            <p:nvPr/>
          </p:nvSpPr>
          <p:spPr bwMode="auto">
            <a:xfrm>
              <a:off x="3475038" y="3711575"/>
              <a:ext cx="554038" cy="393700"/>
            </a:xfrm>
            <a:custGeom>
              <a:avLst/>
              <a:gdLst>
                <a:gd name="T0" fmla="*/ 94 w 138"/>
                <a:gd name="T1" fmla="*/ 61 h 98"/>
                <a:gd name="T2" fmla="*/ 28 w 138"/>
                <a:gd name="T3" fmla="*/ 29 h 98"/>
                <a:gd name="T4" fmla="*/ 50 w 138"/>
                <a:gd name="T5" fmla="*/ 79 h 98"/>
                <a:gd name="T6" fmla="*/ 99 w 138"/>
                <a:gd name="T7" fmla="*/ 61 h 98"/>
                <a:gd name="T8" fmla="*/ 29 w 138"/>
                <a:gd name="T9" fmla="*/ 28 h 98"/>
                <a:gd name="T10" fmla="*/ 38 w 138"/>
                <a:gd name="T11" fmla="*/ 97 h 98"/>
                <a:gd name="T12" fmla="*/ 82 w 138"/>
                <a:gd name="T13" fmla="*/ 82 h 98"/>
                <a:gd name="T14" fmla="*/ 138 w 138"/>
                <a:gd name="T15" fmla="*/ 61 h 98"/>
                <a:gd name="T16" fmla="*/ 15 w 138"/>
                <a:gd name="T17" fmla="*/ 5 h 98"/>
                <a:gd name="T18" fmla="*/ 20 w 138"/>
                <a:gd name="T19" fmla="*/ 19 h 98"/>
                <a:gd name="T20" fmla="*/ 23 w 138"/>
                <a:gd name="T21" fmla="*/ 19 h 98"/>
                <a:gd name="T22" fmla="*/ 26 w 138"/>
                <a:gd name="T23" fmla="*/ 21 h 98"/>
                <a:gd name="T24" fmla="*/ 29 w 138"/>
                <a:gd name="T25" fmla="*/ 22 h 98"/>
                <a:gd name="T26" fmla="*/ 32 w 138"/>
                <a:gd name="T27" fmla="*/ 23 h 98"/>
                <a:gd name="T28" fmla="*/ 35 w 138"/>
                <a:gd name="T29" fmla="*/ 24 h 98"/>
                <a:gd name="T30" fmla="*/ 41 w 138"/>
                <a:gd name="T31" fmla="*/ 19 h 98"/>
                <a:gd name="T32" fmla="*/ 40 w 138"/>
                <a:gd name="T33" fmla="*/ 28 h 98"/>
                <a:gd name="T34" fmla="*/ 44 w 138"/>
                <a:gd name="T35" fmla="*/ 20 h 98"/>
                <a:gd name="T36" fmla="*/ 45 w 138"/>
                <a:gd name="T37" fmla="*/ 30 h 98"/>
                <a:gd name="T38" fmla="*/ 48 w 138"/>
                <a:gd name="T39" fmla="*/ 31 h 98"/>
                <a:gd name="T40" fmla="*/ 53 w 138"/>
                <a:gd name="T41" fmla="*/ 24 h 98"/>
                <a:gd name="T42" fmla="*/ 51 w 138"/>
                <a:gd name="T43" fmla="*/ 33 h 98"/>
                <a:gd name="T44" fmla="*/ 56 w 138"/>
                <a:gd name="T45" fmla="*/ 25 h 98"/>
                <a:gd name="T46" fmla="*/ 59 w 138"/>
                <a:gd name="T47" fmla="*/ 26 h 98"/>
                <a:gd name="T48" fmla="*/ 57 w 138"/>
                <a:gd name="T49" fmla="*/ 36 h 98"/>
                <a:gd name="T50" fmla="*/ 62 w 138"/>
                <a:gd name="T51" fmla="*/ 27 h 98"/>
                <a:gd name="T52" fmla="*/ 63 w 138"/>
                <a:gd name="T53" fmla="*/ 37 h 98"/>
                <a:gd name="T54" fmla="*/ 65 w 138"/>
                <a:gd name="T55" fmla="*/ 38 h 98"/>
                <a:gd name="T56" fmla="*/ 71 w 138"/>
                <a:gd name="T57" fmla="*/ 32 h 98"/>
                <a:gd name="T58" fmla="*/ 70 w 138"/>
                <a:gd name="T59" fmla="*/ 41 h 98"/>
                <a:gd name="T60" fmla="*/ 78 w 138"/>
                <a:gd name="T61" fmla="*/ 35 h 98"/>
                <a:gd name="T62" fmla="*/ 76 w 138"/>
                <a:gd name="T63" fmla="*/ 44 h 98"/>
                <a:gd name="T64" fmla="*/ 81 w 138"/>
                <a:gd name="T65" fmla="*/ 36 h 98"/>
                <a:gd name="T66" fmla="*/ 86 w 138"/>
                <a:gd name="T67" fmla="*/ 39 h 98"/>
                <a:gd name="T68" fmla="*/ 84 w 138"/>
                <a:gd name="T69" fmla="*/ 48 h 98"/>
                <a:gd name="T70" fmla="*/ 92 w 138"/>
                <a:gd name="T71" fmla="*/ 41 h 98"/>
                <a:gd name="T72" fmla="*/ 89 w 138"/>
                <a:gd name="T73" fmla="*/ 50 h 98"/>
                <a:gd name="T74" fmla="*/ 94 w 138"/>
                <a:gd name="T75" fmla="*/ 43 h 98"/>
                <a:gd name="T76" fmla="*/ 97 w 138"/>
                <a:gd name="T77" fmla="*/ 45 h 98"/>
                <a:gd name="T78" fmla="*/ 97 w 138"/>
                <a:gd name="T79" fmla="*/ 53 h 98"/>
                <a:gd name="T80" fmla="*/ 105 w 138"/>
                <a:gd name="T81" fmla="*/ 46 h 98"/>
                <a:gd name="T82" fmla="*/ 103 w 138"/>
                <a:gd name="T83" fmla="*/ 56 h 98"/>
                <a:gd name="T84" fmla="*/ 107 w 138"/>
                <a:gd name="T85" fmla="*/ 48 h 98"/>
                <a:gd name="T86" fmla="*/ 109 w 138"/>
                <a:gd name="T87" fmla="*/ 58 h 98"/>
                <a:gd name="T88" fmla="*/ 113 w 138"/>
                <a:gd name="T89" fmla="*/ 50 h 98"/>
                <a:gd name="T90" fmla="*/ 115 w 138"/>
                <a:gd name="T91" fmla="*/ 60 h 98"/>
                <a:gd name="T92" fmla="*/ 118 w 138"/>
                <a:gd name="T93" fmla="*/ 53 h 98"/>
                <a:gd name="T94" fmla="*/ 16 w 138"/>
                <a:gd name="T95" fmla="*/ 33 h 98"/>
                <a:gd name="T96" fmla="*/ 1 w 138"/>
                <a:gd name="T97" fmla="*/ 0 h 98"/>
                <a:gd name="T98" fmla="*/ 0 w 138"/>
                <a:gd name="T99" fmla="*/ 2 h 98"/>
                <a:gd name="T100" fmla="*/ 1 w 138"/>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8" h="98">
                  <a:moveTo>
                    <a:pt x="51" y="76"/>
                  </a:moveTo>
                  <a:cubicBezTo>
                    <a:pt x="32" y="33"/>
                    <a:pt x="32" y="33"/>
                    <a:pt x="32" y="33"/>
                  </a:cubicBezTo>
                  <a:cubicBezTo>
                    <a:pt x="94" y="61"/>
                    <a:pt x="94" y="61"/>
                    <a:pt x="94" y="61"/>
                  </a:cubicBezTo>
                  <a:cubicBezTo>
                    <a:pt x="51" y="76"/>
                    <a:pt x="51" y="76"/>
                    <a:pt x="51" y="76"/>
                  </a:cubicBezTo>
                  <a:moveTo>
                    <a:pt x="29" y="28"/>
                  </a:moveTo>
                  <a:cubicBezTo>
                    <a:pt x="29" y="28"/>
                    <a:pt x="28" y="28"/>
                    <a:pt x="28" y="29"/>
                  </a:cubicBezTo>
                  <a:cubicBezTo>
                    <a:pt x="28" y="29"/>
                    <a:pt x="28" y="30"/>
                    <a:pt x="28" y="30"/>
                  </a:cubicBezTo>
                  <a:cubicBezTo>
                    <a:pt x="49" y="78"/>
                    <a:pt x="49" y="78"/>
                    <a:pt x="49" y="78"/>
                  </a:cubicBezTo>
                  <a:cubicBezTo>
                    <a:pt x="49" y="79"/>
                    <a:pt x="49" y="79"/>
                    <a:pt x="50" y="79"/>
                  </a:cubicBezTo>
                  <a:cubicBezTo>
                    <a:pt x="51" y="79"/>
                    <a:pt x="51" y="79"/>
                    <a:pt x="51" y="79"/>
                  </a:cubicBezTo>
                  <a:cubicBezTo>
                    <a:pt x="98" y="62"/>
                    <a:pt x="98" y="62"/>
                    <a:pt x="98" y="62"/>
                  </a:cubicBezTo>
                  <a:cubicBezTo>
                    <a:pt x="99" y="62"/>
                    <a:pt x="99" y="61"/>
                    <a:pt x="99" y="61"/>
                  </a:cubicBezTo>
                  <a:cubicBezTo>
                    <a:pt x="99" y="60"/>
                    <a:pt x="99" y="60"/>
                    <a:pt x="98" y="59"/>
                  </a:cubicBezTo>
                  <a:cubicBezTo>
                    <a:pt x="30" y="28"/>
                    <a:pt x="30" y="28"/>
                    <a:pt x="30" y="28"/>
                  </a:cubicBezTo>
                  <a:cubicBezTo>
                    <a:pt x="30" y="28"/>
                    <a:pt x="29" y="28"/>
                    <a:pt x="29" y="28"/>
                  </a:cubicBezTo>
                  <a:moveTo>
                    <a:pt x="1" y="5"/>
                  </a:moveTo>
                  <a:cubicBezTo>
                    <a:pt x="6" y="15"/>
                    <a:pt x="9" y="25"/>
                    <a:pt x="13" y="34"/>
                  </a:cubicBezTo>
                  <a:cubicBezTo>
                    <a:pt x="38" y="97"/>
                    <a:pt x="38" y="97"/>
                    <a:pt x="38" y="97"/>
                  </a:cubicBezTo>
                  <a:cubicBezTo>
                    <a:pt x="38" y="98"/>
                    <a:pt x="39" y="98"/>
                    <a:pt x="39" y="98"/>
                  </a:cubicBezTo>
                  <a:cubicBezTo>
                    <a:pt x="40" y="98"/>
                    <a:pt x="40" y="98"/>
                    <a:pt x="40" y="98"/>
                  </a:cubicBezTo>
                  <a:cubicBezTo>
                    <a:pt x="82" y="82"/>
                    <a:pt x="82" y="82"/>
                    <a:pt x="82" y="82"/>
                  </a:cubicBezTo>
                  <a:cubicBezTo>
                    <a:pt x="87" y="80"/>
                    <a:pt x="87" y="80"/>
                    <a:pt x="87" y="80"/>
                  </a:cubicBezTo>
                  <a:cubicBezTo>
                    <a:pt x="137" y="62"/>
                    <a:pt x="137" y="62"/>
                    <a:pt x="137" y="62"/>
                  </a:cubicBezTo>
                  <a:cubicBezTo>
                    <a:pt x="137" y="62"/>
                    <a:pt x="138" y="61"/>
                    <a:pt x="138" y="61"/>
                  </a:cubicBezTo>
                  <a:cubicBezTo>
                    <a:pt x="138" y="60"/>
                    <a:pt x="138" y="60"/>
                    <a:pt x="137" y="59"/>
                  </a:cubicBezTo>
                  <a:cubicBezTo>
                    <a:pt x="121" y="50"/>
                    <a:pt x="103" y="42"/>
                    <a:pt x="88" y="36"/>
                  </a:cubicBezTo>
                  <a:cubicBezTo>
                    <a:pt x="62" y="24"/>
                    <a:pt x="38" y="14"/>
                    <a:pt x="15" y="5"/>
                  </a:cubicBezTo>
                  <a:cubicBezTo>
                    <a:pt x="7" y="5"/>
                    <a:pt x="7" y="5"/>
                    <a:pt x="7" y="5"/>
                  </a:cubicBezTo>
                  <a:cubicBezTo>
                    <a:pt x="12" y="7"/>
                    <a:pt x="17" y="9"/>
                    <a:pt x="22" y="11"/>
                  </a:cubicBezTo>
                  <a:cubicBezTo>
                    <a:pt x="20" y="19"/>
                    <a:pt x="20" y="19"/>
                    <a:pt x="20" y="19"/>
                  </a:cubicBezTo>
                  <a:cubicBezTo>
                    <a:pt x="20" y="19"/>
                    <a:pt x="20" y="20"/>
                    <a:pt x="21" y="20"/>
                  </a:cubicBezTo>
                  <a:cubicBezTo>
                    <a:pt x="21" y="21"/>
                    <a:pt x="21" y="21"/>
                    <a:pt x="21" y="21"/>
                  </a:cubicBezTo>
                  <a:cubicBezTo>
                    <a:pt x="22" y="21"/>
                    <a:pt x="22" y="20"/>
                    <a:pt x="23" y="19"/>
                  </a:cubicBezTo>
                  <a:cubicBezTo>
                    <a:pt x="25" y="12"/>
                    <a:pt x="25" y="12"/>
                    <a:pt x="25" y="12"/>
                  </a:cubicBezTo>
                  <a:cubicBezTo>
                    <a:pt x="26" y="13"/>
                    <a:pt x="27" y="13"/>
                    <a:pt x="29" y="14"/>
                  </a:cubicBezTo>
                  <a:cubicBezTo>
                    <a:pt x="26" y="21"/>
                    <a:pt x="26" y="21"/>
                    <a:pt x="26" y="21"/>
                  </a:cubicBezTo>
                  <a:cubicBezTo>
                    <a:pt x="26" y="22"/>
                    <a:pt x="26" y="22"/>
                    <a:pt x="27" y="23"/>
                  </a:cubicBezTo>
                  <a:cubicBezTo>
                    <a:pt x="27" y="23"/>
                    <a:pt x="27" y="23"/>
                    <a:pt x="27" y="23"/>
                  </a:cubicBezTo>
                  <a:cubicBezTo>
                    <a:pt x="28" y="23"/>
                    <a:pt x="28" y="22"/>
                    <a:pt x="29" y="22"/>
                  </a:cubicBezTo>
                  <a:cubicBezTo>
                    <a:pt x="31" y="15"/>
                    <a:pt x="31" y="15"/>
                    <a:pt x="31" y="15"/>
                  </a:cubicBezTo>
                  <a:cubicBezTo>
                    <a:pt x="33" y="15"/>
                    <a:pt x="34" y="16"/>
                    <a:pt x="35" y="16"/>
                  </a:cubicBezTo>
                  <a:cubicBezTo>
                    <a:pt x="32" y="23"/>
                    <a:pt x="32" y="23"/>
                    <a:pt x="32" y="23"/>
                  </a:cubicBezTo>
                  <a:cubicBezTo>
                    <a:pt x="32" y="23"/>
                    <a:pt x="32" y="24"/>
                    <a:pt x="33" y="25"/>
                  </a:cubicBezTo>
                  <a:cubicBezTo>
                    <a:pt x="34" y="25"/>
                    <a:pt x="34" y="25"/>
                    <a:pt x="34" y="25"/>
                  </a:cubicBezTo>
                  <a:cubicBezTo>
                    <a:pt x="34" y="25"/>
                    <a:pt x="35" y="24"/>
                    <a:pt x="35" y="24"/>
                  </a:cubicBezTo>
                  <a:cubicBezTo>
                    <a:pt x="38" y="17"/>
                    <a:pt x="38" y="17"/>
                    <a:pt x="38" y="17"/>
                  </a:cubicBezTo>
                  <a:cubicBezTo>
                    <a:pt x="39" y="18"/>
                    <a:pt x="40" y="18"/>
                    <a:pt x="42" y="19"/>
                  </a:cubicBezTo>
                  <a:cubicBezTo>
                    <a:pt x="41" y="19"/>
                    <a:pt x="41" y="19"/>
                    <a:pt x="41" y="19"/>
                  </a:cubicBezTo>
                  <a:cubicBezTo>
                    <a:pt x="39" y="26"/>
                    <a:pt x="39" y="26"/>
                    <a:pt x="39" y="26"/>
                  </a:cubicBezTo>
                  <a:cubicBezTo>
                    <a:pt x="38" y="27"/>
                    <a:pt x="39" y="28"/>
                    <a:pt x="39" y="28"/>
                  </a:cubicBezTo>
                  <a:cubicBezTo>
                    <a:pt x="40" y="28"/>
                    <a:pt x="40" y="28"/>
                    <a:pt x="40" y="28"/>
                  </a:cubicBezTo>
                  <a:cubicBezTo>
                    <a:pt x="40" y="28"/>
                    <a:pt x="41" y="28"/>
                    <a:pt x="41" y="28"/>
                  </a:cubicBezTo>
                  <a:cubicBezTo>
                    <a:pt x="44" y="20"/>
                    <a:pt x="44" y="20"/>
                    <a:pt x="44" y="20"/>
                  </a:cubicBezTo>
                  <a:cubicBezTo>
                    <a:pt x="44" y="20"/>
                    <a:pt x="44" y="20"/>
                    <a:pt x="44" y="20"/>
                  </a:cubicBezTo>
                  <a:cubicBezTo>
                    <a:pt x="46" y="21"/>
                    <a:pt x="47" y="21"/>
                    <a:pt x="48" y="22"/>
                  </a:cubicBezTo>
                  <a:cubicBezTo>
                    <a:pt x="48" y="22"/>
                    <a:pt x="48" y="22"/>
                    <a:pt x="48" y="22"/>
                  </a:cubicBezTo>
                  <a:cubicBezTo>
                    <a:pt x="45" y="30"/>
                    <a:pt x="45" y="30"/>
                    <a:pt x="45" y="30"/>
                  </a:cubicBezTo>
                  <a:cubicBezTo>
                    <a:pt x="45" y="30"/>
                    <a:pt x="45" y="31"/>
                    <a:pt x="46" y="32"/>
                  </a:cubicBezTo>
                  <a:cubicBezTo>
                    <a:pt x="46" y="32"/>
                    <a:pt x="46" y="32"/>
                    <a:pt x="46" y="32"/>
                  </a:cubicBezTo>
                  <a:cubicBezTo>
                    <a:pt x="47" y="32"/>
                    <a:pt x="47" y="31"/>
                    <a:pt x="48" y="31"/>
                  </a:cubicBezTo>
                  <a:cubicBezTo>
                    <a:pt x="50" y="23"/>
                    <a:pt x="50" y="23"/>
                    <a:pt x="50" y="23"/>
                  </a:cubicBezTo>
                  <a:cubicBezTo>
                    <a:pt x="50" y="23"/>
                    <a:pt x="50" y="23"/>
                    <a:pt x="50" y="23"/>
                  </a:cubicBezTo>
                  <a:cubicBezTo>
                    <a:pt x="51" y="23"/>
                    <a:pt x="52" y="23"/>
                    <a:pt x="53" y="24"/>
                  </a:cubicBezTo>
                  <a:cubicBezTo>
                    <a:pt x="53" y="24"/>
                    <a:pt x="53" y="24"/>
                    <a:pt x="53" y="24"/>
                  </a:cubicBezTo>
                  <a:cubicBezTo>
                    <a:pt x="50" y="31"/>
                    <a:pt x="50" y="31"/>
                    <a:pt x="50" y="31"/>
                  </a:cubicBezTo>
                  <a:cubicBezTo>
                    <a:pt x="50" y="31"/>
                    <a:pt x="50" y="32"/>
                    <a:pt x="51" y="33"/>
                  </a:cubicBezTo>
                  <a:cubicBezTo>
                    <a:pt x="51" y="33"/>
                    <a:pt x="51" y="33"/>
                    <a:pt x="51" y="33"/>
                  </a:cubicBezTo>
                  <a:cubicBezTo>
                    <a:pt x="52" y="33"/>
                    <a:pt x="53" y="32"/>
                    <a:pt x="53" y="32"/>
                  </a:cubicBezTo>
                  <a:cubicBezTo>
                    <a:pt x="56" y="25"/>
                    <a:pt x="56" y="25"/>
                    <a:pt x="56" y="25"/>
                  </a:cubicBezTo>
                  <a:cubicBezTo>
                    <a:pt x="56" y="25"/>
                    <a:pt x="56" y="25"/>
                    <a:pt x="56" y="25"/>
                  </a:cubicBezTo>
                  <a:cubicBezTo>
                    <a:pt x="57" y="25"/>
                    <a:pt x="58" y="26"/>
                    <a:pt x="59" y="26"/>
                  </a:cubicBezTo>
                  <a:cubicBezTo>
                    <a:pt x="59" y="26"/>
                    <a:pt x="59" y="26"/>
                    <a:pt x="59" y="26"/>
                  </a:cubicBezTo>
                  <a:cubicBezTo>
                    <a:pt x="56" y="34"/>
                    <a:pt x="56" y="34"/>
                    <a:pt x="56" y="34"/>
                  </a:cubicBezTo>
                  <a:cubicBezTo>
                    <a:pt x="56" y="34"/>
                    <a:pt x="56" y="35"/>
                    <a:pt x="57" y="35"/>
                  </a:cubicBezTo>
                  <a:cubicBezTo>
                    <a:pt x="57" y="36"/>
                    <a:pt x="57" y="36"/>
                    <a:pt x="57" y="36"/>
                  </a:cubicBezTo>
                  <a:cubicBezTo>
                    <a:pt x="58" y="36"/>
                    <a:pt x="58" y="35"/>
                    <a:pt x="59" y="35"/>
                  </a:cubicBezTo>
                  <a:cubicBezTo>
                    <a:pt x="62" y="28"/>
                    <a:pt x="62" y="28"/>
                    <a:pt x="62" y="28"/>
                  </a:cubicBezTo>
                  <a:cubicBezTo>
                    <a:pt x="62" y="27"/>
                    <a:pt x="62" y="27"/>
                    <a:pt x="62" y="27"/>
                  </a:cubicBezTo>
                  <a:cubicBezTo>
                    <a:pt x="63" y="28"/>
                    <a:pt x="64" y="29"/>
                    <a:pt x="66" y="29"/>
                  </a:cubicBezTo>
                  <a:cubicBezTo>
                    <a:pt x="66" y="29"/>
                    <a:pt x="66" y="29"/>
                    <a:pt x="66" y="29"/>
                  </a:cubicBezTo>
                  <a:cubicBezTo>
                    <a:pt x="65" y="32"/>
                    <a:pt x="64" y="35"/>
                    <a:pt x="63" y="37"/>
                  </a:cubicBezTo>
                  <a:cubicBezTo>
                    <a:pt x="62" y="37"/>
                    <a:pt x="62" y="38"/>
                    <a:pt x="63" y="39"/>
                  </a:cubicBezTo>
                  <a:cubicBezTo>
                    <a:pt x="64" y="39"/>
                    <a:pt x="64" y="39"/>
                    <a:pt x="64" y="39"/>
                  </a:cubicBezTo>
                  <a:cubicBezTo>
                    <a:pt x="64" y="39"/>
                    <a:pt x="65" y="39"/>
                    <a:pt x="65" y="38"/>
                  </a:cubicBezTo>
                  <a:cubicBezTo>
                    <a:pt x="67" y="36"/>
                    <a:pt x="68" y="33"/>
                    <a:pt x="68" y="30"/>
                  </a:cubicBezTo>
                  <a:cubicBezTo>
                    <a:pt x="69" y="31"/>
                    <a:pt x="70" y="31"/>
                    <a:pt x="71" y="32"/>
                  </a:cubicBezTo>
                  <a:cubicBezTo>
                    <a:pt x="71" y="32"/>
                    <a:pt x="71" y="32"/>
                    <a:pt x="71" y="32"/>
                  </a:cubicBezTo>
                  <a:cubicBezTo>
                    <a:pt x="68" y="39"/>
                    <a:pt x="68" y="39"/>
                    <a:pt x="68" y="39"/>
                  </a:cubicBezTo>
                  <a:cubicBezTo>
                    <a:pt x="68" y="40"/>
                    <a:pt x="68" y="41"/>
                    <a:pt x="69" y="41"/>
                  </a:cubicBezTo>
                  <a:cubicBezTo>
                    <a:pt x="70" y="41"/>
                    <a:pt x="70" y="41"/>
                    <a:pt x="70" y="41"/>
                  </a:cubicBezTo>
                  <a:cubicBezTo>
                    <a:pt x="70" y="41"/>
                    <a:pt x="71" y="41"/>
                    <a:pt x="71" y="40"/>
                  </a:cubicBezTo>
                  <a:cubicBezTo>
                    <a:pt x="74" y="33"/>
                    <a:pt x="74" y="33"/>
                    <a:pt x="74" y="33"/>
                  </a:cubicBezTo>
                  <a:cubicBezTo>
                    <a:pt x="76" y="33"/>
                    <a:pt x="77" y="34"/>
                    <a:pt x="78" y="35"/>
                  </a:cubicBezTo>
                  <a:cubicBezTo>
                    <a:pt x="78" y="35"/>
                    <a:pt x="78" y="35"/>
                    <a:pt x="78" y="35"/>
                  </a:cubicBezTo>
                  <a:cubicBezTo>
                    <a:pt x="76" y="42"/>
                    <a:pt x="76" y="42"/>
                    <a:pt x="76" y="42"/>
                  </a:cubicBezTo>
                  <a:cubicBezTo>
                    <a:pt x="75" y="43"/>
                    <a:pt x="76" y="43"/>
                    <a:pt x="76" y="44"/>
                  </a:cubicBezTo>
                  <a:cubicBezTo>
                    <a:pt x="77" y="44"/>
                    <a:pt x="77" y="44"/>
                    <a:pt x="77" y="44"/>
                  </a:cubicBezTo>
                  <a:cubicBezTo>
                    <a:pt x="78" y="44"/>
                    <a:pt x="78" y="43"/>
                    <a:pt x="78" y="43"/>
                  </a:cubicBezTo>
                  <a:cubicBezTo>
                    <a:pt x="81" y="36"/>
                    <a:pt x="81" y="36"/>
                    <a:pt x="81" y="36"/>
                  </a:cubicBezTo>
                  <a:cubicBezTo>
                    <a:pt x="81" y="36"/>
                    <a:pt x="81" y="36"/>
                    <a:pt x="81" y="36"/>
                  </a:cubicBezTo>
                  <a:cubicBezTo>
                    <a:pt x="83" y="37"/>
                    <a:pt x="84" y="37"/>
                    <a:pt x="86" y="38"/>
                  </a:cubicBezTo>
                  <a:cubicBezTo>
                    <a:pt x="86" y="38"/>
                    <a:pt x="86" y="39"/>
                    <a:pt x="86" y="39"/>
                  </a:cubicBezTo>
                  <a:cubicBezTo>
                    <a:pt x="83" y="46"/>
                    <a:pt x="83" y="46"/>
                    <a:pt x="83" y="46"/>
                  </a:cubicBezTo>
                  <a:cubicBezTo>
                    <a:pt x="82" y="46"/>
                    <a:pt x="83" y="47"/>
                    <a:pt x="83" y="47"/>
                  </a:cubicBezTo>
                  <a:cubicBezTo>
                    <a:pt x="84" y="48"/>
                    <a:pt x="84" y="48"/>
                    <a:pt x="84" y="48"/>
                  </a:cubicBezTo>
                  <a:cubicBezTo>
                    <a:pt x="85" y="48"/>
                    <a:pt x="85" y="47"/>
                    <a:pt x="85" y="47"/>
                  </a:cubicBezTo>
                  <a:cubicBezTo>
                    <a:pt x="89" y="39"/>
                    <a:pt x="89" y="39"/>
                    <a:pt x="89" y="39"/>
                  </a:cubicBezTo>
                  <a:cubicBezTo>
                    <a:pt x="90" y="40"/>
                    <a:pt x="91" y="40"/>
                    <a:pt x="92" y="41"/>
                  </a:cubicBezTo>
                  <a:cubicBezTo>
                    <a:pt x="92" y="41"/>
                    <a:pt x="92" y="41"/>
                    <a:pt x="92" y="41"/>
                  </a:cubicBezTo>
                  <a:cubicBezTo>
                    <a:pt x="89" y="48"/>
                    <a:pt x="89" y="48"/>
                    <a:pt x="89" y="48"/>
                  </a:cubicBezTo>
                  <a:cubicBezTo>
                    <a:pt x="88" y="49"/>
                    <a:pt x="88" y="50"/>
                    <a:pt x="89" y="50"/>
                  </a:cubicBezTo>
                  <a:cubicBezTo>
                    <a:pt x="90" y="50"/>
                    <a:pt x="90" y="50"/>
                    <a:pt x="90" y="50"/>
                  </a:cubicBezTo>
                  <a:cubicBezTo>
                    <a:pt x="90" y="50"/>
                    <a:pt x="91" y="50"/>
                    <a:pt x="91" y="49"/>
                  </a:cubicBezTo>
                  <a:cubicBezTo>
                    <a:pt x="94" y="43"/>
                    <a:pt x="94" y="43"/>
                    <a:pt x="94" y="43"/>
                  </a:cubicBezTo>
                  <a:cubicBezTo>
                    <a:pt x="95" y="42"/>
                    <a:pt x="95" y="42"/>
                    <a:pt x="95" y="42"/>
                  </a:cubicBezTo>
                  <a:cubicBezTo>
                    <a:pt x="96" y="42"/>
                    <a:pt x="97" y="43"/>
                    <a:pt x="98" y="43"/>
                  </a:cubicBezTo>
                  <a:cubicBezTo>
                    <a:pt x="97" y="44"/>
                    <a:pt x="97" y="44"/>
                    <a:pt x="97" y="45"/>
                  </a:cubicBezTo>
                  <a:cubicBezTo>
                    <a:pt x="95" y="51"/>
                    <a:pt x="95" y="51"/>
                    <a:pt x="95" y="51"/>
                  </a:cubicBezTo>
                  <a:cubicBezTo>
                    <a:pt x="95" y="52"/>
                    <a:pt x="95" y="53"/>
                    <a:pt x="96" y="53"/>
                  </a:cubicBezTo>
                  <a:cubicBezTo>
                    <a:pt x="97" y="53"/>
                    <a:pt x="97" y="53"/>
                    <a:pt x="97" y="53"/>
                  </a:cubicBezTo>
                  <a:cubicBezTo>
                    <a:pt x="97" y="53"/>
                    <a:pt x="98" y="53"/>
                    <a:pt x="98" y="52"/>
                  </a:cubicBezTo>
                  <a:cubicBezTo>
                    <a:pt x="101" y="45"/>
                    <a:pt x="101" y="45"/>
                    <a:pt x="101" y="45"/>
                  </a:cubicBezTo>
                  <a:cubicBezTo>
                    <a:pt x="102" y="45"/>
                    <a:pt x="103" y="46"/>
                    <a:pt x="105" y="46"/>
                  </a:cubicBezTo>
                  <a:cubicBezTo>
                    <a:pt x="105" y="46"/>
                    <a:pt x="105" y="46"/>
                    <a:pt x="105" y="46"/>
                  </a:cubicBezTo>
                  <a:cubicBezTo>
                    <a:pt x="102" y="54"/>
                    <a:pt x="102" y="54"/>
                    <a:pt x="102" y="54"/>
                  </a:cubicBezTo>
                  <a:cubicBezTo>
                    <a:pt x="102" y="55"/>
                    <a:pt x="103" y="56"/>
                    <a:pt x="103" y="56"/>
                  </a:cubicBezTo>
                  <a:cubicBezTo>
                    <a:pt x="104" y="56"/>
                    <a:pt x="104" y="56"/>
                    <a:pt x="104" y="56"/>
                  </a:cubicBezTo>
                  <a:cubicBezTo>
                    <a:pt x="104" y="56"/>
                    <a:pt x="105" y="56"/>
                    <a:pt x="105" y="55"/>
                  </a:cubicBezTo>
                  <a:cubicBezTo>
                    <a:pt x="107" y="48"/>
                    <a:pt x="107" y="48"/>
                    <a:pt x="107" y="48"/>
                  </a:cubicBezTo>
                  <a:cubicBezTo>
                    <a:pt x="108" y="48"/>
                    <a:pt x="109" y="49"/>
                    <a:pt x="110" y="49"/>
                  </a:cubicBezTo>
                  <a:cubicBezTo>
                    <a:pt x="108" y="56"/>
                    <a:pt x="108" y="56"/>
                    <a:pt x="108" y="56"/>
                  </a:cubicBezTo>
                  <a:cubicBezTo>
                    <a:pt x="107" y="57"/>
                    <a:pt x="108" y="58"/>
                    <a:pt x="109" y="58"/>
                  </a:cubicBezTo>
                  <a:cubicBezTo>
                    <a:pt x="109" y="58"/>
                    <a:pt x="109" y="58"/>
                    <a:pt x="109" y="58"/>
                  </a:cubicBezTo>
                  <a:cubicBezTo>
                    <a:pt x="110" y="58"/>
                    <a:pt x="110" y="58"/>
                    <a:pt x="110" y="57"/>
                  </a:cubicBezTo>
                  <a:cubicBezTo>
                    <a:pt x="113" y="50"/>
                    <a:pt x="113" y="50"/>
                    <a:pt x="113" y="50"/>
                  </a:cubicBezTo>
                  <a:cubicBezTo>
                    <a:pt x="114" y="51"/>
                    <a:pt x="114" y="51"/>
                    <a:pt x="115" y="51"/>
                  </a:cubicBezTo>
                  <a:cubicBezTo>
                    <a:pt x="113" y="59"/>
                    <a:pt x="113" y="59"/>
                    <a:pt x="113" y="59"/>
                  </a:cubicBezTo>
                  <a:cubicBezTo>
                    <a:pt x="113" y="59"/>
                    <a:pt x="114" y="60"/>
                    <a:pt x="115" y="60"/>
                  </a:cubicBezTo>
                  <a:cubicBezTo>
                    <a:pt x="115" y="60"/>
                    <a:pt x="115" y="60"/>
                    <a:pt x="115" y="60"/>
                  </a:cubicBezTo>
                  <a:cubicBezTo>
                    <a:pt x="116" y="60"/>
                    <a:pt x="116" y="60"/>
                    <a:pt x="116" y="59"/>
                  </a:cubicBezTo>
                  <a:cubicBezTo>
                    <a:pt x="118" y="53"/>
                    <a:pt x="118" y="53"/>
                    <a:pt x="118" y="53"/>
                  </a:cubicBezTo>
                  <a:cubicBezTo>
                    <a:pt x="123" y="55"/>
                    <a:pt x="128" y="58"/>
                    <a:pt x="133" y="60"/>
                  </a:cubicBezTo>
                  <a:cubicBezTo>
                    <a:pt x="40" y="95"/>
                    <a:pt x="40" y="95"/>
                    <a:pt x="40" y="95"/>
                  </a:cubicBezTo>
                  <a:cubicBezTo>
                    <a:pt x="16" y="33"/>
                    <a:pt x="16" y="33"/>
                    <a:pt x="16" y="33"/>
                  </a:cubicBezTo>
                  <a:cubicBezTo>
                    <a:pt x="12" y="24"/>
                    <a:pt x="9" y="14"/>
                    <a:pt x="4" y="5"/>
                  </a:cubicBezTo>
                  <a:cubicBezTo>
                    <a:pt x="1" y="5"/>
                    <a:pt x="1" y="5"/>
                    <a:pt x="1" y="5"/>
                  </a:cubicBezTo>
                  <a:moveTo>
                    <a:pt x="1" y="0"/>
                  </a:moveTo>
                  <a:cubicBezTo>
                    <a:pt x="1" y="0"/>
                    <a:pt x="0" y="0"/>
                    <a:pt x="0" y="0"/>
                  </a:cubicBezTo>
                  <a:cubicBezTo>
                    <a:pt x="0" y="0"/>
                    <a:pt x="0" y="1"/>
                    <a:pt x="0" y="2"/>
                  </a:cubicBezTo>
                  <a:cubicBezTo>
                    <a:pt x="0" y="2"/>
                    <a:pt x="0" y="2"/>
                    <a:pt x="0" y="2"/>
                  </a:cubicBezTo>
                  <a:cubicBezTo>
                    <a:pt x="8" y="2"/>
                    <a:pt x="8" y="2"/>
                    <a:pt x="8" y="2"/>
                  </a:cubicBezTo>
                  <a:cubicBezTo>
                    <a:pt x="6" y="1"/>
                    <a:pt x="4"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693353B0-C880-4CE5-B26D-BC77F5628D1D}"/>
                </a:ext>
              </a:extLst>
            </p:cNvPr>
            <p:cNvSpPr>
              <a:spLocks noEditPoints="1"/>
            </p:cNvSpPr>
            <p:nvPr/>
          </p:nvSpPr>
          <p:spPr bwMode="auto">
            <a:xfrm>
              <a:off x="8355013" y="4322763"/>
              <a:ext cx="430213" cy="525463"/>
            </a:xfrm>
            <a:custGeom>
              <a:avLst/>
              <a:gdLst>
                <a:gd name="T0" fmla="*/ 30 w 107"/>
                <a:gd name="T1" fmla="*/ 116 h 131"/>
                <a:gd name="T2" fmla="*/ 34 w 107"/>
                <a:gd name="T3" fmla="*/ 122 h 131"/>
                <a:gd name="T4" fmla="*/ 26 w 107"/>
                <a:gd name="T5" fmla="*/ 128 h 131"/>
                <a:gd name="T6" fmla="*/ 10 w 107"/>
                <a:gd name="T7" fmla="*/ 117 h 131"/>
                <a:gd name="T8" fmla="*/ 23 w 107"/>
                <a:gd name="T9" fmla="*/ 123 h 131"/>
                <a:gd name="T10" fmla="*/ 33 w 107"/>
                <a:gd name="T11" fmla="*/ 125 h 131"/>
                <a:gd name="T12" fmla="*/ 7 w 107"/>
                <a:gd name="T13" fmla="*/ 110 h 131"/>
                <a:gd name="T14" fmla="*/ 16 w 107"/>
                <a:gd name="T15" fmla="*/ 112 h 131"/>
                <a:gd name="T16" fmla="*/ 26 w 107"/>
                <a:gd name="T17" fmla="*/ 98 h 131"/>
                <a:gd name="T18" fmla="*/ 24 w 107"/>
                <a:gd name="T19" fmla="*/ 112 h 131"/>
                <a:gd name="T20" fmla="*/ 25 w 107"/>
                <a:gd name="T21" fmla="*/ 86 h 131"/>
                <a:gd name="T22" fmla="*/ 35 w 107"/>
                <a:gd name="T23" fmla="*/ 93 h 131"/>
                <a:gd name="T24" fmla="*/ 31 w 107"/>
                <a:gd name="T25" fmla="*/ 96 h 131"/>
                <a:gd name="T26" fmla="*/ 26 w 107"/>
                <a:gd name="T27" fmla="*/ 93 h 131"/>
                <a:gd name="T28" fmla="*/ 86 w 107"/>
                <a:gd name="T29" fmla="*/ 51 h 131"/>
                <a:gd name="T30" fmla="*/ 102 w 107"/>
                <a:gd name="T31" fmla="*/ 49 h 131"/>
                <a:gd name="T32" fmla="*/ 71 w 107"/>
                <a:gd name="T33" fmla="*/ 68 h 131"/>
                <a:gd name="T34" fmla="*/ 95 w 107"/>
                <a:gd name="T35" fmla="*/ 57 h 131"/>
                <a:gd name="T36" fmla="*/ 93 w 107"/>
                <a:gd name="T37" fmla="*/ 50 h 131"/>
                <a:gd name="T38" fmla="*/ 93 w 107"/>
                <a:gd name="T39" fmla="*/ 55 h 131"/>
                <a:gd name="T40" fmla="*/ 32 w 107"/>
                <a:gd name="T41" fmla="*/ 87 h 131"/>
                <a:gd name="T42" fmla="*/ 23 w 107"/>
                <a:gd name="T43" fmla="*/ 78 h 131"/>
                <a:gd name="T44" fmla="*/ 80 w 107"/>
                <a:gd name="T45" fmla="*/ 36 h 131"/>
                <a:gd name="T46" fmla="*/ 86 w 107"/>
                <a:gd name="T47" fmla="*/ 45 h 131"/>
                <a:gd name="T48" fmla="*/ 38 w 107"/>
                <a:gd name="T49" fmla="*/ 87 h 131"/>
                <a:gd name="T50" fmla="*/ 19 w 107"/>
                <a:gd name="T51" fmla="*/ 50 h 131"/>
                <a:gd name="T52" fmla="*/ 10 w 107"/>
                <a:gd name="T53" fmla="*/ 7 h 131"/>
                <a:gd name="T54" fmla="*/ 18 w 107"/>
                <a:gd name="T55" fmla="*/ 22 h 131"/>
                <a:gd name="T56" fmla="*/ 13 w 107"/>
                <a:gd name="T57" fmla="*/ 17 h 131"/>
                <a:gd name="T58" fmla="*/ 15 w 107"/>
                <a:gd name="T59" fmla="*/ 14 h 131"/>
                <a:gd name="T60" fmla="*/ 9 w 107"/>
                <a:gd name="T61" fmla="*/ 18 h 131"/>
                <a:gd name="T62" fmla="*/ 22 w 107"/>
                <a:gd name="T63" fmla="*/ 22 h 131"/>
                <a:gd name="T64" fmla="*/ 31 w 107"/>
                <a:gd name="T65" fmla="*/ 7 h 131"/>
                <a:gd name="T66" fmla="*/ 30 w 107"/>
                <a:gd name="T67" fmla="*/ 2 h 131"/>
                <a:gd name="T68" fmla="*/ 94 w 107"/>
                <a:gd name="T69" fmla="*/ 33 h 131"/>
                <a:gd name="T70" fmla="*/ 26 w 107"/>
                <a:gd name="T71" fmla="*/ 5 h 131"/>
                <a:gd name="T72" fmla="*/ 9 w 107"/>
                <a:gd name="T73" fmla="*/ 4 h 131"/>
                <a:gd name="T74" fmla="*/ 16 w 107"/>
                <a:gd name="T75" fmla="*/ 58 h 131"/>
                <a:gd name="T76" fmla="*/ 4 w 107"/>
                <a:gd name="T77" fmla="*/ 58 h 131"/>
                <a:gd name="T78" fmla="*/ 10 w 107"/>
                <a:gd name="T79" fmla="*/ 55 h 131"/>
                <a:gd name="T80" fmla="*/ 11 w 107"/>
                <a:gd name="T81" fmla="*/ 58 h 131"/>
                <a:gd name="T82" fmla="*/ 3 w 107"/>
                <a:gd name="T83" fmla="*/ 52 h 131"/>
                <a:gd name="T84" fmla="*/ 15 w 107"/>
                <a:gd name="T85" fmla="*/ 66 h 131"/>
                <a:gd name="T86" fmla="*/ 23 w 107"/>
                <a:gd name="T87" fmla="*/ 84 h 131"/>
                <a:gd name="T88" fmla="*/ 10 w 107"/>
                <a:gd name="T89" fmla="*/ 106 h 131"/>
                <a:gd name="T90" fmla="*/ 4 w 107"/>
                <a:gd name="T91" fmla="*/ 105 h 131"/>
                <a:gd name="T92" fmla="*/ 3 w 107"/>
                <a:gd name="T93" fmla="*/ 119 h 131"/>
                <a:gd name="T94" fmla="*/ 32 w 107"/>
                <a:gd name="T95" fmla="*/ 131 h 131"/>
                <a:gd name="T96" fmla="*/ 31 w 107"/>
                <a:gd name="T97" fmla="*/ 113 h 131"/>
                <a:gd name="T98" fmla="*/ 39 w 107"/>
                <a:gd name="T99" fmla="*/ 89 h 131"/>
                <a:gd name="T100" fmla="*/ 58 w 107"/>
                <a:gd name="T101" fmla="*/ 91 h 131"/>
                <a:gd name="T102" fmla="*/ 69 w 107"/>
                <a:gd name="T103" fmla="*/ 78 h 131"/>
                <a:gd name="T104" fmla="*/ 64 w 107"/>
                <a:gd name="T105" fmla="*/ 83 h 131"/>
                <a:gd name="T106" fmla="*/ 68 w 107"/>
                <a:gd name="T107" fmla="*/ 80 h 131"/>
                <a:gd name="T108" fmla="*/ 63 w 107"/>
                <a:gd name="T109" fmla="*/ 90 h 131"/>
                <a:gd name="T110" fmla="*/ 79 w 107"/>
                <a:gd name="T111" fmla="*/ 69 h 131"/>
                <a:gd name="T112" fmla="*/ 95 w 107"/>
                <a:gd name="T113" fmla="*/ 42 h 131"/>
                <a:gd name="T114" fmla="*/ 97 w 107"/>
                <a:gd name="T115" fmla="*/ 33 h 131"/>
                <a:gd name="T116" fmla="*/ 30 w 107"/>
                <a:gd name="T117"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131">
                  <a:moveTo>
                    <a:pt x="33" y="122"/>
                  </a:moveTo>
                  <a:cubicBezTo>
                    <a:pt x="30" y="122"/>
                    <a:pt x="28" y="122"/>
                    <a:pt x="26" y="121"/>
                  </a:cubicBezTo>
                  <a:cubicBezTo>
                    <a:pt x="26" y="119"/>
                    <a:pt x="26" y="117"/>
                    <a:pt x="27" y="114"/>
                  </a:cubicBezTo>
                  <a:cubicBezTo>
                    <a:pt x="30" y="116"/>
                    <a:pt x="30" y="116"/>
                    <a:pt x="30" y="116"/>
                  </a:cubicBezTo>
                  <a:cubicBezTo>
                    <a:pt x="31" y="116"/>
                    <a:pt x="33" y="117"/>
                    <a:pt x="34" y="118"/>
                  </a:cubicBezTo>
                  <a:cubicBezTo>
                    <a:pt x="34" y="118"/>
                    <a:pt x="35" y="119"/>
                    <a:pt x="35" y="120"/>
                  </a:cubicBezTo>
                  <a:cubicBezTo>
                    <a:pt x="34" y="120"/>
                    <a:pt x="34" y="121"/>
                    <a:pt x="34" y="121"/>
                  </a:cubicBezTo>
                  <a:cubicBezTo>
                    <a:pt x="34" y="122"/>
                    <a:pt x="34" y="122"/>
                    <a:pt x="34" y="122"/>
                  </a:cubicBezTo>
                  <a:cubicBezTo>
                    <a:pt x="34" y="122"/>
                    <a:pt x="34" y="122"/>
                    <a:pt x="34" y="122"/>
                  </a:cubicBezTo>
                  <a:cubicBezTo>
                    <a:pt x="33" y="122"/>
                    <a:pt x="33" y="122"/>
                    <a:pt x="33" y="122"/>
                  </a:cubicBezTo>
                  <a:moveTo>
                    <a:pt x="29" y="129"/>
                  </a:moveTo>
                  <a:cubicBezTo>
                    <a:pt x="28" y="129"/>
                    <a:pt x="27" y="128"/>
                    <a:pt x="26" y="128"/>
                  </a:cubicBezTo>
                  <a:cubicBezTo>
                    <a:pt x="17" y="126"/>
                    <a:pt x="9" y="121"/>
                    <a:pt x="3" y="115"/>
                  </a:cubicBezTo>
                  <a:cubicBezTo>
                    <a:pt x="4" y="111"/>
                    <a:pt x="4" y="111"/>
                    <a:pt x="4" y="111"/>
                  </a:cubicBezTo>
                  <a:cubicBezTo>
                    <a:pt x="4" y="111"/>
                    <a:pt x="5" y="112"/>
                    <a:pt x="5" y="112"/>
                  </a:cubicBezTo>
                  <a:cubicBezTo>
                    <a:pt x="7" y="114"/>
                    <a:pt x="8" y="116"/>
                    <a:pt x="10" y="117"/>
                  </a:cubicBezTo>
                  <a:cubicBezTo>
                    <a:pt x="11" y="118"/>
                    <a:pt x="11" y="118"/>
                    <a:pt x="11" y="118"/>
                  </a:cubicBezTo>
                  <a:cubicBezTo>
                    <a:pt x="11" y="118"/>
                    <a:pt x="11" y="119"/>
                    <a:pt x="12" y="119"/>
                  </a:cubicBezTo>
                  <a:cubicBezTo>
                    <a:pt x="12" y="118"/>
                    <a:pt x="12" y="118"/>
                    <a:pt x="12" y="118"/>
                  </a:cubicBezTo>
                  <a:cubicBezTo>
                    <a:pt x="16" y="121"/>
                    <a:pt x="19" y="122"/>
                    <a:pt x="23" y="123"/>
                  </a:cubicBezTo>
                  <a:cubicBezTo>
                    <a:pt x="23" y="124"/>
                    <a:pt x="24" y="124"/>
                    <a:pt x="24" y="124"/>
                  </a:cubicBezTo>
                  <a:cubicBezTo>
                    <a:pt x="24" y="124"/>
                    <a:pt x="24" y="124"/>
                    <a:pt x="24" y="124"/>
                  </a:cubicBezTo>
                  <a:cubicBezTo>
                    <a:pt x="25" y="124"/>
                    <a:pt x="25" y="124"/>
                    <a:pt x="25" y="124"/>
                  </a:cubicBezTo>
                  <a:cubicBezTo>
                    <a:pt x="28" y="125"/>
                    <a:pt x="30" y="125"/>
                    <a:pt x="33" y="125"/>
                  </a:cubicBezTo>
                  <a:cubicBezTo>
                    <a:pt x="33" y="126"/>
                    <a:pt x="32" y="128"/>
                    <a:pt x="31" y="128"/>
                  </a:cubicBezTo>
                  <a:cubicBezTo>
                    <a:pt x="30" y="128"/>
                    <a:pt x="29" y="129"/>
                    <a:pt x="29" y="129"/>
                  </a:cubicBezTo>
                  <a:moveTo>
                    <a:pt x="12" y="115"/>
                  </a:moveTo>
                  <a:cubicBezTo>
                    <a:pt x="10" y="113"/>
                    <a:pt x="9" y="112"/>
                    <a:pt x="7" y="110"/>
                  </a:cubicBezTo>
                  <a:cubicBezTo>
                    <a:pt x="6" y="109"/>
                    <a:pt x="6" y="109"/>
                    <a:pt x="6" y="109"/>
                  </a:cubicBezTo>
                  <a:cubicBezTo>
                    <a:pt x="6" y="108"/>
                    <a:pt x="6" y="108"/>
                    <a:pt x="7" y="108"/>
                  </a:cubicBezTo>
                  <a:cubicBezTo>
                    <a:pt x="7" y="108"/>
                    <a:pt x="8" y="109"/>
                    <a:pt x="8" y="109"/>
                  </a:cubicBezTo>
                  <a:cubicBezTo>
                    <a:pt x="16" y="112"/>
                    <a:pt x="16" y="112"/>
                    <a:pt x="16" y="112"/>
                  </a:cubicBezTo>
                  <a:cubicBezTo>
                    <a:pt x="15" y="113"/>
                    <a:pt x="13" y="114"/>
                    <a:pt x="12" y="115"/>
                  </a:cubicBezTo>
                  <a:moveTo>
                    <a:pt x="23" y="120"/>
                  </a:moveTo>
                  <a:cubicBezTo>
                    <a:pt x="20" y="119"/>
                    <a:pt x="17" y="118"/>
                    <a:pt x="15" y="117"/>
                  </a:cubicBezTo>
                  <a:cubicBezTo>
                    <a:pt x="20" y="112"/>
                    <a:pt x="24" y="105"/>
                    <a:pt x="26" y="98"/>
                  </a:cubicBezTo>
                  <a:cubicBezTo>
                    <a:pt x="27" y="99"/>
                    <a:pt x="29" y="99"/>
                    <a:pt x="30" y="99"/>
                  </a:cubicBezTo>
                  <a:cubicBezTo>
                    <a:pt x="27" y="103"/>
                    <a:pt x="25" y="107"/>
                    <a:pt x="24" y="112"/>
                  </a:cubicBezTo>
                  <a:cubicBezTo>
                    <a:pt x="24" y="112"/>
                    <a:pt x="24" y="112"/>
                    <a:pt x="24" y="112"/>
                  </a:cubicBezTo>
                  <a:cubicBezTo>
                    <a:pt x="24" y="112"/>
                    <a:pt x="24" y="112"/>
                    <a:pt x="24" y="112"/>
                  </a:cubicBezTo>
                  <a:cubicBezTo>
                    <a:pt x="23" y="115"/>
                    <a:pt x="23" y="118"/>
                    <a:pt x="23" y="120"/>
                  </a:cubicBezTo>
                  <a:moveTo>
                    <a:pt x="26" y="93"/>
                  </a:moveTo>
                  <a:cubicBezTo>
                    <a:pt x="25" y="92"/>
                    <a:pt x="25" y="91"/>
                    <a:pt x="25" y="89"/>
                  </a:cubicBezTo>
                  <a:cubicBezTo>
                    <a:pt x="25" y="88"/>
                    <a:pt x="25" y="87"/>
                    <a:pt x="25" y="86"/>
                  </a:cubicBezTo>
                  <a:cubicBezTo>
                    <a:pt x="27" y="88"/>
                    <a:pt x="29" y="89"/>
                    <a:pt x="31" y="89"/>
                  </a:cubicBezTo>
                  <a:cubicBezTo>
                    <a:pt x="32" y="90"/>
                    <a:pt x="34" y="90"/>
                    <a:pt x="35" y="90"/>
                  </a:cubicBezTo>
                  <a:cubicBezTo>
                    <a:pt x="35" y="90"/>
                    <a:pt x="36" y="90"/>
                    <a:pt x="36" y="90"/>
                  </a:cubicBezTo>
                  <a:cubicBezTo>
                    <a:pt x="36" y="91"/>
                    <a:pt x="35" y="92"/>
                    <a:pt x="35" y="93"/>
                  </a:cubicBezTo>
                  <a:cubicBezTo>
                    <a:pt x="34" y="94"/>
                    <a:pt x="34" y="94"/>
                    <a:pt x="34" y="95"/>
                  </a:cubicBezTo>
                  <a:cubicBezTo>
                    <a:pt x="33" y="95"/>
                    <a:pt x="33" y="95"/>
                    <a:pt x="33" y="95"/>
                  </a:cubicBezTo>
                  <a:cubicBezTo>
                    <a:pt x="32" y="96"/>
                    <a:pt x="32" y="96"/>
                    <a:pt x="32" y="96"/>
                  </a:cubicBezTo>
                  <a:cubicBezTo>
                    <a:pt x="32" y="96"/>
                    <a:pt x="32" y="96"/>
                    <a:pt x="31" y="96"/>
                  </a:cubicBezTo>
                  <a:cubicBezTo>
                    <a:pt x="31" y="96"/>
                    <a:pt x="31" y="96"/>
                    <a:pt x="30" y="96"/>
                  </a:cubicBezTo>
                  <a:cubicBezTo>
                    <a:pt x="29" y="96"/>
                    <a:pt x="28" y="96"/>
                    <a:pt x="27" y="95"/>
                  </a:cubicBezTo>
                  <a:cubicBezTo>
                    <a:pt x="27" y="94"/>
                    <a:pt x="27" y="94"/>
                    <a:pt x="27" y="94"/>
                  </a:cubicBezTo>
                  <a:cubicBezTo>
                    <a:pt x="27" y="94"/>
                    <a:pt x="27" y="93"/>
                    <a:pt x="26" y="93"/>
                  </a:cubicBezTo>
                  <a:cubicBezTo>
                    <a:pt x="26" y="93"/>
                    <a:pt x="26" y="93"/>
                    <a:pt x="26" y="93"/>
                  </a:cubicBezTo>
                  <a:moveTo>
                    <a:pt x="90" y="56"/>
                  </a:moveTo>
                  <a:cubicBezTo>
                    <a:pt x="88" y="56"/>
                    <a:pt x="87" y="55"/>
                    <a:pt x="86" y="53"/>
                  </a:cubicBezTo>
                  <a:cubicBezTo>
                    <a:pt x="86" y="52"/>
                    <a:pt x="86" y="52"/>
                    <a:pt x="86" y="51"/>
                  </a:cubicBezTo>
                  <a:cubicBezTo>
                    <a:pt x="87" y="49"/>
                    <a:pt x="88" y="48"/>
                    <a:pt x="89" y="46"/>
                  </a:cubicBezTo>
                  <a:cubicBezTo>
                    <a:pt x="91" y="46"/>
                    <a:pt x="92" y="45"/>
                    <a:pt x="94" y="45"/>
                  </a:cubicBezTo>
                  <a:cubicBezTo>
                    <a:pt x="94" y="45"/>
                    <a:pt x="94" y="45"/>
                    <a:pt x="95" y="45"/>
                  </a:cubicBezTo>
                  <a:cubicBezTo>
                    <a:pt x="98" y="45"/>
                    <a:pt x="101" y="46"/>
                    <a:pt x="102" y="49"/>
                  </a:cubicBezTo>
                  <a:cubicBezTo>
                    <a:pt x="103" y="53"/>
                    <a:pt x="101" y="56"/>
                    <a:pt x="99" y="58"/>
                  </a:cubicBezTo>
                  <a:cubicBezTo>
                    <a:pt x="94" y="63"/>
                    <a:pt x="87" y="64"/>
                    <a:pt x="80" y="66"/>
                  </a:cubicBezTo>
                  <a:cubicBezTo>
                    <a:pt x="79" y="66"/>
                    <a:pt x="79" y="66"/>
                    <a:pt x="79" y="66"/>
                  </a:cubicBezTo>
                  <a:cubicBezTo>
                    <a:pt x="76" y="67"/>
                    <a:pt x="73" y="67"/>
                    <a:pt x="71" y="68"/>
                  </a:cubicBezTo>
                  <a:cubicBezTo>
                    <a:pt x="75" y="64"/>
                    <a:pt x="79" y="59"/>
                    <a:pt x="83" y="54"/>
                  </a:cubicBezTo>
                  <a:cubicBezTo>
                    <a:pt x="84" y="57"/>
                    <a:pt x="87" y="59"/>
                    <a:pt x="90" y="59"/>
                  </a:cubicBezTo>
                  <a:cubicBezTo>
                    <a:pt x="90" y="59"/>
                    <a:pt x="90" y="59"/>
                    <a:pt x="90" y="59"/>
                  </a:cubicBezTo>
                  <a:cubicBezTo>
                    <a:pt x="92" y="59"/>
                    <a:pt x="94" y="58"/>
                    <a:pt x="95" y="57"/>
                  </a:cubicBezTo>
                  <a:cubicBezTo>
                    <a:pt x="96" y="55"/>
                    <a:pt x="96" y="54"/>
                    <a:pt x="96" y="52"/>
                  </a:cubicBezTo>
                  <a:cubicBezTo>
                    <a:pt x="96" y="52"/>
                    <a:pt x="96" y="51"/>
                    <a:pt x="95" y="51"/>
                  </a:cubicBezTo>
                  <a:cubicBezTo>
                    <a:pt x="94" y="50"/>
                    <a:pt x="94" y="50"/>
                    <a:pt x="94" y="50"/>
                  </a:cubicBezTo>
                  <a:cubicBezTo>
                    <a:pt x="93" y="50"/>
                    <a:pt x="93" y="50"/>
                    <a:pt x="93" y="50"/>
                  </a:cubicBezTo>
                  <a:cubicBezTo>
                    <a:pt x="92" y="50"/>
                    <a:pt x="92" y="50"/>
                    <a:pt x="92" y="51"/>
                  </a:cubicBezTo>
                  <a:cubicBezTo>
                    <a:pt x="91" y="52"/>
                    <a:pt x="92" y="53"/>
                    <a:pt x="92" y="53"/>
                  </a:cubicBezTo>
                  <a:cubicBezTo>
                    <a:pt x="93" y="53"/>
                    <a:pt x="93" y="53"/>
                    <a:pt x="93" y="53"/>
                  </a:cubicBezTo>
                  <a:cubicBezTo>
                    <a:pt x="93" y="54"/>
                    <a:pt x="93" y="54"/>
                    <a:pt x="93" y="55"/>
                  </a:cubicBezTo>
                  <a:cubicBezTo>
                    <a:pt x="92" y="56"/>
                    <a:pt x="91" y="56"/>
                    <a:pt x="90" y="56"/>
                  </a:cubicBezTo>
                  <a:cubicBezTo>
                    <a:pt x="90" y="56"/>
                    <a:pt x="90" y="56"/>
                    <a:pt x="90" y="56"/>
                  </a:cubicBezTo>
                  <a:moveTo>
                    <a:pt x="35" y="87"/>
                  </a:moveTo>
                  <a:cubicBezTo>
                    <a:pt x="34" y="87"/>
                    <a:pt x="33" y="87"/>
                    <a:pt x="32" y="87"/>
                  </a:cubicBezTo>
                  <a:cubicBezTo>
                    <a:pt x="30" y="86"/>
                    <a:pt x="28" y="85"/>
                    <a:pt x="26" y="83"/>
                  </a:cubicBezTo>
                  <a:cubicBezTo>
                    <a:pt x="27" y="83"/>
                    <a:pt x="26" y="82"/>
                    <a:pt x="26" y="82"/>
                  </a:cubicBezTo>
                  <a:cubicBezTo>
                    <a:pt x="25" y="82"/>
                    <a:pt x="25" y="82"/>
                    <a:pt x="25" y="82"/>
                  </a:cubicBezTo>
                  <a:cubicBezTo>
                    <a:pt x="24" y="80"/>
                    <a:pt x="24" y="79"/>
                    <a:pt x="23" y="78"/>
                  </a:cubicBezTo>
                  <a:cubicBezTo>
                    <a:pt x="21" y="73"/>
                    <a:pt x="21" y="69"/>
                    <a:pt x="21" y="64"/>
                  </a:cubicBezTo>
                  <a:cubicBezTo>
                    <a:pt x="21" y="45"/>
                    <a:pt x="23" y="26"/>
                    <a:pt x="28" y="8"/>
                  </a:cubicBezTo>
                  <a:cubicBezTo>
                    <a:pt x="29" y="9"/>
                    <a:pt x="29" y="9"/>
                    <a:pt x="29" y="9"/>
                  </a:cubicBezTo>
                  <a:cubicBezTo>
                    <a:pt x="44" y="21"/>
                    <a:pt x="62" y="30"/>
                    <a:pt x="80" y="36"/>
                  </a:cubicBezTo>
                  <a:cubicBezTo>
                    <a:pt x="83" y="36"/>
                    <a:pt x="86" y="37"/>
                    <a:pt x="89" y="37"/>
                  </a:cubicBezTo>
                  <a:cubicBezTo>
                    <a:pt x="90" y="37"/>
                    <a:pt x="91" y="37"/>
                    <a:pt x="92" y="37"/>
                  </a:cubicBezTo>
                  <a:cubicBezTo>
                    <a:pt x="91" y="39"/>
                    <a:pt x="89" y="42"/>
                    <a:pt x="87" y="44"/>
                  </a:cubicBezTo>
                  <a:cubicBezTo>
                    <a:pt x="87" y="44"/>
                    <a:pt x="86" y="45"/>
                    <a:pt x="86" y="45"/>
                  </a:cubicBezTo>
                  <a:cubicBezTo>
                    <a:pt x="85" y="47"/>
                    <a:pt x="84" y="48"/>
                    <a:pt x="83" y="50"/>
                  </a:cubicBezTo>
                  <a:cubicBezTo>
                    <a:pt x="74" y="62"/>
                    <a:pt x="61" y="74"/>
                    <a:pt x="48" y="82"/>
                  </a:cubicBezTo>
                  <a:cubicBezTo>
                    <a:pt x="45" y="84"/>
                    <a:pt x="42" y="86"/>
                    <a:pt x="38" y="87"/>
                  </a:cubicBezTo>
                  <a:cubicBezTo>
                    <a:pt x="38" y="87"/>
                    <a:pt x="38" y="87"/>
                    <a:pt x="38" y="87"/>
                  </a:cubicBezTo>
                  <a:cubicBezTo>
                    <a:pt x="38" y="87"/>
                    <a:pt x="38" y="86"/>
                    <a:pt x="38" y="86"/>
                  </a:cubicBezTo>
                  <a:cubicBezTo>
                    <a:pt x="38" y="86"/>
                    <a:pt x="37" y="87"/>
                    <a:pt x="37" y="87"/>
                  </a:cubicBezTo>
                  <a:cubicBezTo>
                    <a:pt x="36" y="87"/>
                    <a:pt x="35" y="87"/>
                    <a:pt x="35" y="87"/>
                  </a:cubicBezTo>
                  <a:moveTo>
                    <a:pt x="19" y="50"/>
                  </a:moveTo>
                  <a:cubicBezTo>
                    <a:pt x="18" y="45"/>
                    <a:pt x="15" y="40"/>
                    <a:pt x="13" y="36"/>
                  </a:cubicBezTo>
                  <a:cubicBezTo>
                    <a:pt x="12" y="35"/>
                    <a:pt x="12" y="35"/>
                    <a:pt x="12" y="35"/>
                  </a:cubicBezTo>
                  <a:cubicBezTo>
                    <a:pt x="9" y="29"/>
                    <a:pt x="5" y="22"/>
                    <a:pt x="6" y="15"/>
                  </a:cubicBezTo>
                  <a:cubicBezTo>
                    <a:pt x="6" y="12"/>
                    <a:pt x="7" y="8"/>
                    <a:pt x="10" y="7"/>
                  </a:cubicBezTo>
                  <a:cubicBezTo>
                    <a:pt x="11" y="7"/>
                    <a:pt x="11" y="7"/>
                    <a:pt x="12" y="7"/>
                  </a:cubicBezTo>
                  <a:cubicBezTo>
                    <a:pt x="15" y="7"/>
                    <a:pt x="17" y="9"/>
                    <a:pt x="19" y="11"/>
                  </a:cubicBezTo>
                  <a:cubicBezTo>
                    <a:pt x="20" y="13"/>
                    <a:pt x="21" y="15"/>
                    <a:pt x="21" y="17"/>
                  </a:cubicBezTo>
                  <a:cubicBezTo>
                    <a:pt x="21" y="19"/>
                    <a:pt x="20" y="21"/>
                    <a:pt x="18" y="22"/>
                  </a:cubicBezTo>
                  <a:cubicBezTo>
                    <a:pt x="17" y="22"/>
                    <a:pt x="17" y="22"/>
                    <a:pt x="16" y="22"/>
                  </a:cubicBezTo>
                  <a:cubicBezTo>
                    <a:pt x="15" y="22"/>
                    <a:pt x="13" y="22"/>
                    <a:pt x="13" y="21"/>
                  </a:cubicBezTo>
                  <a:cubicBezTo>
                    <a:pt x="12" y="20"/>
                    <a:pt x="12" y="19"/>
                    <a:pt x="12" y="18"/>
                  </a:cubicBezTo>
                  <a:cubicBezTo>
                    <a:pt x="12" y="18"/>
                    <a:pt x="13" y="17"/>
                    <a:pt x="13" y="17"/>
                  </a:cubicBezTo>
                  <a:cubicBezTo>
                    <a:pt x="14" y="17"/>
                    <a:pt x="14" y="17"/>
                    <a:pt x="14" y="17"/>
                  </a:cubicBezTo>
                  <a:cubicBezTo>
                    <a:pt x="14" y="17"/>
                    <a:pt x="14" y="17"/>
                    <a:pt x="14" y="17"/>
                  </a:cubicBezTo>
                  <a:cubicBezTo>
                    <a:pt x="15" y="17"/>
                    <a:pt x="16" y="17"/>
                    <a:pt x="16" y="16"/>
                  </a:cubicBezTo>
                  <a:cubicBezTo>
                    <a:pt x="16" y="16"/>
                    <a:pt x="16" y="15"/>
                    <a:pt x="15" y="14"/>
                  </a:cubicBezTo>
                  <a:cubicBezTo>
                    <a:pt x="13" y="14"/>
                    <a:pt x="13" y="14"/>
                    <a:pt x="13" y="14"/>
                  </a:cubicBezTo>
                  <a:cubicBezTo>
                    <a:pt x="13" y="14"/>
                    <a:pt x="13" y="14"/>
                    <a:pt x="13" y="14"/>
                  </a:cubicBezTo>
                  <a:cubicBezTo>
                    <a:pt x="12" y="14"/>
                    <a:pt x="12" y="14"/>
                    <a:pt x="12" y="14"/>
                  </a:cubicBezTo>
                  <a:cubicBezTo>
                    <a:pt x="11" y="14"/>
                    <a:pt x="10" y="16"/>
                    <a:pt x="9" y="18"/>
                  </a:cubicBezTo>
                  <a:cubicBezTo>
                    <a:pt x="9" y="19"/>
                    <a:pt x="9" y="21"/>
                    <a:pt x="10" y="23"/>
                  </a:cubicBezTo>
                  <a:cubicBezTo>
                    <a:pt x="12" y="24"/>
                    <a:pt x="14" y="25"/>
                    <a:pt x="16" y="25"/>
                  </a:cubicBezTo>
                  <a:cubicBezTo>
                    <a:pt x="17" y="25"/>
                    <a:pt x="18" y="25"/>
                    <a:pt x="19" y="24"/>
                  </a:cubicBezTo>
                  <a:cubicBezTo>
                    <a:pt x="20" y="24"/>
                    <a:pt x="21" y="23"/>
                    <a:pt x="22" y="22"/>
                  </a:cubicBezTo>
                  <a:cubicBezTo>
                    <a:pt x="20" y="31"/>
                    <a:pt x="19" y="40"/>
                    <a:pt x="19" y="50"/>
                  </a:cubicBezTo>
                  <a:moveTo>
                    <a:pt x="89" y="34"/>
                  </a:moveTo>
                  <a:cubicBezTo>
                    <a:pt x="87" y="34"/>
                    <a:pt x="84" y="34"/>
                    <a:pt x="81" y="33"/>
                  </a:cubicBezTo>
                  <a:cubicBezTo>
                    <a:pt x="63" y="28"/>
                    <a:pt x="46" y="19"/>
                    <a:pt x="31" y="7"/>
                  </a:cubicBezTo>
                  <a:cubicBezTo>
                    <a:pt x="30" y="6"/>
                    <a:pt x="29" y="5"/>
                    <a:pt x="29" y="5"/>
                  </a:cubicBezTo>
                  <a:cubicBezTo>
                    <a:pt x="29" y="4"/>
                    <a:pt x="29" y="4"/>
                    <a:pt x="29" y="4"/>
                  </a:cubicBezTo>
                  <a:cubicBezTo>
                    <a:pt x="29" y="3"/>
                    <a:pt x="29" y="3"/>
                    <a:pt x="29" y="3"/>
                  </a:cubicBezTo>
                  <a:cubicBezTo>
                    <a:pt x="29" y="3"/>
                    <a:pt x="30" y="2"/>
                    <a:pt x="30" y="2"/>
                  </a:cubicBezTo>
                  <a:cubicBezTo>
                    <a:pt x="30" y="2"/>
                    <a:pt x="31" y="3"/>
                    <a:pt x="32" y="3"/>
                  </a:cubicBezTo>
                  <a:cubicBezTo>
                    <a:pt x="49" y="7"/>
                    <a:pt x="66" y="13"/>
                    <a:pt x="82" y="21"/>
                  </a:cubicBezTo>
                  <a:cubicBezTo>
                    <a:pt x="85" y="22"/>
                    <a:pt x="88" y="23"/>
                    <a:pt x="90" y="26"/>
                  </a:cubicBezTo>
                  <a:cubicBezTo>
                    <a:pt x="92" y="27"/>
                    <a:pt x="94" y="30"/>
                    <a:pt x="94" y="33"/>
                  </a:cubicBezTo>
                  <a:cubicBezTo>
                    <a:pt x="92" y="34"/>
                    <a:pt x="91" y="34"/>
                    <a:pt x="89" y="34"/>
                  </a:cubicBezTo>
                  <a:moveTo>
                    <a:pt x="30" y="0"/>
                  </a:moveTo>
                  <a:cubicBezTo>
                    <a:pt x="29" y="0"/>
                    <a:pt x="28" y="0"/>
                    <a:pt x="27" y="0"/>
                  </a:cubicBezTo>
                  <a:cubicBezTo>
                    <a:pt x="26" y="2"/>
                    <a:pt x="26" y="3"/>
                    <a:pt x="26" y="5"/>
                  </a:cubicBezTo>
                  <a:cubicBezTo>
                    <a:pt x="25" y="8"/>
                    <a:pt x="24" y="11"/>
                    <a:pt x="24" y="14"/>
                  </a:cubicBezTo>
                  <a:cubicBezTo>
                    <a:pt x="23" y="12"/>
                    <a:pt x="23" y="11"/>
                    <a:pt x="21" y="9"/>
                  </a:cubicBezTo>
                  <a:cubicBezTo>
                    <a:pt x="19" y="6"/>
                    <a:pt x="16" y="4"/>
                    <a:pt x="12" y="4"/>
                  </a:cubicBezTo>
                  <a:cubicBezTo>
                    <a:pt x="11" y="4"/>
                    <a:pt x="10" y="4"/>
                    <a:pt x="9" y="4"/>
                  </a:cubicBezTo>
                  <a:cubicBezTo>
                    <a:pt x="5" y="6"/>
                    <a:pt x="3" y="11"/>
                    <a:pt x="3" y="15"/>
                  </a:cubicBezTo>
                  <a:cubicBezTo>
                    <a:pt x="2" y="23"/>
                    <a:pt x="6" y="30"/>
                    <a:pt x="10" y="37"/>
                  </a:cubicBezTo>
                  <a:cubicBezTo>
                    <a:pt x="10" y="37"/>
                    <a:pt x="10" y="37"/>
                    <a:pt x="10" y="37"/>
                  </a:cubicBezTo>
                  <a:cubicBezTo>
                    <a:pt x="14" y="44"/>
                    <a:pt x="17" y="51"/>
                    <a:pt x="16" y="58"/>
                  </a:cubicBezTo>
                  <a:cubicBezTo>
                    <a:pt x="16" y="60"/>
                    <a:pt x="15" y="62"/>
                    <a:pt x="13" y="64"/>
                  </a:cubicBezTo>
                  <a:cubicBezTo>
                    <a:pt x="12" y="65"/>
                    <a:pt x="10" y="66"/>
                    <a:pt x="9" y="66"/>
                  </a:cubicBezTo>
                  <a:cubicBezTo>
                    <a:pt x="9" y="66"/>
                    <a:pt x="8" y="65"/>
                    <a:pt x="8" y="65"/>
                  </a:cubicBezTo>
                  <a:cubicBezTo>
                    <a:pt x="5" y="65"/>
                    <a:pt x="3" y="61"/>
                    <a:pt x="4" y="58"/>
                  </a:cubicBezTo>
                  <a:cubicBezTo>
                    <a:pt x="4" y="57"/>
                    <a:pt x="4" y="55"/>
                    <a:pt x="5" y="54"/>
                  </a:cubicBezTo>
                  <a:cubicBezTo>
                    <a:pt x="6" y="53"/>
                    <a:pt x="7" y="53"/>
                    <a:pt x="8" y="53"/>
                  </a:cubicBezTo>
                  <a:cubicBezTo>
                    <a:pt x="8" y="53"/>
                    <a:pt x="8" y="53"/>
                    <a:pt x="9" y="53"/>
                  </a:cubicBezTo>
                  <a:cubicBezTo>
                    <a:pt x="9" y="54"/>
                    <a:pt x="10" y="54"/>
                    <a:pt x="10" y="55"/>
                  </a:cubicBezTo>
                  <a:cubicBezTo>
                    <a:pt x="10" y="55"/>
                    <a:pt x="10" y="56"/>
                    <a:pt x="9" y="56"/>
                  </a:cubicBezTo>
                  <a:cubicBezTo>
                    <a:pt x="9" y="56"/>
                    <a:pt x="9" y="57"/>
                    <a:pt x="9" y="58"/>
                  </a:cubicBezTo>
                  <a:cubicBezTo>
                    <a:pt x="10" y="58"/>
                    <a:pt x="10" y="58"/>
                    <a:pt x="10" y="58"/>
                  </a:cubicBezTo>
                  <a:cubicBezTo>
                    <a:pt x="11" y="58"/>
                    <a:pt x="11" y="58"/>
                    <a:pt x="11" y="58"/>
                  </a:cubicBezTo>
                  <a:cubicBezTo>
                    <a:pt x="12" y="57"/>
                    <a:pt x="13" y="56"/>
                    <a:pt x="13" y="54"/>
                  </a:cubicBezTo>
                  <a:cubicBezTo>
                    <a:pt x="12" y="53"/>
                    <a:pt x="12" y="52"/>
                    <a:pt x="10" y="51"/>
                  </a:cubicBezTo>
                  <a:cubicBezTo>
                    <a:pt x="9" y="50"/>
                    <a:pt x="9" y="50"/>
                    <a:pt x="8" y="50"/>
                  </a:cubicBezTo>
                  <a:cubicBezTo>
                    <a:pt x="6" y="50"/>
                    <a:pt x="4" y="51"/>
                    <a:pt x="3" y="52"/>
                  </a:cubicBezTo>
                  <a:cubicBezTo>
                    <a:pt x="2" y="53"/>
                    <a:pt x="1" y="55"/>
                    <a:pt x="1" y="58"/>
                  </a:cubicBezTo>
                  <a:cubicBezTo>
                    <a:pt x="0" y="62"/>
                    <a:pt x="3" y="67"/>
                    <a:pt x="8" y="68"/>
                  </a:cubicBezTo>
                  <a:cubicBezTo>
                    <a:pt x="8" y="68"/>
                    <a:pt x="8" y="68"/>
                    <a:pt x="9" y="68"/>
                  </a:cubicBezTo>
                  <a:cubicBezTo>
                    <a:pt x="11" y="68"/>
                    <a:pt x="14" y="67"/>
                    <a:pt x="15" y="66"/>
                  </a:cubicBezTo>
                  <a:cubicBezTo>
                    <a:pt x="17" y="64"/>
                    <a:pt x="18" y="63"/>
                    <a:pt x="18" y="61"/>
                  </a:cubicBezTo>
                  <a:cubicBezTo>
                    <a:pt x="18" y="62"/>
                    <a:pt x="18" y="63"/>
                    <a:pt x="18" y="64"/>
                  </a:cubicBezTo>
                  <a:cubicBezTo>
                    <a:pt x="18" y="69"/>
                    <a:pt x="18" y="74"/>
                    <a:pt x="20" y="79"/>
                  </a:cubicBezTo>
                  <a:cubicBezTo>
                    <a:pt x="21" y="81"/>
                    <a:pt x="22" y="82"/>
                    <a:pt x="23" y="84"/>
                  </a:cubicBezTo>
                  <a:cubicBezTo>
                    <a:pt x="22" y="86"/>
                    <a:pt x="22" y="88"/>
                    <a:pt x="22" y="89"/>
                  </a:cubicBezTo>
                  <a:cubicBezTo>
                    <a:pt x="22" y="92"/>
                    <a:pt x="23" y="94"/>
                    <a:pt x="24" y="96"/>
                  </a:cubicBezTo>
                  <a:cubicBezTo>
                    <a:pt x="23" y="101"/>
                    <a:pt x="21" y="105"/>
                    <a:pt x="18" y="109"/>
                  </a:cubicBezTo>
                  <a:cubicBezTo>
                    <a:pt x="10" y="106"/>
                    <a:pt x="10" y="106"/>
                    <a:pt x="10" y="106"/>
                  </a:cubicBezTo>
                  <a:cubicBezTo>
                    <a:pt x="8" y="106"/>
                    <a:pt x="8" y="105"/>
                    <a:pt x="7" y="105"/>
                  </a:cubicBezTo>
                  <a:cubicBezTo>
                    <a:pt x="6" y="105"/>
                    <a:pt x="5" y="106"/>
                    <a:pt x="5" y="106"/>
                  </a:cubicBezTo>
                  <a:cubicBezTo>
                    <a:pt x="4" y="105"/>
                    <a:pt x="4" y="105"/>
                    <a:pt x="4" y="105"/>
                  </a:cubicBezTo>
                  <a:cubicBezTo>
                    <a:pt x="4" y="105"/>
                    <a:pt x="4" y="105"/>
                    <a:pt x="4" y="105"/>
                  </a:cubicBezTo>
                  <a:cubicBezTo>
                    <a:pt x="3" y="105"/>
                    <a:pt x="3" y="106"/>
                    <a:pt x="2" y="106"/>
                  </a:cubicBezTo>
                  <a:cubicBezTo>
                    <a:pt x="0" y="115"/>
                    <a:pt x="0" y="115"/>
                    <a:pt x="0" y="115"/>
                  </a:cubicBezTo>
                  <a:cubicBezTo>
                    <a:pt x="0" y="115"/>
                    <a:pt x="0" y="116"/>
                    <a:pt x="0" y="116"/>
                  </a:cubicBezTo>
                  <a:cubicBezTo>
                    <a:pt x="1" y="117"/>
                    <a:pt x="2" y="118"/>
                    <a:pt x="3" y="119"/>
                  </a:cubicBezTo>
                  <a:cubicBezTo>
                    <a:pt x="4" y="120"/>
                    <a:pt x="4" y="120"/>
                    <a:pt x="5" y="121"/>
                  </a:cubicBezTo>
                  <a:cubicBezTo>
                    <a:pt x="11" y="126"/>
                    <a:pt x="18" y="129"/>
                    <a:pt x="25" y="131"/>
                  </a:cubicBezTo>
                  <a:cubicBezTo>
                    <a:pt x="27" y="131"/>
                    <a:pt x="28" y="131"/>
                    <a:pt x="29" y="131"/>
                  </a:cubicBezTo>
                  <a:cubicBezTo>
                    <a:pt x="30" y="131"/>
                    <a:pt x="31" y="131"/>
                    <a:pt x="32" y="131"/>
                  </a:cubicBezTo>
                  <a:cubicBezTo>
                    <a:pt x="35" y="129"/>
                    <a:pt x="36" y="126"/>
                    <a:pt x="36" y="124"/>
                  </a:cubicBezTo>
                  <a:cubicBezTo>
                    <a:pt x="37" y="123"/>
                    <a:pt x="38" y="122"/>
                    <a:pt x="38" y="121"/>
                  </a:cubicBezTo>
                  <a:cubicBezTo>
                    <a:pt x="38" y="119"/>
                    <a:pt x="37" y="117"/>
                    <a:pt x="36" y="115"/>
                  </a:cubicBezTo>
                  <a:cubicBezTo>
                    <a:pt x="34" y="114"/>
                    <a:pt x="33" y="114"/>
                    <a:pt x="31" y="113"/>
                  </a:cubicBezTo>
                  <a:cubicBezTo>
                    <a:pt x="27" y="111"/>
                    <a:pt x="27" y="111"/>
                    <a:pt x="27" y="111"/>
                  </a:cubicBezTo>
                  <a:cubicBezTo>
                    <a:pt x="29" y="106"/>
                    <a:pt x="31" y="102"/>
                    <a:pt x="34" y="98"/>
                  </a:cubicBezTo>
                  <a:cubicBezTo>
                    <a:pt x="36" y="97"/>
                    <a:pt x="37" y="96"/>
                    <a:pt x="37" y="95"/>
                  </a:cubicBezTo>
                  <a:cubicBezTo>
                    <a:pt x="38" y="93"/>
                    <a:pt x="39" y="91"/>
                    <a:pt x="39" y="89"/>
                  </a:cubicBezTo>
                  <a:cubicBezTo>
                    <a:pt x="43" y="89"/>
                    <a:pt x="46" y="87"/>
                    <a:pt x="49" y="85"/>
                  </a:cubicBezTo>
                  <a:cubicBezTo>
                    <a:pt x="51" y="83"/>
                    <a:pt x="53" y="82"/>
                    <a:pt x="55" y="81"/>
                  </a:cubicBezTo>
                  <a:cubicBezTo>
                    <a:pt x="55" y="82"/>
                    <a:pt x="55" y="83"/>
                    <a:pt x="55" y="84"/>
                  </a:cubicBezTo>
                  <a:cubicBezTo>
                    <a:pt x="54" y="87"/>
                    <a:pt x="56" y="90"/>
                    <a:pt x="58" y="91"/>
                  </a:cubicBezTo>
                  <a:cubicBezTo>
                    <a:pt x="59" y="92"/>
                    <a:pt x="61" y="93"/>
                    <a:pt x="63" y="93"/>
                  </a:cubicBezTo>
                  <a:cubicBezTo>
                    <a:pt x="65" y="93"/>
                    <a:pt x="68" y="92"/>
                    <a:pt x="70" y="90"/>
                  </a:cubicBezTo>
                  <a:cubicBezTo>
                    <a:pt x="72" y="88"/>
                    <a:pt x="73" y="86"/>
                    <a:pt x="73" y="84"/>
                  </a:cubicBezTo>
                  <a:cubicBezTo>
                    <a:pt x="73" y="81"/>
                    <a:pt x="71" y="78"/>
                    <a:pt x="69" y="78"/>
                  </a:cubicBezTo>
                  <a:cubicBezTo>
                    <a:pt x="69" y="78"/>
                    <a:pt x="68" y="77"/>
                    <a:pt x="68" y="77"/>
                  </a:cubicBezTo>
                  <a:cubicBezTo>
                    <a:pt x="67" y="77"/>
                    <a:pt x="66" y="78"/>
                    <a:pt x="65" y="78"/>
                  </a:cubicBezTo>
                  <a:cubicBezTo>
                    <a:pt x="64" y="79"/>
                    <a:pt x="63" y="80"/>
                    <a:pt x="63" y="82"/>
                  </a:cubicBezTo>
                  <a:cubicBezTo>
                    <a:pt x="63" y="82"/>
                    <a:pt x="64" y="83"/>
                    <a:pt x="64" y="83"/>
                  </a:cubicBezTo>
                  <a:cubicBezTo>
                    <a:pt x="64" y="83"/>
                    <a:pt x="64" y="83"/>
                    <a:pt x="64" y="83"/>
                  </a:cubicBezTo>
                  <a:cubicBezTo>
                    <a:pt x="65" y="83"/>
                    <a:pt x="66" y="83"/>
                    <a:pt x="66" y="82"/>
                  </a:cubicBezTo>
                  <a:cubicBezTo>
                    <a:pt x="66" y="81"/>
                    <a:pt x="66" y="81"/>
                    <a:pt x="67" y="81"/>
                  </a:cubicBezTo>
                  <a:cubicBezTo>
                    <a:pt x="67" y="81"/>
                    <a:pt x="67" y="80"/>
                    <a:pt x="68" y="80"/>
                  </a:cubicBezTo>
                  <a:cubicBezTo>
                    <a:pt x="68" y="80"/>
                    <a:pt x="68" y="80"/>
                    <a:pt x="68" y="81"/>
                  </a:cubicBezTo>
                  <a:cubicBezTo>
                    <a:pt x="69" y="81"/>
                    <a:pt x="70" y="82"/>
                    <a:pt x="70" y="84"/>
                  </a:cubicBezTo>
                  <a:cubicBezTo>
                    <a:pt x="70" y="85"/>
                    <a:pt x="69" y="87"/>
                    <a:pt x="68" y="88"/>
                  </a:cubicBezTo>
                  <a:cubicBezTo>
                    <a:pt x="67" y="89"/>
                    <a:pt x="65" y="90"/>
                    <a:pt x="63" y="90"/>
                  </a:cubicBezTo>
                  <a:cubicBezTo>
                    <a:pt x="61" y="90"/>
                    <a:pt x="60" y="90"/>
                    <a:pt x="59" y="89"/>
                  </a:cubicBezTo>
                  <a:cubicBezTo>
                    <a:pt x="58" y="88"/>
                    <a:pt x="57" y="86"/>
                    <a:pt x="57" y="84"/>
                  </a:cubicBezTo>
                  <a:cubicBezTo>
                    <a:pt x="58" y="81"/>
                    <a:pt x="59" y="79"/>
                    <a:pt x="60" y="78"/>
                  </a:cubicBezTo>
                  <a:cubicBezTo>
                    <a:pt x="65" y="72"/>
                    <a:pt x="72" y="70"/>
                    <a:pt x="79" y="69"/>
                  </a:cubicBezTo>
                  <a:cubicBezTo>
                    <a:pt x="80" y="69"/>
                    <a:pt x="80" y="69"/>
                    <a:pt x="80" y="69"/>
                  </a:cubicBezTo>
                  <a:cubicBezTo>
                    <a:pt x="88" y="67"/>
                    <a:pt x="96" y="66"/>
                    <a:pt x="101" y="60"/>
                  </a:cubicBezTo>
                  <a:cubicBezTo>
                    <a:pt x="104" y="57"/>
                    <a:pt x="107" y="53"/>
                    <a:pt x="105" y="49"/>
                  </a:cubicBezTo>
                  <a:cubicBezTo>
                    <a:pt x="104" y="44"/>
                    <a:pt x="99" y="42"/>
                    <a:pt x="95" y="42"/>
                  </a:cubicBezTo>
                  <a:cubicBezTo>
                    <a:pt x="94" y="42"/>
                    <a:pt x="94" y="42"/>
                    <a:pt x="94" y="42"/>
                  </a:cubicBezTo>
                  <a:cubicBezTo>
                    <a:pt x="93" y="42"/>
                    <a:pt x="93" y="42"/>
                    <a:pt x="92" y="42"/>
                  </a:cubicBezTo>
                  <a:cubicBezTo>
                    <a:pt x="94" y="40"/>
                    <a:pt x="95" y="37"/>
                    <a:pt x="97" y="35"/>
                  </a:cubicBezTo>
                  <a:cubicBezTo>
                    <a:pt x="97" y="34"/>
                    <a:pt x="97" y="34"/>
                    <a:pt x="97" y="33"/>
                  </a:cubicBezTo>
                  <a:cubicBezTo>
                    <a:pt x="97" y="30"/>
                    <a:pt x="95" y="26"/>
                    <a:pt x="93" y="24"/>
                  </a:cubicBezTo>
                  <a:cubicBezTo>
                    <a:pt x="90" y="21"/>
                    <a:pt x="86" y="19"/>
                    <a:pt x="83" y="18"/>
                  </a:cubicBezTo>
                  <a:cubicBezTo>
                    <a:pt x="67" y="11"/>
                    <a:pt x="50" y="5"/>
                    <a:pt x="32" y="0"/>
                  </a:cubicBezTo>
                  <a:cubicBezTo>
                    <a:pt x="32" y="0"/>
                    <a:pt x="31"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0EBCC7EE-67AE-4163-8A80-051CC7896698}"/>
                </a:ext>
              </a:extLst>
            </p:cNvPr>
            <p:cNvSpPr>
              <a:spLocks noEditPoints="1"/>
            </p:cNvSpPr>
            <p:nvPr/>
          </p:nvSpPr>
          <p:spPr bwMode="auto">
            <a:xfrm>
              <a:off x="3856038" y="5729288"/>
              <a:ext cx="587375" cy="465138"/>
            </a:xfrm>
            <a:custGeom>
              <a:avLst/>
              <a:gdLst>
                <a:gd name="T0" fmla="*/ 61 w 146"/>
                <a:gd name="T1" fmla="*/ 114 h 116"/>
                <a:gd name="T2" fmla="*/ 61 w 146"/>
                <a:gd name="T3" fmla="*/ 102 h 116"/>
                <a:gd name="T4" fmla="*/ 60 w 146"/>
                <a:gd name="T5" fmla="*/ 110 h 116"/>
                <a:gd name="T6" fmla="*/ 64 w 146"/>
                <a:gd name="T7" fmla="*/ 106 h 116"/>
                <a:gd name="T8" fmla="*/ 120 w 146"/>
                <a:gd name="T9" fmla="*/ 109 h 116"/>
                <a:gd name="T10" fmla="*/ 120 w 146"/>
                <a:gd name="T11" fmla="*/ 110 h 116"/>
                <a:gd name="T12" fmla="*/ 57 w 146"/>
                <a:gd name="T13" fmla="*/ 95 h 116"/>
                <a:gd name="T14" fmla="*/ 9 w 146"/>
                <a:gd name="T15" fmla="*/ 105 h 116"/>
                <a:gd name="T16" fmla="*/ 24 w 146"/>
                <a:gd name="T17" fmla="*/ 102 h 116"/>
                <a:gd name="T18" fmla="*/ 19 w 146"/>
                <a:gd name="T19" fmla="*/ 98 h 116"/>
                <a:gd name="T20" fmla="*/ 20 w 146"/>
                <a:gd name="T21" fmla="*/ 105 h 116"/>
                <a:gd name="T22" fmla="*/ 124 w 146"/>
                <a:gd name="T23" fmla="*/ 90 h 116"/>
                <a:gd name="T24" fmla="*/ 129 w 146"/>
                <a:gd name="T25" fmla="*/ 100 h 116"/>
                <a:gd name="T26" fmla="*/ 137 w 146"/>
                <a:gd name="T27" fmla="*/ 90 h 116"/>
                <a:gd name="T28" fmla="*/ 127 w 146"/>
                <a:gd name="T29" fmla="*/ 113 h 116"/>
                <a:gd name="T30" fmla="*/ 134 w 146"/>
                <a:gd name="T31" fmla="*/ 88 h 116"/>
                <a:gd name="T32" fmla="*/ 133 w 146"/>
                <a:gd name="T33" fmla="*/ 78 h 116"/>
                <a:gd name="T34" fmla="*/ 134 w 146"/>
                <a:gd name="T35" fmla="*/ 88 h 116"/>
                <a:gd name="T36" fmla="*/ 100 w 146"/>
                <a:gd name="T37" fmla="*/ 76 h 116"/>
                <a:gd name="T38" fmla="*/ 107 w 146"/>
                <a:gd name="T39" fmla="*/ 82 h 116"/>
                <a:gd name="T40" fmla="*/ 103 w 146"/>
                <a:gd name="T41" fmla="*/ 88 h 116"/>
                <a:gd name="T42" fmla="*/ 5 w 146"/>
                <a:gd name="T43" fmla="*/ 87 h 116"/>
                <a:gd name="T44" fmla="*/ 18 w 146"/>
                <a:gd name="T45" fmla="*/ 113 h 116"/>
                <a:gd name="T46" fmla="*/ 65 w 146"/>
                <a:gd name="T47" fmla="*/ 98 h 116"/>
                <a:gd name="T48" fmla="*/ 67 w 146"/>
                <a:gd name="T49" fmla="*/ 96 h 116"/>
                <a:gd name="T50" fmla="*/ 99 w 146"/>
                <a:gd name="T51" fmla="*/ 92 h 116"/>
                <a:gd name="T52" fmla="*/ 118 w 146"/>
                <a:gd name="T53" fmla="*/ 111 h 116"/>
                <a:gd name="T54" fmla="*/ 128 w 146"/>
                <a:gd name="T55" fmla="*/ 116 h 116"/>
                <a:gd name="T56" fmla="*/ 133 w 146"/>
                <a:gd name="T57" fmla="*/ 75 h 116"/>
                <a:gd name="T58" fmla="*/ 105 w 146"/>
                <a:gd name="T59" fmla="*/ 75 h 116"/>
                <a:gd name="T60" fmla="*/ 92 w 146"/>
                <a:gd name="T61" fmla="*/ 64 h 116"/>
                <a:gd name="T62" fmla="*/ 93 w 146"/>
                <a:gd name="T63" fmla="*/ 87 h 116"/>
                <a:gd name="T64" fmla="*/ 72 w 146"/>
                <a:gd name="T65" fmla="*/ 93 h 116"/>
                <a:gd name="T66" fmla="*/ 25 w 146"/>
                <a:gd name="T67" fmla="*/ 58 h 116"/>
                <a:gd name="T68" fmla="*/ 4 w 146"/>
                <a:gd name="T69" fmla="*/ 84 h 116"/>
                <a:gd name="T70" fmla="*/ 11 w 146"/>
                <a:gd name="T71" fmla="*/ 49 h 116"/>
                <a:gd name="T72" fmla="*/ 30 w 146"/>
                <a:gd name="T73" fmla="*/ 48 h 116"/>
                <a:gd name="T74" fmla="*/ 75 w 146"/>
                <a:gd name="T75" fmla="*/ 42 h 116"/>
                <a:gd name="T76" fmla="*/ 87 w 146"/>
                <a:gd name="T77" fmla="*/ 40 h 116"/>
                <a:gd name="T78" fmla="*/ 91 w 146"/>
                <a:gd name="T79" fmla="*/ 44 h 116"/>
                <a:gd name="T80" fmla="*/ 99 w 146"/>
                <a:gd name="T81" fmla="*/ 51 h 116"/>
                <a:gd name="T82" fmla="*/ 102 w 146"/>
                <a:gd name="T83" fmla="*/ 53 h 116"/>
                <a:gd name="T84" fmla="*/ 31 w 146"/>
                <a:gd name="T85" fmla="*/ 44 h 116"/>
                <a:gd name="T86" fmla="*/ 13 w 146"/>
                <a:gd name="T87" fmla="*/ 45 h 116"/>
                <a:gd name="T88" fmla="*/ 23 w 146"/>
                <a:gd name="T89" fmla="*/ 28 h 116"/>
                <a:gd name="T90" fmla="*/ 41 w 146"/>
                <a:gd name="T91" fmla="*/ 28 h 116"/>
                <a:gd name="T92" fmla="*/ 62 w 146"/>
                <a:gd name="T93" fmla="*/ 25 h 116"/>
                <a:gd name="T94" fmla="*/ 68 w 146"/>
                <a:gd name="T95" fmla="*/ 30 h 116"/>
                <a:gd name="T96" fmla="*/ 58 w 146"/>
                <a:gd name="T97" fmla="*/ 15 h 116"/>
                <a:gd name="T98" fmla="*/ 74 w 146"/>
                <a:gd name="T99" fmla="*/ 29 h 116"/>
                <a:gd name="T100" fmla="*/ 72 w 146"/>
                <a:gd name="T101" fmla="*/ 11 h 116"/>
                <a:gd name="T102" fmla="*/ 62 w 146"/>
                <a:gd name="T103" fmla="*/ 21 h 116"/>
                <a:gd name="T104" fmla="*/ 61 w 146"/>
                <a:gd name="T105" fmla="*/ 1 h 116"/>
                <a:gd name="T106" fmla="*/ 68 w 146"/>
                <a:gd name="T107" fmla="*/ 5 h 116"/>
                <a:gd name="T108" fmla="*/ 48 w 146"/>
                <a:gd name="T109" fmla="*/ 15 h 116"/>
                <a:gd name="T110" fmla="*/ 28 w 146"/>
                <a:gd name="T111" fmla="*/ 14 h 116"/>
                <a:gd name="T112" fmla="*/ 38 w 146"/>
                <a:gd name="T113" fmla="*/ 13 h 116"/>
                <a:gd name="T114" fmla="*/ 51 w 146"/>
                <a:gd name="T115" fmla="*/ 22 h 116"/>
                <a:gd name="T116" fmla="*/ 52 w 146"/>
                <a:gd name="T117" fmla="*/ 1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116">
                  <a:moveTo>
                    <a:pt x="75" y="110"/>
                  </a:moveTo>
                  <a:cubicBezTo>
                    <a:pt x="74" y="110"/>
                    <a:pt x="73" y="110"/>
                    <a:pt x="71" y="110"/>
                  </a:cubicBezTo>
                  <a:cubicBezTo>
                    <a:pt x="70" y="112"/>
                    <a:pt x="67" y="112"/>
                    <a:pt x="65" y="112"/>
                  </a:cubicBezTo>
                  <a:cubicBezTo>
                    <a:pt x="65" y="112"/>
                    <a:pt x="65" y="112"/>
                    <a:pt x="65" y="112"/>
                  </a:cubicBezTo>
                  <a:cubicBezTo>
                    <a:pt x="64" y="113"/>
                    <a:pt x="62" y="114"/>
                    <a:pt x="61" y="114"/>
                  </a:cubicBezTo>
                  <a:cubicBezTo>
                    <a:pt x="62" y="115"/>
                    <a:pt x="63" y="115"/>
                    <a:pt x="65" y="115"/>
                  </a:cubicBezTo>
                  <a:cubicBezTo>
                    <a:pt x="65" y="115"/>
                    <a:pt x="65" y="115"/>
                    <a:pt x="65" y="115"/>
                  </a:cubicBezTo>
                  <a:cubicBezTo>
                    <a:pt x="69" y="115"/>
                    <a:pt x="74" y="113"/>
                    <a:pt x="75" y="110"/>
                  </a:cubicBezTo>
                  <a:moveTo>
                    <a:pt x="62" y="102"/>
                  </a:moveTo>
                  <a:cubicBezTo>
                    <a:pt x="61" y="102"/>
                    <a:pt x="61" y="102"/>
                    <a:pt x="61" y="102"/>
                  </a:cubicBezTo>
                  <a:cubicBezTo>
                    <a:pt x="59" y="102"/>
                    <a:pt x="58" y="103"/>
                    <a:pt x="57" y="105"/>
                  </a:cubicBezTo>
                  <a:cubicBezTo>
                    <a:pt x="56" y="107"/>
                    <a:pt x="56" y="110"/>
                    <a:pt x="58" y="112"/>
                  </a:cubicBezTo>
                  <a:cubicBezTo>
                    <a:pt x="58" y="112"/>
                    <a:pt x="58" y="113"/>
                    <a:pt x="58" y="113"/>
                  </a:cubicBezTo>
                  <a:cubicBezTo>
                    <a:pt x="59" y="112"/>
                    <a:pt x="60" y="112"/>
                    <a:pt x="61" y="111"/>
                  </a:cubicBezTo>
                  <a:cubicBezTo>
                    <a:pt x="61" y="111"/>
                    <a:pt x="60" y="111"/>
                    <a:pt x="60" y="110"/>
                  </a:cubicBezTo>
                  <a:cubicBezTo>
                    <a:pt x="59" y="109"/>
                    <a:pt x="59" y="107"/>
                    <a:pt x="60" y="106"/>
                  </a:cubicBezTo>
                  <a:cubicBezTo>
                    <a:pt x="60" y="106"/>
                    <a:pt x="61" y="105"/>
                    <a:pt x="61" y="105"/>
                  </a:cubicBezTo>
                  <a:cubicBezTo>
                    <a:pt x="61" y="105"/>
                    <a:pt x="61" y="105"/>
                    <a:pt x="61" y="105"/>
                  </a:cubicBezTo>
                  <a:cubicBezTo>
                    <a:pt x="62" y="105"/>
                    <a:pt x="62" y="105"/>
                    <a:pt x="63" y="106"/>
                  </a:cubicBezTo>
                  <a:cubicBezTo>
                    <a:pt x="63" y="106"/>
                    <a:pt x="63" y="106"/>
                    <a:pt x="64" y="106"/>
                  </a:cubicBezTo>
                  <a:cubicBezTo>
                    <a:pt x="64" y="106"/>
                    <a:pt x="64" y="106"/>
                    <a:pt x="65" y="106"/>
                  </a:cubicBezTo>
                  <a:cubicBezTo>
                    <a:pt x="65" y="105"/>
                    <a:pt x="65" y="104"/>
                    <a:pt x="65" y="104"/>
                  </a:cubicBezTo>
                  <a:cubicBezTo>
                    <a:pt x="64" y="103"/>
                    <a:pt x="63" y="102"/>
                    <a:pt x="62" y="102"/>
                  </a:cubicBezTo>
                  <a:moveTo>
                    <a:pt x="120" y="110"/>
                  </a:moveTo>
                  <a:cubicBezTo>
                    <a:pt x="120" y="110"/>
                    <a:pt x="120" y="109"/>
                    <a:pt x="120" y="109"/>
                  </a:cubicBezTo>
                  <a:cubicBezTo>
                    <a:pt x="120" y="109"/>
                    <a:pt x="120" y="108"/>
                    <a:pt x="120" y="107"/>
                  </a:cubicBezTo>
                  <a:cubicBezTo>
                    <a:pt x="124" y="99"/>
                    <a:pt x="124" y="99"/>
                    <a:pt x="124" y="99"/>
                  </a:cubicBezTo>
                  <a:cubicBezTo>
                    <a:pt x="125" y="100"/>
                    <a:pt x="126" y="101"/>
                    <a:pt x="127" y="103"/>
                  </a:cubicBezTo>
                  <a:cubicBezTo>
                    <a:pt x="126" y="105"/>
                    <a:pt x="124" y="107"/>
                    <a:pt x="122" y="108"/>
                  </a:cubicBezTo>
                  <a:cubicBezTo>
                    <a:pt x="121" y="109"/>
                    <a:pt x="121" y="110"/>
                    <a:pt x="120" y="110"/>
                  </a:cubicBezTo>
                  <a:moveTo>
                    <a:pt x="22" y="106"/>
                  </a:moveTo>
                  <a:cubicBezTo>
                    <a:pt x="23" y="106"/>
                    <a:pt x="25" y="105"/>
                    <a:pt x="26" y="104"/>
                  </a:cubicBezTo>
                  <a:cubicBezTo>
                    <a:pt x="29" y="102"/>
                    <a:pt x="29" y="98"/>
                    <a:pt x="28" y="95"/>
                  </a:cubicBezTo>
                  <a:cubicBezTo>
                    <a:pt x="27" y="93"/>
                    <a:pt x="26" y="92"/>
                    <a:pt x="25" y="91"/>
                  </a:cubicBezTo>
                  <a:cubicBezTo>
                    <a:pt x="36" y="93"/>
                    <a:pt x="46" y="95"/>
                    <a:pt x="57" y="95"/>
                  </a:cubicBezTo>
                  <a:cubicBezTo>
                    <a:pt x="51" y="96"/>
                    <a:pt x="46" y="99"/>
                    <a:pt x="41" y="102"/>
                  </a:cubicBezTo>
                  <a:cubicBezTo>
                    <a:pt x="40" y="102"/>
                    <a:pt x="40" y="102"/>
                    <a:pt x="40" y="102"/>
                  </a:cubicBezTo>
                  <a:cubicBezTo>
                    <a:pt x="33" y="106"/>
                    <a:pt x="26" y="110"/>
                    <a:pt x="19" y="110"/>
                  </a:cubicBezTo>
                  <a:cubicBezTo>
                    <a:pt x="18" y="110"/>
                    <a:pt x="18" y="110"/>
                    <a:pt x="18" y="110"/>
                  </a:cubicBezTo>
                  <a:cubicBezTo>
                    <a:pt x="14" y="110"/>
                    <a:pt x="10" y="108"/>
                    <a:pt x="9" y="105"/>
                  </a:cubicBezTo>
                  <a:cubicBezTo>
                    <a:pt x="7" y="101"/>
                    <a:pt x="10" y="97"/>
                    <a:pt x="13" y="95"/>
                  </a:cubicBezTo>
                  <a:cubicBezTo>
                    <a:pt x="15" y="93"/>
                    <a:pt x="17" y="93"/>
                    <a:pt x="19" y="93"/>
                  </a:cubicBezTo>
                  <a:cubicBezTo>
                    <a:pt x="19" y="93"/>
                    <a:pt x="19" y="93"/>
                    <a:pt x="20" y="93"/>
                  </a:cubicBezTo>
                  <a:cubicBezTo>
                    <a:pt x="22" y="93"/>
                    <a:pt x="24" y="94"/>
                    <a:pt x="25" y="96"/>
                  </a:cubicBezTo>
                  <a:cubicBezTo>
                    <a:pt x="26" y="98"/>
                    <a:pt x="26" y="101"/>
                    <a:pt x="24" y="102"/>
                  </a:cubicBezTo>
                  <a:cubicBezTo>
                    <a:pt x="23" y="102"/>
                    <a:pt x="23" y="103"/>
                    <a:pt x="22" y="103"/>
                  </a:cubicBezTo>
                  <a:cubicBezTo>
                    <a:pt x="22" y="103"/>
                    <a:pt x="21" y="103"/>
                    <a:pt x="21" y="102"/>
                  </a:cubicBezTo>
                  <a:cubicBezTo>
                    <a:pt x="20" y="102"/>
                    <a:pt x="20" y="102"/>
                    <a:pt x="19" y="102"/>
                  </a:cubicBezTo>
                  <a:cubicBezTo>
                    <a:pt x="20" y="100"/>
                    <a:pt x="20" y="100"/>
                    <a:pt x="20" y="100"/>
                  </a:cubicBezTo>
                  <a:cubicBezTo>
                    <a:pt x="20" y="100"/>
                    <a:pt x="20" y="99"/>
                    <a:pt x="19" y="98"/>
                  </a:cubicBezTo>
                  <a:cubicBezTo>
                    <a:pt x="19" y="98"/>
                    <a:pt x="19" y="98"/>
                    <a:pt x="18" y="98"/>
                  </a:cubicBezTo>
                  <a:cubicBezTo>
                    <a:pt x="18" y="98"/>
                    <a:pt x="17" y="99"/>
                    <a:pt x="17" y="99"/>
                  </a:cubicBezTo>
                  <a:cubicBezTo>
                    <a:pt x="16" y="101"/>
                    <a:pt x="16" y="101"/>
                    <a:pt x="16" y="101"/>
                  </a:cubicBezTo>
                  <a:cubicBezTo>
                    <a:pt x="16" y="102"/>
                    <a:pt x="16" y="102"/>
                    <a:pt x="16" y="102"/>
                  </a:cubicBezTo>
                  <a:cubicBezTo>
                    <a:pt x="17" y="104"/>
                    <a:pt x="19" y="105"/>
                    <a:pt x="20" y="105"/>
                  </a:cubicBezTo>
                  <a:cubicBezTo>
                    <a:pt x="21" y="105"/>
                    <a:pt x="21" y="106"/>
                    <a:pt x="22" y="106"/>
                  </a:cubicBezTo>
                  <a:moveTo>
                    <a:pt x="129" y="100"/>
                  </a:moveTo>
                  <a:cubicBezTo>
                    <a:pt x="124" y="94"/>
                    <a:pt x="117" y="89"/>
                    <a:pt x="109" y="87"/>
                  </a:cubicBezTo>
                  <a:cubicBezTo>
                    <a:pt x="109" y="86"/>
                    <a:pt x="110" y="85"/>
                    <a:pt x="110" y="83"/>
                  </a:cubicBezTo>
                  <a:cubicBezTo>
                    <a:pt x="114" y="86"/>
                    <a:pt x="119" y="88"/>
                    <a:pt x="124" y="90"/>
                  </a:cubicBezTo>
                  <a:cubicBezTo>
                    <a:pt x="124" y="90"/>
                    <a:pt x="124" y="90"/>
                    <a:pt x="124" y="90"/>
                  </a:cubicBezTo>
                  <a:cubicBezTo>
                    <a:pt x="125" y="90"/>
                    <a:pt x="125" y="90"/>
                    <a:pt x="125" y="90"/>
                  </a:cubicBezTo>
                  <a:cubicBezTo>
                    <a:pt x="125" y="90"/>
                    <a:pt x="125" y="90"/>
                    <a:pt x="125" y="90"/>
                  </a:cubicBezTo>
                  <a:cubicBezTo>
                    <a:pt x="128" y="91"/>
                    <a:pt x="131" y="91"/>
                    <a:pt x="134" y="91"/>
                  </a:cubicBezTo>
                  <a:cubicBezTo>
                    <a:pt x="132" y="94"/>
                    <a:pt x="131" y="97"/>
                    <a:pt x="129" y="100"/>
                  </a:cubicBezTo>
                  <a:moveTo>
                    <a:pt x="130" y="105"/>
                  </a:moveTo>
                  <a:cubicBezTo>
                    <a:pt x="131" y="105"/>
                    <a:pt x="131" y="105"/>
                    <a:pt x="131" y="105"/>
                  </a:cubicBezTo>
                  <a:cubicBezTo>
                    <a:pt x="131" y="104"/>
                    <a:pt x="131" y="103"/>
                    <a:pt x="131" y="103"/>
                  </a:cubicBezTo>
                  <a:cubicBezTo>
                    <a:pt x="134" y="99"/>
                    <a:pt x="135" y="95"/>
                    <a:pt x="137" y="91"/>
                  </a:cubicBezTo>
                  <a:cubicBezTo>
                    <a:pt x="137" y="91"/>
                    <a:pt x="137" y="90"/>
                    <a:pt x="137" y="90"/>
                  </a:cubicBezTo>
                  <a:cubicBezTo>
                    <a:pt x="137" y="89"/>
                    <a:pt x="137" y="89"/>
                    <a:pt x="137" y="89"/>
                  </a:cubicBezTo>
                  <a:cubicBezTo>
                    <a:pt x="138" y="86"/>
                    <a:pt x="138" y="83"/>
                    <a:pt x="138" y="80"/>
                  </a:cubicBezTo>
                  <a:cubicBezTo>
                    <a:pt x="140" y="80"/>
                    <a:pt x="141" y="81"/>
                    <a:pt x="142" y="83"/>
                  </a:cubicBezTo>
                  <a:cubicBezTo>
                    <a:pt x="143" y="84"/>
                    <a:pt x="143" y="86"/>
                    <a:pt x="142" y="88"/>
                  </a:cubicBezTo>
                  <a:cubicBezTo>
                    <a:pt x="140" y="98"/>
                    <a:pt x="134" y="107"/>
                    <a:pt x="127" y="113"/>
                  </a:cubicBezTo>
                  <a:cubicBezTo>
                    <a:pt x="122" y="112"/>
                    <a:pt x="122" y="112"/>
                    <a:pt x="122" y="112"/>
                  </a:cubicBezTo>
                  <a:cubicBezTo>
                    <a:pt x="123" y="112"/>
                    <a:pt x="124" y="111"/>
                    <a:pt x="124" y="111"/>
                  </a:cubicBezTo>
                  <a:cubicBezTo>
                    <a:pt x="126" y="109"/>
                    <a:pt x="128" y="107"/>
                    <a:pt x="130" y="105"/>
                  </a:cubicBezTo>
                  <a:cubicBezTo>
                    <a:pt x="130" y="105"/>
                    <a:pt x="130" y="105"/>
                    <a:pt x="130" y="105"/>
                  </a:cubicBezTo>
                  <a:moveTo>
                    <a:pt x="134" y="88"/>
                  </a:moveTo>
                  <a:cubicBezTo>
                    <a:pt x="132" y="88"/>
                    <a:pt x="129" y="88"/>
                    <a:pt x="127" y="87"/>
                  </a:cubicBezTo>
                  <a:cubicBezTo>
                    <a:pt x="128" y="83"/>
                    <a:pt x="128" y="83"/>
                    <a:pt x="128" y="83"/>
                  </a:cubicBezTo>
                  <a:cubicBezTo>
                    <a:pt x="129" y="82"/>
                    <a:pt x="129" y="80"/>
                    <a:pt x="130" y="79"/>
                  </a:cubicBezTo>
                  <a:cubicBezTo>
                    <a:pt x="131" y="78"/>
                    <a:pt x="132" y="78"/>
                    <a:pt x="133" y="78"/>
                  </a:cubicBezTo>
                  <a:cubicBezTo>
                    <a:pt x="133" y="78"/>
                    <a:pt x="133" y="78"/>
                    <a:pt x="133" y="78"/>
                  </a:cubicBezTo>
                  <a:cubicBezTo>
                    <a:pt x="134" y="78"/>
                    <a:pt x="134" y="79"/>
                    <a:pt x="135" y="79"/>
                  </a:cubicBezTo>
                  <a:cubicBezTo>
                    <a:pt x="135" y="79"/>
                    <a:pt x="135" y="79"/>
                    <a:pt x="135" y="79"/>
                  </a:cubicBezTo>
                  <a:cubicBezTo>
                    <a:pt x="135" y="79"/>
                    <a:pt x="135" y="79"/>
                    <a:pt x="135" y="79"/>
                  </a:cubicBezTo>
                  <a:cubicBezTo>
                    <a:pt x="135" y="80"/>
                    <a:pt x="135" y="80"/>
                    <a:pt x="135" y="80"/>
                  </a:cubicBezTo>
                  <a:cubicBezTo>
                    <a:pt x="135" y="83"/>
                    <a:pt x="135" y="86"/>
                    <a:pt x="134" y="88"/>
                  </a:cubicBezTo>
                  <a:moveTo>
                    <a:pt x="100" y="89"/>
                  </a:moveTo>
                  <a:cubicBezTo>
                    <a:pt x="100" y="89"/>
                    <a:pt x="99" y="89"/>
                    <a:pt x="99" y="89"/>
                  </a:cubicBezTo>
                  <a:cubicBezTo>
                    <a:pt x="98" y="89"/>
                    <a:pt x="97" y="89"/>
                    <a:pt x="96" y="88"/>
                  </a:cubicBezTo>
                  <a:cubicBezTo>
                    <a:pt x="97" y="86"/>
                    <a:pt x="99" y="84"/>
                    <a:pt x="99" y="82"/>
                  </a:cubicBezTo>
                  <a:cubicBezTo>
                    <a:pt x="100" y="80"/>
                    <a:pt x="100" y="78"/>
                    <a:pt x="100" y="76"/>
                  </a:cubicBezTo>
                  <a:cubicBezTo>
                    <a:pt x="101" y="77"/>
                    <a:pt x="103" y="77"/>
                    <a:pt x="104" y="78"/>
                  </a:cubicBezTo>
                  <a:cubicBezTo>
                    <a:pt x="104" y="78"/>
                    <a:pt x="105" y="79"/>
                    <a:pt x="106" y="79"/>
                  </a:cubicBezTo>
                  <a:cubicBezTo>
                    <a:pt x="106" y="80"/>
                    <a:pt x="106" y="80"/>
                    <a:pt x="106" y="80"/>
                  </a:cubicBezTo>
                  <a:cubicBezTo>
                    <a:pt x="106" y="80"/>
                    <a:pt x="106" y="80"/>
                    <a:pt x="106" y="80"/>
                  </a:cubicBezTo>
                  <a:cubicBezTo>
                    <a:pt x="107" y="81"/>
                    <a:pt x="107" y="81"/>
                    <a:pt x="107" y="82"/>
                  </a:cubicBezTo>
                  <a:cubicBezTo>
                    <a:pt x="107" y="84"/>
                    <a:pt x="107" y="85"/>
                    <a:pt x="105" y="87"/>
                  </a:cubicBezTo>
                  <a:cubicBezTo>
                    <a:pt x="105" y="86"/>
                    <a:pt x="105" y="86"/>
                    <a:pt x="105" y="86"/>
                  </a:cubicBezTo>
                  <a:cubicBezTo>
                    <a:pt x="105" y="86"/>
                    <a:pt x="105" y="86"/>
                    <a:pt x="105" y="86"/>
                  </a:cubicBezTo>
                  <a:cubicBezTo>
                    <a:pt x="104" y="86"/>
                    <a:pt x="103" y="87"/>
                    <a:pt x="103" y="88"/>
                  </a:cubicBezTo>
                  <a:cubicBezTo>
                    <a:pt x="103" y="88"/>
                    <a:pt x="103" y="88"/>
                    <a:pt x="103" y="88"/>
                  </a:cubicBezTo>
                  <a:cubicBezTo>
                    <a:pt x="102" y="89"/>
                    <a:pt x="101" y="89"/>
                    <a:pt x="100" y="89"/>
                  </a:cubicBezTo>
                  <a:moveTo>
                    <a:pt x="8" y="58"/>
                  </a:moveTo>
                  <a:cubicBezTo>
                    <a:pt x="6" y="65"/>
                    <a:pt x="3" y="73"/>
                    <a:pt x="1" y="80"/>
                  </a:cubicBezTo>
                  <a:cubicBezTo>
                    <a:pt x="1" y="81"/>
                    <a:pt x="0" y="84"/>
                    <a:pt x="2" y="86"/>
                  </a:cubicBezTo>
                  <a:cubicBezTo>
                    <a:pt x="3" y="87"/>
                    <a:pt x="4" y="87"/>
                    <a:pt x="5" y="87"/>
                  </a:cubicBezTo>
                  <a:cubicBezTo>
                    <a:pt x="6" y="87"/>
                    <a:pt x="6" y="87"/>
                    <a:pt x="6" y="87"/>
                  </a:cubicBezTo>
                  <a:cubicBezTo>
                    <a:pt x="10" y="88"/>
                    <a:pt x="14" y="89"/>
                    <a:pt x="17" y="90"/>
                  </a:cubicBezTo>
                  <a:cubicBezTo>
                    <a:pt x="15" y="90"/>
                    <a:pt x="13" y="91"/>
                    <a:pt x="11" y="92"/>
                  </a:cubicBezTo>
                  <a:cubicBezTo>
                    <a:pt x="7" y="95"/>
                    <a:pt x="4" y="101"/>
                    <a:pt x="6" y="106"/>
                  </a:cubicBezTo>
                  <a:cubicBezTo>
                    <a:pt x="8" y="111"/>
                    <a:pt x="13" y="112"/>
                    <a:pt x="18" y="113"/>
                  </a:cubicBezTo>
                  <a:cubicBezTo>
                    <a:pt x="18" y="113"/>
                    <a:pt x="18" y="113"/>
                    <a:pt x="19" y="113"/>
                  </a:cubicBezTo>
                  <a:cubicBezTo>
                    <a:pt x="27" y="113"/>
                    <a:pt x="34" y="109"/>
                    <a:pt x="41" y="105"/>
                  </a:cubicBezTo>
                  <a:cubicBezTo>
                    <a:pt x="42" y="105"/>
                    <a:pt x="42" y="105"/>
                    <a:pt x="42" y="105"/>
                  </a:cubicBezTo>
                  <a:cubicBezTo>
                    <a:pt x="48" y="101"/>
                    <a:pt x="55" y="98"/>
                    <a:pt x="61" y="98"/>
                  </a:cubicBezTo>
                  <a:cubicBezTo>
                    <a:pt x="63" y="98"/>
                    <a:pt x="64" y="98"/>
                    <a:pt x="65" y="98"/>
                  </a:cubicBezTo>
                  <a:cubicBezTo>
                    <a:pt x="67" y="99"/>
                    <a:pt x="69" y="99"/>
                    <a:pt x="71" y="101"/>
                  </a:cubicBezTo>
                  <a:cubicBezTo>
                    <a:pt x="73" y="103"/>
                    <a:pt x="73" y="105"/>
                    <a:pt x="73" y="107"/>
                  </a:cubicBezTo>
                  <a:cubicBezTo>
                    <a:pt x="74" y="107"/>
                    <a:pt x="75" y="107"/>
                    <a:pt x="76" y="107"/>
                  </a:cubicBezTo>
                  <a:cubicBezTo>
                    <a:pt x="76" y="104"/>
                    <a:pt x="75" y="101"/>
                    <a:pt x="73" y="99"/>
                  </a:cubicBezTo>
                  <a:cubicBezTo>
                    <a:pt x="72" y="98"/>
                    <a:pt x="69" y="96"/>
                    <a:pt x="67" y="96"/>
                  </a:cubicBezTo>
                  <a:cubicBezTo>
                    <a:pt x="68" y="96"/>
                    <a:pt x="69" y="96"/>
                    <a:pt x="71" y="96"/>
                  </a:cubicBezTo>
                  <a:cubicBezTo>
                    <a:pt x="72" y="96"/>
                    <a:pt x="72" y="96"/>
                    <a:pt x="72" y="96"/>
                  </a:cubicBezTo>
                  <a:cubicBezTo>
                    <a:pt x="77" y="96"/>
                    <a:pt x="82" y="96"/>
                    <a:pt x="88" y="94"/>
                  </a:cubicBezTo>
                  <a:cubicBezTo>
                    <a:pt x="90" y="93"/>
                    <a:pt x="92" y="92"/>
                    <a:pt x="93" y="91"/>
                  </a:cubicBezTo>
                  <a:cubicBezTo>
                    <a:pt x="95" y="91"/>
                    <a:pt x="97" y="92"/>
                    <a:pt x="99" y="92"/>
                  </a:cubicBezTo>
                  <a:cubicBezTo>
                    <a:pt x="100" y="92"/>
                    <a:pt x="100" y="92"/>
                    <a:pt x="100" y="92"/>
                  </a:cubicBezTo>
                  <a:cubicBezTo>
                    <a:pt x="102" y="92"/>
                    <a:pt x="104" y="91"/>
                    <a:pt x="106" y="90"/>
                  </a:cubicBezTo>
                  <a:cubicBezTo>
                    <a:pt x="112" y="91"/>
                    <a:pt x="117" y="93"/>
                    <a:pt x="121" y="97"/>
                  </a:cubicBezTo>
                  <a:cubicBezTo>
                    <a:pt x="118" y="106"/>
                    <a:pt x="118" y="106"/>
                    <a:pt x="118" y="106"/>
                  </a:cubicBezTo>
                  <a:cubicBezTo>
                    <a:pt x="117" y="108"/>
                    <a:pt x="117" y="110"/>
                    <a:pt x="118" y="111"/>
                  </a:cubicBezTo>
                  <a:cubicBezTo>
                    <a:pt x="117" y="111"/>
                    <a:pt x="117" y="111"/>
                    <a:pt x="117" y="112"/>
                  </a:cubicBezTo>
                  <a:cubicBezTo>
                    <a:pt x="117" y="112"/>
                    <a:pt x="117" y="113"/>
                    <a:pt x="118" y="114"/>
                  </a:cubicBezTo>
                  <a:cubicBezTo>
                    <a:pt x="127" y="116"/>
                    <a:pt x="127" y="116"/>
                    <a:pt x="127" y="116"/>
                  </a:cubicBezTo>
                  <a:cubicBezTo>
                    <a:pt x="127" y="116"/>
                    <a:pt x="127" y="116"/>
                    <a:pt x="127" y="116"/>
                  </a:cubicBezTo>
                  <a:cubicBezTo>
                    <a:pt x="128" y="116"/>
                    <a:pt x="128" y="116"/>
                    <a:pt x="128" y="116"/>
                  </a:cubicBezTo>
                  <a:cubicBezTo>
                    <a:pt x="137" y="109"/>
                    <a:pt x="143" y="99"/>
                    <a:pt x="145" y="88"/>
                  </a:cubicBezTo>
                  <a:cubicBezTo>
                    <a:pt x="145" y="86"/>
                    <a:pt x="146" y="84"/>
                    <a:pt x="145" y="81"/>
                  </a:cubicBezTo>
                  <a:cubicBezTo>
                    <a:pt x="143" y="78"/>
                    <a:pt x="140" y="77"/>
                    <a:pt x="137" y="76"/>
                  </a:cubicBezTo>
                  <a:cubicBezTo>
                    <a:pt x="136" y="76"/>
                    <a:pt x="135" y="75"/>
                    <a:pt x="134" y="75"/>
                  </a:cubicBezTo>
                  <a:cubicBezTo>
                    <a:pt x="134" y="75"/>
                    <a:pt x="134" y="75"/>
                    <a:pt x="133" y="75"/>
                  </a:cubicBezTo>
                  <a:cubicBezTo>
                    <a:pt x="132" y="75"/>
                    <a:pt x="130" y="76"/>
                    <a:pt x="128" y="77"/>
                  </a:cubicBezTo>
                  <a:cubicBezTo>
                    <a:pt x="127" y="79"/>
                    <a:pt x="126" y="81"/>
                    <a:pt x="126" y="82"/>
                  </a:cubicBezTo>
                  <a:cubicBezTo>
                    <a:pt x="124" y="87"/>
                    <a:pt x="124" y="87"/>
                    <a:pt x="124" y="87"/>
                  </a:cubicBezTo>
                  <a:cubicBezTo>
                    <a:pt x="118" y="85"/>
                    <a:pt x="113" y="82"/>
                    <a:pt x="109" y="78"/>
                  </a:cubicBezTo>
                  <a:cubicBezTo>
                    <a:pt x="108" y="77"/>
                    <a:pt x="107" y="76"/>
                    <a:pt x="105" y="75"/>
                  </a:cubicBezTo>
                  <a:cubicBezTo>
                    <a:pt x="103" y="74"/>
                    <a:pt x="101" y="74"/>
                    <a:pt x="99" y="73"/>
                  </a:cubicBezTo>
                  <a:cubicBezTo>
                    <a:pt x="98" y="69"/>
                    <a:pt x="96" y="65"/>
                    <a:pt x="94" y="62"/>
                  </a:cubicBezTo>
                  <a:cubicBezTo>
                    <a:pt x="93" y="61"/>
                    <a:pt x="93" y="60"/>
                    <a:pt x="92" y="58"/>
                  </a:cubicBezTo>
                  <a:cubicBezTo>
                    <a:pt x="91" y="58"/>
                    <a:pt x="89" y="58"/>
                    <a:pt x="88" y="58"/>
                  </a:cubicBezTo>
                  <a:cubicBezTo>
                    <a:pt x="89" y="60"/>
                    <a:pt x="91" y="62"/>
                    <a:pt x="92" y="64"/>
                  </a:cubicBezTo>
                  <a:cubicBezTo>
                    <a:pt x="94" y="67"/>
                    <a:pt x="96" y="70"/>
                    <a:pt x="97" y="74"/>
                  </a:cubicBezTo>
                  <a:cubicBezTo>
                    <a:pt x="96" y="74"/>
                    <a:pt x="96" y="74"/>
                    <a:pt x="96" y="74"/>
                  </a:cubicBezTo>
                  <a:cubicBezTo>
                    <a:pt x="96" y="75"/>
                    <a:pt x="97" y="75"/>
                    <a:pt x="97" y="75"/>
                  </a:cubicBezTo>
                  <a:cubicBezTo>
                    <a:pt x="97" y="77"/>
                    <a:pt x="97" y="79"/>
                    <a:pt x="97" y="81"/>
                  </a:cubicBezTo>
                  <a:cubicBezTo>
                    <a:pt x="96" y="83"/>
                    <a:pt x="95" y="86"/>
                    <a:pt x="93" y="87"/>
                  </a:cubicBezTo>
                  <a:cubicBezTo>
                    <a:pt x="93" y="87"/>
                    <a:pt x="92" y="87"/>
                    <a:pt x="92" y="87"/>
                  </a:cubicBezTo>
                  <a:cubicBezTo>
                    <a:pt x="92" y="87"/>
                    <a:pt x="91" y="88"/>
                    <a:pt x="91" y="88"/>
                  </a:cubicBezTo>
                  <a:cubicBezTo>
                    <a:pt x="91" y="89"/>
                    <a:pt x="91" y="89"/>
                    <a:pt x="91" y="89"/>
                  </a:cubicBezTo>
                  <a:cubicBezTo>
                    <a:pt x="90" y="90"/>
                    <a:pt x="88" y="90"/>
                    <a:pt x="87" y="91"/>
                  </a:cubicBezTo>
                  <a:cubicBezTo>
                    <a:pt x="82" y="93"/>
                    <a:pt x="77" y="93"/>
                    <a:pt x="72" y="93"/>
                  </a:cubicBezTo>
                  <a:cubicBezTo>
                    <a:pt x="71" y="93"/>
                    <a:pt x="70" y="93"/>
                    <a:pt x="70" y="93"/>
                  </a:cubicBezTo>
                  <a:cubicBezTo>
                    <a:pt x="49" y="93"/>
                    <a:pt x="29" y="90"/>
                    <a:pt x="10" y="85"/>
                  </a:cubicBezTo>
                  <a:cubicBezTo>
                    <a:pt x="10" y="84"/>
                    <a:pt x="11" y="84"/>
                    <a:pt x="11" y="84"/>
                  </a:cubicBezTo>
                  <a:cubicBezTo>
                    <a:pt x="17" y="76"/>
                    <a:pt x="23" y="67"/>
                    <a:pt x="28" y="58"/>
                  </a:cubicBezTo>
                  <a:cubicBezTo>
                    <a:pt x="27" y="58"/>
                    <a:pt x="26" y="58"/>
                    <a:pt x="25" y="58"/>
                  </a:cubicBezTo>
                  <a:cubicBezTo>
                    <a:pt x="20" y="67"/>
                    <a:pt x="15" y="74"/>
                    <a:pt x="9" y="82"/>
                  </a:cubicBezTo>
                  <a:cubicBezTo>
                    <a:pt x="8" y="83"/>
                    <a:pt x="7" y="83"/>
                    <a:pt x="6" y="84"/>
                  </a:cubicBezTo>
                  <a:cubicBezTo>
                    <a:pt x="6" y="84"/>
                    <a:pt x="6" y="84"/>
                    <a:pt x="5" y="84"/>
                  </a:cubicBezTo>
                  <a:cubicBezTo>
                    <a:pt x="5" y="84"/>
                    <a:pt x="5" y="84"/>
                    <a:pt x="5" y="84"/>
                  </a:cubicBezTo>
                  <a:cubicBezTo>
                    <a:pt x="4" y="84"/>
                    <a:pt x="4" y="84"/>
                    <a:pt x="4" y="84"/>
                  </a:cubicBezTo>
                  <a:cubicBezTo>
                    <a:pt x="4" y="83"/>
                    <a:pt x="4" y="82"/>
                    <a:pt x="4" y="81"/>
                  </a:cubicBezTo>
                  <a:cubicBezTo>
                    <a:pt x="6" y="73"/>
                    <a:pt x="9" y="66"/>
                    <a:pt x="11" y="58"/>
                  </a:cubicBezTo>
                  <a:cubicBezTo>
                    <a:pt x="10" y="58"/>
                    <a:pt x="9" y="58"/>
                    <a:pt x="8" y="58"/>
                  </a:cubicBezTo>
                  <a:moveTo>
                    <a:pt x="15" y="48"/>
                  </a:moveTo>
                  <a:cubicBezTo>
                    <a:pt x="13" y="49"/>
                    <a:pt x="12" y="49"/>
                    <a:pt x="11" y="49"/>
                  </a:cubicBezTo>
                  <a:cubicBezTo>
                    <a:pt x="11" y="51"/>
                    <a:pt x="10" y="53"/>
                    <a:pt x="9" y="54"/>
                  </a:cubicBezTo>
                  <a:cubicBezTo>
                    <a:pt x="11" y="54"/>
                    <a:pt x="12" y="54"/>
                    <a:pt x="13" y="54"/>
                  </a:cubicBezTo>
                  <a:cubicBezTo>
                    <a:pt x="13" y="52"/>
                    <a:pt x="14" y="50"/>
                    <a:pt x="15" y="48"/>
                  </a:cubicBezTo>
                  <a:moveTo>
                    <a:pt x="31" y="48"/>
                  </a:moveTo>
                  <a:cubicBezTo>
                    <a:pt x="30" y="48"/>
                    <a:pt x="30" y="48"/>
                    <a:pt x="30" y="48"/>
                  </a:cubicBezTo>
                  <a:cubicBezTo>
                    <a:pt x="29" y="50"/>
                    <a:pt x="28" y="52"/>
                    <a:pt x="27" y="54"/>
                  </a:cubicBezTo>
                  <a:cubicBezTo>
                    <a:pt x="28" y="54"/>
                    <a:pt x="29" y="54"/>
                    <a:pt x="30" y="54"/>
                  </a:cubicBezTo>
                  <a:cubicBezTo>
                    <a:pt x="31" y="52"/>
                    <a:pt x="32" y="50"/>
                    <a:pt x="33" y="48"/>
                  </a:cubicBezTo>
                  <a:cubicBezTo>
                    <a:pt x="32" y="48"/>
                    <a:pt x="31" y="48"/>
                    <a:pt x="31" y="48"/>
                  </a:cubicBezTo>
                  <a:moveTo>
                    <a:pt x="75" y="42"/>
                  </a:moveTo>
                  <a:cubicBezTo>
                    <a:pt x="79" y="46"/>
                    <a:pt x="82" y="50"/>
                    <a:pt x="86" y="55"/>
                  </a:cubicBezTo>
                  <a:cubicBezTo>
                    <a:pt x="87" y="55"/>
                    <a:pt x="88" y="55"/>
                    <a:pt x="89" y="55"/>
                  </a:cubicBezTo>
                  <a:cubicBezTo>
                    <a:pt x="75" y="42"/>
                    <a:pt x="75" y="42"/>
                    <a:pt x="75" y="42"/>
                  </a:cubicBezTo>
                  <a:moveTo>
                    <a:pt x="93" y="36"/>
                  </a:moveTo>
                  <a:cubicBezTo>
                    <a:pt x="90" y="36"/>
                    <a:pt x="88" y="38"/>
                    <a:pt x="87" y="40"/>
                  </a:cubicBezTo>
                  <a:cubicBezTo>
                    <a:pt x="86" y="42"/>
                    <a:pt x="87" y="43"/>
                    <a:pt x="88" y="45"/>
                  </a:cubicBezTo>
                  <a:cubicBezTo>
                    <a:pt x="88" y="46"/>
                    <a:pt x="90" y="47"/>
                    <a:pt x="91" y="47"/>
                  </a:cubicBezTo>
                  <a:cubicBezTo>
                    <a:pt x="91" y="47"/>
                    <a:pt x="91" y="47"/>
                    <a:pt x="91" y="47"/>
                  </a:cubicBezTo>
                  <a:cubicBezTo>
                    <a:pt x="92" y="47"/>
                    <a:pt x="93" y="46"/>
                    <a:pt x="93" y="45"/>
                  </a:cubicBezTo>
                  <a:cubicBezTo>
                    <a:pt x="93" y="45"/>
                    <a:pt x="92" y="44"/>
                    <a:pt x="91" y="44"/>
                  </a:cubicBezTo>
                  <a:cubicBezTo>
                    <a:pt x="91" y="44"/>
                    <a:pt x="90" y="43"/>
                    <a:pt x="90" y="43"/>
                  </a:cubicBezTo>
                  <a:cubicBezTo>
                    <a:pt x="90" y="42"/>
                    <a:pt x="90" y="42"/>
                    <a:pt x="90" y="41"/>
                  </a:cubicBezTo>
                  <a:cubicBezTo>
                    <a:pt x="90" y="40"/>
                    <a:pt x="92" y="39"/>
                    <a:pt x="93" y="39"/>
                  </a:cubicBezTo>
                  <a:cubicBezTo>
                    <a:pt x="95" y="39"/>
                    <a:pt x="96" y="40"/>
                    <a:pt x="98" y="41"/>
                  </a:cubicBezTo>
                  <a:cubicBezTo>
                    <a:pt x="100" y="44"/>
                    <a:pt x="101" y="48"/>
                    <a:pt x="99" y="51"/>
                  </a:cubicBezTo>
                  <a:cubicBezTo>
                    <a:pt x="98" y="52"/>
                    <a:pt x="96" y="53"/>
                    <a:pt x="94" y="53"/>
                  </a:cubicBezTo>
                  <a:cubicBezTo>
                    <a:pt x="94" y="53"/>
                    <a:pt x="94" y="53"/>
                    <a:pt x="93" y="53"/>
                  </a:cubicBezTo>
                  <a:cubicBezTo>
                    <a:pt x="93" y="53"/>
                    <a:pt x="93" y="53"/>
                    <a:pt x="93" y="53"/>
                  </a:cubicBezTo>
                  <a:cubicBezTo>
                    <a:pt x="96" y="56"/>
                    <a:pt x="96" y="56"/>
                    <a:pt x="96" y="56"/>
                  </a:cubicBezTo>
                  <a:cubicBezTo>
                    <a:pt x="98" y="55"/>
                    <a:pt x="100" y="54"/>
                    <a:pt x="102" y="53"/>
                  </a:cubicBezTo>
                  <a:cubicBezTo>
                    <a:pt x="105" y="49"/>
                    <a:pt x="103" y="43"/>
                    <a:pt x="100" y="39"/>
                  </a:cubicBezTo>
                  <a:cubicBezTo>
                    <a:pt x="98" y="37"/>
                    <a:pt x="96" y="36"/>
                    <a:pt x="93" y="36"/>
                  </a:cubicBezTo>
                  <a:cubicBezTo>
                    <a:pt x="93" y="36"/>
                    <a:pt x="93" y="36"/>
                    <a:pt x="93" y="36"/>
                  </a:cubicBezTo>
                  <a:moveTo>
                    <a:pt x="35" y="35"/>
                  </a:moveTo>
                  <a:cubicBezTo>
                    <a:pt x="34" y="38"/>
                    <a:pt x="33" y="41"/>
                    <a:pt x="31" y="44"/>
                  </a:cubicBezTo>
                  <a:cubicBezTo>
                    <a:pt x="32" y="44"/>
                    <a:pt x="33" y="45"/>
                    <a:pt x="34" y="45"/>
                  </a:cubicBezTo>
                  <a:cubicBezTo>
                    <a:pt x="36" y="41"/>
                    <a:pt x="37" y="38"/>
                    <a:pt x="38" y="35"/>
                  </a:cubicBezTo>
                  <a:cubicBezTo>
                    <a:pt x="35" y="35"/>
                    <a:pt x="35" y="35"/>
                    <a:pt x="35" y="35"/>
                  </a:cubicBezTo>
                  <a:moveTo>
                    <a:pt x="17" y="35"/>
                  </a:moveTo>
                  <a:cubicBezTo>
                    <a:pt x="16" y="38"/>
                    <a:pt x="14" y="41"/>
                    <a:pt x="13" y="45"/>
                  </a:cubicBezTo>
                  <a:cubicBezTo>
                    <a:pt x="14" y="45"/>
                    <a:pt x="15" y="45"/>
                    <a:pt x="15" y="45"/>
                  </a:cubicBezTo>
                  <a:cubicBezTo>
                    <a:pt x="16" y="45"/>
                    <a:pt x="16" y="45"/>
                    <a:pt x="16" y="45"/>
                  </a:cubicBezTo>
                  <a:cubicBezTo>
                    <a:pt x="17" y="41"/>
                    <a:pt x="19" y="38"/>
                    <a:pt x="20" y="35"/>
                  </a:cubicBezTo>
                  <a:cubicBezTo>
                    <a:pt x="17" y="35"/>
                    <a:pt x="17" y="35"/>
                    <a:pt x="17" y="35"/>
                  </a:cubicBezTo>
                  <a:moveTo>
                    <a:pt x="23" y="28"/>
                  </a:moveTo>
                  <a:cubicBezTo>
                    <a:pt x="20" y="28"/>
                    <a:pt x="20" y="28"/>
                    <a:pt x="20" y="28"/>
                  </a:cubicBezTo>
                  <a:cubicBezTo>
                    <a:pt x="19" y="29"/>
                    <a:pt x="19" y="30"/>
                    <a:pt x="19" y="31"/>
                  </a:cubicBezTo>
                  <a:cubicBezTo>
                    <a:pt x="22" y="31"/>
                    <a:pt x="22" y="31"/>
                    <a:pt x="22" y="31"/>
                  </a:cubicBezTo>
                  <a:cubicBezTo>
                    <a:pt x="22" y="30"/>
                    <a:pt x="23" y="29"/>
                    <a:pt x="23" y="28"/>
                  </a:cubicBezTo>
                  <a:moveTo>
                    <a:pt x="41" y="28"/>
                  </a:moveTo>
                  <a:cubicBezTo>
                    <a:pt x="37" y="28"/>
                    <a:pt x="37" y="28"/>
                    <a:pt x="37" y="28"/>
                  </a:cubicBezTo>
                  <a:cubicBezTo>
                    <a:pt x="37" y="29"/>
                    <a:pt x="37" y="30"/>
                    <a:pt x="36" y="31"/>
                  </a:cubicBezTo>
                  <a:cubicBezTo>
                    <a:pt x="39" y="31"/>
                    <a:pt x="39" y="31"/>
                    <a:pt x="39" y="31"/>
                  </a:cubicBezTo>
                  <a:cubicBezTo>
                    <a:pt x="40" y="30"/>
                    <a:pt x="40" y="29"/>
                    <a:pt x="41" y="28"/>
                  </a:cubicBezTo>
                  <a:moveTo>
                    <a:pt x="62" y="25"/>
                  </a:moveTo>
                  <a:cubicBezTo>
                    <a:pt x="62" y="27"/>
                    <a:pt x="62" y="27"/>
                    <a:pt x="62" y="27"/>
                  </a:cubicBezTo>
                  <a:cubicBezTo>
                    <a:pt x="60" y="27"/>
                    <a:pt x="60" y="27"/>
                    <a:pt x="60" y="27"/>
                  </a:cubicBezTo>
                  <a:cubicBezTo>
                    <a:pt x="61" y="29"/>
                    <a:pt x="63" y="30"/>
                    <a:pt x="65" y="32"/>
                  </a:cubicBezTo>
                  <a:cubicBezTo>
                    <a:pt x="68" y="32"/>
                    <a:pt x="68" y="32"/>
                    <a:pt x="68" y="32"/>
                  </a:cubicBezTo>
                  <a:cubicBezTo>
                    <a:pt x="68" y="30"/>
                    <a:pt x="68" y="30"/>
                    <a:pt x="68" y="30"/>
                  </a:cubicBezTo>
                  <a:cubicBezTo>
                    <a:pt x="66" y="29"/>
                    <a:pt x="64" y="27"/>
                    <a:pt x="62" y="25"/>
                  </a:cubicBezTo>
                  <a:moveTo>
                    <a:pt x="58" y="12"/>
                  </a:moveTo>
                  <a:cubicBezTo>
                    <a:pt x="57" y="13"/>
                    <a:pt x="57" y="13"/>
                    <a:pt x="57" y="13"/>
                  </a:cubicBezTo>
                  <a:cubicBezTo>
                    <a:pt x="57" y="14"/>
                    <a:pt x="57" y="15"/>
                    <a:pt x="58" y="15"/>
                  </a:cubicBezTo>
                  <a:cubicBezTo>
                    <a:pt x="58" y="15"/>
                    <a:pt x="58" y="15"/>
                    <a:pt x="58" y="15"/>
                  </a:cubicBezTo>
                  <a:cubicBezTo>
                    <a:pt x="58" y="14"/>
                    <a:pt x="58" y="13"/>
                    <a:pt x="58" y="12"/>
                  </a:cubicBezTo>
                  <a:moveTo>
                    <a:pt x="72" y="11"/>
                  </a:moveTo>
                  <a:cubicBezTo>
                    <a:pt x="72" y="19"/>
                    <a:pt x="72" y="19"/>
                    <a:pt x="72" y="19"/>
                  </a:cubicBezTo>
                  <a:cubicBezTo>
                    <a:pt x="73" y="22"/>
                    <a:pt x="73" y="25"/>
                    <a:pt x="74" y="29"/>
                  </a:cubicBezTo>
                  <a:cubicBezTo>
                    <a:pt x="74" y="29"/>
                    <a:pt x="74" y="29"/>
                    <a:pt x="74" y="29"/>
                  </a:cubicBezTo>
                  <a:cubicBezTo>
                    <a:pt x="75" y="32"/>
                    <a:pt x="75" y="35"/>
                    <a:pt x="76" y="38"/>
                  </a:cubicBezTo>
                  <a:cubicBezTo>
                    <a:pt x="81" y="42"/>
                    <a:pt x="81" y="42"/>
                    <a:pt x="81" y="42"/>
                  </a:cubicBezTo>
                  <a:cubicBezTo>
                    <a:pt x="79" y="38"/>
                    <a:pt x="78" y="33"/>
                    <a:pt x="77" y="29"/>
                  </a:cubicBezTo>
                  <a:cubicBezTo>
                    <a:pt x="77" y="28"/>
                    <a:pt x="77" y="28"/>
                    <a:pt x="77" y="28"/>
                  </a:cubicBezTo>
                  <a:cubicBezTo>
                    <a:pt x="76" y="22"/>
                    <a:pt x="74" y="16"/>
                    <a:pt x="72" y="11"/>
                  </a:cubicBezTo>
                  <a:moveTo>
                    <a:pt x="61" y="11"/>
                  </a:moveTo>
                  <a:cubicBezTo>
                    <a:pt x="61" y="12"/>
                    <a:pt x="61" y="13"/>
                    <a:pt x="61" y="14"/>
                  </a:cubicBezTo>
                  <a:cubicBezTo>
                    <a:pt x="62" y="14"/>
                    <a:pt x="62" y="14"/>
                    <a:pt x="62" y="14"/>
                  </a:cubicBezTo>
                  <a:cubicBezTo>
                    <a:pt x="63" y="15"/>
                    <a:pt x="63" y="16"/>
                    <a:pt x="63" y="17"/>
                  </a:cubicBezTo>
                  <a:cubicBezTo>
                    <a:pt x="64" y="18"/>
                    <a:pt x="63" y="20"/>
                    <a:pt x="62" y="21"/>
                  </a:cubicBezTo>
                  <a:cubicBezTo>
                    <a:pt x="62" y="22"/>
                    <a:pt x="62" y="23"/>
                    <a:pt x="62" y="24"/>
                  </a:cubicBezTo>
                  <a:cubicBezTo>
                    <a:pt x="65" y="23"/>
                    <a:pt x="67" y="20"/>
                    <a:pt x="66" y="17"/>
                  </a:cubicBezTo>
                  <a:cubicBezTo>
                    <a:pt x="66" y="15"/>
                    <a:pt x="65" y="13"/>
                    <a:pt x="64" y="12"/>
                  </a:cubicBezTo>
                  <a:cubicBezTo>
                    <a:pt x="63" y="11"/>
                    <a:pt x="62" y="11"/>
                    <a:pt x="61" y="11"/>
                  </a:cubicBezTo>
                  <a:moveTo>
                    <a:pt x="61" y="1"/>
                  </a:moveTo>
                  <a:cubicBezTo>
                    <a:pt x="61" y="2"/>
                    <a:pt x="61" y="3"/>
                    <a:pt x="61" y="4"/>
                  </a:cubicBezTo>
                  <a:cubicBezTo>
                    <a:pt x="63" y="5"/>
                    <a:pt x="64" y="6"/>
                    <a:pt x="65" y="7"/>
                  </a:cubicBezTo>
                  <a:cubicBezTo>
                    <a:pt x="66" y="8"/>
                    <a:pt x="67" y="9"/>
                    <a:pt x="68" y="10"/>
                  </a:cubicBezTo>
                  <a:cubicBezTo>
                    <a:pt x="68" y="5"/>
                    <a:pt x="68" y="5"/>
                    <a:pt x="68" y="5"/>
                  </a:cubicBezTo>
                  <a:cubicBezTo>
                    <a:pt x="68" y="5"/>
                    <a:pt x="68" y="5"/>
                    <a:pt x="68" y="5"/>
                  </a:cubicBezTo>
                  <a:cubicBezTo>
                    <a:pt x="66" y="3"/>
                    <a:pt x="64" y="2"/>
                    <a:pt x="61" y="1"/>
                  </a:cubicBezTo>
                  <a:moveTo>
                    <a:pt x="57" y="0"/>
                  </a:moveTo>
                  <a:cubicBezTo>
                    <a:pt x="57" y="0"/>
                    <a:pt x="56" y="0"/>
                    <a:pt x="55" y="1"/>
                  </a:cubicBezTo>
                  <a:cubicBezTo>
                    <a:pt x="50" y="2"/>
                    <a:pt x="47" y="8"/>
                    <a:pt x="48" y="13"/>
                  </a:cubicBezTo>
                  <a:cubicBezTo>
                    <a:pt x="48" y="14"/>
                    <a:pt x="48" y="14"/>
                    <a:pt x="48" y="15"/>
                  </a:cubicBezTo>
                  <a:cubicBezTo>
                    <a:pt x="45" y="13"/>
                    <a:pt x="43" y="11"/>
                    <a:pt x="40" y="10"/>
                  </a:cubicBezTo>
                  <a:cubicBezTo>
                    <a:pt x="40" y="10"/>
                    <a:pt x="39" y="10"/>
                    <a:pt x="39" y="10"/>
                  </a:cubicBezTo>
                  <a:cubicBezTo>
                    <a:pt x="39" y="10"/>
                    <a:pt x="39" y="10"/>
                    <a:pt x="38" y="10"/>
                  </a:cubicBezTo>
                  <a:cubicBezTo>
                    <a:pt x="38" y="10"/>
                    <a:pt x="38" y="10"/>
                    <a:pt x="37" y="10"/>
                  </a:cubicBezTo>
                  <a:cubicBezTo>
                    <a:pt x="34" y="10"/>
                    <a:pt x="30" y="11"/>
                    <a:pt x="28" y="14"/>
                  </a:cubicBezTo>
                  <a:cubicBezTo>
                    <a:pt x="25" y="17"/>
                    <a:pt x="23" y="21"/>
                    <a:pt x="21" y="24"/>
                  </a:cubicBezTo>
                  <a:cubicBezTo>
                    <a:pt x="25" y="24"/>
                    <a:pt x="25" y="24"/>
                    <a:pt x="25" y="24"/>
                  </a:cubicBezTo>
                  <a:cubicBezTo>
                    <a:pt x="26" y="21"/>
                    <a:pt x="28" y="18"/>
                    <a:pt x="30" y="16"/>
                  </a:cubicBezTo>
                  <a:cubicBezTo>
                    <a:pt x="32" y="14"/>
                    <a:pt x="34" y="13"/>
                    <a:pt x="37" y="13"/>
                  </a:cubicBezTo>
                  <a:cubicBezTo>
                    <a:pt x="38" y="13"/>
                    <a:pt x="38" y="13"/>
                    <a:pt x="38" y="13"/>
                  </a:cubicBezTo>
                  <a:cubicBezTo>
                    <a:pt x="40" y="16"/>
                    <a:pt x="39" y="20"/>
                    <a:pt x="38" y="24"/>
                  </a:cubicBezTo>
                  <a:cubicBezTo>
                    <a:pt x="41" y="24"/>
                    <a:pt x="41" y="24"/>
                    <a:pt x="41" y="24"/>
                  </a:cubicBezTo>
                  <a:cubicBezTo>
                    <a:pt x="42" y="21"/>
                    <a:pt x="43" y="17"/>
                    <a:pt x="42" y="14"/>
                  </a:cubicBezTo>
                  <a:cubicBezTo>
                    <a:pt x="45" y="16"/>
                    <a:pt x="47" y="18"/>
                    <a:pt x="50" y="20"/>
                  </a:cubicBezTo>
                  <a:cubicBezTo>
                    <a:pt x="50" y="20"/>
                    <a:pt x="51" y="21"/>
                    <a:pt x="51" y="22"/>
                  </a:cubicBezTo>
                  <a:cubicBezTo>
                    <a:pt x="52" y="22"/>
                    <a:pt x="53" y="23"/>
                    <a:pt x="54" y="23"/>
                  </a:cubicBezTo>
                  <a:cubicBezTo>
                    <a:pt x="58" y="23"/>
                    <a:pt x="58" y="23"/>
                    <a:pt x="58" y="23"/>
                  </a:cubicBezTo>
                  <a:cubicBezTo>
                    <a:pt x="58" y="23"/>
                    <a:pt x="58" y="22"/>
                    <a:pt x="58" y="22"/>
                  </a:cubicBezTo>
                  <a:cubicBezTo>
                    <a:pt x="58" y="22"/>
                    <a:pt x="57" y="21"/>
                    <a:pt x="57" y="21"/>
                  </a:cubicBezTo>
                  <a:cubicBezTo>
                    <a:pt x="56" y="20"/>
                    <a:pt x="54" y="19"/>
                    <a:pt x="52" y="18"/>
                  </a:cubicBezTo>
                  <a:cubicBezTo>
                    <a:pt x="51" y="16"/>
                    <a:pt x="51" y="15"/>
                    <a:pt x="51" y="13"/>
                  </a:cubicBezTo>
                  <a:cubicBezTo>
                    <a:pt x="50" y="9"/>
                    <a:pt x="52" y="5"/>
                    <a:pt x="56" y="3"/>
                  </a:cubicBezTo>
                  <a:cubicBezTo>
                    <a:pt x="56" y="3"/>
                    <a:pt x="57" y="3"/>
                    <a:pt x="57" y="3"/>
                  </a:cubicBezTo>
                  <a:cubicBezTo>
                    <a:pt x="57" y="2"/>
                    <a:pt x="57" y="1"/>
                    <a:pt x="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C7F9A90F-978F-446D-9427-4727A789BDA3}"/>
                </a:ext>
              </a:extLst>
            </p:cNvPr>
            <p:cNvSpPr>
              <a:spLocks noEditPoints="1"/>
            </p:cNvSpPr>
            <p:nvPr/>
          </p:nvSpPr>
          <p:spPr bwMode="auto">
            <a:xfrm>
              <a:off x="6934200" y="1400175"/>
              <a:ext cx="368300" cy="390525"/>
            </a:xfrm>
            <a:custGeom>
              <a:avLst/>
              <a:gdLst>
                <a:gd name="T0" fmla="*/ 85 w 92"/>
                <a:gd name="T1" fmla="*/ 48 h 97"/>
                <a:gd name="T2" fmla="*/ 88 w 92"/>
                <a:gd name="T3" fmla="*/ 63 h 97"/>
                <a:gd name="T4" fmla="*/ 84 w 92"/>
                <a:gd name="T5" fmla="*/ 66 h 97"/>
                <a:gd name="T6" fmla="*/ 91 w 92"/>
                <a:gd name="T7" fmla="*/ 68 h 97"/>
                <a:gd name="T8" fmla="*/ 92 w 92"/>
                <a:gd name="T9" fmla="*/ 66 h 97"/>
                <a:gd name="T10" fmla="*/ 63 w 92"/>
                <a:gd name="T11" fmla="*/ 0 h 97"/>
                <a:gd name="T12" fmla="*/ 0 w 92"/>
                <a:gd name="T13" fmla="*/ 33 h 97"/>
                <a:gd name="T14" fmla="*/ 1 w 92"/>
                <a:gd name="T15" fmla="*/ 36 h 97"/>
                <a:gd name="T16" fmla="*/ 6 w 92"/>
                <a:gd name="T17" fmla="*/ 64 h 97"/>
                <a:gd name="T18" fmla="*/ 3 w 92"/>
                <a:gd name="T19" fmla="*/ 73 h 97"/>
                <a:gd name="T20" fmla="*/ 18 w 92"/>
                <a:gd name="T21" fmla="*/ 80 h 97"/>
                <a:gd name="T22" fmla="*/ 26 w 92"/>
                <a:gd name="T23" fmla="*/ 83 h 97"/>
                <a:gd name="T24" fmla="*/ 28 w 92"/>
                <a:gd name="T25" fmla="*/ 83 h 97"/>
                <a:gd name="T26" fmla="*/ 37 w 92"/>
                <a:gd name="T27" fmla="*/ 56 h 97"/>
                <a:gd name="T28" fmla="*/ 43 w 92"/>
                <a:gd name="T29" fmla="*/ 88 h 97"/>
                <a:gd name="T30" fmla="*/ 45 w 92"/>
                <a:gd name="T31" fmla="*/ 90 h 97"/>
                <a:gd name="T32" fmla="*/ 67 w 92"/>
                <a:gd name="T33" fmla="*/ 97 h 97"/>
                <a:gd name="T34" fmla="*/ 69 w 92"/>
                <a:gd name="T35" fmla="*/ 96 h 97"/>
                <a:gd name="T36" fmla="*/ 81 w 92"/>
                <a:gd name="T37" fmla="*/ 64 h 97"/>
                <a:gd name="T38" fmla="*/ 78 w 92"/>
                <a:gd name="T39" fmla="*/ 59 h 97"/>
                <a:gd name="T40" fmla="*/ 77 w 92"/>
                <a:gd name="T41" fmla="*/ 59 h 97"/>
                <a:gd name="T42" fmla="*/ 66 w 92"/>
                <a:gd name="T43" fmla="*/ 93 h 97"/>
                <a:gd name="T44" fmla="*/ 56 w 92"/>
                <a:gd name="T45" fmla="*/ 62 h 97"/>
                <a:gd name="T46" fmla="*/ 36 w 92"/>
                <a:gd name="T47" fmla="*/ 52 h 97"/>
                <a:gd name="T48" fmla="*/ 35 w 92"/>
                <a:gd name="T49" fmla="*/ 52 h 97"/>
                <a:gd name="T50" fmla="*/ 26 w 92"/>
                <a:gd name="T51" fmla="*/ 80 h 97"/>
                <a:gd name="T52" fmla="*/ 14 w 92"/>
                <a:gd name="T53" fmla="*/ 76 h 97"/>
                <a:gd name="T54" fmla="*/ 8 w 92"/>
                <a:gd name="T55" fmla="*/ 69 h 97"/>
                <a:gd name="T56" fmla="*/ 18 w 92"/>
                <a:gd name="T57" fmla="*/ 40 h 97"/>
                <a:gd name="T58" fmla="*/ 16 w 92"/>
                <a:gd name="T59" fmla="*/ 38 h 97"/>
                <a:gd name="T60" fmla="*/ 62 w 92"/>
                <a:gd name="T61" fmla="*/ 4 h 97"/>
                <a:gd name="T62" fmla="*/ 73 w 92"/>
                <a:gd name="T63" fmla="*/ 25 h 97"/>
                <a:gd name="T64" fmla="*/ 84 w 92"/>
                <a:gd name="T65" fmla="*/ 41 h 97"/>
                <a:gd name="T66" fmla="*/ 73 w 92"/>
                <a:gd name="T67" fmla="*/ 18 h 97"/>
                <a:gd name="T68" fmla="*/ 64 w 92"/>
                <a:gd name="T6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97">
                  <a:moveTo>
                    <a:pt x="86" y="46"/>
                  </a:moveTo>
                  <a:cubicBezTo>
                    <a:pt x="86" y="46"/>
                    <a:pt x="86" y="47"/>
                    <a:pt x="85" y="48"/>
                  </a:cubicBezTo>
                  <a:cubicBezTo>
                    <a:pt x="85" y="54"/>
                    <a:pt x="85" y="54"/>
                    <a:pt x="85" y="54"/>
                  </a:cubicBezTo>
                  <a:cubicBezTo>
                    <a:pt x="86" y="57"/>
                    <a:pt x="87" y="60"/>
                    <a:pt x="88" y="63"/>
                  </a:cubicBezTo>
                  <a:cubicBezTo>
                    <a:pt x="85" y="62"/>
                    <a:pt x="85" y="62"/>
                    <a:pt x="85" y="62"/>
                  </a:cubicBezTo>
                  <a:cubicBezTo>
                    <a:pt x="84" y="66"/>
                    <a:pt x="84" y="66"/>
                    <a:pt x="84" y="66"/>
                  </a:cubicBezTo>
                  <a:cubicBezTo>
                    <a:pt x="90" y="68"/>
                    <a:pt x="90" y="68"/>
                    <a:pt x="90" y="68"/>
                  </a:cubicBezTo>
                  <a:cubicBezTo>
                    <a:pt x="90" y="68"/>
                    <a:pt x="90" y="68"/>
                    <a:pt x="91" y="68"/>
                  </a:cubicBezTo>
                  <a:cubicBezTo>
                    <a:pt x="91" y="68"/>
                    <a:pt x="91" y="68"/>
                    <a:pt x="92" y="68"/>
                  </a:cubicBezTo>
                  <a:cubicBezTo>
                    <a:pt x="92" y="67"/>
                    <a:pt x="92" y="67"/>
                    <a:pt x="92" y="66"/>
                  </a:cubicBezTo>
                  <a:cubicBezTo>
                    <a:pt x="90" y="59"/>
                    <a:pt x="88" y="52"/>
                    <a:pt x="86" y="46"/>
                  </a:cubicBezTo>
                  <a:moveTo>
                    <a:pt x="63" y="0"/>
                  </a:moveTo>
                  <a:cubicBezTo>
                    <a:pt x="63" y="0"/>
                    <a:pt x="63" y="0"/>
                    <a:pt x="62" y="0"/>
                  </a:cubicBezTo>
                  <a:cubicBezTo>
                    <a:pt x="0" y="33"/>
                    <a:pt x="0" y="33"/>
                    <a:pt x="0" y="33"/>
                  </a:cubicBezTo>
                  <a:cubicBezTo>
                    <a:pt x="0" y="33"/>
                    <a:pt x="0" y="34"/>
                    <a:pt x="0" y="35"/>
                  </a:cubicBezTo>
                  <a:cubicBezTo>
                    <a:pt x="0" y="36"/>
                    <a:pt x="0" y="36"/>
                    <a:pt x="1" y="36"/>
                  </a:cubicBezTo>
                  <a:cubicBezTo>
                    <a:pt x="14" y="40"/>
                    <a:pt x="14" y="40"/>
                    <a:pt x="14" y="40"/>
                  </a:cubicBezTo>
                  <a:cubicBezTo>
                    <a:pt x="6" y="64"/>
                    <a:pt x="6" y="64"/>
                    <a:pt x="6" y="64"/>
                  </a:cubicBezTo>
                  <a:cubicBezTo>
                    <a:pt x="5" y="67"/>
                    <a:pt x="5" y="67"/>
                    <a:pt x="5" y="67"/>
                  </a:cubicBezTo>
                  <a:cubicBezTo>
                    <a:pt x="3" y="73"/>
                    <a:pt x="3" y="73"/>
                    <a:pt x="3" y="73"/>
                  </a:cubicBezTo>
                  <a:cubicBezTo>
                    <a:pt x="2" y="74"/>
                    <a:pt x="3" y="75"/>
                    <a:pt x="4" y="75"/>
                  </a:cubicBezTo>
                  <a:cubicBezTo>
                    <a:pt x="18" y="80"/>
                    <a:pt x="18" y="80"/>
                    <a:pt x="18" y="80"/>
                  </a:cubicBezTo>
                  <a:cubicBezTo>
                    <a:pt x="22" y="82"/>
                    <a:pt x="22" y="82"/>
                    <a:pt x="22" y="82"/>
                  </a:cubicBezTo>
                  <a:cubicBezTo>
                    <a:pt x="26" y="83"/>
                    <a:pt x="26" y="83"/>
                    <a:pt x="26" y="83"/>
                  </a:cubicBezTo>
                  <a:cubicBezTo>
                    <a:pt x="26" y="84"/>
                    <a:pt x="27" y="84"/>
                    <a:pt x="27" y="84"/>
                  </a:cubicBezTo>
                  <a:cubicBezTo>
                    <a:pt x="27" y="84"/>
                    <a:pt x="27" y="84"/>
                    <a:pt x="28" y="83"/>
                  </a:cubicBezTo>
                  <a:cubicBezTo>
                    <a:pt x="28" y="83"/>
                    <a:pt x="28" y="83"/>
                    <a:pt x="28" y="82"/>
                  </a:cubicBezTo>
                  <a:cubicBezTo>
                    <a:pt x="37" y="56"/>
                    <a:pt x="37" y="56"/>
                    <a:pt x="37" y="56"/>
                  </a:cubicBezTo>
                  <a:cubicBezTo>
                    <a:pt x="52" y="62"/>
                    <a:pt x="52" y="62"/>
                    <a:pt x="52" y="62"/>
                  </a:cubicBezTo>
                  <a:cubicBezTo>
                    <a:pt x="43" y="88"/>
                    <a:pt x="43" y="88"/>
                    <a:pt x="43" y="88"/>
                  </a:cubicBezTo>
                  <a:cubicBezTo>
                    <a:pt x="43" y="88"/>
                    <a:pt x="43" y="89"/>
                    <a:pt x="44" y="89"/>
                  </a:cubicBezTo>
                  <a:cubicBezTo>
                    <a:pt x="44" y="90"/>
                    <a:pt x="44" y="90"/>
                    <a:pt x="45" y="90"/>
                  </a:cubicBezTo>
                  <a:cubicBezTo>
                    <a:pt x="67" y="97"/>
                    <a:pt x="67" y="97"/>
                    <a:pt x="67" y="97"/>
                  </a:cubicBezTo>
                  <a:cubicBezTo>
                    <a:pt x="67" y="97"/>
                    <a:pt x="67" y="97"/>
                    <a:pt x="67" y="97"/>
                  </a:cubicBezTo>
                  <a:cubicBezTo>
                    <a:pt x="68" y="97"/>
                    <a:pt x="68" y="97"/>
                    <a:pt x="68" y="97"/>
                  </a:cubicBezTo>
                  <a:cubicBezTo>
                    <a:pt x="68" y="97"/>
                    <a:pt x="69" y="96"/>
                    <a:pt x="69" y="96"/>
                  </a:cubicBezTo>
                  <a:cubicBezTo>
                    <a:pt x="79" y="63"/>
                    <a:pt x="79" y="63"/>
                    <a:pt x="79" y="63"/>
                  </a:cubicBezTo>
                  <a:cubicBezTo>
                    <a:pt x="81" y="64"/>
                    <a:pt x="81" y="64"/>
                    <a:pt x="81" y="64"/>
                  </a:cubicBezTo>
                  <a:cubicBezTo>
                    <a:pt x="82" y="61"/>
                    <a:pt x="82" y="61"/>
                    <a:pt x="82" y="61"/>
                  </a:cubicBezTo>
                  <a:cubicBezTo>
                    <a:pt x="78" y="59"/>
                    <a:pt x="78" y="59"/>
                    <a:pt x="78" y="59"/>
                  </a:cubicBezTo>
                  <a:cubicBezTo>
                    <a:pt x="78" y="59"/>
                    <a:pt x="78" y="59"/>
                    <a:pt x="77" y="59"/>
                  </a:cubicBezTo>
                  <a:cubicBezTo>
                    <a:pt x="77" y="59"/>
                    <a:pt x="77" y="59"/>
                    <a:pt x="77" y="59"/>
                  </a:cubicBezTo>
                  <a:cubicBezTo>
                    <a:pt x="76" y="59"/>
                    <a:pt x="76" y="60"/>
                    <a:pt x="76" y="60"/>
                  </a:cubicBezTo>
                  <a:cubicBezTo>
                    <a:pt x="66" y="93"/>
                    <a:pt x="66" y="93"/>
                    <a:pt x="66" y="93"/>
                  </a:cubicBezTo>
                  <a:cubicBezTo>
                    <a:pt x="47" y="87"/>
                    <a:pt x="47" y="87"/>
                    <a:pt x="47" y="87"/>
                  </a:cubicBezTo>
                  <a:cubicBezTo>
                    <a:pt x="56" y="62"/>
                    <a:pt x="56" y="62"/>
                    <a:pt x="56" y="62"/>
                  </a:cubicBezTo>
                  <a:cubicBezTo>
                    <a:pt x="57" y="61"/>
                    <a:pt x="56" y="60"/>
                    <a:pt x="55" y="60"/>
                  </a:cubicBezTo>
                  <a:cubicBezTo>
                    <a:pt x="36" y="52"/>
                    <a:pt x="36" y="52"/>
                    <a:pt x="36" y="52"/>
                  </a:cubicBezTo>
                  <a:cubicBezTo>
                    <a:pt x="36" y="52"/>
                    <a:pt x="36" y="52"/>
                    <a:pt x="36" y="52"/>
                  </a:cubicBezTo>
                  <a:cubicBezTo>
                    <a:pt x="36" y="52"/>
                    <a:pt x="35" y="52"/>
                    <a:pt x="35" y="52"/>
                  </a:cubicBezTo>
                  <a:cubicBezTo>
                    <a:pt x="34" y="53"/>
                    <a:pt x="34" y="53"/>
                    <a:pt x="34" y="54"/>
                  </a:cubicBezTo>
                  <a:cubicBezTo>
                    <a:pt x="26" y="80"/>
                    <a:pt x="26" y="80"/>
                    <a:pt x="26" y="80"/>
                  </a:cubicBezTo>
                  <a:cubicBezTo>
                    <a:pt x="20" y="77"/>
                    <a:pt x="20" y="77"/>
                    <a:pt x="20" y="77"/>
                  </a:cubicBezTo>
                  <a:cubicBezTo>
                    <a:pt x="14" y="76"/>
                    <a:pt x="14" y="76"/>
                    <a:pt x="14" y="76"/>
                  </a:cubicBezTo>
                  <a:cubicBezTo>
                    <a:pt x="7" y="73"/>
                    <a:pt x="7" y="73"/>
                    <a:pt x="7" y="73"/>
                  </a:cubicBezTo>
                  <a:cubicBezTo>
                    <a:pt x="8" y="69"/>
                    <a:pt x="8" y="69"/>
                    <a:pt x="8" y="69"/>
                  </a:cubicBezTo>
                  <a:cubicBezTo>
                    <a:pt x="9" y="66"/>
                    <a:pt x="9" y="66"/>
                    <a:pt x="9" y="66"/>
                  </a:cubicBezTo>
                  <a:cubicBezTo>
                    <a:pt x="18" y="40"/>
                    <a:pt x="18" y="40"/>
                    <a:pt x="18" y="40"/>
                  </a:cubicBezTo>
                  <a:cubicBezTo>
                    <a:pt x="18" y="39"/>
                    <a:pt x="18" y="39"/>
                    <a:pt x="18" y="39"/>
                  </a:cubicBezTo>
                  <a:cubicBezTo>
                    <a:pt x="17" y="38"/>
                    <a:pt x="17" y="38"/>
                    <a:pt x="16" y="38"/>
                  </a:cubicBezTo>
                  <a:cubicBezTo>
                    <a:pt x="6" y="34"/>
                    <a:pt x="6" y="34"/>
                    <a:pt x="6" y="34"/>
                  </a:cubicBezTo>
                  <a:cubicBezTo>
                    <a:pt x="62" y="4"/>
                    <a:pt x="62" y="4"/>
                    <a:pt x="62" y="4"/>
                  </a:cubicBezTo>
                  <a:cubicBezTo>
                    <a:pt x="64" y="10"/>
                    <a:pt x="67" y="14"/>
                    <a:pt x="70" y="19"/>
                  </a:cubicBezTo>
                  <a:cubicBezTo>
                    <a:pt x="71" y="21"/>
                    <a:pt x="72" y="23"/>
                    <a:pt x="73" y="25"/>
                  </a:cubicBezTo>
                  <a:cubicBezTo>
                    <a:pt x="77" y="32"/>
                    <a:pt x="80" y="39"/>
                    <a:pt x="83" y="47"/>
                  </a:cubicBezTo>
                  <a:cubicBezTo>
                    <a:pt x="83" y="45"/>
                    <a:pt x="83" y="43"/>
                    <a:pt x="84" y="41"/>
                  </a:cubicBezTo>
                  <a:cubicBezTo>
                    <a:pt x="82" y="35"/>
                    <a:pt x="79" y="29"/>
                    <a:pt x="76" y="23"/>
                  </a:cubicBezTo>
                  <a:cubicBezTo>
                    <a:pt x="75" y="21"/>
                    <a:pt x="74" y="19"/>
                    <a:pt x="73" y="18"/>
                  </a:cubicBezTo>
                  <a:cubicBezTo>
                    <a:pt x="70" y="12"/>
                    <a:pt x="67" y="7"/>
                    <a:pt x="65" y="1"/>
                  </a:cubicBezTo>
                  <a:cubicBezTo>
                    <a:pt x="65" y="1"/>
                    <a:pt x="64" y="0"/>
                    <a:pt x="64" y="0"/>
                  </a:cubicBezTo>
                  <a:cubicBezTo>
                    <a:pt x="64" y="0"/>
                    <a:pt x="63"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768ABB64-638C-49E4-ACED-73E4CAA07FB2}"/>
                </a:ext>
              </a:extLst>
            </p:cNvPr>
            <p:cNvSpPr>
              <a:spLocks noEditPoints="1"/>
            </p:cNvSpPr>
            <p:nvPr/>
          </p:nvSpPr>
          <p:spPr bwMode="auto">
            <a:xfrm>
              <a:off x="8013700" y="3590925"/>
              <a:ext cx="474663" cy="438150"/>
            </a:xfrm>
            <a:custGeom>
              <a:avLst/>
              <a:gdLst>
                <a:gd name="T0" fmla="*/ 20 w 118"/>
                <a:gd name="T1" fmla="*/ 11 h 109"/>
                <a:gd name="T2" fmla="*/ 11 w 118"/>
                <a:gd name="T3" fmla="*/ 21 h 109"/>
                <a:gd name="T4" fmla="*/ 13 w 118"/>
                <a:gd name="T5" fmla="*/ 73 h 109"/>
                <a:gd name="T6" fmla="*/ 85 w 118"/>
                <a:gd name="T7" fmla="*/ 76 h 109"/>
                <a:gd name="T8" fmla="*/ 25 w 118"/>
                <a:gd name="T9" fmla="*/ 73 h 109"/>
                <a:gd name="T10" fmla="*/ 13 w 118"/>
                <a:gd name="T11" fmla="*/ 61 h 109"/>
                <a:gd name="T12" fmla="*/ 14 w 118"/>
                <a:gd name="T13" fmla="*/ 21 h 109"/>
                <a:gd name="T14" fmla="*/ 20 w 118"/>
                <a:gd name="T15" fmla="*/ 14 h 109"/>
                <a:gd name="T16" fmla="*/ 103 w 118"/>
                <a:gd name="T17" fmla="*/ 16 h 109"/>
                <a:gd name="T18" fmla="*/ 103 w 118"/>
                <a:gd name="T19" fmla="*/ 69 h 109"/>
                <a:gd name="T20" fmla="*/ 99 w 118"/>
                <a:gd name="T21" fmla="*/ 73 h 109"/>
                <a:gd name="T22" fmla="*/ 99 w 118"/>
                <a:gd name="T23" fmla="*/ 73 h 109"/>
                <a:gd name="T24" fmla="*/ 90 w 118"/>
                <a:gd name="T25" fmla="*/ 76 h 109"/>
                <a:gd name="T26" fmla="*/ 99 w 118"/>
                <a:gd name="T27" fmla="*/ 76 h 109"/>
                <a:gd name="T28" fmla="*/ 105 w 118"/>
                <a:gd name="T29" fmla="*/ 74 h 109"/>
                <a:gd name="T30" fmla="*/ 107 w 118"/>
                <a:gd name="T31" fmla="*/ 22 h 109"/>
                <a:gd name="T32" fmla="*/ 94 w 118"/>
                <a:gd name="T33" fmla="*/ 10 h 109"/>
                <a:gd name="T34" fmla="*/ 91 w 118"/>
                <a:gd name="T35" fmla="*/ 0 h 109"/>
                <a:gd name="T36" fmla="*/ 5 w 118"/>
                <a:gd name="T37" fmla="*/ 5 h 109"/>
                <a:gd name="T38" fmla="*/ 0 w 118"/>
                <a:gd name="T39" fmla="*/ 69 h 109"/>
                <a:gd name="T40" fmla="*/ 12 w 118"/>
                <a:gd name="T41" fmla="*/ 85 h 109"/>
                <a:gd name="T42" fmla="*/ 46 w 118"/>
                <a:gd name="T43" fmla="*/ 87 h 109"/>
                <a:gd name="T44" fmla="*/ 35 w 118"/>
                <a:gd name="T45" fmla="*/ 106 h 109"/>
                <a:gd name="T46" fmla="*/ 35 w 118"/>
                <a:gd name="T47" fmla="*/ 109 h 109"/>
                <a:gd name="T48" fmla="*/ 81 w 118"/>
                <a:gd name="T49" fmla="*/ 109 h 109"/>
                <a:gd name="T50" fmla="*/ 83 w 118"/>
                <a:gd name="T51" fmla="*/ 108 h 109"/>
                <a:gd name="T52" fmla="*/ 70 w 118"/>
                <a:gd name="T53" fmla="*/ 98 h 109"/>
                <a:gd name="T54" fmla="*/ 77 w 118"/>
                <a:gd name="T55" fmla="*/ 87 h 109"/>
                <a:gd name="T56" fmla="*/ 85 w 118"/>
                <a:gd name="T57" fmla="*/ 84 h 109"/>
                <a:gd name="T58" fmla="*/ 77 w 118"/>
                <a:gd name="T59" fmla="*/ 84 h 109"/>
                <a:gd name="T60" fmla="*/ 67 w 118"/>
                <a:gd name="T61" fmla="*/ 100 h 109"/>
                <a:gd name="T62" fmla="*/ 77 w 118"/>
                <a:gd name="T63" fmla="*/ 106 h 109"/>
                <a:gd name="T64" fmla="*/ 47 w 118"/>
                <a:gd name="T65" fmla="*/ 100 h 109"/>
                <a:gd name="T66" fmla="*/ 47 w 118"/>
                <a:gd name="T67" fmla="*/ 84 h 109"/>
                <a:gd name="T68" fmla="*/ 13 w 118"/>
                <a:gd name="T69" fmla="*/ 82 h 109"/>
                <a:gd name="T70" fmla="*/ 3 w 118"/>
                <a:gd name="T71" fmla="*/ 69 h 109"/>
                <a:gd name="T72" fmla="*/ 7 w 118"/>
                <a:gd name="T73" fmla="*/ 7 h 109"/>
                <a:gd name="T74" fmla="*/ 91 w 118"/>
                <a:gd name="T75" fmla="*/ 3 h 109"/>
                <a:gd name="T76" fmla="*/ 104 w 118"/>
                <a:gd name="T77" fmla="*/ 4 h 109"/>
                <a:gd name="T78" fmla="*/ 115 w 118"/>
                <a:gd name="T79" fmla="*/ 20 h 109"/>
                <a:gd name="T80" fmla="*/ 113 w 118"/>
                <a:gd name="T81" fmla="*/ 81 h 109"/>
                <a:gd name="T82" fmla="*/ 90 w 118"/>
                <a:gd name="T83" fmla="*/ 84 h 109"/>
                <a:gd name="T84" fmla="*/ 100 w 118"/>
                <a:gd name="T85" fmla="*/ 87 h 109"/>
                <a:gd name="T86" fmla="*/ 115 w 118"/>
                <a:gd name="T87" fmla="*/ 82 h 109"/>
                <a:gd name="T88" fmla="*/ 118 w 118"/>
                <a:gd name="T89" fmla="*/ 20 h 109"/>
                <a:gd name="T90" fmla="*/ 105 w 118"/>
                <a:gd name="T91"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09">
                  <a:moveTo>
                    <a:pt x="94" y="10"/>
                  </a:moveTo>
                  <a:cubicBezTo>
                    <a:pt x="20" y="11"/>
                    <a:pt x="20" y="11"/>
                    <a:pt x="20" y="11"/>
                  </a:cubicBezTo>
                  <a:cubicBezTo>
                    <a:pt x="19" y="11"/>
                    <a:pt x="16" y="11"/>
                    <a:pt x="14" y="12"/>
                  </a:cubicBezTo>
                  <a:cubicBezTo>
                    <a:pt x="12" y="14"/>
                    <a:pt x="11" y="18"/>
                    <a:pt x="11" y="21"/>
                  </a:cubicBezTo>
                  <a:cubicBezTo>
                    <a:pt x="10" y="61"/>
                    <a:pt x="10" y="61"/>
                    <a:pt x="10" y="61"/>
                  </a:cubicBezTo>
                  <a:cubicBezTo>
                    <a:pt x="10" y="65"/>
                    <a:pt x="10" y="70"/>
                    <a:pt x="13" y="73"/>
                  </a:cubicBezTo>
                  <a:cubicBezTo>
                    <a:pt x="16" y="76"/>
                    <a:pt x="21" y="76"/>
                    <a:pt x="25" y="76"/>
                  </a:cubicBezTo>
                  <a:cubicBezTo>
                    <a:pt x="85" y="76"/>
                    <a:pt x="85" y="76"/>
                    <a:pt x="85" y="76"/>
                  </a:cubicBezTo>
                  <a:cubicBezTo>
                    <a:pt x="85" y="75"/>
                    <a:pt x="85" y="74"/>
                    <a:pt x="85" y="73"/>
                  </a:cubicBezTo>
                  <a:cubicBezTo>
                    <a:pt x="25" y="73"/>
                    <a:pt x="25" y="73"/>
                    <a:pt x="25" y="73"/>
                  </a:cubicBezTo>
                  <a:cubicBezTo>
                    <a:pt x="21" y="73"/>
                    <a:pt x="17" y="73"/>
                    <a:pt x="15" y="71"/>
                  </a:cubicBezTo>
                  <a:cubicBezTo>
                    <a:pt x="13" y="68"/>
                    <a:pt x="13" y="65"/>
                    <a:pt x="13" y="61"/>
                  </a:cubicBezTo>
                  <a:cubicBezTo>
                    <a:pt x="14" y="21"/>
                    <a:pt x="14" y="21"/>
                    <a:pt x="14" y="21"/>
                  </a:cubicBezTo>
                  <a:cubicBezTo>
                    <a:pt x="14" y="21"/>
                    <a:pt x="14" y="21"/>
                    <a:pt x="14" y="21"/>
                  </a:cubicBezTo>
                  <a:cubicBezTo>
                    <a:pt x="14" y="18"/>
                    <a:pt x="14" y="16"/>
                    <a:pt x="16" y="15"/>
                  </a:cubicBezTo>
                  <a:cubicBezTo>
                    <a:pt x="17" y="14"/>
                    <a:pt x="18" y="14"/>
                    <a:pt x="20" y="14"/>
                  </a:cubicBezTo>
                  <a:cubicBezTo>
                    <a:pt x="94" y="13"/>
                    <a:pt x="94" y="13"/>
                    <a:pt x="94" y="13"/>
                  </a:cubicBezTo>
                  <a:cubicBezTo>
                    <a:pt x="97" y="13"/>
                    <a:pt x="101" y="13"/>
                    <a:pt x="103" y="16"/>
                  </a:cubicBezTo>
                  <a:cubicBezTo>
                    <a:pt x="104" y="17"/>
                    <a:pt x="104" y="19"/>
                    <a:pt x="104" y="22"/>
                  </a:cubicBezTo>
                  <a:cubicBezTo>
                    <a:pt x="103" y="69"/>
                    <a:pt x="103" y="69"/>
                    <a:pt x="103" y="69"/>
                  </a:cubicBezTo>
                  <a:cubicBezTo>
                    <a:pt x="103" y="71"/>
                    <a:pt x="103" y="72"/>
                    <a:pt x="103" y="72"/>
                  </a:cubicBezTo>
                  <a:cubicBezTo>
                    <a:pt x="102" y="73"/>
                    <a:pt x="100" y="73"/>
                    <a:pt x="99" y="73"/>
                  </a:cubicBezTo>
                  <a:cubicBezTo>
                    <a:pt x="99" y="75"/>
                    <a:pt x="99" y="75"/>
                    <a:pt x="99" y="75"/>
                  </a:cubicBezTo>
                  <a:cubicBezTo>
                    <a:pt x="99" y="73"/>
                    <a:pt x="99" y="73"/>
                    <a:pt x="99" y="73"/>
                  </a:cubicBezTo>
                  <a:cubicBezTo>
                    <a:pt x="89" y="73"/>
                    <a:pt x="89" y="73"/>
                    <a:pt x="89" y="73"/>
                  </a:cubicBezTo>
                  <a:cubicBezTo>
                    <a:pt x="89" y="74"/>
                    <a:pt x="89" y="75"/>
                    <a:pt x="90" y="76"/>
                  </a:cubicBezTo>
                  <a:cubicBezTo>
                    <a:pt x="98" y="76"/>
                    <a:pt x="98" y="76"/>
                    <a:pt x="98" y="76"/>
                  </a:cubicBezTo>
                  <a:cubicBezTo>
                    <a:pt x="99" y="76"/>
                    <a:pt x="99" y="76"/>
                    <a:pt x="99" y="76"/>
                  </a:cubicBezTo>
                  <a:cubicBezTo>
                    <a:pt x="99" y="76"/>
                    <a:pt x="99" y="76"/>
                    <a:pt x="99" y="76"/>
                  </a:cubicBezTo>
                  <a:cubicBezTo>
                    <a:pt x="101" y="76"/>
                    <a:pt x="104" y="76"/>
                    <a:pt x="105" y="74"/>
                  </a:cubicBezTo>
                  <a:cubicBezTo>
                    <a:pt x="106" y="73"/>
                    <a:pt x="106" y="71"/>
                    <a:pt x="106" y="69"/>
                  </a:cubicBezTo>
                  <a:cubicBezTo>
                    <a:pt x="107" y="22"/>
                    <a:pt x="107" y="22"/>
                    <a:pt x="107" y="22"/>
                  </a:cubicBezTo>
                  <a:cubicBezTo>
                    <a:pt x="107" y="19"/>
                    <a:pt x="107" y="17"/>
                    <a:pt x="105" y="14"/>
                  </a:cubicBezTo>
                  <a:cubicBezTo>
                    <a:pt x="103" y="10"/>
                    <a:pt x="98" y="10"/>
                    <a:pt x="94" y="10"/>
                  </a:cubicBezTo>
                  <a:moveTo>
                    <a:pt x="95" y="0"/>
                  </a:moveTo>
                  <a:cubicBezTo>
                    <a:pt x="94" y="0"/>
                    <a:pt x="92" y="0"/>
                    <a:pt x="91" y="0"/>
                  </a:cubicBezTo>
                  <a:cubicBezTo>
                    <a:pt x="17" y="2"/>
                    <a:pt x="17" y="2"/>
                    <a:pt x="17" y="2"/>
                  </a:cubicBezTo>
                  <a:cubicBezTo>
                    <a:pt x="12" y="2"/>
                    <a:pt x="8" y="2"/>
                    <a:pt x="5" y="5"/>
                  </a:cubicBezTo>
                  <a:cubicBezTo>
                    <a:pt x="2" y="8"/>
                    <a:pt x="2" y="13"/>
                    <a:pt x="2" y="16"/>
                  </a:cubicBezTo>
                  <a:cubicBezTo>
                    <a:pt x="0" y="69"/>
                    <a:pt x="0" y="69"/>
                    <a:pt x="0" y="69"/>
                  </a:cubicBezTo>
                  <a:cubicBezTo>
                    <a:pt x="0" y="74"/>
                    <a:pt x="0" y="78"/>
                    <a:pt x="4" y="81"/>
                  </a:cubicBezTo>
                  <a:cubicBezTo>
                    <a:pt x="6" y="84"/>
                    <a:pt x="9" y="84"/>
                    <a:pt x="12" y="85"/>
                  </a:cubicBezTo>
                  <a:cubicBezTo>
                    <a:pt x="21" y="86"/>
                    <a:pt x="30" y="87"/>
                    <a:pt x="39" y="87"/>
                  </a:cubicBezTo>
                  <a:cubicBezTo>
                    <a:pt x="41" y="87"/>
                    <a:pt x="44" y="87"/>
                    <a:pt x="46" y="87"/>
                  </a:cubicBezTo>
                  <a:cubicBezTo>
                    <a:pt x="47" y="90"/>
                    <a:pt x="47" y="94"/>
                    <a:pt x="45" y="98"/>
                  </a:cubicBezTo>
                  <a:cubicBezTo>
                    <a:pt x="42" y="102"/>
                    <a:pt x="39" y="105"/>
                    <a:pt x="35" y="106"/>
                  </a:cubicBezTo>
                  <a:cubicBezTo>
                    <a:pt x="34" y="107"/>
                    <a:pt x="34" y="107"/>
                    <a:pt x="34" y="108"/>
                  </a:cubicBezTo>
                  <a:cubicBezTo>
                    <a:pt x="34" y="109"/>
                    <a:pt x="35" y="109"/>
                    <a:pt x="35" y="109"/>
                  </a:cubicBezTo>
                  <a:cubicBezTo>
                    <a:pt x="81" y="109"/>
                    <a:pt x="81" y="109"/>
                    <a:pt x="81" y="109"/>
                  </a:cubicBezTo>
                  <a:cubicBezTo>
                    <a:pt x="81" y="109"/>
                    <a:pt x="81" y="109"/>
                    <a:pt x="81" y="109"/>
                  </a:cubicBezTo>
                  <a:cubicBezTo>
                    <a:pt x="82" y="109"/>
                    <a:pt x="82" y="109"/>
                    <a:pt x="82" y="109"/>
                  </a:cubicBezTo>
                  <a:cubicBezTo>
                    <a:pt x="82" y="109"/>
                    <a:pt x="83" y="109"/>
                    <a:pt x="83" y="108"/>
                  </a:cubicBezTo>
                  <a:cubicBezTo>
                    <a:pt x="83" y="107"/>
                    <a:pt x="83" y="107"/>
                    <a:pt x="82" y="107"/>
                  </a:cubicBezTo>
                  <a:cubicBezTo>
                    <a:pt x="70" y="98"/>
                    <a:pt x="70" y="98"/>
                    <a:pt x="70" y="98"/>
                  </a:cubicBezTo>
                  <a:cubicBezTo>
                    <a:pt x="69" y="95"/>
                    <a:pt x="69" y="90"/>
                    <a:pt x="71" y="88"/>
                  </a:cubicBezTo>
                  <a:cubicBezTo>
                    <a:pt x="73" y="87"/>
                    <a:pt x="75" y="87"/>
                    <a:pt x="77" y="87"/>
                  </a:cubicBezTo>
                  <a:cubicBezTo>
                    <a:pt x="85" y="87"/>
                    <a:pt x="85" y="87"/>
                    <a:pt x="85" y="87"/>
                  </a:cubicBezTo>
                  <a:cubicBezTo>
                    <a:pt x="85" y="86"/>
                    <a:pt x="85" y="85"/>
                    <a:pt x="85" y="84"/>
                  </a:cubicBezTo>
                  <a:cubicBezTo>
                    <a:pt x="79" y="84"/>
                    <a:pt x="79" y="84"/>
                    <a:pt x="79" y="84"/>
                  </a:cubicBezTo>
                  <a:cubicBezTo>
                    <a:pt x="77" y="84"/>
                    <a:pt x="77" y="84"/>
                    <a:pt x="77" y="84"/>
                  </a:cubicBezTo>
                  <a:cubicBezTo>
                    <a:pt x="75" y="84"/>
                    <a:pt x="71" y="84"/>
                    <a:pt x="69" y="86"/>
                  </a:cubicBezTo>
                  <a:cubicBezTo>
                    <a:pt x="65" y="89"/>
                    <a:pt x="66" y="95"/>
                    <a:pt x="67" y="100"/>
                  </a:cubicBezTo>
                  <a:cubicBezTo>
                    <a:pt x="68" y="100"/>
                    <a:pt x="68" y="100"/>
                    <a:pt x="68" y="100"/>
                  </a:cubicBezTo>
                  <a:cubicBezTo>
                    <a:pt x="77" y="106"/>
                    <a:pt x="77" y="106"/>
                    <a:pt x="77" y="106"/>
                  </a:cubicBezTo>
                  <a:cubicBezTo>
                    <a:pt x="41" y="106"/>
                    <a:pt x="41" y="106"/>
                    <a:pt x="41" y="106"/>
                  </a:cubicBezTo>
                  <a:cubicBezTo>
                    <a:pt x="44" y="105"/>
                    <a:pt x="46" y="102"/>
                    <a:pt x="47" y="100"/>
                  </a:cubicBezTo>
                  <a:cubicBezTo>
                    <a:pt x="50" y="95"/>
                    <a:pt x="50" y="89"/>
                    <a:pt x="49" y="85"/>
                  </a:cubicBezTo>
                  <a:cubicBezTo>
                    <a:pt x="49" y="84"/>
                    <a:pt x="48" y="84"/>
                    <a:pt x="47" y="84"/>
                  </a:cubicBezTo>
                  <a:cubicBezTo>
                    <a:pt x="45" y="84"/>
                    <a:pt x="42" y="84"/>
                    <a:pt x="39" y="84"/>
                  </a:cubicBezTo>
                  <a:cubicBezTo>
                    <a:pt x="30" y="84"/>
                    <a:pt x="21" y="83"/>
                    <a:pt x="13" y="82"/>
                  </a:cubicBezTo>
                  <a:cubicBezTo>
                    <a:pt x="10" y="81"/>
                    <a:pt x="7" y="81"/>
                    <a:pt x="6" y="79"/>
                  </a:cubicBezTo>
                  <a:cubicBezTo>
                    <a:pt x="3" y="77"/>
                    <a:pt x="3" y="73"/>
                    <a:pt x="3" y="69"/>
                  </a:cubicBezTo>
                  <a:cubicBezTo>
                    <a:pt x="5" y="16"/>
                    <a:pt x="5" y="16"/>
                    <a:pt x="5" y="16"/>
                  </a:cubicBezTo>
                  <a:cubicBezTo>
                    <a:pt x="5" y="13"/>
                    <a:pt x="5" y="9"/>
                    <a:pt x="7" y="7"/>
                  </a:cubicBezTo>
                  <a:cubicBezTo>
                    <a:pt x="9" y="5"/>
                    <a:pt x="13" y="5"/>
                    <a:pt x="17" y="5"/>
                  </a:cubicBezTo>
                  <a:cubicBezTo>
                    <a:pt x="91" y="3"/>
                    <a:pt x="91" y="3"/>
                    <a:pt x="91" y="3"/>
                  </a:cubicBezTo>
                  <a:cubicBezTo>
                    <a:pt x="93" y="3"/>
                    <a:pt x="94" y="3"/>
                    <a:pt x="95" y="3"/>
                  </a:cubicBezTo>
                  <a:cubicBezTo>
                    <a:pt x="98" y="3"/>
                    <a:pt x="101" y="3"/>
                    <a:pt x="104" y="4"/>
                  </a:cubicBezTo>
                  <a:cubicBezTo>
                    <a:pt x="108" y="5"/>
                    <a:pt x="112" y="7"/>
                    <a:pt x="113" y="11"/>
                  </a:cubicBezTo>
                  <a:cubicBezTo>
                    <a:pt x="115" y="13"/>
                    <a:pt x="115" y="17"/>
                    <a:pt x="115" y="20"/>
                  </a:cubicBezTo>
                  <a:cubicBezTo>
                    <a:pt x="115" y="71"/>
                    <a:pt x="115" y="71"/>
                    <a:pt x="115" y="71"/>
                  </a:cubicBezTo>
                  <a:cubicBezTo>
                    <a:pt x="115" y="75"/>
                    <a:pt x="115" y="78"/>
                    <a:pt x="113" y="81"/>
                  </a:cubicBezTo>
                  <a:cubicBezTo>
                    <a:pt x="111" y="84"/>
                    <a:pt x="106" y="84"/>
                    <a:pt x="102" y="84"/>
                  </a:cubicBezTo>
                  <a:cubicBezTo>
                    <a:pt x="90" y="84"/>
                    <a:pt x="90" y="84"/>
                    <a:pt x="90" y="84"/>
                  </a:cubicBezTo>
                  <a:cubicBezTo>
                    <a:pt x="90" y="85"/>
                    <a:pt x="90" y="86"/>
                    <a:pt x="90" y="87"/>
                  </a:cubicBezTo>
                  <a:cubicBezTo>
                    <a:pt x="100" y="87"/>
                    <a:pt x="100" y="87"/>
                    <a:pt x="100" y="87"/>
                  </a:cubicBezTo>
                  <a:cubicBezTo>
                    <a:pt x="102" y="87"/>
                    <a:pt x="102" y="87"/>
                    <a:pt x="102" y="87"/>
                  </a:cubicBezTo>
                  <a:cubicBezTo>
                    <a:pt x="107" y="87"/>
                    <a:pt x="112" y="86"/>
                    <a:pt x="115" y="82"/>
                  </a:cubicBezTo>
                  <a:cubicBezTo>
                    <a:pt x="118" y="79"/>
                    <a:pt x="118" y="75"/>
                    <a:pt x="118" y="71"/>
                  </a:cubicBezTo>
                  <a:cubicBezTo>
                    <a:pt x="118" y="20"/>
                    <a:pt x="118" y="20"/>
                    <a:pt x="118" y="20"/>
                  </a:cubicBezTo>
                  <a:cubicBezTo>
                    <a:pt x="118" y="17"/>
                    <a:pt x="118" y="13"/>
                    <a:pt x="116" y="9"/>
                  </a:cubicBezTo>
                  <a:cubicBezTo>
                    <a:pt x="114" y="5"/>
                    <a:pt x="110" y="2"/>
                    <a:pt x="105" y="1"/>
                  </a:cubicBezTo>
                  <a:cubicBezTo>
                    <a:pt x="101" y="0"/>
                    <a:pt x="98" y="0"/>
                    <a:pt x="9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B8684333-29BB-4770-BE28-012E7F287448}"/>
                </a:ext>
              </a:extLst>
            </p:cNvPr>
            <p:cNvSpPr>
              <a:spLocks noEditPoints="1"/>
            </p:cNvSpPr>
            <p:nvPr/>
          </p:nvSpPr>
          <p:spPr bwMode="auto">
            <a:xfrm>
              <a:off x="8147050" y="3236913"/>
              <a:ext cx="582613" cy="325438"/>
            </a:xfrm>
            <a:custGeom>
              <a:avLst/>
              <a:gdLst>
                <a:gd name="T0" fmla="*/ 66 w 145"/>
                <a:gd name="T1" fmla="*/ 54 h 81"/>
                <a:gd name="T2" fmla="*/ 60 w 145"/>
                <a:gd name="T3" fmla="*/ 48 h 81"/>
                <a:gd name="T4" fmla="*/ 58 w 145"/>
                <a:gd name="T5" fmla="*/ 40 h 81"/>
                <a:gd name="T6" fmla="*/ 59 w 145"/>
                <a:gd name="T7" fmla="*/ 34 h 81"/>
                <a:gd name="T8" fmla="*/ 53 w 145"/>
                <a:gd name="T9" fmla="*/ 40 h 81"/>
                <a:gd name="T10" fmla="*/ 60 w 145"/>
                <a:gd name="T11" fmla="*/ 51 h 81"/>
                <a:gd name="T12" fmla="*/ 54 w 145"/>
                <a:gd name="T13" fmla="*/ 59 h 81"/>
                <a:gd name="T14" fmla="*/ 53 w 145"/>
                <a:gd name="T15" fmla="*/ 61 h 81"/>
                <a:gd name="T16" fmla="*/ 60 w 145"/>
                <a:gd name="T17" fmla="*/ 66 h 81"/>
                <a:gd name="T18" fmla="*/ 63 w 145"/>
                <a:gd name="T19" fmla="*/ 66 h 81"/>
                <a:gd name="T20" fmla="*/ 68 w 145"/>
                <a:gd name="T21" fmla="*/ 53 h 81"/>
                <a:gd name="T22" fmla="*/ 65 w 145"/>
                <a:gd name="T23" fmla="*/ 42 h 81"/>
                <a:gd name="T24" fmla="*/ 66 w 145"/>
                <a:gd name="T25" fmla="*/ 39 h 81"/>
                <a:gd name="T26" fmla="*/ 59 w 145"/>
                <a:gd name="T27" fmla="*/ 34 h 81"/>
                <a:gd name="T28" fmla="*/ 47 w 145"/>
                <a:gd name="T29" fmla="*/ 63 h 81"/>
                <a:gd name="T30" fmla="*/ 56 w 145"/>
                <a:gd name="T31" fmla="*/ 30 h 81"/>
                <a:gd name="T32" fmla="*/ 79 w 145"/>
                <a:gd name="T33" fmla="*/ 41 h 81"/>
                <a:gd name="T34" fmla="*/ 65 w 145"/>
                <a:gd name="T35" fmla="*/ 68 h 81"/>
                <a:gd name="T36" fmla="*/ 56 w 145"/>
                <a:gd name="T37" fmla="*/ 27 h 81"/>
                <a:gd name="T38" fmla="*/ 44 w 145"/>
                <a:gd name="T39" fmla="*/ 64 h 81"/>
                <a:gd name="T40" fmla="*/ 66 w 145"/>
                <a:gd name="T41" fmla="*/ 71 h 81"/>
                <a:gd name="T42" fmla="*/ 81 w 145"/>
                <a:gd name="T43" fmla="*/ 40 h 81"/>
                <a:gd name="T44" fmla="*/ 8 w 145"/>
                <a:gd name="T45" fmla="*/ 78 h 81"/>
                <a:gd name="T46" fmla="*/ 117 w 145"/>
                <a:gd name="T47" fmla="*/ 70 h 81"/>
                <a:gd name="T48" fmla="*/ 9 w 145"/>
                <a:gd name="T49" fmla="*/ 27 h 81"/>
                <a:gd name="T50" fmla="*/ 123 w 145"/>
                <a:gd name="T51" fmla="*/ 68 h 81"/>
                <a:gd name="T52" fmla="*/ 115 w 145"/>
                <a:gd name="T53" fmla="*/ 17 h 81"/>
                <a:gd name="T54" fmla="*/ 8 w 145"/>
                <a:gd name="T55" fmla="*/ 28 h 81"/>
                <a:gd name="T56" fmla="*/ 43 w 145"/>
                <a:gd name="T57" fmla="*/ 11 h 81"/>
                <a:gd name="T58" fmla="*/ 15 w 145"/>
                <a:gd name="T59" fmla="*/ 22 h 81"/>
                <a:gd name="T60" fmla="*/ 119 w 145"/>
                <a:gd name="T61" fmla="*/ 11 h 81"/>
                <a:gd name="T62" fmla="*/ 125 w 145"/>
                <a:gd name="T63" fmla="*/ 27 h 81"/>
                <a:gd name="T64" fmla="*/ 125 w 145"/>
                <a:gd name="T65" fmla="*/ 66 h 81"/>
                <a:gd name="T66" fmla="*/ 13 w 145"/>
                <a:gd name="T67" fmla="*/ 24 h 81"/>
                <a:gd name="T68" fmla="*/ 126 w 145"/>
                <a:gd name="T69" fmla="*/ 8 h 81"/>
                <a:gd name="T70" fmla="*/ 131 w 145"/>
                <a:gd name="T71" fmla="*/ 11 h 81"/>
                <a:gd name="T72" fmla="*/ 133 w 145"/>
                <a:gd name="T73" fmla="*/ 60 h 81"/>
                <a:gd name="T74" fmla="*/ 124 w 145"/>
                <a:gd name="T75" fmla="*/ 10 h 81"/>
                <a:gd name="T76" fmla="*/ 19 w 145"/>
                <a:gd name="T77" fmla="*/ 18 h 81"/>
                <a:gd name="T78" fmla="*/ 142 w 145"/>
                <a:gd name="T79" fmla="*/ 46 h 81"/>
                <a:gd name="T80" fmla="*/ 134 w 145"/>
                <a:gd name="T81" fmla="*/ 11 h 81"/>
                <a:gd name="T82" fmla="*/ 126 w 145"/>
                <a:gd name="T83" fmla="*/ 5 h 81"/>
                <a:gd name="T84" fmla="*/ 137 w 145"/>
                <a:gd name="T85" fmla="*/ 0 h 81"/>
                <a:gd name="T86" fmla="*/ 19 w 145"/>
                <a:gd name="T87" fmla="*/ 15 h 81"/>
                <a:gd name="T88" fmla="*/ 16 w 145"/>
                <a:gd name="T89" fmla="*/ 17 h 81"/>
                <a:gd name="T90" fmla="*/ 12 w 145"/>
                <a:gd name="T91" fmla="*/ 21 h 81"/>
                <a:gd name="T92" fmla="*/ 7 w 145"/>
                <a:gd name="T93" fmla="*/ 24 h 81"/>
                <a:gd name="T94" fmla="*/ 1 w 145"/>
                <a:gd name="T95" fmla="*/ 29 h 81"/>
                <a:gd name="T96" fmla="*/ 7 w 145"/>
                <a:gd name="T97" fmla="*/ 81 h 81"/>
                <a:gd name="T98" fmla="*/ 117 w 145"/>
                <a:gd name="T99" fmla="*/ 74 h 81"/>
                <a:gd name="T100" fmla="*/ 140 w 145"/>
                <a:gd name="T101" fmla="*/ 59 h 81"/>
                <a:gd name="T102" fmla="*/ 139 w 145"/>
                <a:gd name="T103"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5" h="81">
                  <a:moveTo>
                    <a:pt x="63" y="60"/>
                  </a:moveTo>
                  <a:cubicBezTo>
                    <a:pt x="63" y="57"/>
                    <a:pt x="63" y="55"/>
                    <a:pt x="63" y="52"/>
                  </a:cubicBezTo>
                  <a:cubicBezTo>
                    <a:pt x="64" y="53"/>
                    <a:pt x="65" y="53"/>
                    <a:pt x="66" y="54"/>
                  </a:cubicBezTo>
                  <a:cubicBezTo>
                    <a:pt x="67" y="55"/>
                    <a:pt x="66" y="57"/>
                    <a:pt x="65" y="59"/>
                  </a:cubicBezTo>
                  <a:cubicBezTo>
                    <a:pt x="65" y="59"/>
                    <a:pt x="64" y="60"/>
                    <a:pt x="63" y="60"/>
                  </a:cubicBezTo>
                  <a:moveTo>
                    <a:pt x="60" y="48"/>
                  </a:moveTo>
                  <a:cubicBezTo>
                    <a:pt x="58" y="47"/>
                    <a:pt x="57" y="46"/>
                    <a:pt x="56" y="45"/>
                  </a:cubicBezTo>
                  <a:cubicBezTo>
                    <a:pt x="56" y="44"/>
                    <a:pt x="55" y="43"/>
                    <a:pt x="56" y="42"/>
                  </a:cubicBezTo>
                  <a:cubicBezTo>
                    <a:pt x="56" y="41"/>
                    <a:pt x="57" y="41"/>
                    <a:pt x="58" y="40"/>
                  </a:cubicBezTo>
                  <a:cubicBezTo>
                    <a:pt x="59" y="43"/>
                    <a:pt x="59" y="45"/>
                    <a:pt x="60" y="48"/>
                  </a:cubicBezTo>
                  <a:moveTo>
                    <a:pt x="59" y="34"/>
                  </a:moveTo>
                  <a:cubicBezTo>
                    <a:pt x="59" y="34"/>
                    <a:pt x="59" y="34"/>
                    <a:pt x="59" y="34"/>
                  </a:cubicBezTo>
                  <a:cubicBezTo>
                    <a:pt x="58" y="34"/>
                    <a:pt x="57" y="35"/>
                    <a:pt x="58" y="36"/>
                  </a:cubicBezTo>
                  <a:cubicBezTo>
                    <a:pt x="58" y="36"/>
                    <a:pt x="58" y="37"/>
                    <a:pt x="58" y="37"/>
                  </a:cubicBezTo>
                  <a:cubicBezTo>
                    <a:pt x="56" y="38"/>
                    <a:pt x="54" y="39"/>
                    <a:pt x="53" y="40"/>
                  </a:cubicBezTo>
                  <a:cubicBezTo>
                    <a:pt x="52" y="42"/>
                    <a:pt x="53" y="45"/>
                    <a:pt x="54" y="47"/>
                  </a:cubicBezTo>
                  <a:cubicBezTo>
                    <a:pt x="55" y="49"/>
                    <a:pt x="57" y="50"/>
                    <a:pt x="59" y="51"/>
                  </a:cubicBezTo>
                  <a:cubicBezTo>
                    <a:pt x="60" y="51"/>
                    <a:pt x="60" y="51"/>
                    <a:pt x="60" y="51"/>
                  </a:cubicBezTo>
                  <a:cubicBezTo>
                    <a:pt x="60" y="54"/>
                    <a:pt x="60" y="57"/>
                    <a:pt x="60" y="61"/>
                  </a:cubicBezTo>
                  <a:cubicBezTo>
                    <a:pt x="60" y="61"/>
                    <a:pt x="60" y="61"/>
                    <a:pt x="60" y="61"/>
                  </a:cubicBezTo>
                  <a:cubicBezTo>
                    <a:pt x="58" y="61"/>
                    <a:pt x="56" y="60"/>
                    <a:pt x="54" y="59"/>
                  </a:cubicBezTo>
                  <a:cubicBezTo>
                    <a:pt x="54" y="59"/>
                    <a:pt x="54" y="58"/>
                    <a:pt x="54" y="58"/>
                  </a:cubicBezTo>
                  <a:cubicBezTo>
                    <a:pt x="53" y="58"/>
                    <a:pt x="53" y="59"/>
                    <a:pt x="52" y="59"/>
                  </a:cubicBezTo>
                  <a:cubicBezTo>
                    <a:pt x="52" y="60"/>
                    <a:pt x="52" y="61"/>
                    <a:pt x="53" y="61"/>
                  </a:cubicBezTo>
                  <a:cubicBezTo>
                    <a:pt x="55" y="63"/>
                    <a:pt x="58" y="63"/>
                    <a:pt x="60" y="64"/>
                  </a:cubicBezTo>
                  <a:cubicBezTo>
                    <a:pt x="60" y="64"/>
                    <a:pt x="60" y="64"/>
                    <a:pt x="60" y="64"/>
                  </a:cubicBezTo>
                  <a:cubicBezTo>
                    <a:pt x="60" y="64"/>
                    <a:pt x="60" y="65"/>
                    <a:pt x="60" y="66"/>
                  </a:cubicBezTo>
                  <a:cubicBezTo>
                    <a:pt x="60" y="66"/>
                    <a:pt x="61" y="67"/>
                    <a:pt x="62" y="67"/>
                  </a:cubicBezTo>
                  <a:cubicBezTo>
                    <a:pt x="62" y="67"/>
                    <a:pt x="62" y="67"/>
                    <a:pt x="62" y="67"/>
                  </a:cubicBezTo>
                  <a:cubicBezTo>
                    <a:pt x="63" y="67"/>
                    <a:pt x="63" y="67"/>
                    <a:pt x="63" y="66"/>
                  </a:cubicBezTo>
                  <a:cubicBezTo>
                    <a:pt x="63" y="65"/>
                    <a:pt x="63" y="64"/>
                    <a:pt x="63" y="63"/>
                  </a:cubicBezTo>
                  <a:cubicBezTo>
                    <a:pt x="65" y="63"/>
                    <a:pt x="66" y="62"/>
                    <a:pt x="67" y="61"/>
                  </a:cubicBezTo>
                  <a:cubicBezTo>
                    <a:pt x="69" y="58"/>
                    <a:pt x="70" y="55"/>
                    <a:pt x="68" y="53"/>
                  </a:cubicBezTo>
                  <a:cubicBezTo>
                    <a:pt x="67" y="51"/>
                    <a:pt x="65" y="50"/>
                    <a:pt x="63" y="49"/>
                  </a:cubicBezTo>
                  <a:cubicBezTo>
                    <a:pt x="62" y="46"/>
                    <a:pt x="62" y="43"/>
                    <a:pt x="62" y="41"/>
                  </a:cubicBezTo>
                  <a:cubicBezTo>
                    <a:pt x="63" y="41"/>
                    <a:pt x="64" y="41"/>
                    <a:pt x="65" y="42"/>
                  </a:cubicBezTo>
                  <a:cubicBezTo>
                    <a:pt x="65" y="42"/>
                    <a:pt x="65" y="42"/>
                    <a:pt x="65" y="42"/>
                  </a:cubicBezTo>
                  <a:cubicBezTo>
                    <a:pt x="66" y="42"/>
                    <a:pt x="66" y="41"/>
                    <a:pt x="66" y="41"/>
                  </a:cubicBezTo>
                  <a:cubicBezTo>
                    <a:pt x="67" y="40"/>
                    <a:pt x="66" y="39"/>
                    <a:pt x="66" y="39"/>
                  </a:cubicBezTo>
                  <a:cubicBezTo>
                    <a:pt x="64" y="38"/>
                    <a:pt x="63" y="38"/>
                    <a:pt x="61" y="37"/>
                  </a:cubicBezTo>
                  <a:cubicBezTo>
                    <a:pt x="61" y="37"/>
                    <a:pt x="61" y="36"/>
                    <a:pt x="60" y="35"/>
                  </a:cubicBezTo>
                  <a:cubicBezTo>
                    <a:pt x="60" y="34"/>
                    <a:pt x="60" y="34"/>
                    <a:pt x="59" y="34"/>
                  </a:cubicBezTo>
                  <a:moveTo>
                    <a:pt x="57" y="70"/>
                  </a:moveTo>
                  <a:cubicBezTo>
                    <a:pt x="56" y="70"/>
                    <a:pt x="55" y="70"/>
                    <a:pt x="55" y="70"/>
                  </a:cubicBezTo>
                  <a:cubicBezTo>
                    <a:pt x="52" y="69"/>
                    <a:pt x="49" y="66"/>
                    <a:pt x="47" y="63"/>
                  </a:cubicBezTo>
                  <a:cubicBezTo>
                    <a:pt x="43" y="57"/>
                    <a:pt x="41" y="52"/>
                    <a:pt x="41" y="47"/>
                  </a:cubicBezTo>
                  <a:cubicBezTo>
                    <a:pt x="41" y="41"/>
                    <a:pt x="44" y="36"/>
                    <a:pt x="47" y="33"/>
                  </a:cubicBezTo>
                  <a:cubicBezTo>
                    <a:pt x="50" y="31"/>
                    <a:pt x="52" y="30"/>
                    <a:pt x="56" y="30"/>
                  </a:cubicBezTo>
                  <a:cubicBezTo>
                    <a:pt x="59" y="29"/>
                    <a:pt x="61" y="29"/>
                    <a:pt x="63" y="29"/>
                  </a:cubicBezTo>
                  <a:cubicBezTo>
                    <a:pt x="65" y="29"/>
                    <a:pt x="67" y="29"/>
                    <a:pt x="69" y="30"/>
                  </a:cubicBezTo>
                  <a:cubicBezTo>
                    <a:pt x="74" y="32"/>
                    <a:pt x="77" y="36"/>
                    <a:pt x="79" y="41"/>
                  </a:cubicBezTo>
                  <a:cubicBezTo>
                    <a:pt x="80" y="45"/>
                    <a:pt x="80" y="50"/>
                    <a:pt x="79" y="55"/>
                  </a:cubicBezTo>
                  <a:cubicBezTo>
                    <a:pt x="78" y="59"/>
                    <a:pt x="77" y="61"/>
                    <a:pt x="75" y="63"/>
                  </a:cubicBezTo>
                  <a:cubicBezTo>
                    <a:pt x="73" y="66"/>
                    <a:pt x="69" y="67"/>
                    <a:pt x="65" y="68"/>
                  </a:cubicBezTo>
                  <a:cubicBezTo>
                    <a:pt x="62" y="69"/>
                    <a:pt x="60" y="70"/>
                    <a:pt x="57" y="70"/>
                  </a:cubicBezTo>
                  <a:moveTo>
                    <a:pt x="63" y="26"/>
                  </a:moveTo>
                  <a:cubicBezTo>
                    <a:pt x="61" y="26"/>
                    <a:pt x="58" y="26"/>
                    <a:pt x="56" y="27"/>
                  </a:cubicBezTo>
                  <a:cubicBezTo>
                    <a:pt x="53" y="27"/>
                    <a:pt x="49" y="28"/>
                    <a:pt x="46" y="31"/>
                  </a:cubicBezTo>
                  <a:cubicBezTo>
                    <a:pt x="41" y="34"/>
                    <a:pt x="38" y="41"/>
                    <a:pt x="38" y="47"/>
                  </a:cubicBezTo>
                  <a:cubicBezTo>
                    <a:pt x="38" y="53"/>
                    <a:pt x="40" y="58"/>
                    <a:pt x="44" y="64"/>
                  </a:cubicBezTo>
                  <a:cubicBezTo>
                    <a:pt x="47" y="69"/>
                    <a:pt x="50" y="71"/>
                    <a:pt x="54" y="72"/>
                  </a:cubicBezTo>
                  <a:cubicBezTo>
                    <a:pt x="55" y="73"/>
                    <a:pt x="56" y="73"/>
                    <a:pt x="57" y="73"/>
                  </a:cubicBezTo>
                  <a:cubicBezTo>
                    <a:pt x="60" y="73"/>
                    <a:pt x="63" y="72"/>
                    <a:pt x="66" y="71"/>
                  </a:cubicBezTo>
                  <a:cubicBezTo>
                    <a:pt x="70" y="70"/>
                    <a:pt x="75" y="68"/>
                    <a:pt x="78" y="65"/>
                  </a:cubicBezTo>
                  <a:cubicBezTo>
                    <a:pt x="80" y="62"/>
                    <a:pt x="81" y="58"/>
                    <a:pt x="82" y="56"/>
                  </a:cubicBezTo>
                  <a:cubicBezTo>
                    <a:pt x="83" y="50"/>
                    <a:pt x="83" y="44"/>
                    <a:pt x="81" y="40"/>
                  </a:cubicBezTo>
                  <a:cubicBezTo>
                    <a:pt x="80" y="34"/>
                    <a:pt x="75" y="29"/>
                    <a:pt x="70" y="27"/>
                  </a:cubicBezTo>
                  <a:cubicBezTo>
                    <a:pt x="68" y="26"/>
                    <a:pt x="66" y="26"/>
                    <a:pt x="63" y="26"/>
                  </a:cubicBezTo>
                  <a:moveTo>
                    <a:pt x="8" y="78"/>
                  </a:moveTo>
                  <a:cubicBezTo>
                    <a:pt x="4" y="31"/>
                    <a:pt x="4" y="31"/>
                    <a:pt x="4" y="31"/>
                  </a:cubicBezTo>
                  <a:cubicBezTo>
                    <a:pt x="113" y="20"/>
                    <a:pt x="113" y="20"/>
                    <a:pt x="113" y="20"/>
                  </a:cubicBezTo>
                  <a:cubicBezTo>
                    <a:pt x="117" y="70"/>
                    <a:pt x="117" y="70"/>
                    <a:pt x="117" y="70"/>
                  </a:cubicBezTo>
                  <a:cubicBezTo>
                    <a:pt x="8" y="78"/>
                    <a:pt x="8" y="78"/>
                    <a:pt x="8" y="78"/>
                  </a:cubicBezTo>
                  <a:moveTo>
                    <a:pt x="8" y="28"/>
                  </a:moveTo>
                  <a:cubicBezTo>
                    <a:pt x="8" y="28"/>
                    <a:pt x="9" y="27"/>
                    <a:pt x="9" y="27"/>
                  </a:cubicBezTo>
                  <a:cubicBezTo>
                    <a:pt x="44" y="22"/>
                    <a:pt x="80" y="18"/>
                    <a:pt x="116" y="16"/>
                  </a:cubicBezTo>
                  <a:cubicBezTo>
                    <a:pt x="120" y="33"/>
                    <a:pt x="122" y="50"/>
                    <a:pt x="122" y="67"/>
                  </a:cubicBezTo>
                  <a:cubicBezTo>
                    <a:pt x="122" y="67"/>
                    <a:pt x="123" y="67"/>
                    <a:pt x="123" y="68"/>
                  </a:cubicBezTo>
                  <a:cubicBezTo>
                    <a:pt x="120" y="70"/>
                    <a:pt x="120" y="70"/>
                    <a:pt x="120" y="70"/>
                  </a:cubicBezTo>
                  <a:cubicBezTo>
                    <a:pt x="116" y="18"/>
                    <a:pt x="116" y="18"/>
                    <a:pt x="116" y="18"/>
                  </a:cubicBezTo>
                  <a:cubicBezTo>
                    <a:pt x="116" y="18"/>
                    <a:pt x="115" y="18"/>
                    <a:pt x="115" y="17"/>
                  </a:cubicBezTo>
                  <a:cubicBezTo>
                    <a:pt x="115" y="17"/>
                    <a:pt x="114" y="17"/>
                    <a:pt x="114" y="17"/>
                  </a:cubicBezTo>
                  <a:cubicBezTo>
                    <a:pt x="114" y="17"/>
                    <a:pt x="114" y="17"/>
                    <a:pt x="114" y="17"/>
                  </a:cubicBezTo>
                  <a:cubicBezTo>
                    <a:pt x="8" y="28"/>
                    <a:pt x="8" y="28"/>
                    <a:pt x="8" y="28"/>
                  </a:cubicBezTo>
                  <a:moveTo>
                    <a:pt x="27" y="13"/>
                  </a:moveTo>
                  <a:cubicBezTo>
                    <a:pt x="30" y="13"/>
                    <a:pt x="33" y="12"/>
                    <a:pt x="37" y="12"/>
                  </a:cubicBezTo>
                  <a:cubicBezTo>
                    <a:pt x="43" y="11"/>
                    <a:pt x="43" y="11"/>
                    <a:pt x="43" y="11"/>
                  </a:cubicBezTo>
                  <a:cubicBezTo>
                    <a:pt x="38" y="12"/>
                    <a:pt x="33" y="13"/>
                    <a:pt x="27" y="13"/>
                  </a:cubicBezTo>
                  <a:moveTo>
                    <a:pt x="13" y="24"/>
                  </a:moveTo>
                  <a:cubicBezTo>
                    <a:pt x="14" y="23"/>
                    <a:pt x="15" y="22"/>
                    <a:pt x="15" y="22"/>
                  </a:cubicBezTo>
                  <a:cubicBezTo>
                    <a:pt x="15" y="22"/>
                    <a:pt x="15" y="22"/>
                    <a:pt x="15" y="22"/>
                  </a:cubicBezTo>
                  <a:cubicBezTo>
                    <a:pt x="117" y="11"/>
                    <a:pt x="117" y="11"/>
                    <a:pt x="117" y="11"/>
                  </a:cubicBezTo>
                  <a:cubicBezTo>
                    <a:pt x="118" y="11"/>
                    <a:pt x="119" y="11"/>
                    <a:pt x="119" y="11"/>
                  </a:cubicBezTo>
                  <a:cubicBezTo>
                    <a:pt x="120" y="11"/>
                    <a:pt x="121" y="11"/>
                    <a:pt x="122" y="12"/>
                  </a:cubicBezTo>
                  <a:cubicBezTo>
                    <a:pt x="123" y="13"/>
                    <a:pt x="123" y="14"/>
                    <a:pt x="123" y="16"/>
                  </a:cubicBezTo>
                  <a:cubicBezTo>
                    <a:pt x="124" y="20"/>
                    <a:pt x="125" y="23"/>
                    <a:pt x="125" y="27"/>
                  </a:cubicBezTo>
                  <a:cubicBezTo>
                    <a:pt x="127" y="39"/>
                    <a:pt x="129" y="50"/>
                    <a:pt x="130" y="62"/>
                  </a:cubicBezTo>
                  <a:cubicBezTo>
                    <a:pt x="130" y="62"/>
                    <a:pt x="130" y="62"/>
                    <a:pt x="130" y="62"/>
                  </a:cubicBezTo>
                  <a:cubicBezTo>
                    <a:pt x="125" y="66"/>
                    <a:pt x="125" y="66"/>
                    <a:pt x="125" y="66"/>
                  </a:cubicBezTo>
                  <a:cubicBezTo>
                    <a:pt x="125" y="49"/>
                    <a:pt x="122" y="31"/>
                    <a:pt x="118" y="14"/>
                  </a:cubicBezTo>
                  <a:cubicBezTo>
                    <a:pt x="118" y="13"/>
                    <a:pt x="118" y="13"/>
                    <a:pt x="117" y="13"/>
                  </a:cubicBezTo>
                  <a:cubicBezTo>
                    <a:pt x="82" y="15"/>
                    <a:pt x="48" y="19"/>
                    <a:pt x="13" y="24"/>
                  </a:cubicBezTo>
                  <a:moveTo>
                    <a:pt x="19" y="18"/>
                  </a:moveTo>
                  <a:cubicBezTo>
                    <a:pt x="19" y="18"/>
                    <a:pt x="20" y="18"/>
                    <a:pt x="20" y="17"/>
                  </a:cubicBezTo>
                  <a:cubicBezTo>
                    <a:pt x="55" y="12"/>
                    <a:pt x="91" y="9"/>
                    <a:pt x="126" y="8"/>
                  </a:cubicBezTo>
                  <a:cubicBezTo>
                    <a:pt x="126" y="8"/>
                    <a:pt x="126" y="8"/>
                    <a:pt x="127" y="8"/>
                  </a:cubicBezTo>
                  <a:cubicBezTo>
                    <a:pt x="128" y="8"/>
                    <a:pt x="129" y="8"/>
                    <a:pt x="130" y="8"/>
                  </a:cubicBezTo>
                  <a:cubicBezTo>
                    <a:pt x="130" y="9"/>
                    <a:pt x="130" y="10"/>
                    <a:pt x="131" y="11"/>
                  </a:cubicBezTo>
                  <a:cubicBezTo>
                    <a:pt x="138" y="56"/>
                    <a:pt x="138" y="56"/>
                    <a:pt x="138" y="56"/>
                  </a:cubicBezTo>
                  <a:cubicBezTo>
                    <a:pt x="138" y="56"/>
                    <a:pt x="138" y="56"/>
                    <a:pt x="138" y="56"/>
                  </a:cubicBezTo>
                  <a:cubicBezTo>
                    <a:pt x="133" y="60"/>
                    <a:pt x="133" y="60"/>
                    <a:pt x="133" y="60"/>
                  </a:cubicBezTo>
                  <a:cubicBezTo>
                    <a:pt x="132" y="49"/>
                    <a:pt x="130" y="38"/>
                    <a:pt x="128" y="27"/>
                  </a:cubicBezTo>
                  <a:cubicBezTo>
                    <a:pt x="127" y="23"/>
                    <a:pt x="127" y="19"/>
                    <a:pt x="126" y="15"/>
                  </a:cubicBezTo>
                  <a:cubicBezTo>
                    <a:pt x="126" y="14"/>
                    <a:pt x="126" y="11"/>
                    <a:pt x="124" y="10"/>
                  </a:cubicBezTo>
                  <a:cubicBezTo>
                    <a:pt x="122" y="9"/>
                    <a:pt x="121" y="8"/>
                    <a:pt x="119" y="8"/>
                  </a:cubicBezTo>
                  <a:cubicBezTo>
                    <a:pt x="118" y="8"/>
                    <a:pt x="118" y="8"/>
                    <a:pt x="117" y="8"/>
                  </a:cubicBezTo>
                  <a:cubicBezTo>
                    <a:pt x="19" y="18"/>
                    <a:pt x="19" y="18"/>
                    <a:pt x="19" y="18"/>
                  </a:cubicBezTo>
                  <a:moveTo>
                    <a:pt x="99" y="6"/>
                  </a:moveTo>
                  <a:cubicBezTo>
                    <a:pt x="136" y="3"/>
                    <a:pt x="136" y="3"/>
                    <a:pt x="136" y="3"/>
                  </a:cubicBezTo>
                  <a:cubicBezTo>
                    <a:pt x="142" y="46"/>
                    <a:pt x="142" y="46"/>
                    <a:pt x="142" y="46"/>
                  </a:cubicBezTo>
                  <a:cubicBezTo>
                    <a:pt x="142" y="49"/>
                    <a:pt x="142" y="51"/>
                    <a:pt x="141" y="53"/>
                  </a:cubicBezTo>
                  <a:cubicBezTo>
                    <a:pt x="141" y="53"/>
                    <a:pt x="141" y="53"/>
                    <a:pt x="141" y="53"/>
                  </a:cubicBezTo>
                  <a:cubicBezTo>
                    <a:pt x="134" y="11"/>
                    <a:pt x="134" y="11"/>
                    <a:pt x="134" y="11"/>
                  </a:cubicBezTo>
                  <a:cubicBezTo>
                    <a:pt x="133" y="9"/>
                    <a:pt x="133" y="7"/>
                    <a:pt x="132" y="6"/>
                  </a:cubicBezTo>
                  <a:cubicBezTo>
                    <a:pt x="130" y="5"/>
                    <a:pt x="128" y="5"/>
                    <a:pt x="127" y="5"/>
                  </a:cubicBezTo>
                  <a:cubicBezTo>
                    <a:pt x="126" y="5"/>
                    <a:pt x="126" y="5"/>
                    <a:pt x="126" y="5"/>
                  </a:cubicBezTo>
                  <a:cubicBezTo>
                    <a:pt x="117" y="5"/>
                    <a:pt x="108" y="5"/>
                    <a:pt x="99" y="6"/>
                  </a:cubicBezTo>
                  <a:moveTo>
                    <a:pt x="137" y="0"/>
                  </a:moveTo>
                  <a:cubicBezTo>
                    <a:pt x="137" y="0"/>
                    <a:pt x="137" y="0"/>
                    <a:pt x="137" y="0"/>
                  </a:cubicBezTo>
                  <a:cubicBezTo>
                    <a:pt x="36" y="9"/>
                    <a:pt x="36" y="9"/>
                    <a:pt x="36" y="9"/>
                  </a:cubicBezTo>
                  <a:cubicBezTo>
                    <a:pt x="32" y="9"/>
                    <a:pt x="27" y="10"/>
                    <a:pt x="23" y="12"/>
                  </a:cubicBezTo>
                  <a:cubicBezTo>
                    <a:pt x="21" y="13"/>
                    <a:pt x="20" y="14"/>
                    <a:pt x="19" y="15"/>
                  </a:cubicBezTo>
                  <a:cubicBezTo>
                    <a:pt x="18" y="15"/>
                    <a:pt x="18" y="15"/>
                    <a:pt x="17" y="15"/>
                  </a:cubicBezTo>
                  <a:cubicBezTo>
                    <a:pt x="17" y="15"/>
                    <a:pt x="16" y="16"/>
                    <a:pt x="16" y="16"/>
                  </a:cubicBezTo>
                  <a:cubicBezTo>
                    <a:pt x="16" y="17"/>
                    <a:pt x="16" y="17"/>
                    <a:pt x="16" y="17"/>
                  </a:cubicBezTo>
                  <a:cubicBezTo>
                    <a:pt x="15" y="17"/>
                    <a:pt x="15" y="18"/>
                    <a:pt x="14" y="19"/>
                  </a:cubicBezTo>
                  <a:cubicBezTo>
                    <a:pt x="13" y="19"/>
                    <a:pt x="13" y="19"/>
                    <a:pt x="13" y="19"/>
                  </a:cubicBezTo>
                  <a:cubicBezTo>
                    <a:pt x="12" y="19"/>
                    <a:pt x="12" y="20"/>
                    <a:pt x="12" y="21"/>
                  </a:cubicBezTo>
                  <a:cubicBezTo>
                    <a:pt x="12" y="21"/>
                    <a:pt x="12" y="21"/>
                    <a:pt x="12" y="21"/>
                  </a:cubicBezTo>
                  <a:cubicBezTo>
                    <a:pt x="11" y="22"/>
                    <a:pt x="9" y="23"/>
                    <a:pt x="8" y="24"/>
                  </a:cubicBezTo>
                  <a:cubicBezTo>
                    <a:pt x="7" y="24"/>
                    <a:pt x="7" y="24"/>
                    <a:pt x="7" y="24"/>
                  </a:cubicBezTo>
                  <a:cubicBezTo>
                    <a:pt x="6" y="24"/>
                    <a:pt x="6" y="25"/>
                    <a:pt x="6" y="26"/>
                  </a:cubicBezTo>
                  <a:cubicBezTo>
                    <a:pt x="4" y="26"/>
                    <a:pt x="3" y="27"/>
                    <a:pt x="2" y="28"/>
                  </a:cubicBezTo>
                  <a:cubicBezTo>
                    <a:pt x="1" y="28"/>
                    <a:pt x="0" y="29"/>
                    <a:pt x="1" y="29"/>
                  </a:cubicBezTo>
                  <a:cubicBezTo>
                    <a:pt x="1" y="30"/>
                    <a:pt x="1" y="30"/>
                    <a:pt x="1" y="30"/>
                  </a:cubicBezTo>
                  <a:cubicBezTo>
                    <a:pt x="6" y="79"/>
                    <a:pt x="6" y="79"/>
                    <a:pt x="6" y="79"/>
                  </a:cubicBezTo>
                  <a:cubicBezTo>
                    <a:pt x="6" y="80"/>
                    <a:pt x="6" y="81"/>
                    <a:pt x="7" y="81"/>
                  </a:cubicBezTo>
                  <a:cubicBezTo>
                    <a:pt x="7" y="81"/>
                    <a:pt x="7" y="81"/>
                    <a:pt x="7" y="81"/>
                  </a:cubicBezTo>
                  <a:cubicBezTo>
                    <a:pt x="117" y="72"/>
                    <a:pt x="117" y="72"/>
                    <a:pt x="117" y="72"/>
                  </a:cubicBezTo>
                  <a:cubicBezTo>
                    <a:pt x="117" y="73"/>
                    <a:pt x="117" y="73"/>
                    <a:pt x="117" y="74"/>
                  </a:cubicBezTo>
                  <a:cubicBezTo>
                    <a:pt x="118" y="74"/>
                    <a:pt x="118" y="74"/>
                    <a:pt x="119" y="74"/>
                  </a:cubicBezTo>
                  <a:cubicBezTo>
                    <a:pt x="120" y="74"/>
                    <a:pt x="120" y="74"/>
                    <a:pt x="120" y="74"/>
                  </a:cubicBezTo>
                  <a:cubicBezTo>
                    <a:pt x="140" y="59"/>
                    <a:pt x="140" y="59"/>
                    <a:pt x="140" y="59"/>
                  </a:cubicBezTo>
                  <a:cubicBezTo>
                    <a:pt x="141" y="58"/>
                    <a:pt x="143" y="56"/>
                    <a:pt x="144" y="54"/>
                  </a:cubicBezTo>
                  <a:cubicBezTo>
                    <a:pt x="145" y="51"/>
                    <a:pt x="145" y="48"/>
                    <a:pt x="145" y="46"/>
                  </a:cubicBezTo>
                  <a:cubicBezTo>
                    <a:pt x="139" y="1"/>
                    <a:pt x="139" y="1"/>
                    <a:pt x="139" y="1"/>
                  </a:cubicBezTo>
                  <a:cubicBezTo>
                    <a:pt x="139" y="0"/>
                    <a:pt x="138"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Freeform 30">
              <a:extLst>
                <a:ext uri="{FF2B5EF4-FFF2-40B4-BE49-F238E27FC236}">
                  <a16:creationId xmlns:a16="http://schemas.microsoft.com/office/drawing/2014/main" id="{01FD1706-EB71-427A-B129-11510A155B4F}"/>
                </a:ext>
              </a:extLst>
            </p:cNvPr>
            <p:cNvSpPr>
              <a:spLocks noEditPoints="1"/>
            </p:cNvSpPr>
            <p:nvPr/>
          </p:nvSpPr>
          <p:spPr bwMode="auto">
            <a:xfrm>
              <a:off x="7627938" y="1520825"/>
              <a:ext cx="727075" cy="865188"/>
            </a:xfrm>
            <a:custGeom>
              <a:avLst/>
              <a:gdLst>
                <a:gd name="T0" fmla="*/ 103 w 181"/>
                <a:gd name="T1" fmla="*/ 59 h 215"/>
                <a:gd name="T2" fmla="*/ 116 w 181"/>
                <a:gd name="T3" fmla="*/ 124 h 215"/>
                <a:gd name="T4" fmla="*/ 47 w 181"/>
                <a:gd name="T5" fmla="*/ 55 h 215"/>
                <a:gd name="T6" fmla="*/ 20 w 181"/>
                <a:gd name="T7" fmla="*/ 37 h 215"/>
                <a:gd name="T8" fmla="*/ 5 w 181"/>
                <a:gd name="T9" fmla="*/ 4 h 215"/>
                <a:gd name="T10" fmla="*/ 110 w 181"/>
                <a:gd name="T11" fmla="*/ 21 h 215"/>
                <a:gd name="T12" fmla="*/ 151 w 181"/>
                <a:gd name="T13" fmla="*/ 109 h 215"/>
                <a:gd name="T14" fmla="*/ 159 w 181"/>
                <a:gd name="T15" fmla="*/ 103 h 215"/>
                <a:gd name="T16" fmla="*/ 164 w 181"/>
                <a:gd name="T17" fmla="*/ 115 h 215"/>
                <a:gd name="T18" fmla="*/ 128 w 181"/>
                <a:gd name="T19" fmla="*/ 114 h 215"/>
                <a:gd name="T20" fmla="*/ 125 w 181"/>
                <a:gd name="T21" fmla="*/ 83 h 215"/>
                <a:gd name="T22" fmla="*/ 23 w 181"/>
                <a:gd name="T23" fmla="*/ 32 h 215"/>
                <a:gd name="T24" fmla="*/ 22 w 181"/>
                <a:gd name="T25" fmla="*/ 28 h 215"/>
                <a:gd name="T26" fmla="*/ 2 w 181"/>
                <a:gd name="T27" fmla="*/ 0 h 215"/>
                <a:gd name="T28" fmla="*/ 0 w 181"/>
                <a:gd name="T29" fmla="*/ 3 h 215"/>
                <a:gd name="T30" fmla="*/ 1 w 181"/>
                <a:gd name="T31" fmla="*/ 62 h 215"/>
                <a:gd name="T32" fmla="*/ 3 w 181"/>
                <a:gd name="T33" fmla="*/ 63 h 215"/>
                <a:gd name="T34" fmla="*/ 74 w 181"/>
                <a:gd name="T35" fmla="*/ 75 h 215"/>
                <a:gd name="T36" fmla="*/ 113 w 181"/>
                <a:gd name="T37" fmla="*/ 132 h 215"/>
                <a:gd name="T38" fmla="*/ 125 w 181"/>
                <a:gd name="T39" fmla="*/ 118 h 215"/>
                <a:gd name="T40" fmla="*/ 167 w 181"/>
                <a:gd name="T41" fmla="*/ 118 h 215"/>
                <a:gd name="T42" fmla="*/ 165 w 181"/>
                <a:gd name="T43" fmla="*/ 102 h 215"/>
                <a:gd name="T44" fmla="*/ 172 w 181"/>
                <a:gd name="T45" fmla="*/ 127 h 215"/>
                <a:gd name="T46" fmla="*/ 161 w 181"/>
                <a:gd name="T47" fmla="*/ 145 h 215"/>
                <a:gd name="T48" fmla="*/ 143 w 181"/>
                <a:gd name="T49" fmla="*/ 172 h 215"/>
                <a:gd name="T50" fmla="*/ 135 w 181"/>
                <a:gd name="T51" fmla="*/ 182 h 215"/>
                <a:gd name="T52" fmla="*/ 132 w 181"/>
                <a:gd name="T53" fmla="*/ 182 h 215"/>
                <a:gd name="T54" fmla="*/ 105 w 181"/>
                <a:gd name="T55" fmla="*/ 191 h 215"/>
                <a:gd name="T56" fmla="*/ 106 w 181"/>
                <a:gd name="T57" fmla="*/ 195 h 215"/>
                <a:gd name="T58" fmla="*/ 109 w 181"/>
                <a:gd name="T59" fmla="*/ 194 h 215"/>
                <a:gd name="T60" fmla="*/ 110 w 181"/>
                <a:gd name="T61" fmla="*/ 199 h 215"/>
                <a:gd name="T62" fmla="*/ 113 w 181"/>
                <a:gd name="T63" fmla="*/ 201 h 215"/>
                <a:gd name="T64" fmla="*/ 115 w 181"/>
                <a:gd name="T65" fmla="*/ 199 h 215"/>
                <a:gd name="T66" fmla="*/ 124 w 181"/>
                <a:gd name="T67" fmla="*/ 193 h 215"/>
                <a:gd name="T68" fmla="*/ 118 w 181"/>
                <a:gd name="T69" fmla="*/ 206 h 215"/>
                <a:gd name="T70" fmla="*/ 123 w 181"/>
                <a:gd name="T71" fmla="*/ 201 h 215"/>
                <a:gd name="T72" fmla="*/ 131 w 181"/>
                <a:gd name="T73" fmla="*/ 193 h 215"/>
                <a:gd name="T74" fmla="*/ 126 w 181"/>
                <a:gd name="T75" fmla="*/ 209 h 215"/>
                <a:gd name="T76" fmla="*/ 126 w 181"/>
                <a:gd name="T77" fmla="*/ 210 h 215"/>
                <a:gd name="T78" fmla="*/ 127 w 181"/>
                <a:gd name="T79" fmla="*/ 213 h 215"/>
                <a:gd name="T80" fmla="*/ 131 w 181"/>
                <a:gd name="T81" fmla="*/ 207 h 215"/>
                <a:gd name="T82" fmla="*/ 135 w 181"/>
                <a:gd name="T83" fmla="*/ 206 h 215"/>
                <a:gd name="T84" fmla="*/ 135 w 181"/>
                <a:gd name="T85" fmla="*/ 211 h 215"/>
                <a:gd name="T86" fmla="*/ 138 w 181"/>
                <a:gd name="T87" fmla="*/ 215 h 215"/>
                <a:gd name="T88" fmla="*/ 140 w 181"/>
                <a:gd name="T89" fmla="*/ 208 h 215"/>
                <a:gd name="T90" fmla="*/ 139 w 181"/>
                <a:gd name="T91" fmla="*/ 204 h 215"/>
                <a:gd name="T92" fmla="*/ 137 w 181"/>
                <a:gd name="T93" fmla="*/ 187 h 215"/>
                <a:gd name="T94" fmla="*/ 145 w 181"/>
                <a:gd name="T95" fmla="*/ 176 h 215"/>
                <a:gd name="T96" fmla="*/ 165 w 181"/>
                <a:gd name="T97" fmla="*/ 145 h 215"/>
                <a:gd name="T98" fmla="*/ 175 w 181"/>
                <a:gd name="T99" fmla="*/ 129 h 215"/>
                <a:gd name="T100" fmla="*/ 165 w 181"/>
                <a:gd name="T101" fmla="*/ 98 h 215"/>
                <a:gd name="T102" fmla="*/ 104 w 181"/>
                <a:gd name="T103" fmla="*/ 7 h 215"/>
                <a:gd name="T104" fmla="*/ 2 w 181"/>
                <a:gd name="T105"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1" h="215">
                  <a:moveTo>
                    <a:pt x="21" y="37"/>
                  </a:moveTo>
                  <a:cubicBezTo>
                    <a:pt x="27" y="35"/>
                    <a:pt x="34" y="34"/>
                    <a:pt x="40" y="34"/>
                  </a:cubicBezTo>
                  <a:cubicBezTo>
                    <a:pt x="62" y="34"/>
                    <a:pt x="85" y="43"/>
                    <a:pt x="103" y="59"/>
                  </a:cubicBezTo>
                  <a:cubicBezTo>
                    <a:pt x="111" y="67"/>
                    <a:pt x="117" y="76"/>
                    <a:pt x="121" y="85"/>
                  </a:cubicBezTo>
                  <a:cubicBezTo>
                    <a:pt x="125" y="94"/>
                    <a:pt x="125" y="105"/>
                    <a:pt x="123" y="113"/>
                  </a:cubicBezTo>
                  <a:cubicBezTo>
                    <a:pt x="116" y="124"/>
                    <a:pt x="116" y="124"/>
                    <a:pt x="116" y="124"/>
                  </a:cubicBezTo>
                  <a:cubicBezTo>
                    <a:pt x="114" y="112"/>
                    <a:pt x="108" y="102"/>
                    <a:pt x="103" y="96"/>
                  </a:cubicBezTo>
                  <a:cubicBezTo>
                    <a:pt x="96" y="87"/>
                    <a:pt x="87" y="80"/>
                    <a:pt x="77" y="72"/>
                  </a:cubicBezTo>
                  <a:cubicBezTo>
                    <a:pt x="67" y="64"/>
                    <a:pt x="58" y="58"/>
                    <a:pt x="47" y="55"/>
                  </a:cubicBezTo>
                  <a:cubicBezTo>
                    <a:pt x="43" y="54"/>
                    <a:pt x="39" y="54"/>
                    <a:pt x="35" y="54"/>
                  </a:cubicBezTo>
                  <a:cubicBezTo>
                    <a:pt x="25" y="54"/>
                    <a:pt x="16" y="56"/>
                    <a:pt x="7" y="58"/>
                  </a:cubicBezTo>
                  <a:cubicBezTo>
                    <a:pt x="20" y="37"/>
                    <a:pt x="20" y="37"/>
                    <a:pt x="20" y="37"/>
                  </a:cubicBezTo>
                  <a:cubicBezTo>
                    <a:pt x="21" y="37"/>
                    <a:pt x="21" y="37"/>
                    <a:pt x="21" y="37"/>
                  </a:cubicBezTo>
                  <a:moveTo>
                    <a:pt x="20" y="30"/>
                  </a:moveTo>
                  <a:cubicBezTo>
                    <a:pt x="5" y="4"/>
                    <a:pt x="5" y="4"/>
                    <a:pt x="5" y="4"/>
                  </a:cubicBezTo>
                  <a:cubicBezTo>
                    <a:pt x="31" y="5"/>
                    <a:pt x="57" y="5"/>
                    <a:pt x="82" y="6"/>
                  </a:cubicBezTo>
                  <a:cubicBezTo>
                    <a:pt x="90" y="6"/>
                    <a:pt x="97" y="7"/>
                    <a:pt x="102" y="11"/>
                  </a:cubicBezTo>
                  <a:cubicBezTo>
                    <a:pt x="105" y="13"/>
                    <a:pt x="108" y="17"/>
                    <a:pt x="110" y="21"/>
                  </a:cubicBezTo>
                  <a:cubicBezTo>
                    <a:pt x="157" y="100"/>
                    <a:pt x="157" y="100"/>
                    <a:pt x="157" y="100"/>
                  </a:cubicBezTo>
                  <a:cubicBezTo>
                    <a:pt x="154" y="101"/>
                    <a:pt x="151" y="104"/>
                    <a:pt x="150" y="107"/>
                  </a:cubicBezTo>
                  <a:cubicBezTo>
                    <a:pt x="149" y="108"/>
                    <a:pt x="149" y="109"/>
                    <a:pt x="151" y="109"/>
                  </a:cubicBezTo>
                  <a:cubicBezTo>
                    <a:pt x="151" y="110"/>
                    <a:pt x="151" y="110"/>
                    <a:pt x="151" y="110"/>
                  </a:cubicBezTo>
                  <a:cubicBezTo>
                    <a:pt x="152" y="110"/>
                    <a:pt x="153" y="109"/>
                    <a:pt x="153" y="108"/>
                  </a:cubicBezTo>
                  <a:cubicBezTo>
                    <a:pt x="154" y="106"/>
                    <a:pt x="156" y="104"/>
                    <a:pt x="159" y="103"/>
                  </a:cubicBezTo>
                  <a:cubicBezTo>
                    <a:pt x="163" y="111"/>
                    <a:pt x="163" y="111"/>
                    <a:pt x="163" y="111"/>
                  </a:cubicBezTo>
                  <a:cubicBezTo>
                    <a:pt x="164" y="112"/>
                    <a:pt x="164" y="113"/>
                    <a:pt x="165" y="114"/>
                  </a:cubicBezTo>
                  <a:cubicBezTo>
                    <a:pt x="165" y="115"/>
                    <a:pt x="164" y="115"/>
                    <a:pt x="164" y="115"/>
                  </a:cubicBezTo>
                  <a:cubicBezTo>
                    <a:pt x="164" y="116"/>
                    <a:pt x="163" y="116"/>
                    <a:pt x="162" y="116"/>
                  </a:cubicBezTo>
                  <a:cubicBezTo>
                    <a:pt x="162" y="116"/>
                    <a:pt x="161" y="116"/>
                    <a:pt x="161" y="116"/>
                  </a:cubicBezTo>
                  <a:cubicBezTo>
                    <a:pt x="128" y="114"/>
                    <a:pt x="128" y="114"/>
                    <a:pt x="128" y="114"/>
                  </a:cubicBezTo>
                  <a:cubicBezTo>
                    <a:pt x="128" y="113"/>
                    <a:pt x="128" y="113"/>
                    <a:pt x="128" y="113"/>
                  </a:cubicBezTo>
                  <a:cubicBezTo>
                    <a:pt x="129" y="112"/>
                    <a:pt x="129" y="111"/>
                    <a:pt x="128" y="110"/>
                  </a:cubicBezTo>
                  <a:cubicBezTo>
                    <a:pt x="129" y="101"/>
                    <a:pt x="128" y="92"/>
                    <a:pt x="125" y="83"/>
                  </a:cubicBezTo>
                  <a:cubicBezTo>
                    <a:pt x="121" y="73"/>
                    <a:pt x="114" y="64"/>
                    <a:pt x="105" y="56"/>
                  </a:cubicBezTo>
                  <a:cubicBezTo>
                    <a:pt x="87" y="40"/>
                    <a:pt x="63" y="30"/>
                    <a:pt x="40" y="30"/>
                  </a:cubicBezTo>
                  <a:cubicBezTo>
                    <a:pt x="35" y="30"/>
                    <a:pt x="29" y="31"/>
                    <a:pt x="23" y="32"/>
                  </a:cubicBezTo>
                  <a:cubicBezTo>
                    <a:pt x="24" y="32"/>
                    <a:pt x="24" y="32"/>
                    <a:pt x="24" y="32"/>
                  </a:cubicBezTo>
                  <a:cubicBezTo>
                    <a:pt x="24" y="31"/>
                    <a:pt x="24" y="29"/>
                    <a:pt x="23" y="29"/>
                  </a:cubicBezTo>
                  <a:cubicBezTo>
                    <a:pt x="23" y="29"/>
                    <a:pt x="22" y="28"/>
                    <a:pt x="22" y="28"/>
                  </a:cubicBezTo>
                  <a:cubicBezTo>
                    <a:pt x="21" y="28"/>
                    <a:pt x="21" y="29"/>
                    <a:pt x="20" y="29"/>
                  </a:cubicBezTo>
                  <a:cubicBezTo>
                    <a:pt x="20" y="30"/>
                    <a:pt x="20" y="30"/>
                    <a:pt x="20" y="30"/>
                  </a:cubicBezTo>
                  <a:moveTo>
                    <a:pt x="2" y="0"/>
                  </a:moveTo>
                  <a:cubicBezTo>
                    <a:pt x="1" y="0"/>
                    <a:pt x="0" y="0"/>
                    <a:pt x="0" y="1"/>
                  </a:cubicBezTo>
                  <a:cubicBezTo>
                    <a:pt x="0" y="1"/>
                    <a:pt x="0" y="2"/>
                    <a:pt x="0" y="2"/>
                  </a:cubicBezTo>
                  <a:cubicBezTo>
                    <a:pt x="0" y="3"/>
                    <a:pt x="0" y="3"/>
                    <a:pt x="0" y="3"/>
                  </a:cubicBezTo>
                  <a:cubicBezTo>
                    <a:pt x="17" y="34"/>
                    <a:pt x="17" y="34"/>
                    <a:pt x="17" y="34"/>
                  </a:cubicBezTo>
                  <a:cubicBezTo>
                    <a:pt x="1" y="60"/>
                    <a:pt x="1" y="60"/>
                    <a:pt x="1" y="60"/>
                  </a:cubicBezTo>
                  <a:cubicBezTo>
                    <a:pt x="1" y="61"/>
                    <a:pt x="1" y="61"/>
                    <a:pt x="1" y="62"/>
                  </a:cubicBezTo>
                  <a:cubicBezTo>
                    <a:pt x="1" y="63"/>
                    <a:pt x="1" y="63"/>
                    <a:pt x="1" y="63"/>
                  </a:cubicBezTo>
                  <a:cubicBezTo>
                    <a:pt x="2" y="63"/>
                    <a:pt x="2" y="64"/>
                    <a:pt x="3" y="64"/>
                  </a:cubicBezTo>
                  <a:cubicBezTo>
                    <a:pt x="3" y="64"/>
                    <a:pt x="3" y="64"/>
                    <a:pt x="3" y="63"/>
                  </a:cubicBezTo>
                  <a:cubicBezTo>
                    <a:pt x="13" y="61"/>
                    <a:pt x="24" y="58"/>
                    <a:pt x="35" y="58"/>
                  </a:cubicBezTo>
                  <a:cubicBezTo>
                    <a:pt x="39" y="58"/>
                    <a:pt x="43" y="58"/>
                    <a:pt x="46" y="59"/>
                  </a:cubicBezTo>
                  <a:cubicBezTo>
                    <a:pt x="56" y="62"/>
                    <a:pt x="65" y="68"/>
                    <a:pt x="74" y="75"/>
                  </a:cubicBezTo>
                  <a:cubicBezTo>
                    <a:pt x="84" y="83"/>
                    <a:pt x="93" y="90"/>
                    <a:pt x="100" y="99"/>
                  </a:cubicBezTo>
                  <a:cubicBezTo>
                    <a:pt x="108" y="108"/>
                    <a:pt x="112" y="120"/>
                    <a:pt x="112" y="130"/>
                  </a:cubicBezTo>
                  <a:cubicBezTo>
                    <a:pt x="112" y="131"/>
                    <a:pt x="112" y="131"/>
                    <a:pt x="113" y="132"/>
                  </a:cubicBezTo>
                  <a:cubicBezTo>
                    <a:pt x="114" y="132"/>
                    <a:pt x="114" y="132"/>
                    <a:pt x="114" y="132"/>
                  </a:cubicBezTo>
                  <a:cubicBezTo>
                    <a:pt x="115" y="132"/>
                    <a:pt x="115" y="132"/>
                    <a:pt x="116" y="131"/>
                  </a:cubicBezTo>
                  <a:cubicBezTo>
                    <a:pt x="125" y="118"/>
                    <a:pt x="125" y="118"/>
                    <a:pt x="125" y="118"/>
                  </a:cubicBezTo>
                  <a:cubicBezTo>
                    <a:pt x="161" y="120"/>
                    <a:pt x="161" y="120"/>
                    <a:pt x="161" y="120"/>
                  </a:cubicBezTo>
                  <a:cubicBezTo>
                    <a:pt x="161" y="120"/>
                    <a:pt x="162" y="120"/>
                    <a:pt x="162" y="120"/>
                  </a:cubicBezTo>
                  <a:cubicBezTo>
                    <a:pt x="164" y="120"/>
                    <a:pt x="166" y="120"/>
                    <a:pt x="167" y="118"/>
                  </a:cubicBezTo>
                  <a:cubicBezTo>
                    <a:pt x="169" y="117"/>
                    <a:pt x="170" y="113"/>
                    <a:pt x="167" y="109"/>
                  </a:cubicBezTo>
                  <a:cubicBezTo>
                    <a:pt x="163" y="102"/>
                    <a:pt x="163" y="102"/>
                    <a:pt x="163" y="102"/>
                  </a:cubicBezTo>
                  <a:cubicBezTo>
                    <a:pt x="163" y="102"/>
                    <a:pt x="164" y="102"/>
                    <a:pt x="165" y="102"/>
                  </a:cubicBezTo>
                  <a:cubicBezTo>
                    <a:pt x="166" y="102"/>
                    <a:pt x="166" y="102"/>
                    <a:pt x="167" y="102"/>
                  </a:cubicBezTo>
                  <a:cubicBezTo>
                    <a:pt x="173" y="103"/>
                    <a:pt x="177" y="109"/>
                    <a:pt x="177" y="114"/>
                  </a:cubicBezTo>
                  <a:cubicBezTo>
                    <a:pt x="177" y="118"/>
                    <a:pt x="174" y="122"/>
                    <a:pt x="172" y="127"/>
                  </a:cubicBezTo>
                  <a:cubicBezTo>
                    <a:pt x="170" y="130"/>
                    <a:pt x="168" y="133"/>
                    <a:pt x="166" y="136"/>
                  </a:cubicBezTo>
                  <a:cubicBezTo>
                    <a:pt x="165" y="137"/>
                    <a:pt x="165" y="138"/>
                    <a:pt x="164" y="139"/>
                  </a:cubicBezTo>
                  <a:cubicBezTo>
                    <a:pt x="163" y="141"/>
                    <a:pt x="162" y="143"/>
                    <a:pt x="161" y="145"/>
                  </a:cubicBezTo>
                  <a:cubicBezTo>
                    <a:pt x="160" y="146"/>
                    <a:pt x="160" y="146"/>
                    <a:pt x="159" y="147"/>
                  </a:cubicBezTo>
                  <a:cubicBezTo>
                    <a:pt x="154" y="155"/>
                    <a:pt x="149" y="162"/>
                    <a:pt x="144" y="169"/>
                  </a:cubicBezTo>
                  <a:cubicBezTo>
                    <a:pt x="144" y="170"/>
                    <a:pt x="143" y="171"/>
                    <a:pt x="143" y="172"/>
                  </a:cubicBezTo>
                  <a:cubicBezTo>
                    <a:pt x="142" y="173"/>
                    <a:pt x="141" y="175"/>
                    <a:pt x="140" y="176"/>
                  </a:cubicBezTo>
                  <a:cubicBezTo>
                    <a:pt x="139" y="177"/>
                    <a:pt x="138" y="178"/>
                    <a:pt x="138" y="179"/>
                  </a:cubicBezTo>
                  <a:cubicBezTo>
                    <a:pt x="137" y="180"/>
                    <a:pt x="136" y="181"/>
                    <a:pt x="135" y="182"/>
                  </a:cubicBezTo>
                  <a:cubicBezTo>
                    <a:pt x="135" y="181"/>
                    <a:pt x="134" y="181"/>
                    <a:pt x="134" y="181"/>
                  </a:cubicBezTo>
                  <a:cubicBezTo>
                    <a:pt x="133" y="181"/>
                    <a:pt x="133" y="181"/>
                    <a:pt x="133" y="181"/>
                  </a:cubicBezTo>
                  <a:cubicBezTo>
                    <a:pt x="132" y="181"/>
                    <a:pt x="132" y="182"/>
                    <a:pt x="132" y="182"/>
                  </a:cubicBezTo>
                  <a:cubicBezTo>
                    <a:pt x="131" y="182"/>
                    <a:pt x="130" y="182"/>
                    <a:pt x="130" y="182"/>
                  </a:cubicBezTo>
                  <a:cubicBezTo>
                    <a:pt x="127" y="182"/>
                    <a:pt x="124" y="183"/>
                    <a:pt x="119" y="185"/>
                  </a:cubicBezTo>
                  <a:cubicBezTo>
                    <a:pt x="105" y="191"/>
                    <a:pt x="105" y="191"/>
                    <a:pt x="105" y="191"/>
                  </a:cubicBezTo>
                  <a:cubicBezTo>
                    <a:pt x="104" y="192"/>
                    <a:pt x="104" y="193"/>
                    <a:pt x="104" y="194"/>
                  </a:cubicBezTo>
                  <a:cubicBezTo>
                    <a:pt x="104" y="194"/>
                    <a:pt x="104" y="194"/>
                    <a:pt x="104" y="194"/>
                  </a:cubicBezTo>
                  <a:cubicBezTo>
                    <a:pt x="104" y="195"/>
                    <a:pt x="105" y="195"/>
                    <a:pt x="106" y="195"/>
                  </a:cubicBezTo>
                  <a:cubicBezTo>
                    <a:pt x="106" y="195"/>
                    <a:pt x="106" y="195"/>
                    <a:pt x="106" y="195"/>
                  </a:cubicBezTo>
                  <a:cubicBezTo>
                    <a:pt x="108" y="195"/>
                    <a:pt x="108" y="195"/>
                    <a:pt x="108" y="195"/>
                  </a:cubicBezTo>
                  <a:cubicBezTo>
                    <a:pt x="108" y="195"/>
                    <a:pt x="109" y="195"/>
                    <a:pt x="109" y="194"/>
                  </a:cubicBezTo>
                  <a:cubicBezTo>
                    <a:pt x="119" y="190"/>
                    <a:pt x="119" y="190"/>
                    <a:pt x="119" y="190"/>
                  </a:cubicBezTo>
                  <a:cubicBezTo>
                    <a:pt x="116" y="192"/>
                    <a:pt x="113" y="195"/>
                    <a:pt x="111" y="198"/>
                  </a:cubicBezTo>
                  <a:cubicBezTo>
                    <a:pt x="110" y="198"/>
                    <a:pt x="110" y="199"/>
                    <a:pt x="110" y="199"/>
                  </a:cubicBezTo>
                  <a:cubicBezTo>
                    <a:pt x="110" y="200"/>
                    <a:pt x="110" y="200"/>
                    <a:pt x="110" y="200"/>
                  </a:cubicBezTo>
                  <a:cubicBezTo>
                    <a:pt x="111" y="200"/>
                    <a:pt x="111" y="201"/>
                    <a:pt x="112" y="201"/>
                  </a:cubicBezTo>
                  <a:cubicBezTo>
                    <a:pt x="113" y="201"/>
                    <a:pt x="113" y="201"/>
                    <a:pt x="113" y="201"/>
                  </a:cubicBezTo>
                  <a:cubicBezTo>
                    <a:pt x="113" y="201"/>
                    <a:pt x="113" y="201"/>
                    <a:pt x="113" y="201"/>
                  </a:cubicBezTo>
                  <a:cubicBezTo>
                    <a:pt x="114" y="201"/>
                    <a:pt x="115" y="200"/>
                    <a:pt x="115" y="199"/>
                  </a:cubicBezTo>
                  <a:cubicBezTo>
                    <a:pt x="115" y="199"/>
                    <a:pt x="115" y="199"/>
                    <a:pt x="115" y="199"/>
                  </a:cubicBezTo>
                  <a:cubicBezTo>
                    <a:pt x="119" y="194"/>
                    <a:pt x="124" y="191"/>
                    <a:pt x="129" y="188"/>
                  </a:cubicBezTo>
                  <a:cubicBezTo>
                    <a:pt x="128" y="189"/>
                    <a:pt x="127" y="190"/>
                    <a:pt x="126" y="191"/>
                  </a:cubicBezTo>
                  <a:cubicBezTo>
                    <a:pt x="126" y="191"/>
                    <a:pt x="125" y="192"/>
                    <a:pt x="124" y="193"/>
                  </a:cubicBezTo>
                  <a:cubicBezTo>
                    <a:pt x="121" y="196"/>
                    <a:pt x="119" y="199"/>
                    <a:pt x="117" y="203"/>
                  </a:cubicBezTo>
                  <a:cubicBezTo>
                    <a:pt x="116" y="204"/>
                    <a:pt x="116" y="205"/>
                    <a:pt x="117" y="206"/>
                  </a:cubicBezTo>
                  <a:cubicBezTo>
                    <a:pt x="117" y="206"/>
                    <a:pt x="118" y="206"/>
                    <a:pt x="118" y="206"/>
                  </a:cubicBezTo>
                  <a:cubicBezTo>
                    <a:pt x="119" y="206"/>
                    <a:pt x="119" y="206"/>
                    <a:pt x="120" y="205"/>
                  </a:cubicBezTo>
                  <a:cubicBezTo>
                    <a:pt x="122" y="203"/>
                    <a:pt x="122" y="203"/>
                    <a:pt x="122" y="203"/>
                  </a:cubicBezTo>
                  <a:cubicBezTo>
                    <a:pt x="123" y="203"/>
                    <a:pt x="123" y="202"/>
                    <a:pt x="123" y="201"/>
                  </a:cubicBezTo>
                  <a:cubicBezTo>
                    <a:pt x="124" y="199"/>
                    <a:pt x="126" y="197"/>
                    <a:pt x="127" y="196"/>
                  </a:cubicBezTo>
                  <a:cubicBezTo>
                    <a:pt x="128" y="195"/>
                    <a:pt x="128" y="194"/>
                    <a:pt x="129" y="194"/>
                  </a:cubicBezTo>
                  <a:cubicBezTo>
                    <a:pt x="130" y="193"/>
                    <a:pt x="130" y="193"/>
                    <a:pt x="131" y="193"/>
                  </a:cubicBezTo>
                  <a:cubicBezTo>
                    <a:pt x="130" y="196"/>
                    <a:pt x="129" y="199"/>
                    <a:pt x="128" y="203"/>
                  </a:cubicBezTo>
                  <a:cubicBezTo>
                    <a:pt x="128" y="204"/>
                    <a:pt x="127" y="204"/>
                    <a:pt x="127" y="205"/>
                  </a:cubicBezTo>
                  <a:cubicBezTo>
                    <a:pt x="127" y="207"/>
                    <a:pt x="126" y="208"/>
                    <a:pt x="126" y="209"/>
                  </a:cubicBezTo>
                  <a:cubicBezTo>
                    <a:pt x="126" y="210"/>
                    <a:pt x="126" y="210"/>
                    <a:pt x="126" y="210"/>
                  </a:cubicBezTo>
                  <a:cubicBezTo>
                    <a:pt x="126" y="210"/>
                    <a:pt x="126" y="210"/>
                    <a:pt x="126" y="210"/>
                  </a:cubicBezTo>
                  <a:cubicBezTo>
                    <a:pt x="126" y="210"/>
                    <a:pt x="126" y="210"/>
                    <a:pt x="126" y="210"/>
                  </a:cubicBezTo>
                  <a:cubicBezTo>
                    <a:pt x="125" y="211"/>
                    <a:pt x="125" y="211"/>
                    <a:pt x="125" y="211"/>
                  </a:cubicBezTo>
                  <a:cubicBezTo>
                    <a:pt x="126" y="212"/>
                    <a:pt x="126" y="213"/>
                    <a:pt x="127" y="213"/>
                  </a:cubicBezTo>
                  <a:cubicBezTo>
                    <a:pt x="127" y="213"/>
                    <a:pt x="127" y="213"/>
                    <a:pt x="127" y="213"/>
                  </a:cubicBezTo>
                  <a:cubicBezTo>
                    <a:pt x="127" y="213"/>
                    <a:pt x="127" y="213"/>
                    <a:pt x="128" y="213"/>
                  </a:cubicBezTo>
                  <a:cubicBezTo>
                    <a:pt x="128" y="213"/>
                    <a:pt x="129" y="212"/>
                    <a:pt x="129" y="212"/>
                  </a:cubicBezTo>
                  <a:cubicBezTo>
                    <a:pt x="130" y="210"/>
                    <a:pt x="131" y="208"/>
                    <a:pt x="131" y="207"/>
                  </a:cubicBezTo>
                  <a:cubicBezTo>
                    <a:pt x="132" y="203"/>
                    <a:pt x="133" y="199"/>
                    <a:pt x="134" y="196"/>
                  </a:cubicBezTo>
                  <a:cubicBezTo>
                    <a:pt x="135" y="198"/>
                    <a:pt x="135" y="200"/>
                    <a:pt x="135" y="202"/>
                  </a:cubicBezTo>
                  <a:cubicBezTo>
                    <a:pt x="135" y="204"/>
                    <a:pt x="135" y="205"/>
                    <a:pt x="135" y="206"/>
                  </a:cubicBezTo>
                  <a:cubicBezTo>
                    <a:pt x="135" y="207"/>
                    <a:pt x="135" y="207"/>
                    <a:pt x="135" y="207"/>
                  </a:cubicBezTo>
                  <a:cubicBezTo>
                    <a:pt x="135" y="208"/>
                    <a:pt x="135" y="208"/>
                    <a:pt x="135" y="208"/>
                  </a:cubicBezTo>
                  <a:cubicBezTo>
                    <a:pt x="135" y="209"/>
                    <a:pt x="135" y="210"/>
                    <a:pt x="135" y="211"/>
                  </a:cubicBezTo>
                  <a:cubicBezTo>
                    <a:pt x="135" y="211"/>
                    <a:pt x="136" y="212"/>
                    <a:pt x="136" y="213"/>
                  </a:cubicBezTo>
                  <a:cubicBezTo>
                    <a:pt x="136" y="213"/>
                    <a:pt x="136" y="213"/>
                    <a:pt x="136" y="213"/>
                  </a:cubicBezTo>
                  <a:cubicBezTo>
                    <a:pt x="136" y="214"/>
                    <a:pt x="137" y="215"/>
                    <a:pt x="138" y="215"/>
                  </a:cubicBezTo>
                  <a:cubicBezTo>
                    <a:pt x="138" y="215"/>
                    <a:pt x="138" y="215"/>
                    <a:pt x="138" y="215"/>
                  </a:cubicBezTo>
                  <a:cubicBezTo>
                    <a:pt x="139" y="215"/>
                    <a:pt x="140" y="214"/>
                    <a:pt x="140" y="213"/>
                  </a:cubicBezTo>
                  <a:cubicBezTo>
                    <a:pt x="140" y="211"/>
                    <a:pt x="140" y="209"/>
                    <a:pt x="140" y="208"/>
                  </a:cubicBezTo>
                  <a:cubicBezTo>
                    <a:pt x="140" y="207"/>
                    <a:pt x="140" y="207"/>
                    <a:pt x="140" y="207"/>
                  </a:cubicBezTo>
                  <a:cubicBezTo>
                    <a:pt x="139" y="206"/>
                    <a:pt x="139" y="206"/>
                    <a:pt x="139" y="206"/>
                  </a:cubicBezTo>
                  <a:cubicBezTo>
                    <a:pt x="139" y="205"/>
                    <a:pt x="139" y="205"/>
                    <a:pt x="139" y="204"/>
                  </a:cubicBezTo>
                  <a:cubicBezTo>
                    <a:pt x="139" y="202"/>
                    <a:pt x="139" y="200"/>
                    <a:pt x="139" y="197"/>
                  </a:cubicBezTo>
                  <a:cubicBezTo>
                    <a:pt x="139" y="196"/>
                    <a:pt x="138" y="195"/>
                    <a:pt x="138" y="194"/>
                  </a:cubicBezTo>
                  <a:cubicBezTo>
                    <a:pt x="138" y="191"/>
                    <a:pt x="137" y="189"/>
                    <a:pt x="137" y="187"/>
                  </a:cubicBezTo>
                  <a:cubicBezTo>
                    <a:pt x="138" y="185"/>
                    <a:pt x="140" y="183"/>
                    <a:pt x="141" y="181"/>
                  </a:cubicBezTo>
                  <a:cubicBezTo>
                    <a:pt x="142" y="180"/>
                    <a:pt x="143" y="179"/>
                    <a:pt x="143" y="178"/>
                  </a:cubicBezTo>
                  <a:cubicBezTo>
                    <a:pt x="144" y="177"/>
                    <a:pt x="144" y="177"/>
                    <a:pt x="145" y="176"/>
                  </a:cubicBezTo>
                  <a:cubicBezTo>
                    <a:pt x="145" y="175"/>
                    <a:pt x="146" y="174"/>
                    <a:pt x="147" y="173"/>
                  </a:cubicBezTo>
                  <a:cubicBezTo>
                    <a:pt x="152" y="165"/>
                    <a:pt x="158" y="156"/>
                    <a:pt x="164" y="148"/>
                  </a:cubicBezTo>
                  <a:cubicBezTo>
                    <a:pt x="164" y="147"/>
                    <a:pt x="165" y="146"/>
                    <a:pt x="165" y="145"/>
                  </a:cubicBezTo>
                  <a:cubicBezTo>
                    <a:pt x="166" y="144"/>
                    <a:pt x="167" y="143"/>
                    <a:pt x="168" y="141"/>
                  </a:cubicBezTo>
                  <a:cubicBezTo>
                    <a:pt x="169" y="139"/>
                    <a:pt x="170" y="137"/>
                    <a:pt x="172" y="135"/>
                  </a:cubicBezTo>
                  <a:cubicBezTo>
                    <a:pt x="173" y="133"/>
                    <a:pt x="174" y="131"/>
                    <a:pt x="175" y="129"/>
                  </a:cubicBezTo>
                  <a:cubicBezTo>
                    <a:pt x="178" y="125"/>
                    <a:pt x="181" y="120"/>
                    <a:pt x="181" y="114"/>
                  </a:cubicBezTo>
                  <a:cubicBezTo>
                    <a:pt x="181" y="107"/>
                    <a:pt x="176" y="100"/>
                    <a:pt x="168" y="98"/>
                  </a:cubicBezTo>
                  <a:cubicBezTo>
                    <a:pt x="167" y="98"/>
                    <a:pt x="166" y="98"/>
                    <a:pt x="165" y="98"/>
                  </a:cubicBezTo>
                  <a:cubicBezTo>
                    <a:pt x="163" y="98"/>
                    <a:pt x="162" y="98"/>
                    <a:pt x="160" y="98"/>
                  </a:cubicBezTo>
                  <a:cubicBezTo>
                    <a:pt x="114" y="19"/>
                    <a:pt x="114" y="19"/>
                    <a:pt x="114" y="19"/>
                  </a:cubicBezTo>
                  <a:cubicBezTo>
                    <a:pt x="111" y="15"/>
                    <a:pt x="109" y="11"/>
                    <a:pt x="104" y="7"/>
                  </a:cubicBezTo>
                  <a:cubicBezTo>
                    <a:pt x="98" y="3"/>
                    <a:pt x="91" y="2"/>
                    <a:pt x="82" y="2"/>
                  </a:cubicBezTo>
                  <a:cubicBezTo>
                    <a:pt x="55" y="1"/>
                    <a:pt x="29"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87D24D72-5CA1-4651-985D-07AE29DFE70F}"/>
                </a:ext>
              </a:extLst>
            </p:cNvPr>
            <p:cNvSpPr>
              <a:spLocks noEditPoints="1"/>
            </p:cNvSpPr>
            <p:nvPr/>
          </p:nvSpPr>
          <p:spPr bwMode="auto">
            <a:xfrm>
              <a:off x="8191500" y="2827338"/>
              <a:ext cx="300038" cy="409575"/>
            </a:xfrm>
            <a:custGeom>
              <a:avLst/>
              <a:gdLst>
                <a:gd name="T0" fmla="*/ 34 w 75"/>
                <a:gd name="T1" fmla="*/ 80 h 102"/>
                <a:gd name="T2" fmla="*/ 31 w 75"/>
                <a:gd name="T3" fmla="*/ 69 h 102"/>
                <a:gd name="T4" fmla="*/ 33 w 75"/>
                <a:gd name="T5" fmla="*/ 63 h 102"/>
                <a:gd name="T6" fmla="*/ 36 w 75"/>
                <a:gd name="T7" fmla="*/ 55 h 102"/>
                <a:gd name="T8" fmla="*/ 40 w 75"/>
                <a:gd name="T9" fmla="*/ 55 h 102"/>
                <a:gd name="T10" fmla="*/ 41 w 75"/>
                <a:gd name="T11" fmla="*/ 59 h 102"/>
                <a:gd name="T12" fmla="*/ 44 w 75"/>
                <a:gd name="T13" fmla="*/ 68 h 102"/>
                <a:gd name="T14" fmla="*/ 43 w 75"/>
                <a:gd name="T15" fmla="*/ 79 h 102"/>
                <a:gd name="T16" fmla="*/ 38 w 75"/>
                <a:gd name="T17" fmla="*/ 52 h 102"/>
                <a:gd name="T18" fmla="*/ 31 w 75"/>
                <a:gd name="T19" fmla="*/ 59 h 102"/>
                <a:gd name="T20" fmla="*/ 29 w 75"/>
                <a:gd name="T21" fmla="*/ 66 h 102"/>
                <a:gd name="T22" fmla="*/ 28 w 75"/>
                <a:gd name="T23" fmla="*/ 72 h 102"/>
                <a:gd name="T24" fmla="*/ 38 w 75"/>
                <a:gd name="T25" fmla="*/ 84 h 102"/>
                <a:gd name="T26" fmla="*/ 48 w 75"/>
                <a:gd name="T27" fmla="*/ 70 h 102"/>
                <a:gd name="T28" fmla="*/ 44 w 75"/>
                <a:gd name="T29" fmla="*/ 62 h 102"/>
                <a:gd name="T30" fmla="*/ 44 w 75"/>
                <a:gd name="T31" fmla="*/ 58 h 102"/>
                <a:gd name="T32" fmla="*/ 38 w 75"/>
                <a:gd name="T33" fmla="*/ 52 h 102"/>
                <a:gd name="T34" fmla="*/ 4 w 75"/>
                <a:gd name="T35" fmla="*/ 96 h 102"/>
                <a:gd name="T36" fmla="*/ 72 w 75"/>
                <a:gd name="T37" fmla="*/ 35 h 102"/>
                <a:gd name="T38" fmla="*/ 16 w 75"/>
                <a:gd name="T39" fmla="*/ 33 h 102"/>
                <a:gd name="T40" fmla="*/ 18 w 75"/>
                <a:gd name="T41" fmla="*/ 12 h 102"/>
                <a:gd name="T42" fmla="*/ 37 w 75"/>
                <a:gd name="T43" fmla="*/ 2 h 102"/>
                <a:gd name="T44" fmla="*/ 58 w 75"/>
                <a:gd name="T45" fmla="*/ 32 h 102"/>
                <a:gd name="T46" fmla="*/ 36 w 75"/>
                <a:gd name="T47" fmla="*/ 0 h 102"/>
                <a:gd name="T48" fmla="*/ 13 w 75"/>
                <a:gd name="T49" fmla="*/ 33 h 102"/>
                <a:gd name="T50" fmla="*/ 0 w 75"/>
                <a:gd name="T51" fmla="*/ 33 h 102"/>
                <a:gd name="T52" fmla="*/ 1 w 75"/>
                <a:gd name="T53" fmla="*/ 98 h 102"/>
                <a:gd name="T54" fmla="*/ 74 w 75"/>
                <a:gd name="T55" fmla="*/ 102 h 102"/>
                <a:gd name="T56" fmla="*/ 75 w 75"/>
                <a:gd name="T57" fmla="*/ 101 h 102"/>
                <a:gd name="T58" fmla="*/ 75 w 75"/>
                <a:gd name="T59" fmla="*/ 33 h 102"/>
                <a:gd name="T60" fmla="*/ 74 w 75"/>
                <a:gd name="T61" fmla="*/ 32 h 102"/>
                <a:gd name="T62" fmla="*/ 57 w 75"/>
                <a:gd name="T63" fmla="*/ 11 h 102"/>
                <a:gd name="T64" fmla="*/ 36 w 75"/>
                <a:gd name="T6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102">
                  <a:moveTo>
                    <a:pt x="38" y="81"/>
                  </a:moveTo>
                  <a:cubicBezTo>
                    <a:pt x="37" y="81"/>
                    <a:pt x="35" y="81"/>
                    <a:pt x="34" y="80"/>
                  </a:cubicBezTo>
                  <a:cubicBezTo>
                    <a:pt x="31" y="79"/>
                    <a:pt x="30" y="75"/>
                    <a:pt x="30" y="72"/>
                  </a:cubicBezTo>
                  <a:cubicBezTo>
                    <a:pt x="30" y="71"/>
                    <a:pt x="31" y="70"/>
                    <a:pt x="31" y="69"/>
                  </a:cubicBezTo>
                  <a:cubicBezTo>
                    <a:pt x="32" y="68"/>
                    <a:pt x="32" y="67"/>
                    <a:pt x="32" y="66"/>
                  </a:cubicBezTo>
                  <a:cubicBezTo>
                    <a:pt x="32" y="65"/>
                    <a:pt x="33" y="64"/>
                    <a:pt x="33" y="63"/>
                  </a:cubicBezTo>
                  <a:cubicBezTo>
                    <a:pt x="33" y="62"/>
                    <a:pt x="33" y="61"/>
                    <a:pt x="33" y="60"/>
                  </a:cubicBezTo>
                  <a:cubicBezTo>
                    <a:pt x="34" y="58"/>
                    <a:pt x="35" y="56"/>
                    <a:pt x="36" y="55"/>
                  </a:cubicBezTo>
                  <a:cubicBezTo>
                    <a:pt x="37" y="54"/>
                    <a:pt x="38" y="54"/>
                    <a:pt x="39" y="54"/>
                  </a:cubicBezTo>
                  <a:cubicBezTo>
                    <a:pt x="39" y="54"/>
                    <a:pt x="40" y="54"/>
                    <a:pt x="40" y="55"/>
                  </a:cubicBezTo>
                  <a:cubicBezTo>
                    <a:pt x="41" y="56"/>
                    <a:pt x="41" y="57"/>
                    <a:pt x="41" y="58"/>
                  </a:cubicBezTo>
                  <a:cubicBezTo>
                    <a:pt x="41" y="59"/>
                    <a:pt x="41" y="59"/>
                    <a:pt x="41" y="59"/>
                  </a:cubicBezTo>
                  <a:cubicBezTo>
                    <a:pt x="41" y="60"/>
                    <a:pt x="41" y="62"/>
                    <a:pt x="42" y="63"/>
                  </a:cubicBezTo>
                  <a:cubicBezTo>
                    <a:pt x="42" y="65"/>
                    <a:pt x="43" y="66"/>
                    <a:pt x="44" y="68"/>
                  </a:cubicBezTo>
                  <a:cubicBezTo>
                    <a:pt x="44" y="69"/>
                    <a:pt x="45" y="70"/>
                    <a:pt x="45" y="71"/>
                  </a:cubicBezTo>
                  <a:cubicBezTo>
                    <a:pt x="46" y="74"/>
                    <a:pt x="45" y="77"/>
                    <a:pt x="43" y="79"/>
                  </a:cubicBezTo>
                  <a:cubicBezTo>
                    <a:pt x="42" y="80"/>
                    <a:pt x="40" y="81"/>
                    <a:pt x="38" y="81"/>
                  </a:cubicBezTo>
                  <a:moveTo>
                    <a:pt x="38" y="52"/>
                  </a:moveTo>
                  <a:cubicBezTo>
                    <a:pt x="37" y="52"/>
                    <a:pt x="36" y="52"/>
                    <a:pt x="34" y="53"/>
                  </a:cubicBezTo>
                  <a:cubicBezTo>
                    <a:pt x="33" y="54"/>
                    <a:pt x="31" y="56"/>
                    <a:pt x="31" y="59"/>
                  </a:cubicBezTo>
                  <a:cubicBezTo>
                    <a:pt x="31" y="60"/>
                    <a:pt x="30" y="61"/>
                    <a:pt x="30" y="62"/>
                  </a:cubicBezTo>
                  <a:cubicBezTo>
                    <a:pt x="30" y="63"/>
                    <a:pt x="30" y="65"/>
                    <a:pt x="29" y="66"/>
                  </a:cubicBezTo>
                  <a:cubicBezTo>
                    <a:pt x="29" y="66"/>
                    <a:pt x="29" y="67"/>
                    <a:pt x="29" y="68"/>
                  </a:cubicBezTo>
                  <a:cubicBezTo>
                    <a:pt x="28" y="69"/>
                    <a:pt x="28" y="70"/>
                    <a:pt x="28" y="72"/>
                  </a:cubicBezTo>
                  <a:cubicBezTo>
                    <a:pt x="27" y="76"/>
                    <a:pt x="29" y="80"/>
                    <a:pt x="33" y="82"/>
                  </a:cubicBezTo>
                  <a:cubicBezTo>
                    <a:pt x="34" y="83"/>
                    <a:pt x="36" y="84"/>
                    <a:pt x="38" y="84"/>
                  </a:cubicBezTo>
                  <a:cubicBezTo>
                    <a:pt x="40" y="84"/>
                    <a:pt x="43" y="83"/>
                    <a:pt x="45" y="81"/>
                  </a:cubicBezTo>
                  <a:cubicBezTo>
                    <a:pt x="48" y="79"/>
                    <a:pt x="49" y="74"/>
                    <a:pt x="48" y="70"/>
                  </a:cubicBezTo>
                  <a:cubicBezTo>
                    <a:pt x="48" y="68"/>
                    <a:pt x="47" y="67"/>
                    <a:pt x="46" y="66"/>
                  </a:cubicBezTo>
                  <a:cubicBezTo>
                    <a:pt x="45" y="65"/>
                    <a:pt x="45" y="64"/>
                    <a:pt x="44" y="62"/>
                  </a:cubicBezTo>
                  <a:cubicBezTo>
                    <a:pt x="44" y="61"/>
                    <a:pt x="44" y="60"/>
                    <a:pt x="44" y="59"/>
                  </a:cubicBezTo>
                  <a:cubicBezTo>
                    <a:pt x="44" y="59"/>
                    <a:pt x="44" y="58"/>
                    <a:pt x="44" y="58"/>
                  </a:cubicBezTo>
                  <a:cubicBezTo>
                    <a:pt x="44" y="56"/>
                    <a:pt x="44" y="54"/>
                    <a:pt x="42" y="53"/>
                  </a:cubicBezTo>
                  <a:cubicBezTo>
                    <a:pt x="41" y="52"/>
                    <a:pt x="40" y="52"/>
                    <a:pt x="38" y="52"/>
                  </a:cubicBezTo>
                  <a:moveTo>
                    <a:pt x="72" y="99"/>
                  </a:moveTo>
                  <a:cubicBezTo>
                    <a:pt x="4" y="96"/>
                    <a:pt x="4" y="96"/>
                    <a:pt x="4" y="96"/>
                  </a:cubicBezTo>
                  <a:cubicBezTo>
                    <a:pt x="3" y="36"/>
                    <a:pt x="3" y="36"/>
                    <a:pt x="3" y="36"/>
                  </a:cubicBezTo>
                  <a:cubicBezTo>
                    <a:pt x="72" y="35"/>
                    <a:pt x="72" y="35"/>
                    <a:pt x="72" y="35"/>
                  </a:cubicBezTo>
                  <a:cubicBezTo>
                    <a:pt x="72" y="99"/>
                    <a:pt x="72" y="99"/>
                    <a:pt x="72" y="99"/>
                  </a:cubicBezTo>
                  <a:moveTo>
                    <a:pt x="16" y="33"/>
                  </a:moveTo>
                  <a:cubicBezTo>
                    <a:pt x="16" y="32"/>
                    <a:pt x="16" y="32"/>
                    <a:pt x="16" y="32"/>
                  </a:cubicBezTo>
                  <a:cubicBezTo>
                    <a:pt x="13" y="26"/>
                    <a:pt x="14" y="18"/>
                    <a:pt x="18" y="12"/>
                  </a:cubicBezTo>
                  <a:cubicBezTo>
                    <a:pt x="22" y="6"/>
                    <a:pt x="29" y="2"/>
                    <a:pt x="36" y="2"/>
                  </a:cubicBezTo>
                  <a:cubicBezTo>
                    <a:pt x="36" y="2"/>
                    <a:pt x="36" y="2"/>
                    <a:pt x="37" y="2"/>
                  </a:cubicBezTo>
                  <a:cubicBezTo>
                    <a:pt x="44" y="3"/>
                    <a:pt x="51" y="7"/>
                    <a:pt x="55" y="13"/>
                  </a:cubicBezTo>
                  <a:cubicBezTo>
                    <a:pt x="57" y="18"/>
                    <a:pt x="59" y="24"/>
                    <a:pt x="58" y="32"/>
                  </a:cubicBezTo>
                  <a:cubicBezTo>
                    <a:pt x="16" y="33"/>
                    <a:pt x="16" y="33"/>
                    <a:pt x="16" y="33"/>
                  </a:cubicBezTo>
                  <a:moveTo>
                    <a:pt x="36" y="0"/>
                  </a:moveTo>
                  <a:cubicBezTo>
                    <a:pt x="28" y="0"/>
                    <a:pt x="20" y="4"/>
                    <a:pt x="16" y="10"/>
                  </a:cubicBezTo>
                  <a:cubicBezTo>
                    <a:pt x="11" y="17"/>
                    <a:pt x="11" y="25"/>
                    <a:pt x="13" y="33"/>
                  </a:cubicBezTo>
                  <a:cubicBezTo>
                    <a:pt x="1" y="33"/>
                    <a:pt x="1" y="33"/>
                    <a:pt x="1" y="33"/>
                  </a:cubicBezTo>
                  <a:cubicBezTo>
                    <a:pt x="1" y="33"/>
                    <a:pt x="0" y="33"/>
                    <a:pt x="0" y="33"/>
                  </a:cubicBezTo>
                  <a:cubicBezTo>
                    <a:pt x="0" y="34"/>
                    <a:pt x="0" y="34"/>
                    <a:pt x="0" y="34"/>
                  </a:cubicBezTo>
                  <a:cubicBezTo>
                    <a:pt x="1" y="98"/>
                    <a:pt x="1" y="98"/>
                    <a:pt x="1" y="98"/>
                  </a:cubicBezTo>
                  <a:cubicBezTo>
                    <a:pt x="2" y="98"/>
                    <a:pt x="2" y="99"/>
                    <a:pt x="3" y="99"/>
                  </a:cubicBezTo>
                  <a:cubicBezTo>
                    <a:pt x="74" y="102"/>
                    <a:pt x="74" y="102"/>
                    <a:pt x="74" y="102"/>
                  </a:cubicBezTo>
                  <a:cubicBezTo>
                    <a:pt x="74" y="102"/>
                    <a:pt x="74" y="102"/>
                    <a:pt x="74" y="102"/>
                  </a:cubicBezTo>
                  <a:cubicBezTo>
                    <a:pt x="75" y="101"/>
                    <a:pt x="75" y="101"/>
                    <a:pt x="75" y="101"/>
                  </a:cubicBezTo>
                  <a:cubicBezTo>
                    <a:pt x="75" y="101"/>
                    <a:pt x="75" y="101"/>
                    <a:pt x="75" y="100"/>
                  </a:cubicBezTo>
                  <a:cubicBezTo>
                    <a:pt x="75" y="33"/>
                    <a:pt x="75" y="33"/>
                    <a:pt x="75" y="33"/>
                  </a:cubicBezTo>
                  <a:cubicBezTo>
                    <a:pt x="75" y="33"/>
                    <a:pt x="75" y="33"/>
                    <a:pt x="75" y="32"/>
                  </a:cubicBezTo>
                  <a:cubicBezTo>
                    <a:pt x="74" y="32"/>
                    <a:pt x="74" y="32"/>
                    <a:pt x="74" y="32"/>
                  </a:cubicBezTo>
                  <a:cubicBezTo>
                    <a:pt x="61" y="32"/>
                    <a:pt x="61" y="32"/>
                    <a:pt x="61" y="32"/>
                  </a:cubicBezTo>
                  <a:cubicBezTo>
                    <a:pt x="61" y="24"/>
                    <a:pt x="60" y="17"/>
                    <a:pt x="57" y="11"/>
                  </a:cubicBezTo>
                  <a:cubicBezTo>
                    <a:pt x="53" y="4"/>
                    <a:pt x="45" y="0"/>
                    <a:pt x="37" y="0"/>
                  </a:cubicBezTo>
                  <a:cubicBezTo>
                    <a:pt x="36" y="0"/>
                    <a:pt x="36"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2C2750B9-6D4A-4861-B8A5-EBF6CD8C6F8C}"/>
                </a:ext>
              </a:extLst>
            </p:cNvPr>
            <p:cNvSpPr>
              <a:spLocks noEditPoints="1"/>
            </p:cNvSpPr>
            <p:nvPr/>
          </p:nvSpPr>
          <p:spPr bwMode="auto">
            <a:xfrm>
              <a:off x="6472238" y="6391275"/>
              <a:ext cx="441325" cy="369888"/>
            </a:xfrm>
            <a:custGeom>
              <a:avLst/>
              <a:gdLst>
                <a:gd name="T0" fmla="*/ 4 w 110"/>
                <a:gd name="T1" fmla="*/ 88 h 92"/>
                <a:gd name="T2" fmla="*/ 3 w 110"/>
                <a:gd name="T3" fmla="*/ 44 h 92"/>
                <a:gd name="T4" fmla="*/ 9 w 110"/>
                <a:gd name="T5" fmla="*/ 36 h 92"/>
                <a:gd name="T6" fmla="*/ 28 w 110"/>
                <a:gd name="T7" fmla="*/ 37 h 92"/>
                <a:gd name="T8" fmla="*/ 39 w 110"/>
                <a:gd name="T9" fmla="*/ 49 h 92"/>
                <a:gd name="T10" fmla="*/ 35 w 110"/>
                <a:gd name="T11" fmla="*/ 88 h 92"/>
                <a:gd name="T12" fmla="*/ 10 w 110"/>
                <a:gd name="T13" fmla="*/ 89 h 92"/>
                <a:gd name="T14" fmla="*/ 68 w 110"/>
                <a:gd name="T15" fmla="*/ 0 h 92"/>
                <a:gd name="T16" fmla="*/ 56 w 110"/>
                <a:gd name="T17" fmla="*/ 15 h 92"/>
                <a:gd name="T18" fmla="*/ 40 w 110"/>
                <a:gd name="T19" fmla="*/ 39 h 92"/>
                <a:gd name="T20" fmla="*/ 28 w 110"/>
                <a:gd name="T21" fmla="*/ 34 h 92"/>
                <a:gd name="T22" fmla="*/ 9 w 110"/>
                <a:gd name="T23" fmla="*/ 33 h 92"/>
                <a:gd name="T24" fmla="*/ 0 w 110"/>
                <a:gd name="T25" fmla="*/ 44 h 92"/>
                <a:gd name="T26" fmla="*/ 2 w 110"/>
                <a:gd name="T27" fmla="*/ 90 h 92"/>
                <a:gd name="T28" fmla="*/ 10 w 110"/>
                <a:gd name="T29" fmla="*/ 92 h 92"/>
                <a:gd name="T30" fmla="*/ 36 w 110"/>
                <a:gd name="T31" fmla="*/ 91 h 92"/>
                <a:gd name="T32" fmla="*/ 53 w 110"/>
                <a:gd name="T33" fmla="*/ 91 h 92"/>
                <a:gd name="T34" fmla="*/ 89 w 110"/>
                <a:gd name="T35" fmla="*/ 91 h 92"/>
                <a:gd name="T36" fmla="*/ 99 w 110"/>
                <a:gd name="T37" fmla="*/ 81 h 92"/>
                <a:gd name="T38" fmla="*/ 99 w 110"/>
                <a:gd name="T39" fmla="*/ 79 h 92"/>
                <a:gd name="T40" fmla="*/ 100 w 110"/>
                <a:gd name="T41" fmla="*/ 66 h 92"/>
                <a:gd name="T42" fmla="*/ 106 w 110"/>
                <a:gd name="T43" fmla="*/ 60 h 92"/>
                <a:gd name="T44" fmla="*/ 103 w 110"/>
                <a:gd name="T45" fmla="*/ 52 h 92"/>
                <a:gd name="T46" fmla="*/ 108 w 110"/>
                <a:gd name="T47" fmla="*/ 40 h 92"/>
                <a:gd name="T48" fmla="*/ 101 w 110"/>
                <a:gd name="T49" fmla="*/ 37 h 92"/>
                <a:gd name="T50" fmla="*/ 104 w 110"/>
                <a:gd name="T51" fmla="*/ 48 h 92"/>
                <a:gd name="T52" fmla="*/ 96 w 110"/>
                <a:gd name="T53" fmla="*/ 49 h 92"/>
                <a:gd name="T54" fmla="*/ 96 w 110"/>
                <a:gd name="T55" fmla="*/ 52 h 92"/>
                <a:gd name="T56" fmla="*/ 101 w 110"/>
                <a:gd name="T57" fmla="*/ 54 h 92"/>
                <a:gd name="T58" fmla="*/ 100 w 110"/>
                <a:gd name="T59" fmla="*/ 63 h 92"/>
                <a:gd name="T60" fmla="*/ 95 w 110"/>
                <a:gd name="T61" fmla="*/ 64 h 92"/>
                <a:gd name="T62" fmla="*/ 92 w 110"/>
                <a:gd name="T63" fmla="*/ 65 h 92"/>
                <a:gd name="T64" fmla="*/ 96 w 110"/>
                <a:gd name="T65" fmla="*/ 67 h 92"/>
                <a:gd name="T66" fmla="*/ 98 w 110"/>
                <a:gd name="T67" fmla="*/ 68 h 92"/>
                <a:gd name="T68" fmla="*/ 98 w 110"/>
                <a:gd name="T69" fmla="*/ 76 h 92"/>
                <a:gd name="T70" fmla="*/ 93 w 110"/>
                <a:gd name="T71" fmla="*/ 77 h 92"/>
                <a:gd name="T72" fmla="*/ 91 w 110"/>
                <a:gd name="T73" fmla="*/ 78 h 92"/>
                <a:gd name="T74" fmla="*/ 94 w 110"/>
                <a:gd name="T75" fmla="*/ 80 h 92"/>
                <a:gd name="T76" fmla="*/ 97 w 110"/>
                <a:gd name="T77" fmla="*/ 82 h 92"/>
                <a:gd name="T78" fmla="*/ 89 w 110"/>
                <a:gd name="T79" fmla="*/ 88 h 92"/>
                <a:gd name="T80" fmla="*/ 52 w 110"/>
                <a:gd name="T81" fmla="*/ 88 h 92"/>
                <a:gd name="T82" fmla="*/ 42 w 110"/>
                <a:gd name="T83" fmla="*/ 85 h 92"/>
                <a:gd name="T84" fmla="*/ 41 w 110"/>
                <a:gd name="T85" fmla="*/ 42 h 92"/>
                <a:gd name="T86" fmla="*/ 59 w 110"/>
                <a:gd name="T87" fmla="*/ 16 h 92"/>
                <a:gd name="T88" fmla="*/ 68 w 110"/>
                <a:gd name="T89" fmla="*/ 3 h 92"/>
                <a:gd name="T90" fmla="*/ 74 w 110"/>
                <a:gd name="T91" fmla="*/ 14 h 92"/>
                <a:gd name="T92" fmla="*/ 74 w 110"/>
                <a:gd name="T93" fmla="*/ 36 h 92"/>
                <a:gd name="T94" fmla="*/ 75 w 110"/>
                <a:gd name="T95" fmla="*/ 36 h 92"/>
                <a:gd name="T96" fmla="*/ 97 w 110"/>
                <a:gd name="T97" fmla="*/ 36 h 92"/>
                <a:gd name="T98" fmla="*/ 99 w 110"/>
                <a:gd name="T99" fmla="*/ 36 h 92"/>
                <a:gd name="T100" fmla="*/ 97 w 110"/>
                <a:gd name="T101" fmla="*/ 33 h 92"/>
                <a:gd name="T102" fmla="*/ 76 w 110"/>
                <a:gd name="T103" fmla="*/ 33 h 92"/>
                <a:gd name="T104" fmla="*/ 71 w 110"/>
                <a:gd name="T105" fmla="*/ 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0" h="92">
                  <a:moveTo>
                    <a:pt x="9" y="89"/>
                  </a:moveTo>
                  <a:cubicBezTo>
                    <a:pt x="7" y="89"/>
                    <a:pt x="5" y="89"/>
                    <a:pt x="4" y="88"/>
                  </a:cubicBezTo>
                  <a:cubicBezTo>
                    <a:pt x="3" y="86"/>
                    <a:pt x="3" y="84"/>
                    <a:pt x="3" y="82"/>
                  </a:cubicBezTo>
                  <a:cubicBezTo>
                    <a:pt x="3" y="44"/>
                    <a:pt x="3" y="44"/>
                    <a:pt x="3" y="44"/>
                  </a:cubicBezTo>
                  <a:cubicBezTo>
                    <a:pt x="3" y="41"/>
                    <a:pt x="3" y="39"/>
                    <a:pt x="5" y="37"/>
                  </a:cubicBezTo>
                  <a:cubicBezTo>
                    <a:pt x="6" y="36"/>
                    <a:pt x="7" y="36"/>
                    <a:pt x="9" y="36"/>
                  </a:cubicBezTo>
                  <a:cubicBezTo>
                    <a:pt x="9" y="36"/>
                    <a:pt x="10" y="36"/>
                    <a:pt x="10" y="36"/>
                  </a:cubicBezTo>
                  <a:cubicBezTo>
                    <a:pt x="28" y="37"/>
                    <a:pt x="28" y="37"/>
                    <a:pt x="28" y="37"/>
                  </a:cubicBezTo>
                  <a:cubicBezTo>
                    <a:pt x="32" y="37"/>
                    <a:pt x="35" y="37"/>
                    <a:pt x="37" y="39"/>
                  </a:cubicBezTo>
                  <a:cubicBezTo>
                    <a:pt x="39" y="42"/>
                    <a:pt x="39" y="45"/>
                    <a:pt x="39" y="49"/>
                  </a:cubicBezTo>
                  <a:cubicBezTo>
                    <a:pt x="39" y="86"/>
                    <a:pt x="39" y="86"/>
                    <a:pt x="39" y="86"/>
                  </a:cubicBezTo>
                  <a:cubicBezTo>
                    <a:pt x="38" y="87"/>
                    <a:pt x="37" y="88"/>
                    <a:pt x="35" y="88"/>
                  </a:cubicBezTo>
                  <a:cubicBezTo>
                    <a:pt x="34" y="89"/>
                    <a:pt x="32" y="89"/>
                    <a:pt x="30" y="89"/>
                  </a:cubicBezTo>
                  <a:cubicBezTo>
                    <a:pt x="10" y="89"/>
                    <a:pt x="10" y="89"/>
                    <a:pt x="10" y="89"/>
                  </a:cubicBezTo>
                  <a:cubicBezTo>
                    <a:pt x="10" y="89"/>
                    <a:pt x="9" y="89"/>
                    <a:pt x="9" y="89"/>
                  </a:cubicBezTo>
                  <a:moveTo>
                    <a:pt x="68" y="0"/>
                  </a:moveTo>
                  <a:cubicBezTo>
                    <a:pt x="64" y="0"/>
                    <a:pt x="60" y="3"/>
                    <a:pt x="58" y="6"/>
                  </a:cubicBezTo>
                  <a:cubicBezTo>
                    <a:pt x="57" y="9"/>
                    <a:pt x="56" y="12"/>
                    <a:pt x="56" y="15"/>
                  </a:cubicBezTo>
                  <a:cubicBezTo>
                    <a:pt x="56" y="17"/>
                    <a:pt x="55" y="18"/>
                    <a:pt x="55" y="19"/>
                  </a:cubicBezTo>
                  <a:cubicBezTo>
                    <a:pt x="53" y="27"/>
                    <a:pt x="47" y="35"/>
                    <a:pt x="40" y="39"/>
                  </a:cubicBezTo>
                  <a:cubicBezTo>
                    <a:pt x="40" y="38"/>
                    <a:pt x="39" y="38"/>
                    <a:pt x="39" y="37"/>
                  </a:cubicBezTo>
                  <a:cubicBezTo>
                    <a:pt x="36" y="35"/>
                    <a:pt x="32" y="34"/>
                    <a:pt x="28" y="34"/>
                  </a:cubicBezTo>
                  <a:cubicBezTo>
                    <a:pt x="11" y="33"/>
                    <a:pt x="11" y="33"/>
                    <a:pt x="11" y="33"/>
                  </a:cubicBezTo>
                  <a:cubicBezTo>
                    <a:pt x="10" y="33"/>
                    <a:pt x="10" y="33"/>
                    <a:pt x="9" y="33"/>
                  </a:cubicBezTo>
                  <a:cubicBezTo>
                    <a:pt x="7" y="33"/>
                    <a:pt x="5" y="33"/>
                    <a:pt x="3" y="35"/>
                  </a:cubicBezTo>
                  <a:cubicBezTo>
                    <a:pt x="0" y="37"/>
                    <a:pt x="0" y="42"/>
                    <a:pt x="0" y="44"/>
                  </a:cubicBezTo>
                  <a:cubicBezTo>
                    <a:pt x="0" y="82"/>
                    <a:pt x="0" y="82"/>
                    <a:pt x="0" y="82"/>
                  </a:cubicBezTo>
                  <a:cubicBezTo>
                    <a:pt x="0" y="85"/>
                    <a:pt x="0" y="88"/>
                    <a:pt x="2" y="90"/>
                  </a:cubicBezTo>
                  <a:cubicBezTo>
                    <a:pt x="4" y="92"/>
                    <a:pt x="7" y="92"/>
                    <a:pt x="9" y="92"/>
                  </a:cubicBezTo>
                  <a:cubicBezTo>
                    <a:pt x="10" y="92"/>
                    <a:pt x="10" y="92"/>
                    <a:pt x="10" y="92"/>
                  </a:cubicBezTo>
                  <a:cubicBezTo>
                    <a:pt x="30" y="92"/>
                    <a:pt x="30" y="92"/>
                    <a:pt x="30" y="92"/>
                  </a:cubicBezTo>
                  <a:cubicBezTo>
                    <a:pt x="32" y="92"/>
                    <a:pt x="34" y="92"/>
                    <a:pt x="36" y="91"/>
                  </a:cubicBezTo>
                  <a:cubicBezTo>
                    <a:pt x="38" y="90"/>
                    <a:pt x="40" y="89"/>
                    <a:pt x="41" y="88"/>
                  </a:cubicBezTo>
                  <a:cubicBezTo>
                    <a:pt x="44" y="91"/>
                    <a:pt x="48" y="91"/>
                    <a:pt x="53" y="91"/>
                  </a:cubicBezTo>
                  <a:cubicBezTo>
                    <a:pt x="53" y="91"/>
                    <a:pt x="53" y="91"/>
                    <a:pt x="53" y="91"/>
                  </a:cubicBezTo>
                  <a:cubicBezTo>
                    <a:pt x="89" y="91"/>
                    <a:pt x="89" y="91"/>
                    <a:pt x="89" y="91"/>
                  </a:cubicBezTo>
                  <a:cubicBezTo>
                    <a:pt x="92" y="91"/>
                    <a:pt x="96" y="91"/>
                    <a:pt x="98" y="88"/>
                  </a:cubicBezTo>
                  <a:cubicBezTo>
                    <a:pt x="100" y="86"/>
                    <a:pt x="101" y="83"/>
                    <a:pt x="99" y="81"/>
                  </a:cubicBezTo>
                  <a:cubicBezTo>
                    <a:pt x="99" y="80"/>
                    <a:pt x="99" y="80"/>
                    <a:pt x="98" y="79"/>
                  </a:cubicBezTo>
                  <a:cubicBezTo>
                    <a:pt x="99" y="79"/>
                    <a:pt x="99" y="79"/>
                    <a:pt x="99" y="79"/>
                  </a:cubicBezTo>
                  <a:cubicBezTo>
                    <a:pt x="102" y="77"/>
                    <a:pt x="103" y="75"/>
                    <a:pt x="103" y="73"/>
                  </a:cubicBezTo>
                  <a:cubicBezTo>
                    <a:pt x="103" y="70"/>
                    <a:pt x="102" y="68"/>
                    <a:pt x="100" y="66"/>
                  </a:cubicBezTo>
                  <a:cubicBezTo>
                    <a:pt x="101" y="66"/>
                    <a:pt x="101" y="66"/>
                    <a:pt x="101" y="66"/>
                  </a:cubicBezTo>
                  <a:cubicBezTo>
                    <a:pt x="103" y="64"/>
                    <a:pt x="105" y="62"/>
                    <a:pt x="106" y="60"/>
                  </a:cubicBezTo>
                  <a:cubicBezTo>
                    <a:pt x="106" y="57"/>
                    <a:pt x="105" y="54"/>
                    <a:pt x="103" y="52"/>
                  </a:cubicBezTo>
                  <a:cubicBezTo>
                    <a:pt x="103" y="52"/>
                    <a:pt x="103" y="52"/>
                    <a:pt x="103" y="52"/>
                  </a:cubicBezTo>
                  <a:cubicBezTo>
                    <a:pt x="104" y="51"/>
                    <a:pt x="105" y="51"/>
                    <a:pt x="106" y="50"/>
                  </a:cubicBezTo>
                  <a:cubicBezTo>
                    <a:pt x="109" y="47"/>
                    <a:pt x="110" y="43"/>
                    <a:pt x="108" y="40"/>
                  </a:cubicBezTo>
                  <a:cubicBezTo>
                    <a:pt x="107" y="39"/>
                    <a:pt x="107" y="38"/>
                    <a:pt x="106" y="37"/>
                  </a:cubicBezTo>
                  <a:cubicBezTo>
                    <a:pt x="101" y="37"/>
                    <a:pt x="101" y="37"/>
                    <a:pt x="101" y="37"/>
                  </a:cubicBezTo>
                  <a:cubicBezTo>
                    <a:pt x="103" y="38"/>
                    <a:pt x="104" y="40"/>
                    <a:pt x="105" y="41"/>
                  </a:cubicBezTo>
                  <a:cubicBezTo>
                    <a:pt x="106" y="43"/>
                    <a:pt x="106" y="46"/>
                    <a:pt x="104" y="48"/>
                  </a:cubicBezTo>
                  <a:cubicBezTo>
                    <a:pt x="103" y="49"/>
                    <a:pt x="102" y="50"/>
                    <a:pt x="100" y="50"/>
                  </a:cubicBezTo>
                  <a:cubicBezTo>
                    <a:pt x="99" y="49"/>
                    <a:pt x="98" y="49"/>
                    <a:pt x="96" y="49"/>
                  </a:cubicBezTo>
                  <a:cubicBezTo>
                    <a:pt x="96" y="49"/>
                    <a:pt x="95" y="49"/>
                    <a:pt x="95" y="50"/>
                  </a:cubicBezTo>
                  <a:cubicBezTo>
                    <a:pt x="95" y="51"/>
                    <a:pt x="95" y="51"/>
                    <a:pt x="96" y="52"/>
                  </a:cubicBezTo>
                  <a:cubicBezTo>
                    <a:pt x="97" y="52"/>
                    <a:pt x="98" y="52"/>
                    <a:pt x="99" y="53"/>
                  </a:cubicBezTo>
                  <a:cubicBezTo>
                    <a:pt x="100" y="53"/>
                    <a:pt x="101" y="53"/>
                    <a:pt x="101" y="54"/>
                  </a:cubicBezTo>
                  <a:cubicBezTo>
                    <a:pt x="102" y="56"/>
                    <a:pt x="103" y="57"/>
                    <a:pt x="103" y="59"/>
                  </a:cubicBezTo>
                  <a:cubicBezTo>
                    <a:pt x="102" y="61"/>
                    <a:pt x="101" y="62"/>
                    <a:pt x="100" y="63"/>
                  </a:cubicBezTo>
                  <a:cubicBezTo>
                    <a:pt x="99" y="64"/>
                    <a:pt x="98" y="64"/>
                    <a:pt x="97" y="64"/>
                  </a:cubicBezTo>
                  <a:cubicBezTo>
                    <a:pt x="96" y="64"/>
                    <a:pt x="95" y="64"/>
                    <a:pt x="95" y="64"/>
                  </a:cubicBezTo>
                  <a:cubicBezTo>
                    <a:pt x="94" y="64"/>
                    <a:pt x="94" y="64"/>
                    <a:pt x="93" y="64"/>
                  </a:cubicBezTo>
                  <a:cubicBezTo>
                    <a:pt x="93" y="64"/>
                    <a:pt x="92" y="64"/>
                    <a:pt x="92" y="65"/>
                  </a:cubicBezTo>
                  <a:cubicBezTo>
                    <a:pt x="92" y="66"/>
                    <a:pt x="93" y="66"/>
                    <a:pt x="93" y="67"/>
                  </a:cubicBezTo>
                  <a:cubicBezTo>
                    <a:pt x="94" y="67"/>
                    <a:pt x="95" y="67"/>
                    <a:pt x="96" y="67"/>
                  </a:cubicBezTo>
                  <a:cubicBezTo>
                    <a:pt x="96" y="67"/>
                    <a:pt x="97" y="67"/>
                    <a:pt x="97" y="67"/>
                  </a:cubicBezTo>
                  <a:cubicBezTo>
                    <a:pt x="97" y="67"/>
                    <a:pt x="98" y="68"/>
                    <a:pt x="98" y="68"/>
                  </a:cubicBezTo>
                  <a:cubicBezTo>
                    <a:pt x="100" y="69"/>
                    <a:pt x="100" y="71"/>
                    <a:pt x="100" y="72"/>
                  </a:cubicBezTo>
                  <a:cubicBezTo>
                    <a:pt x="100" y="74"/>
                    <a:pt x="99" y="75"/>
                    <a:pt x="98" y="76"/>
                  </a:cubicBezTo>
                  <a:cubicBezTo>
                    <a:pt x="97" y="77"/>
                    <a:pt x="96" y="77"/>
                    <a:pt x="95" y="77"/>
                  </a:cubicBezTo>
                  <a:cubicBezTo>
                    <a:pt x="95" y="77"/>
                    <a:pt x="94" y="77"/>
                    <a:pt x="93" y="77"/>
                  </a:cubicBezTo>
                  <a:cubicBezTo>
                    <a:pt x="93" y="77"/>
                    <a:pt x="93" y="77"/>
                    <a:pt x="93" y="77"/>
                  </a:cubicBezTo>
                  <a:cubicBezTo>
                    <a:pt x="92" y="77"/>
                    <a:pt x="91" y="78"/>
                    <a:pt x="91" y="78"/>
                  </a:cubicBezTo>
                  <a:cubicBezTo>
                    <a:pt x="91" y="79"/>
                    <a:pt x="92" y="80"/>
                    <a:pt x="92" y="80"/>
                  </a:cubicBezTo>
                  <a:cubicBezTo>
                    <a:pt x="93" y="80"/>
                    <a:pt x="94" y="80"/>
                    <a:pt x="94" y="80"/>
                  </a:cubicBezTo>
                  <a:cubicBezTo>
                    <a:pt x="95" y="80"/>
                    <a:pt x="95" y="80"/>
                    <a:pt x="95" y="80"/>
                  </a:cubicBezTo>
                  <a:cubicBezTo>
                    <a:pt x="96" y="81"/>
                    <a:pt x="96" y="81"/>
                    <a:pt x="97" y="82"/>
                  </a:cubicBezTo>
                  <a:cubicBezTo>
                    <a:pt x="97" y="83"/>
                    <a:pt x="97" y="85"/>
                    <a:pt x="96" y="86"/>
                  </a:cubicBezTo>
                  <a:cubicBezTo>
                    <a:pt x="95" y="88"/>
                    <a:pt x="92" y="88"/>
                    <a:pt x="89" y="88"/>
                  </a:cubicBezTo>
                  <a:cubicBezTo>
                    <a:pt x="53" y="88"/>
                    <a:pt x="53" y="88"/>
                    <a:pt x="53" y="88"/>
                  </a:cubicBezTo>
                  <a:cubicBezTo>
                    <a:pt x="53" y="88"/>
                    <a:pt x="52" y="88"/>
                    <a:pt x="52" y="88"/>
                  </a:cubicBezTo>
                  <a:cubicBezTo>
                    <a:pt x="48" y="88"/>
                    <a:pt x="44" y="88"/>
                    <a:pt x="42" y="85"/>
                  </a:cubicBezTo>
                  <a:cubicBezTo>
                    <a:pt x="42" y="85"/>
                    <a:pt x="42" y="85"/>
                    <a:pt x="42" y="85"/>
                  </a:cubicBezTo>
                  <a:cubicBezTo>
                    <a:pt x="42" y="49"/>
                    <a:pt x="42" y="49"/>
                    <a:pt x="42" y="49"/>
                  </a:cubicBezTo>
                  <a:cubicBezTo>
                    <a:pt x="42" y="46"/>
                    <a:pt x="42" y="44"/>
                    <a:pt x="41" y="42"/>
                  </a:cubicBezTo>
                  <a:cubicBezTo>
                    <a:pt x="49" y="37"/>
                    <a:pt x="56" y="29"/>
                    <a:pt x="58" y="20"/>
                  </a:cubicBezTo>
                  <a:cubicBezTo>
                    <a:pt x="58" y="19"/>
                    <a:pt x="58" y="17"/>
                    <a:pt x="59" y="16"/>
                  </a:cubicBezTo>
                  <a:cubicBezTo>
                    <a:pt x="59" y="13"/>
                    <a:pt x="60" y="10"/>
                    <a:pt x="61" y="8"/>
                  </a:cubicBezTo>
                  <a:cubicBezTo>
                    <a:pt x="62" y="5"/>
                    <a:pt x="65" y="3"/>
                    <a:pt x="68" y="3"/>
                  </a:cubicBezTo>
                  <a:cubicBezTo>
                    <a:pt x="69" y="3"/>
                    <a:pt x="69" y="3"/>
                    <a:pt x="70" y="3"/>
                  </a:cubicBezTo>
                  <a:cubicBezTo>
                    <a:pt x="73" y="5"/>
                    <a:pt x="74" y="10"/>
                    <a:pt x="74" y="14"/>
                  </a:cubicBezTo>
                  <a:cubicBezTo>
                    <a:pt x="73" y="35"/>
                    <a:pt x="73" y="35"/>
                    <a:pt x="73" y="35"/>
                  </a:cubicBezTo>
                  <a:cubicBezTo>
                    <a:pt x="73" y="35"/>
                    <a:pt x="74" y="35"/>
                    <a:pt x="74" y="36"/>
                  </a:cubicBezTo>
                  <a:cubicBezTo>
                    <a:pt x="74" y="36"/>
                    <a:pt x="75" y="36"/>
                    <a:pt x="75" y="36"/>
                  </a:cubicBezTo>
                  <a:cubicBezTo>
                    <a:pt x="75" y="36"/>
                    <a:pt x="75" y="36"/>
                    <a:pt x="75" y="36"/>
                  </a:cubicBezTo>
                  <a:cubicBezTo>
                    <a:pt x="79" y="36"/>
                    <a:pt x="83" y="35"/>
                    <a:pt x="87" y="35"/>
                  </a:cubicBezTo>
                  <a:cubicBezTo>
                    <a:pt x="91" y="35"/>
                    <a:pt x="94" y="36"/>
                    <a:pt x="97" y="36"/>
                  </a:cubicBezTo>
                  <a:cubicBezTo>
                    <a:pt x="98" y="36"/>
                    <a:pt x="99" y="37"/>
                    <a:pt x="100" y="37"/>
                  </a:cubicBezTo>
                  <a:cubicBezTo>
                    <a:pt x="99" y="37"/>
                    <a:pt x="99" y="36"/>
                    <a:pt x="99" y="36"/>
                  </a:cubicBezTo>
                  <a:cubicBezTo>
                    <a:pt x="99" y="34"/>
                    <a:pt x="99" y="34"/>
                    <a:pt x="99" y="34"/>
                  </a:cubicBezTo>
                  <a:cubicBezTo>
                    <a:pt x="99" y="33"/>
                    <a:pt x="98" y="33"/>
                    <a:pt x="97" y="33"/>
                  </a:cubicBezTo>
                  <a:cubicBezTo>
                    <a:pt x="94" y="33"/>
                    <a:pt x="91" y="32"/>
                    <a:pt x="87" y="32"/>
                  </a:cubicBezTo>
                  <a:cubicBezTo>
                    <a:pt x="84" y="32"/>
                    <a:pt x="80" y="33"/>
                    <a:pt x="76" y="33"/>
                  </a:cubicBezTo>
                  <a:cubicBezTo>
                    <a:pt x="77" y="14"/>
                    <a:pt x="77" y="14"/>
                    <a:pt x="77" y="14"/>
                  </a:cubicBezTo>
                  <a:cubicBezTo>
                    <a:pt x="77" y="10"/>
                    <a:pt x="76" y="3"/>
                    <a:pt x="71" y="1"/>
                  </a:cubicBezTo>
                  <a:cubicBezTo>
                    <a:pt x="70" y="0"/>
                    <a:pt x="69" y="0"/>
                    <a:pt x="6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5FDC8E32-0173-4450-951D-09E9FDBF15B2}"/>
                </a:ext>
              </a:extLst>
            </p:cNvPr>
            <p:cNvSpPr>
              <a:spLocks noEditPoints="1"/>
            </p:cNvSpPr>
            <p:nvPr/>
          </p:nvSpPr>
          <p:spPr bwMode="auto">
            <a:xfrm>
              <a:off x="3378200" y="3305175"/>
              <a:ext cx="446088" cy="446088"/>
            </a:xfrm>
            <a:custGeom>
              <a:avLst/>
              <a:gdLst>
                <a:gd name="T0" fmla="*/ 63 w 111"/>
                <a:gd name="T1" fmla="*/ 92 h 111"/>
                <a:gd name="T2" fmla="*/ 70 w 111"/>
                <a:gd name="T3" fmla="*/ 83 h 111"/>
                <a:gd name="T4" fmla="*/ 71 w 111"/>
                <a:gd name="T5" fmla="*/ 75 h 111"/>
                <a:gd name="T6" fmla="*/ 63 w 111"/>
                <a:gd name="T7" fmla="*/ 74 h 111"/>
                <a:gd name="T8" fmla="*/ 63 w 111"/>
                <a:gd name="T9" fmla="*/ 74 h 111"/>
                <a:gd name="T10" fmla="*/ 70 w 111"/>
                <a:gd name="T11" fmla="*/ 67 h 111"/>
                <a:gd name="T12" fmla="*/ 71 w 111"/>
                <a:gd name="T13" fmla="*/ 61 h 111"/>
                <a:gd name="T14" fmla="*/ 54 w 111"/>
                <a:gd name="T15" fmla="*/ 52 h 111"/>
                <a:gd name="T16" fmla="*/ 60 w 111"/>
                <a:gd name="T17" fmla="*/ 60 h 111"/>
                <a:gd name="T18" fmla="*/ 60 w 111"/>
                <a:gd name="T19" fmla="*/ 77 h 111"/>
                <a:gd name="T20" fmla="*/ 60 w 111"/>
                <a:gd name="T21" fmla="*/ 92 h 111"/>
                <a:gd name="T22" fmla="*/ 61 w 111"/>
                <a:gd name="T23" fmla="*/ 53 h 111"/>
                <a:gd name="T24" fmla="*/ 56 w 111"/>
                <a:gd name="T25" fmla="*/ 46 h 111"/>
                <a:gd name="T26" fmla="*/ 57 w 111"/>
                <a:gd name="T27" fmla="*/ 50 h 111"/>
                <a:gd name="T28" fmla="*/ 62 w 111"/>
                <a:gd name="T29" fmla="*/ 41 h 111"/>
                <a:gd name="T30" fmla="*/ 47 w 111"/>
                <a:gd name="T31" fmla="*/ 96 h 111"/>
                <a:gd name="T32" fmla="*/ 61 w 111"/>
                <a:gd name="T33" fmla="*/ 94 h 111"/>
                <a:gd name="T34" fmla="*/ 74 w 111"/>
                <a:gd name="T35" fmla="*/ 65 h 111"/>
                <a:gd name="T36" fmla="*/ 69 w 111"/>
                <a:gd name="T37" fmla="*/ 41 h 111"/>
                <a:gd name="T38" fmla="*/ 34 w 111"/>
                <a:gd name="T39" fmla="*/ 92 h 111"/>
                <a:gd name="T40" fmla="*/ 34 w 111"/>
                <a:gd name="T41" fmla="*/ 79 h 111"/>
                <a:gd name="T42" fmla="*/ 34 w 111"/>
                <a:gd name="T43" fmla="*/ 70 h 111"/>
                <a:gd name="T44" fmla="*/ 34 w 111"/>
                <a:gd name="T45" fmla="*/ 52 h 111"/>
                <a:gd name="T46" fmla="*/ 41 w 111"/>
                <a:gd name="T47" fmla="*/ 46 h 111"/>
                <a:gd name="T48" fmla="*/ 41 w 111"/>
                <a:gd name="T49" fmla="*/ 30 h 111"/>
                <a:gd name="T50" fmla="*/ 24 w 111"/>
                <a:gd name="T51" fmla="*/ 26 h 111"/>
                <a:gd name="T52" fmla="*/ 31 w 111"/>
                <a:gd name="T53" fmla="*/ 41 h 111"/>
                <a:gd name="T54" fmla="*/ 31 w 111"/>
                <a:gd name="T55" fmla="*/ 62 h 111"/>
                <a:gd name="T56" fmla="*/ 25 w 111"/>
                <a:gd name="T57" fmla="*/ 92 h 111"/>
                <a:gd name="T58" fmla="*/ 41 w 111"/>
                <a:gd name="T59" fmla="*/ 21 h 111"/>
                <a:gd name="T60" fmla="*/ 25 w 111"/>
                <a:gd name="T61" fmla="*/ 24 h 111"/>
                <a:gd name="T62" fmla="*/ 40 w 111"/>
                <a:gd name="T63" fmla="*/ 18 h 111"/>
                <a:gd name="T64" fmla="*/ 16 w 111"/>
                <a:gd name="T65" fmla="*/ 25 h 111"/>
                <a:gd name="T66" fmla="*/ 22 w 111"/>
                <a:gd name="T67" fmla="*/ 94 h 111"/>
                <a:gd name="T68" fmla="*/ 33 w 111"/>
                <a:gd name="T69" fmla="*/ 95 h 111"/>
                <a:gd name="T70" fmla="*/ 43 w 111"/>
                <a:gd name="T71" fmla="*/ 17 h 111"/>
                <a:gd name="T72" fmla="*/ 108 w 111"/>
                <a:gd name="T73" fmla="*/ 78 h 111"/>
                <a:gd name="T74" fmla="*/ 108 w 111"/>
                <a:gd name="T75" fmla="*/ 75 h 111"/>
                <a:gd name="T76" fmla="*/ 107 w 111"/>
                <a:gd name="T77" fmla="*/ 67 h 111"/>
                <a:gd name="T78" fmla="*/ 106 w 111"/>
                <a:gd name="T79" fmla="*/ 57 h 111"/>
                <a:gd name="T80" fmla="*/ 99 w 111"/>
                <a:gd name="T81" fmla="*/ 43 h 111"/>
                <a:gd name="T82" fmla="*/ 99 w 111"/>
                <a:gd name="T83" fmla="*/ 35 h 111"/>
                <a:gd name="T84" fmla="*/ 85 w 111"/>
                <a:gd name="T85" fmla="*/ 92 h 111"/>
                <a:gd name="T86" fmla="*/ 96 w 111"/>
                <a:gd name="T87" fmla="*/ 33 h 111"/>
                <a:gd name="T88" fmla="*/ 96 w 111"/>
                <a:gd name="T89" fmla="*/ 52 h 111"/>
                <a:gd name="T90" fmla="*/ 96 w 111"/>
                <a:gd name="T91" fmla="*/ 92 h 111"/>
                <a:gd name="T92" fmla="*/ 98 w 111"/>
                <a:gd name="T93" fmla="*/ 27 h 111"/>
                <a:gd name="T94" fmla="*/ 92 w 111"/>
                <a:gd name="T95" fmla="*/ 21 h 111"/>
                <a:gd name="T96" fmla="*/ 93 w 111"/>
                <a:gd name="T97" fmla="*/ 24 h 111"/>
                <a:gd name="T98" fmla="*/ 98 w 111"/>
                <a:gd name="T99" fmla="*/ 16 h 111"/>
                <a:gd name="T100" fmla="*/ 84 w 111"/>
                <a:gd name="T101" fmla="*/ 96 h 111"/>
                <a:gd name="T102" fmla="*/ 97 w 111"/>
                <a:gd name="T103" fmla="*/ 95 h 111"/>
                <a:gd name="T104" fmla="*/ 109 w 111"/>
                <a:gd name="T105" fmla="*/ 17 h 111"/>
                <a:gd name="T106" fmla="*/ 4 w 111"/>
                <a:gd name="T107" fmla="*/ 0 h 111"/>
                <a:gd name="T108" fmla="*/ 0 w 111"/>
                <a:gd name="T109" fmla="*/ 29 h 111"/>
                <a:gd name="T110" fmla="*/ 2 w 111"/>
                <a:gd name="T111" fmla="*/ 104 h 111"/>
                <a:gd name="T112" fmla="*/ 39 w 111"/>
                <a:gd name="T113" fmla="*/ 106 h 111"/>
                <a:gd name="T114" fmla="*/ 103 w 111"/>
                <a:gd name="T115" fmla="*/ 106 h 111"/>
                <a:gd name="T116" fmla="*/ 84 w 111"/>
                <a:gd name="T117" fmla="*/ 97 h 111"/>
                <a:gd name="T118" fmla="*/ 87 w 111"/>
                <a:gd name="T119" fmla="*/ 101 h 111"/>
                <a:gd name="T120" fmla="*/ 8 w 111"/>
                <a:gd name="T121" fmla="*/ 28 h 111"/>
                <a:gd name="T122" fmla="*/ 5 w 111"/>
                <a:gd name="T12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111">
                  <a:moveTo>
                    <a:pt x="63" y="92"/>
                  </a:moveTo>
                  <a:cubicBezTo>
                    <a:pt x="63" y="91"/>
                    <a:pt x="64" y="90"/>
                    <a:pt x="64" y="89"/>
                  </a:cubicBezTo>
                  <a:cubicBezTo>
                    <a:pt x="71" y="85"/>
                    <a:pt x="71" y="85"/>
                    <a:pt x="71" y="85"/>
                  </a:cubicBezTo>
                  <a:cubicBezTo>
                    <a:pt x="72" y="85"/>
                    <a:pt x="72" y="85"/>
                    <a:pt x="72" y="85"/>
                  </a:cubicBezTo>
                  <a:cubicBezTo>
                    <a:pt x="72" y="86"/>
                    <a:pt x="72" y="86"/>
                    <a:pt x="72" y="86"/>
                  </a:cubicBezTo>
                  <a:cubicBezTo>
                    <a:pt x="63" y="92"/>
                    <a:pt x="63" y="92"/>
                    <a:pt x="63" y="92"/>
                  </a:cubicBezTo>
                  <a:moveTo>
                    <a:pt x="64" y="86"/>
                  </a:moveTo>
                  <a:cubicBezTo>
                    <a:pt x="64" y="84"/>
                    <a:pt x="64" y="83"/>
                    <a:pt x="64" y="82"/>
                  </a:cubicBezTo>
                  <a:cubicBezTo>
                    <a:pt x="71" y="78"/>
                    <a:pt x="71" y="78"/>
                    <a:pt x="71" y="78"/>
                  </a:cubicBezTo>
                  <a:cubicBezTo>
                    <a:pt x="71" y="80"/>
                    <a:pt x="71" y="81"/>
                    <a:pt x="72" y="83"/>
                  </a:cubicBezTo>
                  <a:cubicBezTo>
                    <a:pt x="71" y="83"/>
                    <a:pt x="71" y="83"/>
                    <a:pt x="71" y="83"/>
                  </a:cubicBezTo>
                  <a:cubicBezTo>
                    <a:pt x="70" y="83"/>
                    <a:pt x="70" y="83"/>
                    <a:pt x="70" y="83"/>
                  </a:cubicBezTo>
                  <a:cubicBezTo>
                    <a:pt x="64" y="86"/>
                    <a:pt x="64" y="86"/>
                    <a:pt x="64" y="86"/>
                  </a:cubicBezTo>
                  <a:moveTo>
                    <a:pt x="70" y="75"/>
                  </a:moveTo>
                  <a:cubicBezTo>
                    <a:pt x="70" y="75"/>
                    <a:pt x="71" y="74"/>
                    <a:pt x="71" y="74"/>
                  </a:cubicBezTo>
                  <a:cubicBezTo>
                    <a:pt x="71" y="74"/>
                    <a:pt x="71" y="74"/>
                    <a:pt x="71" y="74"/>
                  </a:cubicBezTo>
                  <a:cubicBezTo>
                    <a:pt x="71" y="74"/>
                    <a:pt x="71" y="75"/>
                    <a:pt x="71" y="75"/>
                  </a:cubicBezTo>
                  <a:cubicBezTo>
                    <a:pt x="71" y="75"/>
                    <a:pt x="71" y="75"/>
                    <a:pt x="71" y="75"/>
                  </a:cubicBezTo>
                  <a:cubicBezTo>
                    <a:pt x="63" y="79"/>
                    <a:pt x="63" y="79"/>
                    <a:pt x="63" y="79"/>
                  </a:cubicBezTo>
                  <a:cubicBezTo>
                    <a:pt x="63" y="78"/>
                    <a:pt x="63" y="78"/>
                    <a:pt x="63" y="77"/>
                  </a:cubicBezTo>
                  <a:cubicBezTo>
                    <a:pt x="70" y="75"/>
                    <a:pt x="70" y="75"/>
                    <a:pt x="70" y="75"/>
                  </a:cubicBezTo>
                  <a:cubicBezTo>
                    <a:pt x="70" y="75"/>
                    <a:pt x="70" y="75"/>
                    <a:pt x="70" y="75"/>
                  </a:cubicBezTo>
                  <a:moveTo>
                    <a:pt x="63" y="74"/>
                  </a:moveTo>
                  <a:cubicBezTo>
                    <a:pt x="63" y="74"/>
                    <a:pt x="63" y="74"/>
                    <a:pt x="63" y="74"/>
                  </a:cubicBezTo>
                  <a:cubicBezTo>
                    <a:pt x="63" y="73"/>
                    <a:pt x="63" y="73"/>
                    <a:pt x="63" y="72"/>
                  </a:cubicBezTo>
                  <a:cubicBezTo>
                    <a:pt x="66" y="72"/>
                    <a:pt x="69" y="71"/>
                    <a:pt x="71" y="70"/>
                  </a:cubicBezTo>
                  <a:cubicBezTo>
                    <a:pt x="71" y="70"/>
                    <a:pt x="71" y="71"/>
                    <a:pt x="71" y="71"/>
                  </a:cubicBezTo>
                  <a:cubicBezTo>
                    <a:pt x="71" y="71"/>
                    <a:pt x="71" y="71"/>
                    <a:pt x="70" y="71"/>
                  </a:cubicBezTo>
                  <a:cubicBezTo>
                    <a:pt x="70" y="71"/>
                    <a:pt x="70" y="71"/>
                    <a:pt x="70" y="71"/>
                  </a:cubicBezTo>
                  <a:cubicBezTo>
                    <a:pt x="63" y="74"/>
                    <a:pt x="63" y="74"/>
                    <a:pt x="63" y="74"/>
                  </a:cubicBezTo>
                  <a:moveTo>
                    <a:pt x="63" y="70"/>
                  </a:moveTo>
                  <a:cubicBezTo>
                    <a:pt x="63" y="69"/>
                    <a:pt x="63" y="69"/>
                    <a:pt x="63" y="68"/>
                  </a:cubicBezTo>
                  <a:cubicBezTo>
                    <a:pt x="71" y="64"/>
                    <a:pt x="71" y="64"/>
                    <a:pt x="71" y="64"/>
                  </a:cubicBezTo>
                  <a:cubicBezTo>
                    <a:pt x="71" y="65"/>
                    <a:pt x="71" y="65"/>
                    <a:pt x="71" y="65"/>
                  </a:cubicBezTo>
                  <a:cubicBezTo>
                    <a:pt x="71" y="65"/>
                    <a:pt x="71" y="66"/>
                    <a:pt x="71" y="67"/>
                  </a:cubicBezTo>
                  <a:cubicBezTo>
                    <a:pt x="70" y="67"/>
                    <a:pt x="70" y="67"/>
                    <a:pt x="70" y="67"/>
                  </a:cubicBezTo>
                  <a:cubicBezTo>
                    <a:pt x="68" y="68"/>
                    <a:pt x="66" y="69"/>
                    <a:pt x="63" y="70"/>
                  </a:cubicBezTo>
                  <a:moveTo>
                    <a:pt x="63" y="65"/>
                  </a:moveTo>
                  <a:cubicBezTo>
                    <a:pt x="63" y="64"/>
                    <a:pt x="63" y="62"/>
                    <a:pt x="63" y="60"/>
                  </a:cubicBezTo>
                  <a:cubicBezTo>
                    <a:pt x="63" y="60"/>
                    <a:pt x="63" y="59"/>
                    <a:pt x="63" y="59"/>
                  </a:cubicBezTo>
                  <a:cubicBezTo>
                    <a:pt x="70" y="55"/>
                    <a:pt x="70" y="55"/>
                    <a:pt x="70" y="55"/>
                  </a:cubicBezTo>
                  <a:cubicBezTo>
                    <a:pt x="70" y="58"/>
                    <a:pt x="71" y="60"/>
                    <a:pt x="71" y="61"/>
                  </a:cubicBezTo>
                  <a:cubicBezTo>
                    <a:pt x="70" y="62"/>
                    <a:pt x="70" y="62"/>
                    <a:pt x="70" y="62"/>
                  </a:cubicBezTo>
                  <a:cubicBezTo>
                    <a:pt x="63" y="65"/>
                    <a:pt x="63" y="65"/>
                    <a:pt x="63" y="65"/>
                  </a:cubicBezTo>
                  <a:moveTo>
                    <a:pt x="49" y="92"/>
                  </a:moveTo>
                  <a:cubicBezTo>
                    <a:pt x="50" y="75"/>
                    <a:pt x="50" y="74"/>
                    <a:pt x="49" y="62"/>
                  </a:cubicBezTo>
                  <a:cubicBezTo>
                    <a:pt x="48" y="59"/>
                    <a:pt x="48" y="57"/>
                    <a:pt x="48" y="53"/>
                  </a:cubicBezTo>
                  <a:cubicBezTo>
                    <a:pt x="50" y="53"/>
                    <a:pt x="52" y="52"/>
                    <a:pt x="54" y="52"/>
                  </a:cubicBezTo>
                  <a:cubicBezTo>
                    <a:pt x="54" y="52"/>
                    <a:pt x="54" y="52"/>
                    <a:pt x="54" y="52"/>
                  </a:cubicBezTo>
                  <a:cubicBezTo>
                    <a:pt x="55" y="52"/>
                    <a:pt x="58" y="53"/>
                    <a:pt x="59" y="54"/>
                  </a:cubicBezTo>
                  <a:cubicBezTo>
                    <a:pt x="60" y="55"/>
                    <a:pt x="60" y="56"/>
                    <a:pt x="60" y="58"/>
                  </a:cubicBezTo>
                  <a:cubicBezTo>
                    <a:pt x="60" y="59"/>
                    <a:pt x="60" y="59"/>
                    <a:pt x="60" y="59"/>
                  </a:cubicBezTo>
                  <a:cubicBezTo>
                    <a:pt x="60" y="59"/>
                    <a:pt x="60" y="59"/>
                    <a:pt x="60" y="59"/>
                  </a:cubicBezTo>
                  <a:cubicBezTo>
                    <a:pt x="60" y="59"/>
                    <a:pt x="60" y="60"/>
                    <a:pt x="60" y="60"/>
                  </a:cubicBezTo>
                  <a:cubicBezTo>
                    <a:pt x="60" y="63"/>
                    <a:pt x="60" y="65"/>
                    <a:pt x="60" y="67"/>
                  </a:cubicBezTo>
                  <a:cubicBezTo>
                    <a:pt x="60" y="67"/>
                    <a:pt x="59" y="68"/>
                    <a:pt x="60" y="69"/>
                  </a:cubicBezTo>
                  <a:cubicBezTo>
                    <a:pt x="60" y="69"/>
                    <a:pt x="60" y="69"/>
                    <a:pt x="60" y="69"/>
                  </a:cubicBezTo>
                  <a:cubicBezTo>
                    <a:pt x="60" y="71"/>
                    <a:pt x="60" y="73"/>
                    <a:pt x="60" y="74"/>
                  </a:cubicBezTo>
                  <a:cubicBezTo>
                    <a:pt x="60" y="75"/>
                    <a:pt x="61" y="75"/>
                    <a:pt x="61" y="76"/>
                  </a:cubicBezTo>
                  <a:cubicBezTo>
                    <a:pt x="60" y="76"/>
                    <a:pt x="60" y="77"/>
                    <a:pt x="60" y="77"/>
                  </a:cubicBezTo>
                  <a:cubicBezTo>
                    <a:pt x="61" y="78"/>
                    <a:pt x="61" y="78"/>
                    <a:pt x="61" y="78"/>
                  </a:cubicBezTo>
                  <a:cubicBezTo>
                    <a:pt x="61" y="80"/>
                    <a:pt x="61" y="83"/>
                    <a:pt x="61" y="87"/>
                  </a:cubicBezTo>
                  <a:cubicBezTo>
                    <a:pt x="61" y="87"/>
                    <a:pt x="61" y="87"/>
                    <a:pt x="61" y="87"/>
                  </a:cubicBezTo>
                  <a:cubicBezTo>
                    <a:pt x="60" y="88"/>
                    <a:pt x="60" y="89"/>
                    <a:pt x="60" y="89"/>
                  </a:cubicBezTo>
                  <a:cubicBezTo>
                    <a:pt x="61" y="90"/>
                    <a:pt x="61" y="90"/>
                    <a:pt x="61" y="90"/>
                  </a:cubicBezTo>
                  <a:cubicBezTo>
                    <a:pt x="61" y="91"/>
                    <a:pt x="60" y="91"/>
                    <a:pt x="60" y="92"/>
                  </a:cubicBezTo>
                  <a:cubicBezTo>
                    <a:pt x="59" y="92"/>
                    <a:pt x="59" y="92"/>
                    <a:pt x="58" y="92"/>
                  </a:cubicBezTo>
                  <a:cubicBezTo>
                    <a:pt x="57" y="92"/>
                    <a:pt x="55" y="92"/>
                    <a:pt x="54" y="92"/>
                  </a:cubicBezTo>
                  <a:cubicBezTo>
                    <a:pt x="53" y="92"/>
                    <a:pt x="52" y="91"/>
                    <a:pt x="51" y="91"/>
                  </a:cubicBezTo>
                  <a:cubicBezTo>
                    <a:pt x="50" y="91"/>
                    <a:pt x="50" y="91"/>
                    <a:pt x="49" y="92"/>
                  </a:cubicBezTo>
                  <a:moveTo>
                    <a:pt x="63" y="56"/>
                  </a:moveTo>
                  <a:cubicBezTo>
                    <a:pt x="62" y="55"/>
                    <a:pt x="62" y="54"/>
                    <a:pt x="61" y="53"/>
                  </a:cubicBezTo>
                  <a:cubicBezTo>
                    <a:pt x="61" y="52"/>
                    <a:pt x="61" y="52"/>
                    <a:pt x="61" y="52"/>
                  </a:cubicBezTo>
                  <a:cubicBezTo>
                    <a:pt x="70" y="46"/>
                    <a:pt x="70" y="46"/>
                    <a:pt x="70" y="46"/>
                  </a:cubicBezTo>
                  <a:cubicBezTo>
                    <a:pt x="70" y="49"/>
                    <a:pt x="70" y="50"/>
                    <a:pt x="70" y="52"/>
                  </a:cubicBezTo>
                  <a:cubicBezTo>
                    <a:pt x="63" y="56"/>
                    <a:pt x="63" y="56"/>
                    <a:pt x="63" y="56"/>
                  </a:cubicBezTo>
                  <a:moveTo>
                    <a:pt x="51" y="50"/>
                  </a:moveTo>
                  <a:cubicBezTo>
                    <a:pt x="52" y="48"/>
                    <a:pt x="54" y="47"/>
                    <a:pt x="56" y="46"/>
                  </a:cubicBezTo>
                  <a:cubicBezTo>
                    <a:pt x="55" y="48"/>
                    <a:pt x="55" y="48"/>
                    <a:pt x="55" y="48"/>
                  </a:cubicBezTo>
                  <a:cubicBezTo>
                    <a:pt x="54" y="48"/>
                    <a:pt x="54" y="49"/>
                    <a:pt x="54" y="49"/>
                  </a:cubicBezTo>
                  <a:cubicBezTo>
                    <a:pt x="54" y="49"/>
                    <a:pt x="54" y="49"/>
                    <a:pt x="54" y="49"/>
                  </a:cubicBezTo>
                  <a:cubicBezTo>
                    <a:pt x="53" y="49"/>
                    <a:pt x="52" y="49"/>
                    <a:pt x="51" y="50"/>
                  </a:cubicBezTo>
                  <a:moveTo>
                    <a:pt x="59" y="51"/>
                  </a:moveTo>
                  <a:cubicBezTo>
                    <a:pt x="58" y="50"/>
                    <a:pt x="57" y="50"/>
                    <a:pt x="57" y="50"/>
                  </a:cubicBezTo>
                  <a:cubicBezTo>
                    <a:pt x="62" y="44"/>
                    <a:pt x="62" y="44"/>
                    <a:pt x="62" y="44"/>
                  </a:cubicBezTo>
                  <a:cubicBezTo>
                    <a:pt x="65" y="44"/>
                    <a:pt x="67" y="44"/>
                    <a:pt x="69" y="44"/>
                  </a:cubicBezTo>
                  <a:cubicBezTo>
                    <a:pt x="69" y="44"/>
                    <a:pt x="69" y="44"/>
                    <a:pt x="69" y="44"/>
                  </a:cubicBezTo>
                  <a:cubicBezTo>
                    <a:pt x="59" y="51"/>
                    <a:pt x="59" y="51"/>
                    <a:pt x="59" y="51"/>
                  </a:cubicBezTo>
                  <a:moveTo>
                    <a:pt x="69" y="41"/>
                  </a:moveTo>
                  <a:cubicBezTo>
                    <a:pt x="67" y="41"/>
                    <a:pt x="64" y="41"/>
                    <a:pt x="62" y="41"/>
                  </a:cubicBezTo>
                  <a:cubicBezTo>
                    <a:pt x="61" y="42"/>
                    <a:pt x="61" y="42"/>
                    <a:pt x="61" y="42"/>
                  </a:cubicBezTo>
                  <a:cubicBezTo>
                    <a:pt x="55" y="43"/>
                    <a:pt x="49" y="46"/>
                    <a:pt x="45" y="51"/>
                  </a:cubicBezTo>
                  <a:cubicBezTo>
                    <a:pt x="44" y="51"/>
                    <a:pt x="44" y="52"/>
                    <a:pt x="45" y="53"/>
                  </a:cubicBezTo>
                  <a:cubicBezTo>
                    <a:pt x="45" y="57"/>
                    <a:pt x="46" y="60"/>
                    <a:pt x="46" y="62"/>
                  </a:cubicBezTo>
                  <a:cubicBezTo>
                    <a:pt x="47" y="75"/>
                    <a:pt x="47" y="76"/>
                    <a:pt x="46" y="94"/>
                  </a:cubicBezTo>
                  <a:cubicBezTo>
                    <a:pt x="46" y="95"/>
                    <a:pt x="46" y="95"/>
                    <a:pt x="47" y="96"/>
                  </a:cubicBezTo>
                  <a:cubicBezTo>
                    <a:pt x="47" y="96"/>
                    <a:pt x="47" y="96"/>
                    <a:pt x="47" y="96"/>
                  </a:cubicBezTo>
                  <a:cubicBezTo>
                    <a:pt x="48" y="96"/>
                    <a:pt x="48" y="96"/>
                    <a:pt x="49" y="95"/>
                  </a:cubicBezTo>
                  <a:cubicBezTo>
                    <a:pt x="49" y="95"/>
                    <a:pt x="49" y="94"/>
                    <a:pt x="51" y="94"/>
                  </a:cubicBezTo>
                  <a:cubicBezTo>
                    <a:pt x="52" y="94"/>
                    <a:pt x="53" y="94"/>
                    <a:pt x="54" y="95"/>
                  </a:cubicBezTo>
                  <a:cubicBezTo>
                    <a:pt x="55" y="95"/>
                    <a:pt x="56" y="95"/>
                    <a:pt x="58" y="95"/>
                  </a:cubicBezTo>
                  <a:cubicBezTo>
                    <a:pt x="59" y="95"/>
                    <a:pt x="60" y="95"/>
                    <a:pt x="61" y="94"/>
                  </a:cubicBezTo>
                  <a:cubicBezTo>
                    <a:pt x="61" y="95"/>
                    <a:pt x="61" y="95"/>
                    <a:pt x="61" y="95"/>
                  </a:cubicBezTo>
                  <a:cubicBezTo>
                    <a:pt x="61" y="95"/>
                    <a:pt x="61" y="95"/>
                    <a:pt x="62" y="95"/>
                  </a:cubicBezTo>
                  <a:cubicBezTo>
                    <a:pt x="63" y="95"/>
                    <a:pt x="63" y="95"/>
                    <a:pt x="63" y="95"/>
                  </a:cubicBezTo>
                  <a:cubicBezTo>
                    <a:pt x="74" y="88"/>
                    <a:pt x="74" y="88"/>
                    <a:pt x="74" y="88"/>
                  </a:cubicBezTo>
                  <a:cubicBezTo>
                    <a:pt x="74" y="88"/>
                    <a:pt x="74" y="88"/>
                    <a:pt x="74" y="87"/>
                  </a:cubicBezTo>
                  <a:cubicBezTo>
                    <a:pt x="74" y="75"/>
                    <a:pt x="74" y="70"/>
                    <a:pt x="74" y="65"/>
                  </a:cubicBezTo>
                  <a:cubicBezTo>
                    <a:pt x="73" y="60"/>
                    <a:pt x="73" y="55"/>
                    <a:pt x="73" y="45"/>
                  </a:cubicBezTo>
                  <a:cubicBezTo>
                    <a:pt x="73" y="44"/>
                    <a:pt x="73" y="43"/>
                    <a:pt x="73" y="43"/>
                  </a:cubicBezTo>
                  <a:cubicBezTo>
                    <a:pt x="73" y="43"/>
                    <a:pt x="73" y="43"/>
                    <a:pt x="73" y="43"/>
                  </a:cubicBezTo>
                  <a:cubicBezTo>
                    <a:pt x="73" y="42"/>
                    <a:pt x="73" y="42"/>
                    <a:pt x="73" y="42"/>
                  </a:cubicBezTo>
                  <a:cubicBezTo>
                    <a:pt x="73" y="41"/>
                    <a:pt x="72" y="41"/>
                    <a:pt x="71" y="41"/>
                  </a:cubicBezTo>
                  <a:cubicBezTo>
                    <a:pt x="71" y="41"/>
                    <a:pt x="70" y="41"/>
                    <a:pt x="69" y="41"/>
                  </a:cubicBezTo>
                  <a:moveTo>
                    <a:pt x="34" y="92"/>
                  </a:moveTo>
                  <a:cubicBezTo>
                    <a:pt x="34" y="91"/>
                    <a:pt x="34" y="89"/>
                    <a:pt x="34" y="88"/>
                  </a:cubicBezTo>
                  <a:cubicBezTo>
                    <a:pt x="34" y="82"/>
                    <a:pt x="34" y="82"/>
                    <a:pt x="34" y="82"/>
                  </a:cubicBezTo>
                  <a:cubicBezTo>
                    <a:pt x="42" y="78"/>
                    <a:pt x="42" y="78"/>
                    <a:pt x="42" y="78"/>
                  </a:cubicBezTo>
                  <a:cubicBezTo>
                    <a:pt x="42" y="86"/>
                    <a:pt x="42" y="86"/>
                    <a:pt x="42" y="86"/>
                  </a:cubicBezTo>
                  <a:cubicBezTo>
                    <a:pt x="34" y="92"/>
                    <a:pt x="34" y="92"/>
                    <a:pt x="34" y="92"/>
                  </a:cubicBezTo>
                  <a:moveTo>
                    <a:pt x="34" y="79"/>
                  </a:moveTo>
                  <a:cubicBezTo>
                    <a:pt x="34" y="73"/>
                    <a:pt x="34" y="73"/>
                    <a:pt x="34" y="73"/>
                  </a:cubicBezTo>
                  <a:cubicBezTo>
                    <a:pt x="37" y="72"/>
                    <a:pt x="39" y="71"/>
                    <a:pt x="42" y="70"/>
                  </a:cubicBezTo>
                  <a:cubicBezTo>
                    <a:pt x="42" y="75"/>
                    <a:pt x="42" y="75"/>
                    <a:pt x="42" y="75"/>
                  </a:cubicBezTo>
                  <a:cubicBezTo>
                    <a:pt x="41" y="75"/>
                    <a:pt x="41" y="75"/>
                    <a:pt x="41" y="75"/>
                  </a:cubicBezTo>
                  <a:cubicBezTo>
                    <a:pt x="34" y="79"/>
                    <a:pt x="34" y="79"/>
                    <a:pt x="34" y="79"/>
                  </a:cubicBezTo>
                  <a:moveTo>
                    <a:pt x="34" y="70"/>
                  </a:moveTo>
                  <a:cubicBezTo>
                    <a:pt x="34" y="64"/>
                    <a:pt x="34" y="64"/>
                    <a:pt x="34" y="64"/>
                  </a:cubicBezTo>
                  <a:cubicBezTo>
                    <a:pt x="42" y="60"/>
                    <a:pt x="42" y="60"/>
                    <a:pt x="42" y="60"/>
                  </a:cubicBezTo>
                  <a:cubicBezTo>
                    <a:pt x="42" y="67"/>
                    <a:pt x="42" y="67"/>
                    <a:pt x="42" y="67"/>
                  </a:cubicBezTo>
                  <a:cubicBezTo>
                    <a:pt x="41" y="67"/>
                    <a:pt x="41" y="67"/>
                    <a:pt x="41" y="67"/>
                  </a:cubicBezTo>
                  <a:cubicBezTo>
                    <a:pt x="39" y="68"/>
                    <a:pt x="37" y="69"/>
                    <a:pt x="34" y="70"/>
                  </a:cubicBezTo>
                  <a:moveTo>
                    <a:pt x="41" y="49"/>
                  </a:moveTo>
                  <a:cubicBezTo>
                    <a:pt x="41" y="49"/>
                    <a:pt x="41" y="49"/>
                    <a:pt x="41" y="49"/>
                  </a:cubicBezTo>
                  <a:cubicBezTo>
                    <a:pt x="42" y="57"/>
                    <a:pt x="42" y="57"/>
                    <a:pt x="42" y="57"/>
                  </a:cubicBezTo>
                  <a:cubicBezTo>
                    <a:pt x="41" y="57"/>
                    <a:pt x="41" y="57"/>
                    <a:pt x="41" y="57"/>
                  </a:cubicBezTo>
                  <a:cubicBezTo>
                    <a:pt x="34" y="61"/>
                    <a:pt x="34" y="61"/>
                    <a:pt x="34" y="61"/>
                  </a:cubicBezTo>
                  <a:cubicBezTo>
                    <a:pt x="34" y="52"/>
                    <a:pt x="34" y="52"/>
                    <a:pt x="34" y="52"/>
                  </a:cubicBezTo>
                  <a:cubicBezTo>
                    <a:pt x="40" y="49"/>
                    <a:pt x="40" y="49"/>
                    <a:pt x="40" y="49"/>
                  </a:cubicBezTo>
                  <a:cubicBezTo>
                    <a:pt x="40" y="49"/>
                    <a:pt x="40" y="49"/>
                    <a:pt x="41" y="49"/>
                  </a:cubicBezTo>
                  <a:moveTo>
                    <a:pt x="34" y="49"/>
                  </a:moveTo>
                  <a:cubicBezTo>
                    <a:pt x="34" y="43"/>
                    <a:pt x="34" y="43"/>
                    <a:pt x="34" y="43"/>
                  </a:cubicBezTo>
                  <a:cubicBezTo>
                    <a:pt x="41" y="39"/>
                    <a:pt x="41" y="39"/>
                    <a:pt x="41" y="39"/>
                  </a:cubicBezTo>
                  <a:cubicBezTo>
                    <a:pt x="41" y="46"/>
                    <a:pt x="41" y="46"/>
                    <a:pt x="41" y="46"/>
                  </a:cubicBezTo>
                  <a:cubicBezTo>
                    <a:pt x="41" y="46"/>
                    <a:pt x="41" y="46"/>
                    <a:pt x="41" y="46"/>
                  </a:cubicBezTo>
                  <a:cubicBezTo>
                    <a:pt x="34" y="49"/>
                    <a:pt x="34" y="49"/>
                    <a:pt x="34" y="49"/>
                  </a:cubicBezTo>
                  <a:moveTo>
                    <a:pt x="34" y="40"/>
                  </a:moveTo>
                  <a:cubicBezTo>
                    <a:pt x="34" y="35"/>
                    <a:pt x="34" y="35"/>
                    <a:pt x="34" y="35"/>
                  </a:cubicBezTo>
                  <a:cubicBezTo>
                    <a:pt x="34" y="34"/>
                    <a:pt x="34" y="34"/>
                    <a:pt x="34" y="33"/>
                  </a:cubicBezTo>
                  <a:cubicBezTo>
                    <a:pt x="41" y="30"/>
                    <a:pt x="41" y="30"/>
                    <a:pt x="41" y="30"/>
                  </a:cubicBezTo>
                  <a:cubicBezTo>
                    <a:pt x="41" y="36"/>
                    <a:pt x="41" y="36"/>
                    <a:pt x="41" y="36"/>
                  </a:cubicBezTo>
                  <a:cubicBezTo>
                    <a:pt x="40" y="36"/>
                    <a:pt x="40" y="36"/>
                    <a:pt x="40" y="36"/>
                  </a:cubicBezTo>
                  <a:cubicBezTo>
                    <a:pt x="34" y="40"/>
                    <a:pt x="34" y="40"/>
                    <a:pt x="34" y="40"/>
                  </a:cubicBezTo>
                  <a:moveTo>
                    <a:pt x="20" y="92"/>
                  </a:moveTo>
                  <a:cubicBezTo>
                    <a:pt x="21" y="70"/>
                    <a:pt x="20" y="49"/>
                    <a:pt x="18" y="28"/>
                  </a:cubicBezTo>
                  <a:cubicBezTo>
                    <a:pt x="20" y="27"/>
                    <a:pt x="22" y="26"/>
                    <a:pt x="24" y="26"/>
                  </a:cubicBezTo>
                  <a:cubicBezTo>
                    <a:pt x="26" y="26"/>
                    <a:pt x="28" y="27"/>
                    <a:pt x="30" y="29"/>
                  </a:cubicBezTo>
                  <a:cubicBezTo>
                    <a:pt x="30" y="30"/>
                    <a:pt x="31" y="31"/>
                    <a:pt x="31" y="32"/>
                  </a:cubicBezTo>
                  <a:cubicBezTo>
                    <a:pt x="31" y="33"/>
                    <a:pt x="31" y="33"/>
                    <a:pt x="31" y="33"/>
                  </a:cubicBezTo>
                  <a:cubicBezTo>
                    <a:pt x="31" y="33"/>
                    <a:pt x="31" y="33"/>
                    <a:pt x="31" y="33"/>
                  </a:cubicBezTo>
                  <a:cubicBezTo>
                    <a:pt x="31" y="34"/>
                    <a:pt x="31" y="34"/>
                    <a:pt x="31" y="35"/>
                  </a:cubicBezTo>
                  <a:cubicBezTo>
                    <a:pt x="31" y="41"/>
                    <a:pt x="31" y="41"/>
                    <a:pt x="31" y="41"/>
                  </a:cubicBezTo>
                  <a:cubicBezTo>
                    <a:pt x="30" y="41"/>
                    <a:pt x="30" y="42"/>
                    <a:pt x="30" y="43"/>
                  </a:cubicBezTo>
                  <a:cubicBezTo>
                    <a:pt x="31" y="43"/>
                    <a:pt x="31" y="43"/>
                    <a:pt x="31" y="43"/>
                  </a:cubicBezTo>
                  <a:cubicBezTo>
                    <a:pt x="31" y="50"/>
                    <a:pt x="31" y="50"/>
                    <a:pt x="31" y="50"/>
                  </a:cubicBezTo>
                  <a:cubicBezTo>
                    <a:pt x="31" y="51"/>
                    <a:pt x="31" y="51"/>
                    <a:pt x="31" y="52"/>
                  </a:cubicBezTo>
                  <a:cubicBezTo>
                    <a:pt x="31" y="52"/>
                    <a:pt x="31" y="52"/>
                    <a:pt x="31" y="52"/>
                  </a:cubicBezTo>
                  <a:cubicBezTo>
                    <a:pt x="31" y="62"/>
                    <a:pt x="31" y="62"/>
                    <a:pt x="31" y="62"/>
                  </a:cubicBezTo>
                  <a:cubicBezTo>
                    <a:pt x="31" y="62"/>
                    <a:pt x="31" y="63"/>
                    <a:pt x="31" y="64"/>
                  </a:cubicBezTo>
                  <a:cubicBezTo>
                    <a:pt x="31" y="64"/>
                    <a:pt x="31" y="64"/>
                    <a:pt x="31" y="64"/>
                  </a:cubicBezTo>
                  <a:cubicBezTo>
                    <a:pt x="31" y="88"/>
                    <a:pt x="31" y="88"/>
                    <a:pt x="31" y="88"/>
                  </a:cubicBezTo>
                  <a:cubicBezTo>
                    <a:pt x="31" y="89"/>
                    <a:pt x="31" y="91"/>
                    <a:pt x="31" y="92"/>
                  </a:cubicBezTo>
                  <a:cubicBezTo>
                    <a:pt x="30" y="92"/>
                    <a:pt x="29" y="92"/>
                    <a:pt x="28" y="92"/>
                  </a:cubicBezTo>
                  <a:cubicBezTo>
                    <a:pt x="27" y="92"/>
                    <a:pt x="26" y="92"/>
                    <a:pt x="25" y="92"/>
                  </a:cubicBezTo>
                  <a:cubicBezTo>
                    <a:pt x="24" y="92"/>
                    <a:pt x="23" y="92"/>
                    <a:pt x="22" y="92"/>
                  </a:cubicBezTo>
                  <a:cubicBezTo>
                    <a:pt x="21" y="92"/>
                    <a:pt x="20" y="92"/>
                    <a:pt x="20" y="92"/>
                  </a:cubicBezTo>
                  <a:moveTo>
                    <a:pt x="33" y="30"/>
                  </a:moveTo>
                  <a:cubicBezTo>
                    <a:pt x="33" y="29"/>
                    <a:pt x="33" y="28"/>
                    <a:pt x="32" y="27"/>
                  </a:cubicBezTo>
                  <a:cubicBezTo>
                    <a:pt x="32" y="27"/>
                    <a:pt x="32" y="27"/>
                    <a:pt x="32" y="27"/>
                  </a:cubicBezTo>
                  <a:cubicBezTo>
                    <a:pt x="41" y="21"/>
                    <a:pt x="41" y="21"/>
                    <a:pt x="41" y="21"/>
                  </a:cubicBezTo>
                  <a:cubicBezTo>
                    <a:pt x="41" y="26"/>
                    <a:pt x="41" y="26"/>
                    <a:pt x="41" y="26"/>
                  </a:cubicBezTo>
                  <a:cubicBezTo>
                    <a:pt x="33" y="30"/>
                    <a:pt x="33" y="30"/>
                    <a:pt x="33" y="30"/>
                  </a:cubicBezTo>
                  <a:moveTo>
                    <a:pt x="21" y="24"/>
                  </a:moveTo>
                  <a:cubicBezTo>
                    <a:pt x="23" y="23"/>
                    <a:pt x="25" y="22"/>
                    <a:pt x="27" y="21"/>
                  </a:cubicBezTo>
                  <a:cubicBezTo>
                    <a:pt x="25" y="22"/>
                    <a:pt x="25" y="22"/>
                    <a:pt x="25" y="22"/>
                  </a:cubicBezTo>
                  <a:cubicBezTo>
                    <a:pt x="25" y="23"/>
                    <a:pt x="25" y="23"/>
                    <a:pt x="25" y="24"/>
                  </a:cubicBezTo>
                  <a:cubicBezTo>
                    <a:pt x="24" y="24"/>
                    <a:pt x="24" y="24"/>
                    <a:pt x="24" y="24"/>
                  </a:cubicBezTo>
                  <a:cubicBezTo>
                    <a:pt x="23" y="24"/>
                    <a:pt x="22" y="24"/>
                    <a:pt x="21" y="24"/>
                  </a:cubicBezTo>
                  <a:moveTo>
                    <a:pt x="29" y="25"/>
                  </a:moveTo>
                  <a:cubicBezTo>
                    <a:pt x="29" y="25"/>
                    <a:pt x="28" y="24"/>
                    <a:pt x="27" y="24"/>
                  </a:cubicBezTo>
                  <a:cubicBezTo>
                    <a:pt x="33" y="19"/>
                    <a:pt x="33" y="19"/>
                    <a:pt x="33" y="19"/>
                  </a:cubicBezTo>
                  <a:cubicBezTo>
                    <a:pt x="35" y="18"/>
                    <a:pt x="37" y="18"/>
                    <a:pt x="40" y="18"/>
                  </a:cubicBezTo>
                  <a:cubicBezTo>
                    <a:pt x="40" y="18"/>
                    <a:pt x="40" y="18"/>
                    <a:pt x="40" y="18"/>
                  </a:cubicBezTo>
                  <a:cubicBezTo>
                    <a:pt x="29" y="25"/>
                    <a:pt x="29" y="25"/>
                    <a:pt x="29" y="25"/>
                  </a:cubicBezTo>
                  <a:moveTo>
                    <a:pt x="40" y="15"/>
                  </a:moveTo>
                  <a:cubicBezTo>
                    <a:pt x="37" y="15"/>
                    <a:pt x="35" y="15"/>
                    <a:pt x="33" y="16"/>
                  </a:cubicBezTo>
                  <a:cubicBezTo>
                    <a:pt x="32" y="16"/>
                    <a:pt x="32" y="16"/>
                    <a:pt x="32" y="16"/>
                  </a:cubicBezTo>
                  <a:cubicBezTo>
                    <a:pt x="26" y="17"/>
                    <a:pt x="20" y="21"/>
                    <a:pt x="16" y="25"/>
                  </a:cubicBezTo>
                  <a:cubicBezTo>
                    <a:pt x="15" y="26"/>
                    <a:pt x="15" y="27"/>
                    <a:pt x="16" y="27"/>
                  </a:cubicBezTo>
                  <a:cubicBezTo>
                    <a:pt x="18" y="49"/>
                    <a:pt x="18" y="72"/>
                    <a:pt x="17" y="94"/>
                  </a:cubicBezTo>
                  <a:cubicBezTo>
                    <a:pt x="17" y="95"/>
                    <a:pt x="17" y="96"/>
                    <a:pt x="18" y="96"/>
                  </a:cubicBezTo>
                  <a:cubicBezTo>
                    <a:pt x="18" y="96"/>
                    <a:pt x="18" y="96"/>
                    <a:pt x="18" y="96"/>
                  </a:cubicBezTo>
                  <a:cubicBezTo>
                    <a:pt x="19" y="96"/>
                    <a:pt x="19" y="96"/>
                    <a:pt x="19" y="95"/>
                  </a:cubicBezTo>
                  <a:cubicBezTo>
                    <a:pt x="19" y="95"/>
                    <a:pt x="20" y="94"/>
                    <a:pt x="22" y="94"/>
                  </a:cubicBezTo>
                  <a:cubicBezTo>
                    <a:pt x="22" y="94"/>
                    <a:pt x="23" y="94"/>
                    <a:pt x="24" y="95"/>
                  </a:cubicBezTo>
                  <a:cubicBezTo>
                    <a:pt x="26" y="95"/>
                    <a:pt x="27" y="95"/>
                    <a:pt x="28" y="95"/>
                  </a:cubicBezTo>
                  <a:cubicBezTo>
                    <a:pt x="30" y="95"/>
                    <a:pt x="30" y="95"/>
                    <a:pt x="31" y="95"/>
                  </a:cubicBezTo>
                  <a:cubicBezTo>
                    <a:pt x="31" y="95"/>
                    <a:pt x="31" y="95"/>
                    <a:pt x="31" y="95"/>
                  </a:cubicBezTo>
                  <a:cubicBezTo>
                    <a:pt x="32" y="95"/>
                    <a:pt x="32" y="96"/>
                    <a:pt x="33" y="96"/>
                  </a:cubicBezTo>
                  <a:cubicBezTo>
                    <a:pt x="33" y="95"/>
                    <a:pt x="33" y="95"/>
                    <a:pt x="33" y="95"/>
                  </a:cubicBezTo>
                  <a:cubicBezTo>
                    <a:pt x="44" y="88"/>
                    <a:pt x="44" y="88"/>
                    <a:pt x="44" y="88"/>
                  </a:cubicBezTo>
                  <a:cubicBezTo>
                    <a:pt x="45" y="88"/>
                    <a:pt x="45" y="88"/>
                    <a:pt x="45" y="87"/>
                  </a:cubicBezTo>
                  <a:cubicBezTo>
                    <a:pt x="44" y="19"/>
                    <a:pt x="44" y="19"/>
                    <a:pt x="44" y="19"/>
                  </a:cubicBezTo>
                  <a:cubicBezTo>
                    <a:pt x="44" y="19"/>
                    <a:pt x="44" y="18"/>
                    <a:pt x="44" y="17"/>
                  </a:cubicBezTo>
                  <a:cubicBezTo>
                    <a:pt x="43" y="17"/>
                    <a:pt x="43" y="17"/>
                    <a:pt x="43" y="17"/>
                  </a:cubicBezTo>
                  <a:cubicBezTo>
                    <a:pt x="43" y="17"/>
                    <a:pt x="43" y="17"/>
                    <a:pt x="43" y="17"/>
                  </a:cubicBezTo>
                  <a:cubicBezTo>
                    <a:pt x="43" y="16"/>
                    <a:pt x="43" y="15"/>
                    <a:pt x="42" y="15"/>
                  </a:cubicBezTo>
                  <a:cubicBezTo>
                    <a:pt x="41" y="15"/>
                    <a:pt x="41" y="15"/>
                    <a:pt x="40" y="15"/>
                  </a:cubicBezTo>
                  <a:moveTo>
                    <a:pt x="99" y="92"/>
                  </a:moveTo>
                  <a:cubicBezTo>
                    <a:pt x="100" y="91"/>
                    <a:pt x="100" y="89"/>
                    <a:pt x="100" y="88"/>
                  </a:cubicBezTo>
                  <a:cubicBezTo>
                    <a:pt x="100" y="82"/>
                    <a:pt x="100" y="82"/>
                    <a:pt x="100" y="82"/>
                  </a:cubicBezTo>
                  <a:cubicBezTo>
                    <a:pt x="108" y="78"/>
                    <a:pt x="108" y="78"/>
                    <a:pt x="108" y="78"/>
                  </a:cubicBezTo>
                  <a:cubicBezTo>
                    <a:pt x="108" y="86"/>
                    <a:pt x="108" y="86"/>
                    <a:pt x="108" y="86"/>
                  </a:cubicBezTo>
                  <a:cubicBezTo>
                    <a:pt x="99" y="92"/>
                    <a:pt x="99" y="92"/>
                    <a:pt x="99" y="92"/>
                  </a:cubicBezTo>
                  <a:moveTo>
                    <a:pt x="100" y="79"/>
                  </a:moveTo>
                  <a:cubicBezTo>
                    <a:pt x="100" y="73"/>
                    <a:pt x="100" y="73"/>
                    <a:pt x="100" y="73"/>
                  </a:cubicBezTo>
                  <a:cubicBezTo>
                    <a:pt x="102" y="72"/>
                    <a:pt x="105" y="71"/>
                    <a:pt x="107" y="70"/>
                  </a:cubicBezTo>
                  <a:cubicBezTo>
                    <a:pt x="108" y="75"/>
                    <a:pt x="108" y="75"/>
                    <a:pt x="108" y="75"/>
                  </a:cubicBezTo>
                  <a:cubicBezTo>
                    <a:pt x="107" y="75"/>
                    <a:pt x="107" y="75"/>
                    <a:pt x="107" y="75"/>
                  </a:cubicBezTo>
                  <a:cubicBezTo>
                    <a:pt x="100" y="79"/>
                    <a:pt x="100" y="79"/>
                    <a:pt x="100" y="79"/>
                  </a:cubicBezTo>
                  <a:moveTo>
                    <a:pt x="100" y="70"/>
                  </a:moveTo>
                  <a:cubicBezTo>
                    <a:pt x="100" y="64"/>
                    <a:pt x="100" y="64"/>
                    <a:pt x="100" y="64"/>
                  </a:cubicBezTo>
                  <a:cubicBezTo>
                    <a:pt x="107" y="60"/>
                    <a:pt x="107" y="60"/>
                    <a:pt x="107" y="60"/>
                  </a:cubicBezTo>
                  <a:cubicBezTo>
                    <a:pt x="107" y="67"/>
                    <a:pt x="107" y="67"/>
                    <a:pt x="107" y="67"/>
                  </a:cubicBezTo>
                  <a:cubicBezTo>
                    <a:pt x="107" y="67"/>
                    <a:pt x="107" y="67"/>
                    <a:pt x="107" y="67"/>
                  </a:cubicBezTo>
                  <a:cubicBezTo>
                    <a:pt x="105" y="68"/>
                    <a:pt x="102" y="69"/>
                    <a:pt x="100" y="70"/>
                  </a:cubicBezTo>
                  <a:moveTo>
                    <a:pt x="106" y="49"/>
                  </a:moveTo>
                  <a:cubicBezTo>
                    <a:pt x="106" y="49"/>
                    <a:pt x="107" y="49"/>
                    <a:pt x="107" y="49"/>
                  </a:cubicBezTo>
                  <a:cubicBezTo>
                    <a:pt x="107" y="57"/>
                    <a:pt x="107" y="57"/>
                    <a:pt x="107" y="57"/>
                  </a:cubicBezTo>
                  <a:cubicBezTo>
                    <a:pt x="106" y="57"/>
                    <a:pt x="106" y="57"/>
                    <a:pt x="106" y="57"/>
                  </a:cubicBezTo>
                  <a:cubicBezTo>
                    <a:pt x="99" y="61"/>
                    <a:pt x="99" y="61"/>
                    <a:pt x="99" y="61"/>
                  </a:cubicBezTo>
                  <a:cubicBezTo>
                    <a:pt x="99" y="52"/>
                    <a:pt x="99" y="52"/>
                    <a:pt x="99" y="52"/>
                  </a:cubicBezTo>
                  <a:cubicBezTo>
                    <a:pt x="106" y="49"/>
                    <a:pt x="106" y="49"/>
                    <a:pt x="106" y="49"/>
                  </a:cubicBezTo>
                  <a:cubicBezTo>
                    <a:pt x="106" y="49"/>
                    <a:pt x="106" y="49"/>
                    <a:pt x="106" y="49"/>
                  </a:cubicBezTo>
                  <a:moveTo>
                    <a:pt x="99" y="49"/>
                  </a:moveTo>
                  <a:cubicBezTo>
                    <a:pt x="99" y="43"/>
                    <a:pt x="99" y="43"/>
                    <a:pt x="99" y="43"/>
                  </a:cubicBezTo>
                  <a:cubicBezTo>
                    <a:pt x="107" y="39"/>
                    <a:pt x="107" y="39"/>
                    <a:pt x="107" y="39"/>
                  </a:cubicBezTo>
                  <a:cubicBezTo>
                    <a:pt x="107" y="46"/>
                    <a:pt x="107" y="46"/>
                    <a:pt x="107" y="46"/>
                  </a:cubicBezTo>
                  <a:cubicBezTo>
                    <a:pt x="106" y="46"/>
                    <a:pt x="106" y="46"/>
                    <a:pt x="106" y="46"/>
                  </a:cubicBezTo>
                  <a:cubicBezTo>
                    <a:pt x="99" y="49"/>
                    <a:pt x="99" y="49"/>
                    <a:pt x="99" y="49"/>
                  </a:cubicBezTo>
                  <a:moveTo>
                    <a:pt x="99" y="40"/>
                  </a:moveTo>
                  <a:cubicBezTo>
                    <a:pt x="99" y="35"/>
                    <a:pt x="99" y="35"/>
                    <a:pt x="99" y="35"/>
                  </a:cubicBezTo>
                  <a:cubicBezTo>
                    <a:pt x="99" y="34"/>
                    <a:pt x="99" y="34"/>
                    <a:pt x="99" y="33"/>
                  </a:cubicBezTo>
                  <a:cubicBezTo>
                    <a:pt x="106" y="30"/>
                    <a:pt x="106" y="30"/>
                    <a:pt x="106" y="30"/>
                  </a:cubicBezTo>
                  <a:cubicBezTo>
                    <a:pt x="107" y="36"/>
                    <a:pt x="107" y="36"/>
                    <a:pt x="107" y="36"/>
                  </a:cubicBezTo>
                  <a:cubicBezTo>
                    <a:pt x="106" y="36"/>
                    <a:pt x="106" y="36"/>
                    <a:pt x="106" y="36"/>
                  </a:cubicBezTo>
                  <a:cubicBezTo>
                    <a:pt x="99" y="40"/>
                    <a:pt x="99" y="40"/>
                    <a:pt x="99" y="40"/>
                  </a:cubicBezTo>
                  <a:moveTo>
                    <a:pt x="85" y="92"/>
                  </a:moveTo>
                  <a:cubicBezTo>
                    <a:pt x="86" y="70"/>
                    <a:pt x="86" y="49"/>
                    <a:pt x="84" y="28"/>
                  </a:cubicBezTo>
                  <a:cubicBezTo>
                    <a:pt x="86" y="27"/>
                    <a:pt x="88" y="26"/>
                    <a:pt x="90" y="26"/>
                  </a:cubicBezTo>
                  <a:cubicBezTo>
                    <a:pt x="92" y="26"/>
                    <a:pt x="94" y="27"/>
                    <a:pt x="95" y="29"/>
                  </a:cubicBezTo>
                  <a:cubicBezTo>
                    <a:pt x="96" y="30"/>
                    <a:pt x="96" y="31"/>
                    <a:pt x="96" y="32"/>
                  </a:cubicBezTo>
                  <a:cubicBezTo>
                    <a:pt x="96" y="33"/>
                    <a:pt x="96" y="33"/>
                    <a:pt x="96" y="33"/>
                  </a:cubicBezTo>
                  <a:cubicBezTo>
                    <a:pt x="96" y="33"/>
                    <a:pt x="96" y="33"/>
                    <a:pt x="96" y="33"/>
                  </a:cubicBezTo>
                  <a:cubicBezTo>
                    <a:pt x="96" y="34"/>
                    <a:pt x="96" y="34"/>
                    <a:pt x="96" y="35"/>
                  </a:cubicBezTo>
                  <a:cubicBezTo>
                    <a:pt x="96" y="41"/>
                    <a:pt x="96" y="41"/>
                    <a:pt x="96" y="41"/>
                  </a:cubicBezTo>
                  <a:cubicBezTo>
                    <a:pt x="96" y="41"/>
                    <a:pt x="96" y="42"/>
                    <a:pt x="96" y="43"/>
                  </a:cubicBezTo>
                  <a:cubicBezTo>
                    <a:pt x="96" y="43"/>
                    <a:pt x="96" y="43"/>
                    <a:pt x="96" y="43"/>
                  </a:cubicBezTo>
                  <a:cubicBezTo>
                    <a:pt x="97" y="50"/>
                    <a:pt x="97" y="50"/>
                    <a:pt x="97" y="50"/>
                  </a:cubicBezTo>
                  <a:cubicBezTo>
                    <a:pt x="96" y="51"/>
                    <a:pt x="96" y="51"/>
                    <a:pt x="96" y="52"/>
                  </a:cubicBezTo>
                  <a:cubicBezTo>
                    <a:pt x="97" y="52"/>
                    <a:pt x="97" y="52"/>
                    <a:pt x="97" y="52"/>
                  </a:cubicBezTo>
                  <a:cubicBezTo>
                    <a:pt x="97" y="62"/>
                    <a:pt x="97" y="62"/>
                    <a:pt x="97" y="62"/>
                  </a:cubicBezTo>
                  <a:cubicBezTo>
                    <a:pt x="96" y="62"/>
                    <a:pt x="96" y="63"/>
                    <a:pt x="96" y="64"/>
                  </a:cubicBezTo>
                  <a:cubicBezTo>
                    <a:pt x="97" y="64"/>
                    <a:pt x="97" y="64"/>
                    <a:pt x="97" y="64"/>
                  </a:cubicBezTo>
                  <a:cubicBezTo>
                    <a:pt x="97" y="88"/>
                    <a:pt x="97" y="88"/>
                    <a:pt x="97" y="88"/>
                  </a:cubicBezTo>
                  <a:cubicBezTo>
                    <a:pt x="97" y="89"/>
                    <a:pt x="97" y="91"/>
                    <a:pt x="96" y="92"/>
                  </a:cubicBezTo>
                  <a:cubicBezTo>
                    <a:pt x="96" y="92"/>
                    <a:pt x="95" y="92"/>
                    <a:pt x="94" y="92"/>
                  </a:cubicBezTo>
                  <a:cubicBezTo>
                    <a:pt x="93" y="92"/>
                    <a:pt x="92" y="92"/>
                    <a:pt x="91" y="92"/>
                  </a:cubicBezTo>
                  <a:cubicBezTo>
                    <a:pt x="89" y="92"/>
                    <a:pt x="88" y="92"/>
                    <a:pt x="87" y="92"/>
                  </a:cubicBezTo>
                  <a:cubicBezTo>
                    <a:pt x="86" y="92"/>
                    <a:pt x="86" y="92"/>
                    <a:pt x="85" y="92"/>
                  </a:cubicBezTo>
                  <a:moveTo>
                    <a:pt x="99" y="30"/>
                  </a:moveTo>
                  <a:cubicBezTo>
                    <a:pt x="98" y="29"/>
                    <a:pt x="98" y="28"/>
                    <a:pt x="98" y="27"/>
                  </a:cubicBezTo>
                  <a:cubicBezTo>
                    <a:pt x="97" y="27"/>
                    <a:pt x="97" y="27"/>
                    <a:pt x="97" y="27"/>
                  </a:cubicBezTo>
                  <a:cubicBezTo>
                    <a:pt x="106" y="21"/>
                    <a:pt x="106" y="21"/>
                    <a:pt x="106" y="21"/>
                  </a:cubicBezTo>
                  <a:cubicBezTo>
                    <a:pt x="106" y="26"/>
                    <a:pt x="106" y="26"/>
                    <a:pt x="106" y="26"/>
                  </a:cubicBezTo>
                  <a:cubicBezTo>
                    <a:pt x="99" y="30"/>
                    <a:pt x="99" y="30"/>
                    <a:pt x="99" y="30"/>
                  </a:cubicBezTo>
                  <a:moveTo>
                    <a:pt x="87" y="24"/>
                  </a:moveTo>
                  <a:cubicBezTo>
                    <a:pt x="89" y="23"/>
                    <a:pt x="90" y="22"/>
                    <a:pt x="92" y="21"/>
                  </a:cubicBezTo>
                  <a:cubicBezTo>
                    <a:pt x="91" y="22"/>
                    <a:pt x="91" y="22"/>
                    <a:pt x="91" y="22"/>
                  </a:cubicBezTo>
                  <a:cubicBezTo>
                    <a:pt x="90" y="23"/>
                    <a:pt x="90" y="23"/>
                    <a:pt x="90" y="24"/>
                  </a:cubicBezTo>
                  <a:cubicBezTo>
                    <a:pt x="90" y="24"/>
                    <a:pt x="90" y="24"/>
                    <a:pt x="90" y="24"/>
                  </a:cubicBezTo>
                  <a:cubicBezTo>
                    <a:pt x="89" y="24"/>
                    <a:pt x="88" y="24"/>
                    <a:pt x="87" y="24"/>
                  </a:cubicBezTo>
                  <a:moveTo>
                    <a:pt x="95" y="25"/>
                  </a:moveTo>
                  <a:cubicBezTo>
                    <a:pt x="94" y="25"/>
                    <a:pt x="94" y="24"/>
                    <a:pt x="93" y="24"/>
                  </a:cubicBezTo>
                  <a:cubicBezTo>
                    <a:pt x="99" y="19"/>
                    <a:pt x="99" y="19"/>
                    <a:pt x="99" y="19"/>
                  </a:cubicBezTo>
                  <a:cubicBezTo>
                    <a:pt x="101" y="18"/>
                    <a:pt x="103" y="18"/>
                    <a:pt x="105" y="18"/>
                  </a:cubicBezTo>
                  <a:cubicBezTo>
                    <a:pt x="105" y="18"/>
                    <a:pt x="106" y="18"/>
                    <a:pt x="106" y="18"/>
                  </a:cubicBezTo>
                  <a:cubicBezTo>
                    <a:pt x="95" y="25"/>
                    <a:pt x="95" y="25"/>
                    <a:pt x="95" y="25"/>
                  </a:cubicBezTo>
                  <a:moveTo>
                    <a:pt x="105" y="15"/>
                  </a:moveTo>
                  <a:cubicBezTo>
                    <a:pt x="103" y="15"/>
                    <a:pt x="101" y="15"/>
                    <a:pt x="98" y="16"/>
                  </a:cubicBezTo>
                  <a:cubicBezTo>
                    <a:pt x="98" y="16"/>
                    <a:pt x="98" y="16"/>
                    <a:pt x="98" y="16"/>
                  </a:cubicBezTo>
                  <a:cubicBezTo>
                    <a:pt x="92" y="17"/>
                    <a:pt x="86" y="21"/>
                    <a:pt x="81" y="25"/>
                  </a:cubicBezTo>
                  <a:cubicBezTo>
                    <a:pt x="81" y="26"/>
                    <a:pt x="81" y="27"/>
                    <a:pt x="81" y="27"/>
                  </a:cubicBezTo>
                  <a:cubicBezTo>
                    <a:pt x="83" y="49"/>
                    <a:pt x="83" y="72"/>
                    <a:pt x="82" y="94"/>
                  </a:cubicBezTo>
                  <a:cubicBezTo>
                    <a:pt x="82" y="95"/>
                    <a:pt x="83" y="96"/>
                    <a:pt x="83" y="96"/>
                  </a:cubicBezTo>
                  <a:cubicBezTo>
                    <a:pt x="84" y="96"/>
                    <a:pt x="84" y="96"/>
                    <a:pt x="84" y="96"/>
                  </a:cubicBezTo>
                  <a:cubicBezTo>
                    <a:pt x="84" y="96"/>
                    <a:pt x="85" y="96"/>
                    <a:pt x="85" y="95"/>
                  </a:cubicBezTo>
                  <a:cubicBezTo>
                    <a:pt x="85" y="95"/>
                    <a:pt x="86" y="94"/>
                    <a:pt x="87" y="94"/>
                  </a:cubicBezTo>
                  <a:cubicBezTo>
                    <a:pt x="88" y="94"/>
                    <a:pt x="89" y="94"/>
                    <a:pt x="90" y="95"/>
                  </a:cubicBezTo>
                  <a:cubicBezTo>
                    <a:pt x="91" y="95"/>
                    <a:pt x="93" y="95"/>
                    <a:pt x="94" y="95"/>
                  </a:cubicBezTo>
                  <a:cubicBezTo>
                    <a:pt x="95" y="95"/>
                    <a:pt x="96" y="95"/>
                    <a:pt x="97" y="95"/>
                  </a:cubicBezTo>
                  <a:cubicBezTo>
                    <a:pt x="97" y="95"/>
                    <a:pt x="97" y="95"/>
                    <a:pt x="97" y="95"/>
                  </a:cubicBezTo>
                  <a:cubicBezTo>
                    <a:pt x="97" y="95"/>
                    <a:pt x="98" y="96"/>
                    <a:pt x="98" y="96"/>
                  </a:cubicBezTo>
                  <a:cubicBezTo>
                    <a:pt x="99" y="95"/>
                    <a:pt x="99" y="95"/>
                    <a:pt x="99" y="95"/>
                  </a:cubicBezTo>
                  <a:cubicBezTo>
                    <a:pt x="110" y="88"/>
                    <a:pt x="110" y="88"/>
                    <a:pt x="110" y="88"/>
                  </a:cubicBezTo>
                  <a:cubicBezTo>
                    <a:pt x="110" y="88"/>
                    <a:pt x="111" y="88"/>
                    <a:pt x="111" y="87"/>
                  </a:cubicBezTo>
                  <a:cubicBezTo>
                    <a:pt x="109" y="19"/>
                    <a:pt x="109" y="19"/>
                    <a:pt x="109" y="19"/>
                  </a:cubicBezTo>
                  <a:cubicBezTo>
                    <a:pt x="109" y="19"/>
                    <a:pt x="110" y="18"/>
                    <a:pt x="109" y="17"/>
                  </a:cubicBezTo>
                  <a:cubicBezTo>
                    <a:pt x="109" y="17"/>
                    <a:pt x="109" y="17"/>
                    <a:pt x="109" y="17"/>
                  </a:cubicBezTo>
                  <a:cubicBezTo>
                    <a:pt x="109" y="17"/>
                    <a:pt x="109" y="17"/>
                    <a:pt x="109" y="17"/>
                  </a:cubicBezTo>
                  <a:cubicBezTo>
                    <a:pt x="109" y="16"/>
                    <a:pt x="108" y="15"/>
                    <a:pt x="108" y="15"/>
                  </a:cubicBezTo>
                  <a:cubicBezTo>
                    <a:pt x="107" y="15"/>
                    <a:pt x="106" y="15"/>
                    <a:pt x="105" y="15"/>
                  </a:cubicBezTo>
                  <a:moveTo>
                    <a:pt x="5" y="0"/>
                  </a:moveTo>
                  <a:cubicBezTo>
                    <a:pt x="5" y="0"/>
                    <a:pt x="5" y="0"/>
                    <a:pt x="4" y="0"/>
                  </a:cubicBezTo>
                  <a:cubicBezTo>
                    <a:pt x="4" y="0"/>
                    <a:pt x="4" y="0"/>
                    <a:pt x="4" y="0"/>
                  </a:cubicBezTo>
                  <a:cubicBezTo>
                    <a:pt x="4" y="0"/>
                    <a:pt x="4" y="0"/>
                    <a:pt x="4" y="0"/>
                  </a:cubicBezTo>
                  <a:cubicBezTo>
                    <a:pt x="3" y="0"/>
                    <a:pt x="3" y="1"/>
                    <a:pt x="3" y="2"/>
                  </a:cubicBezTo>
                  <a:cubicBezTo>
                    <a:pt x="2" y="2"/>
                    <a:pt x="2" y="2"/>
                    <a:pt x="2" y="3"/>
                  </a:cubicBezTo>
                  <a:cubicBezTo>
                    <a:pt x="2" y="6"/>
                    <a:pt x="2" y="9"/>
                    <a:pt x="2" y="13"/>
                  </a:cubicBezTo>
                  <a:cubicBezTo>
                    <a:pt x="2" y="18"/>
                    <a:pt x="1" y="24"/>
                    <a:pt x="0" y="29"/>
                  </a:cubicBezTo>
                  <a:cubicBezTo>
                    <a:pt x="0" y="30"/>
                    <a:pt x="0" y="30"/>
                    <a:pt x="1" y="31"/>
                  </a:cubicBezTo>
                  <a:cubicBezTo>
                    <a:pt x="1" y="31"/>
                    <a:pt x="1" y="31"/>
                    <a:pt x="1" y="31"/>
                  </a:cubicBezTo>
                  <a:cubicBezTo>
                    <a:pt x="2" y="31"/>
                    <a:pt x="2" y="30"/>
                    <a:pt x="3" y="30"/>
                  </a:cubicBezTo>
                  <a:cubicBezTo>
                    <a:pt x="3" y="27"/>
                    <a:pt x="4" y="23"/>
                    <a:pt x="4" y="20"/>
                  </a:cubicBezTo>
                  <a:cubicBezTo>
                    <a:pt x="5" y="21"/>
                    <a:pt x="5" y="21"/>
                    <a:pt x="5" y="21"/>
                  </a:cubicBezTo>
                  <a:cubicBezTo>
                    <a:pt x="6" y="49"/>
                    <a:pt x="5" y="77"/>
                    <a:pt x="2" y="104"/>
                  </a:cubicBezTo>
                  <a:cubicBezTo>
                    <a:pt x="2" y="104"/>
                    <a:pt x="2" y="105"/>
                    <a:pt x="2" y="105"/>
                  </a:cubicBezTo>
                  <a:cubicBezTo>
                    <a:pt x="2" y="105"/>
                    <a:pt x="3" y="106"/>
                    <a:pt x="3" y="106"/>
                  </a:cubicBezTo>
                  <a:cubicBezTo>
                    <a:pt x="25" y="106"/>
                    <a:pt x="25" y="106"/>
                    <a:pt x="25" y="106"/>
                  </a:cubicBezTo>
                  <a:cubicBezTo>
                    <a:pt x="28" y="106"/>
                    <a:pt x="28" y="106"/>
                    <a:pt x="28" y="106"/>
                  </a:cubicBezTo>
                  <a:cubicBezTo>
                    <a:pt x="31" y="106"/>
                    <a:pt x="31" y="106"/>
                    <a:pt x="31" y="106"/>
                  </a:cubicBezTo>
                  <a:cubicBezTo>
                    <a:pt x="39" y="106"/>
                    <a:pt x="39" y="106"/>
                    <a:pt x="39" y="106"/>
                  </a:cubicBezTo>
                  <a:cubicBezTo>
                    <a:pt x="87" y="106"/>
                    <a:pt x="87" y="106"/>
                    <a:pt x="87" y="106"/>
                  </a:cubicBezTo>
                  <a:cubicBezTo>
                    <a:pt x="86" y="107"/>
                    <a:pt x="84" y="107"/>
                    <a:pt x="83" y="108"/>
                  </a:cubicBezTo>
                  <a:cubicBezTo>
                    <a:pt x="82" y="108"/>
                    <a:pt x="82" y="109"/>
                    <a:pt x="82" y="110"/>
                  </a:cubicBezTo>
                  <a:cubicBezTo>
                    <a:pt x="82" y="110"/>
                    <a:pt x="83" y="111"/>
                    <a:pt x="83" y="111"/>
                  </a:cubicBezTo>
                  <a:cubicBezTo>
                    <a:pt x="84" y="110"/>
                    <a:pt x="84" y="110"/>
                    <a:pt x="84" y="110"/>
                  </a:cubicBezTo>
                  <a:cubicBezTo>
                    <a:pt x="90" y="108"/>
                    <a:pt x="96" y="106"/>
                    <a:pt x="103" y="106"/>
                  </a:cubicBezTo>
                  <a:cubicBezTo>
                    <a:pt x="105" y="106"/>
                    <a:pt x="107" y="106"/>
                    <a:pt x="109" y="107"/>
                  </a:cubicBezTo>
                  <a:cubicBezTo>
                    <a:pt x="109" y="107"/>
                    <a:pt x="109" y="107"/>
                    <a:pt x="109" y="107"/>
                  </a:cubicBezTo>
                  <a:cubicBezTo>
                    <a:pt x="109" y="107"/>
                    <a:pt x="110" y="106"/>
                    <a:pt x="110" y="106"/>
                  </a:cubicBezTo>
                  <a:cubicBezTo>
                    <a:pt x="110" y="106"/>
                    <a:pt x="111" y="105"/>
                    <a:pt x="111" y="105"/>
                  </a:cubicBezTo>
                  <a:cubicBezTo>
                    <a:pt x="111" y="104"/>
                    <a:pt x="110" y="104"/>
                    <a:pt x="110" y="103"/>
                  </a:cubicBezTo>
                  <a:cubicBezTo>
                    <a:pt x="84" y="97"/>
                    <a:pt x="84" y="97"/>
                    <a:pt x="84" y="97"/>
                  </a:cubicBezTo>
                  <a:cubicBezTo>
                    <a:pt x="84" y="97"/>
                    <a:pt x="84" y="97"/>
                    <a:pt x="84" y="97"/>
                  </a:cubicBezTo>
                  <a:cubicBezTo>
                    <a:pt x="83" y="97"/>
                    <a:pt x="83" y="97"/>
                    <a:pt x="82" y="98"/>
                  </a:cubicBezTo>
                  <a:cubicBezTo>
                    <a:pt x="82" y="99"/>
                    <a:pt x="83" y="99"/>
                    <a:pt x="83" y="100"/>
                  </a:cubicBezTo>
                  <a:cubicBezTo>
                    <a:pt x="86" y="101"/>
                    <a:pt x="86" y="101"/>
                    <a:pt x="86" y="101"/>
                  </a:cubicBezTo>
                  <a:cubicBezTo>
                    <a:pt x="86" y="101"/>
                    <a:pt x="86" y="101"/>
                    <a:pt x="86" y="101"/>
                  </a:cubicBezTo>
                  <a:cubicBezTo>
                    <a:pt x="87" y="101"/>
                    <a:pt x="87" y="101"/>
                    <a:pt x="87" y="101"/>
                  </a:cubicBezTo>
                  <a:cubicBezTo>
                    <a:pt x="98" y="103"/>
                    <a:pt x="98" y="103"/>
                    <a:pt x="98" y="103"/>
                  </a:cubicBezTo>
                  <a:cubicBezTo>
                    <a:pt x="32" y="103"/>
                    <a:pt x="32" y="103"/>
                    <a:pt x="32" y="103"/>
                  </a:cubicBezTo>
                  <a:cubicBezTo>
                    <a:pt x="24" y="103"/>
                    <a:pt x="24" y="103"/>
                    <a:pt x="24" y="103"/>
                  </a:cubicBezTo>
                  <a:cubicBezTo>
                    <a:pt x="5" y="103"/>
                    <a:pt x="5" y="103"/>
                    <a:pt x="5" y="103"/>
                  </a:cubicBezTo>
                  <a:cubicBezTo>
                    <a:pt x="8" y="78"/>
                    <a:pt x="9" y="53"/>
                    <a:pt x="8" y="28"/>
                  </a:cubicBezTo>
                  <a:cubicBezTo>
                    <a:pt x="8" y="28"/>
                    <a:pt x="8" y="28"/>
                    <a:pt x="8" y="28"/>
                  </a:cubicBezTo>
                  <a:cubicBezTo>
                    <a:pt x="8" y="29"/>
                    <a:pt x="9" y="29"/>
                    <a:pt x="9" y="29"/>
                  </a:cubicBezTo>
                  <a:cubicBezTo>
                    <a:pt x="10" y="29"/>
                    <a:pt x="10" y="29"/>
                    <a:pt x="10" y="29"/>
                  </a:cubicBezTo>
                  <a:cubicBezTo>
                    <a:pt x="11" y="28"/>
                    <a:pt x="11" y="28"/>
                    <a:pt x="11" y="27"/>
                  </a:cubicBezTo>
                  <a:cubicBezTo>
                    <a:pt x="9" y="25"/>
                    <a:pt x="8" y="23"/>
                    <a:pt x="7" y="20"/>
                  </a:cubicBezTo>
                  <a:cubicBezTo>
                    <a:pt x="7" y="14"/>
                    <a:pt x="7" y="8"/>
                    <a:pt x="6" y="1"/>
                  </a:cubicBezTo>
                  <a:cubicBezTo>
                    <a:pt x="6" y="1"/>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BB028D79-4D19-4EE2-A24F-305CCD56D599}"/>
                </a:ext>
              </a:extLst>
            </p:cNvPr>
            <p:cNvSpPr>
              <a:spLocks noEditPoints="1"/>
            </p:cNvSpPr>
            <p:nvPr/>
          </p:nvSpPr>
          <p:spPr bwMode="auto">
            <a:xfrm>
              <a:off x="8343900" y="3871913"/>
              <a:ext cx="473075" cy="466725"/>
            </a:xfrm>
            <a:custGeom>
              <a:avLst/>
              <a:gdLst>
                <a:gd name="T0" fmla="*/ 67 w 118"/>
                <a:gd name="T1" fmla="*/ 97 h 116"/>
                <a:gd name="T2" fmla="*/ 75 w 118"/>
                <a:gd name="T3" fmla="*/ 87 h 116"/>
                <a:gd name="T4" fmla="*/ 75 w 118"/>
                <a:gd name="T5" fmla="*/ 79 h 116"/>
                <a:gd name="T6" fmla="*/ 67 w 118"/>
                <a:gd name="T7" fmla="*/ 78 h 116"/>
                <a:gd name="T8" fmla="*/ 67 w 118"/>
                <a:gd name="T9" fmla="*/ 78 h 116"/>
                <a:gd name="T10" fmla="*/ 75 w 118"/>
                <a:gd name="T11" fmla="*/ 71 h 116"/>
                <a:gd name="T12" fmla="*/ 75 w 118"/>
                <a:gd name="T13" fmla="*/ 65 h 116"/>
                <a:gd name="T14" fmla="*/ 57 w 118"/>
                <a:gd name="T15" fmla="*/ 55 h 116"/>
                <a:gd name="T16" fmla="*/ 64 w 118"/>
                <a:gd name="T17" fmla="*/ 70 h 116"/>
                <a:gd name="T18" fmla="*/ 65 w 118"/>
                <a:gd name="T19" fmla="*/ 82 h 116"/>
                <a:gd name="T20" fmla="*/ 62 w 118"/>
                <a:gd name="T21" fmla="*/ 97 h 116"/>
                <a:gd name="T22" fmla="*/ 65 w 118"/>
                <a:gd name="T23" fmla="*/ 55 h 116"/>
                <a:gd name="T24" fmla="*/ 58 w 118"/>
                <a:gd name="T25" fmla="*/ 50 h 116"/>
                <a:gd name="T26" fmla="*/ 67 w 118"/>
                <a:gd name="T27" fmla="*/ 47 h 116"/>
                <a:gd name="T28" fmla="*/ 65 w 118"/>
                <a:gd name="T29" fmla="*/ 44 h 116"/>
                <a:gd name="T30" fmla="*/ 51 w 118"/>
                <a:gd name="T31" fmla="*/ 101 h 116"/>
                <a:gd name="T32" fmla="*/ 65 w 118"/>
                <a:gd name="T33" fmla="*/ 100 h 116"/>
                <a:gd name="T34" fmla="*/ 78 w 118"/>
                <a:gd name="T35" fmla="*/ 47 h 116"/>
                <a:gd name="T36" fmla="*/ 36 w 118"/>
                <a:gd name="T37" fmla="*/ 97 h 116"/>
                <a:gd name="T38" fmla="*/ 37 w 118"/>
                <a:gd name="T39" fmla="*/ 83 h 116"/>
                <a:gd name="T40" fmla="*/ 37 w 118"/>
                <a:gd name="T41" fmla="*/ 73 h 116"/>
                <a:gd name="T42" fmla="*/ 43 w 118"/>
                <a:gd name="T43" fmla="*/ 52 h 116"/>
                <a:gd name="T44" fmla="*/ 43 w 118"/>
                <a:gd name="T45" fmla="*/ 51 h 116"/>
                <a:gd name="T46" fmla="*/ 44 w 118"/>
                <a:gd name="T47" fmla="*/ 48 h 116"/>
                <a:gd name="T48" fmla="*/ 44 w 118"/>
                <a:gd name="T49" fmla="*/ 38 h 116"/>
                <a:gd name="T50" fmla="*/ 32 w 118"/>
                <a:gd name="T51" fmla="*/ 30 h 116"/>
                <a:gd name="T52" fmla="*/ 33 w 118"/>
                <a:gd name="T53" fmla="*/ 45 h 116"/>
                <a:gd name="T54" fmla="*/ 33 w 118"/>
                <a:gd name="T55" fmla="*/ 67 h 116"/>
                <a:gd name="T56" fmla="*/ 24 w 118"/>
                <a:gd name="T57" fmla="*/ 96 h 116"/>
                <a:gd name="T58" fmla="*/ 44 w 118"/>
                <a:gd name="T59" fmla="*/ 28 h 116"/>
                <a:gd name="T60" fmla="*/ 26 w 118"/>
                <a:gd name="T61" fmla="*/ 25 h 116"/>
                <a:gd name="T62" fmla="*/ 43 w 118"/>
                <a:gd name="T63" fmla="*/ 19 h 116"/>
                <a:gd name="T64" fmla="*/ 17 w 118"/>
                <a:gd name="T65" fmla="*/ 29 h 116"/>
                <a:gd name="T66" fmla="*/ 26 w 118"/>
                <a:gd name="T67" fmla="*/ 100 h 116"/>
                <a:gd name="T68" fmla="*/ 48 w 118"/>
                <a:gd name="T69" fmla="*/ 93 h 116"/>
                <a:gd name="T70" fmla="*/ 45 w 118"/>
                <a:gd name="T71" fmla="*/ 16 h 116"/>
                <a:gd name="T72" fmla="*/ 114 w 118"/>
                <a:gd name="T73" fmla="*/ 91 h 116"/>
                <a:gd name="T74" fmla="*/ 114 w 118"/>
                <a:gd name="T75" fmla="*/ 79 h 116"/>
                <a:gd name="T76" fmla="*/ 113 w 118"/>
                <a:gd name="T77" fmla="*/ 71 h 116"/>
                <a:gd name="T78" fmla="*/ 106 w 118"/>
                <a:gd name="T79" fmla="*/ 64 h 116"/>
                <a:gd name="T80" fmla="*/ 113 w 118"/>
                <a:gd name="T81" fmla="*/ 41 h 116"/>
                <a:gd name="T82" fmla="*/ 105 w 118"/>
                <a:gd name="T83" fmla="*/ 35 h 116"/>
                <a:gd name="T84" fmla="*/ 89 w 118"/>
                <a:gd name="T85" fmla="*/ 29 h 116"/>
                <a:gd name="T86" fmla="*/ 102 w 118"/>
                <a:gd name="T87" fmla="*/ 36 h 116"/>
                <a:gd name="T88" fmla="*/ 103 w 118"/>
                <a:gd name="T89" fmla="*/ 55 h 116"/>
                <a:gd name="T90" fmla="*/ 100 w 118"/>
                <a:gd name="T91" fmla="*/ 97 h 116"/>
                <a:gd name="T92" fmla="*/ 103 w 118"/>
                <a:gd name="T93" fmla="*/ 28 h 116"/>
                <a:gd name="T94" fmla="*/ 96 w 118"/>
                <a:gd name="T95" fmla="*/ 23 h 116"/>
                <a:gd name="T96" fmla="*/ 105 w 118"/>
                <a:gd name="T97" fmla="*/ 20 h 116"/>
                <a:gd name="T98" fmla="*/ 103 w 118"/>
                <a:gd name="T99" fmla="*/ 17 h 116"/>
                <a:gd name="T100" fmla="*/ 90 w 118"/>
                <a:gd name="T101" fmla="*/ 100 h 116"/>
                <a:gd name="T102" fmla="*/ 104 w 118"/>
                <a:gd name="T103" fmla="*/ 101 h 116"/>
                <a:gd name="T104" fmla="*/ 116 w 118"/>
                <a:gd name="T105" fmla="*/ 18 h 116"/>
                <a:gd name="T106" fmla="*/ 5 w 118"/>
                <a:gd name="T107" fmla="*/ 0 h 116"/>
                <a:gd name="T108" fmla="*/ 3 w 118"/>
                <a:gd name="T109" fmla="*/ 13 h 116"/>
                <a:gd name="T110" fmla="*/ 3 w 118"/>
                <a:gd name="T111" fmla="*/ 31 h 116"/>
                <a:gd name="T112" fmla="*/ 93 w 118"/>
                <a:gd name="T113" fmla="*/ 112 h 116"/>
                <a:gd name="T114" fmla="*/ 115 w 118"/>
                <a:gd name="T115" fmla="*/ 112 h 116"/>
                <a:gd name="T116" fmla="*/ 89 w 118"/>
                <a:gd name="T117" fmla="*/ 102 h 116"/>
                <a:gd name="T118" fmla="*/ 104 w 118"/>
                <a:gd name="T119" fmla="*/ 109 h 116"/>
                <a:gd name="T120" fmla="*/ 12 w 118"/>
                <a:gd name="T121" fmla="*/ 28 h 116"/>
                <a:gd name="T122" fmla="*/ 7 w 118"/>
                <a:gd name="T123"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 h="116">
                  <a:moveTo>
                    <a:pt x="67" y="97"/>
                  </a:moveTo>
                  <a:cubicBezTo>
                    <a:pt x="67" y="96"/>
                    <a:pt x="68" y="95"/>
                    <a:pt x="68" y="94"/>
                  </a:cubicBezTo>
                  <a:cubicBezTo>
                    <a:pt x="76" y="90"/>
                    <a:pt x="76" y="90"/>
                    <a:pt x="76" y="90"/>
                  </a:cubicBezTo>
                  <a:cubicBezTo>
                    <a:pt x="76" y="90"/>
                    <a:pt x="76" y="90"/>
                    <a:pt x="76" y="90"/>
                  </a:cubicBezTo>
                  <a:cubicBezTo>
                    <a:pt x="76" y="90"/>
                    <a:pt x="76" y="90"/>
                    <a:pt x="76" y="91"/>
                  </a:cubicBezTo>
                  <a:cubicBezTo>
                    <a:pt x="67" y="97"/>
                    <a:pt x="67" y="97"/>
                    <a:pt x="67" y="97"/>
                  </a:cubicBezTo>
                  <a:moveTo>
                    <a:pt x="68" y="91"/>
                  </a:moveTo>
                  <a:cubicBezTo>
                    <a:pt x="68" y="89"/>
                    <a:pt x="68" y="87"/>
                    <a:pt x="68" y="86"/>
                  </a:cubicBezTo>
                  <a:cubicBezTo>
                    <a:pt x="76" y="82"/>
                    <a:pt x="76" y="82"/>
                    <a:pt x="76" y="82"/>
                  </a:cubicBezTo>
                  <a:cubicBezTo>
                    <a:pt x="76" y="84"/>
                    <a:pt x="76" y="86"/>
                    <a:pt x="76" y="87"/>
                  </a:cubicBezTo>
                  <a:cubicBezTo>
                    <a:pt x="76" y="87"/>
                    <a:pt x="76" y="87"/>
                    <a:pt x="75" y="87"/>
                  </a:cubicBezTo>
                  <a:cubicBezTo>
                    <a:pt x="75" y="87"/>
                    <a:pt x="75" y="87"/>
                    <a:pt x="75" y="87"/>
                  </a:cubicBezTo>
                  <a:cubicBezTo>
                    <a:pt x="68" y="91"/>
                    <a:pt x="68" y="91"/>
                    <a:pt x="68" y="91"/>
                  </a:cubicBezTo>
                  <a:moveTo>
                    <a:pt x="74" y="79"/>
                  </a:moveTo>
                  <a:cubicBezTo>
                    <a:pt x="75" y="79"/>
                    <a:pt x="75" y="78"/>
                    <a:pt x="76" y="78"/>
                  </a:cubicBezTo>
                  <a:cubicBezTo>
                    <a:pt x="76" y="78"/>
                    <a:pt x="76" y="78"/>
                    <a:pt x="76" y="78"/>
                  </a:cubicBezTo>
                  <a:cubicBezTo>
                    <a:pt x="76" y="78"/>
                    <a:pt x="76" y="79"/>
                    <a:pt x="76" y="79"/>
                  </a:cubicBezTo>
                  <a:cubicBezTo>
                    <a:pt x="75" y="79"/>
                    <a:pt x="75" y="79"/>
                    <a:pt x="75" y="79"/>
                  </a:cubicBezTo>
                  <a:cubicBezTo>
                    <a:pt x="68" y="83"/>
                    <a:pt x="68" y="83"/>
                    <a:pt x="68" y="83"/>
                  </a:cubicBezTo>
                  <a:cubicBezTo>
                    <a:pt x="68" y="82"/>
                    <a:pt x="68" y="82"/>
                    <a:pt x="68" y="82"/>
                  </a:cubicBezTo>
                  <a:cubicBezTo>
                    <a:pt x="74" y="79"/>
                    <a:pt x="74" y="79"/>
                    <a:pt x="74" y="79"/>
                  </a:cubicBezTo>
                  <a:cubicBezTo>
                    <a:pt x="74" y="79"/>
                    <a:pt x="74" y="79"/>
                    <a:pt x="74" y="79"/>
                  </a:cubicBezTo>
                  <a:moveTo>
                    <a:pt x="67" y="78"/>
                  </a:moveTo>
                  <a:cubicBezTo>
                    <a:pt x="67" y="78"/>
                    <a:pt x="67" y="78"/>
                    <a:pt x="67" y="78"/>
                  </a:cubicBezTo>
                  <a:cubicBezTo>
                    <a:pt x="67" y="77"/>
                    <a:pt x="67" y="77"/>
                    <a:pt x="67" y="76"/>
                  </a:cubicBezTo>
                  <a:cubicBezTo>
                    <a:pt x="70" y="76"/>
                    <a:pt x="73" y="75"/>
                    <a:pt x="76" y="74"/>
                  </a:cubicBezTo>
                  <a:cubicBezTo>
                    <a:pt x="76" y="74"/>
                    <a:pt x="76" y="75"/>
                    <a:pt x="76" y="75"/>
                  </a:cubicBezTo>
                  <a:cubicBezTo>
                    <a:pt x="75" y="75"/>
                    <a:pt x="75" y="75"/>
                    <a:pt x="75" y="75"/>
                  </a:cubicBezTo>
                  <a:cubicBezTo>
                    <a:pt x="75" y="75"/>
                    <a:pt x="75" y="75"/>
                    <a:pt x="74" y="75"/>
                  </a:cubicBezTo>
                  <a:cubicBezTo>
                    <a:pt x="67" y="78"/>
                    <a:pt x="67" y="78"/>
                    <a:pt x="67" y="78"/>
                  </a:cubicBezTo>
                  <a:moveTo>
                    <a:pt x="67" y="73"/>
                  </a:moveTo>
                  <a:cubicBezTo>
                    <a:pt x="67" y="73"/>
                    <a:pt x="67" y="72"/>
                    <a:pt x="67" y="72"/>
                  </a:cubicBezTo>
                  <a:cubicBezTo>
                    <a:pt x="75" y="68"/>
                    <a:pt x="75" y="68"/>
                    <a:pt x="75" y="68"/>
                  </a:cubicBezTo>
                  <a:cubicBezTo>
                    <a:pt x="75" y="68"/>
                    <a:pt x="75" y="68"/>
                    <a:pt x="75" y="68"/>
                  </a:cubicBezTo>
                  <a:cubicBezTo>
                    <a:pt x="75" y="69"/>
                    <a:pt x="75" y="70"/>
                    <a:pt x="75" y="70"/>
                  </a:cubicBezTo>
                  <a:cubicBezTo>
                    <a:pt x="75" y="71"/>
                    <a:pt x="75" y="71"/>
                    <a:pt x="75" y="71"/>
                  </a:cubicBezTo>
                  <a:cubicBezTo>
                    <a:pt x="73" y="72"/>
                    <a:pt x="70" y="73"/>
                    <a:pt x="67" y="73"/>
                  </a:cubicBezTo>
                  <a:moveTo>
                    <a:pt x="67" y="69"/>
                  </a:moveTo>
                  <a:cubicBezTo>
                    <a:pt x="67" y="67"/>
                    <a:pt x="67" y="65"/>
                    <a:pt x="67" y="63"/>
                  </a:cubicBezTo>
                  <a:cubicBezTo>
                    <a:pt x="67" y="63"/>
                    <a:pt x="67" y="62"/>
                    <a:pt x="67" y="62"/>
                  </a:cubicBezTo>
                  <a:cubicBezTo>
                    <a:pt x="75" y="58"/>
                    <a:pt x="75" y="58"/>
                    <a:pt x="75" y="58"/>
                  </a:cubicBezTo>
                  <a:cubicBezTo>
                    <a:pt x="75" y="61"/>
                    <a:pt x="75" y="63"/>
                    <a:pt x="75" y="65"/>
                  </a:cubicBezTo>
                  <a:cubicBezTo>
                    <a:pt x="74" y="65"/>
                    <a:pt x="74" y="65"/>
                    <a:pt x="74" y="65"/>
                  </a:cubicBezTo>
                  <a:cubicBezTo>
                    <a:pt x="67" y="69"/>
                    <a:pt x="67" y="69"/>
                    <a:pt x="67" y="69"/>
                  </a:cubicBezTo>
                  <a:moveTo>
                    <a:pt x="52" y="97"/>
                  </a:moveTo>
                  <a:cubicBezTo>
                    <a:pt x="53" y="79"/>
                    <a:pt x="53" y="78"/>
                    <a:pt x="52" y="65"/>
                  </a:cubicBezTo>
                  <a:cubicBezTo>
                    <a:pt x="52" y="63"/>
                    <a:pt x="51" y="60"/>
                    <a:pt x="51" y="56"/>
                  </a:cubicBezTo>
                  <a:cubicBezTo>
                    <a:pt x="53" y="55"/>
                    <a:pt x="55" y="55"/>
                    <a:pt x="57" y="55"/>
                  </a:cubicBezTo>
                  <a:cubicBezTo>
                    <a:pt x="59" y="55"/>
                    <a:pt x="62" y="55"/>
                    <a:pt x="63" y="57"/>
                  </a:cubicBezTo>
                  <a:cubicBezTo>
                    <a:pt x="64" y="58"/>
                    <a:pt x="64" y="59"/>
                    <a:pt x="64" y="61"/>
                  </a:cubicBezTo>
                  <a:cubicBezTo>
                    <a:pt x="64" y="61"/>
                    <a:pt x="64" y="61"/>
                    <a:pt x="64" y="62"/>
                  </a:cubicBezTo>
                  <a:cubicBezTo>
                    <a:pt x="64" y="62"/>
                    <a:pt x="64" y="62"/>
                    <a:pt x="64" y="62"/>
                  </a:cubicBezTo>
                  <a:cubicBezTo>
                    <a:pt x="64" y="62"/>
                    <a:pt x="64" y="63"/>
                    <a:pt x="64" y="63"/>
                  </a:cubicBezTo>
                  <a:cubicBezTo>
                    <a:pt x="64" y="66"/>
                    <a:pt x="64" y="68"/>
                    <a:pt x="64" y="70"/>
                  </a:cubicBezTo>
                  <a:cubicBezTo>
                    <a:pt x="64" y="71"/>
                    <a:pt x="63" y="71"/>
                    <a:pt x="64" y="72"/>
                  </a:cubicBezTo>
                  <a:cubicBezTo>
                    <a:pt x="64" y="73"/>
                    <a:pt x="64" y="73"/>
                    <a:pt x="64" y="73"/>
                  </a:cubicBezTo>
                  <a:cubicBezTo>
                    <a:pt x="64" y="75"/>
                    <a:pt x="64" y="77"/>
                    <a:pt x="64" y="78"/>
                  </a:cubicBezTo>
                  <a:cubicBezTo>
                    <a:pt x="64" y="78"/>
                    <a:pt x="65" y="79"/>
                    <a:pt x="65" y="80"/>
                  </a:cubicBezTo>
                  <a:cubicBezTo>
                    <a:pt x="64" y="80"/>
                    <a:pt x="64" y="81"/>
                    <a:pt x="64" y="82"/>
                  </a:cubicBezTo>
                  <a:cubicBezTo>
                    <a:pt x="65" y="82"/>
                    <a:pt x="65" y="82"/>
                    <a:pt x="65" y="82"/>
                  </a:cubicBezTo>
                  <a:cubicBezTo>
                    <a:pt x="65" y="84"/>
                    <a:pt x="65" y="87"/>
                    <a:pt x="65" y="92"/>
                  </a:cubicBezTo>
                  <a:cubicBezTo>
                    <a:pt x="65" y="92"/>
                    <a:pt x="65" y="92"/>
                    <a:pt x="65" y="92"/>
                  </a:cubicBezTo>
                  <a:cubicBezTo>
                    <a:pt x="64" y="92"/>
                    <a:pt x="64" y="93"/>
                    <a:pt x="64" y="94"/>
                  </a:cubicBezTo>
                  <a:cubicBezTo>
                    <a:pt x="65" y="95"/>
                    <a:pt x="65" y="95"/>
                    <a:pt x="65" y="95"/>
                  </a:cubicBezTo>
                  <a:cubicBezTo>
                    <a:pt x="65" y="95"/>
                    <a:pt x="64" y="96"/>
                    <a:pt x="64" y="97"/>
                  </a:cubicBezTo>
                  <a:cubicBezTo>
                    <a:pt x="63" y="97"/>
                    <a:pt x="62" y="97"/>
                    <a:pt x="62" y="97"/>
                  </a:cubicBezTo>
                  <a:cubicBezTo>
                    <a:pt x="60" y="97"/>
                    <a:pt x="59" y="97"/>
                    <a:pt x="58" y="97"/>
                  </a:cubicBezTo>
                  <a:cubicBezTo>
                    <a:pt x="57" y="96"/>
                    <a:pt x="56" y="96"/>
                    <a:pt x="55" y="96"/>
                  </a:cubicBezTo>
                  <a:cubicBezTo>
                    <a:pt x="54" y="96"/>
                    <a:pt x="53" y="96"/>
                    <a:pt x="52" y="97"/>
                  </a:cubicBezTo>
                  <a:moveTo>
                    <a:pt x="67" y="59"/>
                  </a:moveTo>
                  <a:cubicBezTo>
                    <a:pt x="66" y="58"/>
                    <a:pt x="66" y="57"/>
                    <a:pt x="65" y="56"/>
                  </a:cubicBezTo>
                  <a:cubicBezTo>
                    <a:pt x="65" y="55"/>
                    <a:pt x="65" y="55"/>
                    <a:pt x="65" y="55"/>
                  </a:cubicBezTo>
                  <a:cubicBezTo>
                    <a:pt x="75" y="49"/>
                    <a:pt x="75" y="49"/>
                    <a:pt x="75" y="49"/>
                  </a:cubicBezTo>
                  <a:cubicBezTo>
                    <a:pt x="75" y="51"/>
                    <a:pt x="75" y="53"/>
                    <a:pt x="75" y="55"/>
                  </a:cubicBezTo>
                  <a:cubicBezTo>
                    <a:pt x="67" y="59"/>
                    <a:pt x="67" y="59"/>
                    <a:pt x="67" y="59"/>
                  </a:cubicBezTo>
                  <a:moveTo>
                    <a:pt x="54" y="52"/>
                  </a:moveTo>
                  <a:cubicBezTo>
                    <a:pt x="56" y="51"/>
                    <a:pt x="58" y="50"/>
                    <a:pt x="60" y="49"/>
                  </a:cubicBezTo>
                  <a:cubicBezTo>
                    <a:pt x="58" y="50"/>
                    <a:pt x="58" y="50"/>
                    <a:pt x="58" y="50"/>
                  </a:cubicBezTo>
                  <a:cubicBezTo>
                    <a:pt x="58" y="51"/>
                    <a:pt x="58" y="51"/>
                    <a:pt x="58" y="52"/>
                  </a:cubicBezTo>
                  <a:cubicBezTo>
                    <a:pt x="57" y="52"/>
                    <a:pt x="57" y="52"/>
                    <a:pt x="57" y="52"/>
                  </a:cubicBezTo>
                  <a:cubicBezTo>
                    <a:pt x="56" y="52"/>
                    <a:pt x="55" y="52"/>
                    <a:pt x="54" y="52"/>
                  </a:cubicBezTo>
                  <a:moveTo>
                    <a:pt x="63" y="53"/>
                  </a:moveTo>
                  <a:cubicBezTo>
                    <a:pt x="62" y="53"/>
                    <a:pt x="61" y="53"/>
                    <a:pt x="60" y="52"/>
                  </a:cubicBezTo>
                  <a:cubicBezTo>
                    <a:pt x="67" y="47"/>
                    <a:pt x="67" y="47"/>
                    <a:pt x="67" y="47"/>
                  </a:cubicBezTo>
                  <a:cubicBezTo>
                    <a:pt x="69" y="46"/>
                    <a:pt x="71" y="46"/>
                    <a:pt x="73" y="46"/>
                  </a:cubicBezTo>
                  <a:cubicBezTo>
                    <a:pt x="74" y="46"/>
                    <a:pt x="74" y="46"/>
                    <a:pt x="74" y="46"/>
                  </a:cubicBezTo>
                  <a:cubicBezTo>
                    <a:pt x="63" y="53"/>
                    <a:pt x="63" y="53"/>
                    <a:pt x="63" y="53"/>
                  </a:cubicBezTo>
                  <a:moveTo>
                    <a:pt x="74" y="43"/>
                  </a:moveTo>
                  <a:cubicBezTo>
                    <a:pt x="71" y="43"/>
                    <a:pt x="69" y="43"/>
                    <a:pt x="66" y="44"/>
                  </a:cubicBezTo>
                  <a:cubicBezTo>
                    <a:pt x="65" y="44"/>
                    <a:pt x="65" y="44"/>
                    <a:pt x="65" y="44"/>
                  </a:cubicBezTo>
                  <a:cubicBezTo>
                    <a:pt x="59" y="45"/>
                    <a:pt x="53" y="49"/>
                    <a:pt x="48" y="54"/>
                  </a:cubicBezTo>
                  <a:cubicBezTo>
                    <a:pt x="47" y="54"/>
                    <a:pt x="47" y="55"/>
                    <a:pt x="48" y="56"/>
                  </a:cubicBezTo>
                  <a:cubicBezTo>
                    <a:pt x="48" y="60"/>
                    <a:pt x="49" y="63"/>
                    <a:pt x="49" y="65"/>
                  </a:cubicBezTo>
                  <a:cubicBezTo>
                    <a:pt x="50" y="79"/>
                    <a:pt x="50" y="80"/>
                    <a:pt x="49" y="99"/>
                  </a:cubicBezTo>
                  <a:cubicBezTo>
                    <a:pt x="49" y="100"/>
                    <a:pt x="50" y="101"/>
                    <a:pt x="50" y="101"/>
                  </a:cubicBezTo>
                  <a:cubicBezTo>
                    <a:pt x="51" y="101"/>
                    <a:pt x="51" y="101"/>
                    <a:pt x="51" y="101"/>
                  </a:cubicBezTo>
                  <a:cubicBezTo>
                    <a:pt x="51" y="101"/>
                    <a:pt x="52" y="101"/>
                    <a:pt x="52" y="100"/>
                  </a:cubicBezTo>
                  <a:cubicBezTo>
                    <a:pt x="52" y="100"/>
                    <a:pt x="53" y="99"/>
                    <a:pt x="55" y="99"/>
                  </a:cubicBezTo>
                  <a:cubicBezTo>
                    <a:pt x="55" y="99"/>
                    <a:pt x="56" y="99"/>
                    <a:pt x="57" y="100"/>
                  </a:cubicBezTo>
                  <a:cubicBezTo>
                    <a:pt x="59" y="100"/>
                    <a:pt x="60" y="100"/>
                    <a:pt x="62" y="100"/>
                  </a:cubicBezTo>
                  <a:cubicBezTo>
                    <a:pt x="63" y="100"/>
                    <a:pt x="64" y="100"/>
                    <a:pt x="65" y="100"/>
                  </a:cubicBezTo>
                  <a:cubicBezTo>
                    <a:pt x="65" y="100"/>
                    <a:pt x="65" y="100"/>
                    <a:pt x="65" y="100"/>
                  </a:cubicBezTo>
                  <a:cubicBezTo>
                    <a:pt x="65" y="100"/>
                    <a:pt x="66" y="101"/>
                    <a:pt x="66" y="101"/>
                  </a:cubicBezTo>
                  <a:cubicBezTo>
                    <a:pt x="67" y="100"/>
                    <a:pt x="67" y="100"/>
                    <a:pt x="67" y="100"/>
                  </a:cubicBezTo>
                  <a:cubicBezTo>
                    <a:pt x="79" y="93"/>
                    <a:pt x="79" y="93"/>
                    <a:pt x="79" y="93"/>
                  </a:cubicBezTo>
                  <a:cubicBezTo>
                    <a:pt x="79" y="93"/>
                    <a:pt x="79" y="92"/>
                    <a:pt x="79" y="92"/>
                  </a:cubicBezTo>
                  <a:cubicBezTo>
                    <a:pt x="79" y="79"/>
                    <a:pt x="79" y="74"/>
                    <a:pt x="78" y="68"/>
                  </a:cubicBezTo>
                  <a:cubicBezTo>
                    <a:pt x="78" y="63"/>
                    <a:pt x="78" y="58"/>
                    <a:pt x="78" y="47"/>
                  </a:cubicBezTo>
                  <a:cubicBezTo>
                    <a:pt x="78" y="46"/>
                    <a:pt x="78" y="46"/>
                    <a:pt x="78" y="45"/>
                  </a:cubicBezTo>
                  <a:cubicBezTo>
                    <a:pt x="77" y="45"/>
                    <a:pt x="77" y="45"/>
                    <a:pt x="77" y="45"/>
                  </a:cubicBezTo>
                  <a:cubicBezTo>
                    <a:pt x="77" y="44"/>
                    <a:pt x="77" y="44"/>
                    <a:pt x="77" y="44"/>
                  </a:cubicBezTo>
                  <a:cubicBezTo>
                    <a:pt x="77" y="44"/>
                    <a:pt x="77" y="43"/>
                    <a:pt x="76" y="43"/>
                  </a:cubicBezTo>
                  <a:cubicBezTo>
                    <a:pt x="75" y="43"/>
                    <a:pt x="74" y="43"/>
                    <a:pt x="74" y="43"/>
                  </a:cubicBezTo>
                  <a:moveTo>
                    <a:pt x="36" y="97"/>
                  </a:moveTo>
                  <a:cubicBezTo>
                    <a:pt x="37" y="95"/>
                    <a:pt x="37" y="93"/>
                    <a:pt x="37" y="92"/>
                  </a:cubicBezTo>
                  <a:cubicBezTo>
                    <a:pt x="37" y="86"/>
                    <a:pt x="37" y="86"/>
                    <a:pt x="37" y="86"/>
                  </a:cubicBezTo>
                  <a:cubicBezTo>
                    <a:pt x="45" y="82"/>
                    <a:pt x="45" y="82"/>
                    <a:pt x="45" y="82"/>
                  </a:cubicBezTo>
                  <a:cubicBezTo>
                    <a:pt x="45" y="91"/>
                    <a:pt x="45" y="91"/>
                    <a:pt x="45" y="91"/>
                  </a:cubicBezTo>
                  <a:cubicBezTo>
                    <a:pt x="36" y="97"/>
                    <a:pt x="36" y="97"/>
                    <a:pt x="36" y="97"/>
                  </a:cubicBezTo>
                  <a:moveTo>
                    <a:pt x="37" y="83"/>
                  </a:moveTo>
                  <a:cubicBezTo>
                    <a:pt x="37" y="76"/>
                    <a:pt x="37" y="76"/>
                    <a:pt x="37" y="76"/>
                  </a:cubicBezTo>
                  <a:cubicBezTo>
                    <a:pt x="40" y="76"/>
                    <a:pt x="42" y="75"/>
                    <a:pt x="45" y="74"/>
                  </a:cubicBezTo>
                  <a:cubicBezTo>
                    <a:pt x="45" y="79"/>
                    <a:pt x="45" y="79"/>
                    <a:pt x="45" y="79"/>
                  </a:cubicBezTo>
                  <a:cubicBezTo>
                    <a:pt x="44" y="79"/>
                    <a:pt x="44" y="79"/>
                    <a:pt x="44" y="79"/>
                  </a:cubicBezTo>
                  <a:cubicBezTo>
                    <a:pt x="37" y="83"/>
                    <a:pt x="37" y="83"/>
                    <a:pt x="37" y="83"/>
                  </a:cubicBezTo>
                  <a:moveTo>
                    <a:pt x="37" y="73"/>
                  </a:moveTo>
                  <a:cubicBezTo>
                    <a:pt x="37" y="67"/>
                    <a:pt x="37" y="67"/>
                    <a:pt x="37" y="67"/>
                  </a:cubicBezTo>
                  <a:cubicBezTo>
                    <a:pt x="45" y="63"/>
                    <a:pt x="45" y="63"/>
                    <a:pt x="45" y="63"/>
                  </a:cubicBezTo>
                  <a:cubicBezTo>
                    <a:pt x="45" y="71"/>
                    <a:pt x="45" y="71"/>
                    <a:pt x="45" y="71"/>
                  </a:cubicBezTo>
                  <a:cubicBezTo>
                    <a:pt x="44" y="71"/>
                    <a:pt x="44" y="71"/>
                    <a:pt x="44" y="71"/>
                  </a:cubicBezTo>
                  <a:cubicBezTo>
                    <a:pt x="42" y="72"/>
                    <a:pt x="39" y="73"/>
                    <a:pt x="37" y="73"/>
                  </a:cubicBezTo>
                  <a:moveTo>
                    <a:pt x="43" y="52"/>
                  </a:moveTo>
                  <a:cubicBezTo>
                    <a:pt x="44" y="52"/>
                    <a:pt x="44" y="51"/>
                    <a:pt x="44" y="51"/>
                  </a:cubicBezTo>
                  <a:cubicBezTo>
                    <a:pt x="45" y="60"/>
                    <a:pt x="45" y="60"/>
                    <a:pt x="45" y="60"/>
                  </a:cubicBezTo>
                  <a:cubicBezTo>
                    <a:pt x="44" y="60"/>
                    <a:pt x="44" y="60"/>
                    <a:pt x="44" y="60"/>
                  </a:cubicBezTo>
                  <a:cubicBezTo>
                    <a:pt x="37" y="64"/>
                    <a:pt x="37" y="64"/>
                    <a:pt x="37" y="64"/>
                  </a:cubicBezTo>
                  <a:cubicBezTo>
                    <a:pt x="36" y="55"/>
                    <a:pt x="36" y="55"/>
                    <a:pt x="36" y="55"/>
                  </a:cubicBezTo>
                  <a:cubicBezTo>
                    <a:pt x="43" y="51"/>
                    <a:pt x="43" y="51"/>
                    <a:pt x="43" y="51"/>
                  </a:cubicBezTo>
                  <a:cubicBezTo>
                    <a:pt x="43" y="52"/>
                    <a:pt x="43" y="52"/>
                    <a:pt x="43" y="52"/>
                  </a:cubicBezTo>
                  <a:moveTo>
                    <a:pt x="36" y="51"/>
                  </a:moveTo>
                  <a:cubicBezTo>
                    <a:pt x="36" y="45"/>
                    <a:pt x="36" y="45"/>
                    <a:pt x="36" y="45"/>
                  </a:cubicBezTo>
                  <a:cubicBezTo>
                    <a:pt x="44" y="41"/>
                    <a:pt x="44" y="41"/>
                    <a:pt x="44" y="41"/>
                  </a:cubicBezTo>
                  <a:cubicBezTo>
                    <a:pt x="44" y="48"/>
                    <a:pt x="44" y="48"/>
                    <a:pt x="44" y="48"/>
                  </a:cubicBezTo>
                  <a:cubicBezTo>
                    <a:pt x="44" y="48"/>
                    <a:pt x="44" y="48"/>
                    <a:pt x="44" y="48"/>
                  </a:cubicBezTo>
                  <a:cubicBezTo>
                    <a:pt x="36" y="51"/>
                    <a:pt x="36" y="51"/>
                    <a:pt x="36" y="51"/>
                  </a:cubicBezTo>
                  <a:moveTo>
                    <a:pt x="36" y="42"/>
                  </a:moveTo>
                  <a:cubicBezTo>
                    <a:pt x="36" y="36"/>
                    <a:pt x="36" y="36"/>
                    <a:pt x="36" y="36"/>
                  </a:cubicBezTo>
                  <a:cubicBezTo>
                    <a:pt x="36" y="36"/>
                    <a:pt x="36" y="35"/>
                    <a:pt x="36" y="35"/>
                  </a:cubicBezTo>
                  <a:cubicBezTo>
                    <a:pt x="44" y="31"/>
                    <a:pt x="44" y="31"/>
                    <a:pt x="44" y="31"/>
                  </a:cubicBezTo>
                  <a:cubicBezTo>
                    <a:pt x="44" y="38"/>
                    <a:pt x="44" y="38"/>
                    <a:pt x="44" y="38"/>
                  </a:cubicBezTo>
                  <a:cubicBezTo>
                    <a:pt x="43" y="38"/>
                    <a:pt x="43" y="38"/>
                    <a:pt x="43" y="38"/>
                  </a:cubicBezTo>
                  <a:cubicBezTo>
                    <a:pt x="36" y="42"/>
                    <a:pt x="36" y="42"/>
                    <a:pt x="36" y="42"/>
                  </a:cubicBezTo>
                  <a:moveTo>
                    <a:pt x="21" y="97"/>
                  </a:moveTo>
                  <a:cubicBezTo>
                    <a:pt x="23" y="74"/>
                    <a:pt x="22" y="51"/>
                    <a:pt x="20" y="29"/>
                  </a:cubicBezTo>
                  <a:cubicBezTo>
                    <a:pt x="22" y="28"/>
                    <a:pt x="24" y="28"/>
                    <a:pt x="26" y="28"/>
                  </a:cubicBezTo>
                  <a:cubicBezTo>
                    <a:pt x="28" y="28"/>
                    <a:pt x="31" y="28"/>
                    <a:pt x="32" y="30"/>
                  </a:cubicBezTo>
                  <a:cubicBezTo>
                    <a:pt x="33" y="31"/>
                    <a:pt x="33" y="32"/>
                    <a:pt x="33" y="34"/>
                  </a:cubicBezTo>
                  <a:cubicBezTo>
                    <a:pt x="33" y="34"/>
                    <a:pt x="33" y="34"/>
                    <a:pt x="33" y="35"/>
                  </a:cubicBezTo>
                  <a:cubicBezTo>
                    <a:pt x="33" y="35"/>
                    <a:pt x="33" y="35"/>
                    <a:pt x="33" y="35"/>
                  </a:cubicBezTo>
                  <a:cubicBezTo>
                    <a:pt x="33" y="35"/>
                    <a:pt x="33" y="36"/>
                    <a:pt x="33" y="36"/>
                  </a:cubicBezTo>
                  <a:cubicBezTo>
                    <a:pt x="33" y="43"/>
                    <a:pt x="33" y="43"/>
                    <a:pt x="33" y="43"/>
                  </a:cubicBezTo>
                  <a:cubicBezTo>
                    <a:pt x="33" y="44"/>
                    <a:pt x="32" y="44"/>
                    <a:pt x="33" y="45"/>
                  </a:cubicBezTo>
                  <a:cubicBezTo>
                    <a:pt x="33" y="46"/>
                    <a:pt x="33" y="46"/>
                    <a:pt x="33" y="46"/>
                  </a:cubicBezTo>
                  <a:cubicBezTo>
                    <a:pt x="33" y="53"/>
                    <a:pt x="33" y="53"/>
                    <a:pt x="33" y="53"/>
                  </a:cubicBezTo>
                  <a:cubicBezTo>
                    <a:pt x="33" y="53"/>
                    <a:pt x="33" y="54"/>
                    <a:pt x="33" y="55"/>
                  </a:cubicBezTo>
                  <a:cubicBezTo>
                    <a:pt x="33" y="55"/>
                    <a:pt x="33" y="55"/>
                    <a:pt x="33" y="55"/>
                  </a:cubicBezTo>
                  <a:cubicBezTo>
                    <a:pt x="34" y="65"/>
                    <a:pt x="34" y="65"/>
                    <a:pt x="34" y="65"/>
                  </a:cubicBezTo>
                  <a:cubicBezTo>
                    <a:pt x="33" y="66"/>
                    <a:pt x="33" y="66"/>
                    <a:pt x="33" y="67"/>
                  </a:cubicBezTo>
                  <a:cubicBezTo>
                    <a:pt x="34" y="67"/>
                    <a:pt x="34" y="67"/>
                    <a:pt x="34" y="67"/>
                  </a:cubicBezTo>
                  <a:cubicBezTo>
                    <a:pt x="34" y="92"/>
                    <a:pt x="34" y="92"/>
                    <a:pt x="34" y="92"/>
                  </a:cubicBezTo>
                  <a:cubicBezTo>
                    <a:pt x="34" y="94"/>
                    <a:pt x="34" y="96"/>
                    <a:pt x="33" y="97"/>
                  </a:cubicBezTo>
                  <a:cubicBezTo>
                    <a:pt x="32" y="97"/>
                    <a:pt x="32" y="97"/>
                    <a:pt x="31" y="97"/>
                  </a:cubicBezTo>
                  <a:cubicBezTo>
                    <a:pt x="30" y="97"/>
                    <a:pt x="28" y="97"/>
                    <a:pt x="27" y="97"/>
                  </a:cubicBezTo>
                  <a:cubicBezTo>
                    <a:pt x="26" y="97"/>
                    <a:pt x="25" y="96"/>
                    <a:pt x="24" y="96"/>
                  </a:cubicBezTo>
                  <a:cubicBezTo>
                    <a:pt x="23" y="96"/>
                    <a:pt x="22" y="97"/>
                    <a:pt x="21" y="97"/>
                  </a:cubicBezTo>
                  <a:moveTo>
                    <a:pt x="36" y="32"/>
                  </a:moveTo>
                  <a:cubicBezTo>
                    <a:pt x="35" y="31"/>
                    <a:pt x="35" y="30"/>
                    <a:pt x="34" y="29"/>
                  </a:cubicBezTo>
                  <a:cubicBezTo>
                    <a:pt x="34" y="28"/>
                    <a:pt x="34" y="28"/>
                    <a:pt x="34" y="28"/>
                  </a:cubicBezTo>
                  <a:cubicBezTo>
                    <a:pt x="44" y="22"/>
                    <a:pt x="44" y="22"/>
                    <a:pt x="44" y="22"/>
                  </a:cubicBezTo>
                  <a:cubicBezTo>
                    <a:pt x="44" y="28"/>
                    <a:pt x="44" y="28"/>
                    <a:pt x="44" y="28"/>
                  </a:cubicBezTo>
                  <a:cubicBezTo>
                    <a:pt x="36" y="32"/>
                    <a:pt x="36" y="32"/>
                    <a:pt x="36" y="32"/>
                  </a:cubicBezTo>
                  <a:moveTo>
                    <a:pt x="23" y="25"/>
                  </a:moveTo>
                  <a:cubicBezTo>
                    <a:pt x="25" y="24"/>
                    <a:pt x="27" y="23"/>
                    <a:pt x="29" y="22"/>
                  </a:cubicBezTo>
                  <a:cubicBezTo>
                    <a:pt x="27" y="23"/>
                    <a:pt x="27" y="23"/>
                    <a:pt x="27" y="23"/>
                  </a:cubicBezTo>
                  <a:cubicBezTo>
                    <a:pt x="27" y="24"/>
                    <a:pt x="27" y="24"/>
                    <a:pt x="27" y="25"/>
                  </a:cubicBezTo>
                  <a:cubicBezTo>
                    <a:pt x="26" y="25"/>
                    <a:pt x="26" y="25"/>
                    <a:pt x="26" y="25"/>
                  </a:cubicBezTo>
                  <a:cubicBezTo>
                    <a:pt x="25" y="25"/>
                    <a:pt x="24" y="25"/>
                    <a:pt x="23" y="25"/>
                  </a:cubicBezTo>
                  <a:moveTo>
                    <a:pt x="32" y="26"/>
                  </a:moveTo>
                  <a:cubicBezTo>
                    <a:pt x="31" y="26"/>
                    <a:pt x="30" y="26"/>
                    <a:pt x="30" y="25"/>
                  </a:cubicBezTo>
                  <a:cubicBezTo>
                    <a:pt x="36" y="20"/>
                    <a:pt x="36" y="20"/>
                    <a:pt x="36" y="20"/>
                  </a:cubicBezTo>
                  <a:cubicBezTo>
                    <a:pt x="38" y="19"/>
                    <a:pt x="40" y="19"/>
                    <a:pt x="43" y="19"/>
                  </a:cubicBezTo>
                  <a:cubicBezTo>
                    <a:pt x="43" y="19"/>
                    <a:pt x="43" y="19"/>
                    <a:pt x="43" y="19"/>
                  </a:cubicBezTo>
                  <a:cubicBezTo>
                    <a:pt x="32" y="26"/>
                    <a:pt x="32" y="26"/>
                    <a:pt x="32" y="26"/>
                  </a:cubicBezTo>
                  <a:moveTo>
                    <a:pt x="43" y="16"/>
                  </a:moveTo>
                  <a:cubicBezTo>
                    <a:pt x="40" y="16"/>
                    <a:pt x="38" y="16"/>
                    <a:pt x="35" y="17"/>
                  </a:cubicBezTo>
                  <a:cubicBezTo>
                    <a:pt x="34" y="17"/>
                    <a:pt x="34" y="17"/>
                    <a:pt x="34" y="17"/>
                  </a:cubicBezTo>
                  <a:cubicBezTo>
                    <a:pt x="28" y="18"/>
                    <a:pt x="22" y="22"/>
                    <a:pt x="17" y="27"/>
                  </a:cubicBezTo>
                  <a:cubicBezTo>
                    <a:pt x="17" y="27"/>
                    <a:pt x="17" y="28"/>
                    <a:pt x="17" y="29"/>
                  </a:cubicBezTo>
                  <a:cubicBezTo>
                    <a:pt x="19" y="52"/>
                    <a:pt x="20" y="76"/>
                    <a:pt x="18" y="99"/>
                  </a:cubicBezTo>
                  <a:cubicBezTo>
                    <a:pt x="18" y="100"/>
                    <a:pt x="19" y="101"/>
                    <a:pt x="19" y="101"/>
                  </a:cubicBezTo>
                  <a:cubicBezTo>
                    <a:pt x="20" y="101"/>
                    <a:pt x="20" y="101"/>
                    <a:pt x="20" y="101"/>
                  </a:cubicBezTo>
                  <a:cubicBezTo>
                    <a:pt x="20" y="101"/>
                    <a:pt x="21" y="101"/>
                    <a:pt x="21" y="100"/>
                  </a:cubicBezTo>
                  <a:cubicBezTo>
                    <a:pt x="21" y="100"/>
                    <a:pt x="22" y="99"/>
                    <a:pt x="24" y="99"/>
                  </a:cubicBezTo>
                  <a:cubicBezTo>
                    <a:pt x="24" y="99"/>
                    <a:pt x="25" y="99"/>
                    <a:pt x="26" y="100"/>
                  </a:cubicBezTo>
                  <a:cubicBezTo>
                    <a:pt x="28" y="100"/>
                    <a:pt x="29" y="100"/>
                    <a:pt x="31" y="100"/>
                  </a:cubicBezTo>
                  <a:cubicBezTo>
                    <a:pt x="32" y="100"/>
                    <a:pt x="33" y="100"/>
                    <a:pt x="34" y="100"/>
                  </a:cubicBezTo>
                  <a:cubicBezTo>
                    <a:pt x="34" y="100"/>
                    <a:pt x="34" y="100"/>
                    <a:pt x="34" y="100"/>
                  </a:cubicBezTo>
                  <a:cubicBezTo>
                    <a:pt x="34" y="100"/>
                    <a:pt x="35" y="101"/>
                    <a:pt x="35" y="101"/>
                  </a:cubicBezTo>
                  <a:cubicBezTo>
                    <a:pt x="36" y="100"/>
                    <a:pt x="36" y="100"/>
                    <a:pt x="36" y="100"/>
                  </a:cubicBezTo>
                  <a:cubicBezTo>
                    <a:pt x="48" y="93"/>
                    <a:pt x="48" y="93"/>
                    <a:pt x="48" y="93"/>
                  </a:cubicBezTo>
                  <a:cubicBezTo>
                    <a:pt x="48" y="93"/>
                    <a:pt x="48" y="92"/>
                    <a:pt x="48" y="92"/>
                  </a:cubicBezTo>
                  <a:cubicBezTo>
                    <a:pt x="47" y="20"/>
                    <a:pt x="47" y="20"/>
                    <a:pt x="47" y="20"/>
                  </a:cubicBezTo>
                  <a:cubicBezTo>
                    <a:pt x="47" y="19"/>
                    <a:pt x="47" y="19"/>
                    <a:pt x="47" y="18"/>
                  </a:cubicBezTo>
                  <a:cubicBezTo>
                    <a:pt x="47" y="18"/>
                    <a:pt x="47" y="18"/>
                    <a:pt x="47" y="18"/>
                  </a:cubicBezTo>
                  <a:cubicBezTo>
                    <a:pt x="47" y="17"/>
                    <a:pt x="47" y="17"/>
                    <a:pt x="47" y="17"/>
                  </a:cubicBezTo>
                  <a:cubicBezTo>
                    <a:pt x="47" y="17"/>
                    <a:pt x="46" y="16"/>
                    <a:pt x="45" y="16"/>
                  </a:cubicBezTo>
                  <a:cubicBezTo>
                    <a:pt x="44" y="16"/>
                    <a:pt x="44" y="16"/>
                    <a:pt x="43" y="16"/>
                  </a:cubicBezTo>
                  <a:moveTo>
                    <a:pt x="105" y="97"/>
                  </a:moveTo>
                  <a:cubicBezTo>
                    <a:pt x="106" y="95"/>
                    <a:pt x="106" y="94"/>
                    <a:pt x="106" y="92"/>
                  </a:cubicBezTo>
                  <a:cubicBezTo>
                    <a:pt x="106" y="86"/>
                    <a:pt x="106" y="86"/>
                    <a:pt x="106" y="86"/>
                  </a:cubicBezTo>
                  <a:cubicBezTo>
                    <a:pt x="114" y="82"/>
                    <a:pt x="114" y="82"/>
                    <a:pt x="114" y="82"/>
                  </a:cubicBezTo>
                  <a:cubicBezTo>
                    <a:pt x="114" y="91"/>
                    <a:pt x="114" y="91"/>
                    <a:pt x="114" y="91"/>
                  </a:cubicBezTo>
                  <a:cubicBezTo>
                    <a:pt x="105" y="97"/>
                    <a:pt x="105" y="97"/>
                    <a:pt x="105" y="97"/>
                  </a:cubicBezTo>
                  <a:moveTo>
                    <a:pt x="106" y="83"/>
                  </a:moveTo>
                  <a:cubicBezTo>
                    <a:pt x="106" y="76"/>
                    <a:pt x="106" y="76"/>
                    <a:pt x="106" y="76"/>
                  </a:cubicBezTo>
                  <a:cubicBezTo>
                    <a:pt x="109" y="76"/>
                    <a:pt x="111" y="75"/>
                    <a:pt x="114" y="74"/>
                  </a:cubicBezTo>
                  <a:cubicBezTo>
                    <a:pt x="114" y="79"/>
                    <a:pt x="114" y="79"/>
                    <a:pt x="114" y="79"/>
                  </a:cubicBezTo>
                  <a:cubicBezTo>
                    <a:pt x="114" y="79"/>
                    <a:pt x="114" y="79"/>
                    <a:pt x="114" y="79"/>
                  </a:cubicBezTo>
                  <a:cubicBezTo>
                    <a:pt x="106" y="83"/>
                    <a:pt x="106" y="83"/>
                    <a:pt x="106" y="83"/>
                  </a:cubicBezTo>
                  <a:moveTo>
                    <a:pt x="106" y="73"/>
                  </a:moveTo>
                  <a:cubicBezTo>
                    <a:pt x="106" y="67"/>
                    <a:pt x="106" y="67"/>
                    <a:pt x="106" y="67"/>
                  </a:cubicBezTo>
                  <a:cubicBezTo>
                    <a:pt x="114" y="63"/>
                    <a:pt x="114" y="63"/>
                    <a:pt x="114" y="63"/>
                  </a:cubicBezTo>
                  <a:cubicBezTo>
                    <a:pt x="114" y="71"/>
                    <a:pt x="114" y="71"/>
                    <a:pt x="114" y="71"/>
                  </a:cubicBezTo>
                  <a:cubicBezTo>
                    <a:pt x="113" y="71"/>
                    <a:pt x="113" y="71"/>
                    <a:pt x="113" y="71"/>
                  </a:cubicBezTo>
                  <a:cubicBezTo>
                    <a:pt x="111" y="72"/>
                    <a:pt x="108" y="73"/>
                    <a:pt x="106" y="73"/>
                  </a:cubicBezTo>
                  <a:moveTo>
                    <a:pt x="113" y="52"/>
                  </a:moveTo>
                  <a:cubicBezTo>
                    <a:pt x="113" y="52"/>
                    <a:pt x="113" y="51"/>
                    <a:pt x="113" y="51"/>
                  </a:cubicBezTo>
                  <a:cubicBezTo>
                    <a:pt x="114" y="60"/>
                    <a:pt x="114" y="60"/>
                    <a:pt x="114" y="60"/>
                  </a:cubicBezTo>
                  <a:cubicBezTo>
                    <a:pt x="113" y="60"/>
                    <a:pt x="113" y="60"/>
                    <a:pt x="113" y="60"/>
                  </a:cubicBezTo>
                  <a:cubicBezTo>
                    <a:pt x="106" y="64"/>
                    <a:pt x="106" y="64"/>
                    <a:pt x="106" y="64"/>
                  </a:cubicBezTo>
                  <a:cubicBezTo>
                    <a:pt x="106" y="55"/>
                    <a:pt x="106" y="55"/>
                    <a:pt x="106" y="55"/>
                  </a:cubicBezTo>
                  <a:cubicBezTo>
                    <a:pt x="112" y="51"/>
                    <a:pt x="112" y="51"/>
                    <a:pt x="112" y="51"/>
                  </a:cubicBezTo>
                  <a:cubicBezTo>
                    <a:pt x="112" y="52"/>
                    <a:pt x="113" y="52"/>
                    <a:pt x="113" y="52"/>
                  </a:cubicBezTo>
                  <a:moveTo>
                    <a:pt x="105" y="51"/>
                  </a:moveTo>
                  <a:cubicBezTo>
                    <a:pt x="105" y="45"/>
                    <a:pt x="105" y="45"/>
                    <a:pt x="105" y="45"/>
                  </a:cubicBezTo>
                  <a:cubicBezTo>
                    <a:pt x="113" y="41"/>
                    <a:pt x="113" y="41"/>
                    <a:pt x="113" y="41"/>
                  </a:cubicBezTo>
                  <a:cubicBezTo>
                    <a:pt x="113" y="48"/>
                    <a:pt x="113" y="48"/>
                    <a:pt x="113" y="48"/>
                  </a:cubicBezTo>
                  <a:cubicBezTo>
                    <a:pt x="113" y="48"/>
                    <a:pt x="113" y="48"/>
                    <a:pt x="113" y="48"/>
                  </a:cubicBezTo>
                  <a:cubicBezTo>
                    <a:pt x="105" y="51"/>
                    <a:pt x="105" y="51"/>
                    <a:pt x="105" y="51"/>
                  </a:cubicBezTo>
                  <a:moveTo>
                    <a:pt x="105" y="42"/>
                  </a:moveTo>
                  <a:cubicBezTo>
                    <a:pt x="105" y="36"/>
                    <a:pt x="105" y="36"/>
                    <a:pt x="105" y="36"/>
                  </a:cubicBezTo>
                  <a:cubicBezTo>
                    <a:pt x="105" y="36"/>
                    <a:pt x="105" y="35"/>
                    <a:pt x="105" y="35"/>
                  </a:cubicBezTo>
                  <a:cubicBezTo>
                    <a:pt x="113" y="31"/>
                    <a:pt x="113" y="31"/>
                    <a:pt x="113" y="31"/>
                  </a:cubicBezTo>
                  <a:cubicBezTo>
                    <a:pt x="113" y="38"/>
                    <a:pt x="113" y="38"/>
                    <a:pt x="113" y="38"/>
                  </a:cubicBezTo>
                  <a:cubicBezTo>
                    <a:pt x="112" y="38"/>
                    <a:pt x="112" y="38"/>
                    <a:pt x="112" y="38"/>
                  </a:cubicBezTo>
                  <a:cubicBezTo>
                    <a:pt x="105" y="42"/>
                    <a:pt x="105" y="42"/>
                    <a:pt x="105" y="42"/>
                  </a:cubicBezTo>
                  <a:moveTo>
                    <a:pt x="91" y="97"/>
                  </a:moveTo>
                  <a:cubicBezTo>
                    <a:pt x="92" y="74"/>
                    <a:pt x="91" y="51"/>
                    <a:pt x="89" y="29"/>
                  </a:cubicBezTo>
                  <a:cubicBezTo>
                    <a:pt x="91" y="28"/>
                    <a:pt x="93" y="28"/>
                    <a:pt x="95" y="28"/>
                  </a:cubicBezTo>
                  <a:cubicBezTo>
                    <a:pt x="97" y="28"/>
                    <a:pt x="100" y="28"/>
                    <a:pt x="101" y="30"/>
                  </a:cubicBezTo>
                  <a:cubicBezTo>
                    <a:pt x="102" y="31"/>
                    <a:pt x="102" y="32"/>
                    <a:pt x="102" y="34"/>
                  </a:cubicBezTo>
                  <a:cubicBezTo>
                    <a:pt x="102" y="34"/>
                    <a:pt x="102" y="34"/>
                    <a:pt x="102" y="35"/>
                  </a:cubicBezTo>
                  <a:cubicBezTo>
                    <a:pt x="102" y="35"/>
                    <a:pt x="102" y="35"/>
                    <a:pt x="102" y="35"/>
                  </a:cubicBezTo>
                  <a:cubicBezTo>
                    <a:pt x="102" y="35"/>
                    <a:pt x="102" y="36"/>
                    <a:pt x="102" y="36"/>
                  </a:cubicBezTo>
                  <a:cubicBezTo>
                    <a:pt x="102" y="43"/>
                    <a:pt x="102" y="43"/>
                    <a:pt x="102" y="43"/>
                  </a:cubicBezTo>
                  <a:cubicBezTo>
                    <a:pt x="102" y="44"/>
                    <a:pt x="102" y="44"/>
                    <a:pt x="102" y="45"/>
                  </a:cubicBezTo>
                  <a:cubicBezTo>
                    <a:pt x="102" y="46"/>
                    <a:pt x="102" y="46"/>
                    <a:pt x="102" y="46"/>
                  </a:cubicBezTo>
                  <a:cubicBezTo>
                    <a:pt x="103" y="53"/>
                    <a:pt x="103" y="53"/>
                    <a:pt x="103" y="53"/>
                  </a:cubicBezTo>
                  <a:cubicBezTo>
                    <a:pt x="102" y="53"/>
                    <a:pt x="102" y="54"/>
                    <a:pt x="102" y="55"/>
                  </a:cubicBezTo>
                  <a:cubicBezTo>
                    <a:pt x="103" y="55"/>
                    <a:pt x="103" y="55"/>
                    <a:pt x="103" y="55"/>
                  </a:cubicBezTo>
                  <a:cubicBezTo>
                    <a:pt x="103" y="65"/>
                    <a:pt x="103" y="65"/>
                    <a:pt x="103" y="65"/>
                  </a:cubicBezTo>
                  <a:cubicBezTo>
                    <a:pt x="102" y="66"/>
                    <a:pt x="102" y="66"/>
                    <a:pt x="102" y="67"/>
                  </a:cubicBezTo>
                  <a:cubicBezTo>
                    <a:pt x="103" y="67"/>
                    <a:pt x="103" y="67"/>
                    <a:pt x="103" y="67"/>
                  </a:cubicBezTo>
                  <a:cubicBezTo>
                    <a:pt x="103" y="92"/>
                    <a:pt x="103" y="92"/>
                    <a:pt x="103" y="92"/>
                  </a:cubicBezTo>
                  <a:cubicBezTo>
                    <a:pt x="103" y="94"/>
                    <a:pt x="103" y="96"/>
                    <a:pt x="102" y="97"/>
                  </a:cubicBezTo>
                  <a:cubicBezTo>
                    <a:pt x="101" y="97"/>
                    <a:pt x="101" y="97"/>
                    <a:pt x="100" y="97"/>
                  </a:cubicBezTo>
                  <a:cubicBezTo>
                    <a:pt x="99" y="97"/>
                    <a:pt x="97" y="97"/>
                    <a:pt x="96" y="97"/>
                  </a:cubicBezTo>
                  <a:cubicBezTo>
                    <a:pt x="95" y="97"/>
                    <a:pt x="94" y="96"/>
                    <a:pt x="93" y="96"/>
                  </a:cubicBezTo>
                  <a:cubicBezTo>
                    <a:pt x="92" y="96"/>
                    <a:pt x="91" y="97"/>
                    <a:pt x="91" y="97"/>
                  </a:cubicBezTo>
                  <a:moveTo>
                    <a:pt x="105" y="32"/>
                  </a:moveTo>
                  <a:cubicBezTo>
                    <a:pt x="105" y="31"/>
                    <a:pt x="104" y="30"/>
                    <a:pt x="104" y="29"/>
                  </a:cubicBezTo>
                  <a:cubicBezTo>
                    <a:pt x="103" y="28"/>
                    <a:pt x="103" y="28"/>
                    <a:pt x="103" y="28"/>
                  </a:cubicBezTo>
                  <a:cubicBezTo>
                    <a:pt x="113" y="22"/>
                    <a:pt x="113" y="22"/>
                    <a:pt x="113" y="22"/>
                  </a:cubicBezTo>
                  <a:cubicBezTo>
                    <a:pt x="113" y="28"/>
                    <a:pt x="113" y="28"/>
                    <a:pt x="113" y="28"/>
                  </a:cubicBezTo>
                  <a:cubicBezTo>
                    <a:pt x="105" y="32"/>
                    <a:pt x="105" y="32"/>
                    <a:pt x="105" y="32"/>
                  </a:cubicBezTo>
                  <a:moveTo>
                    <a:pt x="92" y="25"/>
                  </a:moveTo>
                  <a:cubicBezTo>
                    <a:pt x="94" y="24"/>
                    <a:pt x="96" y="23"/>
                    <a:pt x="98" y="22"/>
                  </a:cubicBezTo>
                  <a:cubicBezTo>
                    <a:pt x="96" y="23"/>
                    <a:pt x="96" y="23"/>
                    <a:pt x="96" y="23"/>
                  </a:cubicBezTo>
                  <a:cubicBezTo>
                    <a:pt x="96" y="24"/>
                    <a:pt x="96" y="24"/>
                    <a:pt x="96" y="25"/>
                  </a:cubicBezTo>
                  <a:cubicBezTo>
                    <a:pt x="95" y="25"/>
                    <a:pt x="95" y="25"/>
                    <a:pt x="95" y="25"/>
                  </a:cubicBezTo>
                  <a:cubicBezTo>
                    <a:pt x="94" y="25"/>
                    <a:pt x="93" y="25"/>
                    <a:pt x="92" y="25"/>
                  </a:cubicBezTo>
                  <a:moveTo>
                    <a:pt x="101" y="26"/>
                  </a:moveTo>
                  <a:cubicBezTo>
                    <a:pt x="100" y="26"/>
                    <a:pt x="99" y="26"/>
                    <a:pt x="99" y="25"/>
                  </a:cubicBezTo>
                  <a:cubicBezTo>
                    <a:pt x="105" y="20"/>
                    <a:pt x="105" y="20"/>
                    <a:pt x="105" y="20"/>
                  </a:cubicBezTo>
                  <a:cubicBezTo>
                    <a:pt x="107" y="19"/>
                    <a:pt x="109" y="19"/>
                    <a:pt x="112" y="19"/>
                  </a:cubicBezTo>
                  <a:cubicBezTo>
                    <a:pt x="112" y="19"/>
                    <a:pt x="112" y="19"/>
                    <a:pt x="112" y="19"/>
                  </a:cubicBezTo>
                  <a:cubicBezTo>
                    <a:pt x="101" y="26"/>
                    <a:pt x="101" y="26"/>
                    <a:pt x="101" y="26"/>
                  </a:cubicBezTo>
                  <a:moveTo>
                    <a:pt x="112" y="16"/>
                  </a:moveTo>
                  <a:cubicBezTo>
                    <a:pt x="109" y="16"/>
                    <a:pt x="107" y="16"/>
                    <a:pt x="104" y="17"/>
                  </a:cubicBezTo>
                  <a:cubicBezTo>
                    <a:pt x="103" y="17"/>
                    <a:pt x="103" y="17"/>
                    <a:pt x="103" y="17"/>
                  </a:cubicBezTo>
                  <a:cubicBezTo>
                    <a:pt x="97" y="18"/>
                    <a:pt x="91" y="22"/>
                    <a:pt x="86" y="27"/>
                  </a:cubicBezTo>
                  <a:cubicBezTo>
                    <a:pt x="86" y="27"/>
                    <a:pt x="86" y="28"/>
                    <a:pt x="86" y="29"/>
                  </a:cubicBezTo>
                  <a:cubicBezTo>
                    <a:pt x="88" y="52"/>
                    <a:pt x="89" y="76"/>
                    <a:pt x="88" y="99"/>
                  </a:cubicBezTo>
                  <a:cubicBezTo>
                    <a:pt x="87" y="100"/>
                    <a:pt x="88" y="101"/>
                    <a:pt x="89" y="101"/>
                  </a:cubicBezTo>
                  <a:cubicBezTo>
                    <a:pt x="89" y="101"/>
                    <a:pt x="89" y="101"/>
                    <a:pt x="89" y="101"/>
                  </a:cubicBezTo>
                  <a:cubicBezTo>
                    <a:pt x="89" y="101"/>
                    <a:pt x="90" y="101"/>
                    <a:pt x="90" y="100"/>
                  </a:cubicBezTo>
                  <a:cubicBezTo>
                    <a:pt x="90" y="100"/>
                    <a:pt x="91" y="99"/>
                    <a:pt x="93" y="99"/>
                  </a:cubicBezTo>
                  <a:cubicBezTo>
                    <a:pt x="94" y="99"/>
                    <a:pt x="94" y="99"/>
                    <a:pt x="96" y="100"/>
                  </a:cubicBezTo>
                  <a:cubicBezTo>
                    <a:pt x="97" y="100"/>
                    <a:pt x="98" y="100"/>
                    <a:pt x="100" y="100"/>
                  </a:cubicBezTo>
                  <a:cubicBezTo>
                    <a:pt x="101" y="100"/>
                    <a:pt x="102" y="100"/>
                    <a:pt x="103" y="100"/>
                  </a:cubicBezTo>
                  <a:cubicBezTo>
                    <a:pt x="103" y="100"/>
                    <a:pt x="103" y="100"/>
                    <a:pt x="103" y="100"/>
                  </a:cubicBezTo>
                  <a:cubicBezTo>
                    <a:pt x="103" y="100"/>
                    <a:pt x="104" y="101"/>
                    <a:pt x="104" y="101"/>
                  </a:cubicBezTo>
                  <a:cubicBezTo>
                    <a:pt x="105" y="100"/>
                    <a:pt x="105" y="100"/>
                    <a:pt x="105" y="100"/>
                  </a:cubicBezTo>
                  <a:cubicBezTo>
                    <a:pt x="117" y="93"/>
                    <a:pt x="117" y="93"/>
                    <a:pt x="117" y="93"/>
                  </a:cubicBezTo>
                  <a:cubicBezTo>
                    <a:pt x="117" y="93"/>
                    <a:pt x="117" y="92"/>
                    <a:pt x="117" y="92"/>
                  </a:cubicBezTo>
                  <a:cubicBezTo>
                    <a:pt x="116" y="20"/>
                    <a:pt x="116" y="20"/>
                    <a:pt x="116" y="20"/>
                  </a:cubicBezTo>
                  <a:cubicBezTo>
                    <a:pt x="116" y="19"/>
                    <a:pt x="116" y="19"/>
                    <a:pt x="116" y="18"/>
                  </a:cubicBezTo>
                  <a:cubicBezTo>
                    <a:pt x="116" y="18"/>
                    <a:pt x="116" y="18"/>
                    <a:pt x="116" y="18"/>
                  </a:cubicBezTo>
                  <a:cubicBezTo>
                    <a:pt x="116" y="17"/>
                    <a:pt x="116" y="17"/>
                    <a:pt x="116" y="17"/>
                  </a:cubicBezTo>
                  <a:cubicBezTo>
                    <a:pt x="116" y="17"/>
                    <a:pt x="115" y="16"/>
                    <a:pt x="114" y="16"/>
                  </a:cubicBezTo>
                  <a:cubicBezTo>
                    <a:pt x="113" y="16"/>
                    <a:pt x="113" y="16"/>
                    <a:pt x="112" y="16"/>
                  </a:cubicBezTo>
                  <a:moveTo>
                    <a:pt x="6" y="0"/>
                  </a:moveTo>
                  <a:cubicBezTo>
                    <a:pt x="6" y="0"/>
                    <a:pt x="5" y="0"/>
                    <a:pt x="5" y="0"/>
                  </a:cubicBezTo>
                  <a:cubicBezTo>
                    <a:pt x="5" y="0"/>
                    <a:pt x="5" y="0"/>
                    <a:pt x="5" y="0"/>
                  </a:cubicBezTo>
                  <a:cubicBezTo>
                    <a:pt x="5" y="0"/>
                    <a:pt x="5" y="0"/>
                    <a:pt x="5" y="0"/>
                  </a:cubicBezTo>
                  <a:cubicBezTo>
                    <a:pt x="4" y="0"/>
                    <a:pt x="3" y="1"/>
                    <a:pt x="3" y="2"/>
                  </a:cubicBezTo>
                  <a:cubicBezTo>
                    <a:pt x="3" y="2"/>
                    <a:pt x="3" y="2"/>
                    <a:pt x="3" y="3"/>
                  </a:cubicBezTo>
                  <a:cubicBezTo>
                    <a:pt x="3" y="3"/>
                    <a:pt x="3" y="3"/>
                    <a:pt x="3" y="3"/>
                  </a:cubicBezTo>
                  <a:cubicBezTo>
                    <a:pt x="3" y="4"/>
                    <a:pt x="3" y="5"/>
                    <a:pt x="3" y="6"/>
                  </a:cubicBezTo>
                  <a:cubicBezTo>
                    <a:pt x="3" y="9"/>
                    <a:pt x="3" y="11"/>
                    <a:pt x="3" y="13"/>
                  </a:cubicBezTo>
                  <a:cubicBezTo>
                    <a:pt x="3" y="14"/>
                    <a:pt x="3" y="14"/>
                    <a:pt x="3" y="14"/>
                  </a:cubicBezTo>
                  <a:cubicBezTo>
                    <a:pt x="3" y="15"/>
                    <a:pt x="3" y="16"/>
                    <a:pt x="3" y="17"/>
                  </a:cubicBezTo>
                  <a:cubicBezTo>
                    <a:pt x="3" y="21"/>
                    <a:pt x="2" y="26"/>
                    <a:pt x="1" y="30"/>
                  </a:cubicBezTo>
                  <a:cubicBezTo>
                    <a:pt x="0" y="31"/>
                    <a:pt x="1" y="32"/>
                    <a:pt x="2" y="32"/>
                  </a:cubicBezTo>
                  <a:cubicBezTo>
                    <a:pt x="2" y="32"/>
                    <a:pt x="2" y="32"/>
                    <a:pt x="2" y="32"/>
                  </a:cubicBezTo>
                  <a:cubicBezTo>
                    <a:pt x="3" y="32"/>
                    <a:pt x="3" y="32"/>
                    <a:pt x="3" y="31"/>
                  </a:cubicBezTo>
                  <a:cubicBezTo>
                    <a:pt x="4" y="28"/>
                    <a:pt x="5" y="25"/>
                    <a:pt x="5" y="21"/>
                  </a:cubicBezTo>
                  <a:cubicBezTo>
                    <a:pt x="6" y="22"/>
                    <a:pt x="6" y="22"/>
                    <a:pt x="6" y="22"/>
                  </a:cubicBezTo>
                  <a:cubicBezTo>
                    <a:pt x="7" y="51"/>
                    <a:pt x="6" y="81"/>
                    <a:pt x="3" y="110"/>
                  </a:cubicBezTo>
                  <a:cubicBezTo>
                    <a:pt x="2" y="110"/>
                    <a:pt x="3" y="111"/>
                    <a:pt x="3" y="111"/>
                  </a:cubicBezTo>
                  <a:cubicBezTo>
                    <a:pt x="3" y="111"/>
                    <a:pt x="4" y="111"/>
                    <a:pt x="4" y="111"/>
                  </a:cubicBezTo>
                  <a:cubicBezTo>
                    <a:pt x="93" y="112"/>
                    <a:pt x="93" y="112"/>
                    <a:pt x="93" y="112"/>
                  </a:cubicBezTo>
                  <a:cubicBezTo>
                    <a:pt x="91" y="112"/>
                    <a:pt x="90" y="113"/>
                    <a:pt x="88" y="114"/>
                  </a:cubicBezTo>
                  <a:cubicBezTo>
                    <a:pt x="87" y="114"/>
                    <a:pt x="87" y="115"/>
                    <a:pt x="87" y="116"/>
                  </a:cubicBezTo>
                  <a:cubicBezTo>
                    <a:pt x="88" y="116"/>
                    <a:pt x="88" y="116"/>
                    <a:pt x="89" y="116"/>
                  </a:cubicBezTo>
                  <a:cubicBezTo>
                    <a:pt x="89" y="116"/>
                    <a:pt x="89" y="116"/>
                    <a:pt x="89" y="116"/>
                  </a:cubicBezTo>
                  <a:cubicBezTo>
                    <a:pt x="96" y="114"/>
                    <a:pt x="102" y="112"/>
                    <a:pt x="109" y="112"/>
                  </a:cubicBezTo>
                  <a:cubicBezTo>
                    <a:pt x="111" y="112"/>
                    <a:pt x="113" y="112"/>
                    <a:pt x="115" y="112"/>
                  </a:cubicBezTo>
                  <a:cubicBezTo>
                    <a:pt x="115" y="112"/>
                    <a:pt x="115" y="112"/>
                    <a:pt x="115" y="112"/>
                  </a:cubicBezTo>
                  <a:cubicBezTo>
                    <a:pt x="116" y="112"/>
                    <a:pt x="116" y="112"/>
                    <a:pt x="117" y="112"/>
                  </a:cubicBezTo>
                  <a:cubicBezTo>
                    <a:pt x="117" y="111"/>
                    <a:pt x="117" y="111"/>
                    <a:pt x="117" y="111"/>
                  </a:cubicBezTo>
                  <a:cubicBezTo>
                    <a:pt x="118" y="110"/>
                    <a:pt x="117" y="109"/>
                    <a:pt x="116" y="109"/>
                  </a:cubicBezTo>
                  <a:cubicBezTo>
                    <a:pt x="89" y="102"/>
                    <a:pt x="89" y="102"/>
                    <a:pt x="89" y="102"/>
                  </a:cubicBezTo>
                  <a:cubicBezTo>
                    <a:pt x="89" y="102"/>
                    <a:pt x="89" y="102"/>
                    <a:pt x="89" y="102"/>
                  </a:cubicBezTo>
                  <a:cubicBezTo>
                    <a:pt x="88" y="102"/>
                    <a:pt x="88" y="102"/>
                    <a:pt x="88" y="103"/>
                  </a:cubicBezTo>
                  <a:cubicBezTo>
                    <a:pt x="87" y="104"/>
                    <a:pt x="88" y="105"/>
                    <a:pt x="89" y="105"/>
                  </a:cubicBezTo>
                  <a:cubicBezTo>
                    <a:pt x="91" y="106"/>
                    <a:pt x="91" y="106"/>
                    <a:pt x="91" y="106"/>
                  </a:cubicBezTo>
                  <a:cubicBezTo>
                    <a:pt x="92" y="106"/>
                    <a:pt x="92" y="106"/>
                    <a:pt x="92" y="106"/>
                  </a:cubicBezTo>
                  <a:cubicBezTo>
                    <a:pt x="92" y="106"/>
                    <a:pt x="92" y="106"/>
                    <a:pt x="93" y="106"/>
                  </a:cubicBezTo>
                  <a:cubicBezTo>
                    <a:pt x="104" y="109"/>
                    <a:pt x="104" y="109"/>
                    <a:pt x="104" y="109"/>
                  </a:cubicBezTo>
                  <a:cubicBezTo>
                    <a:pt x="6" y="108"/>
                    <a:pt x="6" y="108"/>
                    <a:pt x="6" y="108"/>
                  </a:cubicBezTo>
                  <a:cubicBezTo>
                    <a:pt x="9" y="82"/>
                    <a:pt x="10" y="56"/>
                    <a:pt x="9" y="29"/>
                  </a:cubicBezTo>
                  <a:cubicBezTo>
                    <a:pt x="9" y="30"/>
                    <a:pt x="9" y="30"/>
                    <a:pt x="9" y="30"/>
                  </a:cubicBezTo>
                  <a:cubicBezTo>
                    <a:pt x="10" y="30"/>
                    <a:pt x="10" y="30"/>
                    <a:pt x="11" y="30"/>
                  </a:cubicBezTo>
                  <a:cubicBezTo>
                    <a:pt x="11" y="30"/>
                    <a:pt x="11" y="30"/>
                    <a:pt x="11" y="30"/>
                  </a:cubicBezTo>
                  <a:cubicBezTo>
                    <a:pt x="12" y="30"/>
                    <a:pt x="12" y="29"/>
                    <a:pt x="12" y="28"/>
                  </a:cubicBezTo>
                  <a:cubicBezTo>
                    <a:pt x="11" y="26"/>
                    <a:pt x="9" y="24"/>
                    <a:pt x="9" y="21"/>
                  </a:cubicBezTo>
                  <a:cubicBezTo>
                    <a:pt x="9" y="20"/>
                    <a:pt x="8" y="18"/>
                    <a:pt x="8" y="17"/>
                  </a:cubicBezTo>
                  <a:cubicBezTo>
                    <a:pt x="8" y="16"/>
                    <a:pt x="8" y="15"/>
                    <a:pt x="8" y="14"/>
                  </a:cubicBezTo>
                  <a:cubicBezTo>
                    <a:pt x="8" y="11"/>
                    <a:pt x="8" y="9"/>
                    <a:pt x="8" y="6"/>
                  </a:cubicBezTo>
                  <a:cubicBezTo>
                    <a:pt x="7" y="5"/>
                    <a:pt x="7" y="4"/>
                    <a:pt x="7" y="3"/>
                  </a:cubicBezTo>
                  <a:cubicBezTo>
                    <a:pt x="7" y="3"/>
                    <a:pt x="7" y="2"/>
                    <a:pt x="7" y="1"/>
                  </a:cubicBezTo>
                  <a:cubicBezTo>
                    <a:pt x="7"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EAC5028E-C0CA-45F1-B7C9-B51D4C5922DF}"/>
                </a:ext>
              </a:extLst>
            </p:cNvPr>
            <p:cNvSpPr>
              <a:spLocks noEditPoints="1"/>
            </p:cNvSpPr>
            <p:nvPr/>
          </p:nvSpPr>
          <p:spPr bwMode="auto">
            <a:xfrm>
              <a:off x="6869113" y="6094413"/>
              <a:ext cx="269875" cy="446088"/>
            </a:xfrm>
            <a:custGeom>
              <a:avLst/>
              <a:gdLst>
                <a:gd name="T0" fmla="*/ 32 w 67"/>
                <a:gd name="T1" fmla="*/ 102 h 111"/>
                <a:gd name="T2" fmla="*/ 31 w 67"/>
                <a:gd name="T3" fmla="*/ 97 h 111"/>
                <a:gd name="T4" fmla="*/ 33 w 67"/>
                <a:gd name="T5" fmla="*/ 97 h 111"/>
                <a:gd name="T6" fmla="*/ 33 w 67"/>
                <a:gd name="T7" fmla="*/ 98 h 111"/>
                <a:gd name="T8" fmla="*/ 34 w 67"/>
                <a:gd name="T9" fmla="*/ 98 h 111"/>
                <a:gd name="T10" fmla="*/ 35 w 67"/>
                <a:gd name="T11" fmla="*/ 101 h 111"/>
                <a:gd name="T12" fmla="*/ 32 w 67"/>
                <a:gd name="T13" fmla="*/ 94 h 111"/>
                <a:gd name="T14" fmla="*/ 28 w 67"/>
                <a:gd name="T15" fmla="*/ 100 h 111"/>
                <a:gd name="T16" fmla="*/ 34 w 67"/>
                <a:gd name="T17" fmla="*/ 105 h 111"/>
                <a:gd name="T18" fmla="*/ 37 w 67"/>
                <a:gd name="T19" fmla="*/ 98 h 111"/>
                <a:gd name="T20" fmla="*/ 35 w 67"/>
                <a:gd name="T21" fmla="*/ 96 h 111"/>
                <a:gd name="T22" fmla="*/ 57 w 67"/>
                <a:gd name="T23" fmla="*/ 91 h 111"/>
                <a:gd name="T24" fmla="*/ 11 w 67"/>
                <a:gd name="T25" fmla="*/ 11 h 111"/>
                <a:gd name="T26" fmla="*/ 59 w 67"/>
                <a:gd name="T27" fmla="*/ 10 h 111"/>
                <a:gd name="T28" fmla="*/ 58 w 67"/>
                <a:gd name="T29" fmla="*/ 89 h 111"/>
                <a:gd name="T30" fmla="*/ 44 w 67"/>
                <a:gd name="T31" fmla="*/ 6 h 111"/>
                <a:gd name="T32" fmla="*/ 8 w 67"/>
                <a:gd name="T33" fmla="*/ 10 h 111"/>
                <a:gd name="T34" fmla="*/ 8 w 67"/>
                <a:gd name="T35" fmla="*/ 92 h 111"/>
                <a:gd name="T36" fmla="*/ 59 w 67"/>
                <a:gd name="T37" fmla="*/ 94 h 111"/>
                <a:gd name="T38" fmla="*/ 60 w 67"/>
                <a:gd name="T39" fmla="*/ 94 h 111"/>
                <a:gd name="T40" fmla="*/ 61 w 67"/>
                <a:gd name="T41" fmla="*/ 87 h 111"/>
                <a:gd name="T42" fmla="*/ 61 w 67"/>
                <a:gd name="T43" fmla="*/ 78 h 111"/>
                <a:gd name="T44" fmla="*/ 60 w 67"/>
                <a:gd name="T45" fmla="*/ 7 h 111"/>
                <a:gd name="T46" fmla="*/ 3 w 67"/>
                <a:gd name="T47" fmla="*/ 108 h 111"/>
                <a:gd name="T48" fmla="*/ 62 w 67"/>
                <a:gd name="T49" fmla="*/ 4 h 111"/>
                <a:gd name="T50" fmla="*/ 63 w 67"/>
                <a:gd name="T51" fmla="*/ 80 h 111"/>
                <a:gd name="T52" fmla="*/ 63 w 67"/>
                <a:gd name="T53" fmla="*/ 90 h 111"/>
                <a:gd name="T54" fmla="*/ 63 w 67"/>
                <a:gd name="T55" fmla="*/ 106 h 111"/>
                <a:gd name="T56" fmla="*/ 3 w 67"/>
                <a:gd name="T57" fmla="*/ 108 h 111"/>
                <a:gd name="T58" fmla="*/ 2 w 67"/>
                <a:gd name="T59" fmla="*/ 2 h 111"/>
                <a:gd name="T60" fmla="*/ 0 w 67"/>
                <a:gd name="T61" fmla="*/ 110 h 111"/>
                <a:gd name="T62" fmla="*/ 1 w 67"/>
                <a:gd name="T63" fmla="*/ 111 h 111"/>
                <a:gd name="T64" fmla="*/ 2 w 67"/>
                <a:gd name="T65" fmla="*/ 111 h 111"/>
                <a:gd name="T66" fmla="*/ 7 w 67"/>
                <a:gd name="T67" fmla="*/ 111 h 111"/>
                <a:gd name="T68" fmla="*/ 64 w 67"/>
                <a:gd name="T69" fmla="*/ 109 h 111"/>
                <a:gd name="T70" fmla="*/ 66 w 67"/>
                <a:gd name="T71" fmla="*/ 107 h 111"/>
                <a:gd name="T72" fmla="*/ 66 w 67"/>
                <a:gd name="T73" fmla="*/ 75 h 111"/>
                <a:gd name="T74" fmla="*/ 67 w 67"/>
                <a:gd name="T75" fmla="*/ 56 h 111"/>
                <a:gd name="T76" fmla="*/ 64 w 67"/>
                <a:gd name="T77"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7" h="111">
                  <a:moveTo>
                    <a:pt x="34" y="102"/>
                  </a:moveTo>
                  <a:cubicBezTo>
                    <a:pt x="33" y="102"/>
                    <a:pt x="33" y="102"/>
                    <a:pt x="32" y="102"/>
                  </a:cubicBezTo>
                  <a:cubicBezTo>
                    <a:pt x="31" y="101"/>
                    <a:pt x="31" y="100"/>
                    <a:pt x="30" y="100"/>
                  </a:cubicBezTo>
                  <a:cubicBezTo>
                    <a:pt x="30" y="99"/>
                    <a:pt x="31" y="98"/>
                    <a:pt x="31" y="97"/>
                  </a:cubicBezTo>
                  <a:cubicBezTo>
                    <a:pt x="32" y="97"/>
                    <a:pt x="32" y="97"/>
                    <a:pt x="32" y="97"/>
                  </a:cubicBezTo>
                  <a:cubicBezTo>
                    <a:pt x="33" y="97"/>
                    <a:pt x="33" y="97"/>
                    <a:pt x="33" y="97"/>
                  </a:cubicBezTo>
                  <a:cubicBezTo>
                    <a:pt x="33" y="97"/>
                    <a:pt x="33" y="97"/>
                    <a:pt x="33" y="97"/>
                  </a:cubicBezTo>
                  <a:cubicBezTo>
                    <a:pt x="33" y="98"/>
                    <a:pt x="33" y="98"/>
                    <a:pt x="33" y="98"/>
                  </a:cubicBezTo>
                  <a:cubicBezTo>
                    <a:pt x="33" y="98"/>
                    <a:pt x="33" y="98"/>
                    <a:pt x="33" y="98"/>
                  </a:cubicBezTo>
                  <a:cubicBezTo>
                    <a:pt x="34" y="98"/>
                    <a:pt x="34" y="98"/>
                    <a:pt x="34" y="98"/>
                  </a:cubicBezTo>
                  <a:cubicBezTo>
                    <a:pt x="34" y="99"/>
                    <a:pt x="35" y="99"/>
                    <a:pt x="35" y="100"/>
                  </a:cubicBezTo>
                  <a:cubicBezTo>
                    <a:pt x="35" y="100"/>
                    <a:pt x="35" y="101"/>
                    <a:pt x="35" y="101"/>
                  </a:cubicBezTo>
                  <a:cubicBezTo>
                    <a:pt x="35" y="102"/>
                    <a:pt x="34" y="102"/>
                    <a:pt x="34" y="102"/>
                  </a:cubicBezTo>
                  <a:moveTo>
                    <a:pt x="32" y="94"/>
                  </a:moveTo>
                  <a:cubicBezTo>
                    <a:pt x="31" y="94"/>
                    <a:pt x="30" y="94"/>
                    <a:pt x="29" y="95"/>
                  </a:cubicBezTo>
                  <a:cubicBezTo>
                    <a:pt x="28" y="96"/>
                    <a:pt x="27" y="98"/>
                    <a:pt x="28" y="100"/>
                  </a:cubicBezTo>
                  <a:cubicBezTo>
                    <a:pt x="28" y="102"/>
                    <a:pt x="29" y="104"/>
                    <a:pt x="31" y="104"/>
                  </a:cubicBezTo>
                  <a:cubicBezTo>
                    <a:pt x="32" y="105"/>
                    <a:pt x="33" y="105"/>
                    <a:pt x="34" y="105"/>
                  </a:cubicBezTo>
                  <a:cubicBezTo>
                    <a:pt x="35" y="105"/>
                    <a:pt x="36" y="104"/>
                    <a:pt x="37" y="103"/>
                  </a:cubicBezTo>
                  <a:cubicBezTo>
                    <a:pt x="38" y="102"/>
                    <a:pt x="38" y="100"/>
                    <a:pt x="37" y="98"/>
                  </a:cubicBezTo>
                  <a:cubicBezTo>
                    <a:pt x="37" y="97"/>
                    <a:pt x="36" y="96"/>
                    <a:pt x="36" y="96"/>
                  </a:cubicBezTo>
                  <a:cubicBezTo>
                    <a:pt x="35" y="96"/>
                    <a:pt x="35" y="96"/>
                    <a:pt x="35" y="96"/>
                  </a:cubicBezTo>
                  <a:cubicBezTo>
                    <a:pt x="35" y="95"/>
                    <a:pt x="33" y="94"/>
                    <a:pt x="32" y="94"/>
                  </a:cubicBezTo>
                  <a:moveTo>
                    <a:pt x="57" y="91"/>
                  </a:moveTo>
                  <a:cubicBezTo>
                    <a:pt x="42" y="90"/>
                    <a:pt x="25" y="90"/>
                    <a:pt x="10" y="89"/>
                  </a:cubicBezTo>
                  <a:cubicBezTo>
                    <a:pt x="11" y="11"/>
                    <a:pt x="11" y="11"/>
                    <a:pt x="11" y="11"/>
                  </a:cubicBezTo>
                  <a:cubicBezTo>
                    <a:pt x="22" y="10"/>
                    <a:pt x="33" y="9"/>
                    <a:pt x="44" y="9"/>
                  </a:cubicBezTo>
                  <a:cubicBezTo>
                    <a:pt x="49" y="9"/>
                    <a:pt x="54" y="9"/>
                    <a:pt x="59" y="10"/>
                  </a:cubicBezTo>
                  <a:cubicBezTo>
                    <a:pt x="58" y="82"/>
                    <a:pt x="58" y="82"/>
                    <a:pt x="58" y="82"/>
                  </a:cubicBezTo>
                  <a:cubicBezTo>
                    <a:pt x="58" y="89"/>
                    <a:pt x="58" y="89"/>
                    <a:pt x="58" y="89"/>
                  </a:cubicBezTo>
                  <a:cubicBezTo>
                    <a:pt x="57" y="91"/>
                    <a:pt x="57" y="91"/>
                    <a:pt x="57" y="91"/>
                  </a:cubicBezTo>
                  <a:moveTo>
                    <a:pt x="44" y="6"/>
                  </a:moveTo>
                  <a:cubicBezTo>
                    <a:pt x="33" y="6"/>
                    <a:pt x="21" y="7"/>
                    <a:pt x="9" y="8"/>
                  </a:cubicBezTo>
                  <a:cubicBezTo>
                    <a:pt x="8" y="8"/>
                    <a:pt x="8" y="9"/>
                    <a:pt x="8" y="10"/>
                  </a:cubicBezTo>
                  <a:cubicBezTo>
                    <a:pt x="7" y="91"/>
                    <a:pt x="7" y="91"/>
                    <a:pt x="7" y="91"/>
                  </a:cubicBezTo>
                  <a:cubicBezTo>
                    <a:pt x="7" y="91"/>
                    <a:pt x="7" y="92"/>
                    <a:pt x="8" y="92"/>
                  </a:cubicBezTo>
                  <a:cubicBezTo>
                    <a:pt x="24" y="93"/>
                    <a:pt x="40" y="93"/>
                    <a:pt x="56" y="94"/>
                  </a:cubicBezTo>
                  <a:cubicBezTo>
                    <a:pt x="57" y="94"/>
                    <a:pt x="58" y="94"/>
                    <a:pt x="59" y="94"/>
                  </a:cubicBezTo>
                  <a:cubicBezTo>
                    <a:pt x="59" y="94"/>
                    <a:pt x="59" y="94"/>
                    <a:pt x="59" y="94"/>
                  </a:cubicBezTo>
                  <a:cubicBezTo>
                    <a:pt x="59" y="94"/>
                    <a:pt x="60" y="94"/>
                    <a:pt x="60" y="94"/>
                  </a:cubicBezTo>
                  <a:cubicBezTo>
                    <a:pt x="60" y="93"/>
                    <a:pt x="60" y="93"/>
                    <a:pt x="60" y="93"/>
                  </a:cubicBezTo>
                  <a:cubicBezTo>
                    <a:pt x="61" y="87"/>
                    <a:pt x="61" y="87"/>
                    <a:pt x="61" y="87"/>
                  </a:cubicBezTo>
                  <a:cubicBezTo>
                    <a:pt x="61" y="84"/>
                    <a:pt x="61" y="84"/>
                    <a:pt x="61" y="84"/>
                  </a:cubicBezTo>
                  <a:cubicBezTo>
                    <a:pt x="61" y="78"/>
                    <a:pt x="61" y="78"/>
                    <a:pt x="61" y="78"/>
                  </a:cubicBezTo>
                  <a:cubicBezTo>
                    <a:pt x="62" y="8"/>
                    <a:pt x="62" y="8"/>
                    <a:pt x="62" y="8"/>
                  </a:cubicBezTo>
                  <a:cubicBezTo>
                    <a:pt x="62" y="7"/>
                    <a:pt x="61" y="7"/>
                    <a:pt x="60" y="7"/>
                  </a:cubicBezTo>
                  <a:cubicBezTo>
                    <a:pt x="55" y="6"/>
                    <a:pt x="50" y="6"/>
                    <a:pt x="44" y="6"/>
                  </a:cubicBezTo>
                  <a:moveTo>
                    <a:pt x="3" y="108"/>
                  </a:moveTo>
                  <a:cubicBezTo>
                    <a:pt x="5" y="3"/>
                    <a:pt x="5" y="3"/>
                    <a:pt x="5" y="3"/>
                  </a:cubicBezTo>
                  <a:cubicBezTo>
                    <a:pt x="62" y="4"/>
                    <a:pt x="62" y="4"/>
                    <a:pt x="62" y="4"/>
                  </a:cubicBezTo>
                  <a:cubicBezTo>
                    <a:pt x="63" y="28"/>
                    <a:pt x="64" y="52"/>
                    <a:pt x="64" y="76"/>
                  </a:cubicBezTo>
                  <a:cubicBezTo>
                    <a:pt x="64" y="77"/>
                    <a:pt x="63" y="79"/>
                    <a:pt x="63" y="80"/>
                  </a:cubicBezTo>
                  <a:cubicBezTo>
                    <a:pt x="63" y="81"/>
                    <a:pt x="63" y="82"/>
                    <a:pt x="63" y="83"/>
                  </a:cubicBezTo>
                  <a:cubicBezTo>
                    <a:pt x="63" y="85"/>
                    <a:pt x="63" y="88"/>
                    <a:pt x="63" y="90"/>
                  </a:cubicBezTo>
                  <a:cubicBezTo>
                    <a:pt x="63" y="95"/>
                    <a:pt x="63" y="100"/>
                    <a:pt x="63" y="104"/>
                  </a:cubicBezTo>
                  <a:cubicBezTo>
                    <a:pt x="63" y="105"/>
                    <a:pt x="63" y="105"/>
                    <a:pt x="63" y="106"/>
                  </a:cubicBezTo>
                  <a:cubicBezTo>
                    <a:pt x="59" y="106"/>
                    <a:pt x="59" y="106"/>
                    <a:pt x="59" y="106"/>
                  </a:cubicBezTo>
                  <a:cubicBezTo>
                    <a:pt x="3" y="108"/>
                    <a:pt x="3" y="108"/>
                    <a:pt x="3" y="108"/>
                  </a:cubicBezTo>
                  <a:moveTo>
                    <a:pt x="3" y="0"/>
                  </a:moveTo>
                  <a:cubicBezTo>
                    <a:pt x="2" y="0"/>
                    <a:pt x="2" y="1"/>
                    <a:pt x="2" y="2"/>
                  </a:cubicBezTo>
                  <a:cubicBezTo>
                    <a:pt x="0" y="108"/>
                    <a:pt x="0" y="108"/>
                    <a:pt x="0" y="108"/>
                  </a:cubicBezTo>
                  <a:cubicBezTo>
                    <a:pt x="0" y="110"/>
                    <a:pt x="0" y="110"/>
                    <a:pt x="0" y="110"/>
                  </a:cubicBezTo>
                  <a:cubicBezTo>
                    <a:pt x="0" y="110"/>
                    <a:pt x="0" y="111"/>
                    <a:pt x="1" y="111"/>
                  </a:cubicBezTo>
                  <a:cubicBezTo>
                    <a:pt x="1" y="111"/>
                    <a:pt x="1" y="111"/>
                    <a:pt x="1" y="111"/>
                  </a:cubicBezTo>
                  <a:cubicBezTo>
                    <a:pt x="1" y="111"/>
                    <a:pt x="2" y="111"/>
                    <a:pt x="2" y="111"/>
                  </a:cubicBezTo>
                  <a:cubicBezTo>
                    <a:pt x="2" y="111"/>
                    <a:pt x="2" y="111"/>
                    <a:pt x="2" y="111"/>
                  </a:cubicBezTo>
                  <a:cubicBezTo>
                    <a:pt x="2" y="111"/>
                    <a:pt x="2" y="111"/>
                    <a:pt x="2" y="111"/>
                  </a:cubicBezTo>
                  <a:cubicBezTo>
                    <a:pt x="7" y="111"/>
                    <a:pt x="7" y="111"/>
                    <a:pt x="7" y="111"/>
                  </a:cubicBezTo>
                  <a:cubicBezTo>
                    <a:pt x="62" y="109"/>
                    <a:pt x="62" y="109"/>
                    <a:pt x="62" y="109"/>
                  </a:cubicBezTo>
                  <a:cubicBezTo>
                    <a:pt x="64" y="109"/>
                    <a:pt x="64" y="109"/>
                    <a:pt x="64" y="109"/>
                  </a:cubicBezTo>
                  <a:cubicBezTo>
                    <a:pt x="65" y="109"/>
                    <a:pt x="66" y="108"/>
                    <a:pt x="66" y="107"/>
                  </a:cubicBezTo>
                  <a:cubicBezTo>
                    <a:pt x="66" y="107"/>
                    <a:pt x="66" y="107"/>
                    <a:pt x="66" y="107"/>
                  </a:cubicBezTo>
                  <a:cubicBezTo>
                    <a:pt x="66" y="100"/>
                    <a:pt x="66" y="93"/>
                    <a:pt x="66" y="85"/>
                  </a:cubicBezTo>
                  <a:cubicBezTo>
                    <a:pt x="66" y="82"/>
                    <a:pt x="66" y="79"/>
                    <a:pt x="66" y="75"/>
                  </a:cubicBezTo>
                  <a:cubicBezTo>
                    <a:pt x="67" y="73"/>
                    <a:pt x="67" y="70"/>
                    <a:pt x="67" y="67"/>
                  </a:cubicBezTo>
                  <a:cubicBezTo>
                    <a:pt x="67" y="63"/>
                    <a:pt x="67" y="59"/>
                    <a:pt x="67" y="56"/>
                  </a:cubicBezTo>
                  <a:cubicBezTo>
                    <a:pt x="67" y="38"/>
                    <a:pt x="66" y="20"/>
                    <a:pt x="65" y="2"/>
                  </a:cubicBezTo>
                  <a:cubicBezTo>
                    <a:pt x="65" y="1"/>
                    <a:pt x="64" y="1"/>
                    <a:pt x="64"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7" name="Freeform 36">
              <a:extLst>
                <a:ext uri="{FF2B5EF4-FFF2-40B4-BE49-F238E27FC236}">
                  <a16:creationId xmlns:a16="http://schemas.microsoft.com/office/drawing/2014/main" id="{67AD78C5-346F-4EE4-8924-2E41FE7BB0DE}"/>
                </a:ext>
              </a:extLst>
            </p:cNvPr>
            <p:cNvSpPr>
              <a:spLocks noEditPoints="1"/>
            </p:cNvSpPr>
            <p:nvPr/>
          </p:nvSpPr>
          <p:spPr bwMode="auto">
            <a:xfrm>
              <a:off x="7934325" y="6194425"/>
              <a:ext cx="506413" cy="330200"/>
            </a:xfrm>
            <a:custGeom>
              <a:avLst/>
              <a:gdLst>
                <a:gd name="T0" fmla="*/ 41 w 126"/>
                <a:gd name="T1" fmla="*/ 63 h 82"/>
                <a:gd name="T2" fmla="*/ 46 w 126"/>
                <a:gd name="T3" fmla="*/ 66 h 82"/>
                <a:gd name="T4" fmla="*/ 37 w 126"/>
                <a:gd name="T5" fmla="*/ 77 h 82"/>
                <a:gd name="T6" fmla="*/ 40 w 126"/>
                <a:gd name="T7" fmla="*/ 68 h 82"/>
                <a:gd name="T8" fmla="*/ 41 w 126"/>
                <a:gd name="T9" fmla="*/ 64 h 82"/>
                <a:gd name="T10" fmla="*/ 110 w 126"/>
                <a:gd name="T11" fmla="*/ 10 h 82"/>
                <a:gd name="T12" fmla="*/ 47 w 126"/>
                <a:gd name="T13" fmla="*/ 54 h 82"/>
                <a:gd name="T14" fmla="*/ 38 w 126"/>
                <a:gd name="T15" fmla="*/ 59 h 82"/>
                <a:gd name="T16" fmla="*/ 38 w 126"/>
                <a:gd name="T17" fmla="*/ 62 h 82"/>
                <a:gd name="T18" fmla="*/ 37 w 126"/>
                <a:gd name="T19" fmla="*/ 65 h 82"/>
                <a:gd name="T20" fmla="*/ 36 w 126"/>
                <a:gd name="T21" fmla="*/ 72 h 82"/>
                <a:gd name="T22" fmla="*/ 33 w 126"/>
                <a:gd name="T23" fmla="*/ 72 h 82"/>
                <a:gd name="T24" fmla="*/ 29 w 126"/>
                <a:gd name="T25" fmla="*/ 60 h 82"/>
                <a:gd name="T26" fmla="*/ 28 w 126"/>
                <a:gd name="T27" fmla="*/ 54 h 82"/>
                <a:gd name="T28" fmla="*/ 46 w 126"/>
                <a:gd name="T29" fmla="*/ 44 h 82"/>
                <a:gd name="T30" fmla="*/ 108 w 126"/>
                <a:gd name="T31" fmla="*/ 8 h 82"/>
                <a:gd name="T32" fmla="*/ 43 w 126"/>
                <a:gd name="T33" fmla="*/ 42 h 82"/>
                <a:gd name="T34" fmla="*/ 27 w 126"/>
                <a:gd name="T35" fmla="*/ 51 h 82"/>
                <a:gd name="T36" fmla="*/ 5 w 126"/>
                <a:gd name="T37" fmla="*/ 39 h 82"/>
                <a:gd name="T38" fmla="*/ 43 w 126"/>
                <a:gd name="T39" fmla="*/ 28 h 82"/>
                <a:gd name="T40" fmla="*/ 47 w 126"/>
                <a:gd name="T41" fmla="*/ 58 h 82"/>
                <a:gd name="T42" fmla="*/ 119 w 126"/>
                <a:gd name="T43" fmla="*/ 8 h 82"/>
                <a:gd name="T44" fmla="*/ 46 w 126"/>
                <a:gd name="T45" fmla="*/ 64 h 82"/>
                <a:gd name="T46" fmla="*/ 42 w 126"/>
                <a:gd name="T47" fmla="*/ 60 h 82"/>
                <a:gd name="T48" fmla="*/ 47 w 126"/>
                <a:gd name="T49" fmla="*/ 58 h 82"/>
                <a:gd name="T50" fmla="*/ 124 w 126"/>
                <a:gd name="T51" fmla="*/ 0 h 82"/>
                <a:gd name="T52" fmla="*/ 43 w 126"/>
                <a:gd name="T53" fmla="*/ 25 h 82"/>
                <a:gd name="T54" fmla="*/ 8 w 126"/>
                <a:gd name="T55" fmla="*/ 35 h 82"/>
                <a:gd name="T56" fmla="*/ 0 w 126"/>
                <a:gd name="T57" fmla="*/ 39 h 82"/>
                <a:gd name="T58" fmla="*/ 1 w 126"/>
                <a:gd name="T59" fmla="*/ 40 h 82"/>
                <a:gd name="T60" fmla="*/ 4 w 126"/>
                <a:gd name="T61" fmla="*/ 42 h 82"/>
                <a:gd name="T62" fmla="*/ 14 w 126"/>
                <a:gd name="T63" fmla="*/ 47 h 82"/>
                <a:gd name="T64" fmla="*/ 25 w 126"/>
                <a:gd name="T65" fmla="*/ 54 h 82"/>
                <a:gd name="T66" fmla="*/ 26 w 126"/>
                <a:gd name="T67" fmla="*/ 58 h 82"/>
                <a:gd name="T68" fmla="*/ 30 w 126"/>
                <a:gd name="T69" fmla="*/ 72 h 82"/>
                <a:gd name="T70" fmla="*/ 34 w 126"/>
                <a:gd name="T71" fmla="*/ 81 h 82"/>
                <a:gd name="T72" fmla="*/ 35 w 126"/>
                <a:gd name="T73" fmla="*/ 82 h 82"/>
                <a:gd name="T74" fmla="*/ 51 w 126"/>
                <a:gd name="T75" fmla="*/ 70 h 82"/>
                <a:gd name="T76" fmla="*/ 69 w 126"/>
                <a:gd name="T77" fmla="*/ 78 h 82"/>
                <a:gd name="T78" fmla="*/ 125 w 126"/>
                <a:gd name="T79" fmla="*/ 3 h 82"/>
                <a:gd name="T80" fmla="*/ 125 w 126"/>
                <a:gd name="T81" fmla="*/ 2 h 82"/>
                <a:gd name="T82" fmla="*/ 125 w 126"/>
                <a:gd name="T8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6" h="82">
                  <a:moveTo>
                    <a:pt x="41" y="64"/>
                  </a:moveTo>
                  <a:cubicBezTo>
                    <a:pt x="41" y="63"/>
                    <a:pt x="41" y="63"/>
                    <a:pt x="41" y="63"/>
                  </a:cubicBezTo>
                  <a:cubicBezTo>
                    <a:pt x="41" y="64"/>
                    <a:pt x="42" y="64"/>
                    <a:pt x="43" y="65"/>
                  </a:cubicBezTo>
                  <a:cubicBezTo>
                    <a:pt x="44" y="65"/>
                    <a:pt x="45" y="66"/>
                    <a:pt x="46" y="66"/>
                  </a:cubicBezTo>
                  <a:cubicBezTo>
                    <a:pt x="46" y="67"/>
                    <a:pt x="47" y="68"/>
                    <a:pt x="48" y="68"/>
                  </a:cubicBezTo>
                  <a:cubicBezTo>
                    <a:pt x="45" y="71"/>
                    <a:pt x="41" y="74"/>
                    <a:pt x="37" y="77"/>
                  </a:cubicBezTo>
                  <a:cubicBezTo>
                    <a:pt x="39" y="71"/>
                    <a:pt x="39" y="71"/>
                    <a:pt x="39" y="71"/>
                  </a:cubicBezTo>
                  <a:cubicBezTo>
                    <a:pt x="40" y="68"/>
                    <a:pt x="40" y="68"/>
                    <a:pt x="40" y="68"/>
                  </a:cubicBezTo>
                  <a:cubicBezTo>
                    <a:pt x="40" y="67"/>
                    <a:pt x="40" y="67"/>
                    <a:pt x="40" y="67"/>
                  </a:cubicBezTo>
                  <a:cubicBezTo>
                    <a:pt x="41" y="64"/>
                    <a:pt x="41" y="64"/>
                    <a:pt x="41" y="64"/>
                  </a:cubicBezTo>
                  <a:moveTo>
                    <a:pt x="46" y="44"/>
                  </a:moveTo>
                  <a:cubicBezTo>
                    <a:pt x="67" y="32"/>
                    <a:pt x="89" y="20"/>
                    <a:pt x="110" y="10"/>
                  </a:cubicBezTo>
                  <a:cubicBezTo>
                    <a:pt x="97" y="20"/>
                    <a:pt x="97" y="20"/>
                    <a:pt x="97" y="20"/>
                  </a:cubicBezTo>
                  <a:cubicBezTo>
                    <a:pt x="80" y="32"/>
                    <a:pt x="64" y="44"/>
                    <a:pt x="47" y="54"/>
                  </a:cubicBezTo>
                  <a:cubicBezTo>
                    <a:pt x="46" y="55"/>
                    <a:pt x="45" y="56"/>
                    <a:pt x="44" y="56"/>
                  </a:cubicBezTo>
                  <a:cubicBezTo>
                    <a:pt x="42" y="57"/>
                    <a:pt x="40" y="58"/>
                    <a:pt x="38" y="59"/>
                  </a:cubicBezTo>
                  <a:cubicBezTo>
                    <a:pt x="37" y="60"/>
                    <a:pt x="37" y="61"/>
                    <a:pt x="37" y="62"/>
                  </a:cubicBezTo>
                  <a:cubicBezTo>
                    <a:pt x="38" y="62"/>
                    <a:pt x="38" y="62"/>
                    <a:pt x="38" y="62"/>
                  </a:cubicBezTo>
                  <a:cubicBezTo>
                    <a:pt x="38" y="62"/>
                    <a:pt x="38" y="62"/>
                    <a:pt x="38" y="62"/>
                  </a:cubicBezTo>
                  <a:cubicBezTo>
                    <a:pt x="37" y="65"/>
                    <a:pt x="37" y="65"/>
                    <a:pt x="37" y="65"/>
                  </a:cubicBezTo>
                  <a:cubicBezTo>
                    <a:pt x="36" y="69"/>
                    <a:pt x="36" y="69"/>
                    <a:pt x="36" y="69"/>
                  </a:cubicBezTo>
                  <a:cubicBezTo>
                    <a:pt x="36" y="72"/>
                    <a:pt x="36" y="72"/>
                    <a:pt x="36" y="72"/>
                  </a:cubicBezTo>
                  <a:cubicBezTo>
                    <a:pt x="35" y="76"/>
                    <a:pt x="35" y="76"/>
                    <a:pt x="35" y="76"/>
                  </a:cubicBezTo>
                  <a:cubicBezTo>
                    <a:pt x="34" y="74"/>
                    <a:pt x="34" y="73"/>
                    <a:pt x="33" y="72"/>
                  </a:cubicBezTo>
                  <a:cubicBezTo>
                    <a:pt x="33" y="71"/>
                    <a:pt x="32" y="70"/>
                    <a:pt x="32" y="69"/>
                  </a:cubicBezTo>
                  <a:cubicBezTo>
                    <a:pt x="31" y="66"/>
                    <a:pt x="30" y="63"/>
                    <a:pt x="29" y="60"/>
                  </a:cubicBezTo>
                  <a:cubicBezTo>
                    <a:pt x="29" y="59"/>
                    <a:pt x="29" y="58"/>
                    <a:pt x="29" y="56"/>
                  </a:cubicBezTo>
                  <a:cubicBezTo>
                    <a:pt x="28" y="56"/>
                    <a:pt x="28" y="55"/>
                    <a:pt x="28" y="54"/>
                  </a:cubicBezTo>
                  <a:cubicBezTo>
                    <a:pt x="33" y="51"/>
                    <a:pt x="38" y="48"/>
                    <a:pt x="43" y="45"/>
                  </a:cubicBezTo>
                  <a:cubicBezTo>
                    <a:pt x="44" y="45"/>
                    <a:pt x="45" y="44"/>
                    <a:pt x="46" y="44"/>
                  </a:cubicBezTo>
                  <a:moveTo>
                    <a:pt x="46" y="27"/>
                  </a:moveTo>
                  <a:cubicBezTo>
                    <a:pt x="108" y="8"/>
                    <a:pt x="108" y="8"/>
                    <a:pt x="108" y="8"/>
                  </a:cubicBezTo>
                  <a:cubicBezTo>
                    <a:pt x="87" y="18"/>
                    <a:pt x="66" y="29"/>
                    <a:pt x="46" y="40"/>
                  </a:cubicBezTo>
                  <a:cubicBezTo>
                    <a:pt x="45" y="41"/>
                    <a:pt x="44" y="42"/>
                    <a:pt x="43" y="42"/>
                  </a:cubicBezTo>
                  <a:cubicBezTo>
                    <a:pt x="38" y="45"/>
                    <a:pt x="33" y="48"/>
                    <a:pt x="28" y="51"/>
                  </a:cubicBezTo>
                  <a:cubicBezTo>
                    <a:pt x="27" y="51"/>
                    <a:pt x="27" y="51"/>
                    <a:pt x="27" y="51"/>
                  </a:cubicBezTo>
                  <a:cubicBezTo>
                    <a:pt x="6" y="40"/>
                    <a:pt x="6" y="40"/>
                    <a:pt x="6" y="40"/>
                  </a:cubicBezTo>
                  <a:cubicBezTo>
                    <a:pt x="5" y="39"/>
                    <a:pt x="5" y="39"/>
                    <a:pt x="5" y="39"/>
                  </a:cubicBezTo>
                  <a:cubicBezTo>
                    <a:pt x="9" y="38"/>
                    <a:pt x="9" y="38"/>
                    <a:pt x="9" y="38"/>
                  </a:cubicBezTo>
                  <a:cubicBezTo>
                    <a:pt x="43" y="28"/>
                    <a:pt x="43" y="28"/>
                    <a:pt x="43" y="28"/>
                  </a:cubicBezTo>
                  <a:cubicBezTo>
                    <a:pt x="46" y="27"/>
                    <a:pt x="46" y="27"/>
                    <a:pt x="46" y="27"/>
                  </a:cubicBezTo>
                  <a:moveTo>
                    <a:pt x="47" y="58"/>
                  </a:moveTo>
                  <a:cubicBezTo>
                    <a:pt x="65" y="47"/>
                    <a:pt x="82" y="34"/>
                    <a:pt x="98" y="22"/>
                  </a:cubicBezTo>
                  <a:cubicBezTo>
                    <a:pt x="119" y="8"/>
                    <a:pt x="119" y="8"/>
                    <a:pt x="119" y="8"/>
                  </a:cubicBezTo>
                  <a:cubicBezTo>
                    <a:pt x="103" y="31"/>
                    <a:pt x="87" y="53"/>
                    <a:pt x="68" y="74"/>
                  </a:cubicBezTo>
                  <a:cubicBezTo>
                    <a:pt x="61" y="72"/>
                    <a:pt x="53" y="68"/>
                    <a:pt x="46" y="64"/>
                  </a:cubicBezTo>
                  <a:cubicBezTo>
                    <a:pt x="45" y="63"/>
                    <a:pt x="45" y="62"/>
                    <a:pt x="44" y="62"/>
                  </a:cubicBezTo>
                  <a:cubicBezTo>
                    <a:pt x="43" y="61"/>
                    <a:pt x="43" y="61"/>
                    <a:pt x="42" y="60"/>
                  </a:cubicBezTo>
                  <a:cubicBezTo>
                    <a:pt x="43" y="60"/>
                    <a:pt x="43" y="60"/>
                    <a:pt x="44" y="60"/>
                  </a:cubicBezTo>
                  <a:cubicBezTo>
                    <a:pt x="45" y="59"/>
                    <a:pt x="46" y="58"/>
                    <a:pt x="47" y="58"/>
                  </a:cubicBezTo>
                  <a:moveTo>
                    <a:pt x="124" y="0"/>
                  </a:moveTo>
                  <a:cubicBezTo>
                    <a:pt x="124" y="0"/>
                    <a:pt x="124" y="0"/>
                    <a:pt x="124" y="0"/>
                  </a:cubicBezTo>
                  <a:cubicBezTo>
                    <a:pt x="46" y="24"/>
                    <a:pt x="46" y="24"/>
                    <a:pt x="46" y="24"/>
                  </a:cubicBezTo>
                  <a:cubicBezTo>
                    <a:pt x="43" y="25"/>
                    <a:pt x="43" y="25"/>
                    <a:pt x="43" y="25"/>
                  </a:cubicBezTo>
                  <a:cubicBezTo>
                    <a:pt x="18" y="32"/>
                    <a:pt x="18" y="32"/>
                    <a:pt x="18" y="32"/>
                  </a:cubicBezTo>
                  <a:cubicBezTo>
                    <a:pt x="8" y="35"/>
                    <a:pt x="8" y="35"/>
                    <a:pt x="8" y="35"/>
                  </a:cubicBezTo>
                  <a:cubicBezTo>
                    <a:pt x="1" y="38"/>
                    <a:pt x="1" y="38"/>
                    <a:pt x="1" y="38"/>
                  </a:cubicBezTo>
                  <a:cubicBezTo>
                    <a:pt x="0" y="38"/>
                    <a:pt x="0" y="38"/>
                    <a:pt x="0" y="39"/>
                  </a:cubicBezTo>
                  <a:cubicBezTo>
                    <a:pt x="0" y="39"/>
                    <a:pt x="0" y="40"/>
                    <a:pt x="0" y="40"/>
                  </a:cubicBezTo>
                  <a:cubicBezTo>
                    <a:pt x="1" y="40"/>
                    <a:pt x="1" y="40"/>
                    <a:pt x="1" y="40"/>
                  </a:cubicBezTo>
                  <a:cubicBezTo>
                    <a:pt x="1" y="40"/>
                    <a:pt x="1" y="40"/>
                    <a:pt x="1" y="40"/>
                  </a:cubicBezTo>
                  <a:cubicBezTo>
                    <a:pt x="4" y="42"/>
                    <a:pt x="4" y="42"/>
                    <a:pt x="4" y="42"/>
                  </a:cubicBezTo>
                  <a:cubicBezTo>
                    <a:pt x="8" y="44"/>
                    <a:pt x="8" y="44"/>
                    <a:pt x="8" y="44"/>
                  </a:cubicBezTo>
                  <a:cubicBezTo>
                    <a:pt x="14" y="47"/>
                    <a:pt x="14" y="47"/>
                    <a:pt x="14" y="47"/>
                  </a:cubicBezTo>
                  <a:cubicBezTo>
                    <a:pt x="25" y="53"/>
                    <a:pt x="25" y="53"/>
                    <a:pt x="25" y="53"/>
                  </a:cubicBezTo>
                  <a:cubicBezTo>
                    <a:pt x="25" y="54"/>
                    <a:pt x="25" y="54"/>
                    <a:pt x="25" y="54"/>
                  </a:cubicBezTo>
                  <a:cubicBezTo>
                    <a:pt x="25" y="54"/>
                    <a:pt x="25" y="54"/>
                    <a:pt x="25" y="54"/>
                  </a:cubicBezTo>
                  <a:cubicBezTo>
                    <a:pt x="25" y="56"/>
                    <a:pt x="26" y="57"/>
                    <a:pt x="26" y="58"/>
                  </a:cubicBezTo>
                  <a:cubicBezTo>
                    <a:pt x="27" y="62"/>
                    <a:pt x="28" y="66"/>
                    <a:pt x="29" y="69"/>
                  </a:cubicBezTo>
                  <a:cubicBezTo>
                    <a:pt x="29" y="70"/>
                    <a:pt x="29" y="71"/>
                    <a:pt x="30" y="72"/>
                  </a:cubicBezTo>
                  <a:cubicBezTo>
                    <a:pt x="31" y="75"/>
                    <a:pt x="32" y="77"/>
                    <a:pt x="34" y="80"/>
                  </a:cubicBezTo>
                  <a:cubicBezTo>
                    <a:pt x="33" y="80"/>
                    <a:pt x="33" y="81"/>
                    <a:pt x="34" y="81"/>
                  </a:cubicBezTo>
                  <a:cubicBezTo>
                    <a:pt x="34" y="81"/>
                    <a:pt x="34" y="81"/>
                    <a:pt x="34" y="81"/>
                  </a:cubicBezTo>
                  <a:cubicBezTo>
                    <a:pt x="34" y="82"/>
                    <a:pt x="34" y="82"/>
                    <a:pt x="35" y="82"/>
                  </a:cubicBezTo>
                  <a:cubicBezTo>
                    <a:pt x="35" y="82"/>
                    <a:pt x="35" y="82"/>
                    <a:pt x="36" y="82"/>
                  </a:cubicBezTo>
                  <a:cubicBezTo>
                    <a:pt x="41" y="78"/>
                    <a:pt x="46" y="74"/>
                    <a:pt x="51" y="70"/>
                  </a:cubicBezTo>
                  <a:cubicBezTo>
                    <a:pt x="56" y="73"/>
                    <a:pt x="62" y="76"/>
                    <a:pt x="68" y="78"/>
                  </a:cubicBezTo>
                  <a:cubicBezTo>
                    <a:pt x="69" y="78"/>
                    <a:pt x="69" y="78"/>
                    <a:pt x="69" y="78"/>
                  </a:cubicBezTo>
                  <a:cubicBezTo>
                    <a:pt x="69" y="78"/>
                    <a:pt x="70" y="77"/>
                    <a:pt x="70" y="77"/>
                  </a:cubicBezTo>
                  <a:cubicBezTo>
                    <a:pt x="90" y="54"/>
                    <a:pt x="109" y="29"/>
                    <a:pt x="125" y="3"/>
                  </a:cubicBezTo>
                  <a:cubicBezTo>
                    <a:pt x="125" y="2"/>
                    <a:pt x="125" y="2"/>
                    <a:pt x="125" y="2"/>
                  </a:cubicBezTo>
                  <a:cubicBezTo>
                    <a:pt x="125" y="2"/>
                    <a:pt x="125" y="2"/>
                    <a:pt x="125" y="2"/>
                  </a:cubicBezTo>
                  <a:cubicBezTo>
                    <a:pt x="126" y="2"/>
                    <a:pt x="126" y="1"/>
                    <a:pt x="125" y="0"/>
                  </a:cubicBezTo>
                  <a:cubicBezTo>
                    <a:pt x="125" y="0"/>
                    <a:pt x="125" y="0"/>
                    <a:pt x="125" y="0"/>
                  </a:cubicBezTo>
                  <a:cubicBezTo>
                    <a:pt x="125" y="0"/>
                    <a:pt x="125" y="0"/>
                    <a:pt x="1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Freeform 37">
              <a:extLst>
                <a:ext uri="{FF2B5EF4-FFF2-40B4-BE49-F238E27FC236}">
                  <a16:creationId xmlns:a16="http://schemas.microsoft.com/office/drawing/2014/main" id="{35B48633-D44E-47B5-80E4-187A1BCB3E00}"/>
                </a:ext>
              </a:extLst>
            </p:cNvPr>
            <p:cNvSpPr>
              <a:spLocks noEditPoints="1"/>
            </p:cNvSpPr>
            <p:nvPr/>
          </p:nvSpPr>
          <p:spPr bwMode="auto">
            <a:xfrm>
              <a:off x="4322763" y="2738438"/>
              <a:ext cx="385763" cy="382588"/>
            </a:xfrm>
            <a:custGeom>
              <a:avLst/>
              <a:gdLst>
                <a:gd name="T0" fmla="*/ 21 w 96"/>
                <a:gd name="T1" fmla="*/ 83 h 95"/>
                <a:gd name="T2" fmla="*/ 26 w 96"/>
                <a:gd name="T3" fmla="*/ 68 h 95"/>
                <a:gd name="T4" fmla="*/ 39 w 96"/>
                <a:gd name="T5" fmla="*/ 90 h 95"/>
                <a:gd name="T6" fmla="*/ 56 w 96"/>
                <a:gd name="T7" fmla="*/ 91 h 95"/>
                <a:gd name="T8" fmla="*/ 69 w 96"/>
                <a:gd name="T9" fmla="*/ 67 h 95"/>
                <a:gd name="T10" fmla="*/ 60 w 96"/>
                <a:gd name="T11" fmla="*/ 90 h 95"/>
                <a:gd name="T12" fmla="*/ 49 w 96"/>
                <a:gd name="T13" fmla="*/ 90 h 95"/>
                <a:gd name="T14" fmla="*/ 33 w 96"/>
                <a:gd name="T15" fmla="*/ 78 h 95"/>
                <a:gd name="T16" fmla="*/ 49 w 96"/>
                <a:gd name="T17" fmla="*/ 63 h 95"/>
                <a:gd name="T18" fmla="*/ 66 w 96"/>
                <a:gd name="T19" fmla="*/ 65 h 95"/>
                <a:gd name="T20" fmla="*/ 52 w 96"/>
                <a:gd name="T21" fmla="*/ 90 h 95"/>
                <a:gd name="T22" fmla="*/ 49 w 96"/>
                <a:gd name="T23" fmla="*/ 90 h 95"/>
                <a:gd name="T24" fmla="*/ 69 w 96"/>
                <a:gd name="T25" fmla="*/ 64 h 95"/>
                <a:gd name="T26" fmla="*/ 92 w 96"/>
                <a:gd name="T27" fmla="*/ 48 h 95"/>
                <a:gd name="T28" fmla="*/ 85 w 96"/>
                <a:gd name="T29" fmla="*/ 73 h 95"/>
                <a:gd name="T30" fmla="*/ 26 w 96"/>
                <a:gd name="T31" fmla="*/ 48 h 95"/>
                <a:gd name="T32" fmla="*/ 66 w 96"/>
                <a:gd name="T33" fmla="*/ 63 h 95"/>
                <a:gd name="T34" fmla="*/ 49 w 96"/>
                <a:gd name="T35" fmla="*/ 60 h 95"/>
                <a:gd name="T36" fmla="*/ 12 w 96"/>
                <a:gd name="T37" fmla="*/ 74 h 95"/>
                <a:gd name="T38" fmla="*/ 3 w 96"/>
                <a:gd name="T39" fmla="*/ 48 h 95"/>
                <a:gd name="T40" fmla="*/ 25 w 96"/>
                <a:gd name="T41" fmla="*/ 65 h 95"/>
                <a:gd name="T42" fmla="*/ 68 w 96"/>
                <a:gd name="T43" fmla="*/ 45 h 95"/>
                <a:gd name="T44" fmla="*/ 28 w 96"/>
                <a:gd name="T45" fmla="*/ 27 h 95"/>
                <a:gd name="T46" fmla="*/ 48 w 96"/>
                <a:gd name="T47" fmla="*/ 31 h 95"/>
                <a:gd name="T48" fmla="*/ 68 w 96"/>
                <a:gd name="T49" fmla="*/ 45 h 95"/>
                <a:gd name="T50" fmla="*/ 14 w 96"/>
                <a:gd name="T51" fmla="*/ 19 h 95"/>
                <a:gd name="T52" fmla="*/ 25 w 96"/>
                <a:gd name="T53" fmla="*/ 26 h 95"/>
                <a:gd name="T54" fmla="*/ 3 w 96"/>
                <a:gd name="T55" fmla="*/ 45 h 95"/>
                <a:gd name="T56" fmla="*/ 7 w 96"/>
                <a:gd name="T57" fmla="*/ 28 h 95"/>
                <a:gd name="T58" fmla="*/ 14 w 96"/>
                <a:gd name="T59" fmla="*/ 19 h 95"/>
                <a:gd name="T60" fmla="*/ 71 w 96"/>
                <a:gd name="T61" fmla="*/ 45 h 95"/>
                <a:gd name="T62" fmla="*/ 82 w 96"/>
                <a:gd name="T63" fmla="*/ 18 h 95"/>
                <a:gd name="T64" fmla="*/ 92 w 96"/>
                <a:gd name="T65" fmla="*/ 45 h 95"/>
                <a:gd name="T66" fmla="*/ 32 w 96"/>
                <a:gd name="T67" fmla="*/ 6 h 95"/>
                <a:gd name="T68" fmla="*/ 30 w 96"/>
                <a:gd name="T69" fmla="*/ 14 h 95"/>
                <a:gd name="T70" fmla="*/ 16 w 96"/>
                <a:gd name="T71" fmla="*/ 17 h 95"/>
                <a:gd name="T72" fmla="*/ 16 w 96"/>
                <a:gd name="T73" fmla="*/ 16 h 95"/>
                <a:gd name="T74" fmla="*/ 66 w 96"/>
                <a:gd name="T75" fmla="*/ 18 h 95"/>
                <a:gd name="T76" fmla="*/ 57 w 96"/>
                <a:gd name="T77" fmla="*/ 4 h 95"/>
                <a:gd name="T78" fmla="*/ 80 w 96"/>
                <a:gd name="T79" fmla="*/ 16 h 95"/>
                <a:gd name="T80" fmla="*/ 47 w 96"/>
                <a:gd name="T81" fmla="*/ 28 h 95"/>
                <a:gd name="T82" fmla="*/ 33 w 96"/>
                <a:gd name="T83" fmla="*/ 15 h 95"/>
                <a:gd name="T84" fmla="*/ 46 w 96"/>
                <a:gd name="T85" fmla="*/ 3 h 95"/>
                <a:gd name="T86" fmla="*/ 56 w 96"/>
                <a:gd name="T87" fmla="*/ 7 h 95"/>
                <a:gd name="T88" fmla="*/ 65 w 96"/>
                <a:gd name="T89" fmla="*/ 25 h 95"/>
                <a:gd name="T90" fmla="*/ 47 w 96"/>
                <a:gd name="T91" fmla="*/ 28 h 95"/>
                <a:gd name="T92" fmla="*/ 44 w 96"/>
                <a:gd name="T93" fmla="*/ 0 h 95"/>
                <a:gd name="T94" fmla="*/ 15 w 96"/>
                <a:gd name="T95" fmla="*/ 13 h 95"/>
                <a:gd name="T96" fmla="*/ 5 w 96"/>
                <a:gd name="T97" fmla="*/ 26 h 95"/>
                <a:gd name="T98" fmla="*/ 2 w 96"/>
                <a:gd name="T99" fmla="*/ 33 h 95"/>
                <a:gd name="T100" fmla="*/ 0 w 96"/>
                <a:gd name="T101" fmla="*/ 46 h 95"/>
                <a:gd name="T102" fmla="*/ 2 w 96"/>
                <a:gd name="T103" fmla="*/ 61 h 95"/>
                <a:gd name="T104" fmla="*/ 48 w 96"/>
                <a:gd name="T105" fmla="*/ 95 h 95"/>
                <a:gd name="T106" fmla="*/ 85 w 96"/>
                <a:gd name="T107" fmla="*/ 77 h 95"/>
                <a:gd name="T108" fmla="*/ 86 w 96"/>
                <a:gd name="T109" fmla="*/ 76 h 95"/>
                <a:gd name="T110" fmla="*/ 92 w 96"/>
                <a:gd name="T111" fmla="*/ 66 h 95"/>
                <a:gd name="T112" fmla="*/ 96 w 96"/>
                <a:gd name="T113" fmla="*/ 46 h 95"/>
                <a:gd name="T114" fmla="*/ 89 w 96"/>
                <a:gd name="T115" fmla="*/ 24 h 95"/>
                <a:gd name="T116" fmla="*/ 83 w 96"/>
                <a:gd name="T117" fmla="*/ 15 h 95"/>
                <a:gd name="T118" fmla="*/ 72 w 96"/>
                <a:gd name="T119" fmla="*/ 6 h 95"/>
                <a:gd name="T120" fmla="*/ 47 w 96"/>
                <a:gd name="T12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95">
                  <a:moveTo>
                    <a:pt x="42" y="91"/>
                  </a:moveTo>
                  <a:cubicBezTo>
                    <a:pt x="34" y="90"/>
                    <a:pt x="27" y="88"/>
                    <a:pt x="21" y="83"/>
                  </a:cubicBezTo>
                  <a:cubicBezTo>
                    <a:pt x="18" y="81"/>
                    <a:pt x="16" y="79"/>
                    <a:pt x="14" y="76"/>
                  </a:cubicBezTo>
                  <a:cubicBezTo>
                    <a:pt x="17" y="73"/>
                    <a:pt x="22" y="70"/>
                    <a:pt x="26" y="68"/>
                  </a:cubicBezTo>
                  <a:cubicBezTo>
                    <a:pt x="27" y="72"/>
                    <a:pt x="29" y="75"/>
                    <a:pt x="31" y="79"/>
                  </a:cubicBezTo>
                  <a:cubicBezTo>
                    <a:pt x="32" y="82"/>
                    <a:pt x="35" y="87"/>
                    <a:pt x="39" y="90"/>
                  </a:cubicBezTo>
                  <a:cubicBezTo>
                    <a:pt x="40" y="90"/>
                    <a:pt x="41" y="91"/>
                    <a:pt x="42" y="91"/>
                  </a:cubicBezTo>
                  <a:moveTo>
                    <a:pt x="56" y="91"/>
                  </a:moveTo>
                  <a:cubicBezTo>
                    <a:pt x="60" y="88"/>
                    <a:pt x="62" y="84"/>
                    <a:pt x="64" y="80"/>
                  </a:cubicBezTo>
                  <a:cubicBezTo>
                    <a:pt x="66" y="76"/>
                    <a:pt x="67" y="71"/>
                    <a:pt x="69" y="67"/>
                  </a:cubicBezTo>
                  <a:cubicBezTo>
                    <a:pt x="74" y="69"/>
                    <a:pt x="78" y="71"/>
                    <a:pt x="83" y="75"/>
                  </a:cubicBezTo>
                  <a:cubicBezTo>
                    <a:pt x="77" y="82"/>
                    <a:pt x="69" y="88"/>
                    <a:pt x="60" y="90"/>
                  </a:cubicBezTo>
                  <a:cubicBezTo>
                    <a:pt x="58" y="91"/>
                    <a:pt x="57" y="91"/>
                    <a:pt x="56" y="91"/>
                  </a:cubicBezTo>
                  <a:moveTo>
                    <a:pt x="49" y="90"/>
                  </a:moveTo>
                  <a:cubicBezTo>
                    <a:pt x="46" y="90"/>
                    <a:pt x="43" y="89"/>
                    <a:pt x="41" y="87"/>
                  </a:cubicBezTo>
                  <a:cubicBezTo>
                    <a:pt x="37" y="85"/>
                    <a:pt x="35" y="81"/>
                    <a:pt x="33" y="78"/>
                  </a:cubicBezTo>
                  <a:cubicBezTo>
                    <a:pt x="32" y="74"/>
                    <a:pt x="30" y="70"/>
                    <a:pt x="29" y="66"/>
                  </a:cubicBezTo>
                  <a:cubicBezTo>
                    <a:pt x="35" y="64"/>
                    <a:pt x="42" y="63"/>
                    <a:pt x="49" y="63"/>
                  </a:cubicBezTo>
                  <a:cubicBezTo>
                    <a:pt x="49" y="63"/>
                    <a:pt x="49" y="63"/>
                    <a:pt x="49" y="63"/>
                  </a:cubicBezTo>
                  <a:cubicBezTo>
                    <a:pt x="55" y="63"/>
                    <a:pt x="60" y="64"/>
                    <a:pt x="66" y="65"/>
                  </a:cubicBezTo>
                  <a:cubicBezTo>
                    <a:pt x="65" y="70"/>
                    <a:pt x="63" y="75"/>
                    <a:pt x="61" y="79"/>
                  </a:cubicBezTo>
                  <a:cubicBezTo>
                    <a:pt x="58" y="85"/>
                    <a:pt x="55" y="89"/>
                    <a:pt x="52" y="90"/>
                  </a:cubicBezTo>
                  <a:cubicBezTo>
                    <a:pt x="51" y="90"/>
                    <a:pt x="50" y="90"/>
                    <a:pt x="49" y="90"/>
                  </a:cubicBezTo>
                  <a:cubicBezTo>
                    <a:pt x="49" y="90"/>
                    <a:pt x="49" y="90"/>
                    <a:pt x="49" y="90"/>
                  </a:cubicBezTo>
                  <a:moveTo>
                    <a:pt x="85" y="73"/>
                  </a:moveTo>
                  <a:cubicBezTo>
                    <a:pt x="80" y="69"/>
                    <a:pt x="75" y="66"/>
                    <a:pt x="69" y="64"/>
                  </a:cubicBezTo>
                  <a:cubicBezTo>
                    <a:pt x="70" y="58"/>
                    <a:pt x="71" y="53"/>
                    <a:pt x="71" y="48"/>
                  </a:cubicBezTo>
                  <a:cubicBezTo>
                    <a:pt x="92" y="48"/>
                    <a:pt x="92" y="48"/>
                    <a:pt x="92" y="48"/>
                  </a:cubicBezTo>
                  <a:cubicBezTo>
                    <a:pt x="92" y="53"/>
                    <a:pt x="91" y="59"/>
                    <a:pt x="89" y="64"/>
                  </a:cubicBezTo>
                  <a:cubicBezTo>
                    <a:pt x="88" y="67"/>
                    <a:pt x="86" y="70"/>
                    <a:pt x="85" y="73"/>
                  </a:cubicBezTo>
                  <a:moveTo>
                    <a:pt x="28" y="64"/>
                  </a:moveTo>
                  <a:cubicBezTo>
                    <a:pt x="27" y="58"/>
                    <a:pt x="26" y="53"/>
                    <a:pt x="26" y="48"/>
                  </a:cubicBezTo>
                  <a:cubicBezTo>
                    <a:pt x="68" y="48"/>
                    <a:pt x="68" y="48"/>
                    <a:pt x="68" y="48"/>
                  </a:cubicBezTo>
                  <a:cubicBezTo>
                    <a:pt x="68" y="53"/>
                    <a:pt x="67" y="58"/>
                    <a:pt x="66" y="63"/>
                  </a:cubicBezTo>
                  <a:cubicBezTo>
                    <a:pt x="61" y="61"/>
                    <a:pt x="55" y="60"/>
                    <a:pt x="49" y="60"/>
                  </a:cubicBezTo>
                  <a:cubicBezTo>
                    <a:pt x="49" y="60"/>
                    <a:pt x="49" y="60"/>
                    <a:pt x="49" y="60"/>
                  </a:cubicBezTo>
                  <a:cubicBezTo>
                    <a:pt x="42" y="60"/>
                    <a:pt x="35" y="61"/>
                    <a:pt x="28" y="64"/>
                  </a:cubicBezTo>
                  <a:moveTo>
                    <a:pt x="12" y="74"/>
                  </a:moveTo>
                  <a:cubicBezTo>
                    <a:pt x="9" y="70"/>
                    <a:pt x="7" y="65"/>
                    <a:pt x="5" y="60"/>
                  </a:cubicBezTo>
                  <a:cubicBezTo>
                    <a:pt x="4" y="56"/>
                    <a:pt x="3" y="52"/>
                    <a:pt x="3" y="48"/>
                  </a:cubicBezTo>
                  <a:cubicBezTo>
                    <a:pt x="23" y="48"/>
                    <a:pt x="23" y="48"/>
                    <a:pt x="23" y="48"/>
                  </a:cubicBezTo>
                  <a:cubicBezTo>
                    <a:pt x="23" y="53"/>
                    <a:pt x="24" y="59"/>
                    <a:pt x="25" y="65"/>
                  </a:cubicBezTo>
                  <a:cubicBezTo>
                    <a:pt x="21" y="67"/>
                    <a:pt x="16" y="70"/>
                    <a:pt x="12" y="74"/>
                  </a:cubicBezTo>
                  <a:moveTo>
                    <a:pt x="68" y="45"/>
                  </a:moveTo>
                  <a:cubicBezTo>
                    <a:pt x="26" y="45"/>
                    <a:pt x="26" y="45"/>
                    <a:pt x="26" y="45"/>
                  </a:cubicBezTo>
                  <a:cubicBezTo>
                    <a:pt x="26" y="39"/>
                    <a:pt x="27" y="33"/>
                    <a:pt x="28" y="27"/>
                  </a:cubicBezTo>
                  <a:cubicBezTo>
                    <a:pt x="34" y="30"/>
                    <a:pt x="41" y="31"/>
                    <a:pt x="47" y="31"/>
                  </a:cubicBezTo>
                  <a:cubicBezTo>
                    <a:pt x="48" y="31"/>
                    <a:pt x="48" y="31"/>
                    <a:pt x="48" y="31"/>
                  </a:cubicBezTo>
                  <a:cubicBezTo>
                    <a:pt x="54" y="31"/>
                    <a:pt x="60" y="30"/>
                    <a:pt x="66" y="28"/>
                  </a:cubicBezTo>
                  <a:cubicBezTo>
                    <a:pt x="67" y="33"/>
                    <a:pt x="68" y="39"/>
                    <a:pt x="68" y="45"/>
                  </a:cubicBezTo>
                  <a:moveTo>
                    <a:pt x="14" y="19"/>
                  </a:moveTo>
                  <a:cubicBezTo>
                    <a:pt x="14" y="19"/>
                    <a:pt x="14" y="19"/>
                    <a:pt x="14" y="19"/>
                  </a:cubicBezTo>
                  <a:cubicBezTo>
                    <a:pt x="15" y="19"/>
                    <a:pt x="16" y="20"/>
                    <a:pt x="17" y="21"/>
                  </a:cubicBezTo>
                  <a:cubicBezTo>
                    <a:pt x="19" y="23"/>
                    <a:pt x="22" y="25"/>
                    <a:pt x="25" y="26"/>
                  </a:cubicBezTo>
                  <a:cubicBezTo>
                    <a:pt x="24" y="32"/>
                    <a:pt x="23" y="38"/>
                    <a:pt x="23" y="45"/>
                  </a:cubicBezTo>
                  <a:cubicBezTo>
                    <a:pt x="3" y="45"/>
                    <a:pt x="3" y="45"/>
                    <a:pt x="3" y="45"/>
                  </a:cubicBezTo>
                  <a:cubicBezTo>
                    <a:pt x="4" y="40"/>
                    <a:pt x="4" y="36"/>
                    <a:pt x="6" y="32"/>
                  </a:cubicBezTo>
                  <a:cubicBezTo>
                    <a:pt x="6" y="31"/>
                    <a:pt x="7" y="29"/>
                    <a:pt x="7" y="28"/>
                  </a:cubicBezTo>
                  <a:cubicBezTo>
                    <a:pt x="8" y="28"/>
                    <a:pt x="8" y="28"/>
                    <a:pt x="8" y="28"/>
                  </a:cubicBezTo>
                  <a:cubicBezTo>
                    <a:pt x="9" y="24"/>
                    <a:pt x="11" y="21"/>
                    <a:pt x="14" y="19"/>
                  </a:cubicBezTo>
                  <a:moveTo>
                    <a:pt x="92" y="45"/>
                  </a:moveTo>
                  <a:cubicBezTo>
                    <a:pt x="71" y="45"/>
                    <a:pt x="71" y="45"/>
                    <a:pt x="71" y="45"/>
                  </a:cubicBezTo>
                  <a:cubicBezTo>
                    <a:pt x="71" y="39"/>
                    <a:pt x="70" y="32"/>
                    <a:pt x="69" y="27"/>
                  </a:cubicBezTo>
                  <a:cubicBezTo>
                    <a:pt x="73" y="24"/>
                    <a:pt x="78" y="22"/>
                    <a:pt x="82" y="18"/>
                  </a:cubicBezTo>
                  <a:cubicBezTo>
                    <a:pt x="83" y="20"/>
                    <a:pt x="85" y="23"/>
                    <a:pt x="87" y="25"/>
                  </a:cubicBezTo>
                  <a:cubicBezTo>
                    <a:pt x="90" y="31"/>
                    <a:pt x="92" y="38"/>
                    <a:pt x="92" y="45"/>
                  </a:cubicBezTo>
                  <a:moveTo>
                    <a:pt x="16" y="16"/>
                  </a:moveTo>
                  <a:cubicBezTo>
                    <a:pt x="20" y="12"/>
                    <a:pt x="26" y="8"/>
                    <a:pt x="32" y="6"/>
                  </a:cubicBezTo>
                  <a:cubicBezTo>
                    <a:pt x="33" y="5"/>
                    <a:pt x="35" y="5"/>
                    <a:pt x="36" y="4"/>
                  </a:cubicBezTo>
                  <a:cubicBezTo>
                    <a:pt x="34" y="6"/>
                    <a:pt x="32" y="10"/>
                    <a:pt x="30" y="14"/>
                  </a:cubicBezTo>
                  <a:cubicBezTo>
                    <a:pt x="28" y="17"/>
                    <a:pt x="27" y="20"/>
                    <a:pt x="26" y="23"/>
                  </a:cubicBezTo>
                  <a:cubicBezTo>
                    <a:pt x="23" y="22"/>
                    <a:pt x="19" y="19"/>
                    <a:pt x="16" y="17"/>
                  </a:cubicBezTo>
                  <a:cubicBezTo>
                    <a:pt x="16" y="17"/>
                    <a:pt x="16" y="16"/>
                    <a:pt x="16" y="16"/>
                  </a:cubicBezTo>
                  <a:cubicBezTo>
                    <a:pt x="16" y="16"/>
                    <a:pt x="16" y="16"/>
                    <a:pt x="16" y="16"/>
                  </a:cubicBezTo>
                  <a:moveTo>
                    <a:pt x="68" y="24"/>
                  </a:moveTo>
                  <a:cubicBezTo>
                    <a:pt x="67" y="22"/>
                    <a:pt x="67" y="20"/>
                    <a:pt x="66" y="18"/>
                  </a:cubicBezTo>
                  <a:cubicBezTo>
                    <a:pt x="64" y="14"/>
                    <a:pt x="62" y="9"/>
                    <a:pt x="58" y="5"/>
                  </a:cubicBezTo>
                  <a:cubicBezTo>
                    <a:pt x="58" y="4"/>
                    <a:pt x="57" y="4"/>
                    <a:pt x="57" y="4"/>
                  </a:cubicBezTo>
                  <a:cubicBezTo>
                    <a:pt x="62" y="5"/>
                    <a:pt x="66" y="6"/>
                    <a:pt x="71" y="9"/>
                  </a:cubicBezTo>
                  <a:cubicBezTo>
                    <a:pt x="74" y="11"/>
                    <a:pt x="77" y="13"/>
                    <a:pt x="80" y="16"/>
                  </a:cubicBezTo>
                  <a:cubicBezTo>
                    <a:pt x="76" y="19"/>
                    <a:pt x="72" y="22"/>
                    <a:pt x="68" y="24"/>
                  </a:cubicBezTo>
                  <a:moveTo>
                    <a:pt x="47" y="28"/>
                  </a:moveTo>
                  <a:cubicBezTo>
                    <a:pt x="41" y="28"/>
                    <a:pt x="35" y="27"/>
                    <a:pt x="29" y="25"/>
                  </a:cubicBezTo>
                  <a:cubicBezTo>
                    <a:pt x="30" y="21"/>
                    <a:pt x="31" y="18"/>
                    <a:pt x="33" y="15"/>
                  </a:cubicBezTo>
                  <a:cubicBezTo>
                    <a:pt x="36" y="8"/>
                    <a:pt x="40" y="4"/>
                    <a:pt x="45" y="3"/>
                  </a:cubicBezTo>
                  <a:cubicBezTo>
                    <a:pt x="45" y="3"/>
                    <a:pt x="45" y="3"/>
                    <a:pt x="46" y="3"/>
                  </a:cubicBezTo>
                  <a:cubicBezTo>
                    <a:pt x="47" y="3"/>
                    <a:pt x="47" y="3"/>
                    <a:pt x="47" y="3"/>
                  </a:cubicBezTo>
                  <a:cubicBezTo>
                    <a:pt x="50" y="3"/>
                    <a:pt x="53" y="4"/>
                    <a:pt x="56" y="7"/>
                  </a:cubicBezTo>
                  <a:cubicBezTo>
                    <a:pt x="60" y="10"/>
                    <a:pt x="62" y="15"/>
                    <a:pt x="63" y="19"/>
                  </a:cubicBezTo>
                  <a:cubicBezTo>
                    <a:pt x="64" y="21"/>
                    <a:pt x="64" y="23"/>
                    <a:pt x="65" y="25"/>
                  </a:cubicBezTo>
                  <a:cubicBezTo>
                    <a:pt x="60" y="27"/>
                    <a:pt x="54" y="28"/>
                    <a:pt x="48" y="28"/>
                  </a:cubicBezTo>
                  <a:cubicBezTo>
                    <a:pt x="48" y="28"/>
                    <a:pt x="47" y="28"/>
                    <a:pt x="47" y="28"/>
                  </a:cubicBezTo>
                  <a:moveTo>
                    <a:pt x="47" y="0"/>
                  </a:moveTo>
                  <a:cubicBezTo>
                    <a:pt x="46" y="0"/>
                    <a:pt x="45" y="0"/>
                    <a:pt x="44" y="0"/>
                  </a:cubicBezTo>
                  <a:cubicBezTo>
                    <a:pt x="40" y="0"/>
                    <a:pt x="35" y="1"/>
                    <a:pt x="31" y="3"/>
                  </a:cubicBezTo>
                  <a:cubicBezTo>
                    <a:pt x="25" y="5"/>
                    <a:pt x="19" y="9"/>
                    <a:pt x="15" y="13"/>
                  </a:cubicBezTo>
                  <a:cubicBezTo>
                    <a:pt x="14" y="14"/>
                    <a:pt x="13" y="15"/>
                    <a:pt x="13" y="15"/>
                  </a:cubicBezTo>
                  <a:cubicBezTo>
                    <a:pt x="10" y="19"/>
                    <a:pt x="7" y="22"/>
                    <a:pt x="5" y="26"/>
                  </a:cubicBezTo>
                  <a:cubicBezTo>
                    <a:pt x="5" y="27"/>
                    <a:pt x="4" y="28"/>
                    <a:pt x="4" y="29"/>
                  </a:cubicBezTo>
                  <a:cubicBezTo>
                    <a:pt x="3" y="31"/>
                    <a:pt x="3" y="32"/>
                    <a:pt x="2" y="33"/>
                  </a:cubicBezTo>
                  <a:cubicBezTo>
                    <a:pt x="1" y="37"/>
                    <a:pt x="1" y="41"/>
                    <a:pt x="0" y="45"/>
                  </a:cubicBezTo>
                  <a:cubicBezTo>
                    <a:pt x="0" y="45"/>
                    <a:pt x="0" y="46"/>
                    <a:pt x="0" y="46"/>
                  </a:cubicBezTo>
                  <a:cubicBezTo>
                    <a:pt x="0" y="47"/>
                    <a:pt x="0" y="47"/>
                    <a:pt x="0" y="47"/>
                  </a:cubicBezTo>
                  <a:cubicBezTo>
                    <a:pt x="0" y="52"/>
                    <a:pt x="1" y="57"/>
                    <a:pt x="2" y="61"/>
                  </a:cubicBezTo>
                  <a:cubicBezTo>
                    <a:pt x="5" y="71"/>
                    <a:pt x="11" y="79"/>
                    <a:pt x="19" y="86"/>
                  </a:cubicBezTo>
                  <a:cubicBezTo>
                    <a:pt x="28" y="92"/>
                    <a:pt x="38" y="95"/>
                    <a:pt x="48" y="95"/>
                  </a:cubicBezTo>
                  <a:cubicBezTo>
                    <a:pt x="52" y="95"/>
                    <a:pt x="57" y="94"/>
                    <a:pt x="61" y="93"/>
                  </a:cubicBezTo>
                  <a:cubicBezTo>
                    <a:pt x="70" y="91"/>
                    <a:pt x="79" y="85"/>
                    <a:pt x="85" y="77"/>
                  </a:cubicBezTo>
                  <a:cubicBezTo>
                    <a:pt x="85" y="77"/>
                    <a:pt x="85" y="77"/>
                    <a:pt x="85" y="77"/>
                  </a:cubicBezTo>
                  <a:cubicBezTo>
                    <a:pt x="86" y="77"/>
                    <a:pt x="86" y="77"/>
                    <a:pt x="86" y="76"/>
                  </a:cubicBezTo>
                  <a:cubicBezTo>
                    <a:pt x="87" y="76"/>
                    <a:pt x="87" y="75"/>
                    <a:pt x="87" y="75"/>
                  </a:cubicBezTo>
                  <a:cubicBezTo>
                    <a:pt x="89" y="72"/>
                    <a:pt x="91" y="69"/>
                    <a:pt x="92" y="66"/>
                  </a:cubicBezTo>
                  <a:cubicBezTo>
                    <a:pt x="94" y="60"/>
                    <a:pt x="95" y="54"/>
                    <a:pt x="95" y="47"/>
                  </a:cubicBezTo>
                  <a:cubicBezTo>
                    <a:pt x="96" y="47"/>
                    <a:pt x="96" y="47"/>
                    <a:pt x="96" y="46"/>
                  </a:cubicBezTo>
                  <a:cubicBezTo>
                    <a:pt x="96" y="46"/>
                    <a:pt x="96" y="45"/>
                    <a:pt x="95" y="45"/>
                  </a:cubicBezTo>
                  <a:cubicBezTo>
                    <a:pt x="95" y="38"/>
                    <a:pt x="93" y="30"/>
                    <a:pt x="89" y="24"/>
                  </a:cubicBezTo>
                  <a:cubicBezTo>
                    <a:pt x="88" y="21"/>
                    <a:pt x="86" y="18"/>
                    <a:pt x="83" y="15"/>
                  </a:cubicBezTo>
                  <a:cubicBezTo>
                    <a:pt x="83" y="15"/>
                    <a:pt x="83" y="15"/>
                    <a:pt x="83" y="15"/>
                  </a:cubicBezTo>
                  <a:cubicBezTo>
                    <a:pt x="82" y="14"/>
                    <a:pt x="82" y="14"/>
                    <a:pt x="82" y="14"/>
                  </a:cubicBezTo>
                  <a:cubicBezTo>
                    <a:pt x="79" y="11"/>
                    <a:pt x="76" y="8"/>
                    <a:pt x="72" y="6"/>
                  </a:cubicBezTo>
                  <a:cubicBezTo>
                    <a:pt x="65" y="2"/>
                    <a:pt x="56" y="0"/>
                    <a:pt x="48" y="0"/>
                  </a:cubicBezTo>
                  <a:cubicBezTo>
                    <a:pt x="47" y="0"/>
                    <a:pt x="47" y="0"/>
                    <a:pt x="4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9" name="Freeform 38">
              <a:extLst>
                <a:ext uri="{FF2B5EF4-FFF2-40B4-BE49-F238E27FC236}">
                  <a16:creationId xmlns:a16="http://schemas.microsoft.com/office/drawing/2014/main" id="{95BD0544-B25F-45CC-93AF-1538584FB65B}"/>
                </a:ext>
              </a:extLst>
            </p:cNvPr>
            <p:cNvSpPr>
              <a:spLocks noEditPoints="1"/>
            </p:cNvSpPr>
            <p:nvPr/>
          </p:nvSpPr>
          <p:spPr bwMode="auto">
            <a:xfrm>
              <a:off x="3663950" y="5616575"/>
              <a:ext cx="590550" cy="346075"/>
            </a:xfrm>
            <a:custGeom>
              <a:avLst/>
              <a:gdLst>
                <a:gd name="T0" fmla="*/ 36 w 147"/>
                <a:gd name="T1" fmla="*/ 50 h 86"/>
                <a:gd name="T2" fmla="*/ 66 w 147"/>
                <a:gd name="T3" fmla="*/ 11 h 86"/>
                <a:gd name="T4" fmla="*/ 105 w 147"/>
                <a:gd name="T5" fmla="*/ 31 h 86"/>
                <a:gd name="T6" fmla="*/ 106 w 147"/>
                <a:gd name="T7" fmla="*/ 50 h 86"/>
                <a:gd name="T8" fmla="*/ 89 w 147"/>
                <a:gd name="T9" fmla="*/ 52 h 86"/>
                <a:gd name="T10" fmla="*/ 69 w 147"/>
                <a:gd name="T11" fmla="*/ 52 h 86"/>
                <a:gd name="T12" fmla="*/ 66 w 147"/>
                <a:gd name="T13" fmla="*/ 7 h 86"/>
                <a:gd name="T14" fmla="*/ 32 w 147"/>
                <a:gd name="T15" fmla="*/ 47 h 86"/>
                <a:gd name="T16" fmla="*/ 54 w 147"/>
                <a:gd name="T17" fmla="*/ 56 h 86"/>
                <a:gd name="T18" fmla="*/ 71 w 147"/>
                <a:gd name="T19" fmla="*/ 56 h 86"/>
                <a:gd name="T20" fmla="*/ 108 w 147"/>
                <a:gd name="T21" fmla="*/ 55 h 86"/>
                <a:gd name="T22" fmla="*/ 110 w 147"/>
                <a:gd name="T23" fmla="*/ 53 h 86"/>
                <a:gd name="T24" fmla="*/ 109 w 147"/>
                <a:gd name="T25" fmla="*/ 42 h 86"/>
                <a:gd name="T26" fmla="*/ 109 w 147"/>
                <a:gd name="T27" fmla="*/ 29 h 86"/>
                <a:gd name="T28" fmla="*/ 108 w 147"/>
                <a:gd name="T29" fmla="*/ 8 h 86"/>
                <a:gd name="T30" fmla="*/ 79 w 147"/>
                <a:gd name="T31" fmla="*/ 76 h 86"/>
                <a:gd name="T32" fmla="*/ 88 w 147"/>
                <a:gd name="T33" fmla="*/ 83 h 86"/>
                <a:gd name="T34" fmla="*/ 61 w 147"/>
                <a:gd name="T35" fmla="*/ 82 h 86"/>
                <a:gd name="T36" fmla="*/ 57 w 147"/>
                <a:gd name="T37" fmla="*/ 80 h 86"/>
                <a:gd name="T38" fmla="*/ 63 w 147"/>
                <a:gd name="T39" fmla="*/ 76 h 86"/>
                <a:gd name="T40" fmla="*/ 78 w 147"/>
                <a:gd name="T41" fmla="*/ 76 h 86"/>
                <a:gd name="T42" fmla="*/ 28 w 147"/>
                <a:gd name="T43" fmla="*/ 62 h 86"/>
                <a:gd name="T44" fmla="*/ 83 w 147"/>
                <a:gd name="T45" fmla="*/ 63 h 86"/>
                <a:gd name="T46" fmla="*/ 123 w 147"/>
                <a:gd name="T47" fmla="*/ 70 h 86"/>
                <a:gd name="T48" fmla="*/ 120 w 147"/>
                <a:gd name="T49" fmla="*/ 83 h 86"/>
                <a:gd name="T50" fmla="*/ 82 w 147"/>
                <a:gd name="T51" fmla="*/ 73 h 86"/>
                <a:gd name="T52" fmla="*/ 77 w 147"/>
                <a:gd name="T53" fmla="*/ 72 h 86"/>
                <a:gd name="T54" fmla="*/ 61 w 147"/>
                <a:gd name="T55" fmla="*/ 73 h 86"/>
                <a:gd name="T56" fmla="*/ 51 w 147"/>
                <a:gd name="T57" fmla="*/ 81 h 86"/>
                <a:gd name="T58" fmla="*/ 29 w 147"/>
                <a:gd name="T59" fmla="*/ 58 h 86"/>
                <a:gd name="T60" fmla="*/ 114 w 147"/>
                <a:gd name="T61" fmla="*/ 4 h 86"/>
                <a:gd name="T62" fmla="*/ 116 w 147"/>
                <a:gd name="T63" fmla="*/ 38 h 86"/>
                <a:gd name="T64" fmla="*/ 113 w 147"/>
                <a:gd name="T65" fmla="*/ 60 h 86"/>
                <a:gd name="T66" fmla="*/ 70 w 147"/>
                <a:gd name="T67" fmla="*/ 59 h 86"/>
                <a:gd name="T68" fmla="*/ 26 w 147"/>
                <a:gd name="T69" fmla="*/ 0 h 86"/>
                <a:gd name="T70" fmla="*/ 0 w 147"/>
                <a:gd name="T71" fmla="*/ 83 h 86"/>
                <a:gd name="T72" fmla="*/ 2 w 147"/>
                <a:gd name="T73" fmla="*/ 86 h 86"/>
                <a:gd name="T74" fmla="*/ 73 w 147"/>
                <a:gd name="T75" fmla="*/ 86 h 86"/>
                <a:gd name="T76" fmla="*/ 136 w 147"/>
                <a:gd name="T77" fmla="*/ 86 h 86"/>
                <a:gd name="T78" fmla="*/ 147 w 147"/>
                <a:gd name="T79" fmla="*/ 86 h 86"/>
                <a:gd name="T80" fmla="*/ 129 w 147"/>
                <a:gd name="T81" fmla="*/ 70 h 86"/>
                <a:gd name="T82" fmla="*/ 120 w 147"/>
                <a:gd name="T83" fmla="*/ 47 h 86"/>
                <a:gd name="T84" fmla="*/ 116 w 147"/>
                <a:gd name="T85" fmla="*/ 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86">
                  <a:moveTo>
                    <a:pt x="54" y="53"/>
                  </a:moveTo>
                  <a:cubicBezTo>
                    <a:pt x="48" y="53"/>
                    <a:pt x="43" y="52"/>
                    <a:pt x="39" y="51"/>
                  </a:cubicBezTo>
                  <a:cubicBezTo>
                    <a:pt x="38" y="51"/>
                    <a:pt x="37" y="51"/>
                    <a:pt x="36" y="50"/>
                  </a:cubicBezTo>
                  <a:cubicBezTo>
                    <a:pt x="36" y="49"/>
                    <a:pt x="36" y="48"/>
                    <a:pt x="36" y="47"/>
                  </a:cubicBezTo>
                  <a:cubicBezTo>
                    <a:pt x="37" y="11"/>
                    <a:pt x="37" y="11"/>
                    <a:pt x="37" y="11"/>
                  </a:cubicBezTo>
                  <a:cubicBezTo>
                    <a:pt x="47" y="11"/>
                    <a:pt x="56" y="11"/>
                    <a:pt x="66" y="11"/>
                  </a:cubicBezTo>
                  <a:cubicBezTo>
                    <a:pt x="79" y="11"/>
                    <a:pt x="93" y="11"/>
                    <a:pt x="106" y="12"/>
                  </a:cubicBezTo>
                  <a:cubicBezTo>
                    <a:pt x="106" y="17"/>
                    <a:pt x="105" y="23"/>
                    <a:pt x="105" y="28"/>
                  </a:cubicBezTo>
                  <a:cubicBezTo>
                    <a:pt x="105" y="29"/>
                    <a:pt x="105" y="30"/>
                    <a:pt x="105" y="31"/>
                  </a:cubicBezTo>
                  <a:cubicBezTo>
                    <a:pt x="105" y="34"/>
                    <a:pt x="105" y="37"/>
                    <a:pt x="106" y="40"/>
                  </a:cubicBezTo>
                  <a:cubicBezTo>
                    <a:pt x="106" y="41"/>
                    <a:pt x="106" y="42"/>
                    <a:pt x="106" y="43"/>
                  </a:cubicBezTo>
                  <a:cubicBezTo>
                    <a:pt x="106" y="45"/>
                    <a:pt x="106" y="47"/>
                    <a:pt x="106" y="50"/>
                  </a:cubicBezTo>
                  <a:cubicBezTo>
                    <a:pt x="106" y="50"/>
                    <a:pt x="106" y="51"/>
                    <a:pt x="106" y="51"/>
                  </a:cubicBezTo>
                  <a:cubicBezTo>
                    <a:pt x="102" y="51"/>
                    <a:pt x="102" y="51"/>
                    <a:pt x="102" y="51"/>
                  </a:cubicBezTo>
                  <a:cubicBezTo>
                    <a:pt x="89" y="52"/>
                    <a:pt x="89" y="52"/>
                    <a:pt x="89" y="52"/>
                  </a:cubicBezTo>
                  <a:cubicBezTo>
                    <a:pt x="86" y="52"/>
                    <a:pt x="86" y="52"/>
                    <a:pt x="86" y="52"/>
                  </a:cubicBezTo>
                  <a:cubicBezTo>
                    <a:pt x="73" y="52"/>
                    <a:pt x="73" y="52"/>
                    <a:pt x="73" y="52"/>
                  </a:cubicBezTo>
                  <a:cubicBezTo>
                    <a:pt x="69" y="52"/>
                    <a:pt x="69" y="52"/>
                    <a:pt x="69" y="52"/>
                  </a:cubicBezTo>
                  <a:cubicBezTo>
                    <a:pt x="61" y="53"/>
                    <a:pt x="61" y="53"/>
                    <a:pt x="61" y="53"/>
                  </a:cubicBezTo>
                  <a:cubicBezTo>
                    <a:pt x="59" y="53"/>
                    <a:pt x="56" y="53"/>
                    <a:pt x="54" y="53"/>
                  </a:cubicBezTo>
                  <a:moveTo>
                    <a:pt x="66" y="7"/>
                  </a:moveTo>
                  <a:cubicBezTo>
                    <a:pt x="56" y="7"/>
                    <a:pt x="45" y="7"/>
                    <a:pt x="35" y="8"/>
                  </a:cubicBezTo>
                  <a:cubicBezTo>
                    <a:pt x="34" y="8"/>
                    <a:pt x="34" y="8"/>
                    <a:pt x="34" y="8"/>
                  </a:cubicBezTo>
                  <a:cubicBezTo>
                    <a:pt x="32" y="47"/>
                    <a:pt x="32" y="47"/>
                    <a:pt x="32" y="47"/>
                  </a:cubicBezTo>
                  <a:cubicBezTo>
                    <a:pt x="32" y="48"/>
                    <a:pt x="32" y="51"/>
                    <a:pt x="33" y="52"/>
                  </a:cubicBezTo>
                  <a:cubicBezTo>
                    <a:pt x="35" y="54"/>
                    <a:pt x="37" y="55"/>
                    <a:pt x="38" y="55"/>
                  </a:cubicBezTo>
                  <a:cubicBezTo>
                    <a:pt x="43" y="56"/>
                    <a:pt x="47" y="56"/>
                    <a:pt x="54" y="56"/>
                  </a:cubicBezTo>
                  <a:cubicBezTo>
                    <a:pt x="56" y="56"/>
                    <a:pt x="59" y="56"/>
                    <a:pt x="61" y="56"/>
                  </a:cubicBezTo>
                  <a:cubicBezTo>
                    <a:pt x="68" y="56"/>
                    <a:pt x="68" y="56"/>
                    <a:pt x="68" y="56"/>
                  </a:cubicBezTo>
                  <a:cubicBezTo>
                    <a:pt x="71" y="56"/>
                    <a:pt x="71" y="56"/>
                    <a:pt x="71" y="56"/>
                  </a:cubicBezTo>
                  <a:cubicBezTo>
                    <a:pt x="85" y="56"/>
                    <a:pt x="85" y="56"/>
                    <a:pt x="85" y="56"/>
                  </a:cubicBezTo>
                  <a:cubicBezTo>
                    <a:pt x="89" y="56"/>
                    <a:pt x="89" y="56"/>
                    <a:pt x="89" y="56"/>
                  </a:cubicBezTo>
                  <a:cubicBezTo>
                    <a:pt x="108" y="55"/>
                    <a:pt x="108" y="55"/>
                    <a:pt x="108" y="55"/>
                  </a:cubicBezTo>
                  <a:cubicBezTo>
                    <a:pt x="110" y="55"/>
                    <a:pt x="110" y="55"/>
                    <a:pt x="110" y="55"/>
                  </a:cubicBezTo>
                  <a:cubicBezTo>
                    <a:pt x="110" y="53"/>
                    <a:pt x="110" y="53"/>
                    <a:pt x="110" y="53"/>
                  </a:cubicBezTo>
                  <a:cubicBezTo>
                    <a:pt x="110" y="53"/>
                    <a:pt x="110" y="53"/>
                    <a:pt x="110" y="53"/>
                  </a:cubicBezTo>
                  <a:cubicBezTo>
                    <a:pt x="110" y="53"/>
                    <a:pt x="110" y="52"/>
                    <a:pt x="110" y="52"/>
                  </a:cubicBezTo>
                  <a:cubicBezTo>
                    <a:pt x="110" y="51"/>
                    <a:pt x="110" y="50"/>
                    <a:pt x="110" y="49"/>
                  </a:cubicBezTo>
                  <a:cubicBezTo>
                    <a:pt x="109" y="46"/>
                    <a:pt x="109" y="44"/>
                    <a:pt x="109" y="42"/>
                  </a:cubicBezTo>
                  <a:cubicBezTo>
                    <a:pt x="109" y="41"/>
                    <a:pt x="109" y="40"/>
                    <a:pt x="109" y="39"/>
                  </a:cubicBezTo>
                  <a:cubicBezTo>
                    <a:pt x="109" y="36"/>
                    <a:pt x="109" y="34"/>
                    <a:pt x="109" y="32"/>
                  </a:cubicBezTo>
                  <a:cubicBezTo>
                    <a:pt x="109" y="31"/>
                    <a:pt x="109" y="30"/>
                    <a:pt x="109" y="29"/>
                  </a:cubicBezTo>
                  <a:cubicBezTo>
                    <a:pt x="109" y="23"/>
                    <a:pt x="109" y="16"/>
                    <a:pt x="110" y="10"/>
                  </a:cubicBezTo>
                  <a:cubicBezTo>
                    <a:pt x="110" y="9"/>
                    <a:pt x="110" y="9"/>
                    <a:pt x="110" y="9"/>
                  </a:cubicBezTo>
                  <a:cubicBezTo>
                    <a:pt x="108" y="8"/>
                    <a:pt x="108" y="8"/>
                    <a:pt x="108" y="8"/>
                  </a:cubicBezTo>
                  <a:cubicBezTo>
                    <a:pt x="94" y="7"/>
                    <a:pt x="80" y="7"/>
                    <a:pt x="66" y="7"/>
                  </a:cubicBezTo>
                  <a:moveTo>
                    <a:pt x="78" y="76"/>
                  </a:moveTo>
                  <a:cubicBezTo>
                    <a:pt x="78" y="76"/>
                    <a:pt x="78" y="76"/>
                    <a:pt x="79" y="76"/>
                  </a:cubicBezTo>
                  <a:cubicBezTo>
                    <a:pt x="79" y="76"/>
                    <a:pt x="80" y="76"/>
                    <a:pt x="81" y="76"/>
                  </a:cubicBezTo>
                  <a:cubicBezTo>
                    <a:pt x="82" y="76"/>
                    <a:pt x="83" y="77"/>
                    <a:pt x="84" y="77"/>
                  </a:cubicBezTo>
                  <a:cubicBezTo>
                    <a:pt x="86" y="78"/>
                    <a:pt x="87" y="80"/>
                    <a:pt x="88" y="83"/>
                  </a:cubicBezTo>
                  <a:cubicBezTo>
                    <a:pt x="85" y="83"/>
                    <a:pt x="81" y="82"/>
                    <a:pt x="78" y="82"/>
                  </a:cubicBezTo>
                  <a:cubicBezTo>
                    <a:pt x="77" y="82"/>
                    <a:pt x="76" y="82"/>
                    <a:pt x="75" y="82"/>
                  </a:cubicBezTo>
                  <a:cubicBezTo>
                    <a:pt x="70" y="82"/>
                    <a:pt x="65" y="82"/>
                    <a:pt x="61" y="82"/>
                  </a:cubicBezTo>
                  <a:cubicBezTo>
                    <a:pt x="60" y="82"/>
                    <a:pt x="59" y="82"/>
                    <a:pt x="57" y="82"/>
                  </a:cubicBezTo>
                  <a:cubicBezTo>
                    <a:pt x="57" y="82"/>
                    <a:pt x="56" y="82"/>
                    <a:pt x="55" y="82"/>
                  </a:cubicBezTo>
                  <a:cubicBezTo>
                    <a:pt x="56" y="82"/>
                    <a:pt x="57" y="81"/>
                    <a:pt x="57" y="80"/>
                  </a:cubicBezTo>
                  <a:cubicBezTo>
                    <a:pt x="58" y="79"/>
                    <a:pt x="58" y="78"/>
                    <a:pt x="59" y="77"/>
                  </a:cubicBezTo>
                  <a:cubicBezTo>
                    <a:pt x="59" y="77"/>
                    <a:pt x="59" y="77"/>
                    <a:pt x="59" y="77"/>
                  </a:cubicBezTo>
                  <a:cubicBezTo>
                    <a:pt x="60" y="77"/>
                    <a:pt x="61" y="77"/>
                    <a:pt x="63" y="76"/>
                  </a:cubicBezTo>
                  <a:cubicBezTo>
                    <a:pt x="63" y="76"/>
                    <a:pt x="63" y="76"/>
                    <a:pt x="64" y="76"/>
                  </a:cubicBezTo>
                  <a:cubicBezTo>
                    <a:pt x="77" y="76"/>
                    <a:pt x="77" y="76"/>
                    <a:pt x="77" y="76"/>
                  </a:cubicBezTo>
                  <a:cubicBezTo>
                    <a:pt x="77" y="76"/>
                    <a:pt x="77" y="76"/>
                    <a:pt x="78" y="76"/>
                  </a:cubicBezTo>
                  <a:moveTo>
                    <a:pt x="50" y="82"/>
                  </a:moveTo>
                  <a:cubicBezTo>
                    <a:pt x="36" y="82"/>
                    <a:pt x="21" y="82"/>
                    <a:pt x="6" y="82"/>
                  </a:cubicBezTo>
                  <a:cubicBezTo>
                    <a:pt x="28" y="62"/>
                    <a:pt x="28" y="62"/>
                    <a:pt x="28" y="62"/>
                  </a:cubicBezTo>
                  <a:cubicBezTo>
                    <a:pt x="65" y="63"/>
                    <a:pt x="65" y="63"/>
                    <a:pt x="65" y="63"/>
                  </a:cubicBezTo>
                  <a:cubicBezTo>
                    <a:pt x="68" y="63"/>
                    <a:pt x="68" y="63"/>
                    <a:pt x="68" y="63"/>
                  </a:cubicBezTo>
                  <a:cubicBezTo>
                    <a:pt x="83" y="63"/>
                    <a:pt x="83" y="63"/>
                    <a:pt x="83" y="63"/>
                  </a:cubicBezTo>
                  <a:cubicBezTo>
                    <a:pt x="86" y="63"/>
                    <a:pt x="86" y="63"/>
                    <a:pt x="86" y="63"/>
                  </a:cubicBezTo>
                  <a:cubicBezTo>
                    <a:pt x="116" y="63"/>
                    <a:pt x="116" y="63"/>
                    <a:pt x="116" y="63"/>
                  </a:cubicBezTo>
                  <a:cubicBezTo>
                    <a:pt x="123" y="70"/>
                    <a:pt x="123" y="70"/>
                    <a:pt x="123" y="70"/>
                  </a:cubicBezTo>
                  <a:cubicBezTo>
                    <a:pt x="137" y="83"/>
                    <a:pt x="137" y="83"/>
                    <a:pt x="137" y="83"/>
                  </a:cubicBezTo>
                  <a:cubicBezTo>
                    <a:pt x="136" y="83"/>
                    <a:pt x="135" y="83"/>
                    <a:pt x="134" y="83"/>
                  </a:cubicBezTo>
                  <a:cubicBezTo>
                    <a:pt x="129" y="83"/>
                    <a:pt x="124" y="83"/>
                    <a:pt x="120" y="83"/>
                  </a:cubicBezTo>
                  <a:cubicBezTo>
                    <a:pt x="110" y="83"/>
                    <a:pt x="101" y="83"/>
                    <a:pt x="92" y="83"/>
                  </a:cubicBezTo>
                  <a:cubicBezTo>
                    <a:pt x="91" y="80"/>
                    <a:pt x="89" y="76"/>
                    <a:pt x="86" y="74"/>
                  </a:cubicBezTo>
                  <a:cubicBezTo>
                    <a:pt x="85" y="73"/>
                    <a:pt x="84" y="73"/>
                    <a:pt x="82" y="73"/>
                  </a:cubicBezTo>
                  <a:cubicBezTo>
                    <a:pt x="81" y="73"/>
                    <a:pt x="80" y="72"/>
                    <a:pt x="79" y="72"/>
                  </a:cubicBezTo>
                  <a:cubicBezTo>
                    <a:pt x="79" y="72"/>
                    <a:pt x="79" y="72"/>
                    <a:pt x="79" y="72"/>
                  </a:cubicBezTo>
                  <a:cubicBezTo>
                    <a:pt x="78" y="72"/>
                    <a:pt x="78" y="72"/>
                    <a:pt x="77" y="72"/>
                  </a:cubicBezTo>
                  <a:cubicBezTo>
                    <a:pt x="64" y="73"/>
                    <a:pt x="64" y="73"/>
                    <a:pt x="64" y="73"/>
                  </a:cubicBezTo>
                  <a:cubicBezTo>
                    <a:pt x="63" y="73"/>
                    <a:pt x="63" y="73"/>
                    <a:pt x="63" y="73"/>
                  </a:cubicBezTo>
                  <a:cubicBezTo>
                    <a:pt x="63" y="73"/>
                    <a:pt x="62" y="73"/>
                    <a:pt x="61" y="73"/>
                  </a:cubicBezTo>
                  <a:cubicBezTo>
                    <a:pt x="60" y="73"/>
                    <a:pt x="58" y="73"/>
                    <a:pt x="57" y="74"/>
                  </a:cubicBezTo>
                  <a:cubicBezTo>
                    <a:pt x="56" y="75"/>
                    <a:pt x="55" y="77"/>
                    <a:pt x="54" y="78"/>
                  </a:cubicBezTo>
                  <a:cubicBezTo>
                    <a:pt x="53" y="79"/>
                    <a:pt x="52" y="80"/>
                    <a:pt x="51" y="81"/>
                  </a:cubicBezTo>
                  <a:cubicBezTo>
                    <a:pt x="51" y="81"/>
                    <a:pt x="50" y="82"/>
                    <a:pt x="50" y="82"/>
                  </a:cubicBezTo>
                  <a:moveTo>
                    <a:pt x="67" y="59"/>
                  </a:moveTo>
                  <a:cubicBezTo>
                    <a:pt x="29" y="58"/>
                    <a:pt x="29" y="58"/>
                    <a:pt x="29" y="58"/>
                  </a:cubicBezTo>
                  <a:cubicBezTo>
                    <a:pt x="30" y="4"/>
                    <a:pt x="30" y="4"/>
                    <a:pt x="30" y="4"/>
                  </a:cubicBezTo>
                  <a:cubicBezTo>
                    <a:pt x="112" y="4"/>
                    <a:pt x="112" y="4"/>
                    <a:pt x="112" y="4"/>
                  </a:cubicBezTo>
                  <a:cubicBezTo>
                    <a:pt x="113" y="4"/>
                    <a:pt x="114" y="4"/>
                    <a:pt x="114" y="4"/>
                  </a:cubicBezTo>
                  <a:cubicBezTo>
                    <a:pt x="115" y="5"/>
                    <a:pt x="116" y="6"/>
                    <a:pt x="116" y="10"/>
                  </a:cubicBezTo>
                  <a:cubicBezTo>
                    <a:pt x="116" y="33"/>
                    <a:pt x="116" y="33"/>
                    <a:pt x="116" y="33"/>
                  </a:cubicBezTo>
                  <a:cubicBezTo>
                    <a:pt x="116" y="38"/>
                    <a:pt x="116" y="38"/>
                    <a:pt x="116" y="38"/>
                  </a:cubicBezTo>
                  <a:cubicBezTo>
                    <a:pt x="116" y="58"/>
                    <a:pt x="116" y="58"/>
                    <a:pt x="116" y="58"/>
                  </a:cubicBezTo>
                  <a:cubicBezTo>
                    <a:pt x="116" y="60"/>
                    <a:pt x="116" y="60"/>
                    <a:pt x="116" y="60"/>
                  </a:cubicBezTo>
                  <a:cubicBezTo>
                    <a:pt x="113" y="60"/>
                    <a:pt x="113" y="60"/>
                    <a:pt x="113" y="60"/>
                  </a:cubicBezTo>
                  <a:cubicBezTo>
                    <a:pt x="87" y="59"/>
                    <a:pt x="87" y="59"/>
                    <a:pt x="87" y="59"/>
                  </a:cubicBezTo>
                  <a:cubicBezTo>
                    <a:pt x="84" y="59"/>
                    <a:pt x="84" y="59"/>
                    <a:pt x="84" y="59"/>
                  </a:cubicBezTo>
                  <a:cubicBezTo>
                    <a:pt x="70" y="59"/>
                    <a:pt x="70" y="59"/>
                    <a:pt x="70" y="59"/>
                  </a:cubicBezTo>
                  <a:cubicBezTo>
                    <a:pt x="67" y="59"/>
                    <a:pt x="67" y="59"/>
                    <a:pt x="67" y="59"/>
                  </a:cubicBezTo>
                  <a:moveTo>
                    <a:pt x="112" y="0"/>
                  </a:moveTo>
                  <a:cubicBezTo>
                    <a:pt x="26" y="0"/>
                    <a:pt x="26" y="0"/>
                    <a:pt x="26" y="0"/>
                  </a:cubicBezTo>
                  <a:cubicBezTo>
                    <a:pt x="25" y="59"/>
                    <a:pt x="25" y="59"/>
                    <a:pt x="25" y="59"/>
                  </a:cubicBezTo>
                  <a:cubicBezTo>
                    <a:pt x="1" y="82"/>
                    <a:pt x="1" y="82"/>
                    <a:pt x="1" y="82"/>
                  </a:cubicBezTo>
                  <a:cubicBezTo>
                    <a:pt x="0" y="83"/>
                    <a:pt x="0" y="83"/>
                    <a:pt x="0" y="83"/>
                  </a:cubicBezTo>
                  <a:cubicBezTo>
                    <a:pt x="0" y="83"/>
                    <a:pt x="0" y="84"/>
                    <a:pt x="0" y="85"/>
                  </a:cubicBezTo>
                  <a:cubicBezTo>
                    <a:pt x="1" y="85"/>
                    <a:pt x="1" y="86"/>
                    <a:pt x="2" y="86"/>
                  </a:cubicBezTo>
                  <a:cubicBezTo>
                    <a:pt x="2" y="86"/>
                    <a:pt x="2" y="86"/>
                    <a:pt x="2" y="86"/>
                  </a:cubicBezTo>
                  <a:cubicBezTo>
                    <a:pt x="20" y="86"/>
                    <a:pt x="38" y="86"/>
                    <a:pt x="56" y="86"/>
                  </a:cubicBezTo>
                  <a:cubicBezTo>
                    <a:pt x="57" y="86"/>
                    <a:pt x="58" y="86"/>
                    <a:pt x="59" y="86"/>
                  </a:cubicBezTo>
                  <a:cubicBezTo>
                    <a:pt x="64" y="86"/>
                    <a:pt x="68" y="86"/>
                    <a:pt x="73" y="86"/>
                  </a:cubicBezTo>
                  <a:cubicBezTo>
                    <a:pt x="74" y="86"/>
                    <a:pt x="75" y="86"/>
                    <a:pt x="76" y="86"/>
                  </a:cubicBezTo>
                  <a:cubicBezTo>
                    <a:pt x="89" y="86"/>
                    <a:pt x="103" y="86"/>
                    <a:pt x="116" y="86"/>
                  </a:cubicBezTo>
                  <a:cubicBezTo>
                    <a:pt x="123" y="86"/>
                    <a:pt x="129" y="86"/>
                    <a:pt x="136" y="86"/>
                  </a:cubicBezTo>
                  <a:cubicBezTo>
                    <a:pt x="137" y="86"/>
                    <a:pt x="139" y="86"/>
                    <a:pt x="140" y="86"/>
                  </a:cubicBezTo>
                  <a:cubicBezTo>
                    <a:pt x="141" y="86"/>
                    <a:pt x="141" y="86"/>
                    <a:pt x="142" y="86"/>
                  </a:cubicBezTo>
                  <a:cubicBezTo>
                    <a:pt x="147" y="86"/>
                    <a:pt x="147" y="86"/>
                    <a:pt x="147" y="86"/>
                  </a:cubicBezTo>
                  <a:cubicBezTo>
                    <a:pt x="144" y="84"/>
                    <a:pt x="144" y="84"/>
                    <a:pt x="144" y="84"/>
                  </a:cubicBezTo>
                  <a:cubicBezTo>
                    <a:pt x="141" y="81"/>
                    <a:pt x="141" y="81"/>
                    <a:pt x="141" y="81"/>
                  </a:cubicBezTo>
                  <a:cubicBezTo>
                    <a:pt x="129" y="70"/>
                    <a:pt x="129" y="70"/>
                    <a:pt x="129" y="70"/>
                  </a:cubicBezTo>
                  <a:cubicBezTo>
                    <a:pt x="124" y="66"/>
                    <a:pt x="124" y="66"/>
                    <a:pt x="124" y="66"/>
                  </a:cubicBezTo>
                  <a:cubicBezTo>
                    <a:pt x="120" y="62"/>
                    <a:pt x="120" y="62"/>
                    <a:pt x="120" y="62"/>
                  </a:cubicBezTo>
                  <a:cubicBezTo>
                    <a:pt x="120" y="47"/>
                    <a:pt x="120" y="47"/>
                    <a:pt x="120" y="47"/>
                  </a:cubicBezTo>
                  <a:cubicBezTo>
                    <a:pt x="120" y="39"/>
                    <a:pt x="120" y="39"/>
                    <a:pt x="120" y="39"/>
                  </a:cubicBezTo>
                  <a:cubicBezTo>
                    <a:pt x="120" y="10"/>
                    <a:pt x="120" y="10"/>
                    <a:pt x="120" y="10"/>
                  </a:cubicBezTo>
                  <a:cubicBezTo>
                    <a:pt x="120" y="7"/>
                    <a:pt x="119" y="2"/>
                    <a:pt x="116" y="1"/>
                  </a:cubicBezTo>
                  <a:cubicBezTo>
                    <a:pt x="114" y="0"/>
                    <a:pt x="113"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0" name="Freeform 39">
              <a:extLst>
                <a:ext uri="{FF2B5EF4-FFF2-40B4-BE49-F238E27FC236}">
                  <a16:creationId xmlns:a16="http://schemas.microsoft.com/office/drawing/2014/main" id="{13B03CD8-6331-4086-8E3C-B507FCCD3BA3}"/>
                </a:ext>
              </a:extLst>
            </p:cNvPr>
            <p:cNvSpPr>
              <a:spLocks noEditPoints="1"/>
            </p:cNvSpPr>
            <p:nvPr/>
          </p:nvSpPr>
          <p:spPr bwMode="auto">
            <a:xfrm>
              <a:off x="3759200" y="6159500"/>
              <a:ext cx="538163" cy="260350"/>
            </a:xfrm>
            <a:custGeom>
              <a:avLst/>
              <a:gdLst>
                <a:gd name="T0" fmla="*/ 95 w 134"/>
                <a:gd name="T1" fmla="*/ 12 h 65"/>
                <a:gd name="T2" fmla="*/ 78 w 134"/>
                <a:gd name="T3" fmla="*/ 31 h 65"/>
                <a:gd name="T4" fmla="*/ 80 w 134"/>
                <a:gd name="T5" fmla="*/ 30 h 65"/>
                <a:gd name="T6" fmla="*/ 101 w 134"/>
                <a:gd name="T7" fmla="*/ 14 h 65"/>
                <a:gd name="T8" fmla="*/ 118 w 134"/>
                <a:gd name="T9" fmla="*/ 21 h 65"/>
                <a:gd name="T10" fmla="*/ 119 w 134"/>
                <a:gd name="T11" fmla="*/ 20 h 65"/>
                <a:gd name="T12" fmla="*/ 121 w 134"/>
                <a:gd name="T13" fmla="*/ 22 h 65"/>
                <a:gd name="T14" fmla="*/ 122 w 134"/>
                <a:gd name="T15" fmla="*/ 20 h 65"/>
                <a:gd name="T16" fmla="*/ 119 w 134"/>
                <a:gd name="T17" fmla="*/ 17 h 65"/>
                <a:gd name="T18" fmla="*/ 118 w 134"/>
                <a:gd name="T19" fmla="*/ 17 h 65"/>
                <a:gd name="T20" fmla="*/ 101 w 134"/>
                <a:gd name="T21" fmla="*/ 11 h 65"/>
                <a:gd name="T22" fmla="*/ 6 w 134"/>
                <a:gd name="T23" fmla="*/ 57 h 65"/>
                <a:gd name="T24" fmla="*/ 13 w 134"/>
                <a:gd name="T25" fmla="*/ 45 h 65"/>
                <a:gd name="T26" fmla="*/ 73 w 134"/>
                <a:gd name="T27" fmla="*/ 44 h 65"/>
                <a:gd name="T28" fmla="*/ 15 w 134"/>
                <a:gd name="T29" fmla="*/ 60 h 65"/>
                <a:gd name="T30" fmla="*/ 99 w 134"/>
                <a:gd name="T31" fmla="*/ 3 h 65"/>
                <a:gd name="T32" fmla="*/ 126 w 134"/>
                <a:gd name="T33" fmla="*/ 17 h 65"/>
                <a:gd name="T34" fmla="*/ 112 w 134"/>
                <a:gd name="T35" fmla="*/ 60 h 65"/>
                <a:gd name="T36" fmla="*/ 92 w 134"/>
                <a:gd name="T37" fmla="*/ 61 h 65"/>
                <a:gd name="T38" fmla="*/ 76 w 134"/>
                <a:gd name="T39" fmla="*/ 17 h 65"/>
                <a:gd name="T40" fmla="*/ 89 w 134"/>
                <a:gd name="T41" fmla="*/ 5 h 65"/>
                <a:gd name="T42" fmla="*/ 99 w 134"/>
                <a:gd name="T43" fmla="*/ 3 h 65"/>
                <a:gd name="T44" fmla="*/ 100 w 134"/>
                <a:gd name="T45" fmla="*/ 0 h 65"/>
                <a:gd name="T46" fmla="*/ 85 w 134"/>
                <a:gd name="T47" fmla="*/ 4 h 65"/>
                <a:gd name="T48" fmla="*/ 74 w 134"/>
                <a:gd name="T49" fmla="*/ 16 h 65"/>
                <a:gd name="T50" fmla="*/ 12 w 134"/>
                <a:gd name="T51" fmla="*/ 42 h 65"/>
                <a:gd name="T52" fmla="*/ 4 w 134"/>
                <a:gd name="T53" fmla="*/ 59 h 65"/>
                <a:gd name="T54" fmla="*/ 15 w 134"/>
                <a:gd name="T55" fmla="*/ 63 h 65"/>
                <a:gd name="T56" fmla="*/ 74 w 134"/>
                <a:gd name="T57" fmla="*/ 47 h 65"/>
                <a:gd name="T58" fmla="*/ 101 w 134"/>
                <a:gd name="T59" fmla="*/ 65 h 65"/>
                <a:gd name="T60" fmla="*/ 130 w 134"/>
                <a:gd name="T61" fmla="*/ 47 h 65"/>
                <a:gd name="T62" fmla="*/ 101 w 134"/>
                <a:gd name="T6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65">
                  <a:moveTo>
                    <a:pt x="101" y="11"/>
                  </a:moveTo>
                  <a:cubicBezTo>
                    <a:pt x="99" y="11"/>
                    <a:pt x="97" y="11"/>
                    <a:pt x="95" y="12"/>
                  </a:cubicBezTo>
                  <a:cubicBezTo>
                    <a:pt x="86" y="14"/>
                    <a:pt x="79" y="21"/>
                    <a:pt x="77" y="29"/>
                  </a:cubicBezTo>
                  <a:cubicBezTo>
                    <a:pt x="77" y="30"/>
                    <a:pt x="77" y="31"/>
                    <a:pt x="78" y="31"/>
                  </a:cubicBezTo>
                  <a:cubicBezTo>
                    <a:pt x="78" y="31"/>
                    <a:pt x="78" y="31"/>
                    <a:pt x="78" y="31"/>
                  </a:cubicBezTo>
                  <a:cubicBezTo>
                    <a:pt x="79" y="31"/>
                    <a:pt x="80" y="31"/>
                    <a:pt x="80" y="30"/>
                  </a:cubicBezTo>
                  <a:cubicBezTo>
                    <a:pt x="82" y="23"/>
                    <a:pt x="88" y="17"/>
                    <a:pt x="95" y="15"/>
                  </a:cubicBezTo>
                  <a:cubicBezTo>
                    <a:pt x="97" y="14"/>
                    <a:pt x="99" y="14"/>
                    <a:pt x="101" y="14"/>
                  </a:cubicBezTo>
                  <a:cubicBezTo>
                    <a:pt x="107" y="14"/>
                    <a:pt x="113" y="16"/>
                    <a:pt x="117" y="20"/>
                  </a:cubicBezTo>
                  <a:cubicBezTo>
                    <a:pt x="117" y="21"/>
                    <a:pt x="117" y="21"/>
                    <a:pt x="118" y="21"/>
                  </a:cubicBezTo>
                  <a:cubicBezTo>
                    <a:pt x="118" y="21"/>
                    <a:pt x="119" y="21"/>
                    <a:pt x="119" y="20"/>
                  </a:cubicBezTo>
                  <a:cubicBezTo>
                    <a:pt x="119" y="20"/>
                    <a:pt x="119" y="20"/>
                    <a:pt x="119" y="20"/>
                  </a:cubicBezTo>
                  <a:cubicBezTo>
                    <a:pt x="120" y="22"/>
                    <a:pt x="120" y="22"/>
                    <a:pt x="120" y="22"/>
                  </a:cubicBezTo>
                  <a:cubicBezTo>
                    <a:pt x="120" y="22"/>
                    <a:pt x="121" y="22"/>
                    <a:pt x="121" y="22"/>
                  </a:cubicBezTo>
                  <a:cubicBezTo>
                    <a:pt x="121" y="22"/>
                    <a:pt x="122" y="22"/>
                    <a:pt x="122" y="22"/>
                  </a:cubicBezTo>
                  <a:cubicBezTo>
                    <a:pt x="123" y="21"/>
                    <a:pt x="123" y="20"/>
                    <a:pt x="122" y="20"/>
                  </a:cubicBezTo>
                  <a:cubicBezTo>
                    <a:pt x="120" y="17"/>
                    <a:pt x="120" y="17"/>
                    <a:pt x="120" y="17"/>
                  </a:cubicBezTo>
                  <a:cubicBezTo>
                    <a:pt x="120" y="17"/>
                    <a:pt x="119" y="17"/>
                    <a:pt x="119" y="17"/>
                  </a:cubicBezTo>
                  <a:cubicBezTo>
                    <a:pt x="119" y="17"/>
                    <a:pt x="119" y="17"/>
                    <a:pt x="119" y="17"/>
                  </a:cubicBezTo>
                  <a:cubicBezTo>
                    <a:pt x="118" y="17"/>
                    <a:pt x="118" y="17"/>
                    <a:pt x="118" y="17"/>
                  </a:cubicBezTo>
                  <a:cubicBezTo>
                    <a:pt x="118" y="17"/>
                    <a:pt x="118" y="17"/>
                    <a:pt x="118" y="17"/>
                  </a:cubicBezTo>
                  <a:cubicBezTo>
                    <a:pt x="113" y="13"/>
                    <a:pt x="107" y="11"/>
                    <a:pt x="101" y="11"/>
                  </a:cubicBezTo>
                  <a:moveTo>
                    <a:pt x="14" y="60"/>
                  </a:moveTo>
                  <a:cubicBezTo>
                    <a:pt x="11" y="60"/>
                    <a:pt x="8" y="59"/>
                    <a:pt x="6" y="57"/>
                  </a:cubicBezTo>
                  <a:cubicBezTo>
                    <a:pt x="4" y="55"/>
                    <a:pt x="3" y="52"/>
                    <a:pt x="4" y="49"/>
                  </a:cubicBezTo>
                  <a:cubicBezTo>
                    <a:pt x="6" y="47"/>
                    <a:pt x="10" y="46"/>
                    <a:pt x="13" y="45"/>
                  </a:cubicBezTo>
                  <a:cubicBezTo>
                    <a:pt x="70" y="33"/>
                    <a:pt x="70" y="33"/>
                    <a:pt x="70" y="33"/>
                  </a:cubicBezTo>
                  <a:cubicBezTo>
                    <a:pt x="70" y="37"/>
                    <a:pt x="71" y="40"/>
                    <a:pt x="73" y="44"/>
                  </a:cubicBezTo>
                  <a:cubicBezTo>
                    <a:pt x="25" y="58"/>
                    <a:pt x="25" y="58"/>
                    <a:pt x="25" y="58"/>
                  </a:cubicBezTo>
                  <a:cubicBezTo>
                    <a:pt x="21" y="59"/>
                    <a:pt x="18" y="60"/>
                    <a:pt x="15" y="60"/>
                  </a:cubicBezTo>
                  <a:cubicBezTo>
                    <a:pt x="14" y="60"/>
                    <a:pt x="14" y="60"/>
                    <a:pt x="14" y="60"/>
                  </a:cubicBezTo>
                  <a:moveTo>
                    <a:pt x="99" y="3"/>
                  </a:moveTo>
                  <a:cubicBezTo>
                    <a:pt x="100" y="3"/>
                    <a:pt x="100" y="3"/>
                    <a:pt x="101" y="3"/>
                  </a:cubicBezTo>
                  <a:cubicBezTo>
                    <a:pt x="111" y="3"/>
                    <a:pt x="121" y="8"/>
                    <a:pt x="126" y="17"/>
                  </a:cubicBezTo>
                  <a:cubicBezTo>
                    <a:pt x="131" y="25"/>
                    <a:pt x="131" y="37"/>
                    <a:pt x="127" y="46"/>
                  </a:cubicBezTo>
                  <a:cubicBezTo>
                    <a:pt x="124" y="52"/>
                    <a:pt x="119" y="57"/>
                    <a:pt x="112" y="60"/>
                  </a:cubicBezTo>
                  <a:cubicBezTo>
                    <a:pt x="109" y="62"/>
                    <a:pt x="105" y="62"/>
                    <a:pt x="101" y="62"/>
                  </a:cubicBezTo>
                  <a:cubicBezTo>
                    <a:pt x="98" y="62"/>
                    <a:pt x="95" y="62"/>
                    <a:pt x="92" y="61"/>
                  </a:cubicBezTo>
                  <a:cubicBezTo>
                    <a:pt x="85" y="58"/>
                    <a:pt x="79" y="52"/>
                    <a:pt x="76" y="44"/>
                  </a:cubicBezTo>
                  <a:cubicBezTo>
                    <a:pt x="72" y="35"/>
                    <a:pt x="72" y="25"/>
                    <a:pt x="76" y="17"/>
                  </a:cubicBezTo>
                  <a:cubicBezTo>
                    <a:pt x="78" y="13"/>
                    <a:pt x="82" y="10"/>
                    <a:pt x="85" y="7"/>
                  </a:cubicBezTo>
                  <a:cubicBezTo>
                    <a:pt x="86" y="7"/>
                    <a:pt x="88" y="6"/>
                    <a:pt x="89" y="5"/>
                  </a:cubicBezTo>
                  <a:cubicBezTo>
                    <a:pt x="91" y="4"/>
                    <a:pt x="93" y="4"/>
                    <a:pt x="95" y="3"/>
                  </a:cubicBezTo>
                  <a:cubicBezTo>
                    <a:pt x="97" y="3"/>
                    <a:pt x="98" y="3"/>
                    <a:pt x="99" y="3"/>
                  </a:cubicBezTo>
                  <a:moveTo>
                    <a:pt x="101" y="0"/>
                  </a:moveTo>
                  <a:cubicBezTo>
                    <a:pt x="101" y="0"/>
                    <a:pt x="100" y="0"/>
                    <a:pt x="100" y="0"/>
                  </a:cubicBezTo>
                  <a:cubicBezTo>
                    <a:pt x="99" y="0"/>
                    <a:pt x="98" y="0"/>
                    <a:pt x="97" y="0"/>
                  </a:cubicBezTo>
                  <a:cubicBezTo>
                    <a:pt x="93" y="0"/>
                    <a:pt x="89" y="2"/>
                    <a:pt x="85" y="4"/>
                  </a:cubicBezTo>
                  <a:cubicBezTo>
                    <a:pt x="84" y="5"/>
                    <a:pt x="83" y="5"/>
                    <a:pt x="82" y="6"/>
                  </a:cubicBezTo>
                  <a:cubicBezTo>
                    <a:pt x="79" y="8"/>
                    <a:pt x="76" y="12"/>
                    <a:pt x="74" y="16"/>
                  </a:cubicBezTo>
                  <a:cubicBezTo>
                    <a:pt x="71" y="20"/>
                    <a:pt x="70" y="25"/>
                    <a:pt x="70" y="30"/>
                  </a:cubicBezTo>
                  <a:cubicBezTo>
                    <a:pt x="12" y="42"/>
                    <a:pt x="12" y="42"/>
                    <a:pt x="12" y="42"/>
                  </a:cubicBezTo>
                  <a:cubicBezTo>
                    <a:pt x="8" y="43"/>
                    <a:pt x="4" y="44"/>
                    <a:pt x="2" y="48"/>
                  </a:cubicBezTo>
                  <a:cubicBezTo>
                    <a:pt x="0" y="51"/>
                    <a:pt x="1" y="56"/>
                    <a:pt x="4" y="59"/>
                  </a:cubicBezTo>
                  <a:cubicBezTo>
                    <a:pt x="6" y="62"/>
                    <a:pt x="10" y="63"/>
                    <a:pt x="14" y="63"/>
                  </a:cubicBezTo>
                  <a:cubicBezTo>
                    <a:pt x="15" y="63"/>
                    <a:pt x="15" y="63"/>
                    <a:pt x="15" y="63"/>
                  </a:cubicBezTo>
                  <a:cubicBezTo>
                    <a:pt x="19" y="63"/>
                    <a:pt x="22" y="62"/>
                    <a:pt x="26" y="61"/>
                  </a:cubicBezTo>
                  <a:cubicBezTo>
                    <a:pt x="74" y="47"/>
                    <a:pt x="74" y="47"/>
                    <a:pt x="74" y="47"/>
                  </a:cubicBezTo>
                  <a:cubicBezTo>
                    <a:pt x="77" y="55"/>
                    <a:pt x="84" y="61"/>
                    <a:pt x="91" y="63"/>
                  </a:cubicBezTo>
                  <a:cubicBezTo>
                    <a:pt x="94" y="65"/>
                    <a:pt x="98" y="65"/>
                    <a:pt x="101" y="65"/>
                  </a:cubicBezTo>
                  <a:cubicBezTo>
                    <a:pt x="105" y="65"/>
                    <a:pt x="110" y="65"/>
                    <a:pt x="113" y="63"/>
                  </a:cubicBezTo>
                  <a:cubicBezTo>
                    <a:pt x="120" y="60"/>
                    <a:pt x="126" y="54"/>
                    <a:pt x="130" y="47"/>
                  </a:cubicBezTo>
                  <a:cubicBezTo>
                    <a:pt x="134" y="37"/>
                    <a:pt x="134" y="25"/>
                    <a:pt x="128" y="15"/>
                  </a:cubicBezTo>
                  <a:cubicBezTo>
                    <a:pt x="123" y="6"/>
                    <a:pt x="112"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1" name="Freeform 40">
              <a:extLst>
                <a:ext uri="{FF2B5EF4-FFF2-40B4-BE49-F238E27FC236}">
                  <a16:creationId xmlns:a16="http://schemas.microsoft.com/office/drawing/2014/main" id="{E01646F7-5AD1-4684-BE57-B02B2E4C8EDA}"/>
                </a:ext>
              </a:extLst>
            </p:cNvPr>
            <p:cNvSpPr>
              <a:spLocks noEditPoints="1"/>
            </p:cNvSpPr>
            <p:nvPr/>
          </p:nvSpPr>
          <p:spPr bwMode="auto">
            <a:xfrm>
              <a:off x="8029575" y="5713413"/>
              <a:ext cx="503238" cy="377825"/>
            </a:xfrm>
            <a:custGeom>
              <a:avLst/>
              <a:gdLst>
                <a:gd name="T0" fmla="*/ 103 w 125"/>
                <a:gd name="T1" fmla="*/ 45 h 94"/>
                <a:gd name="T2" fmla="*/ 120 w 125"/>
                <a:gd name="T3" fmla="*/ 58 h 94"/>
                <a:gd name="T4" fmla="*/ 122 w 125"/>
                <a:gd name="T5" fmla="*/ 58 h 94"/>
                <a:gd name="T6" fmla="*/ 105 w 125"/>
                <a:gd name="T7" fmla="*/ 45 h 94"/>
                <a:gd name="T8" fmla="*/ 123 w 125"/>
                <a:gd name="T9" fmla="*/ 30 h 94"/>
                <a:gd name="T10" fmla="*/ 104 w 125"/>
                <a:gd name="T11" fmla="*/ 32 h 94"/>
                <a:gd name="T12" fmla="*/ 103 w 125"/>
                <a:gd name="T13" fmla="*/ 34 h 94"/>
                <a:gd name="T14" fmla="*/ 104 w 125"/>
                <a:gd name="T15" fmla="*/ 35 h 94"/>
                <a:gd name="T16" fmla="*/ 124 w 125"/>
                <a:gd name="T17" fmla="*/ 33 h 94"/>
                <a:gd name="T18" fmla="*/ 123 w 125"/>
                <a:gd name="T19" fmla="*/ 30 h 94"/>
                <a:gd name="T20" fmla="*/ 115 w 125"/>
                <a:gd name="T21" fmla="*/ 8 h 94"/>
                <a:gd name="T22" fmla="*/ 99 w 125"/>
                <a:gd name="T23" fmla="*/ 25 h 94"/>
                <a:gd name="T24" fmla="*/ 100 w 125"/>
                <a:gd name="T25" fmla="*/ 26 h 94"/>
                <a:gd name="T26" fmla="*/ 117 w 125"/>
                <a:gd name="T27" fmla="*/ 11 h 94"/>
                <a:gd name="T28" fmla="*/ 116 w 125"/>
                <a:gd name="T29" fmla="*/ 8 h 94"/>
                <a:gd name="T30" fmla="*/ 46 w 125"/>
                <a:gd name="T31" fmla="*/ 90 h 94"/>
                <a:gd name="T32" fmla="*/ 30 w 125"/>
                <a:gd name="T33" fmla="*/ 66 h 94"/>
                <a:gd name="T34" fmla="*/ 38 w 125"/>
                <a:gd name="T35" fmla="*/ 65 h 94"/>
                <a:gd name="T36" fmla="*/ 54 w 125"/>
                <a:gd name="T37" fmla="*/ 84 h 94"/>
                <a:gd name="T38" fmla="*/ 51 w 125"/>
                <a:gd name="T39" fmla="*/ 91 h 94"/>
                <a:gd name="T40" fmla="*/ 12 w 125"/>
                <a:gd name="T41" fmla="*/ 58 h 94"/>
                <a:gd name="T42" fmla="*/ 10 w 125"/>
                <a:gd name="T43" fmla="*/ 40 h 94"/>
                <a:gd name="T44" fmla="*/ 22 w 125"/>
                <a:gd name="T45" fmla="*/ 30 h 94"/>
                <a:gd name="T46" fmla="*/ 42 w 125"/>
                <a:gd name="T47" fmla="*/ 28 h 94"/>
                <a:gd name="T48" fmla="*/ 48 w 125"/>
                <a:gd name="T49" fmla="*/ 62 h 94"/>
                <a:gd name="T50" fmla="*/ 39 w 125"/>
                <a:gd name="T51" fmla="*/ 62 h 94"/>
                <a:gd name="T52" fmla="*/ 37 w 125"/>
                <a:gd name="T53" fmla="*/ 62 h 94"/>
                <a:gd name="T54" fmla="*/ 35 w 125"/>
                <a:gd name="T55" fmla="*/ 63 h 94"/>
                <a:gd name="T56" fmla="*/ 16 w 125"/>
                <a:gd name="T57" fmla="*/ 61 h 94"/>
                <a:gd name="T58" fmla="*/ 16 w 125"/>
                <a:gd name="T59" fmla="*/ 59 h 94"/>
                <a:gd name="T60" fmla="*/ 22 w 125"/>
                <a:gd name="T61" fmla="*/ 30 h 94"/>
                <a:gd name="T62" fmla="*/ 53 w 125"/>
                <a:gd name="T63" fmla="*/ 62 h 94"/>
                <a:gd name="T64" fmla="*/ 89 w 125"/>
                <a:gd name="T65" fmla="*/ 4 h 94"/>
                <a:gd name="T66" fmla="*/ 90 w 125"/>
                <a:gd name="T67" fmla="*/ 0 h 94"/>
                <a:gd name="T68" fmla="*/ 45 w 125"/>
                <a:gd name="T69" fmla="*/ 24 h 94"/>
                <a:gd name="T70" fmla="*/ 44 w 125"/>
                <a:gd name="T71" fmla="*/ 24 h 94"/>
                <a:gd name="T72" fmla="*/ 34 w 125"/>
                <a:gd name="T73" fmla="*/ 26 h 94"/>
                <a:gd name="T74" fmla="*/ 10 w 125"/>
                <a:gd name="T75" fmla="*/ 26 h 94"/>
                <a:gd name="T76" fmla="*/ 9 w 125"/>
                <a:gd name="T77" fmla="*/ 27 h 94"/>
                <a:gd name="T78" fmla="*/ 9 w 125"/>
                <a:gd name="T79" fmla="*/ 36 h 94"/>
                <a:gd name="T80" fmla="*/ 13 w 125"/>
                <a:gd name="T81" fmla="*/ 61 h 94"/>
                <a:gd name="T82" fmla="*/ 15 w 125"/>
                <a:gd name="T83" fmla="*/ 70 h 94"/>
                <a:gd name="T84" fmla="*/ 17 w 125"/>
                <a:gd name="T85" fmla="*/ 70 h 94"/>
                <a:gd name="T86" fmla="*/ 36 w 125"/>
                <a:gd name="T87" fmla="*/ 83 h 94"/>
                <a:gd name="T88" fmla="*/ 49 w 125"/>
                <a:gd name="T89" fmla="*/ 94 h 94"/>
                <a:gd name="T90" fmla="*/ 52 w 125"/>
                <a:gd name="T91" fmla="*/ 94 h 94"/>
                <a:gd name="T92" fmla="*/ 56 w 125"/>
                <a:gd name="T93" fmla="*/ 83 h 94"/>
                <a:gd name="T94" fmla="*/ 41 w 125"/>
                <a:gd name="T95" fmla="*/ 65 h 94"/>
                <a:gd name="T96" fmla="*/ 101 w 125"/>
                <a:gd name="T97" fmla="*/ 80 h 94"/>
                <a:gd name="T98" fmla="*/ 102 w 125"/>
                <a:gd name="T99" fmla="*/ 80 h 94"/>
                <a:gd name="T100" fmla="*/ 103 w 125"/>
                <a:gd name="T101" fmla="*/ 78 h 94"/>
                <a:gd name="T102" fmla="*/ 91 w 125"/>
                <a:gd name="T10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5" h="94">
                  <a:moveTo>
                    <a:pt x="104" y="44"/>
                  </a:moveTo>
                  <a:cubicBezTo>
                    <a:pt x="104" y="44"/>
                    <a:pt x="103" y="44"/>
                    <a:pt x="103" y="45"/>
                  </a:cubicBezTo>
                  <a:cubicBezTo>
                    <a:pt x="103" y="46"/>
                    <a:pt x="103" y="47"/>
                    <a:pt x="104" y="47"/>
                  </a:cubicBezTo>
                  <a:cubicBezTo>
                    <a:pt x="120" y="58"/>
                    <a:pt x="120" y="58"/>
                    <a:pt x="120" y="58"/>
                  </a:cubicBezTo>
                  <a:cubicBezTo>
                    <a:pt x="121" y="58"/>
                    <a:pt x="121" y="58"/>
                    <a:pt x="121" y="58"/>
                  </a:cubicBezTo>
                  <a:cubicBezTo>
                    <a:pt x="122" y="58"/>
                    <a:pt x="122" y="58"/>
                    <a:pt x="122" y="58"/>
                  </a:cubicBezTo>
                  <a:cubicBezTo>
                    <a:pt x="123" y="57"/>
                    <a:pt x="123" y="56"/>
                    <a:pt x="122" y="56"/>
                  </a:cubicBezTo>
                  <a:cubicBezTo>
                    <a:pt x="105" y="45"/>
                    <a:pt x="105" y="45"/>
                    <a:pt x="105" y="45"/>
                  </a:cubicBezTo>
                  <a:cubicBezTo>
                    <a:pt x="105" y="44"/>
                    <a:pt x="105" y="44"/>
                    <a:pt x="104" y="44"/>
                  </a:cubicBezTo>
                  <a:moveTo>
                    <a:pt x="123" y="30"/>
                  </a:moveTo>
                  <a:cubicBezTo>
                    <a:pt x="123" y="30"/>
                    <a:pt x="123" y="30"/>
                    <a:pt x="123" y="30"/>
                  </a:cubicBezTo>
                  <a:cubicBezTo>
                    <a:pt x="104" y="32"/>
                    <a:pt x="104" y="32"/>
                    <a:pt x="104" y="32"/>
                  </a:cubicBezTo>
                  <a:cubicBezTo>
                    <a:pt x="104" y="32"/>
                    <a:pt x="104" y="32"/>
                    <a:pt x="104" y="32"/>
                  </a:cubicBezTo>
                  <a:cubicBezTo>
                    <a:pt x="103" y="33"/>
                    <a:pt x="103" y="33"/>
                    <a:pt x="103" y="34"/>
                  </a:cubicBezTo>
                  <a:cubicBezTo>
                    <a:pt x="103" y="35"/>
                    <a:pt x="104" y="35"/>
                    <a:pt x="104" y="35"/>
                  </a:cubicBezTo>
                  <a:cubicBezTo>
                    <a:pt x="104" y="35"/>
                    <a:pt x="104" y="35"/>
                    <a:pt x="104" y="35"/>
                  </a:cubicBezTo>
                  <a:cubicBezTo>
                    <a:pt x="124" y="33"/>
                    <a:pt x="124" y="33"/>
                    <a:pt x="124" y="33"/>
                  </a:cubicBezTo>
                  <a:cubicBezTo>
                    <a:pt x="124" y="33"/>
                    <a:pt x="124" y="33"/>
                    <a:pt x="124" y="33"/>
                  </a:cubicBezTo>
                  <a:cubicBezTo>
                    <a:pt x="124" y="33"/>
                    <a:pt x="125" y="33"/>
                    <a:pt x="125" y="32"/>
                  </a:cubicBezTo>
                  <a:cubicBezTo>
                    <a:pt x="125" y="31"/>
                    <a:pt x="124" y="30"/>
                    <a:pt x="123" y="30"/>
                  </a:cubicBezTo>
                  <a:moveTo>
                    <a:pt x="116" y="8"/>
                  </a:moveTo>
                  <a:cubicBezTo>
                    <a:pt x="115" y="8"/>
                    <a:pt x="115" y="8"/>
                    <a:pt x="115" y="8"/>
                  </a:cubicBezTo>
                  <a:cubicBezTo>
                    <a:pt x="99" y="23"/>
                    <a:pt x="99" y="23"/>
                    <a:pt x="99" y="23"/>
                  </a:cubicBezTo>
                  <a:cubicBezTo>
                    <a:pt x="99" y="24"/>
                    <a:pt x="99" y="25"/>
                    <a:pt x="99" y="25"/>
                  </a:cubicBezTo>
                  <a:cubicBezTo>
                    <a:pt x="99" y="25"/>
                    <a:pt x="100" y="26"/>
                    <a:pt x="100" y="26"/>
                  </a:cubicBezTo>
                  <a:cubicBezTo>
                    <a:pt x="100" y="26"/>
                    <a:pt x="100" y="26"/>
                    <a:pt x="100" y="26"/>
                  </a:cubicBezTo>
                  <a:cubicBezTo>
                    <a:pt x="101" y="25"/>
                    <a:pt x="101" y="25"/>
                    <a:pt x="101" y="25"/>
                  </a:cubicBezTo>
                  <a:cubicBezTo>
                    <a:pt x="117" y="11"/>
                    <a:pt x="117" y="11"/>
                    <a:pt x="117" y="11"/>
                  </a:cubicBezTo>
                  <a:cubicBezTo>
                    <a:pt x="117" y="10"/>
                    <a:pt x="117" y="9"/>
                    <a:pt x="117" y="9"/>
                  </a:cubicBezTo>
                  <a:cubicBezTo>
                    <a:pt x="116" y="8"/>
                    <a:pt x="116" y="8"/>
                    <a:pt x="116" y="8"/>
                  </a:cubicBezTo>
                  <a:moveTo>
                    <a:pt x="49" y="91"/>
                  </a:moveTo>
                  <a:cubicBezTo>
                    <a:pt x="48" y="91"/>
                    <a:pt x="47" y="91"/>
                    <a:pt x="46" y="90"/>
                  </a:cubicBezTo>
                  <a:cubicBezTo>
                    <a:pt x="43" y="89"/>
                    <a:pt x="41" y="86"/>
                    <a:pt x="39" y="82"/>
                  </a:cubicBezTo>
                  <a:cubicBezTo>
                    <a:pt x="30" y="66"/>
                    <a:pt x="30" y="66"/>
                    <a:pt x="30" y="66"/>
                  </a:cubicBezTo>
                  <a:cubicBezTo>
                    <a:pt x="32" y="66"/>
                    <a:pt x="34" y="66"/>
                    <a:pt x="35" y="66"/>
                  </a:cubicBezTo>
                  <a:cubicBezTo>
                    <a:pt x="36" y="65"/>
                    <a:pt x="37" y="65"/>
                    <a:pt x="38" y="65"/>
                  </a:cubicBezTo>
                  <a:cubicBezTo>
                    <a:pt x="50" y="79"/>
                    <a:pt x="50" y="79"/>
                    <a:pt x="50" y="79"/>
                  </a:cubicBezTo>
                  <a:cubicBezTo>
                    <a:pt x="51" y="81"/>
                    <a:pt x="53" y="82"/>
                    <a:pt x="54" y="84"/>
                  </a:cubicBezTo>
                  <a:cubicBezTo>
                    <a:pt x="54" y="86"/>
                    <a:pt x="54" y="88"/>
                    <a:pt x="54" y="89"/>
                  </a:cubicBezTo>
                  <a:cubicBezTo>
                    <a:pt x="53" y="90"/>
                    <a:pt x="52" y="91"/>
                    <a:pt x="51" y="91"/>
                  </a:cubicBezTo>
                  <a:cubicBezTo>
                    <a:pt x="51" y="91"/>
                    <a:pt x="50" y="91"/>
                    <a:pt x="49" y="91"/>
                  </a:cubicBezTo>
                  <a:moveTo>
                    <a:pt x="12" y="58"/>
                  </a:moveTo>
                  <a:cubicBezTo>
                    <a:pt x="9" y="57"/>
                    <a:pt x="5" y="54"/>
                    <a:pt x="4" y="51"/>
                  </a:cubicBezTo>
                  <a:cubicBezTo>
                    <a:pt x="3" y="46"/>
                    <a:pt x="6" y="42"/>
                    <a:pt x="10" y="40"/>
                  </a:cubicBezTo>
                  <a:cubicBezTo>
                    <a:pt x="10" y="46"/>
                    <a:pt x="11" y="52"/>
                    <a:pt x="12" y="58"/>
                  </a:cubicBezTo>
                  <a:moveTo>
                    <a:pt x="22" y="30"/>
                  </a:moveTo>
                  <a:cubicBezTo>
                    <a:pt x="26" y="30"/>
                    <a:pt x="30" y="30"/>
                    <a:pt x="35" y="29"/>
                  </a:cubicBezTo>
                  <a:cubicBezTo>
                    <a:pt x="37" y="29"/>
                    <a:pt x="40" y="29"/>
                    <a:pt x="42" y="28"/>
                  </a:cubicBezTo>
                  <a:cubicBezTo>
                    <a:pt x="41" y="40"/>
                    <a:pt x="43" y="52"/>
                    <a:pt x="50" y="62"/>
                  </a:cubicBezTo>
                  <a:cubicBezTo>
                    <a:pt x="49" y="62"/>
                    <a:pt x="48" y="62"/>
                    <a:pt x="48" y="62"/>
                  </a:cubicBezTo>
                  <a:cubicBezTo>
                    <a:pt x="45" y="62"/>
                    <a:pt x="42" y="62"/>
                    <a:pt x="39" y="62"/>
                  </a:cubicBezTo>
                  <a:cubicBezTo>
                    <a:pt x="39" y="62"/>
                    <a:pt x="39" y="62"/>
                    <a:pt x="39" y="62"/>
                  </a:cubicBezTo>
                  <a:cubicBezTo>
                    <a:pt x="39" y="62"/>
                    <a:pt x="38" y="62"/>
                    <a:pt x="38" y="62"/>
                  </a:cubicBezTo>
                  <a:cubicBezTo>
                    <a:pt x="37" y="62"/>
                    <a:pt x="37" y="62"/>
                    <a:pt x="37" y="62"/>
                  </a:cubicBezTo>
                  <a:cubicBezTo>
                    <a:pt x="36" y="62"/>
                    <a:pt x="36" y="62"/>
                    <a:pt x="36" y="62"/>
                  </a:cubicBezTo>
                  <a:cubicBezTo>
                    <a:pt x="36" y="63"/>
                    <a:pt x="35" y="63"/>
                    <a:pt x="35" y="63"/>
                  </a:cubicBezTo>
                  <a:cubicBezTo>
                    <a:pt x="29" y="63"/>
                    <a:pt x="23" y="65"/>
                    <a:pt x="17" y="67"/>
                  </a:cubicBezTo>
                  <a:cubicBezTo>
                    <a:pt x="17" y="65"/>
                    <a:pt x="16" y="63"/>
                    <a:pt x="16" y="61"/>
                  </a:cubicBezTo>
                  <a:cubicBezTo>
                    <a:pt x="16" y="60"/>
                    <a:pt x="16" y="60"/>
                    <a:pt x="16" y="60"/>
                  </a:cubicBezTo>
                  <a:cubicBezTo>
                    <a:pt x="16" y="59"/>
                    <a:pt x="16" y="59"/>
                    <a:pt x="16" y="59"/>
                  </a:cubicBezTo>
                  <a:cubicBezTo>
                    <a:pt x="14" y="49"/>
                    <a:pt x="12" y="39"/>
                    <a:pt x="11" y="30"/>
                  </a:cubicBezTo>
                  <a:cubicBezTo>
                    <a:pt x="15" y="30"/>
                    <a:pt x="18" y="30"/>
                    <a:pt x="22" y="30"/>
                  </a:cubicBezTo>
                  <a:moveTo>
                    <a:pt x="99" y="76"/>
                  </a:moveTo>
                  <a:cubicBezTo>
                    <a:pt x="86" y="67"/>
                    <a:pt x="69" y="63"/>
                    <a:pt x="53" y="62"/>
                  </a:cubicBezTo>
                  <a:cubicBezTo>
                    <a:pt x="46" y="52"/>
                    <a:pt x="43" y="39"/>
                    <a:pt x="45" y="27"/>
                  </a:cubicBezTo>
                  <a:cubicBezTo>
                    <a:pt x="62" y="23"/>
                    <a:pt x="77" y="15"/>
                    <a:pt x="89" y="4"/>
                  </a:cubicBezTo>
                  <a:cubicBezTo>
                    <a:pt x="99" y="76"/>
                    <a:pt x="99" y="76"/>
                    <a:pt x="99" y="76"/>
                  </a:cubicBezTo>
                  <a:moveTo>
                    <a:pt x="90" y="0"/>
                  </a:moveTo>
                  <a:cubicBezTo>
                    <a:pt x="90" y="0"/>
                    <a:pt x="89" y="0"/>
                    <a:pt x="89" y="0"/>
                  </a:cubicBezTo>
                  <a:cubicBezTo>
                    <a:pt x="77" y="12"/>
                    <a:pt x="61" y="20"/>
                    <a:pt x="45" y="24"/>
                  </a:cubicBezTo>
                  <a:cubicBezTo>
                    <a:pt x="44" y="24"/>
                    <a:pt x="44" y="24"/>
                    <a:pt x="44" y="24"/>
                  </a:cubicBezTo>
                  <a:cubicBezTo>
                    <a:pt x="44" y="24"/>
                    <a:pt x="44" y="24"/>
                    <a:pt x="44" y="24"/>
                  </a:cubicBezTo>
                  <a:cubicBezTo>
                    <a:pt x="44" y="24"/>
                    <a:pt x="43" y="24"/>
                    <a:pt x="43" y="25"/>
                  </a:cubicBezTo>
                  <a:cubicBezTo>
                    <a:pt x="40" y="25"/>
                    <a:pt x="37" y="26"/>
                    <a:pt x="34" y="26"/>
                  </a:cubicBezTo>
                  <a:cubicBezTo>
                    <a:pt x="30" y="27"/>
                    <a:pt x="26" y="27"/>
                    <a:pt x="22" y="27"/>
                  </a:cubicBezTo>
                  <a:cubicBezTo>
                    <a:pt x="18" y="27"/>
                    <a:pt x="14" y="27"/>
                    <a:pt x="10" y="26"/>
                  </a:cubicBezTo>
                  <a:cubicBezTo>
                    <a:pt x="10" y="26"/>
                    <a:pt x="10" y="26"/>
                    <a:pt x="10" y="26"/>
                  </a:cubicBezTo>
                  <a:cubicBezTo>
                    <a:pt x="9" y="26"/>
                    <a:pt x="9" y="27"/>
                    <a:pt x="9" y="27"/>
                  </a:cubicBezTo>
                  <a:cubicBezTo>
                    <a:pt x="8" y="27"/>
                    <a:pt x="8" y="28"/>
                    <a:pt x="8" y="28"/>
                  </a:cubicBezTo>
                  <a:cubicBezTo>
                    <a:pt x="9" y="31"/>
                    <a:pt x="9" y="34"/>
                    <a:pt x="9" y="36"/>
                  </a:cubicBezTo>
                  <a:cubicBezTo>
                    <a:pt x="4" y="39"/>
                    <a:pt x="0" y="45"/>
                    <a:pt x="1" y="51"/>
                  </a:cubicBezTo>
                  <a:cubicBezTo>
                    <a:pt x="3" y="57"/>
                    <a:pt x="8" y="61"/>
                    <a:pt x="13" y="61"/>
                  </a:cubicBezTo>
                  <a:cubicBezTo>
                    <a:pt x="14" y="64"/>
                    <a:pt x="14" y="66"/>
                    <a:pt x="15" y="69"/>
                  </a:cubicBezTo>
                  <a:cubicBezTo>
                    <a:pt x="15" y="69"/>
                    <a:pt x="15" y="70"/>
                    <a:pt x="15" y="70"/>
                  </a:cubicBezTo>
                  <a:cubicBezTo>
                    <a:pt x="16" y="70"/>
                    <a:pt x="16" y="70"/>
                    <a:pt x="16" y="70"/>
                  </a:cubicBezTo>
                  <a:cubicBezTo>
                    <a:pt x="16" y="70"/>
                    <a:pt x="16" y="70"/>
                    <a:pt x="17" y="70"/>
                  </a:cubicBezTo>
                  <a:cubicBezTo>
                    <a:pt x="20" y="69"/>
                    <a:pt x="24" y="68"/>
                    <a:pt x="27" y="67"/>
                  </a:cubicBezTo>
                  <a:cubicBezTo>
                    <a:pt x="36" y="83"/>
                    <a:pt x="36" y="83"/>
                    <a:pt x="36" y="83"/>
                  </a:cubicBezTo>
                  <a:cubicBezTo>
                    <a:pt x="38" y="87"/>
                    <a:pt x="40" y="91"/>
                    <a:pt x="44" y="93"/>
                  </a:cubicBezTo>
                  <a:cubicBezTo>
                    <a:pt x="46" y="94"/>
                    <a:pt x="47" y="94"/>
                    <a:pt x="49" y="94"/>
                  </a:cubicBezTo>
                  <a:cubicBezTo>
                    <a:pt x="50" y="94"/>
                    <a:pt x="50" y="94"/>
                    <a:pt x="50" y="94"/>
                  </a:cubicBezTo>
                  <a:cubicBezTo>
                    <a:pt x="51" y="94"/>
                    <a:pt x="51" y="94"/>
                    <a:pt x="52" y="94"/>
                  </a:cubicBezTo>
                  <a:cubicBezTo>
                    <a:pt x="54" y="93"/>
                    <a:pt x="56" y="92"/>
                    <a:pt x="56" y="90"/>
                  </a:cubicBezTo>
                  <a:cubicBezTo>
                    <a:pt x="57" y="88"/>
                    <a:pt x="57" y="85"/>
                    <a:pt x="56" y="83"/>
                  </a:cubicBezTo>
                  <a:cubicBezTo>
                    <a:pt x="55" y="81"/>
                    <a:pt x="54" y="79"/>
                    <a:pt x="52" y="77"/>
                  </a:cubicBezTo>
                  <a:cubicBezTo>
                    <a:pt x="41" y="65"/>
                    <a:pt x="41" y="65"/>
                    <a:pt x="41" y="65"/>
                  </a:cubicBezTo>
                  <a:cubicBezTo>
                    <a:pt x="44" y="65"/>
                    <a:pt x="46" y="65"/>
                    <a:pt x="48" y="65"/>
                  </a:cubicBezTo>
                  <a:cubicBezTo>
                    <a:pt x="66" y="65"/>
                    <a:pt x="85" y="70"/>
                    <a:pt x="101" y="80"/>
                  </a:cubicBezTo>
                  <a:cubicBezTo>
                    <a:pt x="102" y="80"/>
                    <a:pt x="102" y="80"/>
                    <a:pt x="102" y="80"/>
                  </a:cubicBezTo>
                  <a:cubicBezTo>
                    <a:pt x="102" y="80"/>
                    <a:pt x="102" y="80"/>
                    <a:pt x="102" y="80"/>
                  </a:cubicBezTo>
                  <a:cubicBezTo>
                    <a:pt x="102" y="80"/>
                    <a:pt x="103" y="79"/>
                    <a:pt x="103" y="78"/>
                  </a:cubicBezTo>
                  <a:cubicBezTo>
                    <a:pt x="103" y="78"/>
                    <a:pt x="103" y="78"/>
                    <a:pt x="103" y="78"/>
                  </a:cubicBezTo>
                  <a:cubicBezTo>
                    <a:pt x="92" y="1"/>
                    <a:pt x="92" y="1"/>
                    <a:pt x="92" y="1"/>
                  </a:cubicBezTo>
                  <a:cubicBezTo>
                    <a:pt x="91" y="1"/>
                    <a:pt x="91" y="0"/>
                    <a:pt x="91"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Freeform 41">
              <a:extLst>
                <a:ext uri="{FF2B5EF4-FFF2-40B4-BE49-F238E27FC236}">
                  <a16:creationId xmlns:a16="http://schemas.microsoft.com/office/drawing/2014/main" id="{0E70F077-8F2D-4F37-8E0F-70C9F2D83288}"/>
                </a:ext>
              </a:extLst>
            </p:cNvPr>
            <p:cNvSpPr>
              <a:spLocks noEditPoints="1"/>
            </p:cNvSpPr>
            <p:nvPr/>
          </p:nvSpPr>
          <p:spPr bwMode="auto">
            <a:xfrm>
              <a:off x="8186738" y="2470150"/>
              <a:ext cx="501650" cy="357188"/>
            </a:xfrm>
            <a:custGeom>
              <a:avLst/>
              <a:gdLst>
                <a:gd name="T0" fmla="*/ 102 w 125"/>
                <a:gd name="T1" fmla="*/ 46 h 89"/>
                <a:gd name="T2" fmla="*/ 117 w 125"/>
                <a:gd name="T3" fmla="*/ 62 h 89"/>
                <a:gd name="T4" fmla="*/ 119 w 125"/>
                <a:gd name="T5" fmla="*/ 61 h 89"/>
                <a:gd name="T6" fmla="*/ 104 w 125"/>
                <a:gd name="T7" fmla="*/ 46 h 89"/>
                <a:gd name="T8" fmla="*/ 104 w 125"/>
                <a:gd name="T9" fmla="*/ 34 h 89"/>
                <a:gd name="T10" fmla="*/ 104 w 125"/>
                <a:gd name="T11" fmla="*/ 37 h 89"/>
                <a:gd name="T12" fmla="*/ 124 w 125"/>
                <a:gd name="T13" fmla="*/ 38 h 89"/>
                <a:gd name="T14" fmla="*/ 124 w 125"/>
                <a:gd name="T15" fmla="*/ 35 h 89"/>
                <a:gd name="T16" fmla="*/ 104 w 125"/>
                <a:gd name="T17" fmla="*/ 34 h 89"/>
                <a:gd name="T18" fmla="*/ 118 w 125"/>
                <a:gd name="T19" fmla="*/ 12 h 89"/>
                <a:gd name="T20" fmla="*/ 100 w 125"/>
                <a:gd name="T21" fmla="*/ 26 h 89"/>
                <a:gd name="T22" fmla="*/ 103 w 125"/>
                <a:gd name="T23" fmla="*/ 27 h 89"/>
                <a:gd name="T24" fmla="*/ 120 w 125"/>
                <a:gd name="T25" fmla="*/ 12 h 89"/>
                <a:gd name="T26" fmla="*/ 43 w 125"/>
                <a:gd name="T27" fmla="*/ 86 h 89"/>
                <a:gd name="T28" fmla="*/ 34 w 125"/>
                <a:gd name="T29" fmla="*/ 75 h 89"/>
                <a:gd name="T30" fmla="*/ 32 w 125"/>
                <a:gd name="T31" fmla="*/ 58 h 89"/>
                <a:gd name="T32" fmla="*/ 45 w 125"/>
                <a:gd name="T33" fmla="*/ 74 h 89"/>
                <a:gd name="T34" fmla="*/ 47 w 125"/>
                <a:gd name="T35" fmla="*/ 84 h 89"/>
                <a:gd name="T36" fmla="*/ 43 w 125"/>
                <a:gd name="T37" fmla="*/ 86 h 89"/>
                <a:gd name="T38" fmla="*/ 3 w 125"/>
                <a:gd name="T39" fmla="*/ 40 h 89"/>
                <a:gd name="T40" fmla="*/ 10 w 125"/>
                <a:gd name="T41" fmla="*/ 48 h 89"/>
                <a:gd name="T42" fmla="*/ 13 w 125"/>
                <a:gd name="T43" fmla="*/ 51 h 89"/>
                <a:gd name="T44" fmla="*/ 13 w 125"/>
                <a:gd name="T45" fmla="*/ 49 h 89"/>
                <a:gd name="T46" fmla="*/ 36 w 125"/>
                <a:gd name="T47" fmla="*/ 22 h 89"/>
                <a:gd name="T48" fmla="*/ 47 w 125"/>
                <a:gd name="T49" fmla="*/ 56 h 89"/>
                <a:gd name="T50" fmla="*/ 36 w 125"/>
                <a:gd name="T51" fmla="*/ 55 h 89"/>
                <a:gd name="T52" fmla="*/ 34 w 125"/>
                <a:gd name="T53" fmla="*/ 55 h 89"/>
                <a:gd name="T54" fmla="*/ 32 w 125"/>
                <a:gd name="T55" fmla="*/ 55 h 89"/>
                <a:gd name="T56" fmla="*/ 94 w 125"/>
                <a:gd name="T57" fmla="*/ 76 h 89"/>
                <a:gd name="T58" fmla="*/ 47 w 125"/>
                <a:gd name="T59" fmla="*/ 22 h 89"/>
                <a:gd name="T60" fmla="*/ 94 w 125"/>
                <a:gd name="T61" fmla="*/ 76 h 89"/>
                <a:gd name="T62" fmla="*/ 94 w 125"/>
                <a:gd name="T63" fmla="*/ 0 h 89"/>
                <a:gd name="T64" fmla="*/ 46 w 125"/>
                <a:gd name="T65" fmla="*/ 19 h 89"/>
                <a:gd name="T66" fmla="*/ 45 w 125"/>
                <a:gd name="T67" fmla="*/ 19 h 89"/>
                <a:gd name="T68" fmla="*/ 13 w 125"/>
                <a:gd name="T69" fmla="*/ 17 h 89"/>
                <a:gd name="T70" fmla="*/ 12 w 125"/>
                <a:gd name="T71" fmla="*/ 16 h 89"/>
                <a:gd name="T72" fmla="*/ 10 w 125"/>
                <a:gd name="T73" fmla="*/ 17 h 89"/>
                <a:gd name="T74" fmla="*/ 10 w 125"/>
                <a:gd name="T75" fmla="*/ 26 h 89"/>
                <a:gd name="T76" fmla="*/ 10 w 125"/>
                <a:gd name="T77" fmla="*/ 51 h 89"/>
                <a:gd name="T78" fmla="*/ 12 w 125"/>
                <a:gd name="T79" fmla="*/ 60 h 89"/>
                <a:gd name="T80" fmla="*/ 13 w 125"/>
                <a:gd name="T81" fmla="*/ 60 h 89"/>
                <a:gd name="T82" fmla="*/ 31 w 125"/>
                <a:gd name="T83" fmla="*/ 76 h 89"/>
                <a:gd name="T84" fmla="*/ 43 w 125"/>
                <a:gd name="T85" fmla="*/ 89 h 89"/>
                <a:gd name="T86" fmla="*/ 50 w 125"/>
                <a:gd name="T87" fmla="*/ 85 h 89"/>
                <a:gd name="T88" fmla="*/ 47 w 125"/>
                <a:gd name="T89" fmla="*/ 72 h 89"/>
                <a:gd name="T90" fmla="*/ 95 w 125"/>
                <a:gd name="T91" fmla="*/ 81 h 89"/>
                <a:gd name="T92" fmla="*/ 96 w 125"/>
                <a:gd name="T93" fmla="*/ 81 h 89"/>
                <a:gd name="T94" fmla="*/ 97 w 125"/>
                <a:gd name="T95" fmla="*/ 79 h 89"/>
                <a:gd name="T96" fmla="*/ 95 w 125"/>
                <a:gd name="T9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5" h="89">
                  <a:moveTo>
                    <a:pt x="103" y="46"/>
                  </a:moveTo>
                  <a:cubicBezTo>
                    <a:pt x="103" y="46"/>
                    <a:pt x="102" y="46"/>
                    <a:pt x="102" y="46"/>
                  </a:cubicBezTo>
                  <a:cubicBezTo>
                    <a:pt x="101" y="47"/>
                    <a:pt x="101" y="48"/>
                    <a:pt x="102" y="49"/>
                  </a:cubicBezTo>
                  <a:cubicBezTo>
                    <a:pt x="117" y="62"/>
                    <a:pt x="117" y="62"/>
                    <a:pt x="117" y="62"/>
                  </a:cubicBezTo>
                  <a:cubicBezTo>
                    <a:pt x="118" y="62"/>
                    <a:pt x="118" y="62"/>
                    <a:pt x="118" y="62"/>
                  </a:cubicBezTo>
                  <a:cubicBezTo>
                    <a:pt x="119" y="62"/>
                    <a:pt x="119" y="62"/>
                    <a:pt x="119" y="61"/>
                  </a:cubicBezTo>
                  <a:cubicBezTo>
                    <a:pt x="120" y="61"/>
                    <a:pt x="120" y="60"/>
                    <a:pt x="119" y="59"/>
                  </a:cubicBezTo>
                  <a:cubicBezTo>
                    <a:pt x="104" y="46"/>
                    <a:pt x="104" y="46"/>
                    <a:pt x="104" y="46"/>
                  </a:cubicBezTo>
                  <a:cubicBezTo>
                    <a:pt x="104" y="46"/>
                    <a:pt x="103" y="46"/>
                    <a:pt x="103" y="46"/>
                  </a:cubicBezTo>
                  <a:moveTo>
                    <a:pt x="104" y="34"/>
                  </a:moveTo>
                  <a:cubicBezTo>
                    <a:pt x="104" y="34"/>
                    <a:pt x="103" y="35"/>
                    <a:pt x="103" y="36"/>
                  </a:cubicBezTo>
                  <a:cubicBezTo>
                    <a:pt x="103" y="36"/>
                    <a:pt x="104" y="37"/>
                    <a:pt x="104" y="37"/>
                  </a:cubicBezTo>
                  <a:cubicBezTo>
                    <a:pt x="124" y="38"/>
                    <a:pt x="124" y="38"/>
                    <a:pt x="124" y="38"/>
                  </a:cubicBezTo>
                  <a:cubicBezTo>
                    <a:pt x="124" y="38"/>
                    <a:pt x="124" y="38"/>
                    <a:pt x="124" y="38"/>
                  </a:cubicBezTo>
                  <a:cubicBezTo>
                    <a:pt x="125" y="38"/>
                    <a:pt x="125" y="37"/>
                    <a:pt x="125" y="36"/>
                  </a:cubicBezTo>
                  <a:cubicBezTo>
                    <a:pt x="125" y="35"/>
                    <a:pt x="125" y="35"/>
                    <a:pt x="124" y="35"/>
                  </a:cubicBezTo>
                  <a:cubicBezTo>
                    <a:pt x="105" y="34"/>
                    <a:pt x="105" y="34"/>
                    <a:pt x="105" y="34"/>
                  </a:cubicBezTo>
                  <a:cubicBezTo>
                    <a:pt x="104" y="34"/>
                    <a:pt x="104" y="34"/>
                    <a:pt x="104" y="34"/>
                  </a:cubicBezTo>
                  <a:moveTo>
                    <a:pt x="119" y="11"/>
                  </a:moveTo>
                  <a:cubicBezTo>
                    <a:pt x="119" y="11"/>
                    <a:pt x="118" y="12"/>
                    <a:pt x="118" y="12"/>
                  </a:cubicBezTo>
                  <a:cubicBezTo>
                    <a:pt x="101" y="24"/>
                    <a:pt x="101" y="24"/>
                    <a:pt x="101" y="24"/>
                  </a:cubicBezTo>
                  <a:cubicBezTo>
                    <a:pt x="100" y="25"/>
                    <a:pt x="100" y="26"/>
                    <a:pt x="100" y="26"/>
                  </a:cubicBezTo>
                  <a:cubicBezTo>
                    <a:pt x="101" y="27"/>
                    <a:pt x="101" y="27"/>
                    <a:pt x="102" y="27"/>
                  </a:cubicBezTo>
                  <a:cubicBezTo>
                    <a:pt x="103" y="27"/>
                    <a:pt x="103" y="27"/>
                    <a:pt x="103" y="27"/>
                  </a:cubicBezTo>
                  <a:cubicBezTo>
                    <a:pt x="120" y="14"/>
                    <a:pt x="120" y="14"/>
                    <a:pt x="120" y="14"/>
                  </a:cubicBezTo>
                  <a:cubicBezTo>
                    <a:pt x="120" y="14"/>
                    <a:pt x="121" y="13"/>
                    <a:pt x="120" y="12"/>
                  </a:cubicBezTo>
                  <a:cubicBezTo>
                    <a:pt x="120" y="12"/>
                    <a:pt x="119" y="11"/>
                    <a:pt x="119" y="11"/>
                  </a:cubicBezTo>
                  <a:moveTo>
                    <a:pt x="43" y="86"/>
                  </a:moveTo>
                  <a:cubicBezTo>
                    <a:pt x="42" y="86"/>
                    <a:pt x="40" y="85"/>
                    <a:pt x="39" y="84"/>
                  </a:cubicBezTo>
                  <a:cubicBezTo>
                    <a:pt x="36" y="82"/>
                    <a:pt x="35" y="78"/>
                    <a:pt x="34" y="75"/>
                  </a:cubicBezTo>
                  <a:cubicBezTo>
                    <a:pt x="27" y="58"/>
                    <a:pt x="27" y="58"/>
                    <a:pt x="27" y="58"/>
                  </a:cubicBezTo>
                  <a:cubicBezTo>
                    <a:pt x="29" y="58"/>
                    <a:pt x="30" y="58"/>
                    <a:pt x="32" y="58"/>
                  </a:cubicBezTo>
                  <a:cubicBezTo>
                    <a:pt x="33" y="58"/>
                    <a:pt x="34" y="58"/>
                    <a:pt x="35" y="58"/>
                  </a:cubicBezTo>
                  <a:cubicBezTo>
                    <a:pt x="45" y="74"/>
                    <a:pt x="45" y="74"/>
                    <a:pt x="45" y="74"/>
                  </a:cubicBezTo>
                  <a:cubicBezTo>
                    <a:pt x="46" y="76"/>
                    <a:pt x="47" y="77"/>
                    <a:pt x="48" y="79"/>
                  </a:cubicBezTo>
                  <a:cubicBezTo>
                    <a:pt x="48" y="81"/>
                    <a:pt x="48" y="83"/>
                    <a:pt x="47" y="84"/>
                  </a:cubicBezTo>
                  <a:cubicBezTo>
                    <a:pt x="47" y="85"/>
                    <a:pt x="45" y="85"/>
                    <a:pt x="44" y="86"/>
                  </a:cubicBezTo>
                  <a:cubicBezTo>
                    <a:pt x="44" y="86"/>
                    <a:pt x="44" y="86"/>
                    <a:pt x="43" y="86"/>
                  </a:cubicBezTo>
                  <a:moveTo>
                    <a:pt x="10" y="48"/>
                  </a:moveTo>
                  <a:cubicBezTo>
                    <a:pt x="7" y="47"/>
                    <a:pt x="4" y="43"/>
                    <a:pt x="3" y="40"/>
                  </a:cubicBezTo>
                  <a:cubicBezTo>
                    <a:pt x="3" y="35"/>
                    <a:pt x="6" y="31"/>
                    <a:pt x="10" y="29"/>
                  </a:cubicBezTo>
                  <a:cubicBezTo>
                    <a:pt x="10" y="36"/>
                    <a:pt x="10" y="42"/>
                    <a:pt x="10" y="48"/>
                  </a:cubicBezTo>
                  <a:moveTo>
                    <a:pt x="14" y="57"/>
                  </a:moveTo>
                  <a:cubicBezTo>
                    <a:pt x="14" y="55"/>
                    <a:pt x="14" y="53"/>
                    <a:pt x="13" y="51"/>
                  </a:cubicBezTo>
                  <a:cubicBezTo>
                    <a:pt x="14" y="50"/>
                    <a:pt x="14" y="50"/>
                    <a:pt x="14" y="50"/>
                  </a:cubicBezTo>
                  <a:cubicBezTo>
                    <a:pt x="14" y="50"/>
                    <a:pt x="14" y="49"/>
                    <a:pt x="13" y="49"/>
                  </a:cubicBezTo>
                  <a:cubicBezTo>
                    <a:pt x="13" y="39"/>
                    <a:pt x="13" y="29"/>
                    <a:pt x="13" y="20"/>
                  </a:cubicBezTo>
                  <a:cubicBezTo>
                    <a:pt x="20" y="21"/>
                    <a:pt x="28" y="22"/>
                    <a:pt x="36" y="22"/>
                  </a:cubicBezTo>
                  <a:cubicBezTo>
                    <a:pt x="38" y="22"/>
                    <a:pt x="41" y="22"/>
                    <a:pt x="44" y="22"/>
                  </a:cubicBezTo>
                  <a:cubicBezTo>
                    <a:pt x="41" y="33"/>
                    <a:pt x="42" y="46"/>
                    <a:pt x="47" y="56"/>
                  </a:cubicBezTo>
                  <a:cubicBezTo>
                    <a:pt x="43" y="56"/>
                    <a:pt x="40" y="56"/>
                    <a:pt x="36" y="56"/>
                  </a:cubicBezTo>
                  <a:cubicBezTo>
                    <a:pt x="36" y="55"/>
                    <a:pt x="36" y="55"/>
                    <a:pt x="36" y="55"/>
                  </a:cubicBezTo>
                  <a:cubicBezTo>
                    <a:pt x="36" y="55"/>
                    <a:pt x="35" y="55"/>
                    <a:pt x="35" y="55"/>
                  </a:cubicBezTo>
                  <a:cubicBezTo>
                    <a:pt x="34" y="55"/>
                    <a:pt x="34" y="55"/>
                    <a:pt x="34" y="55"/>
                  </a:cubicBezTo>
                  <a:cubicBezTo>
                    <a:pt x="33" y="55"/>
                    <a:pt x="33" y="55"/>
                    <a:pt x="33" y="55"/>
                  </a:cubicBezTo>
                  <a:cubicBezTo>
                    <a:pt x="33" y="55"/>
                    <a:pt x="33" y="55"/>
                    <a:pt x="32" y="55"/>
                  </a:cubicBezTo>
                  <a:cubicBezTo>
                    <a:pt x="26" y="55"/>
                    <a:pt x="20" y="56"/>
                    <a:pt x="14" y="57"/>
                  </a:cubicBezTo>
                  <a:moveTo>
                    <a:pt x="94" y="76"/>
                  </a:moveTo>
                  <a:cubicBezTo>
                    <a:pt x="82" y="67"/>
                    <a:pt x="66" y="60"/>
                    <a:pt x="50" y="57"/>
                  </a:cubicBezTo>
                  <a:cubicBezTo>
                    <a:pt x="45" y="46"/>
                    <a:pt x="43" y="33"/>
                    <a:pt x="47" y="22"/>
                  </a:cubicBezTo>
                  <a:cubicBezTo>
                    <a:pt x="64" y="20"/>
                    <a:pt x="80" y="14"/>
                    <a:pt x="93" y="4"/>
                  </a:cubicBezTo>
                  <a:cubicBezTo>
                    <a:pt x="94" y="76"/>
                    <a:pt x="94" y="76"/>
                    <a:pt x="94" y="76"/>
                  </a:cubicBezTo>
                  <a:moveTo>
                    <a:pt x="94" y="0"/>
                  </a:moveTo>
                  <a:cubicBezTo>
                    <a:pt x="94" y="0"/>
                    <a:pt x="94" y="0"/>
                    <a:pt x="94" y="0"/>
                  </a:cubicBezTo>
                  <a:cubicBezTo>
                    <a:pt x="80" y="11"/>
                    <a:pt x="64" y="17"/>
                    <a:pt x="46" y="19"/>
                  </a:cubicBezTo>
                  <a:cubicBezTo>
                    <a:pt x="46" y="19"/>
                    <a:pt x="46" y="19"/>
                    <a:pt x="46" y="19"/>
                  </a:cubicBezTo>
                  <a:cubicBezTo>
                    <a:pt x="46" y="19"/>
                    <a:pt x="46" y="18"/>
                    <a:pt x="46" y="18"/>
                  </a:cubicBezTo>
                  <a:cubicBezTo>
                    <a:pt x="45" y="18"/>
                    <a:pt x="45" y="19"/>
                    <a:pt x="45" y="19"/>
                  </a:cubicBezTo>
                  <a:cubicBezTo>
                    <a:pt x="42" y="19"/>
                    <a:pt x="39" y="19"/>
                    <a:pt x="36" y="19"/>
                  </a:cubicBezTo>
                  <a:cubicBezTo>
                    <a:pt x="28" y="19"/>
                    <a:pt x="20" y="18"/>
                    <a:pt x="13" y="17"/>
                  </a:cubicBezTo>
                  <a:cubicBezTo>
                    <a:pt x="13" y="16"/>
                    <a:pt x="12" y="16"/>
                    <a:pt x="12" y="16"/>
                  </a:cubicBezTo>
                  <a:cubicBezTo>
                    <a:pt x="12" y="16"/>
                    <a:pt x="12" y="16"/>
                    <a:pt x="12" y="16"/>
                  </a:cubicBezTo>
                  <a:cubicBezTo>
                    <a:pt x="11" y="16"/>
                    <a:pt x="11" y="16"/>
                    <a:pt x="11" y="16"/>
                  </a:cubicBezTo>
                  <a:cubicBezTo>
                    <a:pt x="10" y="17"/>
                    <a:pt x="10" y="17"/>
                    <a:pt x="10" y="17"/>
                  </a:cubicBezTo>
                  <a:cubicBezTo>
                    <a:pt x="10" y="17"/>
                    <a:pt x="10" y="18"/>
                    <a:pt x="10" y="18"/>
                  </a:cubicBezTo>
                  <a:cubicBezTo>
                    <a:pt x="10" y="20"/>
                    <a:pt x="10" y="23"/>
                    <a:pt x="10" y="26"/>
                  </a:cubicBezTo>
                  <a:cubicBezTo>
                    <a:pt x="4" y="28"/>
                    <a:pt x="0" y="34"/>
                    <a:pt x="0" y="40"/>
                  </a:cubicBezTo>
                  <a:cubicBezTo>
                    <a:pt x="1" y="45"/>
                    <a:pt x="5" y="50"/>
                    <a:pt x="10" y="51"/>
                  </a:cubicBezTo>
                  <a:cubicBezTo>
                    <a:pt x="11" y="54"/>
                    <a:pt x="11" y="56"/>
                    <a:pt x="11" y="59"/>
                  </a:cubicBezTo>
                  <a:cubicBezTo>
                    <a:pt x="11" y="59"/>
                    <a:pt x="11" y="60"/>
                    <a:pt x="12" y="60"/>
                  </a:cubicBezTo>
                  <a:cubicBezTo>
                    <a:pt x="12" y="60"/>
                    <a:pt x="12" y="60"/>
                    <a:pt x="13" y="60"/>
                  </a:cubicBezTo>
                  <a:cubicBezTo>
                    <a:pt x="13" y="60"/>
                    <a:pt x="13" y="60"/>
                    <a:pt x="13" y="60"/>
                  </a:cubicBezTo>
                  <a:cubicBezTo>
                    <a:pt x="16" y="59"/>
                    <a:pt x="20" y="59"/>
                    <a:pt x="24" y="59"/>
                  </a:cubicBezTo>
                  <a:cubicBezTo>
                    <a:pt x="31" y="76"/>
                    <a:pt x="31" y="76"/>
                    <a:pt x="31" y="76"/>
                  </a:cubicBezTo>
                  <a:cubicBezTo>
                    <a:pt x="32" y="80"/>
                    <a:pt x="34" y="84"/>
                    <a:pt x="37" y="87"/>
                  </a:cubicBezTo>
                  <a:cubicBezTo>
                    <a:pt x="39" y="88"/>
                    <a:pt x="41" y="89"/>
                    <a:pt x="43" y="89"/>
                  </a:cubicBezTo>
                  <a:cubicBezTo>
                    <a:pt x="44" y="89"/>
                    <a:pt x="44" y="89"/>
                    <a:pt x="45" y="89"/>
                  </a:cubicBezTo>
                  <a:cubicBezTo>
                    <a:pt x="47" y="88"/>
                    <a:pt x="49" y="87"/>
                    <a:pt x="50" y="85"/>
                  </a:cubicBezTo>
                  <a:cubicBezTo>
                    <a:pt x="51" y="84"/>
                    <a:pt x="51" y="81"/>
                    <a:pt x="51" y="78"/>
                  </a:cubicBezTo>
                  <a:cubicBezTo>
                    <a:pt x="50" y="76"/>
                    <a:pt x="49" y="74"/>
                    <a:pt x="47" y="72"/>
                  </a:cubicBezTo>
                  <a:cubicBezTo>
                    <a:pt x="38" y="59"/>
                    <a:pt x="38" y="59"/>
                    <a:pt x="38" y="59"/>
                  </a:cubicBezTo>
                  <a:cubicBezTo>
                    <a:pt x="59" y="60"/>
                    <a:pt x="79" y="68"/>
                    <a:pt x="95" y="81"/>
                  </a:cubicBezTo>
                  <a:cubicBezTo>
                    <a:pt x="96" y="81"/>
                    <a:pt x="96" y="81"/>
                    <a:pt x="96" y="81"/>
                  </a:cubicBezTo>
                  <a:cubicBezTo>
                    <a:pt x="96" y="81"/>
                    <a:pt x="96" y="81"/>
                    <a:pt x="96" y="81"/>
                  </a:cubicBezTo>
                  <a:cubicBezTo>
                    <a:pt x="97" y="81"/>
                    <a:pt x="97" y="80"/>
                    <a:pt x="97" y="80"/>
                  </a:cubicBezTo>
                  <a:cubicBezTo>
                    <a:pt x="97" y="79"/>
                    <a:pt x="97" y="79"/>
                    <a:pt x="97" y="79"/>
                  </a:cubicBezTo>
                  <a:cubicBezTo>
                    <a:pt x="96" y="1"/>
                    <a:pt x="96" y="1"/>
                    <a:pt x="96" y="1"/>
                  </a:cubicBezTo>
                  <a:cubicBezTo>
                    <a:pt x="96" y="1"/>
                    <a:pt x="96" y="0"/>
                    <a:pt x="95" y="0"/>
                  </a:cubicBezTo>
                  <a:cubicBezTo>
                    <a:pt x="95" y="0"/>
                    <a:pt x="9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Freeform 42">
              <a:extLst>
                <a:ext uri="{FF2B5EF4-FFF2-40B4-BE49-F238E27FC236}">
                  <a16:creationId xmlns:a16="http://schemas.microsoft.com/office/drawing/2014/main" id="{D3B93F02-E4C7-4441-B896-62B637129A71}"/>
                </a:ext>
              </a:extLst>
            </p:cNvPr>
            <p:cNvSpPr>
              <a:spLocks noEditPoints="1"/>
            </p:cNvSpPr>
            <p:nvPr/>
          </p:nvSpPr>
          <p:spPr bwMode="auto">
            <a:xfrm>
              <a:off x="3751263" y="5194300"/>
              <a:ext cx="434975" cy="414338"/>
            </a:xfrm>
            <a:custGeom>
              <a:avLst/>
              <a:gdLst>
                <a:gd name="T0" fmla="*/ 39 w 108"/>
                <a:gd name="T1" fmla="*/ 55 h 103"/>
                <a:gd name="T2" fmla="*/ 40 w 108"/>
                <a:gd name="T3" fmla="*/ 54 h 103"/>
                <a:gd name="T4" fmla="*/ 39 w 108"/>
                <a:gd name="T5" fmla="*/ 55 h 103"/>
                <a:gd name="T6" fmla="*/ 37 w 108"/>
                <a:gd name="T7" fmla="*/ 51 h 103"/>
                <a:gd name="T8" fmla="*/ 37 w 108"/>
                <a:gd name="T9" fmla="*/ 53 h 103"/>
                <a:gd name="T10" fmla="*/ 37 w 108"/>
                <a:gd name="T11" fmla="*/ 57 h 103"/>
                <a:gd name="T12" fmla="*/ 39 w 108"/>
                <a:gd name="T13" fmla="*/ 58 h 103"/>
                <a:gd name="T14" fmla="*/ 43 w 108"/>
                <a:gd name="T15" fmla="*/ 52 h 103"/>
                <a:gd name="T16" fmla="*/ 38 w 108"/>
                <a:gd name="T17" fmla="*/ 51 h 103"/>
                <a:gd name="T18" fmla="*/ 40 w 108"/>
                <a:gd name="T19" fmla="*/ 13 h 103"/>
                <a:gd name="T20" fmla="*/ 26 w 108"/>
                <a:gd name="T21" fmla="*/ 22 h 103"/>
                <a:gd name="T22" fmla="*/ 27 w 108"/>
                <a:gd name="T23" fmla="*/ 24 h 103"/>
                <a:gd name="T24" fmla="*/ 37 w 108"/>
                <a:gd name="T25" fmla="*/ 16 h 103"/>
                <a:gd name="T26" fmla="*/ 48 w 108"/>
                <a:gd name="T27" fmla="*/ 19 h 103"/>
                <a:gd name="T28" fmla="*/ 45 w 108"/>
                <a:gd name="T29" fmla="*/ 35 h 103"/>
                <a:gd name="T30" fmla="*/ 37 w 108"/>
                <a:gd name="T31" fmla="*/ 47 h 103"/>
                <a:gd name="T32" fmla="*/ 39 w 108"/>
                <a:gd name="T33" fmla="*/ 48 h 103"/>
                <a:gd name="T34" fmla="*/ 44 w 108"/>
                <a:gd name="T35" fmla="*/ 39 h 103"/>
                <a:gd name="T36" fmla="*/ 52 w 108"/>
                <a:gd name="T37" fmla="*/ 31 h 103"/>
                <a:gd name="T38" fmla="*/ 40 w 108"/>
                <a:gd name="T39" fmla="*/ 13 h 103"/>
                <a:gd name="T40" fmla="*/ 40 w 108"/>
                <a:gd name="T41" fmla="*/ 67 h 103"/>
                <a:gd name="T42" fmla="*/ 86 w 108"/>
                <a:gd name="T43" fmla="*/ 30 h 103"/>
                <a:gd name="T44" fmla="*/ 104 w 108"/>
                <a:gd name="T45" fmla="*/ 64 h 103"/>
                <a:gd name="T46" fmla="*/ 88 w 108"/>
                <a:gd name="T47" fmla="*/ 79 h 103"/>
                <a:gd name="T48" fmla="*/ 75 w 108"/>
                <a:gd name="T49" fmla="*/ 85 h 103"/>
                <a:gd name="T50" fmla="*/ 71 w 108"/>
                <a:gd name="T51" fmla="*/ 84 h 103"/>
                <a:gd name="T52" fmla="*/ 25 w 108"/>
                <a:gd name="T53" fmla="*/ 61 h 103"/>
                <a:gd name="T54" fmla="*/ 24 w 108"/>
                <a:gd name="T55" fmla="*/ 59 h 103"/>
                <a:gd name="T56" fmla="*/ 24 w 108"/>
                <a:gd name="T57" fmla="*/ 8 h 103"/>
                <a:gd name="T58" fmla="*/ 57 w 108"/>
                <a:gd name="T59" fmla="*/ 3 h 103"/>
                <a:gd name="T60" fmla="*/ 83 w 108"/>
                <a:gd name="T61" fmla="*/ 23 h 103"/>
                <a:gd name="T62" fmla="*/ 39 w 108"/>
                <a:gd name="T63" fmla="*/ 64 h 103"/>
                <a:gd name="T64" fmla="*/ 37 w 108"/>
                <a:gd name="T65" fmla="*/ 62 h 103"/>
                <a:gd name="T66" fmla="*/ 36 w 108"/>
                <a:gd name="T67" fmla="*/ 65 h 103"/>
                <a:gd name="T68" fmla="*/ 36 w 108"/>
                <a:gd name="T69" fmla="*/ 66 h 103"/>
                <a:gd name="T70" fmla="*/ 48 w 108"/>
                <a:gd name="T71" fmla="*/ 0 h 103"/>
                <a:gd name="T72" fmla="*/ 3 w 108"/>
                <a:gd name="T73" fmla="*/ 34 h 103"/>
                <a:gd name="T74" fmla="*/ 1 w 108"/>
                <a:gd name="T75" fmla="*/ 85 h 103"/>
                <a:gd name="T76" fmla="*/ 2 w 108"/>
                <a:gd name="T77" fmla="*/ 88 h 103"/>
                <a:gd name="T78" fmla="*/ 38 w 108"/>
                <a:gd name="T79" fmla="*/ 68 h 103"/>
                <a:gd name="T80" fmla="*/ 73 w 108"/>
                <a:gd name="T81" fmla="*/ 87 h 103"/>
                <a:gd name="T82" fmla="*/ 105 w 108"/>
                <a:gd name="T83" fmla="*/ 103 h 103"/>
                <a:gd name="T84" fmla="*/ 105 w 108"/>
                <a:gd name="T85" fmla="*/ 100 h 103"/>
                <a:gd name="T86" fmla="*/ 106 w 108"/>
                <a:gd name="T87" fmla="*/ 65 h 103"/>
                <a:gd name="T88" fmla="*/ 86 w 108"/>
                <a:gd name="T89" fmla="*/ 26 h 103"/>
                <a:gd name="T90" fmla="*/ 76 w 108"/>
                <a:gd name="T91" fmla="*/ 7 h 103"/>
                <a:gd name="T92" fmla="*/ 48 w 108"/>
                <a:gd name="T9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 h="103">
                  <a:moveTo>
                    <a:pt x="39" y="55"/>
                  </a:moveTo>
                  <a:cubicBezTo>
                    <a:pt x="39" y="55"/>
                    <a:pt x="39" y="55"/>
                    <a:pt x="39" y="55"/>
                  </a:cubicBezTo>
                  <a:cubicBezTo>
                    <a:pt x="40" y="55"/>
                    <a:pt x="40" y="54"/>
                    <a:pt x="40" y="54"/>
                  </a:cubicBezTo>
                  <a:cubicBezTo>
                    <a:pt x="40" y="54"/>
                    <a:pt x="40" y="54"/>
                    <a:pt x="40" y="54"/>
                  </a:cubicBezTo>
                  <a:cubicBezTo>
                    <a:pt x="40" y="54"/>
                    <a:pt x="40" y="55"/>
                    <a:pt x="40" y="55"/>
                  </a:cubicBezTo>
                  <a:cubicBezTo>
                    <a:pt x="39" y="55"/>
                    <a:pt x="39" y="55"/>
                    <a:pt x="39" y="55"/>
                  </a:cubicBezTo>
                  <a:moveTo>
                    <a:pt x="38" y="51"/>
                  </a:moveTo>
                  <a:cubicBezTo>
                    <a:pt x="38" y="51"/>
                    <a:pt x="37" y="51"/>
                    <a:pt x="37" y="51"/>
                  </a:cubicBezTo>
                  <a:cubicBezTo>
                    <a:pt x="37" y="51"/>
                    <a:pt x="37" y="52"/>
                    <a:pt x="37" y="52"/>
                  </a:cubicBezTo>
                  <a:cubicBezTo>
                    <a:pt x="37" y="53"/>
                    <a:pt x="37" y="53"/>
                    <a:pt x="37" y="53"/>
                  </a:cubicBezTo>
                  <a:cubicBezTo>
                    <a:pt x="36" y="54"/>
                    <a:pt x="36" y="54"/>
                    <a:pt x="36" y="54"/>
                  </a:cubicBezTo>
                  <a:cubicBezTo>
                    <a:pt x="36" y="55"/>
                    <a:pt x="36" y="56"/>
                    <a:pt x="37" y="57"/>
                  </a:cubicBezTo>
                  <a:cubicBezTo>
                    <a:pt x="37" y="58"/>
                    <a:pt x="38" y="58"/>
                    <a:pt x="39" y="58"/>
                  </a:cubicBezTo>
                  <a:cubicBezTo>
                    <a:pt x="39" y="58"/>
                    <a:pt x="39" y="58"/>
                    <a:pt x="39" y="58"/>
                  </a:cubicBezTo>
                  <a:cubicBezTo>
                    <a:pt x="40" y="58"/>
                    <a:pt x="41" y="58"/>
                    <a:pt x="42" y="57"/>
                  </a:cubicBezTo>
                  <a:cubicBezTo>
                    <a:pt x="43" y="56"/>
                    <a:pt x="44" y="54"/>
                    <a:pt x="43" y="52"/>
                  </a:cubicBezTo>
                  <a:cubicBezTo>
                    <a:pt x="43" y="51"/>
                    <a:pt x="43" y="51"/>
                    <a:pt x="42" y="51"/>
                  </a:cubicBezTo>
                  <a:cubicBezTo>
                    <a:pt x="38" y="51"/>
                    <a:pt x="38" y="51"/>
                    <a:pt x="38" y="51"/>
                  </a:cubicBezTo>
                  <a:cubicBezTo>
                    <a:pt x="38" y="51"/>
                    <a:pt x="38" y="51"/>
                    <a:pt x="38" y="51"/>
                  </a:cubicBezTo>
                  <a:moveTo>
                    <a:pt x="40" y="13"/>
                  </a:moveTo>
                  <a:cubicBezTo>
                    <a:pt x="39" y="13"/>
                    <a:pt x="37" y="13"/>
                    <a:pt x="36" y="13"/>
                  </a:cubicBezTo>
                  <a:cubicBezTo>
                    <a:pt x="31" y="14"/>
                    <a:pt x="27" y="18"/>
                    <a:pt x="26" y="22"/>
                  </a:cubicBezTo>
                  <a:cubicBezTo>
                    <a:pt x="25" y="23"/>
                    <a:pt x="26" y="24"/>
                    <a:pt x="26" y="24"/>
                  </a:cubicBezTo>
                  <a:cubicBezTo>
                    <a:pt x="26" y="24"/>
                    <a:pt x="27" y="24"/>
                    <a:pt x="27" y="24"/>
                  </a:cubicBezTo>
                  <a:cubicBezTo>
                    <a:pt x="27" y="24"/>
                    <a:pt x="28" y="24"/>
                    <a:pt x="28" y="24"/>
                  </a:cubicBezTo>
                  <a:cubicBezTo>
                    <a:pt x="30" y="20"/>
                    <a:pt x="33" y="17"/>
                    <a:pt x="37" y="16"/>
                  </a:cubicBezTo>
                  <a:cubicBezTo>
                    <a:pt x="38" y="16"/>
                    <a:pt x="39" y="16"/>
                    <a:pt x="40" y="16"/>
                  </a:cubicBezTo>
                  <a:cubicBezTo>
                    <a:pt x="43" y="16"/>
                    <a:pt x="46" y="17"/>
                    <a:pt x="48" y="19"/>
                  </a:cubicBezTo>
                  <a:cubicBezTo>
                    <a:pt x="51" y="22"/>
                    <a:pt x="52" y="26"/>
                    <a:pt x="50" y="30"/>
                  </a:cubicBezTo>
                  <a:cubicBezTo>
                    <a:pt x="49" y="32"/>
                    <a:pt x="47" y="33"/>
                    <a:pt x="45" y="35"/>
                  </a:cubicBezTo>
                  <a:cubicBezTo>
                    <a:pt x="44" y="35"/>
                    <a:pt x="43" y="36"/>
                    <a:pt x="43" y="36"/>
                  </a:cubicBezTo>
                  <a:cubicBezTo>
                    <a:pt x="39" y="40"/>
                    <a:pt x="37" y="43"/>
                    <a:pt x="37" y="47"/>
                  </a:cubicBezTo>
                  <a:cubicBezTo>
                    <a:pt x="37" y="47"/>
                    <a:pt x="38" y="48"/>
                    <a:pt x="39" y="48"/>
                  </a:cubicBezTo>
                  <a:cubicBezTo>
                    <a:pt x="39" y="48"/>
                    <a:pt x="39" y="48"/>
                    <a:pt x="39" y="48"/>
                  </a:cubicBezTo>
                  <a:cubicBezTo>
                    <a:pt x="40" y="48"/>
                    <a:pt x="40" y="47"/>
                    <a:pt x="40" y="46"/>
                  </a:cubicBezTo>
                  <a:cubicBezTo>
                    <a:pt x="40" y="43"/>
                    <a:pt x="43" y="40"/>
                    <a:pt x="44" y="39"/>
                  </a:cubicBezTo>
                  <a:cubicBezTo>
                    <a:pt x="45" y="38"/>
                    <a:pt x="46" y="38"/>
                    <a:pt x="46" y="37"/>
                  </a:cubicBezTo>
                  <a:cubicBezTo>
                    <a:pt x="49" y="36"/>
                    <a:pt x="51" y="34"/>
                    <a:pt x="52" y="31"/>
                  </a:cubicBezTo>
                  <a:cubicBezTo>
                    <a:pt x="55" y="27"/>
                    <a:pt x="54" y="21"/>
                    <a:pt x="50" y="17"/>
                  </a:cubicBezTo>
                  <a:cubicBezTo>
                    <a:pt x="48" y="14"/>
                    <a:pt x="44" y="13"/>
                    <a:pt x="40" y="13"/>
                  </a:cubicBezTo>
                  <a:moveTo>
                    <a:pt x="71" y="84"/>
                  </a:moveTo>
                  <a:cubicBezTo>
                    <a:pt x="59" y="84"/>
                    <a:pt x="47" y="77"/>
                    <a:pt x="40" y="67"/>
                  </a:cubicBezTo>
                  <a:cubicBezTo>
                    <a:pt x="52" y="63"/>
                    <a:pt x="64" y="56"/>
                    <a:pt x="73" y="48"/>
                  </a:cubicBezTo>
                  <a:cubicBezTo>
                    <a:pt x="80" y="42"/>
                    <a:pt x="84" y="36"/>
                    <a:pt x="86" y="30"/>
                  </a:cubicBezTo>
                  <a:cubicBezTo>
                    <a:pt x="91" y="34"/>
                    <a:pt x="95" y="39"/>
                    <a:pt x="99" y="44"/>
                  </a:cubicBezTo>
                  <a:cubicBezTo>
                    <a:pt x="103" y="51"/>
                    <a:pt x="105" y="58"/>
                    <a:pt x="104" y="64"/>
                  </a:cubicBezTo>
                  <a:cubicBezTo>
                    <a:pt x="102" y="71"/>
                    <a:pt x="96" y="77"/>
                    <a:pt x="90" y="77"/>
                  </a:cubicBezTo>
                  <a:cubicBezTo>
                    <a:pt x="89" y="77"/>
                    <a:pt x="89" y="78"/>
                    <a:pt x="88" y="79"/>
                  </a:cubicBezTo>
                  <a:cubicBezTo>
                    <a:pt x="87" y="87"/>
                    <a:pt x="91" y="95"/>
                    <a:pt x="98" y="100"/>
                  </a:cubicBezTo>
                  <a:cubicBezTo>
                    <a:pt x="88" y="98"/>
                    <a:pt x="80" y="93"/>
                    <a:pt x="75" y="85"/>
                  </a:cubicBezTo>
                  <a:cubicBezTo>
                    <a:pt x="75" y="84"/>
                    <a:pt x="74" y="84"/>
                    <a:pt x="74" y="84"/>
                  </a:cubicBezTo>
                  <a:cubicBezTo>
                    <a:pt x="73" y="84"/>
                    <a:pt x="72" y="84"/>
                    <a:pt x="71" y="84"/>
                  </a:cubicBezTo>
                  <a:moveTo>
                    <a:pt x="10" y="84"/>
                  </a:moveTo>
                  <a:cubicBezTo>
                    <a:pt x="17" y="79"/>
                    <a:pt x="23" y="70"/>
                    <a:pt x="25" y="61"/>
                  </a:cubicBezTo>
                  <a:cubicBezTo>
                    <a:pt x="25" y="61"/>
                    <a:pt x="25" y="60"/>
                    <a:pt x="25" y="60"/>
                  </a:cubicBezTo>
                  <a:cubicBezTo>
                    <a:pt x="25" y="59"/>
                    <a:pt x="24" y="59"/>
                    <a:pt x="24" y="59"/>
                  </a:cubicBezTo>
                  <a:cubicBezTo>
                    <a:pt x="14" y="57"/>
                    <a:pt x="6" y="46"/>
                    <a:pt x="6" y="35"/>
                  </a:cubicBezTo>
                  <a:cubicBezTo>
                    <a:pt x="7" y="24"/>
                    <a:pt x="14" y="14"/>
                    <a:pt x="24" y="8"/>
                  </a:cubicBezTo>
                  <a:cubicBezTo>
                    <a:pt x="31" y="5"/>
                    <a:pt x="39" y="3"/>
                    <a:pt x="48" y="3"/>
                  </a:cubicBezTo>
                  <a:cubicBezTo>
                    <a:pt x="51" y="3"/>
                    <a:pt x="54" y="3"/>
                    <a:pt x="57" y="3"/>
                  </a:cubicBezTo>
                  <a:cubicBezTo>
                    <a:pt x="64" y="4"/>
                    <a:pt x="70" y="6"/>
                    <a:pt x="74" y="9"/>
                  </a:cubicBezTo>
                  <a:cubicBezTo>
                    <a:pt x="79" y="13"/>
                    <a:pt x="83" y="18"/>
                    <a:pt x="83" y="23"/>
                  </a:cubicBezTo>
                  <a:cubicBezTo>
                    <a:pt x="84" y="32"/>
                    <a:pt x="77" y="40"/>
                    <a:pt x="71" y="46"/>
                  </a:cubicBezTo>
                  <a:cubicBezTo>
                    <a:pt x="62" y="54"/>
                    <a:pt x="51" y="60"/>
                    <a:pt x="39" y="64"/>
                  </a:cubicBezTo>
                  <a:cubicBezTo>
                    <a:pt x="38" y="63"/>
                    <a:pt x="38" y="63"/>
                    <a:pt x="38" y="63"/>
                  </a:cubicBezTo>
                  <a:cubicBezTo>
                    <a:pt x="38" y="63"/>
                    <a:pt x="38" y="62"/>
                    <a:pt x="37" y="62"/>
                  </a:cubicBezTo>
                  <a:cubicBezTo>
                    <a:pt x="37" y="62"/>
                    <a:pt x="37" y="62"/>
                    <a:pt x="36" y="63"/>
                  </a:cubicBezTo>
                  <a:cubicBezTo>
                    <a:pt x="36" y="63"/>
                    <a:pt x="35" y="64"/>
                    <a:pt x="36" y="65"/>
                  </a:cubicBezTo>
                  <a:cubicBezTo>
                    <a:pt x="36" y="65"/>
                    <a:pt x="36" y="65"/>
                    <a:pt x="36" y="65"/>
                  </a:cubicBezTo>
                  <a:cubicBezTo>
                    <a:pt x="36" y="66"/>
                    <a:pt x="36" y="66"/>
                    <a:pt x="36" y="66"/>
                  </a:cubicBezTo>
                  <a:cubicBezTo>
                    <a:pt x="30" y="75"/>
                    <a:pt x="20" y="82"/>
                    <a:pt x="10" y="84"/>
                  </a:cubicBezTo>
                  <a:moveTo>
                    <a:pt x="48" y="0"/>
                  </a:moveTo>
                  <a:cubicBezTo>
                    <a:pt x="39" y="0"/>
                    <a:pt x="30" y="2"/>
                    <a:pt x="23" y="6"/>
                  </a:cubicBezTo>
                  <a:cubicBezTo>
                    <a:pt x="12" y="12"/>
                    <a:pt x="4" y="23"/>
                    <a:pt x="3" y="34"/>
                  </a:cubicBezTo>
                  <a:cubicBezTo>
                    <a:pt x="3" y="47"/>
                    <a:pt x="11" y="59"/>
                    <a:pt x="22" y="62"/>
                  </a:cubicBezTo>
                  <a:cubicBezTo>
                    <a:pt x="19" y="72"/>
                    <a:pt x="11" y="81"/>
                    <a:pt x="1" y="85"/>
                  </a:cubicBezTo>
                  <a:cubicBezTo>
                    <a:pt x="1" y="85"/>
                    <a:pt x="0" y="86"/>
                    <a:pt x="1" y="87"/>
                  </a:cubicBezTo>
                  <a:cubicBezTo>
                    <a:pt x="1" y="87"/>
                    <a:pt x="1" y="88"/>
                    <a:pt x="2" y="88"/>
                  </a:cubicBezTo>
                  <a:cubicBezTo>
                    <a:pt x="2" y="88"/>
                    <a:pt x="2" y="88"/>
                    <a:pt x="2" y="88"/>
                  </a:cubicBezTo>
                  <a:cubicBezTo>
                    <a:pt x="16" y="88"/>
                    <a:pt x="30" y="80"/>
                    <a:pt x="38" y="68"/>
                  </a:cubicBezTo>
                  <a:cubicBezTo>
                    <a:pt x="45" y="79"/>
                    <a:pt x="58" y="87"/>
                    <a:pt x="71" y="87"/>
                  </a:cubicBezTo>
                  <a:cubicBezTo>
                    <a:pt x="72" y="87"/>
                    <a:pt x="72" y="87"/>
                    <a:pt x="73" y="87"/>
                  </a:cubicBezTo>
                  <a:cubicBezTo>
                    <a:pt x="79" y="97"/>
                    <a:pt x="91" y="103"/>
                    <a:pt x="102" y="103"/>
                  </a:cubicBezTo>
                  <a:cubicBezTo>
                    <a:pt x="103" y="103"/>
                    <a:pt x="104" y="103"/>
                    <a:pt x="105" y="103"/>
                  </a:cubicBezTo>
                  <a:cubicBezTo>
                    <a:pt x="105" y="103"/>
                    <a:pt x="106" y="102"/>
                    <a:pt x="106" y="102"/>
                  </a:cubicBezTo>
                  <a:cubicBezTo>
                    <a:pt x="106" y="101"/>
                    <a:pt x="106" y="100"/>
                    <a:pt x="105" y="100"/>
                  </a:cubicBezTo>
                  <a:cubicBezTo>
                    <a:pt x="97" y="98"/>
                    <a:pt x="91" y="89"/>
                    <a:pt x="91" y="80"/>
                  </a:cubicBezTo>
                  <a:cubicBezTo>
                    <a:pt x="98" y="79"/>
                    <a:pt x="105" y="73"/>
                    <a:pt x="106" y="65"/>
                  </a:cubicBezTo>
                  <a:cubicBezTo>
                    <a:pt x="108" y="58"/>
                    <a:pt x="106" y="50"/>
                    <a:pt x="101" y="43"/>
                  </a:cubicBezTo>
                  <a:cubicBezTo>
                    <a:pt x="97" y="36"/>
                    <a:pt x="92" y="31"/>
                    <a:pt x="86" y="26"/>
                  </a:cubicBezTo>
                  <a:cubicBezTo>
                    <a:pt x="86" y="25"/>
                    <a:pt x="86" y="24"/>
                    <a:pt x="86" y="23"/>
                  </a:cubicBezTo>
                  <a:cubicBezTo>
                    <a:pt x="86" y="17"/>
                    <a:pt x="82" y="11"/>
                    <a:pt x="76" y="7"/>
                  </a:cubicBezTo>
                  <a:cubicBezTo>
                    <a:pt x="71" y="4"/>
                    <a:pt x="65" y="2"/>
                    <a:pt x="58" y="1"/>
                  </a:cubicBezTo>
                  <a:cubicBezTo>
                    <a:pt x="54" y="0"/>
                    <a:pt x="51"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4" name="Freeform 43">
              <a:extLst>
                <a:ext uri="{FF2B5EF4-FFF2-40B4-BE49-F238E27FC236}">
                  <a16:creationId xmlns:a16="http://schemas.microsoft.com/office/drawing/2014/main" id="{FB394101-6BD4-417C-AFF6-2175B72C6DA8}"/>
                </a:ext>
              </a:extLst>
            </p:cNvPr>
            <p:cNvSpPr>
              <a:spLocks noEditPoints="1"/>
            </p:cNvSpPr>
            <p:nvPr/>
          </p:nvSpPr>
          <p:spPr bwMode="auto">
            <a:xfrm>
              <a:off x="3819525" y="4848225"/>
              <a:ext cx="438150" cy="346075"/>
            </a:xfrm>
            <a:custGeom>
              <a:avLst/>
              <a:gdLst>
                <a:gd name="T0" fmla="*/ 35 w 109"/>
                <a:gd name="T1" fmla="*/ 66 h 86"/>
                <a:gd name="T2" fmla="*/ 90 w 109"/>
                <a:gd name="T3" fmla="*/ 65 h 86"/>
                <a:gd name="T4" fmla="*/ 37 w 109"/>
                <a:gd name="T5" fmla="*/ 57 h 86"/>
                <a:gd name="T6" fmla="*/ 89 w 109"/>
                <a:gd name="T7" fmla="*/ 59 h 86"/>
                <a:gd name="T8" fmla="*/ 35 w 109"/>
                <a:gd name="T9" fmla="*/ 49 h 86"/>
                <a:gd name="T10" fmla="*/ 88 w 109"/>
                <a:gd name="T11" fmla="*/ 52 h 86"/>
                <a:gd name="T12" fmla="*/ 37 w 109"/>
                <a:gd name="T13" fmla="*/ 47 h 86"/>
                <a:gd name="T14" fmla="*/ 34 w 109"/>
                <a:gd name="T15" fmla="*/ 26 h 86"/>
                <a:gd name="T16" fmla="*/ 32 w 109"/>
                <a:gd name="T17" fmla="*/ 28 h 86"/>
                <a:gd name="T18" fmla="*/ 34 w 109"/>
                <a:gd name="T19" fmla="*/ 43 h 86"/>
                <a:gd name="T20" fmla="*/ 39 w 109"/>
                <a:gd name="T21" fmla="*/ 41 h 86"/>
                <a:gd name="T22" fmla="*/ 42 w 109"/>
                <a:gd name="T23" fmla="*/ 40 h 86"/>
                <a:gd name="T24" fmla="*/ 42 w 109"/>
                <a:gd name="T25" fmla="*/ 24 h 86"/>
                <a:gd name="T26" fmla="*/ 45 w 109"/>
                <a:gd name="T27" fmla="*/ 31 h 86"/>
                <a:gd name="T28" fmla="*/ 45 w 109"/>
                <a:gd name="T29" fmla="*/ 40 h 86"/>
                <a:gd name="T30" fmla="*/ 54 w 109"/>
                <a:gd name="T31" fmla="*/ 43 h 86"/>
                <a:gd name="T32" fmla="*/ 48 w 109"/>
                <a:gd name="T33" fmla="*/ 34 h 86"/>
                <a:gd name="T34" fmla="*/ 53 w 109"/>
                <a:gd name="T35" fmla="*/ 33 h 86"/>
                <a:gd name="T36" fmla="*/ 53 w 109"/>
                <a:gd name="T37" fmla="*/ 28 h 86"/>
                <a:gd name="T38" fmla="*/ 48 w 109"/>
                <a:gd name="T39" fmla="*/ 24 h 86"/>
                <a:gd name="T40" fmla="*/ 79 w 109"/>
                <a:gd name="T41" fmla="*/ 29 h 86"/>
                <a:gd name="T42" fmla="*/ 86 w 109"/>
                <a:gd name="T43" fmla="*/ 36 h 86"/>
                <a:gd name="T44" fmla="*/ 79 w 109"/>
                <a:gd name="T45" fmla="*/ 40 h 86"/>
                <a:gd name="T46" fmla="*/ 89 w 109"/>
                <a:gd name="T47" fmla="*/ 36 h 86"/>
                <a:gd name="T48" fmla="*/ 82 w 109"/>
                <a:gd name="T49" fmla="*/ 29 h 86"/>
                <a:gd name="T50" fmla="*/ 91 w 109"/>
                <a:gd name="T51" fmla="*/ 27 h 86"/>
                <a:gd name="T52" fmla="*/ 58 w 109"/>
                <a:gd name="T53" fmla="*/ 23 h 86"/>
                <a:gd name="T54" fmla="*/ 61 w 109"/>
                <a:gd name="T55" fmla="*/ 41 h 86"/>
                <a:gd name="T56" fmla="*/ 66 w 109"/>
                <a:gd name="T57" fmla="*/ 34 h 86"/>
                <a:gd name="T58" fmla="*/ 70 w 109"/>
                <a:gd name="T59" fmla="*/ 41 h 86"/>
                <a:gd name="T60" fmla="*/ 73 w 109"/>
                <a:gd name="T61" fmla="*/ 39 h 86"/>
                <a:gd name="T62" fmla="*/ 77 w 109"/>
                <a:gd name="T63" fmla="*/ 23 h 86"/>
                <a:gd name="T64" fmla="*/ 67 w 109"/>
                <a:gd name="T65" fmla="*/ 29 h 86"/>
                <a:gd name="T66" fmla="*/ 64 w 109"/>
                <a:gd name="T67" fmla="*/ 31 h 86"/>
                <a:gd name="T68" fmla="*/ 85 w 109"/>
                <a:gd name="T69" fmla="*/ 16 h 86"/>
                <a:gd name="T70" fmla="*/ 92 w 109"/>
                <a:gd name="T71" fmla="*/ 15 h 86"/>
                <a:gd name="T72" fmla="*/ 105 w 109"/>
                <a:gd name="T73" fmla="*/ 67 h 86"/>
                <a:gd name="T74" fmla="*/ 15 w 109"/>
                <a:gd name="T75" fmla="*/ 81 h 86"/>
                <a:gd name="T76" fmla="*/ 84 w 109"/>
                <a:gd name="T77" fmla="*/ 15 h 86"/>
                <a:gd name="T78" fmla="*/ 4 w 109"/>
                <a:gd name="T79" fmla="*/ 63 h 86"/>
                <a:gd name="T80" fmla="*/ 74 w 109"/>
                <a:gd name="T81" fmla="*/ 3 h 86"/>
                <a:gd name="T82" fmla="*/ 19 w 109"/>
                <a:gd name="T83" fmla="*/ 13 h 86"/>
                <a:gd name="T84" fmla="*/ 13 w 109"/>
                <a:gd name="T85" fmla="*/ 79 h 86"/>
                <a:gd name="T86" fmla="*/ 4 w 109"/>
                <a:gd name="T87" fmla="*/ 16 h 86"/>
                <a:gd name="T88" fmla="*/ 8 w 109"/>
                <a:gd name="T89" fmla="*/ 82 h 86"/>
                <a:gd name="T90" fmla="*/ 103 w 109"/>
                <a:gd name="T91" fmla="*/ 82 h 86"/>
                <a:gd name="T92" fmla="*/ 97 w 109"/>
                <a:gd name="T93" fmla="*/ 13 h 86"/>
                <a:gd name="T94" fmla="*/ 19 w 109"/>
                <a:gd name="T9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 h="86">
                  <a:moveTo>
                    <a:pt x="88" y="64"/>
                  </a:moveTo>
                  <a:cubicBezTo>
                    <a:pt x="88" y="64"/>
                    <a:pt x="88" y="64"/>
                    <a:pt x="88" y="64"/>
                  </a:cubicBezTo>
                  <a:cubicBezTo>
                    <a:pt x="36" y="64"/>
                    <a:pt x="36" y="64"/>
                    <a:pt x="36" y="64"/>
                  </a:cubicBezTo>
                  <a:cubicBezTo>
                    <a:pt x="35" y="64"/>
                    <a:pt x="35" y="65"/>
                    <a:pt x="35" y="66"/>
                  </a:cubicBezTo>
                  <a:cubicBezTo>
                    <a:pt x="35" y="67"/>
                    <a:pt x="35" y="67"/>
                    <a:pt x="36" y="67"/>
                  </a:cubicBezTo>
                  <a:cubicBezTo>
                    <a:pt x="36" y="67"/>
                    <a:pt x="36" y="67"/>
                    <a:pt x="36" y="67"/>
                  </a:cubicBezTo>
                  <a:cubicBezTo>
                    <a:pt x="88" y="67"/>
                    <a:pt x="88" y="67"/>
                    <a:pt x="88" y="67"/>
                  </a:cubicBezTo>
                  <a:cubicBezTo>
                    <a:pt x="89" y="67"/>
                    <a:pt x="90" y="66"/>
                    <a:pt x="90" y="65"/>
                  </a:cubicBezTo>
                  <a:cubicBezTo>
                    <a:pt x="90" y="64"/>
                    <a:pt x="89" y="64"/>
                    <a:pt x="88" y="64"/>
                  </a:cubicBezTo>
                  <a:moveTo>
                    <a:pt x="89" y="56"/>
                  </a:moveTo>
                  <a:cubicBezTo>
                    <a:pt x="89" y="56"/>
                    <a:pt x="89" y="56"/>
                    <a:pt x="89" y="56"/>
                  </a:cubicBezTo>
                  <a:cubicBezTo>
                    <a:pt x="37" y="57"/>
                    <a:pt x="37" y="57"/>
                    <a:pt x="37" y="57"/>
                  </a:cubicBezTo>
                  <a:cubicBezTo>
                    <a:pt x="36" y="57"/>
                    <a:pt x="35" y="57"/>
                    <a:pt x="35" y="58"/>
                  </a:cubicBezTo>
                  <a:cubicBezTo>
                    <a:pt x="35" y="59"/>
                    <a:pt x="36" y="59"/>
                    <a:pt x="37" y="59"/>
                  </a:cubicBezTo>
                  <a:cubicBezTo>
                    <a:pt x="37" y="59"/>
                    <a:pt x="37" y="59"/>
                    <a:pt x="37" y="59"/>
                  </a:cubicBezTo>
                  <a:cubicBezTo>
                    <a:pt x="89" y="59"/>
                    <a:pt x="89" y="59"/>
                    <a:pt x="89" y="59"/>
                  </a:cubicBezTo>
                  <a:cubicBezTo>
                    <a:pt x="90" y="59"/>
                    <a:pt x="90" y="59"/>
                    <a:pt x="90" y="58"/>
                  </a:cubicBezTo>
                  <a:cubicBezTo>
                    <a:pt x="90" y="57"/>
                    <a:pt x="90" y="56"/>
                    <a:pt x="89" y="56"/>
                  </a:cubicBezTo>
                  <a:moveTo>
                    <a:pt x="37" y="47"/>
                  </a:moveTo>
                  <a:cubicBezTo>
                    <a:pt x="36" y="47"/>
                    <a:pt x="35" y="48"/>
                    <a:pt x="35" y="49"/>
                  </a:cubicBezTo>
                  <a:cubicBezTo>
                    <a:pt x="35" y="49"/>
                    <a:pt x="36" y="50"/>
                    <a:pt x="37" y="50"/>
                  </a:cubicBezTo>
                  <a:cubicBezTo>
                    <a:pt x="87" y="51"/>
                    <a:pt x="87" y="51"/>
                    <a:pt x="87" y="51"/>
                  </a:cubicBezTo>
                  <a:cubicBezTo>
                    <a:pt x="87" y="51"/>
                    <a:pt x="87" y="52"/>
                    <a:pt x="88" y="52"/>
                  </a:cubicBezTo>
                  <a:cubicBezTo>
                    <a:pt x="88" y="52"/>
                    <a:pt x="88" y="52"/>
                    <a:pt x="88" y="52"/>
                  </a:cubicBezTo>
                  <a:cubicBezTo>
                    <a:pt x="91" y="51"/>
                    <a:pt x="91" y="51"/>
                    <a:pt x="91" y="51"/>
                  </a:cubicBezTo>
                  <a:cubicBezTo>
                    <a:pt x="91" y="51"/>
                    <a:pt x="92" y="50"/>
                    <a:pt x="92" y="49"/>
                  </a:cubicBezTo>
                  <a:cubicBezTo>
                    <a:pt x="91" y="49"/>
                    <a:pt x="91" y="48"/>
                    <a:pt x="90" y="48"/>
                  </a:cubicBezTo>
                  <a:cubicBezTo>
                    <a:pt x="37" y="47"/>
                    <a:pt x="37" y="47"/>
                    <a:pt x="37" y="47"/>
                  </a:cubicBezTo>
                  <a:moveTo>
                    <a:pt x="42" y="24"/>
                  </a:moveTo>
                  <a:cubicBezTo>
                    <a:pt x="41" y="24"/>
                    <a:pt x="40" y="25"/>
                    <a:pt x="40" y="25"/>
                  </a:cubicBezTo>
                  <a:cubicBezTo>
                    <a:pt x="39" y="35"/>
                    <a:pt x="39" y="35"/>
                    <a:pt x="39" y="35"/>
                  </a:cubicBezTo>
                  <a:cubicBezTo>
                    <a:pt x="34" y="26"/>
                    <a:pt x="34" y="26"/>
                    <a:pt x="34" y="26"/>
                  </a:cubicBezTo>
                  <a:cubicBezTo>
                    <a:pt x="34" y="26"/>
                    <a:pt x="33" y="25"/>
                    <a:pt x="33" y="25"/>
                  </a:cubicBezTo>
                  <a:cubicBezTo>
                    <a:pt x="33" y="25"/>
                    <a:pt x="32" y="25"/>
                    <a:pt x="32" y="26"/>
                  </a:cubicBezTo>
                  <a:cubicBezTo>
                    <a:pt x="31" y="26"/>
                    <a:pt x="31" y="27"/>
                    <a:pt x="32" y="28"/>
                  </a:cubicBezTo>
                  <a:cubicBezTo>
                    <a:pt x="32" y="28"/>
                    <a:pt x="32" y="28"/>
                    <a:pt x="32" y="28"/>
                  </a:cubicBezTo>
                  <a:cubicBezTo>
                    <a:pt x="32" y="28"/>
                    <a:pt x="32" y="28"/>
                    <a:pt x="32" y="28"/>
                  </a:cubicBezTo>
                  <a:cubicBezTo>
                    <a:pt x="32" y="41"/>
                    <a:pt x="32" y="41"/>
                    <a:pt x="32" y="41"/>
                  </a:cubicBezTo>
                  <a:cubicBezTo>
                    <a:pt x="32" y="42"/>
                    <a:pt x="33" y="43"/>
                    <a:pt x="34" y="43"/>
                  </a:cubicBezTo>
                  <a:cubicBezTo>
                    <a:pt x="34" y="43"/>
                    <a:pt x="34" y="43"/>
                    <a:pt x="34" y="43"/>
                  </a:cubicBezTo>
                  <a:cubicBezTo>
                    <a:pt x="35" y="43"/>
                    <a:pt x="35" y="42"/>
                    <a:pt x="35" y="41"/>
                  </a:cubicBezTo>
                  <a:cubicBezTo>
                    <a:pt x="35" y="33"/>
                    <a:pt x="35" y="33"/>
                    <a:pt x="35" y="33"/>
                  </a:cubicBezTo>
                  <a:cubicBezTo>
                    <a:pt x="39" y="40"/>
                    <a:pt x="39" y="40"/>
                    <a:pt x="39" y="40"/>
                  </a:cubicBezTo>
                  <a:cubicBezTo>
                    <a:pt x="39" y="41"/>
                    <a:pt x="39" y="41"/>
                    <a:pt x="39" y="41"/>
                  </a:cubicBezTo>
                  <a:cubicBezTo>
                    <a:pt x="39" y="42"/>
                    <a:pt x="39" y="43"/>
                    <a:pt x="40" y="43"/>
                  </a:cubicBezTo>
                  <a:cubicBezTo>
                    <a:pt x="40" y="43"/>
                    <a:pt x="40" y="43"/>
                    <a:pt x="40" y="43"/>
                  </a:cubicBezTo>
                  <a:cubicBezTo>
                    <a:pt x="41" y="43"/>
                    <a:pt x="41" y="42"/>
                    <a:pt x="42" y="42"/>
                  </a:cubicBezTo>
                  <a:cubicBezTo>
                    <a:pt x="42" y="41"/>
                    <a:pt x="42" y="40"/>
                    <a:pt x="42" y="40"/>
                  </a:cubicBezTo>
                  <a:cubicBezTo>
                    <a:pt x="42" y="39"/>
                    <a:pt x="42" y="39"/>
                    <a:pt x="42" y="39"/>
                  </a:cubicBezTo>
                  <a:cubicBezTo>
                    <a:pt x="43" y="26"/>
                    <a:pt x="43" y="26"/>
                    <a:pt x="43" y="26"/>
                  </a:cubicBezTo>
                  <a:cubicBezTo>
                    <a:pt x="43" y="25"/>
                    <a:pt x="43" y="24"/>
                    <a:pt x="42" y="24"/>
                  </a:cubicBezTo>
                  <a:cubicBezTo>
                    <a:pt x="42" y="24"/>
                    <a:pt x="42" y="24"/>
                    <a:pt x="42" y="24"/>
                  </a:cubicBezTo>
                  <a:moveTo>
                    <a:pt x="47" y="24"/>
                  </a:moveTo>
                  <a:cubicBezTo>
                    <a:pt x="47" y="24"/>
                    <a:pt x="46" y="24"/>
                    <a:pt x="46" y="25"/>
                  </a:cubicBezTo>
                  <a:cubicBezTo>
                    <a:pt x="46" y="25"/>
                    <a:pt x="45" y="26"/>
                    <a:pt x="45" y="26"/>
                  </a:cubicBezTo>
                  <a:cubicBezTo>
                    <a:pt x="45" y="31"/>
                    <a:pt x="45" y="31"/>
                    <a:pt x="45" y="31"/>
                  </a:cubicBezTo>
                  <a:cubicBezTo>
                    <a:pt x="45" y="32"/>
                    <a:pt x="45" y="32"/>
                    <a:pt x="45" y="33"/>
                  </a:cubicBezTo>
                  <a:cubicBezTo>
                    <a:pt x="44" y="33"/>
                    <a:pt x="45" y="34"/>
                    <a:pt x="45" y="34"/>
                  </a:cubicBezTo>
                  <a:cubicBezTo>
                    <a:pt x="45" y="40"/>
                    <a:pt x="45" y="40"/>
                    <a:pt x="45" y="40"/>
                  </a:cubicBezTo>
                  <a:cubicBezTo>
                    <a:pt x="45" y="40"/>
                    <a:pt x="45" y="40"/>
                    <a:pt x="45" y="40"/>
                  </a:cubicBezTo>
                  <a:cubicBezTo>
                    <a:pt x="45" y="41"/>
                    <a:pt x="45" y="41"/>
                    <a:pt x="45" y="41"/>
                  </a:cubicBezTo>
                  <a:cubicBezTo>
                    <a:pt x="45" y="42"/>
                    <a:pt x="45" y="42"/>
                    <a:pt x="46" y="42"/>
                  </a:cubicBezTo>
                  <a:cubicBezTo>
                    <a:pt x="54" y="43"/>
                    <a:pt x="54" y="43"/>
                    <a:pt x="54" y="43"/>
                  </a:cubicBezTo>
                  <a:cubicBezTo>
                    <a:pt x="54" y="43"/>
                    <a:pt x="54" y="43"/>
                    <a:pt x="54" y="43"/>
                  </a:cubicBezTo>
                  <a:cubicBezTo>
                    <a:pt x="55" y="43"/>
                    <a:pt x="55" y="43"/>
                    <a:pt x="55" y="42"/>
                  </a:cubicBezTo>
                  <a:cubicBezTo>
                    <a:pt x="56" y="41"/>
                    <a:pt x="55" y="40"/>
                    <a:pt x="54" y="40"/>
                  </a:cubicBezTo>
                  <a:cubicBezTo>
                    <a:pt x="48" y="40"/>
                    <a:pt x="48" y="40"/>
                    <a:pt x="48" y="40"/>
                  </a:cubicBezTo>
                  <a:cubicBezTo>
                    <a:pt x="48" y="34"/>
                    <a:pt x="48" y="34"/>
                    <a:pt x="48" y="34"/>
                  </a:cubicBezTo>
                  <a:cubicBezTo>
                    <a:pt x="51" y="35"/>
                    <a:pt x="51" y="35"/>
                    <a:pt x="51" y="35"/>
                  </a:cubicBezTo>
                  <a:cubicBezTo>
                    <a:pt x="51" y="35"/>
                    <a:pt x="51" y="35"/>
                    <a:pt x="52" y="35"/>
                  </a:cubicBezTo>
                  <a:cubicBezTo>
                    <a:pt x="52" y="35"/>
                    <a:pt x="52" y="35"/>
                    <a:pt x="52" y="35"/>
                  </a:cubicBezTo>
                  <a:cubicBezTo>
                    <a:pt x="53" y="35"/>
                    <a:pt x="53" y="34"/>
                    <a:pt x="53" y="33"/>
                  </a:cubicBezTo>
                  <a:cubicBezTo>
                    <a:pt x="53" y="32"/>
                    <a:pt x="53" y="32"/>
                    <a:pt x="52" y="32"/>
                  </a:cubicBezTo>
                  <a:cubicBezTo>
                    <a:pt x="48" y="31"/>
                    <a:pt x="48" y="31"/>
                    <a:pt x="48" y="31"/>
                  </a:cubicBezTo>
                  <a:cubicBezTo>
                    <a:pt x="48" y="27"/>
                    <a:pt x="48" y="27"/>
                    <a:pt x="48" y="27"/>
                  </a:cubicBezTo>
                  <a:cubicBezTo>
                    <a:pt x="53" y="28"/>
                    <a:pt x="53" y="28"/>
                    <a:pt x="53" y="28"/>
                  </a:cubicBezTo>
                  <a:cubicBezTo>
                    <a:pt x="53" y="28"/>
                    <a:pt x="53" y="28"/>
                    <a:pt x="53" y="28"/>
                  </a:cubicBezTo>
                  <a:cubicBezTo>
                    <a:pt x="54" y="28"/>
                    <a:pt x="54" y="27"/>
                    <a:pt x="54" y="27"/>
                  </a:cubicBezTo>
                  <a:cubicBezTo>
                    <a:pt x="55" y="26"/>
                    <a:pt x="54" y="25"/>
                    <a:pt x="53" y="25"/>
                  </a:cubicBezTo>
                  <a:cubicBezTo>
                    <a:pt x="48" y="24"/>
                    <a:pt x="48" y="24"/>
                    <a:pt x="48" y="24"/>
                  </a:cubicBezTo>
                  <a:cubicBezTo>
                    <a:pt x="48" y="24"/>
                    <a:pt x="47" y="24"/>
                    <a:pt x="47" y="24"/>
                  </a:cubicBezTo>
                  <a:moveTo>
                    <a:pt x="88" y="24"/>
                  </a:moveTo>
                  <a:cubicBezTo>
                    <a:pt x="86" y="24"/>
                    <a:pt x="85" y="24"/>
                    <a:pt x="83" y="24"/>
                  </a:cubicBezTo>
                  <a:cubicBezTo>
                    <a:pt x="81" y="25"/>
                    <a:pt x="79" y="26"/>
                    <a:pt x="79" y="29"/>
                  </a:cubicBezTo>
                  <a:cubicBezTo>
                    <a:pt x="79" y="31"/>
                    <a:pt x="80" y="32"/>
                    <a:pt x="82" y="33"/>
                  </a:cubicBezTo>
                  <a:cubicBezTo>
                    <a:pt x="83" y="33"/>
                    <a:pt x="83" y="34"/>
                    <a:pt x="84" y="34"/>
                  </a:cubicBezTo>
                  <a:cubicBezTo>
                    <a:pt x="84" y="34"/>
                    <a:pt x="85" y="34"/>
                    <a:pt x="86" y="35"/>
                  </a:cubicBezTo>
                  <a:cubicBezTo>
                    <a:pt x="86" y="35"/>
                    <a:pt x="86" y="36"/>
                    <a:pt x="86" y="36"/>
                  </a:cubicBezTo>
                  <a:cubicBezTo>
                    <a:pt x="86" y="37"/>
                    <a:pt x="85" y="37"/>
                    <a:pt x="85" y="37"/>
                  </a:cubicBezTo>
                  <a:cubicBezTo>
                    <a:pt x="78" y="37"/>
                    <a:pt x="78" y="37"/>
                    <a:pt x="78" y="37"/>
                  </a:cubicBezTo>
                  <a:cubicBezTo>
                    <a:pt x="78" y="37"/>
                    <a:pt x="77" y="38"/>
                    <a:pt x="77" y="38"/>
                  </a:cubicBezTo>
                  <a:cubicBezTo>
                    <a:pt x="77" y="39"/>
                    <a:pt x="78" y="40"/>
                    <a:pt x="79" y="40"/>
                  </a:cubicBezTo>
                  <a:cubicBezTo>
                    <a:pt x="79" y="40"/>
                    <a:pt x="79" y="40"/>
                    <a:pt x="79" y="40"/>
                  </a:cubicBezTo>
                  <a:cubicBezTo>
                    <a:pt x="85" y="40"/>
                    <a:pt x="85" y="40"/>
                    <a:pt x="85" y="40"/>
                  </a:cubicBezTo>
                  <a:cubicBezTo>
                    <a:pt x="86" y="40"/>
                    <a:pt x="87" y="40"/>
                    <a:pt x="88" y="38"/>
                  </a:cubicBezTo>
                  <a:cubicBezTo>
                    <a:pt x="89" y="38"/>
                    <a:pt x="89" y="37"/>
                    <a:pt x="89" y="36"/>
                  </a:cubicBezTo>
                  <a:cubicBezTo>
                    <a:pt x="89" y="35"/>
                    <a:pt x="89" y="33"/>
                    <a:pt x="88" y="33"/>
                  </a:cubicBezTo>
                  <a:cubicBezTo>
                    <a:pt x="87" y="32"/>
                    <a:pt x="86" y="31"/>
                    <a:pt x="85" y="31"/>
                  </a:cubicBezTo>
                  <a:cubicBezTo>
                    <a:pt x="84" y="31"/>
                    <a:pt x="84" y="31"/>
                    <a:pt x="84" y="31"/>
                  </a:cubicBezTo>
                  <a:cubicBezTo>
                    <a:pt x="83" y="30"/>
                    <a:pt x="82" y="30"/>
                    <a:pt x="82" y="29"/>
                  </a:cubicBezTo>
                  <a:cubicBezTo>
                    <a:pt x="82" y="28"/>
                    <a:pt x="83" y="27"/>
                    <a:pt x="84" y="27"/>
                  </a:cubicBezTo>
                  <a:cubicBezTo>
                    <a:pt x="85" y="27"/>
                    <a:pt x="86" y="27"/>
                    <a:pt x="88" y="27"/>
                  </a:cubicBezTo>
                  <a:cubicBezTo>
                    <a:pt x="89" y="27"/>
                    <a:pt x="90" y="27"/>
                    <a:pt x="91" y="27"/>
                  </a:cubicBezTo>
                  <a:cubicBezTo>
                    <a:pt x="91" y="27"/>
                    <a:pt x="91" y="27"/>
                    <a:pt x="91" y="27"/>
                  </a:cubicBezTo>
                  <a:cubicBezTo>
                    <a:pt x="92" y="27"/>
                    <a:pt x="92" y="27"/>
                    <a:pt x="92" y="26"/>
                  </a:cubicBezTo>
                  <a:cubicBezTo>
                    <a:pt x="93" y="25"/>
                    <a:pt x="92" y="24"/>
                    <a:pt x="91" y="24"/>
                  </a:cubicBezTo>
                  <a:cubicBezTo>
                    <a:pt x="90" y="24"/>
                    <a:pt x="89" y="24"/>
                    <a:pt x="88" y="24"/>
                  </a:cubicBezTo>
                  <a:moveTo>
                    <a:pt x="58" y="23"/>
                  </a:moveTo>
                  <a:cubicBezTo>
                    <a:pt x="58" y="23"/>
                    <a:pt x="58" y="23"/>
                    <a:pt x="58" y="23"/>
                  </a:cubicBezTo>
                  <a:cubicBezTo>
                    <a:pt x="57" y="23"/>
                    <a:pt x="57" y="24"/>
                    <a:pt x="57" y="24"/>
                  </a:cubicBezTo>
                  <a:cubicBezTo>
                    <a:pt x="60" y="39"/>
                    <a:pt x="60" y="39"/>
                    <a:pt x="60" y="39"/>
                  </a:cubicBezTo>
                  <a:cubicBezTo>
                    <a:pt x="60" y="40"/>
                    <a:pt x="60" y="41"/>
                    <a:pt x="61" y="41"/>
                  </a:cubicBezTo>
                  <a:cubicBezTo>
                    <a:pt x="61" y="41"/>
                    <a:pt x="61" y="41"/>
                    <a:pt x="61" y="41"/>
                  </a:cubicBezTo>
                  <a:cubicBezTo>
                    <a:pt x="62" y="41"/>
                    <a:pt x="62" y="40"/>
                    <a:pt x="62" y="39"/>
                  </a:cubicBezTo>
                  <a:cubicBezTo>
                    <a:pt x="63" y="39"/>
                    <a:pt x="63" y="39"/>
                    <a:pt x="63" y="39"/>
                  </a:cubicBezTo>
                  <a:cubicBezTo>
                    <a:pt x="66" y="34"/>
                    <a:pt x="66" y="34"/>
                    <a:pt x="66" y="34"/>
                  </a:cubicBezTo>
                  <a:cubicBezTo>
                    <a:pt x="69" y="39"/>
                    <a:pt x="69" y="39"/>
                    <a:pt x="69" y="39"/>
                  </a:cubicBezTo>
                  <a:cubicBezTo>
                    <a:pt x="69" y="40"/>
                    <a:pt x="69" y="40"/>
                    <a:pt x="70" y="41"/>
                  </a:cubicBezTo>
                  <a:cubicBezTo>
                    <a:pt x="70" y="41"/>
                    <a:pt x="70" y="41"/>
                    <a:pt x="70" y="41"/>
                  </a:cubicBezTo>
                  <a:cubicBezTo>
                    <a:pt x="70" y="41"/>
                    <a:pt x="70" y="41"/>
                    <a:pt x="70" y="41"/>
                  </a:cubicBezTo>
                  <a:cubicBezTo>
                    <a:pt x="70" y="42"/>
                    <a:pt x="71" y="42"/>
                    <a:pt x="71" y="42"/>
                  </a:cubicBezTo>
                  <a:cubicBezTo>
                    <a:pt x="72" y="42"/>
                    <a:pt x="72" y="42"/>
                    <a:pt x="72" y="42"/>
                  </a:cubicBezTo>
                  <a:cubicBezTo>
                    <a:pt x="72" y="42"/>
                    <a:pt x="73" y="41"/>
                    <a:pt x="73" y="41"/>
                  </a:cubicBezTo>
                  <a:cubicBezTo>
                    <a:pt x="73" y="39"/>
                    <a:pt x="73" y="39"/>
                    <a:pt x="73" y="39"/>
                  </a:cubicBezTo>
                  <a:cubicBezTo>
                    <a:pt x="73" y="39"/>
                    <a:pt x="73" y="39"/>
                    <a:pt x="72" y="38"/>
                  </a:cubicBezTo>
                  <a:cubicBezTo>
                    <a:pt x="78" y="25"/>
                    <a:pt x="78" y="25"/>
                    <a:pt x="78" y="25"/>
                  </a:cubicBezTo>
                  <a:cubicBezTo>
                    <a:pt x="79" y="24"/>
                    <a:pt x="78" y="23"/>
                    <a:pt x="78" y="23"/>
                  </a:cubicBezTo>
                  <a:cubicBezTo>
                    <a:pt x="77" y="23"/>
                    <a:pt x="77" y="23"/>
                    <a:pt x="77" y="23"/>
                  </a:cubicBezTo>
                  <a:cubicBezTo>
                    <a:pt x="77" y="23"/>
                    <a:pt x="76" y="23"/>
                    <a:pt x="76" y="24"/>
                  </a:cubicBezTo>
                  <a:cubicBezTo>
                    <a:pt x="70" y="36"/>
                    <a:pt x="70" y="36"/>
                    <a:pt x="70" y="36"/>
                  </a:cubicBezTo>
                  <a:cubicBezTo>
                    <a:pt x="67" y="31"/>
                    <a:pt x="67" y="31"/>
                    <a:pt x="67" y="31"/>
                  </a:cubicBezTo>
                  <a:cubicBezTo>
                    <a:pt x="67" y="30"/>
                    <a:pt x="67" y="29"/>
                    <a:pt x="67" y="29"/>
                  </a:cubicBezTo>
                  <a:cubicBezTo>
                    <a:pt x="66" y="29"/>
                    <a:pt x="66" y="29"/>
                    <a:pt x="66" y="29"/>
                  </a:cubicBezTo>
                  <a:cubicBezTo>
                    <a:pt x="65" y="29"/>
                    <a:pt x="65" y="29"/>
                    <a:pt x="65" y="29"/>
                  </a:cubicBezTo>
                  <a:cubicBezTo>
                    <a:pt x="64" y="29"/>
                    <a:pt x="64" y="29"/>
                    <a:pt x="64" y="29"/>
                  </a:cubicBezTo>
                  <a:cubicBezTo>
                    <a:pt x="64" y="30"/>
                    <a:pt x="64" y="30"/>
                    <a:pt x="64" y="31"/>
                  </a:cubicBezTo>
                  <a:cubicBezTo>
                    <a:pt x="62" y="35"/>
                    <a:pt x="62" y="35"/>
                    <a:pt x="62" y="35"/>
                  </a:cubicBezTo>
                  <a:cubicBezTo>
                    <a:pt x="60" y="24"/>
                    <a:pt x="60" y="24"/>
                    <a:pt x="60" y="24"/>
                  </a:cubicBezTo>
                  <a:cubicBezTo>
                    <a:pt x="59" y="23"/>
                    <a:pt x="59" y="23"/>
                    <a:pt x="58" y="23"/>
                  </a:cubicBezTo>
                  <a:moveTo>
                    <a:pt x="85" y="16"/>
                  </a:moveTo>
                  <a:cubicBezTo>
                    <a:pt x="85" y="16"/>
                    <a:pt x="85" y="16"/>
                    <a:pt x="86" y="16"/>
                  </a:cubicBezTo>
                  <a:cubicBezTo>
                    <a:pt x="87" y="15"/>
                    <a:pt x="88" y="15"/>
                    <a:pt x="89" y="15"/>
                  </a:cubicBezTo>
                  <a:cubicBezTo>
                    <a:pt x="92" y="15"/>
                    <a:pt x="92" y="15"/>
                    <a:pt x="92" y="15"/>
                  </a:cubicBezTo>
                  <a:cubicBezTo>
                    <a:pt x="92" y="15"/>
                    <a:pt x="92" y="15"/>
                    <a:pt x="92" y="15"/>
                  </a:cubicBezTo>
                  <a:cubicBezTo>
                    <a:pt x="94" y="15"/>
                    <a:pt x="95" y="15"/>
                    <a:pt x="96" y="16"/>
                  </a:cubicBezTo>
                  <a:cubicBezTo>
                    <a:pt x="100" y="17"/>
                    <a:pt x="103" y="19"/>
                    <a:pt x="104" y="22"/>
                  </a:cubicBezTo>
                  <a:cubicBezTo>
                    <a:pt x="106" y="26"/>
                    <a:pt x="106" y="31"/>
                    <a:pt x="106" y="35"/>
                  </a:cubicBezTo>
                  <a:cubicBezTo>
                    <a:pt x="105" y="67"/>
                    <a:pt x="105" y="67"/>
                    <a:pt x="105" y="67"/>
                  </a:cubicBezTo>
                  <a:cubicBezTo>
                    <a:pt x="105" y="72"/>
                    <a:pt x="104" y="77"/>
                    <a:pt x="101" y="80"/>
                  </a:cubicBezTo>
                  <a:cubicBezTo>
                    <a:pt x="98" y="82"/>
                    <a:pt x="94" y="83"/>
                    <a:pt x="90" y="83"/>
                  </a:cubicBezTo>
                  <a:cubicBezTo>
                    <a:pt x="89" y="83"/>
                    <a:pt x="89" y="83"/>
                    <a:pt x="88" y="83"/>
                  </a:cubicBezTo>
                  <a:cubicBezTo>
                    <a:pt x="15" y="81"/>
                    <a:pt x="15" y="81"/>
                    <a:pt x="15" y="81"/>
                  </a:cubicBezTo>
                  <a:cubicBezTo>
                    <a:pt x="18" y="79"/>
                    <a:pt x="20" y="76"/>
                    <a:pt x="21" y="72"/>
                  </a:cubicBezTo>
                  <a:cubicBezTo>
                    <a:pt x="26" y="54"/>
                    <a:pt x="26" y="34"/>
                    <a:pt x="21" y="16"/>
                  </a:cubicBezTo>
                  <a:cubicBezTo>
                    <a:pt x="83" y="15"/>
                    <a:pt x="83" y="15"/>
                    <a:pt x="83" y="15"/>
                  </a:cubicBezTo>
                  <a:cubicBezTo>
                    <a:pt x="84" y="15"/>
                    <a:pt x="84" y="15"/>
                    <a:pt x="84" y="15"/>
                  </a:cubicBezTo>
                  <a:cubicBezTo>
                    <a:pt x="84" y="16"/>
                    <a:pt x="84" y="16"/>
                    <a:pt x="85" y="16"/>
                  </a:cubicBezTo>
                  <a:moveTo>
                    <a:pt x="12" y="79"/>
                  </a:moveTo>
                  <a:cubicBezTo>
                    <a:pt x="9" y="79"/>
                    <a:pt x="6" y="77"/>
                    <a:pt x="5" y="75"/>
                  </a:cubicBezTo>
                  <a:cubicBezTo>
                    <a:pt x="3" y="71"/>
                    <a:pt x="4" y="67"/>
                    <a:pt x="4" y="63"/>
                  </a:cubicBezTo>
                  <a:cubicBezTo>
                    <a:pt x="7" y="16"/>
                    <a:pt x="7" y="16"/>
                    <a:pt x="7" y="16"/>
                  </a:cubicBezTo>
                  <a:cubicBezTo>
                    <a:pt x="7" y="12"/>
                    <a:pt x="8" y="7"/>
                    <a:pt x="11" y="5"/>
                  </a:cubicBezTo>
                  <a:cubicBezTo>
                    <a:pt x="13" y="3"/>
                    <a:pt x="16" y="3"/>
                    <a:pt x="19" y="3"/>
                  </a:cubicBezTo>
                  <a:cubicBezTo>
                    <a:pt x="74" y="3"/>
                    <a:pt x="74" y="3"/>
                    <a:pt x="74" y="3"/>
                  </a:cubicBezTo>
                  <a:cubicBezTo>
                    <a:pt x="78" y="3"/>
                    <a:pt x="82" y="3"/>
                    <a:pt x="86" y="5"/>
                  </a:cubicBezTo>
                  <a:cubicBezTo>
                    <a:pt x="88" y="6"/>
                    <a:pt x="91" y="9"/>
                    <a:pt x="91" y="12"/>
                  </a:cubicBezTo>
                  <a:cubicBezTo>
                    <a:pt x="90" y="12"/>
                    <a:pt x="89" y="12"/>
                    <a:pt x="89" y="12"/>
                  </a:cubicBezTo>
                  <a:cubicBezTo>
                    <a:pt x="19" y="13"/>
                    <a:pt x="19" y="13"/>
                    <a:pt x="19" y="13"/>
                  </a:cubicBezTo>
                  <a:cubicBezTo>
                    <a:pt x="19" y="13"/>
                    <a:pt x="18" y="13"/>
                    <a:pt x="18" y="13"/>
                  </a:cubicBezTo>
                  <a:cubicBezTo>
                    <a:pt x="18" y="14"/>
                    <a:pt x="18" y="14"/>
                    <a:pt x="18" y="15"/>
                  </a:cubicBezTo>
                  <a:cubicBezTo>
                    <a:pt x="23" y="33"/>
                    <a:pt x="23" y="53"/>
                    <a:pt x="18" y="72"/>
                  </a:cubicBezTo>
                  <a:cubicBezTo>
                    <a:pt x="17" y="74"/>
                    <a:pt x="16" y="78"/>
                    <a:pt x="13" y="79"/>
                  </a:cubicBezTo>
                  <a:cubicBezTo>
                    <a:pt x="13" y="79"/>
                    <a:pt x="12" y="79"/>
                    <a:pt x="12" y="79"/>
                  </a:cubicBezTo>
                  <a:moveTo>
                    <a:pt x="19" y="0"/>
                  </a:moveTo>
                  <a:cubicBezTo>
                    <a:pt x="16" y="0"/>
                    <a:pt x="12" y="0"/>
                    <a:pt x="9" y="3"/>
                  </a:cubicBezTo>
                  <a:cubicBezTo>
                    <a:pt x="5" y="6"/>
                    <a:pt x="4" y="11"/>
                    <a:pt x="4" y="16"/>
                  </a:cubicBezTo>
                  <a:cubicBezTo>
                    <a:pt x="1" y="63"/>
                    <a:pt x="1" y="63"/>
                    <a:pt x="1" y="63"/>
                  </a:cubicBezTo>
                  <a:cubicBezTo>
                    <a:pt x="1" y="67"/>
                    <a:pt x="0" y="72"/>
                    <a:pt x="2" y="76"/>
                  </a:cubicBezTo>
                  <a:cubicBezTo>
                    <a:pt x="4" y="78"/>
                    <a:pt x="6" y="80"/>
                    <a:pt x="8" y="81"/>
                  </a:cubicBezTo>
                  <a:cubicBezTo>
                    <a:pt x="8" y="82"/>
                    <a:pt x="8" y="82"/>
                    <a:pt x="8" y="82"/>
                  </a:cubicBezTo>
                  <a:cubicBezTo>
                    <a:pt x="8" y="83"/>
                    <a:pt x="8" y="84"/>
                    <a:pt x="9" y="84"/>
                  </a:cubicBezTo>
                  <a:cubicBezTo>
                    <a:pt x="88" y="86"/>
                    <a:pt x="88" y="86"/>
                    <a:pt x="88" y="86"/>
                  </a:cubicBezTo>
                  <a:cubicBezTo>
                    <a:pt x="89" y="86"/>
                    <a:pt x="90" y="86"/>
                    <a:pt x="90" y="86"/>
                  </a:cubicBezTo>
                  <a:cubicBezTo>
                    <a:pt x="95" y="86"/>
                    <a:pt x="100" y="85"/>
                    <a:pt x="103" y="82"/>
                  </a:cubicBezTo>
                  <a:cubicBezTo>
                    <a:pt x="107" y="78"/>
                    <a:pt x="108" y="73"/>
                    <a:pt x="108" y="67"/>
                  </a:cubicBezTo>
                  <a:cubicBezTo>
                    <a:pt x="109" y="35"/>
                    <a:pt x="109" y="35"/>
                    <a:pt x="109" y="35"/>
                  </a:cubicBezTo>
                  <a:cubicBezTo>
                    <a:pt x="109" y="31"/>
                    <a:pt x="109" y="26"/>
                    <a:pt x="107" y="21"/>
                  </a:cubicBezTo>
                  <a:cubicBezTo>
                    <a:pt x="105" y="17"/>
                    <a:pt x="101" y="14"/>
                    <a:pt x="97" y="13"/>
                  </a:cubicBezTo>
                  <a:cubicBezTo>
                    <a:pt x="96" y="12"/>
                    <a:pt x="95" y="12"/>
                    <a:pt x="94" y="12"/>
                  </a:cubicBezTo>
                  <a:cubicBezTo>
                    <a:pt x="94" y="8"/>
                    <a:pt x="90" y="4"/>
                    <a:pt x="87" y="2"/>
                  </a:cubicBezTo>
                  <a:cubicBezTo>
                    <a:pt x="83" y="0"/>
                    <a:pt x="78" y="0"/>
                    <a:pt x="74" y="0"/>
                  </a:cubicBezTo>
                  <a:cubicBezTo>
                    <a:pt x="19" y="0"/>
                    <a:pt x="19" y="0"/>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5" name="Freeform 44">
              <a:extLst>
                <a:ext uri="{FF2B5EF4-FFF2-40B4-BE49-F238E27FC236}">
                  <a16:creationId xmlns:a16="http://schemas.microsoft.com/office/drawing/2014/main" id="{D283EEE0-8E5D-4D47-AEAD-45723778E68C}"/>
                </a:ext>
              </a:extLst>
            </p:cNvPr>
            <p:cNvSpPr>
              <a:spLocks noEditPoints="1"/>
            </p:cNvSpPr>
            <p:nvPr/>
          </p:nvSpPr>
          <p:spPr bwMode="auto">
            <a:xfrm>
              <a:off x="7250113" y="1541463"/>
              <a:ext cx="369888" cy="288925"/>
            </a:xfrm>
            <a:custGeom>
              <a:avLst/>
              <a:gdLst>
                <a:gd name="T0" fmla="*/ 31 w 92"/>
                <a:gd name="T1" fmla="*/ 56 h 72"/>
                <a:gd name="T2" fmla="*/ 74 w 92"/>
                <a:gd name="T3" fmla="*/ 53 h 72"/>
                <a:gd name="T4" fmla="*/ 30 w 92"/>
                <a:gd name="T5" fmla="*/ 48 h 72"/>
                <a:gd name="T6" fmla="*/ 76 w 92"/>
                <a:gd name="T7" fmla="*/ 48 h 72"/>
                <a:gd name="T8" fmla="*/ 31 w 92"/>
                <a:gd name="T9" fmla="*/ 42 h 72"/>
                <a:gd name="T10" fmla="*/ 76 w 92"/>
                <a:gd name="T11" fmla="*/ 43 h 72"/>
                <a:gd name="T12" fmla="*/ 31 w 92"/>
                <a:gd name="T13" fmla="*/ 39 h 72"/>
                <a:gd name="T14" fmla="*/ 29 w 92"/>
                <a:gd name="T15" fmla="*/ 21 h 72"/>
                <a:gd name="T16" fmla="*/ 27 w 92"/>
                <a:gd name="T17" fmla="*/ 23 h 72"/>
                <a:gd name="T18" fmla="*/ 29 w 92"/>
                <a:gd name="T19" fmla="*/ 36 h 72"/>
                <a:gd name="T20" fmla="*/ 33 w 92"/>
                <a:gd name="T21" fmla="*/ 34 h 72"/>
                <a:gd name="T22" fmla="*/ 36 w 92"/>
                <a:gd name="T23" fmla="*/ 33 h 72"/>
                <a:gd name="T24" fmla="*/ 35 w 92"/>
                <a:gd name="T25" fmla="*/ 20 h 72"/>
                <a:gd name="T26" fmla="*/ 38 w 92"/>
                <a:gd name="T27" fmla="*/ 26 h 72"/>
                <a:gd name="T28" fmla="*/ 38 w 92"/>
                <a:gd name="T29" fmla="*/ 33 h 72"/>
                <a:gd name="T30" fmla="*/ 46 w 92"/>
                <a:gd name="T31" fmla="*/ 36 h 72"/>
                <a:gd name="T32" fmla="*/ 41 w 92"/>
                <a:gd name="T33" fmla="*/ 29 h 72"/>
                <a:gd name="T34" fmla="*/ 45 w 92"/>
                <a:gd name="T35" fmla="*/ 28 h 72"/>
                <a:gd name="T36" fmla="*/ 41 w 92"/>
                <a:gd name="T37" fmla="*/ 23 h 72"/>
                <a:gd name="T38" fmla="*/ 45 w 92"/>
                <a:gd name="T39" fmla="*/ 20 h 72"/>
                <a:gd name="T40" fmla="*/ 70 w 92"/>
                <a:gd name="T41" fmla="*/ 20 h 72"/>
                <a:gd name="T42" fmla="*/ 72 w 92"/>
                <a:gd name="T43" fmla="*/ 29 h 72"/>
                <a:gd name="T44" fmla="*/ 65 w 92"/>
                <a:gd name="T45" fmla="*/ 32 h 72"/>
                <a:gd name="T46" fmla="*/ 75 w 92"/>
                <a:gd name="T47" fmla="*/ 32 h 72"/>
                <a:gd name="T48" fmla="*/ 70 w 92"/>
                <a:gd name="T49" fmla="*/ 25 h 72"/>
                <a:gd name="T50" fmla="*/ 76 w 92"/>
                <a:gd name="T51" fmla="*/ 22 h 72"/>
                <a:gd name="T52" fmla="*/ 74 w 92"/>
                <a:gd name="T53" fmla="*/ 19 h 72"/>
                <a:gd name="T54" fmla="*/ 50 w 92"/>
                <a:gd name="T55" fmla="*/ 33 h 72"/>
                <a:gd name="T56" fmla="*/ 53 w 92"/>
                <a:gd name="T57" fmla="*/ 32 h 72"/>
                <a:gd name="T58" fmla="*/ 59 w 92"/>
                <a:gd name="T59" fmla="*/ 34 h 72"/>
                <a:gd name="T60" fmla="*/ 62 w 92"/>
                <a:gd name="T61" fmla="*/ 34 h 72"/>
                <a:gd name="T62" fmla="*/ 66 w 92"/>
                <a:gd name="T63" fmla="*/ 19 h 72"/>
                <a:gd name="T64" fmla="*/ 57 w 92"/>
                <a:gd name="T65" fmla="*/ 25 h 72"/>
                <a:gd name="T66" fmla="*/ 54 w 92"/>
                <a:gd name="T67" fmla="*/ 24 h 72"/>
                <a:gd name="T68" fmla="*/ 49 w 92"/>
                <a:gd name="T69" fmla="*/ 18 h 72"/>
                <a:gd name="T70" fmla="*/ 77 w 92"/>
                <a:gd name="T71" fmla="*/ 12 h 72"/>
                <a:gd name="T72" fmla="*/ 89 w 92"/>
                <a:gd name="T73" fmla="*/ 29 h 72"/>
                <a:gd name="T74" fmla="*/ 74 w 92"/>
                <a:gd name="T75" fmla="*/ 69 h 72"/>
                <a:gd name="T76" fmla="*/ 70 w 92"/>
                <a:gd name="T77" fmla="*/ 12 h 72"/>
                <a:gd name="T78" fmla="*/ 10 w 92"/>
                <a:gd name="T79" fmla="*/ 4 h 72"/>
                <a:gd name="T80" fmla="*/ 76 w 92"/>
                <a:gd name="T81" fmla="*/ 9 h 72"/>
                <a:gd name="T82" fmla="*/ 15 w 92"/>
                <a:gd name="T83" fmla="*/ 12 h 72"/>
                <a:gd name="T84" fmla="*/ 5 w 92"/>
                <a:gd name="T85" fmla="*/ 62 h 72"/>
                <a:gd name="T86" fmla="*/ 6 w 92"/>
                <a:gd name="T87" fmla="*/ 19 h 72"/>
                <a:gd name="T88" fmla="*/ 8 w 92"/>
                <a:gd name="T89" fmla="*/ 2 h 72"/>
                <a:gd name="T90" fmla="*/ 3 w 92"/>
                <a:gd name="T91" fmla="*/ 26 h 72"/>
                <a:gd name="T92" fmla="*/ 7 w 92"/>
                <a:gd name="T93" fmla="*/ 68 h 72"/>
                <a:gd name="T94" fmla="*/ 76 w 92"/>
                <a:gd name="T95" fmla="*/ 72 h 72"/>
                <a:gd name="T96" fmla="*/ 90 w 92"/>
                <a:gd name="T97" fmla="*/ 17 h 72"/>
                <a:gd name="T98" fmla="*/ 63 w 92"/>
                <a:gd name="T9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2" h="72">
                  <a:moveTo>
                    <a:pt x="74" y="53"/>
                  </a:moveTo>
                  <a:cubicBezTo>
                    <a:pt x="31" y="53"/>
                    <a:pt x="31" y="53"/>
                    <a:pt x="31" y="53"/>
                  </a:cubicBezTo>
                  <a:cubicBezTo>
                    <a:pt x="30" y="53"/>
                    <a:pt x="29" y="54"/>
                    <a:pt x="29" y="55"/>
                  </a:cubicBezTo>
                  <a:cubicBezTo>
                    <a:pt x="29" y="55"/>
                    <a:pt x="30" y="56"/>
                    <a:pt x="31" y="56"/>
                  </a:cubicBezTo>
                  <a:cubicBezTo>
                    <a:pt x="31" y="56"/>
                    <a:pt x="31" y="56"/>
                    <a:pt x="31" y="56"/>
                  </a:cubicBezTo>
                  <a:cubicBezTo>
                    <a:pt x="74" y="56"/>
                    <a:pt x="74" y="56"/>
                    <a:pt x="74" y="56"/>
                  </a:cubicBezTo>
                  <a:cubicBezTo>
                    <a:pt x="75" y="56"/>
                    <a:pt x="76" y="55"/>
                    <a:pt x="76" y="54"/>
                  </a:cubicBezTo>
                  <a:cubicBezTo>
                    <a:pt x="76" y="53"/>
                    <a:pt x="75" y="53"/>
                    <a:pt x="74" y="53"/>
                  </a:cubicBezTo>
                  <a:moveTo>
                    <a:pt x="75" y="47"/>
                  </a:moveTo>
                  <a:cubicBezTo>
                    <a:pt x="75" y="47"/>
                    <a:pt x="75" y="47"/>
                    <a:pt x="75" y="47"/>
                  </a:cubicBezTo>
                  <a:cubicBezTo>
                    <a:pt x="31" y="47"/>
                    <a:pt x="31" y="47"/>
                    <a:pt x="31" y="47"/>
                  </a:cubicBezTo>
                  <a:cubicBezTo>
                    <a:pt x="30" y="47"/>
                    <a:pt x="30" y="47"/>
                    <a:pt x="30" y="48"/>
                  </a:cubicBezTo>
                  <a:cubicBezTo>
                    <a:pt x="30" y="49"/>
                    <a:pt x="30" y="50"/>
                    <a:pt x="31" y="50"/>
                  </a:cubicBezTo>
                  <a:cubicBezTo>
                    <a:pt x="31" y="50"/>
                    <a:pt x="31" y="50"/>
                    <a:pt x="31" y="50"/>
                  </a:cubicBezTo>
                  <a:cubicBezTo>
                    <a:pt x="75" y="50"/>
                    <a:pt x="75" y="50"/>
                    <a:pt x="75" y="50"/>
                  </a:cubicBezTo>
                  <a:cubicBezTo>
                    <a:pt x="76" y="50"/>
                    <a:pt x="76" y="49"/>
                    <a:pt x="76" y="48"/>
                  </a:cubicBezTo>
                  <a:cubicBezTo>
                    <a:pt x="76" y="47"/>
                    <a:pt x="76" y="47"/>
                    <a:pt x="75" y="47"/>
                  </a:cubicBezTo>
                  <a:moveTo>
                    <a:pt x="31" y="39"/>
                  </a:moveTo>
                  <a:cubicBezTo>
                    <a:pt x="30" y="39"/>
                    <a:pt x="30" y="40"/>
                    <a:pt x="30" y="40"/>
                  </a:cubicBezTo>
                  <a:cubicBezTo>
                    <a:pt x="30" y="41"/>
                    <a:pt x="30" y="42"/>
                    <a:pt x="31" y="42"/>
                  </a:cubicBezTo>
                  <a:cubicBezTo>
                    <a:pt x="73" y="43"/>
                    <a:pt x="73" y="43"/>
                    <a:pt x="73" y="43"/>
                  </a:cubicBezTo>
                  <a:cubicBezTo>
                    <a:pt x="73" y="43"/>
                    <a:pt x="73" y="43"/>
                    <a:pt x="74" y="43"/>
                  </a:cubicBezTo>
                  <a:cubicBezTo>
                    <a:pt x="74" y="43"/>
                    <a:pt x="74" y="43"/>
                    <a:pt x="74" y="43"/>
                  </a:cubicBezTo>
                  <a:cubicBezTo>
                    <a:pt x="76" y="43"/>
                    <a:pt x="76" y="43"/>
                    <a:pt x="76" y="43"/>
                  </a:cubicBezTo>
                  <a:cubicBezTo>
                    <a:pt x="77" y="42"/>
                    <a:pt x="77" y="42"/>
                    <a:pt x="77" y="41"/>
                  </a:cubicBezTo>
                  <a:cubicBezTo>
                    <a:pt x="77" y="40"/>
                    <a:pt x="77" y="40"/>
                    <a:pt x="76" y="40"/>
                  </a:cubicBezTo>
                  <a:cubicBezTo>
                    <a:pt x="31" y="39"/>
                    <a:pt x="31" y="39"/>
                    <a:pt x="31" y="39"/>
                  </a:cubicBezTo>
                  <a:cubicBezTo>
                    <a:pt x="31" y="39"/>
                    <a:pt x="31" y="39"/>
                    <a:pt x="31" y="39"/>
                  </a:cubicBezTo>
                  <a:moveTo>
                    <a:pt x="35" y="20"/>
                  </a:moveTo>
                  <a:cubicBezTo>
                    <a:pt x="35" y="20"/>
                    <a:pt x="34" y="20"/>
                    <a:pt x="34" y="21"/>
                  </a:cubicBezTo>
                  <a:cubicBezTo>
                    <a:pt x="33" y="28"/>
                    <a:pt x="33" y="28"/>
                    <a:pt x="33" y="28"/>
                  </a:cubicBezTo>
                  <a:cubicBezTo>
                    <a:pt x="29" y="21"/>
                    <a:pt x="29" y="21"/>
                    <a:pt x="29" y="21"/>
                  </a:cubicBezTo>
                  <a:cubicBezTo>
                    <a:pt x="29" y="21"/>
                    <a:pt x="28" y="21"/>
                    <a:pt x="28" y="21"/>
                  </a:cubicBezTo>
                  <a:cubicBezTo>
                    <a:pt x="28" y="21"/>
                    <a:pt x="27" y="21"/>
                    <a:pt x="27" y="21"/>
                  </a:cubicBezTo>
                  <a:cubicBezTo>
                    <a:pt x="26" y="21"/>
                    <a:pt x="26" y="22"/>
                    <a:pt x="27" y="23"/>
                  </a:cubicBezTo>
                  <a:cubicBezTo>
                    <a:pt x="27" y="23"/>
                    <a:pt x="27" y="23"/>
                    <a:pt x="27" y="23"/>
                  </a:cubicBezTo>
                  <a:cubicBezTo>
                    <a:pt x="27" y="23"/>
                    <a:pt x="27" y="23"/>
                    <a:pt x="27" y="23"/>
                  </a:cubicBezTo>
                  <a:cubicBezTo>
                    <a:pt x="27" y="34"/>
                    <a:pt x="27" y="34"/>
                    <a:pt x="27" y="34"/>
                  </a:cubicBezTo>
                  <a:cubicBezTo>
                    <a:pt x="27" y="35"/>
                    <a:pt x="28" y="36"/>
                    <a:pt x="29" y="36"/>
                  </a:cubicBezTo>
                  <a:cubicBezTo>
                    <a:pt x="29" y="36"/>
                    <a:pt x="29" y="36"/>
                    <a:pt x="29" y="36"/>
                  </a:cubicBezTo>
                  <a:cubicBezTo>
                    <a:pt x="29" y="36"/>
                    <a:pt x="30" y="35"/>
                    <a:pt x="30" y="34"/>
                  </a:cubicBezTo>
                  <a:cubicBezTo>
                    <a:pt x="30" y="28"/>
                    <a:pt x="30" y="28"/>
                    <a:pt x="30" y="28"/>
                  </a:cubicBezTo>
                  <a:cubicBezTo>
                    <a:pt x="33" y="33"/>
                    <a:pt x="33" y="33"/>
                    <a:pt x="33" y="33"/>
                  </a:cubicBezTo>
                  <a:cubicBezTo>
                    <a:pt x="33" y="34"/>
                    <a:pt x="33" y="34"/>
                    <a:pt x="33" y="34"/>
                  </a:cubicBezTo>
                  <a:cubicBezTo>
                    <a:pt x="32" y="35"/>
                    <a:pt x="33" y="36"/>
                    <a:pt x="34" y="36"/>
                  </a:cubicBezTo>
                  <a:cubicBezTo>
                    <a:pt x="34" y="36"/>
                    <a:pt x="34" y="36"/>
                    <a:pt x="34" y="36"/>
                  </a:cubicBezTo>
                  <a:cubicBezTo>
                    <a:pt x="35" y="36"/>
                    <a:pt x="35" y="35"/>
                    <a:pt x="35" y="35"/>
                  </a:cubicBezTo>
                  <a:cubicBezTo>
                    <a:pt x="36" y="34"/>
                    <a:pt x="36" y="33"/>
                    <a:pt x="36" y="33"/>
                  </a:cubicBezTo>
                  <a:cubicBezTo>
                    <a:pt x="36" y="33"/>
                    <a:pt x="36" y="33"/>
                    <a:pt x="36" y="33"/>
                  </a:cubicBezTo>
                  <a:cubicBezTo>
                    <a:pt x="37" y="21"/>
                    <a:pt x="37" y="21"/>
                    <a:pt x="37" y="21"/>
                  </a:cubicBezTo>
                  <a:cubicBezTo>
                    <a:pt x="37" y="20"/>
                    <a:pt x="36" y="20"/>
                    <a:pt x="36" y="20"/>
                  </a:cubicBezTo>
                  <a:cubicBezTo>
                    <a:pt x="36" y="20"/>
                    <a:pt x="35" y="20"/>
                    <a:pt x="35" y="20"/>
                  </a:cubicBezTo>
                  <a:moveTo>
                    <a:pt x="40" y="20"/>
                  </a:moveTo>
                  <a:cubicBezTo>
                    <a:pt x="40" y="20"/>
                    <a:pt x="39" y="20"/>
                    <a:pt x="39" y="20"/>
                  </a:cubicBezTo>
                  <a:cubicBezTo>
                    <a:pt x="38" y="21"/>
                    <a:pt x="38" y="21"/>
                    <a:pt x="38" y="21"/>
                  </a:cubicBezTo>
                  <a:cubicBezTo>
                    <a:pt x="38" y="26"/>
                    <a:pt x="38" y="26"/>
                    <a:pt x="38" y="26"/>
                  </a:cubicBezTo>
                  <a:cubicBezTo>
                    <a:pt x="38" y="26"/>
                    <a:pt x="37" y="26"/>
                    <a:pt x="37" y="27"/>
                  </a:cubicBezTo>
                  <a:cubicBezTo>
                    <a:pt x="37" y="27"/>
                    <a:pt x="38" y="28"/>
                    <a:pt x="38" y="28"/>
                  </a:cubicBezTo>
                  <a:cubicBezTo>
                    <a:pt x="38" y="33"/>
                    <a:pt x="38" y="33"/>
                    <a:pt x="38" y="33"/>
                  </a:cubicBezTo>
                  <a:cubicBezTo>
                    <a:pt x="38" y="33"/>
                    <a:pt x="38" y="33"/>
                    <a:pt x="38" y="33"/>
                  </a:cubicBezTo>
                  <a:cubicBezTo>
                    <a:pt x="38" y="34"/>
                    <a:pt x="38" y="34"/>
                    <a:pt x="38" y="34"/>
                  </a:cubicBezTo>
                  <a:cubicBezTo>
                    <a:pt x="38" y="35"/>
                    <a:pt x="38" y="35"/>
                    <a:pt x="39" y="35"/>
                  </a:cubicBezTo>
                  <a:cubicBezTo>
                    <a:pt x="45" y="36"/>
                    <a:pt x="45" y="36"/>
                    <a:pt x="45" y="36"/>
                  </a:cubicBezTo>
                  <a:cubicBezTo>
                    <a:pt x="46" y="36"/>
                    <a:pt x="46" y="36"/>
                    <a:pt x="46" y="36"/>
                  </a:cubicBezTo>
                  <a:cubicBezTo>
                    <a:pt x="46" y="36"/>
                    <a:pt x="47" y="35"/>
                    <a:pt x="47" y="35"/>
                  </a:cubicBezTo>
                  <a:cubicBezTo>
                    <a:pt x="47" y="34"/>
                    <a:pt x="47" y="33"/>
                    <a:pt x="46" y="33"/>
                  </a:cubicBezTo>
                  <a:cubicBezTo>
                    <a:pt x="41" y="33"/>
                    <a:pt x="41" y="33"/>
                    <a:pt x="41" y="33"/>
                  </a:cubicBezTo>
                  <a:cubicBezTo>
                    <a:pt x="41" y="29"/>
                    <a:pt x="41" y="29"/>
                    <a:pt x="41" y="29"/>
                  </a:cubicBezTo>
                  <a:cubicBezTo>
                    <a:pt x="43" y="29"/>
                    <a:pt x="43" y="29"/>
                    <a:pt x="43" y="29"/>
                  </a:cubicBezTo>
                  <a:cubicBezTo>
                    <a:pt x="43" y="29"/>
                    <a:pt x="43" y="29"/>
                    <a:pt x="44" y="29"/>
                  </a:cubicBezTo>
                  <a:cubicBezTo>
                    <a:pt x="44" y="29"/>
                    <a:pt x="44" y="29"/>
                    <a:pt x="44" y="29"/>
                  </a:cubicBezTo>
                  <a:cubicBezTo>
                    <a:pt x="45" y="29"/>
                    <a:pt x="45" y="29"/>
                    <a:pt x="45" y="28"/>
                  </a:cubicBezTo>
                  <a:cubicBezTo>
                    <a:pt x="45" y="27"/>
                    <a:pt x="45" y="27"/>
                    <a:pt x="45" y="27"/>
                  </a:cubicBezTo>
                  <a:cubicBezTo>
                    <a:pt x="45" y="27"/>
                    <a:pt x="45" y="26"/>
                    <a:pt x="44" y="26"/>
                  </a:cubicBezTo>
                  <a:cubicBezTo>
                    <a:pt x="41" y="26"/>
                    <a:pt x="41" y="26"/>
                    <a:pt x="41" y="26"/>
                  </a:cubicBezTo>
                  <a:cubicBezTo>
                    <a:pt x="41" y="23"/>
                    <a:pt x="41" y="23"/>
                    <a:pt x="41" y="23"/>
                  </a:cubicBezTo>
                  <a:cubicBezTo>
                    <a:pt x="45" y="23"/>
                    <a:pt x="45" y="23"/>
                    <a:pt x="45" y="23"/>
                  </a:cubicBezTo>
                  <a:cubicBezTo>
                    <a:pt x="45" y="23"/>
                    <a:pt x="45" y="23"/>
                    <a:pt x="45" y="23"/>
                  </a:cubicBezTo>
                  <a:cubicBezTo>
                    <a:pt x="45" y="23"/>
                    <a:pt x="46" y="23"/>
                    <a:pt x="46" y="22"/>
                  </a:cubicBezTo>
                  <a:cubicBezTo>
                    <a:pt x="46" y="21"/>
                    <a:pt x="46" y="20"/>
                    <a:pt x="45" y="20"/>
                  </a:cubicBezTo>
                  <a:cubicBezTo>
                    <a:pt x="40" y="20"/>
                    <a:pt x="40" y="20"/>
                    <a:pt x="40" y="20"/>
                  </a:cubicBezTo>
                  <a:cubicBezTo>
                    <a:pt x="40" y="20"/>
                    <a:pt x="40" y="20"/>
                    <a:pt x="40" y="20"/>
                  </a:cubicBezTo>
                  <a:moveTo>
                    <a:pt x="74" y="19"/>
                  </a:moveTo>
                  <a:cubicBezTo>
                    <a:pt x="72" y="19"/>
                    <a:pt x="71" y="19"/>
                    <a:pt x="70" y="20"/>
                  </a:cubicBezTo>
                  <a:cubicBezTo>
                    <a:pt x="68" y="20"/>
                    <a:pt x="66" y="22"/>
                    <a:pt x="66" y="24"/>
                  </a:cubicBezTo>
                  <a:cubicBezTo>
                    <a:pt x="66" y="25"/>
                    <a:pt x="67" y="27"/>
                    <a:pt x="69" y="28"/>
                  </a:cubicBezTo>
                  <a:cubicBezTo>
                    <a:pt x="70" y="28"/>
                    <a:pt x="70" y="28"/>
                    <a:pt x="70" y="28"/>
                  </a:cubicBezTo>
                  <a:cubicBezTo>
                    <a:pt x="71" y="28"/>
                    <a:pt x="72" y="29"/>
                    <a:pt x="72" y="29"/>
                  </a:cubicBezTo>
                  <a:cubicBezTo>
                    <a:pt x="73" y="30"/>
                    <a:pt x="73" y="30"/>
                    <a:pt x="73" y="30"/>
                  </a:cubicBezTo>
                  <a:cubicBezTo>
                    <a:pt x="72" y="30"/>
                    <a:pt x="72" y="30"/>
                    <a:pt x="71" y="30"/>
                  </a:cubicBezTo>
                  <a:cubicBezTo>
                    <a:pt x="66" y="30"/>
                    <a:pt x="66" y="30"/>
                    <a:pt x="66" y="30"/>
                  </a:cubicBezTo>
                  <a:cubicBezTo>
                    <a:pt x="65" y="30"/>
                    <a:pt x="65" y="31"/>
                    <a:pt x="65" y="32"/>
                  </a:cubicBezTo>
                  <a:cubicBezTo>
                    <a:pt x="65" y="33"/>
                    <a:pt x="65" y="33"/>
                    <a:pt x="66" y="33"/>
                  </a:cubicBezTo>
                  <a:cubicBezTo>
                    <a:pt x="66" y="33"/>
                    <a:pt x="66" y="33"/>
                    <a:pt x="66" y="33"/>
                  </a:cubicBezTo>
                  <a:cubicBezTo>
                    <a:pt x="72" y="33"/>
                    <a:pt x="72" y="33"/>
                    <a:pt x="72" y="33"/>
                  </a:cubicBezTo>
                  <a:cubicBezTo>
                    <a:pt x="72" y="33"/>
                    <a:pt x="74" y="33"/>
                    <a:pt x="75" y="32"/>
                  </a:cubicBezTo>
                  <a:cubicBezTo>
                    <a:pt x="75" y="31"/>
                    <a:pt x="76" y="31"/>
                    <a:pt x="75" y="30"/>
                  </a:cubicBezTo>
                  <a:cubicBezTo>
                    <a:pt x="75" y="29"/>
                    <a:pt x="75" y="27"/>
                    <a:pt x="74" y="27"/>
                  </a:cubicBezTo>
                  <a:cubicBezTo>
                    <a:pt x="73" y="26"/>
                    <a:pt x="72" y="26"/>
                    <a:pt x="71" y="25"/>
                  </a:cubicBezTo>
                  <a:cubicBezTo>
                    <a:pt x="70" y="25"/>
                    <a:pt x="70" y="25"/>
                    <a:pt x="70" y="25"/>
                  </a:cubicBezTo>
                  <a:cubicBezTo>
                    <a:pt x="70" y="25"/>
                    <a:pt x="69" y="24"/>
                    <a:pt x="69" y="24"/>
                  </a:cubicBezTo>
                  <a:cubicBezTo>
                    <a:pt x="69" y="23"/>
                    <a:pt x="70" y="23"/>
                    <a:pt x="71" y="22"/>
                  </a:cubicBezTo>
                  <a:cubicBezTo>
                    <a:pt x="72" y="22"/>
                    <a:pt x="73" y="22"/>
                    <a:pt x="74" y="22"/>
                  </a:cubicBezTo>
                  <a:cubicBezTo>
                    <a:pt x="75" y="22"/>
                    <a:pt x="75" y="22"/>
                    <a:pt x="76" y="22"/>
                  </a:cubicBezTo>
                  <a:cubicBezTo>
                    <a:pt x="76" y="22"/>
                    <a:pt x="76" y="22"/>
                    <a:pt x="77" y="22"/>
                  </a:cubicBezTo>
                  <a:cubicBezTo>
                    <a:pt x="77" y="22"/>
                    <a:pt x="78" y="22"/>
                    <a:pt x="78" y="21"/>
                  </a:cubicBezTo>
                  <a:cubicBezTo>
                    <a:pt x="78" y="21"/>
                    <a:pt x="78" y="20"/>
                    <a:pt x="77" y="20"/>
                  </a:cubicBezTo>
                  <a:cubicBezTo>
                    <a:pt x="76" y="19"/>
                    <a:pt x="75" y="19"/>
                    <a:pt x="74" y="19"/>
                  </a:cubicBezTo>
                  <a:moveTo>
                    <a:pt x="49" y="18"/>
                  </a:moveTo>
                  <a:cubicBezTo>
                    <a:pt x="49" y="18"/>
                    <a:pt x="49" y="18"/>
                    <a:pt x="49" y="18"/>
                  </a:cubicBezTo>
                  <a:cubicBezTo>
                    <a:pt x="48" y="19"/>
                    <a:pt x="48" y="19"/>
                    <a:pt x="48" y="20"/>
                  </a:cubicBezTo>
                  <a:cubicBezTo>
                    <a:pt x="50" y="33"/>
                    <a:pt x="50" y="33"/>
                    <a:pt x="50" y="33"/>
                  </a:cubicBezTo>
                  <a:cubicBezTo>
                    <a:pt x="50" y="33"/>
                    <a:pt x="51" y="34"/>
                    <a:pt x="52" y="34"/>
                  </a:cubicBezTo>
                  <a:cubicBezTo>
                    <a:pt x="52" y="34"/>
                    <a:pt x="52" y="34"/>
                    <a:pt x="52" y="34"/>
                  </a:cubicBezTo>
                  <a:cubicBezTo>
                    <a:pt x="52" y="34"/>
                    <a:pt x="53" y="33"/>
                    <a:pt x="53" y="33"/>
                  </a:cubicBezTo>
                  <a:cubicBezTo>
                    <a:pt x="53" y="32"/>
                    <a:pt x="53" y="32"/>
                    <a:pt x="53" y="32"/>
                  </a:cubicBezTo>
                  <a:cubicBezTo>
                    <a:pt x="55" y="28"/>
                    <a:pt x="55" y="28"/>
                    <a:pt x="55" y="28"/>
                  </a:cubicBezTo>
                  <a:cubicBezTo>
                    <a:pt x="58" y="32"/>
                    <a:pt x="58" y="32"/>
                    <a:pt x="58" y="32"/>
                  </a:cubicBezTo>
                  <a:cubicBezTo>
                    <a:pt x="58" y="33"/>
                    <a:pt x="58" y="34"/>
                    <a:pt x="59" y="34"/>
                  </a:cubicBezTo>
                  <a:cubicBezTo>
                    <a:pt x="59" y="34"/>
                    <a:pt x="59" y="34"/>
                    <a:pt x="59" y="34"/>
                  </a:cubicBezTo>
                  <a:cubicBezTo>
                    <a:pt x="59" y="34"/>
                    <a:pt x="59" y="34"/>
                    <a:pt x="59" y="34"/>
                  </a:cubicBezTo>
                  <a:cubicBezTo>
                    <a:pt x="59" y="35"/>
                    <a:pt x="60" y="35"/>
                    <a:pt x="60" y="35"/>
                  </a:cubicBezTo>
                  <a:cubicBezTo>
                    <a:pt x="60" y="35"/>
                    <a:pt x="60" y="35"/>
                    <a:pt x="60" y="35"/>
                  </a:cubicBezTo>
                  <a:cubicBezTo>
                    <a:pt x="61" y="35"/>
                    <a:pt x="61" y="34"/>
                    <a:pt x="62" y="34"/>
                  </a:cubicBezTo>
                  <a:cubicBezTo>
                    <a:pt x="62" y="33"/>
                    <a:pt x="62" y="33"/>
                    <a:pt x="62" y="33"/>
                  </a:cubicBezTo>
                  <a:cubicBezTo>
                    <a:pt x="62" y="32"/>
                    <a:pt x="62" y="32"/>
                    <a:pt x="61" y="32"/>
                  </a:cubicBezTo>
                  <a:cubicBezTo>
                    <a:pt x="66" y="21"/>
                    <a:pt x="66" y="21"/>
                    <a:pt x="66" y="21"/>
                  </a:cubicBezTo>
                  <a:cubicBezTo>
                    <a:pt x="67" y="20"/>
                    <a:pt x="66" y="19"/>
                    <a:pt x="66" y="19"/>
                  </a:cubicBezTo>
                  <a:cubicBezTo>
                    <a:pt x="65" y="18"/>
                    <a:pt x="65" y="18"/>
                    <a:pt x="65" y="18"/>
                  </a:cubicBezTo>
                  <a:cubicBezTo>
                    <a:pt x="64" y="18"/>
                    <a:pt x="64" y="19"/>
                    <a:pt x="64" y="19"/>
                  </a:cubicBezTo>
                  <a:cubicBezTo>
                    <a:pt x="59" y="29"/>
                    <a:pt x="59" y="29"/>
                    <a:pt x="59" y="29"/>
                  </a:cubicBezTo>
                  <a:cubicBezTo>
                    <a:pt x="57" y="25"/>
                    <a:pt x="57" y="25"/>
                    <a:pt x="57" y="25"/>
                  </a:cubicBezTo>
                  <a:cubicBezTo>
                    <a:pt x="57" y="25"/>
                    <a:pt x="57" y="24"/>
                    <a:pt x="56" y="24"/>
                  </a:cubicBezTo>
                  <a:cubicBezTo>
                    <a:pt x="56" y="23"/>
                    <a:pt x="56" y="23"/>
                    <a:pt x="56" y="23"/>
                  </a:cubicBezTo>
                  <a:cubicBezTo>
                    <a:pt x="55" y="23"/>
                    <a:pt x="55" y="24"/>
                    <a:pt x="55" y="24"/>
                  </a:cubicBezTo>
                  <a:cubicBezTo>
                    <a:pt x="54" y="24"/>
                    <a:pt x="54" y="24"/>
                    <a:pt x="54" y="24"/>
                  </a:cubicBezTo>
                  <a:cubicBezTo>
                    <a:pt x="54" y="24"/>
                    <a:pt x="53" y="25"/>
                    <a:pt x="54" y="25"/>
                  </a:cubicBezTo>
                  <a:cubicBezTo>
                    <a:pt x="52" y="28"/>
                    <a:pt x="52" y="28"/>
                    <a:pt x="52" y="28"/>
                  </a:cubicBezTo>
                  <a:cubicBezTo>
                    <a:pt x="51" y="20"/>
                    <a:pt x="51" y="20"/>
                    <a:pt x="51" y="20"/>
                  </a:cubicBezTo>
                  <a:cubicBezTo>
                    <a:pt x="50" y="19"/>
                    <a:pt x="50" y="18"/>
                    <a:pt x="49" y="18"/>
                  </a:cubicBezTo>
                  <a:moveTo>
                    <a:pt x="71" y="13"/>
                  </a:moveTo>
                  <a:cubicBezTo>
                    <a:pt x="72" y="13"/>
                    <a:pt x="72" y="13"/>
                    <a:pt x="72" y="13"/>
                  </a:cubicBezTo>
                  <a:cubicBezTo>
                    <a:pt x="73" y="13"/>
                    <a:pt x="74" y="13"/>
                    <a:pt x="75" y="12"/>
                  </a:cubicBezTo>
                  <a:cubicBezTo>
                    <a:pt x="77" y="12"/>
                    <a:pt x="77" y="12"/>
                    <a:pt x="77" y="12"/>
                  </a:cubicBezTo>
                  <a:cubicBezTo>
                    <a:pt x="78" y="12"/>
                    <a:pt x="78" y="12"/>
                    <a:pt x="78" y="12"/>
                  </a:cubicBezTo>
                  <a:cubicBezTo>
                    <a:pt x="79" y="12"/>
                    <a:pt x="80" y="12"/>
                    <a:pt x="81" y="13"/>
                  </a:cubicBezTo>
                  <a:cubicBezTo>
                    <a:pt x="84" y="14"/>
                    <a:pt x="86" y="16"/>
                    <a:pt x="87" y="19"/>
                  </a:cubicBezTo>
                  <a:cubicBezTo>
                    <a:pt x="89" y="22"/>
                    <a:pt x="89" y="26"/>
                    <a:pt x="89" y="29"/>
                  </a:cubicBezTo>
                  <a:cubicBezTo>
                    <a:pt x="88" y="56"/>
                    <a:pt x="88" y="56"/>
                    <a:pt x="88" y="56"/>
                  </a:cubicBezTo>
                  <a:cubicBezTo>
                    <a:pt x="88" y="60"/>
                    <a:pt x="87" y="64"/>
                    <a:pt x="85" y="66"/>
                  </a:cubicBezTo>
                  <a:cubicBezTo>
                    <a:pt x="83" y="68"/>
                    <a:pt x="79" y="69"/>
                    <a:pt x="76" y="69"/>
                  </a:cubicBezTo>
                  <a:cubicBezTo>
                    <a:pt x="75" y="69"/>
                    <a:pt x="75" y="69"/>
                    <a:pt x="74" y="69"/>
                  </a:cubicBezTo>
                  <a:cubicBezTo>
                    <a:pt x="14" y="67"/>
                    <a:pt x="14" y="67"/>
                    <a:pt x="14" y="67"/>
                  </a:cubicBezTo>
                  <a:cubicBezTo>
                    <a:pt x="16" y="66"/>
                    <a:pt x="17" y="63"/>
                    <a:pt x="18" y="60"/>
                  </a:cubicBezTo>
                  <a:cubicBezTo>
                    <a:pt x="22" y="45"/>
                    <a:pt x="22" y="29"/>
                    <a:pt x="19" y="13"/>
                  </a:cubicBezTo>
                  <a:cubicBezTo>
                    <a:pt x="70" y="12"/>
                    <a:pt x="70" y="12"/>
                    <a:pt x="70" y="12"/>
                  </a:cubicBezTo>
                  <a:cubicBezTo>
                    <a:pt x="70" y="13"/>
                    <a:pt x="70" y="13"/>
                    <a:pt x="70" y="13"/>
                  </a:cubicBezTo>
                  <a:cubicBezTo>
                    <a:pt x="70" y="13"/>
                    <a:pt x="71" y="13"/>
                    <a:pt x="71" y="13"/>
                  </a:cubicBezTo>
                  <a:moveTo>
                    <a:pt x="7" y="11"/>
                  </a:moveTo>
                  <a:cubicBezTo>
                    <a:pt x="7" y="8"/>
                    <a:pt x="8" y="5"/>
                    <a:pt x="10" y="4"/>
                  </a:cubicBezTo>
                  <a:cubicBezTo>
                    <a:pt x="11" y="3"/>
                    <a:pt x="14" y="3"/>
                    <a:pt x="17" y="3"/>
                  </a:cubicBezTo>
                  <a:cubicBezTo>
                    <a:pt x="63" y="3"/>
                    <a:pt x="63" y="3"/>
                    <a:pt x="63" y="3"/>
                  </a:cubicBezTo>
                  <a:cubicBezTo>
                    <a:pt x="66" y="3"/>
                    <a:pt x="69" y="3"/>
                    <a:pt x="72" y="4"/>
                  </a:cubicBezTo>
                  <a:cubicBezTo>
                    <a:pt x="74" y="5"/>
                    <a:pt x="76" y="7"/>
                    <a:pt x="76" y="9"/>
                  </a:cubicBezTo>
                  <a:cubicBezTo>
                    <a:pt x="76" y="9"/>
                    <a:pt x="75" y="9"/>
                    <a:pt x="75" y="9"/>
                  </a:cubicBezTo>
                  <a:cubicBezTo>
                    <a:pt x="17" y="10"/>
                    <a:pt x="17" y="10"/>
                    <a:pt x="17" y="10"/>
                  </a:cubicBezTo>
                  <a:cubicBezTo>
                    <a:pt x="16" y="10"/>
                    <a:pt x="16" y="10"/>
                    <a:pt x="15" y="11"/>
                  </a:cubicBezTo>
                  <a:cubicBezTo>
                    <a:pt x="15" y="11"/>
                    <a:pt x="15" y="12"/>
                    <a:pt x="15" y="12"/>
                  </a:cubicBezTo>
                  <a:cubicBezTo>
                    <a:pt x="19" y="28"/>
                    <a:pt x="19" y="44"/>
                    <a:pt x="15" y="59"/>
                  </a:cubicBezTo>
                  <a:cubicBezTo>
                    <a:pt x="14" y="62"/>
                    <a:pt x="13" y="64"/>
                    <a:pt x="11" y="65"/>
                  </a:cubicBezTo>
                  <a:cubicBezTo>
                    <a:pt x="11" y="66"/>
                    <a:pt x="11" y="66"/>
                    <a:pt x="10" y="66"/>
                  </a:cubicBezTo>
                  <a:cubicBezTo>
                    <a:pt x="8" y="66"/>
                    <a:pt x="6" y="64"/>
                    <a:pt x="5" y="62"/>
                  </a:cubicBezTo>
                  <a:cubicBezTo>
                    <a:pt x="3" y="59"/>
                    <a:pt x="4" y="56"/>
                    <a:pt x="4" y="52"/>
                  </a:cubicBezTo>
                  <a:cubicBezTo>
                    <a:pt x="5" y="31"/>
                    <a:pt x="5" y="31"/>
                    <a:pt x="5" y="31"/>
                  </a:cubicBezTo>
                  <a:cubicBezTo>
                    <a:pt x="6" y="27"/>
                    <a:pt x="6" y="27"/>
                    <a:pt x="6" y="27"/>
                  </a:cubicBezTo>
                  <a:cubicBezTo>
                    <a:pt x="6" y="19"/>
                    <a:pt x="6" y="19"/>
                    <a:pt x="6" y="19"/>
                  </a:cubicBezTo>
                  <a:cubicBezTo>
                    <a:pt x="6" y="13"/>
                    <a:pt x="6" y="13"/>
                    <a:pt x="6" y="13"/>
                  </a:cubicBezTo>
                  <a:cubicBezTo>
                    <a:pt x="7" y="12"/>
                    <a:pt x="7" y="11"/>
                    <a:pt x="7" y="11"/>
                  </a:cubicBezTo>
                  <a:moveTo>
                    <a:pt x="17" y="0"/>
                  </a:moveTo>
                  <a:cubicBezTo>
                    <a:pt x="13" y="0"/>
                    <a:pt x="10" y="0"/>
                    <a:pt x="8" y="2"/>
                  </a:cubicBezTo>
                  <a:cubicBezTo>
                    <a:pt x="6" y="3"/>
                    <a:pt x="6" y="4"/>
                    <a:pt x="5" y="6"/>
                  </a:cubicBezTo>
                  <a:cubicBezTo>
                    <a:pt x="4" y="8"/>
                    <a:pt x="4" y="10"/>
                    <a:pt x="4" y="12"/>
                  </a:cubicBezTo>
                  <a:cubicBezTo>
                    <a:pt x="4" y="12"/>
                    <a:pt x="4" y="13"/>
                    <a:pt x="3" y="13"/>
                  </a:cubicBezTo>
                  <a:cubicBezTo>
                    <a:pt x="3" y="26"/>
                    <a:pt x="3" y="26"/>
                    <a:pt x="3" y="26"/>
                  </a:cubicBezTo>
                  <a:cubicBezTo>
                    <a:pt x="2" y="29"/>
                    <a:pt x="2" y="29"/>
                    <a:pt x="2" y="29"/>
                  </a:cubicBezTo>
                  <a:cubicBezTo>
                    <a:pt x="1" y="52"/>
                    <a:pt x="1" y="52"/>
                    <a:pt x="1" y="52"/>
                  </a:cubicBezTo>
                  <a:cubicBezTo>
                    <a:pt x="1" y="56"/>
                    <a:pt x="0" y="60"/>
                    <a:pt x="2" y="63"/>
                  </a:cubicBezTo>
                  <a:cubicBezTo>
                    <a:pt x="3" y="65"/>
                    <a:pt x="5" y="67"/>
                    <a:pt x="7" y="68"/>
                  </a:cubicBezTo>
                  <a:cubicBezTo>
                    <a:pt x="7" y="69"/>
                    <a:pt x="7" y="69"/>
                    <a:pt x="7" y="69"/>
                  </a:cubicBezTo>
                  <a:cubicBezTo>
                    <a:pt x="7" y="69"/>
                    <a:pt x="7" y="70"/>
                    <a:pt x="8" y="70"/>
                  </a:cubicBezTo>
                  <a:cubicBezTo>
                    <a:pt x="74" y="72"/>
                    <a:pt x="74" y="72"/>
                    <a:pt x="74" y="72"/>
                  </a:cubicBezTo>
                  <a:cubicBezTo>
                    <a:pt x="75" y="72"/>
                    <a:pt x="75" y="72"/>
                    <a:pt x="76" y="72"/>
                  </a:cubicBezTo>
                  <a:cubicBezTo>
                    <a:pt x="80" y="72"/>
                    <a:pt x="84" y="71"/>
                    <a:pt x="87" y="68"/>
                  </a:cubicBezTo>
                  <a:cubicBezTo>
                    <a:pt x="90" y="65"/>
                    <a:pt x="91" y="60"/>
                    <a:pt x="91" y="56"/>
                  </a:cubicBezTo>
                  <a:cubicBezTo>
                    <a:pt x="92" y="29"/>
                    <a:pt x="92" y="29"/>
                    <a:pt x="92" y="29"/>
                  </a:cubicBezTo>
                  <a:cubicBezTo>
                    <a:pt x="92" y="25"/>
                    <a:pt x="92" y="21"/>
                    <a:pt x="90" y="17"/>
                  </a:cubicBezTo>
                  <a:cubicBezTo>
                    <a:pt x="89" y="14"/>
                    <a:pt x="86" y="11"/>
                    <a:pt x="82" y="10"/>
                  </a:cubicBezTo>
                  <a:cubicBezTo>
                    <a:pt x="81" y="10"/>
                    <a:pt x="80" y="10"/>
                    <a:pt x="79" y="9"/>
                  </a:cubicBezTo>
                  <a:cubicBezTo>
                    <a:pt x="79" y="6"/>
                    <a:pt x="76" y="3"/>
                    <a:pt x="73" y="1"/>
                  </a:cubicBezTo>
                  <a:cubicBezTo>
                    <a:pt x="70" y="0"/>
                    <a:pt x="66" y="0"/>
                    <a:pt x="63" y="0"/>
                  </a:cubicBezTo>
                  <a:cubicBezTo>
                    <a:pt x="17" y="0"/>
                    <a:pt x="17"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Freeform 45">
              <a:extLst>
                <a:ext uri="{FF2B5EF4-FFF2-40B4-BE49-F238E27FC236}">
                  <a16:creationId xmlns:a16="http://schemas.microsoft.com/office/drawing/2014/main" id="{0060820D-631C-4493-A1C1-8CA0DF4E9F11}"/>
                </a:ext>
              </a:extLst>
            </p:cNvPr>
            <p:cNvSpPr>
              <a:spLocks noEditPoints="1"/>
            </p:cNvSpPr>
            <p:nvPr/>
          </p:nvSpPr>
          <p:spPr bwMode="auto">
            <a:xfrm>
              <a:off x="7519988" y="6307138"/>
              <a:ext cx="365125" cy="288925"/>
            </a:xfrm>
            <a:custGeom>
              <a:avLst/>
              <a:gdLst>
                <a:gd name="T0" fmla="*/ 30 w 91"/>
                <a:gd name="T1" fmla="*/ 56 h 72"/>
                <a:gd name="T2" fmla="*/ 73 w 91"/>
                <a:gd name="T3" fmla="*/ 53 h 72"/>
                <a:gd name="T4" fmla="*/ 29 w 91"/>
                <a:gd name="T5" fmla="*/ 48 h 72"/>
                <a:gd name="T6" fmla="*/ 76 w 91"/>
                <a:gd name="T7" fmla="*/ 48 h 72"/>
                <a:gd name="T8" fmla="*/ 30 w 91"/>
                <a:gd name="T9" fmla="*/ 42 h 72"/>
                <a:gd name="T10" fmla="*/ 74 w 91"/>
                <a:gd name="T11" fmla="*/ 43 h 72"/>
                <a:gd name="T12" fmla="*/ 75 w 91"/>
                <a:gd name="T13" fmla="*/ 40 h 72"/>
                <a:gd name="T14" fmla="*/ 35 w 91"/>
                <a:gd name="T15" fmla="*/ 20 h 72"/>
                <a:gd name="T16" fmla="*/ 27 w 91"/>
                <a:gd name="T17" fmla="*/ 21 h 72"/>
                <a:gd name="T18" fmla="*/ 26 w 91"/>
                <a:gd name="T19" fmla="*/ 23 h 72"/>
                <a:gd name="T20" fmla="*/ 29 w 91"/>
                <a:gd name="T21" fmla="*/ 34 h 72"/>
                <a:gd name="T22" fmla="*/ 33 w 91"/>
                <a:gd name="T23" fmla="*/ 36 h 72"/>
                <a:gd name="T24" fmla="*/ 35 w 91"/>
                <a:gd name="T25" fmla="*/ 33 h 72"/>
                <a:gd name="T26" fmla="*/ 39 w 91"/>
                <a:gd name="T27" fmla="*/ 20 h 72"/>
                <a:gd name="T28" fmla="*/ 37 w 91"/>
                <a:gd name="T29" fmla="*/ 27 h 72"/>
                <a:gd name="T30" fmla="*/ 37 w 91"/>
                <a:gd name="T31" fmla="*/ 34 h 72"/>
                <a:gd name="T32" fmla="*/ 46 w 91"/>
                <a:gd name="T33" fmla="*/ 35 h 72"/>
                <a:gd name="T34" fmla="*/ 43 w 91"/>
                <a:gd name="T35" fmla="*/ 29 h 72"/>
                <a:gd name="T36" fmla="*/ 40 w 91"/>
                <a:gd name="T37" fmla="*/ 26 h 72"/>
                <a:gd name="T38" fmla="*/ 46 w 91"/>
                <a:gd name="T39" fmla="*/ 22 h 72"/>
                <a:gd name="T40" fmla="*/ 73 w 91"/>
                <a:gd name="T41" fmla="*/ 19 h 72"/>
                <a:gd name="T42" fmla="*/ 69 w 91"/>
                <a:gd name="T43" fmla="*/ 28 h 72"/>
                <a:gd name="T44" fmla="*/ 71 w 91"/>
                <a:gd name="T45" fmla="*/ 30 h 72"/>
                <a:gd name="T46" fmla="*/ 64 w 91"/>
                <a:gd name="T47" fmla="*/ 32 h 72"/>
                <a:gd name="T48" fmla="*/ 71 w 91"/>
                <a:gd name="T49" fmla="*/ 33 h 72"/>
                <a:gd name="T50" fmla="*/ 73 w 91"/>
                <a:gd name="T51" fmla="*/ 27 h 72"/>
                <a:gd name="T52" fmla="*/ 68 w 91"/>
                <a:gd name="T53" fmla="*/ 24 h 72"/>
                <a:gd name="T54" fmla="*/ 76 w 91"/>
                <a:gd name="T55" fmla="*/ 22 h 72"/>
                <a:gd name="T56" fmla="*/ 48 w 91"/>
                <a:gd name="T57" fmla="*/ 18 h 72"/>
                <a:gd name="T58" fmla="*/ 49 w 91"/>
                <a:gd name="T59" fmla="*/ 33 h 72"/>
                <a:gd name="T60" fmla="*/ 52 w 91"/>
                <a:gd name="T61" fmla="*/ 33 h 72"/>
                <a:gd name="T62" fmla="*/ 58 w 91"/>
                <a:gd name="T63" fmla="*/ 34 h 72"/>
                <a:gd name="T64" fmla="*/ 59 w 91"/>
                <a:gd name="T65" fmla="*/ 35 h 72"/>
                <a:gd name="T66" fmla="*/ 61 w 91"/>
                <a:gd name="T67" fmla="*/ 33 h 72"/>
                <a:gd name="T68" fmla="*/ 64 w 91"/>
                <a:gd name="T69" fmla="*/ 18 h 72"/>
                <a:gd name="T70" fmla="*/ 56 w 91"/>
                <a:gd name="T71" fmla="*/ 24 h 72"/>
                <a:gd name="T72" fmla="*/ 53 w 91"/>
                <a:gd name="T73" fmla="*/ 25 h 72"/>
                <a:gd name="T74" fmla="*/ 49 w 91"/>
                <a:gd name="T75" fmla="*/ 19 h 72"/>
                <a:gd name="T76" fmla="*/ 74 w 91"/>
                <a:gd name="T77" fmla="*/ 12 h 72"/>
                <a:gd name="T78" fmla="*/ 86 w 91"/>
                <a:gd name="T79" fmla="*/ 18 h 72"/>
                <a:gd name="T80" fmla="*/ 88 w 91"/>
                <a:gd name="T81" fmla="*/ 41 h 72"/>
                <a:gd name="T82" fmla="*/ 75 w 91"/>
                <a:gd name="T83" fmla="*/ 69 h 72"/>
                <a:gd name="T84" fmla="*/ 18 w 91"/>
                <a:gd name="T85" fmla="*/ 13 h 72"/>
                <a:gd name="T86" fmla="*/ 69 w 91"/>
                <a:gd name="T87" fmla="*/ 13 h 72"/>
                <a:gd name="T88" fmla="*/ 3 w 91"/>
                <a:gd name="T89" fmla="*/ 52 h 72"/>
                <a:gd name="T90" fmla="*/ 16 w 91"/>
                <a:gd name="T91" fmla="*/ 3 h 72"/>
                <a:gd name="T92" fmla="*/ 71 w 91"/>
                <a:gd name="T93" fmla="*/ 4 h 72"/>
                <a:gd name="T94" fmla="*/ 49 w 91"/>
                <a:gd name="T95" fmla="*/ 10 h 72"/>
                <a:gd name="T96" fmla="*/ 14 w 91"/>
                <a:gd name="T97" fmla="*/ 60 h 72"/>
                <a:gd name="T98" fmla="*/ 7 w 91"/>
                <a:gd name="T99" fmla="*/ 2 h 72"/>
                <a:gd name="T100" fmla="*/ 6 w 91"/>
                <a:gd name="T101" fmla="*/ 68 h 72"/>
                <a:gd name="T102" fmla="*/ 75 w 91"/>
                <a:gd name="T103" fmla="*/ 72 h 72"/>
                <a:gd name="T104" fmla="*/ 91 w 91"/>
                <a:gd name="T105" fmla="*/ 41 h 72"/>
                <a:gd name="T106" fmla="*/ 78 w 91"/>
                <a:gd name="T107" fmla="*/ 9 h 72"/>
                <a:gd name="T108" fmla="*/ 62 w 91"/>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72">
                  <a:moveTo>
                    <a:pt x="73" y="53"/>
                  </a:moveTo>
                  <a:cubicBezTo>
                    <a:pt x="30" y="53"/>
                    <a:pt x="30" y="53"/>
                    <a:pt x="30" y="53"/>
                  </a:cubicBezTo>
                  <a:cubicBezTo>
                    <a:pt x="29" y="53"/>
                    <a:pt x="29" y="54"/>
                    <a:pt x="29" y="55"/>
                  </a:cubicBezTo>
                  <a:cubicBezTo>
                    <a:pt x="29" y="56"/>
                    <a:pt x="29" y="56"/>
                    <a:pt x="30" y="56"/>
                  </a:cubicBezTo>
                  <a:cubicBezTo>
                    <a:pt x="30" y="56"/>
                    <a:pt x="30" y="56"/>
                    <a:pt x="30" y="56"/>
                  </a:cubicBezTo>
                  <a:cubicBezTo>
                    <a:pt x="73" y="56"/>
                    <a:pt x="73" y="56"/>
                    <a:pt x="73" y="56"/>
                  </a:cubicBezTo>
                  <a:cubicBezTo>
                    <a:pt x="74" y="56"/>
                    <a:pt x="75" y="55"/>
                    <a:pt x="75" y="54"/>
                  </a:cubicBezTo>
                  <a:cubicBezTo>
                    <a:pt x="75" y="53"/>
                    <a:pt x="74" y="53"/>
                    <a:pt x="73" y="53"/>
                  </a:cubicBezTo>
                  <a:moveTo>
                    <a:pt x="74" y="47"/>
                  </a:moveTo>
                  <a:cubicBezTo>
                    <a:pt x="74" y="47"/>
                    <a:pt x="74" y="47"/>
                    <a:pt x="74" y="47"/>
                  </a:cubicBezTo>
                  <a:cubicBezTo>
                    <a:pt x="30" y="47"/>
                    <a:pt x="30" y="47"/>
                    <a:pt x="30" y="47"/>
                  </a:cubicBezTo>
                  <a:cubicBezTo>
                    <a:pt x="29" y="47"/>
                    <a:pt x="29" y="47"/>
                    <a:pt x="29" y="48"/>
                  </a:cubicBezTo>
                  <a:cubicBezTo>
                    <a:pt x="29" y="49"/>
                    <a:pt x="29" y="50"/>
                    <a:pt x="30" y="50"/>
                  </a:cubicBezTo>
                  <a:cubicBezTo>
                    <a:pt x="30" y="50"/>
                    <a:pt x="30" y="50"/>
                    <a:pt x="30" y="50"/>
                  </a:cubicBezTo>
                  <a:cubicBezTo>
                    <a:pt x="74" y="50"/>
                    <a:pt x="74" y="50"/>
                    <a:pt x="74" y="50"/>
                  </a:cubicBezTo>
                  <a:cubicBezTo>
                    <a:pt x="75" y="50"/>
                    <a:pt x="76" y="49"/>
                    <a:pt x="76" y="48"/>
                  </a:cubicBezTo>
                  <a:cubicBezTo>
                    <a:pt x="76" y="47"/>
                    <a:pt x="75" y="47"/>
                    <a:pt x="74" y="47"/>
                  </a:cubicBezTo>
                  <a:moveTo>
                    <a:pt x="31" y="39"/>
                  </a:moveTo>
                  <a:cubicBezTo>
                    <a:pt x="30" y="39"/>
                    <a:pt x="29" y="40"/>
                    <a:pt x="29" y="40"/>
                  </a:cubicBezTo>
                  <a:cubicBezTo>
                    <a:pt x="29" y="41"/>
                    <a:pt x="30" y="42"/>
                    <a:pt x="30" y="42"/>
                  </a:cubicBezTo>
                  <a:cubicBezTo>
                    <a:pt x="53" y="42"/>
                    <a:pt x="53" y="42"/>
                    <a:pt x="53" y="42"/>
                  </a:cubicBezTo>
                  <a:cubicBezTo>
                    <a:pt x="72" y="43"/>
                    <a:pt x="72" y="43"/>
                    <a:pt x="72" y="43"/>
                  </a:cubicBezTo>
                  <a:cubicBezTo>
                    <a:pt x="72" y="43"/>
                    <a:pt x="73" y="43"/>
                    <a:pt x="73" y="43"/>
                  </a:cubicBezTo>
                  <a:cubicBezTo>
                    <a:pt x="74" y="43"/>
                    <a:pt x="74" y="43"/>
                    <a:pt x="74" y="43"/>
                  </a:cubicBezTo>
                  <a:cubicBezTo>
                    <a:pt x="76" y="43"/>
                    <a:pt x="76" y="43"/>
                    <a:pt x="76" y="43"/>
                  </a:cubicBezTo>
                  <a:cubicBezTo>
                    <a:pt x="76" y="42"/>
                    <a:pt x="77" y="42"/>
                    <a:pt x="77" y="41"/>
                  </a:cubicBezTo>
                  <a:cubicBezTo>
                    <a:pt x="77" y="41"/>
                    <a:pt x="77" y="41"/>
                    <a:pt x="77" y="41"/>
                  </a:cubicBezTo>
                  <a:cubicBezTo>
                    <a:pt x="77" y="40"/>
                    <a:pt x="76" y="40"/>
                    <a:pt x="75" y="40"/>
                  </a:cubicBezTo>
                  <a:cubicBezTo>
                    <a:pt x="57" y="39"/>
                    <a:pt x="57" y="39"/>
                    <a:pt x="57" y="39"/>
                  </a:cubicBezTo>
                  <a:cubicBezTo>
                    <a:pt x="50" y="39"/>
                    <a:pt x="50" y="39"/>
                    <a:pt x="50" y="39"/>
                  </a:cubicBezTo>
                  <a:cubicBezTo>
                    <a:pt x="31" y="39"/>
                    <a:pt x="31" y="39"/>
                    <a:pt x="31" y="39"/>
                  </a:cubicBezTo>
                  <a:moveTo>
                    <a:pt x="35" y="20"/>
                  </a:moveTo>
                  <a:cubicBezTo>
                    <a:pt x="34" y="20"/>
                    <a:pt x="33" y="20"/>
                    <a:pt x="33" y="21"/>
                  </a:cubicBezTo>
                  <a:cubicBezTo>
                    <a:pt x="32" y="28"/>
                    <a:pt x="32" y="28"/>
                    <a:pt x="32" y="28"/>
                  </a:cubicBezTo>
                  <a:cubicBezTo>
                    <a:pt x="28" y="21"/>
                    <a:pt x="28" y="21"/>
                    <a:pt x="28" y="21"/>
                  </a:cubicBezTo>
                  <a:cubicBezTo>
                    <a:pt x="28" y="21"/>
                    <a:pt x="28" y="21"/>
                    <a:pt x="27" y="21"/>
                  </a:cubicBezTo>
                  <a:cubicBezTo>
                    <a:pt x="27" y="21"/>
                    <a:pt x="27" y="21"/>
                    <a:pt x="26" y="21"/>
                  </a:cubicBezTo>
                  <a:cubicBezTo>
                    <a:pt x="26" y="21"/>
                    <a:pt x="26" y="22"/>
                    <a:pt x="26" y="23"/>
                  </a:cubicBezTo>
                  <a:cubicBezTo>
                    <a:pt x="26" y="23"/>
                    <a:pt x="26" y="23"/>
                    <a:pt x="26" y="23"/>
                  </a:cubicBezTo>
                  <a:cubicBezTo>
                    <a:pt x="26" y="23"/>
                    <a:pt x="26" y="23"/>
                    <a:pt x="26" y="23"/>
                  </a:cubicBezTo>
                  <a:cubicBezTo>
                    <a:pt x="26" y="34"/>
                    <a:pt x="26" y="34"/>
                    <a:pt x="26" y="34"/>
                  </a:cubicBezTo>
                  <a:cubicBezTo>
                    <a:pt x="26" y="35"/>
                    <a:pt x="27" y="36"/>
                    <a:pt x="28" y="36"/>
                  </a:cubicBezTo>
                  <a:cubicBezTo>
                    <a:pt x="28" y="36"/>
                    <a:pt x="28" y="36"/>
                    <a:pt x="28" y="36"/>
                  </a:cubicBezTo>
                  <a:cubicBezTo>
                    <a:pt x="29" y="36"/>
                    <a:pt x="29" y="35"/>
                    <a:pt x="29" y="34"/>
                  </a:cubicBezTo>
                  <a:cubicBezTo>
                    <a:pt x="29" y="29"/>
                    <a:pt x="29" y="29"/>
                    <a:pt x="29" y="29"/>
                  </a:cubicBezTo>
                  <a:cubicBezTo>
                    <a:pt x="32" y="33"/>
                    <a:pt x="32" y="33"/>
                    <a:pt x="32" y="33"/>
                  </a:cubicBezTo>
                  <a:cubicBezTo>
                    <a:pt x="32" y="34"/>
                    <a:pt x="32" y="34"/>
                    <a:pt x="32" y="34"/>
                  </a:cubicBezTo>
                  <a:cubicBezTo>
                    <a:pt x="32" y="35"/>
                    <a:pt x="32" y="36"/>
                    <a:pt x="33" y="36"/>
                  </a:cubicBezTo>
                  <a:cubicBezTo>
                    <a:pt x="33" y="36"/>
                    <a:pt x="33" y="36"/>
                    <a:pt x="33" y="36"/>
                  </a:cubicBezTo>
                  <a:cubicBezTo>
                    <a:pt x="34" y="36"/>
                    <a:pt x="35" y="35"/>
                    <a:pt x="35" y="35"/>
                  </a:cubicBezTo>
                  <a:cubicBezTo>
                    <a:pt x="35" y="34"/>
                    <a:pt x="35" y="33"/>
                    <a:pt x="35" y="33"/>
                  </a:cubicBezTo>
                  <a:cubicBezTo>
                    <a:pt x="35" y="33"/>
                    <a:pt x="35" y="33"/>
                    <a:pt x="35" y="33"/>
                  </a:cubicBezTo>
                  <a:cubicBezTo>
                    <a:pt x="36" y="21"/>
                    <a:pt x="36" y="21"/>
                    <a:pt x="36" y="21"/>
                  </a:cubicBezTo>
                  <a:cubicBezTo>
                    <a:pt x="36" y="20"/>
                    <a:pt x="36" y="20"/>
                    <a:pt x="35" y="20"/>
                  </a:cubicBezTo>
                  <a:cubicBezTo>
                    <a:pt x="35" y="20"/>
                    <a:pt x="35" y="20"/>
                    <a:pt x="35" y="20"/>
                  </a:cubicBezTo>
                  <a:moveTo>
                    <a:pt x="39" y="20"/>
                  </a:moveTo>
                  <a:cubicBezTo>
                    <a:pt x="39" y="20"/>
                    <a:pt x="38" y="20"/>
                    <a:pt x="38" y="20"/>
                  </a:cubicBezTo>
                  <a:cubicBezTo>
                    <a:pt x="38" y="21"/>
                    <a:pt x="37" y="21"/>
                    <a:pt x="37" y="22"/>
                  </a:cubicBezTo>
                  <a:cubicBezTo>
                    <a:pt x="37" y="26"/>
                    <a:pt x="37" y="26"/>
                    <a:pt x="37" y="26"/>
                  </a:cubicBezTo>
                  <a:cubicBezTo>
                    <a:pt x="37" y="26"/>
                    <a:pt x="37" y="27"/>
                    <a:pt x="37" y="27"/>
                  </a:cubicBezTo>
                  <a:cubicBezTo>
                    <a:pt x="37" y="27"/>
                    <a:pt x="37" y="28"/>
                    <a:pt x="37" y="28"/>
                  </a:cubicBezTo>
                  <a:cubicBezTo>
                    <a:pt x="37" y="33"/>
                    <a:pt x="37" y="33"/>
                    <a:pt x="37" y="33"/>
                  </a:cubicBezTo>
                  <a:cubicBezTo>
                    <a:pt x="37" y="33"/>
                    <a:pt x="37" y="33"/>
                    <a:pt x="37" y="33"/>
                  </a:cubicBezTo>
                  <a:cubicBezTo>
                    <a:pt x="37" y="34"/>
                    <a:pt x="37" y="34"/>
                    <a:pt x="37" y="34"/>
                  </a:cubicBezTo>
                  <a:cubicBezTo>
                    <a:pt x="37" y="35"/>
                    <a:pt x="37" y="35"/>
                    <a:pt x="38" y="36"/>
                  </a:cubicBezTo>
                  <a:cubicBezTo>
                    <a:pt x="45" y="36"/>
                    <a:pt x="45" y="36"/>
                    <a:pt x="45" y="36"/>
                  </a:cubicBezTo>
                  <a:cubicBezTo>
                    <a:pt x="45" y="36"/>
                    <a:pt x="45" y="36"/>
                    <a:pt x="45" y="36"/>
                  </a:cubicBezTo>
                  <a:cubicBezTo>
                    <a:pt x="46" y="36"/>
                    <a:pt x="46" y="36"/>
                    <a:pt x="46" y="35"/>
                  </a:cubicBezTo>
                  <a:cubicBezTo>
                    <a:pt x="46" y="34"/>
                    <a:pt x="46" y="33"/>
                    <a:pt x="45" y="33"/>
                  </a:cubicBezTo>
                  <a:cubicBezTo>
                    <a:pt x="40" y="33"/>
                    <a:pt x="40" y="33"/>
                    <a:pt x="40" y="33"/>
                  </a:cubicBezTo>
                  <a:cubicBezTo>
                    <a:pt x="40" y="29"/>
                    <a:pt x="40" y="29"/>
                    <a:pt x="40" y="29"/>
                  </a:cubicBezTo>
                  <a:cubicBezTo>
                    <a:pt x="43" y="29"/>
                    <a:pt x="43" y="29"/>
                    <a:pt x="43" y="29"/>
                  </a:cubicBezTo>
                  <a:cubicBezTo>
                    <a:pt x="43" y="28"/>
                    <a:pt x="43" y="28"/>
                    <a:pt x="43" y="28"/>
                  </a:cubicBezTo>
                  <a:cubicBezTo>
                    <a:pt x="45" y="27"/>
                    <a:pt x="45" y="27"/>
                    <a:pt x="45" y="27"/>
                  </a:cubicBezTo>
                  <a:cubicBezTo>
                    <a:pt x="45" y="27"/>
                    <a:pt x="44" y="26"/>
                    <a:pt x="43" y="26"/>
                  </a:cubicBezTo>
                  <a:cubicBezTo>
                    <a:pt x="40" y="26"/>
                    <a:pt x="40" y="26"/>
                    <a:pt x="40" y="26"/>
                  </a:cubicBezTo>
                  <a:cubicBezTo>
                    <a:pt x="40" y="23"/>
                    <a:pt x="40" y="23"/>
                    <a:pt x="40" y="23"/>
                  </a:cubicBezTo>
                  <a:cubicBezTo>
                    <a:pt x="44" y="23"/>
                    <a:pt x="44" y="23"/>
                    <a:pt x="44" y="23"/>
                  </a:cubicBezTo>
                  <a:cubicBezTo>
                    <a:pt x="44" y="23"/>
                    <a:pt x="44" y="23"/>
                    <a:pt x="44" y="23"/>
                  </a:cubicBezTo>
                  <a:cubicBezTo>
                    <a:pt x="45" y="23"/>
                    <a:pt x="45" y="23"/>
                    <a:pt x="46" y="22"/>
                  </a:cubicBezTo>
                  <a:cubicBezTo>
                    <a:pt x="46" y="21"/>
                    <a:pt x="45" y="20"/>
                    <a:pt x="44" y="20"/>
                  </a:cubicBezTo>
                  <a:cubicBezTo>
                    <a:pt x="40" y="20"/>
                    <a:pt x="40" y="20"/>
                    <a:pt x="40" y="20"/>
                  </a:cubicBezTo>
                  <a:cubicBezTo>
                    <a:pt x="40" y="20"/>
                    <a:pt x="39" y="20"/>
                    <a:pt x="39" y="20"/>
                  </a:cubicBezTo>
                  <a:moveTo>
                    <a:pt x="73" y="19"/>
                  </a:moveTo>
                  <a:cubicBezTo>
                    <a:pt x="72" y="19"/>
                    <a:pt x="71" y="19"/>
                    <a:pt x="69" y="20"/>
                  </a:cubicBezTo>
                  <a:cubicBezTo>
                    <a:pt x="67" y="20"/>
                    <a:pt x="65" y="22"/>
                    <a:pt x="65" y="24"/>
                  </a:cubicBezTo>
                  <a:cubicBezTo>
                    <a:pt x="66" y="25"/>
                    <a:pt x="67" y="27"/>
                    <a:pt x="69" y="28"/>
                  </a:cubicBezTo>
                  <a:cubicBezTo>
                    <a:pt x="69" y="28"/>
                    <a:pt x="69" y="28"/>
                    <a:pt x="69" y="28"/>
                  </a:cubicBezTo>
                  <a:cubicBezTo>
                    <a:pt x="69" y="28"/>
                    <a:pt x="70" y="28"/>
                    <a:pt x="70" y="28"/>
                  </a:cubicBezTo>
                  <a:cubicBezTo>
                    <a:pt x="70" y="28"/>
                    <a:pt x="71" y="29"/>
                    <a:pt x="71" y="29"/>
                  </a:cubicBezTo>
                  <a:cubicBezTo>
                    <a:pt x="72" y="29"/>
                    <a:pt x="72" y="30"/>
                    <a:pt x="72" y="30"/>
                  </a:cubicBezTo>
                  <a:cubicBezTo>
                    <a:pt x="72" y="30"/>
                    <a:pt x="71" y="30"/>
                    <a:pt x="71" y="30"/>
                  </a:cubicBezTo>
                  <a:cubicBezTo>
                    <a:pt x="66" y="30"/>
                    <a:pt x="66" y="30"/>
                    <a:pt x="66" y="30"/>
                  </a:cubicBezTo>
                  <a:cubicBezTo>
                    <a:pt x="65" y="30"/>
                    <a:pt x="65" y="30"/>
                    <a:pt x="65" y="30"/>
                  </a:cubicBezTo>
                  <a:cubicBezTo>
                    <a:pt x="65" y="30"/>
                    <a:pt x="64" y="31"/>
                    <a:pt x="64" y="31"/>
                  </a:cubicBezTo>
                  <a:cubicBezTo>
                    <a:pt x="64" y="32"/>
                    <a:pt x="64" y="32"/>
                    <a:pt x="64" y="32"/>
                  </a:cubicBezTo>
                  <a:cubicBezTo>
                    <a:pt x="64" y="33"/>
                    <a:pt x="65" y="33"/>
                    <a:pt x="65" y="33"/>
                  </a:cubicBezTo>
                  <a:cubicBezTo>
                    <a:pt x="66" y="33"/>
                    <a:pt x="66" y="33"/>
                    <a:pt x="66" y="33"/>
                  </a:cubicBezTo>
                  <a:cubicBezTo>
                    <a:pt x="67" y="33"/>
                    <a:pt x="67" y="33"/>
                    <a:pt x="67" y="33"/>
                  </a:cubicBezTo>
                  <a:cubicBezTo>
                    <a:pt x="71" y="33"/>
                    <a:pt x="71" y="33"/>
                    <a:pt x="71" y="33"/>
                  </a:cubicBezTo>
                  <a:cubicBezTo>
                    <a:pt x="72" y="33"/>
                    <a:pt x="73" y="33"/>
                    <a:pt x="74" y="32"/>
                  </a:cubicBezTo>
                  <a:cubicBezTo>
                    <a:pt x="75" y="31"/>
                    <a:pt x="75" y="31"/>
                    <a:pt x="75" y="30"/>
                  </a:cubicBezTo>
                  <a:cubicBezTo>
                    <a:pt x="75" y="29"/>
                    <a:pt x="75" y="29"/>
                    <a:pt x="74" y="28"/>
                  </a:cubicBezTo>
                  <a:cubicBezTo>
                    <a:pt x="74" y="28"/>
                    <a:pt x="74" y="27"/>
                    <a:pt x="73" y="27"/>
                  </a:cubicBezTo>
                  <a:cubicBezTo>
                    <a:pt x="73" y="27"/>
                    <a:pt x="73" y="26"/>
                    <a:pt x="72" y="26"/>
                  </a:cubicBezTo>
                  <a:cubicBezTo>
                    <a:pt x="72" y="26"/>
                    <a:pt x="71" y="26"/>
                    <a:pt x="71" y="25"/>
                  </a:cubicBezTo>
                  <a:cubicBezTo>
                    <a:pt x="70" y="25"/>
                    <a:pt x="70" y="25"/>
                    <a:pt x="70" y="25"/>
                  </a:cubicBezTo>
                  <a:cubicBezTo>
                    <a:pt x="69" y="25"/>
                    <a:pt x="68" y="24"/>
                    <a:pt x="68" y="24"/>
                  </a:cubicBezTo>
                  <a:cubicBezTo>
                    <a:pt x="68" y="23"/>
                    <a:pt x="69" y="23"/>
                    <a:pt x="70" y="23"/>
                  </a:cubicBezTo>
                  <a:cubicBezTo>
                    <a:pt x="71" y="22"/>
                    <a:pt x="72" y="22"/>
                    <a:pt x="73" y="22"/>
                  </a:cubicBezTo>
                  <a:cubicBezTo>
                    <a:pt x="74" y="22"/>
                    <a:pt x="75" y="22"/>
                    <a:pt x="76" y="22"/>
                  </a:cubicBezTo>
                  <a:cubicBezTo>
                    <a:pt x="76" y="22"/>
                    <a:pt x="76" y="22"/>
                    <a:pt x="76" y="22"/>
                  </a:cubicBezTo>
                  <a:cubicBezTo>
                    <a:pt x="77" y="22"/>
                    <a:pt x="77" y="22"/>
                    <a:pt x="77" y="21"/>
                  </a:cubicBezTo>
                  <a:cubicBezTo>
                    <a:pt x="78" y="21"/>
                    <a:pt x="77" y="20"/>
                    <a:pt x="76" y="20"/>
                  </a:cubicBezTo>
                  <a:cubicBezTo>
                    <a:pt x="75" y="19"/>
                    <a:pt x="74" y="19"/>
                    <a:pt x="73" y="19"/>
                  </a:cubicBezTo>
                  <a:moveTo>
                    <a:pt x="48" y="18"/>
                  </a:moveTo>
                  <a:cubicBezTo>
                    <a:pt x="48" y="18"/>
                    <a:pt x="48" y="18"/>
                    <a:pt x="48" y="18"/>
                  </a:cubicBezTo>
                  <a:cubicBezTo>
                    <a:pt x="47" y="19"/>
                    <a:pt x="47" y="19"/>
                    <a:pt x="47" y="20"/>
                  </a:cubicBezTo>
                  <a:cubicBezTo>
                    <a:pt x="49" y="29"/>
                    <a:pt x="49" y="29"/>
                    <a:pt x="49" y="29"/>
                  </a:cubicBezTo>
                  <a:cubicBezTo>
                    <a:pt x="49" y="33"/>
                    <a:pt x="49" y="33"/>
                    <a:pt x="49" y="33"/>
                  </a:cubicBezTo>
                  <a:cubicBezTo>
                    <a:pt x="50" y="33"/>
                    <a:pt x="50" y="34"/>
                    <a:pt x="51" y="34"/>
                  </a:cubicBezTo>
                  <a:cubicBezTo>
                    <a:pt x="51" y="34"/>
                    <a:pt x="51" y="34"/>
                    <a:pt x="51" y="34"/>
                  </a:cubicBezTo>
                  <a:cubicBezTo>
                    <a:pt x="51" y="34"/>
                    <a:pt x="51" y="34"/>
                    <a:pt x="52" y="34"/>
                  </a:cubicBezTo>
                  <a:cubicBezTo>
                    <a:pt x="52" y="34"/>
                    <a:pt x="52" y="33"/>
                    <a:pt x="52" y="33"/>
                  </a:cubicBezTo>
                  <a:cubicBezTo>
                    <a:pt x="53" y="33"/>
                    <a:pt x="53" y="33"/>
                    <a:pt x="53" y="33"/>
                  </a:cubicBezTo>
                  <a:cubicBezTo>
                    <a:pt x="55" y="29"/>
                    <a:pt x="55" y="29"/>
                    <a:pt x="55" y="29"/>
                  </a:cubicBezTo>
                  <a:cubicBezTo>
                    <a:pt x="57" y="33"/>
                    <a:pt x="57" y="33"/>
                    <a:pt x="57" y="33"/>
                  </a:cubicBezTo>
                  <a:cubicBezTo>
                    <a:pt x="57" y="33"/>
                    <a:pt x="57" y="34"/>
                    <a:pt x="58" y="34"/>
                  </a:cubicBezTo>
                  <a:cubicBezTo>
                    <a:pt x="58" y="34"/>
                    <a:pt x="58" y="34"/>
                    <a:pt x="58" y="34"/>
                  </a:cubicBezTo>
                  <a:cubicBezTo>
                    <a:pt x="58" y="34"/>
                    <a:pt x="58" y="34"/>
                    <a:pt x="58" y="34"/>
                  </a:cubicBezTo>
                  <a:cubicBezTo>
                    <a:pt x="58" y="35"/>
                    <a:pt x="58" y="35"/>
                    <a:pt x="59" y="35"/>
                  </a:cubicBezTo>
                  <a:cubicBezTo>
                    <a:pt x="59" y="35"/>
                    <a:pt x="59" y="35"/>
                    <a:pt x="59" y="35"/>
                  </a:cubicBezTo>
                  <a:cubicBezTo>
                    <a:pt x="60" y="35"/>
                    <a:pt x="60" y="35"/>
                    <a:pt x="60" y="35"/>
                  </a:cubicBezTo>
                  <a:cubicBezTo>
                    <a:pt x="60" y="35"/>
                    <a:pt x="61" y="34"/>
                    <a:pt x="61" y="34"/>
                  </a:cubicBezTo>
                  <a:cubicBezTo>
                    <a:pt x="61" y="33"/>
                    <a:pt x="61" y="33"/>
                    <a:pt x="61" y="33"/>
                  </a:cubicBezTo>
                  <a:cubicBezTo>
                    <a:pt x="61" y="33"/>
                    <a:pt x="61" y="33"/>
                    <a:pt x="61" y="33"/>
                  </a:cubicBezTo>
                  <a:cubicBezTo>
                    <a:pt x="61" y="32"/>
                    <a:pt x="61" y="32"/>
                    <a:pt x="61" y="32"/>
                  </a:cubicBezTo>
                  <a:cubicBezTo>
                    <a:pt x="66" y="21"/>
                    <a:pt x="66" y="21"/>
                    <a:pt x="66" y="21"/>
                  </a:cubicBezTo>
                  <a:cubicBezTo>
                    <a:pt x="66" y="20"/>
                    <a:pt x="66" y="19"/>
                    <a:pt x="65" y="19"/>
                  </a:cubicBezTo>
                  <a:cubicBezTo>
                    <a:pt x="65" y="19"/>
                    <a:pt x="64" y="18"/>
                    <a:pt x="64" y="18"/>
                  </a:cubicBezTo>
                  <a:cubicBezTo>
                    <a:pt x="64" y="18"/>
                    <a:pt x="63" y="19"/>
                    <a:pt x="63" y="19"/>
                  </a:cubicBezTo>
                  <a:cubicBezTo>
                    <a:pt x="58" y="29"/>
                    <a:pt x="58" y="29"/>
                    <a:pt x="58" y="29"/>
                  </a:cubicBezTo>
                  <a:cubicBezTo>
                    <a:pt x="56" y="25"/>
                    <a:pt x="56" y="25"/>
                    <a:pt x="56" y="25"/>
                  </a:cubicBezTo>
                  <a:cubicBezTo>
                    <a:pt x="56" y="25"/>
                    <a:pt x="56" y="24"/>
                    <a:pt x="56" y="24"/>
                  </a:cubicBezTo>
                  <a:cubicBezTo>
                    <a:pt x="55" y="24"/>
                    <a:pt x="55" y="23"/>
                    <a:pt x="55" y="23"/>
                  </a:cubicBezTo>
                  <a:cubicBezTo>
                    <a:pt x="54" y="23"/>
                    <a:pt x="54" y="24"/>
                    <a:pt x="54" y="24"/>
                  </a:cubicBezTo>
                  <a:cubicBezTo>
                    <a:pt x="54" y="24"/>
                    <a:pt x="54" y="24"/>
                    <a:pt x="54" y="24"/>
                  </a:cubicBezTo>
                  <a:cubicBezTo>
                    <a:pt x="53" y="24"/>
                    <a:pt x="53" y="25"/>
                    <a:pt x="53" y="25"/>
                  </a:cubicBezTo>
                  <a:cubicBezTo>
                    <a:pt x="52" y="28"/>
                    <a:pt x="52" y="28"/>
                    <a:pt x="52" y="28"/>
                  </a:cubicBezTo>
                  <a:cubicBezTo>
                    <a:pt x="52" y="28"/>
                    <a:pt x="52" y="28"/>
                    <a:pt x="52" y="28"/>
                  </a:cubicBezTo>
                  <a:cubicBezTo>
                    <a:pt x="50" y="20"/>
                    <a:pt x="50" y="20"/>
                    <a:pt x="50" y="20"/>
                  </a:cubicBezTo>
                  <a:cubicBezTo>
                    <a:pt x="50" y="19"/>
                    <a:pt x="50" y="19"/>
                    <a:pt x="49" y="19"/>
                  </a:cubicBezTo>
                  <a:cubicBezTo>
                    <a:pt x="49" y="19"/>
                    <a:pt x="49" y="18"/>
                    <a:pt x="48" y="18"/>
                  </a:cubicBezTo>
                  <a:moveTo>
                    <a:pt x="71" y="13"/>
                  </a:moveTo>
                  <a:cubicBezTo>
                    <a:pt x="71" y="13"/>
                    <a:pt x="71" y="13"/>
                    <a:pt x="71" y="13"/>
                  </a:cubicBezTo>
                  <a:cubicBezTo>
                    <a:pt x="72" y="13"/>
                    <a:pt x="73" y="13"/>
                    <a:pt x="74" y="12"/>
                  </a:cubicBezTo>
                  <a:cubicBezTo>
                    <a:pt x="77" y="12"/>
                    <a:pt x="77" y="12"/>
                    <a:pt x="77" y="12"/>
                  </a:cubicBezTo>
                  <a:cubicBezTo>
                    <a:pt x="77" y="12"/>
                    <a:pt x="77" y="12"/>
                    <a:pt x="77" y="12"/>
                  </a:cubicBezTo>
                  <a:cubicBezTo>
                    <a:pt x="78" y="12"/>
                    <a:pt x="79" y="13"/>
                    <a:pt x="80" y="13"/>
                  </a:cubicBezTo>
                  <a:cubicBezTo>
                    <a:pt x="83" y="14"/>
                    <a:pt x="85" y="15"/>
                    <a:pt x="86" y="18"/>
                  </a:cubicBezTo>
                  <a:cubicBezTo>
                    <a:pt x="86" y="18"/>
                    <a:pt x="86" y="18"/>
                    <a:pt x="87" y="19"/>
                  </a:cubicBezTo>
                  <a:cubicBezTo>
                    <a:pt x="87" y="19"/>
                    <a:pt x="87" y="20"/>
                    <a:pt x="87" y="20"/>
                  </a:cubicBezTo>
                  <a:cubicBezTo>
                    <a:pt x="88" y="23"/>
                    <a:pt x="88" y="26"/>
                    <a:pt x="88" y="29"/>
                  </a:cubicBezTo>
                  <a:cubicBezTo>
                    <a:pt x="88" y="41"/>
                    <a:pt x="88" y="41"/>
                    <a:pt x="88" y="41"/>
                  </a:cubicBezTo>
                  <a:cubicBezTo>
                    <a:pt x="87" y="44"/>
                    <a:pt x="87" y="44"/>
                    <a:pt x="87" y="44"/>
                  </a:cubicBezTo>
                  <a:cubicBezTo>
                    <a:pt x="87" y="56"/>
                    <a:pt x="87" y="56"/>
                    <a:pt x="87" y="56"/>
                  </a:cubicBezTo>
                  <a:cubicBezTo>
                    <a:pt x="87" y="60"/>
                    <a:pt x="87" y="64"/>
                    <a:pt x="84" y="66"/>
                  </a:cubicBezTo>
                  <a:cubicBezTo>
                    <a:pt x="82" y="68"/>
                    <a:pt x="79" y="69"/>
                    <a:pt x="75" y="69"/>
                  </a:cubicBezTo>
                  <a:cubicBezTo>
                    <a:pt x="75" y="69"/>
                    <a:pt x="74" y="69"/>
                    <a:pt x="74" y="69"/>
                  </a:cubicBezTo>
                  <a:cubicBezTo>
                    <a:pt x="13" y="67"/>
                    <a:pt x="13" y="67"/>
                    <a:pt x="13" y="67"/>
                  </a:cubicBezTo>
                  <a:cubicBezTo>
                    <a:pt x="15" y="66"/>
                    <a:pt x="17" y="63"/>
                    <a:pt x="17" y="60"/>
                  </a:cubicBezTo>
                  <a:cubicBezTo>
                    <a:pt x="22" y="45"/>
                    <a:pt x="22" y="29"/>
                    <a:pt x="18" y="13"/>
                  </a:cubicBezTo>
                  <a:cubicBezTo>
                    <a:pt x="49" y="13"/>
                    <a:pt x="49" y="13"/>
                    <a:pt x="49" y="13"/>
                  </a:cubicBezTo>
                  <a:cubicBezTo>
                    <a:pt x="52" y="13"/>
                    <a:pt x="52" y="13"/>
                    <a:pt x="52" y="13"/>
                  </a:cubicBezTo>
                  <a:cubicBezTo>
                    <a:pt x="69" y="12"/>
                    <a:pt x="69" y="12"/>
                    <a:pt x="69" y="12"/>
                  </a:cubicBezTo>
                  <a:cubicBezTo>
                    <a:pt x="69" y="13"/>
                    <a:pt x="69" y="13"/>
                    <a:pt x="69" y="13"/>
                  </a:cubicBezTo>
                  <a:cubicBezTo>
                    <a:pt x="70" y="13"/>
                    <a:pt x="70" y="13"/>
                    <a:pt x="71" y="13"/>
                  </a:cubicBezTo>
                  <a:moveTo>
                    <a:pt x="9" y="66"/>
                  </a:moveTo>
                  <a:cubicBezTo>
                    <a:pt x="7" y="66"/>
                    <a:pt x="5" y="64"/>
                    <a:pt x="4" y="62"/>
                  </a:cubicBezTo>
                  <a:cubicBezTo>
                    <a:pt x="3" y="59"/>
                    <a:pt x="3" y="56"/>
                    <a:pt x="3" y="52"/>
                  </a:cubicBezTo>
                  <a:cubicBezTo>
                    <a:pt x="6" y="13"/>
                    <a:pt x="6" y="13"/>
                    <a:pt x="6" y="13"/>
                  </a:cubicBezTo>
                  <a:cubicBezTo>
                    <a:pt x="6" y="10"/>
                    <a:pt x="6" y="6"/>
                    <a:pt x="9" y="4"/>
                  </a:cubicBezTo>
                  <a:cubicBezTo>
                    <a:pt x="11" y="3"/>
                    <a:pt x="13" y="3"/>
                    <a:pt x="16" y="3"/>
                  </a:cubicBezTo>
                  <a:cubicBezTo>
                    <a:pt x="16" y="3"/>
                    <a:pt x="16" y="3"/>
                    <a:pt x="16" y="3"/>
                  </a:cubicBezTo>
                  <a:cubicBezTo>
                    <a:pt x="50" y="3"/>
                    <a:pt x="50" y="3"/>
                    <a:pt x="50" y="3"/>
                  </a:cubicBezTo>
                  <a:cubicBezTo>
                    <a:pt x="53" y="3"/>
                    <a:pt x="53" y="3"/>
                    <a:pt x="53" y="3"/>
                  </a:cubicBezTo>
                  <a:cubicBezTo>
                    <a:pt x="62" y="3"/>
                    <a:pt x="62" y="3"/>
                    <a:pt x="62" y="3"/>
                  </a:cubicBezTo>
                  <a:cubicBezTo>
                    <a:pt x="65" y="3"/>
                    <a:pt x="68" y="3"/>
                    <a:pt x="71" y="4"/>
                  </a:cubicBezTo>
                  <a:cubicBezTo>
                    <a:pt x="73" y="5"/>
                    <a:pt x="75" y="7"/>
                    <a:pt x="75" y="9"/>
                  </a:cubicBezTo>
                  <a:cubicBezTo>
                    <a:pt x="75" y="9"/>
                    <a:pt x="75" y="9"/>
                    <a:pt x="74" y="9"/>
                  </a:cubicBezTo>
                  <a:cubicBezTo>
                    <a:pt x="52" y="10"/>
                    <a:pt x="52" y="10"/>
                    <a:pt x="52" y="10"/>
                  </a:cubicBezTo>
                  <a:cubicBezTo>
                    <a:pt x="49" y="10"/>
                    <a:pt x="49" y="10"/>
                    <a:pt x="49" y="10"/>
                  </a:cubicBezTo>
                  <a:cubicBezTo>
                    <a:pt x="16" y="10"/>
                    <a:pt x="16" y="10"/>
                    <a:pt x="16" y="10"/>
                  </a:cubicBezTo>
                  <a:cubicBezTo>
                    <a:pt x="15" y="10"/>
                    <a:pt x="15" y="10"/>
                    <a:pt x="15" y="11"/>
                  </a:cubicBezTo>
                  <a:cubicBezTo>
                    <a:pt x="14" y="11"/>
                    <a:pt x="14" y="12"/>
                    <a:pt x="15" y="12"/>
                  </a:cubicBezTo>
                  <a:cubicBezTo>
                    <a:pt x="19" y="28"/>
                    <a:pt x="19" y="44"/>
                    <a:pt x="14" y="60"/>
                  </a:cubicBezTo>
                  <a:cubicBezTo>
                    <a:pt x="14" y="62"/>
                    <a:pt x="13" y="64"/>
                    <a:pt x="11" y="65"/>
                  </a:cubicBezTo>
                  <a:cubicBezTo>
                    <a:pt x="10" y="66"/>
                    <a:pt x="10" y="66"/>
                    <a:pt x="9" y="66"/>
                  </a:cubicBezTo>
                  <a:moveTo>
                    <a:pt x="16" y="0"/>
                  </a:moveTo>
                  <a:cubicBezTo>
                    <a:pt x="13" y="0"/>
                    <a:pt x="10" y="0"/>
                    <a:pt x="7" y="2"/>
                  </a:cubicBezTo>
                  <a:cubicBezTo>
                    <a:pt x="4" y="4"/>
                    <a:pt x="3" y="9"/>
                    <a:pt x="3" y="13"/>
                  </a:cubicBezTo>
                  <a:cubicBezTo>
                    <a:pt x="0" y="52"/>
                    <a:pt x="0" y="52"/>
                    <a:pt x="0" y="52"/>
                  </a:cubicBezTo>
                  <a:cubicBezTo>
                    <a:pt x="0" y="56"/>
                    <a:pt x="0" y="60"/>
                    <a:pt x="1" y="63"/>
                  </a:cubicBezTo>
                  <a:cubicBezTo>
                    <a:pt x="2" y="65"/>
                    <a:pt x="4" y="67"/>
                    <a:pt x="6" y="68"/>
                  </a:cubicBezTo>
                  <a:cubicBezTo>
                    <a:pt x="6" y="69"/>
                    <a:pt x="6" y="69"/>
                    <a:pt x="6" y="69"/>
                  </a:cubicBezTo>
                  <a:cubicBezTo>
                    <a:pt x="6" y="69"/>
                    <a:pt x="7" y="70"/>
                    <a:pt x="7" y="70"/>
                  </a:cubicBezTo>
                  <a:cubicBezTo>
                    <a:pt x="74" y="72"/>
                    <a:pt x="74" y="72"/>
                    <a:pt x="74" y="72"/>
                  </a:cubicBezTo>
                  <a:cubicBezTo>
                    <a:pt x="74" y="72"/>
                    <a:pt x="75" y="72"/>
                    <a:pt x="75" y="72"/>
                  </a:cubicBezTo>
                  <a:cubicBezTo>
                    <a:pt x="79" y="72"/>
                    <a:pt x="83" y="71"/>
                    <a:pt x="86" y="69"/>
                  </a:cubicBezTo>
                  <a:cubicBezTo>
                    <a:pt x="90" y="65"/>
                    <a:pt x="90" y="61"/>
                    <a:pt x="90" y="56"/>
                  </a:cubicBezTo>
                  <a:cubicBezTo>
                    <a:pt x="90" y="44"/>
                    <a:pt x="90" y="44"/>
                    <a:pt x="90" y="44"/>
                  </a:cubicBezTo>
                  <a:cubicBezTo>
                    <a:pt x="91" y="41"/>
                    <a:pt x="91" y="41"/>
                    <a:pt x="91" y="41"/>
                  </a:cubicBezTo>
                  <a:cubicBezTo>
                    <a:pt x="91" y="29"/>
                    <a:pt x="91" y="29"/>
                    <a:pt x="91" y="29"/>
                  </a:cubicBezTo>
                  <a:cubicBezTo>
                    <a:pt x="91" y="26"/>
                    <a:pt x="91" y="21"/>
                    <a:pt x="89" y="17"/>
                  </a:cubicBezTo>
                  <a:cubicBezTo>
                    <a:pt x="88" y="14"/>
                    <a:pt x="85" y="11"/>
                    <a:pt x="81" y="10"/>
                  </a:cubicBezTo>
                  <a:cubicBezTo>
                    <a:pt x="80" y="10"/>
                    <a:pt x="79" y="10"/>
                    <a:pt x="78" y="9"/>
                  </a:cubicBezTo>
                  <a:cubicBezTo>
                    <a:pt x="78" y="8"/>
                    <a:pt x="78" y="7"/>
                    <a:pt x="77" y="6"/>
                  </a:cubicBezTo>
                  <a:cubicBezTo>
                    <a:pt x="76" y="4"/>
                    <a:pt x="74" y="2"/>
                    <a:pt x="73" y="1"/>
                  </a:cubicBezTo>
                  <a:cubicBezTo>
                    <a:pt x="72" y="1"/>
                    <a:pt x="71" y="1"/>
                    <a:pt x="70" y="1"/>
                  </a:cubicBezTo>
                  <a:cubicBezTo>
                    <a:pt x="68" y="0"/>
                    <a:pt x="65" y="0"/>
                    <a:pt x="62" y="0"/>
                  </a:cubicBezTo>
                  <a:cubicBezTo>
                    <a:pt x="53" y="0"/>
                    <a:pt x="53" y="0"/>
                    <a:pt x="53" y="0"/>
                  </a:cubicBezTo>
                  <a:cubicBezTo>
                    <a:pt x="50" y="0"/>
                    <a:pt x="50" y="0"/>
                    <a:pt x="50" y="0"/>
                  </a:cubicBezTo>
                  <a:cubicBezTo>
                    <a:pt x="16" y="0"/>
                    <a:pt x="16"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7" name="Group 66">
            <a:extLst>
              <a:ext uri="{FF2B5EF4-FFF2-40B4-BE49-F238E27FC236}">
                <a16:creationId xmlns:a16="http://schemas.microsoft.com/office/drawing/2014/main" id="{5CC74B0A-BEC6-4160-9549-F6B3838D5D27}"/>
              </a:ext>
            </a:extLst>
          </p:cNvPr>
          <p:cNvGrpSpPr/>
          <p:nvPr/>
        </p:nvGrpSpPr>
        <p:grpSpPr>
          <a:xfrm>
            <a:off x="3824288" y="1714500"/>
            <a:ext cx="4897438" cy="5143500"/>
            <a:chOff x="3824288" y="1714500"/>
            <a:chExt cx="4897438" cy="5143500"/>
          </a:xfrm>
          <a:effectLst>
            <a:outerShdw blurRad="165100" dist="88900" algn="tl" rotWithShape="0">
              <a:prstClr val="black">
                <a:alpha val="18000"/>
              </a:prstClr>
            </a:outerShdw>
          </a:effectLst>
        </p:grpSpPr>
        <p:sp>
          <p:nvSpPr>
            <p:cNvPr id="47" name="Freeform 46">
              <a:extLst>
                <a:ext uri="{FF2B5EF4-FFF2-40B4-BE49-F238E27FC236}">
                  <a16:creationId xmlns:a16="http://schemas.microsoft.com/office/drawing/2014/main" id="{7D114CAA-DD99-42E1-9234-33D3114F9107}"/>
                </a:ext>
              </a:extLst>
            </p:cNvPr>
            <p:cNvSpPr>
              <a:spLocks/>
            </p:cNvSpPr>
            <p:nvPr/>
          </p:nvSpPr>
          <p:spPr bwMode="auto">
            <a:xfrm>
              <a:off x="3884613" y="1714500"/>
              <a:ext cx="4837113" cy="5143500"/>
            </a:xfrm>
            <a:custGeom>
              <a:avLst/>
              <a:gdLst>
                <a:gd name="T0" fmla="*/ 1049 w 1204"/>
                <a:gd name="T1" fmla="*/ 490 h 1280"/>
                <a:gd name="T2" fmla="*/ 1099 w 1204"/>
                <a:gd name="T3" fmla="*/ 413 h 1280"/>
                <a:gd name="T4" fmla="*/ 1025 w 1204"/>
                <a:gd name="T5" fmla="*/ 54 h 1280"/>
                <a:gd name="T6" fmla="*/ 1011 w 1204"/>
                <a:gd name="T7" fmla="*/ 31 h 1280"/>
                <a:gd name="T8" fmla="*/ 976 w 1204"/>
                <a:gd name="T9" fmla="*/ 0 h 1280"/>
                <a:gd name="T10" fmla="*/ 1004 w 1204"/>
                <a:gd name="T11" fmla="*/ 29 h 1280"/>
                <a:gd name="T12" fmla="*/ 1004 w 1204"/>
                <a:gd name="T13" fmla="*/ 33 h 1280"/>
                <a:gd name="T14" fmla="*/ 1011 w 1204"/>
                <a:gd name="T15" fmla="*/ 44 h 1280"/>
                <a:gd name="T16" fmla="*/ 1011 w 1204"/>
                <a:gd name="T17" fmla="*/ 902 h 1280"/>
                <a:gd name="T18" fmla="*/ 241 w 1204"/>
                <a:gd name="T19" fmla="*/ 902 h 1280"/>
                <a:gd name="T20" fmla="*/ 68 w 1204"/>
                <a:gd name="T21" fmla="*/ 902 h 1280"/>
                <a:gd name="T22" fmla="*/ 91 w 1204"/>
                <a:gd name="T23" fmla="*/ 991 h 1280"/>
                <a:gd name="T24" fmla="*/ 0 w 1204"/>
                <a:gd name="T25" fmla="*/ 1280 h 1280"/>
                <a:gd name="T26" fmla="*/ 759 w 1204"/>
                <a:gd name="T27" fmla="*/ 1280 h 1280"/>
                <a:gd name="T28" fmla="*/ 754 w 1204"/>
                <a:gd name="T29" fmla="*/ 1276 h 1280"/>
                <a:gd name="T30" fmla="*/ 725 w 1204"/>
                <a:gd name="T31" fmla="*/ 1216 h 1280"/>
                <a:gd name="T32" fmla="*/ 743 w 1204"/>
                <a:gd name="T33" fmla="*/ 1154 h 1280"/>
                <a:gd name="T34" fmla="*/ 754 w 1204"/>
                <a:gd name="T35" fmla="*/ 1152 h 1280"/>
                <a:gd name="T36" fmla="*/ 922 w 1204"/>
                <a:gd name="T37" fmla="*/ 1176 h 1280"/>
                <a:gd name="T38" fmla="*/ 1011 w 1204"/>
                <a:gd name="T39" fmla="*/ 1169 h 1280"/>
                <a:gd name="T40" fmla="*/ 1012 w 1204"/>
                <a:gd name="T41" fmla="*/ 1169 h 1280"/>
                <a:gd name="T42" fmla="*/ 1012 w 1204"/>
                <a:gd name="T43" fmla="*/ 1169 h 1280"/>
                <a:gd name="T44" fmla="*/ 1059 w 1204"/>
                <a:gd name="T45" fmla="*/ 1110 h 1280"/>
                <a:gd name="T46" fmla="*/ 1050 w 1204"/>
                <a:gd name="T47" fmla="*/ 997 h 1280"/>
                <a:gd name="T48" fmla="*/ 1047 w 1204"/>
                <a:gd name="T49" fmla="*/ 933 h 1280"/>
                <a:gd name="T50" fmla="*/ 1098 w 1204"/>
                <a:gd name="T51" fmla="*/ 874 h 1280"/>
                <a:gd name="T52" fmla="*/ 1089 w 1204"/>
                <a:gd name="T53" fmla="*/ 802 h 1280"/>
                <a:gd name="T54" fmla="*/ 1195 w 1204"/>
                <a:gd name="T55" fmla="*/ 747 h 1280"/>
                <a:gd name="T56" fmla="*/ 1049 w 1204"/>
                <a:gd name="T57" fmla="*/ 490 h 1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04" h="1280">
                  <a:moveTo>
                    <a:pt x="1049" y="490"/>
                  </a:moveTo>
                  <a:cubicBezTo>
                    <a:pt x="1051" y="467"/>
                    <a:pt x="1086" y="455"/>
                    <a:pt x="1099" y="413"/>
                  </a:cubicBezTo>
                  <a:cubicBezTo>
                    <a:pt x="1108" y="385"/>
                    <a:pt x="1117" y="228"/>
                    <a:pt x="1025" y="54"/>
                  </a:cubicBezTo>
                  <a:cubicBezTo>
                    <a:pt x="1020" y="46"/>
                    <a:pt x="1016" y="39"/>
                    <a:pt x="1011" y="31"/>
                  </a:cubicBezTo>
                  <a:cubicBezTo>
                    <a:pt x="1011" y="31"/>
                    <a:pt x="986" y="2"/>
                    <a:pt x="976" y="0"/>
                  </a:cubicBezTo>
                  <a:cubicBezTo>
                    <a:pt x="1004" y="29"/>
                    <a:pt x="1004" y="29"/>
                    <a:pt x="1004" y="29"/>
                  </a:cubicBezTo>
                  <a:cubicBezTo>
                    <a:pt x="1004" y="33"/>
                    <a:pt x="1004" y="33"/>
                    <a:pt x="1004" y="33"/>
                  </a:cubicBezTo>
                  <a:cubicBezTo>
                    <a:pt x="1011" y="44"/>
                    <a:pt x="1011" y="44"/>
                    <a:pt x="1011" y="44"/>
                  </a:cubicBezTo>
                  <a:cubicBezTo>
                    <a:pt x="1011" y="902"/>
                    <a:pt x="1011" y="902"/>
                    <a:pt x="1011" y="902"/>
                  </a:cubicBezTo>
                  <a:cubicBezTo>
                    <a:pt x="241" y="902"/>
                    <a:pt x="241" y="902"/>
                    <a:pt x="241" y="902"/>
                  </a:cubicBezTo>
                  <a:cubicBezTo>
                    <a:pt x="68" y="902"/>
                    <a:pt x="68" y="902"/>
                    <a:pt x="68" y="902"/>
                  </a:cubicBezTo>
                  <a:cubicBezTo>
                    <a:pt x="80" y="933"/>
                    <a:pt x="90" y="966"/>
                    <a:pt x="91" y="991"/>
                  </a:cubicBezTo>
                  <a:cubicBezTo>
                    <a:pt x="95" y="1160"/>
                    <a:pt x="64" y="1206"/>
                    <a:pt x="0" y="1280"/>
                  </a:cubicBezTo>
                  <a:cubicBezTo>
                    <a:pt x="759" y="1280"/>
                    <a:pt x="759" y="1280"/>
                    <a:pt x="759" y="1280"/>
                  </a:cubicBezTo>
                  <a:cubicBezTo>
                    <a:pt x="757" y="1279"/>
                    <a:pt x="756" y="1278"/>
                    <a:pt x="754" y="1276"/>
                  </a:cubicBezTo>
                  <a:cubicBezTo>
                    <a:pt x="737" y="1261"/>
                    <a:pt x="725" y="1243"/>
                    <a:pt x="725" y="1216"/>
                  </a:cubicBezTo>
                  <a:cubicBezTo>
                    <a:pt x="725" y="1199"/>
                    <a:pt x="730" y="1179"/>
                    <a:pt x="743" y="1154"/>
                  </a:cubicBezTo>
                  <a:cubicBezTo>
                    <a:pt x="746" y="1153"/>
                    <a:pt x="749" y="1152"/>
                    <a:pt x="754" y="1152"/>
                  </a:cubicBezTo>
                  <a:cubicBezTo>
                    <a:pt x="787" y="1149"/>
                    <a:pt x="863" y="1168"/>
                    <a:pt x="922" y="1176"/>
                  </a:cubicBezTo>
                  <a:cubicBezTo>
                    <a:pt x="958" y="1180"/>
                    <a:pt x="988" y="1181"/>
                    <a:pt x="1011" y="1169"/>
                  </a:cubicBezTo>
                  <a:cubicBezTo>
                    <a:pt x="1012" y="1169"/>
                    <a:pt x="1012" y="1169"/>
                    <a:pt x="1012" y="1169"/>
                  </a:cubicBezTo>
                  <a:cubicBezTo>
                    <a:pt x="1012" y="1169"/>
                    <a:pt x="1012" y="1169"/>
                    <a:pt x="1012" y="1169"/>
                  </a:cubicBezTo>
                  <a:cubicBezTo>
                    <a:pt x="1031" y="1159"/>
                    <a:pt x="1047" y="1140"/>
                    <a:pt x="1059" y="1110"/>
                  </a:cubicBezTo>
                  <a:cubicBezTo>
                    <a:pt x="1072" y="1077"/>
                    <a:pt x="1030" y="1012"/>
                    <a:pt x="1050" y="997"/>
                  </a:cubicBezTo>
                  <a:cubicBezTo>
                    <a:pt x="1127" y="937"/>
                    <a:pt x="1053" y="933"/>
                    <a:pt x="1047" y="933"/>
                  </a:cubicBezTo>
                  <a:cubicBezTo>
                    <a:pt x="1053" y="933"/>
                    <a:pt x="1133" y="934"/>
                    <a:pt x="1098" y="874"/>
                  </a:cubicBezTo>
                  <a:cubicBezTo>
                    <a:pt x="1072" y="830"/>
                    <a:pt x="1089" y="802"/>
                    <a:pt x="1089" y="802"/>
                  </a:cubicBezTo>
                  <a:cubicBezTo>
                    <a:pt x="1089" y="802"/>
                    <a:pt x="1186" y="783"/>
                    <a:pt x="1195" y="747"/>
                  </a:cubicBezTo>
                  <a:cubicBezTo>
                    <a:pt x="1204" y="712"/>
                    <a:pt x="1042" y="564"/>
                    <a:pt x="1049" y="49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48" name="Freeform 47">
              <a:extLst>
                <a:ext uri="{FF2B5EF4-FFF2-40B4-BE49-F238E27FC236}">
                  <a16:creationId xmlns:a16="http://schemas.microsoft.com/office/drawing/2014/main" id="{325A3E8D-01AD-4238-B460-DC5023FAFF05}"/>
                </a:ext>
              </a:extLst>
            </p:cNvPr>
            <p:cNvSpPr>
              <a:spLocks/>
            </p:cNvSpPr>
            <p:nvPr/>
          </p:nvSpPr>
          <p:spPr bwMode="auto">
            <a:xfrm>
              <a:off x="3856038" y="1838325"/>
              <a:ext cx="4832350" cy="5019675"/>
            </a:xfrm>
            <a:custGeom>
              <a:avLst/>
              <a:gdLst>
                <a:gd name="T0" fmla="*/ 1049 w 1203"/>
                <a:gd name="T1" fmla="*/ 459 h 1249"/>
                <a:gd name="T2" fmla="*/ 1099 w 1203"/>
                <a:gd name="T3" fmla="*/ 382 h 1249"/>
                <a:gd name="T4" fmla="*/ 1024 w 1203"/>
                <a:gd name="T5" fmla="*/ 23 h 1249"/>
                <a:gd name="T6" fmla="*/ 1011 w 1203"/>
                <a:gd name="T7" fmla="*/ 0 h 1249"/>
                <a:gd name="T8" fmla="*/ 1011 w 1203"/>
                <a:gd name="T9" fmla="*/ 871 h 1249"/>
                <a:gd name="T10" fmla="*/ 241 w 1203"/>
                <a:gd name="T11" fmla="*/ 871 h 1249"/>
                <a:gd name="T12" fmla="*/ 68 w 1203"/>
                <a:gd name="T13" fmla="*/ 871 h 1249"/>
                <a:gd name="T14" fmla="*/ 91 w 1203"/>
                <a:gd name="T15" fmla="*/ 960 h 1249"/>
                <a:gd name="T16" fmla="*/ 0 w 1203"/>
                <a:gd name="T17" fmla="*/ 1249 h 1249"/>
                <a:gd name="T18" fmla="*/ 758 w 1203"/>
                <a:gd name="T19" fmla="*/ 1249 h 1249"/>
                <a:gd name="T20" fmla="*/ 754 w 1203"/>
                <a:gd name="T21" fmla="*/ 1245 h 1249"/>
                <a:gd name="T22" fmla="*/ 725 w 1203"/>
                <a:gd name="T23" fmla="*/ 1185 h 1249"/>
                <a:gd name="T24" fmla="*/ 743 w 1203"/>
                <a:gd name="T25" fmla="*/ 1123 h 1249"/>
                <a:gd name="T26" fmla="*/ 754 w 1203"/>
                <a:gd name="T27" fmla="*/ 1121 h 1249"/>
                <a:gd name="T28" fmla="*/ 921 w 1203"/>
                <a:gd name="T29" fmla="*/ 1145 h 1249"/>
                <a:gd name="T30" fmla="*/ 1011 w 1203"/>
                <a:gd name="T31" fmla="*/ 1138 h 1249"/>
                <a:gd name="T32" fmla="*/ 1012 w 1203"/>
                <a:gd name="T33" fmla="*/ 1138 h 1249"/>
                <a:gd name="T34" fmla="*/ 1012 w 1203"/>
                <a:gd name="T35" fmla="*/ 1138 h 1249"/>
                <a:gd name="T36" fmla="*/ 1058 w 1203"/>
                <a:gd name="T37" fmla="*/ 1079 h 1249"/>
                <a:gd name="T38" fmla="*/ 1050 w 1203"/>
                <a:gd name="T39" fmla="*/ 966 h 1249"/>
                <a:gd name="T40" fmla="*/ 1047 w 1203"/>
                <a:gd name="T41" fmla="*/ 902 h 1249"/>
                <a:gd name="T42" fmla="*/ 1098 w 1203"/>
                <a:gd name="T43" fmla="*/ 843 h 1249"/>
                <a:gd name="T44" fmla="*/ 1089 w 1203"/>
                <a:gd name="T45" fmla="*/ 771 h 1249"/>
                <a:gd name="T46" fmla="*/ 1195 w 1203"/>
                <a:gd name="T47" fmla="*/ 716 h 1249"/>
                <a:gd name="T48" fmla="*/ 1049 w 1203"/>
                <a:gd name="T49" fmla="*/ 459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03" h="1249">
                  <a:moveTo>
                    <a:pt x="1049" y="459"/>
                  </a:moveTo>
                  <a:cubicBezTo>
                    <a:pt x="1051" y="436"/>
                    <a:pt x="1086" y="424"/>
                    <a:pt x="1099" y="382"/>
                  </a:cubicBezTo>
                  <a:cubicBezTo>
                    <a:pt x="1108" y="354"/>
                    <a:pt x="1117" y="197"/>
                    <a:pt x="1024" y="23"/>
                  </a:cubicBezTo>
                  <a:cubicBezTo>
                    <a:pt x="1020" y="15"/>
                    <a:pt x="1016" y="8"/>
                    <a:pt x="1011" y="0"/>
                  </a:cubicBezTo>
                  <a:cubicBezTo>
                    <a:pt x="1011" y="871"/>
                    <a:pt x="1011" y="871"/>
                    <a:pt x="1011" y="871"/>
                  </a:cubicBezTo>
                  <a:cubicBezTo>
                    <a:pt x="241" y="871"/>
                    <a:pt x="241" y="871"/>
                    <a:pt x="241" y="871"/>
                  </a:cubicBezTo>
                  <a:cubicBezTo>
                    <a:pt x="68" y="871"/>
                    <a:pt x="68" y="871"/>
                    <a:pt x="68" y="871"/>
                  </a:cubicBezTo>
                  <a:cubicBezTo>
                    <a:pt x="79" y="902"/>
                    <a:pt x="90" y="935"/>
                    <a:pt x="91" y="960"/>
                  </a:cubicBezTo>
                  <a:cubicBezTo>
                    <a:pt x="95" y="1129"/>
                    <a:pt x="63" y="1175"/>
                    <a:pt x="0" y="1249"/>
                  </a:cubicBezTo>
                  <a:cubicBezTo>
                    <a:pt x="758" y="1249"/>
                    <a:pt x="758" y="1249"/>
                    <a:pt x="758" y="1249"/>
                  </a:cubicBezTo>
                  <a:cubicBezTo>
                    <a:pt x="757" y="1248"/>
                    <a:pt x="755" y="1247"/>
                    <a:pt x="754" y="1245"/>
                  </a:cubicBezTo>
                  <a:cubicBezTo>
                    <a:pt x="737" y="1230"/>
                    <a:pt x="725" y="1212"/>
                    <a:pt x="725" y="1185"/>
                  </a:cubicBezTo>
                  <a:cubicBezTo>
                    <a:pt x="725" y="1168"/>
                    <a:pt x="730" y="1148"/>
                    <a:pt x="743" y="1123"/>
                  </a:cubicBezTo>
                  <a:cubicBezTo>
                    <a:pt x="745" y="1122"/>
                    <a:pt x="749" y="1121"/>
                    <a:pt x="754" y="1121"/>
                  </a:cubicBezTo>
                  <a:cubicBezTo>
                    <a:pt x="786" y="1118"/>
                    <a:pt x="862" y="1137"/>
                    <a:pt x="921" y="1145"/>
                  </a:cubicBezTo>
                  <a:cubicBezTo>
                    <a:pt x="958" y="1149"/>
                    <a:pt x="987" y="1150"/>
                    <a:pt x="1011" y="1138"/>
                  </a:cubicBezTo>
                  <a:cubicBezTo>
                    <a:pt x="1012" y="1138"/>
                    <a:pt x="1012" y="1138"/>
                    <a:pt x="1012" y="1138"/>
                  </a:cubicBezTo>
                  <a:cubicBezTo>
                    <a:pt x="1012" y="1138"/>
                    <a:pt x="1012" y="1138"/>
                    <a:pt x="1012" y="1138"/>
                  </a:cubicBezTo>
                  <a:cubicBezTo>
                    <a:pt x="1031" y="1128"/>
                    <a:pt x="1047" y="1109"/>
                    <a:pt x="1058" y="1079"/>
                  </a:cubicBezTo>
                  <a:cubicBezTo>
                    <a:pt x="1071" y="1046"/>
                    <a:pt x="1030" y="981"/>
                    <a:pt x="1050" y="966"/>
                  </a:cubicBezTo>
                  <a:cubicBezTo>
                    <a:pt x="1127" y="906"/>
                    <a:pt x="1053" y="902"/>
                    <a:pt x="1047" y="902"/>
                  </a:cubicBezTo>
                  <a:cubicBezTo>
                    <a:pt x="1053" y="902"/>
                    <a:pt x="1133" y="903"/>
                    <a:pt x="1098" y="843"/>
                  </a:cubicBezTo>
                  <a:cubicBezTo>
                    <a:pt x="1071" y="799"/>
                    <a:pt x="1089" y="771"/>
                    <a:pt x="1089" y="771"/>
                  </a:cubicBezTo>
                  <a:cubicBezTo>
                    <a:pt x="1089" y="771"/>
                    <a:pt x="1186" y="752"/>
                    <a:pt x="1195" y="716"/>
                  </a:cubicBezTo>
                  <a:cubicBezTo>
                    <a:pt x="1203" y="681"/>
                    <a:pt x="1042" y="533"/>
                    <a:pt x="1049" y="459"/>
                  </a:cubicBez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9" name="Freeform 48">
              <a:extLst>
                <a:ext uri="{FF2B5EF4-FFF2-40B4-BE49-F238E27FC236}">
                  <a16:creationId xmlns:a16="http://schemas.microsoft.com/office/drawing/2014/main" id="{C09D0EA4-2891-4282-BA5E-D26C6A0DF349}"/>
                </a:ext>
              </a:extLst>
            </p:cNvPr>
            <p:cNvSpPr>
              <a:spLocks/>
            </p:cNvSpPr>
            <p:nvPr/>
          </p:nvSpPr>
          <p:spPr bwMode="auto">
            <a:xfrm>
              <a:off x="3824288" y="5222875"/>
              <a:ext cx="477838" cy="1635125"/>
            </a:xfrm>
            <a:custGeom>
              <a:avLst/>
              <a:gdLst>
                <a:gd name="T0" fmla="*/ 76 w 119"/>
                <a:gd name="T1" fmla="*/ 29 h 407"/>
                <a:gd name="T2" fmla="*/ 76 w 119"/>
                <a:gd name="T3" fmla="*/ 29 h 407"/>
                <a:gd name="T4" fmla="*/ 47 w 119"/>
                <a:gd name="T5" fmla="*/ 0 h 407"/>
                <a:gd name="T6" fmla="*/ 0 w 119"/>
                <a:gd name="T7" fmla="*/ 407 h 407"/>
                <a:gd name="T8" fmla="*/ 8 w 119"/>
                <a:gd name="T9" fmla="*/ 407 h 407"/>
                <a:gd name="T10" fmla="*/ 99 w 119"/>
                <a:gd name="T11" fmla="*/ 118 h 407"/>
                <a:gd name="T12" fmla="*/ 76 w 119"/>
                <a:gd name="T13" fmla="*/ 29 h 407"/>
              </a:gdLst>
              <a:ahLst/>
              <a:cxnLst>
                <a:cxn ang="0">
                  <a:pos x="T0" y="T1"/>
                </a:cxn>
                <a:cxn ang="0">
                  <a:pos x="T2" y="T3"/>
                </a:cxn>
                <a:cxn ang="0">
                  <a:pos x="T4" y="T5"/>
                </a:cxn>
                <a:cxn ang="0">
                  <a:pos x="T6" y="T7"/>
                </a:cxn>
                <a:cxn ang="0">
                  <a:pos x="T8" y="T9"/>
                </a:cxn>
                <a:cxn ang="0">
                  <a:pos x="T10" y="T11"/>
                </a:cxn>
                <a:cxn ang="0">
                  <a:pos x="T12" y="T13"/>
                </a:cxn>
              </a:cxnLst>
              <a:rect l="0" t="0" r="r" b="b"/>
              <a:pathLst>
                <a:path w="119" h="407">
                  <a:moveTo>
                    <a:pt x="76" y="29"/>
                  </a:moveTo>
                  <a:cubicBezTo>
                    <a:pt x="76" y="29"/>
                    <a:pt x="76" y="29"/>
                    <a:pt x="76" y="29"/>
                  </a:cubicBezTo>
                  <a:cubicBezTo>
                    <a:pt x="47" y="0"/>
                    <a:pt x="47" y="0"/>
                    <a:pt x="47" y="0"/>
                  </a:cubicBezTo>
                  <a:cubicBezTo>
                    <a:pt x="88" y="95"/>
                    <a:pt x="119" y="280"/>
                    <a:pt x="0" y="407"/>
                  </a:cubicBezTo>
                  <a:cubicBezTo>
                    <a:pt x="8" y="407"/>
                    <a:pt x="8" y="407"/>
                    <a:pt x="8" y="407"/>
                  </a:cubicBezTo>
                  <a:cubicBezTo>
                    <a:pt x="71" y="333"/>
                    <a:pt x="103" y="287"/>
                    <a:pt x="99" y="118"/>
                  </a:cubicBezTo>
                  <a:cubicBezTo>
                    <a:pt x="98" y="93"/>
                    <a:pt x="87" y="60"/>
                    <a:pt x="76" y="29"/>
                  </a:cubicBez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6" name="Group 75">
            <a:extLst>
              <a:ext uri="{FF2B5EF4-FFF2-40B4-BE49-F238E27FC236}">
                <a16:creationId xmlns:a16="http://schemas.microsoft.com/office/drawing/2014/main" id="{DCE23586-B8F2-48FE-AA75-BED0B17E8EC5}"/>
              </a:ext>
            </a:extLst>
          </p:cNvPr>
          <p:cNvGrpSpPr/>
          <p:nvPr/>
        </p:nvGrpSpPr>
        <p:grpSpPr>
          <a:xfrm>
            <a:off x="6764338" y="1714500"/>
            <a:ext cx="1154113" cy="3624263"/>
            <a:chOff x="6764338" y="1714500"/>
            <a:chExt cx="1154113" cy="3624263"/>
          </a:xfrm>
        </p:grpSpPr>
        <p:sp>
          <p:nvSpPr>
            <p:cNvPr id="52" name="Rectangle 51">
              <a:extLst>
                <a:ext uri="{FF2B5EF4-FFF2-40B4-BE49-F238E27FC236}">
                  <a16:creationId xmlns:a16="http://schemas.microsoft.com/office/drawing/2014/main" id="{82BC72A6-9C8F-4EC7-BA3C-67EBB77936ED}"/>
                </a:ext>
              </a:extLst>
            </p:cNvPr>
            <p:cNvSpPr>
              <a:spLocks noChangeArrowheads="1"/>
            </p:cNvSpPr>
            <p:nvPr/>
          </p:nvSpPr>
          <p:spPr bwMode="auto">
            <a:xfrm>
              <a:off x="6881813" y="1830388"/>
              <a:ext cx="1036638" cy="3508375"/>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54" name="Freeform 53">
              <a:extLst>
                <a:ext uri="{FF2B5EF4-FFF2-40B4-BE49-F238E27FC236}">
                  <a16:creationId xmlns:a16="http://schemas.microsoft.com/office/drawing/2014/main" id="{246FE754-165B-4FF4-875A-D9EABAEBF4C9}"/>
                </a:ext>
              </a:extLst>
            </p:cNvPr>
            <p:cNvSpPr>
              <a:spLocks/>
            </p:cNvSpPr>
            <p:nvPr/>
          </p:nvSpPr>
          <p:spPr bwMode="auto">
            <a:xfrm>
              <a:off x="6764338" y="1714500"/>
              <a:ext cx="1154113" cy="115888"/>
            </a:xfrm>
            <a:custGeom>
              <a:avLst/>
              <a:gdLst>
                <a:gd name="T0" fmla="*/ 727 w 727"/>
                <a:gd name="T1" fmla="*/ 73 h 73"/>
                <a:gd name="T2" fmla="*/ 656 w 727"/>
                <a:gd name="T3" fmla="*/ 0 h 73"/>
                <a:gd name="T4" fmla="*/ 0 w 727"/>
                <a:gd name="T5" fmla="*/ 0 h 73"/>
                <a:gd name="T6" fmla="*/ 74 w 727"/>
                <a:gd name="T7" fmla="*/ 73 h 73"/>
                <a:gd name="T8" fmla="*/ 727 w 727"/>
                <a:gd name="T9" fmla="*/ 73 h 73"/>
              </a:gdLst>
              <a:ahLst/>
              <a:cxnLst>
                <a:cxn ang="0">
                  <a:pos x="T0" y="T1"/>
                </a:cxn>
                <a:cxn ang="0">
                  <a:pos x="T2" y="T3"/>
                </a:cxn>
                <a:cxn ang="0">
                  <a:pos x="T4" y="T5"/>
                </a:cxn>
                <a:cxn ang="0">
                  <a:pos x="T6" y="T7"/>
                </a:cxn>
                <a:cxn ang="0">
                  <a:pos x="T8" y="T9"/>
                </a:cxn>
              </a:cxnLst>
              <a:rect l="0" t="0" r="r" b="b"/>
              <a:pathLst>
                <a:path w="727" h="73">
                  <a:moveTo>
                    <a:pt x="727" y="73"/>
                  </a:moveTo>
                  <a:lnTo>
                    <a:pt x="656" y="0"/>
                  </a:lnTo>
                  <a:lnTo>
                    <a:pt x="0" y="0"/>
                  </a:lnTo>
                  <a:lnTo>
                    <a:pt x="74" y="73"/>
                  </a:lnTo>
                  <a:lnTo>
                    <a:pt x="727" y="73"/>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5" name="Freeform 54">
              <a:extLst>
                <a:ext uri="{FF2B5EF4-FFF2-40B4-BE49-F238E27FC236}">
                  <a16:creationId xmlns:a16="http://schemas.microsoft.com/office/drawing/2014/main" id="{19E95834-BC90-41D2-98A4-C5BB7D77E023}"/>
                </a:ext>
              </a:extLst>
            </p:cNvPr>
            <p:cNvSpPr>
              <a:spLocks/>
            </p:cNvSpPr>
            <p:nvPr/>
          </p:nvSpPr>
          <p:spPr bwMode="auto">
            <a:xfrm>
              <a:off x="6764338" y="1714500"/>
              <a:ext cx="117475" cy="517525"/>
            </a:xfrm>
            <a:custGeom>
              <a:avLst/>
              <a:gdLst>
                <a:gd name="T0" fmla="*/ 74 w 74"/>
                <a:gd name="T1" fmla="*/ 326 h 326"/>
                <a:gd name="T2" fmla="*/ 74 w 74"/>
                <a:gd name="T3" fmla="*/ 73 h 326"/>
                <a:gd name="T4" fmla="*/ 0 w 74"/>
                <a:gd name="T5" fmla="*/ 0 h 326"/>
                <a:gd name="T6" fmla="*/ 0 w 74"/>
                <a:gd name="T7" fmla="*/ 253 h 326"/>
                <a:gd name="T8" fmla="*/ 74 w 74"/>
                <a:gd name="T9" fmla="*/ 326 h 326"/>
              </a:gdLst>
              <a:ahLst/>
              <a:cxnLst>
                <a:cxn ang="0">
                  <a:pos x="T0" y="T1"/>
                </a:cxn>
                <a:cxn ang="0">
                  <a:pos x="T2" y="T3"/>
                </a:cxn>
                <a:cxn ang="0">
                  <a:pos x="T4" y="T5"/>
                </a:cxn>
                <a:cxn ang="0">
                  <a:pos x="T6" y="T7"/>
                </a:cxn>
                <a:cxn ang="0">
                  <a:pos x="T8" y="T9"/>
                </a:cxn>
              </a:cxnLst>
              <a:rect l="0" t="0" r="r" b="b"/>
              <a:pathLst>
                <a:path w="74" h="326">
                  <a:moveTo>
                    <a:pt x="74" y="326"/>
                  </a:moveTo>
                  <a:lnTo>
                    <a:pt x="74" y="73"/>
                  </a:lnTo>
                  <a:lnTo>
                    <a:pt x="0" y="0"/>
                  </a:lnTo>
                  <a:lnTo>
                    <a:pt x="0" y="253"/>
                  </a:lnTo>
                  <a:lnTo>
                    <a:pt x="74" y="326"/>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5" name="Group 74">
            <a:extLst>
              <a:ext uri="{FF2B5EF4-FFF2-40B4-BE49-F238E27FC236}">
                <a16:creationId xmlns:a16="http://schemas.microsoft.com/office/drawing/2014/main" id="{47047BFB-7197-46FC-BA52-37D96AEBEC7D}"/>
              </a:ext>
            </a:extLst>
          </p:cNvPr>
          <p:cNvGrpSpPr/>
          <p:nvPr/>
        </p:nvGrpSpPr>
        <p:grpSpPr>
          <a:xfrm>
            <a:off x="5735638" y="2116138"/>
            <a:ext cx="1146175" cy="3222625"/>
            <a:chOff x="5735638" y="2116138"/>
            <a:chExt cx="1146175" cy="3222625"/>
          </a:xfrm>
        </p:grpSpPr>
        <p:sp>
          <p:nvSpPr>
            <p:cNvPr id="53" name="Rectangle 52">
              <a:extLst>
                <a:ext uri="{FF2B5EF4-FFF2-40B4-BE49-F238E27FC236}">
                  <a16:creationId xmlns:a16="http://schemas.microsoft.com/office/drawing/2014/main" id="{B3C75D10-DF23-4D31-B735-876069222D72}"/>
                </a:ext>
              </a:extLst>
            </p:cNvPr>
            <p:cNvSpPr>
              <a:spLocks noChangeArrowheads="1"/>
            </p:cNvSpPr>
            <p:nvPr/>
          </p:nvSpPr>
          <p:spPr bwMode="auto">
            <a:xfrm>
              <a:off x="5853113" y="2232025"/>
              <a:ext cx="1028700" cy="3106738"/>
            </a:xfrm>
            <a:prstGeom prst="rect">
              <a:avLst/>
            </a:prstGeom>
            <a:gradFill flip="none" rotWithShape="1">
              <a:gsLst>
                <a:gs pos="0">
                  <a:schemeClr val="accent3">
                    <a:lumMod val="50000"/>
                  </a:schemeClr>
                </a:gs>
                <a:gs pos="100000">
                  <a:schemeClr val="accent3"/>
                </a:gs>
                <a:gs pos="9000">
                  <a:schemeClr val="accent3">
                    <a:lumMod val="75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6" name="Freeform 55">
              <a:extLst>
                <a:ext uri="{FF2B5EF4-FFF2-40B4-BE49-F238E27FC236}">
                  <a16:creationId xmlns:a16="http://schemas.microsoft.com/office/drawing/2014/main" id="{E6915954-D667-4C2F-A52A-07944931D09E}"/>
                </a:ext>
              </a:extLst>
            </p:cNvPr>
            <p:cNvSpPr>
              <a:spLocks/>
            </p:cNvSpPr>
            <p:nvPr/>
          </p:nvSpPr>
          <p:spPr bwMode="auto">
            <a:xfrm>
              <a:off x="5735638" y="2116138"/>
              <a:ext cx="1146175" cy="115888"/>
            </a:xfrm>
            <a:custGeom>
              <a:avLst/>
              <a:gdLst>
                <a:gd name="T0" fmla="*/ 722 w 722"/>
                <a:gd name="T1" fmla="*/ 73 h 73"/>
                <a:gd name="T2" fmla="*/ 648 w 722"/>
                <a:gd name="T3" fmla="*/ 0 h 73"/>
                <a:gd name="T4" fmla="*/ 0 w 722"/>
                <a:gd name="T5" fmla="*/ 0 h 73"/>
                <a:gd name="T6" fmla="*/ 74 w 722"/>
                <a:gd name="T7" fmla="*/ 73 h 73"/>
                <a:gd name="T8" fmla="*/ 722 w 722"/>
                <a:gd name="T9" fmla="*/ 73 h 73"/>
              </a:gdLst>
              <a:ahLst/>
              <a:cxnLst>
                <a:cxn ang="0">
                  <a:pos x="T0" y="T1"/>
                </a:cxn>
                <a:cxn ang="0">
                  <a:pos x="T2" y="T3"/>
                </a:cxn>
                <a:cxn ang="0">
                  <a:pos x="T4" y="T5"/>
                </a:cxn>
                <a:cxn ang="0">
                  <a:pos x="T6" y="T7"/>
                </a:cxn>
                <a:cxn ang="0">
                  <a:pos x="T8" y="T9"/>
                </a:cxn>
              </a:cxnLst>
              <a:rect l="0" t="0" r="r" b="b"/>
              <a:pathLst>
                <a:path w="722" h="73">
                  <a:moveTo>
                    <a:pt x="722" y="73"/>
                  </a:moveTo>
                  <a:lnTo>
                    <a:pt x="648" y="0"/>
                  </a:lnTo>
                  <a:lnTo>
                    <a:pt x="0" y="0"/>
                  </a:lnTo>
                  <a:lnTo>
                    <a:pt x="74" y="73"/>
                  </a:lnTo>
                  <a:lnTo>
                    <a:pt x="722" y="73"/>
                  </a:lnTo>
                  <a:close/>
                </a:path>
              </a:pathLst>
            </a:custGeom>
            <a:gradFill flip="none" rotWithShape="1">
              <a:gsLst>
                <a:gs pos="0">
                  <a:schemeClr val="accent3">
                    <a:lumMod val="50000"/>
                  </a:schemeClr>
                </a:gs>
                <a:gs pos="18000">
                  <a:schemeClr val="accent3"/>
                </a:gs>
              </a:gsLst>
              <a:lin ang="8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7" name="Freeform 56">
              <a:extLst>
                <a:ext uri="{FF2B5EF4-FFF2-40B4-BE49-F238E27FC236}">
                  <a16:creationId xmlns:a16="http://schemas.microsoft.com/office/drawing/2014/main" id="{327EEA71-3DC7-4B5C-A749-4215AF88DD20}"/>
                </a:ext>
              </a:extLst>
            </p:cNvPr>
            <p:cNvSpPr>
              <a:spLocks/>
            </p:cNvSpPr>
            <p:nvPr/>
          </p:nvSpPr>
          <p:spPr bwMode="auto">
            <a:xfrm>
              <a:off x="5735638" y="2116138"/>
              <a:ext cx="117475" cy="527050"/>
            </a:xfrm>
            <a:custGeom>
              <a:avLst/>
              <a:gdLst>
                <a:gd name="T0" fmla="*/ 74 w 74"/>
                <a:gd name="T1" fmla="*/ 332 h 332"/>
                <a:gd name="T2" fmla="*/ 74 w 74"/>
                <a:gd name="T3" fmla="*/ 73 h 332"/>
                <a:gd name="T4" fmla="*/ 0 w 74"/>
                <a:gd name="T5" fmla="*/ 0 h 332"/>
                <a:gd name="T6" fmla="*/ 0 w 74"/>
                <a:gd name="T7" fmla="*/ 258 h 332"/>
                <a:gd name="T8" fmla="*/ 74 w 74"/>
                <a:gd name="T9" fmla="*/ 332 h 332"/>
              </a:gdLst>
              <a:ahLst/>
              <a:cxnLst>
                <a:cxn ang="0">
                  <a:pos x="T0" y="T1"/>
                </a:cxn>
                <a:cxn ang="0">
                  <a:pos x="T2" y="T3"/>
                </a:cxn>
                <a:cxn ang="0">
                  <a:pos x="T4" y="T5"/>
                </a:cxn>
                <a:cxn ang="0">
                  <a:pos x="T6" y="T7"/>
                </a:cxn>
                <a:cxn ang="0">
                  <a:pos x="T8" y="T9"/>
                </a:cxn>
              </a:cxnLst>
              <a:rect l="0" t="0" r="r" b="b"/>
              <a:pathLst>
                <a:path w="74" h="332">
                  <a:moveTo>
                    <a:pt x="74" y="332"/>
                  </a:moveTo>
                  <a:lnTo>
                    <a:pt x="74" y="73"/>
                  </a:lnTo>
                  <a:lnTo>
                    <a:pt x="0" y="0"/>
                  </a:lnTo>
                  <a:lnTo>
                    <a:pt x="0" y="258"/>
                  </a:lnTo>
                  <a:lnTo>
                    <a:pt x="74" y="33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4" name="Group 73">
            <a:extLst>
              <a:ext uri="{FF2B5EF4-FFF2-40B4-BE49-F238E27FC236}">
                <a16:creationId xmlns:a16="http://schemas.microsoft.com/office/drawing/2014/main" id="{E39B5E0E-6EC7-4314-9948-AA27618BECF8}"/>
              </a:ext>
            </a:extLst>
          </p:cNvPr>
          <p:cNvGrpSpPr/>
          <p:nvPr/>
        </p:nvGrpSpPr>
        <p:grpSpPr>
          <a:xfrm>
            <a:off x="4708525" y="2525713"/>
            <a:ext cx="1144588" cy="2813050"/>
            <a:chOff x="4708525" y="2525713"/>
            <a:chExt cx="1144588" cy="2813050"/>
          </a:xfrm>
        </p:grpSpPr>
        <p:sp>
          <p:nvSpPr>
            <p:cNvPr id="51" name="Rectangle 50">
              <a:extLst>
                <a:ext uri="{FF2B5EF4-FFF2-40B4-BE49-F238E27FC236}">
                  <a16:creationId xmlns:a16="http://schemas.microsoft.com/office/drawing/2014/main" id="{6ABCCF0E-41E4-489B-89B2-6E78A57EA5D5}"/>
                </a:ext>
              </a:extLst>
            </p:cNvPr>
            <p:cNvSpPr>
              <a:spLocks noChangeArrowheads="1"/>
            </p:cNvSpPr>
            <p:nvPr/>
          </p:nvSpPr>
          <p:spPr bwMode="auto">
            <a:xfrm>
              <a:off x="4819650" y="2643188"/>
              <a:ext cx="1033463" cy="2695575"/>
            </a:xfrm>
            <a:prstGeom prst="rect">
              <a:avLst/>
            </a:prstGeom>
            <a:gradFill flip="none" rotWithShape="1">
              <a:gsLst>
                <a:gs pos="0">
                  <a:schemeClr val="accent2">
                    <a:lumMod val="75000"/>
                  </a:schemeClr>
                </a:gs>
                <a:gs pos="100000">
                  <a:schemeClr val="accent2"/>
                </a:gs>
                <a:gs pos="9000">
                  <a:schemeClr val="accent2"/>
                </a:gs>
              </a:gsLst>
              <a:lin ang="108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8" name="Freeform 57">
              <a:extLst>
                <a:ext uri="{FF2B5EF4-FFF2-40B4-BE49-F238E27FC236}">
                  <a16:creationId xmlns:a16="http://schemas.microsoft.com/office/drawing/2014/main" id="{321C79A1-CDD7-4004-9549-7503AD4747F3}"/>
                </a:ext>
              </a:extLst>
            </p:cNvPr>
            <p:cNvSpPr>
              <a:spLocks/>
            </p:cNvSpPr>
            <p:nvPr/>
          </p:nvSpPr>
          <p:spPr bwMode="auto">
            <a:xfrm>
              <a:off x="4708525" y="2525713"/>
              <a:ext cx="1144588" cy="117475"/>
            </a:xfrm>
            <a:custGeom>
              <a:avLst/>
              <a:gdLst>
                <a:gd name="T0" fmla="*/ 721 w 721"/>
                <a:gd name="T1" fmla="*/ 74 h 74"/>
                <a:gd name="T2" fmla="*/ 647 w 721"/>
                <a:gd name="T3" fmla="*/ 0 h 74"/>
                <a:gd name="T4" fmla="*/ 0 w 721"/>
                <a:gd name="T5" fmla="*/ 0 h 74"/>
                <a:gd name="T6" fmla="*/ 70 w 721"/>
                <a:gd name="T7" fmla="*/ 74 h 74"/>
                <a:gd name="T8" fmla="*/ 721 w 721"/>
                <a:gd name="T9" fmla="*/ 74 h 74"/>
              </a:gdLst>
              <a:ahLst/>
              <a:cxnLst>
                <a:cxn ang="0">
                  <a:pos x="T0" y="T1"/>
                </a:cxn>
                <a:cxn ang="0">
                  <a:pos x="T2" y="T3"/>
                </a:cxn>
                <a:cxn ang="0">
                  <a:pos x="T4" y="T5"/>
                </a:cxn>
                <a:cxn ang="0">
                  <a:pos x="T6" y="T7"/>
                </a:cxn>
                <a:cxn ang="0">
                  <a:pos x="T8" y="T9"/>
                </a:cxn>
              </a:cxnLst>
              <a:rect l="0" t="0" r="r" b="b"/>
              <a:pathLst>
                <a:path w="721" h="74">
                  <a:moveTo>
                    <a:pt x="721" y="74"/>
                  </a:moveTo>
                  <a:lnTo>
                    <a:pt x="647" y="0"/>
                  </a:lnTo>
                  <a:lnTo>
                    <a:pt x="0" y="0"/>
                  </a:lnTo>
                  <a:lnTo>
                    <a:pt x="70" y="74"/>
                  </a:lnTo>
                  <a:lnTo>
                    <a:pt x="721" y="74"/>
                  </a:lnTo>
                  <a:close/>
                </a:path>
              </a:pathLst>
            </a:custGeom>
            <a:gradFill flip="none" rotWithShape="1">
              <a:gsLst>
                <a:gs pos="0">
                  <a:schemeClr val="accent2">
                    <a:lumMod val="75000"/>
                  </a:schemeClr>
                </a:gs>
                <a:gs pos="17000">
                  <a:schemeClr val="accent2"/>
                </a:gs>
              </a:gsLst>
              <a:lin ang="8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9" name="Freeform 58">
              <a:extLst>
                <a:ext uri="{FF2B5EF4-FFF2-40B4-BE49-F238E27FC236}">
                  <a16:creationId xmlns:a16="http://schemas.microsoft.com/office/drawing/2014/main" id="{0732EB07-8C31-4A70-AE60-9C378597C00A}"/>
                </a:ext>
              </a:extLst>
            </p:cNvPr>
            <p:cNvSpPr>
              <a:spLocks/>
            </p:cNvSpPr>
            <p:nvPr/>
          </p:nvSpPr>
          <p:spPr bwMode="auto">
            <a:xfrm>
              <a:off x="4708525" y="2525713"/>
              <a:ext cx="111125" cy="519113"/>
            </a:xfrm>
            <a:custGeom>
              <a:avLst/>
              <a:gdLst>
                <a:gd name="T0" fmla="*/ 70 w 70"/>
                <a:gd name="T1" fmla="*/ 327 h 327"/>
                <a:gd name="T2" fmla="*/ 70 w 70"/>
                <a:gd name="T3" fmla="*/ 74 h 327"/>
                <a:gd name="T4" fmla="*/ 0 w 70"/>
                <a:gd name="T5" fmla="*/ 0 h 327"/>
                <a:gd name="T6" fmla="*/ 0 w 70"/>
                <a:gd name="T7" fmla="*/ 253 h 327"/>
                <a:gd name="T8" fmla="*/ 70 w 70"/>
                <a:gd name="T9" fmla="*/ 327 h 327"/>
              </a:gdLst>
              <a:ahLst/>
              <a:cxnLst>
                <a:cxn ang="0">
                  <a:pos x="T0" y="T1"/>
                </a:cxn>
                <a:cxn ang="0">
                  <a:pos x="T2" y="T3"/>
                </a:cxn>
                <a:cxn ang="0">
                  <a:pos x="T4" y="T5"/>
                </a:cxn>
                <a:cxn ang="0">
                  <a:pos x="T6" y="T7"/>
                </a:cxn>
                <a:cxn ang="0">
                  <a:pos x="T8" y="T9"/>
                </a:cxn>
              </a:cxnLst>
              <a:rect l="0" t="0" r="r" b="b"/>
              <a:pathLst>
                <a:path w="70" h="327">
                  <a:moveTo>
                    <a:pt x="70" y="327"/>
                  </a:moveTo>
                  <a:lnTo>
                    <a:pt x="70" y="74"/>
                  </a:lnTo>
                  <a:lnTo>
                    <a:pt x="0" y="0"/>
                  </a:lnTo>
                  <a:lnTo>
                    <a:pt x="0" y="253"/>
                  </a:lnTo>
                  <a:lnTo>
                    <a:pt x="70" y="327"/>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3" name="Group 72">
            <a:extLst>
              <a:ext uri="{FF2B5EF4-FFF2-40B4-BE49-F238E27FC236}">
                <a16:creationId xmlns:a16="http://schemas.microsoft.com/office/drawing/2014/main" id="{300CDEBC-6230-4A48-A85B-76B548CD82D9}"/>
              </a:ext>
            </a:extLst>
          </p:cNvPr>
          <p:cNvGrpSpPr/>
          <p:nvPr/>
        </p:nvGrpSpPr>
        <p:grpSpPr>
          <a:xfrm>
            <a:off x="3635375" y="2927350"/>
            <a:ext cx="1184276" cy="2411413"/>
            <a:chOff x="3635375" y="2927350"/>
            <a:chExt cx="1184276" cy="2411413"/>
          </a:xfrm>
        </p:grpSpPr>
        <p:sp>
          <p:nvSpPr>
            <p:cNvPr id="50" name="Freeform 49">
              <a:extLst>
                <a:ext uri="{FF2B5EF4-FFF2-40B4-BE49-F238E27FC236}">
                  <a16:creationId xmlns:a16="http://schemas.microsoft.com/office/drawing/2014/main" id="{45B58F28-585C-4B4D-B0A0-6E749DFEFE33}"/>
                </a:ext>
              </a:extLst>
            </p:cNvPr>
            <p:cNvSpPr>
              <a:spLocks/>
            </p:cNvSpPr>
            <p:nvPr/>
          </p:nvSpPr>
          <p:spPr bwMode="auto">
            <a:xfrm>
              <a:off x="3751263" y="3044825"/>
              <a:ext cx="1068388" cy="2293938"/>
            </a:xfrm>
            <a:custGeom>
              <a:avLst/>
              <a:gdLst>
                <a:gd name="T0" fmla="*/ 266 w 266"/>
                <a:gd name="T1" fmla="*/ 0 h 571"/>
                <a:gd name="T2" fmla="*/ 1 w 266"/>
                <a:gd name="T3" fmla="*/ 0 h 571"/>
                <a:gd name="T4" fmla="*/ 1 w 266"/>
                <a:gd name="T5" fmla="*/ 18 h 571"/>
                <a:gd name="T6" fmla="*/ 94 w 266"/>
                <a:gd name="T7" fmla="*/ 571 h 571"/>
                <a:gd name="T8" fmla="*/ 266 w 266"/>
                <a:gd name="T9" fmla="*/ 571 h 571"/>
                <a:gd name="T10" fmla="*/ 266 w 266"/>
                <a:gd name="T11" fmla="*/ 0 h 571"/>
              </a:gdLst>
              <a:ahLst/>
              <a:cxnLst>
                <a:cxn ang="0">
                  <a:pos x="T0" y="T1"/>
                </a:cxn>
                <a:cxn ang="0">
                  <a:pos x="T2" y="T3"/>
                </a:cxn>
                <a:cxn ang="0">
                  <a:pos x="T4" y="T5"/>
                </a:cxn>
                <a:cxn ang="0">
                  <a:pos x="T6" y="T7"/>
                </a:cxn>
                <a:cxn ang="0">
                  <a:pos x="T8" y="T9"/>
                </a:cxn>
                <a:cxn ang="0">
                  <a:pos x="T10" y="T11"/>
                </a:cxn>
              </a:cxnLst>
              <a:rect l="0" t="0" r="r" b="b"/>
              <a:pathLst>
                <a:path w="266" h="571">
                  <a:moveTo>
                    <a:pt x="266" y="0"/>
                  </a:moveTo>
                  <a:cubicBezTo>
                    <a:pt x="1" y="0"/>
                    <a:pt x="1" y="0"/>
                    <a:pt x="1" y="0"/>
                  </a:cubicBezTo>
                  <a:cubicBezTo>
                    <a:pt x="1" y="6"/>
                    <a:pt x="1" y="12"/>
                    <a:pt x="1" y="18"/>
                  </a:cubicBezTo>
                  <a:cubicBezTo>
                    <a:pt x="0" y="288"/>
                    <a:pt x="48" y="454"/>
                    <a:pt x="94" y="571"/>
                  </a:cubicBezTo>
                  <a:cubicBezTo>
                    <a:pt x="266" y="571"/>
                    <a:pt x="266" y="571"/>
                    <a:pt x="266" y="571"/>
                  </a:cubicBezTo>
                  <a:lnTo>
                    <a:pt x="266" y="0"/>
                  </a:lnTo>
                  <a:close/>
                </a:path>
              </a:pathLst>
            </a:custGeom>
            <a:gradFill flip="none" rotWithShape="1">
              <a:gsLst>
                <a:gs pos="0">
                  <a:schemeClr val="accent1">
                    <a:lumMod val="50000"/>
                  </a:schemeClr>
                </a:gs>
                <a:gs pos="100000">
                  <a:schemeClr val="accent1"/>
                </a:gs>
                <a:gs pos="11000">
                  <a:schemeClr val="accent1">
                    <a:lumMod val="75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0" name="Freeform 59">
              <a:extLst>
                <a:ext uri="{FF2B5EF4-FFF2-40B4-BE49-F238E27FC236}">
                  <a16:creationId xmlns:a16="http://schemas.microsoft.com/office/drawing/2014/main" id="{9294E656-AA8C-44EB-A2C2-4916CE16B280}"/>
                </a:ext>
              </a:extLst>
            </p:cNvPr>
            <p:cNvSpPr>
              <a:spLocks/>
            </p:cNvSpPr>
            <p:nvPr/>
          </p:nvSpPr>
          <p:spPr bwMode="auto">
            <a:xfrm>
              <a:off x="3643313" y="2927350"/>
              <a:ext cx="1176338" cy="117475"/>
            </a:xfrm>
            <a:custGeom>
              <a:avLst/>
              <a:gdLst>
                <a:gd name="T0" fmla="*/ 741 w 741"/>
                <a:gd name="T1" fmla="*/ 74 h 74"/>
                <a:gd name="T2" fmla="*/ 671 w 741"/>
                <a:gd name="T3" fmla="*/ 0 h 74"/>
                <a:gd name="T4" fmla="*/ 0 w 741"/>
                <a:gd name="T5" fmla="*/ 0 h 74"/>
                <a:gd name="T6" fmla="*/ 71 w 741"/>
                <a:gd name="T7" fmla="*/ 74 h 74"/>
                <a:gd name="T8" fmla="*/ 741 w 741"/>
                <a:gd name="T9" fmla="*/ 74 h 74"/>
              </a:gdLst>
              <a:ahLst/>
              <a:cxnLst>
                <a:cxn ang="0">
                  <a:pos x="T0" y="T1"/>
                </a:cxn>
                <a:cxn ang="0">
                  <a:pos x="T2" y="T3"/>
                </a:cxn>
                <a:cxn ang="0">
                  <a:pos x="T4" y="T5"/>
                </a:cxn>
                <a:cxn ang="0">
                  <a:pos x="T6" y="T7"/>
                </a:cxn>
                <a:cxn ang="0">
                  <a:pos x="T8" y="T9"/>
                </a:cxn>
              </a:cxnLst>
              <a:rect l="0" t="0" r="r" b="b"/>
              <a:pathLst>
                <a:path w="741" h="74">
                  <a:moveTo>
                    <a:pt x="741" y="74"/>
                  </a:moveTo>
                  <a:lnTo>
                    <a:pt x="671" y="0"/>
                  </a:lnTo>
                  <a:lnTo>
                    <a:pt x="0" y="0"/>
                  </a:lnTo>
                  <a:lnTo>
                    <a:pt x="71" y="74"/>
                  </a:lnTo>
                  <a:lnTo>
                    <a:pt x="741" y="74"/>
                  </a:lnTo>
                  <a:close/>
                </a:path>
              </a:pathLst>
            </a:custGeom>
            <a:gradFill flip="none" rotWithShape="1">
              <a:gsLst>
                <a:gs pos="0">
                  <a:schemeClr val="accent1">
                    <a:lumMod val="50000"/>
                  </a:schemeClr>
                </a:gs>
                <a:gs pos="21000">
                  <a:schemeClr val="accent1">
                    <a:shade val="100000"/>
                    <a:satMod val="115000"/>
                  </a:schemeClr>
                </a:gs>
              </a:gsLst>
              <a:lin ang="8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1" name="Freeform 60">
              <a:extLst>
                <a:ext uri="{FF2B5EF4-FFF2-40B4-BE49-F238E27FC236}">
                  <a16:creationId xmlns:a16="http://schemas.microsoft.com/office/drawing/2014/main" id="{7711D11B-3885-4B99-A4E4-AB3F4ABDD2ED}"/>
                </a:ext>
              </a:extLst>
            </p:cNvPr>
            <p:cNvSpPr>
              <a:spLocks/>
            </p:cNvSpPr>
            <p:nvPr/>
          </p:nvSpPr>
          <p:spPr bwMode="auto">
            <a:xfrm>
              <a:off x="3635375" y="2927350"/>
              <a:ext cx="493713" cy="2411413"/>
            </a:xfrm>
            <a:custGeom>
              <a:avLst/>
              <a:gdLst>
                <a:gd name="T0" fmla="*/ 30 w 123"/>
                <a:gd name="T1" fmla="*/ 47 h 600"/>
                <a:gd name="T2" fmla="*/ 30 w 123"/>
                <a:gd name="T3" fmla="*/ 29 h 600"/>
                <a:gd name="T4" fmla="*/ 2 w 123"/>
                <a:gd name="T5" fmla="*/ 0 h 600"/>
                <a:gd name="T6" fmla="*/ 1 w 123"/>
                <a:gd name="T7" fmla="*/ 18 h 600"/>
                <a:gd name="T8" fmla="*/ 94 w 123"/>
                <a:gd name="T9" fmla="*/ 571 h 600"/>
                <a:gd name="T10" fmla="*/ 123 w 123"/>
                <a:gd name="T11" fmla="*/ 600 h 600"/>
                <a:gd name="T12" fmla="*/ 30 w 123"/>
                <a:gd name="T13" fmla="*/ 47 h 600"/>
              </a:gdLst>
              <a:ahLst/>
              <a:cxnLst>
                <a:cxn ang="0">
                  <a:pos x="T0" y="T1"/>
                </a:cxn>
                <a:cxn ang="0">
                  <a:pos x="T2" y="T3"/>
                </a:cxn>
                <a:cxn ang="0">
                  <a:pos x="T4" y="T5"/>
                </a:cxn>
                <a:cxn ang="0">
                  <a:pos x="T6" y="T7"/>
                </a:cxn>
                <a:cxn ang="0">
                  <a:pos x="T8" y="T9"/>
                </a:cxn>
                <a:cxn ang="0">
                  <a:pos x="T10" y="T11"/>
                </a:cxn>
                <a:cxn ang="0">
                  <a:pos x="T12" y="T13"/>
                </a:cxn>
              </a:cxnLst>
              <a:rect l="0" t="0" r="r" b="b"/>
              <a:pathLst>
                <a:path w="123" h="600">
                  <a:moveTo>
                    <a:pt x="30" y="47"/>
                  </a:moveTo>
                  <a:cubicBezTo>
                    <a:pt x="30" y="41"/>
                    <a:pt x="30" y="35"/>
                    <a:pt x="30" y="29"/>
                  </a:cubicBezTo>
                  <a:cubicBezTo>
                    <a:pt x="2" y="0"/>
                    <a:pt x="2" y="0"/>
                    <a:pt x="2" y="0"/>
                  </a:cubicBezTo>
                  <a:cubicBezTo>
                    <a:pt x="1" y="6"/>
                    <a:pt x="1" y="12"/>
                    <a:pt x="1" y="18"/>
                  </a:cubicBezTo>
                  <a:cubicBezTo>
                    <a:pt x="0" y="288"/>
                    <a:pt x="49" y="453"/>
                    <a:pt x="94" y="571"/>
                  </a:cubicBezTo>
                  <a:cubicBezTo>
                    <a:pt x="123" y="600"/>
                    <a:pt x="123" y="600"/>
                    <a:pt x="123" y="600"/>
                  </a:cubicBezTo>
                  <a:cubicBezTo>
                    <a:pt x="77" y="483"/>
                    <a:pt x="29" y="317"/>
                    <a:pt x="30" y="47"/>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2" name="Freeform 61">
            <a:extLst>
              <a:ext uri="{FF2B5EF4-FFF2-40B4-BE49-F238E27FC236}">
                <a16:creationId xmlns:a16="http://schemas.microsoft.com/office/drawing/2014/main" id="{2E01DF6E-D608-4739-99CF-4E3A1547E30D}"/>
              </a:ext>
            </a:extLst>
          </p:cNvPr>
          <p:cNvSpPr>
            <a:spLocks/>
          </p:cNvSpPr>
          <p:nvPr/>
        </p:nvSpPr>
        <p:spPr bwMode="auto">
          <a:xfrm>
            <a:off x="4037013" y="5086350"/>
            <a:ext cx="3881438" cy="252413"/>
          </a:xfrm>
          <a:custGeom>
            <a:avLst/>
            <a:gdLst>
              <a:gd name="T0" fmla="*/ 0 w 966"/>
              <a:gd name="T1" fmla="*/ 0 h 63"/>
              <a:gd name="T2" fmla="*/ 23 w 966"/>
              <a:gd name="T3" fmla="*/ 63 h 63"/>
              <a:gd name="T4" fmla="*/ 195 w 966"/>
              <a:gd name="T5" fmla="*/ 63 h 63"/>
              <a:gd name="T6" fmla="*/ 452 w 966"/>
              <a:gd name="T7" fmla="*/ 63 h 63"/>
              <a:gd name="T8" fmla="*/ 708 w 966"/>
              <a:gd name="T9" fmla="*/ 63 h 63"/>
              <a:gd name="T10" fmla="*/ 966 w 966"/>
              <a:gd name="T11" fmla="*/ 63 h 63"/>
              <a:gd name="T12" fmla="*/ 966 w 966"/>
              <a:gd name="T13" fmla="*/ 0 h 63"/>
              <a:gd name="T14" fmla="*/ 0 w 966"/>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6" h="63">
                <a:moveTo>
                  <a:pt x="0" y="0"/>
                </a:moveTo>
                <a:cubicBezTo>
                  <a:pt x="9" y="25"/>
                  <a:pt x="15" y="42"/>
                  <a:pt x="23" y="63"/>
                </a:cubicBezTo>
                <a:cubicBezTo>
                  <a:pt x="195" y="63"/>
                  <a:pt x="195" y="63"/>
                  <a:pt x="195" y="63"/>
                </a:cubicBezTo>
                <a:cubicBezTo>
                  <a:pt x="452" y="63"/>
                  <a:pt x="452" y="63"/>
                  <a:pt x="452" y="63"/>
                </a:cubicBezTo>
                <a:cubicBezTo>
                  <a:pt x="708" y="63"/>
                  <a:pt x="708" y="63"/>
                  <a:pt x="708" y="63"/>
                </a:cubicBezTo>
                <a:cubicBezTo>
                  <a:pt x="966" y="63"/>
                  <a:pt x="966" y="63"/>
                  <a:pt x="966" y="63"/>
                </a:cubicBezTo>
                <a:cubicBezTo>
                  <a:pt x="966" y="0"/>
                  <a:pt x="966" y="0"/>
                  <a:pt x="966" y="0"/>
                </a:cubicBezTo>
                <a:lnTo>
                  <a:pt x="0" y="0"/>
                </a:lnTo>
                <a:close/>
              </a:path>
            </a:pathLst>
          </a:custGeom>
          <a:gradFill flip="none" rotWithShape="1">
            <a:gsLst>
              <a:gs pos="0">
                <a:schemeClr val="tx1">
                  <a:alpha val="44000"/>
                </a:schemeClr>
              </a:gs>
              <a:gs pos="56000">
                <a:schemeClr val="tx1">
                  <a:alpha val="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3" name="Rectangle 62">
            <a:extLst>
              <a:ext uri="{FF2B5EF4-FFF2-40B4-BE49-F238E27FC236}">
                <a16:creationId xmlns:a16="http://schemas.microsoft.com/office/drawing/2014/main" id="{9EA6AB86-4373-44DD-92C9-5E6BEB3552F3}"/>
              </a:ext>
            </a:extLst>
          </p:cNvPr>
          <p:cNvSpPr>
            <a:spLocks noChangeArrowheads="1"/>
          </p:cNvSpPr>
          <p:nvPr/>
        </p:nvSpPr>
        <p:spPr bwMode="auto">
          <a:xfrm>
            <a:off x="7073900" y="2249488"/>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04</a:t>
            </a:r>
            <a:endParaRPr kumimoji="0" lang="ru-UA" altLang="ru-UA" sz="1800" b="0" i="0" u="none" strike="noStrike" cap="none" normalizeH="0" baseline="0">
              <a:ln>
                <a:noFill/>
              </a:ln>
              <a:solidFill>
                <a:schemeClr val="bg2"/>
              </a:solidFill>
              <a:effectLst/>
            </a:endParaRPr>
          </a:p>
        </p:txBody>
      </p:sp>
      <p:sp>
        <p:nvSpPr>
          <p:cNvPr id="64" name="Rectangle 63">
            <a:extLst>
              <a:ext uri="{FF2B5EF4-FFF2-40B4-BE49-F238E27FC236}">
                <a16:creationId xmlns:a16="http://schemas.microsoft.com/office/drawing/2014/main" id="{E2D30A7C-05C0-4DB7-8CDA-D0469923BF2B}"/>
              </a:ext>
            </a:extLst>
          </p:cNvPr>
          <p:cNvSpPr>
            <a:spLocks noChangeArrowheads="1"/>
          </p:cNvSpPr>
          <p:nvPr/>
        </p:nvSpPr>
        <p:spPr bwMode="auto">
          <a:xfrm>
            <a:off x="6018213" y="2670175"/>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03</a:t>
            </a:r>
            <a:endParaRPr kumimoji="0" lang="ru-UA" altLang="ru-UA" sz="1800" b="0" i="0" u="none" strike="noStrike" cap="none" normalizeH="0" baseline="0">
              <a:ln>
                <a:noFill/>
              </a:ln>
              <a:solidFill>
                <a:schemeClr val="bg2"/>
              </a:solidFill>
              <a:effectLst/>
            </a:endParaRPr>
          </a:p>
        </p:txBody>
      </p:sp>
      <p:sp>
        <p:nvSpPr>
          <p:cNvPr id="65" name="Rectangle 64">
            <a:extLst>
              <a:ext uri="{FF2B5EF4-FFF2-40B4-BE49-F238E27FC236}">
                <a16:creationId xmlns:a16="http://schemas.microsoft.com/office/drawing/2014/main" id="{6E633DE3-35C7-4565-9B45-F8D88F55EB84}"/>
              </a:ext>
            </a:extLst>
          </p:cNvPr>
          <p:cNvSpPr>
            <a:spLocks noChangeArrowheads="1"/>
          </p:cNvSpPr>
          <p:nvPr/>
        </p:nvSpPr>
        <p:spPr bwMode="auto">
          <a:xfrm>
            <a:off x="4984750" y="3092450"/>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02</a:t>
            </a:r>
            <a:endParaRPr kumimoji="0" lang="ru-UA" altLang="ru-UA" sz="1800" b="0" i="0" u="none" strike="noStrike" cap="none" normalizeH="0" baseline="0">
              <a:ln>
                <a:noFill/>
              </a:ln>
              <a:solidFill>
                <a:schemeClr val="bg2"/>
              </a:solidFill>
              <a:effectLst/>
            </a:endParaRPr>
          </a:p>
        </p:txBody>
      </p:sp>
      <p:sp>
        <p:nvSpPr>
          <p:cNvPr id="66" name="Rectangle 65">
            <a:extLst>
              <a:ext uri="{FF2B5EF4-FFF2-40B4-BE49-F238E27FC236}">
                <a16:creationId xmlns:a16="http://schemas.microsoft.com/office/drawing/2014/main" id="{395C60CD-C645-4F0B-BC6C-CC8BC60252C4}"/>
              </a:ext>
            </a:extLst>
          </p:cNvPr>
          <p:cNvSpPr>
            <a:spLocks noChangeArrowheads="1"/>
          </p:cNvSpPr>
          <p:nvPr/>
        </p:nvSpPr>
        <p:spPr bwMode="auto">
          <a:xfrm>
            <a:off x="3921125" y="3514725"/>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01</a:t>
            </a:r>
            <a:endParaRPr kumimoji="0" lang="ru-UA" altLang="ru-UA" sz="1800" b="0" i="0" u="none" strike="noStrike" cap="none" normalizeH="0" baseline="0">
              <a:ln>
                <a:noFill/>
              </a:ln>
              <a:solidFill>
                <a:schemeClr val="bg2"/>
              </a:solidFill>
              <a:effectLst/>
            </a:endParaRPr>
          </a:p>
        </p:txBody>
      </p:sp>
      <p:sp>
        <p:nvSpPr>
          <p:cNvPr id="68" name="Text_02">
            <a:extLst>
              <a:ext uri="{FF2B5EF4-FFF2-40B4-BE49-F238E27FC236}">
                <a16:creationId xmlns:a16="http://schemas.microsoft.com/office/drawing/2014/main" id="{92FC037F-BB89-40A6-A50E-C413B206BBE4}"/>
              </a:ext>
            </a:extLst>
          </p:cNvPr>
          <p:cNvSpPr txBox="1"/>
          <p:nvPr/>
        </p:nvSpPr>
        <p:spPr>
          <a:xfrm>
            <a:off x="7029916" y="2551331"/>
            <a:ext cx="810281" cy="1815882"/>
          </a:xfrm>
          <a:prstGeom prst="rect">
            <a:avLst/>
          </a:prstGeom>
          <a:noFill/>
        </p:spPr>
        <p:txBody>
          <a:bodyPr wrap="square" rtlCol="0">
            <a:spAutoFit/>
          </a:bodyPr>
          <a:lstStyle/>
          <a:p>
            <a:r>
              <a:rPr lang="en-US" sz="800" dirty="0">
                <a:solidFill>
                  <a:schemeClr val="bg2"/>
                </a:solidFill>
              </a:rPr>
              <a:t>Lorem ipsum dolor sit amet, consectetur adipiscing elit, sed do eiusmod tempor incididunt ut labore et dolore magna aliqua. Ut </a:t>
            </a:r>
            <a:r>
              <a:rPr lang="en-US" sz="800">
                <a:solidFill>
                  <a:schemeClr val="bg2"/>
                </a:solidFill>
              </a:rPr>
              <a:t>enim ad</a:t>
            </a:r>
            <a:endParaRPr lang="ru-RU" sz="800" dirty="0">
              <a:solidFill>
                <a:schemeClr val="bg2"/>
              </a:solidFill>
            </a:endParaRPr>
          </a:p>
        </p:txBody>
      </p:sp>
      <p:sp>
        <p:nvSpPr>
          <p:cNvPr id="69" name="Text_02">
            <a:extLst>
              <a:ext uri="{FF2B5EF4-FFF2-40B4-BE49-F238E27FC236}">
                <a16:creationId xmlns:a16="http://schemas.microsoft.com/office/drawing/2014/main" id="{DFA3B9FD-9C33-413E-926B-722887B2B336}"/>
              </a:ext>
            </a:extLst>
          </p:cNvPr>
          <p:cNvSpPr txBox="1"/>
          <p:nvPr/>
        </p:nvSpPr>
        <p:spPr>
          <a:xfrm>
            <a:off x="5996453" y="2984718"/>
            <a:ext cx="810281" cy="1446550"/>
          </a:xfrm>
          <a:prstGeom prst="rect">
            <a:avLst/>
          </a:prstGeom>
          <a:noFill/>
        </p:spPr>
        <p:txBody>
          <a:bodyPr wrap="square" rtlCol="0">
            <a:spAutoFit/>
          </a:bodyPr>
          <a:lstStyle/>
          <a:p>
            <a:r>
              <a:rPr lang="en-US" sz="800" dirty="0">
                <a:solidFill>
                  <a:schemeClr val="bg2"/>
                </a:solidFill>
              </a:rPr>
              <a:t>Lorem ipsum dolor sit amet, consectetur adipiscing elit, sed do eiusmod tempor incididunt ut labore </a:t>
            </a:r>
            <a:r>
              <a:rPr lang="en-US" sz="800">
                <a:solidFill>
                  <a:schemeClr val="bg2"/>
                </a:solidFill>
              </a:rPr>
              <a:t>et dolore</a:t>
            </a:r>
            <a:endParaRPr lang="ru-RU" sz="800" dirty="0">
              <a:solidFill>
                <a:schemeClr val="bg2"/>
              </a:solidFill>
            </a:endParaRPr>
          </a:p>
        </p:txBody>
      </p:sp>
      <p:sp>
        <p:nvSpPr>
          <p:cNvPr id="70" name="Text_02">
            <a:extLst>
              <a:ext uri="{FF2B5EF4-FFF2-40B4-BE49-F238E27FC236}">
                <a16:creationId xmlns:a16="http://schemas.microsoft.com/office/drawing/2014/main" id="{1BBEEAA7-043E-404F-9328-107830C79955}"/>
              </a:ext>
            </a:extLst>
          </p:cNvPr>
          <p:cNvSpPr txBox="1"/>
          <p:nvPr/>
        </p:nvSpPr>
        <p:spPr>
          <a:xfrm>
            <a:off x="4967754" y="3354050"/>
            <a:ext cx="810281" cy="1077218"/>
          </a:xfrm>
          <a:prstGeom prst="rect">
            <a:avLst/>
          </a:prstGeom>
          <a:noFill/>
        </p:spPr>
        <p:txBody>
          <a:bodyPr wrap="square" rtlCol="0">
            <a:spAutoFit/>
          </a:bodyPr>
          <a:lstStyle/>
          <a:p>
            <a:r>
              <a:rPr lang="en-US" sz="800" dirty="0">
                <a:solidFill>
                  <a:schemeClr val="bg2"/>
                </a:solidFill>
              </a:rPr>
              <a:t>Lorem ipsum dolor sit amet, consectetur adipiscing elit, sed do </a:t>
            </a:r>
            <a:r>
              <a:rPr lang="en-US" sz="800">
                <a:solidFill>
                  <a:schemeClr val="bg2"/>
                </a:solidFill>
              </a:rPr>
              <a:t>eiusmod tempor</a:t>
            </a:r>
            <a:endParaRPr lang="ru-RU" sz="800" dirty="0">
              <a:solidFill>
                <a:schemeClr val="bg2"/>
              </a:solidFill>
            </a:endParaRPr>
          </a:p>
        </p:txBody>
      </p:sp>
      <p:sp>
        <p:nvSpPr>
          <p:cNvPr id="71" name="Text_02">
            <a:extLst>
              <a:ext uri="{FF2B5EF4-FFF2-40B4-BE49-F238E27FC236}">
                <a16:creationId xmlns:a16="http://schemas.microsoft.com/office/drawing/2014/main" id="{30291EDF-358F-40AC-8194-CA09F063D23F}"/>
              </a:ext>
            </a:extLst>
          </p:cNvPr>
          <p:cNvSpPr txBox="1"/>
          <p:nvPr/>
        </p:nvSpPr>
        <p:spPr>
          <a:xfrm>
            <a:off x="3959829" y="3810139"/>
            <a:ext cx="810281" cy="707886"/>
          </a:xfrm>
          <a:prstGeom prst="rect">
            <a:avLst/>
          </a:prstGeom>
          <a:noFill/>
        </p:spPr>
        <p:txBody>
          <a:bodyPr wrap="square" rtlCol="0">
            <a:spAutoFit/>
          </a:bodyPr>
          <a:lstStyle/>
          <a:p>
            <a:r>
              <a:rPr lang="en-US" sz="800" dirty="0">
                <a:solidFill>
                  <a:schemeClr val="bg2"/>
                </a:solidFill>
              </a:rPr>
              <a:t>Lorem ipsum dolor sit amet, </a:t>
            </a:r>
            <a:r>
              <a:rPr lang="en-US" sz="800">
                <a:solidFill>
                  <a:schemeClr val="bg2"/>
                </a:solidFill>
              </a:rPr>
              <a:t>consectetur adipiscing</a:t>
            </a:r>
            <a:endParaRPr lang="ru-RU" sz="800" dirty="0">
              <a:solidFill>
                <a:schemeClr val="bg2"/>
              </a:solidFill>
            </a:endParaRPr>
          </a:p>
        </p:txBody>
      </p:sp>
      <p:grpSp>
        <p:nvGrpSpPr>
          <p:cNvPr id="170" name="Group 169">
            <a:extLst>
              <a:ext uri="{FF2B5EF4-FFF2-40B4-BE49-F238E27FC236}">
                <a16:creationId xmlns:a16="http://schemas.microsoft.com/office/drawing/2014/main" id="{1681E9C9-F6FF-4602-83F2-9EB279E72851}"/>
              </a:ext>
            </a:extLst>
          </p:cNvPr>
          <p:cNvGrpSpPr/>
          <p:nvPr/>
        </p:nvGrpSpPr>
        <p:grpSpPr>
          <a:xfrm>
            <a:off x="4169537" y="585849"/>
            <a:ext cx="1960595" cy="2044638"/>
            <a:chOff x="2640013" y="889000"/>
            <a:chExt cx="2592388" cy="2703513"/>
          </a:xfrm>
        </p:grpSpPr>
        <p:sp>
          <p:nvSpPr>
            <p:cNvPr id="79" name="Freeform 5">
              <a:extLst>
                <a:ext uri="{FF2B5EF4-FFF2-40B4-BE49-F238E27FC236}">
                  <a16:creationId xmlns:a16="http://schemas.microsoft.com/office/drawing/2014/main" id="{8B8CCA89-880C-4BBC-9037-CB9EAA137E42}"/>
                </a:ext>
              </a:extLst>
            </p:cNvPr>
            <p:cNvSpPr>
              <a:spLocks/>
            </p:cNvSpPr>
            <p:nvPr/>
          </p:nvSpPr>
          <p:spPr bwMode="auto">
            <a:xfrm>
              <a:off x="2640013" y="915988"/>
              <a:ext cx="2306638" cy="2676525"/>
            </a:xfrm>
            <a:custGeom>
              <a:avLst/>
              <a:gdLst>
                <a:gd name="T0" fmla="*/ 1436 w 1453"/>
                <a:gd name="T1" fmla="*/ 1299 h 1686"/>
                <a:gd name="T2" fmla="*/ 492 w 1453"/>
                <a:gd name="T3" fmla="*/ 1686 h 1686"/>
                <a:gd name="T4" fmla="*/ 0 w 1453"/>
                <a:gd name="T5" fmla="*/ 468 h 1686"/>
                <a:gd name="T6" fmla="*/ 1130 w 1453"/>
                <a:gd name="T7" fmla="*/ 0 h 1686"/>
                <a:gd name="T8" fmla="*/ 1192 w 1453"/>
                <a:gd name="T9" fmla="*/ 515 h 1686"/>
                <a:gd name="T10" fmla="*/ 1111 w 1453"/>
                <a:gd name="T11" fmla="*/ 746 h 1686"/>
                <a:gd name="T12" fmla="*/ 1306 w 1453"/>
                <a:gd name="T13" fmla="*/ 898 h 1686"/>
                <a:gd name="T14" fmla="*/ 1443 w 1453"/>
                <a:gd name="T15" fmla="*/ 1271 h 1686"/>
                <a:gd name="T16" fmla="*/ 1453 w 1453"/>
                <a:gd name="T17" fmla="*/ 1292 h 1686"/>
                <a:gd name="T18" fmla="*/ 1436 w 1453"/>
                <a:gd name="T19" fmla="*/ 1299 h 1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3" h="1686">
                  <a:moveTo>
                    <a:pt x="1436" y="1299"/>
                  </a:moveTo>
                  <a:lnTo>
                    <a:pt x="492" y="1686"/>
                  </a:lnTo>
                  <a:lnTo>
                    <a:pt x="0" y="468"/>
                  </a:lnTo>
                  <a:lnTo>
                    <a:pt x="1130" y="0"/>
                  </a:lnTo>
                  <a:lnTo>
                    <a:pt x="1192" y="515"/>
                  </a:lnTo>
                  <a:lnTo>
                    <a:pt x="1111" y="746"/>
                  </a:lnTo>
                  <a:lnTo>
                    <a:pt x="1306" y="898"/>
                  </a:lnTo>
                  <a:lnTo>
                    <a:pt x="1443" y="1271"/>
                  </a:lnTo>
                  <a:lnTo>
                    <a:pt x="1453" y="1292"/>
                  </a:lnTo>
                  <a:lnTo>
                    <a:pt x="1436" y="1299"/>
                  </a:lnTo>
                  <a:close/>
                </a:path>
              </a:pathLst>
            </a:custGeom>
            <a:gradFill flip="none" rotWithShape="1">
              <a:gsLst>
                <a:gs pos="0">
                  <a:schemeClr val="tx2">
                    <a:lumMod val="60000"/>
                    <a:lumOff val="40000"/>
                  </a:schemeClr>
                </a:gs>
                <a:gs pos="57000">
                  <a:schemeClr val="bg2">
                    <a:alpha val="0"/>
                  </a:schemeClr>
                </a:gs>
              </a:gsLst>
              <a:lin ang="93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80" name="Group 79">
              <a:extLst>
                <a:ext uri="{FF2B5EF4-FFF2-40B4-BE49-F238E27FC236}">
                  <a16:creationId xmlns:a16="http://schemas.microsoft.com/office/drawing/2014/main" id="{CFE410AF-8E3C-466D-935B-9925FE492598}"/>
                </a:ext>
              </a:extLst>
            </p:cNvPr>
            <p:cNvGrpSpPr/>
            <p:nvPr/>
          </p:nvGrpSpPr>
          <p:grpSpPr>
            <a:xfrm>
              <a:off x="3284538" y="889000"/>
              <a:ext cx="1947863" cy="2089150"/>
              <a:chOff x="3284538" y="889000"/>
              <a:chExt cx="1947863" cy="2089150"/>
            </a:xfrm>
          </p:grpSpPr>
          <p:sp>
            <p:nvSpPr>
              <p:cNvPr id="81" name="Freeform 7">
                <a:extLst>
                  <a:ext uri="{FF2B5EF4-FFF2-40B4-BE49-F238E27FC236}">
                    <a16:creationId xmlns:a16="http://schemas.microsoft.com/office/drawing/2014/main" id="{70615C60-17D8-4FCE-88D0-B0C2E1BF0A14}"/>
                  </a:ext>
                </a:extLst>
              </p:cNvPr>
              <p:cNvSpPr>
                <a:spLocks/>
              </p:cNvSpPr>
              <p:nvPr/>
            </p:nvSpPr>
            <p:spPr bwMode="auto">
              <a:xfrm>
                <a:off x="3306763" y="2193925"/>
                <a:ext cx="196850" cy="358775"/>
              </a:xfrm>
              <a:custGeom>
                <a:avLst/>
                <a:gdLst>
                  <a:gd name="T0" fmla="*/ 29 w 52"/>
                  <a:gd name="T1" fmla="*/ 1 h 95"/>
                  <a:gd name="T2" fmla="*/ 20 w 52"/>
                  <a:gd name="T3" fmla="*/ 24 h 95"/>
                  <a:gd name="T4" fmla="*/ 14 w 52"/>
                  <a:gd name="T5" fmla="*/ 35 h 95"/>
                  <a:gd name="T6" fmla="*/ 2 w 52"/>
                  <a:gd name="T7" fmla="*/ 67 h 95"/>
                  <a:gd name="T8" fmla="*/ 0 w 52"/>
                  <a:gd name="T9" fmla="*/ 90 h 95"/>
                  <a:gd name="T10" fmla="*/ 8 w 52"/>
                  <a:gd name="T11" fmla="*/ 87 h 95"/>
                  <a:gd name="T12" fmla="*/ 15 w 52"/>
                  <a:gd name="T13" fmla="*/ 72 h 95"/>
                  <a:gd name="T14" fmla="*/ 21 w 52"/>
                  <a:gd name="T15" fmla="*/ 60 h 95"/>
                  <a:gd name="T16" fmla="*/ 25 w 52"/>
                  <a:gd name="T17" fmla="*/ 57 h 95"/>
                  <a:gd name="T18" fmla="*/ 42 w 52"/>
                  <a:gd name="T19" fmla="*/ 46 h 95"/>
                  <a:gd name="T20" fmla="*/ 38 w 52"/>
                  <a:gd name="T21" fmla="*/ 27 h 95"/>
                  <a:gd name="T22" fmla="*/ 44 w 52"/>
                  <a:gd name="T23" fmla="*/ 16 h 95"/>
                  <a:gd name="T24" fmla="*/ 51 w 52"/>
                  <a:gd name="T25" fmla="*/ 10 h 95"/>
                  <a:gd name="T26" fmla="*/ 29 w 52"/>
                  <a:gd name="T27" fmla="*/ 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95">
                    <a:moveTo>
                      <a:pt x="29" y="1"/>
                    </a:moveTo>
                    <a:cubicBezTo>
                      <a:pt x="20" y="24"/>
                      <a:pt x="20" y="24"/>
                      <a:pt x="20" y="24"/>
                    </a:cubicBezTo>
                    <a:cubicBezTo>
                      <a:pt x="19" y="25"/>
                      <a:pt x="17" y="31"/>
                      <a:pt x="14" y="35"/>
                    </a:cubicBezTo>
                    <a:cubicBezTo>
                      <a:pt x="12" y="38"/>
                      <a:pt x="6" y="47"/>
                      <a:pt x="2" y="67"/>
                    </a:cubicBezTo>
                    <a:cubicBezTo>
                      <a:pt x="1" y="74"/>
                      <a:pt x="0" y="81"/>
                      <a:pt x="0" y="90"/>
                    </a:cubicBezTo>
                    <a:cubicBezTo>
                      <a:pt x="0" y="90"/>
                      <a:pt x="3" y="95"/>
                      <a:pt x="8" y="87"/>
                    </a:cubicBezTo>
                    <a:cubicBezTo>
                      <a:pt x="10" y="84"/>
                      <a:pt x="13" y="77"/>
                      <a:pt x="15" y="72"/>
                    </a:cubicBezTo>
                    <a:cubicBezTo>
                      <a:pt x="17" y="66"/>
                      <a:pt x="19" y="62"/>
                      <a:pt x="21" y="60"/>
                    </a:cubicBezTo>
                    <a:cubicBezTo>
                      <a:pt x="22" y="59"/>
                      <a:pt x="24" y="58"/>
                      <a:pt x="25" y="57"/>
                    </a:cubicBezTo>
                    <a:cubicBezTo>
                      <a:pt x="31" y="54"/>
                      <a:pt x="40" y="50"/>
                      <a:pt x="42" y="46"/>
                    </a:cubicBezTo>
                    <a:cubicBezTo>
                      <a:pt x="44" y="41"/>
                      <a:pt x="38" y="30"/>
                      <a:pt x="38" y="27"/>
                    </a:cubicBezTo>
                    <a:cubicBezTo>
                      <a:pt x="38" y="24"/>
                      <a:pt x="44" y="16"/>
                      <a:pt x="44" y="16"/>
                    </a:cubicBezTo>
                    <a:cubicBezTo>
                      <a:pt x="45" y="16"/>
                      <a:pt x="49" y="15"/>
                      <a:pt x="51" y="10"/>
                    </a:cubicBezTo>
                    <a:cubicBezTo>
                      <a:pt x="52" y="8"/>
                      <a:pt x="38" y="0"/>
                      <a:pt x="29" y="1"/>
                    </a:cubicBezTo>
                    <a:close/>
                  </a:path>
                </a:pathLst>
              </a:custGeom>
              <a:solidFill>
                <a:srgbClr val="663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2" name="Freeform 8">
                <a:extLst>
                  <a:ext uri="{FF2B5EF4-FFF2-40B4-BE49-F238E27FC236}">
                    <a16:creationId xmlns:a16="http://schemas.microsoft.com/office/drawing/2014/main" id="{C05752C0-4C4A-451C-9EF9-2E1C56B4E52D}"/>
                  </a:ext>
                </a:extLst>
              </p:cNvPr>
              <p:cNvSpPr>
                <a:spLocks/>
              </p:cNvSpPr>
              <p:nvPr/>
            </p:nvSpPr>
            <p:spPr bwMode="auto">
              <a:xfrm>
                <a:off x="3360738" y="2193925"/>
                <a:ext cx="47625" cy="93663"/>
              </a:xfrm>
              <a:custGeom>
                <a:avLst/>
                <a:gdLst>
                  <a:gd name="T0" fmla="*/ 19 w 30"/>
                  <a:gd name="T1" fmla="*/ 0 h 59"/>
                  <a:gd name="T2" fmla="*/ 0 w 30"/>
                  <a:gd name="T3" fmla="*/ 55 h 59"/>
                  <a:gd name="T4" fmla="*/ 11 w 30"/>
                  <a:gd name="T5" fmla="*/ 59 h 59"/>
                  <a:gd name="T6" fmla="*/ 30 w 30"/>
                  <a:gd name="T7" fmla="*/ 5 h 59"/>
                  <a:gd name="T8" fmla="*/ 19 w 30"/>
                  <a:gd name="T9" fmla="*/ 0 h 59"/>
                </a:gdLst>
                <a:ahLst/>
                <a:cxnLst>
                  <a:cxn ang="0">
                    <a:pos x="T0" y="T1"/>
                  </a:cxn>
                  <a:cxn ang="0">
                    <a:pos x="T2" y="T3"/>
                  </a:cxn>
                  <a:cxn ang="0">
                    <a:pos x="T4" y="T5"/>
                  </a:cxn>
                  <a:cxn ang="0">
                    <a:pos x="T6" y="T7"/>
                  </a:cxn>
                  <a:cxn ang="0">
                    <a:pos x="T8" y="T9"/>
                  </a:cxn>
                </a:cxnLst>
                <a:rect l="0" t="0" r="r" b="b"/>
                <a:pathLst>
                  <a:path w="30" h="59">
                    <a:moveTo>
                      <a:pt x="19" y="0"/>
                    </a:moveTo>
                    <a:lnTo>
                      <a:pt x="0" y="55"/>
                    </a:lnTo>
                    <a:lnTo>
                      <a:pt x="11" y="59"/>
                    </a:lnTo>
                    <a:lnTo>
                      <a:pt x="30" y="5"/>
                    </a:lnTo>
                    <a:lnTo>
                      <a:pt x="19" y="0"/>
                    </a:ln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3" name="Freeform 9">
                <a:extLst>
                  <a:ext uri="{FF2B5EF4-FFF2-40B4-BE49-F238E27FC236}">
                    <a16:creationId xmlns:a16="http://schemas.microsoft.com/office/drawing/2014/main" id="{1824C59B-6924-4F3E-BB3F-C15507373D82}"/>
                  </a:ext>
                </a:extLst>
              </p:cNvPr>
              <p:cNvSpPr>
                <a:spLocks/>
              </p:cNvSpPr>
              <p:nvPr/>
            </p:nvSpPr>
            <p:spPr bwMode="auto">
              <a:xfrm>
                <a:off x="3300413" y="2197100"/>
                <a:ext cx="115888" cy="336550"/>
              </a:xfrm>
              <a:custGeom>
                <a:avLst/>
                <a:gdLst>
                  <a:gd name="T0" fmla="*/ 16 w 31"/>
                  <a:gd name="T1" fmla="*/ 34 h 89"/>
                  <a:gd name="T2" fmla="*/ 2 w 31"/>
                  <a:gd name="T3" fmla="*/ 89 h 89"/>
                  <a:gd name="T4" fmla="*/ 0 w 31"/>
                  <a:gd name="T5" fmla="*/ 87 h 89"/>
                  <a:gd name="T6" fmla="*/ 15 w 31"/>
                  <a:gd name="T7" fmla="*/ 33 h 89"/>
                  <a:gd name="T8" fmla="*/ 20 w 31"/>
                  <a:gd name="T9" fmla="*/ 22 h 89"/>
                  <a:gd name="T10" fmla="*/ 29 w 31"/>
                  <a:gd name="T11" fmla="*/ 1 h 89"/>
                  <a:gd name="T12" fmla="*/ 31 w 31"/>
                  <a:gd name="T13" fmla="*/ 0 h 89"/>
                  <a:gd name="T14" fmla="*/ 22 w 31"/>
                  <a:gd name="T15" fmla="*/ 23 h 89"/>
                  <a:gd name="T16" fmla="*/ 16 w 31"/>
                  <a:gd name="T17" fmla="*/ 3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89">
                    <a:moveTo>
                      <a:pt x="16" y="34"/>
                    </a:moveTo>
                    <a:cubicBezTo>
                      <a:pt x="14" y="38"/>
                      <a:pt x="4" y="52"/>
                      <a:pt x="2" y="89"/>
                    </a:cubicBezTo>
                    <a:cubicBezTo>
                      <a:pt x="0" y="87"/>
                      <a:pt x="0" y="87"/>
                      <a:pt x="0" y="87"/>
                    </a:cubicBezTo>
                    <a:cubicBezTo>
                      <a:pt x="2" y="51"/>
                      <a:pt x="12" y="37"/>
                      <a:pt x="15" y="33"/>
                    </a:cubicBezTo>
                    <a:cubicBezTo>
                      <a:pt x="17" y="29"/>
                      <a:pt x="20" y="22"/>
                      <a:pt x="20" y="22"/>
                    </a:cubicBezTo>
                    <a:cubicBezTo>
                      <a:pt x="29" y="1"/>
                      <a:pt x="29" y="1"/>
                      <a:pt x="29" y="1"/>
                    </a:cubicBezTo>
                    <a:cubicBezTo>
                      <a:pt x="31" y="0"/>
                      <a:pt x="31" y="0"/>
                      <a:pt x="31" y="0"/>
                    </a:cubicBezTo>
                    <a:cubicBezTo>
                      <a:pt x="22" y="23"/>
                      <a:pt x="22" y="23"/>
                      <a:pt x="22" y="23"/>
                    </a:cubicBezTo>
                    <a:cubicBezTo>
                      <a:pt x="22" y="23"/>
                      <a:pt x="19" y="30"/>
                      <a:pt x="16" y="34"/>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4" name="Freeform 10">
                <a:extLst>
                  <a:ext uri="{FF2B5EF4-FFF2-40B4-BE49-F238E27FC236}">
                    <a16:creationId xmlns:a16="http://schemas.microsoft.com/office/drawing/2014/main" id="{39C1DFDC-1C4F-4E20-B459-731411A10E53}"/>
                  </a:ext>
                </a:extLst>
              </p:cNvPr>
              <p:cNvSpPr>
                <a:spLocks/>
              </p:cNvSpPr>
              <p:nvPr/>
            </p:nvSpPr>
            <p:spPr bwMode="auto">
              <a:xfrm>
                <a:off x="3382963" y="2193925"/>
                <a:ext cx="120650" cy="214313"/>
              </a:xfrm>
              <a:custGeom>
                <a:avLst/>
                <a:gdLst>
                  <a:gd name="T0" fmla="*/ 9 w 32"/>
                  <a:gd name="T1" fmla="*/ 1 h 57"/>
                  <a:gd name="T2" fmla="*/ 0 w 32"/>
                  <a:gd name="T3" fmla="*/ 24 h 57"/>
                  <a:gd name="T4" fmla="*/ 0 w 32"/>
                  <a:gd name="T5" fmla="*/ 56 h 57"/>
                  <a:gd name="T6" fmla="*/ 5 w 32"/>
                  <a:gd name="T7" fmla="*/ 57 h 57"/>
                  <a:gd name="T8" fmla="*/ 22 w 32"/>
                  <a:gd name="T9" fmla="*/ 46 h 57"/>
                  <a:gd name="T10" fmla="*/ 18 w 32"/>
                  <a:gd name="T11" fmla="*/ 27 h 57"/>
                  <a:gd name="T12" fmla="*/ 24 w 32"/>
                  <a:gd name="T13" fmla="*/ 16 h 57"/>
                  <a:gd name="T14" fmla="*/ 31 w 32"/>
                  <a:gd name="T15" fmla="*/ 10 h 57"/>
                  <a:gd name="T16" fmla="*/ 9 w 32"/>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57">
                    <a:moveTo>
                      <a:pt x="9" y="1"/>
                    </a:moveTo>
                    <a:cubicBezTo>
                      <a:pt x="0" y="24"/>
                      <a:pt x="0" y="24"/>
                      <a:pt x="0" y="24"/>
                    </a:cubicBezTo>
                    <a:cubicBezTo>
                      <a:pt x="13" y="34"/>
                      <a:pt x="2" y="52"/>
                      <a:pt x="0" y="56"/>
                    </a:cubicBezTo>
                    <a:cubicBezTo>
                      <a:pt x="1" y="57"/>
                      <a:pt x="3" y="57"/>
                      <a:pt x="5" y="57"/>
                    </a:cubicBezTo>
                    <a:cubicBezTo>
                      <a:pt x="11" y="54"/>
                      <a:pt x="20" y="50"/>
                      <a:pt x="22" y="46"/>
                    </a:cubicBezTo>
                    <a:cubicBezTo>
                      <a:pt x="24" y="41"/>
                      <a:pt x="18" y="30"/>
                      <a:pt x="18" y="27"/>
                    </a:cubicBezTo>
                    <a:cubicBezTo>
                      <a:pt x="18" y="24"/>
                      <a:pt x="24" y="16"/>
                      <a:pt x="24" y="16"/>
                    </a:cubicBezTo>
                    <a:cubicBezTo>
                      <a:pt x="25" y="16"/>
                      <a:pt x="29" y="15"/>
                      <a:pt x="31" y="10"/>
                    </a:cubicBezTo>
                    <a:cubicBezTo>
                      <a:pt x="32" y="8"/>
                      <a:pt x="18" y="0"/>
                      <a:pt x="9" y="1"/>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5" name="Freeform 11">
                <a:extLst>
                  <a:ext uri="{FF2B5EF4-FFF2-40B4-BE49-F238E27FC236}">
                    <a16:creationId xmlns:a16="http://schemas.microsoft.com/office/drawing/2014/main" id="{7AE57341-8FB3-4B6F-9200-D288113DD3A9}"/>
                  </a:ext>
                </a:extLst>
              </p:cNvPr>
              <p:cNvSpPr>
                <a:spLocks/>
              </p:cNvSpPr>
              <p:nvPr/>
            </p:nvSpPr>
            <p:spPr bwMode="auto">
              <a:xfrm>
                <a:off x="3451225" y="2254250"/>
                <a:ext cx="25400" cy="68263"/>
              </a:xfrm>
              <a:custGeom>
                <a:avLst/>
                <a:gdLst>
                  <a:gd name="T0" fmla="*/ 0 w 7"/>
                  <a:gd name="T1" fmla="*/ 11 h 18"/>
                  <a:gd name="T2" fmla="*/ 6 w 7"/>
                  <a:gd name="T3" fmla="*/ 0 h 18"/>
                  <a:gd name="T4" fmla="*/ 7 w 7"/>
                  <a:gd name="T5" fmla="*/ 0 h 18"/>
                  <a:gd name="T6" fmla="*/ 2 w 7"/>
                  <a:gd name="T7" fmla="*/ 18 h 18"/>
                  <a:gd name="T8" fmla="*/ 0 w 7"/>
                  <a:gd name="T9" fmla="*/ 11 h 18"/>
                </a:gdLst>
                <a:ahLst/>
                <a:cxnLst>
                  <a:cxn ang="0">
                    <a:pos x="T0" y="T1"/>
                  </a:cxn>
                  <a:cxn ang="0">
                    <a:pos x="T2" y="T3"/>
                  </a:cxn>
                  <a:cxn ang="0">
                    <a:pos x="T4" y="T5"/>
                  </a:cxn>
                  <a:cxn ang="0">
                    <a:pos x="T6" y="T7"/>
                  </a:cxn>
                  <a:cxn ang="0">
                    <a:pos x="T8" y="T9"/>
                  </a:cxn>
                </a:cxnLst>
                <a:rect l="0" t="0" r="r" b="b"/>
                <a:pathLst>
                  <a:path w="7" h="18">
                    <a:moveTo>
                      <a:pt x="0" y="11"/>
                    </a:moveTo>
                    <a:cubicBezTo>
                      <a:pt x="0" y="8"/>
                      <a:pt x="6" y="0"/>
                      <a:pt x="6" y="0"/>
                    </a:cubicBezTo>
                    <a:cubicBezTo>
                      <a:pt x="7" y="0"/>
                      <a:pt x="7" y="0"/>
                      <a:pt x="7" y="0"/>
                    </a:cubicBezTo>
                    <a:cubicBezTo>
                      <a:pt x="4" y="7"/>
                      <a:pt x="3" y="13"/>
                      <a:pt x="2" y="18"/>
                    </a:cubicBezTo>
                    <a:cubicBezTo>
                      <a:pt x="1" y="15"/>
                      <a:pt x="0" y="12"/>
                      <a:pt x="0"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6" name="Freeform 12">
                <a:extLst>
                  <a:ext uri="{FF2B5EF4-FFF2-40B4-BE49-F238E27FC236}">
                    <a16:creationId xmlns:a16="http://schemas.microsoft.com/office/drawing/2014/main" id="{442AD048-337F-41EB-AFBC-3581D90701C4}"/>
                  </a:ext>
                </a:extLst>
              </p:cNvPr>
              <p:cNvSpPr>
                <a:spLocks/>
              </p:cNvSpPr>
              <p:nvPr/>
            </p:nvSpPr>
            <p:spPr bwMode="auto">
              <a:xfrm>
                <a:off x="3306763" y="2446338"/>
                <a:ext cx="57150" cy="106363"/>
              </a:xfrm>
              <a:custGeom>
                <a:avLst/>
                <a:gdLst>
                  <a:gd name="T0" fmla="*/ 2 w 15"/>
                  <a:gd name="T1" fmla="*/ 0 h 28"/>
                  <a:gd name="T2" fmla="*/ 0 w 15"/>
                  <a:gd name="T3" fmla="*/ 23 h 28"/>
                  <a:gd name="T4" fmla="*/ 8 w 15"/>
                  <a:gd name="T5" fmla="*/ 20 h 28"/>
                  <a:gd name="T6" fmla="*/ 15 w 15"/>
                  <a:gd name="T7" fmla="*/ 5 h 28"/>
                  <a:gd name="T8" fmla="*/ 2 w 15"/>
                  <a:gd name="T9" fmla="*/ 0 h 28"/>
                </a:gdLst>
                <a:ahLst/>
                <a:cxnLst>
                  <a:cxn ang="0">
                    <a:pos x="T0" y="T1"/>
                  </a:cxn>
                  <a:cxn ang="0">
                    <a:pos x="T2" y="T3"/>
                  </a:cxn>
                  <a:cxn ang="0">
                    <a:pos x="T4" y="T5"/>
                  </a:cxn>
                  <a:cxn ang="0">
                    <a:pos x="T6" y="T7"/>
                  </a:cxn>
                  <a:cxn ang="0">
                    <a:pos x="T8" y="T9"/>
                  </a:cxn>
                </a:cxnLst>
                <a:rect l="0" t="0" r="r" b="b"/>
                <a:pathLst>
                  <a:path w="15" h="28">
                    <a:moveTo>
                      <a:pt x="2" y="0"/>
                    </a:moveTo>
                    <a:cubicBezTo>
                      <a:pt x="1" y="7"/>
                      <a:pt x="0" y="14"/>
                      <a:pt x="0" y="23"/>
                    </a:cubicBezTo>
                    <a:cubicBezTo>
                      <a:pt x="0" y="23"/>
                      <a:pt x="3" y="28"/>
                      <a:pt x="8" y="20"/>
                    </a:cubicBezTo>
                    <a:cubicBezTo>
                      <a:pt x="10" y="17"/>
                      <a:pt x="13" y="10"/>
                      <a:pt x="15" y="5"/>
                    </a:cubicBezTo>
                    <a:cubicBezTo>
                      <a:pt x="12" y="4"/>
                      <a:pt x="7" y="2"/>
                      <a:pt x="2" y="0"/>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7" name="Freeform 13">
                <a:extLst>
                  <a:ext uri="{FF2B5EF4-FFF2-40B4-BE49-F238E27FC236}">
                    <a16:creationId xmlns:a16="http://schemas.microsoft.com/office/drawing/2014/main" id="{D6A705E0-39AA-4935-8DF5-FFF8359C5F0B}"/>
                  </a:ext>
                </a:extLst>
              </p:cNvPr>
              <p:cNvSpPr>
                <a:spLocks/>
              </p:cNvSpPr>
              <p:nvPr/>
            </p:nvSpPr>
            <p:spPr bwMode="auto">
              <a:xfrm>
                <a:off x="3405188" y="2389188"/>
                <a:ext cx="3175" cy="4763"/>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1" y="1"/>
                      <a:pt x="1" y="1"/>
                      <a:pt x="1" y="1"/>
                    </a:cubicBezTo>
                    <a:cubicBezTo>
                      <a:pt x="1" y="0"/>
                      <a:pt x="1" y="0"/>
                      <a:pt x="1"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8" name="Freeform 14">
                <a:extLst>
                  <a:ext uri="{FF2B5EF4-FFF2-40B4-BE49-F238E27FC236}">
                    <a16:creationId xmlns:a16="http://schemas.microsoft.com/office/drawing/2014/main" id="{EBEF6D88-3233-4FAD-BD8D-E88C0AA098B3}"/>
                  </a:ext>
                </a:extLst>
              </p:cNvPr>
              <p:cNvSpPr>
                <a:spLocks/>
              </p:cNvSpPr>
              <p:nvPr/>
            </p:nvSpPr>
            <p:spPr bwMode="auto">
              <a:xfrm>
                <a:off x="3405188" y="2389188"/>
                <a:ext cx="11113" cy="15875"/>
              </a:xfrm>
              <a:custGeom>
                <a:avLst/>
                <a:gdLst>
                  <a:gd name="T0" fmla="*/ 0 w 3"/>
                  <a:gd name="T1" fmla="*/ 1 h 4"/>
                  <a:gd name="T2" fmla="*/ 0 w 3"/>
                  <a:gd name="T3" fmla="*/ 0 h 4"/>
                  <a:gd name="T4" fmla="*/ 0 w 3"/>
                  <a:gd name="T5" fmla="*/ 0 h 4"/>
                  <a:gd name="T6" fmla="*/ 1 w 3"/>
                  <a:gd name="T7" fmla="*/ 0 h 4"/>
                  <a:gd name="T8" fmla="*/ 3 w 3"/>
                  <a:gd name="T9" fmla="*/ 3 h 4"/>
                  <a:gd name="T10" fmla="*/ 1 w 3"/>
                  <a:gd name="T11" fmla="*/ 4 h 4"/>
                  <a:gd name="T12" fmla="*/ 0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1"/>
                    </a:moveTo>
                    <a:cubicBezTo>
                      <a:pt x="0" y="0"/>
                      <a:pt x="0" y="0"/>
                      <a:pt x="0" y="0"/>
                    </a:cubicBezTo>
                    <a:cubicBezTo>
                      <a:pt x="0" y="0"/>
                      <a:pt x="0" y="0"/>
                      <a:pt x="0" y="0"/>
                    </a:cubicBezTo>
                    <a:cubicBezTo>
                      <a:pt x="1" y="0"/>
                      <a:pt x="1" y="0"/>
                      <a:pt x="1" y="0"/>
                    </a:cubicBezTo>
                    <a:cubicBezTo>
                      <a:pt x="3" y="3"/>
                      <a:pt x="3" y="3"/>
                      <a:pt x="3" y="3"/>
                    </a:cubicBezTo>
                    <a:cubicBezTo>
                      <a:pt x="2" y="4"/>
                      <a:pt x="2" y="4"/>
                      <a:pt x="1" y="4"/>
                    </a:cubicBez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9" name="Freeform 15">
                <a:extLst>
                  <a:ext uri="{FF2B5EF4-FFF2-40B4-BE49-F238E27FC236}">
                    <a16:creationId xmlns:a16="http://schemas.microsoft.com/office/drawing/2014/main" id="{27976406-402E-4A3B-B068-0419F34AAEB8}"/>
                  </a:ext>
                </a:extLst>
              </p:cNvPr>
              <p:cNvSpPr>
                <a:spLocks/>
              </p:cNvSpPr>
              <p:nvPr/>
            </p:nvSpPr>
            <p:spPr bwMode="auto">
              <a:xfrm>
                <a:off x="3416300" y="2382838"/>
                <a:ext cx="7938" cy="3175"/>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0" y="0"/>
                    </a:cubicBezTo>
                    <a:cubicBezTo>
                      <a:pt x="0" y="1"/>
                      <a:pt x="1" y="1"/>
                      <a:pt x="1" y="1"/>
                    </a:cubicBezTo>
                    <a:cubicBezTo>
                      <a:pt x="1" y="1"/>
                      <a:pt x="2" y="1"/>
                      <a:pt x="2" y="1"/>
                    </a:cubicBezTo>
                    <a:cubicBezTo>
                      <a:pt x="2" y="0"/>
                      <a:pt x="2" y="0"/>
                      <a:pt x="1"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0" name="Freeform 16">
                <a:extLst>
                  <a:ext uri="{FF2B5EF4-FFF2-40B4-BE49-F238E27FC236}">
                    <a16:creationId xmlns:a16="http://schemas.microsoft.com/office/drawing/2014/main" id="{1529B4B9-53FE-49AC-93D2-EE2DD9AEB3E4}"/>
                  </a:ext>
                </a:extLst>
              </p:cNvPr>
              <p:cNvSpPr>
                <a:spLocks/>
              </p:cNvSpPr>
              <p:nvPr/>
            </p:nvSpPr>
            <p:spPr bwMode="auto">
              <a:xfrm>
                <a:off x="3421063" y="2382838"/>
                <a:ext cx="6350" cy="14288"/>
              </a:xfrm>
              <a:custGeom>
                <a:avLst/>
                <a:gdLst>
                  <a:gd name="T0" fmla="*/ 0 w 2"/>
                  <a:gd name="T1" fmla="*/ 1 h 4"/>
                  <a:gd name="T2" fmla="*/ 0 w 2"/>
                  <a:gd name="T3" fmla="*/ 0 h 4"/>
                  <a:gd name="T4" fmla="*/ 0 w 2"/>
                  <a:gd name="T5" fmla="*/ 0 h 4"/>
                  <a:gd name="T6" fmla="*/ 1 w 2"/>
                  <a:gd name="T7" fmla="*/ 0 h 4"/>
                  <a:gd name="T8" fmla="*/ 2 w 2"/>
                  <a:gd name="T9" fmla="*/ 3 h 4"/>
                  <a:gd name="T10" fmla="*/ 1 w 2"/>
                  <a:gd name="T11" fmla="*/ 4 h 4"/>
                  <a:gd name="T12" fmla="*/ 0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1"/>
                    </a:moveTo>
                    <a:cubicBezTo>
                      <a:pt x="0" y="0"/>
                      <a:pt x="0" y="0"/>
                      <a:pt x="0" y="0"/>
                    </a:cubicBezTo>
                    <a:cubicBezTo>
                      <a:pt x="0" y="0"/>
                      <a:pt x="0" y="0"/>
                      <a:pt x="0" y="0"/>
                    </a:cubicBezTo>
                    <a:cubicBezTo>
                      <a:pt x="1" y="0"/>
                      <a:pt x="1" y="0"/>
                      <a:pt x="1" y="0"/>
                    </a:cubicBezTo>
                    <a:cubicBezTo>
                      <a:pt x="2" y="3"/>
                      <a:pt x="2" y="3"/>
                      <a:pt x="2" y="3"/>
                    </a:cubicBezTo>
                    <a:cubicBezTo>
                      <a:pt x="2" y="4"/>
                      <a:pt x="2" y="4"/>
                      <a:pt x="1" y="4"/>
                    </a:cubicBez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1" name="Freeform 17">
                <a:extLst>
                  <a:ext uri="{FF2B5EF4-FFF2-40B4-BE49-F238E27FC236}">
                    <a16:creationId xmlns:a16="http://schemas.microsoft.com/office/drawing/2014/main" id="{BECD0E43-E9CE-4D89-89AE-9065D4FE3CB2}"/>
                  </a:ext>
                </a:extLst>
              </p:cNvPr>
              <p:cNvSpPr>
                <a:spLocks/>
              </p:cNvSpPr>
              <p:nvPr/>
            </p:nvSpPr>
            <p:spPr bwMode="auto">
              <a:xfrm>
                <a:off x="3432175" y="2374900"/>
                <a:ext cx="6350" cy="7938"/>
              </a:xfrm>
              <a:custGeom>
                <a:avLst/>
                <a:gdLst>
                  <a:gd name="T0" fmla="*/ 1 w 2"/>
                  <a:gd name="T1" fmla="*/ 0 h 2"/>
                  <a:gd name="T2" fmla="*/ 0 w 2"/>
                  <a:gd name="T3" fmla="*/ 0 h 2"/>
                  <a:gd name="T4" fmla="*/ 1 w 2"/>
                  <a:gd name="T5" fmla="*/ 1 h 2"/>
                  <a:gd name="T6" fmla="*/ 2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1" y="0"/>
                      <a:pt x="0" y="0"/>
                      <a:pt x="0" y="0"/>
                    </a:cubicBezTo>
                    <a:cubicBezTo>
                      <a:pt x="0" y="1"/>
                      <a:pt x="0" y="1"/>
                      <a:pt x="1" y="1"/>
                    </a:cubicBezTo>
                    <a:cubicBezTo>
                      <a:pt x="1" y="2"/>
                      <a:pt x="2" y="1"/>
                      <a:pt x="2" y="1"/>
                    </a:cubicBezTo>
                    <a:cubicBezTo>
                      <a:pt x="2" y="0"/>
                      <a:pt x="2" y="0"/>
                      <a:pt x="1"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2" name="Freeform 18">
                <a:extLst>
                  <a:ext uri="{FF2B5EF4-FFF2-40B4-BE49-F238E27FC236}">
                    <a16:creationId xmlns:a16="http://schemas.microsoft.com/office/drawing/2014/main" id="{0EEA8B2D-E396-4DCB-A990-05EAFE1D5CE5}"/>
                  </a:ext>
                </a:extLst>
              </p:cNvPr>
              <p:cNvSpPr>
                <a:spLocks/>
              </p:cNvSpPr>
              <p:nvPr/>
            </p:nvSpPr>
            <p:spPr bwMode="auto">
              <a:xfrm>
                <a:off x="3432175" y="2374900"/>
                <a:ext cx="11113" cy="14288"/>
              </a:xfrm>
              <a:custGeom>
                <a:avLst/>
                <a:gdLst>
                  <a:gd name="T0" fmla="*/ 0 w 3"/>
                  <a:gd name="T1" fmla="*/ 1 h 4"/>
                  <a:gd name="T2" fmla="*/ 0 w 3"/>
                  <a:gd name="T3" fmla="*/ 0 h 4"/>
                  <a:gd name="T4" fmla="*/ 1 w 3"/>
                  <a:gd name="T5" fmla="*/ 0 h 4"/>
                  <a:gd name="T6" fmla="*/ 2 w 3"/>
                  <a:gd name="T7" fmla="*/ 0 h 4"/>
                  <a:gd name="T8" fmla="*/ 3 w 3"/>
                  <a:gd name="T9" fmla="*/ 3 h 4"/>
                  <a:gd name="T10" fmla="*/ 2 w 3"/>
                  <a:gd name="T11" fmla="*/ 4 h 4"/>
                  <a:gd name="T12" fmla="*/ 0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1"/>
                    </a:moveTo>
                    <a:cubicBezTo>
                      <a:pt x="0" y="0"/>
                      <a:pt x="0" y="0"/>
                      <a:pt x="0" y="0"/>
                    </a:cubicBezTo>
                    <a:cubicBezTo>
                      <a:pt x="1" y="0"/>
                      <a:pt x="1" y="0"/>
                      <a:pt x="1" y="0"/>
                    </a:cubicBezTo>
                    <a:cubicBezTo>
                      <a:pt x="2" y="0"/>
                      <a:pt x="2" y="0"/>
                      <a:pt x="2" y="0"/>
                    </a:cubicBezTo>
                    <a:cubicBezTo>
                      <a:pt x="3" y="3"/>
                      <a:pt x="3" y="3"/>
                      <a:pt x="3" y="3"/>
                    </a:cubicBezTo>
                    <a:cubicBezTo>
                      <a:pt x="3" y="3"/>
                      <a:pt x="2" y="4"/>
                      <a:pt x="2" y="4"/>
                    </a:cubicBez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3" name="Freeform 19">
                <a:extLst>
                  <a:ext uri="{FF2B5EF4-FFF2-40B4-BE49-F238E27FC236}">
                    <a16:creationId xmlns:a16="http://schemas.microsoft.com/office/drawing/2014/main" id="{42AB70C7-380A-4DF8-9AE7-369617B5697C}"/>
                  </a:ext>
                </a:extLst>
              </p:cNvPr>
              <p:cNvSpPr>
                <a:spLocks/>
              </p:cNvSpPr>
              <p:nvPr/>
            </p:nvSpPr>
            <p:spPr bwMode="auto">
              <a:xfrm>
                <a:off x="4864100" y="2794000"/>
                <a:ext cx="368300" cy="161925"/>
              </a:xfrm>
              <a:custGeom>
                <a:avLst/>
                <a:gdLst>
                  <a:gd name="T0" fmla="*/ 11 w 98"/>
                  <a:gd name="T1" fmla="*/ 43 h 43"/>
                  <a:gd name="T2" fmla="*/ 34 w 98"/>
                  <a:gd name="T3" fmla="*/ 35 h 43"/>
                  <a:gd name="T4" fmla="*/ 46 w 98"/>
                  <a:gd name="T5" fmla="*/ 32 h 43"/>
                  <a:gd name="T6" fmla="*/ 78 w 98"/>
                  <a:gd name="T7" fmla="*/ 19 h 43"/>
                  <a:gd name="T8" fmla="*/ 96 w 98"/>
                  <a:gd name="T9" fmla="*/ 5 h 43"/>
                  <a:gd name="T10" fmla="*/ 88 w 98"/>
                  <a:gd name="T11" fmla="*/ 1 h 43"/>
                  <a:gd name="T12" fmla="*/ 72 w 98"/>
                  <a:gd name="T13" fmla="*/ 6 h 43"/>
                  <a:gd name="T14" fmla="*/ 59 w 98"/>
                  <a:gd name="T15" fmla="*/ 10 h 43"/>
                  <a:gd name="T16" fmla="*/ 55 w 98"/>
                  <a:gd name="T17" fmla="*/ 8 h 43"/>
                  <a:gd name="T18" fmla="*/ 35 w 98"/>
                  <a:gd name="T19" fmla="*/ 4 h 43"/>
                  <a:gd name="T20" fmla="*/ 24 w 98"/>
                  <a:gd name="T21" fmla="*/ 19 h 43"/>
                  <a:gd name="T22" fmla="*/ 11 w 98"/>
                  <a:gd name="T23" fmla="*/ 22 h 43"/>
                  <a:gd name="T24" fmla="*/ 3 w 98"/>
                  <a:gd name="T25" fmla="*/ 20 h 43"/>
                  <a:gd name="T26" fmla="*/ 11 w 98"/>
                  <a:gd name="T2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43">
                    <a:moveTo>
                      <a:pt x="11" y="43"/>
                    </a:moveTo>
                    <a:cubicBezTo>
                      <a:pt x="34" y="35"/>
                      <a:pt x="34" y="35"/>
                      <a:pt x="34" y="35"/>
                    </a:cubicBezTo>
                    <a:cubicBezTo>
                      <a:pt x="35" y="35"/>
                      <a:pt x="41" y="32"/>
                      <a:pt x="46" y="32"/>
                    </a:cubicBezTo>
                    <a:cubicBezTo>
                      <a:pt x="49" y="31"/>
                      <a:pt x="60" y="30"/>
                      <a:pt x="78" y="19"/>
                    </a:cubicBezTo>
                    <a:cubicBezTo>
                      <a:pt x="83" y="15"/>
                      <a:pt x="89" y="11"/>
                      <a:pt x="96" y="5"/>
                    </a:cubicBezTo>
                    <a:cubicBezTo>
                      <a:pt x="96" y="5"/>
                      <a:pt x="98" y="0"/>
                      <a:pt x="88" y="1"/>
                    </a:cubicBezTo>
                    <a:cubicBezTo>
                      <a:pt x="84" y="2"/>
                      <a:pt x="78" y="4"/>
                      <a:pt x="72" y="6"/>
                    </a:cubicBezTo>
                    <a:cubicBezTo>
                      <a:pt x="67" y="8"/>
                      <a:pt x="62" y="10"/>
                      <a:pt x="59" y="10"/>
                    </a:cubicBezTo>
                    <a:cubicBezTo>
                      <a:pt x="58" y="9"/>
                      <a:pt x="57" y="9"/>
                      <a:pt x="55" y="8"/>
                    </a:cubicBezTo>
                    <a:cubicBezTo>
                      <a:pt x="48" y="6"/>
                      <a:pt x="39" y="2"/>
                      <a:pt x="35" y="4"/>
                    </a:cubicBezTo>
                    <a:cubicBezTo>
                      <a:pt x="30" y="5"/>
                      <a:pt x="26" y="17"/>
                      <a:pt x="24" y="19"/>
                    </a:cubicBezTo>
                    <a:cubicBezTo>
                      <a:pt x="22" y="21"/>
                      <a:pt x="12" y="22"/>
                      <a:pt x="11" y="22"/>
                    </a:cubicBezTo>
                    <a:cubicBezTo>
                      <a:pt x="11" y="22"/>
                      <a:pt x="7" y="19"/>
                      <a:pt x="3" y="20"/>
                    </a:cubicBezTo>
                    <a:cubicBezTo>
                      <a:pt x="0" y="22"/>
                      <a:pt x="3" y="37"/>
                      <a:pt x="11" y="43"/>
                    </a:cubicBezTo>
                    <a:close/>
                  </a:path>
                </a:pathLst>
              </a:custGeom>
              <a:solidFill>
                <a:srgbClr val="663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4" name="Freeform 20">
                <a:extLst>
                  <a:ext uri="{FF2B5EF4-FFF2-40B4-BE49-F238E27FC236}">
                    <a16:creationId xmlns:a16="http://schemas.microsoft.com/office/drawing/2014/main" id="{17909788-9391-4186-878F-0A30CD96B77A}"/>
                  </a:ext>
                </a:extLst>
              </p:cNvPr>
              <p:cNvSpPr>
                <a:spLocks/>
              </p:cNvSpPr>
              <p:nvPr/>
            </p:nvSpPr>
            <p:spPr bwMode="auto">
              <a:xfrm>
                <a:off x="4908550" y="2921000"/>
                <a:ext cx="95250" cy="57150"/>
              </a:xfrm>
              <a:custGeom>
                <a:avLst/>
                <a:gdLst>
                  <a:gd name="T0" fmla="*/ 7 w 60"/>
                  <a:gd name="T1" fmla="*/ 36 h 36"/>
                  <a:gd name="T2" fmla="*/ 60 w 60"/>
                  <a:gd name="T3" fmla="*/ 15 h 36"/>
                  <a:gd name="T4" fmla="*/ 55 w 60"/>
                  <a:gd name="T5" fmla="*/ 0 h 36"/>
                  <a:gd name="T6" fmla="*/ 0 w 60"/>
                  <a:gd name="T7" fmla="*/ 24 h 36"/>
                  <a:gd name="T8" fmla="*/ 7 w 60"/>
                  <a:gd name="T9" fmla="*/ 36 h 36"/>
                </a:gdLst>
                <a:ahLst/>
                <a:cxnLst>
                  <a:cxn ang="0">
                    <a:pos x="T0" y="T1"/>
                  </a:cxn>
                  <a:cxn ang="0">
                    <a:pos x="T2" y="T3"/>
                  </a:cxn>
                  <a:cxn ang="0">
                    <a:pos x="T4" y="T5"/>
                  </a:cxn>
                  <a:cxn ang="0">
                    <a:pos x="T6" y="T7"/>
                  </a:cxn>
                  <a:cxn ang="0">
                    <a:pos x="T8" y="T9"/>
                  </a:cxn>
                </a:cxnLst>
                <a:rect l="0" t="0" r="r" b="b"/>
                <a:pathLst>
                  <a:path w="60" h="36">
                    <a:moveTo>
                      <a:pt x="7" y="36"/>
                    </a:moveTo>
                    <a:lnTo>
                      <a:pt x="60" y="15"/>
                    </a:lnTo>
                    <a:lnTo>
                      <a:pt x="55" y="0"/>
                    </a:lnTo>
                    <a:lnTo>
                      <a:pt x="0" y="24"/>
                    </a:lnTo>
                    <a:lnTo>
                      <a:pt x="7" y="36"/>
                    </a:ln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5" name="Freeform 21">
                <a:extLst>
                  <a:ext uri="{FF2B5EF4-FFF2-40B4-BE49-F238E27FC236}">
                    <a16:creationId xmlns:a16="http://schemas.microsoft.com/office/drawing/2014/main" id="{AADEDE4C-AA99-44BF-AB4C-155431E997E3}"/>
                  </a:ext>
                </a:extLst>
              </p:cNvPr>
              <p:cNvSpPr>
                <a:spLocks/>
              </p:cNvSpPr>
              <p:nvPr/>
            </p:nvSpPr>
            <p:spPr bwMode="auto">
              <a:xfrm>
                <a:off x="4905375" y="2813050"/>
                <a:ext cx="320675" cy="146050"/>
              </a:xfrm>
              <a:custGeom>
                <a:avLst/>
                <a:gdLst>
                  <a:gd name="T0" fmla="*/ 35 w 85"/>
                  <a:gd name="T1" fmla="*/ 27 h 39"/>
                  <a:gd name="T2" fmla="*/ 85 w 85"/>
                  <a:gd name="T3" fmla="*/ 0 h 39"/>
                  <a:gd name="T4" fmla="*/ 85 w 85"/>
                  <a:gd name="T5" fmla="*/ 2 h 39"/>
                  <a:gd name="T6" fmla="*/ 35 w 85"/>
                  <a:gd name="T7" fmla="*/ 28 h 39"/>
                  <a:gd name="T8" fmla="*/ 23 w 85"/>
                  <a:gd name="T9" fmla="*/ 31 h 39"/>
                  <a:gd name="T10" fmla="*/ 1 w 85"/>
                  <a:gd name="T11" fmla="*/ 39 h 39"/>
                  <a:gd name="T12" fmla="*/ 0 w 85"/>
                  <a:gd name="T13" fmla="*/ 38 h 39"/>
                  <a:gd name="T14" fmla="*/ 23 w 85"/>
                  <a:gd name="T15" fmla="*/ 30 h 39"/>
                  <a:gd name="T16" fmla="*/ 35 w 85"/>
                  <a:gd name="T17"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39">
                    <a:moveTo>
                      <a:pt x="35" y="27"/>
                    </a:moveTo>
                    <a:cubicBezTo>
                      <a:pt x="39" y="26"/>
                      <a:pt x="57" y="24"/>
                      <a:pt x="85" y="0"/>
                    </a:cubicBezTo>
                    <a:cubicBezTo>
                      <a:pt x="85" y="2"/>
                      <a:pt x="85" y="2"/>
                      <a:pt x="85" y="2"/>
                    </a:cubicBezTo>
                    <a:cubicBezTo>
                      <a:pt x="57" y="25"/>
                      <a:pt x="40" y="27"/>
                      <a:pt x="35" y="28"/>
                    </a:cubicBezTo>
                    <a:cubicBezTo>
                      <a:pt x="30" y="29"/>
                      <a:pt x="23" y="31"/>
                      <a:pt x="23" y="31"/>
                    </a:cubicBezTo>
                    <a:cubicBezTo>
                      <a:pt x="1" y="39"/>
                      <a:pt x="1" y="39"/>
                      <a:pt x="1" y="39"/>
                    </a:cubicBezTo>
                    <a:cubicBezTo>
                      <a:pt x="0" y="38"/>
                      <a:pt x="0" y="38"/>
                      <a:pt x="0" y="38"/>
                    </a:cubicBezTo>
                    <a:cubicBezTo>
                      <a:pt x="23" y="30"/>
                      <a:pt x="23" y="30"/>
                      <a:pt x="23" y="30"/>
                    </a:cubicBezTo>
                    <a:cubicBezTo>
                      <a:pt x="23" y="30"/>
                      <a:pt x="30" y="27"/>
                      <a:pt x="35" y="27"/>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6" name="Freeform 22">
                <a:extLst>
                  <a:ext uri="{FF2B5EF4-FFF2-40B4-BE49-F238E27FC236}">
                    <a16:creationId xmlns:a16="http://schemas.microsoft.com/office/drawing/2014/main" id="{A10D31D5-19E3-47D0-9359-7DBB5879B613}"/>
                  </a:ext>
                </a:extLst>
              </p:cNvPr>
              <p:cNvSpPr>
                <a:spLocks/>
              </p:cNvSpPr>
              <p:nvPr/>
            </p:nvSpPr>
            <p:spPr bwMode="auto">
              <a:xfrm>
                <a:off x="4864100" y="2800350"/>
                <a:ext cx="214313" cy="155575"/>
              </a:xfrm>
              <a:custGeom>
                <a:avLst/>
                <a:gdLst>
                  <a:gd name="T0" fmla="*/ 11 w 57"/>
                  <a:gd name="T1" fmla="*/ 41 h 41"/>
                  <a:gd name="T2" fmla="*/ 34 w 57"/>
                  <a:gd name="T3" fmla="*/ 33 h 41"/>
                  <a:gd name="T4" fmla="*/ 57 w 57"/>
                  <a:gd name="T5" fmla="*/ 11 h 41"/>
                  <a:gd name="T6" fmla="*/ 55 w 57"/>
                  <a:gd name="T7" fmla="*/ 6 h 41"/>
                  <a:gd name="T8" fmla="*/ 35 w 57"/>
                  <a:gd name="T9" fmla="*/ 2 h 41"/>
                  <a:gd name="T10" fmla="*/ 24 w 57"/>
                  <a:gd name="T11" fmla="*/ 17 h 41"/>
                  <a:gd name="T12" fmla="*/ 11 w 57"/>
                  <a:gd name="T13" fmla="*/ 20 h 41"/>
                  <a:gd name="T14" fmla="*/ 3 w 57"/>
                  <a:gd name="T15" fmla="*/ 18 h 41"/>
                  <a:gd name="T16" fmla="*/ 11 w 57"/>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1">
                    <a:moveTo>
                      <a:pt x="11" y="41"/>
                    </a:moveTo>
                    <a:cubicBezTo>
                      <a:pt x="34" y="33"/>
                      <a:pt x="34" y="33"/>
                      <a:pt x="34" y="33"/>
                    </a:cubicBezTo>
                    <a:cubicBezTo>
                      <a:pt x="32" y="16"/>
                      <a:pt x="53" y="12"/>
                      <a:pt x="57" y="11"/>
                    </a:cubicBezTo>
                    <a:cubicBezTo>
                      <a:pt x="57" y="10"/>
                      <a:pt x="56" y="8"/>
                      <a:pt x="55" y="6"/>
                    </a:cubicBezTo>
                    <a:cubicBezTo>
                      <a:pt x="48" y="4"/>
                      <a:pt x="39" y="0"/>
                      <a:pt x="35" y="2"/>
                    </a:cubicBezTo>
                    <a:cubicBezTo>
                      <a:pt x="30" y="3"/>
                      <a:pt x="26" y="15"/>
                      <a:pt x="24" y="17"/>
                    </a:cubicBezTo>
                    <a:cubicBezTo>
                      <a:pt x="22" y="19"/>
                      <a:pt x="12" y="20"/>
                      <a:pt x="11" y="20"/>
                    </a:cubicBezTo>
                    <a:cubicBezTo>
                      <a:pt x="11" y="20"/>
                      <a:pt x="7" y="17"/>
                      <a:pt x="3" y="18"/>
                    </a:cubicBezTo>
                    <a:cubicBezTo>
                      <a:pt x="0" y="20"/>
                      <a:pt x="3" y="35"/>
                      <a:pt x="11" y="41"/>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7" name="Freeform 23">
                <a:extLst>
                  <a:ext uri="{FF2B5EF4-FFF2-40B4-BE49-F238E27FC236}">
                    <a16:creationId xmlns:a16="http://schemas.microsoft.com/office/drawing/2014/main" id="{066D3690-E9C7-4AA4-84E4-337AC9F145BB}"/>
                  </a:ext>
                </a:extLst>
              </p:cNvPr>
              <p:cNvSpPr>
                <a:spLocks/>
              </p:cNvSpPr>
              <p:nvPr/>
            </p:nvSpPr>
            <p:spPr bwMode="auto">
              <a:xfrm>
                <a:off x="4900613" y="2843213"/>
                <a:ext cx="68263" cy="33338"/>
              </a:xfrm>
              <a:custGeom>
                <a:avLst/>
                <a:gdLst>
                  <a:gd name="T0" fmla="*/ 14 w 18"/>
                  <a:gd name="T1" fmla="*/ 6 h 9"/>
                  <a:gd name="T2" fmla="*/ 1 w 18"/>
                  <a:gd name="T3" fmla="*/ 9 h 9"/>
                  <a:gd name="T4" fmla="*/ 0 w 18"/>
                  <a:gd name="T5" fmla="*/ 8 h 9"/>
                  <a:gd name="T6" fmla="*/ 18 w 18"/>
                  <a:gd name="T7" fmla="*/ 0 h 9"/>
                  <a:gd name="T8" fmla="*/ 14 w 18"/>
                  <a:gd name="T9" fmla="*/ 6 h 9"/>
                </a:gdLst>
                <a:ahLst/>
                <a:cxnLst>
                  <a:cxn ang="0">
                    <a:pos x="T0" y="T1"/>
                  </a:cxn>
                  <a:cxn ang="0">
                    <a:pos x="T2" y="T3"/>
                  </a:cxn>
                  <a:cxn ang="0">
                    <a:pos x="T4" y="T5"/>
                  </a:cxn>
                  <a:cxn ang="0">
                    <a:pos x="T6" y="T7"/>
                  </a:cxn>
                  <a:cxn ang="0">
                    <a:pos x="T8" y="T9"/>
                  </a:cxn>
                </a:cxnLst>
                <a:rect l="0" t="0" r="r" b="b"/>
                <a:pathLst>
                  <a:path w="18" h="9">
                    <a:moveTo>
                      <a:pt x="14" y="6"/>
                    </a:moveTo>
                    <a:cubicBezTo>
                      <a:pt x="12" y="8"/>
                      <a:pt x="2" y="9"/>
                      <a:pt x="1" y="9"/>
                    </a:cubicBezTo>
                    <a:cubicBezTo>
                      <a:pt x="1" y="9"/>
                      <a:pt x="1" y="9"/>
                      <a:pt x="0" y="8"/>
                    </a:cubicBezTo>
                    <a:cubicBezTo>
                      <a:pt x="8" y="6"/>
                      <a:pt x="14" y="3"/>
                      <a:pt x="18" y="0"/>
                    </a:cubicBezTo>
                    <a:cubicBezTo>
                      <a:pt x="16" y="3"/>
                      <a:pt x="15" y="6"/>
                      <a:pt x="14"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8" name="Freeform 24">
                <a:extLst>
                  <a:ext uri="{FF2B5EF4-FFF2-40B4-BE49-F238E27FC236}">
                    <a16:creationId xmlns:a16="http://schemas.microsoft.com/office/drawing/2014/main" id="{0F2A688B-51C7-4C10-AA7C-979023414561}"/>
                  </a:ext>
                </a:extLst>
              </p:cNvPr>
              <p:cNvSpPr>
                <a:spLocks/>
              </p:cNvSpPr>
              <p:nvPr/>
            </p:nvSpPr>
            <p:spPr bwMode="auto">
              <a:xfrm>
                <a:off x="5135563" y="2794000"/>
                <a:ext cx="96838" cy="71438"/>
              </a:xfrm>
              <a:custGeom>
                <a:avLst/>
                <a:gdLst>
                  <a:gd name="T0" fmla="*/ 6 w 26"/>
                  <a:gd name="T1" fmla="*/ 19 h 19"/>
                  <a:gd name="T2" fmla="*/ 24 w 26"/>
                  <a:gd name="T3" fmla="*/ 5 h 19"/>
                  <a:gd name="T4" fmla="*/ 16 w 26"/>
                  <a:gd name="T5" fmla="*/ 1 h 19"/>
                  <a:gd name="T6" fmla="*/ 0 w 26"/>
                  <a:gd name="T7" fmla="*/ 6 h 19"/>
                  <a:gd name="T8" fmla="*/ 6 w 26"/>
                  <a:gd name="T9" fmla="*/ 19 h 19"/>
                </a:gdLst>
                <a:ahLst/>
                <a:cxnLst>
                  <a:cxn ang="0">
                    <a:pos x="T0" y="T1"/>
                  </a:cxn>
                  <a:cxn ang="0">
                    <a:pos x="T2" y="T3"/>
                  </a:cxn>
                  <a:cxn ang="0">
                    <a:pos x="T4" y="T5"/>
                  </a:cxn>
                  <a:cxn ang="0">
                    <a:pos x="T6" y="T7"/>
                  </a:cxn>
                  <a:cxn ang="0">
                    <a:pos x="T8" y="T9"/>
                  </a:cxn>
                </a:cxnLst>
                <a:rect l="0" t="0" r="r" b="b"/>
                <a:pathLst>
                  <a:path w="26" h="19">
                    <a:moveTo>
                      <a:pt x="6" y="19"/>
                    </a:moveTo>
                    <a:cubicBezTo>
                      <a:pt x="11" y="15"/>
                      <a:pt x="17" y="11"/>
                      <a:pt x="24" y="5"/>
                    </a:cubicBezTo>
                    <a:cubicBezTo>
                      <a:pt x="24" y="5"/>
                      <a:pt x="26" y="0"/>
                      <a:pt x="16" y="1"/>
                    </a:cubicBezTo>
                    <a:cubicBezTo>
                      <a:pt x="12" y="2"/>
                      <a:pt x="6" y="4"/>
                      <a:pt x="0" y="6"/>
                    </a:cubicBezTo>
                    <a:cubicBezTo>
                      <a:pt x="2" y="9"/>
                      <a:pt x="4" y="14"/>
                      <a:pt x="6" y="19"/>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9" name="Freeform 25">
                <a:extLst>
                  <a:ext uri="{FF2B5EF4-FFF2-40B4-BE49-F238E27FC236}">
                    <a16:creationId xmlns:a16="http://schemas.microsoft.com/office/drawing/2014/main" id="{AEA258C9-4463-451A-B36F-BC5C53B93858}"/>
                  </a:ext>
                </a:extLst>
              </p:cNvPr>
              <p:cNvSpPr>
                <a:spLocks/>
              </p:cNvSpPr>
              <p:nvPr/>
            </p:nvSpPr>
            <p:spPr bwMode="auto">
              <a:xfrm>
                <a:off x="5048250" y="2830513"/>
                <a:ext cx="7938" cy="7938"/>
              </a:xfrm>
              <a:custGeom>
                <a:avLst/>
                <a:gdLst>
                  <a:gd name="T0" fmla="*/ 1 w 2"/>
                  <a:gd name="T1" fmla="*/ 1 h 2"/>
                  <a:gd name="T2" fmla="*/ 2 w 2"/>
                  <a:gd name="T3" fmla="*/ 1 h 2"/>
                  <a:gd name="T4" fmla="*/ 2 w 2"/>
                  <a:gd name="T5" fmla="*/ 0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1"/>
                      <a:pt x="1" y="2"/>
                      <a:pt x="2" y="1"/>
                    </a:cubicBezTo>
                    <a:cubicBezTo>
                      <a:pt x="2" y="1"/>
                      <a:pt x="2" y="1"/>
                      <a:pt x="2" y="0"/>
                    </a:cubicBezTo>
                    <a:cubicBezTo>
                      <a:pt x="2" y="0"/>
                      <a:pt x="1" y="0"/>
                      <a:pt x="1" y="0"/>
                    </a:cubicBezTo>
                    <a:cubicBezTo>
                      <a:pt x="1" y="0"/>
                      <a:pt x="0" y="1"/>
                      <a:pt x="1" y="1"/>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0" name="Freeform 26">
                <a:extLst>
                  <a:ext uri="{FF2B5EF4-FFF2-40B4-BE49-F238E27FC236}">
                    <a16:creationId xmlns:a16="http://schemas.microsoft.com/office/drawing/2014/main" id="{C6AC9970-E67C-43F4-9F98-183D3359061D}"/>
                  </a:ext>
                </a:extLst>
              </p:cNvPr>
              <p:cNvSpPr>
                <a:spLocks/>
              </p:cNvSpPr>
              <p:nvPr/>
            </p:nvSpPr>
            <p:spPr bwMode="auto">
              <a:xfrm>
                <a:off x="5051425" y="2819400"/>
                <a:ext cx="7938" cy="15875"/>
              </a:xfrm>
              <a:custGeom>
                <a:avLst/>
                <a:gdLst>
                  <a:gd name="T0" fmla="*/ 1 w 2"/>
                  <a:gd name="T1" fmla="*/ 4 h 4"/>
                  <a:gd name="T2" fmla="*/ 1 w 2"/>
                  <a:gd name="T3" fmla="*/ 4 h 4"/>
                  <a:gd name="T4" fmla="*/ 0 w 2"/>
                  <a:gd name="T5" fmla="*/ 4 h 4"/>
                  <a:gd name="T6" fmla="*/ 0 w 2"/>
                  <a:gd name="T7" fmla="*/ 4 h 4"/>
                  <a:gd name="T8" fmla="*/ 1 w 2"/>
                  <a:gd name="T9" fmla="*/ 0 h 4"/>
                  <a:gd name="T10" fmla="*/ 2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4"/>
                    </a:cubicBezTo>
                    <a:cubicBezTo>
                      <a:pt x="0" y="4"/>
                      <a:pt x="0" y="4"/>
                      <a:pt x="0" y="4"/>
                    </a:cubicBezTo>
                    <a:cubicBezTo>
                      <a:pt x="0" y="4"/>
                      <a:pt x="0" y="4"/>
                      <a:pt x="0" y="4"/>
                    </a:cubicBezTo>
                    <a:cubicBezTo>
                      <a:pt x="1" y="0"/>
                      <a:pt x="1" y="0"/>
                      <a:pt x="1" y="0"/>
                    </a:cubicBezTo>
                    <a:cubicBezTo>
                      <a:pt x="2" y="0"/>
                      <a:pt x="2" y="0"/>
                      <a:pt x="2" y="0"/>
                    </a:cubicBez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1" name="Freeform 27">
                <a:extLst>
                  <a:ext uri="{FF2B5EF4-FFF2-40B4-BE49-F238E27FC236}">
                    <a16:creationId xmlns:a16="http://schemas.microsoft.com/office/drawing/2014/main" id="{E6C214B8-123E-433F-A987-74D477AA6E76}"/>
                  </a:ext>
                </a:extLst>
              </p:cNvPr>
              <p:cNvSpPr>
                <a:spLocks/>
              </p:cNvSpPr>
              <p:nvPr/>
            </p:nvSpPr>
            <p:spPr bwMode="auto">
              <a:xfrm>
                <a:off x="5037138" y="2824163"/>
                <a:ext cx="3175" cy="6350"/>
              </a:xfrm>
              <a:custGeom>
                <a:avLst/>
                <a:gdLst>
                  <a:gd name="T0" fmla="*/ 0 w 1"/>
                  <a:gd name="T1" fmla="*/ 1 h 2"/>
                  <a:gd name="T2" fmla="*/ 1 w 1"/>
                  <a:gd name="T3" fmla="*/ 2 h 2"/>
                  <a:gd name="T4" fmla="*/ 1 w 1"/>
                  <a:gd name="T5" fmla="*/ 1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1" y="2"/>
                    </a:cubicBezTo>
                    <a:cubicBezTo>
                      <a:pt x="1" y="2"/>
                      <a:pt x="1" y="1"/>
                      <a:pt x="1" y="1"/>
                    </a:cubicBezTo>
                    <a:cubicBezTo>
                      <a:pt x="1" y="0"/>
                      <a:pt x="0" y="0"/>
                      <a:pt x="0" y="0"/>
                    </a:cubicBezTo>
                    <a:cubicBezTo>
                      <a:pt x="0" y="1"/>
                      <a:pt x="0" y="1"/>
                      <a:pt x="0" y="1"/>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2" name="Freeform 28">
                <a:extLst>
                  <a:ext uri="{FF2B5EF4-FFF2-40B4-BE49-F238E27FC236}">
                    <a16:creationId xmlns:a16="http://schemas.microsoft.com/office/drawing/2014/main" id="{60FC4347-F075-4D3E-A1D5-EF82D91E525C}"/>
                  </a:ext>
                </a:extLst>
              </p:cNvPr>
              <p:cNvSpPr>
                <a:spLocks/>
              </p:cNvSpPr>
              <p:nvPr/>
            </p:nvSpPr>
            <p:spPr bwMode="auto">
              <a:xfrm>
                <a:off x="5037138" y="2816225"/>
                <a:ext cx="7938" cy="14288"/>
              </a:xfrm>
              <a:custGeom>
                <a:avLst/>
                <a:gdLst>
                  <a:gd name="T0" fmla="*/ 1 w 2"/>
                  <a:gd name="T1" fmla="*/ 3 h 4"/>
                  <a:gd name="T2" fmla="*/ 1 w 2"/>
                  <a:gd name="T3" fmla="*/ 4 h 4"/>
                  <a:gd name="T4" fmla="*/ 0 w 2"/>
                  <a:gd name="T5" fmla="*/ 4 h 4"/>
                  <a:gd name="T6" fmla="*/ 0 w 2"/>
                  <a:gd name="T7" fmla="*/ 3 h 4"/>
                  <a:gd name="T8" fmla="*/ 1 w 2"/>
                  <a:gd name="T9" fmla="*/ 0 h 4"/>
                  <a:gd name="T10" fmla="*/ 2 w 2"/>
                  <a:gd name="T11" fmla="*/ 0 h 4"/>
                  <a:gd name="T12" fmla="*/ 1 w 2"/>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3"/>
                    </a:moveTo>
                    <a:cubicBezTo>
                      <a:pt x="1" y="4"/>
                      <a:pt x="1" y="4"/>
                      <a:pt x="1" y="4"/>
                    </a:cubicBezTo>
                    <a:cubicBezTo>
                      <a:pt x="0" y="4"/>
                      <a:pt x="0" y="4"/>
                      <a:pt x="0" y="4"/>
                    </a:cubicBezTo>
                    <a:cubicBezTo>
                      <a:pt x="0" y="3"/>
                      <a:pt x="0" y="3"/>
                      <a:pt x="0" y="3"/>
                    </a:cubicBezTo>
                    <a:cubicBezTo>
                      <a:pt x="1" y="0"/>
                      <a:pt x="1" y="0"/>
                      <a:pt x="1" y="0"/>
                    </a:cubicBezTo>
                    <a:cubicBezTo>
                      <a:pt x="1" y="0"/>
                      <a:pt x="2" y="0"/>
                      <a:pt x="2" y="0"/>
                    </a:cubicBez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3" name="Freeform 29">
                <a:extLst>
                  <a:ext uri="{FF2B5EF4-FFF2-40B4-BE49-F238E27FC236}">
                    <a16:creationId xmlns:a16="http://schemas.microsoft.com/office/drawing/2014/main" id="{8EF09FE0-01A2-401C-BD99-3221CC3D6887}"/>
                  </a:ext>
                </a:extLst>
              </p:cNvPr>
              <p:cNvSpPr>
                <a:spLocks/>
              </p:cNvSpPr>
              <p:nvPr/>
            </p:nvSpPr>
            <p:spPr bwMode="auto">
              <a:xfrm>
                <a:off x="5021263" y="2819400"/>
                <a:ext cx="4763" cy="4763"/>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1" y="0"/>
                      <a:pt x="1" y="0"/>
                      <a:pt x="0" y="0"/>
                    </a:cubicBezTo>
                    <a:cubicBezTo>
                      <a:pt x="0" y="0"/>
                      <a:pt x="0" y="1"/>
                      <a:pt x="0" y="1"/>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4" name="Freeform 30">
                <a:extLst>
                  <a:ext uri="{FF2B5EF4-FFF2-40B4-BE49-F238E27FC236}">
                    <a16:creationId xmlns:a16="http://schemas.microsoft.com/office/drawing/2014/main" id="{E1989FBE-1F0C-45C0-AACC-26ED8DEA4004}"/>
                  </a:ext>
                </a:extLst>
              </p:cNvPr>
              <p:cNvSpPr>
                <a:spLocks/>
              </p:cNvSpPr>
              <p:nvPr/>
            </p:nvSpPr>
            <p:spPr bwMode="auto">
              <a:xfrm>
                <a:off x="5021263" y="2808288"/>
                <a:ext cx="7938" cy="15875"/>
              </a:xfrm>
              <a:custGeom>
                <a:avLst/>
                <a:gdLst>
                  <a:gd name="T0" fmla="*/ 1 w 2"/>
                  <a:gd name="T1" fmla="*/ 4 h 4"/>
                  <a:gd name="T2" fmla="*/ 1 w 2"/>
                  <a:gd name="T3" fmla="*/ 4 h 4"/>
                  <a:gd name="T4" fmla="*/ 0 w 2"/>
                  <a:gd name="T5" fmla="*/ 4 h 4"/>
                  <a:gd name="T6" fmla="*/ 0 w 2"/>
                  <a:gd name="T7" fmla="*/ 3 h 4"/>
                  <a:gd name="T8" fmla="*/ 1 w 2"/>
                  <a:gd name="T9" fmla="*/ 0 h 4"/>
                  <a:gd name="T10" fmla="*/ 2 w 2"/>
                  <a:gd name="T11" fmla="*/ 1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4"/>
                    </a:cubicBezTo>
                    <a:cubicBezTo>
                      <a:pt x="0" y="4"/>
                      <a:pt x="0" y="4"/>
                      <a:pt x="0" y="4"/>
                    </a:cubicBezTo>
                    <a:cubicBezTo>
                      <a:pt x="0" y="3"/>
                      <a:pt x="0" y="3"/>
                      <a:pt x="0" y="3"/>
                    </a:cubicBezTo>
                    <a:cubicBezTo>
                      <a:pt x="1" y="0"/>
                      <a:pt x="1" y="0"/>
                      <a:pt x="1" y="0"/>
                    </a:cubicBezTo>
                    <a:cubicBezTo>
                      <a:pt x="1" y="1"/>
                      <a:pt x="2" y="1"/>
                      <a:pt x="2" y="1"/>
                    </a:cubicBez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5" name="Freeform 31">
                <a:extLst>
                  <a:ext uri="{FF2B5EF4-FFF2-40B4-BE49-F238E27FC236}">
                    <a16:creationId xmlns:a16="http://schemas.microsoft.com/office/drawing/2014/main" id="{28EEB49D-85A9-44FC-AAA4-C3211F48E23A}"/>
                  </a:ext>
                </a:extLst>
              </p:cNvPr>
              <p:cNvSpPr>
                <a:spLocks/>
              </p:cNvSpPr>
              <p:nvPr/>
            </p:nvSpPr>
            <p:spPr bwMode="auto">
              <a:xfrm>
                <a:off x="4291013" y="2016125"/>
                <a:ext cx="723900" cy="898525"/>
              </a:xfrm>
              <a:custGeom>
                <a:avLst/>
                <a:gdLst>
                  <a:gd name="T0" fmla="*/ 143 w 192"/>
                  <a:gd name="T1" fmla="*/ 90 h 238"/>
                  <a:gd name="T2" fmla="*/ 140 w 192"/>
                  <a:gd name="T3" fmla="*/ 86 h 238"/>
                  <a:gd name="T4" fmla="*/ 54 w 192"/>
                  <a:gd name="T5" fmla="*/ 0 h 238"/>
                  <a:gd name="T6" fmla="*/ 29 w 192"/>
                  <a:gd name="T7" fmla="*/ 2 h 238"/>
                  <a:gd name="T8" fmla="*/ 0 w 192"/>
                  <a:gd name="T9" fmla="*/ 37 h 238"/>
                  <a:gd name="T10" fmla="*/ 101 w 192"/>
                  <a:gd name="T11" fmla="*/ 118 h 238"/>
                  <a:gd name="T12" fmla="*/ 156 w 192"/>
                  <a:gd name="T13" fmla="*/ 238 h 238"/>
                  <a:gd name="T14" fmla="*/ 192 w 192"/>
                  <a:gd name="T15" fmla="*/ 216 h 238"/>
                  <a:gd name="T16" fmla="*/ 143 w 192"/>
                  <a:gd name="T17" fmla="*/ 9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38">
                    <a:moveTo>
                      <a:pt x="143" y="90"/>
                    </a:moveTo>
                    <a:cubicBezTo>
                      <a:pt x="143" y="89"/>
                      <a:pt x="141" y="87"/>
                      <a:pt x="140" y="86"/>
                    </a:cubicBezTo>
                    <a:cubicBezTo>
                      <a:pt x="54" y="0"/>
                      <a:pt x="54" y="0"/>
                      <a:pt x="54" y="0"/>
                    </a:cubicBezTo>
                    <a:cubicBezTo>
                      <a:pt x="47" y="3"/>
                      <a:pt x="36" y="1"/>
                      <a:pt x="29" y="2"/>
                    </a:cubicBezTo>
                    <a:cubicBezTo>
                      <a:pt x="0" y="37"/>
                      <a:pt x="0" y="37"/>
                      <a:pt x="0" y="37"/>
                    </a:cubicBezTo>
                    <a:cubicBezTo>
                      <a:pt x="101" y="118"/>
                      <a:pt x="101" y="118"/>
                      <a:pt x="101" y="118"/>
                    </a:cubicBezTo>
                    <a:cubicBezTo>
                      <a:pt x="156" y="238"/>
                      <a:pt x="156" y="238"/>
                      <a:pt x="156" y="238"/>
                    </a:cubicBezTo>
                    <a:cubicBezTo>
                      <a:pt x="192" y="216"/>
                      <a:pt x="192" y="216"/>
                      <a:pt x="192" y="216"/>
                    </a:cubicBezTo>
                    <a:cubicBezTo>
                      <a:pt x="192" y="216"/>
                      <a:pt x="144" y="91"/>
                      <a:pt x="143" y="90"/>
                    </a:cubicBezTo>
                    <a:close/>
                  </a:path>
                </a:pathLst>
              </a:custGeom>
              <a:solidFill>
                <a:srgbClr val="2B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6" name="Freeform 32">
                <a:extLst>
                  <a:ext uri="{FF2B5EF4-FFF2-40B4-BE49-F238E27FC236}">
                    <a16:creationId xmlns:a16="http://schemas.microsoft.com/office/drawing/2014/main" id="{18893D46-A5AB-4821-9061-3D92A0BE24CA}"/>
                  </a:ext>
                </a:extLst>
              </p:cNvPr>
              <p:cNvSpPr>
                <a:spLocks/>
              </p:cNvSpPr>
              <p:nvPr/>
            </p:nvSpPr>
            <p:spPr bwMode="auto">
              <a:xfrm>
                <a:off x="4305300" y="2024063"/>
                <a:ext cx="106363" cy="136525"/>
              </a:xfrm>
              <a:custGeom>
                <a:avLst/>
                <a:gdLst>
                  <a:gd name="T0" fmla="*/ 28 w 28"/>
                  <a:gd name="T1" fmla="*/ 2 h 36"/>
                  <a:gd name="T2" fmla="*/ 10 w 28"/>
                  <a:gd name="T3" fmla="*/ 36 h 36"/>
                  <a:gd name="T4" fmla="*/ 0 w 28"/>
                  <a:gd name="T5" fmla="*/ 29 h 36"/>
                  <a:gd name="T6" fmla="*/ 19 w 28"/>
                  <a:gd name="T7" fmla="*/ 0 h 36"/>
                  <a:gd name="T8" fmla="*/ 28 w 28"/>
                  <a:gd name="T9" fmla="*/ 2 h 36"/>
                </a:gdLst>
                <a:ahLst/>
                <a:cxnLst>
                  <a:cxn ang="0">
                    <a:pos x="T0" y="T1"/>
                  </a:cxn>
                  <a:cxn ang="0">
                    <a:pos x="T2" y="T3"/>
                  </a:cxn>
                  <a:cxn ang="0">
                    <a:pos x="T4" y="T5"/>
                  </a:cxn>
                  <a:cxn ang="0">
                    <a:pos x="T6" y="T7"/>
                  </a:cxn>
                  <a:cxn ang="0">
                    <a:pos x="T8" y="T9"/>
                  </a:cxn>
                </a:cxnLst>
                <a:rect l="0" t="0" r="r" b="b"/>
                <a:pathLst>
                  <a:path w="28" h="36">
                    <a:moveTo>
                      <a:pt x="28" y="2"/>
                    </a:moveTo>
                    <a:cubicBezTo>
                      <a:pt x="28" y="2"/>
                      <a:pt x="24" y="30"/>
                      <a:pt x="10" y="36"/>
                    </a:cubicBezTo>
                    <a:cubicBezTo>
                      <a:pt x="0" y="31"/>
                      <a:pt x="0" y="29"/>
                      <a:pt x="0" y="29"/>
                    </a:cubicBezTo>
                    <a:cubicBezTo>
                      <a:pt x="19" y="0"/>
                      <a:pt x="19" y="0"/>
                      <a:pt x="19" y="0"/>
                    </a:cubicBezTo>
                    <a:lnTo>
                      <a:pt x="28" y="2"/>
                    </a:lnTo>
                    <a:close/>
                  </a:path>
                </a:pathLst>
              </a:custGeom>
              <a:solidFill>
                <a:srgbClr val="273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7" name="Freeform 33">
                <a:extLst>
                  <a:ext uri="{FF2B5EF4-FFF2-40B4-BE49-F238E27FC236}">
                    <a16:creationId xmlns:a16="http://schemas.microsoft.com/office/drawing/2014/main" id="{05924360-84BA-4157-95CC-398635A0F2EC}"/>
                  </a:ext>
                </a:extLst>
              </p:cNvPr>
              <p:cNvSpPr>
                <a:spLocks/>
              </p:cNvSpPr>
              <p:nvPr/>
            </p:nvSpPr>
            <p:spPr bwMode="auto">
              <a:xfrm>
                <a:off x="3435350" y="2032000"/>
                <a:ext cx="957263" cy="436563"/>
              </a:xfrm>
              <a:custGeom>
                <a:avLst/>
                <a:gdLst>
                  <a:gd name="T0" fmla="*/ 254 w 254"/>
                  <a:gd name="T1" fmla="*/ 4 h 116"/>
                  <a:gd name="T2" fmla="*/ 252 w 254"/>
                  <a:gd name="T3" fmla="*/ 11 h 116"/>
                  <a:gd name="T4" fmla="*/ 230 w 254"/>
                  <a:gd name="T5" fmla="*/ 36 h 116"/>
                  <a:gd name="T6" fmla="*/ 163 w 254"/>
                  <a:gd name="T7" fmla="*/ 106 h 116"/>
                  <a:gd name="T8" fmla="*/ 158 w 254"/>
                  <a:gd name="T9" fmla="*/ 111 h 116"/>
                  <a:gd name="T10" fmla="*/ 146 w 254"/>
                  <a:gd name="T11" fmla="*/ 115 h 116"/>
                  <a:gd name="T12" fmla="*/ 141 w 254"/>
                  <a:gd name="T13" fmla="*/ 114 h 116"/>
                  <a:gd name="T14" fmla="*/ 0 w 254"/>
                  <a:gd name="T15" fmla="*/ 91 h 116"/>
                  <a:gd name="T16" fmla="*/ 6 w 254"/>
                  <a:gd name="T17" fmla="*/ 48 h 116"/>
                  <a:gd name="T18" fmla="*/ 132 w 254"/>
                  <a:gd name="T19" fmla="*/ 64 h 116"/>
                  <a:gd name="T20" fmla="*/ 178 w 254"/>
                  <a:gd name="T21" fmla="*/ 0 h 116"/>
                  <a:gd name="T22" fmla="*/ 246 w 254"/>
                  <a:gd name="T23" fmla="*/ 5 h 116"/>
                  <a:gd name="T24" fmla="*/ 254 w 254"/>
                  <a:gd name="T25" fmla="*/ 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4" h="116">
                    <a:moveTo>
                      <a:pt x="254" y="4"/>
                    </a:moveTo>
                    <a:cubicBezTo>
                      <a:pt x="253" y="6"/>
                      <a:pt x="253" y="8"/>
                      <a:pt x="252" y="11"/>
                    </a:cubicBezTo>
                    <a:cubicBezTo>
                      <a:pt x="249" y="19"/>
                      <a:pt x="243" y="29"/>
                      <a:pt x="230" y="36"/>
                    </a:cubicBezTo>
                    <a:cubicBezTo>
                      <a:pt x="163" y="106"/>
                      <a:pt x="163" y="106"/>
                      <a:pt x="163" y="106"/>
                    </a:cubicBezTo>
                    <a:cubicBezTo>
                      <a:pt x="158" y="111"/>
                      <a:pt x="158" y="111"/>
                      <a:pt x="158" y="111"/>
                    </a:cubicBezTo>
                    <a:cubicBezTo>
                      <a:pt x="155" y="114"/>
                      <a:pt x="150" y="116"/>
                      <a:pt x="146" y="115"/>
                    </a:cubicBezTo>
                    <a:cubicBezTo>
                      <a:pt x="143" y="115"/>
                      <a:pt x="141" y="114"/>
                      <a:pt x="141" y="114"/>
                    </a:cubicBezTo>
                    <a:cubicBezTo>
                      <a:pt x="0" y="91"/>
                      <a:pt x="0" y="91"/>
                      <a:pt x="0" y="91"/>
                    </a:cubicBezTo>
                    <a:cubicBezTo>
                      <a:pt x="6" y="48"/>
                      <a:pt x="6" y="48"/>
                      <a:pt x="6" y="48"/>
                    </a:cubicBezTo>
                    <a:cubicBezTo>
                      <a:pt x="132" y="64"/>
                      <a:pt x="132" y="64"/>
                      <a:pt x="132" y="64"/>
                    </a:cubicBezTo>
                    <a:cubicBezTo>
                      <a:pt x="178" y="0"/>
                      <a:pt x="178" y="0"/>
                      <a:pt x="178" y="0"/>
                    </a:cubicBezTo>
                    <a:cubicBezTo>
                      <a:pt x="195" y="7"/>
                      <a:pt x="218" y="10"/>
                      <a:pt x="246" y="5"/>
                    </a:cubicBezTo>
                    <a:cubicBezTo>
                      <a:pt x="249" y="5"/>
                      <a:pt x="251" y="4"/>
                      <a:pt x="254" y="4"/>
                    </a:cubicBezTo>
                  </a:path>
                </a:pathLst>
              </a:custGeom>
              <a:solidFill>
                <a:srgbClr val="2F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8" name="Freeform 34">
                <a:extLst>
                  <a:ext uri="{FF2B5EF4-FFF2-40B4-BE49-F238E27FC236}">
                    <a16:creationId xmlns:a16="http://schemas.microsoft.com/office/drawing/2014/main" id="{1AE5DEBF-0B6F-46A5-9B0D-F744EBED4595}"/>
                  </a:ext>
                </a:extLst>
              </p:cNvPr>
              <p:cNvSpPr>
                <a:spLocks/>
              </p:cNvSpPr>
              <p:nvPr/>
            </p:nvSpPr>
            <p:spPr bwMode="auto">
              <a:xfrm>
                <a:off x="4302125" y="2125663"/>
                <a:ext cx="641350" cy="788988"/>
              </a:xfrm>
              <a:custGeom>
                <a:avLst/>
                <a:gdLst>
                  <a:gd name="T0" fmla="*/ 115 w 170"/>
                  <a:gd name="T1" fmla="*/ 80 h 209"/>
                  <a:gd name="T2" fmla="*/ 13 w 170"/>
                  <a:gd name="T3" fmla="*/ 0 h 209"/>
                  <a:gd name="T4" fmla="*/ 0 w 170"/>
                  <a:gd name="T5" fmla="*/ 11 h 209"/>
                  <a:gd name="T6" fmla="*/ 98 w 170"/>
                  <a:gd name="T7" fmla="*/ 89 h 209"/>
                  <a:gd name="T8" fmla="*/ 153 w 170"/>
                  <a:gd name="T9" fmla="*/ 209 h 209"/>
                  <a:gd name="T10" fmla="*/ 170 w 170"/>
                  <a:gd name="T11" fmla="*/ 198 h 209"/>
                  <a:gd name="T12" fmla="*/ 115 w 170"/>
                  <a:gd name="T13" fmla="*/ 80 h 209"/>
                </a:gdLst>
                <a:ahLst/>
                <a:cxnLst>
                  <a:cxn ang="0">
                    <a:pos x="T0" y="T1"/>
                  </a:cxn>
                  <a:cxn ang="0">
                    <a:pos x="T2" y="T3"/>
                  </a:cxn>
                  <a:cxn ang="0">
                    <a:pos x="T4" y="T5"/>
                  </a:cxn>
                  <a:cxn ang="0">
                    <a:pos x="T6" y="T7"/>
                  </a:cxn>
                  <a:cxn ang="0">
                    <a:pos x="T8" y="T9"/>
                  </a:cxn>
                  <a:cxn ang="0">
                    <a:pos x="T10" y="T11"/>
                  </a:cxn>
                  <a:cxn ang="0">
                    <a:pos x="T12" y="T13"/>
                  </a:cxn>
                </a:cxnLst>
                <a:rect l="0" t="0" r="r" b="b"/>
                <a:pathLst>
                  <a:path w="170" h="209">
                    <a:moveTo>
                      <a:pt x="115" y="80"/>
                    </a:moveTo>
                    <a:cubicBezTo>
                      <a:pt x="13" y="0"/>
                      <a:pt x="13" y="0"/>
                      <a:pt x="13" y="0"/>
                    </a:cubicBezTo>
                    <a:cubicBezTo>
                      <a:pt x="10" y="4"/>
                      <a:pt x="6" y="8"/>
                      <a:pt x="0" y="11"/>
                    </a:cubicBezTo>
                    <a:cubicBezTo>
                      <a:pt x="98" y="89"/>
                      <a:pt x="98" y="89"/>
                      <a:pt x="98" y="89"/>
                    </a:cubicBezTo>
                    <a:cubicBezTo>
                      <a:pt x="153" y="209"/>
                      <a:pt x="153" y="209"/>
                      <a:pt x="153" y="209"/>
                    </a:cubicBezTo>
                    <a:cubicBezTo>
                      <a:pt x="170" y="198"/>
                      <a:pt x="170" y="198"/>
                      <a:pt x="170" y="198"/>
                    </a:cubicBezTo>
                    <a:lnTo>
                      <a:pt x="115" y="80"/>
                    </a:ln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9" name="Freeform 35">
                <a:extLst>
                  <a:ext uri="{FF2B5EF4-FFF2-40B4-BE49-F238E27FC236}">
                    <a16:creationId xmlns:a16="http://schemas.microsoft.com/office/drawing/2014/main" id="{96A9965A-657E-4A61-94AE-B87D4989DA98}"/>
                  </a:ext>
                </a:extLst>
              </p:cNvPr>
              <p:cNvSpPr>
                <a:spLocks/>
              </p:cNvSpPr>
              <p:nvPr/>
            </p:nvSpPr>
            <p:spPr bwMode="auto">
              <a:xfrm>
                <a:off x="4343400" y="1270000"/>
                <a:ext cx="263525" cy="101600"/>
              </a:xfrm>
              <a:custGeom>
                <a:avLst/>
                <a:gdLst>
                  <a:gd name="T0" fmla="*/ 0 w 70"/>
                  <a:gd name="T1" fmla="*/ 26 h 27"/>
                  <a:gd name="T2" fmla="*/ 70 w 70"/>
                  <a:gd name="T3" fmla="*/ 27 h 27"/>
                  <a:gd name="T4" fmla="*/ 67 w 70"/>
                  <a:gd name="T5" fmla="*/ 12 h 27"/>
                  <a:gd name="T6" fmla="*/ 67 w 70"/>
                  <a:gd name="T7" fmla="*/ 11 h 27"/>
                  <a:gd name="T8" fmla="*/ 21 w 70"/>
                  <a:gd name="T9" fmla="*/ 0 h 27"/>
                  <a:gd name="T10" fmla="*/ 0 w 70"/>
                  <a:gd name="T11" fmla="*/ 26 h 27"/>
                </a:gdLst>
                <a:ahLst/>
                <a:cxnLst>
                  <a:cxn ang="0">
                    <a:pos x="T0" y="T1"/>
                  </a:cxn>
                  <a:cxn ang="0">
                    <a:pos x="T2" y="T3"/>
                  </a:cxn>
                  <a:cxn ang="0">
                    <a:pos x="T4" y="T5"/>
                  </a:cxn>
                  <a:cxn ang="0">
                    <a:pos x="T6" y="T7"/>
                  </a:cxn>
                  <a:cxn ang="0">
                    <a:pos x="T8" y="T9"/>
                  </a:cxn>
                  <a:cxn ang="0">
                    <a:pos x="T10" y="T11"/>
                  </a:cxn>
                </a:cxnLst>
                <a:rect l="0" t="0" r="r" b="b"/>
                <a:pathLst>
                  <a:path w="70" h="27">
                    <a:moveTo>
                      <a:pt x="0" y="26"/>
                    </a:moveTo>
                    <a:cubicBezTo>
                      <a:pt x="70" y="27"/>
                      <a:pt x="70" y="27"/>
                      <a:pt x="70" y="27"/>
                    </a:cubicBezTo>
                    <a:cubicBezTo>
                      <a:pt x="70" y="27"/>
                      <a:pt x="64" y="22"/>
                      <a:pt x="67" y="12"/>
                    </a:cubicBezTo>
                    <a:cubicBezTo>
                      <a:pt x="67" y="11"/>
                      <a:pt x="67" y="11"/>
                      <a:pt x="67" y="11"/>
                    </a:cubicBezTo>
                    <a:cubicBezTo>
                      <a:pt x="52" y="8"/>
                      <a:pt x="36" y="5"/>
                      <a:pt x="21" y="0"/>
                    </a:cubicBezTo>
                    <a:cubicBezTo>
                      <a:pt x="18" y="11"/>
                      <a:pt x="8" y="22"/>
                      <a:pt x="0" y="26"/>
                    </a:cubicBezTo>
                  </a:path>
                </a:pathLst>
              </a:custGeom>
              <a:solidFill>
                <a:srgbClr val="E3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0" name="Freeform 36">
                <a:extLst>
                  <a:ext uri="{FF2B5EF4-FFF2-40B4-BE49-F238E27FC236}">
                    <a16:creationId xmlns:a16="http://schemas.microsoft.com/office/drawing/2014/main" id="{D6B79CCC-F4E0-45EB-B8C1-F1B0662B4824}"/>
                  </a:ext>
                </a:extLst>
              </p:cNvPr>
              <p:cNvSpPr>
                <a:spLocks/>
              </p:cNvSpPr>
              <p:nvPr/>
            </p:nvSpPr>
            <p:spPr bwMode="auto">
              <a:xfrm>
                <a:off x="4340225" y="889000"/>
                <a:ext cx="411163" cy="460375"/>
              </a:xfrm>
              <a:custGeom>
                <a:avLst/>
                <a:gdLst>
                  <a:gd name="T0" fmla="*/ 105 w 109"/>
                  <a:gd name="T1" fmla="*/ 83 h 122"/>
                  <a:gd name="T2" fmla="*/ 96 w 109"/>
                  <a:gd name="T3" fmla="*/ 60 h 122"/>
                  <a:gd name="T4" fmla="*/ 76 w 109"/>
                  <a:gd name="T5" fmla="*/ 8 h 122"/>
                  <a:gd name="T6" fmla="*/ 11 w 109"/>
                  <a:gd name="T7" fmla="*/ 29 h 122"/>
                  <a:gd name="T8" fmla="*/ 22 w 109"/>
                  <a:gd name="T9" fmla="*/ 87 h 122"/>
                  <a:gd name="T10" fmla="*/ 22 w 109"/>
                  <a:gd name="T11" fmla="*/ 101 h 122"/>
                  <a:gd name="T12" fmla="*/ 68 w 109"/>
                  <a:gd name="T13" fmla="*/ 112 h 122"/>
                  <a:gd name="T14" fmla="*/ 92 w 109"/>
                  <a:gd name="T15" fmla="*/ 111 h 122"/>
                  <a:gd name="T16" fmla="*/ 94 w 109"/>
                  <a:gd name="T17" fmla="*/ 99 h 122"/>
                  <a:gd name="T18" fmla="*/ 93 w 109"/>
                  <a:gd name="T19" fmla="*/ 95 h 122"/>
                  <a:gd name="T20" fmla="*/ 97 w 109"/>
                  <a:gd name="T21" fmla="*/ 86 h 122"/>
                  <a:gd name="T22" fmla="*/ 105 w 109"/>
                  <a:gd name="T23" fmla="*/ 8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122">
                    <a:moveTo>
                      <a:pt x="105" y="83"/>
                    </a:moveTo>
                    <a:cubicBezTo>
                      <a:pt x="105" y="83"/>
                      <a:pt x="99" y="66"/>
                      <a:pt x="96" y="60"/>
                    </a:cubicBezTo>
                    <a:cubicBezTo>
                      <a:pt x="109" y="44"/>
                      <a:pt x="95" y="15"/>
                      <a:pt x="76" y="8"/>
                    </a:cubicBezTo>
                    <a:cubicBezTo>
                      <a:pt x="52" y="0"/>
                      <a:pt x="24" y="6"/>
                      <a:pt x="11" y="29"/>
                    </a:cubicBezTo>
                    <a:cubicBezTo>
                      <a:pt x="0" y="50"/>
                      <a:pt x="13" y="68"/>
                      <a:pt x="22" y="87"/>
                    </a:cubicBezTo>
                    <a:cubicBezTo>
                      <a:pt x="24" y="91"/>
                      <a:pt x="24" y="96"/>
                      <a:pt x="22" y="101"/>
                    </a:cubicBezTo>
                    <a:cubicBezTo>
                      <a:pt x="37" y="106"/>
                      <a:pt x="53" y="109"/>
                      <a:pt x="68" y="112"/>
                    </a:cubicBezTo>
                    <a:cubicBezTo>
                      <a:pt x="71" y="106"/>
                      <a:pt x="86" y="122"/>
                      <a:pt x="92" y="111"/>
                    </a:cubicBezTo>
                    <a:cubicBezTo>
                      <a:pt x="94" y="106"/>
                      <a:pt x="90" y="103"/>
                      <a:pt x="94" y="99"/>
                    </a:cubicBezTo>
                    <a:cubicBezTo>
                      <a:pt x="97" y="96"/>
                      <a:pt x="92" y="95"/>
                      <a:pt x="93" y="95"/>
                    </a:cubicBezTo>
                    <a:cubicBezTo>
                      <a:pt x="98" y="95"/>
                      <a:pt x="97" y="89"/>
                      <a:pt x="97" y="86"/>
                    </a:cubicBezTo>
                    <a:cubicBezTo>
                      <a:pt x="101" y="86"/>
                      <a:pt x="105" y="83"/>
                      <a:pt x="105" y="83"/>
                    </a:cubicBezTo>
                    <a:close/>
                  </a:path>
                </a:pathLst>
              </a:custGeom>
              <a:solidFill>
                <a:srgbClr val="EAB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1" name="Freeform 37">
                <a:extLst>
                  <a:ext uri="{FF2B5EF4-FFF2-40B4-BE49-F238E27FC236}">
                    <a16:creationId xmlns:a16="http://schemas.microsoft.com/office/drawing/2014/main" id="{7ADFFCD3-56A5-4866-979C-E9124DCACA0B}"/>
                  </a:ext>
                </a:extLst>
              </p:cNvPr>
              <p:cNvSpPr>
                <a:spLocks/>
              </p:cNvSpPr>
              <p:nvPr/>
            </p:nvSpPr>
            <p:spPr bwMode="auto">
              <a:xfrm>
                <a:off x="4595813" y="911225"/>
                <a:ext cx="155575" cy="415925"/>
              </a:xfrm>
              <a:custGeom>
                <a:avLst/>
                <a:gdLst>
                  <a:gd name="T0" fmla="*/ 37 w 41"/>
                  <a:gd name="T1" fmla="*/ 77 h 110"/>
                  <a:gd name="T2" fmla="*/ 28 w 41"/>
                  <a:gd name="T3" fmla="*/ 54 h 110"/>
                  <a:gd name="T4" fmla="*/ 8 w 41"/>
                  <a:gd name="T5" fmla="*/ 2 h 110"/>
                  <a:gd name="T6" fmla="*/ 0 w 41"/>
                  <a:gd name="T7" fmla="*/ 0 h 110"/>
                  <a:gd name="T8" fmla="*/ 3 w 41"/>
                  <a:gd name="T9" fmla="*/ 1 h 110"/>
                  <a:gd name="T10" fmla="*/ 23 w 41"/>
                  <a:gd name="T11" fmla="*/ 53 h 110"/>
                  <a:gd name="T12" fmla="*/ 32 w 41"/>
                  <a:gd name="T13" fmla="*/ 75 h 110"/>
                  <a:gd name="T14" fmla="*/ 24 w 41"/>
                  <a:gd name="T15" fmla="*/ 79 h 110"/>
                  <a:gd name="T16" fmla="*/ 21 w 41"/>
                  <a:gd name="T17" fmla="*/ 87 h 110"/>
                  <a:gd name="T18" fmla="*/ 22 w 41"/>
                  <a:gd name="T19" fmla="*/ 92 h 110"/>
                  <a:gd name="T20" fmla="*/ 19 w 41"/>
                  <a:gd name="T21" fmla="*/ 103 h 110"/>
                  <a:gd name="T22" fmla="*/ 12 w 41"/>
                  <a:gd name="T23" fmla="*/ 108 h 110"/>
                  <a:gd name="T24" fmla="*/ 24 w 41"/>
                  <a:gd name="T25" fmla="*/ 105 h 110"/>
                  <a:gd name="T26" fmla="*/ 26 w 41"/>
                  <a:gd name="T27" fmla="*/ 93 h 110"/>
                  <a:gd name="T28" fmla="*/ 25 w 41"/>
                  <a:gd name="T29" fmla="*/ 89 h 110"/>
                  <a:gd name="T30" fmla="*/ 29 w 41"/>
                  <a:gd name="T31" fmla="*/ 80 h 110"/>
                  <a:gd name="T32" fmla="*/ 37 w 41"/>
                  <a:gd name="T33" fmla="*/ 7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 h="110">
                    <a:moveTo>
                      <a:pt x="37" y="77"/>
                    </a:moveTo>
                    <a:cubicBezTo>
                      <a:pt x="37" y="77"/>
                      <a:pt x="31" y="60"/>
                      <a:pt x="28" y="54"/>
                    </a:cubicBezTo>
                    <a:cubicBezTo>
                      <a:pt x="41" y="38"/>
                      <a:pt x="27" y="9"/>
                      <a:pt x="8" y="2"/>
                    </a:cubicBezTo>
                    <a:cubicBezTo>
                      <a:pt x="6" y="1"/>
                      <a:pt x="3" y="1"/>
                      <a:pt x="0" y="0"/>
                    </a:cubicBezTo>
                    <a:cubicBezTo>
                      <a:pt x="1" y="0"/>
                      <a:pt x="2" y="1"/>
                      <a:pt x="3" y="1"/>
                    </a:cubicBezTo>
                    <a:cubicBezTo>
                      <a:pt x="22" y="8"/>
                      <a:pt x="36" y="37"/>
                      <a:pt x="23" y="53"/>
                    </a:cubicBezTo>
                    <a:cubicBezTo>
                      <a:pt x="26" y="59"/>
                      <a:pt x="32" y="75"/>
                      <a:pt x="32" y="75"/>
                    </a:cubicBezTo>
                    <a:cubicBezTo>
                      <a:pt x="32" y="75"/>
                      <a:pt x="28" y="79"/>
                      <a:pt x="24" y="79"/>
                    </a:cubicBezTo>
                    <a:cubicBezTo>
                      <a:pt x="24" y="82"/>
                      <a:pt x="25" y="88"/>
                      <a:pt x="21" y="87"/>
                    </a:cubicBezTo>
                    <a:cubicBezTo>
                      <a:pt x="19" y="87"/>
                      <a:pt x="24" y="89"/>
                      <a:pt x="22" y="92"/>
                    </a:cubicBezTo>
                    <a:cubicBezTo>
                      <a:pt x="17" y="96"/>
                      <a:pt x="22" y="99"/>
                      <a:pt x="19" y="103"/>
                    </a:cubicBezTo>
                    <a:cubicBezTo>
                      <a:pt x="18" y="107"/>
                      <a:pt x="15" y="108"/>
                      <a:pt x="12" y="108"/>
                    </a:cubicBezTo>
                    <a:cubicBezTo>
                      <a:pt x="17" y="109"/>
                      <a:pt x="22" y="110"/>
                      <a:pt x="24" y="105"/>
                    </a:cubicBezTo>
                    <a:cubicBezTo>
                      <a:pt x="26" y="100"/>
                      <a:pt x="22" y="97"/>
                      <a:pt x="26" y="93"/>
                    </a:cubicBezTo>
                    <a:cubicBezTo>
                      <a:pt x="29" y="90"/>
                      <a:pt x="24" y="89"/>
                      <a:pt x="25" y="89"/>
                    </a:cubicBezTo>
                    <a:cubicBezTo>
                      <a:pt x="30" y="89"/>
                      <a:pt x="29" y="83"/>
                      <a:pt x="29" y="80"/>
                    </a:cubicBezTo>
                    <a:cubicBezTo>
                      <a:pt x="33" y="80"/>
                      <a:pt x="37" y="77"/>
                      <a:pt x="37" y="77"/>
                    </a:cubicBezTo>
                    <a:close/>
                  </a:path>
                </a:pathLst>
              </a:custGeom>
              <a:solidFill>
                <a:srgbClr val="E8AD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2" name="Freeform 38">
                <a:extLst>
                  <a:ext uri="{FF2B5EF4-FFF2-40B4-BE49-F238E27FC236}">
                    <a16:creationId xmlns:a16="http://schemas.microsoft.com/office/drawing/2014/main" id="{6CEFDE7D-FDE4-4536-A16F-7FB11C19C435}"/>
                  </a:ext>
                </a:extLst>
              </p:cNvPr>
              <p:cNvSpPr>
                <a:spLocks/>
              </p:cNvSpPr>
              <p:nvPr/>
            </p:nvSpPr>
            <p:spPr bwMode="auto">
              <a:xfrm>
                <a:off x="4460875" y="1281113"/>
                <a:ext cx="142875" cy="30163"/>
              </a:xfrm>
              <a:custGeom>
                <a:avLst/>
                <a:gdLst>
                  <a:gd name="T0" fmla="*/ 31 w 38"/>
                  <a:gd name="T1" fmla="*/ 6 h 8"/>
                  <a:gd name="T2" fmla="*/ 0 w 38"/>
                  <a:gd name="T3" fmla="*/ 0 h 8"/>
                  <a:gd name="T4" fmla="*/ 36 w 38"/>
                  <a:gd name="T5" fmla="*/ 8 h 8"/>
                  <a:gd name="T6" fmla="*/ 38 w 38"/>
                  <a:gd name="T7" fmla="*/ 6 h 8"/>
                  <a:gd name="T8" fmla="*/ 31 w 38"/>
                  <a:gd name="T9" fmla="*/ 6 h 8"/>
                </a:gdLst>
                <a:ahLst/>
                <a:cxnLst>
                  <a:cxn ang="0">
                    <a:pos x="T0" y="T1"/>
                  </a:cxn>
                  <a:cxn ang="0">
                    <a:pos x="T2" y="T3"/>
                  </a:cxn>
                  <a:cxn ang="0">
                    <a:pos x="T4" y="T5"/>
                  </a:cxn>
                  <a:cxn ang="0">
                    <a:pos x="T6" y="T7"/>
                  </a:cxn>
                  <a:cxn ang="0">
                    <a:pos x="T8" y="T9"/>
                  </a:cxn>
                </a:cxnLst>
                <a:rect l="0" t="0" r="r" b="b"/>
                <a:pathLst>
                  <a:path w="38" h="8">
                    <a:moveTo>
                      <a:pt x="31" y="6"/>
                    </a:moveTo>
                    <a:cubicBezTo>
                      <a:pt x="21" y="5"/>
                      <a:pt x="11" y="3"/>
                      <a:pt x="0" y="0"/>
                    </a:cubicBezTo>
                    <a:cubicBezTo>
                      <a:pt x="12" y="4"/>
                      <a:pt x="24" y="6"/>
                      <a:pt x="36" y="8"/>
                    </a:cubicBezTo>
                    <a:cubicBezTo>
                      <a:pt x="37" y="7"/>
                      <a:pt x="37" y="6"/>
                      <a:pt x="38" y="6"/>
                    </a:cubicBezTo>
                    <a:cubicBezTo>
                      <a:pt x="35" y="5"/>
                      <a:pt x="32" y="4"/>
                      <a:pt x="31" y="6"/>
                    </a:cubicBezTo>
                    <a:close/>
                  </a:path>
                </a:pathLst>
              </a:custGeom>
              <a:solidFill>
                <a:srgbClr val="E8AD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3" name="Freeform 39">
                <a:extLst>
                  <a:ext uri="{FF2B5EF4-FFF2-40B4-BE49-F238E27FC236}">
                    <a16:creationId xmlns:a16="http://schemas.microsoft.com/office/drawing/2014/main" id="{7571603F-6B92-4C7C-A443-E369CEF92CBA}"/>
                  </a:ext>
                </a:extLst>
              </p:cNvPr>
              <p:cNvSpPr>
                <a:spLocks/>
              </p:cNvSpPr>
              <p:nvPr/>
            </p:nvSpPr>
            <p:spPr bwMode="auto">
              <a:xfrm>
                <a:off x="4354513" y="889000"/>
                <a:ext cx="430213" cy="282575"/>
              </a:xfrm>
              <a:custGeom>
                <a:avLst/>
                <a:gdLst>
                  <a:gd name="T0" fmla="*/ 103 w 114"/>
                  <a:gd name="T1" fmla="*/ 2 h 75"/>
                  <a:gd name="T2" fmla="*/ 96 w 114"/>
                  <a:gd name="T3" fmla="*/ 8 h 75"/>
                  <a:gd name="T4" fmla="*/ 88 w 114"/>
                  <a:gd name="T5" fmla="*/ 4 h 75"/>
                  <a:gd name="T6" fmla="*/ 40 w 114"/>
                  <a:gd name="T7" fmla="*/ 2 h 75"/>
                  <a:gd name="T8" fmla="*/ 12 w 114"/>
                  <a:gd name="T9" fmla="*/ 13 h 75"/>
                  <a:gd name="T10" fmla="*/ 2 w 114"/>
                  <a:gd name="T11" fmla="*/ 52 h 75"/>
                  <a:gd name="T12" fmla="*/ 6 w 114"/>
                  <a:gd name="T13" fmla="*/ 63 h 75"/>
                  <a:gd name="T14" fmla="*/ 11 w 114"/>
                  <a:gd name="T15" fmla="*/ 75 h 75"/>
                  <a:gd name="T16" fmla="*/ 15 w 114"/>
                  <a:gd name="T17" fmla="*/ 69 h 75"/>
                  <a:gd name="T18" fmla="*/ 19 w 114"/>
                  <a:gd name="T19" fmla="*/ 52 h 75"/>
                  <a:gd name="T20" fmla="*/ 26 w 114"/>
                  <a:gd name="T21" fmla="*/ 47 h 75"/>
                  <a:gd name="T22" fmla="*/ 41 w 114"/>
                  <a:gd name="T23" fmla="*/ 39 h 75"/>
                  <a:gd name="T24" fmla="*/ 61 w 114"/>
                  <a:gd name="T25" fmla="*/ 33 h 75"/>
                  <a:gd name="T26" fmla="*/ 89 w 114"/>
                  <a:gd name="T27" fmla="*/ 35 h 75"/>
                  <a:gd name="T28" fmla="*/ 103 w 114"/>
                  <a:gd name="T2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4" h="75">
                    <a:moveTo>
                      <a:pt x="103" y="2"/>
                    </a:moveTo>
                    <a:cubicBezTo>
                      <a:pt x="100" y="1"/>
                      <a:pt x="98" y="8"/>
                      <a:pt x="96" y="8"/>
                    </a:cubicBezTo>
                    <a:cubicBezTo>
                      <a:pt x="94" y="9"/>
                      <a:pt x="93" y="5"/>
                      <a:pt x="88" y="4"/>
                    </a:cubicBezTo>
                    <a:cubicBezTo>
                      <a:pt x="73" y="0"/>
                      <a:pt x="55" y="1"/>
                      <a:pt x="40" y="2"/>
                    </a:cubicBezTo>
                    <a:cubicBezTo>
                      <a:pt x="30" y="3"/>
                      <a:pt x="19" y="6"/>
                      <a:pt x="12" y="13"/>
                    </a:cubicBezTo>
                    <a:cubicBezTo>
                      <a:pt x="2" y="23"/>
                      <a:pt x="0" y="39"/>
                      <a:pt x="2" y="52"/>
                    </a:cubicBezTo>
                    <a:cubicBezTo>
                      <a:pt x="3" y="56"/>
                      <a:pt x="4" y="60"/>
                      <a:pt x="6" y="63"/>
                    </a:cubicBezTo>
                    <a:cubicBezTo>
                      <a:pt x="6" y="65"/>
                      <a:pt x="10" y="75"/>
                      <a:pt x="11" y="75"/>
                    </a:cubicBezTo>
                    <a:cubicBezTo>
                      <a:pt x="14" y="75"/>
                      <a:pt x="15" y="71"/>
                      <a:pt x="15" y="69"/>
                    </a:cubicBezTo>
                    <a:cubicBezTo>
                      <a:pt x="17" y="63"/>
                      <a:pt x="16" y="57"/>
                      <a:pt x="19" y="52"/>
                    </a:cubicBezTo>
                    <a:cubicBezTo>
                      <a:pt x="20" y="48"/>
                      <a:pt x="23" y="45"/>
                      <a:pt x="26" y="47"/>
                    </a:cubicBezTo>
                    <a:cubicBezTo>
                      <a:pt x="28" y="41"/>
                      <a:pt x="31" y="35"/>
                      <a:pt x="41" y="39"/>
                    </a:cubicBezTo>
                    <a:cubicBezTo>
                      <a:pt x="45" y="34"/>
                      <a:pt x="54" y="33"/>
                      <a:pt x="61" y="33"/>
                    </a:cubicBezTo>
                    <a:cubicBezTo>
                      <a:pt x="70" y="33"/>
                      <a:pt x="80" y="37"/>
                      <a:pt x="89" y="35"/>
                    </a:cubicBezTo>
                    <a:cubicBezTo>
                      <a:pt x="104" y="31"/>
                      <a:pt x="114" y="5"/>
                      <a:pt x="103" y="2"/>
                    </a:cubicBezTo>
                    <a:close/>
                  </a:path>
                </a:pathLst>
              </a:custGeom>
              <a:solidFill>
                <a:srgbClr val="603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4" name="Freeform 40">
                <a:extLst>
                  <a:ext uri="{FF2B5EF4-FFF2-40B4-BE49-F238E27FC236}">
                    <a16:creationId xmlns:a16="http://schemas.microsoft.com/office/drawing/2014/main" id="{C71BE92E-959A-4A36-8E03-668F49C7CB16}"/>
                  </a:ext>
                </a:extLst>
              </p:cNvPr>
              <p:cNvSpPr>
                <a:spLocks/>
              </p:cNvSpPr>
              <p:nvPr/>
            </p:nvSpPr>
            <p:spPr bwMode="auto">
              <a:xfrm>
                <a:off x="4354513" y="889000"/>
                <a:ext cx="400050" cy="282575"/>
              </a:xfrm>
              <a:custGeom>
                <a:avLst/>
                <a:gdLst>
                  <a:gd name="T0" fmla="*/ 14 w 106"/>
                  <a:gd name="T1" fmla="*/ 68 h 75"/>
                  <a:gd name="T2" fmla="*/ 11 w 106"/>
                  <a:gd name="T3" fmla="*/ 57 h 75"/>
                  <a:gd name="T4" fmla="*/ 20 w 106"/>
                  <a:gd name="T5" fmla="*/ 18 h 75"/>
                  <a:gd name="T6" fmla="*/ 48 w 106"/>
                  <a:gd name="T7" fmla="*/ 7 h 75"/>
                  <a:gd name="T8" fmla="*/ 96 w 106"/>
                  <a:gd name="T9" fmla="*/ 9 h 75"/>
                  <a:gd name="T10" fmla="*/ 104 w 106"/>
                  <a:gd name="T11" fmla="*/ 13 h 75"/>
                  <a:gd name="T12" fmla="*/ 103 w 106"/>
                  <a:gd name="T13" fmla="*/ 2 h 75"/>
                  <a:gd name="T14" fmla="*/ 96 w 106"/>
                  <a:gd name="T15" fmla="*/ 8 h 75"/>
                  <a:gd name="T16" fmla="*/ 88 w 106"/>
                  <a:gd name="T17" fmla="*/ 4 h 75"/>
                  <a:gd name="T18" fmla="*/ 40 w 106"/>
                  <a:gd name="T19" fmla="*/ 2 h 75"/>
                  <a:gd name="T20" fmla="*/ 12 w 106"/>
                  <a:gd name="T21" fmla="*/ 13 h 75"/>
                  <a:gd name="T22" fmla="*/ 2 w 106"/>
                  <a:gd name="T23" fmla="*/ 52 h 75"/>
                  <a:gd name="T24" fmla="*/ 6 w 106"/>
                  <a:gd name="T25" fmla="*/ 63 h 75"/>
                  <a:gd name="T26" fmla="*/ 11 w 106"/>
                  <a:gd name="T27" fmla="*/ 75 h 75"/>
                  <a:gd name="T28" fmla="*/ 15 w 106"/>
                  <a:gd name="T29" fmla="*/ 71 h 75"/>
                  <a:gd name="T30" fmla="*/ 14 w 106"/>
                  <a:gd name="T31"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75">
                    <a:moveTo>
                      <a:pt x="14" y="68"/>
                    </a:moveTo>
                    <a:cubicBezTo>
                      <a:pt x="13" y="65"/>
                      <a:pt x="11" y="61"/>
                      <a:pt x="11" y="57"/>
                    </a:cubicBezTo>
                    <a:cubicBezTo>
                      <a:pt x="8" y="44"/>
                      <a:pt x="10" y="28"/>
                      <a:pt x="20" y="18"/>
                    </a:cubicBezTo>
                    <a:cubicBezTo>
                      <a:pt x="28" y="11"/>
                      <a:pt x="38" y="8"/>
                      <a:pt x="48" y="7"/>
                    </a:cubicBezTo>
                    <a:cubicBezTo>
                      <a:pt x="63" y="6"/>
                      <a:pt x="81" y="5"/>
                      <a:pt x="96" y="9"/>
                    </a:cubicBezTo>
                    <a:cubicBezTo>
                      <a:pt x="100" y="10"/>
                      <a:pt x="103" y="12"/>
                      <a:pt x="104" y="13"/>
                    </a:cubicBezTo>
                    <a:cubicBezTo>
                      <a:pt x="104" y="9"/>
                      <a:pt x="106" y="3"/>
                      <a:pt x="103" y="2"/>
                    </a:cubicBezTo>
                    <a:cubicBezTo>
                      <a:pt x="100" y="1"/>
                      <a:pt x="98" y="8"/>
                      <a:pt x="96" y="8"/>
                    </a:cubicBezTo>
                    <a:cubicBezTo>
                      <a:pt x="94" y="9"/>
                      <a:pt x="93" y="5"/>
                      <a:pt x="88" y="4"/>
                    </a:cubicBezTo>
                    <a:cubicBezTo>
                      <a:pt x="73" y="0"/>
                      <a:pt x="55" y="1"/>
                      <a:pt x="40" y="2"/>
                    </a:cubicBezTo>
                    <a:cubicBezTo>
                      <a:pt x="30" y="3"/>
                      <a:pt x="19" y="6"/>
                      <a:pt x="12" y="13"/>
                    </a:cubicBezTo>
                    <a:cubicBezTo>
                      <a:pt x="2" y="23"/>
                      <a:pt x="0" y="39"/>
                      <a:pt x="2" y="52"/>
                    </a:cubicBezTo>
                    <a:cubicBezTo>
                      <a:pt x="3" y="56"/>
                      <a:pt x="4" y="60"/>
                      <a:pt x="6" y="63"/>
                    </a:cubicBezTo>
                    <a:cubicBezTo>
                      <a:pt x="6" y="65"/>
                      <a:pt x="10" y="75"/>
                      <a:pt x="11" y="75"/>
                    </a:cubicBezTo>
                    <a:cubicBezTo>
                      <a:pt x="13" y="75"/>
                      <a:pt x="14" y="73"/>
                      <a:pt x="15" y="71"/>
                    </a:cubicBezTo>
                    <a:cubicBezTo>
                      <a:pt x="15" y="70"/>
                      <a:pt x="14" y="69"/>
                      <a:pt x="14" y="68"/>
                    </a:cubicBezTo>
                    <a:close/>
                  </a:path>
                </a:pathLst>
              </a:custGeom>
              <a:solidFill>
                <a:srgbClr val="7D4B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5" name="Freeform 41">
                <a:extLst>
                  <a:ext uri="{FF2B5EF4-FFF2-40B4-BE49-F238E27FC236}">
                    <a16:creationId xmlns:a16="http://schemas.microsoft.com/office/drawing/2014/main" id="{F71410D0-2327-486E-B00C-5A29AABCF0EF}"/>
                  </a:ext>
                </a:extLst>
              </p:cNvPr>
              <p:cNvSpPr>
                <a:spLocks/>
              </p:cNvSpPr>
              <p:nvPr/>
            </p:nvSpPr>
            <p:spPr bwMode="auto">
              <a:xfrm>
                <a:off x="3586163" y="2227263"/>
                <a:ext cx="177800" cy="23813"/>
              </a:xfrm>
              <a:custGeom>
                <a:avLst/>
                <a:gdLst>
                  <a:gd name="T0" fmla="*/ 0 w 47"/>
                  <a:gd name="T1" fmla="*/ 0 h 6"/>
                  <a:gd name="T2" fmla="*/ 47 w 47"/>
                  <a:gd name="T3" fmla="*/ 6 h 6"/>
                  <a:gd name="T4" fmla="*/ 47 w 47"/>
                  <a:gd name="T5" fmla="*/ 6 h 6"/>
                  <a:gd name="T6" fmla="*/ 0 w 47"/>
                  <a:gd name="T7" fmla="*/ 0 h 6"/>
                </a:gdLst>
                <a:ahLst/>
                <a:cxnLst>
                  <a:cxn ang="0">
                    <a:pos x="T0" y="T1"/>
                  </a:cxn>
                  <a:cxn ang="0">
                    <a:pos x="T2" y="T3"/>
                  </a:cxn>
                  <a:cxn ang="0">
                    <a:pos x="T4" y="T5"/>
                  </a:cxn>
                  <a:cxn ang="0">
                    <a:pos x="T6" y="T7"/>
                  </a:cxn>
                </a:cxnLst>
                <a:rect l="0" t="0" r="r" b="b"/>
                <a:pathLst>
                  <a:path w="47" h="6">
                    <a:moveTo>
                      <a:pt x="0" y="0"/>
                    </a:moveTo>
                    <a:cubicBezTo>
                      <a:pt x="47" y="6"/>
                      <a:pt x="47" y="6"/>
                      <a:pt x="47" y="6"/>
                    </a:cubicBezTo>
                    <a:cubicBezTo>
                      <a:pt x="47" y="6"/>
                      <a:pt x="47" y="6"/>
                      <a:pt x="47" y="6"/>
                    </a:cubicBezTo>
                    <a:cubicBezTo>
                      <a:pt x="0" y="0"/>
                      <a:pt x="0" y="0"/>
                      <a:pt x="0" y="0"/>
                    </a:cubicBezTo>
                  </a:path>
                </a:pathLst>
              </a:custGeom>
              <a:solidFill>
                <a:srgbClr val="A7A9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6" name="Freeform 42">
                <a:extLst>
                  <a:ext uri="{FF2B5EF4-FFF2-40B4-BE49-F238E27FC236}">
                    <a16:creationId xmlns:a16="http://schemas.microsoft.com/office/drawing/2014/main" id="{349693E6-1DE1-40DA-B1ED-CDBC785AC745}"/>
                  </a:ext>
                </a:extLst>
              </p:cNvPr>
              <p:cNvSpPr>
                <a:spLocks/>
              </p:cNvSpPr>
              <p:nvPr/>
            </p:nvSpPr>
            <p:spPr bwMode="auto">
              <a:xfrm>
                <a:off x="3575050" y="2227263"/>
                <a:ext cx="188913" cy="71438"/>
              </a:xfrm>
              <a:custGeom>
                <a:avLst/>
                <a:gdLst>
                  <a:gd name="T0" fmla="*/ 0 w 50"/>
                  <a:gd name="T1" fmla="*/ 0 h 19"/>
                  <a:gd name="T2" fmla="*/ 26 w 50"/>
                  <a:gd name="T3" fmla="*/ 18 h 19"/>
                  <a:gd name="T4" fmla="*/ 33 w 50"/>
                  <a:gd name="T5" fmla="*/ 19 h 19"/>
                  <a:gd name="T6" fmla="*/ 50 w 50"/>
                  <a:gd name="T7" fmla="*/ 6 h 19"/>
                  <a:gd name="T8" fmla="*/ 3 w 50"/>
                  <a:gd name="T9" fmla="*/ 0 h 19"/>
                  <a:gd name="T10" fmla="*/ 0 w 50"/>
                  <a:gd name="T11" fmla="*/ 0 h 19"/>
                </a:gdLst>
                <a:ahLst/>
                <a:cxnLst>
                  <a:cxn ang="0">
                    <a:pos x="T0" y="T1"/>
                  </a:cxn>
                  <a:cxn ang="0">
                    <a:pos x="T2" y="T3"/>
                  </a:cxn>
                  <a:cxn ang="0">
                    <a:pos x="T4" y="T5"/>
                  </a:cxn>
                  <a:cxn ang="0">
                    <a:pos x="T6" y="T7"/>
                  </a:cxn>
                  <a:cxn ang="0">
                    <a:pos x="T8" y="T9"/>
                  </a:cxn>
                  <a:cxn ang="0">
                    <a:pos x="T10" y="T11"/>
                  </a:cxn>
                </a:cxnLst>
                <a:rect l="0" t="0" r="r" b="b"/>
                <a:pathLst>
                  <a:path w="50" h="19">
                    <a:moveTo>
                      <a:pt x="0" y="0"/>
                    </a:moveTo>
                    <a:cubicBezTo>
                      <a:pt x="6" y="5"/>
                      <a:pt x="19" y="16"/>
                      <a:pt x="26" y="18"/>
                    </a:cubicBezTo>
                    <a:cubicBezTo>
                      <a:pt x="28" y="19"/>
                      <a:pt x="30" y="19"/>
                      <a:pt x="33" y="19"/>
                    </a:cubicBezTo>
                    <a:cubicBezTo>
                      <a:pt x="39" y="19"/>
                      <a:pt x="46" y="15"/>
                      <a:pt x="50" y="6"/>
                    </a:cubicBezTo>
                    <a:cubicBezTo>
                      <a:pt x="3" y="0"/>
                      <a:pt x="3" y="0"/>
                      <a:pt x="3" y="0"/>
                    </a:cubicBezTo>
                    <a:cubicBezTo>
                      <a:pt x="0" y="0"/>
                      <a:pt x="0" y="0"/>
                      <a:pt x="0" y="0"/>
                    </a:cubicBezTo>
                  </a:path>
                </a:pathLst>
              </a:custGeom>
              <a:solidFill>
                <a:srgbClr val="273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7" name="Freeform 43">
                <a:extLst>
                  <a:ext uri="{FF2B5EF4-FFF2-40B4-BE49-F238E27FC236}">
                    <a16:creationId xmlns:a16="http://schemas.microsoft.com/office/drawing/2014/main" id="{7F53BEC6-A9FD-41E5-8DD2-AD1CCFEA2302}"/>
                  </a:ext>
                </a:extLst>
              </p:cNvPr>
              <p:cNvSpPr>
                <a:spLocks/>
              </p:cNvSpPr>
              <p:nvPr/>
            </p:nvSpPr>
            <p:spPr bwMode="auto">
              <a:xfrm>
                <a:off x="3284538" y="1881188"/>
                <a:ext cx="520700" cy="403225"/>
              </a:xfrm>
              <a:custGeom>
                <a:avLst/>
                <a:gdLst>
                  <a:gd name="T0" fmla="*/ 1 w 138"/>
                  <a:gd name="T1" fmla="*/ 39 h 107"/>
                  <a:gd name="T2" fmla="*/ 4 w 138"/>
                  <a:gd name="T3" fmla="*/ 48 h 107"/>
                  <a:gd name="T4" fmla="*/ 108 w 138"/>
                  <a:gd name="T5" fmla="*/ 105 h 107"/>
                  <a:gd name="T6" fmla="*/ 116 w 138"/>
                  <a:gd name="T7" fmla="*/ 103 h 107"/>
                  <a:gd name="T8" fmla="*/ 138 w 138"/>
                  <a:gd name="T9" fmla="*/ 64 h 107"/>
                  <a:gd name="T10" fmla="*/ 75 w 138"/>
                  <a:gd name="T11" fmla="*/ 42 h 107"/>
                  <a:gd name="T12" fmla="*/ 23 w 138"/>
                  <a:gd name="T13" fmla="*/ 0 h 107"/>
                  <a:gd name="T14" fmla="*/ 1 w 138"/>
                  <a:gd name="T15" fmla="*/ 39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07">
                    <a:moveTo>
                      <a:pt x="1" y="39"/>
                    </a:moveTo>
                    <a:cubicBezTo>
                      <a:pt x="0" y="42"/>
                      <a:pt x="1" y="46"/>
                      <a:pt x="4" y="48"/>
                    </a:cubicBezTo>
                    <a:cubicBezTo>
                      <a:pt x="108" y="105"/>
                      <a:pt x="108" y="105"/>
                      <a:pt x="108" y="105"/>
                    </a:cubicBezTo>
                    <a:cubicBezTo>
                      <a:pt x="111" y="107"/>
                      <a:pt x="115" y="106"/>
                      <a:pt x="116" y="103"/>
                    </a:cubicBezTo>
                    <a:cubicBezTo>
                      <a:pt x="138" y="64"/>
                      <a:pt x="138" y="64"/>
                      <a:pt x="138" y="64"/>
                    </a:cubicBezTo>
                    <a:cubicBezTo>
                      <a:pt x="118" y="61"/>
                      <a:pt x="97" y="54"/>
                      <a:pt x="75" y="42"/>
                    </a:cubicBezTo>
                    <a:cubicBezTo>
                      <a:pt x="54" y="30"/>
                      <a:pt x="36" y="15"/>
                      <a:pt x="23" y="0"/>
                    </a:cubicBezTo>
                    <a:lnTo>
                      <a:pt x="1" y="39"/>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8" name="Freeform 44">
                <a:extLst>
                  <a:ext uri="{FF2B5EF4-FFF2-40B4-BE49-F238E27FC236}">
                    <a16:creationId xmlns:a16="http://schemas.microsoft.com/office/drawing/2014/main" id="{F51120F4-AB00-460B-8033-341507492AF9}"/>
                  </a:ext>
                </a:extLst>
              </p:cNvPr>
              <p:cNvSpPr>
                <a:spLocks/>
              </p:cNvSpPr>
              <p:nvPr/>
            </p:nvSpPr>
            <p:spPr bwMode="auto">
              <a:xfrm>
                <a:off x="3371850" y="1760538"/>
                <a:ext cx="496888" cy="361950"/>
              </a:xfrm>
              <a:custGeom>
                <a:avLst/>
                <a:gdLst>
                  <a:gd name="T0" fmla="*/ 15 w 132"/>
                  <a:gd name="T1" fmla="*/ 4 h 96"/>
                  <a:gd name="T2" fmla="*/ 0 w 132"/>
                  <a:gd name="T3" fmla="*/ 32 h 96"/>
                  <a:gd name="T4" fmla="*/ 52 w 132"/>
                  <a:gd name="T5" fmla="*/ 74 h 96"/>
                  <a:gd name="T6" fmla="*/ 115 w 132"/>
                  <a:gd name="T7" fmla="*/ 96 h 96"/>
                  <a:gd name="T8" fmla="*/ 130 w 132"/>
                  <a:gd name="T9" fmla="*/ 68 h 96"/>
                  <a:gd name="T10" fmla="*/ 128 w 132"/>
                  <a:gd name="T11" fmla="*/ 59 h 96"/>
                  <a:gd name="T12" fmla="*/ 24 w 132"/>
                  <a:gd name="T13" fmla="*/ 2 h 96"/>
                  <a:gd name="T14" fmla="*/ 15 w 132"/>
                  <a:gd name="T15" fmla="*/ 4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96">
                    <a:moveTo>
                      <a:pt x="15" y="4"/>
                    </a:moveTo>
                    <a:cubicBezTo>
                      <a:pt x="0" y="32"/>
                      <a:pt x="0" y="32"/>
                      <a:pt x="0" y="32"/>
                    </a:cubicBezTo>
                    <a:cubicBezTo>
                      <a:pt x="13" y="47"/>
                      <a:pt x="31" y="62"/>
                      <a:pt x="52" y="74"/>
                    </a:cubicBezTo>
                    <a:cubicBezTo>
                      <a:pt x="74" y="86"/>
                      <a:pt x="95" y="93"/>
                      <a:pt x="115" y="96"/>
                    </a:cubicBezTo>
                    <a:cubicBezTo>
                      <a:pt x="130" y="68"/>
                      <a:pt x="130" y="68"/>
                      <a:pt x="130" y="68"/>
                    </a:cubicBezTo>
                    <a:cubicBezTo>
                      <a:pt x="132" y="65"/>
                      <a:pt x="131" y="61"/>
                      <a:pt x="128" y="59"/>
                    </a:cubicBezTo>
                    <a:cubicBezTo>
                      <a:pt x="24" y="2"/>
                      <a:pt x="24" y="2"/>
                      <a:pt x="24" y="2"/>
                    </a:cubicBezTo>
                    <a:cubicBezTo>
                      <a:pt x="21" y="0"/>
                      <a:pt x="17" y="1"/>
                      <a:pt x="15" y="4"/>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9" name="Freeform 45">
                <a:extLst>
                  <a:ext uri="{FF2B5EF4-FFF2-40B4-BE49-F238E27FC236}">
                    <a16:creationId xmlns:a16="http://schemas.microsoft.com/office/drawing/2014/main" id="{EE1C33AA-08D8-4E2B-A162-CEF361294442}"/>
                  </a:ext>
                </a:extLst>
              </p:cNvPr>
              <p:cNvSpPr>
                <a:spLocks/>
              </p:cNvSpPr>
              <p:nvPr/>
            </p:nvSpPr>
            <p:spPr bwMode="auto">
              <a:xfrm>
                <a:off x="3525838" y="1993900"/>
                <a:ext cx="79375" cy="93663"/>
              </a:xfrm>
              <a:custGeom>
                <a:avLst/>
                <a:gdLst>
                  <a:gd name="T0" fmla="*/ 24 w 50"/>
                  <a:gd name="T1" fmla="*/ 59 h 59"/>
                  <a:gd name="T2" fmla="*/ 0 w 50"/>
                  <a:gd name="T3" fmla="*/ 48 h 59"/>
                  <a:gd name="T4" fmla="*/ 26 w 50"/>
                  <a:gd name="T5" fmla="*/ 0 h 59"/>
                  <a:gd name="T6" fmla="*/ 50 w 50"/>
                  <a:gd name="T7" fmla="*/ 12 h 59"/>
                  <a:gd name="T8" fmla="*/ 24 w 50"/>
                  <a:gd name="T9" fmla="*/ 59 h 59"/>
                </a:gdLst>
                <a:ahLst/>
                <a:cxnLst>
                  <a:cxn ang="0">
                    <a:pos x="T0" y="T1"/>
                  </a:cxn>
                  <a:cxn ang="0">
                    <a:pos x="T2" y="T3"/>
                  </a:cxn>
                  <a:cxn ang="0">
                    <a:pos x="T4" y="T5"/>
                  </a:cxn>
                  <a:cxn ang="0">
                    <a:pos x="T6" y="T7"/>
                  </a:cxn>
                  <a:cxn ang="0">
                    <a:pos x="T8" y="T9"/>
                  </a:cxn>
                </a:cxnLst>
                <a:rect l="0" t="0" r="r" b="b"/>
                <a:pathLst>
                  <a:path w="50" h="59">
                    <a:moveTo>
                      <a:pt x="24" y="59"/>
                    </a:moveTo>
                    <a:lnTo>
                      <a:pt x="0" y="48"/>
                    </a:lnTo>
                    <a:lnTo>
                      <a:pt x="26" y="0"/>
                    </a:lnTo>
                    <a:lnTo>
                      <a:pt x="50" y="12"/>
                    </a:lnTo>
                    <a:lnTo>
                      <a:pt x="24" y="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0" name="Freeform 46">
                <a:extLst>
                  <a:ext uri="{FF2B5EF4-FFF2-40B4-BE49-F238E27FC236}">
                    <a16:creationId xmlns:a16="http://schemas.microsoft.com/office/drawing/2014/main" id="{69ED5421-C356-4D63-A07E-14F817CBD51A}"/>
                  </a:ext>
                </a:extLst>
              </p:cNvPr>
              <p:cNvSpPr>
                <a:spLocks/>
              </p:cNvSpPr>
              <p:nvPr/>
            </p:nvSpPr>
            <p:spPr bwMode="auto">
              <a:xfrm>
                <a:off x="3536950" y="2043113"/>
                <a:ext cx="38100" cy="33338"/>
              </a:xfrm>
              <a:custGeom>
                <a:avLst/>
                <a:gdLst>
                  <a:gd name="T0" fmla="*/ 14 w 24"/>
                  <a:gd name="T1" fmla="*/ 21 h 21"/>
                  <a:gd name="T2" fmla="*/ 0 w 24"/>
                  <a:gd name="T3" fmla="*/ 14 h 21"/>
                  <a:gd name="T4" fmla="*/ 10 w 24"/>
                  <a:gd name="T5" fmla="*/ 0 h 21"/>
                  <a:gd name="T6" fmla="*/ 24 w 24"/>
                  <a:gd name="T7" fmla="*/ 7 h 21"/>
                  <a:gd name="T8" fmla="*/ 14 w 24"/>
                  <a:gd name="T9" fmla="*/ 21 h 21"/>
                </a:gdLst>
                <a:ahLst/>
                <a:cxnLst>
                  <a:cxn ang="0">
                    <a:pos x="T0" y="T1"/>
                  </a:cxn>
                  <a:cxn ang="0">
                    <a:pos x="T2" y="T3"/>
                  </a:cxn>
                  <a:cxn ang="0">
                    <a:pos x="T4" y="T5"/>
                  </a:cxn>
                  <a:cxn ang="0">
                    <a:pos x="T6" y="T7"/>
                  </a:cxn>
                  <a:cxn ang="0">
                    <a:pos x="T8" y="T9"/>
                  </a:cxn>
                </a:cxnLst>
                <a:rect l="0" t="0" r="r" b="b"/>
                <a:pathLst>
                  <a:path w="24" h="21">
                    <a:moveTo>
                      <a:pt x="14" y="21"/>
                    </a:moveTo>
                    <a:lnTo>
                      <a:pt x="0" y="14"/>
                    </a:lnTo>
                    <a:lnTo>
                      <a:pt x="10" y="0"/>
                    </a:lnTo>
                    <a:lnTo>
                      <a:pt x="24" y="7"/>
                    </a:lnTo>
                    <a:lnTo>
                      <a:pt x="14" y="2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1" name="Freeform 47">
                <a:extLst>
                  <a:ext uri="{FF2B5EF4-FFF2-40B4-BE49-F238E27FC236}">
                    <a16:creationId xmlns:a16="http://schemas.microsoft.com/office/drawing/2014/main" id="{337D7DB6-3617-41DC-AF50-775A08BFB60D}"/>
                  </a:ext>
                </a:extLst>
              </p:cNvPr>
              <p:cNvSpPr>
                <a:spLocks/>
              </p:cNvSpPr>
              <p:nvPr/>
            </p:nvSpPr>
            <p:spPr bwMode="auto">
              <a:xfrm>
                <a:off x="3582988" y="1782763"/>
                <a:ext cx="173038" cy="131763"/>
              </a:xfrm>
              <a:custGeom>
                <a:avLst/>
                <a:gdLst>
                  <a:gd name="T0" fmla="*/ 6 w 46"/>
                  <a:gd name="T1" fmla="*/ 17 h 35"/>
                  <a:gd name="T2" fmla="*/ 10 w 46"/>
                  <a:gd name="T3" fmla="*/ 10 h 35"/>
                  <a:gd name="T4" fmla="*/ 14 w 46"/>
                  <a:gd name="T5" fmla="*/ 8 h 35"/>
                  <a:gd name="T6" fmla="*/ 37 w 46"/>
                  <a:gd name="T7" fmla="*/ 21 h 35"/>
                  <a:gd name="T8" fmla="*/ 37 w 46"/>
                  <a:gd name="T9" fmla="*/ 25 h 35"/>
                  <a:gd name="T10" fmla="*/ 33 w 46"/>
                  <a:gd name="T11" fmla="*/ 32 h 35"/>
                  <a:gd name="T12" fmla="*/ 39 w 46"/>
                  <a:gd name="T13" fmla="*/ 35 h 35"/>
                  <a:gd name="T14" fmla="*/ 44 w 46"/>
                  <a:gd name="T15" fmla="*/ 27 h 35"/>
                  <a:gd name="T16" fmla="*/ 40 w 46"/>
                  <a:gd name="T17" fmla="*/ 15 h 35"/>
                  <a:gd name="T18" fmla="*/ 17 w 46"/>
                  <a:gd name="T19" fmla="*/ 2 h 35"/>
                  <a:gd name="T20" fmla="*/ 5 w 46"/>
                  <a:gd name="T21" fmla="*/ 6 h 35"/>
                  <a:gd name="T22" fmla="*/ 0 w 46"/>
                  <a:gd name="T23" fmla="*/ 14 h 35"/>
                  <a:gd name="T24" fmla="*/ 6 w 46"/>
                  <a:gd name="T25"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5">
                    <a:moveTo>
                      <a:pt x="6" y="17"/>
                    </a:moveTo>
                    <a:cubicBezTo>
                      <a:pt x="10" y="10"/>
                      <a:pt x="10" y="10"/>
                      <a:pt x="10" y="10"/>
                    </a:cubicBezTo>
                    <a:cubicBezTo>
                      <a:pt x="11" y="8"/>
                      <a:pt x="13" y="8"/>
                      <a:pt x="14" y="8"/>
                    </a:cubicBezTo>
                    <a:cubicBezTo>
                      <a:pt x="37" y="21"/>
                      <a:pt x="37" y="21"/>
                      <a:pt x="37" y="21"/>
                    </a:cubicBezTo>
                    <a:cubicBezTo>
                      <a:pt x="38" y="21"/>
                      <a:pt x="38" y="23"/>
                      <a:pt x="37" y="25"/>
                    </a:cubicBezTo>
                    <a:cubicBezTo>
                      <a:pt x="33" y="32"/>
                      <a:pt x="33" y="32"/>
                      <a:pt x="33" y="32"/>
                    </a:cubicBezTo>
                    <a:cubicBezTo>
                      <a:pt x="39" y="35"/>
                      <a:pt x="39" y="35"/>
                      <a:pt x="39" y="35"/>
                    </a:cubicBezTo>
                    <a:cubicBezTo>
                      <a:pt x="44" y="27"/>
                      <a:pt x="44" y="27"/>
                      <a:pt x="44" y="27"/>
                    </a:cubicBezTo>
                    <a:cubicBezTo>
                      <a:pt x="46" y="23"/>
                      <a:pt x="45" y="17"/>
                      <a:pt x="40" y="15"/>
                    </a:cubicBezTo>
                    <a:cubicBezTo>
                      <a:pt x="17" y="2"/>
                      <a:pt x="17" y="2"/>
                      <a:pt x="17" y="2"/>
                    </a:cubicBezTo>
                    <a:cubicBezTo>
                      <a:pt x="13" y="0"/>
                      <a:pt x="7" y="1"/>
                      <a:pt x="5" y="6"/>
                    </a:cubicBezTo>
                    <a:cubicBezTo>
                      <a:pt x="0" y="14"/>
                      <a:pt x="0" y="14"/>
                      <a:pt x="0" y="14"/>
                    </a:cubicBezTo>
                    <a:lnTo>
                      <a:pt x="6" y="17"/>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2" name="Freeform 48">
                <a:extLst>
                  <a:ext uri="{FF2B5EF4-FFF2-40B4-BE49-F238E27FC236}">
                    <a16:creationId xmlns:a16="http://schemas.microsoft.com/office/drawing/2014/main" id="{91A5C26C-0252-49F9-9762-0EE8E39394CE}"/>
                  </a:ext>
                </a:extLst>
              </p:cNvPr>
              <p:cNvSpPr>
                <a:spLocks/>
              </p:cNvSpPr>
              <p:nvPr/>
            </p:nvSpPr>
            <p:spPr bwMode="auto">
              <a:xfrm>
                <a:off x="5026025" y="1530350"/>
                <a:ext cx="192088" cy="165100"/>
              </a:xfrm>
              <a:custGeom>
                <a:avLst/>
                <a:gdLst>
                  <a:gd name="T0" fmla="*/ 49 w 51"/>
                  <a:gd name="T1" fmla="*/ 29 h 44"/>
                  <a:gd name="T2" fmla="*/ 50 w 51"/>
                  <a:gd name="T3" fmla="*/ 25 h 44"/>
                  <a:gd name="T4" fmla="*/ 46 w 51"/>
                  <a:gd name="T5" fmla="*/ 24 h 44"/>
                  <a:gd name="T6" fmla="*/ 36 w 51"/>
                  <a:gd name="T7" fmla="*/ 29 h 44"/>
                  <a:gd name="T8" fmla="*/ 36 w 51"/>
                  <a:gd name="T9" fmla="*/ 27 h 44"/>
                  <a:gd name="T10" fmla="*/ 46 w 51"/>
                  <a:gd name="T11" fmla="*/ 23 h 44"/>
                  <a:gd name="T12" fmla="*/ 47 w 51"/>
                  <a:gd name="T13" fmla="*/ 19 h 44"/>
                  <a:gd name="T14" fmla="*/ 43 w 51"/>
                  <a:gd name="T15" fmla="*/ 17 h 44"/>
                  <a:gd name="T16" fmla="*/ 35 w 51"/>
                  <a:gd name="T17" fmla="*/ 21 h 44"/>
                  <a:gd name="T18" fmla="*/ 34 w 51"/>
                  <a:gd name="T19" fmla="*/ 20 h 44"/>
                  <a:gd name="T20" fmla="*/ 43 w 51"/>
                  <a:gd name="T21" fmla="*/ 16 h 44"/>
                  <a:gd name="T22" fmla="*/ 44 w 51"/>
                  <a:gd name="T23" fmla="*/ 12 h 44"/>
                  <a:gd name="T24" fmla="*/ 40 w 51"/>
                  <a:gd name="T25" fmla="*/ 11 h 44"/>
                  <a:gd name="T26" fmla="*/ 31 w 51"/>
                  <a:gd name="T27" fmla="*/ 15 h 44"/>
                  <a:gd name="T28" fmla="*/ 31 w 51"/>
                  <a:gd name="T29" fmla="*/ 14 h 44"/>
                  <a:gd name="T30" fmla="*/ 39 w 51"/>
                  <a:gd name="T31" fmla="*/ 10 h 44"/>
                  <a:gd name="T32" fmla="*/ 41 w 51"/>
                  <a:gd name="T33" fmla="*/ 6 h 44"/>
                  <a:gd name="T34" fmla="*/ 37 w 51"/>
                  <a:gd name="T35" fmla="*/ 4 h 44"/>
                  <a:gd name="T36" fmla="*/ 27 w 51"/>
                  <a:gd name="T37" fmla="*/ 9 h 44"/>
                  <a:gd name="T38" fmla="*/ 26 w 51"/>
                  <a:gd name="T39" fmla="*/ 8 h 44"/>
                  <a:gd name="T40" fmla="*/ 31 w 51"/>
                  <a:gd name="T41" fmla="*/ 6 h 44"/>
                  <a:gd name="T42" fmla="*/ 33 w 51"/>
                  <a:gd name="T43" fmla="*/ 2 h 44"/>
                  <a:gd name="T44" fmla="*/ 29 w 51"/>
                  <a:gd name="T45" fmla="*/ 1 h 44"/>
                  <a:gd name="T46" fmla="*/ 14 w 51"/>
                  <a:gd name="T47" fmla="*/ 7 h 44"/>
                  <a:gd name="T48" fmla="*/ 11 w 51"/>
                  <a:gd name="T49" fmla="*/ 9 h 44"/>
                  <a:gd name="T50" fmla="*/ 9 w 51"/>
                  <a:gd name="T51" fmla="*/ 10 h 44"/>
                  <a:gd name="T52" fmla="*/ 3 w 51"/>
                  <a:gd name="T53" fmla="*/ 26 h 44"/>
                  <a:gd name="T54" fmla="*/ 7 w 51"/>
                  <a:gd name="T55" fmla="*/ 35 h 44"/>
                  <a:gd name="T56" fmla="*/ 23 w 51"/>
                  <a:gd name="T57" fmla="*/ 41 h 44"/>
                  <a:gd name="T58" fmla="*/ 29 w 51"/>
                  <a:gd name="T59" fmla="*/ 39 h 44"/>
                  <a:gd name="T60" fmla="*/ 30 w 51"/>
                  <a:gd name="T61" fmla="*/ 38 h 44"/>
                  <a:gd name="T62" fmla="*/ 32 w 51"/>
                  <a:gd name="T63" fmla="*/ 37 h 44"/>
                  <a:gd name="T64" fmla="*/ 49 w 51"/>
                  <a:gd name="T65"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44">
                    <a:moveTo>
                      <a:pt x="49" y="29"/>
                    </a:moveTo>
                    <a:cubicBezTo>
                      <a:pt x="50" y="28"/>
                      <a:pt x="51" y="27"/>
                      <a:pt x="50" y="25"/>
                    </a:cubicBezTo>
                    <a:cubicBezTo>
                      <a:pt x="49" y="24"/>
                      <a:pt x="48" y="23"/>
                      <a:pt x="46" y="24"/>
                    </a:cubicBezTo>
                    <a:cubicBezTo>
                      <a:pt x="36" y="29"/>
                      <a:pt x="36" y="29"/>
                      <a:pt x="36" y="29"/>
                    </a:cubicBezTo>
                    <a:cubicBezTo>
                      <a:pt x="36" y="28"/>
                      <a:pt x="36" y="28"/>
                      <a:pt x="36" y="27"/>
                    </a:cubicBezTo>
                    <a:cubicBezTo>
                      <a:pt x="46" y="23"/>
                      <a:pt x="46" y="23"/>
                      <a:pt x="46" y="23"/>
                    </a:cubicBezTo>
                    <a:cubicBezTo>
                      <a:pt x="47" y="22"/>
                      <a:pt x="48" y="20"/>
                      <a:pt x="47" y="19"/>
                    </a:cubicBezTo>
                    <a:cubicBezTo>
                      <a:pt x="46" y="17"/>
                      <a:pt x="45" y="17"/>
                      <a:pt x="43" y="17"/>
                    </a:cubicBezTo>
                    <a:cubicBezTo>
                      <a:pt x="35" y="21"/>
                      <a:pt x="35" y="21"/>
                      <a:pt x="35" y="21"/>
                    </a:cubicBezTo>
                    <a:cubicBezTo>
                      <a:pt x="34" y="20"/>
                      <a:pt x="34" y="20"/>
                      <a:pt x="34" y="20"/>
                    </a:cubicBezTo>
                    <a:cubicBezTo>
                      <a:pt x="43" y="16"/>
                      <a:pt x="43" y="16"/>
                      <a:pt x="43" y="16"/>
                    </a:cubicBezTo>
                    <a:cubicBezTo>
                      <a:pt x="44" y="15"/>
                      <a:pt x="45" y="14"/>
                      <a:pt x="44" y="12"/>
                    </a:cubicBezTo>
                    <a:cubicBezTo>
                      <a:pt x="43" y="11"/>
                      <a:pt x="42" y="10"/>
                      <a:pt x="40" y="11"/>
                    </a:cubicBezTo>
                    <a:cubicBezTo>
                      <a:pt x="31" y="15"/>
                      <a:pt x="31" y="15"/>
                      <a:pt x="31" y="15"/>
                    </a:cubicBezTo>
                    <a:cubicBezTo>
                      <a:pt x="31" y="14"/>
                      <a:pt x="31" y="14"/>
                      <a:pt x="31" y="14"/>
                    </a:cubicBezTo>
                    <a:cubicBezTo>
                      <a:pt x="39" y="10"/>
                      <a:pt x="39" y="10"/>
                      <a:pt x="39" y="10"/>
                    </a:cubicBezTo>
                    <a:cubicBezTo>
                      <a:pt x="41" y="9"/>
                      <a:pt x="42" y="7"/>
                      <a:pt x="41" y="6"/>
                    </a:cubicBezTo>
                    <a:cubicBezTo>
                      <a:pt x="40" y="4"/>
                      <a:pt x="38" y="4"/>
                      <a:pt x="37" y="4"/>
                    </a:cubicBezTo>
                    <a:cubicBezTo>
                      <a:pt x="27" y="9"/>
                      <a:pt x="27" y="9"/>
                      <a:pt x="27" y="9"/>
                    </a:cubicBezTo>
                    <a:cubicBezTo>
                      <a:pt x="26" y="8"/>
                      <a:pt x="26" y="8"/>
                      <a:pt x="26" y="8"/>
                    </a:cubicBezTo>
                    <a:cubicBezTo>
                      <a:pt x="31" y="6"/>
                      <a:pt x="31" y="6"/>
                      <a:pt x="31" y="6"/>
                    </a:cubicBezTo>
                    <a:cubicBezTo>
                      <a:pt x="33" y="5"/>
                      <a:pt x="33" y="3"/>
                      <a:pt x="33" y="2"/>
                    </a:cubicBezTo>
                    <a:cubicBezTo>
                      <a:pt x="32" y="0"/>
                      <a:pt x="30" y="0"/>
                      <a:pt x="29" y="1"/>
                    </a:cubicBezTo>
                    <a:cubicBezTo>
                      <a:pt x="14" y="7"/>
                      <a:pt x="14" y="7"/>
                      <a:pt x="14" y="7"/>
                    </a:cubicBezTo>
                    <a:cubicBezTo>
                      <a:pt x="11" y="9"/>
                      <a:pt x="11" y="9"/>
                      <a:pt x="11" y="9"/>
                    </a:cubicBezTo>
                    <a:cubicBezTo>
                      <a:pt x="9" y="10"/>
                      <a:pt x="9" y="10"/>
                      <a:pt x="9" y="10"/>
                    </a:cubicBezTo>
                    <a:cubicBezTo>
                      <a:pt x="2" y="13"/>
                      <a:pt x="0" y="20"/>
                      <a:pt x="3" y="26"/>
                    </a:cubicBezTo>
                    <a:cubicBezTo>
                      <a:pt x="7" y="35"/>
                      <a:pt x="7" y="35"/>
                      <a:pt x="7" y="35"/>
                    </a:cubicBezTo>
                    <a:cubicBezTo>
                      <a:pt x="10" y="41"/>
                      <a:pt x="17" y="44"/>
                      <a:pt x="23" y="41"/>
                    </a:cubicBezTo>
                    <a:cubicBezTo>
                      <a:pt x="29" y="39"/>
                      <a:pt x="29" y="39"/>
                      <a:pt x="29" y="39"/>
                    </a:cubicBezTo>
                    <a:cubicBezTo>
                      <a:pt x="29" y="38"/>
                      <a:pt x="30" y="38"/>
                      <a:pt x="30" y="38"/>
                    </a:cubicBezTo>
                    <a:cubicBezTo>
                      <a:pt x="32" y="37"/>
                      <a:pt x="32" y="37"/>
                      <a:pt x="32" y="37"/>
                    </a:cubicBezTo>
                    <a:lnTo>
                      <a:pt x="49" y="29"/>
                    </a:lnTo>
                    <a:close/>
                  </a:path>
                </a:pathLst>
              </a:custGeom>
              <a:solidFill>
                <a:srgbClr val="EAB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3" name="Freeform 49">
                <a:extLst>
                  <a:ext uri="{FF2B5EF4-FFF2-40B4-BE49-F238E27FC236}">
                    <a16:creationId xmlns:a16="http://schemas.microsoft.com/office/drawing/2014/main" id="{4F654B36-411C-4A56-84BB-5700BF0D8105}"/>
                  </a:ext>
                </a:extLst>
              </p:cNvPr>
              <p:cNvSpPr>
                <a:spLocks/>
              </p:cNvSpPr>
              <p:nvPr/>
            </p:nvSpPr>
            <p:spPr bwMode="auto">
              <a:xfrm>
                <a:off x="3627438" y="1700213"/>
                <a:ext cx="173038" cy="195263"/>
              </a:xfrm>
              <a:custGeom>
                <a:avLst/>
                <a:gdLst>
                  <a:gd name="T0" fmla="*/ 26 w 46"/>
                  <a:gd name="T1" fmla="*/ 50 h 52"/>
                  <a:gd name="T2" fmla="*/ 22 w 46"/>
                  <a:gd name="T3" fmla="*/ 51 h 52"/>
                  <a:gd name="T4" fmla="*/ 21 w 46"/>
                  <a:gd name="T5" fmla="*/ 47 h 52"/>
                  <a:gd name="T6" fmla="*/ 28 w 46"/>
                  <a:gd name="T7" fmla="*/ 37 h 52"/>
                  <a:gd name="T8" fmla="*/ 26 w 46"/>
                  <a:gd name="T9" fmla="*/ 37 h 52"/>
                  <a:gd name="T10" fmla="*/ 20 w 46"/>
                  <a:gd name="T11" fmla="*/ 46 h 52"/>
                  <a:gd name="T12" fmla="*/ 16 w 46"/>
                  <a:gd name="T13" fmla="*/ 46 h 52"/>
                  <a:gd name="T14" fmla="*/ 15 w 46"/>
                  <a:gd name="T15" fmla="*/ 42 h 52"/>
                  <a:gd name="T16" fmla="*/ 21 w 46"/>
                  <a:gd name="T17" fmla="*/ 35 h 52"/>
                  <a:gd name="T18" fmla="*/ 20 w 46"/>
                  <a:gd name="T19" fmla="*/ 34 h 52"/>
                  <a:gd name="T20" fmla="*/ 14 w 46"/>
                  <a:gd name="T21" fmla="*/ 42 h 52"/>
                  <a:gd name="T22" fmla="*/ 10 w 46"/>
                  <a:gd name="T23" fmla="*/ 42 h 52"/>
                  <a:gd name="T24" fmla="*/ 9 w 46"/>
                  <a:gd name="T25" fmla="*/ 38 h 52"/>
                  <a:gd name="T26" fmla="*/ 15 w 46"/>
                  <a:gd name="T27" fmla="*/ 30 h 52"/>
                  <a:gd name="T28" fmla="*/ 14 w 46"/>
                  <a:gd name="T29" fmla="*/ 30 h 52"/>
                  <a:gd name="T30" fmla="*/ 8 w 46"/>
                  <a:gd name="T31" fmla="*/ 37 h 52"/>
                  <a:gd name="T32" fmla="*/ 4 w 46"/>
                  <a:gd name="T33" fmla="*/ 38 h 52"/>
                  <a:gd name="T34" fmla="*/ 4 w 46"/>
                  <a:gd name="T35" fmla="*/ 34 h 52"/>
                  <a:gd name="T36" fmla="*/ 10 w 46"/>
                  <a:gd name="T37" fmla="*/ 25 h 52"/>
                  <a:gd name="T38" fmla="*/ 9 w 46"/>
                  <a:gd name="T39" fmla="*/ 24 h 52"/>
                  <a:gd name="T40" fmla="*/ 6 w 46"/>
                  <a:gd name="T41" fmla="*/ 28 h 52"/>
                  <a:gd name="T42" fmla="*/ 2 w 46"/>
                  <a:gd name="T43" fmla="*/ 29 h 52"/>
                  <a:gd name="T44" fmla="*/ 1 w 46"/>
                  <a:gd name="T45" fmla="*/ 25 h 52"/>
                  <a:gd name="T46" fmla="*/ 11 w 46"/>
                  <a:gd name="T47" fmla="*/ 12 h 52"/>
                  <a:gd name="T48" fmla="*/ 12 w 46"/>
                  <a:gd name="T49" fmla="*/ 10 h 52"/>
                  <a:gd name="T50" fmla="*/ 14 w 46"/>
                  <a:gd name="T51" fmla="*/ 7 h 52"/>
                  <a:gd name="T52" fmla="*/ 32 w 46"/>
                  <a:gd name="T53" fmla="*/ 4 h 52"/>
                  <a:gd name="T54" fmla="*/ 40 w 46"/>
                  <a:gd name="T55" fmla="*/ 10 h 52"/>
                  <a:gd name="T56" fmla="*/ 42 w 46"/>
                  <a:gd name="T57" fmla="*/ 27 h 52"/>
                  <a:gd name="T58" fmla="*/ 39 w 46"/>
                  <a:gd name="T59" fmla="*/ 32 h 52"/>
                  <a:gd name="T60" fmla="*/ 37 w 46"/>
                  <a:gd name="T61" fmla="*/ 34 h 52"/>
                  <a:gd name="T62" fmla="*/ 37 w 46"/>
                  <a:gd name="T63" fmla="*/ 35 h 52"/>
                  <a:gd name="T64" fmla="*/ 26 w 46"/>
                  <a:gd name="T65"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52">
                    <a:moveTo>
                      <a:pt x="26" y="50"/>
                    </a:moveTo>
                    <a:cubicBezTo>
                      <a:pt x="25" y="51"/>
                      <a:pt x="23" y="52"/>
                      <a:pt x="22" y="51"/>
                    </a:cubicBezTo>
                    <a:cubicBezTo>
                      <a:pt x="20" y="50"/>
                      <a:pt x="20" y="48"/>
                      <a:pt x="21" y="47"/>
                    </a:cubicBezTo>
                    <a:cubicBezTo>
                      <a:pt x="28" y="37"/>
                      <a:pt x="28" y="37"/>
                      <a:pt x="28" y="37"/>
                    </a:cubicBezTo>
                    <a:cubicBezTo>
                      <a:pt x="27" y="37"/>
                      <a:pt x="27" y="37"/>
                      <a:pt x="26" y="37"/>
                    </a:cubicBezTo>
                    <a:cubicBezTo>
                      <a:pt x="20" y="46"/>
                      <a:pt x="20" y="46"/>
                      <a:pt x="20" y="46"/>
                    </a:cubicBezTo>
                    <a:cubicBezTo>
                      <a:pt x="19" y="47"/>
                      <a:pt x="17" y="47"/>
                      <a:pt x="16" y="46"/>
                    </a:cubicBezTo>
                    <a:cubicBezTo>
                      <a:pt x="15" y="46"/>
                      <a:pt x="14" y="44"/>
                      <a:pt x="15" y="42"/>
                    </a:cubicBezTo>
                    <a:cubicBezTo>
                      <a:pt x="21" y="35"/>
                      <a:pt x="21" y="35"/>
                      <a:pt x="21" y="35"/>
                    </a:cubicBezTo>
                    <a:cubicBezTo>
                      <a:pt x="20" y="34"/>
                      <a:pt x="20" y="34"/>
                      <a:pt x="20" y="34"/>
                    </a:cubicBezTo>
                    <a:cubicBezTo>
                      <a:pt x="14" y="42"/>
                      <a:pt x="14" y="42"/>
                      <a:pt x="14" y="42"/>
                    </a:cubicBezTo>
                    <a:cubicBezTo>
                      <a:pt x="13" y="43"/>
                      <a:pt x="11" y="43"/>
                      <a:pt x="10" y="42"/>
                    </a:cubicBezTo>
                    <a:cubicBezTo>
                      <a:pt x="9" y="41"/>
                      <a:pt x="8" y="39"/>
                      <a:pt x="9" y="38"/>
                    </a:cubicBezTo>
                    <a:cubicBezTo>
                      <a:pt x="15" y="30"/>
                      <a:pt x="15" y="30"/>
                      <a:pt x="15" y="30"/>
                    </a:cubicBezTo>
                    <a:cubicBezTo>
                      <a:pt x="14" y="30"/>
                      <a:pt x="14" y="30"/>
                      <a:pt x="14" y="30"/>
                    </a:cubicBezTo>
                    <a:cubicBezTo>
                      <a:pt x="8" y="37"/>
                      <a:pt x="8" y="37"/>
                      <a:pt x="8" y="37"/>
                    </a:cubicBezTo>
                    <a:cubicBezTo>
                      <a:pt x="7" y="39"/>
                      <a:pt x="5" y="39"/>
                      <a:pt x="4" y="38"/>
                    </a:cubicBezTo>
                    <a:cubicBezTo>
                      <a:pt x="3" y="37"/>
                      <a:pt x="3" y="35"/>
                      <a:pt x="4" y="34"/>
                    </a:cubicBezTo>
                    <a:cubicBezTo>
                      <a:pt x="10" y="25"/>
                      <a:pt x="10" y="25"/>
                      <a:pt x="10" y="25"/>
                    </a:cubicBezTo>
                    <a:cubicBezTo>
                      <a:pt x="10" y="25"/>
                      <a:pt x="9" y="24"/>
                      <a:pt x="9" y="24"/>
                    </a:cubicBezTo>
                    <a:cubicBezTo>
                      <a:pt x="6" y="28"/>
                      <a:pt x="6" y="28"/>
                      <a:pt x="6" y="28"/>
                    </a:cubicBezTo>
                    <a:cubicBezTo>
                      <a:pt x="5" y="30"/>
                      <a:pt x="3" y="30"/>
                      <a:pt x="2" y="29"/>
                    </a:cubicBezTo>
                    <a:cubicBezTo>
                      <a:pt x="1" y="28"/>
                      <a:pt x="0" y="26"/>
                      <a:pt x="1" y="25"/>
                    </a:cubicBezTo>
                    <a:cubicBezTo>
                      <a:pt x="11" y="12"/>
                      <a:pt x="11" y="12"/>
                      <a:pt x="11" y="12"/>
                    </a:cubicBezTo>
                    <a:cubicBezTo>
                      <a:pt x="12" y="10"/>
                      <a:pt x="12" y="10"/>
                      <a:pt x="12" y="10"/>
                    </a:cubicBezTo>
                    <a:cubicBezTo>
                      <a:pt x="14" y="7"/>
                      <a:pt x="14" y="7"/>
                      <a:pt x="14" y="7"/>
                    </a:cubicBezTo>
                    <a:cubicBezTo>
                      <a:pt x="18" y="2"/>
                      <a:pt x="26" y="0"/>
                      <a:pt x="32" y="4"/>
                    </a:cubicBezTo>
                    <a:cubicBezTo>
                      <a:pt x="40" y="10"/>
                      <a:pt x="40" y="10"/>
                      <a:pt x="40" y="10"/>
                    </a:cubicBezTo>
                    <a:cubicBezTo>
                      <a:pt x="45" y="14"/>
                      <a:pt x="46" y="22"/>
                      <a:pt x="42" y="27"/>
                    </a:cubicBezTo>
                    <a:cubicBezTo>
                      <a:pt x="39" y="32"/>
                      <a:pt x="39" y="32"/>
                      <a:pt x="39" y="32"/>
                    </a:cubicBezTo>
                    <a:cubicBezTo>
                      <a:pt x="38" y="33"/>
                      <a:pt x="38" y="33"/>
                      <a:pt x="37" y="34"/>
                    </a:cubicBezTo>
                    <a:cubicBezTo>
                      <a:pt x="37" y="35"/>
                      <a:pt x="37" y="35"/>
                      <a:pt x="37" y="35"/>
                    </a:cubicBezTo>
                    <a:lnTo>
                      <a:pt x="26" y="50"/>
                    </a:lnTo>
                    <a:close/>
                  </a:path>
                </a:pathLst>
              </a:custGeom>
              <a:solidFill>
                <a:srgbClr val="EAB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4" name="Freeform 50">
                <a:extLst>
                  <a:ext uri="{FF2B5EF4-FFF2-40B4-BE49-F238E27FC236}">
                    <a16:creationId xmlns:a16="http://schemas.microsoft.com/office/drawing/2014/main" id="{284D07C1-0D52-49CE-8436-4A29F2AA1C80}"/>
                  </a:ext>
                </a:extLst>
              </p:cNvPr>
              <p:cNvSpPr>
                <a:spLocks/>
              </p:cNvSpPr>
              <p:nvPr/>
            </p:nvSpPr>
            <p:spPr bwMode="auto">
              <a:xfrm>
                <a:off x="4471988" y="1333500"/>
                <a:ext cx="598488" cy="646113"/>
              </a:xfrm>
              <a:custGeom>
                <a:avLst/>
                <a:gdLst>
                  <a:gd name="T0" fmla="*/ 159 w 159"/>
                  <a:gd name="T1" fmla="*/ 95 h 171"/>
                  <a:gd name="T2" fmla="*/ 87 w 159"/>
                  <a:gd name="T3" fmla="*/ 122 h 171"/>
                  <a:gd name="T4" fmla="*/ 36 w 159"/>
                  <a:gd name="T5" fmla="*/ 77 h 171"/>
                  <a:gd name="T6" fmla="*/ 0 w 159"/>
                  <a:gd name="T7" fmla="*/ 171 h 171"/>
                  <a:gd name="T8" fmla="*/ 33 w 159"/>
                  <a:gd name="T9" fmla="*/ 1 h 171"/>
                  <a:gd name="T10" fmla="*/ 44 w 159"/>
                  <a:gd name="T11" fmla="*/ 1 h 171"/>
                  <a:gd name="T12" fmla="*/ 53 w 159"/>
                  <a:gd name="T13" fmla="*/ 5 h 171"/>
                  <a:gd name="T14" fmla="*/ 54 w 159"/>
                  <a:gd name="T15" fmla="*/ 7 h 171"/>
                  <a:gd name="T16" fmla="*/ 59 w 159"/>
                  <a:gd name="T17" fmla="*/ 18 h 171"/>
                  <a:gd name="T18" fmla="*/ 90 w 159"/>
                  <a:gd name="T19" fmla="*/ 84 h 171"/>
                  <a:gd name="T20" fmla="*/ 148 w 159"/>
                  <a:gd name="T21" fmla="*/ 71 h 171"/>
                  <a:gd name="T22" fmla="*/ 159 w 159"/>
                  <a:gd name="T23" fmla="*/ 9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9" h="171">
                    <a:moveTo>
                      <a:pt x="159" y="95"/>
                    </a:moveTo>
                    <a:cubicBezTo>
                      <a:pt x="159" y="95"/>
                      <a:pt x="92" y="120"/>
                      <a:pt x="87" y="122"/>
                    </a:cubicBezTo>
                    <a:cubicBezTo>
                      <a:pt x="83" y="123"/>
                      <a:pt x="52" y="109"/>
                      <a:pt x="36" y="77"/>
                    </a:cubicBezTo>
                    <a:cubicBezTo>
                      <a:pt x="22" y="119"/>
                      <a:pt x="6" y="166"/>
                      <a:pt x="0" y="171"/>
                    </a:cubicBezTo>
                    <a:cubicBezTo>
                      <a:pt x="0" y="171"/>
                      <a:pt x="41" y="36"/>
                      <a:pt x="33" y="1"/>
                    </a:cubicBezTo>
                    <a:cubicBezTo>
                      <a:pt x="34" y="0"/>
                      <a:pt x="39" y="0"/>
                      <a:pt x="44" y="1"/>
                    </a:cubicBezTo>
                    <a:cubicBezTo>
                      <a:pt x="48" y="2"/>
                      <a:pt x="51" y="3"/>
                      <a:pt x="53" y="5"/>
                    </a:cubicBezTo>
                    <a:cubicBezTo>
                      <a:pt x="53" y="6"/>
                      <a:pt x="54" y="7"/>
                      <a:pt x="54" y="7"/>
                    </a:cubicBezTo>
                    <a:cubicBezTo>
                      <a:pt x="56" y="10"/>
                      <a:pt x="57" y="13"/>
                      <a:pt x="59" y="18"/>
                    </a:cubicBezTo>
                    <a:cubicBezTo>
                      <a:pt x="69" y="41"/>
                      <a:pt x="86" y="83"/>
                      <a:pt x="90" y="84"/>
                    </a:cubicBezTo>
                    <a:cubicBezTo>
                      <a:pt x="95" y="85"/>
                      <a:pt x="148" y="71"/>
                      <a:pt x="148" y="71"/>
                    </a:cubicBezTo>
                    <a:cubicBezTo>
                      <a:pt x="159" y="95"/>
                      <a:pt x="159" y="95"/>
                      <a:pt x="159" y="95"/>
                    </a:cubicBezTo>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5" name="Freeform 51">
                <a:extLst>
                  <a:ext uri="{FF2B5EF4-FFF2-40B4-BE49-F238E27FC236}">
                    <a16:creationId xmlns:a16="http://schemas.microsoft.com/office/drawing/2014/main" id="{90E947D9-12FF-4268-BE52-755809B91C98}"/>
                  </a:ext>
                </a:extLst>
              </p:cNvPr>
              <p:cNvSpPr>
                <a:spLocks/>
              </p:cNvSpPr>
              <p:nvPr/>
            </p:nvSpPr>
            <p:spPr bwMode="auto">
              <a:xfrm>
                <a:off x="4595813" y="1333500"/>
                <a:ext cx="441325" cy="347663"/>
              </a:xfrm>
              <a:custGeom>
                <a:avLst/>
                <a:gdLst>
                  <a:gd name="T0" fmla="*/ 8 w 117"/>
                  <a:gd name="T1" fmla="*/ 7 h 92"/>
                  <a:gd name="T2" fmla="*/ 17 w 117"/>
                  <a:gd name="T3" fmla="*/ 12 h 92"/>
                  <a:gd name="T4" fmla="*/ 18 w 117"/>
                  <a:gd name="T5" fmla="*/ 14 h 92"/>
                  <a:gd name="T6" fmla="*/ 23 w 117"/>
                  <a:gd name="T7" fmla="*/ 24 h 92"/>
                  <a:gd name="T8" fmla="*/ 54 w 117"/>
                  <a:gd name="T9" fmla="*/ 91 h 92"/>
                  <a:gd name="T10" fmla="*/ 117 w 117"/>
                  <a:gd name="T11" fmla="*/ 76 h 92"/>
                  <a:gd name="T12" fmla="*/ 115 w 117"/>
                  <a:gd name="T13" fmla="*/ 71 h 92"/>
                  <a:gd name="T14" fmla="*/ 57 w 117"/>
                  <a:gd name="T15" fmla="*/ 84 h 92"/>
                  <a:gd name="T16" fmla="*/ 26 w 117"/>
                  <a:gd name="T17" fmla="*/ 18 h 92"/>
                  <a:gd name="T18" fmla="*/ 21 w 117"/>
                  <a:gd name="T19" fmla="*/ 7 h 92"/>
                  <a:gd name="T20" fmla="*/ 20 w 117"/>
                  <a:gd name="T21" fmla="*/ 5 h 92"/>
                  <a:gd name="T22" fmla="*/ 11 w 117"/>
                  <a:gd name="T23" fmla="*/ 1 h 92"/>
                  <a:gd name="T24" fmla="*/ 0 w 117"/>
                  <a:gd name="T25" fmla="*/ 1 h 92"/>
                  <a:gd name="T26" fmla="*/ 1 w 117"/>
                  <a:gd name="T27" fmla="*/ 6 h 92"/>
                  <a:gd name="T28" fmla="*/ 8 w 117"/>
                  <a:gd name="T29" fmla="*/ 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92">
                    <a:moveTo>
                      <a:pt x="8" y="7"/>
                    </a:moveTo>
                    <a:cubicBezTo>
                      <a:pt x="11" y="8"/>
                      <a:pt x="15" y="10"/>
                      <a:pt x="17" y="12"/>
                    </a:cubicBezTo>
                    <a:cubicBezTo>
                      <a:pt x="17" y="12"/>
                      <a:pt x="17" y="13"/>
                      <a:pt x="18" y="14"/>
                    </a:cubicBezTo>
                    <a:cubicBezTo>
                      <a:pt x="19" y="16"/>
                      <a:pt x="21" y="20"/>
                      <a:pt x="23" y="24"/>
                    </a:cubicBezTo>
                    <a:cubicBezTo>
                      <a:pt x="32" y="47"/>
                      <a:pt x="49" y="90"/>
                      <a:pt x="54" y="91"/>
                    </a:cubicBezTo>
                    <a:cubicBezTo>
                      <a:pt x="57" y="92"/>
                      <a:pt x="102" y="80"/>
                      <a:pt x="117" y="76"/>
                    </a:cubicBezTo>
                    <a:cubicBezTo>
                      <a:pt x="115" y="71"/>
                      <a:pt x="115" y="71"/>
                      <a:pt x="115" y="71"/>
                    </a:cubicBezTo>
                    <a:cubicBezTo>
                      <a:pt x="115" y="71"/>
                      <a:pt x="62" y="85"/>
                      <a:pt x="57" y="84"/>
                    </a:cubicBezTo>
                    <a:cubicBezTo>
                      <a:pt x="53" y="83"/>
                      <a:pt x="36" y="41"/>
                      <a:pt x="26" y="18"/>
                    </a:cubicBezTo>
                    <a:cubicBezTo>
                      <a:pt x="24" y="13"/>
                      <a:pt x="23" y="10"/>
                      <a:pt x="21" y="7"/>
                    </a:cubicBezTo>
                    <a:cubicBezTo>
                      <a:pt x="21" y="7"/>
                      <a:pt x="20" y="6"/>
                      <a:pt x="20" y="5"/>
                    </a:cubicBezTo>
                    <a:cubicBezTo>
                      <a:pt x="18" y="3"/>
                      <a:pt x="15" y="2"/>
                      <a:pt x="11" y="1"/>
                    </a:cubicBezTo>
                    <a:cubicBezTo>
                      <a:pt x="6" y="0"/>
                      <a:pt x="1" y="0"/>
                      <a:pt x="0" y="1"/>
                    </a:cubicBezTo>
                    <a:cubicBezTo>
                      <a:pt x="1" y="3"/>
                      <a:pt x="1" y="4"/>
                      <a:pt x="1" y="6"/>
                    </a:cubicBezTo>
                    <a:cubicBezTo>
                      <a:pt x="3" y="6"/>
                      <a:pt x="5" y="7"/>
                      <a:pt x="8" y="7"/>
                    </a:cubicBezTo>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6" name="Freeform 52">
                <a:extLst>
                  <a:ext uri="{FF2B5EF4-FFF2-40B4-BE49-F238E27FC236}">
                    <a16:creationId xmlns:a16="http://schemas.microsoft.com/office/drawing/2014/main" id="{21D7C465-E329-4F56-AAF9-839C5E7E8036}"/>
                  </a:ext>
                </a:extLst>
              </p:cNvPr>
              <p:cNvSpPr>
                <a:spLocks/>
              </p:cNvSpPr>
              <p:nvPr/>
            </p:nvSpPr>
            <p:spPr bwMode="auto">
              <a:xfrm>
                <a:off x="4106863" y="1979613"/>
                <a:ext cx="387350" cy="101600"/>
              </a:xfrm>
              <a:custGeom>
                <a:avLst/>
                <a:gdLst>
                  <a:gd name="T0" fmla="*/ 103 w 103"/>
                  <a:gd name="T1" fmla="*/ 10 h 27"/>
                  <a:gd name="T2" fmla="*/ 97 w 103"/>
                  <a:gd name="T3" fmla="*/ 0 h 27"/>
                  <a:gd name="T4" fmla="*/ 0 w 103"/>
                  <a:gd name="T5" fmla="*/ 3 h 27"/>
                  <a:gd name="T6" fmla="*/ 0 w 103"/>
                  <a:gd name="T7" fmla="*/ 14 h 27"/>
                  <a:gd name="T8" fmla="*/ 103 w 103"/>
                  <a:gd name="T9" fmla="*/ 10 h 27"/>
                </a:gdLst>
                <a:ahLst/>
                <a:cxnLst>
                  <a:cxn ang="0">
                    <a:pos x="T0" y="T1"/>
                  </a:cxn>
                  <a:cxn ang="0">
                    <a:pos x="T2" y="T3"/>
                  </a:cxn>
                  <a:cxn ang="0">
                    <a:pos x="T4" y="T5"/>
                  </a:cxn>
                  <a:cxn ang="0">
                    <a:pos x="T6" y="T7"/>
                  </a:cxn>
                  <a:cxn ang="0">
                    <a:pos x="T8" y="T9"/>
                  </a:cxn>
                </a:cxnLst>
                <a:rect l="0" t="0" r="r" b="b"/>
                <a:pathLst>
                  <a:path w="103" h="27">
                    <a:moveTo>
                      <a:pt x="103" y="10"/>
                    </a:moveTo>
                    <a:cubicBezTo>
                      <a:pt x="97" y="0"/>
                      <a:pt x="97" y="0"/>
                      <a:pt x="97" y="0"/>
                    </a:cubicBezTo>
                    <a:cubicBezTo>
                      <a:pt x="55" y="15"/>
                      <a:pt x="23" y="11"/>
                      <a:pt x="0" y="3"/>
                    </a:cubicBezTo>
                    <a:cubicBezTo>
                      <a:pt x="0" y="14"/>
                      <a:pt x="0" y="14"/>
                      <a:pt x="0" y="14"/>
                    </a:cubicBezTo>
                    <a:cubicBezTo>
                      <a:pt x="24" y="23"/>
                      <a:pt x="58" y="27"/>
                      <a:pt x="103" y="10"/>
                    </a:cubicBezTo>
                    <a:close/>
                  </a:path>
                </a:pathLst>
              </a:custGeom>
              <a:solidFill>
                <a:srgbClr val="58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7" name="Freeform 53">
                <a:extLst>
                  <a:ext uri="{FF2B5EF4-FFF2-40B4-BE49-F238E27FC236}">
                    <a16:creationId xmlns:a16="http://schemas.microsoft.com/office/drawing/2014/main" id="{CDC7F83E-56BE-4BBE-9BAC-47A95D9E2655}"/>
                  </a:ext>
                </a:extLst>
              </p:cNvPr>
              <p:cNvSpPr>
                <a:spLocks/>
              </p:cNvSpPr>
              <p:nvPr/>
            </p:nvSpPr>
            <p:spPr bwMode="auto">
              <a:xfrm>
                <a:off x="4351338" y="1368425"/>
                <a:ext cx="109538" cy="441325"/>
              </a:xfrm>
              <a:custGeom>
                <a:avLst/>
                <a:gdLst>
                  <a:gd name="T0" fmla="*/ 29 w 29"/>
                  <a:gd name="T1" fmla="*/ 95 h 117"/>
                  <a:gd name="T2" fmla="*/ 17 w 29"/>
                  <a:gd name="T3" fmla="*/ 8 h 117"/>
                  <a:gd name="T4" fmla="*/ 0 w 29"/>
                  <a:gd name="T5" fmla="*/ 0 h 117"/>
                  <a:gd name="T6" fmla="*/ 19 w 29"/>
                  <a:gd name="T7" fmla="*/ 117 h 117"/>
                  <a:gd name="T8" fmla="*/ 29 w 29"/>
                  <a:gd name="T9" fmla="*/ 95 h 117"/>
                </a:gdLst>
                <a:ahLst/>
                <a:cxnLst>
                  <a:cxn ang="0">
                    <a:pos x="T0" y="T1"/>
                  </a:cxn>
                  <a:cxn ang="0">
                    <a:pos x="T2" y="T3"/>
                  </a:cxn>
                  <a:cxn ang="0">
                    <a:pos x="T4" y="T5"/>
                  </a:cxn>
                  <a:cxn ang="0">
                    <a:pos x="T6" y="T7"/>
                  </a:cxn>
                  <a:cxn ang="0">
                    <a:pos x="T8" y="T9"/>
                  </a:cxn>
                </a:cxnLst>
                <a:rect l="0" t="0" r="r" b="b"/>
                <a:pathLst>
                  <a:path w="29" h="117">
                    <a:moveTo>
                      <a:pt x="29" y="95"/>
                    </a:moveTo>
                    <a:cubicBezTo>
                      <a:pt x="17" y="8"/>
                      <a:pt x="17" y="8"/>
                      <a:pt x="17" y="8"/>
                    </a:cubicBezTo>
                    <a:cubicBezTo>
                      <a:pt x="13" y="7"/>
                      <a:pt x="8" y="5"/>
                      <a:pt x="0" y="0"/>
                    </a:cubicBezTo>
                    <a:cubicBezTo>
                      <a:pt x="7" y="30"/>
                      <a:pt x="23" y="81"/>
                      <a:pt x="19" y="117"/>
                    </a:cubicBezTo>
                    <a:cubicBezTo>
                      <a:pt x="26" y="104"/>
                      <a:pt x="29" y="95"/>
                      <a:pt x="29" y="95"/>
                    </a:cubicBezTo>
                    <a:close/>
                  </a:path>
                </a:pathLst>
              </a:custGeom>
              <a:solidFill>
                <a:srgbClr val="2A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8" name="Freeform 54">
                <a:extLst>
                  <a:ext uri="{FF2B5EF4-FFF2-40B4-BE49-F238E27FC236}">
                    <a16:creationId xmlns:a16="http://schemas.microsoft.com/office/drawing/2014/main" id="{5BDFFF7F-36CD-4A66-89D6-932906651C9C}"/>
                  </a:ext>
                </a:extLst>
              </p:cNvPr>
              <p:cNvSpPr>
                <a:spLocks/>
              </p:cNvSpPr>
              <p:nvPr/>
            </p:nvSpPr>
            <p:spPr bwMode="auto">
              <a:xfrm>
                <a:off x="4672013" y="1352550"/>
                <a:ext cx="3175" cy="7938"/>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2"/>
                      <a:pt x="0" y="1"/>
                      <a:pt x="0" y="0"/>
                    </a:cubicBezTo>
                    <a:cubicBezTo>
                      <a:pt x="1" y="1"/>
                      <a:pt x="1" y="2"/>
                      <a:pt x="1" y="2"/>
                    </a:cubicBezTo>
                    <a:close/>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9" name="Freeform 55">
                <a:extLst>
                  <a:ext uri="{FF2B5EF4-FFF2-40B4-BE49-F238E27FC236}">
                    <a16:creationId xmlns:a16="http://schemas.microsoft.com/office/drawing/2014/main" id="{EB73ACD2-5527-431D-B5DE-82FCDC091A2D}"/>
                  </a:ext>
                </a:extLst>
              </p:cNvPr>
              <p:cNvSpPr>
                <a:spLocks/>
              </p:cNvSpPr>
              <p:nvPr/>
            </p:nvSpPr>
            <p:spPr bwMode="auto">
              <a:xfrm>
                <a:off x="4219575" y="1300163"/>
                <a:ext cx="338138" cy="720725"/>
              </a:xfrm>
              <a:custGeom>
                <a:avLst/>
                <a:gdLst>
                  <a:gd name="T0" fmla="*/ 85 w 90"/>
                  <a:gd name="T1" fmla="*/ 14 h 191"/>
                  <a:gd name="T2" fmla="*/ 48 w 90"/>
                  <a:gd name="T3" fmla="*/ 0 h 191"/>
                  <a:gd name="T4" fmla="*/ 64 w 90"/>
                  <a:gd name="T5" fmla="*/ 113 h 191"/>
                  <a:gd name="T6" fmla="*/ 0 w 90"/>
                  <a:gd name="T7" fmla="*/ 190 h 191"/>
                  <a:gd name="T8" fmla="*/ 45 w 90"/>
                  <a:gd name="T9" fmla="*/ 186 h 191"/>
                  <a:gd name="T10" fmla="*/ 85 w 90"/>
                  <a:gd name="T11" fmla="*/ 14 h 191"/>
                </a:gdLst>
                <a:ahLst/>
                <a:cxnLst>
                  <a:cxn ang="0">
                    <a:pos x="T0" y="T1"/>
                  </a:cxn>
                  <a:cxn ang="0">
                    <a:pos x="T2" y="T3"/>
                  </a:cxn>
                  <a:cxn ang="0">
                    <a:pos x="T4" y="T5"/>
                  </a:cxn>
                  <a:cxn ang="0">
                    <a:pos x="T6" y="T7"/>
                  </a:cxn>
                  <a:cxn ang="0">
                    <a:pos x="T8" y="T9"/>
                  </a:cxn>
                  <a:cxn ang="0">
                    <a:pos x="T10" y="T11"/>
                  </a:cxn>
                </a:cxnLst>
                <a:rect l="0" t="0" r="r" b="b"/>
                <a:pathLst>
                  <a:path w="90" h="191">
                    <a:moveTo>
                      <a:pt x="85" y="14"/>
                    </a:moveTo>
                    <a:cubicBezTo>
                      <a:pt x="48" y="0"/>
                      <a:pt x="48" y="0"/>
                      <a:pt x="48" y="0"/>
                    </a:cubicBezTo>
                    <a:cubicBezTo>
                      <a:pt x="64" y="113"/>
                      <a:pt x="64" y="113"/>
                      <a:pt x="64" y="113"/>
                    </a:cubicBezTo>
                    <a:cubicBezTo>
                      <a:pt x="64" y="113"/>
                      <a:pt x="46" y="165"/>
                      <a:pt x="0" y="190"/>
                    </a:cubicBezTo>
                    <a:cubicBezTo>
                      <a:pt x="13" y="191"/>
                      <a:pt x="28" y="190"/>
                      <a:pt x="45" y="186"/>
                    </a:cubicBezTo>
                    <a:cubicBezTo>
                      <a:pt x="90" y="122"/>
                      <a:pt x="85" y="14"/>
                      <a:pt x="85" y="1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0" name="Freeform 56">
                <a:extLst>
                  <a:ext uri="{FF2B5EF4-FFF2-40B4-BE49-F238E27FC236}">
                    <a16:creationId xmlns:a16="http://schemas.microsoft.com/office/drawing/2014/main" id="{8448AC56-3BE4-45FA-94DA-DBAFE0EAB187}"/>
                  </a:ext>
                </a:extLst>
              </p:cNvPr>
              <p:cNvSpPr>
                <a:spLocks/>
              </p:cNvSpPr>
              <p:nvPr/>
            </p:nvSpPr>
            <p:spPr bwMode="auto">
              <a:xfrm>
                <a:off x="3706813" y="1300163"/>
                <a:ext cx="760413" cy="762000"/>
              </a:xfrm>
              <a:custGeom>
                <a:avLst/>
                <a:gdLst>
                  <a:gd name="T0" fmla="*/ 200 w 202"/>
                  <a:gd name="T1" fmla="*/ 113 h 202"/>
                  <a:gd name="T2" fmla="*/ 184 w 202"/>
                  <a:gd name="T3" fmla="*/ 0 h 202"/>
                  <a:gd name="T4" fmla="*/ 85 w 202"/>
                  <a:gd name="T5" fmla="*/ 21 h 202"/>
                  <a:gd name="T6" fmla="*/ 42 w 202"/>
                  <a:gd name="T7" fmla="*/ 47 h 202"/>
                  <a:gd name="T8" fmla="*/ 0 w 202"/>
                  <a:gd name="T9" fmla="*/ 108 h 202"/>
                  <a:gd name="T10" fmla="*/ 24 w 202"/>
                  <a:gd name="T11" fmla="*/ 128 h 202"/>
                  <a:gd name="T12" fmla="*/ 70 w 202"/>
                  <a:gd name="T13" fmla="*/ 63 h 202"/>
                  <a:gd name="T14" fmla="*/ 133 w 202"/>
                  <a:gd name="T15" fmla="*/ 56 h 202"/>
                  <a:gd name="T16" fmla="*/ 126 w 202"/>
                  <a:gd name="T17" fmla="*/ 120 h 202"/>
                  <a:gd name="T18" fmla="*/ 50 w 202"/>
                  <a:gd name="T19" fmla="*/ 182 h 202"/>
                  <a:gd name="T20" fmla="*/ 95 w 202"/>
                  <a:gd name="T21" fmla="*/ 202 h 202"/>
                  <a:gd name="T22" fmla="*/ 200 w 202"/>
                  <a:gd name="T23" fmla="*/ 11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2" h="202">
                    <a:moveTo>
                      <a:pt x="200" y="113"/>
                    </a:moveTo>
                    <a:cubicBezTo>
                      <a:pt x="202" y="85"/>
                      <a:pt x="184" y="0"/>
                      <a:pt x="184" y="0"/>
                    </a:cubicBezTo>
                    <a:cubicBezTo>
                      <a:pt x="164" y="1"/>
                      <a:pt x="102" y="19"/>
                      <a:pt x="85" y="21"/>
                    </a:cubicBezTo>
                    <a:cubicBezTo>
                      <a:pt x="65" y="24"/>
                      <a:pt x="49" y="38"/>
                      <a:pt x="42" y="47"/>
                    </a:cubicBezTo>
                    <a:cubicBezTo>
                      <a:pt x="34" y="56"/>
                      <a:pt x="0" y="108"/>
                      <a:pt x="0" y="108"/>
                    </a:cubicBezTo>
                    <a:cubicBezTo>
                      <a:pt x="24" y="128"/>
                      <a:pt x="24" y="128"/>
                      <a:pt x="24" y="128"/>
                    </a:cubicBezTo>
                    <a:cubicBezTo>
                      <a:pt x="24" y="128"/>
                      <a:pt x="63" y="72"/>
                      <a:pt x="70" y="63"/>
                    </a:cubicBezTo>
                    <a:cubicBezTo>
                      <a:pt x="80" y="66"/>
                      <a:pt x="133" y="56"/>
                      <a:pt x="133" y="56"/>
                    </a:cubicBezTo>
                    <a:cubicBezTo>
                      <a:pt x="133" y="56"/>
                      <a:pt x="138" y="96"/>
                      <a:pt x="126" y="120"/>
                    </a:cubicBezTo>
                    <a:cubicBezTo>
                      <a:pt x="114" y="145"/>
                      <a:pt x="46" y="161"/>
                      <a:pt x="50" y="182"/>
                    </a:cubicBezTo>
                    <a:cubicBezTo>
                      <a:pt x="52" y="192"/>
                      <a:pt x="89" y="202"/>
                      <a:pt x="95" y="202"/>
                    </a:cubicBezTo>
                    <a:cubicBezTo>
                      <a:pt x="172" y="195"/>
                      <a:pt x="196" y="148"/>
                      <a:pt x="200" y="113"/>
                    </a:cubicBezTo>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1" name="Freeform 57">
                <a:extLst>
                  <a:ext uri="{FF2B5EF4-FFF2-40B4-BE49-F238E27FC236}">
                    <a16:creationId xmlns:a16="http://schemas.microsoft.com/office/drawing/2014/main" id="{7C8213B8-A6BD-4D4E-84C9-1BD1E725847B}"/>
                  </a:ext>
                </a:extLst>
              </p:cNvPr>
              <p:cNvSpPr>
                <a:spLocks/>
              </p:cNvSpPr>
              <p:nvPr/>
            </p:nvSpPr>
            <p:spPr bwMode="auto">
              <a:xfrm>
                <a:off x="3706813" y="1300163"/>
                <a:ext cx="693738" cy="422275"/>
              </a:xfrm>
              <a:custGeom>
                <a:avLst/>
                <a:gdLst>
                  <a:gd name="T0" fmla="*/ 46 w 184"/>
                  <a:gd name="T1" fmla="*/ 54 h 112"/>
                  <a:gd name="T2" fmla="*/ 89 w 184"/>
                  <a:gd name="T3" fmla="*/ 28 h 112"/>
                  <a:gd name="T4" fmla="*/ 184 w 184"/>
                  <a:gd name="T5" fmla="*/ 0 h 112"/>
                  <a:gd name="T6" fmla="*/ 85 w 184"/>
                  <a:gd name="T7" fmla="*/ 21 h 112"/>
                  <a:gd name="T8" fmla="*/ 42 w 184"/>
                  <a:gd name="T9" fmla="*/ 47 h 112"/>
                  <a:gd name="T10" fmla="*/ 0 w 184"/>
                  <a:gd name="T11" fmla="*/ 108 h 112"/>
                  <a:gd name="T12" fmla="*/ 6 w 184"/>
                  <a:gd name="T13" fmla="*/ 112 h 112"/>
                  <a:gd name="T14" fmla="*/ 46 w 184"/>
                  <a:gd name="T15" fmla="*/ 54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12">
                    <a:moveTo>
                      <a:pt x="46" y="54"/>
                    </a:moveTo>
                    <a:cubicBezTo>
                      <a:pt x="53" y="45"/>
                      <a:pt x="69" y="31"/>
                      <a:pt x="89" y="28"/>
                    </a:cubicBezTo>
                    <a:cubicBezTo>
                      <a:pt x="106" y="26"/>
                      <a:pt x="162" y="2"/>
                      <a:pt x="184" y="0"/>
                    </a:cubicBezTo>
                    <a:cubicBezTo>
                      <a:pt x="164" y="1"/>
                      <a:pt x="102" y="19"/>
                      <a:pt x="85" y="21"/>
                    </a:cubicBezTo>
                    <a:cubicBezTo>
                      <a:pt x="65" y="24"/>
                      <a:pt x="49" y="38"/>
                      <a:pt x="42" y="47"/>
                    </a:cubicBezTo>
                    <a:cubicBezTo>
                      <a:pt x="34" y="56"/>
                      <a:pt x="0" y="108"/>
                      <a:pt x="0" y="108"/>
                    </a:cubicBezTo>
                    <a:cubicBezTo>
                      <a:pt x="6" y="112"/>
                      <a:pt x="6" y="112"/>
                      <a:pt x="6" y="112"/>
                    </a:cubicBezTo>
                    <a:cubicBezTo>
                      <a:pt x="12" y="103"/>
                      <a:pt x="39" y="62"/>
                      <a:pt x="46" y="54"/>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2" name="Freeform 58">
                <a:extLst>
                  <a:ext uri="{FF2B5EF4-FFF2-40B4-BE49-F238E27FC236}">
                    <a16:creationId xmlns:a16="http://schemas.microsoft.com/office/drawing/2014/main" id="{5F99CFA1-8F32-46FB-8B8B-6DE6EB09B2C4}"/>
                  </a:ext>
                </a:extLst>
              </p:cNvPr>
              <p:cNvSpPr>
                <a:spLocks/>
              </p:cNvSpPr>
              <p:nvPr/>
            </p:nvSpPr>
            <p:spPr bwMode="auto">
              <a:xfrm>
                <a:off x="3879850" y="1525588"/>
                <a:ext cx="361950" cy="484188"/>
              </a:xfrm>
              <a:custGeom>
                <a:avLst/>
                <a:gdLst>
                  <a:gd name="T0" fmla="*/ 84 w 96"/>
                  <a:gd name="T1" fmla="*/ 67 h 128"/>
                  <a:gd name="T2" fmla="*/ 91 w 96"/>
                  <a:gd name="T3" fmla="*/ 0 h 128"/>
                  <a:gd name="T4" fmla="*/ 88 w 96"/>
                  <a:gd name="T5" fmla="*/ 3 h 128"/>
                  <a:gd name="T6" fmla="*/ 80 w 96"/>
                  <a:gd name="T7" fmla="*/ 60 h 128"/>
                  <a:gd name="T8" fmla="*/ 4 w 96"/>
                  <a:gd name="T9" fmla="*/ 122 h 128"/>
                  <a:gd name="T10" fmla="*/ 8 w 96"/>
                  <a:gd name="T11" fmla="*/ 128 h 128"/>
                  <a:gd name="T12" fmla="*/ 84 w 96"/>
                  <a:gd name="T13" fmla="*/ 67 h 128"/>
                </a:gdLst>
                <a:ahLst/>
                <a:cxnLst>
                  <a:cxn ang="0">
                    <a:pos x="T0" y="T1"/>
                  </a:cxn>
                  <a:cxn ang="0">
                    <a:pos x="T2" y="T3"/>
                  </a:cxn>
                  <a:cxn ang="0">
                    <a:pos x="T4" y="T5"/>
                  </a:cxn>
                  <a:cxn ang="0">
                    <a:pos x="T6" y="T7"/>
                  </a:cxn>
                  <a:cxn ang="0">
                    <a:pos x="T8" y="T9"/>
                  </a:cxn>
                  <a:cxn ang="0">
                    <a:pos x="T10" y="T11"/>
                  </a:cxn>
                  <a:cxn ang="0">
                    <a:pos x="T12" y="T13"/>
                  </a:cxn>
                </a:cxnLst>
                <a:rect l="0" t="0" r="r" b="b"/>
                <a:pathLst>
                  <a:path w="96" h="128">
                    <a:moveTo>
                      <a:pt x="84" y="67"/>
                    </a:moveTo>
                    <a:cubicBezTo>
                      <a:pt x="96" y="43"/>
                      <a:pt x="91" y="0"/>
                      <a:pt x="91" y="0"/>
                    </a:cubicBezTo>
                    <a:cubicBezTo>
                      <a:pt x="91" y="0"/>
                      <a:pt x="89" y="1"/>
                      <a:pt x="88" y="3"/>
                    </a:cubicBezTo>
                    <a:cubicBezTo>
                      <a:pt x="88" y="16"/>
                      <a:pt x="89" y="42"/>
                      <a:pt x="80" y="60"/>
                    </a:cubicBezTo>
                    <a:cubicBezTo>
                      <a:pt x="68" y="85"/>
                      <a:pt x="0" y="101"/>
                      <a:pt x="4" y="122"/>
                    </a:cubicBezTo>
                    <a:cubicBezTo>
                      <a:pt x="5" y="124"/>
                      <a:pt x="6" y="126"/>
                      <a:pt x="8" y="128"/>
                    </a:cubicBezTo>
                    <a:cubicBezTo>
                      <a:pt x="8" y="107"/>
                      <a:pt x="72" y="91"/>
                      <a:pt x="84" y="67"/>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3" name="Freeform 59">
                <a:extLst>
                  <a:ext uri="{FF2B5EF4-FFF2-40B4-BE49-F238E27FC236}">
                    <a16:creationId xmlns:a16="http://schemas.microsoft.com/office/drawing/2014/main" id="{4784DB70-13D8-41FF-8940-146DEE99C4F6}"/>
                  </a:ext>
                </a:extLst>
              </p:cNvPr>
              <p:cNvSpPr>
                <a:spLocks/>
              </p:cNvSpPr>
              <p:nvPr/>
            </p:nvSpPr>
            <p:spPr bwMode="auto">
              <a:xfrm>
                <a:off x="4362450" y="1382713"/>
                <a:ext cx="101600" cy="444500"/>
              </a:xfrm>
              <a:custGeom>
                <a:avLst/>
                <a:gdLst>
                  <a:gd name="T0" fmla="*/ 26 w 27"/>
                  <a:gd name="T1" fmla="*/ 91 h 118"/>
                  <a:gd name="T2" fmla="*/ 15 w 27"/>
                  <a:gd name="T3" fmla="*/ 4 h 118"/>
                  <a:gd name="T4" fmla="*/ 0 w 27"/>
                  <a:gd name="T5" fmla="*/ 0 h 118"/>
                  <a:gd name="T6" fmla="*/ 19 w 27"/>
                  <a:gd name="T7" fmla="*/ 118 h 118"/>
                  <a:gd name="T8" fmla="*/ 26 w 27"/>
                  <a:gd name="T9" fmla="*/ 91 h 118"/>
                </a:gdLst>
                <a:ahLst/>
                <a:cxnLst>
                  <a:cxn ang="0">
                    <a:pos x="T0" y="T1"/>
                  </a:cxn>
                  <a:cxn ang="0">
                    <a:pos x="T2" y="T3"/>
                  </a:cxn>
                  <a:cxn ang="0">
                    <a:pos x="T4" y="T5"/>
                  </a:cxn>
                  <a:cxn ang="0">
                    <a:pos x="T6" y="T7"/>
                  </a:cxn>
                  <a:cxn ang="0">
                    <a:pos x="T8" y="T9"/>
                  </a:cxn>
                </a:cxnLst>
                <a:rect l="0" t="0" r="r" b="b"/>
                <a:pathLst>
                  <a:path w="27" h="118">
                    <a:moveTo>
                      <a:pt x="26" y="91"/>
                    </a:moveTo>
                    <a:cubicBezTo>
                      <a:pt x="27" y="73"/>
                      <a:pt x="21" y="32"/>
                      <a:pt x="15" y="4"/>
                    </a:cubicBezTo>
                    <a:cubicBezTo>
                      <a:pt x="11" y="4"/>
                      <a:pt x="5" y="4"/>
                      <a:pt x="0" y="0"/>
                    </a:cubicBezTo>
                    <a:cubicBezTo>
                      <a:pt x="9" y="37"/>
                      <a:pt x="21" y="87"/>
                      <a:pt x="19" y="118"/>
                    </a:cubicBezTo>
                    <a:cubicBezTo>
                      <a:pt x="23" y="109"/>
                      <a:pt x="25" y="100"/>
                      <a:pt x="26" y="91"/>
                    </a:cubicBezTo>
                    <a:close/>
                  </a:path>
                </a:pathLst>
              </a:custGeom>
              <a:solidFill>
                <a:srgbClr val="2A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4" name="Freeform 60">
                <a:extLst>
                  <a:ext uri="{FF2B5EF4-FFF2-40B4-BE49-F238E27FC236}">
                    <a16:creationId xmlns:a16="http://schemas.microsoft.com/office/drawing/2014/main" id="{D8F9C9FD-AA8C-479C-A07F-B55F1070746E}"/>
                  </a:ext>
                </a:extLst>
              </p:cNvPr>
              <p:cNvSpPr>
                <a:spLocks/>
              </p:cNvSpPr>
              <p:nvPr/>
            </p:nvSpPr>
            <p:spPr bwMode="auto">
              <a:xfrm>
                <a:off x="4389438" y="1338263"/>
                <a:ext cx="236538" cy="663575"/>
              </a:xfrm>
              <a:custGeom>
                <a:avLst/>
                <a:gdLst>
                  <a:gd name="T0" fmla="*/ 55 w 63"/>
                  <a:gd name="T1" fmla="*/ 0 h 176"/>
                  <a:gd name="T2" fmla="*/ 40 w 63"/>
                  <a:gd name="T3" fmla="*/ 4 h 176"/>
                  <a:gd name="T4" fmla="*/ 0 w 63"/>
                  <a:gd name="T5" fmla="*/ 176 h 176"/>
                  <a:gd name="T6" fmla="*/ 22 w 63"/>
                  <a:gd name="T7" fmla="*/ 170 h 176"/>
                  <a:gd name="T8" fmla="*/ 55 w 63"/>
                  <a:gd name="T9" fmla="*/ 0 h 176"/>
                </a:gdLst>
                <a:ahLst/>
                <a:cxnLst>
                  <a:cxn ang="0">
                    <a:pos x="T0" y="T1"/>
                  </a:cxn>
                  <a:cxn ang="0">
                    <a:pos x="T2" y="T3"/>
                  </a:cxn>
                  <a:cxn ang="0">
                    <a:pos x="T4" y="T5"/>
                  </a:cxn>
                  <a:cxn ang="0">
                    <a:pos x="T6" y="T7"/>
                  </a:cxn>
                  <a:cxn ang="0">
                    <a:pos x="T8" y="T9"/>
                  </a:cxn>
                </a:cxnLst>
                <a:rect l="0" t="0" r="r" b="b"/>
                <a:pathLst>
                  <a:path w="63" h="176">
                    <a:moveTo>
                      <a:pt x="55" y="0"/>
                    </a:moveTo>
                    <a:cubicBezTo>
                      <a:pt x="40" y="4"/>
                      <a:pt x="40" y="4"/>
                      <a:pt x="40" y="4"/>
                    </a:cubicBezTo>
                    <a:cubicBezTo>
                      <a:pt x="40" y="4"/>
                      <a:pt x="45" y="112"/>
                      <a:pt x="0" y="176"/>
                    </a:cubicBezTo>
                    <a:cubicBezTo>
                      <a:pt x="7" y="175"/>
                      <a:pt x="14" y="173"/>
                      <a:pt x="22" y="170"/>
                    </a:cubicBezTo>
                    <a:cubicBezTo>
                      <a:pt x="22" y="170"/>
                      <a:pt x="63" y="35"/>
                      <a:pt x="55" y="0"/>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5" name="Freeform 61">
                <a:extLst>
                  <a:ext uri="{FF2B5EF4-FFF2-40B4-BE49-F238E27FC236}">
                    <a16:creationId xmlns:a16="http://schemas.microsoft.com/office/drawing/2014/main" id="{85A61157-9E59-4CCC-806E-7D6253A648D2}"/>
                  </a:ext>
                </a:extLst>
              </p:cNvPr>
              <p:cNvSpPr>
                <a:spLocks/>
              </p:cNvSpPr>
              <p:nvPr/>
            </p:nvSpPr>
            <p:spPr bwMode="auto">
              <a:xfrm>
                <a:off x="4354513" y="1835150"/>
                <a:ext cx="23813" cy="23813"/>
              </a:xfrm>
              <a:custGeom>
                <a:avLst/>
                <a:gdLst>
                  <a:gd name="T0" fmla="*/ 6 w 6"/>
                  <a:gd name="T1" fmla="*/ 3 h 6"/>
                  <a:gd name="T2" fmla="*/ 3 w 6"/>
                  <a:gd name="T3" fmla="*/ 6 h 6"/>
                  <a:gd name="T4" fmla="*/ 0 w 6"/>
                  <a:gd name="T5" fmla="*/ 3 h 6"/>
                  <a:gd name="T6" fmla="*/ 3 w 6"/>
                  <a:gd name="T7" fmla="*/ 0 h 6"/>
                  <a:gd name="T8" fmla="*/ 6 w 6"/>
                  <a:gd name="T9" fmla="*/ 3 h 6"/>
                </a:gdLst>
                <a:ahLst/>
                <a:cxnLst>
                  <a:cxn ang="0">
                    <a:pos x="T0" y="T1"/>
                  </a:cxn>
                  <a:cxn ang="0">
                    <a:pos x="T2" y="T3"/>
                  </a:cxn>
                  <a:cxn ang="0">
                    <a:pos x="T4" y="T5"/>
                  </a:cxn>
                  <a:cxn ang="0">
                    <a:pos x="T6" y="T7"/>
                  </a:cxn>
                  <a:cxn ang="0">
                    <a:pos x="T8" y="T9"/>
                  </a:cxn>
                </a:cxnLst>
                <a:rect l="0" t="0" r="r" b="b"/>
                <a:pathLst>
                  <a:path w="6" h="6">
                    <a:moveTo>
                      <a:pt x="6" y="3"/>
                    </a:moveTo>
                    <a:cubicBezTo>
                      <a:pt x="6" y="5"/>
                      <a:pt x="4" y="6"/>
                      <a:pt x="3" y="6"/>
                    </a:cubicBezTo>
                    <a:cubicBezTo>
                      <a:pt x="1" y="6"/>
                      <a:pt x="0" y="5"/>
                      <a:pt x="0" y="3"/>
                    </a:cubicBezTo>
                    <a:cubicBezTo>
                      <a:pt x="0" y="2"/>
                      <a:pt x="1" y="0"/>
                      <a:pt x="3" y="0"/>
                    </a:cubicBezTo>
                    <a:cubicBezTo>
                      <a:pt x="4" y="0"/>
                      <a:pt x="5" y="1"/>
                      <a:pt x="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6" name="Oval 135">
                <a:extLst>
                  <a:ext uri="{FF2B5EF4-FFF2-40B4-BE49-F238E27FC236}">
                    <a16:creationId xmlns:a16="http://schemas.microsoft.com/office/drawing/2014/main" id="{61E6B924-788A-4342-8995-1E5E4B4F6927}"/>
                  </a:ext>
                </a:extLst>
              </p:cNvPr>
              <p:cNvSpPr>
                <a:spLocks noChangeArrowheads="1"/>
              </p:cNvSpPr>
              <p:nvPr/>
            </p:nvSpPr>
            <p:spPr bwMode="auto">
              <a:xfrm>
                <a:off x="4532313" y="1458913"/>
                <a:ext cx="7938" cy="6350"/>
              </a:xfrm>
              <a:prstGeom prst="ellipse">
                <a:avLst/>
              </a:pr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7" name="Freeform 63">
                <a:extLst>
                  <a:ext uri="{FF2B5EF4-FFF2-40B4-BE49-F238E27FC236}">
                    <a16:creationId xmlns:a16="http://schemas.microsoft.com/office/drawing/2014/main" id="{335D0006-B3F3-403E-B2CE-34DB879386BF}"/>
                  </a:ext>
                </a:extLst>
              </p:cNvPr>
              <p:cNvSpPr>
                <a:spLocks/>
              </p:cNvSpPr>
              <p:nvPr/>
            </p:nvSpPr>
            <p:spPr bwMode="auto">
              <a:xfrm>
                <a:off x="4524375" y="1552575"/>
                <a:ext cx="7938" cy="7938"/>
              </a:xfrm>
              <a:custGeom>
                <a:avLst/>
                <a:gdLst>
                  <a:gd name="T0" fmla="*/ 2 w 2"/>
                  <a:gd name="T1" fmla="*/ 1 h 2"/>
                  <a:gd name="T2" fmla="*/ 1 w 2"/>
                  <a:gd name="T3" fmla="*/ 2 h 2"/>
                  <a:gd name="T4" fmla="*/ 0 w 2"/>
                  <a:gd name="T5" fmla="*/ 1 h 2"/>
                  <a:gd name="T6" fmla="*/ 1 w 2"/>
                  <a:gd name="T7" fmla="*/ 0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2"/>
                      <a:pt x="1" y="2"/>
                    </a:cubicBezTo>
                    <a:cubicBezTo>
                      <a:pt x="1" y="2"/>
                      <a:pt x="1" y="1"/>
                      <a:pt x="0" y="1"/>
                    </a:cubicBezTo>
                    <a:cubicBezTo>
                      <a:pt x="0" y="0"/>
                      <a:pt x="1" y="0"/>
                      <a:pt x="1" y="0"/>
                    </a:cubicBezTo>
                    <a:cubicBezTo>
                      <a:pt x="2" y="0"/>
                      <a:pt x="2" y="0"/>
                      <a:pt x="2"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8" name="Freeform 64">
                <a:extLst>
                  <a:ext uri="{FF2B5EF4-FFF2-40B4-BE49-F238E27FC236}">
                    <a16:creationId xmlns:a16="http://schemas.microsoft.com/office/drawing/2014/main" id="{97898C1F-4BA9-4F3B-B652-9A373FD95F28}"/>
                  </a:ext>
                </a:extLst>
              </p:cNvPr>
              <p:cNvSpPr>
                <a:spLocks/>
              </p:cNvSpPr>
              <p:nvPr/>
            </p:nvSpPr>
            <p:spPr bwMode="auto">
              <a:xfrm>
                <a:off x="4513263" y="1643063"/>
                <a:ext cx="7938" cy="7938"/>
              </a:xfrm>
              <a:custGeom>
                <a:avLst/>
                <a:gdLst>
                  <a:gd name="T0" fmla="*/ 2 w 2"/>
                  <a:gd name="T1" fmla="*/ 1 h 2"/>
                  <a:gd name="T2" fmla="*/ 1 w 2"/>
                  <a:gd name="T3" fmla="*/ 2 h 2"/>
                  <a:gd name="T4" fmla="*/ 0 w 2"/>
                  <a:gd name="T5" fmla="*/ 1 h 2"/>
                  <a:gd name="T6" fmla="*/ 1 w 2"/>
                  <a:gd name="T7" fmla="*/ 0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2"/>
                      <a:pt x="2" y="2"/>
                      <a:pt x="1" y="2"/>
                    </a:cubicBezTo>
                    <a:cubicBezTo>
                      <a:pt x="1" y="2"/>
                      <a:pt x="0" y="2"/>
                      <a:pt x="0" y="1"/>
                    </a:cubicBezTo>
                    <a:cubicBezTo>
                      <a:pt x="0" y="1"/>
                      <a:pt x="0" y="0"/>
                      <a:pt x="1" y="0"/>
                    </a:cubicBezTo>
                    <a:cubicBezTo>
                      <a:pt x="2" y="0"/>
                      <a:pt x="2" y="1"/>
                      <a:pt x="2"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9" name="Oval 138">
                <a:extLst>
                  <a:ext uri="{FF2B5EF4-FFF2-40B4-BE49-F238E27FC236}">
                    <a16:creationId xmlns:a16="http://schemas.microsoft.com/office/drawing/2014/main" id="{A7264968-A102-418B-A6DC-7F13FE9E70F7}"/>
                  </a:ext>
                </a:extLst>
              </p:cNvPr>
              <p:cNvSpPr>
                <a:spLocks noChangeArrowheads="1"/>
              </p:cNvSpPr>
              <p:nvPr/>
            </p:nvSpPr>
            <p:spPr bwMode="auto">
              <a:xfrm>
                <a:off x="4494213" y="1736725"/>
                <a:ext cx="7938" cy="7938"/>
              </a:xfrm>
              <a:prstGeom prst="ellipse">
                <a:avLst/>
              </a:pr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0" name="Oval 139">
                <a:extLst>
                  <a:ext uri="{FF2B5EF4-FFF2-40B4-BE49-F238E27FC236}">
                    <a16:creationId xmlns:a16="http://schemas.microsoft.com/office/drawing/2014/main" id="{97369BF8-81DB-4802-B9E3-89E83EFE7373}"/>
                  </a:ext>
                </a:extLst>
              </p:cNvPr>
              <p:cNvSpPr>
                <a:spLocks noChangeArrowheads="1"/>
              </p:cNvSpPr>
              <p:nvPr/>
            </p:nvSpPr>
            <p:spPr bwMode="auto">
              <a:xfrm>
                <a:off x="4467225" y="1827213"/>
                <a:ext cx="7938" cy="7938"/>
              </a:xfrm>
              <a:prstGeom prst="ellipse">
                <a:avLst/>
              </a:pr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1" name="Oval 140">
                <a:extLst>
                  <a:ext uri="{FF2B5EF4-FFF2-40B4-BE49-F238E27FC236}">
                    <a16:creationId xmlns:a16="http://schemas.microsoft.com/office/drawing/2014/main" id="{37224223-5579-47CE-92A0-0FD07BDA3FD9}"/>
                  </a:ext>
                </a:extLst>
              </p:cNvPr>
              <p:cNvSpPr>
                <a:spLocks noChangeArrowheads="1"/>
              </p:cNvSpPr>
              <p:nvPr/>
            </p:nvSpPr>
            <p:spPr bwMode="auto">
              <a:xfrm>
                <a:off x="4430713" y="1914525"/>
                <a:ext cx="6350" cy="7938"/>
              </a:xfrm>
              <a:prstGeom prst="ellipse">
                <a:avLst/>
              </a:pr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2" name="Freeform 68">
                <a:extLst>
                  <a:ext uri="{FF2B5EF4-FFF2-40B4-BE49-F238E27FC236}">
                    <a16:creationId xmlns:a16="http://schemas.microsoft.com/office/drawing/2014/main" id="{99D38898-010E-47DA-8754-353D0C6710E3}"/>
                  </a:ext>
                </a:extLst>
              </p:cNvPr>
              <p:cNvSpPr>
                <a:spLocks/>
              </p:cNvSpPr>
              <p:nvPr/>
            </p:nvSpPr>
            <p:spPr bwMode="auto">
              <a:xfrm>
                <a:off x="4076700" y="1420813"/>
                <a:ext cx="444500" cy="312738"/>
              </a:xfrm>
              <a:custGeom>
                <a:avLst/>
                <a:gdLst>
                  <a:gd name="T0" fmla="*/ 115 w 118"/>
                  <a:gd name="T1" fmla="*/ 0 h 83"/>
                  <a:gd name="T2" fmla="*/ 116 w 118"/>
                  <a:gd name="T3" fmla="*/ 2 h 83"/>
                  <a:gd name="T4" fmla="*/ 118 w 118"/>
                  <a:gd name="T5" fmla="*/ 4 h 83"/>
                  <a:gd name="T6" fmla="*/ 4 w 118"/>
                  <a:gd name="T7" fmla="*/ 83 h 83"/>
                  <a:gd name="T8" fmla="*/ 0 w 118"/>
                  <a:gd name="T9" fmla="*/ 73 h 83"/>
                  <a:gd name="T10" fmla="*/ 115 w 118"/>
                  <a:gd name="T11" fmla="*/ 0 h 83"/>
                </a:gdLst>
                <a:ahLst/>
                <a:cxnLst>
                  <a:cxn ang="0">
                    <a:pos x="T0" y="T1"/>
                  </a:cxn>
                  <a:cxn ang="0">
                    <a:pos x="T2" y="T3"/>
                  </a:cxn>
                  <a:cxn ang="0">
                    <a:pos x="T4" y="T5"/>
                  </a:cxn>
                  <a:cxn ang="0">
                    <a:pos x="T6" y="T7"/>
                  </a:cxn>
                  <a:cxn ang="0">
                    <a:pos x="T8" y="T9"/>
                  </a:cxn>
                  <a:cxn ang="0">
                    <a:pos x="T10" y="T11"/>
                  </a:cxn>
                </a:cxnLst>
                <a:rect l="0" t="0" r="r" b="b"/>
                <a:pathLst>
                  <a:path w="118" h="83">
                    <a:moveTo>
                      <a:pt x="115" y="0"/>
                    </a:moveTo>
                    <a:cubicBezTo>
                      <a:pt x="115" y="1"/>
                      <a:pt x="115" y="1"/>
                      <a:pt x="116" y="2"/>
                    </a:cubicBezTo>
                    <a:cubicBezTo>
                      <a:pt x="116" y="3"/>
                      <a:pt x="117" y="4"/>
                      <a:pt x="118" y="4"/>
                    </a:cubicBezTo>
                    <a:cubicBezTo>
                      <a:pt x="80" y="35"/>
                      <a:pt x="45" y="59"/>
                      <a:pt x="4" y="83"/>
                    </a:cubicBezTo>
                    <a:cubicBezTo>
                      <a:pt x="3" y="79"/>
                      <a:pt x="2" y="77"/>
                      <a:pt x="0" y="73"/>
                    </a:cubicBezTo>
                    <a:cubicBezTo>
                      <a:pt x="41" y="51"/>
                      <a:pt x="77" y="28"/>
                      <a:pt x="115" y="0"/>
                    </a:cubicBezTo>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3" name="Freeform 69">
                <a:extLst>
                  <a:ext uri="{FF2B5EF4-FFF2-40B4-BE49-F238E27FC236}">
                    <a16:creationId xmlns:a16="http://schemas.microsoft.com/office/drawing/2014/main" id="{C90B9AF9-0A68-4ECA-8A69-349B3CC6B0CF}"/>
                  </a:ext>
                </a:extLst>
              </p:cNvPr>
              <p:cNvSpPr>
                <a:spLocks/>
              </p:cNvSpPr>
              <p:nvPr/>
            </p:nvSpPr>
            <p:spPr bwMode="auto">
              <a:xfrm>
                <a:off x="4060825" y="1398588"/>
                <a:ext cx="449263" cy="296863"/>
              </a:xfrm>
              <a:custGeom>
                <a:avLst/>
                <a:gdLst>
                  <a:gd name="T0" fmla="*/ 117 w 119"/>
                  <a:gd name="T1" fmla="*/ 0 h 79"/>
                  <a:gd name="T2" fmla="*/ 118 w 119"/>
                  <a:gd name="T3" fmla="*/ 3 h 79"/>
                  <a:gd name="T4" fmla="*/ 119 w 119"/>
                  <a:gd name="T5" fmla="*/ 6 h 79"/>
                  <a:gd name="T6" fmla="*/ 4 w 119"/>
                  <a:gd name="T7" fmla="*/ 79 h 79"/>
                  <a:gd name="T8" fmla="*/ 0 w 119"/>
                  <a:gd name="T9" fmla="*/ 69 h 79"/>
                  <a:gd name="T10" fmla="*/ 117 w 119"/>
                  <a:gd name="T11" fmla="*/ 0 h 79"/>
                </a:gdLst>
                <a:ahLst/>
                <a:cxnLst>
                  <a:cxn ang="0">
                    <a:pos x="T0" y="T1"/>
                  </a:cxn>
                  <a:cxn ang="0">
                    <a:pos x="T2" y="T3"/>
                  </a:cxn>
                  <a:cxn ang="0">
                    <a:pos x="T4" y="T5"/>
                  </a:cxn>
                  <a:cxn ang="0">
                    <a:pos x="T6" y="T7"/>
                  </a:cxn>
                  <a:cxn ang="0">
                    <a:pos x="T8" y="T9"/>
                  </a:cxn>
                  <a:cxn ang="0">
                    <a:pos x="T10" y="T11"/>
                  </a:cxn>
                </a:cxnLst>
                <a:rect l="0" t="0" r="r" b="b"/>
                <a:pathLst>
                  <a:path w="119" h="79">
                    <a:moveTo>
                      <a:pt x="117" y="0"/>
                    </a:moveTo>
                    <a:cubicBezTo>
                      <a:pt x="117" y="1"/>
                      <a:pt x="117" y="2"/>
                      <a:pt x="118" y="3"/>
                    </a:cubicBezTo>
                    <a:cubicBezTo>
                      <a:pt x="118" y="4"/>
                      <a:pt x="118" y="5"/>
                      <a:pt x="119" y="6"/>
                    </a:cubicBezTo>
                    <a:cubicBezTo>
                      <a:pt x="81" y="34"/>
                      <a:pt x="45" y="57"/>
                      <a:pt x="4" y="79"/>
                    </a:cubicBezTo>
                    <a:cubicBezTo>
                      <a:pt x="2" y="75"/>
                      <a:pt x="2" y="73"/>
                      <a:pt x="0" y="69"/>
                    </a:cubicBezTo>
                    <a:cubicBezTo>
                      <a:pt x="41" y="49"/>
                      <a:pt x="78" y="28"/>
                      <a:pt x="117" y="0"/>
                    </a:cubicBezTo>
                  </a:path>
                </a:pathLst>
              </a:custGeom>
              <a:solidFill>
                <a:srgbClr val="ED2F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4" name="Freeform 70">
                <a:extLst>
                  <a:ext uri="{FF2B5EF4-FFF2-40B4-BE49-F238E27FC236}">
                    <a16:creationId xmlns:a16="http://schemas.microsoft.com/office/drawing/2014/main" id="{EF6F346E-CF49-40EE-B5AF-805EC64050C5}"/>
                  </a:ext>
                </a:extLst>
              </p:cNvPr>
              <p:cNvSpPr>
                <a:spLocks/>
              </p:cNvSpPr>
              <p:nvPr/>
            </p:nvSpPr>
            <p:spPr bwMode="auto">
              <a:xfrm>
                <a:off x="4019550" y="1695450"/>
                <a:ext cx="71438" cy="38100"/>
              </a:xfrm>
              <a:custGeom>
                <a:avLst/>
                <a:gdLst>
                  <a:gd name="T0" fmla="*/ 19 w 19"/>
                  <a:gd name="T1" fmla="*/ 10 h 10"/>
                  <a:gd name="T2" fmla="*/ 0 w 19"/>
                  <a:gd name="T3" fmla="*/ 7 h 10"/>
                  <a:gd name="T4" fmla="*/ 15 w 19"/>
                  <a:gd name="T5" fmla="*/ 0 h 10"/>
                  <a:gd name="T6" fmla="*/ 19 w 19"/>
                  <a:gd name="T7" fmla="*/ 10 h 10"/>
                </a:gdLst>
                <a:ahLst/>
                <a:cxnLst>
                  <a:cxn ang="0">
                    <a:pos x="T0" y="T1"/>
                  </a:cxn>
                  <a:cxn ang="0">
                    <a:pos x="T2" y="T3"/>
                  </a:cxn>
                  <a:cxn ang="0">
                    <a:pos x="T4" y="T5"/>
                  </a:cxn>
                  <a:cxn ang="0">
                    <a:pos x="T6" y="T7"/>
                  </a:cxn>
                </a:cxnLst>
                <a:rect l="0" t="0" r="r" b="b"/>
                <a:pathLst>
                  <a:path w="19" h="10">
                    <a:moveTo>
                      <a:pt x="19" y="10"/>
                    </a:moveTo>
                    <a:cubicBezTo>
                      <a:pt x="12" y="9"/>
                      <a:pt x="8" y="9"/>
                      <a:pt x="0" y="7"/>
                    </a:cubicBezTo>
                    <a:cubicBezTo>
                      <a:pt x="6" y="4"/>
                      <a:pt x="9" y="3"/>
                      <a:pt x="15" y="0"/>
                    </a:cubicBezTo>
                    <a:cubicBezTo>
                      <a:pt x="17" y="4"/>
                      <a:pt x="18" y="6"/>
                      <a:pt x="19" y="10"/>
                    </a:cubicBez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5" name="Freeform 71">
                <a:extLst>
                  <a:ext uri="{FF2B5EF4-FFF2-40B4-BE49-F238E27FC236}">
                    <a16:creationId xmlns:a16="http://schemas.microsoft.com/office/drawing/2014/main" id="{6D03B18F-96F5-4439-BB17-2D5FCBAF713F}"/>
                  </a:ext>
                </a:extLst>
              </p:cNvPr>
              <p:cNvSpPr>
                <a:spLocks/>
              </p:cNvSpPr>
              <p:nvPr/>
            </p:nvSpPr>
            <p:spPr bwMode="auto">
              <a:xfrm>
                <a:off x="4019550" y="1658938"/>
                <a:ext cx="57150" cy="63500"/>
              </a:xfrm>
              <a:custGeom>
                <a:avLst/>
                <a:gdLst>
                  <a:gd name="T0" fmla="*/ 0 w 15"/>
                  <a:gd name="T1" fmla="*/ 17 h 17"/>
                  <a:gd name="T2" fmla="*/ 11 w 15"/>
                  <a:gd name="T3" fmla="*/ 0 h 17"/>
                  <a:gd name="T4" fmla="*/ 15 w 15"/>
                  <a:gd name="T5" fmla="*/ 10 h 17"/>
                  <a:gd name="T6" fmla="*/ 0 w 15"/>
                  <a:gd name="T7" fmla="*/ 17 h 17"/>
                </a:gdLst>
                <a:ahLst/>
                <a:cxnLst>
                  <a:cxn ang="0">
                    <a:pos x="T0" y="T1"/>
                  </a:cxn>
                  <a:cxn ang="0">
                    <a:pos x="T2" y="T3"/>
                  </a:cxn>
                  <a:cxn ang="0">
                    <a:pos x="T4" y="T5"/>
                  </a:cxn>
                  <a:cxn ang="0">
                    <a:pos x="T6" y="T7"/>
                  </a:cxn>
                </a:cxnLst>
                <a:rect l="0" t="0" r="r" b="b"/>
                <a:pathLst>
                  <a:path w="15" h="17">
                    <a:moveTo>
                      <a:pt x="0" y="17"/>
                    </a:moveTo>
                    <a:cubicBezTo>
                      <a:pt x="4" y="10"/>
                      <a:pt x="6" y="7"/>
                      <a:pt x="11" y="0"/>
                    </a:cubicBezTo>
                    <a:cubicBezTo>
                      <a:pt x="13" y="4"/>
                      <a:pt x="13" y="6"/>
                      <a:pt x="15" y="10"/>
                    </a:cubicBezTo>
                    <a:cubicBezTo>
                      <a:pt x="9" y="13"/>
                      <a:pt x="6" y="14"/>
                      <a:pt x="0" y="17"/>
                    </a:cubicBezTo>
                    <a:close/>
                  </a:path>
                </a:pathLst>
              </a:custGeom>
              <a:solidFill>
                <a:srgbClr val="ED2F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6" name="Freeform 72">
                <a:extLst>
                  <a:ext uri="{FF2B5EF4-FFF2-40B4-BE49-F238E27FC236}">
                    <a16:creationId xmlns:a16="http://schemas.microsoft.com/office/drawing/2014/main" id="{E4572621-C0F9-4CF9-9FBB-B6C1BCA9420B}"/>
                  </a:ext>
                </a:extLst>
              </p:cNvPr>
              <p:cNvSpPr>
                <a:spLocks/>
              </p:cNvSpPr>
              <p:nvPr/>
            </p:nvSpPr>
            <p:spPr bwMode="auto">
              <a:xfrm>
                <a:off x="4510088" y="1368425"/>
                <a:ext cx="71438" cy="74613"/>
              </a:xfrm>
              <a:custGeom>
                <a:avLst/>
                <a:gdLst>
                  <a:gd name="T0" fmla="*/ 17 w 19"/>
                  <a:gd name="T1" fmla="*/ 3 h 20"/>
                  <a:gd name="T2" fmla="*/ 16 w 19"/>
                  <a:gd name="T3" fmla="*/ 0 h 20"/>
                  <a:gd name="T4" fmla="*/ 4 w 19"/>
                  <a:gd name="T5" fmla="*/ 10 h 20"/>
                  <a:gd name="T6" fmla="*/ 0 w 19"/>
                  <a:gd name="T7" fmla="*/ 14 h 20"/>
                  <a:gd name="T8" fmla="*/ 1 w 19"/>
                  <a:gd name="T9" fmla="*/ 16 h 20"/>
                  <a:gd name="T10" fmla="*/ 3 w 19"/>
                  <a:gd name="T11" fmla="*/ 18 h 20"/>
                  <a:gd name="T12" fmla="*/ 12 w 19"/>
                  <a:gd name="T13" fmla="*/ 16 h 20"/>
                  <a:gd name="T14" fmla="*/ 17 w 19"/>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0">
                    <a:moveTo>
                      <a:pt x="17" y="3"/>
                    </a:moveTo>
                    <a:cubicBezTo>
                      <a:pt x="17" y="2"/>
                      <a:pt x="16" y="1"/>
                      <a:pt x="16" y="0"/>
                    </a:cubicBezTo>
                    <a:cubicBezTo>
                      <a:pt x="11" y="5"/>
                      <a:pt x="9" y="7"/>
                      <a:pt x="4" y="10"/>
                    </a:cubicBezTo>
                    <a:cubicBezTo>
                      <a:pt x="2" y="12"/>
                      <a:pt x="1" y="12"/>
                      <a:pt x="0" y="14"/>
                    </a:cubicBezTo>
                    <a:cubicBezTo>
                      <a:pt x="0" y="15"/>
                      <a:pt x="0" y="15"/>
                      <a:pt x="1" y="16"/>
                    </a:cubicBezTo>
                    <a:cubicBezTo>
                      <a:pt x="1" y="17"/>
                      <a:pt x="2" y="18"/>
                      <a:pt x="3" y="18"/>
                    </a:cubicBezTo>
                    <a:cubicBezTo>
                      <a:pt x="5" y="20"/>
                      <a:pt x="8" y="19"/>
                      <a:pt x="12" y="16"/>
                    </a:cubicBezTo>
                    <a:cubicBezTo>
                      <a:pt x="16" y="12"/>
                      <a:pt x="19" y="7"/>
                      <a:pt x="17" y="3"/>
                    </a:cubicBezTo>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7" name="Freeform 73">
                <a:extLst>
                  <a:ext uri="{FF2B5EF4-FFF2-40B4-BE49-F238E27FC236}">
                    <a16:creationId xmlns:a16="http://schemas.microsoft.com/office/drawing/2014/main" id="{86731B7F-9E01-4DBF-9277-F3403D6E0DFE}"/>
                  </a:ext>
                </a:extLst>
              </p:cNvPr>
              <p:cNvSpPr>
                <a:spLocks/>
              </p:cNvSpPr>
              <p:nvPr/>
            </p:nvSpPr>
            <p:spPr bwMode="auto">
              <a:xfrm>
                <a:off x="4502150" y="1344613"/>
                <a:ext cx="68263" cy="76200"/>
              </a:xfrm>
              <a:custGeom>
                <a:avLst/>
                <a:gdLst>
                  <a:gd name="T0" fmla="*/ 17 w 18"/>
                  <a:gd name="T1" fmla="*/ 4 h 20"/>
                  <a:gd name="T2" fmla="*/ 6 w 18"/>
                  <a:gd name="T3" fmla="*/ 4 h 20"/>
                  <a:gd name="T4" fmla="*/ 0 w 18"/>
                  <a:gd name="T5" fmla="*/ 14 h 20"/>
                  <a:gd name="T6" fmla="*/ 1 w 18"/>
                  <a:gd name="T7" fmla="*/ 17 h 20"/>
                  <a:gd name="T8" fmla="*/ 2 w 18"/>
                  <a:gd name="T9" fmla="*/ 20 h 20"/>
                  <a:gd name="T10" fmla="*/ 6 w 18"/>
                  <a:gd name="T11" fmla="*/ 16 h 20"/>
                  <a:gd name="T12" fmla="*/ 18 w 18"/>
                  <a:gd name="T13" fmla="*/ 6 h 20"/>
                  <a:gd name="T14" fmla="*/ 17 w 18"/>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0">
                    <a:moveTo>
                      <a:pt x="17" y="4"/>
                    </a:moveTo>
                    <a:cubicBezTo>
                      <a:pt x="15" y="0"/>
                      <a:pt x="11" y="1"/>
                      <a:pt x="6" y="4"/>
                    </a:cubicBezTo>
                    <a:cubicBezTo>
                      <a:pt x="3" y="7"/>
                      <a:pt x="0" y="11"/>
                      <a:pt x="0" y="14"/>
                    </a:cubicBezTo>
                    <a:cubicBezTo>
                      <a:pt x="0" y="15"/>
                      <a:pt x="0" y="16"/>
                      <a:pt x="1" y="17"/>
                    </a:cubicBezTo>
                    <a:cubicBezTo>
                      <a:pt x="1" y="18"/>
                      <a:pt x="1" y="19"/>
                      <a:pt x="2" y="20"/>
                    </a:cubicBezTo>
                    <a:cubicBezTo>
                      <a:pt x="3" y="18"/>
                      <a:pt x="4" y="18"/>
                      <a:pt x="6" y="16"/>
                    </a:cubicBezTo>
                    <a:cubicBezTo>
                      <a:pt x="11" y="13"/>
                      <a:pt x="13" y="11"/>
                      <a:pt x="18" y="6"/>
                    </a:cubicBezTo>
                    <a:cubicBezTo>
                      <a:pt x="18" y="5"/>
                      <a:pt x="17" y="5"/>
                      <a:pt x="17" y="4"/>
                    </a:cubicBezTo>
                  </a:path>
                </a:pathLst>
              </a:custGeom>
              <a:solidFill>
                <a:srgbClr val="ED2F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8" name="Freeform 74">
                <a:extLst>
                  <a:ext uri="{FF2B5EF4-FFF2-40B4-BE49-F238E27FC236}">
                    <a16:creationId xmlns:a16="http://schemas.microsoft.com/office/drawing/2014/main" id="{C7C3B7A5-92A6-4C58-83C8-328367F6B5E0}"/>
                  </a:ext>
                </a:extLst>
              </p:cNvPr>
              <p:cNvSpPr>
                <a:spLocks/>
              </p:cNvSpPr>
              <p:nvPr/>
            </p:nvSpPr>
            <p:spPr bwMode="auto">
              <a:xfrm>
                <a:off x="4540250" y="1338263"/>
                <a:ext cx="60325" cy="66675"/>
              </a:xfrm>
              <a:custGeom>
                <a:avLst/>
                <a:gdLst>
                  <a:gd name="T0" fmla="*/ 16 w 16"/>
                  <a:gd name="T1" fmla="*/ 10 h 18"/>
                  <a:gd name="T2" fmla="*/ 15 w 16"/>
                  <a:gd name="T3" fmla="*/ 0 h 18"/>
                  <a:gd name="T4" fmla="*/ 0 w 16"/>
                  <a:gd name="T5" fmla="*/ 4 h 18"/>
                  <a:gd name="T6" fmla="*/ 8 w 16"/>
                  <a:gd name="T7" fmla="*/ 18 h 18"/>
                  <a:gd name="T8" fmla="*/ 16 w 16"/>
                  <a:gd name="T9" fmla="*/ 10 h 18"/>
                </a:gdLst>
                <a:ahLst/>
                <a:cxnLst>
                  <a:cxn ang="0">
                    <a:pos x="T0" y="T1"/>
                  </a:cxn>
                  <a:cxn ang="0">
                    <a:pos x="T2" y="T3"/>
                  </a:cxn>
                  <a:cxn ang="0">
                    <a:pos x="T4" y="T5"/>
                  </a:cxn>
                  <a:cxn ang="0">
                    <a:pos x="T6" y="T7"/>
                  </a:cxn>
                  <a:cxn ang="0">
                    <a:pos x="T8" y="T9"/>
                  </a:cxn>
                </a:cxnLst>
                <a:rect l="0" t="0" r="r" b="b"/>
                <a:pathLst>
                  <a:path w="16" h="18">
                    <a:moveTo>
                      <a:pt x="16" y="10"/>
                    </a:moveTo>
                    <a:cubicBezTo>
                      <a:pt x="16" y="6"/>
                      <a:pt x="16" y="3"/>
                      <a:pt x="15" y="0"/>
                    </a:cubicBezTo>
                    <a:cubicBezTo>
                      <a:pt x="0" y="4"/>
                      <a:pt x="0" y="4"/>
                      <a:pt x="0" y="4"/>
                    </a:cubicBezTo>
                    <a:cubicBezTo>
                      <a:pt x="8" y="18"/>
                      <a:pt x="8" y="18"/>
                      <a:pt x="8" y="18"/>
                    </a:cubicBezTo>
                    <a:cubicBezTo>
                      <a:pt x="16" y="10"/>
                      <a:pt x="16" y="10"/>
                      <a:pt x="16" y="10"/>
                    </a:cubicBezTo>
                  </a:path>
                </a:pathLst>
              </a:custGeom>
              <a:solidFill>
                <a:srgbClr val="E6F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9" name="Freeform 75">
                <a:extLst>
                  <a:ext uri="{FF2B5EF4-FFF2-40B4-BE49-F238E27FC236}">
                    <a16:creationId xmlns:a16="http://schemas.microsoft.com/office/drawing/2014/main" id="{4F22BBF0-4D89-4973-ACAE-93077D4D7662}"/>
                  </a:ext>
                </a:extLst>
              </p:cNvPr>
              <p:cNvSpPr>
                <a:spLocks/>
              </p:cNvSpPr>
              <p:nvPr/>
            </p:nvSpPr>
            <p:spPr bwMode="auto">
              <a:xfrm>
                <a:off x="4359275" y="1997075"/>
                <a:ext cx="60325" cy="57150"/>
              </a:xfrm>
              <a:custGeom>
                <a:avLst/>
                <a:gdLst>
                  <a:gd name="T0" fmla="*/ 16 w 16"/>
                  <a:gd name="T1" fmla="*/ 9 h 15"/>
                  <a:gd name="T2" fmla="*/ 13 w 16"/>
                  <a:gd name="T3" fmla="*/ 13 h 15"/>
                  <a:gd name="T4" fmla="*/ 5 w 16"/>
                  <a:gd name="T5" fmla="*/ 15 h 15"/>
                  <a:gd name="T6" fmla="*/ 2 w 16"/>
                  <a:gd name="T7" fmla="*/ 12 h 15"/>
                  <a:gd name="T8" fmla="*/ 0 w 16"/>
                  <a:gd name="T9" fmla="*/ 6 h 15"/>
                  <a:gd name="T10" fmla="*/ 3 w 16"/>
                  <a:gd name="T11" fmla="*/ 2 h 15"/>
                  <a:gd name="T12" fmla="*/ 11 w 16"/>
                  <a:gd name="T13" fmla="*/ 0 h 15"/>
                  <a:gd name="T14" fmla="*/ 15 w 16"/>
                  <a:gd name="T15" fmla="*/ 3 h 15"/>
                  <a:gd name="T16" fmla="*/ 16 w 16"/>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16" y="9"/>
                    </a:moveTo>
                    <a:cubicBezTo>
                      <a:pt x="16" y="11"/>
                      <a:pt x="15" y="13"/>
                      <a:pt x="13" y="13"/>
                    </a:cubicBezTo>
                    <a:cubicBezTo>
                      <a:pt x="5" y="15"/>
                      <a:pt x="5" y="15"/>
                      <a:pt x="5" y="15"/>
                    </a:cubicBezTo>
                    <a:cubicBezTo>
                      <a:pt x="4" y="15"/>
                      <a:pt x="2" y="14"/>
                      <a:pt x="2" y="12"/>
                    </a:cubicBezTo>
                    <a:cubicBezTo>
                      <a:pt x="0" y="6"/>
                      <a:pt x="0" y="6"/>
                      <a:pt x="0" y="6"/>
                    </a:cubicBezTo>
                    <a:cubicBezTo>
                      <a:pt x="0" y="4"/>
                      <a:pt x="1" y="2"/>
                      <a:pt x="3" y="2"/>
                    </a:cubicBezTo>
                    <a:cubicBezTo>
                      <a:pt x="11" y="0"/>
                      <a:pt x="11" y="0"/>
                      <a:pt x="11" y="0"/>
                    </a:cubicBezTo>
                    <a:cubicBezTo>
                      <a:pt x="12" y="0"/>
                      <a:pt x="14" y="1"/>
                      <a:pt x="15" y="3"/>
                    </a:cubicBezTo>
                    <a:lnTo>
                      <a:pt x="16" y="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0" name="Freeform 76">
                <a:extLst>
                  <a:ext uri="{FF2B5EF4-FFF2-40B4-BE49-F238E27FC236}">
                    <a16:creationId xmlns:a16="http://schemas.microsoft.com/office/drawing/2014/main" id="{46B7AD9A-F940-4FB5-92B9-9453D7814DA9}"/>
                  </a:ext>
                </a:extLst>
              </p:cNvPr>
              <p:cNvSpPr>
                <a:spLocks/>
              </p:cNvSpPr>
              <p:nvPr/>
            </p:nvSpPr>
            <p:spPr bwMode="auto">
              <a:xfrm>
                <a:off x="4524375" y="1401763"/>
                <a:ext cx="93663" cy="395288"/>
              </a:xfrm>
              <a:custGeom>
                <a:avLst/>
                <a:gdLst>
                  <a:gd name="T0" fmla="*/ 25 w 25"/>
                  <a:gd name="T1" fmla="*/ 0 h 105"/>
                  <a:gd name="T2" fmla="*/ 20 w 25"/>
                  <a:gd name="T3" fmla="*/ 1 h 105"/>
                  <a:gd name="T4" fmla="*/ 0 w 25"/>
                  <a:gd name="T5" fmla="*/ 105 h 105"/>
                  <a:gd name="T6" fmla="*/ 25 w 25"/>
                  <a:gd name="T7" fmla="*/ 0 h 105"/>
                </a:gdLst>
                <a:ahLst/>
                <a:cxnLst>
                  <a:cxn ang="0">
                    <a:pos x="T0" y="T1"/>
                  </a:cxn>
                  <a:cxn ang="0">
                    <a:pos x="T2" y="T3"/>
                  </a:cxn>
                  <a:cxn ang="0">
                    <a:pos x="T4" y="T5"/>
                  </a:cxn>
                  <a:cxn ang="0">
                    <a:pos x="T6" y="T7"/>
                  </a:cxn>
                </a:cxnLst>
                <a:rect l="0" t="0" r="r" b="b"/>
                <a:pathLst>
                  <a:path w="25" h="105">
                    <a:moveTo>
                      <a:pt x="25" y="0"/>
                    </a:moveTo>
                    <a:cubicBezTo>
                      <a:pt x="24" y="2"/>
                      <a:pt x="22" y="2"/>
                      <a:pt x="20" y="1"/>
                    </a:cubicBezTo>
                    <a:cubicBezTo>
                      <a:pt x="19" y="29"/>
                      <a:pt x="8" y="72"/>
                      <a:pt x="0" y="105"/>
                    </a:cubicBezTo>
                    <a:cubicBezTo>
                      <a:pt x="16" y="86"/>
                      <a:pt x="24" y="7"/>
                      <a:pt x="25" y="0"/>
                    </a:cubicBezTo>
                    <a:close/>
                  </a:path>
                </a:pathLst>
              </a:custGeom>
              <a:solidFill>
                <a:srgbClr val="2A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1" name="Freeform 77">
                <a:extLst>
                  <a:ext uri="{FF2B5EF4-FFF2-40B4-BE49-F238E27FC236}">
                    <a16:creationId xmlns:a16="http://schemas.microsoft.com/office/drawing/2014/main" id="{A5EFE9EE-132D-45A1-A21A-09FE60866997}"/>
                  </a:ext>
                </a:extLst>
              </p:cNvPr>
              <p:cNvSpPr>
                <a:spLocks/>
              </p:cNvSpPr>
              <p:nvPr/>
            </p:nvSpPr>
            <p:spPr bwMode="auto">
              <a:xfrm>
                <a:off x="4060825" y="2046288"/>
                <a:ext cx="166688" cy="57150"/>
              </a:xfrm>
              <a:custGeom>
                <a:avLst/>
                <a:gdLst>
                  <a:gd name="T0" fmla="*/ 0 w 44"/>
                  <a:gd name="T1" fmla="*/ 12 h 15"/>
                  <a:gd name="T2" fmla="*/ 13 w 44"/>
                  <a:gd name="T3" fmla="*/ 14 h 15"/>
                  <a:gd name="T4" fmla="*/ 44 w 44"/>
                  <a:gd name="T5" fmla="*/ 3 h 15"/>
                  <a:gd name="T6" fmla="*/ 25 w 44"/>
                  <a:gd name="T7" fmla="*/ 0 h 15"/>
                  <a:gd name="T8" fmla="*/ 7 w 44"/>
                  <a:gd name="T9" fmla="*/ 3 h 15"/>
                  <a:gd name="T10" fmla="*/ 0 w 44"/>
                  <a:gd name="T11" fmla="*/ 12 h 15"/>
                </a:gdLst>
                <a:ahLst/>
                <a:cxnLst>
                  <a:cxn ang="0">
                    <a:pos x="T0" y="T1"/>
                  </a:cxn>
                  <a:cxn ang="0">
                    <a:pos x="T2" y="T3"/>
                  </a:cxn>
                  <a:cxn ang="0">
                    <a:pos x="T4" y="T5"/>
                  </a:cxn>
                  <a:cxn ang="0">
                    <a:pos x="T6" y="T7"/>
                  </a:cxn>
                  <a:cxn ang="0">
                    <a:pos x="T8" y="T9"/>
                  </a:cxn>
                  <a:cxn ang="0">
                    <a:pos x="T10" y="T11"/>
                  </a:cxn>
                </a:cxnLst>
                <a:rect l="0" t="0" r="r" b="b"/>
                <a:pathLst>
                  <a:path w="44" h="15">
                    <a:moveTo>
                      <a:pt x="0" y="12"/>
                    </a:moveTo>
                    <a:cubicBezTo>
                      <a:pt x="4" y="14"/>
                      <a:pt x="8" y="15"/>
                      <a:pt x="13" y="14"/>
                    </a:cubicBezTo>
                    <a:cubicBezTo>
                      <a:pt x="27" y="12"/>
                      <a:pt x="37" y="10"/>
                      <a:pt x="44" y="3"/>
                    </a:cubicBezTo>
                    <a:cubicBezTo>
                      <a:pt x="37" y="3"/>
                      <a:pt x="31" y="1"/>
                      <a:pt x="25" y="0"/>
                    </a:cubicBezTo>
                    <a:cubicBezTo>
                      <a:pt x="19" y="1"/>
                      <a:pt x="13" y="2"/>
                      <a:pt x="7" y="3"/>
                    </a:cubicBezTo>
                    <a:lnTo>
                      <a:pt x="0" y="12"/>
                    </a:ln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2" name="Freeform 78">
                <a:extLst>
                  <a:ext uri="{FF2B5EF4-FFF2-40B4-BE49-F238E27FC236}">
                    <a16:creationId xmlns:a16="http://schemas.microsoft.com/office/drawing/2014/main" id="{FFF404AF-1607-4034-81D2-D2C4404A854E}"/>
                  </a:ext>
                </a:extLst>
              </p:cNvPr>
              <p:cNvSpPr>
                <a:spLocks/>
              </p:cNvSpPr>
              <p:nvPr/>
            </p:nvSpPr>
            <p:spPr bwMode="auto">
              <a:xfrm>
                <a:off x="4208463" y="1454150"/>
                <a:ext cx="74613" cy="84138"/>
              </a:xfrm>
              <a:custGeom>
                <a:avLst/>
                <a:gdLst>
                  <a:gd name="T0" fmla="*/ 1 w 20"/>
                  <a:gd name="T1" fmla="*/ 22 h 22"/>
                  <a:gd name="T2" fmla="*/ 20 w 20"/>
                  <a:gd name="T3" fmla="*/ 0 h 22"/>
                  <a:gd name="T4" fmla="*/ 0 w 20"/>
                  <a:gd name="T5" fmla="*/ 15 h 22"/>
                  <a:gd name="T6" fmla="*/ 1 w 20"/>
                  <a:gd name="T7" fmla="*/ 22 h 22"/>
                </a:gdLst>
                <a:ahLst/>
                <a:cxnLst>
                  <a:cxn ang="0">
                    <a:pos x="T0" y="T1"/>
                  </a:cxn>
                  <a:cxn ang="0">
                    <a:pos x="T2" y="T3"/>
                  </a:cxn>
                  <a:cxn ang="0">
                    <a:pos x="T4" y="T5"/>
                  </a:cxn>
                  <a:cxn ang="0">
                    <a:pos x="T6" y="T7"/>
                  </a:cxn>
                </a:cxnLst>
                <a:rect l="0" t="0" r="r" b="b"/>
                <a:pathLst>
                  <a:path w="20" h="22">
                    <a:moveTo>
                      <a:pt x="1" y="22"/>
                    </a:moveTo>
                    <a:cubicBezTo>
                      <a:pt x="8" y="17"/>
                      <a:pt x="20" y="0"/>
                      <a:pt x="20" y="0"/>
                    </a:cubicBezTo>
                    <a:cubicBezTo>
                      <a:pt x="0" y="15"/>
                      <a:pt x="0" y="15"/>
                      <a:pt x="0" y="15"/>
                    </a:cubicBezTo>
                    <a:cubicBezTo>
                      <a:pt x="0" y="15"/>
                      <a:pt x="0" y="18"/>
                      <a:pt x="1" y="22"/>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3" name="Freeform 79">
                <a:extLst>
                  <a:ext uri="{FF2B5EF4-FFF2-40B4-BE49-F238E27FC236}">
                    <a16:creationId xmlns:a16="http://schemas.microsoft.com/office/drawing/2014/main" id="{3EF50BB5-1D34-49CA-AE7F-BE15C873BB19}"/>
                  </a:ext>
                </a:extLst>
              </p:cNvPr>
              <p:cNvSpPr>
                <a:spLocks/>
              </p:cNvSpPr>
              <p:nvPr/>
            </p:nvSpPr>
            <p:spPr bwMode="auto">
              <a:xfrm>
                <a:off x="3914775" y="2257425"/>
                <a:ext cx="30163" cy="65088"/>
              </a:xfrm>
              <a:custGeom>
                <a:avLst/>
                <a:gdLst>
                  <a:gd name="T0" fmla="*/ 0 w 8"/>
                  <a:gd name="T1" fmla="*/ 3 h 17"/>
                  <a:gd name="T2" fmla="*/ 8 w 8"/>
                  <a:gd name="T3" fmla="*/ 17 h 17"/>
                  <a:gd name="T4" fmla="*/ 8 w 8"/>
                  <a:gd name="T5" fmla="*/ 0 h 17"/>
                  <a:gd name="T6" fmla="*/ 5 w 8"/>
                  <a:gd name="T7" fmla="*/ 4 h 17"/>
                  <a:gd name="T8" fmla="*/ 0 w 8"/>
                  <a:gd name="T9" fmla="*/ 3 h 17"/>
                </a:gdLst>
                <a:ahLst/>
                <a:cxnLst>
                  <a:cxn ang="0">
                    <a:pos x="T0" y="T1"/>
                  </a:cxn>
                  <a:cxn ang="0">
                    <a:pos x="T2" y="T3"/>
                  </a:cxn>
                  <a:cxn ang="0">
                    <a:pos x="T4" y="T5"/>
                  </a:cxn>
                  <a:cxn ang="0">
                    <a:pos x="T6" y="T7"/>
                  </a:cxn>
                  <a:cxn ang="0">
                    <a:pos x="T8" y="T9"/>
                  </a:cxn>
                </a:cxnLst>
                <a:rect l="0" t="0" r="r" b="b"/>
                <a:pathLst>
                  <a:path w="8" h="17">
                    <a:moveTo>
                      <a:pt x="0" y="3"/>
                    </a:moveTo>
                    <a:cubicBezTo>
                      <a:pt x="3" y="6"/>
                      <a:pt x="6" y="11"/>
                      <a:pt x="8" y="17"/>
                    </a:cubicBezTo>
                    <a:cubicBezTo>
                      <a:pt x="8" y="12"/>
                      <a:pt x="8" y="5"/>
                      <a:pt x="8" y="0"/>
                    </a:cubicBezTo>
                    <a:cubicBezTo>
                      <a:pt x="5" y="4"/>
                      <a:pt x="5" y="4"/>
                      <a:pt x="5" y="4"/>
                    </a:cubicBezTo>
                    <a:lnTo>
                      <a:pt x="0" y="3"/>
                    </a:ln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4" name="Freeform 80">
                <a:extLst>
                  <a:ext uri="{FF2B5EF4-FFF2-40B4-BE49-F238E27FC236}">
                    <a16:creationId xmlns:a16="http://schemas.microsoft.com/office/drawing/2014/main" id="{672958FA-A6B0-4001-A53F-E0961785A1F7}"/>
                  </a:ext>
                </a:extLst>
              </p:cNvPr>
              <p:cNvSpPr>
                <a:spLocks/>
              </p:cNvSpPr>
              <p:nvPr/>
            </p:nvSpPr>
            <p:spPr bwMode="auto">
              <a:xfrm>
                <a:off x="4795838" y="1631950"/>
                <a:ext cx="26988" cy="74613"/>
              </a:xfrm>
              <a:custGeom>
                <a:avLst/>
                <a:gdLst>
                  <a:gd name="T0" fmla="*/ 7 w 7"/>
                  <a:gd name="T1" fmla="*/ 5 h 20"/>
                  <a:gd name="T2" fmla="*/ 4 w 7"/>
                  <a:gd name="T3" fmla="*/ 5 h 20"/>
                  <a:gd name="T4" fmla="*/ 0 w 7"/>
                  <a:gd name="T5" fmla="*/ 0 h 20"/>
                  <a:gd name="T6" fmla="*/ 0 w 7"/>
                  <a:gd name="T7" fmla="*/ 20 h 20"/>
                  <a:gd name="T8" fmla="*/ 7 w 7"/>
                  <a:gd name="T9" fmla="*/ 5 h 20"/>
                </a:gdLst>
                <a:ahLst/>
                <a:cxnLst>
                  <a:cxn ang="0">
                    <a:pos x="T0" y="T1"/>
                  </a:cxn>
                  <a:cxn ang="0">
                    <a:pos x="T2" y="T3"/>
                  </a:cxn>
                  <a:cxn ang="0">
                    <a:pos x="T4" y="T5"/>
                  </a:cxn>
                  <a:cxn ang="0">
                    <a:pos x="T6" y="T7"/>
                  </a:cxn>
                  <a:cxn ang="0">
                    <a:pos x="T8" y="T9"/>
                  </a:cxn>
                </a:cxnLst>
                <a:rect l="0" t="0" r="r" b="b"/>
                <a:pathLst>
                  <a:path w="7" h="20">
                    <a:moveTo>
                      <a:pt x="7" y="5"/>
                    </a:moveTo>
                    <a:cubicBezTo>
                      <a:pt x="6" y="5"/>
                      <a:pt x="5" y="5"/>
                      <a:pt x="4" y="5"/>
                    </a:cubicBezTo>
                    <a:cubicBezTo>
                      <a:pt x="3" y="5"/>
                      <a:pt x="2" y="3"/>
                      <a:pt x="0" y="0"/>
                    </a:cubicBezTo>
                    <a:cubicBezTo>
                      <a:pt x="1" y="7"/>
                      <a:pt x="1" y="15"/>
                      <a:pt x="0" y="20"/>
                    </a:cubicBezTo>
                    <a:cubicBezTo>
                      <a:pt x="2" y="16"/>
                      <a:pt x="5" y="10"/>
                      <a:pt x="7" y="5"/>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5" name="Freeform 81">
                <a:extLst>
                  <a:ext uri="{FF2B5EF4-FFF2-40B4-BE49-F238E27FC236}">
                    <a16:creationId xmlns:a16="http://schemas.microsoft.com/office/drawing/2014/main" id="{129891A1-9649-41CE-B2E7-E250EAEAFEDB}"/>
                  </a:ext>
                </a:extLst>
              </p:cNvPr>
              <p:cNvSpPr>
                <a:spLocks/>
              </p:cNvSpPr>
              <p:nvPr/>
            </p:nvSpPr>
            <p:spPr bwMode="auto">
              <a:xfrm>
                <a:off x="3944938" y="1477963"/>
                <a:ext cx="36513" cy="77788"/>
              </a:xfrm>
              <a:custGeom>
                <a:avLst/>
                <a:gdLst>
                  <a:gd name="T0" fmla="*/ 10 w 10"/>
                  <a:gd name="T1" fmla="*/ 17 h 21"/>
                  <a:gd name="T2" fmla="*/ 2 w 10"/>
                  <a:gd name="T3" fmla="*/ 0 h 21"/>
                  <a:gd name="T4" fmla="*/ 4 w 10"/>
                  <a:gd name="T5" fmla="*/ 21 h 21"/>
                  <a:gd name="T6" fmla="*/ 7 w 10"/>
                  <a:gd name="T7" fmla="*/ 16 h 21"/>
                  <a:gd name="T8" fmla="*/ 10 w 10"/>
                  <a:gd name="T9" fmla="*/ 17 h 21"/>
                </a:gdLst>
                <a:ahLst/>
                <a:cxnLst>
                  <a:cxn ang="0">
                    <a:pos x="T0" y="T1"/>
                  </a:cxn>
                  <a:cxn ang="0">
                    <a:pos x="T2" y="T3"/>
                  </a:cxn>
                  <a:cxn ang="0">
                    <a:pos x="T4" y="T5"/>
                  </a:cxn>
                  <a:cxn ang="0">
                    <a:pos x="T6" y="T7"/>
                  </a:cxn>
                  <a:cxn ang="0">
                    <a:pos x="T8" y="T9"/>
                  </a:cxn>
                </a:cxnLst>
                <a:rect l="0" t="0" r="r" b="b"/>
                <a:pathLst>
                  <a:path w="10" h="21">
                    <a:moveTo>
                      <a:pt x="10" y="17"/>
                    </a:moveTo>
                    <a:cubicBezTo>
                      <a:pt x="7" y="12"/>
                      <a:pt x="5" y="6"/>
                      <a:pt x="2" y="0"/>
                    </a:cubicBezTo>
                    <a:cubicBezTo>
                      <a:pt x="0" y="5"/>
                      <a:pt x="2" y="14"/>
                      <a:pt x="4" y="21"/>
                    </a:cubicBezTo>
                    <a:cubicBezTo>
                      <a:pt x="5" y="19"/>
                      <a:pt x="6" y="17"/>
                      <a:pt x="7" y="16"/>
                    </a:cubicBezTo>
                    <a:cubicBezTo>
                      <a:pt x="8" y="16"/>
                      <a:pt x="9" y="17"/>
                      <a:pt x="10" y="17"/>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6" name="Freeform 82">
                <a:extLst>
                  <a:ext uri="{FF2B5EF4-FFF2-40B4-BE49-F238E27FC236}">
                    <a16:creationId xmlns:a16="http://schemas.microsoft.com/office/drawing/2014/main" id="{EE38FE12-5E3C-4BA7-880A-E25A1AC78E26}"/>
                  </a:ext>
                </a:extLst>
              </p:cNvPr>
              <p:cNvSpPr>
                <a:spLocks/>
              </p:cNvSpPr>
              <p:nvPr/>
            </p:nvSpPr>
            <p:spPr bwMode="auto">
              <a:xfrm>
                <a:off x="4400550" y="1300163"/>
                <a:ext cx="139700" cy="112713"/>
              </a:xfrm>
              <a:custGeom>
                <a:avLst/>
                <a:gdLst>
                  <a:gd name="T0" fmla="*/ 2 w 37"/>
                  <a:gd name="T1" fmla="*/ 8 h 30"/>
                  <a:gd name="T2" fmla="*/ 32 w 37"/>
                  <a:gd name="T3" fmla="*/ 30 h 30"/>
                  <a:gd name="T4" fmla="*/ 37 w 37"/>
                  <a:gd name="T5" fmla="*/ 14 h 30"/>
                  <a:gd name="T6" fmla="*/ 0 w 37"/>
                  <a:gd name="T7" fmla="*/ 0 h 30"/>
                  <a:gd name="T8" fmla="*/ 2 w 37"/>
                  <a:gd name="T9" fmla="*/ 8 h 30"/>
                </a:gdLst>
                <a:ahLst/>
                <a:cxnLst>
                  <a:cxn ang="0">
                    <a:pos x="T0" y="T1"/>
                  </a:cxn>
                  <a:cxn ang="0">
                    <a:pos x="T2" y="T3"/>
                  </a:cxn>
                  <a:cxn ang="0">
                    <a:pos x="T4" y="T5"/>
                  </a:cxn>
                  <a:cxn ang="0">
                    <a:pos x="T6" y="T7"/>
                  </a:cxn>
                  <a:cxn ang="0">
                    <a:pos x="T8" y="T9"/>
                  </a:cxn>
                </a:cxnLst>
                <a:rect l="0" t="0" r="r" b="b"/>
                <a:pathLst>
                  <a:path w="37" h="30">
                    <a:moveTo>
                      <a:pt x="2" y="8"/>
                    </a:moveTo>
                    <a:cubicBezTo>
                      <a:pt x="32" y="30"/>
                      <a:pt x="32" y="30"/>
                      <a:pt x="32" y="30"/>
                    </a:cubicBezTo>
                    <a:cubicBezTo>
                      <a:pt x="37" y="14"/>
                      <a:pt x="37" y="14"/>
                      <a:pt x="37" y="14"/>
                    </a:cubicBezTo>
                    <a:cubicBezTo>
                      <a:pt x="0" y="0"/>
                      <a:pt x="0" y="0"/>
                      <a:pt x="0" y="0"/>
                    </a:cubicBezTo>
                    <a:cubicBezTo>
                      <a:pt x="0" y="0"/>
                      <a:pt x="1" y="3"/>
                      <a:pt x="2" y="8"/>
                    </a:cubicBezTo>
                  </a:path>
                </a:pathLst>
              </a:custGeom>
              <a:solidFill>
                <a:srgbClr val="E6F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7" name="Freeform 84">
                <a:extLst>
                  <a:ext uri="{FF2B5EF4-FFF2-40B4-BE49-F238E27FC236}">
                    <a16:creationId xmlns:a16="http://schemas.microsoft.com/office/drawing/2014/main" id="{53507BD3-0DDD-482D-91C5-14E314B05F78}"/>
                  </a:ext>
                </a:extLst>
              </p:cNvPr>
              <p:cNvSpPr>
                <a:spLocks/>
              </p:cNvSpPr>
              <p:nvPr/>
            </p:nvSpPr>
            <p:spPr bwMode="auto">
              <a:xfrm>
                <a:off x="4400550" y="1308100"/>
                <a:ext cx="6350" cy="33338"/>
              </a:xfrm>
              <a:custGeom>
                <a:avLst/>
                <a:gdLst>
                  <a:gd name="T0" fmla="*/ 0 w 2"/>
                  <a:gd name="T1" fmla="*/ 0 h 9"/>
                  <a:gd name="T2" fmla="*/ 2 w 2"/>
                  <a:gd name="T3" fmla="*/ 8 h 9"/>
                  <a:gd name="T4" fmla="*/ 2 w 2"/>
                  <a:gd name="T5" fmla="*/ 9 h 9"/>
                  <a:gd name="T6" fmla="*/ 1 w 2"/>
                  <a:gd name="T7" fmla="*/ 1 h 9"/>
                  <a:gd name="T8" fmla="*/ 0 w 2"/>
                  <a:gd name="T9" fmla="*/ 0 h 9"/>
                </a:gdLst>
                <a:ahLst/>
                <a:cxnLst>
                  <a:cxn ang="0">
                    <a:pos x="T0" y="T1"/>
                  </a:cxn>
                  <a:cxn ang="0">
                    <a:pos x="T2" y="T3"/>
                  </a:cxn>
                  <a:cxn ang="0">
                    <a:pos x="T4" y="T5"/>
                  </a:cxn>
                  <a:cxn ang="0">
                    <a:pos x="T6" y="T7"/>
                  </a:cxn>
                  <a:cxn ang="0">
                    <a:pos x="T8" y="T9"/>
                  </a:cxn>
                </a:cxnLst>
                <a:rect l="0" t="0" r="r" b="b"/>
                <a:pathLst>
                  <a:path w="2" h="9">
                    <a:moveTo>
                      <a:pt x="0" y="0"/>
                    </a:moveTo>
                    <a:cubicBezTo>
                      <a:pt x="0" y="0"/>
                      <a:pt x="1" y="3"/>
                      <a:pt x="2" y="8"/>
                    </a:cubicBezTo>
                    <a:cubicBezTo>
                      <a:pt x="2" y="9"/>
                      <a:pt x="2" y="9"/>
                      <a:pt x="2" y="9"/>
                    </a:cubicBezTo>
                    <a:cubicBezTo>
                      <a:pt x="2" y="5"/>
                      <a:pt x="1" y="2"/>
                      <a:pt x="1" y="1"/>
                    </a:cubicBezTo>
                    <a:cubicBezTo>
                      <a:pt x="0" y="0"/>
                      <a:pt x="0" y="0"/>
                      <a:pt x="0" y="0"/>
                    </a:cubicBezTo>
                  </a:path>
                </a:pathLst>
              </a:custGeom>
              <a:solidFill>
                <a:srgbClr val="203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8" name="Freeform 85">
                <a:extLst>
                  <a:ext uri="{FF2B5EF4-FFF2-40B4-BE49-F238E27FC236}">
                    <a16:creationId xmlns:a16="http://schemas.microsoft.com/office/drawing/2014/main" id="{C58553DC-7A5B-4848-A64E-E5481158C7FA}"/>
                  </a:ext>
                </a:extLst>
              </p:cNvPr>
              <p:cNvSpPr>
                <a:spLocks/>
              </p:cNvSpPr>
              <p:nvPr/>
            </p:nvSpPr>
            <p:spPr bwMode="auto">
              <a:xfrm>
                <a:off x="4497388" y="1398588"/>
                <a:ext cx="4763" cy="11113"/>
              </a:xfrm>
              <a:custGeom>
                <a:avLst/>
                <a:gdLst>
                  <a:gd name="T0" fmla="*/ 1 w 1"/>
                  <a:gd name="T1" fmla="*/ 0 h 3"/>
                  <a:gd name="T2" fmla="*/ 0 w 1"/>
                  <a:gd name="T3" fmla="*/ 1 h 3"/>
                  <a:gd name="T4" fmla="*/ 1 w 1"/>
                  <a:gd name="T5" fmla="*/ 3 h 3"/>
                  <a:gd name="T6" fmla="*/ 1 w 1"/>
                  <a:gd name="T7" fmla="*/ 1 h 3"/>
                  <a:gd name="T8" fmla="*/ 1 w 1"/>
                  <a:gd name="T9" fmla="*/ 0 h 3"/>
                  <a:gd name="T10" fmla="*/ 1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1" y="0"/>
                    </a:moveTo>
                    <a:cubicBezTo>
                      <a:pt x="1" y="1"/>
                      <a:pt x="0" y="1"/>
                      <a:pt x="0" y="1"/>
                    </a:cubicBezTo>
                    <a:cubicBezTo>
                      <a:pt x="1" y="3"/>
                      <a:pt x="1" y="3"/>
                      <a:pt x="1" y="3"/>
                    </a:cubicBezTo>
                    <a:cubicBezTo>
                      <a:pt x="1" y="2"/>
                      <a:pt x="1" y="2"/>
                      <a:pt x="1" y="1"/>
                    </a:cubicBezTo>
                    <a:cubicBezTo>
                      <a:pt x="1" y="1"/>
                      <a:pt x="1" y="1"/>
                      <a:pt x="1" y="0"/>
                    </a:cubicBezTo>
                    <a:cubicBezTo>
                      <a:pt x="1" y="0"/>
                      <a:pt x="1" y="0"/>
                      <a:pt x="1" y="0"/>
                    </a:cubicBezTo>
                  </a:path>
                </a:pathLst>
              </a:custGeom>
              <a:solidFill>
                <a:srgbClr val="912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9" name="Freeform 86">
                <a:extLst>
                  <a:ext uri="{FF2B5EF4-FFF2-40B4-BE49-F238E27FC236}">
                    <a16:creationId xmlns:a16="http://schemas.microsoft.com/office/drawing/2014/main" id="{66716DF2-6CF1-4E9A-B17C-20E2B3BCEE95}"/>
                  </a:ext>
                </a:extLst>
              </p:cNvPr>
              <p:cNvSpPr>
                <a:spLocks/>
              </p:cNvSpPr>
              <p:nvPr/>
            </p:nvSpPr>
            <p:spPr bwMode="auto">
              <a:xfrm>
                <a:off x="4513263" y="1404938"/>
                <a:ext cx="14288" cy="15875"/>
              </a:xfrm>
              <a:custGeom>
                <a:avLst/>
                <a:gdLst>
                  <a:gd name="T0" fmla="*/ 4 w 4"/>
                  <a:gd name="T1" fmla="*/ 0 h 4"/>
                  <a:gd name="T2" fmla="*/ 3 w 4"/>
                  <a:gd name="T3" fmla="*/ 0 h 4"/>
                  <a:gd name="T4" fmla="*/ 3 w 4"/>
                  <a:gd name="T5" fmla="*/ 1 h 4"/>
                  <a:gd name="T6" fmla="*/ 2 w 4"/>
                  <a:gd name="T7" fmla="*/ 2 h 4"/>
                  <a:gd name="T8" fmla="*/ 2 w 4"/>
                  <a:gd name="T9" fmla="*/ 2 h 4"/>
                  <a:gd name="T10" fmla="*/ 0 w 4"/>
                  <a:gd name="T11" fmla="*/ 3 h 4"/>
                  <a:gd name="T12" fmla="*/ 2 w 4"/>
                  <a:gd name="T13" fmla="*/ 4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3" y="0"/>
                      <a:pt x="3" y="0"/>
                      <a:pt x="3" y="0"/>
                    </a:cubicBezTo>
                    <a:cubicBezTo>
                      <a:pt x="3" y="0"/>
                      <a:pt x="3" y="1"/>
                      <a:pt x="3" y="1"/>
                    </a:cubicBezTo>
                    <a:cubicBezTo>
                      <a:pt x="2" y="2"/>
                      <a:pt x="2" y="2"/>
                      <a:pt x="2" y="2"/>
                    </a:cubicBezTo>
                    <a:cubicBezTo>
                      <a:pt x="2" y="2"/>
                      <a:pt x="2" y="2"/>
                      <a:pt x="2" y="2"/>
                    </a:cubicBezTo>
                    <a:cubicBezTo>
                      <a:pt x="1" y="2"/>
                      <a:pt x="1" y="2"/>
                      <a:pt x="0" y="3"/>
                    </a:cubicBezTo>
                    <a:cubicBezTo>
                      <a:pt x="2" y="4"/>
                      <a:pt x="2" y="4"/>
                      <a:pt x="2" y="4"/>
                    </a:cubicBezTo>
                    <a:cubicBezTo>
                      <a:pt x="4" y="0"/>
                      <a:pt x="4" y="0"/>
                      <a:pt x="4" y="0"/>
                    </a:cubicBezTo>
                  </a:path>
                </a:pathLst>
              </a:custGeom>
              <a:solidFill>
                <a:srgbClr val="9113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0" name="Freeform 87">
                <a:extLst>
                  <a:ext uri="{FF2B5EF4-FFF2-40B4-BE49-F238E27FC236}">
                    <a16:creationId xmlns:a16="http://schemas.microsoft.com/office/drawing/2014/main" id="{B38B453E-A040-49DD-A9F7-EC5F9F564D23}"/>
                  </a:ext>
                </a:extLst>
              </p:cNvPr>
              <p:cNvSpPr>
                <a:spLocks noEditPoints="1"/>
              </p:cNvSpPr>
              <p:nvPr/>
            </p:nvSpPr>
            <p:spPr bwMode="auto">
              <a:xfrm>
                <a:off x="4502150" y="1360488"/>
                <a:ext cx="38100" cy="57150"/>
              </a:xfrm>
              <a:custGeom>
                <a:avLst/>
                <a:gdLst>
                  <a:gd name="T0" fmla="*/ 0 w 10"/>
                  <a:gd name="T1" fmla="*/ 10 h 15"/>
                  <a:gd name="T2" fmla="*/ 0 w 10"/>
                  <a:gd name="T3" fmla="*/ 11 h 15"/>
                  <a:gd name="T4" fmla="*/ 0 w 10"/>
                  <a:gd name="T5" fmla="*/ 13 h 15"/>
                  <a:gd name="T6" fmla="*/ 3 w 10"/>
                  <a:gd name="T7" fmla="*/ 15 h 15"/>
                  <a:gd name="T8" fmla="*/ 5 w 10"/>
                  <a:gd name="T9" fmla="*/ 14 h 15"/>
                  <a:gd name="T10" fmla="*/ 0 w 10"/>
                  <a:gd name="T11" fmla="*/ 10 h 15"/>
                  <a:gd name="T12" fmla="*/ 9 w 10"/>
                  <a:gd name="T13" fmla="*/ 0 h 15"/>
                  <a:gd name="T14" fmla="*/ 6 w 10"/>
                  <a:gd name="T15" fmla="*/ 13 h 15"/>
                  <a:gd name="T16" fmla="*/ 6 w 10"/>
                  <a:gd name="T17" fmla="*/ 12 h 15"/>
                  <a:gd name="T18" fmla="*/ 7 w 10"/>
                  <a:gd name="T19" fmla="*/ 12 h 15"/>
                  <a:gd name="T20" fmla="*/ 10 w 10"/>
                  <a:gd name="T21" fmla="*/ 0 h 15"/>
                  <a:gd name="T22" fmla="*/ 9 w 10"/>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5">
                    <a:moveTo>
                      <a:pt x="0" y="10"/>
                    </a:moveTo>
                    <a:cubicBezTo>
                      <a:pt x="0" y="11"/>
                      <a:pt x="0" y="11"/>
                      <a:pt x="0" y="11"/>
                    </a:cubicBezTo>
                    <a:cubicBezTo>
                      <a:pt x="0" y="12"/>
                      <a:pt x="0" y="12"/>
                      <a:pt x="0" y="13"/>
                    </a:cubicBezTo>
                    <a:cubicBezTo>
                      <a:pt x="3" y="15"/>
                      <a:pt x="3" y="15"/>
                      <a:pt x="3" y="15"/>
                    </a:cubicBezTo>
                    <a:cubicBezTo>
                      <a:pt x="4" y="14"/>
                      <a:pt x="4" y="14"/>
                      <a:pt x="5" y="14"/>
                    </a:cubicBezTo>
                    <a:cubicBezTo>
                      <a:pt x="0" y="10"/>
                      <a:pt x="0" y="10"/>
                      <a:pt x="0" y="10"/>
                    </a:cubicBezTo>
                    <a:moveTo>
                      <a:pt x="9" y="0"/>
                    </a:moveTo>
                    <a:cubicBezTo>
                      <a:pt x="6" y="13"/>
                      <a:pt x="6" y="13"/>
                      <a:pt x="6" y="13"/>
                    </a:cubicBezTo>
                    <a:cubicBezTo>
                      <a:pt x="6" y="13"/>
                      <a:pt x="6" y="12"/>
                      <a:pt x="6" y="12"/>
                    </a:cubicBezTo>
                    <a:cubicBezTo>
                      <a:pt x="6" y="12"/>
                      <a:pt x="6" y="12"/>
                      <a:pt x="7" y="12"/>
                    </a:cubicBezTo>
                    <a:cubicBezTo>
                      <a:pt x="10" y="0"/>
                      <a:pt x="10" y="0"/>
                      <a:pt x="10" y="0"/>
                    </a:cubicBezTo>
                    <a:cubicBezTo>
                      <a:pt x="9" y="0"/>
                      <a:pt x="9" y="0"/>
                      <a:pt x="9" y="0"/>
                    </a:cubicBezTo>
                  </a:path>
                </a:pathLst>
              </a:custGeom>
              <a:solidFill>
                <a:srgbClr val="912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1" name="Freeform 88">
                <a:extLst>
                  <a:ext uri="{FF2B5EF4-FFF2-40B4-BE49-F238E27FC236}">
                    <a16:creationId xmlns:a16="http://schemas.microsoft.com/office/drawing/2014/main" id="{65F22FB9-803D-4277-8F31-2A18DC3443B4}"/>
                  </a:ext>
                </a:extLst>
              </p:cNvPr>
              <p:cNvSpPr>
                <a:spLocks/>
              </p:cNvSpPr>
              <p:nvPr/>
            </p:nvSpPr>
            <p:spPr bwMode="auto">
              <a:xfrm>
                <a:off x="4403725" y="1311275"/>
                <a:ext cx="131763" cy="101600"/>
              </a:xfrm>
              <a:custGeom>
                <a:avLst/>
                <a:gdLst>
                  <a:gd name="T0" fmla="*/ 0 w 35"/>
                  <a:gd name="T1" fmla="*/ 0 h 27"/>
                  <a:gd name="T2" fmla="*/ 1 w 35"/>
                  <a:gd name="T3" fmla="*/ 5 h 27"/>
                  <a:gd name="T4" fmla="*/ 26 w 35"/>
                  <a:gd name="T5" fmla="*/ 23 h 27"/>
                  <a:gd name="T6" fmla="*/ 26 w 35"/>
                  <a:gd name="T7" fmla="*/ 23 h 27"/>
                  <a:gd name="T8" fmla="*/ 31 w 35"/>
                  <a:gd name="T9" fmla="*/ 27 h 27"/>
                  <a:gd name="T10" fmla="*/ 31 w 35"/>
                  <a:gd name="T11" fmla="*/ 27 h 27"/>
                  <a:gd name="T12" fmla="*/ 32 w 35"/>
                  <a:gd name="T13" fmla="*/ 26 h 27"/>
                  <a:gd name="T14" fmla="*/ 35 w 35"/>
                  <a:gd name="T15" fmla="*/ 13 h 27"/>
                  <a:gd name="T16" fmla="*/ 35 w 35"/>
                  <a:gd name="T17" fmla="*/ 13 h 27"/>
                  <a:gd name="T18" fmla="*/ 31 w 35"/>
                  <a:gd name="T19" fmla="*/ 27 h 27"/>
                  <a:gd name="T20" fmla="*/ 1 w 35"/>
                  <a:gd name="T21" fmla="*/ 5 h 27"/>
                  <a:gd name="T22" fmla="*/ 0 w 35"/>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7">
                    <a:moveTo>
                      <a:pt x="0" y="0"/>
                    </a:moveTo>
                    <a:cubicBezTo>
                      <a:pt x="0" y="2"/>
                      <a:pt x="1" y="3"/>
                      <a:pt x="1" y="5"/>
                    </a:cubicBezTo>
                    <a:cubicBezTo>
                      <a:pt x="26" y="23"/>
                      <a:pt x="26" y="23"/>
                      <a:pt x="26" y="23"/>
                    </a:cubicBezTo>
                    <a:cubicBezTo>
                      <a:pt x="26" y="23"/>
                      <a:pt x="26" y="23"/>
                      <a:pt x="26" y="23"/>
                    </a:cubicBezTo>
                    <a:cubicBezTo>
                      <a:pt x="31" y="27"/>
                      <a:pt x="31" y="27"/>
                      <a:pt x="31" y="27"/>
                    </a:cubicBezTo>
                    <a:cubicBezTo>
                      <a:pt x="31" y="27"/>
                      <a:pt x="31" y="27"/>
                      <a:pt x="31" y="27"/>
                    </a:cubicBezTo>
                    <a:cubicBezTo>
                      <a:pt x="32" y="26"/>
                      <a:pt x="32" y="26"/>
                      <a:pt x="32" y="26"/>
                    </a:cubicBezTo>
                    <a:cubicBezTo>
                      <a:pt x="35" y="13"/>
                      <a:pt x="35" y="13"/>
                      <a:pt x="35" y="13"/>
                    </a:cubicBezTo>
                    <a:cubicBezTo>
                      <a:pt x="35" y="13"/>
                      <a:pt x="35" y="13"/>
                      <a:pt x="35" y="13"/>
                    </a:cubicBezTo>
                    <a:cubicBezTo>
                      <a:pt x="31" y="27"/>
                      <a:pt x="31" y="27"/>
                      <a:pt x="31" y="27"/>
                    </a:cubicBezTo>
                    <a:cubicBezTo>
                      <a:pt x="1" y="5"/>
                      <a:pt x="1" y="5"/>
                      <a:pt x="1" y="5"/>
                    </a:cubicBezTo>
                    <a:cubicBezTo>
                      <a:pt x="1" y="3"/>
                      <a:pt x="0" y="2"/>
                      <a:pt x="0" y="0"/>
                    </a:cubicBezTo>
                  </a:path>
                </a:pathLst>
              </a:custGeom>
              <a:solidFill>
                <a:srgbClr val="8DA8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2" name="Freeform 89">
                <a:extLst>
                  <a:ext uri="{FF2B5EF4-FFF2-40B4-BE49-F238E27FC236}">
                    <a16:creationId xmlns:a16="http://schemas.microsoft.com/office/drawing/2014/main" id="{8405EDC2-99AB-4E01-9EF1-B738A47F0871}"/>
                  </a:ext>
                </a:extLst>
              </p:cNvPr>
              <p:cNvSpPr>
                <a:spLocks/>
              </p:cNvSpPr>
              <p:nvPr/>
            </p:nvSpPr>
            <p:spPr bwMode="auto">
              <a:xfrm>
                <a:off x="4600575" y="1357313"/>
                <a:ext cx="3175" cy="25400"/>
              </a:xfrm>
              <a:custGeom>
                <a:avLst/>
                <a:gdLst>
                  <a:gd name="T0" fmla="*/ 0 w 1"/>
                  <a:gd name="T1" fmla="*/ 0 h 7"/>
                  <a:gd name="T2" fmla="*/ 0 w 1"/>
                  <a:gd name="T3" fmla="*/ 0 h 7"/>
                  <a:gd name="T4" fmla="*/ 0 w 1"/>
                  <a:gd name="T5" fmla="*/ 3 h 7"/>
                  <a:gd name="T6" fmla="*/ 0 w 1"/>
                  <a:gd name="T7" fmla="*/ 7 h 7"/>
                  <a:gd name="T8" fmla="*/ 1 w 1"/>
                  <a:gd name="T9" fmla="*/ 6 h 7"/>
                  <a:gd name="T10" fmla="*/ 1 w 1"/>
                  <a:gd name="T11" fmla="*/ 0 h 7"/>
                  <a:gd name="T12" fmla="*/ 0 w 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 h="7">
                    <a:moveTo>
                      <a:pt x="0" y="0"/>
                    </a:moveTo>
                    <a:cubicBezTo>
                      <a:pt x="0" y="0"/>
                      <a:pt x="0" y="0"/>
                      <a:pt x="0" y="0"/>
                    </a:cubicBezTo>
                    <a:cubicBezTo>
                      <a:pt x="0" y="1"/>
                      <a:pt x="0" y="2"/>
                      <a:pt x="0" y="3"/>
                    </a:cubicBezTo>
                    <a:cubicBezTo>
                      <a:pt x="0" y="4"/>
                      <a:pt x="0" y="5"/>
                      <a:pt x="0" y="7"/>
                    </a:cubicBezTo>
                    <a:cubicBezTo>
                      <a:pt x="1" y="6"/>
                      <a:pt x="1" y="6"/>
                      <a:pt x="1" y="6"/>
                    </a:cubicBezTo>
                    <a:cubicBezTo>
                      <a:pt x="1" y="4"/>
                      <a:pt x="1" y="2"/>
                      <a:pt x="1" y="0"/>
                    </a:cubicBezTo>
                    <a:cubicBezTo>
                      <a:pt x="0" y="0"/>
                      <a:pt x="0" y="0"/>
                      <a:pt x="0" y="0"/>
                    </a:cubicBezTo>
                  </a:path>
                </a:pathLst>
              </a:custGeom>
              <a:solidFill>
                <a:srgbClr val="203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3" name="Freeform 90">
                <a:extLst>
                  <a:ext uri="{FF2B5EF4-FFF2-40B4-BE49-F238E27FC236}">
                    <a16:creationId xmlns:a16="http://schemas.microsoft.com/office/drawing/2014/main" id="{974B69C5-E443-4EA0-84C7-45BE782FF3C7}"/>
                  </a:ext>
                </a:extLst>
              </p:cNvPr>
              <p:cNvSpPr>
                <a:spLocks/>
              </p:cNvSpPr>
              <p:nvPr/>
            </p:nvSpPr>
            <p:spPr bwMode="auto">
              <a:xfrm>
                <a:off x="4600575" y="1341438"/>
                <a:ext cx="3175" cy="15875"/>
              </a:xfrm>
              <a:custGeom>
                <a:avLst/>
                <a:gdLst>
                  <a:gd name="T0" fmla="*/ 0 w 1"/>
                  <a:gd name="T1" fmla="*/ 0 h 4"/>
                  <a:gd name="T2" fmla="*/ 0 w 1"/>
                  <a:gd name="T3" fmla="*/ 4 h 4"/>
                  <a:gd name="T4" fmla="*/ 0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2"/>
                      <a:pt x="0" y="3"/>
                      <a:pt x="0" y="4"/>
                    </a:cubicBezTo>
                    <a:cubicBezTo>
                      <a:pt x="0" y="4"/>
                      <a:pt x="0" y="4"/>
                      <a:pt x="0" y="4"/>
                    </a:cubicBezTo>
                    <a:cubicBezTo>
                      <a:pt x="0" y="4"/>
                      <a:pt x="0" y="4"/>
                      <a:pt x="1" y="4"/>
                    </a:cubicBezTo>
                    <a:cubicBezTo>
                      <a:pt x="0" y="3"/>
                      <a:pt x="0" y="2"/>
                      <a:pt x="0" y="0"/>
                    </a:cubicBezTo>
                  </a:path>
                </a:pathLst>
              </a:custGeom>
              <a:solidFill>
                <a:srgbClr val="141E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4" name="Freeform 91">
                <a:extLst>
                  <a:ext uri="{FF2B5EF4-FFF2-40B4-BE49-F238E27FC236}">
                    <a16:creationId xmlns:a16="http://schemas.microsoft.com/office/drawing/2014/main" id="{3176367E-25AE-474B-9521-9BD49268F636}"/>
                  </a:ext>
                </a:extLst>
              </p:cNvPr>
              <p:cNvSpPr>
                <a:spLocks/>
              </p:cNvSpPr>
              <p:nvPr/>
            </p:nvSpPr>
            <p:spPr bwMode="auto">
              <a:xfrm>
                <a:off x="4570413" y="1368425"/>
                <a:ext cx="30163" cy="41275"/>
              </a:xfrm>
              <a:custGeom>
                <a:avLst/>
                <a:gdLst>
                  <a:gd name="T0" fmla="*/ 8 w 8"/>
                  <a:gd name="T1" fmla="*/ 0 h 11"/>
                  <a:gd name="T2" fmla="*/ 8 w 8"/>
                  <a:gd name="T3" fmla="*/ 0 h 11"/>
                  <a:gd name="T4" fmla="*/ 8 w 8"/>
                  <a:gd name="T5" fmla="*/ 2 h 11"/>
                  <a:gd name="T6" fmla="*/ 8 w 8"/>
                  <a:gd name="T7" fmla="*/ 2 h 11"/>
                  <a:gd name="T8" fmla="*/ 8 w 8"/>
                  <a:gd name="T9" fmla="*/ 2 h 11"/>
                  <a:gd name="T10" fmla="*/ 1 w 8"/>
                  <a:gd name="T11" fmla="*/ 8 h 11"/>
                  <a:gd name="T12" fmla="*/ 0 w 8"/>
                  <a:gd name="T13" fmla="*/ 11 h 11"/>
                  <a:gd name="T14" fmla="*/ 0 w 8"/>
                  <a:gd name="T15" fmla="*/ 11 h 11"/>
                  <a:gd name="T16" fmla="*/ 8 w 8"/>
                  <a:gd name="T17" fmla="*/ 4 h 11"/>
                  <a:gd name="T18" fmla="*/ 8 w 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8" y="0"/>
                    </a:moveTo>
                    <a:cubicBezTo>
                      <a:pt x="8" y="0"/>
                      <a:pt x="8" y="0"/>
                      <a:pt x="8" y="0"/>
                    </a:cubicBezTo>
                    <a:cubicBezTo>
                      <a:pt x="8" y="1"/>
                      <a:pt x="8" y="1"/>
                      <a:pt x="8" y="2"/>
                    </a:cubicBezTo>
                    <a:cubicBezTo>
                      <a:pt x="8" y="2"/>
                      <a:pt x="8" y="2"/>
                      <a:pt x="8" y="2"/>
                    </a:cubicBezTo>
                    <a:cubicBezTo>
                      <a:pt x="8" y="2"/>
                      <a:pt x="8" y="2"/>
                      <a:pt x="8" y="2"/>
                    </a:cubicBezTo>
                    <a:cubicBezTo>
                      <a:pt x="1" y="8"/>
                      <a:pt x="1" y="8"/>
                      <a:pt x="1" y="8"/>
                    </a:cubicBezTo>
                    <a:cubicBezTo>
                      <a:pt x="1" y="9"/>
                      <a:pt x="0" y="10"/>
                      <a:pt x="0" y="11"/>
                    </a:cubicBezTo>
                    <a:cubicBezTo>
                      <a:pt x="0" y="11"/>
                      <a:pt x="0" y="11"/>
                      <a:pt x="0" y="11"/>
                    </a:cubicBezTo>
                    <a:cubicBezTo>
                      <a:pt x="8" y="4"/>
                      <a:pt x="8" y="4"/>
                      <a:pt x="8" y="4"/>
                    </a:cubicBezTo>
                    <a:cubicBezTo>
                      <a:pt x="8" y="2"/>
                      <a:pt x="8" y="1"/>
                      <a:pt x="8" y="0"/>
                    </a:cubicBezTo>
                  </a:path>
                </a:pathLst>
              </a:custGeom>
              <a:solidFill>
                <a:srgbClr val="93A2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5" name="Freeform 92">
                <a:extLst>
                  <a:ext uri="{FF2B5EF4-FFF2-40B4-BE49-F238E27FC236}">
                    <a16:creationId xmlns:a16="http://schemas.microsoft.com/office/drawing/2014/main" id="{1565AE1C-AA32-4C03-955E-F356A87A496D}"/>
                  </a:ext>
                </a:extLst>
              </p:cNvPr>
              <p:cNvSpPr>
                <a:spLocks/>
              </p:cNvSpPr>
              <p:nvPr/>
            </p:nvSpPr>
            <p:spPr bwMode="auto">
              <a:xfrm>
                <a:off x="4554538" y="1382713"/>
                <a:ext cx="19050" cy="26988"/>
              </a:xfrm>
              <a:custGeom>
                <a:avLst/>
                <a:gdLst>
                  <a:gd name="T0" fmla="*/ 0 w 5"/>
                  <a:gd name="T1" fmla="*/ 0 h 7"/>
                  <a:gd name="T2" fmla="*/ 0 w 5"/>
                  <a:gd name="T3" fmla="*/ 0 h 7"/>
                  <a:gd name="T4" fmla="*/ 4 w 5"/>
                  <a:gd name="T5" fmla="*/ 7 h 7"/>
                  <a:gd name="T6" fmla="*/ 5 w 5"/>
                  <a:gd name="T7" fmla="*/ 4 h 7"/>
                  <a:gd name="T8" fmla="*/ 4 w 5"/>
                  <a:gd name="T9" fmla="*/ 6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0" y="0"/>
                      <a:pt x="0" y="0"/>
                      <a:pt x="0" y="0"/>
                    </a:cubicBezTo>
                    <a:cubicBezTo>
                      <a:pt x="4" y="7"/>
                      <a:pt x="4" y="7"/>
                      <a:pt x="4" y="7"/>
                    </a:cubicBezTo>
                    <a:cubicBezTo>
                      <a:pt x="4" y="6"/>
                      <a:pt x="5" y="5"/>
                      <a:pt x="5" y="4"/>
                    </a:cubicBezTo>
                    <a:cubicBezTo>
                      <a:pt x="4" y="6"/>
                      <a:pt x="4" y="6"/>
                      <a:pt x="4" y="6"/>
                    </a:cubicBezTo>
                    <a:cubicBezTo>
                      <a:pt x="0" y="0"/>
                      <a:pt x="0" y="0"/>
                      <a:pt x="0" y="0"/>
                    </a:cubicBezTo>
                  </a:path>
                </a:pathLst>
              </a:custGeom>
              <a:solidFill>
                <a:srgbClr val="9113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6" name="Freeform 93">
                <a:extLst>
                  <a:ext uri="{FF2B5EF4-FFF2-40B4-BE49-F238E27FC236}">
                    <a16:creationId xmlns:a16="http://schemas.microsoft.com/office/drawing/2014/main" id="{E4F75784-B9A5-4024-A2D8-255EF2067AE9}"/>
                  </a:ext>
                </a:extLst>
              </p:cNvPr>
              <p:cNvSpPr>
                <a:spLocks/>
              </p:cNvSpPr>
              <p:nvPr/>
            </p:nvSpPr>
            <p:spPr bwMode="auto">
              <a:xfrm>
                <a:off x="4540250" y="1357313"/>
                <a:ext cx="14288" cy="25400"/>
              </a:xfrm>
              <a:custGeom>
                <a:avLst/>
                <a:gdLst>
                  <a:gd name="T0" fmla="*/ 0 w 4"/>
                  <a:gd name="T1" fmla="*/ 0 h 7"/>
                  <a:gd name="T2" fmla="*/ 0 w 4"/>
                  <a:gd name="T3" fmla="*/ 0 h 7"/>
                  <a:gd name="T4" fmla="*/ 4 w 4"/>
                  <a:gd name="T5" fmla="*/ 7 h 7"/>
                  <a:gd name="T6" fmla="*/ 4 w 4"/>
                  <a:gd name="T7" fmla="*/ 7 h 7"/>
                  <a:gd name="T8" fmla="*/ 0 w 4"/>
                  <a:gd name="T9" fmla="*/ 0 h 7"/>
                </a:gdLst>
                <a:ahLst/>
                <a:cxnLst>
                  <a:cxn ang="0">
                    <a:pos x="T0" y="T1"/>
                  </a:cxn>
                  <a:cxn ang="0">
                    <a:pos x="T2" y="T3"/>
                  </a:cxn>
                  <a:cxn ang="0">
                    <a:pos x="T4" y="T5"/>
                  </a:cxn>
                  <a:cxn ang="0">
                    <a:pos x="T6" y="T7"/>
                  </a:cxn>
                  <a:cxn ang="0">
                    <a:pos x="T8" y="T9"/>
                  </a:cxn>
                </a:cxnLst>
                <a:rect l="0" t="0" r="r" b="b"/>
                <a:pathLst>
                  <a:path w="4" h="7">
                    <a:moveTo>
                      <a:pt x="0" y="0"/>
                    </a:moveTo>
                    <a:cubicBezTo>
                      <a:pt x="0" y="0"/>
                      <a:pt x="0" y="0"/>
                      <a:pt x="0" y="0"/>
                    </a:cubicBezTo>
                    <a:cubicBezTo>
                      <a:pt x="4" y="7"/>
                      <a:pt x="4" y="7"/>
                      <a:pt x="4" y="7"/>
                    </a:cubicBezTo>
                    <a:cubicBezTo>
                      <a:pt x="4" y="7"/>
                      <a:pt x="4" y="7"/>
                      <a:pt x="4" y="7"/>
                    </a:cubicBezTo>
                    <a:cubicBezTo>
                      <a:pt x="0" y="0"/>
                      <a:pt x="0" y="0"/>
                      <a:pt x="0" y="0"/>
                    </a:cubicBezTo>
                  </a:path>
                </a:pathLst>
              </a:custGeom>
              <a:solidFill>
                <a:srgbClr val="912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7" name="Freeform 94">
                <a:extLst>
                  <a:ext uri="{FF2B5EF4-FFF2-40B4-BE49-F238E27FC236}">
                    <a16:creationId xmlns:a16="http://schemas.microsoft.com/office/drawing/2014/main" id="{4DDAECFB-5802-444E-8A86-7CEC371669F7}"/>
                  </a:ext>
                </a:extLst>
              </p:cNvPr>
              <p:cNvSpPr>
                <a:spLocks noEditPoints="1"/>
              </p:cNvSpPr>
              <p:nvPr/>
            </p:nvSpPr>
            <p:spPr bwMode="auto">
              <a:xfrm>
                <a:off x="4570413" y="1368425"/>
                <a:ext cx="30163" cy="36513"/>
              </a:xfrm>
              <a:custGeom>
                <a:avLst/>
                <a:gdLst>
                  <a:gd name="T0" fmla="*/ 8 w 8"/>
                  <a:gd name="T1" fmla="*/ 2 h 10"/>
                  <a:gd name="T2" fmla="*/ 0 w 8"/>
                  <a:gd name="T3" fmla="*/ 10 h 10"/>
                  <a:gd name="T4" fmla="*/ 1 w 8"/>
                  <a:gd name="T5" fmla="*/ 8 h 10"/>
                  <a:gd name="T6" fmla="*/ 8 w 8"/>
                  <a:gd name="T7" fmla="*/ 2 h 10"/>
                  <a:gd name="T8" fmla="*/ 8 w 8"/>
                  <a:gd name="T9" fmla="*/ 2 h 10"/>
                  <a:gd name="T10" fmla="*/ 8 w 8"/>
                  <a:gd name="T11" fmla="*/ 0 h 10"/>
                  <a:gd name="T12" fmla="*/ 8 w 8"/>
                  <a:gd name="T13" fmla="*/ 2 h 10"/>
                  <a:gd name="T14" fmla="*/ 8 w 8"/>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0">
                    <a:moveTo>
                      <a:pt x="8" y="2"/>
                    </a:moveTo>
                    <a:cubicBezTo>
                      <a:pt x="0" y="10"/>
                      <a:pt x="0" y="10"/>
                      <a:pt x="0" y="10"/>
                    </a:cubicBezTo>
                    <a:cubicBezTo>
                      <a:pt x="1" y="8"/>
                      <a:pt x="1" y="8"/>
                      <a:pt x="1" y="8"/>
                    </a:cubicBezTo>
                    <a:cubicBezTo>
                      <a:pt x="8" y="2"/>
                      <a:pt x="8" y="2"/>
                      <a:pt x="8" y="2"/>
                    </a:cubicBezTo>
                    <a:cubicBezTo>
                      <a:pt x="8" y="2"/>
                      <a:pt x="8" y="2"/>
                      <a:pt x="8" y="2"/>
                    </a:cubicBezTo>
                    <a:moveTo>
                      <a:pt x="8" y="0"/>
                    </a:moveTo>
                    <a:cubicBezTo>
                      <a:pt x="8" y="1"/>
                      <a:pt x="8" y="1"/>
                      <a:pt x="8" y="2"/>
                    </a:cubicBezTo>
                    <a:cubicBezTo>
                      <a:pt x="8" y="1"/>
                      <a:pt x="8" y="1"/>
                      <a:pt x="8" y="0"/>
                    </a:cubicBezTo>
                  </a:path>
                </a:pathLst>
              </a:custGeom>
              <a:solidFill>
                <a:srgbClr val="8DA8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8" name="Freeform 95">
                <a:extLst>
                  <a:ext uri="{FF2B5EF4-FFF2-40B4-BE49-F238E27FC236}">
                    <a16:creationId xmlns:a16="http://schemas.microsoft.com/office/drawing/2014/main" id="{C4A346D4-CC7D-40F6-B048-D3031A796E4D}"/>
                  </a:ext>
                </a:extLst>
              </p:cNvPr>
              <p:cNvSpPr>
                <a:spLocks/>
              </p:cNvSpPr>
              <p:nvPr/>
            </p:nvSpPr>
            <p:spPr bwMode="auto">
              <a:xfrm>
                <a:off x="4452938" y="1020763"/>
                <a:ext cx="57150" cy="120650"/>
              </a:xfrm>
              <a:custGeom>
                <a:avLst/>
                <a:gdLst>
                  <a:gd name="T0" fmla="*/ 0 w 15"/>
                  <a:gd name="T1" fmla="*/ 12 h 32"/>
                  <a:gd name="T2" fmla="*/ 3 w 15"/>
                  <a:gd name="T3" fmla="*/ 14 h 32"/>
                  <a:gd name="T4" fmla="*/ 6 w 15"/>
                  <a:gd name="T5" fmla="*/ 28 h 32"/>
                  <a:gd name="T6" fmla="*/ 13 w 15"/>
                  <a:gd name="T7" fmla="*/ 28 h 32"/>
                  <a:gd name="T8" fmla="*/ 14 w 15"/>
                  <a:gd name="T9" fmla="*/ 5 h 32"/>
                  <a:gd name="T10" fmla="*/ 15 w 15"/>
                  <a:gd name="T11" fmla="*/ 4 h 32"/>
                  <a:gd name="T12" fmla="*/ 0 w 15"/>
                  <a:gd name="T13" fmla="*/ 12 h 32"/>
                </a:gdLst>
                <a:ahLst/>
                <a:cxnLst>
                  <a:cxn ang="0">
                    <a:pos x="T0" y="T1"/>
                  </a:cxn>
                  <a:cxn ang="0">
                    <a:pos x="T2" y="T3"/>
                  </a:cxn>
                  <a:cxn ang="0">
                    <a:pos x="T4" y="T5"/>
                  </a:cxn>
                  <a:cxn ang="0">
                    <a:pos x="T6" y="T7"/>
                  </a:cxn>
                  <a:cxn ang="0">
                    <a:pos x="T8" y="T9"/>
                  </a:cxn>
                  <a:cxn ang="0">
                    <a:pos x="T10" y="T11"/>
                  </a:cxn>
                  <a:cxn ang="0">
                    <a:pos x="T12" y="T13"/>
                  </a:cxn>
                </a:cxnLst>
                <a:rect l="0" t="0" r="r" b="b"/>
                <a:pathLst>
                  <a:path w="15" h="32">
                    <a:moveTo>
                      <a:pt x="0" y="12"/>
                    </a:moveTo>
                    <a:cubicBezTo>
                      <a:pt x="1" y="12"/>
                      <a:pt x="2" y="13"/>
                      <a:pt x="3" y="14"/>
                    </a:cubicBezTo>
                    <a:cubicBezTo>
                      <a:pt x="6" y="18"/>
                      <a:pt x="4" y="24"/>
                      <a:pt x="6" y="28"/>
                    </a:cubicBezTo>
                    <a:cubicBezTo>
                      <a:pt x="8" y="32"/>
                      <a:pt x="12" y="32"/>
                      <a:pt x="13" y="28"/>
                    </a:cubicBezTo>
                    <a:cubicBezTo>
                      <a:pt x="15" y="21"/>
                      <a:pt x="8" y="12"/>
                      <a:pt x="14" y="5"/>
                    </a:cubicBezTo>
                    <a:cubicBezTo>
                      <a:pt x="15" y="4"/>
                      <a:pt x="15" y="4"/>
                      <a:pt x="15" y="4"/>
                    </a:cubicBezTo>
                    <a:cubicBezTo>
                      <a:pt x="5" y="0"/>
                      <a:pt x="2" y="6"/>
                      <a:pt x="0" y="12"/>
                    </a:cubicBezTo>
                    <a:close/>
                  </a:path>
                </a:pathLst>
              </a:custGeom>
              <a:solidFill>
                <a:srgbClr val="7D4B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9" name="Freeform 96">
                <a:extLst>
                  <a:ext uri="{FF2B5EF4-FFF2-40B4-BE49-F238E27FC236}">
                    <a16:creationId xmlns:a16="http://schemas.microsoft.com/office/drawing/2014/main" id="{960F8628-05E9-4B3A-830E-E2C9FEB70041}"/>
                  </a:ext>
                </a:extLst>
              </p:cNvPr>
              <p:cNvSpPr>
                <a:spLocks/>
              </p:cNvSpPr>
              <p:nvPr/>
            </p:nvSpPr>
            <p:spPr bwMode="auto">
              <a:xfrm>
                <a:off x="4219575" y="1500188"/>
                <a:ext cx="217488" cy="192088"/>
              </a:xfrm>
              <a:custGeom>
                <a:avLst/>
                <a:gdLst>
                  <a:gd name="T0" fmla="*/ 0 w 58"/>
                  <a:gd name="T1" fmla="*/ 51 h 51"/>
                  <a:gd name="T2" fmla="*/ 58 w 58"/>
                  <a:gd name="T3" fmla="*/ 0 h 51"/>
                  <a:gd name="T4" fmla="*/ 58 w 58"/>
                  <a:gd name="T5" fmla="*/ 0 h 51"/>
                  <a:gd name="T6" fmla="*/ 2 w 58"/>
                  <a:gd name="T7" fmla="*/ 40 h 51"/>
                  <a:gd name="T8" fmla="*/ 0 w 58"/>
                  <a:gd name="T9" fmla="*/ 51 h 51"/>
                </a:gdLst>
                <a:ahLst/>
                <a:cxnLst>
                  <a:cxn ang="0">
                    <a:pos x="T0" y="T1"/>
                  </a:cxn>
                  <a:cxn ang="0">
                    <a:pos x="T2" y="T3"/>
                  </a:cxn>
                  <a:cxn ang="0">
                    <a:pos x="T4" y="T5"/>
                  </a:cxn>
                  <a:cxn ang="0">
                    <a:pos x="T6" y="T7"/>
                  </a:cxn>
                  <a:cxn ang="0">
                    <a:pos x="T8" y="T9"/>
                  </a:cxn>
                </a:cxnLst>
                <a:rect l="0" t="0" r="r" b="b"/>
                <a:pathLst>
                  <a:path w="58" h="51">
                    <a:moveTo>
                      <a:pt x="0" y="51"/>
                    </a:moveTo>
                    <a:cubicBezTo>
                      <a:pt x="21" y="33"/>
                      <a:pt x="58" y="0"/>
                      <a:pt x="58" y="0"/>
                    </a:cubicBezTo>
                    <a:cubicBezTo>
                      <a:pt x="58" y="0"/>
                      <a:pt x="58" y="0"/>
                      <a:pt x="58" y="0"/>
                    </a:cubicBezTo>
                    <a:cubicBezTo>
                      <a:pt x="39" y="15"/>
                      <a:pt x="21" y="28"/>
                      <a:pt x="2" y="40"/>
                    </a:cubicBezTo>
                    <a:cubicBezTo>
                      <a:pt x="1" y="44"/>
                      <a:pt x="1" y="48"/>
                      <a:pt x="0" y="51"/>
                    </a:cubicBezTo>
                    <a:close/>
                  </a:path>
                </a:pathLst>
              </a:custGeom>
              <a:solidFill>
                <a:srgbClr val="212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spTree>
    <p:extLst>
      <p:ext uri="{BB962C8B-B14F-4D97-AF65-F5344CB8AC3E}">
        <p14:creationId xmlns:p14="http://schemas.microsoft.com/office/powerpoint/2010/main" val="385681277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anim calcmode="lin" valueType="num">
                                          <p:cBhvr>
                                            <p:cTn id="8" dur="1000" fill="hold"/>
                                            <p:tgtEl>
                                              <p:spTgt spid="67"/>
                                            </p:tgtEl>
                                            <p:attrNameLst>
                                              <p:attrName>ppt_x</p:attrName>
                                            </p:attrNameLst>
                                          </p:cBhvr>
                                          <p:tavLst>
                                            <p:tav tm="0">
                                              <p:val>
                                                <p:strVal val="#ppt_x"/>
                                              </p:val>
                                            </p:tav>
                                            <p:tav tm="100000">
                                              <p:val>
                                                <p:strVal val="#ppt_x"/>
                                              </p:val>
                                            </p:tav>
                                          </p:tavLst>
                                        </p:anim>
                                        <p:anim calcmode="lin" valueType="num">
                                          <p:cBhvr>
                                            <p:cTn id="9" dur="1000" fill="hold"/>
                                            <p:tgtEl>
                                              <p:spTgt spid="67"/>
                                            </p:tgtEl>
                                            <p:attrNameLst>
                                              <p:attrName>ppt_y</p:attrName>
                                            </p:attrNameLst>
                                          </p:cBhvr>
                                          <p:tavLst>
                                            <p:tav tm="0">
                                              <p:val>
                                                <p:strVal val="#ppt_y+.1"/>
                                              </p:val>
                                            </p:tav>
                                            <p:tav tm="100000">
                                              <p:val>
                                                <p:strVal val="#ppt_y"/>
                                              </p:val>
                                            </p:tav>
                                          </p:tavLst>
                                        </p:anim>
                                      </p:childTnLst>
                                    </p:cTn>
                                  </p:par>
                                  <p:par>
                                    <p:cTn id="10" presetID="10" presetClass="entr" presetSubtype="0" fill="hold" nodeType="withEffect">
                                      <p:stCondLst>
                                        <p:cond delay="250"/>
                                      </p:stCondLst>
                                      <p:childTnLst>
                                        <p:set>
                                          <p:cBhvr>
                                            <p:cTn id="11" dur="1" fill="hold">
                                              <p:stCondLst>
                                                <p:cond delay="0"/>
                                              </p:stCondLst>
                                            </p:cTn>
                                            <p:tgtEl>
                                              <p:spTgt spid="73"/>
                                            </p:tgtEl>
                                            <p:attrNameLst>
                                              <p:attrName>style.visibility</p:attrName>
                                            </p:attrNameLst>
                                          </p:cBhvr>
                                          <p:to>
                                            <p:strVal val="visible"/>
                                          </p:to>
                                        </p:set>
                                        <p:animEffect transition="in" filter="fade">
                                          <p:cBhvr>
                                            <p:cTn id="12" dur="750"/>
                                            <p:tgtEl>
                                              <p:spTgt spid="73"/>
                                            </p:tgtEl>
                                          </p:cBhvr>
                                        </p:animEffect>
                                      </p:childTnLst>
                                    </p:cTn>
                                  </p:par>
                                  <p:par>
                                    <p:cTn id="13" presetID="10" presetClass="entr" presetSubtype="0" fill="hold" nodeType="withEffect">
                                      <p:stCondLst>
                                        <p:cond delay="500"/>
                                      </p:stCondLst>
                                      <p:childTnLst>
                                        <p:set>
                                          <p:cBhvr>
                                            <p:cTn id="14" dur="1" fill="hold">
                                              <p:stCondLst>
                                                <p:cond delay="0"/>
                                              </p:stCondLst>
                                            </p:cTn>
                                            <p:tgtEl>
                                              <p:spTgt spid="74"/>
                                            </p:tgtEl>
                                            <p:attrNameLst>
                                              <p:attrName>style.visibility</p:attrName>
                                            </p:attrNameLst>
                                          </p:cBhvr>
                                          <p:to>
                                            <p:strVal val="visible"/>
                                          </p:to>
                                        </p:set>
                                        <p:animEffect transition="in" filter="fade">
                                          <p:cBhvr>
                                            <p:cTn id="15" dur="750"/>
                                            <p:tgtEl>
                                              <p:spTgt spid="74"/>
                                            </p:tgtEl>
                                          </p:cBhvr>
                                        </p:animEffect>
                                      </p:childTnLst>
                                    </p:cTn>
                                  </p:par>
                                  <p:par>
                                    <p:cTn id="16" presetID="10" presetClass="entr" presetSubtype="0" fill="hold" nodeType="withEffect">
                                      <p:stCondLst>
                                        <p:cond delay="750"/>
                                      </p:stCondLst>
                                      <p:childTnLst>
                                        <p:set>
                                          <p:cBhvr>
                                            <p:cTn id="17" dur="1" fill="hold">
                                              <p:stCondLst>
                                                <p:cond delay="0"/>
                                              </p:stCondLst>
                                            </p:cTn>
                                            <p:tgtEl>
                                              <p:spTgt spid="75"/>
                                            </p:tgtEl>
                                            <p:attrNameLst>
                                              <p:attrName>style.visibility</p:attrName>
                                            </p:attrNameLst>
                                          </p:cBhvr>
                                          <p:to>
                                            <p:strVal val="visible"/>
                                          </p:to>
                                        </p:set>
                                        <p:animEffect transition="in" filter="fade">
                                          <p:cBhvr>
                                            <p:cTn id="18" dur="750"/>
                                            <p:tgtEl>
                                              <p:spTgt spid="75"/>
                                            </p:tgtEl>
                                          </p:cBhvr>
                                        </p:animEffect>
                                      </p:childTnLst>
                                    </p:cTn>
                                  </p:par>
                                  <p:par>
                                    <p:cTn id="19" presetID="10" presetClass="entr" presetSubtype="0" fill="hold" nodeType="withEffect">
                                      <p:stCondLst>
                                        <p:cond delay="1000"/>
                                      </p:stCondLst>
                                      <p:childTnLst>
                                        <p:set>
                                          <p:cBhvr>
                                            <p:cTn id="20" dur="1" fill="hold">
                                              <p:stCondLst>
                                                <p:cond delay="0"/>
                                              </p:stCondLst>
                                            </p:cTn>
                                            <p:tgtEl>
                                              <p:spTgt spid="76"/>
                                            </p:tgtEl>
                                            <p:attrNameLst>
                                              <p:attrName>style.visibility</p:attrName>
                                            </p:attrNameLst>
                                          </p:cBhvr>
                                          <p:to>
                                            <p:strVal val="visible"/>
                                          </p:to>
                                        </p:set>
                                        <p:animEffect transition="in" filter="fade">
                                          <p:cBhvr>
                                            <p:cTn id="21" dur="750"/>
                                            <p:tgtEl>
                                              <p:spTgt spid="76"/>
                                            </p:tgtEl>
                                          </p:cBhvr>
                                        </p:animEffect>
                                      </p:childTnLst>
                                    </p:cTn>
                                  </p:par>
                                  <p:par>
                                    <p:cTn id="22" presetID="53" presetClass="entr" presetSubtype="16" fill="hold" grpId="0" nodeType="withEffect">
                                      <p:stCondLst>
                                        <p:cond delay="500"/>
                                      </p:stCondLst>
                                      <p:childTnLst>
                                        <p:set>
                                          <p:cBhvr>
                                            <p:cTn id="23" dur="1" fill="hold">
                                              <p:stCondLst>
                                                <p:cond delay="0"/>
                                              </p:stCondLst>
                                            </p:cTn>
                                            <p:tgtEl>
                                              <p:spTgt spid="66"/>
                                            </p:tgtEl>
                                            <p:attrNameLst>
                                              <p:attrName>style.visibility</p:attrName>
                                            </p:attrNameLst>
                                          </p:cBhvr>
                                          <p:to>
                                            <p:strVal val="visible"/>
                                          </p:to>
                                        </p:set>
                                        <p:anim calcmode="lin" valueType="num">
                                          <p:cBhvr>
                                            <p:cTn id="24" dur="750" fill="hold"/>
                                            <p:tgtEl>
                                              <p:spTgt spid="66"/>
                                            </p:tgtEl>
                                            <p:attrNameLst>
                                              <p:attrName>ppt_w</p:attrName>
                                            </p:attrNameLst>
                                          </p:cBhvr>
                                          <p:tavLst>
                                            <p:tav tm="0">
                                              <p:val>
                                                <p:fltVal val="0"/>
                                              </p:val>
                                            </p:tav>
                                            <p:tav tm="100000">
                                              <p:val>
                                                <p:strVal val="#ppt_w"/>
                                              </p:val>
                                            </p:tav>
                                          </p:tavLst>
                                        </p:anim>
                                        <p:anim calcmode="lin" valueType="num">
                                          <p:cBhvr>
                                            <p:cTn id="25" dur="750" fill="hold"/>
                                            <p:tgtEl>
                                              <p:spTgt spid="66"/>
                                            </p:tgtEl>
                                            <p:attrNameLst>
                                              <p:attrName>ppt_h</p:attrName>
                                            </p:attrNameLst>
                                          </p:cBhvr>
                                          <p:tavLst>
                                            <p:tav tm="0">
                                              <p:val>
                                                <p:fltVal val="0"/>
                                              </p:val>
                                            </p:tav>
                                            <p:tav tm="100000">
                                              <p:val>
                                                <p:strVal val="#ppt_h"/>
                                              </p:val>
                                            </p:tav>
                                          </p:tavLst>
                                        </p:anim>
                                        <p:animEffect transition="in" filter="fade">
                                          <p:cBhvr>
                                            <p:cTn id="26" dur="750"/>
                                            <p:tgtEl>
                                              <p:spTgt spid="66"/>
                                            </p:tgtEl>
                                          </p:cBhvr>
                                        </p:animEffect>
                                      </p:childTnLst>
                                    </p:cTn>
                                  </p:par>
                                  <p:par>
                                    <p:cTn id="27" presetID="53" presetClass="entr" presetSubtype="16" fill="hold" grpId="0" nodeType="withEffect">
                                      <p:stCondLst>
                                        <p:cond delay="500"/>
                                      </p:stCondLst>
                                      <p:childTnLst>
                                        <p:set>
                                          <p:cBhvr>
                                            <p:cTn id="28" dur="1" fill="hold">
                                              <p:stCondLst>
                                                <p:cond delay="0"/>
                                              </p:stCondLst>
                                            </p:cTn>
                                            <p:tgtEl>
                                              <p:spTgt spid="71"/>
                                            </p:tgtEl>
                                            <p:attrNameLst>
                                              <p:attrName>style.visibility</p:attrName>
                                            </p:attrNameLst>
                                          </p:cBhvr>
                                          <p:to>
                                            <p:strVal val="visible"/>
                                          </p:to>
                                        </p:set>
                                        <p:anim calcmode="lin" valueType="num">
                                          <p:cBhvr>
                                            <p:cTn id="29" dur="750" fill="hold"/>
                                            <p:tgtEl>
                                              <p:spTgt spid="71"/>
                                            </p:tgtEl>
                                            <p:attrNameLst>
                                              <p:attrName>ppt_w</p:attrName>
                                            </p:attrNameLst>
                                          </p:cBhvr>
                                          <p:tavLst>
                                            <p:tav tm="0">
                                              <p:val>
                                                <p:fltVal val="0"/>
                                              </p:val>
                                            </p:tav>
                                            <p:tav tm="100000">
                                              <p:val>
                                                <p:strVal val="#ppt_w"/>
                                              </p:val>
                                            </p:tav>
                                          </p:tavLst>
                                        </p:anim>
                                        <p:anim calcmode="lin" valueType="num">
                                          <p:cBhvr>
                                            <p:cTn id="30" dur="750" fill="hold"/>
                                            <p:tgtEl>
                                              <p:spTgt spid="71"/>
                                            </p:tgtEl>
                                            <p:attrNameLst>
                                              <p:attrName>ppt_h</p:attrName>
                                            </p:attrNameLst>
                                          </p:cBhvr>
                                          <p:tavLst>
                                            <p:tav tm="0">
                                              <p:val>
                                                <p:fltVal val="0"/>
                                              </p:val>
                                            </p:tav>
                                            <p:tav tm="100000">
                                              <p:val>
                                                <p:strVal val="#ppt_h"/>
                                              </p:val>
                                            </p:tav>
                                          </p:tavLst>
                                        </p:anim>
                                        <p:animEffect transition="in" filter="fade">
                                          <p:cBhvr>
                                            <p:cTn id="31" dur="750"/>
                                            <p:tgtEl>
                                              <p:spTgt spid="71"/>
                                            </p:tgtEl>
                                          </p:cBhvr>
                                        </p:animEffect>
                                      </p:childTnLst>
                                    </p:cTn>
                                  </p:par>
                                  <p:par>
                                    <p:cTn id="32" presetID="53" presetClass="entr" presetSubtype="16" fill="hold" grpId="0" nodeType="withEffect">
                                      <p:stCondLst>
                                        <p:cond delay="750"/>
                                      </p:stCondLst>
                                      <p:childTnLst>
                                        <p:set>
                                          <p:cBhvr>
                                            <p:cTn id="33" dur="1" fill="hold">
                                              <p:stCondLst>
                                                <p:cond delay="0"/>
                                              </p:stCondLst>
                                            </p:cTn>
                                            <p:tgtEl>
                                              <p:spTgt spid="65"/>
                                            </p:tgtEl>
                                            <p:attrNameLst>
                                              <p:attrName>style.visibility</p:attrName>
                                            </p:attrNameLst>
                                          </p:cBhvr>
                                          <p:to>
                                            <p:strVal val="visible"/>
                                          </p:to>
                                        </p:set>
                                        <p:anim calcmode="lin" valueType="num">
                                          <p:cBhvr>
                                            <p:cTn id="34" dur="750" fill="hold"/>
                                            <p:tgtEl>
                                              <p:spTgt spid="65"/>
                                            </p:tgtEl>
                                            <p:attrNameLst>
                                              <p:attrName>ppt_w</p:attrName>
                                            </p:attrNameLst>
                                          </p:cBhvr>
                                          <p:tavLst>
                                            <p:tav tm="0">
                                              <p:val>
                                                <p:fltVal val="0"/>
                                              </p:val>
                                            </p:tav>
                                            <p:tav tm="100000">
                                              <p:val>
                                                <p:strVal val="#ppt_w"/>
                                              </p:val>
                                            </p:tav>
                                          </p:tavLst>
                                        </p:anim>
                                        <p:anim calcmode="lin" valueType="num">
                                          <p:cBhvr>
                                            <p:cTn id="35" dur="750" fill="hold"/>
                                            <p:tgtEl>
                                              <p:spTgt spid="65"/>
                                            </p:tgtEl>
                                            <p:attrNameLst>
                                              <p:attrName>ppt_h</p:attrName>
                                            </p:attrNameLst>
                                          </p:cBhvr>
                                          <p:tavLst>
                                            <p:tav tm="0">
                                              <p:val>
                                                <p:fltVal val="0"/>
                                              </p:val>
                                            </p:tav>
                                            <p:tav tm="100000">
                                              <p:val>
                                                <p:strVal val="#ppt_h"/>
                                              </p:val>
                                            </p:tav>
                                          </p:tavLst>
                                        </p:anim>
                                        <p:animEffect transition="in" filter="fade">
                                          <p:cBhvr>
                                            <p:cTn id="36" dur="750"/>
                                            <p:tgtEl>
                                              <p:spTgt spid="65"/>
                                            </p:tgtEl>
                                          </p:cBhvr>
                                        </p:animEffect>
                                      </p:childTnLst>
                                    </p:cTn>
                                  </p:par>
                                  <p:par>
                                    <p:cTn id="37" presetID="53" presetClass="entr" presetSubtype="16" fill="hold" grpId="0" nodeType="withEffect">
                                      <p:stCondLst>
                                        <p:cond delay="750"/>
                                      </p:stCondLst>
                                      <p:childTnLst>
                                        <p:set>
                                          <p:cBhvr>
                                            <p:cTn id="38" dur="1" fill="hold">
                                              <p:stCondLst>
                                                <p:cond delay="0"/>
                                              </p:stCondLst>
                                            </p:cTn>
                                            <p:tgtEl>
                                              <p:spTgt spid="70"/>
                                            </p:tgtEl>
                                            <p:attrNameLst>
                                              <p:attrName>style.visibility</p:attrName>
                                            </p:attrNameLst>
                                          </p:cBhvr>
                                          <p:to>
                                            <p:strVal val="visible"/>
                                          </p:to>
                                        </p:set>
                                        <p:anim calcmode="lin" valueType="num">
                                          <p:cBhvr>
                                            <p:cTn id="39" dur="750" fill="hold"/>
                                            <p:tgtEl>
                                              <p:spTgt spid="70"/>
                                            </p:tgtEl>
                                            <p:attrNameLst>
                                              <p:attrName>ppt_w</p:attrName>
                                            </p:attrNameLst>
                                          </p:cBhvr>
                                          <p:tavLst>
                                            <p:tav tm="0">
                                              <p:val>
                                                <p:fltVal val="0"/>
                                              </p:val>
                                            </p:tav>
                                            <p:tav tm="100000">
                                              <p:val>
                                                <p:strVal val="#ppt_w"/>
                                              </p:val>
                                            </p:tav>
                                          </p:tavLst>
                                        </p:anim>
                                        <p:anim calcmode="lin" valueType="num">
                                          <p:cBhvr>
                                            <p:cTn id="40" dur="750" fill="hold"/>
                                            <p:tgtEl>
                                              <p:spTgt spid="70"/>
                                            </p:tgtEl>
                                            <p:attrNameLst>
                                              <p:attrName>ppt_h</p:attrName>
                                            </p:attrNameLst>
                                          </p:cBhvr>
                                          <p:tavLst>
                                            <p:tav tm="0">
                                              <p:val>
                                                <p:fltVal val="0"/>
                                              </p:val>
                                            </p:tav>
                                            <p:tav tm="100000">
                                              <p:val>
                                                <p:strVal val="#ppt_h"/>
                                              </p:val>
                                            </p:tav>
                                          </p:tavLst>
                                        </p:anim>
                                        <p:animEffect transition="in" filter="fade">
                                          <p:cBhvr>
                                            <p:cTn id="41" dur="750"/>
                                            <p:tgtEl>
                                              <p:spTgt spid="70"/>
                                            </p:tgtEl>
                                          </p:cBhvr>
                                        </p:animEffect>
                                      </p:childTnLst>
                                    </p:cTn>
                                  </p:par>
                                  <p:par>
                                    <p:cTn id="42" presetID="53" presetClass="entr" presetSubtype="16" fill="hold" grpId="0" nodeType="withEffect">
                                      <p:stCondLst>
                                        <p:cond delay="1000"/>
                                      </p:stCondLst>
                                      <p:childTnLst>
                                        <p:set>
                                          <p:cBhvr>
                                            <p:cTn id="43" dur="1" fill="hold">
                                              <p:stCondLst>
                                                <p:cond delay="0"/>
                                              </p:stCondLst>
                                            </p:cTn>
                                            <p:tgtEl>
                                              <p:spTgt spid="64"/>
                                            </p:tgtEl>
                                            <p:attrNameLst>
                                              <p:attrName>style.visibility</p:attrName>
                                            </p:attrNameLst>
                                          </p:cBhvr>
                                          <p:to>
                                            <p:strVal val="visible"/>
                                          </p:to>
                                        </p:set>
                                        <p:anim calcmode="lin" valueType="num">
                                          <p:cBhvr>
                                            <p:cTn id="44" dur="750" fill="hold"/>
                                            <p:tgtEl>
                                              <p:spTgt spid="64"/>
                                            </p:tgtEl>
                                            <p:attrNameLst>
                                              <p:attrName>ppt_w</p:attrName>
                                            </p:attrNameLst>
                                          </p:cBhvr>
                                          <p:tavLst>
                                            <p:tav tm="0">
                                              <p:val>
                                                <p:fltVal val="0"/>
                                              </p:val>
                                            </p:tav>
                                            <p:tav tm="100000">
                                              <p:val>
                                                <p:strVal val="#ppt_w"/>
                                              </p:val>
                                            </p:tav>
                                          </p:tavLst>
                                        </p:anim>
                                        <p:anim calcmode="lin" valueType="num">
                                          <p:cBhvr>
                                            <p:cTn id="45" dur="750" fill="hold"/>
                                            <p:tgtEl>
                                              <p:spTgt spid="64"/>
                                            </p:tgtEl>
                                            <p:attrNameLst>
                                              <p:attrName>ppt_h</p:attrName>
                                            </p:attrNameLst>
                                          </p:cBhvr>
                                          <p:tavLst>
                                            <p:tav tm="0">
                                              <p:val>
                                                <p:fltVal val="0"/>
                                              </p:val>
                                            </p:tav>
                                            <p:tav tm="100000">
                                              <p:val>
                                                <p:strVal val="#ppt_h"/>
                                              </p:val>
                                            </p:tav>
                                          </p:tavLst>
                                        </p:anim>
                                        <p:animEffect transition="in" filter="fade">
                                          <p:cBhvr>
                                            <p:cTn id="46" dur="750"/>
                                            <p:tgtEl>
                                              <p:spTgt spid="64"/>
                                            </p:tgtEl>
                                          </p:cBhvr>
                                        </p:animEffect>
                                      </p:childTnLst>
                                    </p:cTn>
                                  </p:par>
                                  <p:par>
                                    <p:cTn id="47" presetID="53" presetClass="entr" presetSubtype="16" fill="hold" grpId="0" nodeType="withEffect">
                                      <p:stCondLst>
                                        <p:cond delay="1000"/>
                                      </p:stCondLst>
                                      <p:childTnLst>
                                        <p:set>
                                          <p:cBhvr>
                                            <p:cTn id="48" dur="1" fill="hold">
                                              <p:stCondLst>
                                                <p:cond delay="0"/>
                                              </p:stCondLst>
                                            </p:cTn>
                                            <p:tgtEl>
                                              <p:spTgt spid="69"/>
                                            </p:tgtEl>
                                            <p:attrNameLst>
                                              <p:attrName>style.visibility</p:attrName>
                                            </p:attrNameLst>
                                          </p:cBhvr>
                                          <p:to>
                                            <p:strVal val="visible"/>
                                          </p:to>
                                        </p:set>
                                        <p:anim calcmode="lin" valueType="num">
                                          <p:cBhvr>
                                            <p:cTn id="49" dur="750" fill="hold"/>
                                            <p:tgtEl>
                                              <p:spTgt spid="69"/>
                                            </p:tgtEl>
                                            <p:attrNameLst>
                                              <p:attrName>ppt_w</p:attrName>
                                            </p:attrNameLst>
                                          </p:cBhvr>
                                          <p:tavLst>
                                            <p:tav tm="0">
                                              <p:val>
                                                <p:fltVal val="0"/>
                                              </p:val>
                                            </p:tav>
                                            <p:tav tm="100000">
                                              <p:val>
                                                <p:strVal val="#ppt_w"/>
                                              </p:val>
                                            </p:tav>
                                          </p:tavLst>
                                        </p:anim>
                                        <p:anim calcmode="lin" valueType="num">
                                          <p:cBhvr>
                                            <p:cTn id="50" dur="750" fill="hold"/>
                                            <p:tgtEl>
                                              <p:spTgt spid="69"/>
                                            </p:tgtEl>
                                            <p:attrNameLst>
                                              <p:attrName>ppt_h</p:attrName>
                                            </p:attrNameLst>
                                          </p:cBhvr>
                                          <p:tavLst>
                                            <p:tav tm="0">
                                              <p:val>
                                                <p:fltVal val="0"/>
                                              </p:val>
                                            </p:tav>
                                            <p:tav tm="100000">
                                              <p:val>
                                                <p:strVal val="#ppt_h"/>
                                              </p:val>
                                            </p:tav>
                                          </p:tavLst>
                                        </p:anim>
                                        <p:animEffect transition="in" filter="fade">
                                          <p:cBhvr>
                                            <p:cTn id="51" dur="750"/>
                                            <p:tgtEl>
                                              <p:spTgt spid="69"/>
                                            </p:tgtEl>
                                          </p:cBhvr>
                                        </p:animEffect>
                                      </p:childTnLst>
                                    </p:cTn>
                                  </p:par>
                                  <p:par>
                                    <p:cTn id="52" presetID="53" presetClass="entr" presetSubtype="16" fill="hold" grpId="0" nodeType="withEffect">
                                      <p:stCondLst>
                                        <p:cond delay="1250"/>
                                      </p:stCondLst>
                                      <p:childTnLst>
                                        <p:set>
                                          <p:cBhvr>
                                            <p:cTn id="53" dur="1" fill="hold">
                                              <p:stCondLst>
                                                <p:cond delay="0"/>
                                              </p:stCondLst>
                                            </p:cTn>
                                            <p:tgtEl>
                                              <p:spTgt spid="63"/>
                                            </p:tgtEl>
                                            <p:attrNameLst>
                                              <p:attrName>style.visibility</p:attrName>
                                            </p:attrNameLst>
                                          </p:cBhvr>
                                          <p:to>
                                            <p:strVal val="visible"/>
                                          </p:to>
                                        </p:set>
                                        <p:anim calcmode="lin" valueType="num">
                                          <p:cBhvr>
                                            <p:cTn id="54" dur="750" fill="hold"/>
                                            <p:tgtEl>
                                              <p:spTgt spid="63"/>
                                            </p:tgtEl>
                                            <p:attrNameLst>
                                              <p:attrName>ppt_w</p:attrName>
                                            </p:attrNameLst>
                                          </p:cBhvr>
                                          <p:tavLst>
                                            <p:tav tm="0">
                                              <p:val>
                                                <p:fltVal val="0"/>
                                              </p:val>
                                            </p:tav>
                                            <p:tav tm="100000">
                                              <p:val>
                                                <p:strVal val="#ppt_w"/>
                                              </p:val>
                                            </p:tav>
                                          </p:tavLst>
                                        </p:anim>
                                        <p:anim calcmode="lin" valueType="num">
                                          <p:cBhvr>
                                            <p:cTn id="55" dur="750" fill="hold"/>
                                            <p:tgtEl>
                                              <p:spTgt spid="63"/>
                                            </p:tgtEl>
                                            <p:attrNameLst>
                                              <p:attrName>ppt_h</p:attrName>
                                            </p:attrNameLst>
                                          </p:cBhvr>
                                          <p:tavLst>
                                            <p:tav tm="0">
                                              <p:val>
                                                <p:fltVal val="0"/>
                                              </p:val>
                                            </p:tav>
                                            <p:tav tm="100000">
                                              <p:val>
                                                <p:strVal val="#ppt_h"/>
                                              </p:val>
                                            </p:tav>
                                          </p:tavLst>
                                        </p:anim>
                                        <p:animEffect transition="in" filter="fade">
                                          <p:cBhvr>
                                            <p:cTn id="56" dur="750"/>
                                            <p:tgtEl>
                                              <p:spTgt spid="63"/>
                                            </p:tgtEl>
                                          </p:cBhvr>
                                        </p:animEffect>
                                      </p:childTnLst>
                                    </p:cTn>
                                  </p:par>
                                  <p:par>
                                    <p:cTn id="57" presetID="53" presetClass="entr" presetSubtype="16" fill="hold" grpId="0" nodeType="withEffect">
                                      <p:stCondLst>
                                        <p:cond delay="1250"/>
                                      </p:stCondLst>
                                      <p:childTnLst>
                                        <p:set>
                                          <p:cBhvr>
                                            <p:cTn id="58" dur="1" fill="hold">
                                              <p:stCondLst>
                                                <p:cond delay="0"/>
                                              </p:stCondLst>
                                            </p:cTn>
                                            <p:tgtEl>
                                              <p:spTgt spid="68"/>
                                            </p:tgtEl>
                                            <p:attrNameLst>
                                              <p:attrName>style.visibility</p:attrName>
                                            </p:attrNameLst>
                                          </p:cBhvr>
                                          <p:to>
                                            <p:strVal val="visible"/>
                                          </p:to>
                                        </p:set>
                                        <p:anim calcmode="lin" valueType="num">
                                          <p:cBhvr>
                                            <p:cTn id="59" dur="750" fill="hold"/>
                                            <p:tgtEl>
                                              <p:spTgt spid="68"/>
                                            </p:tgtEl>
                                            <p:attrNameLst>
                                              <p:attrName>ppt_w</p:attrName>
                                            </p:attrNameLst>
                                          </p:cBhvr>
                                          <p:tavLst>
                                            <p:tav tm="0">
                                              <p:val>
                                                <p:fltVal val="0"/>
                                              </p:val>
                                            </p:tav>
                                            <p:tav tm="100000">
                                              <p:val>
                                                <p:strVal val="#ppt_w"/>
                                              </p:val>
                                            </p:tav>
                                          </p:tavLst>
                                        </p:anim>
                                        <p:anim calcmode="lin" valueType="num">
                                          <p:cBhvr>
                                            <p:cTn id="60" dur="750" fill="hold"/>
                                            <p:tgtEl>
                                              <p:spTgt spid="68"/>
                                            </p:tgtEl>
                                            <p:attrNameLst>
                                              <p:attrName>ppt_h</p:attrName>
                                            </p:attrNameLst>
                                          </p:cBhvr>
                                          <p:tavLst>
                                            <p:tav tm="0">
                                              <p:val>
                                                <p:fltVal val="0"/>
                                              </p:val>
                                            </p:tav>
                                            <p:tav tm="100000">
                                              <p:val>
                                                <p:strVal val="#ppt_h"/>
                                              </p:val>
                                            </p:tav>
                                          </p:tavLst>
                                        </p:anim>
                                        <p:animEffect transition="in" filter="fade">
                                          <p:cBhvr>
                                            <p:cTn id="61" dur="750"/>
                                            <p:tgtEl>
                                              <p:spTgt spid="68"/>
                                            </p:tgtEl>
                                          </p:cBhvr>
                                        </p:animEffect>
                                      </p:childTnLst>
                                    </p:cTn>
                                  </p:par>
                                  <p:par>
                                    <p:cTn id="62" presetID="2" presetClass="entr" presetSubtype="12" fill="hold" nodeType="withEffect" p14:presetBounceEnd="67000">
                                      <p:stCondLst>
                                        <p:cond delay="1500"/>
                                      </p:stCondLst>
                                      <p:childTnLst>
                                        <p:set>
                                          <p:cBhvr>
                                            <p:cTn id="63" dur="1" fill="hold">
                                              <p:stCondLst>
                                                <p:cond delay="0"/>
                                              </p:stCondLst>
                                            </p:cTn>
                                            <p:tgtEl>
                                              <p:spTgt spid="170"/>
                                            </p:tgtEl>
                                            <p:attrNameLst>
                                              <p:attrName>style.visibility</p:attrName>
                                            </p:attrNameLst>
                                          </p:cBhvr>
                                          <p:to>
                                            <p:strVal val="visible"/>
                                          </p:to>
                                        </p:set>
                                        <p:anim calcmode="lin" valueType="num" p14:bounceEnd="67000">
                                          <p:cBhvr additive="base">
                                            <p:cTn id="64" dur="1000" fill="hold"/>
                                            <p:tgtEl>
                                              <p:spTgt spid="170"/>
                                            </p:tgtEl>
                                            <p:attrNameLst>
                                              <p:attrName>ppt_x</p:attrName>
                                            </p:attrNameLst>
                                          </p:cBhvr>
                                          <p:tavLst>
                                            <p:tav tm="0">
                                              <p:val>
                                                <p:strVal val="0-#ppt_w/2"/>
                                              </p:val>
                                            </p:tav>
                                            <p:tav tm="100000">
                                              <p:val>
                                                <p:strVal val="#ppt_x"/>
                                              </p:val>
                                            </p:tav>
                                          </p:tavLst>
                                        </p:anim>
                                        <p:anim calcmode="lin" valueType="num" p14:bounceEnd="67000">
                                          <p:cBhvr additive="base">
                                            <p:cTn id="65" dur="1000" fill="hold"/>
                                            <p:tgtEl>
                                              <p:spTgt spid="170"/>
                                            </p:tgtEl>
                                            <p:attrNameLst>
                                              <p:attrName>ppt_y</p:attrName>
                                            </p:attrNameLst>
                                          </p:cBhvr>
                                          <p:tavLst>
                                            <p:tav tm="0">
                                              <p:val>
                                                <p:strVal val="1+#ppt_h/2"/>
                                              </p:val>
                                            </p:tav>
                                            <p:tav tm="100000">
                                              <p:val>
                                                <p:strVal val="#ppt_y"/>
                                              </p:val>
                                            </p:tav>
                                          </p:tavLst>
                                        </p:anim>
                                      </p:childTnLst>
                                    </p:cTn>
                                  </p:par>
                                  <p:par>
                                    <p:cTn id="66" presetID="53" presetClass="entr" presetSubtype="16" fill="hold" nodeType="withEffect">
                                      <p:stCondLst>
                                        <p:cond delay="1500"/>
                                      </p:stCondLst>
                                      <p:childTnLst>
                                        <p:set>
                                          <p:cBhvr>
                                            <p:cTn id="67" dur="1" fill="hold">
                                              <p:stCondLst>
                                                <p:cond delay="0"/>
                                              </p:stCondLst>
                                            </p:cTn>
                                            <p:tgtEl>
                                              <p:spTgt spid="78"/>
                                            </p:tgtEl>
                                            <p:attrNameLst>
                                              <p:attrName>style.visibility</p:attrName>
                                            </p:attrNameLst>
                                          </p:cBhvr>
                                          <p:to>
                                            <p:strVal val="visible"/>
                                          </p:to>
                                        </p:set>
                                        <p:anim calcmode="lin" valueType="num">
                                          <p:cBhvr>
                                            <p:cTn id="68" dur="1000" fill="hold"/>
                                            <p:tgtEl>
                                              <p:spTgt spid="78"/>
                                            </p:tgtEl>
                                            <p:attrNameLst>
                                              <p:attrName>ppt_w</p:attrName>
                                            </p:attrNameLst>
                                          </p:cBhvr>
                                          <p:tavLst>
                                            <p:tav tm="0">
                                              <p:val>
                                                <p:fltVal val="0"/>
                                              </p:val>
                                            </p:tav>
                                            <p:tav tm="100000">
                                              <p:val>
                                                <p:strVal val="#ppt_w"/>
                                              </p:val>
                                            </p:tav>
                                          </p:tavLst>
                                        </p:anim>
                                        <p:anim calcmode="lin" valueType="num">
                                          <p:cBhvr>
                                            <p:cTn id="69" dur="1000" fill="hold"/>
                                            <p:tgtEl>
                                              <p:spTgt spid="78"/>
                                            </p:tgtEl>
                                            <p:attrNameLst>
                                              <p:attrName>ppt_h</p:attrName>
                                            </p:attrNameLst>
                                          </p:cBhvr>
                                          <p:tavLst>
                                            <p:tav tm="0">
                                              <p:val>
                                                <p:fltVal val="0"/>
                                              </p:val>
                                            </p:tav>
                                            <p:tav tm="100000">
                                              <p:val>
                                                <p:strVal val="#ppt_h"/>
                                              </p:val>
                                            </p:tav>
                                          </p:tavLst>
                                        </p:anim>
                                        <p:animEffect transition="in" filter="fade">
                                          <p:cBhvr>
                                            <p:cTn id="70" dur="1000"/>
                                            <p:tgtEl>
                                              <p:spTgt spid="78"/>
                                            </p:tgtEl>
                                          </p:cBhvr>
                                        </p:animEffect>
                                      </p:childTnLst>
                                    </p:cTn>
                                  </p:par>
                                  <p:par>
                                    <p:cTn id="71" presetID="10" presetClass="entr" presetSubtype="0" fill="hold" grpId="0" nodeType="withEffect">
                                      <p:stCondLst>
                                        <p:cond delay="750"/>
                                      </p:stCondLst>
                                      <p:childTnLst>
                                        <p:set>
                                          <p:cBhvr>
                                            <p:cTn id="72" dur="1" fill="hold">
                                              <p:stCondLst>
                                                <p:cond delay="0"/>
                                              </p:stCondLst>
                                            </p:cTn>
                                            <p:tgtEl>
                                              <p:spTgt spid="62"/>
                                            </p:tgtEl>
                                            <p:attrNameLst>
                                              <p:attrName>style.visibility</p:attrName>
                                            </p:attrNameLst>
                                          </p:cBhvr>
                                          <p:to>
                                            <p:strVal val="visible"/>
                                          </p:to>
                                        </p:set>
                                        <p:animEffect transition="in" filter="fade">
                                          <p:cBhvr>
                                            <p:cTn id="73"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p:bldP spid="64" grpId="0"/>
          <p:bldP spid="65" grpId="0"/>
          <p:bldP spid="66" grpId="0"/>
          <p:bldP spid="68" grpId="0"/>
          <p:bldP spid="69" grpId="0"/>
          <p:bldP spid="70" grpId="0"/>
          <p:bldP spid="7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anim calcmode="lin" valueType="num">
                                          <p:cBhvr>
                                            <p:cTn id="8" dur="1000" fill="hold"/>
                                            <p:tgtEl>
                                              <p:spTgt spid="67"/>
                                            </p:tgtEl>
                                            <p:attrNameLst>
                                              <p:attrName>ppt_x</p:attrName>
                                            </p:attrNameLst>
                                          </p:cBhvr>
                                          <p:tavLst>
                                            <p:tav tm="0">
                                              <p:val>
                                                <p:strVal val="#ppt_x"/>
                                              </p:val>
                                            </p:tav>
                                            <p:tav tm="100000">
                                              <p:val>
                                                <p:strVal val="#ppt_x"/>
                                              </p:val>
                                            </p:tav>
                                          </p:tavLst>
                                        </p:anim>
                                        <p:anim calcmode="lin" valueType="num">
                                          <p:cBhvr>
                                            <p:cTn id="9" dur="1000" fill="hold"/>
                                            <p:tgtEl>
                                              <p:spTgt spid="67"/>
                                            </p:tgtEl>
                                            <p:attrNameLst>
                                              <p:attrName>ppt_y</p:attrName>
                                            </p:attrNameLst>
                                          </p:cBhvr>
                                          <p:tavLst>
                                            <p:tav tm="0">
                                              <p:val>
                                                <p:strVal val="#ppt_y+.1"/>
                                              </p:val>
                                            </p:tav>
                                            <p:tav tm="100000">
                                              <p:val>
                                                <p:strVal val="#ppt_y"/>
                                              </p:val>
                                            </p:tav>
                                          </p:tavLst>
                                        </p:anim>
                                      </p:childTnLst>
                                    </p:cTn>
                                  </p:par>
                                  <p:par>
                                    <p:cTn id="10" presetID="10" presetClass="entr" presetSubtype="0" fill="hold" nodeType="withEffect">
                                      <p:stCondLst>
                                        <p:cond delay="250"/>
                                      </p:stCondLst>
                                      <p:childTnLst>
                                        <p:set>
                                          <p:cBhvr>
                                            <p:cTn id="11" dur="1" fill="hold">
                                              <p:stCondLst>
                                                <p:cond delay="0"/>
                                              </p:stCondLst>
                                            </p:cTn>
                                            <p:tgtEl>
                                              <p:spTgt spid="73"/>
                                            </p:tgtEl>
                                            <p:attrNameLst>
                                              <p:attrName>style.visibility</p:attrName>
                                            </p:attrNameLst>
                                          </p:cBhvr>
                                          <p:to>
                                            <p:strVal val="visible"/>
                                          </p:to>
                                        </p:set>
                                        <p:animEffect transition="in" filter="fade">
                                          <p:cBhvr>
                                            <p:cTn id="12" dur="750"/>
                                            <p:tgtEl>
                                              <p:spTgt spid="73"/>
                                            </p:tgtEl>
                                          </p:cBhvr>
                                        </p:animEffect>
                                      </p:childTnLst>
                                    </p:cTn>
                                  </p:par>
                                  <p:par>
                                    <p:cTn id="13" presetID="10" presetClass="entr" presetSubtype="0" fill="hold" nodeType="withEffect">
                                      <p:stCondLst>
                                        <p:cond delay="500"/>
                                      </p:stCondLst>
                                      <p:childTnLst>
                                        <p:set>
                                          <p:cBhvr>
                                            <p:cTn id="14" dur="1" fill="hold">
                                              <p:stCondLst>
                                                <p:cond delay="0"/>
                                              </p:stCondLst>
                                            </p:cTn>
                                            <p:tgtEl>
                                              <p:spTgt spid="74"/>
                                            </p:tgtEl>
                                            <p:attrNameLst>
                                              <p:attrName>style.visibility</p:attrName>
                                            </p:attrNameLst>
                                          </p:cBhvr>
                                          <p:to>
                                            <p:strVal val="visible"/>
                                          </p:to>
                                        </p:set>
                                        <p:animEffect transition="in" filter="fade">
                                          <p:cBhvr>
                                            <p:cTn id="15" dur="750"/>
                                            <p:tgtEl>
                                              <p:spTgt spid="74"/>
                                            </p:tgtEl>
                                          </p:cBhvr>
                                        </p:animEffect>
                                      </p:childTnLst>
                                    </p:cTn>
                                  </p:par>
                                  <p:par>
                                    <p:cTn id="16" presetID="10" presetClass="entr" presetSubtype="0" fill="hold" nodeType="withEffect">
                                      <p:stCondLst>
                                        <p:cond delay="750"/>
                                      </p:stCondLst>
                                      <p:childTnLst>
                                        <p:set>
                                          <p:cBhvr>
                                            <p:cTn id="17" dur="1" fill="hold">
                                              <p:stCondLst>
                                                <p:cond delay="0"/>
                                              </p:stCondLst>
                                            </p:cTn>
                                            <p:tgtEl>
                                              <p:spTgt spid="75"/>
                                            </p:tgtEl>
                                            <p:attrNameLst>
                                              <p:attrName>style.visibility</p:attrName>
                                            </p:attrNameLst>
                                          </p:cBhvr>
                                          <p:to>
                                            <p:strVal val="visible"/>
                                          </p:to>
                                        </p:set>
                                        <p:animEffect transition="in" filter="fade">
                                          <p:cBhvr>
                                            <p:cTn id="18" dur="750"/>
                                            <p:tgtEl>
                                              <p:spTgt spid="75"/>
                                            </p:tgtEl>
                                          </p:cBhvr>
                                        </p:animEffect>
                                      </p:childTnLst>
                                    </p:cTn>
                                  </p:par>
                                  <p:par>
                                    <p:cTn id="19" presetID="10" presetClass="entr" presetSubtype="0" fill="hold" nodeType="withEffect">
                                      <p:stCondLst>
                                        <p:cond delay="1000"/>
                                      </p:stCondLst>
                                      <p:childTnLst>
                                        <p:set>
                                          <p:cBhvr>
                                            <p:cTn id="20" dur="1" fill="hold">
                                              <p:stCondLst>
                                                <p:cond delay="0"/>
                                              </p:stCondLst>
                                            </p:cTn>
                                            <p:tgtEl>
                                              <p:spTgt spid="76"/>
                                            </p:tgtEl>
                                            <p:attrNameLst>
                                              <p:attrName>style.visibility</p:attrName>
                                            </p:attrNameLst>
                                          </p:cBhvr>
                                          <p:to>
                                            <p:strVal val="visible"/>
                                          </p:to>
                                        </p:set>
                                        <p:animEffect transition="in" filter="fade">
                                          <p:cBhvr>
                                            <p:cTn id="21" dur="750"/>
                                            <p:tgtEl>
                                              <p:spTgt spid="76"/>
                                            </p:tgtEl>
                                          </p:cBhvr>
                                        </p:animEffect>
                                      </p:childTnLst>
                                    </p:cTn>
                                  </p:par>
                                  <p:par>
                                    <p:cTn id="22" presetID="53" presetClass="entr" presetSubtype="16" fill="hold" grpId="0" nodeType="withEffect">
                                      <p:stCondLst>
                                        <p:cond delay="500"/>
                                      </p:stCondLst>
                                      <p:childTnLst>
                                        <p:set>
                                          <p:cBhvr>
                                            <p:cTn id="23" dur="1" fill="hold">
                                              <p:stCondLst>
                                                <p:cond delay="0"/>
                                              </p:stCondLst>
                                            </p:cTn>
                                            <p:tgtEl>
                                              <p:spTgt spid="66"/>
                                            </p:tgtEl>
                                            <p:attrNameLst>
                                              <p:attrName>style.visibility</p:attrName>
                                            </p:attrNameLst>
                                          </p:cBhvr>
                                          <p:to>
                                            <p:strVal val="visible"/>
                                          </p:to>
                                        </p:set>
                                        <p:anim calcmode="lin" valueType="num">
                                          <p:cBhvr>
                                            <p:cTn id="24" dur="750" fill="hold"/>
                                            <p:tgtEl>
                                              <p:spTgt spid="66"/>
                                            </p:tgtEl>
                                            <p:attrNameLst>
                                              <p:attrName>ppt_w</p:attrName>
                                            </p:attrNameLst>
                                          </p:cBhvr>
                                          <p:tavLst>
                                            <p:tav tm="0">
                                              <p:val>
                                                <p:fltVal val="0"/>
                                              </p:val>
                                            </p:tav>
                                            <p:tav tm="100000">
                                              <p:val>
                                                <p:strVal val="#ppt_w"/>
                                              </p:val>
                                            </p:tav>
                                          </p:tavLst>
                                        </p:anim>
                                        <p:anim calcmode="lin" valueType="num">
                                          <p:cBhvr>
                                            <p:cTn id="25" dur="750" fill="hold"/>
                                            <p:tgtEl>
                                              <p:spTgt spid="66"/>
                                            </p:tgtEl>
                                            <p:attrNameLst>
                                              <p:attrName>ppt_h</p:attrName>
                                            </p:attrNameLst>
                                          </p:cBhvr>
                                          <p:tavLst>
                                            <p:tav tm="0">
                                              <p:val>
                                                <p:fltVal val="0"/>
                                              </p:val>
                                            </p:tav>
                                            <p:tav tm="100000">
                                              <p:val>
                                                <p:strVal val="#ppt_h"/>
                                              </p:val>
                                            </p:tav>
                                          </p:tavLst>
                                        </p:anim>
                                        <p:animEffect transition="in" filter="fade">
                                          <p:cBhvr>
                                            <p:cTn id="26" dur="750"/>
                                            <p:tgtEl>
                                              <p:spTgt spid="66"/>
                                            </p:tgtEl>
                                          </p:cBhvr>
                                        </p:animEffect>
                                      </p:childTnLst>
                                    </p:cTn>
                                  </p:par>
                                  <p:par>
                                    <p:cTn id="27" presetID="53" presetClass="entr" presetSubtype="16" fill="hold" grpId="0" nodeType="withEffect">
                                      <p:stCondLst>
                                        <p:cond delay="500"/>
                                      </p:stCondLst>
                                      <p:childTnLst>
                                        <p:set>
                                          <p:cBhvr>
                                            <p:cTn id="28" dur="1" fill="hold">
                                              <p:stCondLst>
                                                <p:cond delay="0"/>
                                              </p:stCondLst>
                                            </p:cTn>
                                            <p:tgtEl>
                                              <p:spTgt spid="71"/>
                                            </p:tgtEl>
                                            <p:attrNameLst>
                                              <p:attrName>style.visibility</p:attrName>
                                            </p:attrNameLst>
                                          </p:cBhvr>
                                          <p:to>
                                            <p:strVal val="visible"/>
                                          </p:to>
                                        </p:set>
                                        <p:anim calcmode="lin" valueType="num">
                                          <p:cBhvr>
                                            <p:cTn id="29" dur="750" fill="hold"/>
                                            <p:tgtEl>
                                              <p:spTgt spid="71"/>
                                            </p:tgtEl>
                                            <p:attrNameLst>
                                              <p:attrName>ppt_w</p:attrName>
                                            </p:attrNameLst>
                                          </p:cBhvr>
                                          <p:tavLst>
                                            <p:tav tm="0">
                                              <p:val>
                                                <p:fltVal val="0"/>
                                              </p:val>
                                            </p:tav>
                                            <p:tav tm="100000">
                                              <p:val>
                                                <p:strVal val="#ppt_w"/>
                                              </p:val>
                                            </p:tav>
                                          </p:tavLst>
                                        </p:anim>
                                        <p:anim calcmode="lin" valueType="num">
                                          <p:cBhvr>
                                            <p:cTn id="30" dur="750" fill="hold"/>
                                            <p:tgtEl>
                                              <p:spTgt spid="71"/>
                                            </p:tgtEl>
                                            <p:attrNameLst>
                                              <p:attrName>ppt_h</p:attrName>
                                            </p:attrNameLst>
                                          </p:cBhvr>
                                          <p:tavLst>
                                            <p:tav tm="0">
                                              <p:val>
                                                <p:fltVal val="0"/>
                                              </p:val>
                                            </p:tav>
                                            <p:tav tm="100000">
                                              <p:val>
                                                <p:strVal val="#ppt_h"/>
                                              </p:val>
                                            </p:tav>
                                          </p:tavLst>
                                        </p:anim>
                                        <p:animEffect transition="in" filter="fade">
                                          <p:cBhvr>
                                            <p:cTn id="31" dur="750"/>
                                            <p:tgtEl>
                                              <p:spTgt spid="71"/>
                                            </p:tgtEl>
                                          </p:cBhvr>
                                        </p:animEffect>
                                      </p:childTnLst>
                                    </p:cTn>
                                  </p:par>
                                  <p:par>
                                    <p:cTn id="32" presetID="53" presetClass="entr" presetSubtype="16" fill="hold" grpId="0" nodeType="withEffect">
                                      <p:stCondLst>
                                        <p:cond delay="750"/>
                                      </p:stCondLst>
                                      <p:childTnLst>
                                        <p:set>
                                          <p:cBhvr>
                                            <p:cTn id="33" dur="1" fill="hold">
                                              <p:stCondLst>
                                                <p:cond delay="0"/>
                                              </p:stCondLst>
                                            </p:cTn>
                                            <p:tgtEl>
                                              <p:spTgt spid="65"/>
                                            </p:tgtEl>
                                            <p:attrNameLst>
                                              <p:attrName>style.visibility</p:attrName>
                                            </p:attrNameLst>
                                          </p:cBhvr>
                                          <p:to>
                                            <p:strVal val="visible"/>
                                          </p:to>
                                        </p:set>
                                        <p:anim calcmode="lin" valueType="num">
                                          <p:cBhvr>
                                            <p:cTn id="34" dur="750" fill="hold"/>
                                            <p:tgtEl>
                                              <p:spTgt spid="65"/>
                                            </p:tgtEl>
                                            <p:attrNameLst>
                                              <p:attrName>ppt_w</p:attrName>
                                            </p:attrNameLst>
                                          </p:cBhvr>
                                          <p:tavLst>
                                            <p:tav tm="0">
                                              <p:val>
                                                <p:fltVal val="0"/>
                                              </p:val>
                                            </p:tav>
                                            <p:tav tm="100000">
                                              <p:val>
                                                <p:strVal val="#ppt_w"/>
                                              </p:val>
                                            </p:tav>
                                          </p:tavLst>
                                        </p:anim>
                                        <p:anim calcmode="lin" valueType="num">
                                          <p:cBhvr>
                                            <p:cTn id="35" dur="750" fill="hold"/>
                                            <p:tgtEl>
                                              <p:spTgt spid="65"/>
                                            </p:tgtEl>
                                            <p:attrNameLst>
                                              <p:attrName>ppt_h</p:attrName>
                                            </p:attrNameLst>
                                          </p:cBhvr>
                                          <p:tavLst>
                                            <p:tav tm="0">
                                              <p:val>
                                                <p:fltVal val="0"/>
                                              </p:val>
                                            </p:tav>
                                            <p:tav tm="100000">
                                              <p:val>
                                                <p:strVal val="#ppt_h"/>
                                              </p:val>
                                            </p:tav>
                                          </p:tavLst>
                                        </p:anim>
                                        <p:animEffect transition="in" filter="fade">
                                          <p:cBhvr>
                                            <p:cTn id="36" dur="750"/>
                                            <p:tgtEl>
                                              <p:spTgt spid="65"/>
                                            </p:tgtEl>
                                          </p:cBhvr>
                                        </p:animEffect>
                                      </p:childTnLst>
                                    </p:cTn>
                                  </p:par>
                                  <p:par>
                                    <p:cTn id="37" presetID="53" presetClass="entr" presetSubtype="16" fill="hold" grpId="0" nodeType="withEffect">
                                      <p:stCondLst>
                                        <p:cond delay="750"/>
                                      </p:stCondLst>
                                      <p:childTnLst>
                                        <p:set>
                                          <p:cBhvr>
                                            <p:cTn id="38" dur="1" fill="hold">
                                              <p:stCondLst>
                                                <p:cond delay="0"/>
                                              </p:stCondLst>
                                            </p:cTn>
                                            <p:tgtEl>
                                              <p:spTgt spid="70"/>
                                            </p:tgtEl>
                                            <p:attrNameLst>
                                              <p:attrName>style.visibility</p:attrName>
                                            </p:attrNameLst>
                                          </p:cBhvr>
                                          <p:to>
                                            <p:strVal val="visible"/>
                                          </p:to>
                                        </p:set>
                                        <p:anim calcmode="lin" valueType="num">
                                          <p:cBhvr>
                                            <p:cTn id="39" dur="750" fill="hold"/>
                                            <p:tgtEl>
                                              <p:spTgt spid="70"/>
                                            </p:tgtEl>
                                            <p:attrNameLst>
                                              <p:attrName>ppt_w</p:attrName>
                                            </p:attrNameLst>
                                          </p:cBhvr>
                                          <p:tavLst>
                                            <p:tav tm="0">
                                              <p:val>
                                                <p:fltVal val="0"/>
                                              </p:val>
                                            </p:tav>
                                            <p:tav tm="100000">
                                              <p:val>
                                                <p:strVal val="#ppt_w"/>
                                              </p:val>
                                            </p:tav>
                                          </p:tavLst>
                                        </p:anim>
                                        <p:anim calcmode="lin" valueType="num">
                                          <p:cBhvr>
                                            <p:cTn id="40" dur="750" fill="hold"/>
                                            <p:tgtEl>
                                              <p:spTgt spid="70"/>
                                            </p:tgtEl>
                                            <p:attrNameLst>
                                              <p:attrName>ppt_h</p:attrName>
                                            </p:attrNameLst>
                                          </p:cBhvr>
                                          <p:tavLst>
                                            <p:tav tm="0">
                                              <p:val>
                                                <p:fltVal val="0"/>
                                              </p:val>
                                            </p:tav>
                                            <p:tav tm="100000">
                                              <p:val>
                                                <p:strVal val="#ppt_h"/>
                                              </p:val>
                                            </p:tav>
                                          </p:tavLst>
                                        </p:anim>
                                        <p:animEffect transition="in" filter="fade">
                                          <p:cBhvr>
                                            <p:cTn id="41" dur="750"/>
                                            <p:tgtEl>
                                              <p:spTgt spid="70"/>
                                            </p:tgtEl>
                                          </p:cBhvr>
                                        </p:animEffect>
                                      </p:childTnLst>
                                    </p:cTn>
                                  </p:par>
                                  <p:par>
                                    <p:cTn id="42" presetID="53" presetClass="entr" presetSubtype="16" fill="hold" grpId="0" nodeType="withEffect">
                                      <p:stCondLst>
                                        <p:cond delay="1000"/>
                                      </p:stCondLst>
                                      <p:childTnLst>
                                        <p:set>
                                          <p:cBhvr>
                                            <p:cTn id="43" dur="1" fill="hold">
                                              <p:stCondLst>
                                                <p:cond delay="0"/>
                                              </p:stCondLst>
                                            </p:cTn>
                                            <p:tgtEl>
                                              <p:spTgt spid="64"/>
                                            </p:tgtEl>
                                            <p:attrNameLst>
                                              <p:attrName>style.visibility</p:attrName>
                                            </p:attrNameLst>
                                          </p:cBhvr>
                                          <p:to>
                                            <p:strVal val="visible"/>
                                          </p:to>
                                        </p:set>
                                        <p:anim calcmode="lin" valueType="num">
                                          <p:cBhvr>
                                            <p:cTn id="44" dur="750" fill="hold"/>
                                            <p:tgtEl>
                                              <p:spTgt spid="64"/>
                                            </p:tgtEl>
                                            <p:attrNameLst>
                                              <p:attrName>ppt_w</p:attrName>
                                            </p:attrNameLst>
                                          </p:cBhvr>
                                          <p:tavLst>
                                            <p:tav tm="0">
                                              <p:val>
                                                <p:fltVal val="0"/>
                                              </p:val>
                                            </p:tav>
                                            <p:tav tm="100000">
                                              <p:val>
                                                <p:strVal val="#ppt_w"/>
                                              </p:val>
                                            </p:tav>
                                          </p:tavLst>
                                        </p:anim>
                                        <p:anim calcmode="lin" valueType="num">
                                          <p:cBhvr>
                                            <p:cTn id="45" dur="750" fill="hold"/>
                                            <p:tgtEl>
                                              <p:spTgt spid="64"/>
                                            </p:tgtEl>
                                            <p:attrNameLst>
                                              <p:attrName>ppt_h</p:attrName>
                                            </p:attrNameLst>
                                          </p:cBhvr>
                                          <p:tavLst>
                                            <p:tav tm="0">
                                              <p:val>
                                                <p:fltVal val="0"/>
                                              </p:val>
                                            </p:tav>
                                            <p:tav tm="100000">
                                              <p:val>
                                                <p:strVal val="#ppt_h"/>
                                              </p:val>
                                            </p:tav>
                                          </p:tavLst>
                                        </p:anim>
                                        <p:animEffect transition="in" filter="fade">
                                          <p:cBhvr>
                                            <p:cTn id="46" dur="750"/>
                                            <p:tgtEl>
                                              <p:spTgt spid="64"/>
                                            </p:tgtEl>
                                          </p:cBhvr>
                                        </p:animEffect>
                                      </p:childTnLst>
                                    </p:cTn>
                                  </p:par>
                                  <p:par>
                                    <p:cTn id="47" presetID="53" presetClass="entr" presetSubtype="16" fill="hold" grpId="0" nodeType="withEffect">
                                      <p:stCondLst>
                                        <p:cond delay="1000"/>
                                      </p:stCondLst>
                                      <p:childTnLst>
                                        <p:set>
                                          <p:cBhvr>
                                            <p:cTn id="48" dur="1" fill="hold">
                                              <p:stCondLst>
                                                <p:cond delay="0"/>
                                              </p:stCondLst>
                                            </p:cTn>
                                            <p:tgtEl>
                                              <p:spTgt spid="69"/>
                                            </p:tgtEl>
                                            <p:attrNameLst>
                                              <p:attrName>style.visibility</p:attrName>
                                            </p:attrNameLst>
                                          </p:cBhvr>
                                          <p:to>
                                            <p:strVal val="visible"/>
                                          </p:to>
                                        </p:set>
                                        <p:anim calcmode="lin" valueType="num">
                                          <p:cBhvr>
                                            <p:cTn id="49" dur="750" fill="hold"/>
                                            <p:tgtEl>
                                              <p:spTgt spid="69"/>
                                            </p:tgtEl>
                                            <p:attrNameLst>
                                              <p:attrName>ppt_w</p:attrName>
                                            </p:attrNameLst>
                                          </p:cBhvr>
                                          <p:tavLst>
                                            <p:tav tm="0">
                                              <p:val>
                                                <p:fltVal val="0"/>
                                              </p:val>
                                            </p:tav>
                                            <p:tav tm="100000">
                                              <p:val>
                                                <p:strVal val="#ppt_w"/>
                                              </p:val>
                                            </p:tav>
                                          </p:tavLst>
                                        </p:anim>
                                        <p:anim calcmode="lin" valueType="num">
                                          <p:cBhvr>
                                            <p:cTn id="50" dur="750" fill="hold"/>
                                            <p:tgtEl>
                                              <p:spTgt spid="69"/>
                                            </p:tgtEl>
                                            <p:attrNameLst>
                                              <p:attrName>ppt_h</p:attrName>
                                            </p:attrNameLst>
                                          </p:cBhvr>
                                          <p:tavLst>
                                            <p:tav tm="0">
                                              <p:val>
                                                <p:fltVal val="0"/>
                                              </p:val>
                                            </p:tav>
                                            <p:tav tm="100000">
                                              <p:val>
                                                <p:strVal val="#ppt_h"/>
                                              </p:val>
                                            </p:tav>
                                          </p:tavLst>
                                        </p:anim>
                                        <p:animEffect transition="in" filter="fade">
                                          <p:cBhvr>
                                            <p:cTn id="51" dur="750"/>
                                            <p:tgtEl>
                                              <p:spTgt spid="69"/>
                                            </p:tgtEl>
                                          </p:cBhvr>
                                        </p:animEffect>
                                      </p:childTnLst>
                                    </p:cTn>
                                  </p:par>
                                  <p:par>
                                    <p:cTn id="52" presetID="53" presetClass="entr" presetSubtype="16" fill="hold" grpId="0" nodeType="withEffect">
                                      <p:stCondLst>
                                        <p:cond delay="1250"/>
                                      </p:stCondLst>
                                      <p:childTnLst>
                                        <p:set>
                                          <p:cBhvr>
                                            <p:cTn id="53" dur="1" fill="hold">
                                              <p:stCondLst>
                                                <p:cond delay="0"/>
                                              </p:stCondLst>
                                            </p:cTn>
                                            <p:tgtEl>
                                              <p:spTgt spid="63"/>
                                            </p:tgtEl>
                                            <p:attrNameLst>
                                              <p:attrName>style.visibility</p:attrName>
                                            </p:attrNameLst>
                                          </p:cBhvr>
                                          <p:to>
                                            <p:strVal val="visible"/>
                                          </p:to>
                                        </p:set>
                                        <p:anim calcmode="lin" valueType="num">
                                          <p:cBhvr>
                                            <p:cTn id="54" dur="750" fill="hold"/>
                                            <p:tgtEl>
                                              <p:spTgt spid="63"/>
                                            </p:tgtEl>
                                            <p:attrNameLst>
                                              <p:attrName>ppt_w</p:attrName>
                                            </p:attrNameLst>
                                          </p:cBhvr>
                                          <p:tavLst>
                                            <p:tav tm="0">
                                              <p:val>
                                                <p:fltVal val="0"/>
                                              </p:val>
                                            </p:tav>
                                            <p:tav tm="100000">
                                              <p:val>
                                                <p:strVal val="#ppt_w"/>
                                              </p:val>
                                            </p:tav>
                                          </p:tavLst>
                                        </p:anim>
                                        <p:anim calcmode="lin" valueType="num">
                                          <p:cBhvr>
                                            <p:cTn id="55" dur="750" fill="hold"/>
                                            <p:tgtEl>
                                              <p:spTgt spid="63"/>
                                            </p:tgtEl>
                                            <p:attrNameLst>
                                              <p:attrName>ppt_h</p:attrName>
                                            </p:attrNameLst>
                                          </p:cBhvr>
                                          <p:tavLst>
                                            <p:tav tm="0">
                                              <p:val>
                                                <p:fltVal val="0"/>
                                              </p:val>
                                            </p:tav>
                                            <p:tav tm="100000">
                                              <p:val>
                                                <p:strVal val="#ppt_h"/>
                                              </p:val>
                                            </p:tav>
                                          </p:tavLst>
                                        </p:anim>
                                        <p:animEffect transition="in" filter="fade">
                                          <p:cBhvr>
                                            <p:cTn id="56" dur="750"/>
                                            <p:tgtEl>
                                              <p:spTgt spid="63"/>
                                            </p:tgtEl>
                                          </p:cBhvr>
                                        </p:animEffect>
                                      </p:childTnLst>
                                    </p:cTn>
                                  </p:par>
                                  <p:par>
                                    <p:cTn id="57" presetID="53" presetClass="entr" presetSubtype="16" fill="hold" grpId="0" nodeType="withEffect">
                                      <p:stCondLst>
                                        <p:cond delay="1250"/>
                                      </p:stCondLst>
                                      <p:childTnLst>
                                        <p:set>
                                          <p:cBhvr>
                                            <p:cTn id="58" dur="1" fill="hold">
                                              <p:stCondLst>
                                                <p:cond delay="0"/>
                                              </p:stCondLst>
                                            </p:cTn>
                                            <p:tgtEl>
                                              <p:spTgt spid="68"/>
                                            </p:tgtEl>
                                            <p:attrNameLst>
                                              <p:attrName>style.visibility</p:attrName>
                                            </p:attrNameLst>
                                          </p:cBhvr>
                                          <p:to>
                                            <p:strVal val="visible"/>
                                          </p:to>
                                        </p:set>
                                        <p:anim calcmode="lin" valueType="num">
                                          <p:cBhvr>
                                            <p:cTn id="59" dur="750" fill="hold"/>
                                            <p:tgtEl>
                                              <p:spTgt spid="68"/>
                                            </p:tgtEl>
                                            <p:attrNameLst>
                                              <p:attrName>ppt_w</p:attrName>
                                            </p:attrNameLst>
                                          </p:cBhvr>
                                          <p:tavLst>
                                            <p:tav tm="0">
                                              <p:val>
                                                <p:fltVal val="0"/>
                                              </p:val>
                                            </p:tav>
                                            <p:tav tm="100000">
                                              <p:val>
                                                <p:strVal val="#ppt_w"/>
                                              </p:val>
                                            </p:tav>
                                          </p:tavLst>
                                        </p:anim>
                                        <p:anim calcmode="lin" valueType="num">
                                          <p:cBhvr>
                                            <p:cTn id="60" dur="750" fill="hold"/>
                                            <p:tgtEl>
                                              <p:spTgt spid="68"/>
                                            </p:tgtEl>
                                            <p:attrNameLst>
                                              <p:attrName>ppt_h</p:attrName>
                                            </p:attrNameLst>
                                          </p:cBhvr>
                                          <p:tavLst>
                                            <p:tav tm="0">
                                              <p:val>
                                                <p:fltVal val="0"/>
                                              </p:val>
                                            </p:tav>
                                            <p:tav tm="100000">
                                              <p:val>
                                                <p:strVal val="#ppt_h"/>
                                              </p:val>
                                            </p:tav>
                                          </p:tavLst>
                                        </p:anim>
                                        <p:animEffect transition="in" filter="fade">
                                          <p:cBhvr>
                                            <p:cTn id="61" dur="750"/>
                                            <p:tgtEl>
                                              <p:spTgt spid="68"/>
                                            </p:tgtEl>
                                          </p:cBhvr>
                                        </p:animEffect>
                                      </p:childTnLst>
                                    </p:cTn>
                                  </p:par>
                                  <p:par>
                                    <p:cTn id="62" presetID="2" presetClass="entr" presetSubtype="12" fill="hold" nodeType="withEffect">
                                      <p:stCondLst>
                                        <p:cond delay="1500"/>
                                      </p:stCondLst>
                                      <p:childTnLst>
                                        <p:set>
                                          <p:cBhvr>
                                            <p:cTn id="63" dur="1" fill="hold">
                                              <p:stCondLst>
                                                <p:cond delay="0"/>
                                              </p:stCondLst>
                                            </p:cTn>
                                            <p:tgtEl>
                                              <p:spTgt spid="170"/>
                                            </p:tgtEl>
                                            <p:attrNameLst>
                                              <p:attrName>style.visibility</p:attrName>
                                            </p:attrNameLst>
                                          </p:cBhvr>
                                          <p:to>
                                            <p:strVal val="visible"/>
                                          </p:to>
                                        </p:set>
                                        <p:anim calcmode="lin" valueType="num">
                                          <p:cBhvr additive="base">
                                            <p:cTn id="64" dur="1000" fill="hold"/>
                                            <p:tgtEl>
                                              <p:spTgt spid="170"/>
                                            </p:tgtEl>
                                            <p:attrNameLst>
                                              <p:attrName>ppt_x</p:attrName>
                                            </p:attrNameLst>
                                          </p:cBhvr>
                                          <p:tavLst>
                                            <p:tav tm="0">
                                              <p:val>
                                                <p:strVal val="0-#ppt_w/2"/>
                                              </p:val>
                                            </p:tav>
                                            <p:tav tm="100000">
                                              <p:val>
                                                <p:strVal val="#ppt_x"/>
                                              </p:val>
                                            </p:tav>
                                          </p:tavLst>
                                        </p:anim>
                                        <p:anim calcmode="lin" valueType="num">
                                          <p:cBhvr additive="base">
                                            <p:cTn id="65" dur="1000" fill="hold"/>
                                            <p:tgtEl>
                                              <p:spTgt spid="170"/>
                                            </p:tgtEl>
                                            <p:attrNameLst>
                                              <p:attrName>ppt_y</p:attrName>
                                            </p:attrNameLst>
                                          </p:cBhvr>
                                          <p:tavLst>
                                            <p:tav tm="0">
                                              <p:val>
                                                <p:strVal val="1+#ppt_h/2"/>
                                              </p:val>
                                            </p:tav>
                                            <p:tav tm="100000">
                                              <p:val>
                                                <p:strVal val="#ppt_y"/>
                                              </p:val>
                                            </p:tav>
                                          </p:tavLst>
                                        </p:anim>
                                      </p:childTnLst>
                                    </p:cTn>
                                  </p:par>
                                  <p:par>
                                    <p:cTn id="66" presetID="53" presetClass="entr" presetSubtype="16" fill="hold" nodeType="withEffect">
                                      <p:stCondLst>
                                        <p:cond delay="1500"/>
                                      </p:stCondLst>
                                      <p:childTnLst>
                                        <p:set>
                                          <p:cBhvr>
                                            <p:cTn id="67" dur="1" fill="hold">
                                              <p:stCondLst>
                                                <p:cond delay="0"/>
                                              </p:stCondLst>
                                            </p:cTn>
                                            <p:tgtEl>
                                              <p:spTgt spid="78"/>
                                            </p:tgtEl>
                                            <p:attrNameLst>
                                              <p:attrName>style.visibility</p:attrName>
                                            </p:attrNameLst>
                                          </p:cBhvr>
                                          <p:to>
                                            <p:strVal val="visible"/>
                                          </p:to>
                                        </p:set>
                                        <p:anim calcmode="lin" valueType="num">
                                          <p:cBhvr>
                                            <p:cTn id="68" dur="1000" fill="hold"/>
                                            <p:tgtEl>
                                              <p:spTgt spid="78"/>
                                            </p:tgtEl>
                                            <p:attrNameLst>
                                              <p:attrName>ppt_w</p:attrName>
                                            </p:attrNameLst>
                                          </p:cBhvr>
                                          <p:tavLst>
                                            <p:tav tm="0">
                                              <p:val>
                                                <p:fltVal val="0"/>
                                              </p:val>
                                            </p:tav>
                                            <p:tav tm="100000">
                                              <p:val>
                                                <p:strVal val="#ppt_w"/>
                                              </p:val>
                                            </p:tav>
                                          </p:tavLst>
                                        </p:anim>
                                        <p:anim calcmode="lin" valueType="num">
                                          <p:cBhvr>
                                            <p:cTn id="69" dur="1000" fill="hold"/>
                                            <p:tgtEl>
                                              <p:spTgt spid="78"/>
                                            </p:tgtEl>
                                            <p:attrNameLst>
                                              <p:attrName>ppt_h</p:attrName>
                                            </p:attrNameLst>
                                          </p:cBhvr>
                                          <p:tavLst>
                                            <p:tav tm="0">
                                              <p:val>
                                                <p:fltVal val="0"/>
                                              </p:val>
                                            </p:tav>
                                            <p:tav tm="100000">
                                              <p:val>
                                                <p:strVal val="#ppt_h"/>
                                              </p:val>
                                            </p:tav>
                                          </p:tavLst>
                                        </p:anim>
                                        <p:animEffect transition="in" filter="fade">
                                          <p:cBhvr>
                                            <p:cTn id="70" dur="1000"/>
                                            <p:tgtEl>
                                              <p:spTgt spid="78"/>
                                            </p:tgtEl>
                                          </p:cBhvr>
                                        </p:animEffect>
                                      </p:childTnLst>
                                    </p:cTn>
                                  </p:par>
                                  <p:par>
                                    <p:cTn id="71" presetID="10" presetClass="entr" presetSubtype="0" fill="hold" grpId="0" nodeType="withEffect">
                                      <p:stCondLst>
                                        <p:cond delay="750"/>
                                      </p:stCondLst>
                                      <p:childTnLst>
                                        <p:set>
                                          <p:cBhvr>
                                            <p:cTn id="72" dur="1" fill="hold">
                                              <p:stCondLst>
                                                <p:cond delay="0"/>
                                              </p:stCondLst>
                                            </p:cTn>
                                            <p:tgtEl>
                                              <p:spTgt spid="62"/>
                                            </p:tgtEl>
                                            <p:attrNameLst>
                                              <p:attrName>style.visibility</p:attrName>
                                            </p:attrNameLst>
                                          </p:cBhvr>
                                          <p:to>
                                            <p:strVal val="visible"/>
                                          </p:to>
                                        </p:set>
                                        <p:animEffect transition="in" filter="fade">
                                          <p:cBhvr>
                                            <p:cTn id="73"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p:bldP spid="64" grpId="0"/>
          <p:bldP spid="65" grpId="0"/>
          <p:bldP spid="66" grpId="0"/>
          <p:bldP spid="68" grpId="0"/>
          <p:bldP spid="69" grpId="0"/>
          <p:bldP spid="70" grpId="0"/>
          <p:bldP spid="71" grpId="0"/>
        </p:bldLst>
      </p:timing>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id="{3665F931-9A7F-48BC-9C37-82FD24AD7A6F}"/>
              </a:ext>
            </a:extLst>
          </p:cNvPr>
          <p:cNvGrpSpPr/>
          <p:nvPr/>
        </p:nvGrpSpPr>
        <p:grpSpPr>
          <a:xfrm>
            <a:off x="3644900" y="2894013"/>
            <a:ext cx="1914526" cy="2986088"/>
            <a:chOff x="3644900" y="2894013"/>
            <a:chExt cx="1914526" cy="2986088"/>
          </a:xfrm>
          <a:effectLst>
            <a:outerShdw blurRad="114300" dist="76200" dir="2700000" algn="tl" rotWithShape="0">
              <a:prstClr val="black">
                <a:alpha val="28000"/>
              </a:prstClr>
            </a:outerShdw>
          </a:effectLst>
        </p:grpSpPr>
        <p:sp>
          <p:nvSpPr>
            <p:cNvPr id="8" name="Freeform 7">
              <a:extLst>
                <a:ext uri="{FF2B5EF4-FFF2-40B4-BE49-F238E27FC236}">
                  <a16:creationId xmlns:a16="http://schemas.microsoft.com/office/drawing/2014/main" id="{2D7E4F41-8E4C-497A-AE81-450DD531ED47}"/>
                </a:ext>
              </a:extLst>
            </p:cNvPr>
            <p:cNvSpPr>
              <a:spLocks noEditPoints="1"/>
            </p:cNvSpPr>
            <p:nvPr/>
          </p:nvSpPr>
          <p:spPr bwMode="auto">
            <a:xfrm>
              <a:off x="3644900" y="2894013"/>
              <a:ext cx="1914525" cy="2986088"/>
            </a:xfrm>
            <a:custGeom>
              <a:avLst/>
              <a:gdLst>
                <a:gd name="T0" fmla="*/ 490 w 490"/>
                <a:gd name="T1" fmla="*/ 383 h 765"/>
                <a:gd name="T2" fmla="*/ 490 w 490"/>
                <a:gd name="T3" fmla="*/ 276 h 765"/>
                <a:gd name="T4" fmla="*/ 490 w 490"/>
                <a:gd name="T5" fmla="*/ 65 h 765"/>
                <a:gd name="T6" fmla="*/ 490 w 490"/>
                <a:gd name="T7" fmla="*/ 0 h 765"/>
                <a:gd name="T8" fmla="*/ 383 w 490"/>
                <a:gd name="T9" fmla="*/ 0 h 765"/>
                <a:gd name="T10" fmla="*/ 383 w 490"/>
                <a:gd name="T11" fmla="*/ 276 h 765"/>
                <a:gd name="T12" fmla="*/ 86 w 490"/>
                <a:gd name="T13" fmla="*/ 276 h 765"/>
                <a:gd name="T14" fmla="*/ 0 w 490"/>
                <a:gd name="T15" fmla="*/ 362 h 765"/>
                <a:gd name="T16" fmla="*/ 0 w 490"/>
                <a:gd name="T17" fmla="*/ 680 h 765"/>
                <a:gd name="T18" fmla="*/ 86 w 490"/>
                <a:gd name="T19" fmla="*/ 765 h 765"/>
                <a:gd name="T20" fmla="*/ 404 w 490"/>
                <a:gd name="T21" fmla="*/ 765 h 765"/>
                <a:gd name="T22" fmla="*/ 490 w 490"/>
                <a:gd name="T23" fmla="*/ 680 h 765"/>
                <a:gd name="T24" fmla="*/ 490 w 490"/>
                <a:gd name="T25" fmla="*/ 383 h 765"/>
                <a:gd name="T26" fmla="*/ 383 w 490"/>
                <a:gd name="T27" fmla="*/ 657 h 765"/>
                <a:gd name="T28" fmla="*/ 108 w 490"/>
                <a:gd name="T29" fmla="*/ 657 h 765"/>
                <a:gd name="T30" fmla="*/ 108 w 490"/>
                <a:gd name="T31" fmla="*/ 383 h 765"/>
                <a:gd name="T32" fmla="*/ 383 w 490"/>
                <a:gd name="T33" fmla="*/ 383 h 765"/>
                <a:gd name="T34" fmla="*/ 383 w 490"/>
                <a:gd name="T35" fmla="*/ 657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0" h="765">
                  <a:moveTo>
                    <a:pt x="490" y="383"/>
                  </a:moveTo>
                  <a:cubicBezTo>
                    <a:pt x="490" y="276"/>
                    <a:pt x="490" y="276"/>
                    <a:pt x="490" y="276"/>
                  </a:cubicBezTo>
                  <a:cubicBezTo>
                    <a:pt x="490" y="65"/>
                    <a:pt x="490" y="65"/>
                    <a:pt x="490" y="65"/>
                  </a:cubicBezTo>
                  <a:cubicBezTo>
                    <a:pt x="490" y="0"/>
                    <a:pt x="490" y="0"/>
                    <a:pt x="490" y="0"/>
                  </a:cubicBezTo>
                  <a:cubicBezTo>
                    <a:pt x="383" y="0"/>
                    <a:pt x="383" y="0"/>
                    <a:pt x="383" y="0"/>
                  </a:cubicBezTo>
                  <a:cubicBezTo>
                    <a:pt x="383" y="276"/>
                    <a:pt x="383" y="276"/>
                    <a:pt x="383" y="276"/>
                  </a:cubicBezTo>
                  <a:cubicBezTo>
                    <a:pt x="86" y="276"/>
                    <a:pt x="86" y="276"/>
                    <a:pt x="86" y="276"/>
                  </a:cubicBezTo>
                  <a:cubicBezTo>
                    <a:pt x="39" y="276"/>
                    <a:pt x="0" y="314"/>
                    <a:pt x="0" y="362"/>
                  </a:cubicBezTo>
                  <a:cubicBezTo>
                    <a:pt x="0" y="680"/>
                    <a:pt x="0" y="680"/>
                    <a:pt x="0" y="680"/>
                  </a:cubicBezTo>
                  <a:cubicBezTo>
                    <a:pt x="0" y="727"/>
                    <a:pt x="39" y="765"/>
                    <a:pt x="86" y="765"/>
                  </a:cubicBezTo>
                  <a:cubicBezTo>
                    <a:pt x="404" y="765"/>
                    <a:pt x="404" y="765"/>
                    <a:pt x="404" y="765"/>
                  </a:cubicBezTo>
                  <a:cubicBezTo>
                    <a:pt x="451" y="765"/>
                    <a:pt x="490" y="727"/>
                    <a:pt x="490" y="680"/>
                  </a:cubicBezTo>
                  <a:lnTo>
                    <a:pt x="490" y="383"/>
                  </a:lnTo>
                  <a:close/>
                  <a:moveTo>
                    <a:pt x="383" y="657"/>
                  </a:moveTo>
                  <a:cubicBezTo>
                    <a:pt x="108" y="657"/>
                    <a:pt x="108" y="657"/>
                    <a:pt x="108" y="657"/>
                  </a:cubicBezTo>
                  <a:cubicBezTo>
                    <a:pt x="108" y="383"/>
                    <a:pt x="108" y="383"/>
                    <a:pt x="108" y="383"/>
                  </a:cubicBezTo>
                  <a:cubicBezTo>
                    <a:pt x="383" y="383"/>
                    <a:pt x="383" y="383"/>
                    <a:pt x="383" y="383"/>
                  </a:cubicBezTo>
                  <a:lnTo>
                    <a:pt x="383" y="65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B3B4F416-41D6-48EB-8B27-99BF4ED39880}"/>
                </a:ext>
              </a:extLst>
            </p:cNvPr>
            <p:cNvSpPr>
              <a:spLocks/>
            </p:cNvSpPr>
            <p:nvPr/>
          </p:nvSpPr>
          <p:spPr bwMode="auto">
            <a:xfrm>
              <a:off x="3644900" y="3971925"/>
              <a:ext cx="1497013" cy="1822450"/>
            </a:xfrm>
            <a:custGeom>
              <a:avLst/>
              <a:gdLst>
                <a:gd name="T0" fmla="*/ 383 w 383"/>
                <a:gd name="T1" fmla="*/ 0 h 467"/>
                <a:gd name="T2" fmla="*/ 383 w 383"/>
                <a:gd name="T3" fmla="*/ 5 h 467"/>
                <a:gd name="T4" fmla="*/ 91 w 383"/>
                <a:gd name="T5" fmla="*/ 5 h 467"/>
                <a:gd name="T6" fmla="*/ 6 w 383"/>
                <a:gd name="T7" fmla="*/ 91 h 467"/>
                <a:gd name="T8" fmla="*/ 6 w 383"/>
                <a:gd name="T9" fmla="*/ 409 h 467"/>
                <a:gd name="T10" fmla="*/ 28 w 383"/>
                <a:gd name="T11" fmla="*/ 467 h 467"/>
                <a:gd name="T12" fmla="*/ 0 w 383"/>
                <a:gd name="T13" fmla="*/ 404 h 467"/>
                <a:gd name="T14" fmla="*/ 0 w 383"/>
                <a:gd name="T15" fmla="*/ 86 h 467"/>
                <a:gd name="T16" fmla="*/ 86 w 383"/>
                <a:gd name="T17" fmla="*/ 0 h 467"/>
                <a:gd name="T18" fmla="*/ 383 w 383"/>
                <a:gd name="T19"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3" h="467">
                  <a:moveTo>
                    <a:pt x="383" y="0"/>
                  </a:moveTo>
                  <a:cubicBezTo>
                    <a:pt x="383" y="5"/>
                    <a:pt x="383" y="5"/>
                    <a:pt x="383" y="5"/>
                  </a:cubicBezTo>
                  <a:cubicBezTo>
                    <a:pt x="91" y="5"/>
                    <a:pt x="91" y="5"/>
                    <a:pt x="91" y="5"/>
                  </a:cubicBezTo>
                  <a:cubicBezTo>
                    <a:pt x="44" y="5"/>
                    <a:pt x="6" y="44"/>
                    <a:pt x="6" y="91"/>
                  </a:cubicBezTo>
                  <a:cubicBezTo>
                    <a:pt x="6" y="409"/>
                    <a:pt x="6" y="409"/>
                    <a:pt x="6" y="409"/>
                  </a:cubicBezTo>
                  <a:cubicBezTo>
                    <a:pt x="6" y="432"/>
                    <a:pt x="14" y="452"/>
                    <a:pt x="28" y="467"/>
                  </a:cubicBezTo>
                  <a:cubicBezTo>
                    <a:pt x="11" y="451"/>
                    <a:pt x="0" y="429"/>
                    <a:pt x="0" y="404"/>
                  </a:cubicBezTo>
                  <a:cubicBezTo>
                    <a:pt x="0" y="86"/>
                    <a:pt x="0" y="86"/>
                    <a:pt x="0" y="86"/>
                  </a:cubicBezTo>
                  <a:cubicBezTo>
                    <a:pt x="0" y="38"/>
                    <a:pt x="39" y="0"/>
                    <a:pt x="86" y="0"/>
                  </a:cubicBezTo>
                  <a:lnTo>
                    <a:pt x="383" y="0"/>
                  </a:lnTo>
                  <a:close/>
                </a:path>
              </a:pathLst>
            </a:custGeom>
            <a:solidFill>
              <a:schemeClr val="accent6">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Rectangle 14">
              <a:extLst>
                <a:ext uri="{FF2B5EF4-FFF2-40B4-BE49-F238E27FC236}">
                  <a16:creationId xmlns:a16="http://schemas.microsoft.com/office/drawing/2014/main" id="{E27E265D-20DE-48F0-8065-7C8876074D09}"/>
                </a:ext>
              </a:extLst>
            </p:cNvPr>
            <p:cNvSpPr>
              <a:spLocks noChangeArrowheads="1"/>
            </p:cNvSpPr>
            <p:nvPr/>
          </p:nvSpPr>
          <p:spPr bwMode="auto">
            <a:xfrm>
              <a:off x="5141913" y="2894013"/>
              <a:ext cx="417513" cy="484188"/>
            </a:xfrm>
            <a:prstGeom prst="rect">
              <a:avLst/>
            </a:prstGeom>
            <a:gradFill flip="none" rotWithShape="1">
              <a:gsLst>
                <a:gs pos="0">
                  <a:schemeClr val="accent6">
                    <a:lumMod val="75000"/>
                  </a:schemeClr>
                </a:gs>
                <a:gs pos="25000">
                  <a:schemeClr val="accent6">
                    <a:alpha val="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6" name="Rectangle 15">
              <a:extLst>
                <a:ext uri="{FF2B5EF4-FFF2-40B4-BE49-F238E27FC236}">
                  <a16:creationId xmlns:a16="http://schemas.microsoft.com/office/drawing/2014/main" id="{0AEA89AE-A197-466E-A46E-FC5658C3DE7D}"/>
                </a:ext>
              </a:extLst>
            </p:cNvPr>
            <p:cNvSpPr>
              <a:spLocks noChangeArrowheads="1"/>
            </p:cNvSpPr>
            <p:nvPr/>
          </p:nvSpPr>
          <p:spPr bwMode="auto">
            <a:xfrm>
              <a:off x="4652963" y="3971925"/>
              <a:ext cx="488950" cy="417513"/>
            </a:xfrm>
            <a:prstGeom prst="rect">
              <a:avLst/>
            </a:prstGeom>
            <a:gradFill flip="none" rotWithShape="1">
              <a:gsLst>
                <a:gs pos="0">
                  <a:schemeClr val="accent6">
                    <a:lumMod val="75000"/>
                  </a:schemeClr>
                </a:gs>
                <a:gs pos="25000">
                  <a:schemeClr val="accent6">
                    <a:alpha val="0"/>
                  </a:schemeClr>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6" name="Group 25">
            <a:extLst>
              <a:ext uri="{FF2B5EF4-FFF2-40B4-BE49-F238E27FC236}">
                <a16:creationId xmlns:a16="http://schemas.microsoft.com/office/drawing/2014/main" id="{18C00AF1-2ABC-4E01-97D7-6058375DDA46}"/>
              </a:ext>
            </a:extLst>
          </p:cNvPr>
          <p:cNvGrpSpPr/>
          <p:nvPr/>
        </p:nvGrpSpPr>
        <p:grpSpPr>
          <a:xfrm>
            <a:off x="3644900" y="977900"/>
            <a:ext cx="2987676" cy="1916113"/>
            <a:chOff x="3644900" y="977900"/>
            <a:chExt cx="2987676" cy="1916113"/>
          </a:xfrm>
          <a:effectLst>
            <a:outerShdw blurRad="114300" dist="76200" dir="2700000" algn="tl" rotWithShape="0">
              <a:prstClr val="black">
                <a:alpha val="28000"/>
              </a:prstClr>
            </a:outerShdw>
          </a:effectLst>
        </p:grpSpPr>
        <p:sp>
          <p:nvSpPr>
            <p:cNvPr id="6" name="Freeform 5">
              <a:extLst>
                <a:ext uri="{FF2B5EF4-FFF2-40B4-BE49-F238E27FC236}">
                  <a16:creationId xmlns:a16="http://schemas.microsoft.com/office/drawing/2014/main" id="{12CA3CA0-70B6-4912-80CD-3FFAEADD3F14}"/>
                </a:ext>
              </a:extLst>
            </p:cNvPr>
            <p:cNvSpPr>
              <a:spLocks noEditPoints="1"/>
            </p:cNvSpPr>
            <p:nvPr/>
          </p:nvSpPr>
          <p:spPr bwMode="auto">
            <a:xfrm>
              <a:off x="3644900" y="977900"/>
              <a:ext cx="2987675" cy="1916113"/>
            </a:xfrm>
            <a:custGeom>
              <a:avLst/>
              <a:gdLst>
                <a:gd name="T0" fmla="*/ 490 w 765"/>
                <a:gd name="T1" fmla="*/ 383 h 491"/>
                <a:gd name="T2" fmla="*/ 490 w 765"/>
                <a:gd name="T3" fmla="*/ 86 h 491"/>
                <a:gd name="T4" fmla="*/ 404 w 765"/>
                <a:gd name="T5" fmla="*/ 0 h 491"/>
                <a:gd name="T6" fmla="*/ 86 w 765"/>
                <a:gd name="T7" fmla="*/ 0 h 491"/>
                <a:gd name="T8" fmla="*/ 0 w 765"/>
                <a:gd name="T9" fmla="*/ 86 h 491"/>
                <a:gd name="T10" fmla="*/ 0 w 765"/>
                <a:gd name="T11" fmla="*/ 404 h 491"/>
                <a:gd name="T12" fmla="*/ 86 w 765"/>
                <a:gd name="T13" fmla="*/ 491 h 491"/>
                <a:gd name="T14" fmla="*/ 383 w 765"/>
                <a:gd name="T15" fmla="*/ 491 h 491"/>
                <a:gd name="T16" fmla="*/ 490 w 765"/>
                <a:gd name="T17" fmla="*/ 491 h 491"/>
                <a:gd name="T18" fmla="*/ 765 w 765"/>
                <a:gd name="T19" fmla="*/ 491 h 491"/>
                <a:gd name="T20" fmla="*/ 765 w 765"/>
                <a:gd name="T21" fmla="*/ 383 h 491"/>
                <a:gd name="T22" fmla="*/ 490 w 765"/>
                <a:gd name="T23" fmla="*/ 383 h 491"/>
                <a:gd name="T24" fmla="*/ 383 w 765"/>
                <a:gd name="T25" fmla="*/ 383 h 491"/>
                <a:gd name="T26" fmla="*/ 108 w 765"/>
                <a:gd name="T27" fmla="*/ 383 h 491"/>
                <a:gd name="T28" fmla="*/ 108 w 765"/>
                <a:gd name="T29" fmla="*/ 109 h 491"/>
                <a:gd name="T30" fmla="*/ 383 w 765"/>
                <a:gd name="T31" fmla="*/ 109 h 491"/>
                <a:gd name="T32" fmla="*/ 383 w 765"/>
                <a:gd name="T33" fmla="*/ 383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5" h="491">
                  <a:moveTo>
                    <a:pt x="490" y="383"/>
                  </a:moveTo>
                  <a:cubicBezTo>
                    <a:pt x="490" y="86"/>
                    <a:pt x="490" y="86"/>
                    <a:pt x="490" y="86"/>
                  </a:cubicBezTo>
                  <a:cubicBezTo>
                    <a:pt x="490" y="39"/>
                    <a:pt x="451" y="0"/>
                    <a:pt x="404" y="0"/>
                  </a:cubicBezTo>
                  <a:cubicBezTo>
                    <a:pt x="86" y="0"/>
                    <a:pt x="86" y="0"/>
                    <a:pt x="86" y="0"/>
                  </a:cubicBezTo>
                  <a:cubicBezTo>
                    <a:pt x="39" y="0"/>
                    <a:pt x="0" y="39"/>
                    <a:pt x="0" y="86"/>
                  </a:cubicBezTo>
                  <a:cubicBezTo>
                    <a:pt x="0" y="404"/>
                    <a:pt x="0" y="404"/>
                    <a:pt x="0" y="404"/>
                  </a:cubicBezTo>
                  <a:cubicBezTo>
                    <a:pt x="0" y="451"/>
                    <a:pt x="39" y="491"/>
                    <a:pt x="86" y="491"/>
                  </a:cubicBezTo>
                  <a:cubicBezTo>
                    <a:pt x="383" y="491"/>
                    <a:pt x="383" y="491"/>
                    <a:pt x="383" y="491"/>
                  </a:cubicBezTo>
                  <a:cubicBezTo>
                    <a:pt x="490" y="491"/>
                    <a:pt x="490" y="491"/>
                    <a:pt x="490" y="491"/>
                  </a:cubicBezTo>
                  <a:cubicBezTo>
                    <a:pt x="765" y="491"/>
                    <a:pt x="765" y="491"/>
                    <a:pt x="765" y="491"/>
                  </a:cubicBezTo>
                  <a:cubicBezTo>
                    <a:pt x="765" y="383"/>
                    <a:pt x="765" y="383"/>
                    <a:pt x="765" y="383"/>
                  </a:cubicBezTo>
                  <a:lnTo>
                    <a:pt x="490" y="383"/>
                  </a:lnTo>
                  <a:close/>
                  <a:moveTo>
                    <a:pt x="383" y="383"/>
                  </a:moveTo>
                  <a:cubicBezTo>
                    <a:pt x="108" y="383"/>
                    <a:pt x="108" y="383"/>
                    <a:pt x="108" y="383"/>
                  </a:cubicBezTo>
                  <a:cubicBezTo>
                    <a:pt x="108" y="109"/>
                    <a:pt x="108" y="109"/>
                    <a:pt x="108" y="109"/>
                  </a:cubicBezTo>
                  <a:cubicBezTo>
                    <a:pt x="383" y="109"/>
                    <a:pt x="383" y="109"/>
                    <a:pt x="383" y="109"/>
                  </a:cubicBezTo>
                  <a:lnTo>
                    <a:pt x="383" y="38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500F8930-3AC5-41F2-9ED0-80A31A2F8F99}"/>
                </a:ext>
              </a:extLst>
            </p:cNvPr>
            <p:cNvSpPr>
              <a:spLocks/>
            </p:cNvSpPr>
            <p:nvPr/>
          </p:nvSpPr>
          <p:spPr bwMode="auto">
            <a:xfrm>
              <a:off x="3644900" y="977900"/>
              <a:ext cx="1785938" cy="1865313"/>
            </a:xfrm>
            <a:custGeom>
              <a:avLst/>
              <a:gdLst>
                <a:gd name="T0" fmla="*/ 7 w 457"/>
                <a:gd name="T1" fmla="*/ 409 h 478"/>
                <a:gd name="T2" fmla="*/ 7 w 457"/>
                <a:gd name="T3" fmla="*/ 90 h 478"/>
                <a:gd name="T4" fmla="*/ 92 w 457"/>
                <a:gd name="T5" fmla="*/ 5 h 478"/>
                <a:gd name="T6" fmla="*/ 410 w 457"/>
                <a:gd name="T7" fmla="*/ 5 h 478"/>
                <a:gd name="T8" fmla="*/ 457 w 457"/>
                <a:gd name="T9" fmla="*/ 19 h 478"/>
                <a:gd name="T10" fmla="*/ 404 w 457"/>
                <a:gd name="T11" fmla="*/ 0 h 478"/>
                <a:gd name="T12" fmla="*/ 86 w 457"/>
                <a:gd name="T13" fmla="*/ 0 h 478"/>
                <a:gd name="T14" fmla="*/ 0 w 457"/>
                <a:gd name="T15" fmla="*/ 86 h 478"/>
                <a:gd name="T16" fmla="*/ 0 w 457"/>
                <a:gd name="T17" fmla="*/ 404 h 478"/>
                <a:gd name="T18" fmla="*/ 40 w 457"/>
                <a:gd name="T19" fmla="*/ 478 h 478"/>
                <a:gd name="T20" fmla="*/ 7 w 457"/>
                <a:gd name="T21" fmla="*/ 40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478">
                  <a:moveTo>
                    <a:pt x="7" y="409"/>
                  </a:moveTo>
                  <a:cubicBezTo>
                    <a:pt x="7" y="90"/>
                    <a:pt x="7" y="90"/>
                    <a:pt x="7" y="90"/>
                  </a:cubicBezTo>
                  <a:cubicBezTo>
                    <a:pt x="7" y="43"/>
                    <a:pt x="45" y="5"/>
                    <a:pt x="92" y="5"/>
                  </a:cubicBezTo>
                  <a:cubicBezTo>
                    <a:pt x="410" y="5"/>
                    <a:pt x="410" y="5"/>
                    <a:pt x="410" y="5"/>
                  </a:cubicBezTo>
                  <a:cubicBezTo>
                    <a:pt x="428" y="5"/>
                    <a:pt x="443" y="10"/>
                    <a:pt x="457" y="19"/>
                  </a:cubicBezTo>
                  <a:cubicBezTo>
                    <a:pt x="442" y="7"/>
                    <a:pt x="424" y="0"/>
                    <a:pt x="404" y="0"/>
                  </a:cubicBezTo>
                  <a:cubicBezTo>
                    <a:pt x="86" y="0"/>
                    <a:pt x="86" y="0"/>
                    <a:pt x="86" y="0"/>
                  </a:cubicBezTo>
                  <a:cubicBezTo>
                    <a:pt x="39" y="0"/>
                    <a:pt x="0" y="39"/>
                    <a:pt x="0" y="86"/>
                  </a:cubicBezTo>
                  <a:cubicBezTo>
                    <a:pt x="0" y="404"/>
                    <a:pt x="0" y="404"/>
                    <a:pt x="0" y="404"/>
                  </a:cubicBezTo>
                  <a:cubicBezTo>
                    <a:pt x="0" y="435"/>
                    <a:pt x="16" y="462"/>
                    <a:pt x="40" y="478"/>
                  </a:cubicBezTo>
                  <a:cubicBezTo>
                    <a:pt x="20" y="462"/>
                    <a:pt x="7" y="437"/>
                    <a:pt x="7" y="409"/>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Rectangle 13">
              <a:extLst>
                <a:ext uri="{FF2B5EF4-FFF2-40B4-BE49-F238E27FC236}">
                  <a16:creationId xmlns:a16="http://schemas.microsoft.com/office/drawing/2014/main" id="{64AE54E3-41ED-4AE7-BC2C-018C737A62AA}"/>
                </a:ext>
              </a:extLst>
            </p:cNvPr>
            <p:cNvSpPr>
              <a:spLocks noChangeArrowheads="1"/>
            </p:cNvSpPr>
            <p:nvPr/>
          </p:nvSpPr>
          <p:spPr bwMode="auto">
            <a:xfrm>
              <a:off x="5141913" y="1989138"/>
              <a:ext cx="417513" cy="482600"/>
            </a:xfrm>
            <a:prstGeom prst="rect">
              <a:avLst/>
            </a:prstGeom>
            <a:gradFill flip="none" rotWithShape="1">
              <a:gsLst>
                <a:gs pos="0">
                  <a:schemeClr val="accent1">
                    <a:lumMod val="75000"/>
                  </a:schemeClr>
                </a:gs>
                <a:gs pos="25000">
                  <a:schemeClr val="accent1">
                    <a:alpha val="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1" name="Rectangle 20">
              <a:extLst>
                <a:ext uri="{FF2B5EF4-FFF2-40B4-BE49-F238E27FC236}">
                  <a16:creationId xmlns:a16="http://schemas.microsoft.com/office/drawing/2014/main" id="{80963638-7C2B-408F-8F39-7E8FD5630CC9}"/>
                </a:ext>
              </a:extLst>
            </p:cNvPr>
            <p:cNvSpPr>
              <a:spLocks noChangeArrowheads="1"/>
            </p:cNvSpPr>
            <p:nvPr/>
          </p:nvSpPr>
          <p:spPr bwMode="auto">
            <a:xfrm>
              <a:off x="6148388" y="2471738"/>
              <a:ext cx="484188" cy="422275"/>
            </a:xfrm>
            <a:prstGeom prst="rect">
              <a:avLst/>
            </a:prstGeom>
            <a:gradFill flip="none" rotWithShape="1">
              <a:gsLst>
                <a:gs pos="0">
                  <a:schemeClr val="accent1">
                    <a:lumMod val="75000"/>
                  </a:schemeClr>
                </a:gs>
                <a:gs pos="23000">
                  <a:schemeClr val="accent1">
                    <a:alpha val="0"/>
                  </a:schemeClr>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7" name="Group 26">
            <a:extLst>
              <a:ext uri="{FF2B5EF4-FFF2-40B4-BE49-F238E27FC236}">
                <a16:creationId xmlns:a16="http://schemas.microsoft.com/office/drawing/2014/main" id="{2D15AE13-F3E8-48D0-973E-58A7BC2B5DE4}"/>
              </a:ext>
            </a:extLst>
          </p:cNvPr>
          <p:cNvGrpSpPr/>
          <p:nvPr/>
        </p:nvGrpSpPr>
        <p:grpSpPr>
          <a:xfrm>
            <a:off x="6632575" y="985838"/>
            <a:ext cx="1914525" cy="2986088"/>
            <a:chOff x="6632575" y="985838"/>
            <a:chExt cx="1914525" cy="2986088"/>
          </a:xfrm>
          <a:effectLst>
            <a:outerShdw blurRad="114300" dist="76200" dir="2700000" algn="tl" rotWithShape="0">
              <a:prstClr val="black">
                <a:alpha val="28000"/>
              </a:prstClr>
            </a:outerShdw>
          </a:effectLst>
        </p:grpSpPr>
        <p:sp>
          <p:nvSpPr>
            <p:cNvPr id="7" name="Freeform 6">
              <a:extLst>
                <a:ext uri="{FF2B5EF4-FFF2-40B4-BE49-F238E27FC236}">
                  <a16:creationId xmlns:a16="http://schemas.microsoft.com/office/drawing/2014/main" id="{762BFAD6-8CBA-4243-B173-D9B9FCDD7813}"/>
                </a:ext>
              </a:extLst>
            </p:cNvPr>
            <p:cNvSpPr>
              <a:spLocks noEditPoints="1"/>
            </p:cNvSpPr>
            <p:nvPr/>
          </p:nvSpPr>
          <p:spPr bwMode="auto">
            <a:xfrm>
              <a:off x="6632575" y="985838"/>
              <a:ext cx="1914525" cy="2986088"/>
            </a:xfrm>
            <a:custGeom>
              <a:avLst/>
              <a:gdLst>
                <a:gd name="T0" fmla="*/ 404 w 490"/>
                <a:gd name="T1" fmla="*/ 0 h 765"/>
                <a:gd name="T2" fmla="*/ 86 w 490"/>
                <a:gd name="T3" fmla="*/ 0 h 765"/>
                <a:gd name="T4" fmla="*/ 0 w 490"/>
                <a:gd name="T5" fmla="*/ 86 h 765"/>
                <a:gd name="T6" fmla="*/ 0 w 490"/>
                <a:gd name="T7" fmla="*/ 309 h 765"/>
                <a:gd name="T8" fmla="*/ 0 w 490"/>
                <a:gd name="T9" fmla="*/ 383 h 765"/>
                <a:gd name="T10" fmla="*/ 0 w 490"/>
                <a:gd name="T11" fmla="*/ 489 h 765"/>
                <a:gd name="T12" fmla="*/ 0 w 490"/>
                <a:gd name="T13" fmla="*/ 637 h 765"/>
                <a:gd name="T14" fmla="*/ 0 w 490"/>
                <a:gd name="T15" fmla="*/ 765 h 765"/>
                <a:gd name="T16" fmla="*/ 108 w 490"/>
                <a:gd name="T17" fmla="*/ 765 h 765"/>
                <a:gd name="T18" fmla="*/ 108 w 490"/>
                <a:gd name="T19" fmla="*/ 489 h 765"/>
                <a:gd name="T20" fmla="*/ 404 w 490"/>
                <a:gd name="T21" fmla="*/ 489 h 765"/>
                <a:gd name="T22" fmla="*/ 490 w 490"/>
                <a:gd name="T23" fmla="*/ 404 h 765"/>
                <a:gd name="T24" fmla="*/ 490 w 490"/>
                <a:gd name="T25" fmla="*/ 86 h 765"/>
                <a:gd name="T26" fmla="*/ 404 w 490"/>
                <a:gd name="T27" fmla="*/ 0 h 765"/>
                <a:gd name="T28" fmla="*/ 383 w 490"/>
                <a:gd name="T29" fmla="*/ 381 h 765"/>
                <a:gd name="T30" fmla="*/ 107 w 490"/>
                <a:gd name="T31" fmla="*/ 381 h 765"/>
                <a:gd name="T32" fmla="*/ 107 w 490"/>
                <a:gd name="T33" fmla="*/ 107 h 765"/>
                <a:gd name="T34" fmla="*/ 383 w 490"/>
                <a:gd name="T35" fmla="*/ 107 h 765"/>
                <a:gd name="T36" fmla="*/ 383 w 490"/>
                <a:gd name="T37" fmla="*/ 381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0" h="765">
                  <a:moveTo>
                    <a:pt x="404" y="0"/>
                  </a:moveTo>
                  <a:cubicBezTo>
                    <a:pt x="86" y="0"/>
                    <a:pt x="86" y="0"/>
                    <a:pt x="86" y="0"/>
                  </a:cubicBezTo>
                  <a:cubicBezTo>
                    <a:pt x="39" y="0"/>
                    <a:pt x="0" y="38"/>
                    <a:pt x="0" y="86"/>
                  </a:cubicBezTo>
                  <a:cubicBezTo>
                    <a:pt x="0" y="309"/>
                    <a:pt x="0" y="309"/>
                    <a:pt x="0" y="309"/>
                  </a:cubicBezTo>
                  <a:cubicBezTo>
                    <a:pt x="0" y="383"/>
                    <a:pt x="0" y="383"/>
                    <a:pt x="0" y="383"/>
                  </a:cubicBezTo>
                  <a:cubicBezTo>
                    <a:pt x="0" y="489"/>
                    <a:pt x="0" y="489"/>
                    <a:pt x="0" y="489"/>
                  </a:cubicBezTo>
                  <a:cubicBezTo>
                    <a:pt x="0" y="637"/>
                    <a:pt x="0" y="637"/>
                    <a:pt x="0" y="637"/>
                  </a:cubicBezTo>
                  <a:cubicBezTo>
                    <a:pt x="0" y="765"/>
                    <a:pt x="0" y="765"/>
                    <a:pt x="0" y="765"/>
                  </a:cubicBezTo>
                  <a:cubicBezTo>
                    <a:pt x="108" y="765"/>
                    <a:pt x="108" y="765"/>
                    <a:pt x="108" y="765"/>
                  </a:cubicBezTo>
                  <a:cubicBezTo>
                    <a:pt x="108" y="489"/>
                    <a:pt x="108" y="489"/>
                    <a:pt x="108" y="489"/>
                  </a:cubicBezTo>
                  <a:cubicBezTo>
                    <a:pt x="404" y="489"/>
                    <a:pt x="404" y="489"/>
                    <a:pt x="404" y="489"/>
                  </a:cubicBezTo>
                  <a:cubicBezTo>
                    <a:pt x="451" y="489"/>
                    <a:pt x="490" y="451"/>
                    <a:pt x="490" y="404"/>
                  </a:cubicBezTo>
                  <a:cubicBezTo>
                    <a:pt x="490" y="86"/>
                    <a:pt x="490" y="86"/>
                    <a:pt x="490" y="86"/>
                  </a:cubicBezTo>
                  <a:cubicBezTo>
                    <a:pt x="490" y="38"/>
                    <a:pt x="451" y="0"/>
                    <a:pt x="404" y="0"/>
                  </a:cubicBezTo>
                  <a:close/>
                  <a:moveTo>
                    <a:pt x="383" y="381"/>
                  </a:moveTo>
                  <a:cubicBezTo>
                    <a:pt x="107" y="381"/>
                    <a:pt x="107" y="381"/>
                    <a:pt x="107" y="381"/>
                  </a:cubicBezTo>
                  <a:cubicBezTo>
                    <a:pt x="107" y="107"/>
                    <a:pt x="107" y="107"/>
                    <a:pt x="107" y="107"/>
                  </a:cubicBezTo>
                  <a:cubicBezTo>
                    <a:pt x="383" y="107"/>
                    <a:pt x="383" y="107"/>
                    <a:pt x="383" y="107"/>
                  </a:cubicBezTo>
                  <a:lnTo>
                    <a:pt x="383" y="38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66832F56-E1A6-4C5A-8269-F85DD618800E}"/>
                </a:ext>
              </a:extLst>
            </p:cNvPr>
            <p:cNvSpPr>
              <a:spLocks/>
            </p:cNvSpPr>
            <p:nvPr/>
          </p:nvSpPr>
          <p:spPr bwMode="auto">
            <a:xfrm>
              <a:off x="6632575" y="985838"/>
              <a:ext cx="1797050" cy="2986088"/>
            </a:xfrm>
            <a:custGeom>
              <a:avLst/>
              <a:gdLst>
                <a:gd name="T0" fmla="*/ 6 w 460"/>
                <a:gd name="T1" fmla="*/ 642 h 765"/>
                <a:gd name="T2" fmla="*/ 6 w 460"/>
                <a:gd name="T3" fmla="*/ 494 h 765"/>
                <a:gd name="T4" fmla="*/ 6 w 460"/>
                <a:gd name="T5" fmla="*/ 387 h 765"/>
                <a:gd name="T6" fmla="*/ 6 w 460"/>
                <a:gd name="T7" fmla="*/ 314 h 765"/>
                <a:gd name="T8" fmla="*/ 6 w 460"/>
                <a:gd name="T9" fmla="*/ 90 h 765"/>
                <a:gd name="T10" fmla="*/ 92 w 460"/>
                <a:gd name="T11" fmla="*/ 5 h 765"/>
                <a:gd name="T12" fmla="*/ 410 w 460"/>
                <a:gd name="T13" fmla="*/ 5 h 765"/>
                <a:gd name="T14" fmla="*/ 460 w 460"/>
                <a:gd name="T15" fmla="*/ 21 h 765"/>
                <a:gd name="T16" fmla="*/ 404 w 460"/>
                <a:gd name="T17" fmla="*/ 0 h 765"/>
                <a:gd name="T18" fmla="*/ 86 w 460"/>
                <a:gd name="T19" fmla="*/ 0 h 765"/>
                <a:gd name="T20" fmla="*/ 0 w 460"/>
                <a:gd name="T21" fmla="*/ 86 h 765"/>
                <a:gd name="T22" fmla="*/ 0 w 460"/>
                <a:gd name="T23" fmla="*/ 309 h 765"/>
                <a:gd name="T24" fmla="*/ 0 w 460"/>
                <a:gd name="T25" fmla="*/ 383 h 765"/>
                <a:gd name="T26" fmla="*/ 0 w 460"/>
                <a:gd name="T27" fmla="*/ 489 h 765"/>
                <a:gd name="T28" fmla="*/ 0 w 460"/>
                <a:gd name="T29" fmla="*/ 637 h 765"/>
                <a:gd name="T30" fmla="*/ 0 w 460"/>
                <a:gd name="T31" fmla="*/ 765 h 765"/>
                <a:gd name="T32" fmla="*/ 6 w 460"/>
                <a:gd name="T33" fmla="*/ 765 h 765"/>
                <a:gd name="T34" fmla="*/ 6 w 460"/>
                <a:gd name="T35" fmla="*/ 642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0" h="765">
                  <a:moveTo>
                    <a:pt x="6" y="642"/>
                  </a:moveTo>
                  <a:cubicBezTo>
                    <a:pt x="6" y="494"/>
                    <a:pt x="6" y="494"/>
                    <a:pt x="6" y="494"/>
                  </a:cubicBezTo>
                  <a:cubicBezTo>
                    <a:pt x="6" y="387"/>
                    <a:pt x="6" y="387"/>
                    <a:pt x="6" y="387"/>
                  </a:cubicBezTo>
                  <a:cubicBezTo>
                    <a:pt x="6" y="314"/>
                    <a:pt x="6" y="314"/>
                    <a:pt x="6" y="314"/>
                  </a:cubicBezTo>
                  <a:cubicBezTo>
                    <a:pt x="6" y="90"/>
                    <a:pt x="6" y="90"/>
                    <a:pt x="6" y="90"/>
                  </a:cubicBezTo>
                  <a:cubicBezTo>
                    <a:pt x="6" y="43"/>
                    <a:pt x="45" y="5"/>
                    <a:pt x="92" y="5"/>
                  </a:cubicBezTo>
                  <a:cubicBezTo>
                    <a:pt x="410" y="5"/>
                    <a:pt x="410" y="5"/>
                    <a:pt x="410" y="5"/>
                  </a:cubicBezTo>
                  <a:cubicBezTo>
                    <a:pt x="429" y="5"/>
                    <a:pt x="446" y="11"/>
                    <a:pt x="460" y="21"/>
                  </a:cubicBezTo>
                  <a:cubicBezTo>
                    <a:pt x="445" y="8"/>
                    <a:pt x="426" y="0"/>
                    <a:pt x="404" y="0"/>
                  </a:cubicBezTo>
                  <a:cubicBezTo>
                    <a:pt x="86" y="0"/>
                    <a:pt x="86" y="0"/>
                    <a:pt x="86" y="0"/>
                  </a:cubicBezTo>
                  <a:cubicBezTo>
                    <a:pt x="39" y="0"/>
                    <a:pt x="0" y="38"/>
                    <a:pt x="0" y="86"/>
                  </a:cubicBezTo>
                  <a:cubicBezTo>
                    <a:pt x="0" y="309"/>
                    <a:pt x="0" y="309"/>
                    <a:pt x="0" y="309"/>
                  </a:cubicBezTo>
                  <a:cubicBezTo>
                    <a:pt x="0" y="383"/>
                    <a:pt x="0" y="383"/>
                    <a:pt x="0" y="383"/>
                  </a:cubicBezTo>
                  <a:cubicBezTo>
                    <a:pt x="0" y="489"/>
                    <a:pt x="0" y="489"/>
                    <a:pt x="0" y="489"/>
                  </a:cubicBezTo>
                  <a:cubicBezTo>
                    <a:pt x="0" y="637"/>
                    <a:pt x="0" y="637"/>
                    <a:pt x="0" y="637"/>
                  </a:cubicBezTo>
                  <a:cubicBezTo>
                    <a:pt x="0" y="765"/>
                    <a:pt x="0" y="765"/>
                    <a:pt x="0" y="765"/>
                  </a:cubicBezTo>
                  <a:cubicBezTo>
                    <a:pt x="6" y="765"/>
                    <a:pt x="6" y="765"/>
                    <a:pt x="6" y="765"/>
                  </a:cubicBezTo>
                  <a:lnTo>
                    <a:pt x="6" y="642"/>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Rectangle 18">
              <a:extLst>
                <a:ext uri="{FF2B5EF4-FFF2-40B4-BE49-F238E27FC236}">
                  <a16:creationId xmlns:a16="http://schemas.microsoft.com/office/drawing/2014/main" id="{A1F36216-D480-4EB2-BFF5-C70847A122CE}"/>
                </a:ext>
              </a:extLst>
            </p:cNvPr>
            <p:cNvSpPr>
              <a:spLocks noChangeArrowheads="1"/>
            </p:cNvSpPr>
            <p:nvPr/>
          </p:nvSpPr>
          <p:spPr bwMode="auto">
            <a:xfrm>
              <a:off x="6632575" y="3487738"/>
              <a:ext cx="422275" cy="484188"/>
            </a:xfrm>
            <a:prstGeom prst="rect">
              <a:avLst/>
            </a:prstGeom>
            <a:gradFill flip="none" rotWithShape="1">
              <a:gsLst>
                <a:gs pos="0">
                  <a:schemeClr val="accent3">
                    <a:lumMod val="75000"/>
                  </a:schemeClr>
                </a:gs>
                <a:gs pos="26000">
                  <a:schemeClr val="accent3">
                    <a:alpha val="0"/>
                  </a:schemeClr>
                </a:gs>
              </a:gsLst>
              <a:lin ang="162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0" name="Rectangle 19">
              <a:extLst>
                <a:ext uri="{FF2B5EF4-FFF2-40B4-BE49-F238E27FC236}">
                  <a16:creationId xmlns:a16="http://schemas.microsoft.com/office/drawing/2014/main" id="{3C6B7EDA-729A-49F8-9E90-97FB24CF2AD8}"/>
                </a:ext>
              </a:extLst>
            </p:cNvPr>
            <p:cNvSpPr>
              <a:spLocks noChangeArrowheads="1"/>
            </p:cNvSpPr>
            <p:nvPr/>
          </p:nvSpPr>
          <p:spPr bwMode="auto">
            <a:xfrm>
              <a:off x="7054850" y="2471738"/>
              <a:ext cx="484188" cy="422275"/>
            </a:xfrm>
            <a:prstGeom prst="rect">
              <a:avLst/>
            </a:prstGeom>
            <a:gradFill flip="none" rotWithShape="1">
              <a:gsLst>
                <a:gs pos="0">
                  <a:schemeClr val="accent3">
                    <a:lumMod val="75000"/>
                  </a:schemeClr>
                </a:gs>
                <a:gs pos="26000">
                  <a:schemeClr val="accent3">
                    <a:alpha val="0"/>
                  </a:schemeClr>
                </a:gs>
              </a:gsLst>
              <a:lin ang="21594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42196BAA-15D2-4D00-904E-4EF5ADDE31F7}"/>
              </a:ext>
            </a:extLst>
          </p:cNvPr>
          <p:cNvGrpSpPr/>
          <p:nvPr/>
        </p:nvGrpSpPr>
        <p:grpSpPr>
          <a:xfrm>
            <a:off x="5559425" y="3971925"/>
            <a:ext cx="2987675" cy="1908175"/>
            <a:chOff x="5559425" y="3971925"/>
            <a:chExt cx="2987675" cy="1908175"/>
          </a:xfrm>
          <a:effectLst>
            <a:outerShdw blurRad="114300" dist="76200" dir="2700000" algn="tl" rotWithShape="0">
              <a:prstClr val="black">
                <a:alpha val="28000"/>
              </a:prstClr>
            </a:outerShdw>
          </a:effectLst>
        </p:grpSpPr>
        <p:sp>
          <p:nvSpPr>
            <p:cNvPr id="9" name="Freeform 8">
              <a:extLst>
                <a:ext uri="{FF2B5EF4-FFF2-40B4-BE49-F238E27FC236}">
                  <a16:creationId xmlns:a16="http://schemas.microsoft.com/office/drawing/2014/main" id="{BB3C5887-BA4A-4BD0-A457-DA03F650ADB5}"/>
                </a:ext>
              </a:extLst>
            </p:cNvPr>
            <p:cNvSpPr>
              <a:spLocks noEditPoints="1"/>
            </p:cNvSpPr>
            <p:nvPr/>
          </p:nvSpPr>
          <p:spPr bwMode="auto">
            <a:xfrm>
              <a:off x="5559425" y="3971925"/>
              <a:ext cx="2987675" cy="1908175"/>
            </a:xfrm>
            <a:custGeom>
              <a:avLst/>
              <a:gdLst>
                <a:gd name="T0" fmla="*/ 679 w 765"/>
                <a:gd name="T1" fmla="*/ 0 h 489"/>
                <a:gd name="T2" fmla="*/ 422 w 765"/>
                <a:gd name="T3" fmla="*/ 0 h 489"/>
                <a:gd name="T4" fmla="*/ 382 w 765"/>
                <a:gd name="T5" fmla="*/ 0 h 489"/>
                <a:gd name="T6" fmla="*/ 275 w 765"/>
                <a:gd name="T7" fmla="*/ 0 h 489"/>
                <a:gd name="T8" fmla="*/ 149 w 765"/>
                <a:gd name="T9" fmla="*/ 0 h 489"/>
                <a:gd name="T10" fmla="*/ 0 w 765"/>
                <a:gd name="T11" fmla="*/ 0 h 489"/>
                <a:gd name="T12" fmla="*/ 0 w 765"/>
                <a:gd name="T13" fmla="*/ 107 h 489"/>
                <a:gd name="T14" fmla="*/ 275 w 765"/>
                <a:gd name="T15" fmla="*/ 107 h 489"/>
                <a:gd name="T16" fmla="*/ 275 w 765"/>
                <a:gd name="T17" fmla="*/ 404 h 489"/>
                <a:gd name="T18" fmla="*/ 361 w 765"/>
                <a:gd name="T19" fmla="*/ 489 h 489"/>
                <a:gd name="T20" fmla="*/ 679 w 765"/>
                <a:gd name="T21" fmla="*/ 489 h 489"/>
                <a:gd name="T22" fmla="*/ 765 w 765"/>
                <a:gd name="T23" fmla="*/ 404 h 489"/>
                <a:gd name="T24" fmla="*/ 765 w 765"/>
                <a:gd name="T25" fmla="*/ 86 h 489"/>
                <a:gd name="T26" fmla="*/ 679 w 765"/>
                <a:gd name="T27" fmla="*/ 0 h 489"/>
                <a:gd name="T28" fmla="*/ 658 w 765"/>
                <a:gd name="T29" fmla="*/ 381 h 489"/>
                <a:gd name="T30" fmla="*/ 382 w 765"/>
                <a:gd name="T31" fmla="*/ 381 h 489"/>
                <a:gd name="T32" fmla="*/ 382 w 765"/>
                <a:gd name="T33" fmla="*/ 107 h 489"/>
                <a:gd name="T34" fmla="*/ 658 w 765"/>
                <a:gd name="T35" fmla="*/ 107 h 489"/>
                <a:gd name="T36" fmla="*/ 658 w 765"/>
                <a:gd name="T37" fmla="*/ 381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5" h="489">
                  <a:moveTo>
                    <a:pt x="679" y="0"/>
                  </a:moveTo>
                  <a:cubicBezTo>
                    <a:pt x="422" y="0"/>
                    <a:pt x="422" y="0"/>
                    <a:pt x="422" y="0"/>
                  </a:cubicBezTo>
                  <a:cubicBezTo>
                    <a:pt x="382" y="0"/>
                    <a:pt x="382" y="0"/>
                    <a:pt x="382" y="0"/>
                  </a:cubicBezTo>
                  <a:cubicBezTo>
                    <a:pt x="275" y="0"/>
                    <a:pt x="275" y="0"/>
                    <a:pt x="275" y="0"/>
                  </a:cubicBezTo>
                  <a:cubicBezTo>
                    <a:pt x="149" y="0"/>
                    <a:pt x="149" y="0"/>
                    <a:pt x="149" y="0"/>
                  </a:cubicBezTo>
                  <a:cubicBezTo>
                    <a:pt x="0" y="0"/>
                    <a:pt x="0" y="0"/>
                    <a:pt x="0" y="0"/>
                  </a:cubicBezTo>
                  <a:cubicBezTo>
                    <a:pt x="0" y="107"/>
                    <a:pt x="0" y="107"/>
                    <a:pt x="0" y="107"/>
                  </a:cubicBezTo>
                  <a:cubicBezTo>
                    <a:pt x="275" y="107"/>
                    <a:pt x="275" y="107"/>
                    <a:pt x="275" y="107"/>
                  </a:cubicBezTo>
                  <a:cubicBezTo>
                    <a:pt x="275" y="404"/>
                    <a:pt x="275" y="404"/>
                    <a:pt x="275" y="404"/>
                  </a:cubicBezTo>
                  <a:cubicBezTo>
                    <a:pt x="275" y="451"/>
                    <a:pt x="314" y="489"/>
                    <a:pt x="361" y="489"/>
                  </a:cubicBezTo>
                  <a:cubicBezTo>
                    <a:pt x="679" y="489"/>
                    <a:pt x="679" y="489"/>
                    <a:pt x="679" y="489"/>
                  </a:cubicBezTo>
                  <a:cubicBezTo>
                    <a:pt x="726" y="489"/>
                    <a:pt x="765" y="451"/>
                    <a:pt x="765" y="404"/>
                  </a:cubicBezTo>
                  <a:cubicBezTo>
                    <a:pt x="765" y="86"/>
                    <a:pt x="765" y="86"/>
                    <a:pt x="765" y="86"/>
                  </a:cubicBezTo>
                  <a:cubicBezTo>
                    <a:pt x="765" y="38"/>
                    <a:pt x="726" y="0"/>
                    <a:pt x="679" y="0"/>
                  </a:cubicBezTo>
                  <a:close/>
                  <a:moveTo>
                    <a:pt x="658" y="381"/>
                  </a:moveTo>
                  <a:cubicBezTo>
                    <a:pt x="382" y="381"/>
                    <a:pt x="382" y="381"/>
                    <a:pt x="382" y="381"/>
                  </a:cubicBezTo>
                  <a:cubicBezTo>
                    <a:pt x="382" y="107"/>
                    <a:pt x="382" y="107"/>
                    <a:pt x="382" y="107"/>
                  </a:cubicBezTo>
                  <a:cubicBezTo>
                    <a:pt x="658" y="107"/>
                    <a:pt x="658" y="107"/>
                    <a:pt x="658" y="107"/>
                  </a:cubicBezTo>
                  <a:lnTo>
                    <a:pt x="658" y="38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1B5E237B-6E27-4BA2-AF0F-6362B424C456}"/>
                </a:ext>
              </a:extLst>
            </p:cNvPr>
            <p:cNvSpPr>
              <a:spLocks/>
            </p:cNvSpPr>
            <p:nvPr/>
          </p:nvSpPr>
          <p:spPr bwMode="auto">
            <a:xfrm>
              <a:off x="5559425" y="3971925"/>
              <a:ext cx="2987675" cy="355600"/>
            </a:xfrm>
            <a:custGeom>
              <a:avLst/>
              <a:gdLst>
                <a:gd name="T0" fmla="*/ 275 w 765"/>
                <a:gd name="T1" fmla="*/ 6 h 91"/>
                <a:gd name="T2" fmla="*/ 382 w 765"/>
                <a:gd name="T3" fmla="*/ 6 h 91"/>
                <a:gd name="T4" fmla="*/ 422 w 765"/>
                <a:gd name="T5" fmla="*/ 6 h 91"/>
                <a:gd name="T6" fmla="*/ 679 w 765"/>
                <a:gd name="T7" fmla="*/ 6 h 91"/>
                <a:gd name="T8" fmla="*/ 765 w 765"/>
                <a:gd name="T9" fmla="*/ 91 h 91"/>
                <a:gd name="T10" fmla="*/ 765 w 765"/>
                <a:gd name="T11" fmla="*/ 86 h 91"/>
                <a:gd name="T12" fmla="*/ 679 w 765"/>
                <a:gd name="T13" fmla="*/ 0 h 91"/>
                <a:gd name="T14" fmla="*/ 422 w 765"/>
                <a:gd name="T15" fmla="*/ 0 h 91"/>
                <a:gd name="T16" fmla="*/ 382 w 765"/>
                <a:gd name="T17" fmla="*/ 0 h 91"/>
                <a:gd name="T18" fmla="*/ 275 w 765"/>
                <a:gd name="T19" fmla="*/ 0 h 91"/>
                <a:gd name="T20" fmla="*/ 149 w 765"/>
                <a:gd name="T21" fmla="*/ 0 h 91"/>
                <a:gd name="T22" fmla="*/ 0 w 765"/>
                <a:gd name="T23" fmla="*/ 0 h 91"/>
                <a:gd name="T24" fmla="*/ 0 w 765"/>
                <a:gd name="T25" fmla="*/ 6 h 91"/>
                <a:gd name="T26" fmla="*/ 149 w 765"/>
                <a:gd name="T27" fmla="*/ 6 h 91"/>
                <a:gd name="T28" fmla="*/ 275 w 765"/>
                <a:gd name="T29" fmla="*/ 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5" h="91">
                  <a:moveTo>
                    <a:pt x="275" y="6"/>
                  </a:moveTo>
                  <a:cubicBezTo>
                    <a:pt x="382" y="6"/>
                    <a:pt x="382" y="6"/>
                    <a:pt x="382" y="6"/>
                  </a:cubicBezTo>
                  <a:cubicBezTo>
                    <a:pt x="422" y="6"/>
                    <a:pt x="422" y="6"/>
                    <a:pt x="422" y="6"/>
                  </a:cubicBezTo>
                  <a:cubicBezTo>
                    <a:pt x="679" y="6"/>
                    <a:pt x="679" y="6"/>
                    <a:pt x="679" y="6"/>
                  </a:cubicBezTo>
                  <a:cubicBezTo>
                    <a:pt x="726" y="6"/>
                    <a:pt x="765" y="44"/>
                    <a:pt x="765" y="91"/>
                  </a:cubicBezTo>
                  <a:cubicBezTo>
                    <a:pt x="765" y="86"/>
                    <a:pt x="765" y="86"/>
                    <a:pt x="765" y="86"/>
                  </a:cubicBezTo>
                  <a:cubicBezTo>
                    <a:pt x="765" y="38"/>
                    <a:pt x="726" y="0"/>
                    <a:pt x="679" y="0"/>
                  </a:cubicBezTo>
                  <a:cubicBezTo>
                    <a:pt x="422" y="0"/>
                    <a:pt x="422" y="0"/>
                    <a:pt x="422" y="0"/>
                  </a:cubicBezTo>
                  <a:cubicBezTo>
                    <a:pt x="382" y="0"/>
                    <a:pt x="382" y="0"/>
                    <a:pt x="382" y="0"/>
                  </a:cubicBezTo>
                  <a:cubicBezTo>
                    <a:pt x="275" y="0"/>
                    <a:pt x="275" y="0"/>
                    <a:pt x="275" y="0"/>
                  </a:cubicBezTo>
                  <a:cubicBezTo>
                    <a:pt x="149" y="0"/>
                    <a:pt x="149" y="0"/>
                    <a:pt x="149" y="0"/>
                  </a:cubicBezTo>
                  <a:cubicBezTo>
                    <a:pt x="0" y="0"/>
                    <a:pt x="0" y="0"/>
                    <a:pt x="0" y="0"/>
                  </a:cubicBezTo>
                  <a:cubicBezTo>
                    <a:pt x="0" y="6"/>
                    <a:pt x="0" y="6"/>
                    <a:pt x="0" y="6"/>
                  </a:cubicBezTo>
                  <a:cubicBezTo>
                    <a:pt x="149" y="6"/>
                    <a:pt x="149" y="6"/>
                    <a:pt x="149" y="6"/>
                  </a:cubicBezTo>
                  <a:lnTo>
                    <a:pt x="275" y="6"/>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Rectangle 16">
              <a:extLst>
                <a:ext uri="{FF2B5EF4-FFF2-40B4-BE49-F238E27FC236}">
                  <a16:creationId xmlns:a16="http://schemas.microsoft.com/office/drawing/2014/main" id="{D8321776-629D-46C0-B6DD-22FBC38F8A2B}"/>
                </a:ext>
              </a:extLst>
            </p:cNvPr>
            <p:cNvSpPr>
              <a:spLocks noChangeArrowheads="1"/>
            </p:cNvSpPr>
            <p:nvPr/>
          </p:nvSpPr>
          <p:spPr bwMode="auto">
            <a:xfrm>
              <a:off x="5559425" y="3971925"/>
              <a:ext cx="479425" cy="417513"/>
            </a:xfrm>
            <a:prstGeom prst="rect">
              <a:avLst/>
            </a:prstGeom>
            <a:gradFill flip="none" rotWithShape="1">
              <a:gsLst>
                <a:gs pos="0">
                  <a:schemeClr val="accent4">
                    <a:lumMod val="75000"/>
                  </a:schemeClr>
                </a:gs>
                <a:gs pos="26000">
                  <a:schemeClr val="accent4">
                    <a:alpha val="0"/>
                  </a:schemeClr>
                </a:gs>
              </a:gsLst>
              <a:lin ang="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8" name="Rectangle 17">
              <a:extLst>
                <a:ext uri="{FF2B5EF4-FFF2-40B4-BE49-F238E27FC236}">
                  <a16:creationId xmlns:a16="http://schemas.microsoft.com/office/drawing/2014/main" id="{760C3B22-7F8C-455D-AC18-8DF75B4C103F}"/>
                </a:ext>
              </a:extLst>
            </p:cNvPr>
            <p:cNvSpPr>
              <a:spLocks noChangeArrowheads="1"/>
            </p:cNvSpPr>
            <p:nvPr/>
          </p:nvSpPr>
          <p:spPr bwMode="auto">
            <a:xfrm>
              <a:off x="6632575" y="4389438"/>
              <a:ext cx="422275" cy="484188"/>
            </a:xfrm>
            <a:prstGeom prst="rect">
              <a:avLst/>
            </a:prstGeom>
            <a:gradFill flip="none" rotWithShape="1">
              <a:gsLst>
                <a:gs pos="0">
                  <a:schemeClr val="accent4">
                    <a:lumMod val="75000"/>
                  </a:schemeClr>
                </a:gs>
                <a:gs pos="26000">
                  <a:schemeClr val="accent4">
                    <a:alpha val="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22" name="Rectangle 21">
            <a:extLst>
              <a:ext uri="{FF2B5EF4-FFF2-40B4-BE49-F238E27FC236}">
                <a16:creationId xmlns:a16="http://schemas.microsoft.com/office/drawing/2014/main" id="{9DC07DF5-E4D8-411E-A60B-2DF45043C9F0}"/>
              </a:ext>
            </a:extLst>
          </p:cNvPr>
          <p:cNvSpPr>
            <a:spLocks noChangeArrowheads="1"/>
          </p:cNvSpPr>
          <p:nvPr/>
        </p:nvSpPr>
        <p:spPr bwMode="auto">
          <a:xfrm>
            <a:off x="4235450" y="1524735"/>
            <a:ext cx="759823"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200" b="1" i="0" u="none" strike="noStrike" cap="none" normalizeH="0" baseline="0">
                <a:ln>
                  <a:noFill/>
                </a:ln>
                <a:solidFill>
                  <a:schemeClr val="accent1"/>
                </a:solidFill>
                <a:effectLst/>
                <a:latin typeface="Open Sans" panose="020B0606030504020204" pitchFamily="34" charset="0"/>
              </a:rPr>
              <a:t>02</a:t>
            </a:r>
            <a:endParaRPr kumimoji="0" lang="ru-UA" altLang="ru-UA" sz="1800" b="0" i="0" u="none" strike="noStrike" cap="none" normalizeH="0" baseline="0">
              <a:ln>
                <a:noFill/>
              </a:ln>
              <a:solidFill>
                <a:schemeClr val="accent1"/>
              </a:solidFill>
              <a:effectLst/>
            </a:endParaRPr>
          </a:p>
        </p:txBody>
      </p:sp>
      <p:sp>
        <p:nvSpPr>
          <p:cNvPr id="23" name="Rectangle 22">
            <a:extLst>
              <a:ext uri="{FF2B5EF4-FFF2-40B4-BE49-F238E27FC236}">
                <a16:creationId xmlns:a16="http://schemas.microsoft.com/office/drawing/2014/main" id="{6BB5E84A-F072-41AB-9EEC-BAB3335F8FAF}"/>
              </a:ext>
            </a:extLst>
          </p:cNvPr>
          <p:cNvSpPr>
            <a:spLocks noChangeArrowheads="1"/>
          </p:cNvSpPr>
          <p:nvPr/>
        </p:nvSpPr>
        <p:spPr bwMode="auto">
          <a:xfrm>
            <a:off x="4235450" y="4550510"/>
            <a:ext cx="759823"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200" b="1" i="0" u="none" strike="noStrike" cap="none" normalizeH="0" baseline="0">
                <a:ln>
                  <a:noFill/>
                </a:ln>
                <a:solidFill>
                  <a:schemeClr val="accent6"/>
                </a:solidFill>
                <a:effectLst/>
                <a:latin typeface="Open Sans" panose="020B0606030504020204" pitchFamily="34" charset="0"/>
              </a:rPr>
              <a:t>01</a:t>
            </a:r>
            <a:endParaRPr kumimoji="0" lang="ru-UA" altLang="ru-UA" sz="1800" b="0" i="0" u="none" strike="noStrike" cap="none" normalizeH="0" baseline="0">
              <a:ln>
                <a:noFill/>
              </a:ln>
              <a:solidFill>
                <a:schemeClr val="accent6"/>
              </a:solidFill>
              <a:effectLst/>
            </a:endParaRPr>
          </a:p>
        </p:txBody>
      </p:sp>
      <p:sp>
        <p:nvSpPr>
          <p:cNvPr id="24" name="Rectangle 23">
            <a:extLst>
              <a:ext uri="{FF2B5EF4-FFF2-40B4-BE49-F238E27FC236}">
                <a16:creationId xmlns:a16="http://schemas.microsoft.com/office/drawing/2014/main" id="{88390A8E-CE52-4CD5-8352-1A88F742A9B7}"/>
              </a:ext>
            </a:extLst>
          </p:cNvPr>
          <p:cNvSpPr>
            <a:spLocks noChangeArrowheads="1"/>
          </p:cNvSpPr>
          <p:nvPr/>
        </p:nvSpPr>
        <p:spPr bwMode="auto">
          <a:xfrm>
            <a:off x="7226300" y="1524735"/>
            <a:ext cx="759823"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200" b="1" i="0" u="none" strike="noStrike" cap="none" normalizeH="0" baseline="0">
                <a:ln>
                  <a:noFill/>
                </a:ln>
                <a:solidFill>
                  <a:schemeClr val="accent3"/>
                </a:solidFill>
                <a:effectLst/>
                <a:latin typeface="Open Sans" panose="020B0606030504020204" pitchFamily="34" charset="0"/>
              </a:rPr>
              <a:t>03</a:t>
            </a:r>
            <a:endParaRPr kumimoji="0" lang="ru-UA" altLang="ru-UA" sz="1800" b="0" i="0" u="none" strike="noStrike" cap="none" normalizeH="0" baseline="0">
              <a:ln>
                <a:noFill/>
              </a:ln>
              <a:solidFill>
                <a:schemeClr val="accent3"/>
              </a:solidFill>
              <a:effectLst/>
            </a:endParaRPr>
          </a:p>
        </p:txBody>
      </p:sp>
      <p:sp>
        <p:nvSpPr>
          <p:cNvPr id="25" name="Rectangle 24">
            <a:extLst>
              <a:ext uri="{FF2B5EF4-FFF2-40B4-BE49-F238E27FC236}">
                <a16:creationId xmlns:a16="http://schemas.microsoft.com/office/drawing/2014/main" id="{66D92583-8C4A-4104-B7C9-3047C7C6D7A9}"/>
              </a:ext>
            </a:extLst>
          </p:cNvPr>
          <p:cNvSpPr>
            <a:spLocks noChangeArrowheads="1"/>
          </p:cNvSpPr>
          <p:nvPr/>
        </p:nvSpPr>
        <p:spPr bwMode="auto">
          <a:xfrm>
            <a:off x="7226300" y="4550510"/>
            <a:ext cx="759823"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200" b="1" i="0" u="none" strike="noStrike" cap="none" normalizeH="0" baseline="0">
                <a:ln>
                  <a:noFill/>
                </a:ln>
                <a:solidFill>
                  <a:schemeClr val="accent4"/>
                </a:solidFill>
                <a:effectLst/>
                <a:latin typeface="Open Sans" panose="020B0606030504020204" pitchFamily="34" charset="0"/>
              </a:rPr>
              <a:t>04</a:t>
            </a:r>
            <a:endParaRPr kumimoji="0" lang="ru-UA" altLang="ru-UA" sz="1800" b="0" i="0" u="none" strike="noStrike" cap="none" normalizeH="0" baseline="0">
              <a:ln>
                <a:noFill/>
              </a:ln>
              <a:solidFill>
                <a:schemeClr val="accent4"/>
              </a:solidFill>
              <a:effectLst/>
            </a:endParaRPr>
          </a:p>
        </p:txBody>
      </p:sp>
      <p:sp>
        <p:nvSpPr>
          <p:cNvPr id="30" name="Text Placeholder 33">
            <a:extLst>
              <a:ext uri="{FF2B5EF4-FFF2-40B4-BE49-F238E27FC236}">
                <a16:creationId xmlns:a16="http://schemas.microsoft.com/office/drawing/2014/main" id="{787C4762-8CA0-4B07-984E-E42FC6F8A751}"/>
              </a:ext>
            </a:extLst>
          </p:cNvPr>
          <p:cNvSpPr txBox="1">
            <a:spLocks/>
          </p:cNvSpPr>
          <p:nvPr/>
        </p:nvSpPr>
        <p:spPr>
          <a:xfrm>
            <a:off x="1268139" y="1274759"/>
            <a:ext cx="2098359"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31" name="Text Placeholder 36">
            <a:extLst>
              <a:ext uri="{FF2B5EF4-FFF2-40B4-BE49-F238E27FC236}">
                <a16:creationId xmlns:a16="http://schemas.microsoft.com/office/drawing/2014/main" id="{58F42811-7DE6-4EA2-9793-225BAB7AC416}"/>
              </a:ext>
            </a:extLst>
          </p:cNvPr>
          <p:cNvSpPr txBox="1">
            <a:spLocks/>
          </p:cNvSpPr>
          <p:nvPr/>
        </p:nvSpPr>
        <p:spPr>
          <a:xfrm>
            <a:off x="8718550" y="914399"/>
            <a:ext cx="2489516"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3</a:t>
            </a:r>
          </a:p>
        </p:txBody>
      </p:sp>
      <p:sp>
        <p:nvSpPr>
          <p:cNvPr id="32" name="Text Placeholder 33">
            <a:extLst>
              <a:ext uri="{FF2B5EF4-FFF2-40B4-BE49-F238E27FC236}">
                <a16:creationId xmlns:a16="http://schemas.microsoft.com/office/drawing/2014/main" id="{60D509F4-A175-4395-981A-6AF752D91462}"/>
              </a:ext>
            </a:extLst>
          </p:cNvPr>
          <p:cNvSpPr txBox="1">
            <a:spLocks/>
          </p:cNvSpPr>
          <p:nvPr/>
        </p:nvSpPr>
        <p:spPr>
          <a:xfrm>
            <a:off x="9109706" y="1287459"/>
            <a:ext cx="2098360"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33" name="Text Placeholder 36">
            <a:extLst>
              <a:ext uri="{FF2B5EF4-FFF2-40B4-BE49-F238E27FC236}">
                <a16:creationId xmlns:a16="http://schemas.microsoft.com/office/drawing/2014/main" id="{C52D470D-D7DE-49CA-8611-1F6FF745F639}"/>
              </a:ext>
            </a:extLst>
          </p:cNvPr>
          <p:cNvSpPr txBox="1">
            <a:spLocks/>
          </p:cNvSpPr>
          <p:nvPr/>
        </p:nvSpPr>
        <p:spPr>
          <a:xfrm>
            <a:off x="1268138" y="914399"/>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02</a:t>
            </a:r>
          </a:p>
        </p:txBody>
      </p:sp>
      <p:sp>
        <p:nvSpPr>
          <p:cNvPr id="34" name="Text Placeholder 33">
            <a:extLst>
              <a:ext uri="{FF2B5EF4-FFF2-40B4-BE49-F238E27FC236}">
                <a16:creationId xmlns:a16="http://schemas.microsoft.com/office/drawing/2014/main" id="{9F2529A5-BD69-49C2-A022-CF80F8A6942B}"/>
              </a:ext>
            </a:extLst>
          </p:cNvPr>
          <p:cNvSpPr txBox="1">
            <a:spLocks/>
          </p:cNvSpPr>
          <p:nvPr/>
        </p:nvSpPr>
        <p:spPr>
          <a:xfrm>
            <a:off x="1268139" y="5246684"/>
            <a:ext cx="2098359" cy="85884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
        <p:nvSpPr>
          <p:cNvPr id="35" name="Text Placeholder 36">
            <a:extLst>
              <a:ext uri="{FF2B5EF4-FFF2-40B4-BE49-F238E27FC236}">
                <a16:creationId xmlns:a16="http://schemas.microsoft.com/office/drawing/2014/main" id="{DF75E017-25BA-44D0-96FC-14A4BDCDAAB2}"/>
              </a:ext>
            </a:extLst>
          </p:cNvPr>
          <p:cNvSpPr txBox="1">
            <a:spLocks/>
          </p:cNvSpPr>
          <p:nvPr/>
        </p:nvSpPr>
        <p:spPr>
          <a:xfrm>
            <a:off x="1268138" y="4886324"/>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01</a:t>
            </a:r>
          </a:p>
        </p:txBody>
      </p:sp>
      <p:sp>
        <p:nvSpPr>
          <p:cNvPr id="36" name="Text Placeholder 36">
            <a:extLst>
              <a:ext uri="{FF2B5EF4-FFF2-40B4-BE49-F238E27FC236}">
                <a16:creationId xmlns:a16="http://schemas.microsoft.com/office/drawing/2014/main" id="{4643C796-3D3D-4873-9208-A3FBFBC3B13B}"/>
              </a:ext>
            </a:extLst>
          </p:cNvPr>
          <p:cNvSpPr txBox="1">
            <a:spLocks/>
          </p:cNvSpPr>
          <p:nvPr/>
        </p:nvSpPr>
        <p:spPr>
          <a:xfrm>
            <a:off x="8718550" y="4886324"/>
            <a:ext cx="2489516" cy="541338"/>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kumimoji="0" lang="en-US" sz="24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solidFill>
                  <a:schemeClr val="tx1"/>
                </a:solidFill>
              </a:rPr>
              <a:t>INFODATA 04</a:t>
            </a:r>
          </a:p>
        </p:txBody>
      </p:sp>
      <p:sp>
        <p:nvSpPr>
          <p:cNvPr id="37" name="Text Placeholder 33">
            <a:extLst>
              <a:ext uri="{FF2B5EF4-FFF2-40B4-BE49-F238E27FC236}">
                <a16:creationId xmlns:a16="http://schemas.microsoft.com/office/drawing/2014/main" id="{B25B2E14-6B75-436E-843A-D273DA11252E}"/>
              </a:ext>
            </a:extLst>
          </p:cNvPr>
          <p:cNvSpPr txBox="1">
            <a:spLocks/>
          </p:cNvSpPr>
          <p:nvPr/>
        </p:nvSpPr>
        <p:spPr>
          <a:xfrm>
            <a:off x="9109706" y="5259384"/>
            <a:ext cx="2098359" cy="793752"/>
          </a:xfrm>
          <a:prstGeom prst="rect">
            <a:avLst/>
          </a:prstGeom>
        </p:spPr>
        <p:txBody>
          <a:bodyPr>
            <a:noAutofit/>
          </a:bodyPr>
          <a:lstStyle>
            <a:lvl1pPr marL="0" indent="0" algn="r" defTabSz="914400" rtl="0" eaLnBrk="1" latinLnBrk="0" hangingPunct="1">
              <a:lnSpc>
                <a:spcPct val="90000"/>
              </a:lnSpc>
              <a:spcBef>
                <a:spcPts val="1000"/>
              </a:spcBef>
              <a:buFont typeface="Arial" panose="020B0604020202020204" pitchFamily="34" charset="0"/>
              <a:buNone/>
              <a:defRPr sz="1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t>Lorem ipsum dolor sit amet, consectetur adipiscing elit, sed do eiusmod tempor incididunt ut labore et dolore magna aliqua. </a:t>
            </a:r>
            <a:endParaRPr lang="en-US" sz="1100" dirty="0"/>
          </a:p>
        </p:txBody>
      </p:sp>
    </p:spTree>
    <p:extLst>
      <p:ext uri="{BB962C8B-B14F-4D97-AF65-F5344CB8AC3E}">
        <p14:creationId xmlns:p14="http://schemas.microsoft.com/office/powerpoint/2010/main" val="72421181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7000">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14:bounceEnd="67000">
                                          <p:cBhvr additive="base">
                                            <p:cTn id="7" dur="1000" fill="hold"/>
                                            <p:tgtEl>
                                              <p:spTgt spid="29"/>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9"/>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14:presetBounceEnd="67000">
                                      <p:stCondLst>
                                        <p:cond delay="250"/>
                                      </p:stCondLst>
                                      <p:childTnLst>
                                        <p:set>
                                          <p:cBhvr>
                                            <p:cTn id="10" dur="1" fill="hold">
                                              <p:stCondLst>
                                                <p:cond delay="0"/>
                                              </p:stCondLst>
                                            </p:cTn>
                                            <p:tgtEl>
                                              <p:spTgt spid="26"/>
                                            </p:tgtEl>
                                            <p:attrNameLst>
                                              <p:attrName>style.visibility</p:attrName>
                                            </p:attrNameLst>
                                          </p:cBhvr>
                                          <p:to>
                                            <p:strVal val="visible"/>
                                          </p:to>
                                        </p:set>
                                        <p:anim calcmode="lin" valueType="num" p14:bounceEnd="67000">
                                          <p:cBhvr additive="base">
                                            <p:cTn id="11" dur="1000" fill="hold"/>
                                            <p:tgtEl>
                                              <p:spTgt spid="26"/>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1" fill="hold" nodeType="withEffect" p14:presetBounceEnd="67000">
                                      <p:stCondLst>
                                        <p:cond delay="500"/>
                                      </p:stCondLst>
                                      <p:childTnLst>
                                        <p:set>
                                          <p:cBhvr>
                                            <p:cTn id="14" dur="1" fill="hold">
                                              <p:stCondLst>
                                                <p:cond delay="0"/>
                                              </p:stCondLst>
                                            </p:cTn>
                                            <p:tgtEl>
                                              <p:spTgt spid="27"/>
                                            </p:tgtEl>
                                            <p:attrNameLst>
                                              <p:attrName>style.visibility</p:attrName>
                                            </p:attrNameLst>
                                          </p:cBhvr>
                                          <p:to>
                                            <p:strVal val="visible"/>
                                          </p:to>
                                        </p:set>
                                        <p:anim calcmode="lin" valueType="num" p14:bounceEnd="67000">
                                          <p:cBhvr additive="base">
                                            <p:cTn id="15" dur="1000" fill="hold"/>
                                            <p:tgtEl>
                                              <p:spTgt spid="27"/>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27"/>
                                            </p:tgtEl>
                                            <p:attrNameLst>
                                              <p:attrName>ppt_y</p:attrName>
                                            </p:attrNameLst>
                                          </p:cBhvr>
                                          <p:tavLst>
                                            <p:tav tm="0">
                                              <p:val>
                                                <p:strVal val="0-#ppt_h/2"/>
                                              </p:val>
                                            </p:tav>
                                            <p:tav tm="100000">
                                              <p:val>
                                                <p:strVal val="#ppt_y"/>
                                              </p:val>
                                            </p:tav>
                                          </p:tavLst>
                                        </p:anim>
                                      </p:childTnLst>
                                    </p:cTn>
                                  </p:par>
                                  <p:par>
                                    <p:cTn id="17" presetID="2" presetClass="entr" presetSubtype="2" fill="hold" nodeType="withEffect" p14:presetBounceEnd="67000">
                                      <p:stCondLst>
                                        <p:cond delay="750"/>
                                      </p:stCondLst>
                                      <p:childTnLst>
                                        <p:set>
                                          <p:cBhvr>
                                            <p:cTn id="18" dur="1" fill="hold">
                                              <p:stCondLst>
                                                <p:cond delay="0"/>
                                              </p:stCondLst>
                                            </p:cTn>
                                            <p:tgtEl>
                                              <p:spTgt spid="28"/>
                                            </p:tgtEl>
                                            <p:attrNameLst>
                                              <p:attrName>style.visibility</p:attrName>
                                            </p:attrNameLst>
                                          </p:cBhvr>
                                          <p:to>
                                            <p:strVal val="visible"/>
                                          </p:to>
                                        </p:set>
                                        <p:anim calcmode="lin" valueType="num" p14:bounceEnd="67000">
                                          <p:cBhvr additive="base">
                                            <p:cTn id="19" dur="1000" fill="hold"/>
                                            <p:tgtEl>
                                              <p:spTgt spid="28"/>
                                            </p:tgtEl>
                                            <p:attrNameLst>
                                              <p:attrName>ppt_x</p:attrName>
                                            </p:attrNameLst>
                                          </p:cBhvr>
                                          <p:tavLst>
                                            <p:tav tm="0">
                                              <p:val>
                                                <p:strVal val="1+#ppt_w/2"/>
                                              </p:val>
                                            </p:tav>
                                            <p:tav tm="100000">
                                              <p:val>
                                                <p:strVal val="#ppt_x"/>
                                              </p:val>
                                            </p:tav>
                                          </p:tavLst>
                                        </p:anim>
                                        <p:anim calcmode="lin" valueType="num" p14:bounceEnd="67000">
                                          <p:cBhvr additive="base">
                                            <p:cTn id="20" dur="1000" fill="hold"/>
                                            <p:tgtEl>
                                              <p:spTgt spid="28"/>
                                            </p:tgtEl>
                                            <p:attrNameLst>
                                              <p:attrName>ppt_y</p:attrName>
                                            </p:attrNameLst>
                                          </p:cBhvr>
                                          <p:tavLst>
                                            <p:tav tm="0">
                                              <p:val>
                                                <p:strVal val="#ppt_y"/>
                                              </p:val>
                                            </p:tav>
                                            <p:tav tm="100000">
                                              <p:val>
                                                <p:strVal val="#ppt_y"/>
                                              </p:val>
                                            </p:tav>
                                          </p:tavLst>
                                        </p:anim>
                                      </p:childTnLst>
                                    </p:cTn>
                                  </p:par>
                                  <p:par>
                                    <p:cTn id="21" presetID="53" presetClass="entr" presetSubtype="16" fill="hold" grpId="0" nodeType="withEffect">
                                      <p:stCondLst>
                                        <p:cond delay="500"/>
                                      </p:stCondLst>
                                      <p:childTnLst>
                                        <p:set>
                                          <p:cBhvr>
                                            <p:cTn id="22" dur="1" fill="hold">
                                              <p:stCondLst>
                                                <p:cond delay="0"/>
                                              </p:stCondLst>
                                            </p:cTn>
                                            <p:tgtEl>
                                              <p:spTgt spid="23"/>
                                            </p:tgtEl>
                                            <p:attrNameLst>
                                              <p:attrName>style.visibility</p:attrName>
                                            </p:attrNameLst>
                                          </p:cBhvr>
                                          <p:to>
                                            <p:strVal val="visible"/>
                                          </p:to>
                                        </p:set>
                                        <p:anim calcmode="lin" valueType="num">
                                          <p:cBhvr>
                                            <p:cTn id="23" dur="750" fill="hold"/>
                                            <p:tgtEl>
                                              <p:spTgt spid="23"/>
                                            </p:tgtEl>
                                            <p:attrNameLst>
                                              <p:attrName>ppt_w</p:attrName>
                                            </p:attrNameLst>
                                          </p:cBhvr>
                                          <p:tavLst>
                                            <p:tav tm="0">
                                              <p:val>
                                                <p:fltVal val="0"/>
                                              </p:val>
                                            </p:tav>
                                            <p:tav tm="100000">
                                              <p:val>
                                                <p:strVal val="#ppt_w"/>
                                              </p:val>
                                            </p:tav>
                                          </p:tavLst>
                                        </p:anim>
                                        <p:anim calcmode="lin" valueType="num">
                                          <p:cBhvr>
                                            <p:cTn id="24" dur="750" fill="hold"/>
                                            <p:tgtEl>
                                              <p:spTgt spid="23"/>
                                            </p:tgtEl>
                                            <p:attrNameLst>
                                              <p:attrName>ppt_h</p:attrName>
                                            </p:attrNameLst>
                                          </p:cBhvr>
                                          <p:tavLst>
                                            <p:tav tm="0">
                                              <p:val>
                                                <p:fltVal val="0"/>
                                              </p:val>
                                            </p:tav>
                                            <p:tav tm="100000">
                                              <p:val>
                                                <p:strVal val="#ppt_h"/>
                                              </p:val>
                                            </p:tav>
                                          </p:tavLst>
                                        </p:anim>
                                        <p:animEffect transition="in" filter="fade">
                                          <p:cBhvr>
                                            <p:cTn id="25" dur="750"/>
                                            <p:tgtEl>
                                              <p:spTgt spid="23"/>
                                            </p:tgtEl>
                                          </p:cBhvr>
                                        </p:animEffect>
                                      </p:childTnLst>
                                    </p:cTn>
                                  </p:par>
                                  <p:par>
                                    <p:cTn id="26" presetID="53" presetClass="entr" presetSubtype="16" fill="hold" grpId="0" nodeType="withEffect">
                                      <p:stCondLst>
                                        <p:cond delay="750"/>
                                      </p:stCondLst>
                                      <p:childTnLst>
                                        <p:set>
                                          <p:cBhvr>
                                            <p:cTn id="27" dur="1" fill="hold">
                                              <p:stCondLst>
                                                <p:cond delay="0"/>
                                              </p:stCondLst>
                                            </p:cTn>
                                            <p:tgtEl>
                                              <p:spTgt spid="22"/>
                                            </p:tgtEl>
                                            <p:attrNameLst>
                                              <p:attrName>style.visibility</p:attrName>
                                            </p:attrNameLst>
                                          </p:cBhvr>
                                          <p:to>
                                            <p:strVal val="visible"/>
                                          </p:to>
                                        </p:set>
                                        <p:anim calcmode="lin" valueType="num">
                                          <p:cBhvr>
                                            <p:cTn id="28" dur="750" fill="hold"/>
                                            <p:tgtEl>
                                              <p:spTgt spid="22"/>
                                            </p:tgtEl>
                                            <p:attrNameLst>
                                              <p:attrName>ppt_w</p:attrName>
                                            </p:attrNameLst>
                                          </p:cBhvr>
                                          <p:tavLst>
                                            <p:tav tm="0">
                                              <p:val>
                                                <p:fltVal val="0"/>
                                              </p:val>
                                            </p:tav>
                                            <p:tav tm="100000">
                                              <p:val>
                                                <p:strVal val="#ppt_w"/>
                                              </p:val>
                                            </p:tav>
                                          </p:tavLst>
                                        </p:anim>
                                        <p:anim calcmode="lin" valueType="num">
                                          <p:cBhvr>
                                            <p:cTn id="29" dur="750" fill="hold"/>
                                            <p:tgtEl>
                                              <p:spTgt spid="22"/>
                                            </p:tgtEl>
                                            <p:attrNameLst>
                                              <p:attrName>ppt_h</p:attrName>
                                            </p:attrNameLst>
                                          </p:cBhvr>
                                          <p:tavLst>
                                            <p:tav tm="0">
                                              <p:val>
                                                <p:fltVal val="0"/>
                                              </p:val>
                                            </p:tav>
                                            <p:tav tm="100000">
                                              <p:val>
                                                <p:strVal val="#ppt_h"/>
                                              </p:val>
                                            </p:tav>
                                          </p:tavLst>
                                        </p:anim>
                                        <p:animEffect transition="in" filter="fade">
                                          <p:cBhvr>
                                            <p:cTn id="30" dur="750"/>
                                            <p:tgtEl>
                                              <p:spTgt spid="22"/>
                                            </p:tgtEl>
                                          </p:cBhvr>
                                        </p:animEffect>
                                      </p:childTnLst>
                                    </p:cTn>
                                  </p:par>
                                  <p:par>
                                    <p:cTn id="31" presetID="53" presetClass="entr" presetSubtype="16" fill="hold" grpId="0" nodeType="withEffect">
                                      <p:stCondLst>
                                        <p:cond delay="1000"/>
                                      </p:stCondLst>
                                      <p:childTnLst>
                                        <p:set>
                                          <p:cBhvr>
                                            <p:cTn id="32" dur="1" fill="hold">
                                              <p:stCondLst>
                                                <p:cond delay="0"/>
                                              </p:stCondLst>
                                            </p:cTn>
                                            <p:tgtEl>
                                              <p:spTgt spid="24"/>
                                            </p:tgtEl>
                                            <p:attrNameLst>
                                              <p:attrName>style.visibility</p:attrName>
                                            </p:attrNameLst>
                                          </p:cBhvr>
                                          <p:to>
                                            <p:strVal val="visible"/>
                                          </p:to>
                                        </p:set>
                                        <p:anim calcmode="lin" valueType="num">
                                          <p:cBhvr>
                                            <p:cTn id="33" dur="750" fill="hold"/>
                                            <p:tgtEl>
                                              <p:spTgt spid="24"/>
                                            </p:tgtEl>
                                            <p:attrNameLst>
                                              <p:attrName>ppt_w</p:attrName>
                                            </p:attrNameLst>
                                          </p:cBhvr>
                                          <p:tavLst>
                                            <p:tav tm="0">
                                              <p:val>
                                                <p:fltVal val="0"/>
                                              </p:val>
                                            </p:tav>
                                            <p:tav tm="100000">
                                              <p:val>
                                                <p:strVal val="#ppt_w"/>
                                              </p:val>
                                            </p:tav>
                                          </p:tavLst>
                                        </p:anim>
                                        <p:anim calcmode="lin" valueType="num">
                                          <p:cBhvr>
                                            <p:cTn id="34" dur="750" fill="hold"/>
                                            <p:tgtEl>
                                              <p:spTgt spid="24"/>
                                            </p:tgtEl>
                                            <p:attrNameLst>
                                              <p:attrName>ppt_h</p:attrName>
                                            </p:attrNameLst>
                                          </p:cBhvr>
                                          <p:tavLst>
                                            <p:tav tm="0">
                                              <p:val>
                                                <p:fltVal val="0"/>
                                              </p:val>
                                            </p:tav>
                                            <p:tav tm="100000">
                                              <p:val>
                                                <p:strVal val="#ppt_h"/>
                                              </p:val>
                                            </p:tav>
                                          </p:tavLst>
                                        </p:anim>
                                        <p:animEffect transition="in" filter="fade">
                                          <p:cBhvr>
                                            <p:cTn id="35" dur="750"/>
                                            <p:tgtEl>
                                              <p:spTgt spid="24"/>
                                            </p:tgtEl>
                                          </p:cBhvr>
                                        </p:animEffect>
                                      </p:childTnLst>
                                    </p:cTn>
                                  </p:par>
                                  <p:par>
                                    <p:cTn id="36" presetID="53" presetClass="entr" presetSubtype="16" fill="hold" grpId="0" nodeType="withEffect">
                                      <p:stCondLst>
                                        <p:cond delay="1250"/>
                                      </p:stCondLst>
                                      <p:childTnLst>
                                        <p:set>
                                          <p:cBhvr>
                                            <p:cTn id="37" dur="1" fill="hold">
                                              <p:stCondLst>
                                                <p:cond delay="0"/>
                                              </p:stCondLst>
                                            </p:cTn>
                                            <p:tgtEl>
                                              <p:spTgt spid="25"/>
                                            </p:tgtEl>
                                            <p:attrNameLst>
                                              <p:attrName>style.visibility</p:attrName>
                                            </p:attrNameLst>
                                          </p:cBhvr>
                                          <p:to>
                                            <p:strVal val="visible"/>
                                          </p:to>
                                        </p:set>
                                        <p:anim calcmode="lin" valueType="num">
                                          <p:cBhvr>
                                            <p:cTn id="38" dur="750" fill="hold"/>
                                            <p:tgtEl>
                                              <p:spTgt spid="25"/>
                                            </p:tgtEl>
                                            <p:attrNameLst>
                                              <p:attrName>ppt_w</p:attrName>
                                            </p:attrNameLst>
                                          </p:cBhvr>
                                          <p:tavLst>
                                            <p:tav tm="0">
                                              <p:val>
                                                <p:fltVal val="0"/>
                                              </p:val>
                                            </p:tav>
                                            <p:tav tm="100000">
                                              <p:val>
                                                <p:strVal val="#ppt_w"/>
                                              </p:val>
                                            </p:tav>
                                          </p:tavLst>
                                        </p:anim>
                                        <p:anim calcmode="lin" valueType="num">
                                          <p:cBhvr>
                                            <p:cTn id="39" dur="750" fill="hold"/>
                                            <p:tgtEl>
                                              <p:spTgt spid="25"/>
                                            </p:tgtEl>
                                            <p:attrNameLst>
                                              <p:attrName>ppt_h</p:attrName>
                                            </p:attrNameLst>
                                          </p:cBhvr>
                                          <p:tavLst>
                                            <p:tav tm="0">
                                              <p:val>
                                                <p:fltVal val="0"/>
                                              </p:val>
                                            </p:tav>
                                            <p:tav tm="100000">
                                              <p:val>
                                                <p:strVal val="#ppt_h"/>
                                              </p:val>
                                            </p:tav>
                                          </p:tavLst>
                                        </p:anim>
                                        <p:animEffect transition="in" filter="fade">
                                          <p:cBhvr>
                                            <p:cTn id="40" dur="750"/>
                                            <p:tgtEl>
                                              <p:spTgt spid="25"/>
                                            </p:tgtEl>
                                          </p:cBhvr>
                                        </p:animEffect>
                                      </p:childTnLst>
                                    </p:cTn>
                                  </p:par>
                                  <p:par>
                                    <p:cTn id="41" presetID="2" presetClass="entr" presetSubtype="8" fill="hold" grpId="0" nodeType="withEffect" p14:presetBounceEnd="67000">
                                      <p:stCondLst>
                                        <p:cond delay="500"/>
                                      </p:stCondLst>
                                      <p:childTnLst>
                                        <p:set>
                                          <p:cBhvr>
                                            <p:cTn id="42" dur="1" fill="hold">
                                              <p:stCondLst>
                                                <p:cond delay="0"/>
                                              </p:stCondLst>
                                            </p:cTn>
                                            <p:tgtEl>
                                              <p:spTgt spid="34"/>
                                            </p:tgtEl>
                                            <p:attrNameLst>
                                              <p:attrName>style.visibility</p:attrName>
                                            </p:attrNameLst>
                                          </p:cBhvr>
                                          <p:to>
                                            <p:strVal val="visible"/>
                                          </p:to>
                                        </p:set>
                                        <p:anim calcmode="lin" valueType="num" p14:bounceEnd="67000">
                                          <p:cBhvr additive="base">
                                            <p:cTn id="43" dur="1000" fill="hold"/>
                                            <p:tgtEl>
                                              <p:spTgt spid="34"/>
                                            </p:tgtEl>
                                            <p:attrNameLst>
                                              <p:attrName>ppt_x</p:attrName>
                                            </p:attrNameLst>
                                          </p:cBhvr>
                                          <p:tavLst>
                                            <p:tav tm="0">
                                              <p:val>
                                                <p:strVal val="0-#ppt_w/2"/>
                                              </p:val>
                                            </p:tav>
                                            <p:tav tm="100000">
                                              <p:val>
                                                <p:strVal val="#ppt_x"/>
                                              </p:val>
                                            </p:tav>
                                          </p:tavLst>
                                        </p:anim>
                                        <p:anim calcmode="lin" valueType="num" p14:bounceEnd="67000">
                                          <p:cBhvr additive="base">
                                            <p:cTn id="44" dur="1000" fill="hold"/>
                                            <p:tgtEl>
                                              <p:spTgt spid="34"/>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7000">
                                      <p:stCondLst>
                                        <p:cond delay="500"/>
                                      </p:stCondLst>
                                      <p:childTnLst>
                                        <p:set>
                                          <p:cBhvr>
                                            <p:cTn id="46" dur="1" fill="hold">
                                              <p:stCondLst>
                                                <p:cond delay="0"/>
                                              </p:stCondLst>
                                            </p:cTn>
                                            <p:tgtEl>
                                              <p:spTgt spid="35"/>
                                            </p:tgtEl>
                                            <p:attrNameLst>
                                              <p:attrName>style.visibility</p:attrName>
                                            </p:attrNameLst>
                                          </p:cBhvr>
                                          <p:to>
                                            <p:strVal val="visible"/>
                                          </p:to>
                                        </p:set>
                                        <p:anim calcmode="lin" valueType="num" p14:bounceEnd="67000">
                                          <p:cBhvr additive="base">
                                            <p:cTn id="47" dur="1000" fill="hold"/>
                                            <p:tgtEl>
                                              <p:spTgt spid="35"/>
                                            </p:tgtEl>
                                            <p:attrNameLst>
                                              <p:attrName>ppt_x</p:attrName>
                                            </p:attrNameLst>
                                          </p:cBhvr>
                                          <p:tavLst>
                                            <p:tav tm="0">
                                              <p:val>
                                                <p:strVal val="0-#ppt_w/2"/>
                                              </p:val>
                                            </p:tav>
                                            <p:tav tm="100000">
                                              <p:val>
                                                <p:strVal val="#ppt_x"/>
                                              </p:val>
                                            </p:tav>
                                          </p:tavLst>
                                        </p:anim>
                                        <p:anim calcmode="lin" valueType="num" p14:bounceEnd="67000">
                                          <p:cBhvr additive="base">
                                            <p:cTn id="48" dur="1000" fill="hold"/>
                                            <p:tgtEl>
                                              <p:spTgt spid="35"/>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14:presetBounceEnd="67000">
                                      <p:stCondLst>
                                        <p:cond delay="750"/>
                                      </p:stCondLst>
                                      <p:childTnLst>
                                        <p:set>
                                          <p:cBhvr>
                                            <p:cTn id="50" dur="1" fill="hold">
                                              <p:stCondLst>
                                                <p:cond delay="0"/>
                                              </p:stCondLst>
                                            </p:cTn>
                                            <p:tgtEl>
                                              <p:spTgt spid="33"/>
                                            </p:tgtEl>
                                            <p:attrNameLst>
                                              <p:attrName>style.visibility</p:attrName>
                                            </p:attrNameLst>
                                          </p:cBhvr>
                                          <p:to>
                                            <p:strVal val="visible"/>
                                          </p:to>
                                        </p:set>
                                        <p:anim calcmode="lin" valueType="num" p14:bounceEnd="67000">
                                          <p:cBhvr additive="base">
                                            <p:cTn id="51" dur="1000" fill="hold"/>
                                            <p:tgtEl>
                                              <p:spTgt spid="33"/>
                                            </p:tgtEl>
                                            <p:attrNameLst>
                                              <p:attrName>ppt_x</p:attrName>
                                            </p:attrNameLst>
                                          </p:cBhvr>
                                          <p:tavLst>
                                            <p:tav tm="0">
                                              <p:val>
                                                <p:strVal val="0-#ppt_w/2"/>
                                              </p:val>
                                            </p:tav>
                                            <p:tav tm="100000">
                                              <p:val>
                                                <p:strVal val="#ppt_x"/>
                                              </p:val>
                                            </p:tav>
                                          </p:tavLst>
                                        </p:anim>
                                        <p:anim calcmode="lin" valueType="num" p14:bounceEnd="67000">
                                          <p:cBhvr additive="base">
                                            <p:cTn id="52" dur="1000" fill="hold"/>
                                            <p:tgtEl>
                                              <p:spTgt spid="33"/>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14:presetBounceEnd="67000">
                                      <p:stCondLst>
                                        <p:cond delay="750"/>
                                      </p:stCondLst>
                                      <p:childTnLst>
                                        <p:set>
                                          <p:cBhvr>
                                            <p:cTn id="54" dur="1" fill="hold">
                                              <p:stCondLst>
                                                <p:cond delay="0"/>
                                              </p:stCondLst>
                                            </p:cTn>
                                            <p:tgtEl>
                                              <p:spTgt spid="30"/>
                                            </p:tgtEl>
                                            <p:attrNameLst>
                                              <p:attrName>style.visibility</p:attrName>
                                            </p:attrNameLst>
                                          </p:cBhvr>
                                          <p:to>
                                            <p:strVal val="visible"/>
                                          </p:to>
                                        </p:set>
                                        <p:anim calcmode="lin" valueType="num" p14:bounceEnd="67000">
                                          <p:cBhvr additive="base">
                                            <p:cTn id="55" dur="1000" fill="hold"/>
                                            <p:tgtEl>
                                              <p:spTgt spid="30"/>
                                            </p:tgtEl>
                                            <p:attrNameLst>
                                              <p:attrName>ppt_x</p:attrName>
                                            </p:attrNameLst>
                                          </p:cBhvr>
                                          <p:tavLst>
                                            <p:tav tm="0">
                                              <p:val>
                                                <p:strVal val="0-#ppt_w/2"/>
                                              </p:val>
                                            </p:tav>
                                            <p:tav tm="100000">
                                              <p:val>
                                                <p:strVal val="#ppt_x"/>
                                              </p:val>
                                            </p:tav>
                                          </p:tavLst>
                                        </p:anim>
                                        <p:anim calcmode="lin" valueType="num" p14:bounceEnd="67000">
                                          <p:cBhvr additive="base">
                                            <p:cTn id="56" dur="1000" fill="hold"/>
                                            <p:tgtEl>
                                              <p:spTgt spid="30"/>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14:presetBounceEnd="67000">
                                      <p:stCondLst>
                                        <p:cond delay="1000"/>
                                      </p:stCondLst>
                                      <p:childTnLst>
                                        <p:set>
                                          <p:cBhvr>
                                            <p:cTn id="58" dur="1" fill="hold">
                                              <p:stCondLst>
                                                <p:cond delay="0"/>
                                              </p:stCondLst>
                                            </p:cTn>
                                            <p:tgtEl>
                                              <p:spTgt spid="31"/>
                                            </p:tgtEl>
                                            <p:attrNameLst>
                                              <p:attrName>style.visibility</p:attrName>
                                            </p:attrNameLst>
                                          </p:cBhvr>
                                          <p:to>
                                            <p:strVal val="visible"/>
                                          </p:to>
                                        </p:set>
                                        <p:anim calcmode="lin" valueType="num" p14:bounceEnd="67000">
                                          <p:cBhvr additive="base">
                                            <p:cTn id="59" dur="1000" fill="hold"/>
                                            <p:tgtEl>
                                              <p:spTgt spid="31"/>
                                            </p:tgtEl>
                                            <p:attrNameLst>
                                              <p:attrName>ppt_x</p:attrName>
                                            </p:attrNameLst>
                                          </p:cBhvr>
                                          <p:tavLst>
                                            <p:tav tm="0">
                                              <p:val>
                                                <p:strVal val="1+#ppt_w/2"/>
                                              </p:val>
                                            </p:tav>
                                            <p:tav tm="100000">
                                              <p:val>
                                                <p:strVal val="#ppt_x"/>
                                              </p:val>
                                            </p:tav>
                                          </p:tavLst>
                                        </p:anim>
                                        <p:anim calcmode="lin" valueType="num" p14:bounceEnd="67000">
                                          <p:cBhvr additive="base">
                                            <p:cTn id="60" dur="1000" fill="hold"/>
                                            <p:tgtEl>
                                              <p:spTgt spid="31"/>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14:presetBounceEnd="67000">
                                      <p:stCondLst>
                                        <p:cond delay="1000"/>
                                      </p:stCondLst>
                                      <p:childTnLst>
                                        <p:set>
                                          <p:cBhvr>
                                            <p:cTn id="62" dur="1" fill="hold">
                                              <p:stCondLst>
                                                <p:cond delay="0"/>
                                              </p:stCondLst>
                                            </p:cTn>
                                            <p:tgtEl>
                                              <p:spTgt spid="32"/>
                                            </p:tgtEl>
                                            <p:attrNameLst>
                                              <p:attrName>style.visibility</p:attrName>
                                            </p:attrNameLst>
                                          </p:cBhvr>
                                          <p:to>
                                            <p:strVal val="visible"/>
                                          </p:to>
                                        </p:set>
                                        <p:anim calcmode="lin" valueType="num" p14:bounceEnd="67000">
                                          <p:cBhvr additive="base">
                                            <p:cTn id="63" dur="1000" fill="hold"/>
                                            <p:tgtEl>
                                              <p:spTgt spid="32"/>
                                            </p:tgtEl>
                                            <p:attrNameLst>
                                              <p:attrName>ppt_x</p:attrName>
                                            </p:attrNameLst>
                                          </p:cBhvr>
                                          <p:tavLst>
                                            <p:tav tm="0">
                                              <p:val>
                                                <p:strVal val="1+#ppt_w/2"/>
                                              </p:val>
                                            </p:tav>
                                            <p:tav tm="100000">
                                              <p:val>
                                                <p:strVal val="#ppt_x"/>
                                              </p:val>
                                            </p:tav>
                                          </p:tavLst>
                                        </p:anim>
                                        <p:anim calcmode="lin" valueType="num" p14:bounceEnd="67000">
                                          <p:cBhvr additive="base">
                                            <p:cTn id="64" dur="1000" fill="hold"/>
                                            <p:tgtEl>
                                              <p:spTgt spid="32"/>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14:presetBounceEnd="67000">
                                      <p:stCondLst>
                                        <p:cond delay="1250"/>
                                      </p:stCondLst>
                                      <p:childTnLst>
                                        <p:set>
                                          <p:cBhvr>
                                            <p:cTn id="66" dur="1" fill="hold">
                                              <p:stCondLst>
                                                <p:cond delay="0"/>
                                              </p:stCondLst>
                                            </p:cTn>
                                            <p:tgtEl>
                                              <p:spTgt spid="36"/>
                                            </p:tgtEl>
                                            <p:attrNameLst>
                                              <p:attrName>style.visibility</p:attrName>
                                            </p:attrNameLst>
                                          </p:cBhvr>
                                          <p:to>
                                            <p:strVal val="visible"/>
                                          </p:to>
                                        </p:set>
                                        <p:anim calcmode="lin" valueType="num" p14:bounceEnd="67000">
                                          <p:cBhvr additive="base">
                                            <p:cTn id="67" dur="1000" fill="hold"/>
                                            <p:tgtEl>
                                              <p:spTgt spid="36"/>
                                            </p:tgtEl>
                                            <p:attrNameLst>
                                              <p:attrName>ppt_x</p:attrName>
                                            </p:attrNameLst>
                                          </p:cBhvr>
                                          <p:tavLst>
                                            <p:tav tm="0">
                                              <p:val>
                                                <p:strVal val="1+#ppt_w/2"/>
                                              </p:val>
                                            </p:tav>
                                            <p:tav tm="100000">
                                              <p:val>
                                                <p:strVal val="#ppt_x"/>
                                              </p:val>
                                            </p:tav>
                                          </p:tavLst>
                                        </p:anim>
                                        <p:anim calcmode="lin" valueType="num" p14:bounceEnd="67000">
                                          <p:cBhvr additive="base">
                                            <p:cTn id="68" dur="1000" fill="hold"/>
                                            <p:tgtEl>
                                              <p:spTgt spid="36"/>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14:presetBounceEnd="67000">
                                      <p:stCondLst>
                                        <p:cond delay="1250"/>
                                      </p:stCondLst>
                                      <p:childTnLst>
                                        <p:set>
                                          <p:cBhvr>
                                            <p:cTn id="70" dur="1" fill="hold">
                                              <p:stCondLst>
                                                <p:cond delay="0"/>
                                              </p:stCondLst>
                                            </p:cTn>
                                            <p:tgtEl>
                                              <p:spTgt spid="37"/>
                                            </p:tgtEl>
                                            <p:attrNameLst>
                                              <p:attrName>style.visibility</p:attrName>
                                            </p:attrNameLst>
                                          </p:cBhvr>
                                          <p:to>
                                            <p:strVal val="visible"/>
                                          </p:to>
                                        </p:set>
                                        <p:anim calcmode="lin" valueType="num" p14:bounceEnd="67000">
                                          <p:cBhvr additive="base">
                                            <p:cTn id="71" dur="1000" fill="hold"/>
                                            <p:tgtEl>
                                              <p:spTgt spid="37"/>
                                            </p:tgtEl>
                                            <p:attrNameLst>
                                              <p:attrName>ppt_x</p:attrName>
                                            </p:attrNameLst>
                                          </p:cBhvr>
                                          <p:tavLst>
                                            <p:tav tm="0">
                                              <p:val>
                                                <p:strVal val="1+#ppt_w/2"/>
                                              </p:val>
                                            </p:tav>
                                            <p:tav tm="100000">
                                              <p:val>
                                                <p:strVal val="#ppt_x"/>
                                              </p:val>
                                            </p:tav>
                                          </p:tavLst>
                                        </p:anim>
                                        <p:anim calcmode="lin" valueType="num" p14:bounceEnd="67000">
                                          <p:cBhvr additive="base">
                                            <p:cTn id="72" dur="1000" fill="hold"/>
                                            <p:tgtEl>
                                              <p:spTgt spid="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25" grpId="0"/>
          <p:bldP spid="30" grpId="0"/>
          <p:bldP spid="31" grpId="0"/>
          <p:bldP spid="32" grpId="0"/>
          <p:bldP spid="33" grpId="0"/>
          <p:bldP spid="34" grpId="0"/>
          <p:bldP spid="35" grpId="0"/>
          <p:bldP spid="36" grpId="0"/>
          <p:bldP spid="3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1000" fill="hold"/>
                                            <p:tgtEl>
                                              <p:spTgt spid="29"/>
                                            </p:tgtEl>
                                            <p:attrNameLst>
                                              <p:attrName>ppt_x</p:attrName>
                                            </p:attrNameLst>
                                          </p:cBhvr>
                                          <p:tavLst>
                                            <p:tav tm="0">
                                              <p:val>
                                                <p:strVal val="#ppt_x"/>
                                              </p:val>
                                            </p:tav>
                                            <p:tav tm="100000">
                                              <p:val>
                                                <p:strVal val="#ppt_x"/>
                                              </p:val>
                                            </p:tav>
                                          </p:tavLst>
                                        </p:anim>
                                        <p:anim calcmode="lin" valueType="num">
                                          <p:cBhvr additive="base">
                                            <p:cTn id="8" dur="1000" fill="hold"/>
                                            <p:tgtEl>
                                              <p:spTgt spid="29"/>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stCondLst>
                                        <p:cond delay="25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1000" fill="hold"/>
                                            <p:tgtEl>
                                              <p:spTgt spid="26"/>
                                            </p:tgtEl>
                                            <p:attrNameLst>
                                              <p:attrName>ppt_x</p:attrName>
                                            </p:attrNameLst>
                                          </p:cBhvr>
                                          <p:tavLst>
                                            <p:tav tm="0">
                                              <p:val>
                                                <p:strVal val="0-#ppt_w/2"/>
                                              </p:val>
                                            </p:tav>
                                            <p:tav tm="100000">
                                              <p:val>
                                                <p:strVal val="#ppt_x"/>
                                              </p:val>
                                            </p:tav>
                                          </p:tavLst>
                                        </p:anim>
                                        <p:anim calcmode="lin" valueType="num">
                                          <p:cBhvr additive="base">
                                            <p:cTn id="12" dur="10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1" fill="hold" nodeType="withEffect">
                                      <p:stCondLst>
                                        <p:cond delay="5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000" fill="hold"/>
                                            <p:tgtEl>
                                              <p:spTgt spid="27"/>
                                            </p:tgtEl>
                                            <p:attrNameLst>
                                              <p:attrName>ppt_x</p:attrName>
                                            </p:attrNameLst>
                                          </p:cBhvr>
                                          <p:tavLst>
                                            <p:tav tm="0">
                                              <p:val>
                                                <p:strVal val="#ppt_x"/>
                                              </p:val>
                                            </p:tav>
                                            <p:tav tm="100000">
                                              <p:val>
                                                <p:strVal val="#ppt_x"/>
                                              </p:val>
                                            </p:tav>
                                          </p:tavLst>
                                        </p:anim>
                                        <p:anim calcmode="lin" valueType="num">
                                          <p:cBhvr additive="base">
                                            <p:cTn id="16" dur="1000" fill="hold"/>
                                            <p:tgtEl>
                                              <p:spTgt spid="27"/>
                                            </p:tgtEl>
                                            <p:attrNameLst>
                                              <p:attrName>ppt_y</p:attrName>
                                            </p:attrNameLst>
                                          </p:cBhvr>
                                          <p:tavLst>
                                            <p:tav tm="0">
                                              <p:val>
                                                <p:strVal val="0-#ppt_h/2"/>
                                              </p:val>
                                            </p:tav>
                                            <p:tav tm="100000">
                                              <p:val>
                                                <p:strVal val="#ppt_y"/>
                                              </p:val>
                                            </p:tav>
                                          </p:tavLst>
                                        </p:anim>
                                      </p:childTnLst>
                                    </p:cTn>
                                  </p:par>
                                  <p:par>
                                    <p:cTn id="17" presetID="2" presetClass="entr" presetSubtype="2" fill="hold" nodeType="withEffect">
                                      <p:stCondLst>
                                        <p:cond delay="75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000" fill="hold"/>
                                            <p:tgtEl>
                                              <p:spTgt spid="28"/>
                                            </p:tgtEl>
                                            <p:attrNameLst>
                                              <p:attrName>ppt_x</p:attrName>
                                            </p:attrNameLst>
                                          </p:cBhvr>
                                          <p:tavLst>
                                            <p:tav tm="0">
                                              <p:val>
                                                <p:strVal val="1+#ppt_w/2"/>
                                              </p:val>
                                            </p:tav>
                                            <p:tav tm="100000">
                                              <p:val>
                                                <p:strVal val="#ppt_x"/>
                                              </p:val>
                                            </p:tav>
                                          </p:tavLst>
                                        </p:anim>
                                        <p:anim calcmode="lin" valueType="num">
                                          <p:cBhvr additive="base">
                                            <p:cTn id="20" dur="1000" fill="hold"/>
                                            <p:tgtEl>
                                              <p:spTgt spid="28"/>
                                            </p:tgtEl>
                                            <p:attrNameLst>
                                              <p:attrName>ppt_y</p:attrName>
                                            </p:attrNameLst>
                                          </p:cBhvr>
                                          <p:tavLst>
                                            <p:tav tm="0">
                                              <p:val>
                                                <p:strVal val="#ppt_y"/>
                                              </p:val>
                                            </p:tav>
                                            <p:tav tm="100000">
                                              <p:val>
                                                <p:strVal val="#ppt_y"/>
                                              </p:val>
                                            </p:tav>
                                          </p:tavLst>
                                        </p:anim>
                                      </p:childTnLst>
                                    </p:cTn>
                                  </p:par>
                                  <p:par>
                                    <p:cTn id="21" presetID="53" presetClass="entr" presetSubtype="16" fill="hold" grpId="0" nodeType="withEffect">
                                      <p:stCondLst>
                                        <p:cond delay="500"/>
                                      </p:stCondLst>
                                      <p:childTnLst>
                                        <p:set>
                                          <p:cBhvr>
                                            <p:cTn id="22" dur="1" fill="hold">
                                              <p:stCondLst>
                                                <p:cond delay="0"/>
                                              </p:stCondLst>
                                            </p:cTn>
                                            <p:tgtEl>
                                              <p:spTgt spid="23"/>
                                            </p:tgtEl>
                                            <p:attrNameLst>
                                              <p:attrName>style.visibility</p:attrName>
                                            </p:attrNameLst>
                                          </p:cBhvr>
                                          <p:to>
                                            <p:strVal val="visible"/>
                                          </p:to>
                                        </p:set>
                                        <p:anim calcmode="lin" valueType="num">
                                          <p:cBhvr>
                                            <p:cTn id="23" dur="750" fill="hold"/>
                                            <p:tgtEl>
                                              <p:spTgt spid="23"/>
                                            </p:tgtEl>
                                            <p:attrNameLst>
                                              <p:attrName>ppt_w</p:attrName>
                                            </p:attrNameLst>
                                          </p:cBhvr>
                                          <p:tavLst>
                                            <p:tav tm="0">
                                              <p:val>
                                                <p:fltVal val="0"/>
                                              </p:val>
                                            </p:tav>
                                            <p:tav tm="100000">
                                              <p:val>
                                                <p:strVal val="#ppt_w"/>
                                              </p:val>
                                            </p:tav>
                                          </p:tavLst>
                                        </p:anim>
                                        <p:anim calcmode="lin" valueType="num">
                                          <p:cBhvr>
                                            <p:cTn id="24" dur="750" fill="hold"/>
                                            <p:tgtEl>
                                              <p:spTgt spid="23"/>
                                            </p:tgtEl>
                                            <p:attrNameLst>
                                              <p:attrName>ppt_h</p:attrName>
                                            </p:attrNameLst>
                                          </p:cBhvr>
                                          <p:tavLst>
                                            <p:tav tm="0">
                                              <p:val>
                                                <p:fltVal val="0"/>
                                              </p:val>
                                            </p:tav>
                                            <p:tav tm="100000">
                                              <p:val>
                                                <p:strVal val="#ppt_h"/>
                                              </p:val>
                                            </p:tav>
                                          </p:tavLst>
                                        </p:anim>
                                        <p:animEffect transition="in" filter="fade">
                                          <p:cBhvr>
                                            <p:cTn id="25" dur="750"/>
                                            <p:tgtEl>
                                              <p:spTgt spid="23"/>
                                            </p:tgtEl>
                                          </p:cBhvr>
                                        </p:animEffect>
                                      </p:childTnLst>
                                    </p:cTn>
                                  </p:par>
                                  <p:par>
                                    <p:cTn id="26" presetID="53" presetClass="entr" presetSubtype="16" fill="hold" grpId="0" nodeType="withEffect">
                                      <p:stCondLst>
                                        <p:cond delay="750"/>
                                      </p:stCondLst>
                                      <p:childTnLst>
                                        <p:set>
                                          <p:cBhvr>
                                            <p:cTn id="27" dur="1" fill="hold">
                                              <p:stCondLst>
                                                <p:cond delay="0"/>
                                              </p:stCondLst>
                                            </p:cTn>
                                            <p:tgtEl>
                                              <p:spTgt spid="22"/>
                                            </p:tgtEl>
                                            <p:attrNameLst>
                                              <p:attrName>style.visibility</p:attrName>
                                            </p:attrNameLst>
                                          </p:cBhvr>
                                          <p:to>
                                            <p:strVal val="visible"/>
                                          </p:to>
                                        </p:set>
                                        <p:anim calcmode="lin" valueType="num">
                                          <p:cBhvr>
                                            <p:cTn id="28" dur="750" fill="hold"/>
                                            <p:tgtEl>
                                              <p:spTgt spid="22"/>
                                            </p:tgtEl>
                                            <p:attrNameLst>
                                              <p:attrName>ppt_w</p:attrName>
                                            </p:attrNameLst>
                                          </p:cBhvr>
                                          <p:tavLst>
                                            <p:tav tm="0">
                                              <p:val>
                                                <p:fltVal val="0"/>
                                              </p:val>
                                            </p:tav>
                                            <p:tav tm="100000">
                                              <p:val>
                                                <p:strVal val="#ppt_w"/>
                                              </p:val>
                                            </p:tav>
                                          </p:tavLst>
                                        </p:anim>
                                        <p:anim calcmode="lin" valueType="num">
                                          <p:cBhvr>
                                            <p:cTn id="29" dur="750" fill="hold"/>
                                            <p:tgtEl>
                                              <p:spTgt spid="22"/>
                                            </p:tgtEl>
                                            <p:attrNameLst>
                                              <p:attrName>ppt_h</p:attrName>
                                            </p:attrNameLst>
                                          </p:cBhvr>
                                          <p:tavLst>
                                            <p:tav tm="0">
                                              <p:val>
                                                <p:fltVal val="0"/>
                                              </p:val>
                                            </p:tav>
                                            <p:tav tm="100000">
                                              <p:val>
                                                <p:strVal val="#ppt_h"/>
                                              </p:val>
                                            </p:tav>
                                          </p:tavLst>
                                        </p:anim>
                                        <p:animEffect transition="in" filter="fade">
                                          <p:cBhvr>
                                            <p:cTn id="30" dur="750"/>
                                            <p:tgtEl>
                                              <p:spTgt spid="22"/>
                                            </p:tgtEl>
                                          </p:cBhvr>
                                        </p:animEffect>
                                      </p:childTnLst>
                                    </p:cTn>
                                  </p:par>
                                  <p:par>
                                    <p:cTn id="31" presetID="53" presetClass="entr" presetSubtype="16" fill="hold" grpId="0" nodeType="withEffect">
                                      <p:stCondLst>
                                        <p:cond delay="1000"/>
                                      </p:stCondLst>
                                      <p:childTnLst>
                                        <p:set>
                                          <p:cBhvr>
                                            <p:cTn id="32" dur="1" fill="hold">
                                              <p:stCondLst>
                                                <p:cond delay="0"/>
                                              </p:stCondLst>
                                            </p:cTn>
                                            <p:tgtEl>
                                              <p:spTgt spid="24"/>
                                            </p:tgtEl>
                                            <p:attrNameLst>
                                              <p:attrName>style.visibility</p:attrName>
                                            </p:attrNameLst>
                                          </p:cBhvr>
                                          <p:to>
                                            <p:strVal val="visible"/>
                                          </p:to>
                                        </p:set>
                                        <p:anim calcmode="lin" valueType="num">
                                          <p:cBhvr>
                                            <p:cTn id="33" dur="750" fill="hold"/>
                                            <p:tgtEl>
                                              <p:spTgt spid="24"/>
                                            </p:tgtEl>
                                            <p:attrNameLst>
                                              <p:attrName>ppt_w</p:attrName>
                                            </p:attrNameLst>
                                          </p:cBhvr>
                                          <p:tavLst>
                                            <p:tav tm="0">
                                              <p:val>
                                                <p:fltVal val="0"/>
                                              </p:val>
                                            </p:tav>
                                            <p:tav tm="100000">
                                              <p:val>
                                                <p:strVal val="#ppt_w"/>
                                              </p:val>
                                            </p:tav>
                                          </p:tavLst>
                                        </p:anim>
                                        <p:anim calcmode="lin" valueType="num">
                                          <p:cBhvr>
                                            <p:cTn id="34" dur="750" fill="hold"/>
                                            <p:tgtEl>
                                              <p:spTgt spid="24"/>
                                            </p:tgtEl>
                                            <p:attrNameLst>
                                              <p:attrName>ppt_h</p:attrName>
                                            </p:attrNameLst>
                                          </p:cBhvr>
                                          <p:tavLst>
                                            <p:tav tm="0">
                                              <p:val>
                                                <p:fltVal val="0"/>
                                              </p:val>
                                            </p:tav>
                                            <p:tav tm="100000">
                                              <p:val>
                                                <p:strVal val="#ppt_h"/>
                                              </p:val>
                                            </p:tav>
                                          </p:tavLst>
                                        </p:anim>
                                        <p:animEffect transition="in" filter="fade">
                                          <p:cBhvr>
                                            <p:cTn id="35" dur="750"/>
                                            <p:tgtEl>
                                              <p:spTgt spid="24"/>
                                            </p:tgtEl>
                                          </p:cBhvr>
                                        </p:animEffect>
                                      </p:childTnLst>
                                    </p:cTn>
                                  </p:par>
                                  <p:par>
                                    <p:cTn id="36" presetID="53" presetClass="entr" presetSubtype="16" fill="hold" grpId="0" nodeType="withEffect">
                                      <p:stCondLst>
                                        <p:cond delay="1250"/>
                                      </p:stCondLst>
                                      <p:childTnLst>
                                        <p:set>
                                          <p:cBhvr>
                                            <p:cTn id="37" dur="1" fill="hold">
                                              <p:stCondLst>
                                                <p:cond delay="0"/>
                                              </p:stCondLst>
                                            </p:cTn>
                                            <p:tgtEl>
                                              <p:spTgt spid="25"/>
                                            </p:tgtEl>
                                            <p:attrNameLst>
                                              <p:attrName>style.visibility</p:attrName>
                                            </p:attrNameLst>
                                          </p:cBhvr>
                                          <p:to>
                                            <p:strVal val="visible"/>
                                          </p:to>
                                        </p:set>
                                        <p:anim calcmode="lin" valueType="num">
                                          <p:cBhvr>
                                            <p:cTn id="38" dur="750" fill="hold"/>
                                            <p:tgtEl>
                                              <p:spTgt spid="25"/>
                                            </p:tgtEl>
                                            <p:attrNameLst>
                                              <p:attrName>ppt_w</p:attrName>
                                            </p:attrNameLst>
                                          </p:cBhvr>
                                          <p:tavLst>
                                            <p:tav tm="0">
                                              <p:val>
                                                <p:fltVal val="0"/>
                                              </p:val>
                                            </p:tav>
                                            <p:tav tm="100000">
                                              <p:val>
                                                <p:strVal val="#ppt_w"/>
                                              </p:val>
                                            </p:tav>
                                          </p:tavLst>
                                        </p:anim>
                                        <p:anim calcmode="lin" valueType="num">
                                          <p:cBhvr>
                                            <p:cTn id="39" dur="750" fill="hold"/>
                                            <p:tgtEl>
                                              <p:spTgt spid="25"/>
                                            </p:tgtEl>
                                            <p:attrNameLst>
                                              <p:attrName>ppt_h</p:attrName>
                                            </p:attrNameLst>
                                          </p:cBhvr>
                                          <p:tavLst>
                                            <p:tav tm="0">
                                              <p:val>
                                                <p:fltVal val="0"/>
                                              </p:val>
                                            </p:tav>
                                            <p:tav tm="100000">
                                              <p:val>
                                                <p:strVal val="#ppt_h"/>
                                              </p:val>
                                            </p:tav>
                                          </p:tavLst>
                                        </p:anim>
                                        <p:animEffect transition="in" filter="fade">
                                          <p:cBhvr>
                                            <p:cTn id="40" dur="750"/>
                                            <p:tgtEl>
                                              <p:spTgt spid="25"/>
                                            </p:tgtEl>
                                          </p:cBhvr>
                                        </p:animEffect>
                                      </p:childTnLst>
                                    </p:cTn>
                                  </p:par>
                                  <p:par>
                                    <p:cTn id="41" presetID="2" presetClass="entr" presetSubtype="8" fill="hold" grpId="0" nodeType="withEffect">
                                      <p:stCondLst>
                                        <p:cond delay="50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1000" fill="hold"/>
                                            <p:tgtEl>
                                              <p:spTgt spid="34"/>
                                            </p:tgtEl>
                                            <p:attrNameLst>
                                              <p:attrName>ppt_x</p:attrName>
                                            </p:attrNameLst>
                                          </p:cBhvr>
                                          <p:tavLst>
                                            <p:tav tm="0">
                                              <p:val>
                                                <p:strVal val="0-#ppt_w/2"/>
                                              </p:val>
                                            </p:tav>
                                            <p:tav tm="100000">
                                              <p:val>
                                                <p:strVal val="#ppt_x"/>
                                              </p:val>
                                            </p:tav>
                                          </p:tavLst>
                                        </p:anim>
                                        <p:anim calcmode="lin" valueType="num">
                                          <p:cBhvr additive="base">
                                            <p:cTn id="44" dur="1000" fill="hold"/>
                                            <p:tgtEl>
                                              <p:spTgt spid="34"/>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500"/>
                                      </p:stCondLst>
                                      <p:childTnLst>
                                        <p:set>
                                          <p:cBhvr>
                                            <p:cTn id="46" dur="1" fill="hold">
                                              <p:stCondLst>
                                                <p:cond delay="0"/>
                                              </p:stCondLst>
                                            </p:cTn>
                                            <p:tgtEl>
                                              <p:spTgt spid="35"/>
                                            </p:tgtEl>
                                            <p:attrNameLst>
                                              <p:attrName>style.visibility</p:attrName>
                                            </p:attrNameLst>
                                          </p:cBhvr>
                                          <p:to>
                                            <p:strVal val="visible"/>
                                          </p:to>
                                        </p:set>
                                        <p:anim calcmode="lin" valueType="num">
                                          <p:cBhvr additive="base">
                                            <p:cTn id="47" dur="1000" fill="hold"/>
                                            <p:tgtEl>
                                              <p:spTgt spid="35"/>
                                            </p:tgtEl>
                                            <p:attrNameLst>
                                              <p:attrName>ppt_x</p:attrName>
                                            </p:attrNameLst>
                                          </p:cBhvr>
                                          <p:tavLst>
                                            <p:tav tm="0">
                                              <p:val>
                                                <p:strVal val="0-#ppt_w/2"/>
                                              </p:val>
                                            </p:tav>
                                            <p:tav tm="100000">
                                              <p:val>
                                                <p:strVal val="#ppt_x"/>
                                              </p:val>
                                            </p:tav>
                                          </p:tavLst>
                                        </p:anim>
                                        <p:anim calcmode="lin" valueType="num">
                                          <p:cBhvr additive="base">
                                            <p:cTn id="48" dur="1000" fill="hold"/>
                                            <p:tgtEl>
                                              <p:spTgt spid="35"/>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75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1000" fill="hold"/>
                                            <p:tgtEl>
                                              <p:spTgt spid="33"/>
                                            </p:tgtEl>
                                            <p:attrNameLst>
                                              <p:attrName>ppt_x</p:attrName>
                                            </p:attrNameLst>
                                          </p:cBhvr>
                                          <p:tavLst>
                                            <p:tav tm="0">
                                              <p:val>
                                                <p:strVal val="0-#ppt_w/2"/>
                                              </p:val>
                                            </p:tav>
                                            <p:tav tm="100000">
                                              <p:val>
                                                <p:strVal val="#ppt_x"/>
                                              </p:val>
                                            </p:tav>
                                          </p:tavLst>
                                        </p:anim>
                                        <p:anim calcmode="lin" valueType="num">
                                          <p:cBhvr additive="base">
                                            <p:cTn id="52" dur="1000" fill="hold"/>
                                            <p:tgtEl>
                                              <p:spTgt spid="33"/>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750"/>
                                      </p:stCondLst>
                                      <p:childTnLst>
                                        <p:set>
                                          <p:cBhvr>
                                            <p:cTn id="54" dur="1" fill="hold">
                                              <p:stCondLst>
                                                <p:cond delay="0"/>
                                              </p:stCondLst>
                                            </p:cTn>
                                            <p:tgtEl>
                                              <p:spTgt spid="30"/>
                                            </p:tgtEl>
                                            <p:attrNameLst>
                                              <p:attrName>style.visibility</p:attrName>
                                            </p:attrNameLst>
                                          </p:cBhvr>
                                          <p:to>
                                            <p:strVal val="visible"/>
                                          </p:to>
                                        </p:set>
                                        <p:anim calcmode="lin" valueType="num">
                                          <p:cBhvr additive="base">
                                            <p:cTn id="55" dur="1000" fill="hold"/>
                                            <p:tgtEl>
                                              <p:spTgt spid="30"/>
                                            </p:tgtEl>
                                            <p:attrNameLst>
                                              <p:attrName>ppt_x</p:attrName>
                                            </p:attrNameLst>
                                          </p:cBhvr>
                                          <p:tavLst>
                                            <p:tav tm="0">
                                              <p:val>
                                                <p:strVal val="0-#ppt_w/2"/>
                                              </p:val>
                                            </p:tav>
                                            <p:tav tm="100000">
                                              <p:val>
                                                <p:strVal val="#ppt_x"/>
                                              </p:val>
                                            </p:tav>
                                          </p:tavLst>
                                        </p:anim>
                                        <p:anim calcmode="lin" valueType="num">
                                          <p:cBhvr additive="base">
                                            <p:cTn id="56" dur="1000" fill="hold"/>
                                            <p:tgtEl>
                                              <p:spTgt spid="30"/>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1000"/>
                                      </p:stCondLst>
                                      <p:childTnLst>
                                        <p:set>
                                          <p:cBhvr>
                                            <p:cTn id="58" dur="1" fill="hold">
                                              <p:stCondLst>
                                                <p:cond delay="0"/>
                                              </p:stCondLst>
                                            </p:cTn>
                                            <p:tgtEl>
                                              <p:spTgt spid="31"/>
                                            </p:tgtEl>
                                            <p:attrNameLst>
                                              <p:attrName>style.visibility</p:attrName>
                                            </p:attrNameLst>
                                          </p:cBhvr>
                                          <p:to>
                                            <p:strVal val="visible"/>
                                          </p:to>
                                        </p:set>
                                        <p:anim calcmode="lin" valueType="num">
                                          <p:cBhvr additive="base">
                                            <p:cTn id="59" dur="1000" fill="hold"/>
                                            <p:tgtEl>
                                              <p:spTgt spid="31"/>
                                            </p:tgtEl>
                                            <p:attrNameLst>
                                              <p:attrName>ppt_x</p:attrName>
                                            </p:attrNameLst>
                                          </p:cBhvr>
                                          <p:tavLst>
                                            <p:tav tm="0">
                                              <p:val>
                                                <p:strVal val="1+#ppt_w/2"/>
                                              </p:val>
                                            </p:tav>
                                            <p:tav tm="100000">
                                              <p:val>
                                                <p:strVal val="#ppt_x"/>
                                              </p:val>
                                            </p:tav>
                                          </p:tavLst>
                                        </p:anim>
                                        <p:anim calcmode="lin" valueType="num">
                                          <p:cBhvr additive="base">
                                            <p:cTn id="60" dur="1000" fill="hold"/>
                                            <p:tgtEl>
                                              <p:spTgt spid="31"/>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1000"/>
                                      </p:stCondLst>
                                      <p:childTnLst>
                                        <p:set>
                                          <p:cBhvr>
                                            <p:cTn id="62" dur="1" fill="hold">
                                              <p:stCondLst>
                                                <p:cond delay="0"/>
                                              </p:stCondLst>
                                            </p:cTn>
                                            <p:tgtEl>
                                              <p:spTgt spid="32"/>
                                            </p:tgtEl>
                                            <p:attrNameLst>
                                              <p:attrName>style.visibility</p:attrName>
                                            </p:attrNameLst>
                                          </p:cBhvr>
                                          <p:to>
                                            <p:strVal val="visible"/>
                                          </p:to>
                                        </p:set>
                                        <p:anim calcmode="lin" valueType="num">
                                          <p:cBhvr additive="base">
                                            <p:cTn id="63" dur="1000" fill="hold"/>
                                            <p:tgtEl>
                                              <p:spTgt spid="32"/>
                                            </p:tgtEl>
                                            <p:attrNameLst>
                                              <p:attrName>ppt_x</p:attrName>
                                            </p:attrNameLst>
                                          </p:cBhvr>
                                          <p:tavLst>
                                            <p:tav tm="0">
                                              <p:val>
                                                <p:strVal val="1+#ppt_w/2"/>
                                              </p:val>
                                            </p:tav>
                                            <p:tav tm="100000">
                                              <p:val>
                                                <p:strVal val="#ppt_x"/>
                                              </p:val>
                                            </p:tav>
                                          </p:tavLst>
                                        </p:anim>
                                        <p:anim calcmode="lin" valueType="num">
                                          <p:cBhvr additive="base">
                                            <p:cTn id="64" dur="1000" fill="hold"/>
                                            <p:tgtEl>
                                              <p:spTgt spid="32"/>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125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000" fill="hold"/>
                                            <p:tgtEl>
                                              <p:spTgt spid="36"/>
                                            </p:tgtEl>
                                            <p:attrNameLst>
                                              <p:attrName>ppt_x</p:attrName>
                                            </p:attrNameLst>
                                          </p:cBhvr>
                                          <p:tavLst>
                                            <p:tav tm="0">
                                              <p:val>
                                                <p:strVal val="1+#ppt_w/2"/>
                                              </p:val>
                                            </p:tav>
                                            <p:tav tm="100000">
                                              <p:val>
                                                <p:strVal val="#ppt_x"/>
                                              </p:val>
                                            </p:tav>
                                          </p:tavLst>
                                        </p:anim>
                                        <p:anim calcmode="lin" valueType="num">
                                          <p:cBhvr additive="base">
                                            <p:cTn id="68" dur="1000" fill="hold"/>
                                            <p:tgtEl>
                                              <p:spTgt spid="36"/>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1250"/>
                                      </p:stCondLst>
                                      <p:childTnLst>
                                        <p:set>
                                          <p:cBhvr>
                                            <p:cTn id="70" dur="1" fill="hold">
                                              <p:stCondLst>
                                                <p:cond delay="0"/>
                                              </p:stCondLst>
                                            </p:cTn>
                                            <p:tgtEl>
                                              <p:spTgt spid="37"/>
                                            </p:tgtEl>
                                            <p:attrNameLst>
                                              <p:attrName>style.visibility</p:attrName>
                                            </p:attrNameLst>
                                          </p:cBhvr>
                                          <p:to>
                                            <p:strVal val="visible"/>
                                          </p:to>
                                        </p:set>
                                        <p:anim calcmode="lin" valueType="num">
                                          <p:cBhvr additive="base">
                                            <p:cTn id="71" dur="1000" fill="hold"/>
                                            <p:tgtEl>
                                              <p:spTgt spid="37"/>
                                            </p:tgtEl>
                                            <p:attrNameLst>
                                              <p:attrName>ppt_x</p:attrName>
                                            </p:attrNameLst>
                                          </p:cBhvr>
                                          <p:tavLst>
                                            <p:tav tm="0">
                                              <p:val>
                                                <p:strVal val="1+#ppt_w/2"/>
                                              </p:val>
                                            </p:tav>
                                            <p:tav tm="100000">
                                              <p:val>
                                                <p:strVal val="#ppt_x"/>
                                              </p:val>
                                            </p:tav>
                                          </p:tavLst>
                                        </p:anim>
                                        <p:anim calcmode="lin" valueType="num">
                                          <p:cBhvr additive="base">
                                            <p:cTn id="72" dur="1000" fill="hold"/>
                                            <p:tgtEl>
                                              <p:spTgt spid="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25" grpId="0"/>
          <p:bldP spid="30" grpId="0"/>
          <p:bldP spid="31" grpId="0"/>
          <p:bldP spid="32" grpId="0"/>
          <p:bldP spid="33" grpId="0"/>
          <p:bldP spid="34" grpId="0"/>
          <p:bldP spid="35" grpId="0"/>
          <p:bldP spid="36" grpId="0"/>
          <p:bldP spid="37" grpId="0"/>
        </p:bldLst>
      </p:timing>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0BCEE52A-1667-46DE-A30C-B0C24FB37436}"/>
              </a:ext>
            </a:extLst>
          </p:cNvPr>
          <p:cNvSpPr>
            <a:spLocks/>
          </p:cNvSpPr>
          <p:nvPr/>
        </p:nvSpPr>
        <p:spPr bwMode="auto">
          <a:xfrm>
            <a:off x="4884738" y="3933825"/>
            <a:ext cx="2436813" cy="2924175"/>
          </a:xfrm>
          <a:custGeom>
            <a:avLst/>
            <a:gdLst>
              <a:gd name="T0" fmla="*/ 551 w 688"/>
              <a:gd name="T1" fmla="*/ 640 h 825"/>
              <a:gd name="T2" fmla="*/ 687 w 688"/>
              <a:gd name="T3" fmla="*/ 294 h 825"/>
              <a:gd name="T4" fmla="*/ 437 w 688"/>
              <a:gd name="T5" fmla="*/ 20 h 825"/>
              <a:gd name="T6" fmla="*/ 110 w 688"/>
              <a:gd name="T7" fmla="*/ 132 h 825"/>
              <a:gd name="T8" fmla="*/ 59 w 688"/>
              <a:gd name="T9" fmla="*/ 330 h 825"/>
              <a:gd name="T10" fmla="*/ 87 w 688"/>
              <a:gd name="T11" fmla="*/ 374 h 825"/>
              <a:gd name="T12" fmla="*/ 5 w 688"/>
              <a:gd name="T13" fmla="*/ 517 h 825"/>
              <a:gd name="T14" fmla="*/ 64 w 688"/>
              <a:gd name="T15" fmla="*/ 548 h 825"/>
              <a:gd name="T16" fmla="*/ 59 w 688"/>
              <a:gd name="T17" fmla="*/ 588 h 825"/>
              <a:gd name="T18" fmla="*/ 88 w 688"/>
              <a:gd name="T19" fmla="*/ 621 h 825"/>
              <a:gd name="T20" fmla="*/ 86 w 688"/>
              <a:gd name="T21" fmla="*/ 657 h 825"/>
              <a:gd name="T22" fmla="*/ 81 w 688"/>
              <a:gd name="T23" fmla="*/ 720 h 825"/>
              <a:gd name="T24" fmla="*/ 159 w 688"/>
              <a:gd name="T25" fmla="*/ 757 h 825"/>
              <a:gd name="T26" fmla="*/ 258 w 688"/>
              <a:gd name="T27" fmla="*/ 744 h 825"/>
              <a:gd name="T28" fmla="*/ 235 w 688"/>
              <a:gd name="T29" fmla="*/ 825 h 825"/>
              <a:gd name="T30" fmla="*/ 681 w 688"/>
              <a:gd name="T31" fmla="*/ 825 h 825"/>
              <a:gd name="T32" fmla="*/ 551 w 688"/>
              <a:gd name="T33" fmla="*/ 6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8" h="825">
                <a:moveTo>
                  <a:pt x="551" y="640"/>
                </a:moveTo>
                <a:cubicBezTo>
                  <a:pt x="553" y="571"/>
                  <a:pt x="688" y="484"/>
                  <a:pt x="687" y="294"/>
                </a:cubicBezTo>
                <a:cubicBezTo>
                  <a:pt x="687" y="199"/>
                  <a:pt x="594" y="40"/>
                  <a:pt x="437" y="20"/>
                </a:cubicBezTo>
                <a:cubicBezTo>
                  <a:pt x="279" y="0"/>
                  <a:pt x="162" y="35"/>
                  <a:pt x="110" y="132"/>
                </a:cubicBezTo>
                <a:cubicBezTo>
                  <a:pt x="59" y="229"/>
                  <a:pt x="54" y="314"/>
                  <a:pt x="59" y="330"/>
                </a:cubicBezTo>
                <a:cubicBezTo>
                  <a:pt x="66" y="354"/>
                  <a:pt x="85" y="361"/>
                  <a:pt x="87" y="374"/>
                </a:cubicBezTo>
                <a:cubicBezTo>
                  <a:pt x="91" y="415"/>
                  <a:pt x="0" y="497"/>
                  <a:pt x="5" y="517"/>
                </a:cubicBezTo>
                <a:cubicBezTo>
                  <a:pt x="10" y="537"/>
                  <a:pt x="64" y="548"/>
                  <a:pt x="64" y="548"/>
                </a:cubicBezTo>
                <a:cubicBezTo>
                  <a:pt x="64" y="548"/>
                  <a:pt x="74" y="563"/>
                  <a:pt x="59" y="588"/>
                </a:cubicBezTo>
                <a:cubicBezTo>
                  <a:pt x="40" y="621"/>
                  <a:pt x="88" y="621"/>
                  <a:pt x="88" y="621"/>
                </a:cubicBezTo>
                <a:cubicBezTo>
                  <a:pt x="84" y="621"/>
                  <a:pt x="43" y="623"/>
                  <a:pt x="86" y="657"/>
                </a:cubicBezTo>
                <a:cubicBezTo>
                  <a:pt x="97" y="665"/>
                  <a:pt x="74" y="701"/>
                  <a:pt x="81" y="720"/>
                </a:cubicBezTo>
                <a:cubicBezTo>
                  <a:pt x="96" y="758"/>
                  <a:pt x="121" y="761"/>
                  <a:pt x="159" y="757"/>
                </a:cubicBezTo>
                <a:cubicBezTo>
                  <a:pt x="196" y="752"/>
                  <a:pt x="246" y="738"/>
                  <a:pt x="258" y="744"/>
                </a:cubicBezTo>
                <a:cubicBezTo>
                  <a:pt x="283" y="791"/>
                  <a:pt x="258" y="811"/>
                  <a:pt x="235" y="825"/>
                </a:cubicBezTo>
                <a:cubicBezTo>
                  <a:pt x="681" y="825"/>
                  <a:pt x="681" y="825"/>
                  <a:pt x="681" y="825"/>
                </a:cubicBezTo>
                <a:cubicBezTo>
                  <a:pt x="653" y="779"/>
                  <a:pt x="549" y="742"/>
                  <a:pt x="551" y="640"/>
                </a:cubicBezTo>
                <a:close/>
              </a:path>
            </a:pathLst>
          </a:custGeom>
          <a:solidFill>
            <a:schemeClr val="accent5"/>
          </a:solidFill>
          <a:ln>
            <a:noFill/>
          </a:ln>
          <a:effectLst>
            <a:innerShdw blurRad="114300">
              <a:prstClr val="black"/>
            </a:innerShdw>
          </a:effectLst>
        </p:spPr>
        <p:txBody>
          <a:bodyPr vert="horz" wrap="square" lIns="91440" tIns="45720" rIns="91440" bIns="45720" numCol="1" anchor="t" anchorCtr="0" compatLnSpc="1">
            <a:prstTxWarp prst="textNoShape">
              <a:avLst/>
            </a:prstTxWarp>
          </a:bodyPr>
          <a:lstStyle/>
          <a:p>
            <a:endParaRPr lang="ru-UA"/>
          </a:p>
        </p:txBody>
      </p:sp>
      <p:grpSp>
        <p:nvGrpSpPr>
          <p:cNvPr id="1047" name="Group 1046">
            <a:extLst>
              <a:ext uri="{FF2B5EF4-FFF2-40B4-BE49-F238E27FC236}">
                <a16:creationId xmlns:a16="http://schemas.microsoft.com/office/drawing/2014/main" id="{EA1325F8-94B6-461B-9E80-C13415A36E75}"/>
              </a:ext>
            </a:extLst>
          </p:cNvPr>
          <p:cNvGrpSpPr/>
          <p:nvPr/>
        </p:nvGrpSpPr>
        <p:grpSpPr>
          <a:xfrm>
            <a:off x="7566026" y="1806575"/>
            <a:ext cx="2274888" cy="1428750"/>
            <a:chOff x="7566026" y="1806575"/>
            <a:chExt cx="2274888" cy="1428750"/>
          </a:xfrm>
          <a:effectLst>
            <a:outerShdw blurRad="127000" dist="88900" dir="2700000" algn="tl" rotWithShape="0">
              <a:prstClr val="black">
                <a:alpha val="24000"/>
              </a:prstClr>
            </a:outerShdw>
          </a:effectLst>
        </p:grpSpPr>
        <p:sp>
          <p:nvSpPr>
            <p:cNvPr id="7" name="Freeform 6">
              <a:extLst>
                <a:ext uri="{FF2B5EF4-FFF2-40B4-BE49-F238E27FC236}">
                  <a16:creationId xmlns:a16="http://schemas.microsoft.com/office/drawing/2014/main" id="{96D09641-0D12-4D83-80E6-EC4D154EB595}"/>
                </a:ext>
              </a:extLst>
            </p:cNvPr>
            <p:cNvSpPr>
              <a:spLocks/>
            </p:cNvSpPr>
            <p:nvPr/>
          </p:nvSpPr>
          <p:spPr bwMode="auto">
            <a:xfrm>
              <a:off x="7566026" y="1806575"/>
              <a:ext cx="2274888" cy="1428750"/>
            </a:xfrm>
            <a:custGeom>
              <a:avLst/>
              <a:gdLst>
                <a:gd name="T0" fmla="*/ 585 w 642"/>
                <a:gd name="T1" fmla="*/ 155 h 403"/>
                <a:gd name="T2" fmla="*/ 595 w 642"/>
                <a:gd name="T3" fmla="*/ 109 h 403"/>
                <a:gd name="T4" fmla="*/ 485 w 642"/>
                <a:gd name="T5" fmla="*/ 0 h 403"/>
                <a:gd name="T6" fmla="*/ 383 w 642"/>
                <a:gd name="T7" fmla="*/ 68 h 403"/>
                <a:gd name="T8" fmla="*/ 282 w 642"/>
                <a:gd name="T9" fmla="*/ 9 h 403"/>
                <a:gd name="T10" fmla="*/ 167 w 642"/>
                <a:gd name="T11" fmla="*/ 124 h 403"/>
                <a:gd name="T12" fmla="*/ 169 w 642"/>
                <a:gd name="T13" fmla="*/ 141 h 403"/>
                <a:gd name="T14" fmla="*/ 120 w 642"/>
                <a:gd name="T15" fmla="*/ 131 h 403"/>
                <a:gd name="T16" fmla="*/ 0 w 642"/>
                <a:gd name="T17" fmla="*/ 252 h 403"/>
                <a:gd name="T18" fmla="*/ 120 w 642"/>
                <a:gd name="T19" fmla="*/ 372 h 403"/>
                <a:gd name="T20" fmla="*/ 192 w 642"/>
                <a:gd name="T21" fmla="*/ 348 h 403"/>
                <a:gd name="T22" fmla="*/ 332 w 642"/>
                <a:gd name="T23" fmla="*/ 403 h 403"/>
                <a:gd name="T24" fmla="*/ 476 w 642"/>
                <a:gd name="T25" fmla="*/ 346 h 403"/>
                <a:gd name="T26" fmla="*/ 532 w 642"/>
                <a:gd name="T27" fmla="*/ 361 h 403"/>
                <a:gd name="T28" fmla="*/ 642 w 642"/>
                <a:gd name="T29" fmla="*/ 252 h 403"/>
                <a:gd name="T30" fmla="*/ 585 w 642"/>
                <a:gd name="T31" fmla="*/ 155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2" h="403">
                  <a:moveTo>
                    <a:pt x="585" y="155"/>
                  </a:moveTo>
                  <a:cubicBezTo>
                    <a:pt x="591" y="141"/>
                    <a:pt x="595" y="126"/>
                    <a:pt x="595" y="109"/>
                  </a:cubicBezTo>
                  <a:cubicBezTo>
                    <a:pt x="595" y="49"/>
                    <a:pt x="546" y="0"/>
                    <a:pt x="485" y="0"/>
                  </a:cubicBezTo>
                  <a:cubicBezTo>
                    <a:pt x="439" y="0"/>
                    <a:pt x="400" y="28"/>
                    <a:pt x="383" y="68"/>
                  </a:cubicBezTo>
                  <a:cubicBezTo>
                    <a:pt x="364" y="33"/>
                    <a:pt x="326" y="9"/>
                    <a:pt x="282" y="9"/>
                  </a:cubicBezTo>
                  <a:cubicBezTo>
                    <a:pt x="219" y="9"/>
                    <a:pt x="167" y="60"/>
                    <a:pt x="167" y="124"/>
                  </a:cubicBezTo>
                  <a:cubicBezTo>
                    <a:pt x="167" y="130"/>
                    <a:pt x="168" y="136"/>
                    <a:pt x="169" y="141"/>
                  </a:cubicBezTo>
                  <a:cubicBezTo>
                    <a:pt x="154" y="135"/>
                    <a:pt x="138" y="131"/>
                    <a:pt x="120" y="131"/>
                  </a:cubicBezTo>
                  <a:cubicBezTo>
                    <a:pt x="54" y="131"/>
                    <a:pt x="0" y="185"/>
                    <a:pt x="0" y="252"/>
                  </a:cubicBezTo>
                  <a:cubicBezTo>
                    <a:pt x="0" y="318"/>
                    <a:pt x="54" y="372"/>
                    <a:pt x="120" y="372"/>
                  </a:cubicBezTo>
                  <a:cubicBezTo>
                    <a:pt x="147" y="372"/>
                    <a:pt x="172" y="363"/>
                    <a:pt x="192" y="348"/>
                  </a:cubicBezTo>
                  <a:cubicBezTo>
                    <a:pt x="226" y="382"/>
                    <a:pt x="276" y="403"/>
                    <a:pt x="332" y="403"/>
                  </a:cubicBezTo>
                  <a:cubicBezTo>
                    <a:pt x="390" y="403"/>
                    <a:pt x="441" y="381"/>
                    <a:pt x="476" y="346"/>
                  </a:cubicBezTo>
                  <a:cubicBezTo>
                    <a:pt x="492" y="356"/>
                    <a:pt x="511" y="361"/>
                    <a:pt x="532" y="361"/>
                  </a:cubicBezTo>
                  <a:cubicBezTo>
                    <a:pt x="593" y="361"/>
                    <a:pt x="642" y="312"/>
                    <a:pt x="642" y="252"/>
                  </a:cubicBezTo>
                  <a:cubicBezTo>
                    <a:pt x="642" y="210"/>
                    <a:pt x="619" y="174"/>
                    <a:pt x="585" y="15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0679A354-B3B4-477B-A227-9C73D1A82EF3}"/>
                </a:ext>
              </a:extLst>
            </p:cNvPr>
            <p:cNvSpPr>
              <a:spLocks/>
            </p:cNvSpPr>
            <p:nvPr/>
          </p:nvSpPr>
          <p:spPr bwMode="auto">
            <a:xfrm>
              <a:off x="7686676" y="2409825"/>
              <a:ext cx="2154238" cy="825500"/>
            </a:xfrm>
            <a:custGeom>
              <a:avLst/>
              <a:gdLst>
                <a:gd name="T0" fmla="*/ 572 w 608"/>
                <a:gd name="T1" fmla="*/ 0 h 233"/>
                <a:gd name="T2" fmla="*/ 603 w 608"/>
                <a:gd name="T3" fmla="*/ 76 h 233"/>
                <a:gd name="T4" fmla="*/ 493 w 608"/>
                <a:gd name="T5" fmla="*/ 186 h 233"/>
                <a:gd name="T6" fmla="*/ 437 w 608"/>
                <a:gd name="T7" fmla="*/ 171 h 233"/>
                <a:gd name="T8" fmla="*/ 293 w 608"/>
                <a:gd name="T9" fmla="*/ 227 h 233"/>
                <a:gd name="T10" fmla="*/ 152 w 608"/>
                <a:gd name="T11" fmla="*/ 173 h 233"/>
                <a:gd name="T12" fmla="*/ 81 w 608"/>
                <a:gd name="T13" fmla="*/ 196 h 233"/>
                <a:gd name="T14" fmla="*/ 0 w 608"/>
                <a:gd name="T15" fmla="*/ 165 h 233"/>
                <a:gd name="T16" fmla="*/ 86 w 608"/>
                <a:gd name="T17" fmla="*/ 202 h 233"/>
                <a:gd name="T18" fmla="*/ 158 w 608"/>
                <a:gd name="T19" fmla="*/ 178 h 233"/>
                <a:gd name="T20" fmla="*/ 298 w 608"/>
                <a:gd name="T21" fmla="*/ 233 h 233"/>
                <a:gd name="T22" fmla="*/ 442 w 608"/>
                <a:gd name="T23" fmla="*/ 176 h 233"/>
                <a:gd name="T24" fmla="*/ 498 w 608"/>
                <a:gd name="T25" fmla="*/ 191 h 233"/>
                <a:gd name="T26" fmla="*/ 608 w 608"/>
                <a:gd name="T27" fmla="*/ 82 h 233"/>
                <a:gd name="T28" fmla="*/ 572 w 608"/>
                <a:gd name="T29"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8" h="233">
                  <a:moveTo>
                    <a:pt x="572" y="0"/>
                  </a:moveTo>
                  <a:cubicBezTo>
                    <a:pt x="591" y="20"/>
                    <a:pt x="603" y="47"/>
                    <a:pt x="603" y="76"/>
                  </a:cubicBezTo>
                  <a:cubicBezTo>
                    <a:pt x="603" y="137"/>
                    <a:pt x="553" y="186"/>
                    <a:pt x="493" y="186"/>
                  </a:cubicBezTo>
                  <a:cubicBezTo>
                    <a:pt x="472" y="186"/>
                    <a:pt x="453" y="181"/>
                    <a:pt x="437" y="171"/>
                  </a:cubicBezTo>
                  <a:cubicBezTo>
                    <a:pt x="402" y="205"/>
                    <a:pt x="351" y="227"/>
                    <a:pt x="293" y="227"/>
                  </a:cubicBezTo>
                  <a:cubicBezTo>
                    <a:pt x="237" y="227"/>
                    <a:pt x="187" y="206"/>
                    <a:pt x="152" y="173"/>
                  </a:cubicBezTo>
                  <a:cubicBezTo>
                    <a:pt x="132" y="188"/>
                    <a:pt x="108" y="196"/>
                    <a:pt x="81" y="196"/>
                  </a:cubicBezTo>
                  <a:cubicBezTo>
                    <a:pt x="50" y="196"/>
                    <a:pt x="22" y="185"/>
                    <a:pt x="0" y="165"/>
                  </a:cubicBezTo>
                  <a:cubicBezTo>
                    <a:pt x="22" y="188"/>
                    <a:pt x="53" y="202"/>
                    <a:pt x="86" y="202"/>
                  </a:cubicBezTo>
                  <a:cubicBezTo>
                    <a:pt x="113" y="202"/>
                    <a:pt x="138" y="193"/>
                    <a:pt x="158" y="178"/>
                  </a:cubicBezTo>
                  <a:cubicBezTo>
                    <a:pt x="192" y="212"/>
                    <a:pt x="242" y="233"/>
                    <a:pt x="298" y="233"/>
                  </a:cubicBezTo>
                  <a:cubicBezTo>
                    <a:pt x="356" y="233"/>
                    <a:pt x="407" y="211"/>
                    <a:pt x="442" y="176"/>
                  </a:cubicBezTo>
                  <a:cubicBezTo>
                    <a:pt x="458" y="186"/>
                    <a:pt x="477" y="191"/>
                    <a:pt x="498" y="191"/>
                  </a:cubicBezTo>
                  <a:cubicBezTo>
                    <a:pt x="559" y="191"/>
                    <a:pt x="608" y="142"/>
                    <a:pt x="608" y="82"/>
                  </a:cubicBezTo>
                  <a:cubicBezTo>
                    <a:pt x="608" y="49"/>
                    <a:pt x="594" y="20"/>
                    <a:pt x="572"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62627BBD-BC7F-48CA-B886-5B1F59125A75}"/>
                </a:ext>
              </a:extLst>
            </p:cNvPr>
            <p:cNvSpPr>
              <a:spLocks/>
            </p:cNvSpPr>
            <p:nvPr/>
          </p:nvSpPr>
          <p:spPr bwMode="auto">
            <a:xfrm>
              <a:off x="7566026" y="1806575"/>
              <a:ext cx="2090738" cy="1054100"/>
            </a:xfrm>
            <a:custGeom>
              <a:avLst/>
              <a:gdLst>
                <a:gd name="T0" fmla="*/ 3 w 590"/>
                <a:gd name="T1" fmla="*/ 260 h 297"/>
                <a:gd name="T2" fmla="*/ 123 w 590"/>
                <a:gd name="T3" fmla="*/ 139 h 297"/>
                <a:gd name="T4" fmla="*/ 172 w 590"/>
                <a:gd name="T5" fmla="*/ 150 h 297"/>
                <a:gd name="T6" fmla="*/ 170 w 590"/>
                <a:gd name="T7" fmla="*/ 132 h 297"/>
                <a:gd name="T8" fmla="*/ 285 w 590"/>
                <a:gd name="T9" fmla="*/ 17 h 297"/>
                <a:gd name="T10" fmla="*/ 386 w 590"/>
                <a:gd name="T11" fmla="*/ 76 h 297"/>
                <a:gd name="T12" fmla="*/ 488 w 590"/>
                <a:gd name="T13" fmla="*/ 8 h 297"/>
                <a:gd name="T14" fmla="*/ 590 w 590"/>
                <a:gd name="T15" fmla="*/ 76 h 297"/>
                <a:gd name="T16" fmla="*/ 485 w 590"/>
                <a:gd name="T17" fmla="*/ 0 h 297"/>
                <a:gd name="T18" fmla="*/ 383 w 590"/>
                <a:gd name="T19" fmla="*/ 68 h 297"/>
                <a:gd name="T20" fmla="*/ 282 w 590"/>
                <a:gd name="T21" fmla="*/ 9 h 297"/>
                <a:gd name="T22" fmla="*/ 167 w 590"/>
                <a:gd name="T23" fmla="*/ 124 h 297"/>
                <a:gd name="T24" fmla="*/ 169 w 590"/>
                <a:gd name="T25" fmla="*/ 141 h 297"/>
                <a:gd name="T26" fmla="*/ 120 w 590"/>
                <a:gd name="T27" fmla="*/ 131 h 297"/>
                <a:gd name="T28" fmla="*/ 0 w 590"/>
                <a:gd name="T29" fmla="*/ 252 h 297"/>
                <a:gd name="T30" fmla="*/ 9 w 590"/>
                <a:gd name="T31" fmla="*/ 297 h 297"/>
                <a:gd name="T32" fmla="*/ 3 w 590"/>
                <a:gd name="T33" fmla="*/ 26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0" h="297">
                  <a:moveTo>
                    <a:pt x="3" y="260"/>
                  </a:moveTo>
                  <a:cubicBezTo>
                    <a:pt x="3" y="193"/>
                    <a:pt x="57" y="139"/>
                    <a:pt x="123" y="139"/>
                  </a:cubicBezTo>
                  <a:cubicBezTo>
                    <a:pt x="141" y="139"/>
                    <a:pt x="157" y="143"/>
                    <a:pt x="172" y="150"/>
                  </a:cubicBezTo>
                  <a:cubicBezTo>
                    <a:pt x="171" y="144"/>
                    <a:pt x="170" y="138"/>
                    <a:pt x="170" y="132"/>
                  </a:cubicBezTo>
                  <a:cubicBezTo>
                    <a:pt x="170" y="68"/>
                    <a:pt x="222" y="17"/>
                    <a:pt x="285" y="17"/>
                  </a:cubicBezTo>
                  <a:cubicBezTo>
                    <a:pt x="329" y="17"/>
                    <a:pt x="366" y="41"/>
                    <a:pt x="386" y="76"/>
                  </a:cubicBezTo>
                  <a:cubicBezTo>
                    <a:pt x="403" y="36"/>
                    <a:pt x="442" y="8"/>
                    <a:pt x="488" y="8"/>
                  </a:cubicBezTo>
                  <a:cubicBezTo>
                    <a:pt x="534" y="8"/>
                    <a:pt x="573" y="36"/>
                    <a:pt x="590" y="76"/>
                  </a:cubicBezTo>
                  <a:cubicBezTo>
                    <a:pt x="575" y="32"/>
                    <a:pt x="534" y="0"/>
                    <a:pt x="485" y="0"/>
                  </a:cubicBezTo>
                  <a:cubicBezTo>
                    <a:pt x="439" y="0"/>
                    <a:pt x="400" y="28"/>
                    <a:pt x="383" y="68"/>
                  </a:cubicBezTo>
                  <a:cubicBezTo>
                    <a:pt x="364" y="33"/>
                    <a:pt x="326" y="9"/>
                    <a:pt x="282" y="9"/>
                  </a:cubicBezTo>
                  <a:cubicBezTo>
                    <a:pt x="219" y="9"/>
                    <a:pt x="167" y="60"/>
                    <a:pt x="167" y="124"/>
                  </a:cubicBezTo>
                  <a:cubicBezTo>
                    <a:pt x="167" y="130"/>
                    <a:pt x="168" y="136"/>
                    <a:pt x="169" y="141"/>
                  </a:cubicBezTo>
                  <a:cubicBezTo>
                    <a:pt x="154" y="135"/>
                    <a:pt x="138" y="131"/>
                    <a:pt x="120" y="131"/>
                  </a:cubicBezTo>
                  <a:cubicBezTo>
                    <a:pt x="54" y="131"/>
                    <a:pt x="0" y="185"/>
                    <a:pt x="0" y="252"/>
                  </a:cubicBezTo>
                  <a:cubicBezTo>
                    <a:pt x="0" y="267"/>
                    <a:pt x="3" y="283"/>
                    <a:pt x="9" y="297"/>
                  </a:cubicBezTo>
                  <a:cubicBezTo>
                    <a:pt x="5" y="285"/>
                    <a:pt x="3" y="272"/>
                    <a:pt x="3" y="26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6" name="Group 1045">
            <a:extLst>
              <a:ext uri="{FF2B5EF4-FFF2-40B4-BE49-F238E27FC236}">
                <a16:creationId xmlns:a16="http://schemas.microsoft.com/office/drawing/2014/main" id="{7FAD18C4-415A-4F06-917E-9CBD262F0806}"/>
              </a:ext>
            </a:extLst>
          </p:cNvPr>
          <p:cNvGrpSpPr/>
          <p:nvPr/>
        </p:nvGrpSpPr>
        <p:grpSpPr>
          <a:xfrm>
            <a:off x="4991101" y="981075"/>
            <a:ext cx="2473325" cy="1676400"/>
            <a:chOff x="4991101" y="981075"/>
            <a:chExt cx="2473325" cy="1676400"/>
          </a:xfrm>
          <a:effectLst>
            <a:outerShdw blurRad="127000" dist="88900" dir="2700000" algn="tl" rotWithShape="0">
              <a:prstClr val="black">
                <a:alpha val="24000"/>
              </a:prstClr>
            </a:outerShdw>
          </a:effectLst>
        </p:grpSpPr>
        <p:sp>
          <p:nvSpPr>
            <p:cNvPr id="10" name="Freeform 9">
              <a:extLst>
                <a:ext uri="{FF2B5EF4-FFF2-40B4-BE49-F238E27FC236}">
                  <a16:creationId xmlns:a16="http://schemas.microsoft.com/office/drawing/2014/main" id="{0DEFC39F-0F53-4E6E-84FF-C28EA92A8772}"/>
                </a:ext>
              </a:extLst>
            </p:cNvPr>
            <p:cNvSpPr>
              <a:spLocks/>
            </p:cNvSpPr>
            <p:nvPr/>
          </p:nvSpPr>
          <p:spPr bwMode="auto">
            <a:xfrm>
              <a:off x="4991101" y="981075"/>
              <a:ext cx="2473325" cy="1676400"/>
            </a:xfrm>
            <a:custGeom>
              <a:avLst/>
              <a:gdLst>
                <a:gd name="T0" fmla="*/ 625 w 698"/>
                <a:gd name="T1" fmla="*/ 145 h 473"/>
                <a:gd name="T2" fmla="*/ 603 w 698"/>
                <a:gd name="T3" fmla="*/ 148 h 473"/>
                <a:gd name="T4" fmla="*/ 494 w 698"/>
                <a:gd name="T5" fmla="*/ 50 h 473"/>
                <a:gd name="T6" fmla="*/ 435 w 698"/>
                <a:gd name="T7" fmla="*/ 67 h 473"/>
                <a:gd name="T8" fmla="*/ 305 w 698"/>
                <a:gd name="T9" fmla="*/ 0 h 473"/>
                <a:gd name="T10" fmla="*/ 149 w 698"/>
                <a:gd name="T11" fmla="*/ 124 h 473"/>
                <a:gd name="T12" fmla="*/ 120 w 698"/>
                <a:gd name="T13" fmla="*/ 121 h 473"/>
                <a:gd name="T14" fmla="*/ 0 w 698"/>
                <a:gd name="T15" fmla="*/ 241 h 473"/>
                <a:gd name="T16" fmla="*/ 120 w 698"/>
                <a:gd name="T17" fmla="*/ 361 h 473"/>
                <a:gd name="T18" fmla="*/ 178 w 698"/>
                <a:gd name="T19" fmla="*/ 346 h 473"/>
                <a:gd name="T20" fmla="*/ 334 w 698"/>
                <a:gd name="T21" fmla="*/ 473 h 473"/>
                <a:gd name="T22" fmla="*/ 467 w 698"/>
                <a:gd name="T23" fmla="*/ 402 h 473"/>
                <a:gd name="T24" fmla="*/ 506 w 698"/>
                <a:gd name="T25" fmla="*/ 410 h 473"/>
                <a:gd name="T26" fmla="*/ 616 w 698"/>
                <a:gd name="T27" fmla="*/ 300 h 473"/>
                <a:gd name="T28" fmla="*/ 615 w 698"/>
                <a:gd name="T29" fmla="*/ 290 h 473"/>
                <a:gd name="T30" fmla="*/ 625 w 698"/>
                <a:gd name="T31" fmla="*/ 291 h 473"/>
                <a:gd name="T32" fmla="*/ 698 w 698"/>
                <a:gd name="T33" fmla="*/ 218 h 473"/>
                <a:gd name="T34" fmla="*/ 625 w 698"/>
                <a:gd name="T35" fmla="*/ 145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8" h="473">
                  <a:moveTo>
                    <a:pt x="625" y="145"/>
                  </a:moveTo>
                  <a:cubicBezTo>
                    <a:pt x="618" y="145"/>
                    <a:pt x="610" y="146"/>
                    <a:pt x="603" y="148"/>
                  </a:cubicBezTo>
                  <a:cubicBezTo>
                    <a:pt x="597" y="93"/>
                    <a:pt x="551" y="50"/>
                    <a:pt x="494" y="50"/>
                  </a:cubicBezTo>
                  <a:cubicBezTo>
                    <a:pt x="472" y="50"/>
                    <a:pt x="452" y="57"/>
                    <a:pt x="435" y="67"/>
                  </a:cubicBezTo>
                  <a:cubicBezTo>
                    <a:pt x="406" y="27"/>
                    <a:pt x="359" y="0"/>
                    <a:pt x="305" y="0"/>
                  </a:cubicBezTo>
                  <a:cubicBezTo>
                    <a:pt x="229" y="0"/>
                    <a:pt x="165" y="53"/>
                    <a:pt x="149" y="124"/>
                  </a:cubicBezTo>
                  <a:cubicBezTo>
                    <a:pt x="140" y="122"/>
                    <a:pt x="130" y="121"/>
                    <a:pt x="120" y="121"/>
                  </a:cubicBezTo>
                  <a:cubicBezTo>
                    <a:pt x="54" y="121"/>
                    <a:pt x="0" y="175"/>
                    <a:pt x="0" y="241"/>
                  </a:cubicBezTo>
                  <a:cubicBezTo>
                    <a:pt x="0" y="307"/>
                    <a:pt x="54" y="361"/>
                    <a:pt x="120" y="361"/>
                  </a:cubicBezTo>
                  <a:cubicBezTo>
                    <a:pt x="141" y="361"/>
                    <a:pt x="161" y="356"/>
                    <a:pt x="178" y="346"/>
                  </a:cubicBezTo>
                  <a:cubicBezTo>
                    <a:pt x="193" y="419"/>
                    <a:pt x="257" y="473"/>
                    <a:pt x="334" y="473"/>
                  </a:cubicBezTo>
                  <a:cubicBezTo>
                    <a:pt x="389" y="473"/>
                    <a:pt x="438" y="445"/>
                    <a:pt x="467" y="402"/>
                  </a:cubicBezTo>
                  <a:cubicBezTo>
                    <a:pt x="479" y="407"/>
                    <a:pt x="492" y="410"/>
                    <a:pt x="506" y="410"/>
                  </a:cubicBezTo>
                  <a:cubicBezTo>
                    <a:pt x="567" y="410"/>
                    <a:pt x="616" y="360"/>
                    <a:pt x="616" y="300"/>
                  </a:cubicBezTo>
                  <a:cubicBezTo>
                    <a:pt x="616" y="297"/>
                    <a:pt x="616" y="293"/>
                    <a:pt x="615" y="290"/>
                  </a:cubicBezTo>
                  <a:cubicBezTo>
                    <a:pt x="619" y="291"/>
                    <a:pt x="622" y="291"/>
                    <a:pt x="625" y="291"/>
                  </a:cubicBezTo>
                  <a:cubicBezTo>
                    <a:pt x="665" y="291"/>
                    <a:pt x="698" y="258"/>
                    <a:pt x="698" y="218"/>
                  </a:cubicBezTo>
                  <a:cubicBezTo>
                    <a:pt x="698" y="178"/>
                    <a:pt x="665" y="145"/>
                    <a:pt x="625" y="14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330B8AAC-CEF3-4051-89BB-E5E486AE1DA4}"/>
                </a:ext>
              </a:extLst>
            </p:cNvPr>
            <p:cNvSpPr>
              <a:spLocks noEditPoints="1"/>
            </p:cNvSpPr>
            <p:nvPr/>
          </p:nvSpPr>
          <p:spPr bwMode="auto">
            <a:xfrm>
              <a:off x="5106988" y="1562100"/>
              <a:ext cx="2357438" cy="1095375"/>
            </a:xfrm>
            <a:custGeom>
              <a:avLst/>
              <a:gdLst>
                <a:gd name="T0" fmla="*/ 641 w 665"/>
                <a:gd name="T1" fmla="*/ 0 h 309"/>
                <a:gd name="T2" fmla="*/ 660 w 665"/>
                <a:gd name="T3" fmla="*/ 49 h 309"/>
                <a:gd name="T4" fmla="*/ 587 w 665"/>
                <a:gd name="T5" fmla="*/ 122 h 309"/>
                <a:gd name="T6" fmla="*/ 577 w 665"/>
                <a:gd name="T7" fmla="*/ 121 h 309"/>
                <a:gd name="T8" fmla="*/ 578 w 665"/>
                <a:gd name="T9" fmla="*/ 131 h 309"/>
                <a:gd name="T10" fmla="*/ 468 w 665"/>
                <a:gd name="T11" fmla="*/ 241 h 309"/>
                <a:gd name="T12" fmla="*/ 429 w 665"/>
                <a:gd name="T13" fmla="*/ 233 h 309"/>
                <a:gd name="T14" fmla="*/ 296 w 665"/>
                <a:gd name="T15" fmla="*/ 304 h 309"/>
                <a:gd name="T16" fmla="*/ 186 w 665"/>
                <a:gd name="T17" fmla="*/ 259 h 309"/>
                <a:gd name="T18" fmla="*/ 301 w 665"/>
                <a:gd name="T19" fmla="*/ 309 h 309"/>
                <a:gd name="T20" fmla="*/ 434 w 665"/>
                <a:gd name="T21" fmla="*/ 238 h 309"/>
                <a:gd name="T22" fmla="*/ 473 w 665"/>
                <a:gd name="T23" fmla="*/ 246 h 309"/>
                <a:gd name="T24" fmla="*/ 583 w 665"/>
                <a:gd name="T25" fmla="*/ 136 h 309"/>
                <a:gd name="T26" fmla="*/ 582 w 665"/>
                <a:gd name="T27" fmla="*/ 126 h 309"/>
                <a:gd name="T28" fmla="*/ 592 w 665"/>
                <a:gd name="T29" fmla="*/ 127 h 309"/>
                <a:gd name="T30" fmla="*/ 665 w 665"/>
                <a:gd name="T31" fmla="*/ 54 h 309"/>
                <a:gd name="T32" fmla="*/ 641 w 665"/>
                <a:gd name="T33" fmla="*/ 0 h 309"/>
                <a:gd name="T34" fmla="*/ 140 w 665"/>
                <a:gd name="T35" fmla="*/ 177 h 309"/>
                <a:gd name="T36" fmla="*/ 82 w 665"/>
                <a:gd name="T37" fmla="*/ 192 h 309"/>
                <a:gd name="T38" fmla="*/ 0 w 665"/>
                <a:gd name="T39" fmla="*/ 159 h 309"/>
                <a:gd name="T40" fmla="*/ 87 w 665"/>
                <a:gd name="T41" fmla="*/ 197 h 309"/>
                <a:gd name="T42" fmla="*/ 142 w 665"/>
                <a:gd name="T43" fmla="*/ 184 h 309"/>
                <a:gd name="T44" fmla="*/ 140 w 665"/>
                <a:gd name="T45" fmla="*/ 17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5" h="309">
                  <a:moveTo>
                    <a:pt x="641" y="0"/>
                  </a:moveTo>
                  <a:cubicBezTo>
                    <a:pt x="653" y="13"/>
                    <a:pt x="660" y="30"/>
                    <a:pt x="660" y="49"/>
                  </a:cubicBezTo>
                  <a:cubicBezTo>
                    <a:pt x="660" y="89"/>
                    <a:pt x="627" y="122"/>
                    <a:pt x="587" y="122"/>
                  </a:cubicBezTo>
                  <a:cubicBezTo>
                    <a:pt x="584" y="122"/>
                    <a:pt x="581" y="122"/>
                    <a:pt x="577" y="121"/>
                  </a:cubicBezTo>
                  <a:cubicBezTo>
                    <a:pt x="578" y="124"/>
                    <a:pt x="578" y="128"/>
                    <a:pt x="578" y="131"/>
                  </a:cubicBezTo>
                  <a:cubicBezTo>
                    <a:pt x="578" y="191"/>
                    <a:pt x="529" y="241"/>
                    <a:pt x="468" y="241"/>
                  </a:cubicBezTo>
                  <a:cubicBezTo>
                    <a:pt x="454" y="241"/>
                    <a:pt x="441" y="238"/>
                    <a:pt x="429" y="233"/>
                  </a:cubicBezTo>
                  <a:cubicBezTo>
                    <a:pt x="400" y="276"/>
                    <a:pt x="352" y="304"/>
                    <a:pt x="296" y="304"/>
                  </a:cubicBezTo>
                  <a:cubicBezTo>
                    <a:pt x="253" y="304"/>
                    <a:pt x="215" y="287"/>
                    <a:pt x="186" y="259"/>
                  </a:cubicBezTo>
                  <a:cubicBezTo>
                    <a:pt x="215" y="290"/>
                    <a:pt x="256" y="309"/>
                    <a:pt x="301" y="309"/>
                  </a:cubicBezTo>
                  <a:cubicBezTo>
                    <a:pt x="356" y="309"/>
                    <a:pt x="405" y="281"/>
                    <a:pt x="434" y="238"/>
                  </a:cubicBezTo>
                  <a:cubicBezTo>
                    <a:pt x="446" y="243"/>
                    <a:pt x="459" y="246"/>
                    <a:pt x="473" y="246"/>
                  </a:cubicBezTo>
                  <a:cubicBezTo>
                    <a:pt x="534" y="246"/>
                    <a:pt x="583" y="196"/>
                    <a:pt x="583" y="136"/>
                  </a:cubicBezTo>
                  <a:cubicBezTo>
                    <a:pt x="583" y="133"/>
                    <a:pt x="583" y="129"/>
                    <a:pt x="582" y="126"/>
                  </a:cubicBezTo>
                  <a:cubicBezTo>
                    <a:pt x="586" y="127"/>
                    <a:pt x="589" y="127"/>
                    <a:pt x="592" y="127"/>
                  </a:cubicBezTo>
                  <a:cubicBezTo>
                    <a:pt x="632" y="127"/>
                    <a:pt x="665" y="94"/>
                    <a:pt x="665" y="54"/>
                  </a:cubicBezTo>
                  <a:cubicBezTo>
                    <a:pt x="665" y="32"/>
                    <a:pt x="656" y="13"/>
                    <a:pt x="641" y="0"/>
                  </a:cubicBezTo>
                  <a:close/>
                  <a:moveTo>
                    <a:pt x="140" y="177"/>
                  </a:moveTo>
                  <a:cubicBezTo>
                    <a:pt x="123" y="187"/>
                    <a:pt x="103" y="192"/>
                    <a:pt x="82" y="192"/>
                  </a:cubicBezTo>
                  <a:cubicBezTo>
                    <a:pt x="50" y="192"/>
                    <a:pt x="21" y="180"/>
                    <a:pt x="0" y="159"/>
                  </a:cubicBezTo>
                  <a:cubicBezTo>
                    <a:pt x="22" y="183"/>
                    <a:pt x="53" y="197"/>
                    <a:pt x="87" y="197"/>
                  </a:cubicBezTo>
                  <a:cubicBezTo>
                    <a:pt x="107" y="197"/>
                    <a:pt x="125" y="192"/>
                    <a:pt x="142" y="184"/>
                  </a:cubicBezTo>
                  <a:cubicBezTo>
                    <a:pt x="141" y="182"/>
                    <a:pt x="141" y="180"/>
                    <a:pt x="140" y="177"/>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7BEE4A5D-B117-45C7-8595-E3B9CFF5EB8C}"/>
                </a:ext>
              </a:extLst>
            </p:cNvPr>
            <p:cNvSpPr>
              <a:spLocks/>
            </p:cNvSpPr>
            <p:nvPr/>
          </p:nvSpPr>
          <p:spPr bwMode="auto">
            <a:xfrm>
              <a:off x="4991101" y="981075"/>
              <a:ext cx="2473325" cy="868363"/>
            </a:xfrm>
            <a:custGeom>
              <a:avLst/>
              <a:gdLst>
                <a:gd name="T0" fmla="*/ 120 w 698"/>
                <a:gd name="T1" fmla="*/ 128 h 245"/>
                <a:gd name="T2" fmla="*/ 149 w 698"/>
                <a:gd name="T3" fmla="*/ 132 h 245"/>
                <a:gd name="T4" fmla="*/ 305 w 698"/>
                <a:gd name="T5" fmla="*/ 8 h 245"/>
                <a:gd name="T6" fmla="*/ 435 w 698"/>
                <a:gd name="T7" fmla="*/ 75 h 245"/>
                <a:gd name="T8" fmla="*/ 494 w 698"/>
                <a:gd name="T9" fmla="*/ 58 h 245"/>
                <a:gd name="T10" fmla="*/ 603 w 698"/>
                <a:gd name="T11" fmla="*/ 156 h 245"/>
                <a:gd name="T12" fmla="*/ 625 w 698"/>
                <a:gd name="T13" fmla="*/ 152 h 245"/>
                <a:gd name="T14" fmla="*/ 698 w 698"/>
                <a:gd name="T15" fmla="*/ 222 h 245"/>
                <a:gd name="T16" fmla="*/ 698 w 698"/>
                <a:gd name="T17" fmla="*/ 218 h 245"/>
                <a:gd name="T18" fmla="*/ 625 w 698"/>
                <a:gd name="T19" fmla="*/ 145 h 245"/>
                <a:gd name="T20" fmla="*/ 603 w 698"/>
                <a:gd name="T21" fmla="*/ 148 h 245"/>
                <a:gd name="T22" fmla="*/ 494 w 698"/>
                <a:gd name="T23" fmla="*/ 50 h 245"/>
                <a:gd name="T24" fmla="*/ 435 w 698"/>
                <a:gd name="T25" fmla="*/ 67 h 245"/>
                <a:gd name="T26" fmla="*/ 305 w 698"/>
                <a:gd name="T27" fmla="*/ 0 h 245"/>
                <a:gd name="T28" fmla="*/ 149 w 698"/>
                <a:gd name="T29" fmla="*/ 124 h 245"/>
                <a:gd name="T30" fmla="*/ 120 w 698"/>
                <a:gd name="T31" fmla="*/ 121 h 245"/>
                <a:gd name="T32" fmla="*/ 0 w 698"/>
                <a:gd name="T33" fmla="*/ 241 h 245"/>
                <a:gd name="T34" fmla="*/ 0 w 698"/>
                <a:gd name="T35" fmla="*/ 245 h 245"/>
                <a:gd name="T36" fmla="*/ 120 w 698"/>
                <a:gd name="T37" fmla="*/ 12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8" h="245">
                  <a:moveTo>
                    <a:pt x="120" y="128"/>
                  </a:moveTo>
                  <a:cubicBezTo>
                    <a:pt x="130" y="128"/>
                    <a:pt x="140" y="130"/>
                    <a:pt x="149" y="132"/>
                  </a:cubicBezTo>
                  <a:cubicBezTo>
                    <a:pt x="165" y="61"/>
                    <a:pt x="229" y="8"/>
                    <a:pt x="305" y="8"/>
                  </a:cubicBezTo>
                  <a:cubicBezTo>
                    <a:pt x="359" y="8"/>
                    <a:pt x="406" y="34"/>
                    <a:pt x="435" y="75"/>
                  </a:cubicBezTo>
                  <a:cubicBezTo>
                    <a:pt x="452" y="64"/>
                    <a:pt x="472" y="58"/>
                    <a:pt x="494" y="58"/>
                  </a:cubicBezTo>
                  <a:cubicBezTo>
                    <a:pt x="551" y="58"/>
                    <a:pt x="597" y="101"/>
                    <a:pt x="603" y="156"/>
                  </a:cubicBezTo>
                  <a:cubicBezTo>
                    <a:pt x="610" y="154"/>
                    <a:pt x="618" y="152"/>
                    <a:pt x="625" y="152"/>
                  </a:cubicBezTo>
                  <a:cubicBezTo>
                    <a:pt x="664" y="152"/>
                    <a:pt x="696" y="183"/>
                    <a:pt x="698" y="222"/>
                  </a:cubicBezTo>
                  <a:cubicBezTo>
                    <a:pt x="698" y="220"/>
                    <a:pt x="698" y="219"/>
                    <a:pt x="698" y="218"/>
                  </a:cubicBezTo>
                  <a:cubicBezTo>
                    <a:pt x="698" y="178"/>
                    <a:pt x="665" y="145"/>
                    <a:pt x="625" y="145"/>
                  </a:cubicBezTo>
                  <a:cubicBezTo>
                    <a:pt x="618" y="145"/>
                    <a:pt x="610" y="146"/>
                    <a:pt x="603" y="148"/>
                  </a:cubicBezTo>
                  <a:cubicBezTo>
                    <a:pt x="597" y="93"/>
                    <a:pt x="551" y="50"/>
                    <a:pt x="494" y="50"/>
                  </a:cubicBezTo>
                  <a:cubicBezTo>
                    <a:pt x="472" y="50"/>
                    <a:pt x="452" y="57"/>
                    <a:pt x="435" y="67"/>
                  </a:cubicBezTo>
                  <a:cubicBezTo>
                    <a:pt x="406" y="27"/>
                    <a:pt x="359" y="0"/>
                    <a:pt x="305" y="0"/>
                  </a:cubicBezTo>
                  <a:cubicBezTo>
                    <a:pt x="229" y="0"/>
                    <a:pt x="165" y="53"/>
                    <a:pt x="149" y="124"/>
                  </a:cubicBezTo>
                  <a:cubicBezTo>
                    <a:pt x="140" y="122"/>
                    <a:pt x="130" y="121"/>
                    <a:pt x="120" y="121"/>
                  </a:cubicBezTo>
                  <a:cubicBezTo>
                    <a:pt x="54" y="121"/>
                    <a:pt x="0" y="175"/>
                    <a:pt x="0" y="241"/>
                  </a:cubicBezTo>
                  <a:cubicBezTo>
                    <a:pt x="0" y="242"/>
                    <a:pt x="0" y="244"/>
                    <a:pt x="0" y="245"/>
                  </a:cubicBezTo>
                  <a:cubicBezTo>
                    <a:pt x="2" y="180"/>
                    <a:pt x="55" y="128"/>
                    <a:pt x="120" y="128"/>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5" name="Group 1044">
            <a:extLst>
              <a:ext uri="{FF2B5EF4-FFF2-40B4-BE49-F238E27FC236}">
                <a16:creationId xmlns:a16="http://schemas.microsoft.com/office/drawing/2014/main" id="{694AD8F8-C283-4CE1-9CDE-92321796BA30}"/>
              </a:ext>
            </a:extLst>
          </p:cNvPr>
          <p:cNvGrpSpPr/>
          <p:nvPr/>
        </p:nvGrpSpPr>
        <p:grpSpPr>
          <a:xfrm>
            <a:off x="2357438" y="1722438"/>
            <a:ext cx="2122488" cy="1676400"/>
            <a:chOff x="2357438" y="1722438"/>
            <a:chExt cx="2122488" cy="1676400"/>
          </a:xfrm>
          <a:effectLst>
            <a:outerShdw blurRad="127000" dist="88900" dir="2700000" algn="tl" rotWithShape="0">
              <a:prstClr val="black">
                <a:alpha val="24000"/>
              </a:prstClr>
            </a:outerShdw>
          </a:effectLst>
        </p:grpSpPr>
        <p:sp>
          <p:nvSpPr>
            <p:cNvPr id="13" name="Freeform 13">
              <a:extLst>
                <a:ext uri="{FF2B5EF4-FFF2-40B4-BE49-F238E27FC236}">
                  <a16:creationId xmlns:a16="http://schemas.microsoft.com/office/drawing/2014/main" id="{8EEA517F-EB19-401E-B140-7C05F016F8AE}"/>
                </a:ext>
              </a:extLst>
            </p:cNvPr>
            <p:cNvSpPr>
              <a:spLocks/>
            </p:cNvSpPr>
            <p:nvPr/>
          </p:nvSpPr>
          <p:spPr bwMode="auto">
            <a:xfrm>
              <a:off x="2357438" y="1722438"/>
              <a:ext cx="2122488" cy="1676400"/>
            </a:xfrm>
            <a:custGeom>
              <a:avLst/>
              <a:gdLst>
                <a:gd name="T0" fmla="*/ 440 w 599"/>
                <a:gd name="T1" fmla="*/ 81 h 473"/>
                <a:gd name="T2" fmla="*/ 420 w 599"/>
                <a:gd name="T3" fmla="*/ 83 h 473"/>
                <a:gd name="T4" fmla="*/ 280 w 599"/>
                <a:gd name="T5" fmla="*/ 0 h 473"/>
                <a:gd name="T6" fmla="*/ 125 w 599"/>
                <a:gd name="T7" fmla="*/ 121 h 473"/>
                <a:gd name="T8" fmla="*/ 120 w 599"/>
                <a:gd name="T9" fmla="*/ 121 h 473"/>
                <a:gd name="T10" fmla="*/ 0 w 599"/>
                <a:gd name="T11" fmla="*/ 241 h 473"/>
                <a:gd name="T12" fmla="*/ 117 w 599"/>
                <a:gd name="T13" fmla="*/ 361 h 473"/>
                <a:gd name="T14" fmla="*/ 270 w 599"/>
                <a:gd name="T15" fmla="*/ 473 h 473"/>
                <a:gd name="T16" fmla="*/ 405 w 599"/>
                <a:gd name="T17" fmla="*/ 397 h 473"/>
                <a:gd name="T18" fmla="*/ 440 w 599"/>
                <a:gd name="T19" fmla="*/ 401 h 473"/>
                <a:gd name="T20" fmla="*/ 599 w 599"/>
                <a:gd name="T21" fmla="*/ 241 h 473"/>
                <a:gd name="T22" fmla="*/ 440 w 599"/>
                <a:gd name="T23" fmla="*/ 81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9" h="473">
                  <a:moveTo>
                    <a:pt x="440" y="81"/>
                  </a:moveTo>
                  <a:cubicBezTo>
                    <a:pt x="433" y="81"/>
                    <a:pt x="426" y="82"/>
                    <a:pt x="420" y="83"/>
                  </a:cubicBezTo>
                  <a:cubicBezTo>
                    <a:pt x="392" y="34"/>
                    <a:pt x="340" y="0"/>
                    <a:pt x="280" y="0"/>
                  </a:cubicBezTo>
                  <a:cubicBezTo>
                    <a:pt x="205" y="0"/>
                    <a:pt x="142" y="52"/>
                    <a:pt x="125" y="121"/>
                  </a:cubicBezTo>
                  <a:cubicBezTo>
                    <a:pt x="123" y="121"/>
                    <a:pt x="122" y="121"/>
                    <a:pt x="120" y="121"/>
                  </a:cubicBezTo>
                  <a:cubicBezTo>
                    <a:pt x="54" y="121"/>
                    <a:pt x="0" y="175"/>
                    <a:pt x="0" y="241"/>
                  </a:cubicBezTo>
                  <a:cubicBezTo>
                    <a:pt x="0" y="307"/>
                    <a:pt x="52" y="360"/>
                    <a:pt x="117" y="361"/>
                  </a:cubicBezTo>
                  <a:cubicBezTo>
                    <a:pt x="137" y="426"/>
                    <a:pt x="198" y="473"/>
                    <a:pt x="270" y="473"/>
                  </a:cubicBezTo>
                  <a:cubicBezTo>
                    <a:pt x="327" y="473"/>
                    <a:pt x="377" y="443"/>
                    <a:pt x="405" y="397"/>
                  </a:cubicBezTo>
                  <a:cubicBezTo>
                    <a:pt x="416" y="400"/>
                    <a:pt x="428" y="401"/>
                    <a:pt x="440" y="401"/>
                  </a:cubicBezTo>
                  <a:cubicBezTo>
                    <a:pt x="528" y="401"/>
                    <a:pt x="599" y="329"/>
                    <a:pt x="599" y="241"/>
                  </a:cubicBezTo>
                  <a:cubicBezTo>
                    <a:pt x="599" y="153"/>
                    <a:pt x="528" y="81"/>
                    <a:pt x="440" y="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4">
              <a:extLst>
                <a:ext uri="{FF2B5EF4-FFF2-40B4-BE49-F238E27FC236}">
                  <a16:creationId xmlns:a16="http://schemas.microsoft.com/office/drawing/2014/main" id="{F71CA33D-09B0-4BBE-9942-F3D7E1109213}"/>
                </a:ext>
              </a:extLst>
            </p:cNvPr>
            <p:cNvSpPr>
              <a:spLocks noEditPoints="1"/>
            </p:cNvSpPr>
            <p:nvPr/>
          </p:nvSpPr>
          <p:spPr bwMode="auto">
            <a:xfrm>
              <a:off x="2449513" y="1917700"/>
              <a:ext cx="2030413" cy="1481138"/>
            </a:xfrm>
            <a:custGeom>
              <a:avLst/>
              <a:gdLst>
                <a:gd name="T0" fmla="*/ 390 w 573"/>
                <a:gd name="T1" fmla="*/ 23 h 418"/>
                <a:gd name="T2" fmla="*/ 374 w 573"/>
                <a:gd name="T3" fmla="*/ 0 h 418"/>
                <a:gd name="T4" fmla="*/ 391 w 573"/>
                <a:gd name="T5" fmla="*/ 23 h 418"/>
                <a:gd name="T6" fmla="*/ 390 w 573"/>
                <a:gd name="T7" fmla="*/ 23 h 418"/>
                <a:gd name="T8" fmla="*/ 87 w 573"/>
                <a:gd name="T9" fmla="*/ 302 h 418"/>
                <a:gd name="T10" fmla="*/ 0 w 573"/>
                <a:gd name="T11" fmla="*/ 261 h 418"/>
                <a:gd name="T12" fmla="*/ 89 w 573"/>
                <a:gd name="T13" fmla="*/ 306 h 418"/>
                <a:gd name="T14" fmla="*/ 87 w 573"/>
                <a:gd name="T15" fmla="*/ 302 h 418"/>
                <a:gd name="T16" fmla="*/ 535 w 573"/>
                <a:gd name="T17" fmla="*/ 82 h 418"/>
                <a:gd name="T18" fmla="*/ 570 w 573"/>
                <a:gd name="T19" fmla="*/ 182 h 418"/>
                <a:gd name="T20" fmla="*/ 410 w 573"/>
                <a:gd name="T21" fmla="*/ 342 h 418"/>
                <a:gd name="T22" fmla="*/ 376 w 573"/>
                <a:gd name="T23" fmla="*/ 338 h 418"/>
                <a:gd name="T24" fmla="*/ 240 w 573"/>
                <a:gd name="T25" fmla="*/ 414 h 418"/>
                <a:gd name="T26" fmla="*/ 119 w 573"/>
                <a:gd name="T27" fmla="*/ 358 h 418"/>
                <a:gd name="T28" fmla="*/ 244 w 573"/>
                <a:gd name="T29" fmla="*/ 418 h 418"/>
                <a:gd name="T30" fmla="*/ 379 w 573"/>
                <a:gd name="T31" fmla="*/ 342 h 418"/>
                <a:gd name="T32" fmla="*/ 414 w 573"/>
                <a:gd name="T33" fmla="*/ 346 h 418"/>
                <a:gd name="T34" fmla="*/ 573 w 573"/>
                <a:gd name="T35" fmla="*/ 186 h 418"/>
                <a:gd name="T36" fmla="*/ 535 w 573"/>
                <a:gd name="T37" fmla="*/ 8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3" h="418">
                  <a:moveTo>
                    <a:pt x="390" y="23"/>
                  </a:moveTo>
                  <a:cubicBezTo>
                    <a:pt x="385" y="15"/>
                    <a:pt x="380" y="8"/>
                    <a:pt x="374" y="0"/>
                  </a:cubicBezTo>
                  <a:cubicBezTo>
                    <a:pt x="380" y="7"/>
                    <a:pt x="386" y="15"/>
                    <a:pt x="391" y="23"/>
                  </a:cubicBezTo>
                  <a:cubicBezTo>
                    <a:pt x="391" y="23"/>
                    <a:pt x="390" y="23"/>
                    <a:pt x="390" y="23"/>
                  </a:cubicBezTo>
                  <a:close/>
                  <a:moveTo>
                    <a:pt x="87" y="302"/>
                  </a:moveTo>
                  <a:cubicBezTo>
                    <a:pt x="52" y="301"/>
                    <a:pt x="21" y="285"/>
                    <a:pt x="0" y="261"/>
                  </a:cubicBezTo>
                  <a:cubicBezTo>
                    <a:pt x="21" y="287"/>
                    <a:pt x="53" y="305"/>
                    <a:pt x="89" y="306"/>
                  </a:cubicBezTo>
                  <a:cubicBezTo>
                    <a:pt x="88" y="305"/>
                    <a:pt x="88" y="303"/>
                    <a:pt x="87" y="302"/>
                  </a:cubicBezTo>
                  <a:close/>
                  <a:moveTo>
                    <a:pt x="535" y="82"/>
                  </a:moveTo>
                  <a:cubicBezTo>
                    <a:pt x="557" y="109"/>
                    <a:pt x="570" y="144"/>
                    <a:pt x="570" y="182"/>
                  </a:cubicBezTo>
                  <a:cubicBezTo>
                    <a:pt x="570" y="270"/>
                    <a:pt x="498" y="342"/>
                    <a:pt x="410" y="342"/>
                  </a:cubicBezTo>
                  <a:cubicBezTo>
                    <a:pt x="398" y="342"/>
                    <a:pt x="387" y="340"/>
                    <a:pt x="376" y="338"/>
                  </a:cubicBezTo>
                  <a:cubicBezTo>
                    <a:pt x="348" y="383"/>
                    <a:pt x="297" y="414"/>
                    <a:pt x="240" y="414"/>
                  </a:cubicBezTo>
                  <a:cubicBezTo>
                    <a:pt x="192" y="414"/>
                    <a:pt x="148" y="392"/>
                    <a:pt x="119" y="358"/>
                  </a:cubicBezTo>
                  <a:cubicBezTo>
                    <a:pt x="148" y="395"/>
                    <a:pt x="193" y="418"/>
                    <a:pt x="244" y="418"/>
                  </a:cubicBezTo>
                  <a:cubicBezTo>
                    <a:pt x="301" y="418"/>
                    <a:pt x="351" y="388"/>
                    <a:pt x="379" y="342"/>
                  </a:cubicBezTo>
                  <a:cubicBezTo>
                    <a:pt x="390" y="345"/>
                    <a:pt x="402" y="346"/>
                    <a:pt x="414" y="346"/>
                  </a:cubicBezTo>
                  <a:cubicBezTo>
                    <a:pt x="502" y="346"/>
                    <a:pt x="573" y="274"/>
                    <a:pt x="573" y="186"/>
                  </a:cubicBezTo>
                  <a:cubicBezTo>
                    <a:pt x="573" y="146"/>
                    <a:pt x="559" y="110"/>
                    <a:pt x="535" y="82"/>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5">
              <a:extLst>
                <a:ext uri="{FF2B5EF4-FFF2-40B4-BE49-F238E27FC236}">
                  <a16:creationId xmlns:a16="http://schemas.microsoft.com/office/drawing/2014/main" id="{6D8A92D3-8226-46DD-A8BC-CCD35AFC2892}"/>
                </a:ext>
              </a:extLst>
            </p:cNvPr>
            <p:cNvSpPr>
              <a:spLocks/>
            </p:cNvSpPr>
            <p:nvPr/>
          </p:nvSpPr>
          <p:spPr bwMode="auto">
            <a:xfrm>
              <a:off x="2357438" y="1722438"/>
              <a:ext cx="2122488" cy="868363"/>
            </a:xfrm>
            <a:custGeom>
              <a:avLst/>
              <a:gdLst>
                <a:gd name="T0" fmla="*/ 120 w 599"/>
                <a:gd name="T1" fmla="*/ 128 h 245"/>
                <a:gd name="T2" fmla="*/ 125 w 599"/>
                <a:gd name="T3" fmla="*/ 129 h 245"/>
                <a:gd name="T4" fmla="*/ 280 w 599"/>
                <a:gd name="T5" fmla="*/ 8 h 245"/>
                <a:gd name="T6" fmla="*/ 420 w 599"/>
                <a:gd name="T7" fmla="*/ 90 h 245"/>
                <a:gd name="T8" fmla="*/ 440 w 599"/>
                <a:gd name="T9" fmla="*/ 89 h 245"/>
                <a:gd name="T10" fmla="*/ 599 w 599"/>
                <a:gd name="T11" fmla="*/ 245 h 245"/>
                <a:gd name="T12" fmla="*/ 599 w 599"/>
                <a:gd name="T13" fmla="*/ 241 h 245"/>
                <a:gd name="T14" fmla="*/ 440 w 599"/>
                <a:gd name="T15" fmla="*/ 81 h 245"/>
                <a:gd name="T16" fmla="*/ 420 w 599"/>
                <a:gd name="T17" fmla="*/ 83 h 245"/>
                <a:gd name="T18" fmla="*/ 280 w 599"/>
                <a:gd name="T19" fmla="*/ 0 h 245"/>
                <a:gd name="T20" fmla="*/ 125 w 599"/>
                <a:gd name="T21" fmla="*/ 121 h 245"/>
                <a:gd name="T22" fmla="*/ 120 w 599"/>
                <a:gd name="T23" fmla="*/ 121 h 245"/>
                <a:gd name="T24" fmla="*/ 0 w 599"/>
                <a:gd name="T25" fmla="*/ 241 h 245"/>
                <a:gd name="T26" fmla="*/ 0 w 599"/>
                <a:gd name="T27" fmla="*/ 245 h 245"/>
                <a:gd name="T28" fmla="*/ 120 w 599"/>
                <a:gd name="T29" fmla="*/ 12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9" h="245">
                  <a:moveTo>
                    <a:pt x="120" y="128"/>
                  </a:moveTo>
                  <a:cubicBezTo>
                    <a:pt x="122" y="128"/>
                    <a:pt x="123" y="129"/>
                    <a:pt x="125" y="129"/>
                  </a:cubicBezTo>
                  <a:cubicBezTo>
                    <a:pt x="142" y="59"/>
                    <a:pt x="205" y="8"/>
                    <a:pt x="280" y="8"/>
                  </a:cubicBezTo>
                  <a:cubicBezTo>
                    <a:pt x="340" y="8"/>
                    <a:pt x="392" y="41"/>
                    <a:pt x="420" y="90"/>
                  </a:cubicBezTo>
                  <a:cubicBezTo>
                    <a:pt x="426" y="89"/>
                    <a:pt x="433" y="89"/>
                    <a:pt x="440" y="89"/>
                  </a:cubicBezTo>
                  <a:cubicBezTo>
                    <a:pt x="527" y="89"/>
                    <a:pt x="597" y="158"/>
                    <a:pt x="599" y="245"/>
                  </a:cubicBezTo>
                  <a:cubicBezTo>
                    <a:pt x="599" y="244"/>
                    <a:pt x="599" y="242"/>
                    <a:pt x="599" y="241"/>
                  </a:cubicBezTo>
                  <a:cubicBezTo>
                    <a:pt x="599" y="153"/>
                    <a:pt x="528" y="81"/>
                    <a:pt x="440" y="81"/>
                  </a:cubicBezTo>
                  <a:cubicBezTo>
                    <a:pt x="433" y="81"/>
                    <a:pt x="426" y="82"/>
                    <a:pt x="420" y="83"/>
                  </a:cubicBezTo>
                  <a:cubicBezTo>
                    <a:pt x="392" y="34"/>
                    <a:pt x="340" y="0"/>
                    <a:pt x="280" y="0"/>
                  </a:cubicBezTo>
                  <a:cubicBezTo>
                    <a:pt x="205" y="0"/>
                    <a:pt x="142" y="52"/>
                    <a:pt x="125" y="121"/>
                  </a:cubicBezTo>
                  <a:cubicBezTo>
                    <a:pt x="123" y="121"/>
                    <a:pt x="122" y="121"/>
                    <a:pt x="120" y="121"/>
                  </a:cubicBezTo>
                  <a:cubicBezTo>
                    <a:pt x="54" y="121"/>
                    <a:pt x="0" y="175"/>
                    <a:pt x="0" y="241"/>
                  </a:cubicBezTo>
                  <a:cubicBezTo>
                    <a:pt x="0" y="242"/>
                    <a:pt x="0" y="244"/>
                    <a:pt x="0" y="245"/>
                  </a:cubicBezTo>
                  <a:cubicBezTo>
                    <a:pt x="2" y="180"/>
                    <a:pt x="55" y="128"/>
                    <a:pt x="120" y="128"/>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0" name="Group 1039">
            <a:extLst>
              <a:ext uri="{FF2B5EF4-FFF2-40B4-BE49-F238E27FC236}">
                <a16:creationId xmlns:a16="http://schemas.microsoft.com/office/drawing/2014/main" id="{D6931935-09EA-4495-9C73-BB59C7E4A423}"/>
              </a:ext>
            </a:extLst>
          </p:cNvPr>
          <p:cNvGrpSpPr/>
          <p:nvPr/>
        </p:nvGrpSpPr>
        <p:grpSpPr>
          <a:xfrm>
            <a:off x="3668713" y="3402013"/>
            <a:ext cx="482601" cy="482600"/>
            <a:chOff x="3668713" y="3402013"/>
            <a:chExt cx="482601" cy="482600"/>
          </a:xfrm>
          <a:effectLst>
            <a:outerShdw blurRad="127000" dist="88900" dir="2700000" algn="tl" rotWithShape="0">
              <a:prstClr val="black">
                <a:alpha val="24000"/>
              </a:prstClr>
            </a:outerShdw>
          </a:effectLst>
        </p:grpSpPr>
        <p:sp>
          <p:nvSpPr>
            <p:cNvPr id="16" name="Oval 16">
              <a:extLst>
                <a:ext uri="{FF2B5EF4-FFF2-40B4-BE49-F238E27FC236}">
                  <a16:creationId xmlns:a16="http://schemas.microsoft.com/office/drawing/2014/main" id="{6E02236D-4CEE-4C49-BC26-139AA5ED4BF7}"/>
                </a:ext>
              </a:extLst>
            </p:cNvPr>
            <p:cNvSpPr>
              <a:spLocks noChangeArrowheads="1"/>
            </p:cNvSpPr>
            <p:nvPr/>
          </p:nvSpPr>
          <p:spPr bwMode="auto">
            <a:xfrm>
              <a:off x="3668713" y="3402013"/>
              <a:ext cx="482600" cy="4826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4BA9F98D-EC7E-4117-8172-A7CC81449D2F}"/>
                </a:ext>
              </a:extLst>
            </p:cNvPr>
            <p:cNvSpPr>
              <a:spLocks/>
            </p:cNvSpPr>
            <p:nvPr/>
          </p:nvSpPr>
          <p:spPr bwMode="auto">
            <a:xfrm>
              <a:off x="3740151" y="3470275"/>
              <a:ext cx="411163" cy="414338"/>
            </a:xfrm>
            <a:custGeom>
              <a:avLst/>
              <a:gdLst>
                <a:gd name="T0" fmla="*/ 96 w 116"/>
                <a:gd name="T1" fmla="*/ 0 h 117"/>
                <a:gd name="T2" fmla="*/ 115 w 116"/>
                <a:gd name="T3" fmla="*/ 48 h 117"/>
                <a:gd name="T4" fmla="*/ 47 w 116"/>
                <a:gd name="T5" fmla="*/ 116 h 117"/>
                <a:gd name="T6" fmla="*/ 0 w 116"/>
                <a:gd name="T7" fmla="*/ 96 h 117"/>
                <a:gd name="T8" fmla="*/ 48 w 116"/>
                <a:gd name="T9" fmla="*/ 117 h 117"/>
                <a:gd name="T10" fmla="*/ 116 w 116"/>
                <a:gd name="T11" fmla="*/ 49 h 117"/>
                <a:gd name="T12" fmla="*/ 96 w 116"/>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6" h="117">
                  <a:moveTo>
                    <a:pt x="96" y="0"/>
                  </a:moveTo>
                  <a:cubicBezTo>
                    <a:pt x="108" y="12"/>
                    <a:pt x="115" y="29"/>
                    <a:pt x="115" y="48"/>
                  </a:cubicBezTo>
                  <a:cubicBezTo>
                    <a:pt x="115" y="85"/>
                    <a:pt x="85" y="116"/>
                    <a:pt x="47" y="116"/>
                  </a:cubicBezTo>
                  <a:cubicBezTo>
                    <a:pt x="29" y="116"/>
                    <a:pt x="12" y="108"/>
                    <a:pt x="0" y="96"/>
                  </a:cubicBezTo>
                  <a:cubicBezTo>
                    <a:pt x="12" y="109"/>
                    <a:pt x="29" y="117"/>
                    <a:pt x="48" y="117"/>
                  </a:cubicBezTo>
                  <a:cubicBezTo>
                    <a:pt x="86" y="117"/>
                    <a:pt x="116" y="86"/>
                    <a:pt x="116" y="49"/>
                  </a:cubicBezTo>
                  <a:cubicBezTo>
                    <a:pt x="116" y="30"/>
                    <a:pt x="109" y="12"/>
                    <a:pt x="96"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8">
              <a:extLst>
                <a:ext uri="{FF2B5EF4-FFF2-40B4-BE49-F238E27FC236}">
                  <a16:creationId xmlns:a16="http://schemas.microsoft.com/office/drawing/2014/main" id="{39C49C59-CCBF-4A89-A99E-32DB7DACDC76}"/>
                </a:ext>
              </a:extLst>
            </p:cNvPr>
            <p:cNvSpPr>
              <a:spLocks/>
            </p:cNvSpPr>
            <p:nvPr/>
          </p:nvSpPr>
          <p:spPr bwMode="auto">
            <a:xfrm>
              <a:off x="3668713" y="3402013"/>
              <a:ext cx="414338" cy="414338"/>
            </a:xfrm>
            <a:custGeom>
              <a:avLst/>
              <a:gdLst>
                <a:gd name="T0" fmla="*/ 2 w 117"/>
                <a:gd name="T1" fmla="*/ 69 h 117"/>
                <a:gd name="T2" fmla="*/ 70 w 117"/>
                <a:gd name="T3" fmla="*/ 1 h 117"/>
                <a:gd name="T4" fmla="*/ 117 w 117"/>
                <a:gd name="T5" fmla="*/ 20 h 117"/>
                <a:gd name="T6" fmla="*/ 68 w 117"/>
                <a:gd name="T7" fmla="*/ 0 h 117"/>
                <a:gd name="T8" fmla="*/ 0 w 117"/>
                <a:gd name="T9" fmla="*/ 68 h 117"/>
                <a:gd name="T10" fmla="*/ 21 w 117"/>
                <a:gd name="T11" fmla="*/ 117 h 117"/>
                <a:gd name="T12" fmla="*/ 2 w 117"/>
                <a:gd name="T13" fmla="*/ 69 h 117"/>
              </a:gdLst>
              <a:ahLst/>
              <a:cxnLst>
                <a:cxn ang="0">
                  <a:pos x="T0" y="T1"/>
                </a:cxn>
                <a:cxn ang="0">
                  <a:pos x="T2" y="T3"/>
                </a:cxn>
                <a:cxn ang="0">
                  <a:pos x="T4" y="T5"/>
                </a:cxn>
                <a:cxn ang="0">
                  <a:pos x="T6" y="T7"/>
                </a:cxn>
                <a:cxn ang="0">
                  <a:pos x="T8" y="T9"/>
                </a:cxn>
                <a:cxn ang="0">
                  <a:pos x="T10" y="T11"/>
                </a:cxn>
                <a:cxn ang="0">
                  <a:pos x="T12" y="T13"/>
                </a:cxn>
              </a:cxnLst>
              <a:rect l="0" t="0" r="r" b="b"/>
              <a:pathLst>
                <a:path w="117" h="117">
                  <a:moveTo>
                    <a:pt x="2" y="69"/>
                  </a:moveTo>
                  <a:cubicBezTo>
                    <a:pt x="2" y="32"/>
                    <a:pt x="32" y="1"/>
                    <a:pt x="70" y="1"/>
                  </a:cubicBezTo>
                  <a:cubicBezTo>
                    <a:pt x="88" y="1"/>
                    <a:pt x="105" y="9"/>
                    <a:pt x="117" y="20"/>
                  </a:cubicBezTo>
                  <a:cubicBezTo>
                    <a:pt x="105" y="8"/>
                    <a:pt x="88" y="0"/>
                    <a:pt x="68" y="0"/>
                  </a:cubicBezTo>
                  <a:cubicBezTo>
                    <a:pt x="31" y="0"/>
                    <a:pt x="0" y="30"/>
                    <a:pt x="0" y="68"/>
                  </a:cubicBezTo>
                  <a:cubicBezTo>
                    <a:pt x="0" y="87"/>
                    <a:pt x="8" y="104"/>
                    <a:pt x="21" y="117"/>
                  </a:cubicBezTo>
                  <a:cubicBezTo>
                    <a:pt x="9" y="104"/>
                    <a:pt x="2" y="88"/>
                    <a:pt x="2" y="69"/>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39" name="Group 1038">
            <a:extLst>
              <a:ext uri="{FF2B5EF4-FFF2-40B4-BE49-F238E27FC236}">
                <a16:creationId xmlns:a16="http://schemas.microsoft.com/office/drawing/2014/main" id="{644E9434-0F1A-41F0-ACEC-6057EB38D855}"/>
              </a:ext>
            </a:extLst>
          </p:cNvPr>
          <p:cNvGrpSpPr/>
          <p:nvPr/>
        </p:nvGrpSpPr>
        <p:grpSpPr>
          <a:xfrm>
            <a:off x="4459288" y="3813175"/>
            <a:ext cx="311151" cy="312738"/>
            <a:chOff x="4459288" y="3813175"/>
            <a:chExt cx="311151" cy="312738"/>
          </a:xfrm>
          <a:effectLst>
            <a:outerShdw blurRad="127000" dist="88900" dir="2700000" algn="tl" rotWithShape="0">
              <a:prstClr val="black">
                <a:alpha val="24000"/>
              </a:prstClr>
            </a:outerShdw>
          </a:effectLst>
        </p:grpSpPr>
        <p:sp>
          <p:nvSpPr>
            <p:cNvPr id="19" name="Oval 19">
              <a:extLst>
                <a:ext uri="{FF2B5EF4-FFF2-40B4-BE49-F238E27FC236}">
                  <a16:creationId xmlns:a16="http://schemas.microsoft.com/office/drawing/2014/main" id="{59379A87-6C23-45F3-A5BC-9A5D9951FC15}"/>
                </a:ext>
              </a:extLst>
            </p:cNvPr>
            <p:cNvSpPr>
              <a:spLocks noChangeArrowheads="1"/>
            </p:cNvSpPr>
            <p:nvPr/>
          </p:nvSpPr>
          <p:spPr bwMode="auto">
            <a:xfrm>
              <a:off x="4459288" y="3813175"/>
              <a:ext cx="311150" cy="3127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20">
              <a:extLst>
                <a:ext uri="{FF2B5EF4-FFF2-40B4-BE49-F238E27FC236}">
                  <a16:creationId xmlns:a16="http://schemas.microsoft.com/office/drawing/2014/main" id="{8864BFD3-35B2-46C6-B94A-495CF792C75A}"/>
                </a:ext>
              </a:extLst>
            </p:cNvPr>
            <p:cNvSpPr>
              <a:spLocks/>
            </p:cNvSpPr>
            <p:nvPr/>
          </p:nvSpPr>
          <p:spPr bwMode="auto">
            <a:xfrm>
              <a:off x="4505326" y="3859213"/>
              <a:ext cx="265113" cy="266700"/>
            </a:xfrm>
            <a:custGeom>
              <a:avLst/>
              <a:gdLst>
                <a:gd name="T0" fmla="*/ 62 w 75"/>
                <a:gd name="T1" fmla="*/ 0 h 75"/>
                <a:gd name="T2" fmla="*/ 74 w 75"/>
                <a:gd name="T3" fmla="*/ 30 h 75"/>
                <a:gd name="T4" fmla="*/ 30 w 75"/>
                <a:gd name="T5" fmla="*/ 74 h 75"/>
                <a:gd name="T6" fmla="*/ 0 w 75"/>
                <a:gd name="T7" fmla="*/ 61 h 75"/>
                <a:gd name="T8" fmla="*/ 31 w 75"/>
                <a:gd name="T9" fmla="*/ 75 h 75"/>
                <a:gd name="T10" fmla="*/ 75 w 75"/>
                <a:gd name="T11" fmla="*/ 31 h 75"/>
                <a:gd name="T12" fmla="*/ 62 w 75"/>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62" y="0"/>
                  </a:moveTo>
                  <a:cubicBezTo>
                    <a:pt x="69" y="8"/>
                    <a:pt x="74" y="18"/>
                    <a:pt x="74" y="30"/>
                  </a:cubicBezTo>
                  <a:cubicBezTo>
                    <a:pt x="74" y="54"/>
                    <a:pt x="54" y="74"/>
                    <a:pt x="30" y="74"/>
                  </a:cubicBezTo>
                  <a:cubicBezTo>
                    <a:pt x="18" y="74"/>
                    <a:pt x="8" y="69"/>
                    <a:pt x="0" y="61"/>
                  </a:cubicBezTo>
                  <a:cubicBezTo>
                    <a:pt x="8" y="70"/>
                    <a:pt x="19" y="75"/>
                    <a:pt x="31" y="75"/>
                  </a:cubicBezTo>
                  <a:cubicBezTo>
                    <a:pt x="55" y="75"/>
                    <a:pt x="75" y="55"/>
                    <a:pt x="75" y="31"/>
                  </a:cubicBezTo>
                  <a:cubicBezTo>
                    <a:pt x="75" y="19"/>
                    <a:pt x="70" y="8"/>
                    <a:pt x="62"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1">
              <a:extLst>
                <a:ext uri="{FF2B5EF4-FFF2-40B4-BE49-F238E27FC236}">
                  <a16:creationId xmlns:a16="http://schemas.microsoft.com/office/drawing/2014/main" id="{B127AF06-924B-4E63-AB76-0F229D6598CB}"/>
                </a:ext>
              </a:extLst>
            </p:cNvPr>
            <p:cNvSpPr>
              <a:spLocks/>
            </p:cNvSpPr>
            <p:nvPr/>
          </p:nvSpPr>
          <p:spPr bwMode="auto">
            <a:xfrm>
              <a:off x="4459288" y="3813175"/>
              <a:ext cx="265113" cy="266700"/>
            </a:xfrm>
            <a:custGeom>
              <a:avLst/>
              <a:gdLst>
                <a:gd name="T0" fmla="*/ 1 w 75"/>
                <a:gd name="T1" fmla="*/ 45 h 75"/>
                <a:gd name="T2" fmla="*/ 45 w 75"/>
                <a:gd name="T3" fmla="*/ 1 h 75"/>
                <a:gd name="T4" fmla="*/ 75 w 75"/>
                <a:gd name="T5" fmla="*/ 14 h 75"/>
                <a:gd name="T6" fmla="*/ 44 w 75"/>
                <a:gd name="T7" fmla="*/ 0 h 75"/>
                <a:gd name="T8" fmla="*/ 0 w 75"/>
                <a:gd name="T9" fmla="*/ 44 h 75"/>
                <a:gd name="T10" fmla="*/ 14 w 75"/>
                <a:gd name="T11" fmla="*/ 75 h 75"/>
                <a:gd name="T12" fmla="*/ 1 w 75"/>
                <a:gd name="T13" fmla="*/ 4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1" y="45"/>
                  </a:moveTo>
                  <a:cubicBezTo>
                    <a:pt x="1" y="21"/>
                    <a:pt x="21" y="1"/>
                    <a:pt x="45" y="1"/>
                  </a:cubicBezTo>
                  <a:cubicBezTo>
                    <a:pt x="57" y="1"/>
                    <a:pt x="68" y="6"/>
                    <a:pt x="75" y="14"/>
                  </a:cubicBezTo>
                  <a:cubicBezTo>
                    <a:pt x="67" y="5"/>
                    <a:pt x="56" y="0"/>
                    <a:pt x="44" y="0"/>
                  </a:cubicBezTo>
                  <a:cubicBezTo>
                    <a:pt x="20" y="0"/>
                    <a:pt x="0" y="20"/>
                    <a:pt x="0" y="44"/>
                  </a:cubicBezTo>
                  <a:cubicBezTo>
                    <a:pt x="0" y="56"/>
                    <a:pt x="6" y="67"/>
                    <a:pt x="14" y="75"/>
                  </a:cubicBezTo>
                  <a:cubicBezTo>
                    <a:pt x="6" y="67"/>
                    <a:pt x="1" y="57"/>
                    <a:pt x="1" y="45"/>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2" name="Group 1041">
            <a:extLst>
              <a:ext uri="{FF2B5EF4-FFF2-40B4-BE49-F238E27FC236}">
                <a16:creationId xmlns:a16="http://schemas.microsoft.com/office/drawing/2014/main" id="{E032E82B-F60C-4538-ACB6-8D06694E4535}"/>
              </a:ext>
            </a:extLst>
          </p:cNvPr>
          <p:cNvGrpSpPr/>
          <p:nvPr/>
        </p:nvGrpSpPr>
        <p:grpSpPr>
          <a:xfrm>
            <a:off x="5964238" y="2757488"/>
            <a:ext cx="485776" cy="481013"/>
            <a:chOff x="5964238" y="2757488"/>
            <a:chExt cx="485776" cy="481013"/>
          </a:xfrm>
          <a:effectLst>
            <a:outerShdw blurRad="127000" dist="88900" dir="2700000" algn="tl" rotWithShape="0">
              <a:prstClr val="black">
                <a:alpha val="24000"/>
              </a:prstClr>
            </a:outerShdw>
          </a:effectLst>
        </p:grpSpPr>
        <p:sp>
          <p:nvSpPr>
            <p:cNvPr id="22" name="Oval 22">
              <a:extLst>
                <a:ext uri="{FF2B5EF4-FFF2-40B4-BE49-F238E27FC236}">
                  <a16:creationId xmlns:a16="http://schemas.microsoft.com/office/drawing/2014/main" id="{82AB39E8-D9E4-4244-B3B8-EC43F6CAB0D1}"/>
                </a:ext>
              </a:extLst>
            </p:cNvPr>
            <p:cNvSpPr>
              <a:spLocks noChangeArrowheads="1"/>
            </p:cNvSpPr>
            <p:nvPr/>
          </p:nvSpPr>
          <p:spPr bwMode="auto">
            <a:xfrm>
              <a:off x="5964238" y="2757488"/>
              <a:ext cx="485775" cy="48101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3">
              <a:extLst>
                <a:ext uri="{FF2B5EF4-FFF2-40B4-BE49-F238E27FC236}">
                  <a16:creationId xmlns:a16="http://schemas.microsoft.com/office/drawing/2014/main" id="{BC9A38B0-D721-4ACD-8ACD-B720B3450D5B}"/>
                </a:ext>
              </a:extLst>
            </p:cNvPr>
            <p:cNvSpPr>
              <a:spLocks/>
            </p:cNvSpPr>
            <p:nvPr/>
          </p:nvSpPr>
          <p:spPr bwMode="auto">
            <a:xfrm>
              <a:off x="6035676" y="2824163"/>
              <a:ext cx="414338" cy="414338"/>
            </a:xfrm>
            <a:custGeom>
              <a:avLst/>
              <a:gdLst>
                <a:gd name="T0" fmla="*/ 96 w 117"/>
                <a:gd name="T1" fmla="*/ 0 h 117"/>
                <a:gd name="T2" fmla="*/ 115 w 117"/>
                <a:gd name="T3" fmla="*/ 48 h 117"/>
                <a:gd name="T4" fmla="*/ 47 w 117"/>
                <a:gd name="T5" fmla="*/ 116 h 117"/>
                <a:gd name="T6" fmla="*/ 0 w 117"/>
                <a:gd name="T7" fmla="*/ 97 h 117"/>
                <a:gd name="T8" fmla="*/ 49 w 117"/>
                <a:gd name="T9" fmla="*/ 117 h 117"/>
                <a:gd name="T10" fmla="*/ 117 w 117"/>
                <a:gd name="T11" fmla="*/ 49 h 117"/>
                <a:gd name="T12" fmla="*/ 96 w 117"/>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7" h="117">
                  <a:moveTo>
                    <a:pt x="96" y="0"/>
                  </a:moveTo>
                  <a:cubicBezTo>
                    <a:pt x="108" y="13"/>
                    <a:pt x="115" y="30"/>
                    <a:pt x="115" y="48"/>
                  </a:cubicBezTo>
                  <a:cubicBezTo>
                    <a:pt x="115" y="86"/>
                    <a:pt x="85" y="116"/>
                    <a:pt x="47" y="116"/>
                  </a:cubicBezTo>
                  <a:cubicBezTo>
                    <a:pt x="29" y="116"/>
                    <a:pt x="12" y="109"/>
                    <a:pt x="0" y="97"/>
                  </a:cubicBezTo>
                  <a:cubicBezTo>
                    <a:pt x="12" y="109"/>
                    <a:pt x="29" y="117"/>
                    <a:pt x="49" y="117"/>
                  </a:cubicBezTo>
                  <a:cubicBezTo>
                    <a:pt x="86" y="117"/>
                    <a:pt x="117" y="87"/>
                    <a:pt x="117" y="49"/>
                  </a:cubicBezTo>
                  <a:cubicBezTo>
                    <a:pt x="117" y="30"/>
                    <a:pt x="109" y="13"/>
                    <a:pt x="96"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4">
              <a:extLst>
                <a:ext uri="{FF2B5EF4-FFF2-40B4-BE49-F238E27FC236}">
                  <a16:creationId xmlns:a16="http://schemas.microsoft.com/office/drawing/2014/main" id="{63BB53D9-CA17-444A-8503-7794F0CFEB9D}"/>
                </a:ext>
              </a:extLst>
            </p:cNvPr>
            <p:cNvSpPr>
              <a:spLocks/>
            </p:cNvSpPr>
            <p:nvPr/>
          </p:nvSpPr>
          <p:spPr bwMode="auto">
            <a:xfrm>
              <a:off x="5964238" y="2757488"/>
              <a:ext cx="415925" cy="414338"/>
            </a:xfrm>
            <a:custGeom>
              <a:avLst/>
              <a:gdLst>
                <a:gd name="T0" fmla="*/ 2 w 117"/>
                <a:gd name="T1" fmla="*/ 70 h 117"/>
                <a:gd name="T2" fmla="*/ 70 w 117"/>
                <a:gd name="T3" fmla="*/ 2 h 117"/>
                <a:gd name="T4" fmla="*/ 117 w 117"/>
                <a:gd name="T5" fmla="*/ 21 h 117"/>
                <a:gd name="T6" fmla="*/ 69 w 117"/>
                <a:gd name="T7" fmla="*/ 0 h 117"/>
                <a:gd name="T8" fmla="*/ 0 w 117"/>
                <a:gd name="T9" fmla="*/ 68 h 117"/>
                <a:gd name="T10" fmla="*/ 21 w 117"/>
                <a:gd name="T11" fmla="*/ 117 h 117"/>
                <a:gd name="T12" fmla="*/ 2 w 117"/>
                <a:gd name="T13" fmla="*/ 70 h 117"/>
              </a:gdLst>
              <a:ahLst/>
              <a:cxnLst>
                <a:cxn ang="0">
                  <a:pos x="T0" y="T1"/>
                </a:cxn>
                <a:cxn ang="0">
                  <a:pos x="T2" y="T3"/>
                </a:cxn>
                <a:cxn ang="0">
                  <a:pos x="T4" y="T5"/>
                </a:cxn>
                <a:cxn ang="0">
                  <a:pos x="T6" y="T7"/>
                </a:cxn>
                <a:cxn ang="0">
                  <a:pos x="T8" y="T9"/>
                </a:cxn>
                <a:cxn ang="0">
                  <a:pos x="T10" y="T11"/>
                </a:cxn>
                <a:cxn ang="0">
                  <a:pos x="T12" y="T13"/>
                </a:cxn>
              </a:cxnLst>
              <a:rect l="0" t="0" r="r" b="b"/>
              <a:pathLst>
                <a:path w="117" h="117">
                  <a:moveTo>
                    <a:pt x="2" y="70"/>
                  </a:moveTo>
                  <a:cubicBezTo>
                    <a:pt x="2" y="32"/>
                    <a:pt x="33" y="2"/>
                    <a:pt x="70" y="2"/>
                  </a:cubicBezTo>
                  <a:cubicBezTo>
                    <a:pt x="89" y="2"/>
                    <a:pt x="105" y="9"/>
                    <a:pt x="117" y="21"/>
                  </a:cubicBezTo>
                  <a:cubicBezTo>
                    <a:pt x="105" y="8"/>
                    <a:pt x="88" y="0"/>
                    <a:pt x="69" y="0"/>
                  </a:cubicBezTo>
                  <a:cubicBezTo>
                    <a:pt x="31" y="0"/>
                    <a:pt x="0" y="31"/>
                    <a:pt x="0" y="68"/>
                  </a:cubicBezTo>
                  <a:cubicBezTo>
                    <a:pt x="0" y="87"/>
                    <a:pt x="9" y="105"/>
                    <a:pt x="21" y="117"/>
                  </a:cubicBezTo>
                  <a:cubicBezTo>
                    <a:pt x="9" y="105"/>
                    <a:pt x="2" y="88"/>
                    <a:pt x="2" y="7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1" name="Group 1040">
            <a:extLst>
              <a:ext uri="{FF2B5EF4-FFF2-40B4-BE49-F238E27FC236}">
                <a16:creationId xmlns:a16="http://schemas.microsoft.com/office/drawing/2014/main" id="{337C2A45-4D5D-498C-A401-86EF11770E48}"/>
              </a:ext>
            </a:extLst>
          </p:cNvPr>
          <p:cNvGrpSpPr/>
          <p:nvPr/>
        </p:nvGrpSpPr>
        <p:grpSpPr>
          <a:xfrm>
            <a:off x="5692776" y="3313113"/>
            <a:ext cx="307975" cy="309563"/>
            <a:chOff x="5692776" y="3313113"/>
            <a:chExt cx="307975" cy="309563"/>
          </a:xfrm>
          <a:effectLst>
            <a:outerShdw blurRad="127000" dist="88900" dir="2700000" algn="tl" rotWithShape="0">
              <a:prstClr val="black">
                <a:alpha val="24000"/>
              </a:prstClr>
            </a:outerShdw>
          </a:effectLst>
        </p:grpSpPr>
        <p:sp>
          <p:nvSpPr>
            <p:cNvPr id="25" name="Oval 25">
              <a:extLst>
                <a:ext uri="{FF2B5EF4-FFF2-40B4-BE49-F238E27FC236}">
                  <a16:creationId xmlns:a16="http://schemas.microsoft.com/office/drawing/2014/main" id="{3B901376-A5DB-404E-B17B-7751E8991653}"/>
                </a:ext>
              </a:extLst>
            </p:cNvPr>
            <p:cNvSpPr>
              <a:spLocks noChangeArrowheads="1"/>
            </p:cNvSpPr>
            <p:nvPr/>
          </p:nvSpPr>
          <p:spPr bwMode="auto">
            <a:xfrm>
              <a:off x="5692776" y="3313113"/>
              <a:ext cx="307975" cy="30956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6">
              <a:extLst>
                <a:ext uri="{FF2B5EF4-FFF2-40B4-BE49-F238E27FC236}">
                  <a16:creationId xmlns:a16="http://schemas.microsoft.com/office/drawing/2014/main" id="{A3C51CCE-87DD-4220-ADF7-81B0FC9B5546}"/>
                </a:ext>
              </a:extLst>
            </p:cNvPr>
            <p:cNvSpPr>
              <a:spLocks/>
            </p:cNvSpPr>
            <p:nvPr/>
          </p:nvSpPr>
          <p:spPr bwMode="auto">
            <a:xfrm>
              <a:off x="5734051" y="3355975"/>
              <a:ext cx="266700" cy="266700"/>
            </a:xfrm>
            <a:custGeom>
              <a:avLst/>
              <a:gdLst>
                <a:gd name="T0" fmla="*/ 62 w 75"/>
                <a:gd name="T1" fmla="*/ 0 h 75"/>
                <a:gd name="T2" fmla="*/ 75 w 75"/>
                <a:gd name="T3" fmla="*/ 31 h 75"/>
                <a:gd name="T4" fmla="*/ 31 w 75"/>
                <a:gd name="T5" fmla="*/ 75 h 75"/>
                <a:gd name="T6" fmla="*/ 0 w 75"/>
                <a:gd name="T7" fmla="*/ 62 h 75"/>
                <a:gd name="T8" fmla="*/ 32 w 75"/>
                <a:gd name="T9" fmla="*/ 75 h 75"/>
                <a:gd name="T10" fmla="*/ 75 w 75"/>
                <a:gd name="T11" fmla="*/ 32 h 75"/>
                <a:gd name="T12" fmla="*/ 62 w 75"/>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62" y="0"/>
                  </a:moveTo>
                  <a:cubicBezTo>
                    <a:pt x="70" y="8"/>
                    <a:pt x="75" y="19"/>
                    <a:pt x="75" y="31"/>
                  </a:cubicBezTo>
                  <a:cubicBezTo>
                    <a:pt x="75" y="55"/>
                    <a:pt x="55" y="75"/>
                    <a:pt x="31" y="75"/>
                  </a:cubicBezTo>
                  <a:cubicBezTo>
                    <a:pt x="19" y="75"/>
                    <a:pt x="8" y="70"/>
                    <a:pt x="0" y="62"/>
                  </a:cubicBezTo>
                  <a:cubicBezTo>
                    <a:pt x="8" y="70"/>
                    <a:pt x="19" y="75"/>
                    <a:pt x="32" y="75"/>
                  </a:cubicBezTo>
                  <a:cubicBezTo>
                    <a:pt x="56" y="75"/>
                    <a:pt x="75" y="56"/>
                    <a:pt x="75" y="32"/>
                  </a:cubicBezTo>
                  <a:cubicBezTo>
                    <a:pt x="75" y="19"/>
                    <a:pt x="70" y="8"/>
                    <a:pt x="62"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7">
              <a:extLst>
                <a:ext uri="{FF2B5EF4-FFF2-40B4-BE49-F238E27FC236}">
                  <a16:creationId xmlns:a16="http://schemas.microsoft.com/office/drawing/2014/main" id="{883A9920-CC18-4174-BC38-4108B55EC75D}"/>
                </a:ext>
              </a:extLst>
            </p:cNvPr>
            <p:cNvSpPr>
              <a:spLocks/>
            </p:cNvSpPr>
            <p:nvPr/>
          </p:nvSpPr>
          <p:spPr bwMode="auto">
            <a:xfrm>
              <a:off x="5692776" y="3313113"/>
              <a:ext cx="265113" cy="266700"/>
            </a:xfrm>
            <a:custGeom>
              <a:avLst/>
              <a:gdLst>
                <a:gd name="T0" fmla="*/ 1 w 75"/>
                <a:gd name="T1" fmla="*/ 45 h 75"/>
                <a:gd name="T2" fmla="*/ 45 w 75"/>
                <a:gd name="T3" fmla="*/ 1 h 75"/>
                <a:gd name="T4" fmla="*/ 75 w 75"/>
                <a:gd name="T5" fmla="*/ 13 h 75"/>
                <a:gd name="T6" fmla="*/ 44 w 75"/>
                <a:gd name="T7" fmla="*/ 0 h 75"/>
                <a:gd name="T8" fmla="*/ 0 w 75"/>
                <a:gd name="T9" fmla="*/ 44 h 75"/>
                <a:gd name="T10" fmla="*/ 13 w 75"/>
                <a:gd name="T11" fmla="*/ 75 h 75"/>
                <a:gd name="T12" fmla="*/ 1 w 75"/>
                <a:gd name="T13" fmla="*/ 4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1" y="45"/>
                  </a:moveTo>
                  <a:cubicBezTo>
                    <a:pt x="1" y="21"/>
                    <a:pt x="21" y="1"/>
                    <a:pt x="45" y="1"/>
                  </a:cubicBezTo>
                  <a:cubicBezTo>
                    <a:pt x="57" y="1"/>
                    <a:pt x="67" y="6"/>
                    <a:pt x="75" y="13"/>
                  </a:cubicBezTo>
                  <a:cubicBezTo>
                    <a:pt x="67" y="5"/>
                    <a:pt x="56" y="0"/>
                    <a:pt x="44" y="0"/>
                  </a:cubicBezTo>
                  <a:cubicBezTo>
                    <a:pt x="20" y="0"/>
                    <a:pt x="0" y="20"/>
                    <a:pt x="0" y="44"/>
                  </a:cubicBezTo>
                  <a:cubicBezTo>
                    <a:pt x="0" y="56"/>
                    <a:pt x="5" y="67"/>
                    <a:pt x="13" y="75"/>
                  </a:cubicBezTo>
                  <a:cubicBezTo>
                    <a:pt x="6" y="67"/>
                    <a:pt x="1" y="56"/>
                    <a:pt x="1" y="4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4" name="Group 1043">
            <a:extLst>
              <a:ext uri="{FF2B5EF4-FFF2-40B4-BE49-F238E27FC236}">
                <a16:creationId xmlns:a16="http://schemas.microsoft.com/office/drawing/2014/main" id="{067EA6B6-830C-48AC-9EED-270E402B27FE}"/>
              </a:ext>
            </a:extLst>
          </p:cNvPr>
          <p:cNvGrpSpPr/>
          <p:nvPr/>
        </p:nvGrpSpPr>
        <p:grpSpPr>
          <a:xfrm>
            <a:off x="7810501" y="3313113"/>
            <a:ext cx="485775" cy="482600"/>
            <a:chOff x="7810501" y="3313113"/>
            <a:chExt cx="485775" cy="482600"/>
          </a:xfrm>
          <a:effectLst>
            <a:outerShdw blurRad="127000" dist="88900" dir="2700000" algn="tl" rotWithShape="0">
              <a:prstClr val="black">
                <a:alpha val="24000"/>
              </a:prstClr>
            </a:outerShdw>
          </a:effectLst>
        </p:grpSpPr>
        <p:sp>
          <p:nvSpPr>
            <p:cNvPr id="28" name="Oval 28">
              <a:extLst>
                <a:ext uri="{FF2B5EF4-FFF2-40B4-BE49-F238E27FC236}">
                  <a16:creationId xmlns:a16="http://schemas.microsoft.com/office/drawing/2014/main" id="{286E0CF1-7D44-4C6D-B1AB-28101B9F4F90}"/>
                </a:ext>
              </a:extLst>
            </p:cNvPr>
            <p:cNvSpPr>
              <a:spLocks noChangeArrowheads="1"/>
            </p:cNvSpPr>
            <p:nvPr/>
          </p:nvSpPr>
          <p:spPr bwMode="auto">
            <a:xfrm>
              <a:off x="7810501" y="3313113"/>
              <a:ext cx="485775" cy="48260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9">
              <a:extLst>
                <a:ext uri="{FF2B5EF4-FFF2-40B4-BE49-F238E27FC236}">
                  <a16:creationId xmlns:a16="http://schemas.microsoft.com/office/drawing/2014/main" id="{251286AB-47AC-4AB2-BFB6-EAD01B1EF088}"/>
                </a:ext>
              </a:extLst>
            </p:cNvPr>
            <p:cNvSpPr>
              <a:spLocks/>
            </p:cNvSpPr>
            <p:nvPr/>
          </p:nvSpPr>
          <p:spPr bwMode="auto">
            <a:xfrm>
              <a:off x="7881938" y="3381375"/>
              <a:ext cx="414338" cy="414338"/>
            </a:xfrm>
            <a:custGeom>
              <a:avLst/>
              <a:gdLst>
                <a:gd name="T0" fmla="*/ 96 w 117"/>
                <a:gd name="T1" fmla="*/ 0 h 117"/>
                <a:gd name="T2" fmla="*/ 115 w 117"/>
                <a:gd name="T3" fmla="*/ 48 h 117"/>
                <a:gd name="T4" fmla="*/ 47 w 117"/>
                <a:gd name="T5" fmla="*/ 116 h 117"/>
                <a:gd name="T6" fmla="*/ 0 w 117"/>
                <a:gd name="T7" fmla="*/ 96 h 117"/>
                <a:gd name="T8" fmla="*/ 48 w 117"/>
                <a:gd name="T9" fmla="*/ 117 h 117"/>
                <a:gd name="T10" fmla="*/ 117 w 117"/>
                <a:gd name="T11" fmla="*/ 49 h 117"/>
                <a:gd name="T12" fmla="*/ 96 w 117"/>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7" h="117">
                  <a:moveTo>
                    <a:pt x="96" y="0"/>
                  </a:moveTo>
                  <a:cubicBezTo>
                    <a:pt x="108" y="12"/>
                    <a:pt x="115" y="29"/>
                    <a:pt x="115" y="48"/>
                  </a:cubicBezTo>
                  <a:cubicBezTo>
                    <a:pt x="115" y="85"/>
                    <a:pt x="85" y="116"/>
                    <a:pt x="47" y="116"/>
                  </a:cubicBezTo>
                  <a:cubicBezTo>
                    <a:pt x="29" y="116"/>
                    <a:pt x="12" y="108"/>
                    <a:pt x="0" y="96"/>
                  </a:cubicBezTo>
                  <a:cubicBezTo>
                    <a:pt x="12" y="109"/>
                    <a:pt x="29" y="117"/>
                    <a:pt x="48" y="117"/>
                  </a:cubicBezTo>
                  <a:cubicBezTo>
                    <a:pt x="86" y="117"/>
                    <a:pt x="117" y="86"/>
                    <a:pt x="117" y="49"/>
                  </a:cubicBezTo>
                  <a:cubicBezTo>
                    <a:pt x="117" y="30"/>
                    <a:pt x="109" y="12"/>
                    <a:pt x="96"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30">
              <a:extLst>
                <a:ext uri="{FF2B5EF4-FFF2-40B4-BE49-F238E27FC236}">
                  <a16:creationId xmlns:a16="http://schemas.microsoft.com/office/drawing/2014/main" id="{FEDD69E5-D408-41A0-8E0C-5FA2AB3C3A5A}"/>
                </a:ext>
              </a:extLst>
            </p:cNvPr>
            <p:cNvSpPr>
              <a:spLocks/>
            </p:cNvSpPr>
            <p:nvPr/>
          </p:nvSpPr>
          <p:spPr bwMode="auto">
            <a:xfrm>
              <a:off x="7810501" y="3313113"/>
              <a:ext cx="414338" cy="415925"/>
            </a:xfrm>
            <a:custGeom>
              <a:avLst/>
              <a:gdLst>
                <a:gd name="T0" fmla="*/ 2 w 117"/>
                <a:gd name="T1" fmla="*/ 69 h 117"/>
                <a:gd name="T2" fmla="*/ 70 w 117"/>
                <a:gd name="T3" fmla="*/ 1 h 117"/>
                <a:gd name="T4" fmla="*/ 117 w 117"/>
                <a:gd name="T5" fmla="*/ 20 h 117"/>
                <a:gd name="T6" fmla="*/ 68 w 117"/>
                <a:gd name="T7" fmla="*/ 0 h 117"/>
                <a:gd name="T8" fmla="*/ 0 w 117"/>
                <a:gd name="T9" fmla="*/ 68 h 117"/>
                <a:gd name="T10" fmla="*/ 21 w 117"/>
                <a:gd name="T11" fmla="*/ 117 h 117"/>
                <a:gd name="T12" fmla="*/ 2 w 117"/>
                <a:gd name="T13" fmla="*/ 69 h 117"/>
              </a:gdLst>
              <a:ahLst/>
              <a:cxnLst>
                <a:cxn ang="0">
                  <a:pos x="T0" y="T1"/>
                </a:cxn>
                <a:cxn ang="0">
                  <a:pos x="T2" y="T3"/>
                </a:cxn>
                <a:cxn ang="0">
                  <a:pos x="T4" y="T5"/>
                </a:cxn>
                <a:cxn ang="0">
                  <a:pos x="T6" y="T7"/>
                </a:cxn>
                <a:cxn ang="0">
                  <a:pos x="T8" y="T9"/>
                </a:cxn>
                <a:cxn ang="0">
                  <a:pos x="T10" y="T11"/>
                </a:cxn>
                <a:cxn ang="0">
                  <a:pos x="T12" y="T13"/>
                </a:cxn>
              </a:cxnLst>
              <a:rect l="0" t="0" r="r" b="b"/>
              <a:pathLst>
                <a:path w="117" h="117">
                  <a:moveTo>
                    <a:pt x="2" y="69"/>
                  </a:moveTo>
                  <a:cubicBezTo>
                    <a:pt x="2" y="32"/>
                    <a:pt x="32" y="1"/>
                    <a:pt x="70" y="1"/>
                  </a:cubicBezTo>
                  <a:cubicBezTo>
                    <a:pt x="88" y="1"/>
                    <a:pt x="105" y="9"/>
                    <a:pt x="117" y="20"/>
                  </a:cubicBezTo>
                  <a:cubicBezTo>
                    <a:pt x="105" y="8"/>
                    <a:pt x="88" y="0"/>
                    <a:pt x="68" y="0"/>
                  </a:cubicBezTo>
                  <a:cubicBezTo>
                    <a:pt x="31" y="0"/>
                    <a:pt x="0" y="30"/>
                    <a:pt x="0" y="68"/>
                  </a:cubicBezTo>
                  <a:cubicBezTo>
                    <a:pt x="0" y="87"/>
                    <a:pt x="8" y="104"/>
                    <a:pt x="21" y="117"/>
                  </a:cubicBezTo>
                  <a:cubicBezTo>
                    <a:pt x="9" y="104"/>
                    <a:pt x="2" y="88"/>
                    <a:pt x="2" y="69"/>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3" name="Group 1042">
            <a:extLst>
              <a:ext uri="{FF2B5EF4-FFF2-40B4-BE49-F238E27FC236}">
                <a16:creationId xmlns:a16="http://schemas.microsoft.com/office/drawing/2014/main" id="{70E06B10-FF3F-45A0-B751-14642178BB5F}"/>
              </a:ext>
            </a:extLst>
          </p:cNvPr>
          <p:cNvGrpSpPr/>
          <p:nvPr/>
        </p:nvGrpSpPr>
        <p:grpSpPr>
          <a:xfrm>
            <a:off x="7464426" y="3816350"/>
            <a:ext cx="307975" cy="309563"/>
            <a:chOff x="7464426" y="3816350"/>
            <a:chExt cx="307975" cy="309563"/>
          </a:xfrm>
          <a:effectLst>
            <a:outerShdw blurRad="127000" dist="88900" dir="2700000" algn="tl" rotWithShape="0">
              <a:prstClr val="black">
                <a:alpha val="24000"/>
              </a:prstClr>
            </a:outerShdw>
          </a:effectLst>
        </p:grpSpPr>
        <p:sp>
          <p:nvSpPr>
            <p:cNvPr id="31" name="Oval 31">
              <a:extLst>
                <a:ext uri="{FF2B5EF4-FFF2-40B4-BE49-F238E27FC236}">
                  <a16:creationId xmlns:a16="http://schemas.microsoft.com/office/drawing/2014/main" id="{F15929AD-DCBA-4B8E-B37E-A590B58A29EE}"/>
                </a:ext>
              </a:extLst>
            </p:cNvPr>
            <p:cNvSpPr>
              <a:spLocks noChangeArrowheads="1"/>
            </p:cNvSpPr>
            <p:nvPr/>
          </p:nvSpPr>
          <p:spPr bwMode="auto">
            <a:xfrm>
              <a:off x="7464426" y="3816350"/>
              <a:ext cx="307975" cy="309563"/>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024" name="Freeform 32">
              <a:extLst>
                <a:ext uri="{FF2B5EF4-FFF2-40B4-BE49-F238E27FC236}">
                  <a16:creationId xmlns:a16="http://schemas.microsoft.com/office/drawing/2014/main" id="{AE8E0B62-0DDD-4A65-B616-02AAD74F7E4B}"/>
                </a:ext>
              </a:extLst>
            </p:cNvPr>
            <p:cNvSpPr>
              <a:spLocks/>
            </p:cNvSpPr>
            <p:nvPr/>
          </p:nvSpPr>
          <p:spPr bwMode="auto">
            <a:xfrm>
              <a:off x="7510463" y="3859213"/>
              <a:ext cx="261938" cy="266700"/>
            </a:xfrm>
            <a:custGeom>
              <a:avLst/>
              <a:gdLst>
                <a:gd name="T0" fmla="*/ 61 w 74"/>
                <a:gd name="T1" fmla="*/ 0 h 75"/>
                <a:gd name="T2" fmla="*/ 74 w 74"/>
                <a:gd name="T3" fmla="*/ 31 h 75"/>
                <a:gd name="T4" fmla="*/ 30 w 74"/>
                <a:gd name="T5" fmla="*/ 74 h 75"/>
                <a:gd name="T6" fmla="*/ 0 w 74"/>
                <a:gd name="T7" fmla="*/ 62 h 75"/>
                <a:gd name="T8" fmla="*/ 31 w 74"/>
                <a:gd name="T9" fmla="*/ 75 h 75"/>
                <a:gd name="T10" fmla="*/ 74 w 74"/>
                <a:gd name="T11" fmla="*/ 31 h 75"/>
                <a:gd name="T12" fmla="*/ 61 w 74"/>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74" h="75">
                  <a:moveTo>
                    <a:pt x="61" y="0"/>
                  </a:moveTo>
                  <a:cubicBezTo>
                    <a:pt x="69" y="8"/>
                    <a:pt x="74" y="19"/>
                    <a:pt x="74" y="31"/>
                  </a:cubicBezTo>
                  <a:cubicBezTo>
                    <a:pt x="74" y="55"/>
                    <a:pt x="54" y="74"/>
                    <a:pt x="30" y="74"/>
                  </a:cubicBezTo>
                  <a:cubicBezTo>
                    <a:pt x="18" y="74"/>
                    <a:pt x="7" y="70"/>
                    <a:pt x="0" y="62"/>
                  </a:cubicBezTo>
                  <a:cubicBezTo>
                    <a:pt x="7" y="70"/>
                    <a:pt x="19" y="75"/>
                    <a:pt x="31" y="75"/>
                  </a:cubicBezTo>
                  <a:cubicBezTo>
                    <a:pt x="55" y="75"/>
                    <a:pt x="74" y="56"/>
                    <a:pt x="74" y="31"/>
                  </a:cubicBezTo>
                  <a:cubicBezTo>
                    <a:pt x="74" y="19"/>
                    <a:pt x="69" y="8"/>
                    <a:pt x="61"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25" name="Freeform 33">
              <a:extLst>
                <a:ext uri="{FF2B5EF4-FFF2-40B4-BE49-F238E27FC236}">
                  <a16:creationId xmlns:a16="http://schemas.microsoft.com/office/drawing/2014/main" id="{5542CBC9-0A44-44C4-A98A-7CCDBF6CCBA8}"/>
                </a:ext>
              </a:extLst>
            </p:cNvPr>
            <p:cNvSpPr>
              <a:spLocks/>
            </p:cNvSpPr>
            <p:nvPr/>
          </p:nvSpPr>
          <p:spPr bwMode="auto">
            <a:xfrm>
              <a:off x="7464426" y="3816350"/>
              <a:ext cx="265113" cy="266700"/>
            </a:xfrm>
            <a:custGeom>
              <a:avLst/>
              <a:gdLst>
                <a:gd name="T0" fmla="*/ 1 w 75"/>
                <a:gd name="T1" fmla="*/ 44 h 75"/>
                <a:gd name="T2" fmla="*/ 45 w 75"/>
                <a:gd name="T3" fmla="*/ 1 h 75"/>
                <a:gd name="T4" fmla="*/ 75 w 75"/>
                <a:gd name="T5" fmla="*/ 13 h 75"/>
                <a:gd name="T6" fmla="*/ 44 w 75"/>
                <a:gd name="T7" fmla="*/ 0 h 75"/>
                <a:gd name="T8" fmla="*/ 0 w 75"/>
                <a:gd name="T9" fmla="*/ 43 h 75"/>
                <a:gd name="T10" fmla="*/ 13 w 75"/>
                <a:gd name="T11" fmla="*/ 75 h 75"/>
                <a:gd name="T12" fmla="*/ 1 w 75"/>
                <a:gd name="T13" fmla="*/ 44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1" y="44"/>
                  </a:moveTo>
                  <a:cubicBezTo>
                    <a:pt x="1" y="20"/>
                    <a:pt x="21" y="1"/>
                    <a:pt x="45" y="1"/>
                  </a:cubicBezTo>
                  <a:cubicBezTo>
                    <a:pt x="57" y="1"/>
                    <a:pt x="67" y="5"/>
                    <a:pt x="75" y="13"/>
                  </a:cubicBezTo>
                  <a:cubicBezTo>
                    <a:pt x="67" y="5"/>
                    <a:pt x="56" y="0"/>
                    <a:pt x="44" y="0"/>
                  </a:cubicBezTo>
                  <a:cubicBezTo>
                    <a:pt x="20" y="0"/>
                    <a:pt x="0" y="19"/>
                    <a:pt x="0" y="43"/>
                  </a:cubicBezTo>
                  <a:cubicBezTo>
                    <a:pt x="0" y="56"/>
                    <a:pt x="5" y="67"/>
                    <a:pt x="13" y="75"/>
                  </a:cubicBezTo>
                  <a:cubicBezTo>
                    <a:pt x="6" y="67"/>
                    <a:pt x="1" y="56"/>
                    <a:pt x="1" y="44"/>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026" name="Rectangle 34">
            <a:extLst>
              <a:ext uri="{FF2B5EF4-FFF2-40B4-BE49-F238E27FC236}">
                <a16:creationId xmlns:a16="http://schemas.microsoft.com/office/drawing/2014/main" id="{0B1C9AD5-0A00-4431-A158-5F20399C2FE5}"/>
              </a:ext>
            </a:extLst>
          </p:cNvPr>
          <p:cNvSpPr>
            <a:spLocks noChangeArrowheads="1"/>
          </p:cNvSpPr>
          <p:nvPr/>
        </p:nvSpPr>
        <p:spPr bwMode="auto">
          <a:xfrm>
            <a:off x="2995613" y="2111375"/>
            <a:ext cx="7073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CREATIVE</a:t>
            </a:r>
            <a:endParaRPr kumimoji="0" lang="ru-UA" altLang="ru-UA" sz="1800" b="0" i="0" u="none" strike="noStrike" cap="none" normalizeH="0" baseline="0">
              <a:ln>
                <a:noFill/>
              </a:ln>
              <a:solidFill>
                <a:schemeClr val="bg2"/>
              </a:solidFill>
              <a:effectLst/>
            </a:endParaRPr>
          </a:p>
        </p:txBody>
      </p:sp>
      <p:sp>
        <p:nvSpPr>
          <p:cNvPr id="1027" name="Rectangle 35">
            <a:extLst>
              <a:ext uri="{FF2B5EF4-FFF2-40B4-BE49-F238E27FC236}">
                <a16:creationId xmlns:a16="http://schemas.microsoft.com/office/drawing/2014/main" id="{B3D5CECB-E3CA-4693-B620-36C50234DB1C}"/>
              </a:ext>
            </a:extLst>
          </p:cNvPr>
          <p:cNvSpPr>
            <a:spLocks noChangeArrowheads="1"/>
          </p:cNvSpPr>
          <p:nvPr/>
        </p:nvSpPr>
        <p:spPr bwMode="auto">
          <a:xfrm>
            <a:off x="5854701" y="1412875"/>
            <a:ext cx="65094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SUCCESS</a:t>
            </a:r>
            <a:endParaRPr kumimoji="0" lang="ru-UA" altLang="ru-UA" sz="1800" b="0" i="0" u="none" strike="noStrike" cap="none" normalizeH="0" baseline="0">
              <a:ln>
                <a:noFill/>
              </a:ln>
              <a:solidFill>
                <a:schemeClr val="bg2"/>
              </a:solidFill>
              <a:effectLst/>
            </a:endParaRPr>
          </a:p>
        </p:txBody>
      </p:sp>
      <p:sp>
        <p:nvSpPr>
          <p:cNvPr id="1028" name="Rectangle 36">
            <a:extLst>
              <a:ext uri="{FF2B5EF4-FFF2-40B4-BE49-F238E27FC236}">
                <a16:creationId xmlns:a16="http://schemas.microsoft.com/office/drawing/2014/main" id="{426A32E6-7ACC-4555-817F-732EECCE133B}"/>
              </a:ext>
            </a:extLst>
          </p:cNvPr>
          <p:cNvSpPr>
            <a:spLocks noChangeArrowheads="1"/>
          </p:cNvSpPr>
          <p:nvPr/>
        </p:nvSpPr>
        <p:spPr bwMode="auto">
          <a:xfrm>
            <a:off x="8328026" y="2197100"/>
            <a:ext cx="92012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MARKETING</a:t>
            </a:r>
            <a:endParaRPr kumimoji="0" lang="ru-UA" altLang="ru-UA" sz="1800" b="0" i="0" u="none" strike="noStrike" cap="none" normalizeH="0" baseline="0">
              <a:ln>
                <a:noFill/>
              </a:ln>
              <a:solidFill>
                <a:schemeClr val="bg2"/>
              </a:solidFill>
              <a:effectLst/>
            </a:endParaRPr>
          </a:p>
        </p:txBody>
      </p:sp>
      <p:sp>
        <p:nvSpPr>
          <p:cNvPr id="1029" name="Freeform 37">
            <a:extLst>
              <a:ext uri="{FF2B5EF4-FFF2-40B4-BE49-F238E27FC236}">
                <a16:creationId xmlns:a16="http://schemas.microsoft.com/office/drawing/2014/main" id="{CF53A8A8-A6CE-4EF6-9DC9-C5ADB885A5CD}"/>
              </a:ext>
            </a:extLst>
          </p:cNvPr>
          <p:cNvSpPr>
            <a:spLocks/>
          </p:cNvSpPr>
          <p:nvPr/>
        </p:nvSpPr>
        <p:spPr bwMode="auto">
          <a:xfrm>
            <a:off x="5160963" y="55610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656E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30" name="Freeform 38">
            <a:extLst>
              <a:ext uri="{FF2B5EF4-FFF2-40B4-BE49-F238E27FC236}">
                <a16:creationId xmlns:a16="http://schemas.microsoft.com/office/drawing/2014/main" id="{0236E7AF-8B9C-49B3-8D01-889C89BA1E53}"/>
              </a:ext>
            </a:extLst>
          </p:cNvPr>
          <p:cNvSpPr>
            <a:spLocks noEditPoints="1"/>
          </p:cNvSpPr>
          <p:nvPr/>
        </p:nvSpPr>
        <p:spPr bwMode="auto">
          <a:xfrm>
            <a:off x="5857876" y="4287838"/>
            <a:ext cx="674688" cy="1063625"/>
          </a:xfrm>
          <a:custGeom>
            <a:avLst/>
            <a:gdLst>
              <a:gd name="T0" fmla="*/ 54 w 190"/>
              <a:gd name="T1" fmla="*/ 254 h 300"/>
              <a:gd name="T2" fmla="*/ 47 w 190"/>
              <a:gd name="T3" fmla="*/ 249 h 300"/>
              <a:gd name="T4" fmla="*/ 51 w 190"/>
              <a:gd name="T5" fmla="*/ 238 h 300"/>
              <a:gd name="T6" fmla="*/ 133 w 190"/>
              <a:gd name="T7" fmla="*/ 205 h 300"/>
              <a:gd name="T8" fmla="*/ 161 w 190"/>
              <a:gd name="T9" fmla="*/ 139 h 300"/>
              <a:gd name="T10" fmla="*/ 174 w 190"/>
              <a:gd name="T11" fmla="*/ 96 h 300"/>
              <a:gd name="T12" fmla="*/ 95 w 190"/>
              <a:gd name="T13" fmla="*/ 17 h 300"/>
              <a:gd name="T14" fmla="*/ 17 w 190"/>
              <a:gd name="T15" fmla="*/ 96 h 300"/>
              <a:gd name="T16" fmla="*/ 29 w 190"/>
              <a:gd name="T17" fmla="*/ 139 h 300"/>
              <a:gd name="T18" fmla="*/ 57 w 190"/>
              <a:gd name="T19" fmla="*/ 211 h 300"/>
              <a:gd name="T20" fmla="*/ 48 w 190"/>
              <a:gd name="T21" fmla="*/ 218 h 300"/>
              <a:gd name="T22" fmla="*/ 40 w 190"/>
              <a:gd name="T23" fmla="*/ 209 h 300"/>
              <a:gd name="T24" fmla="*/ 15 w 190"/>
              <a:gd name="T25" fmla="*/ 148 h 300"/>
              <a:gd name="T26" fmla="*/ 0 w 190"/>
              <a:gd name="T27" fmla="*/ 96 h 300"/>
              <a:gd name="T28" fmla="*/ 95 w 190"/>
              <a:gd name="T29" fmla="*/ 0 h 300"/>
              <a:gd name="T30" fmla="*/ 190 w 190"/>
              <a:gd name="T31" fmla="*/ 96 h 300"/>
              <a:gd name="T32" fmla="*/ 175 w 190"/>
              <a:gd name="T33" fmla="*/ 148 h 300"/>
              <a:gd name="T34" fmla="*/ 150 w 190"/>
              <a:gd name="T35" fmla="*/ 209 h 300"/>
              <a:gd name="T36" fmla="*/ 145 w 190"/>
              <a:gd name="T37" fmla="*/ 218 h 300"/>
              <a:gd name="T38" fmla="*/ 57 w 190"/>
              <a:gd name="T39" fmla="*/ 253 h 300"/>
              <a:gd name="T40" fmla="*/ 54 w 190"/>
              <a:gd name="T41" fmla="*/ 254 h 300"/>
              <a:gd name="T42" fmla="*/ 46 w 190"/>
              <a:gd name="T43" fmla="*/ 100 h 300"/>
              <a:gd name="T44" fmla="*/ 89 w 190"/>
              <a:gd name="T45" fmla="*/ 47 h 300"/>
              <a:gd name="T46" fmla="*/ 95 w 190"/>
              <a:gd name="T47" fmla="*/ 37 h 300"/>
              <a:gd name="T48" fmla="*/ 86 w 190"/>
              <a:gd name="T49" fmla="*/ 31 h 300"/>
              <a:gd name="T50" fmla="*/ 29 w 190"/>
              <a:gd name="T51" fmla="*/ 100 h 300"/>
              <a:gd name="T52" fmla="*/ 37 w 190"/>
              <a:gd name="T53" fmla="*/ 108 h 300"/>
              <a:gd name="T54" fmla="*/ 46 w 190"/>
              <a:gd name="T55" fmla="*/ 100 h 300"/>
              <a:gd name="T56" fmla="*/ 72 w 190"/>
              <a:gd name="T57" fmla="*/ 277 h 300"/>
              <a:gd name="T58" fmla="*/ 135 w 190"/>
              <a:gd name="T59" fmla="*/ 251 h 300"/>
              <a:gd name="T60" fmla="*/ 140 w 190"/>
              <a:gd name="T61" fmla="*/ 240 h 300"/>
              <a:gd name="T62" fmla="*/ 129 w 190"/>
              <a:gd name="T63" fmla="*/ 236 h 300"/>
              <a:gd name="T64" fmla="*/ 66 w 190"/>
              <a:gd name="T65" fmla="*/ 262 h 300"/>
              <a:gd name="T66" fmla="*/ 61 w 190"/>
              <a:gd name="T67" fmla="*/ 273 h 300"/>
              <a:gd name="T68" fmla="*/ 69 w 190"/>
              <a:gd name="T69" fmla="*/ 278 h 300"/>
              <a:gd name="T70" fmla="*/ 72 w 190"/>
              <a:gd name="T71" fmla="*/ 277 h 300"/>
              <a:gd name="T72" fmla="*/ 86 w 190"/>
              <a:gd name="T73" fmla="*/ 300 h 300"/>
              <a:gd name="T74" fmla="*/ 132 w 190"/>
              <a:gd name="T75" fmla="*/ 281 h 300"/>
              <a:gd name="T76" fmla="*/ 136 w 190"/>
              <a:gd name="T77" fmla="*/ 270 h 300"/>
              <a:gd name="T78" fmla="*/ 126 w 190"/>
              <a:gd name="T79" fmla="*/ 266 h 300"/>
              <a:gd name="T80" fmla="*/ 79 w 190"/>
              <a:gd name="T81" fmla="*/ 284 h 300"/>
              <a:gd name="T82" fmla="*/ 75 w 190"/>
              <a:gd name="T83" fmla="*/ 295 h 300"/>
              <a:gd name="T84" fmla="*/ 83 w 190"/>
              <a:gd name="T85" fmla="*/ 300 h 300"/>
              <a:gd name="T86" fmla="*/ 86 w 190"/>
              <a:gd name="T87" fmla="*/ 30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0" h="300">
                <a:moveTo>
                  <a:pt x="54" y="254"/>
                </a:moveTo>
                <a:cubicBezTo>
                  <a:pt x="51" y="254"/>
                  <a:pt x="48" y="252"/>
                  <a:pt x="47" y="249"/>
                </a:cubicBezTo>
                <a:cubicBezTo>
                  <a:pt x="45" y="245"/>
                  <a:pt x="47" y="240"/>
                  <a:pt x="51" y="238"/>
                </a:cubicBezTo>
                <a:cubicBezTo>
                  <a:pt x="133" y="205"/>
                  <a:pt x="133" y="205"/>
                  <a:pt x="133" y="205"/>
                </a:cubicBezTo>
                <a:cubicBezTo>
                  <a:pt x="133" y="187"/>
                  <a:pt x="141" y="170"/>
                  <a:pt x="161" y="139"/>
                </a:cubicBezTo>
                <a:cubicBezTo>
                  <a:pt x="169" y="126"/>
                  <a:pt x="174" y="111"/>
                  <a:pt x="174" y="96"/>
                </a:cubicBezTo>
                <a:cubicBezTo>
                  <a:pt x="174" y="52"/>
                  <a:pt x="139" y="17"/>
                  <a:pt x="95" y="17"/>
                </a:cubicBezTo>
                <a:cubicBezTo>
                  <a:pt x="52" y="17"/>
                  <a:pt x="17" y="52"/>
                  <a:pt x="17" y="96"/>
                </a:cubicBezTo>
                <a:cubicBezTo>
                  <a:pt x="17" y="111"/>
                  <a:pt x="21" y="126"/>
                  <a:pt x="29" y="139"/>
                </a:cubicBezTo>
                <a:cubicBezTo>
                  <a:pt x="52" y="174"/>
                  <a:pt x="59" y="191"/>
                  <a:pt x="57" y="211"/>
                </a:cubicBezTo>
                <a:cubicBezTo>
                  <a:pt x="56" y="216"/>
                  <a:pt x="52" y="219"/>
                  <a:pt x="48" y="218"/>
                </a:cubicBezTo>
                <a:cubicBezTo>
                  <a:pt x="43" y="218"/>
                  <a:pt x="40" y="214"/>
                  <a:pt x="40" y="209"/>
                </a:cubicBezTo>
                <a:cubicBezTo>
                  <a:pt x="42" y="194"/>
                  <a:pt x="36" y="179"/>
                  <a:pt x="15" y="148"/>
                </a:cubicBezTo>
                <a:cubicBezTo>
                  <a:pt x="5" y="132"/>
                  <a:pt x="0" y="114"/>
                  <a:pt x="0" y="96"/>
                </a:cubicBezTo>
                <a:cubicBezTo>
                  <a:pt x="0" y="43"/>
                  <a:pt x="43" y="0"/>
                  <a:pt x="95" y="0"/>
                </a:cubicBezTo>
                <a:cubicBezTo>
                  <a:pt x="148" y="0"/>
                  <a:pt x="190" y="43"/>
                  <a:pt x="190" y="96"/>
                </a:cubicBezTo>
                <a:cubicBezTo>
                  <a:pt x="190" y="114"/>
                  <a:pt x="185" y="132"/>
                  <a:pt x="175" y="148"/>
                </a:cubicBezTo>
                <a:cubicBezTo>
                  <a:pt x="154" y="179"/>
                  <a:pt x="148" y="194"/>
                  <a:pt x="150" y="209"/>
                </a:cubicBezTo>
                <a:cubicBezTo>
                  <a:pt x="150" y="213"/>
                  <a:pt x="148" y="216"/>
                  <a:pt x="145" y="218"/>
                </a:cubicBezTo>
                <a:cubicBezTo>
                  <a:pt x="57" y="253"/>
                  <a:pt x="57" y="253"/>
                  <a:pt x="57" y="253"/>
                </a:cubicBezTo>
                <a:cubicBezTo>
                  <a:pt x="56" y="254"/>
                  <a:pt x="55" y="254"/>
                  <a:pt x="54" y="254"/>
                </a:cubicBezTo>
                <a:close/>
                <a:moveTo>
                  <a:pt x="46" y="100"/>
                </a:moveTo>
                <a:cubicBezTo>
                  <a:pt x="46" y="74"/>
                  <a:pt x="64" y="52"/>
                  <a:pt x="89" y="47"/>
                </a:cubicBezTo>
                <a:cubicBezTo>
                  <a:pt x="94" y="46"/>
                  <a:pt x="96" y="41"/>
                  <a:pt x="95" y="37"/>
                </a:cubicBezTo>
                <a:cubicBezTo>
                  <a:pt x="95" y="32"/>
                  <a:pt x="90" y="30"/>
                  <a:pt x="86" y="31"/>
                </a:cubicBezTo>
                <a:cubicBezTo>
                  <a:pt x="53" y="37"/>
                  <a:pt x="29" y="66"/>
                  <a:pt x="29" y="100"/>
                </a:cubicBezTo>
                <a:cubicBezTo>
                  <a:pt x="29" y="104"/>
                  <a:pt x="33" y="108"/>
                  <a:pt x="37" y="108"/>
                </a:cubicBezTo>
                <a:cubicBezTo>
                  <a:pt x="42" y="108"/>
                  <a:pt x="46" y="104"/>
                  <a:pt x="46" y="100"/>
                </a:cubicBezTo>
                <a:close/>
                <a:moveTo>
                  <a:pt x="72" y="277"/>
                </a:moveTo>
                <a:cubicBezTo>
                  <a:pt x="135" y="251"/>
                  <a:pt x="135" y="251"/>
                  <a:pt x="135" y="251"/>
                </a:cubicBezTo>
                <a:cubicBezTo>
                  <a:pt x="140" y="249"/>
                  <a:pt x="142" y="245"/>
                  <a:pt x="140" y="240"/>
                </a:cubicBezTo>
                <a:cubicBezTo>
                  <a:pt x="138" y="236"/>
                  <a:pt x="134" y="234"/>
                  <a:pt x="129" y="236"/>
                </a:cubicBezTo>
                <a:cubicBezTo>
                  <a:pt x="66" y="262"/>
                  <a:pt x="66" y="262"/>
                  <a:pt x="66" y="262"/>
                </a:cubicBezTo>
                <a:cubicBezTo>
                  <a:pt x="61" y="263"/>
                  <a:pt x="59" y="268"/>
                  <a:pt x="61" y="273"/>
                </a:cubicBezTo>
                <a:cubicBezTo>
                  <a:pt x="62" y="276"/>
                  <a:pt x="65" y="278"/>
                  <a:pt x="69" y="278"/>
                </a:cubicBezTo>
                <a:cubicBezTo>
                  <a:pt x="70" y="278"/>
                  <a:pt x="71" y="277"/>
                  <a:pt x="72" y="277"/>
                </a:cubicBezTo>
                <a:close/>
                <a:moveTo>
                  <a:pt x="86" y="300"/>
                </a:moveTo>
                <a:cubicBezTo>
                  <a:pt x="132" y="281"/>
                  <a:pt x="132" y="281"/>
                  <a:pt x="132" y="281"/>
                </a:cubicBezTo>
                <a:cubicBezTo>
                  <a:pt x="136" y="279"/>
                  <a:pt x="138" y="274"/>
                  <a:pt x="136" y="270"/>
                </a:cubicBezTo>
                <a:cubicBezTo>
                  <a:pt x="135" y="266"/>
                  <a:pt x="130" y="264"/>
                  <a:pt x="126" y="266"/>
                </a:cubicBezTo>
                <a:cubicBezTo>
                  <a:pt x="79" y="284"/>
                  <a:pt x="79" y="284"/>
                  <a:pt x="79" y="284"/>
                </a:cubicBezTo>
                <a:cubicBezTo>
                  <a:pt x="75" y="286"/>
                  <a:pt x="73" y="291"/>
                  <a:pt x="75" y="295"/>
                </a:cubicBezTo>
                <a:cubicBezTo>
                  <a:pt x="76" y="298"/>
                  <a:pt x="79" y="300"/>
                  <a:pt x="83" y="300"/>
                </a:cubicBezTo>
                <a:cubicBezTo>
                  <a:pt x="84" y="300"/>
                  <a:pt x="85" y="300"/>
                  <a:pt x="86" y="30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031" name="Rectangle 39">
            <a:extLst>
              <a:ext uri="{FF2B5EF4-FFF2-40B4-BE49-F238E27FC236}">
                <a16:creationId xmlns:a16="http://schemas.microsoft.com/office/drawing/2014/main" id="{625C19C0-E250-4F14-BC01-998C94593FEF}"/>
              </a:ext>
            </a:extLst>
          </p:cNvPr>
          <p:cNvSpPr>
            <a:spLocks noChangeArrowheads="1"/>
          </p:cNvSpPr>
          <p:nvPr/>
        </p:nvSpPr>
        <p:spPr bwMode="auto">
          <a:xfrm>
            <a:off x="5804823" y="5526672"/>
            <a:ext cx="76463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YOUR IDEA</a:t>
            </a:r>
            <a:endParaRPr kumimoji="0" lang="ru-UA" altLang="ru-UA" sz="1800" b="0" i="0" u="none" strike="noStrike" cap="none" normalizeH="0" baseline="0">
              <a:ln>
                <a:noFill/>
              </a:ln>
              <a:solidFill>
                <a:schemeClr val="bg2"/>
              </a:solidFill>
              <a:effectLst/>
            </a:endParaRPr>
          </a:p>
        </p:txBody>
      </p:sp>
      <p:sp>
        <p:nvSpPr>
          <p:cNvPr id="1032" name="Freeform 40">
            <a:extLst>
              <a:ext uri="{FF2B5EF4-FFF2-40B4-BE49-F238E27FC236}">
                <a16:creationId xmlns:a16="http://schemas.microsoft.com/office/drawing/2014/main" id="{32C61562-F803-4B00-BB6E-02C91C124DC7}"/>
              </a:ext>
            </a:extLst>
          </p:cNvPr>
          <p:cNvSpPr>
            <a:spLocks noEditPoints="1"/>
          </p:cNvSpPr>
          <p:nvPr/>
        </p:nvSpPr>
        <p:spPr bwMode="auto">
          <a:xfrm>
            <a:off x="9202738" y="2438400"/>
            <a:ext cx="404813" cy="350838"/>
          </a:xfrm>
          <a:custGeom>
            <a:avLst/>
            <a:gdLst>
              <a:gd name="T0" fmla="*/ 80 w 114"/>
              <a:gd name="T1" fmla="*/ 51 h 99"/>
              <a:gd name="T2" fmla="*/ 80 w 114"/>
              <a:gd name="T3" fmla="*/ 56 h 99"/>
              <a:gd name="T4" fmla="*/ 72 w 114"/>
              <a:gd name="T5" fmla="*/ 56 h 99"/>
              <a:gd name="T6" fmla="*/ 72 w 114"/>
              <a:gd name="T7" fmla="*/ 51 h 99"/>
              <a:gd name="T8" fmla="*/ 56 w 114"/>
              <a:gd name="T9" fmla="*/ 41 h 99"/>
              <a:gd name="T10" fmla="*/ 64 w 114"/>
              <a:gd name="T11" fmla="*/ 37 h 99"/>
              <a:gd name="T12" fmla="*/ 76 w 114"/>
              <a:gd name="T13" fmla="*/ 44 h 99"/>
              <a:gd name="T14" fmla="*/ 87 w 114"/>
              <a:gd name="T15" fmla="*/ 37 h 99"/>
              <a:gd name="T16" fmla="*/ 76 w 114"/>
              <a:gd name="T17" fmla="*/ 31 h 99"/>
              <a:gd name="T18" fmla="*/ 58 w 114"/>
              <a:gd name="T19" fmla="*/ 17 h 99"/>
              <a:gd name="T20" fmla="*/ 72 w 114"/>
              <a:gd name="T21" fmla="*/ 4 h 99"/>
              <a:gd name="T22" fmla="*/ 72 w 114"/>
              <a:gd name="T23" fmla="*/ 0 h 99"/>
              <a:gd name="T24" fmla="*/ 80 w 114"/>
              <a:gd name="T25" fmla="*/ 0 h 99"/>
              <a:gd name="T26" fmla="*/ 80 w 114"/>
              <a:gd name="T27" fmla="*/ 4 h 99"/>
              <a:gd name="T28" fmla="*/ 94 w 114"/>
              <a:gd name="T29" fmla="*/ 13 h 99"/>
              <a:gd name="T30" fmla="*/ 87 w 114"/>
              <a:gd name="T31" fmla="*/ 16 h 99"/>
              <a:gd name="T32" fmla="*/ 76 w 114"/>
              <a:gd name="T33" fmla="*/ 11 h 99"/>
              <a:gd name="T34" fmla="*/ 67 w 114"/>
              <a:gd name="T35" fmla="*/ 17 h 99"/>
              <a:gd name="T36" fmla="*/ 77 w 114"/>
              <a:gd name="T37" fmla="*/ 23 h 99"/>
              <a:gd name="T38" fmla="*/ 95 w 114"/>
              <a:gd name="T39" fmla="*/ 37 h 99"/>
              <a:gd name="T40" fmla="*/ 80 w 114"/>
              <a:gd name="T41" fmla="*/ 51 h 99"/>
              <a:gd name="T42" fmla="*/ 110 w 114"/>
              <a:gd name="T43" fmla="*/ 74 h 99"/>
              <a:gd name="T44" fmla="*/ 81 w 114"/>
              <a:gd name="T45" fmla="*/ 82 h 99"/>
              <a:gd name="T46" fmla="*/ 58 w 114"/>
              <a:gd name="T47" fmla="*/ 73 h 99"/>
              <a:gd name="T48" fmla="*/ 83 w 114"/>
              <a:gd name="T49" fmla="*/ 72 h 99"/>
              <a:gd name="T50" fmla="*/ 68 w 114"/>
              <a:gd name="T51" fmla="*/ 62 h 99"/>
              <a:gd name="T52" fmla="*/ 49 w 114"/>
              <a:gd name="T53" fmla="*/ 59 h 99"/>
              <a:gd name="T54" fmla="*/ 23 w 114"/>
              <a:gd name="T55" fmla="*/ 65 h 99"/>
              <a:gd name="T56" fmla="*/ 23 w 114"/>
              <a:gd name="T57" fmla="*/ 92 h 99"/>
              <a:gd name="T58" fmla="*/ 39 w 114"/>
              <a:gd name="T59" fmla="*/ 95 h 99"/>
              <a:gd name="T60" fmla="*/ 84 w 114"/>
              <a:gd name="T61" fmla="*/ 97 h 99"/>
              <a:gd name="T62" fmla="*/ 113 w 114"/>
              <a:gd name="T63" fmla="*/ 77 h 99"/>
              <a:gd name="T64" fmla="*/ 110 w 114"/>
              <a:gd name="T65" fmla="*/ 74 h 99"/>
              <a:gd name="T66" fmla="*/ 0 w 114"/>
              <a:gd name="T67" fmla="*/ 99 h 99"/>
              <a:gd name="T68" fmla="*/ 18 w 114"/>
              <a:gd name="T69" fmla="*/ 99 h 99"/>
              <a:gd name="T70" fmla="*/ 18 w 114"/>
              <a:gd name="T71" fmla="*/ 65 h 99"/>
              <a:gd name="T72" fmla="*/ 0 w 114"/>
              <a:gd name="T73" fmla="*/ 65 h 99"/>
              <a:gd name="T74" fmla="*/ 0 w 114"/>
              <a:gd name="T7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4" h="99">
                <a:moveTo>
                  <a:pt x="80" y="51"/>
                </a:moveTo>
                <a:cubicBezTo>
                  <a:pt x="80" y="56"/>
                  <a:pt x="80" y="56"/>
                  <a:pt x="80" y="56"/>
                </a:cubicBezTo>
                <a:cubicBezTo>
                  <a:pt x="72" y="56"/>
                  <a:pt x="72" y="56"/>
                  <a:pt x="72" y="56"/>
                </a:cubicBezTo>
                <a:cubicBezTo>
                  <a:pt x="72" y="51"/>
                  <a:pt x="72" y="51"/>
                  <a:pt x="72" y="51"/>
                </a:cubicBezTo>
                <a:cubicBezTo>
                  <a:pt x="65" y="51"/>
                  <a:pt x="59" y="47"/>
                  <a:pt x="56" y="41"/>
                </a:cubicBezTo>
                <a:cubicBezTo>
                  <a:pt x="64" y="37"/>
                  <a:pt x="64" y="37"/>
                  <a:pt x="64" y="37"/>
                </a:cubicBezTo>
                <a:cubicBezTo>
                  <a:pt x="66" y="42"/>
                  <a:pt x="71" y="44"/>
                  <a:pt x="76" y="44"/>
                </a:cubicBezTo>
                <a:cubicBezTo>
                  <a:pt x="82" y="44"/>
                  <a:pt x="87" y="42"/>
                  <a:pt x="87" y="37"/>
                </a:cubicBezTo>
                <a:cubicBezTo>
                  <a:pt x="87" y="33"/>
                  <a:pt x="82" y="31"/>
                  <a:pt x="76" y="31"/>
                </a:cubicBezTo>
                <a:cubicBezTo>
                  <a:pt x="67" y="30"/>
                  <a:pt x="58" y="27"/>
                  <a:pt x="58" y="17"/>
                </a:cubicBezTo>
                <a:cubicBezTo>
                  <a:pt x="58" y="9"/>
                  <a:pt x="65" y="6"/>
                  <a:pt x="72" y="4"/>
                </a:cubicBezTo>
                <a:cubicBezTo>
                  <a:pt x="72" y="0"/>
                  <a:pt x="72" y="0"/>
                  <a:pt x="72" y="0"/>
                </a:cubicBezTo>
                <a:cubicBezTo>
                  <a:pt x="80" y="0"/>
                  <a:pt x="80" y="0"/>
                  <a:pt x="80" y="0"/>
                </a:cubicBezTo>
                <a:cubicBezTo>
                  <a:pt x="80" y="4"/>
                  <a:pt x="80" y="4"/>
                  <a:pt x="80" y="4"/>
                </a:cubicBezTo>
                <a:cubicBezTo>
                  <a:pt x="85" y="5"/>
                  <a:pt x="91" y="7"/>
                  <a:pt x="94" y="13"/>
                </a:cubicBezTo>
                <a:cubicBezTo>
                  <a:pt x="87" y="16"/>
                  <a:pt x="87" y="16"/>
                  <a:pt x="87" y="16"/>
                </a:cubicBezTo>
                <a:cubicBezTo>
                  <a:pt x="85" y="14"/>
                  <a:pt x="81" y="11"/>
                  <a:pt x="76" y="11"/>
                </a:cubicBezTo>
                <a:cubicBezTo>
                  <a:pt x="70" y="11"/>
                  <a:pt x="67" y="14"/>
                  <a:pt x="67" y="17"/>
                </a:cubicBezTo>
                <a:cubicBezTo>
                  <a:pt x="67" y="21"/>
                  <a:pt x="71" y="22"/>
                  <a:pt x="77" y="23"/>
                </a:cubicBezTo>
                <a:cubicBezTo>
                  <a:pt x="86" y="24"/>
                  <a:pt x="95" y="27"/>
                  <a:pt x="95" y="37"/>
                </a:cubicBezTo>
                <a:cubicBezTo>
                  <a:pt x="95" y="46"/>
                  <a:pt x="88" y="50"/>
                  <a:pt x="80" y="51"/>
                </a:cubicBezTo>
                <a:close/>
                <a:moveTo>
                  <a:pt x="110" y="74"/>
                </a:moveTo>
                <a:cubicBezTo>
                  <a:pt x="102" y="71"/>
                  <a:pt x="95" y="77"/>
                  <a:pt x="81" y="82"/>
                </a:cubicBezTo>
                <a:cubicBezTo>
                  <a:pt x="79" y="83"/>
                  <a:pt x="59" y="77"/>
                  <a:pt x="58" y="73"/>
                </a:cubicBezTo>
                <a:cubicBezTo>
                  <a:pt x="58" y="71"/>
                  <a:pt x="78" y="75"/>
                  <a:pt x="83" y="72"/>
                </a:cubicBezTo>
                <a:cubicBezTo>
                  <a:pt x="91" y="65"/>
                  <a:pt x="82" y="63"/>
                  <a:pt x="68" y="62"/>
                </a:cubicBezTo>
                <a:cubicBezTo>
                  <a:pt x="68" y="62"/>
                  <a:pt x="61" y="61"/>
                  <a:pt x="49" y="59"/>
                </a:cubicBezTo>
                <a:cubicBezTo>
                  <a:pt x="42" y="57"/>
                  <a:pt x="23" y="65"/>
                  <a:pt x="23" y="65"/>
                </a:cubicBezTo>
                <a:cubicBezTo>
                  <a:pt x="23" y="92"/>
                  <a:pt x="23" y="92"/>
                  <a:pt x="23" y="92"/>
                </a:cubicBezTo>
                <a:cubicBezTo>
                  <a:pt x="23" y="92"/>
                  <a:pt x="35" y="94"/>
                  <a:pt x="39" y="95"/>
                </a:cubicBezTo>
                <a:cubicBezTo>
                  <a:pt x="47" y="97"/>
                  <a:pt x="80" y="98"/>
                  <a:pt x="84" y="97"/>
                </a:cubicBezTo>
                <a:cubicBezTo>
                  <a:pt x="89" y="97"/>
                  <a:pt x="112" y="78"/>
                  <a:pt x="113" y="77"/>
                </a:cubicBezTo>
                <a:cubicBezTo>
                  <a:pt x="114" y="76"/>
                  <a:pt x="114" y="75"/>
                  <a:pt x="110" y="74"/>
                </a:cubicBezTo>
                <a:close/>
                <a:moveTo>
                  <a:pt x="0" y="99"/>
                </a:moveTo>
                <a:cubicBezTo>
                  <a:pt x="18" y="99"/>
                  <a:pt x="18" y="99"/>
                  <a:pt x="18" y="99"/>
                </a:cubicBezTo>
                <a:cubicBezTo>
                  <a:pt x="18" y="65"/>
                  <a:pt x="18" y="65"/>
                  <a:pt x="18" y="65"/>
                </a:cubicBezTo>
                <a:cubicBezTo>
                  <a:pt x="0" y="65"/>
                  <a:pt x="0" y="65"/>
                  <a:pt x="0" y="65"/>
                </a:cubicBezTo>
                <a:lnTo>
                  <a:pt x="0" y="99"/>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033" name="Freeform 41">
            <a:extLst>
              <a:ext uri="{FF2B5EF4-FFF2-40B4-BE49-F238E27FC236}">
                <a16:creationId xmlns:a16="http://schemas.microsoft.com/office/drawing/2014/main" id="{DD58D49D-3B3D-4ED3-B51C-ED8E2D83BD49}"/>
              </a:ext>
            </a:extLst>
          </p:cNvPr>
          <p:cNvSpPr>
            <a:spLocks noEditPoints="1"/>
          </p:cNvSpPr>
          <p:nvPr/>
        </p:nvSpPr>
        <p:spPr bwMode="auto">
          <a:xfrm>
            <a:off x="6651626" y="1604963"/>
            <a:ext cx="365125" cy="488950"/>
          </a:xfrm>
          <a:custGeom>
            <a:avLst/>
            <a:gdLst>
              <a:gd name="T0" fmla="*/ 52 w 103"/>
              <a:gd name="T1" fmla="*/ 31 h 138"/>
              <a:gd name="T2" fmla="*/ 31 w 103"/>
              <a:gd name="T3" fmla="*/ 23 h 138"/>
              <a:gd name="T4" fmla="*/ 52 w 103"/>
              <a:gd name="T5" fmla="*/ 0 h 138"/>
              <a:gd name="T6" fmla="*/ 72 w 103"/>
              <a:gd name="T7" fmla="*/ 23 h 138"/>
              <a:gd name="T8" fmla="*/ 52 w 103"/>
              <a:gd name="T9" fmla="*/ 31 h 138"/>
              <a:gd name="T10" fmla="*/ 75 w 103"/>
              <a:gd name="T11" fmla="*/ 103 h 138"/>
              <a:gd name="T12" fmla="*/ 29 w 103"/>
              <a:gd name="T13" fmla="*/ 103 h 138"/>
              <a:gd name="T14" fmla="*/ 33 w 103"/>
              <a:gd name="T15" fmla="*/ 114 h 138"/>
              <a:gd name="T16" fmla="*/ 70 w 103"/>
              <a:gd name="T17" fmla="*/ 114 h 138"/>
              <a:gd name="T18" fmla="*/ 75 w 103"/>
              <a:gd name="T19" fmla="*/ 103 h 138"/>
              <a:gd name="T20" fmla="*/ 39 w 103"/>
              <a:gd name="T21" fmla="*/ 118 h 138"/>
              <a:gd name="T22" fmla="*/ 39 w 103"/>
              <a:gd name="T23" fmla="*/ 119 h 138"/>
              <a:gd name="T24" fmla="*/ 52 w 103"/>
              <a:gd name="T25" fmla="*/ 138 h 138"/>
              <a:gd name="T26" fmla="*/ 65 w 103"/>
              <a:gd name="T27" fmla="*/ 119 h 138"/>
              <a:gd name="T28" fmla="*/ 65 w 103"/>
              <a:gd name="T29" fmla="*/ 118 h 138"/>
              <a:gd name="T30" fmla="*/ 39 w 103"/>
              <a:gd name="T31" fmla="*/ 118 h 138"/>
              <a:gd name="T32" fmla="*/ 52 w 103"/>
              <a:gd name="T33" fmla="*/ 54 h 138"/>
              <a:gd name="T34" fmla="*/ 44 w 103"/>
              <a:gd name="T35" fmla="*/ 62 h 138"/>
              <a:gd name="T36" fmla="*/ 52 w 103"/>
              <a:gd name="T37" fmla="*/ 70 h 138"/>
              <a:gd name="T38" fmla="*/ 60 w 103"/>
              <a:gd name="T39" fmla="*/ 62 h 138"/>
              <a:gd name="T40" fmla="*/ 52 w 103"/>
              <a:gd name="T41" fmla="*/ 54 h 138"/>
              <a:gd name="T42" fmla="*/ 83 w 103"/>
              <a:gd name="T43" fmla="*/ 53 h 138"/>
              <a:gd name="T44" fmla="*/ 77 w 103"/>
              <a:gd name="T45" fmla="*/ 98 h 138"/>
              <a:gd name="T46" fmla="*/ 27 w 103"/>
              <a:gd name="T47" fmla="*/ 98 h 138"/>
              <a:gd name="T48" fmla="*/ 21 w 103"/>
              <a:gd name="T49" fmla="*/ 53 h 138"/>
              <a:gd name="T50" fmla="*/ 28 w 103"/>
              <a:gd name="T51" fmla="*/ 27 h 138"/>
              <a:gd name="T52" fmla="*/ 52 w 103"/>
              <a:gd name="T53" fmla="*/ 36 h 138"/>
              <a:gd name="T54" fmla="*/ 76 w 103"/>
              <a:gd name="T55" fmla="*/ 27 h 138"/>
              <a:gd name="T56" fmla="*/ 83 w 103"/>
              <a:gd name="T57" fmla="*/ 53 h 138"/>
              <a:gd name="T58" fmla="*/ 67 w 103"/>
              <a:gd name="T59" fmla="*/ 62 h 138"/>
              <a:gd name="T60" fmla="*/ 52 w 103"/>
              <a:gd name="T61" fmla="*/ 47 h 138"/>
              <a:gd name="T62" fmla="*/ 37 w 103"/>
              <a:gd name="T63" fmla="*/ 62 h 138"/>
              <a:gd name="T64" fmla="*/ 52 w 103"/>
              <a:gd name="T65" fmla="*/ 77 h 138"/>
              <a:gd name="T66" fmla="*/ 67 w 103"/>
              <a:gd name="T67" fmla="*/ 62 h 138"/>
              <a:gd name="T68" fmla="*/ 17 w 103"/>
              <a:gd name="T69" fmla="*/ 75 h 138"/>
              <a:gd name="T70" fmla="*/ 0 w 103"/>
              <a:gd name="T71" fmla="*/ 111 h 138"/>
              <a:gd name="T72" fmla="*/ 22 w 103"/>
              <a:gd name="T73" fmla="*/ 99 h 138"/>
              <a:gd name="T74" fmla="*/ 17 w 103"/>
              <a:gd name="T75" fmla="*/ 75 h 138"/>
              <a:gd name="T76" fmla="*/ 82 w 103"/>
              <a:gd name="T77" fmla="*/ 99 h 138"/>
              <a:gd name="T78" fmla="*/ 103 w 103"/>
              <a:gd name="T79" fmla="*/ 111 h 138"/>
              <a:gd name="T80" fmla="*/ 87 w 103"/>
              <a:gd name="T81" fmla="*/ 75 h 138"/>
              <a:gd name="T82" fmla="*/ 82 w 103"/>
              <a:gd name="T83"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3" h="138">
                <a:moveTo>
                  <a:pt x="52" y="31"/>
                </a:moveTo>
                <a:cubicBezTo>
                  <a:pt x="44" y="31"/>
                  <a:pt x="37" y="28"/>
                  <a:pt x="31" y="23"/>
                </a:cubicBezTo>
                <a:cubicBezTo>
                  <a:pt x="40" y="9"/>
                  <a:pt x="52" y="0"/>
                  <a:pt x="52" y="0"/>
                </a:cubicBezTo>
                <a:cubicBezTo>
                  <a:pt x="52" y="0"/>
                  <a:pt x="63" y="9"/>
                  <a:pt x="72" y="23"/>
                </a:cubicBezTo>
                <a:cubicBezTo>
                  <a:pt x="67" y="28"/>
                  <a:pt x="60" y="31"/>
                  <a:pt x="52" y="31"/>
                </a:cubicBezTo>
                <a:close/>
                <a:moveTo>
                  <a:pt x="75" y="103"/>
                </a:moveTo>
                <a:cubicBezTo>
                  <a:pt x="29" y="103"/>
                  <a:pt x="29" y="103"/>
                  <a:pt x="29" y="103"/>
                </a:cubicBezTo>
                <a:cubicBezTo>
                  <a:pt x="33" y="114"/>
                  <a:pt x="33" y="114"/>
                  <a:pt x="33" y="114"/>
                </a:cubicBezTo>
                <a:cubicBezTo>
                  <a:pt x="70" y="114"/>
                  <a:pt x="70" y="114"/>
                  <a:pt x="70" y="114"/>
                </a:cubicBezTo>
                <a:lnTo>
                  <a:pt x="75" y="103"/>
                </a:lnTo>
                <a:close/>
                <a:moveTo>
                  <a:pt x="39" y="118"/>
                </a:moveTo>
                <a:cubicBezTo>
                  <a:pt x="39" y="118"/>
                  <a:pt x="39" y="119"/>
                  <a:pt x="39" y="119"/>
                </a:cubicBezTo>
                <a:cubicBezTo>
                  <a:pt x="39" y="130"/>
                  <a:pt x="52" y="138"/>
                  <a:pt x="52" y="138"/>
                </a:cubicBezTo>
                <a:cubicBezTo>
                  <a:pt x="52" y="138"/>
                  <a:pt x="65" y="130"/>
                  <a:pt x="65" y="119"/>
                </a:cubicBezTo>
                <a:cubicBezTo>
                  <a:pt x="65" y="119"/>
                  <a:pt x="65" y="118"/>
                  <a:pt x="65" y="118"/>
                </a:cubicBezTo>
                <a:lnTo>
                  <a:pt x="39" y="118"/>
                </a:lnTo>
                <a:close/>
                <a:moveTo>
                  <a:pt x="52" y="54"/>
                </a:moveTo>
                <a:cubicBezTo>
                  <a:pt x="47" y="54"/>
                  <a:pt x="44" y="58"/>
                  <a:pt x="44" y="62"/>
                </a:cubicBezTo>
                <a:cubicBezTo>
                  <a:pt x="44" y="67"/>
                  <a:pt x="47" y="70"/>
                  <a:pt x="52" y="70"/>
                </a:cubicBezTo>
                <a:cubicBezTo>
                  <a:pt x="56" y="70"/>
                  <a:pt x="60" y="67"/>
                  <a:pt x="60" y="62"/>
                </a:cubicBezTo>
                <a:cubicBezTo>
                  <a:pt x="60" y="58"/>
                  <a:pt x="56" y="54"/>
                  <a:pt x="52" y="54"/>
                </a:cubicBezTo>
                <a:close/>
                <a:moveTo>
                  <a:pt x="83" y="53"/>
                </a:moveTo>
                <a:cubicBezTo>
                  <a:pt x="83" y="66"/>
                  <a:pt x="80" y="89"/>
                  <a:pt x="77" y="98"/>
                </a:cubicBezTo>
                <a:cubicBezTo>
                  <a:pt x="27" y="98"/>
                  <a:pt x="27" y="98"/>
                  <a:pt x="27" y="98"/>
                </a:cubicBezTo>
                <a:cubicBezTo>
                  <a:pt x="23" y="89"/>
                  <a:pt x="21" y="66"/>
                  <a:pt x="21" y="53"/>
                </a:cubicBezTo>
                <a:cubicBezTo>
                  <a:pt x="21" y="44"/>
                  <a:pt x="24" y="35"/>
                  <a:pt x="28" y="27"/>
                </a:cubicBezTo>
                <a:cubicBezTo>
                  <a:pt x="34" y="33"/>
                  <a:pt x="43" y="36"/>
                  <a:pt x="52" y="36"/>
                </a:cubicBezTo>
                <a:cubicBezTo>
                  <a:pt x="61" y="36"/>
                  <a:pt x="69" y="33"/>
                  <a:pt x="76" y="27"/>
                </a:cubicBezTo>
                <a:cubicBezTo>
                  <a:pt x="80" y="35"/>
                  <a:pt x="83" y="44"/>
                  <a:pt x="83" y="53"/>
                </a:cubicBezTo>
                <a:close/>
                <a:moveTo>
                  <a:pt x="67" y="62"/>
                </a:moveTo>
                <a:cubicBezTo>
                  <a:pt x="67" y="54"/>
                  <a:pt x="60" y="47"/>
                  <a:pt x="52" y="47"/>
                </a:cubicBezTo>
                <a:cubicBezTo>
                  <a:pt x="44" y="47"/>
                  <a:pt x="37" y="54"/>
                  <a:pt x="37" y="62"/>
                </a:cubicBezTo>
                <a:cubicBezTo>
                  <a:pt x="37" y="70"/>
                  <a:pt x="44" y="77"/>
                  <a:pt x="52" y="77"/>
                </a:cubicBezTo>
                <a:cubicBezTo>
                  <a:pt x="60" y="77"/>
                  <a:pt x="67" y="70"/>
                  <a:pt x="67" y="62"/>
                </a:cubicBezTo>
                <a:close/>
                <a:moveTo>
                  <a:pt x="17" y="75"/>
                </a:moveTo>
                <a:cubicBezTo>
                  <a:pt x="10" y="81"/>
                  <a:pt x="2" y="97"/>
                  <a:pt x="0" y="111"/>
                </a:cubicBezTo>
                <a:cubicBezTo>
                  <a:pt x="22" y="99"/>
                  <a:pt x="22" y="99"/>
                  <a:pt x="22" y="99"/>
                </a:cubicBezTo>
                <a:cubicBezTo>
                  <a:pt x="19" y="92"/>
                  <a:pt x="18" y="84"/>
                  <a:pt x="17" y="75"/>
                </a:cubicBezTo>
                <a:close/>
                <a:moveTo>
                  <a:pt x="82" y="99"/>
                </a:moveTo>
                <a:cubicBezTo>
                  <a:pt x="103" y="111"/>
                  <a:pt x="103" y="111"/>
                  <a:pt x="103" y="111"/>
                </a:cubicBezTo>
                <a:cubicBezTo>
                  <a:pt x="102" y="97"/>
                  <a:pt x="94" y="81"/>
                  <a:pt x="87" y="75"/>
                </a:cubicBezTo>
                <a:cubicBezTo>
                  <a:pt x="86" y="84"/>
                  <a:pt x="84" y="92"/>
                  <a:pt x="82" y="9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034" name="Freeform 42">
            <a:extLst>
              <a:ext uri="{FF2B5EF4-FFF2-40B4-BE49-F238E27FC236}">
                <a16:creationId xmlns:a16="http://schemas.microsoft.com/office/drawing/2014/main" id="{ED6A1874-3DBA-42E9-AA84-3EAB6E2E0592}"/>
              </a:ext>
            </a:extLst>
          </p:cNvPr>
          <p:cNvSpPr>
            <a:spLocks noEditPoints="1"/>
          </p:cNvSpPr>
          <p:nvPr/>
        </p:nvSpPr>
        <p:spPr bwMode="auto">
          <a:xfrm>
            <a:off x="3852863" y="2346325"/>
            <a:ext cx="393700" cy="439738"/>
          </a:xfrm>
          <a:custGeom>
            <a:avLst/>
            <a:gdLst>
              <a:gd name="T0" fmla="*/ 108 w 111"/>
              <a:gd name="T1" fmla="*/ 31 h 124"/>
              <a:gd name="T2" fmla="*/ 27 w 111"/>
              <a:gd name="T3" fmla="*/ 13 h 124"/>
              <a:gd name="T4" fmla="*/ 11 w 111"/>
              <a:gd name="T5" fmla="*/ 53 h 124"/>
              <a:gd name="T6" fmla="*/ 1 w 111"/>
              <a:gd name="T7" fmla="*/ 84 h 124"/>
              <a:gd name="T8" fmla="*/ 14 w 111"/>
              <a:gd name="T9" fmla="*/ 88 h 124"/>
              <a:gd name="T10" fmla="*/ 19 w 111"/>
              <a:gd name="T11" fmla="*/ 113 h 124"/>
              <a:gd name="T12" fmla="*/ 32 w 111"/>
              <a:gd name="T13" fmla="*/ 113 h 124"/>
              <a:gd name="T14" fmla="*/ 91 w 111"/>
              <a:gd name="T15" fmla="*/ 124 h 124"/>
              <a:gd name="T16" fmla="*/ 92 w 111"/>
              <a:gd name="T17" fmla="*/ 103 h 124"/>
              <a:gd name="T18" fmla="*/ 111 w 111"/>
              <a:gd name="T19" fmla="*/ 50 h 124"/>
              <a:gd name="T20" fmla="*/ 111 w 111"/>
              <a:gd name="T21" fmla="*/ 50 h 124"/>
              <a:gd name="T22" fmla="*/ 28 w 111"/>
              <a:gd name="T23" fmla="*/ 50 h 124"/>
              <a:gd name="T24" fmla="*/ 95 w 111"/>
              <a:gd name="T25" fmla="*/ 50 h 124"/>
              <a:gd name="T26" fmla="*/ 89 w 111"/>
              <a:gd name="T27" fmla="*/ 53 h 124"/>
              <a:gd name="T28" fmla="*/ 81 w 111"/>
              <a:gd name="T29" fmla="*/ 43 h 124"/>
              <a:gd name="T30" fmla="*/ 83 w 111"/>
              <a:gd name="T31" fmla="*/ 32 h 124"/>
              <a:gd name="T32" fmla="*/ 71 w 111"/>
              <a:gd name="T33" fmla="*/ 31 h 124"/>
              <a:gd name="T34" fmla="*/ 65 w 111"/>
              <a:gd name="T35" fmla="*/ 22 h 124"/>
              <a:gd name="T36" fmla="*/ 55 w 111"/>
              <a:gd name="T37" fmla="*/ 30 h 124"/>
              <a:gd name="T38" fmla="*/ 44 w 111"/>
              <a:gd name="T39" fmla="*/ 27 h 124"/>
              <a:gd name="T40" fmla="*/ 43 w 111"/>
              <a:gd name="T41" fmla="*/ 40 h 124"/>
              <a:gd name="T42" fmla="*/ 33 w 111"/>
              <a:gd name="T43" fmla="*/ 46 h 124"/>
              <a:gd name="T44" fmla="*/ 41 w 111"/>
              <a:gd name="T45" fmla="*/ 56 h 124"/>
              <a:gd name="T46" fmla="*/ 39 w 111"/>
              <a:gd name="T47" fmla="*/ 67 h 124"/>
              <a:gd name="T48" fmla="*/ 52 w 111"/>
              <a:gd name="T49" fmla="*/ 68 h 124"/>
              <a:gd name="T50" fmla="*/ 58 w 111"/>
              <a:gd name="T51" fmla="*/ 77 h 124"/>
              <a:gd name="T52" fmla="*/ 68 w 111"/>
              <a:gd name="T53" fmla="*/ 69 h 124"/>
              <a:gd name="T54" fmla="*/ 78 w 111"/>
              <a:gd name="T55" fmla="*/ 72 h 124"/>
              <a:gd name="T56" fmla="*/ 80 w 111"/>
              <a:gd name="T57" fmla="*/ 59 h 124"/>
              <a:gd name="T58" fmla="*/ 89 w 111"/>
              <a:gd name="T59" fmla="*/ 53 h 124"/>
              <a:gd name="T60" fmla="*/ 46 w 111"/>
              <a:gd name="T61" fmla="*/ 50 h 124"/>
              <a:gd name="T62" fmla="*/ 77 w 111"/>
              <a:gd name="T63" fmla="*/ 50 h 124"/>
              <a:gd name="T64" fmla="*/ 61 w 111"/>
              <a:gd name="T65" fmla="*/ 58 h 124"/>
              <a:gd name="T66" fmla="*/ 61 w 111"/>
              <a:gd name="T67" fmla="*/ 42 h 124"/>
              <a:gd name="T68" fmla="*/ 61 w 111"/>
              <a:gd name="T69" fmla="*/ 5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1" h="124">
                <a:moveTo>
                  <a:pt x="111" y="50"/>
                </a:moveTo>
                <a:cubicBezTo>
                  <a:pt x="111" y="43"/>
                  <a:pt x="110" y="36"/>
                  <a:pt x="108" y="31"/>
                </a:cubicBezTo>
                <a:cubicBezTo>
                  <a:pt x="100" y="12"/>
                  <a:pt x="82" y="0"/>
                  <a:pt x="61" y="0"/>
                </a:cubicBezTo>
                <a:cubicBezTo>
                  <a:pt x="48" y="0"/>
                  <a:pt x="36" y="5"/>
                  <a:pt x="27" y="13"/>
                </a:cubicBezTo>
                <a:cubicBezTo>
                  <a:pt x="21" y="19"/>
                  <a:pt x="16" y="27"/>
                  <a:pt x="13" y="36"/>
                </a:cubicBezTo>
                <a:cubicBezTo>
                  <a:pt x="12" y="42"/>
                  <a:pt x="11" y="49"/>
                  <a:pt x="11" y="53"/>
                </a:cubicBezTo>
                <a:cubicBezTo>
                  <a:pt x="11" y="55"/>
                  <a:pt x="11" y="57"/>
                  <a:pt x="12" y="57"/>
                </a:cubicBezTo>
                <a:cubicBezTo>
                  <a:pt x="1" y="84"/>
                  <a:pt x="1" y="84"/>
                  <a:pt x="1" y="84"/>
                </a:cubicBezTo>
                <a:cubicBezTo>
                  <a:pt x="0" y="86"/>
                  <a:pt x="1" y="88"/>
                  <a:pt x="3" y="88"/>
                </a:cubicBezTo>
                <a:cubicBezTo>
                  <a:pt x="14" y="88"/>
                  <a:pt x="14" y="88"/>
                  <a:pt x="14" y="88"/>
                </a:cubicBezTo>
                <a:cubicBezTo>
                  <a:pt x="14" y="106"/>
                  <a:pt x="14" y="106"/>
                  <a:pt x="14" y="106"/>
                </a:cubicBezTo>
                <a:cubicBezTo>
                  <a:pt x="14" y="109"/>
                  <a:pt x="16" y="112"/>
                  <a:pt x="19" y="113"/>
                </a:cubicBezTo>
                <a:cubicBezTo>
                  <a:pt x="20" y="113"/>
                  <a:pt x="20" y="113"/>
                  <a:pt x="21" y="113"/>
                </a:cubicBezTo>
                <a:cubicBezTo>
                  <a:pt x="32" y="113"/>
                  <a:pt x="32" y="113"/>
                  <a:pt x="32" y="113"/>
                </a:cubicBezTo>
                <a:cubicBezTo>
                  <a:pt x="32" y="124"/>
                  <a:pt x="32" y="124"/>
                  <a:pt x="32" y="124"/>
                </a:cubicBezTo>
                <a:cubicBezTo>
                  <a:pt x="91" y="124"/>
                  <a:pt x="91" y="124"/>
                  <a:pt x="91" y="124"/>
                </a:cubicBezTo>
                <a:cubicBezTo>
                  <a:pt x="91" y="106"/>
                  <a:pt x="91" y="106"/>
                  <a:pt x="91" y="106"/>
                </a:cubicBezTo>
                <a:cubicBezTo>
                  <a:pt x="91" y="105"/>
                  <a:pt x="91" y="104"/>
                  <a:pt x="92" y="103"/>
                </a:cubicBezTo>
                <a:cubicBezTo>
                  <a:pt x="92" y="100"/>
                  <a:pt x="95" y="97"/>
                  <a:pt x="98" y="92"/>
                </a:cubicBezTo>
                <a:cubicBezTo>
                  <a:pt x="104" y="83"/>
                  <a:pt x="111" y="70"/>
                  <a:pt x="111" y="50"/>
                </a:cubicBezTo>
                <a:cubicBezTo>
                  <a:pt x="111" y="50"/>
                  <a:pt x="111" y="50"/>
                  <a:pt x="111" y="50"/>
                </a:cubicBezTo>
                <a:cubicBezTo>
                  <a:pt x="111" y="50"/>
                  <a:pt x="111" y="50"/>
                  <a:pt x="111" y="50"/>
                </a:cubicBezTo>
                <a:close/>
                <a:moveTo>
                  <a:pt x="61" y="83"/>
                </a:moveTo>
                <a:cubicBezTo>
                  <a:pt x="43" y="83"/>
                  <a:pt x="28" y="68"/>
                  <a:pt x="28" y="50"/>
                </a:cubicBezTo>
                <a:cubicBezTo>
                  <a:pt x="28" y="31"/>
                  <a:pt x="43" y="16"/>
                  <a:pt x="61" y="16"/>
                </a:cubicBezTo>
                <a:cubicBezTo>
                  <a:pt x="80" y="16"/>
                  <a:pt x="95" y="31"/>
                  <a:pt x="95" y="50"/>
                </a:cubicBezTo>
                <a:cubicBezTo>
                  <a:pt x="95" y="68"/>
                  <a:pt x="80" y="83"/>
                  <a:pt x="61" y="83"/>
                </a:cubicBezTo>
                <a:close/>
                <a:moveTo>
                  <a:pt x="89" y="53"/>
                </a:moveTo>
                <a:cubicBezTo>
                  <a:pt x="89" y="46"/>
                  <a:pt x="89" y="46"/>
                  <a:pt x="89" y="46"/>
                </a:cubicBezTo>
                <a:cubicBezTo>
                  <a:pt x="81" y="43"/>
                  <a:pt x="81" y="43"/>
                  <a:pt x="81" y="43"/>
                </a:cubicBezTo>
                <a:cubicBezTo>
                  <a:pt x="81" y="42"/>
                  <a:pt x="80" y="41"/>
                  <a:pt x="80" y="40"/>
                </a:cubicBezTo>
                <a:cubicBezTo>
                  <a:pt x="83" y="32"/>
                  <a:pt x="83" y="32"/>
                  <a:pt x="83" y="32"/>
                </a:cubicBezTo>
                <a:cubicBezTo>
                  <a:pt x="78" y="27"/>
                  <a:pt x="78" y="27"/>
                  <a:pt x="78" y="27"/>
                </a:cubicBezTo>
                <a:cubicBezTo>
                  <a:pt x="71" y="31"/>
                  <a:pt x="71" y="31"/>
                  <a:pt x="71" y="31"/>
                </a:cubicBezTo>
                <a:cubicBezTo>
                  <a:pt x="70" y="30"/>
                  <a:pt x="69" y="30"/>
                  <a:pt x="68" y="30"/>
                </a:cubicBezTo>
                <a:cubicBezTo>
                  <a:pt x="65" y="22"/>
                  <a:pt x="65" y="22"/>
                  <a:pt x="65" y="22"/>
                </a:cubicBezTo>
                <a:cubicBezTo>
                  <a:pt x="58" y="22"/>
                  <a:pt x="58" y="22"/>
                  <a:pt x="58" y="22"/>
                </a:cubicBezTo>
                <a:cubicBezTo>
                  <a:pt x="55" y="30"/>
                  <a:pt x="55" y="30"/>
                  <a:pt x="55" y="30"/>
                </a:cubicBezTo>
                <a:cubicBezTo>
                  <a:pt x="54" y="30"/>
                  <a:pt x="53" y="30"/>
                  <a:pt x="52" y="31"/>
                </a:cubicBezTo>
                <a:cubicBezTo>
                  <a:pt x="44" y="27"/>
                  <a:pt x="44" y="27"/>
                  <a:pt x="44" y="27"/>
                </a:cubicBezTo>
                <a:cubicBezTo>
                  <a:pt x="39" y="32"/>
                  <a:pt x="39" y="32"/>
                  <a:pt x="39" y="32"/>
                </a:cubicBezTo>
                <a:cubicBezTo>
                  <a:pt x="43" y="40"/>
                  <a:pt x="43" y="40"/>
                  <a:pt x="43" y="40"/>
                </a:cubicBezTo>
                <a:cubicBezTo>
                  <a:pt x="42" y="41"/>
                  <a:pt x="42" y="42"/>
                  <a:pt x="41" y="43"/>
                </a:cubicBezTo>
                <a:cubicBezTo>
                  <a:pt x="33" y="46"/>
                  <a:pt x="33" y="46"/>
                  <a:pt x="33" y="46"/>
                </a:cubicBezTo>
                <a:cubicBezTo>
                  <a:pt x="33" y="53"/>
                  <a:pt x="33" y="53"/>
                  <a:pt x="33" y="53"/>
                </a:cubicBezTo>
                <a:cubicBezTo>
                  <a:pt x="41" y="56"/>
                  <a:pt x="41" y="56"/>
                  <a:pt x="41" y="56"/>
                </a:cubicBezTo>
                <a:cubicBezTo>
                  <a:pt x="42" y="57"/>
                  <a:pt x="42" y="58"/>
                  <a:pt x="43" y="59"/>
                </a:cubicBezTo>
                <a:cubicBezTo>
                  <a:pt x="39" y="67"/>
                  <a:pt x="39" y="67"/>
                  <a:pt x="39" y="67"/>
                </a:cubicBezTo>
                <a:cubicBezTo>
                  <a:pt x="44" y="72"/>
                  <a:pt x="44" y="72"/>
                  <a:pt x="44" y="72"/>
                </a:cubicBezTo>
                <a:cubicBezTo>
                  <a:pt x="52" y="68"/>
                  <a:pt x="52" y="68"/>
                  <a:pt x="52" y="68"/>
                </a:cubicBezTo>
                <a:cubicBezTo>
                  <a:pt x="53" y="69"/>
                  <a:pt x="54" y="69"/>
                  <a:pt x="55" y="69"/>
                </a:cubicBezTo>
                <a:cubicBezTo>
                  <a:pt x="58" y="77"/>
                  <a:pt x="58" y="77"/>
                  <a:pt x="58" y="77"/>
                </a:cubicBezTo>
                <a:cubicBezTo>
                  <a:pt x="65" y="77"/>
                  <a:pt x="65" y="77"/>
                  <a:pt x="65" y="77"/>
                </a:cubicBezTo>
                <a:cubicBezTo>
                  <a:pt x="68" y="69"/>
                  <a:pt x="68" y="69"/>
                  <a:pt x="68" y="69"/>
                </a:cubicBezTo>
                <a:cubicBezTo>
                  <a:pt x="69" y="69"/>
                  <a:pt x="70" y="69"/>
                  <a:pt x="71" y="68"/>
                </a:cubicBezTo>
                <a:cubicBezTo>
                  <a:pt x="78" y="72"/>
                  <a:pt x="78" y="72"/>
                  <a:pt x="78" y="72"/>
                </a:cubicBezTo>
                <a:cubicBezTo>
                  <a:pt x="83" y="67"/>
                  <a:pt x="83" y="67"/>
                  <a:pt x="83" y="67"/>
                </a:cubicBezTo>
                <a:cubicBezTo>
                  <a:pt x="80" y="59"/>
                  <a:pt x="80" y="59"/>
                  <a:pt x="80" y="59"/>
                </a:cubicBezTo>
                <a:cubicBezTo>
                  <a:pt x="80" y="58"/>
                  <a:pt x="81" y="57"/>
                  <a:pt x="81" y="56"/>
                </a:cubicBezTo>
                <a:lnTo>
                  <a:pt x="89" y="53"/>
                </a:lnTo>
                <a:close/>
                <a:moveTo>
                  <a:pt x="61" y="65"/>
                </a:moveTo>
                <a:cubicBezTo>
                  <a:pt x="53" y="65"/>
                  <a:pt x="46" y="58"/>
                  <a:pt x="46" y="50"/>
                </a:cubicBezTo>
                <a:cubicBezTo>
                  <a:pt x="46" y="41"/>
                  <a:pt x="53" y="34"/>
                  <a:pt x="61" y="34"/>
                </a:cubicBezTo>
                <a:cubicBezTo>
                  <a:pt x="70" y="34"/>
                  <a:pt x="77" y="41"/>
                  <a:pt x="77" y="50"/>
                </a:cubicBezTo>
                <a:cubicBezTo>
                  <a:pt x="77" y="58"/>
                  <a:pt x="70" y="65"/>
                  <a:pt x="61" y="65"/>
                </a:cubicBezTo>
                <a:close/>
                <a:moveTo>
                  <a:pt x="61" y="58"/>
                </a:moveTo>
                <a:cubicBezTo>
                  <a:pt x="57" y="58"/>
                  <a:pt x="53" y="54"/>
                  <a:pt x="53" y="50"/>
                </a:cubicBezTo>
                <a:cubicBezTo>
                  <a:pt x="53" y="45"/>
                  <a:pt x="57" y="42"/>
                  <a:pt x="61" y="42"/>
                </a:cubicBezTo>
                <a:cubicBezTo>
                  <a:pt x="66" y="42"/>
                  <a:pt x="69" y="45"/>
                  <a:pt x="69" y="50"/>
                </a:cubicBezTo>
                <a:cubicBezTo>
                  <a:pt x="69" y="54"/>
                  <a:pt x="66" y="58"/>
                  <a:pt x="61" y="58"/>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035" name="Rectangle 43">
            <a:extLst>
              <a:ext uri="{FF2B5EF4-FFF2-40B4-BE49-F238E27FC236}">
                <a16:creationId xmlns:a16="http://schemas.microsoft.com/office/drawing/2014/main" id="{A2F8B2EF-5F76-44D2-B928-01AEF24C4D03}"/>
              </a:ext>
            </a:extLst>
          </p:cNvPr>
          <p:cNvSpPr>
            <a:spLocks noChangeArrowheads="1"/>
          </p:cNvSpPr>
          <p:nvPr/>
        </p:nvSpPr>
        <p:spPr bwMode="auto">
          <a:xfrm>
            <a:off x="2573338" y="2332038"/>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b="1" i="0" u="none" strike="noStrike" cap="none" normalizeH="0" baseline="0">
                <a:ln>
                  <a:noFill/>
                </a:ln>
                <a:solidFill>
                  <a:schemeClr val="bg2"/>
                </a:solidFill>
                <a:effectLst/>
                <a:latin typeface="Open Sans" panose="020B0606030504020204" pitchFamily="34" charset="0"/>
              </a:rPr>
              <a:t>01</a:t>
            </a:r>
            <a:endParaRPr kumimoji="0" lang="ru-UA" altLang="ru-UA" sz="1800" b="0" i="0" u="none" strike="noStrike" cap="none" normalizeH="0" baseline="0">
              <a:ln>
                <a:noFill/>
              </a:ln>
              <a:solidFill>
                <a:schemeClr val="bg2"/>
              </a:solidFill>
              <a:effectLst/>
            </a:endParaRPr>
          </a:p>
        </p:txBody>
      </p:sp>
      <p:sp>
        <p:nvSpPr>
          <p:cNvPr id="1037" name="Rectangle 44">
            <a:extLst>
              <a:ext uri="{FF2B5EF4-FFF2-40B4-BE49-F238E27FC236}">
                <a16:creationId xmlns:a16="http://schemas.microsoft.com/office/drawing/2014/main" id="{E48398CF-B88B-407F-8FCE-692299E36F6E}"/>
              </a:ext>
            </a:extLst>
          </p:cNvPr>
          <p:cNvSpPr>
            <a:spLocks noChangeArrowheads="1"/>
          </p:cNvSpPr>
          <p:nvPr/>
        </p:nvSpPr>
        <p:spPr bwMode="auto">
          <a:xfrm>
            <a:off x="5276851" y="1573213"/>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b="1" i="0" u="none" strike="noStrike" cap="none" normalizeH="0" baseline="0">
                <a:ln>
                  <a:noFill/>
                </a:ln>
                <a:solidFill>
                  <a:schemeClr val="bg2"/>
                </a:solidFill>
                <a:effectLst/>
                <a:latin typeface="Open Sans" panose="020B0606030504020204" pitchFamily="34" charset="0"/>
              </a:rPr>
              <a:t>02</a:t>
            </a:r>
            <a:endParaRPr kumimoji="0" lang="ru-UA" altLang="ru-UA" sz="1800" b="0" i="0" u="none" strike="noStrike" cap="none" normalizeH="0" baseline="0">
              <a:ln>
                <a:noFill/>
              </a:ln>
              <a:solidFill>
                <a:schemeClr val="bg2"/>
              </a:solidFill>
              <a:effectLst/>
            </a:endParaRPr>
          </a:p>
        </p:txBody>
      </p:sp>
      <p:sp>
        <p:nvSpPr>
          <p:cNvPr id="1038" name="Rectangle 45">
            <a:extLst>
              <a:ext uri="{FF2B5EF4-FFF2-40B4-BE49-F238E27FC236}">
                <a16:creationId xmlns:a16="http://schemas.microsoft.com/office/drawing/2014/main" id="{A469A539-D598-4602-ADCD-4851AA157AC5}"/>
              </a:ext>
            </a:extLst>
          </p:cNvPr>
          <p:cNvSpPr>
            <a:spLocks noChangeArrowheads="1"/>
          </p:cNvSpPr>
          <p:nvPr/>
        </p:nvSpPr>
        <p:spPr bwMode="auto">
          <a:xfrm>
            <a:off x="7847013" y="2424113"/>
            <a:ext cx="41036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800" b="1" i="0" u="none" strike="noStrike" cap="none" normalizeH="0" baseline="0">
                <a:ln>
                  <a:noFill/>
                </a:ln>
                <a:solidFill>
                  <a:schemeClr val="bg2"/>
                </a:solidFill>
                <a:effectLst/>
                <a:latin typeface="Open Sans" panose="020B0606030504020204" pitchFamily="34" charset="0"/>
              </a:rPr>
              <a:t>03</a:t>
            </a:r>
            <a:endParaRPr kumimoji="0" lang="ru-UA" altLang="ru-UA" sz="1800" b="0" i="0" u="none" strike="noStrike" cap="none" normalizeH="0" baseline="0">
              <a:ln>
                <a:noFill/>
              </a:ln>
              <a:solidFill>
                <a:schemeClr val="bg2"/>
              </a:solidFill>
              <a:effectLst/>
            </a:endParaRPr>
          </a:p>
        </p:txBody>
      </p:sp>
      <p:sp>
        <p:nvSpPr>
          <p:cNvPr id="48" name="Text_02">
            <a:extLst>
              <a:ext uri="{FF2B5EF4-FFF2-40B4-BE49-F238E27FC236}">
                <a16:creationId xmlns:a16="http://schemas.microsoft.com/office/drawing/2014/main" id="{51FEF3D1-AC9C-4011-8D7D-51E7E3AF3C69}"/>
              </a:ext>
            </a:extLst>
          </p:cNvPr>
          <p:cNvSpPr txBox="1"/>
          <p:nvPr/>
        </p:nvSpPr>
        <p:spPr>
          <a:xfrm>
            <a:off x="3011615" y="2352209"/>
            <a:ext cx="906207" cy="523220"/>
          </a:xfrm>
          <a:prstGeom prst="rect">
            <a:avLst/>
          </a:prstGeom>
          <a:noFill/>
        </p:spPr>
        <p:txBody>
          <a:bodyPr wrap="square" rtlCol="0">
            <a:spAutoFit/>
          </a:bodyPr>
          <a:lstStyle/>
          <a:p>
            <a:r>
              <a:rPr lang="en-US" sz="700" dirty="0">
                <a:solidFill>
                  <a:schemeClr val="bg2"/>
                </a:solidFill>
              </a:rPr>
              <a:t>Lorem ipsum dolor sit amet, consectetur </a:t>
            </a:r>
            <a:r>
              <a:rPr lang="en-US" sz="700">
                <a:solidFill>
                  <a:schemeClr val="bg2"/>
                </a:solidFill>
              </a:rPr>
              <a:t>adipiscing elit</a:t>
            </a:r>
            <a:endParaRPr lang="ru-RU" sz="700" dirty="0">
              <a:solidFill>
                <a:schemeClr val="bg2"/>
              </a:solidFill>
            </a:endParaRPr>
          </a:p>
        </p:txBody>
      </p:sp>
      <p:sp>
        <p:nvSpPr>
          <p:cNvPr id="49" name="Text_02">
            <a:extLst>
              <a:ext uri="{FF2B5EF4-FFF2-40B4-BE49-F238E27FC236}">
                <a16:creationId xmlns:a16="http://schemas.microsoft.com/office/drawing/2014/main" id="{2672CDC9-B323-4469-9F8C-346855E4A950}"/>
              </a:ext>
            </a:extLst>
          </p:cNvPr>
          <p:cNvSpPr txBox="1"/>
          <p:nvPr/>
        </p:nvSpPr>
        <p:spPr>
          <a:xfrm>
            <a:off x="5804823" y="1647219"/>
            <a:ext cx="906207" cy="523220"/>
          </a:xfrm>
          <a:prstGeom prst="rect">
            <a:avLst/>
          </a:prstGeom>
          <a:noFill/>
        </p:spPr>
        <p:txBody>
          <a:bodyPr wrap="square" rtlCol="0">
            <a:spAutoFit/>
          </a:bodyPr>
          <a:lstStyle/>
          <a:p>
            <a:r>
              <a:rPr lang="en-US" sz="700" dirty="0">
                <a:solidFill>
                  <a:schemeClr val="bg2"/>
                </a:solidFill>
              </a:rPr>
              <a:t>Lorem ipsum dolor sit amet, consectetur </a:t>
            </a:r>
            <a:r>
              <a:rPr lang="en-US" sz="700">
                <a:solidFill>
                  <a:schemeClr val="bg2"/>
                </a:solidFill>
              </a:rPr>
              <a:t>adipiscing elit</a:t>
            </a:r>
            <a:endParaRPr lang="ru-RU" sz="700" dirty="0">
              <a:solidFill>
                <a:schemeClr val="bg2"/>
              </a:solidFill>
            </a:endParaRPr>
          </a:p>
        </p:txBody>
      </p:sp>
      <p:sp>
        <p:nvSpPr>
          <p:cNvPr id="50" name="Text_02">
            <a:extLst>
              <a:ext uri="{FF2B5EF4-FFF2-40B4-BE49-F238E27FC236}">
                <a16:creationId xmlns:a16="http://schemas.microsoft.com/office/drawing/2014/main" id="{347D6E2C-E2A9-4161-998B-68A4715AB9C3}"/>
              </a:ext>
            </a:extLst>
          </p:cNvPr>
          <p:cNvSpPr txBox="1"/>
          <p:nvPr/>
        </p:nvSpPr>
        <p:spPr>
          <a:xfrm>
            <a:off x="8389529" y="2441437"/>
            <a:ext cx="906207" cy="523220"/>
          </a:xfrm>
          <a:prstGeom prst="rect">
            <a:avLst/>
          </a:prstGeom>
          <a:noFill/>
        </p:spPr>
        <p:txBody>
          <a:bodyPr wrap="square" rtlCol="0">
            <a:spAutoFit/>
          </a:bodyPr>
          <a:lstStyle/>
          <a:p>
            <a:r>
              <a:rPr lang="en-US" sz="700" dirty="0">
                <a:solidFill>
                  <a:schemeClr val="bg2"/>
                </a:solidFill>
              </a:rPr>
              <a:t>Lorem ipsum dolor sit amet, consectetur </a:t>
            </a:r>
            <a:r>
              <a:rPr lang="en-US" sz="700">
                <a:solidFill>
                  <a:schemeClr val="bg2"/>
                </a:solidFill>
              </a:rPr>
              <a:t>adipiscing elit</a:t>
            </a:r>
            <a:endParaRPr lang="ru-RU" sz="700" dirty="0">
              <a:solidFill>
                <a:schemeClr val="bg2"/>
              </a:solidFill>
            </a:endParaRPr>
          </a:p>
        </p:txBody>
      </p:sp>
      <p:sp>
        <p:nvSpPr>
          <p:cNvPr id="51" name="Text_02">
            <a:extLst>
              <a:ext uri="{FF2B5EF4-FFF2-40B4-BE49-F238E27FC236}">
                <a16:creationId xmlns:a16="http://schemas.microsoft.com/office/drawing/2014/main" id="{A2868049-31BA-45B0-8130-443943FED044}"/>
              </a:ext>
            </a:extLst>
          </p:cNvPr>
          <p:cNvSpPr txBox="1"/>
          <p:nvPr/>
        </p:nvSpPr>
        <p:spPr>
          <a:xfrm>
            <a:off x="5652151" y="5666115"/>
            <a:ext cx="1067737" cy="415498"/>
          </a:xfrm>
          <a:prstGeom prst="rect">
            <a:avLst/>
          </a:prstGeom>
          <a:noFill/>
        </p:spPr>
        <p:txBody>
          <a:bodyPr wrap="square" rtlCol="0">
            <a:spAutoFit/>
          </a:bodyPr>
          <a:lstStyle/>
          <a:p>
            <a:pPr algn="ctr"/>
            <a:r>
              <a:rPr lang="en-US" sz="700" dirty="0">
                <a:solidFill>
                  <a:schemeClr val="bg2"/>
                </a:solidFill>
              </a:rPr>
              <a:t>Lorem ipsum dolor sit amet, consectetur </a:t>
            </a:r>
            <a:r>
              <a:rPr lang="en-US" sz="700">
                <a:solidFill>
                  <a:schemeClr val="bg2"/>
                </a:solidFill>
              </a:rPr>
              <a:t>adipiscing elit</a:t>
            </a:r>
            <a:endParaRPr lang="ru-RU" sz="700" dirty="0">
              <a:solidFill>
                <a:schemeClr val="bg2"/>
              </a:solidFill>
            </a:endParaRPr>
          </a:p>
        </p:txBody>
      </p:sp>
    </p:spTree>
    <p:extLst>
      <p:ext uri="{BB962C8B-B14F-4D97-AF65-F5344CB8AC3E}">
        <p14:creationId xmlns:p14="http://schemas.microsoft.com/office/powerpoint/2010/main" val="37118688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7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67000">
                                          <p:cBhvr additive="base">
                                            <p:cTn id="7" dur="1000" fill="hold"/>
                                            <p:tgtEl>
                                              <p:spTgt spid="6"/>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6"/>
                                            </p:tgtEl>
                                            <p:attrNameLst>
                                              <p:attrName>ppt_y</p:attrName>
                                            </p:attrNameLst>
                                          </p:cBhvr>
                                          <p:tavLst>
                                            <p:tav tm="0">
                                              <p:val>
                                                <p:strVal val="1+#ppt_h/2"/>
                                              </p:val>
                                            </p:tav>
                                            <p:tav tm="100000">
                                              <p:val>
                                                <p:strVal val="#ppt_y"/>
                                              </p:val>
                                            </p:tav>
                                          </p:tavLst>
                                        </p:anim>
                                      </p:childTnLst>
                                    </p:cTn>
                                  </p:par>
                                  <p:par>
                                    <p:cTn id="9" presetID="53" presetClass="entr" presetSubtype="16" fill="hold" nodeType="withEffect">
                                      <p:stCondLst>
                                        <p:cond delay="250"/>
                                      </p:stCondLst>
                                      <p:childTnLst>
                                        <p:set>
                                          <p:cBhvr>
                                            <p:cTn id="10" dur="1" fill="hold">
                                              <p:stCondLst>
                                                <p:cond delay="0"/>
                                              </p:stCondLst>
                                            </p:cTn>
                                            <p:tgtEl>
                                              <p:spTgt spid="1039"/>
                                            </p:tgtEl>
                                            <p:attrNameLst>
                                              <p:attrName>style.visibility</p:attrName>
                                            </p:attrNameLst>
                                          </p:cBhvr>
                                          <p:to>
                                            <p:strVal val="visible"/>
                                          </p:to>
                                        </p:set>
                                        <p:anim calcmode="lin" valueType="num">
                                          <p:cBhvr>
                                            <p:cTn id="11" dur="750" fill="hold"/>
                                            <p:tgtEl>
                                              <p:spTgt spid="1039"/>
                                            </p:tgtEl>
                                            <p:attrNameLst>
                                              <p:attrName>ppt_w</p:attrName>
                                            </p:attrNameLst>
                                          </p:cBhvr>
                                          <p:tavLst>
                                            <p:tav tm="0">
                                              <p:val>
                                                <p:fltVal val="0"/>
                                              </p:val>
                                            </p:tav>
                                            <p:tav tm="100000">
                                              <p:val>
                                                <p:strVal val="#ppt_w"/>
                                              </p:val>
                                            </p:tav>
                                          </p:tavLst>
                                        </p:anim>
                                        <p:anim calcmode="lin" valueType="num">
                                          <p:cBhvr>
                                            <p:cTn id="12" dur="750" fill="hold"/>
                                            <p:tgtEl>
                                              <p:spTgt spid="1039"/>
                                            </p:tgtEl>
                                            <p:attrNameLst>
                                              <p:attrName>ppt_h</p:attrName>
                                            </p:attrNameLst>
                                          </p:cBhvr>
                                          <p:tavLst>
                                            <p:tav tm="0">
                                              <p:val>
                                                <p:fltVal val="0"/>
                                              </p:val>
                                            </p:tav>
                                            <p:tav tm="100000">
                                              <p:val>
                                                <p:strVal val="#ppt_h"/>
                                              </p:val>
                                            </p:tav>
                                          </p:tavLst>
                                        </p:anim>
                                        <p:animEffect transition="in" filter="fade">
                                          <p:cBhvr>
                                            <p:cTn id="13" dur="750"/>
                                            <p:tgtEl>
                                              <p:spTgt spid="1039"/>
                                            </p:tgtEl>
                                          </p:cBhvr>
                                        </p:animEffect>
                                      </p:childTnLst>
                                    </p:cTn>
                                  </p:par>
                                  <p:par>
                                    <p:cTn id="14" presetID="53" presetClass="entr" presetSubtype="16" fill="hold" nodeType="withEffect">
                                      <p:stCondLst>
                                        <p:cond delay="500"/>
                                      </p:stCondLst>
                                      <p:childTnLst>
                                        <p:set>
                                          <p:cBhvr>
                                            <p:cTn id="15" dur="1" fill="hold">
                                              <p:stCondLst>
                                                <p:cond delay="0"/>
                                              </p:stCondLst>
                                            </p:cTn>
                                            <p:tgtEl>
                                              <p:spTgt spid="1040"/>
                                            </p:tgtEl>
                                            <p:attrNameLst>
                                              <p:attrName>style.visibility</p:attrName>
                                            </p:attrNameLst>
                                          </p:cBhvr>
                                          <p:to>
                                            <p:strVal val="visible"/>
                                          </p:to>
                                        </p:set>
                                        <p:anim calcmode="lin" valueType="num">
                                          <p:cBhvr>
                                            <p:cTn id="16" dur="750" fill="hold"/>
                                            <p:tgtEl>
                                              <p:spTgt spid="1040"/>
                                            </p:tgtEl>
                                            <p:attrNameLst>
                                              <p:attrName>ppt_w</p:attrName>
                                            </p:attrNameLst>
                                          </p:cBhvr>
                                          <p:tavLst>
                                            <p:tav tm="0">
                                              <p:val>
                                                <p:fltVal val="0"/>
                                              </p:val>
                                            </p:tav>
                                            <p:tav tm="100000">
                                              <p:val>
                                                <p:strVal val="#ppt_w"/>
                                              </p:val>
                                            </p:tav>
                                          </p:tavLst>
                                        </p:anim>
                                        <p:anim calcmode="lin" valueType="num">
                                          <p:cBhvr>
                                            <p:cTn id="17" dur="750" fill="hold"/>
                                            <p:tgtEl>
                                              <p:spTgt spid="1040"/>
                                            </p:tgtEl>
                                            <p:attrNameLst>
                                              <p:attrName>ppt_h</p:attrName>
                                            </p:attrNameLst>
                                          </p:cBhvr>
                                          <p:tavLst>
                                            <p:tav tm="0">
                                              <p:val>
                                                <p:fltVal val="0"/>
                                              </p:val>
                                            </p:tav>
                                            <p:tav tm="100000">
                                              <p:val>
                                                <p:strVal val="#ppt_h"/>
                                              </p:val>
                                            </p:tav>
                                          </p:tavLst>
                                        </p:anim>
                                        <p:animEffect transition="in" filter="fade">
                                          <p:cBhvr>
                                            <p:cTn id="18" dur="750"/>
                                            <p:tgtEl>
                                              <p:spTgt spid="1040"/>
                                            </p:tgtEl>
                                          </p:cBhvr>
                                        </p:animEffect>
                                      </p:childTnLst>
                                    </p:cTn>
                                  </p:par>
                                  <p:par>
                                    <p:cTn id="19" presetID="53" presetClass="entr" presetSubtype="16" fill="hold" nodeType="withEffect">
                                      <p:stCondLst>
                                        <p:cond delay="750"/>
                                      </p:stCondLst>
                                      <p:childTnLst>
                                        <p:set>
                                          <p:cBhvr>
                                            <p:cTn id="20" dur="1" fill="hold">
                                              <p:stCondLst>
                                                <p:cond delay="0"/>
                                              </p:stCondLst>
                                            </p:cTn>
                                            <p:tgtEl>
                                              <p:spTgt spid="1045"/>
                                            </p:tgtEl>
                                            <p:attrNameLst>
                                              <p:attrName>style.visibility</p:attrName>
                                            </p:attrNameLst>
                                          </p:cBhvr>
                                          <p:to>
                                            <p:strVal val="visible"/>
                                          </p:to>
                                        </p:set>
                                        <p:anim calcmode="lin" valueType="num">
                                          <p:cBhvr>
                                            <p:cTn id="21" dur="750" fill="hold"/>
                                            <p:tgtEl>
                                              <p:spTgt spid="1045"/>
                                            </p:tgtEl>
                                            <p:attrNameLst>
                                              <p:attrName>ppt_w</p:attrName>
                                            </p:attrNameLst>
                                          </p:cBhvr>
                                          <p:tavLst>
                                            <p:tav tm="0">
                                              <p:val>
                                                <p:fltVal val="0"/>
                                              </p:val>
                                            </p:tav>
                                            <p:tav tm="100000">
                                              <p:val>
                                                <p:strVal val="#ppt_w"/>
                                              </p:val>
                                            </p:tav>
                                          </p:tavLst>
                                        </p:anim>
                                        <p:anim calcmode="lin" valueType="num">
                                          <p:cBhvr>
                                            <p:cTn id="22" dur="750" fill="hold"/>
                                            <p:tgtEl>
                                              <p:spTgt spid="1045"/>
                                            </p:tgtEl>
                                            <p:attrNameLst>
                                              <p:attrName>ppt_h</p:attrName>
                                            </p:attrNameLst>
                                          </p:cBhvr>
                                          <p:tavLst>
                                            <p:tav tm="0">
                                              <p:val>
                                                <p:fltVal val="0"/>
                                              </p:val>
                                            </p:tav>
                                            <p:tav tm="100000">
                                              <p:val>
                                                <p:strVal val="#ppt_h"/>
                                              </p:val>
                                            </p:tav>
                                          </p:tavLst>
                                        </p:anim>
                                        <p:animEffect transition="in" filter="fade">
                                          <p:cBhvr>
                                            <p:cTn id="23" dur="750"/>
                                            <p:tgtEl>
                                              <p:spTgt spid="1045"/>
                                            </p:tgtEl>
                                          </p:cBhvr>
                                        </p:animEffect>
                                      </p:childTnLst>
                                    </p:cTn>
                                  </p:par>
                                  <p:par>
                                    <p:cTn id="24" presetID="53" presetClass="entr" presetSubtype="16" fill="hold" nodeType="withEffect">
                                      <p:stCondLst>
                                        <p:cond delay="500"/>
                                      </p:stCondLst>
                                      <p:childTnLst>
                                        <p:set>
                                          <p:cBhvr>
                                            <p:cTn id="25" dur="1" fill="hold">
                                              <p:stCondLst>
                                                <p:cond delay="0"/>
                                              </p:stCondLst>
                                            </p:cTn>
                                            <p:tgtEl>
                                              <p:spTgt spid="1041"/>
                                            </p:tgtEl>
                                            <p:attrNameLst>
                                              <p:attrName>style.visibility</p:attrName>
                                            </p:attrNameLst>
                                          </p:cBhvr>
                                          <p:to>
                                            <p:strVal val="visible"/>
                                          </p:to>
                                        </p:set>
                                        <p:anim calcmode="lin" valueType="num">
                                          <p:cBhvr>
                                            <p:cTn id="26" dur="750" fill="hold"/>
                                            <p:tgtEl>
                                              <p:spTgt spid="1041"/>
                                            </p:tgtEl>
                                            <p:attrNameLst>
                                              <p:attrName>ppt_w</p:attrName>
                                            </p:attrNameLst>
                                          </p:cBhvr>
                                          <p:tavLst>
                                            <p:tav tm="0">
                                              <p:val>
                                                <p:fltVal val="0"/>
                                              </p:val>
                                            </p:tav>
                                            <p:tav tm="100000">
                                              <p:val>
                                                <p:strVal val="#ppt_w"/>
                                              </p:val>
                                            </p:tav>
                                          </p:tavLst>
                                        </p:anim>
                                        <p:anim calcmode="lin" valueType="num">
                                          <p:cBhvr>
                                            <p:cTn id="27" dur="750" fill="hold"/>
                                            <p:tgtEl>
                                              <p:spTgt spid="1041"/>
                                            </p:tgtEl>
                                            <p:attrNameLst>
                                              <p:attrName>ppt_h</p:attrName>
                                            </p:attrNameLst>
                                          </p:cBhvr>
                                          <p:tavLst>
                                            <p:tav tm="0">
                                              <p:val>
                                                <p:fltVal val="0"/>
                                              </p:val>
                                            </p:tav>
                                            <p:tav tm="100000">
                                              <p:val>
                                                <p:strVal val="#ppt_h"/>
                                              </p:val>
                                            </p:tav>
                                          </p:tavLst>
                                        </p:anim>
                                        <p:animEffect transition="in" filter="fade">
                                          <p:cBhvr>
                                            <p:cTn id="28" dur="750"/>
                                            <p:tgtEl>
                                              <p:spTgt spid="1041"/>
                                            </p:tgtEl>
                                          </p:cBhvr>
                                        </p:animEffect>
                                      </p:childTnLst>
                                    </p:cTn>
                                  </p:par>
                                  <p:par>
                                    <p:cTn id="29" presetID="53" presetClass="entr" presetSubtype="16" fill="hold" nodeType="withEffect">
                                      <p:stCondLst>
                                        <p:cond delay="750"/>
                                      </p:stCondLst>
                                      <p:childTnLst>
                                        <p:set>
                                          <p:cBhvr>
                                            <p:cTn id="30" dur="1" fill="hold">
                                              <p:stCondLst>
                                                <p:cond delay="0"/>
                                              </p:stCondLst>
                                            </p:cTn>
                                            <p:tgtEl>
                                              <p:spTgt spid="1042"/>
                                            </p:tgtEl>
                                            <p:attrNameLst>
                                              <p:attrName>style.visibility</p:attrName>
                                            </p:attrNameLst>
                                          </p:cBhvr>
                                          <p:to>
                                            <p:strVal val="visible"/>
                                          </p:to>
                                        </p:set>
                                        <p:anim calcmode="lin" valueType="num">
                                          <p:cBhvr>
                                            <p:cTn id="31" dur="750" fill="hold"/>
                                            <p:tgtEl>
                                              <p:spTgt spid="1042"/>
                                            </p:tgtEl>
                                            <p:attrNameLst>
                                              <p:attrName>ppt_w</p:attrName>
                                            </p:attrNameLst>
                                          </p:cBhvr>
                                          <p:tavLst>
                                            <p:tav tm="0">
                                              <p:val>
                                                <p:fltVal val="0"/>
                                              </p:val>
                                            </p:tav>
                                            <p:tav tm="100000">
                                              <p:val>
                                                <p:strVal val="#ppt_w"/>
                                              </p:val>
                                            </p:tav>
                                          </p:tavLst>
                                        </p:anim>
                                        <p:anim calcmode="lin" valueType="num">
                                          <p:cBhvr>
                                            <p:cTn id="32" dur="750" fill="hold"/>
                                            <p:tgtEl>
                                              <p:spTgt spid="1042"/>
                                            </p:tgtEl>
                                            <p:attrNameLst>
                                              <p:attrName>ppt_h</p:attrName>
                                            </p:attrNameLst>
                                          </p:cBhvr>
                                          <p:tavLst>
                                            <p:tav tm="0">
                                              <p:val>
                                                <p:fltVal val="0"/>
                                              </p:val>
                                            </p:tav>
                                            <p:tav tm="100000">
                                              <p:val>
                                                <p:strVal val="#ppt_h"/>
                                              </p:val>
                                            </p:tav>
                                          </p:tavLst>
                                        </p:anim>
                                        <p:animEffect transition="in" filter="fade">
                                          <p:cBhvr>
                                            <p:cTn id="33" dur="750"/>
                                            <p:tgtEl>
                                              <p:spTgt spid="1042"/>
                                            </p:tgtEl>
                                          </p:cBhvr>
                                        </p:animEffect>
                                      </p:childTnLst>
                                    </p:cTn>
                                  </p:par>
                                  <p:par>
                                    <p:cTn id="34" presetID="53" presetClass="entr" presetSubtype="16" fill="hold" nodeType="withEffect">
                                      <p:stCondLst>
                                        <p:cond delay="1000"/>
                                      </p:stCondLst>
                                      <p:childTnLst>
                                        <p:set>
                                          <p:cBhvr>
                                            <p:cTn id="35" dur="1" fill="hold">
                                              <p:stCondLst>
                                                <p:cond delay="0"/>
                                              </p:stCondLst>
                                            </p:cTn>
                                            <p:tgtEl>
                                              <p:spTgt spid="1046"/>
                                            </p:tgtEl>
                                            <p:attrNameLst>
                                              <p:attrName>style.visibility</p:attrName>
                                            </p:attrNameLst>
                                          </p:cBhvr>
                                          <p:to>
                                            <p:strVal val="visible"/>
                                          </p:to>
                                        </p:set>
                                        <p:anim calcmode="lin" valueType="num">
                                          <p:cBhvr>
                                            <p:cTn id="36" dur="750" fill="hold"/>
                                            <p:tgtEl>
                                              <p:spTgt spid="1046"/>
                                            </p:tgtEl>
                                            <p:attrNameLst>
                                              <p:attrName>ppt_w</p:attrName>
                                            </p:attrNameLst>
                                          </p:cBhvr>
                                          <p:tavLst>
                                            <p:tav tm="0">
                                              <p:val>
                                                <p:fltVal val="0"/>
                                              </p:val>
                                            </p:tav>
                                            <p:tav tm="100000">
                                              <p:val>
                                                <p:strVal val="#ppt_w"/>
                                              </p:val>
                                            </p:tav>
                                          </p:tavLst>
                                        </p:anim>
                                        <p:anim calcmode="lin" valueType="num">
                                          <p:cBhvr>
                                            <p:cTn id="37" dur="750" fill="hold"/>
                                            <p:tgtEl>
                                              <p:spTgt spid="1046"/>
                                            </p:tgtEl>
                                            <p:attrNameLst>
                                              <p:attrName>ppt_h</p:attrName>
                                            </p:attrNameLst>
                                          </p:cBhvr>
                                          <p:tavLst>
                                            <p:tav tm="0">
                                              <p:val>
                                                <p:fltVal val="0"/>
                                              </p:val>
                                            </p:tav>
                                            <p:tav tm="100000">
                                              <p:val>
                                                <p:strVal val="#ppt_h"/>
                                              </p:val>
                                            </p:tav>
                                          </p:tavLst>
                                        </p:anim>
                                        <p:animEffect transition="in" filter="fade">
                                          <p:cBhvr>
                                            <p:cTn id="38" dur="750"/>
                                            <p:tgtEl>
                                              <p:spTgt spid="1046"/>
                                            </p:tgtEl>
                                          </p:cBhvr>
                                        </p:animEffect>
                                      </p:childTnLst>
                                    </p:cTn>
                                  </p:par>
                                  <p:par>
                                    <p:cTn id="39" presetID="53" presetClass="entr" presetSubtype="16" fill="hold" nodeType="withEffect">
                                      <p:stCondLst>
                                        <p:cond delay="250"/>
                                      </p:stCondLst>
                                      <p:childTnLst>
                                        <p:set>
                                          <p:cBhvr>
                                            <p:cTn id="40" dur="1" fill="hold">
                                              <p:stCondLst>
                                                <p:cond delay="0"/>
                                              </p:stCondLst>
                                            </p:cTn>
                                            <p:tgtEl>
                                              <p:spTgt spid="1043"/>
                                            </p:tgtEl>
                                            <p:attrNameLst>
                                              <p:attrName>style.visibility</p:attrName>
                                            </p:attrNameLst>
                                          </p:cBhvr>
                                          <p:to>
                                            <p:strVal val="visible"/>
                                          </p:to>
                                        </p:set>
                                        <p:anim calcmode="lin" valueType="num">
                                          <p:cBhvr>
                                            <p:cTn id="41" dur="750" fill="hold"/>
                                            <p:tgtEl>
                                              <p:spTgt spid="1043"/>
                                            </p:tgtEl>
                                            <p:attrNameLst>
                                              <p:attrName>ppt_w</p:attrName>
                                            </p:attrNameLst>
                                          </p:cBhvr>
                                          <p:tavLst>
                                            <p:tav tm="0">
                                              <p:val>
                                                <p:fltVal val="0"/>
                                              </p:val>
                                            </p:tav>
                                            <p:tav tm="100000">
                                              <p:val>
                                                <p:strVal val="#ppt_w"/>
                                              </p:val>
                                            </p:tav>
                                          </p:tavLst>
                                        </p:anim>
                                        <p:anim calcmode="lin" valueType="num">
                                          <p:cBhvr>
                                            <p:cTn id="42" dur="750" fill="hold"/>
                                            <p:tgtEl>
                                              <p:spTgt spid="1043"/>
                                            </p:tgtEl>
                                            <p:attrNameLst>
                                              <p:attrName>ppt_h</p:attrName>
                                            </p:attrNameLst>
                                          </p:cBhvr>
                                          <p:tavLst>
                                            <p:tav tm="0">
                                              <p:val>
                                                <p:fltVal val="0"/>
                                              </p:val>
                                            </p:tav>
                                            <p:tav tm="100000">
                                              <p:val>
                                                <p:strVal val="#ppt_h"/>
                                              </p:val>
                                            </p:tav>
                                          </p:tavLst>
                                        </p:anim>
                                        <p:animEffect transition="in" filter="fade">
                                          <p:cBhvr>
                                            <p:cTn id="43" dur="750"/>
                                            <p:tgtEl>
                                              <p:spTgt spid="1043"/>
                                            </p:tgtEl>
                                          </p:cBhvr>
                                        </p:animEffect>
                                      </p:childTnLst>
                                    </p:cTn>
                                  </p:par>
                                  <p:par>
                                    <p:cTn id="44" presetID="53" presetClass="entr" presetSubtype="16" fill="hold" nodeType="withEffect">
                                      <p:stCondLst>
                                        <p:cond delay="500"/>
                                      </p:stCondLst>
                                      <p:childTnLst>
                                        <p:set>
                                          <p:cBhvr>
                                            <p:cTn id="45" dur="1" fill="hold">
                                              <p:stCondLst>
                                                <p:cond delay="0"/>
                                              </p:stCondLst>
                                            </p:cTn>
                                            <p:tgtEl>
                                              <p:spTgt spid="1044"/>
                                            </p:tgtEl>
                                            <p:attrNameLst>
                                              <p:attrName>style.visibility</p:attrName>
                                            </p:attrNameLst>
                                          </p:cBhvr>
                                          <p:to>
                                            <p:strVal val="visible"/>
                                          </p:to>
                                        </p:set>
                                        <p:anim calcmode="lin" valueType="num">
                                          <p:cBhvr>
                                            <p:cTn id="46" dur="750" fill="hold"/>
                                            <p:tgtEl>
                                              <p:spTgt spid="1044"/>
                                            </p:tgtEl>
                                            <p:attrNameLst>
                                              <p:attrName>ppt_w</p:attrName>
                                            </p:attrNameLst>
                                          </p:cBhvr>
                                          <p:tavLst>
                                            <p:tav tm="0">
                                              <p:val>
                                                <p:fltVal val="0"/>
                                              </p:val>
                                            </p:tav>
                                            <p:tav tm="100000">
                                              <p:val>
                                                <p:strVal val="#ppt_w"/>
                                              </p:val>
                                            </p:tav>
                                          </p:tavLst>
                                        </p:anim>
                                        <p:anim calcmode="lin" valueType="num">
                                          <p:cBhvr>
                                            <p:cTn id="47" dur="750" fill="hold"/>
                                            <p:tgtEl>
                                              <p:spTgt spid="1044"/>
                                            </p:tgtEl>
                                            <p:attrNameLst>
                                              <p:attrName>ppt_h</p:attrName>
                                            </p:attrNameLst>
                                          </p:cBhvr>
                                          <p:tavLst>
                                            <p:tav tm="0">
                                              <p:val>
                                                <p:fltVal val="0"/>
                                              </p:val>
                                            </p:tav>
                                            <p:tav tm="100000">
                                              <p:val>
                                                <p:strVal val="#ppt_h"/>
                                              </p:val>
                                            </p:tav>
                                          </p:tavLst>
                                        </p:anim>
                                        <p:animEffect transition="in" filter="fade">
                                          <p:cBhvr>
                                            <p:cTn id="48" dur="750"/>
                                            <p:tgtEl>
                                              <p:spTgt spid="1044"/>
                                            </p:tgtEl>
                                          </p:cBhvr>
                                        </p:animEffect>
                                      </p:childTnLst>
                                    </p:cTn>
                                  </p:par>
                                  <p:par>
                                    <p:cTn id="49" presetID="53" presetClass="entr" presetSubtype="16" fill="hold" nodeType="withEffect">
                                      <p:stCondLst>
                                        <p:cond delay="750"/>
                                      </p:stCondLst>
                                      <p:childTnLst>
                                        <p:set>
                                          <p:cBhvr>
                                            <p:cTn id="50" dur="1" fill="hold">
                                              <p:stCondLst>
                                                <p:cond delay="0"/>
                                              </p:stCondLst>
                                            </p:cTn>
                                            <p:tgtEl>
                                              <p:spTgt spid="1047"/>
                                            </p:tgtEl>
                                            <p:attrNameLst>
                                              <p:attrName>style.visibility</p:attrName>
                                            </p:attrNameLst>
                                          </p:cBhvr>
                                          <p:to>
                                            <p:strVal val="visible"/>
                                          </p:to>
                                        </p:set>
                                        <p:anim calcmode="lin" valueType="num">
                                          <p:cBhvr>
                                            <p:cTn id="51" dur="750" fill="hold"/>
                                            <p:tgtEl>
                                              <p:spTgt spid="1047"/>
                                            </p:tgtEl>
                                            <p:attrNameLst>
                                              <p:attrName>ppt_w</p:attrName>
                                            </p:attrNameLst>
                                          </p:cBhvr>
                                          <p:tavLst>
                                            <p:tav tm="0">
                                              <p:val>
                                                <p:fltVal val="0"/>
                                              </p:val>
                                            </p:tav>
                                            <p:tav tm="100000">
                                              <p:val>
                                                <p:strVal val="#ppt_w"/>
                                              </p:val>
                                            </p:tav>
                                          </p:tavLst>
                                        </p:anim>
                                        <p:anim calcmode="lin" valueType="num">
                                          <p:cBhvr>
                                            <p:cTn id="52" dur="750" fill="hold"/>
                                            <p:tgtEl>
                                              <p:spTgt spid="1047"/>
                                            </p:tgtEl>
                                            <p:attrNameLst>
                                              <p:attrName>ppt_h</p:attrName>
                                            </p:attrNameLst>
                                          </p:cBhvr>
                                          <p:tavLst>
                                            <p:tav tm="0">
                                              <p:val>
                                                <p:fltVal val="0"/>
                                              </p:val>
                                            </p:tav>
                                            <p:tav tm="100000">
                                              <p:val>
                                                <p:strVal val="#ppt_h"/>
                                              </p:val>
                                            </p:tav>
                                          </p:tavLst>
                                        </p:anim>
                                        <p:animEffect transition="in" filter="fade">
                                          <p:cBhvr>
                                            <p:cTn id="53" dur="750"/>
                                            <p:tgtEl>
                                              <p:spTgt spid="1047"/>
                                            </p:tgtEl>
                                          </p:cBhvr>
                                        </p:animEffect>
                                      </p:childTnLst>
                                    </p:cTn>
                                  </p:par>
                                  <p:par>
                                    <p:cTn id="54" presetID="53" presetClass="entr" presetSubtype="16" fill="hold" grpId="0" nodeType="withEffect">
                                      <p:stCondLst>
                                        <p:cond delay="250"/>
                                      </p:stCondLst>
                                      <p:childTnLst>
                                        <p:set>
                                          <p:cBhvr>
                                            <p:cTn id="55" dur="1" fill="hold">
                                              <p:stCondLst>
                                                <p:cond delay="0"/>
                                              </p:stCondLst>
                                            </p:cTn>
                                            <p:tgtEl>
                                              <p:spTgt spid="1030"/>
                                            </p:tgtEl>
                                            <p:attrNameLst>
                                              <p:attrName>style.visibility</p:attrName>
                                            </p:attrNameLst>
                                          </p:cBhvr>
                                          <p:to>
                                            <p:strVal val="visible"/>
                                          </p:to>
                                        </p:set>
                                        <p:anim calcmode="lin" valueType="num">
                                          <p:cBhvr>
                                            <p:cTn id="56" dur="750" fill="hold"/>
                                            <p:tgtEl>
                                              <p:spTgt spid="1030"/>
                                            </p:tgtEl>
                                            <p:attrNameLst>
                                              <p:attrName>ppt_w</p:attrName>
                                            </p:attrNameLst>
                                          </p:cBhvr>
                                          <p:tavLst>
                                            <p:tav tm="0">
                                              <p:val>
                                                <p:fltVal val="0"/>
                                              </p:val>
                                            </p:tav>
                                            <p:tav tm="100000">
                                              <p:val>
                                                <p:strVal val="#ppt_w"/>
                                              </p:val>
                                            </p:tav>
                                          </p:tavLst>
                                        </p:anim>
                                        <p:anim calcmode="lin" valueType="num">
                                          <p:cBhvr>
                                            <p:cTn id="57" dur="750" fill="hold"/>
                                            <p:tgtEl>
                                              <p:spTgt spid="1030"/>
                                            </p:tgtEl>
                                            <p:attrNameLst>
                                              <p:attrName>ppt_h</p:attrName>
                                            </p:attrNameLst>
                                          </p:cBhvr>
                                          <p:tavLst>
                                            <p:tav tm="0">
                                              <p:val>
                                                <p:fltVal val="0"/>
                                              </p:val>
                                            </p:tav>
                                            <p:tav tm="100000">
                                              <p:val>
                                                <p:strVal val="#ppt_h"/>
                                              </p:val>
                                            </p:tav>
                                          </p:tavLst>
                                        </p:anim>
                                        <p:animEffect transition="in" filter="fade">
                                          <p:cBhvr>
                                            <p:cTn id="58" dur="750"/>
                                            <p:tgtEl>
                                              <p:spTgt spid="1030"/>
                                            </p:tgtEl>
                                          </p:cBhvr>
                                        </p:animEffect>
                                      </p:childTnLst>
                                    </p:cTn>
                                  </p:par>
                                  <p:par>
                                    <p:cTn id="59" presetID="53" presetClass="entr" presetSubtype="16" fill="hold" grpId="0" nodeType="withEffect">
                                      <p:stCondLst>
                                        <p:cond delay="250"/>
                                      </p:stCondLst>
                                      <p:childTnLst>
                                        <p:set>
                                          <p:cBhvr>
                                            <p:cTn id="60" dur="1" fill="hold">
                                              <p:stCondLst>
                                                <p:cond delay="0"/>
                                              </p:stCondLst>
                                            </p:cTn>
                                            <p:tgtEl>
                                              <p:spTgt spid="1031"/>
                                            </p:tgtEl>
                                            <p:attrNameLst>
                                              <p:attrName>style.visibility</p:attrName>
                                            </p:attrNameLst>
                                          </p:cBhvr>
                                          <p:to>
                                            <p:strVal val="visible"/>
                                          </p:to>
                                        </p:set>
                                        <p:anim calcmode="lin" valueType="num">
                                          <p:cBhvr>
                                            <p:cTn id="61" dur="750" fill="hold"/>
                                            <p:tgtEl>
                                              <p:spTgt spid="1031"/>
                                            </p:tgtEl>
                                            <p:attrNameLst>
                                              <p:attrName>ppt_w</p:attrName>
                                            </p:attrNameLst>
                                          </p:cBhvr>
                                          <p:tavLst>
                                            <p:tav tm="0">
                                              <p:val>
                                                <p:fltVal val="0"/>
                                              </p:val>
                                            </p:tav>
                                            <p:tav tm="100000">
                                              <p:val>
                                                <p:strVal val="#ppt_w"/>
                                              </p:val>
                                            </p:tav>
                                          </p:tavLst>
                                        </p:anim>
                                        <p:anim calcmode="lin" valueType="num">
                                          <p:cBhvr>
                                            <p:cTn id="62" dur="750" fill="hold"/>
                                            <p:tgtEl>
                                              <p:spTgt spid="1031"/>
                                            </p:tgtEl>
                                            <p:attrNameLst>
                                              <p:attrName>ppt_h</p:attrName>
                                            </p:attrNameLst>
                                          </p:cBhvr>
                                          <p:tavLst>
                                            <p:tav tm="0">
                                              <p:val>
                                                <p:fltVal val="0"/>
                                              </p:val>
                                            </p:tav>
                                            <p:tav tm="100000">
                                              <p:val>
                                                <p:strVal val="#ppt_h"/>
                                              </p:val>
                                            </p:tav>
                                          </p:tavLst>
                                        </p:anim>
                                        <p:animEffect transition="in" filter="fade">
                                          <p:cBhvr>
                                            <p:cTn id="63" dur="750"/>
                                            <p:tgtEl>
                                              <p:spTgt spid="1031"/>
                                            </p:tgtEl>
                                          </p:cBhvr>
                                        </p:animEffect>
                                      </p:childTnLst>
                                    </p:cTn>
                                  </p:par>
                                  <p:par>
                                    <p:cTn id="64" presetID="53" presetClass="entr" presetSubtype="16" fill="hold" grpId="0" nodeType="withEffect">
                                      <p:stCondLst>
                                        <p:cond delay="250"/>
                                      </p:stCondLst>
                                      <p:childTnLst>
                                        <p:set>
                                          <p:cBhvr>
                                            <p:cTn id="65" dur="1" fill="hold">
                                              <p:stCondLst>
                                                <p:cond delay="0"/>
                                              </p:stCondLst>
                                            </p:cTn>
                                            <p:tgtEl>
                                              <p:spTgt spid="51"/>
                                            </p:tgtEl>
                                            <p:attrNameLst>
                                              <p:attrName>style.visibility</p:attrName>
                                            </p:attrNameLst>
                                          </p:cBhvr>
                                          <p:to>
                                            <p:strVal val="visible"/>
                                          </p:to>
                                        </p:set>
                                        <p:anim calcmode="lin" valueType="num">
                                          <p:cBhvr>
                                            <p:cTn id="66" dur="750" fill="hold"/>
                                            <p:tgtEl>
                                              <p:spTgt spid="51"/>
                                            </p:tgtEl>
                                            <p:attrNameLst>
                                              <p:attrName>ppt_w</p:attrName>
                                            </p:attrNameLst>
                                          </p:cBhvr>
                                          <p:tavLst>
                                            <p:tav tm="0">
                                              <p:val>
                                                <p:fltVal val="0"/>
                                              </p:val>
                                            </p:tav>
                                            <p:tav tm="100000">
                                              <p:val>
                                                <p:strVal val="#ppt_w"/>
                                              </p:val>
                                            </p:tav>
                                          </p:tavLst>
                                        </p:anim>
                                        <p:anim calcmode="lin" valueType="num">
                                          <p:cBhvr>
                                            <p:cTn id="67" dur="750" fill="hold"/>
                                            <p:tgtEl>
                                              <p:spTgt spid="51"/>
                                            </p:tgtEl>
                                            <p:attrNameLst>
                                              <p:attrName>ppt_h</p:attrName>
                                            </p:attrNameLst>
                                          </p:cBhvr>
                                          <p:tavLst>
                                            <p:tav tm="0">
                                              <p:val>
                                                <p:fltVal val="0"/>
                                              </p:val>
                                            </p:tav>
                                            <p:tav tm="100000">
                                              <p:val>
                                                <p:strVal val="#ppt_h"/>
                                              </p:val>
                                            </p:tav>
                                          </p:tavLst>
                                        </p:anim>
                                        <p:animEffect transition="in" filter="fade">
                                          <p:cBhvr>
                                            <p:cTn id="68" dur="750"/>
                                            <p:tgtEl>
                                              <p:spTgt spid="51"/>
                                            </p:tgtEl>
                                          </p:cBhvr>
                                        </p:animEffect>
                                      </p:childTnLst>
                                    </p:cTn>
                                  </p:par>
                                  <p:par>
                                    <p:cTn id="69" presetID="10" presetClass="entr" presetSubtype="0" fill="hold" grpId="0" nodeType="withEffect">
                                      <p:stCondLst>
                                        <p:cond delay="1500"/>
                                      </p:stCondLst>
                                      <p:childTnLst>
                                        <p:set>
                                          <p:cBhvr>
                                            <p:cTn id="70" dur="1" fill="hold">
                                              <p:stCondLst>
                                                <p:cond delay="0"/>
                                              </p:stCondLst>
                                            </p:cTn>
                                            <p:tgtEl>
                                              <p:spTgt spid="1035"/>
                                            </p:tgtEl>
                                            <p:attrNameLst>
                                              <p:attrName>style.visibility</p:attrName>
                                            </p:attrNameLst>
                                          </p:cBhvr>
                                          <p:to>
                                            <p:strVal val="visible"/>
                                          </p:to>
                                        </p:set>
                                        <p:animEffect transition="in" filter="fade">
                                          <p:cBhvr>
                                            <p:cTn id="71" dur="750"/>
                                            <p:tgtEl>
                                              <p:spTgt spid="1035"/>
                                            </p:tgtEl>
                                          </p:cBhvr>
                                        </p:animEffect>
                                      </p:childTnLst>
                                    </p:cTn>
                                  </p:par>
                                  <p:par>
                                    <p:cTn id="72" presetID="10" presetClass="entr" presetSubtype="0" fill="hold" grpId="0" nodeType="withEffect">
                                      <p:stCondLst>
                                        <p:cond delay="1500"/>
                                      </p:stCondLst>
                                      <p:childTnLst>
                                        <p:set>
                                          <p:cBhvr>
                                            <p:cTn id="73" dur="1" fill="hold">
                                              <p:stCondLst>
                                                <p:cond delay="0"/>
                                              </p:stCondLst>
                                            </p:cTn>
                                            <p:tgtEl>
                                              <p:spTgt spid="48"/>
                                            </p:tgtEl>
                                            <p:attrNameLst>
                                              <p:attrName>style.visibility</p:attrName>
                                            </p:attrNameLst>
                                          </p:cBhvr>
                                          <p:to>
                                            <p:strVal val="visible"/>
                                          </p:to>
                                        </p:set>
                                        <p:animEffect transition="in" filter="fade">
                                          <p:cBhvr>
                                            <p:cTn id="74" dur="750"/>
                                            <p:tgtEl>
                                              <p:spTgt spid="48"/>
                                            </p:tgtEl>
                                          </p:cBhvr>
                                        </p:animEffect>
                                      </p:childTnLst>
                                    </p:cTn>
                                  </p:par>
                                  <p:par>
                                    <p:cTn id="75" presetID="10" presetClass="entr" presetSubtype="0" fill="hold" grpId="0" nodeType="withEffect">
                                      <p:stCondLst>
                                        <p:cond delay="1500"/>
                                      </p:stCondLst>
                                      <p:childTnLst>
                                        <p:set>
                                          <p:cBhvr>
                                            <p:cTn id="76" dur="1" fill="hold">
                                              <p:stCondLst>
                                                <p:cond delay="0"/>
                                              </p:stCondLst>
                                            </p:cTn>
                                            <p:tgtEl>
                                              <p:spTgt spid="1026"/>
                                            </p:tgtEl>
                                            <p:attrNameLst>
                                              <p:attrName>style.visibility</p:attrName>
                                            </p:attrNameLst>
                                          </p:cBhvr>
                                          <p:to>
                                            <p:strVal val="visible"/>
                                          </p:to>
                                        </p:set>
                                        <p:animEffect transition="in" filter="fade">
                                          <p:cBhvr>
                                            <p:cTn id="77" dur="750"/>
                                            <p:tgtEl>
                                              <p:spTgt spid="1026"/>
                                            </p:tgtEl>
                                          </p:cBhvr>
                                        </p:animEffect>
                                      </p:childTnLst>
                                    </p:cTn>
                                  </p:par>
                                  <p:par>
                                    <p:cTn id="78" presetID="10" presetClass="entr" presetSubtype="0" fill="hold" grpId="0" nodeType="withEffect">
                                      <p:stCondLst>
                                        <p:cond delay="1500"/>
                                      </p:stCondLst>
                                      <p:childTnLst>
                                        <p:set>
                                          <p:cBhvr>
                                            <p:cTn id="79" dur="1" fill="hold">
                                              <p:stCondLst>
                                                <p:cond delay="0"/>
                                              </p:stCondLst>
                                            </p:cTn>
                                            <p:tgtEl>
                                              <p:spTgt spid="1034"/>
                                            </p:tgtEl>
                                            <p:attrNameLst>
                                              <p:attrName>style.visibility</p:attrName>
                                            </p:attrNameLst>
                                          </p:cBhvr>
                                          <p:to>
                                            <p:strVal val="visible"/>
                                          </p:to>
                                        </p:set>
                                        <p:animEffect transition="in" filter="fade">
                                          <p:cBhvr>
                                            <p:cTn id="80" dur="750"/>
                                            <p:tgtEl>
                                              <p:spTgt spid="1034"/>
                                            </p:tgtEl>
                                          </p:cBhvr>
                                        </p:animEffect>
                                      </p:childTnLst>
                                    </p:cTn>
                                  </p:par>
                                  <p:par>
                                    <p:cTn id="81" presetID="10" presetClass="entr" presetSubtype="0" fill="hold" grpId="0" nodeType="withEffect">
                                      <p:stCondLst>
                                        <p:cond delay="1500"/>
                                      </p:stCondLst>
                                      <p:childTnLst>
                                        <p:set>
                                          <p:cBhvr>
                                            <p:cTn id="82" dur="1" fill="hold">
                                              <p:stCondLst>
                                                <p:cond delay="0"/>
                                              </p:stCondLst>
                                            </p:cTn>
                                            <p:tgtEl>
                                              <p:spTgt spid="1037"/>
                                            </p:tgtEl>
                                            <p:attrNameLst>
                                              <p:attrName>style.visibility</p:attrName>
                                            </p:attrNameLst>
                                          </p:cBhvr>
                                          <p:to>
                                            <p:strVal val="visible"/>
                                          </p:to>
                                        </p:set>
                                        <p:animEffect transition="in" filter="fade">
                                          <p:cBhvr>
                                            <p:cTn id="83" dur="750"/>
                                            <p:tgtEl>
                                              <p:spTgt spid="1037"/>
                                            </p:tgtEl>
                                          </p:cBhvr>
                                        </p:animEffect>
                                      </p:childTnLst>
                                    </p:cTn>
                                  </p:par>
                                  <p:par>
                                    <p:cTn id="84" presetID="10" presetClass="entr" presetSubtype="0" fill="hold" grpId="0" nodeType="withEffect">
                                      <p:stCondLst>
                                        <p:cond delay="1500"/>
                                      </p:stCondLst>
                                      <p:childTnLst>
                                        <p:set>
                                          <p:cBhvr>
                                            <p:cTn id="85" dur="1" fill="hold">
                                              <p:stCondLst>
                                                <p:cond delay="0"/>
                                              </p:stCondLst>
                                            </p:cTn>
                                            <p:tgtEl>
                                              <p:spTgt spid="49"/>
                                            </p:tgtEl>
                                            <p:attrNameLst>
                                              <p:attrName>style.visibility</p:attrName>
                                            </p:attrNameLst>
                                          </p:cBhvr>
                                          <p:to>
                                            <p:strVal val="visible"/>
                                          </p:to>
                                        </p:set>
                                        <p:animEffect transition="in" filter="fade">
                                          <p:cBhvr>
                                            <p:cTn id="86" dur="750"/>
                                            <p:tgtEl>
                                              <p:spTgt spid="49"/>
                                            </p:tgtEl>
                                          </p:cBhvr>
                                        </p:animEffect>
                                      </p:childTnLst>
                                    </p:cTn>
                                  </p:par>
                                  <p:par>
                                    <p:cTn id="87" presetID="10" presetClass="entr" presetSubtype="0" fill="hold" grpId="0" nodeType="withEffect">
                                      <p:stCondLst>
                                        <p:cond delay="1500"/>
                                      </p:stCondLst>
                                      <p:childTnLst>
                                        <p:set>
                                          <p:cBhvr>
                                            <p:cTn id="88" dur="1" fill="hold">
                                              <p:stCondLst>
                                                <p:cond delay="0"/>
                                              </p:stCondLst>
                                            </p:cTn>
                                            <p:tgtEl>
                                              <p:spTgt spid="1027"/>
                                            </p:tgtEl>
                                            <p:attrNameLst>
                                              <p:attrName>style.visibility</p:attrName>
                                            </p:attrNameLst>
                                          </p:cBhvr>
                                          <p:to>
                                            <p:strVal val="visible"/>
                                          </p:to>
                                        </p:set>
                                        <p:animEffect transition="in" filter="fade">
                                          <p:cBhvr>
                                            <p:cTn id="89" dur="750"/>
                                            <p:tgtEl>
                                              <p:spTgt spid="1027"/>
                                            </p:tgtEl>
                                          </p:cBhvr>
                                        </p:animEffect>
                                      </p:childTnLst>
                                    </p:cTn>
                                  </p:par>
                                  <p:par>
                                    <p:cTn id="90" presetID="10" presetClass="entr" presetSubtype="0" fill="hold" grpId="0" nodeType="withEffect">
                                      <p:stCondLst>
                                        <p:cond delay="1500"/>
                                      </p:stCondLst>
                                      <p:childTnLst>
                                        <p:set>
                                          <p:cBhvr>
                                            <p:cTn id="91" dur="1" fill="hold">
                                              <p:stCondLst>
                                                <p:cond delay="0"/>
                                              </p:stCondLst>
                                            </p:cTn>
                                            <p:tgtEl>
                                              <p:spTgt spid="1033"/>
                                            </p:tgtEl>
                                            <p:attrNameLst>
                                              <p:attrName>style.visibility</p:attrName>
                                            </p:attrNameLst>
                                          </p:cBhvr>
                                          <p:to>
                                            <p:strVal val="visible"/>
                                          </p:to>
                                        </p:set>
                                        <p:animEffect transition="in" filter="fade">
                                          <p:cBhvr>
                                            <p:cTn id="92" dur="750"/>
                                            <p:tgtEl>
                                              <p:spTgt spid="1033"/>
                                            </p:tgtEl>
                                          </p:cBhvr>
                                        </p:animEffect>
                                      </p:childTnLst>
                                    </p:cTn>
                                  </p:par>
                                  <p:par>
                                    <p:cTn id="93" presetID="10" presetClass="entr" presetSubtype="0" fill="hold" grpId="0" nodeType="withEffect">
                                      <p:stCondLst>
                                        <p:cond delay="1500"/>
                                      </p:stCondLst>
                                      <p:childTnLst>
                                        <p:set>
                                          <p:cBhvr>
                                            <p:cTn id="94" dur="1" fill="hold">
                                              <p:stCondLst>
                                                <p:cond delay="0"/>
                                              </p:stCondLst>
                                            </p:cTn>
                                            <p:tgtEl>
                                              <p:spTgt spid="1038"/>
                                            </p:tgtEl>
                                            <p:attrNameLst>
                                              <p:attrName>style.visibility</p:attrName>
                                            </p:attrNameLst>
                                          </p:cBhvr>
                                          <p:to>
                                            <p:strVal val="visible"/>
                                          </p:to>
                                        </p:set>
                                        <p:animEffect transition="in" filter="fade">
                                          <p:cBhvr>
                                            <p:cTn id="95" dur="750"/>
                                            <p:tgtEl>
                                              <p:spTgt spid="1038"/>
                                            </p:tgtEl>
                                          </p:cBhvr>
                                        </p:animEffect>
                                      </p:childTnLst>
                                    </p:cTn>
                                  </p:par>
                                  <p:par>
                                    <p:cTn id="96" presetID="10" presetClass="entr" presetSubtype="0" fill="hold" grpId="0" nodeType="withEffect">
                                      <p:stCondLst>
                                        <p:cond delay="1500"/>
                                      </p:stCondLst>
                                      <p:childTnLst>
                                        <p:set>
                                          <p:cBhvr>
                                            <p:cTn id="97" dur="1" fill="hold">
                                              <p:stCondLst>
                                                <p:cond delay="0"/>
                                              </p:stCondLst>
                                            </p:cTn>
                                            <p:tgtEl>
                                              <p:spTgt spid="50"/>
                                            </p:tgtEl>
                                            <p:attrNameLst>
                                              <p:attrName>style.visibility</p:attrName>
                                            </p:attrNameLst>
                                          </p:cBhvr>
                                          <p:to>
                                            <p:strVal val="visible"/>
                                          </p:to>
                                        </p:set>
                                        <p:animEffect transition="in" filter="fade">
                                          <p:cBhvr>
                                            <p:cTn id="98" dur="750"/>
                                            <p:tgtEl>
                                              <p:spTgt spid="50"/>
                                            </p:tgtEl>
                                          </p:cBhvr>
                                        </p:animEffect>
                                      </p:childTnLst>
                                    </p:cTn>
                                  </p:par>
                                  <p:par>
                                    <p:cTn id="99" presetID="10" presetClass="entr" presetSubtype="0" fill="hold" grpId="0" nodeType="withEffect">
                                      <p:stCondLst>
                                        <p:cond delay="1500"/>
                                      </p:stCondLst>
                                      <p:childTnLst>
                                        <p:set>
                                          <p:cBhvr>
                                            <p:cTn id="100" dur="1" fill="hold">
                                              <p:stCondLst>
                                                <p:cond delay="0"/>
                                              </p:stCondLst>
                                            </p:cTn>
                                            <p:tgtEl>
                                              <p:spTgt spid="1028"/>
                                            </p:tgtEl>
                                            <p:attrNameLst>
                                              <p:attrName>style.visibility</p:attrName>
                                            </p:attrNameLst>
                                          </p:cBhvr>
                                          <p:to>
                                            <p:strVal val="visible"/>
                                          </p:to>
                                        </p:set>
                                        <p:animEffect transition="in" filter="fade">
                                          <p:cBhvr>
                                            <p:cTn id="101" dur="750"/>
                                            <p:tgtEl>
                                              <p:spTgt spid="1028"/>
                                            </p:tgtEl>
                                          </p:cBhvr>
                                        </p:animEffect>
                                      </p:childTnLst>
                                    </p:cTn>
                                  </p:par>
                                  <p:par>
                                    <p:cTn id="102" presetID="10" presetClass="entr" presetSubtype="0" fill="hold" grpId="0" nodeType="withEffect">
                                      <p:stCondLst>
                                        <p:cond delay="1500"/>
                                      </p:stCondLst>
                                      <p:childTnLst>
                                        <p:set>
                                          <p:cBhvr>
                                            <p:cTn id="103" dur="1" fill="hold">
                                              <p:stCondLst>
                                                <p:cond delay="0"/>
                                              </p:stCondLst>
                                            </p:cTn>
                                            <p:tgtEl>
                                              <p:spTgt spid="1032"/>
                                            </p:tgtEl>
                                            <p:attrNameLst>
                                              <p:attrName>style.visibility</p:attrName>
                                            </p:attrNameLst>
                                          </p:cBhvr>
                                          <p:to>
                                            <p:strVal val="visible"/>
                                          </p:to>
                                        </p:set>
                                        <p:animEffect transition="in" filter="fade">
                                          <p:cBhvr>
                                            <p:cTn id="104" dur="750"/>
                                            <p:tgtEl>
                                              <p:spTgt spid="10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26" grpId="0"/>
          <p:bldP spid="1027" grpId="0"/>
          <p:bldP spid="1028" grpId="0"/>
          <p:bldP spid="1030" grpId="0" animBg="1"/>
          <p:bldP spid="1031" grpId="0"/>
          <p:bldP spid="1032" grpId="0" animBg="1"/>
          <p:bldP spid="1033" grpId="0" animBg="1"/>
          <p:bldP spid="1034" grpId="0" animBg="1"/>
          <p:bldP spid="1035" grpId="0"/>
          <p:bldP spid="1037" grpId="0"/>
          <p:bldP spid="1038" grpId="0"/>
          <p:bldP spid="48" grpId="0"/>
          <p:bldP spid="49" grpId="0"/>
          <p:bldP spid="50" grpId="0"/>
          <p:bldP spid="5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1+#ppt_h/2"/>
                                              </p:val>
                                            </p:tav>
                                            <p:tav tm="100000">
                                              <p:val>
                                                <p:strVal val="#ppt_y"/>
                                              </p:val>
                                            </p:tav>
                                          </p:tavLst>
                                        </p:anim>
                                      </p:childTnLst>
                                    </p:cTn>
                                  </p:par>
                                  <p:par>
                                    <p:cTn id="9" presetID="53" presetClass="entr" presetSubtype="16" fill="hold" nodeType="withEffect">
                                      <p:stCondLst>
                                        <p:cond delay="250"/>
                                      </p:stCondLst>
                                      <p:childTnLst>
                                        <p:set>
                                          <p:cBhvr>
                                            <p:cTn id="10" dur="1" fill="hold">
                                              <p:stCondLst>
                                                <p:cond delay="0"/>
                                              </p:stCondLst>
                                            </p:cTn>
                                            <p:tgtEl>
                                              <p:spTgt spid="1039"/>
                                            </p:tgtEl>
                                            <p:attrNameLst>
                                              <p:attrName>style.visibility</p:attrName>
                                            </p:attrNameLst>
                                          </p:cBhvr>
                                          <p:to>
                                            <p:strVal val="visible"/>
                                          </p:to>
                                        </p:set>
                                        <p:anim calcmode="lin" valueType="num">
                                          <p:cBhvr>
                                            <p:cTn id="11" dur="750" fill="hold"/>
                                            <p:tgtEl>
                                              <p:spTgt spid="1039"/>
                                            </p:tgtEl>
                                            <p:attrNameLst>
                                              <p:attrName>ppt_w</p:attrName>
                                            </p:attrNameLst>
                                          </p:cBhvr>
                                          <p:tavLst>
                                            <p:tav tm="0">
                                              <p:val>
                                                <p:fltVal val="0"/>
                                              </p:val>
                                            </p:tav>
                                            <p:tav tm="100000">
                                              <p:val>
                                                <p:strVal val="#ppt_w"/>
                                              </p:val>
                                            </p:tav>
                                          </p:tavLst>
                                        </p:anim>
                                        <p:anim calcmode="lin" valueType="num">
                                          <p:cBhvr>
                                            <p:cTn id="12" dur="750" fill="hold"/>
                                            <p:tgtEl>
                                              <p:spTgt spid="1039"/>
                                            </p:tgtEl>
                                            <p:attrNameLst>
                                              <p:attrName>ppt_h</p:attrName>
                                            </p:attrNameLst>
                                          </p:cBhvr>
                                          <p:tavLst>
                                            <p:tav tm="0">
                                              <p:val>
                                                <p:fltVal val="0"/>
                                              </p:val>
                                            </p:tav>
                                            <p:tav tm="100000">
                                              <p:val>
                                                <p:strVal val="#ppt_h"/>
                                              </p:val>
                                            </p:tav>
                                          </p:tavLst>
                                        </p:anim>
                                        <p:animEffect transition="in" filter="fade">
                                          <p:cBhvr>
                                            <p:cTn id="13" dur="750"/>
                                            <p:tgtEl>
                                              <p:spTgt spid="1039"/>
                                            </p:tgtEl>
                                          </p:cBhvr>
                                        </p:animEffect>
                                      </p:childTnLst>
                                    </p:cTn>
                                  </p:par>
                                  <p:par>
                                    <p:cTn id="14" presetID="53" presetClass="entr" presetSubtype="16" fill="hold" nodeType="withEffect">
                                      <p:stCondLst>
                                        <p:cond delay="500"/>
                                      </p:stCondLst>
                                      <p:childTnLst>
                                        <p:set>
                                          <p:cBhvr>
                                            <p:cTn id="15" dur="1" fill="hold">
                                              <p:stCondLst>
                                                <p:cond delay="0"/>
                                              </p:stCondLst>
                                            </p:cTn>
                                            <p:tgtEl>
                                              <p:spTgt spid="1040"/>
                                            </p:tgtEl>
                                            <p:attrNameLst>
                                              <p:attrName>style.visibility</p:attrName>
                                            </p:attrNameLst>
                                          </p:cBhvr>
                                          <p:to>
                                            <p:strVal val="visible"/>
                                          </p:to>
                                        </p:set>
                                        <p:anim calcmode="lin" valueType="num">
                                          <p:cBhvr>
                                            <p:cTn id="16" dur="750" fill="hold"/>
                                            <p:tgtEl>
                                              <p:spTgt spid="1040"/>
                                            </p:tgtEl>
                                            <p:attrNameLst>
                                              <p:attrName>ppt_w</p:attrName>
                                            </p:attrNameLst>
                                          </p:cBhvr>
                                          <p:tavLst>
                                            <p:tav tm="0">
                                              <p:val>
                                                <p:fltVal val="0"/>
                                              </p:val>
                                            </p:tav>
                                            <p:tav tm="100000">
                                              <p:val>
                                                <p:strVal val="#ppt_w"/>
                                              </p:val>
                                            </p:tav>
                                          </p:tavLst>
                                        </p:anim>
                                        <p:anim calcmode="lin" valueType="num">
                                          <p:cBhvr>
                                            <p:cTn id="17" dur="750" fill="hold"/>
                                            <p:tgtEl>
                                              <p:spTgt spid="1040"/>
                                            </p:tgtEl>
                                            <p:attrNameLst>
                                              <p:attrName>ppt_h</p:attrName>
                                            </p:attrNameLst>
                                          </p:cBhvr>
                                          <p:tavLst>
                                            <p:tav tm="0">
                                              <p:val>
                                                <p:fltVal val="0"/>
                                              </p:val>
                                            </p:tav>
                                            <p:tav tm="100000">
                                              <p:val>
                                                <p:strVal val="#ppt_h"/>
                                              </p:val>
                                            </p:tav>
                                          </p:tavLst>
                                        </p:anim>
                                        <p:animEffect transition="in" filter="fade">
                                          <p:cBhvr>
                                            <p:cTn id="18" dur="750"/>
                                            <p:tgtEl>
                                              <p:spTgt spid="1040"/>
                                            </p:tgtEl>
                                          </p:cBhvr>
                                        </p:animEffect>
                                      </p:childTnLst>
                                    </p:cTn>
                                  </p:par>
                                  <p:par>
                                    <p:cTn id="19" presetID="53" presetClass="entr" presetSubtype="16" fill="hold" nodeType="withEffect">
                                      <p:stCondLst>
                                        <p:cond delay="750"/>
                                      </p:stCondLst>
                                      <p:childTnLst>
                                        <p:set>
                                          <p:cBhvr>
                                            <p:cTn id="20" dur="1" fill="hold">
                                              <p:stCondLst>
                                                <p:cond delay="0"/>
                                              </p:stCondLst>
                                            </p:cTn>
                                            <p:tgtEl>
                                              <p:spTgt spid="1045"/>
                                            </p:tgtEl>
                                            <p:attrNameLst>
                                              <p:attrName>style.visibility</p:attrName>
                                            </p:attrNameLst>
                                          </p:cBhvr>
                                          <p:to>
                                            <p:strVal val="visible"/>
                                          </p:to>
                                        </p:set>
                                        <p:anim calcmode="lin" valueType="num">
                                          <p:cBhvr>
                                            <p:cTn id="21" dur="750" fill="hold"/>
                                            <p:tgtEl>
                                              <p:spTgt spid="1045"/>
                                            </p:tgtEl>
                                            <p:attrNameLst>
                                              <p:attrName>ppt_w</p:attrName>
                                            </p:attrNameLst>
                                          </p:cBhvr>
                                          <p:tavLst>
                                            <p:tav tm="0">
                                              <p:val>
                                                <p:fltVal val="0"/>
                                              </p:val>
                                            </p:tav>
                                            <p:tav tm="100000">
                                              <p:val>
                                                <p:strVal val="#ppt_w"/>
                                              </p:val>
                                            </p:tav>
                                          </p:tavLst>
                                        </p:anim>
                                        <p:anim calcmode="lin" valueType="num">
                                          <p:cBhvr>
                                            <p:cTn id="22" dur="750" fill="hold"/>
                                            <p:tgtEl>
                                              <p:spTgt spid="1045"/>
                                            </p:tgtEl>
                                            <p:attrNameLst>
                                              <p:attrName>ppt_h</p:attrName>
                                            </p:attrNameLst>
                                          </p:cBhvr>
                                          <p:tavLst>
                                            <p:tav tm="0">
                                              <p:val>
                                                <p:fltVal val="0"/>
                                              </p:val>
                                            </p:tav>
                                            <p:tav tm="100000">
                                              <p:val>
                                                <p:strVal val="#ppt_h"/>
                                              </p:val>
                                            </p:tav>
                                          </p:tavLst>
                                        </p:anim>
                                        <p:animEffect transition="in" filter="fade">
                                          <p:cBhvr>
                                            <p:cTn id="23" dur="750"/>
                                            <p:tgtEl>
                                              <p:spTgt spid="1045"/>
                                            </p:tgtEl>
                                          </p:cBhvr>
                                        </p:animEffect>
                                      </p:childTnLst>
                                    </p:cTn>
                                  </p:par>
                                  <p:par>
                                    <p:cTn id="24" presetID="53" presetClass="entr" presetSubtype="16" fill="hold" nodeType="withEffect">
                                      <p:stCondLst>
                                        <p:cond delay="500"/>
                                      </p:stCondLst>
                                      <p:childTnLst>
                                        <p:set>
                                          <p:cBhvr>
                                            <p:cTn id="25" dur="1" fill="hold">
                                              <p:stCondLst>
                                                <p:cond delay="0"/>
                                              </p:stCondLst>
                                            </p:cTn>
                                            <p:tgtEl>
                                              <p:spTgt spid="1041"/>
                                            </p:tgtEl>
                                            <p:attrNameLst>
                                              <p:attrName>style.visibility</p:attrName>
                                            </p:attrNameLst>
                                          </p:cBhvr>
                                          <p:to>
                                            <p:strVal val="visible"/>
                                          </p:to>
                                        </p:set>
                                        <p:anim calcmode="lin" valueType="num">
                                          <p:cBhvr>
                                            <p:cTn id="26" dur="750" fill="hold"/>
                                            <p:tgtEl>
                                              <p:spTgt spid="1041"/>
                                            </p:tgtEl>
                                            <p:attrNameLst>
                                              <p:attrName>ppt_w</p:attrName>
                                            </p:attrNameLst>
                                          </p:cBhvr>
                                          <p:tavLst>
                                            <p:tav tm="0">
                                              <p:val>
                                                <p:fltVal val="0"/>
                                              </p:val>
                                            </p:tav>
                                            <p:tav tm="100000">
                                              <p:val>
                                                <p:strVal val="#ppt_w"/>
                                              </p:val>
                                            </p:tav>
                                          </p:tavLst>
                                        </p:anim>
                                        <p:anim calcmode="lin" valueType="num">
                                          <p:cBhvr>
                                            <p:cTn id="27" dur="750" fill="hold"/>
                                            <p:tgtEl>
                                              <p:spTgt spid="1041"/>
                                            </p:tgtEl>
                                            <p:attrNameLst>
                                              <p:attrName>ppt_h</p:attrName>
                                            </p:attrNameLst>
                                          </p:cBhvr>
                                          <p:tavLst>
                                            <p:tav tm="0">
                                              <p:val>
                                                <p:fltVal val="0"/>
                                              </p:val>
                                            </p:tav>
                                            <p:tav tm="100000">
                                              <p:val>
                                                <p:strVal val="#ppt_h"/>
                                              </p:val>
                                            </p:tav>
                                          </p:tavLst>
                                        </p:anim>
                                        <p:animEffect transition="in" filter="fade">
                                          <p:cBhvr>
                                            <p:cTn id="28" dur="750"/>
                                            <p:tgtEl>
                                              <p:spTgt spid="1041"/>
                                            </p:tgtEl>
                                          </p:cBhvr>
                                        </p:animEffect>
                                      </p:childTnLst>
                                    </p:cTn>
                                  </p:par>
                                  <p:par>
                                    <p:cTn id="29" presetID="53" presetClass="entr" presetSubtype="16" fill="hold" nodeType="withEffect">
                                      <p:stCondLst>
                                        <p:cond delay="750"/>
                                      </p:stCondLst>
                                      <p:childTnLst>
                                        <p:set>
                                          <p:cBhvr>
                                            <p:cTn id="30" dur="1" fill="hold">
                                              <p:stCondLst>
                                                <p:cond delay="0"/>
                                              </p:stCondLst>
                                            </p:cTn>
                                            <p:tgtEl>
                                              <p:spTgt spid="1042"/>
                                            </p:tgtEl>
                                            <p:attrNameLst>
                                              <p:attrName>style.visibility</p:attrName>
                                            </p:attrNameLst>
                                          </p:cBhvr>
                                          <p:to>
                                            <p:strVal val="visible"/>
                                          </p:to>
                                        </p:set>
                                        <p:anim calcmode="lin" valueType="num">
                                          <p:cBhvr>
                                            <p:cTn id="31" dur="750" fill="hold"/>
                                            <p:tgtEl>
                                              <p:spTgt spid="1042"/>
                                            </p:tgtEl>
                                            <p:attrNameLst>
                                              <p:attrName>ppt_w</p:attrName>
                                            </p:attrNameLst>
                                          </p:cBhvr>
                                          <p:tavLst>
                                            <p:tav tm="0">
                                              <p:val>
                                                <p:fltVal val="0"/>
                                              </p:val>
                                            </p:tav>
                                            <p:tav tm="100000">
                                              <p:val>
                                                <p:strVal val="#ppt_w"/>
                                              </p:val>
                                            </p:tav>
                                          </p:tavLst>
                                        </p:anim>
                                        <p:anim calcmode="lin" valueType="num">
                                          <p:cBhvr>
                                            <p:cTn id="32" dur="750" fill="hold"/>
                                            <p:tgtEl>
                                              <p:spTgt spid="1042"/>
                                            </p:tgtEl>
                                            <p:attrNameLst>
                                              <p:attrName>ppt_h</p:attrName>
                                            </p:attrNameLst>
                                          </p:cBhvr>
                                          <p:tavLst>
                                            <p:tav tm="0">
                                              <p:val>
                                                <p:fltVal val="0"/>
                                              </p:val>
                                            </p:tav>
                                            <p:tav tm="100000">
                                              <p:val>
                                                <p:strVal val="#ppt_h"/>
                                              </p:val>
                                            </p:tav>
                                          </p:tavLst>
                                        </p:anim>
                                        <p:animEffect transition="in" filter="fade">
                                          <p:cBhvr>
                                            <p:cTn id="33" dur="750"/>
                                            <p:tgtEl>
                                              <p:spTgt spid="1042"/>
                                            </p:tgtEl>
                                          </p:cBhvr>
                                        </p:animEffect>
                                      </p:childTnLst>
                                    </p:cTn>
                                  </p:par>
                                  <p:par>
                                    <p:cTn id="34" presetID="53" presetClass="entr" presetSubtype="16" fill="hold" nodeType="withEffect">
                                      <p:stCondLst>
                                        <p:cond delay="1000"/>
                                      </p:stCondLst>
                                      <p:childTnLst>
                                        <p:set>
                                          <p:cBhvr>
                                            <p:cTn id="35" dur="1" fill="hold">
                                              <p:stCondLst>
                                                <p:cond delay="0"/>
                                              </p:stCondLst>
                                            </p:cTn>
                                            <p:tgtEl>
                                              <p:spTgt spid="1046"/>
                                            </p:tgtEl>
                                            <p:attrNameLst>
                                              <p:attrName>style.visibility</p:attrName>
                                            </p:attrNameLst>
                                          </p:cBhvr>
                                          <p:to>
                                            <p:strVal val="visible"/>
                                          </p:to>
                                        </p:set>
                                        <p:anim calcmode="lin" valueType="num">
                                          <p:cBhvr>
                                            <p:cTn id="36" dur="750" fill="hold"/>
                                            <p:tgtEl>
                                              <p:spTgt spid="1046"/>
                                            </p:tgtEl>
                                            <p:attrNameLst>
                                              <p:attrName>ppt_w</p:attrName>
                                            </p:attrNameLst>
                                          </p:cBhvr>
                                          <p:tavLst>
                                            <p:tav tm="0">
                                              <p:val>
                                                <p:fltVal val="0"/>
                                              </p:val>
                                            </p:tav>
                                            <p:tav tm="100000">
                                              <p:val>
                                                <p:strVal val="#ppt_w"/>
                                              </p:val>
                                            </p:tav>
                                          </p:tavLst>
                                        </p:anim>
                                        <p:anim calcmode="lin" valueType="num">
                                          <p:cBhvr>
                                            <p:cTn id="37" dur="750" fill="hold"/>
                                            <p:tgtEl>
                                              <p:spTgt spid="1046"/>
                                            </p:tgtEl>
                                            <p:attrNameLst>
                                              <p:attrName>ppt_h</p:attrName>
                                            </p:attrNameLst>
                                          </p:cBhvr>
                                          <p:tavLst>
                                            <p:tav tm="0">
                                              <p:val>
                                                <p:fltVal val="0"/>
                                              </p:val>
                                            </p:tav>
                                            <p:tav tm="100000">
                                              <p:val>
                                                <p:strVal val="#ppt_h"/>
                                              </p:val>
                                            </p:tav>
                                          </p:tavLst>
                                        </p:anim>
                                        <p:animEffect transition="in" filter="fade">
                                          <p:cBhvr>
                                            <p:cTn id="38" dur="750"/>
                                            <p:tgtEl>
                                              <p:spTgt spid="1046"/>
                                            </p:tgtEl>
                                          </p:cBhvr>
                                        </p:animEffect>
                                      </p:childTnLst>
                                    </p:cTn>
                                  </p:par>
                                  <p:par>
                                    <p:cTn id="39" presetID="53" presetClass="entr" presetSubtype="16" fill="hold" nodeType="withEffect">
                                      <p:stCondLst>
                                        <p:cond delay="250"/>
                                      </p:stCondLst>
                                      <p:childTnLst>
                                        <p:set>
                                          <p:cBhvr>
                                            <p:cTn id="40" dur="1" fill="hold">
                                              <p:stCondLst>
                                                <p:cond delay="0"/>
                                              </p:stCondLst>
                                            </p:cTn>
                                            <p:tgtEl>
                                              <p:spTgt spid="1043"/>
                                            </p:tgtEl>
                                            <p:attrNameLst>
                                              <p:attrName>style.visibility</p:attrName>
                                            </p:attrNameLst>
                                          </p:cBhvr>
                                          <p:to>
                                            <p:strVal val="visible"/>
                                          </p:to>
                                        </p:set>
                                        <p:anim calcmode="lin" valueType="num">
                                          <p:cBhvr>
                                            <p:cTn id="41" dur="750" fill="hold"/>
                                            <p:tgtEl>
                                              <p:spTgt spid="1043"/>
                                            </p:tgtEl>
                                            <p:attrNameLst>
                                              <p:attrName>ppt_w</p:attrName>
                                            </p:attrNameLst>
                                          </p:cBhvr>
                                          <p:tavLst>
                                            <p:tav tm="0">
                                              <p:val>
                                                <p:fltVal val="0"/>
                                              </p:val>
                                            </p:tav>
                                            <p:tav tm="100000">
                                              <p:val>
                                                <p:strVal val="#ppt_w"/>
                                              </p:val>
                                            </p:tav>
                                          </p:tavLst>
                                        </p:anim>
                                        <p:anim calcmode="lin" valueType="num">
                                          <p:cBhvr>
                                            <p:cTn id="42" dur="750" fill="hold"/>
                                            <p:tgtEl>
                                              <p:spTgt spid="1043"/>
                                            </p:tgtEl>
                                            <p:attrNameLst>
                                              <p:attrName>ppt_h</p:attrName>
                                            </p:attrNameLst>
                                          </p:cBhvr>
                                          <p:tavLst>
                                            <p:tav tm="0">
                                              <p:val>
                                                <p:fltVal val="0"/>
                                              </p:val>
                                            </p:tav>
                                            <p:tav tm="100000">
                                              <p:val>
                                                <p:strVal val="#ppt_h"/>
                                              </p:val>
                                            </p:tav>
                                          </p:tavLst>
                                        </p:anim>
                                        <p:animEffect transition="in" filter="fade">
                                          <p:cBhvr>
                                            <p:cTn id="43" dur="750"/>
                                            <p:tgtEl>
                                              <p:spTgt spid="1043"/>
                                            </p:tgtEl>
                                          </p:cBhvr>
                                        </p:animEffect>
                                      </p:childTnLst>
                                    </p:cTn>
                                  </p:par>
                                  <p:par>
                                    <p:cTn id="44" presetID="53" presetClass="entr" presetSubtype="16" fill="hold" nodeType="withEffect">
                                      <p:stCondLst>
                                        <p:cond delay="500"/>
                                      </p:stCondLst>
                                      <p:childTnLst>
                                        <p:set>
                                          <p:cBhvr>
                                            <p:cTn id="45" dur="1" fill="hold">
                                              <p:stCondLst>
                                                <p:cond delay="0"/>
                                              </p:stCondLst>
                                            </p:cTn>
                                            <p:tgtEl>
                                              <p:spTgt spid="1044"/>
                                            </p:tgtEl>
                                            <p:attrNameLst>
                                              <p:attrName>style.visibility</p:attrName>
                                            </p:attrNameLst>
                                          </p:cBhvr>
                                          <p:to>
                                            <p:strVal val="visible"/>
                                          </p:to>
                                        </p:set>
                                        <p:anim calcmode="lin" valueType="num">
                                          <p:cBhvr>
                                            <p:cTn id="46" dur="750" fill="hold"/>
                                            <p:tgtEl>
                                              <p:spTgt spid="1044"/>
                                            </p:tgtEl>
                                            <p:attrNameLst>
                                              <p:attrName>ppt_w</p:attrName>
                                            </p:attrNameLst>
                                          </p:cBhvr>
                                          <p:tavLst>
                                            <p:tav tm="0">
                                              <p:val>
                                                <p:fltVal val="0"/>
                                              </p:val>
                                            </p:tav>
                                            <p:tav tm="100000">
                                              <p:val>
                                                <p:strVal val="#ppt_w"/>
                                              </p:val>
                                            </p:tav>
                                          </p:tavLst>
                                        </p:anim>
                                        <p:anim calcmode="lin" valueType="num">
                                          <p:cBhvr>
                                            <p:cTn id="47" dur="750" fill="hold"/>
                                            <p:tgtEl>
                                              <p:spTgt spid="1044"/>
                                            </p:tgtEl>
                                            <p:attrNameLst>
                                              <p:attrName>ppt_h</p:attrName>
                                            </p:attrNameLst>
                                          </p:cBhvr>
                                          <p:tavLst>
                                            <p:tav tm="0">
                                              <p:val>
                                                <p:fltVal val="0"/>
                                              </p:val>
                                            </p:tav>
                                            <p:tav tm="100000">
                                              <p:val>
                                                <p:strVal val="#ppt_h"/>
                                              </p:val>
                                            </p:tav>
                                          </p:tavLst>
                                        </p:anim>
                                        <p:animEffect transition="in" filter="fade">
                                          <p:cBhvr>
                                            <p:cTn id="48" dur="750"/>
                                            <p:tgtEl>
                                              <p:spTgt spid="1044"/>
                                            </p:tgtEl>
                                          </p:cBhvr>
                                        </p:animEffect>
                                      </p:childTnLst>
                                    </p:cTn>
                                  </p:par>
                                  <p:par>
                                    <p:cTn id="49" presetID="53" presetClass="entr" presetSubtype="16" fill="hold" nodeType="withEffect">
                                      <p:stCondLst>
                                        <p:cond delay="750"/>
                                      </p:stCondLst>
                                      <p:childTnLst>
                                        <p:set>
                                          <p:cBhvr>
                                            <p:cTn id="50" dur="1" fill="hold">
                                              <p:stCondLst>
                                                <p:cond delay="0"/>
                                              </p:stCondLst>
                                            </p:cTn>
                                            <p:tgtEl>
                                              <p:spTgt spid="1047"/>
                                            </p:tgtEl>
                                            <p:attrNameLst>
                                              <p:attrName>style.visibility</p:attrName>
                                            </p:attrNameLst>
                                          </p:cBhvr>
                                          <p:to>
                                            <p:strVal val="visible"/>
                                          </p:to>
                                        </p:set>
                                        <p:anim calcmode="lin" valueType="num">
                                          <p:cBhvr>
                                            <p:cTn id="51" dur="750" fill="hold"/>
                                            <p:tgtEl>
                                              <p:spTgt spid="1047"/>
                                            </p:tgtEl>
                                            <p:attrNameLst>
                                              <p:attrName>ppt_w</p:attrName>
                                            </p:attrNameLst>
                                          </p:cBhvr>
                                          <p:tavLst>
                                            <p:tav tm="0">
                                              <p:val>
                                                <p:fltVal val="0"/>
                                              </p:val>
                                            </p:tav>
                                            <p:tav tm="100000">
                                              <p:val>
                                                <p:strVal val="#ppt_w"/>
                                              </p:val>
                                            </p:tav>
                                          </p:tavLst>
                                        </p:anim>
                                        <p:anim calcmode="lin" valueType="num">
                                          <p:cBhvr>
                                            <p:cTn id="52" dur="750" fill="hold"/>
                                            <p:tgtEl>
                                              <p:spTgt spid="1047"/>
                                            </p:tgtEl>
                                            <p:attrNameLst>
                                              <p:attrName>ppt_h</p:attrName>
                                            </p:attrNameLst>
                                          </p:cBhvr>
                                          <p:tavLst>
                                            <p:tav tm="0">
                                              <p:val>
                                                <p:fltVal val="0"/>
                                              </p:val>
                                            </p:tav>
                                            <p:tav tm="100000">
                                              <p:val>
                                                <p:strVal val="#ppt_h"/>
                                              </p:val>
                                            </p:tav>
                                          </p:tavLst>
                                        </p:anim>
                                        <p:animEffect transition="in" filter="fade">
                                          <p:cBhvr>
                                            <p:cTn id="53" dur="750"/>
                                            <p:tgtEl>
                                              <p:spTgt spid="1047"/>
                                            </p:tgtEl>
                                          </p:cBhvr>
                                        </p:animEffect>
                                      </p:childTnLst>
                                    </p:cTn>
                                  </p:par>
                                  <p:par>
                                    <p:cTn id="54" presetID="53" presetClass="entr" presetSubtype="16" fill="hold" grpId="0" nodeType="withEffect">
                                      <p:stCondLst>
                                        <p:cond delay="250"/>
                                      </p:stCondLst>
                                      <p:childTnLst>
                                        <p:set>
                                          <p:cBhvr>
                                            <p:cTn id="55" dur="1" fill="hold">
                                              <p:stCondLst>
                                                <p:cond delay="0"/>
                                              </p:stCondLst>
                                            </p:cTn>
                                            <p:tgtEl>
                                              <p:spTgt spid="1030"/>
                                            </p:tgtEl>
                                            <p:attrNameLst>
                                              <p:attrName>style.visibility</p:attrName>
                                            </p:attrNameLst>
                                          </p:cBhvr>
                                          <p:to>
                                            <p:strVal val="visible"/>
                                          </p:to>
                                        </p:set>
                                        <p:anim calcmode="lin" valueType="num">
                                          <p:cBhvr>
                                            <p:cTn id="56" dur="750" fill="hold"/>
                                            <p:tgtEl>
                                              <p:spTgt spid="1030"/>
                                            </p:tgtEl>
                                            <p:attrNameLst>
                                              <p:attrName>ppt_w</p:attrName>
                                            </p:attrNameLst>
                                          </p:cBhvr>
                                          <p:tavLst>
                                            <p:tav tm="0">
                                              <p:val>
                                                <p:fltVal val="0"/>
                                              </p:val>
                                            </p:tav>
                                            <p:tav tm="100000">
                                              <p:val>
                                                <p:strVal val="#ppt_w"/>
                                              </p:val>
                                            </p:tav>
                                          </p:tavLst>
                                        </p:anim>
                                        <p:anim calcmode="lin" valueType="num">
                                          <p:cBhvr>
                                            <p:cTn id="57" dur="750" fill="hold"/>
                                            <p:tgtEl>
                                              <p:spTgt spid="1030"/>
                                            </p:tgtEl>
                                            <p:attrNameLst>
                                              <p:attrName>ppt_h</p:attrName>
                                            </p:attrNameLst>
                                          </p:cBhvr>
                                          <p:tavLst>
                                            <p:tav tm="0">
                                              <p:val>
                                                <p:fltVal val="0"/>
                                              </p:val>
                                            </p:tav>
                                            <p:tav tm="100000">
                                              <p:val>
                                                <p:strVal val="#ppt_h"/>
                                              </p:val>
                                            </p:tav>
                                          </p:tavLst>
                                        </p:anim>
                                        <p:animEffect transition="in" filter="fade">
                                          <p:cBhvr>
                                            <p:cTn id="58" dur="750"/>
                                            <p:tgtEl>
                                              <p:spTgt spid="1030"/>
                                            </p:tgtEl>
                                          </p:cBhvr>
                                        </p:animEffect>
                                      </p:childTnLst>
                                    </p:cTn>
                                  </p:par>
                                  <p:par>
                                    <p:cTn id="59" presetID="53" presetClass="entr" presetSubtype="16" fill="hold" grpId="0" nodeType="withEffect">
                                      <p:stCondLst>
                                        <p:cond delay="250"/>
                                      </p:stCondLst>
                                      <p:childTnLst>
                                        <p:set>
                                          <p:cBhvr>
                                            <p:cTn id="60" dur="1" fill="hold">
                                              <p:stCondLst>
                                                <p:cond delay="0"/>
                                              </p:stCondLst>
                                            </p:cTn>
                                            <p:tgtEl>
                                              <p:spTgt spid="1031"/>
                                            </p:tgtEl>
                                            <p:attrNameLst>
                                              <p:attrName>style.visibility</p:attrName>
                                            </p:attrNameLst>
                                          </p:cBhvr>
                                          <p:to>
                                            <p:strVal val="visible"/>
                                          </p:to>
                                        </p:set>
                                        <p:anim calcmode="lin" valueType="num">
                                          <p:cBhvr>
                                            <p:cTn id="61" dur="750" fill="hold"/>
                                            <p:tgtEl>
                                              <p:spTgt spid="1031"/>
                                            </p:tgtEl>
                                            <p:attrNameLst>
                                              <p:attrName>ppt_w</p:attrName>
                                            </p:attrNameLst>
                                          </p:cBhvr>
                                          <p:tavLst>
                                            <p:tav tm="0">
                                              <p:val>
                                                <p:fltVal val="0"/>
                                              </p:val>
                                            </p:tav>
                                            <p:tav tm="100000">
                                              <p:val>
                                                <p:strVal val="#ppt_w"/>
                                              </p:val>
                                            </p:tav>
                                          </p:tavLst>
                                        </p:anim>
                                        <p:anim calcmode="lin" valueType="num">
                                          <p:cBhvr>
                                            <p:cTn id="62" dur="750" fill="hold"/>
                                            <p:tgtEl>
                                              <p:spTgt spid="1031"/>
                                            </p:tgtEl>
                                            <p:attrNameLst>
                                              <p:attrName>ppt_h</p:attrName>
                                            </p:attrNameLst>
                                          </p:cBhvr>
                                          <p:tavLst>
                                            <p:tav tm="0">
                                              <p:val>
                                                <p:fltVal val="0"/>
                                              </p:val>
                                            </p:tav>
                                            <p:tav tm="100000">
                                              <p:val>
                                                <p:strVal val="#ppt_h"/>
                                              </p:val>
                                            </p:tav>
                                          </p:tavLst>
                                        </p:anim>
                                        <p:animEffect transition="in" filter="fade">
                                          <p:cBhvr>
                                            <p:cTn id="63" dur="750"/>
                                            <p:tgtEl>
                                              <p:spTgt spid="1031"/>
                                            </p:tgtEl>
                                          </p:cBhvr>
                                        </p:animEffect>
                                      </p:childTnLst>
                                    </p:cTn>
                                  </p:par>
                                  <p:par>
                                    <p:cTn id="64" presetID="53" presetClass="entr" presetSubtype="16" fill="hold" grpId="0" nodeType="withEffect">
                                      <p:stCondLst>
                                        <p:cond delay="250"/>
                                      </p:stCondLst>
                                      <p:childTnLst>
                                        <p:set>
                                          <p:cBhvr>
                                            <p:cTn id="65" dur="1" fill="hold">
                                              <p:stCondLst>
                                                <p:cond delay="0"/>
                                              </p:stCondLst>
                                            </p:cTn>
                                            <p:tgtEl>
                                              <p:spTgt spid="51"/>
                                            </p:tgtEl>
                                            <p:attrNameLst>
                                              <p:attrName>style.visibility</p:attrName>
                                            </p:attrNameLst>
                                          </p:cBhvr>
                                          <p:to>
                                            <p:strVal val="visible"/>
                                          </p:to>
                                        </p:set>
                                        <p:anim calcmode="lin" valueType="num">
                                          <p:cBhvr>
                                            <p:cTn id="66" dur="750" fill="hold"/>
                                            <p:tgtEl>
                                              <p:spTgt spid="51"/>
                                            </p:tgtEl>
                                            <p:attrNameLst>
                                              <p:attrName>ppt_w</p:attrName>
                                            </p:attrNameLst>
                                          </p:cBhvr>
                                          <p:tavLst>
                                            <p:tav tm="0">
                                              <p:val>
                                                <p:fltVal val="0"/>
                                              </p:val>
                                            </p:tav>
                                            <p:tav tm="100000">
                                              <p:val>
                                                <p:strVal val="#ppt_w"/>
                                              </p:val>
                                            </p:tav>
                                          </p:tavLst>
                                        </p:anim>
                                        <p:anim calcmode="lin" valueType="num">
                                          <p:cBhvr>
                                            <p:cTn id="67" dur="750" fill="hold"/>
                                            <p:tgtEl>
                                              <p:spTgt spid="51"/>
                                            </p:tgtEl>
                                            <p:attrNameLst>
                                              <p:attrName>ppt_h</p:attrName>
                                            </p:attrNameLst>
                                          </p:cBhvr>
                                          <p:tavLst>
                                            <p:tav tm="0">
                                              <p:val>
                                                <p:fltVal val="0"/>
                                              </p:val>
                                            </p:tav>
                                            <p:tav tm="100000">
                                              <p:val>
                                                <p:strVal val="#ppt_h"/>
                                              </p:val>
                                            </p:tav>
                                          </p:tavLst>
                                        </p:anim>
                                        <p:animEffect transition="in" filter="fade">
                                          <p:cBhvr>
                                            <p:cTn id="68" dur="750"/>
                                            <p:tgtEl>
                                              <p:spTgt spid="51"/>
                                            </p:tgtEl>
                                          </p:cBhvr>
                                        </p:animEffect>
                                      </p:childTnLst>
                                    </p:cTn>
                                  </p:par>
                                  <p:par>
                                    <p:cTn id="69" presetID="10" presetClass="entr" presetSubtype="0" fill="hold" grpId="0" nodeType="withEffect">
                                      <p:stCondLst>
                                        <p:cond delay="1500"/>
                                      </p:stCondLst>
                                      <p:childTnLst>
                                        <p:set>
                                          <p:cBhvr>
                                            <p:cTn id="70" dur="1" fill="hold">
                                              <p:stCondLst>
                                                <p:cond delay="0"/>
                                              </p:stCondLst>
                                            </p:cTn>
                                            <p:tgtEl>
                                              <p:spTgt spid="1035"/>
                                            </p:tgtEl>
                                            <p:attrNameLst>
                                              <p:attrName>style.visibility</p:attrName>
                                            </p:attrNameLst>
                                          </p:cBhvr>
                                          <p:to>
                                            <p:strVal val="visible"/>
                                          </p:to>
                                        </p:set>
                                        <p:animEffect transition="in" filter="fade">
                                          <p:cBhvr>
                                            <p:cTn id="71" dur="750"/>
                                            <p:tgtEl>
                                              <p:spTgt spid="1035"/>
                                            </p:tgtEl>
                                          </p:cBhvr>
                                        </p:animEffect>
                                      </p:childTnLst>
                                    </p:cTn>
                                  </p:par>
                                  <p:par>
                                    <p:cTn id="72" presetID="10" presetClass="entr" presetSubtype="0" fill="hold" grpId="0" nodeType="withEffect">
                                      <p:stCondLst>
                                        <p:cond delay="1500"/>
                                      </p:stCondLst>
                                      <p:childTnLst>
                                        <p:set>
                                          <p:cBhvr>
                                            <p:cTn id="73" dur="1" fill="hold">
                                              <p:stCondLst>
                                                <p:cond delay="0"/>
                                              </p:stCondLst>
                                            </p:cTn>
                                            <p:tgtEl>
                                              <p:spTgt spid="48"/>
                                            </p:tgtEl>
                                            <p:attrNameLst>
                                              <p:attrName>style.visibility</p:attrName>
                                            </p:attrNameLst>
                                          </p:cBhvr>
                                          <p:to>
                                            <p:strVal val="visible"/>
                                          </p:to>
                                        </p:set>
                                        <p:animEffect transition="in" filter="fade">
                                          <p:cBhvr>
                                            <p:cTn id="74" dur="750"/>
                                            <p:tgtEl>
                                              <p:spTgt spid="48"/>
                                            </p:tgtEl>
                                          </p:cBhvr>
                                        </p:animEffect>
                                      </p:childTnLst>
                                    </p:cTn>
                                  </p:par>
                                  <p:par>
                                    <p:cTn id="75" presetID="10" presetClass="entr" presetSubtype="0" fill="hold" grpId="0" nodeType="withEffect">
                                      <p:stCondLst>
                                        <p:cond delay="1500"/>
                                      </p:stCondLst>
                                      <p:childTnLst>
                                        <p:set>
                                          <p:cBhvr>
                                            <p:cTn id="76" dur="1" fill="hold">
                                              <p:stCondLst>
                                                <p:cond delay="0"/>
                                              </p:stCondLst>
                                            </p:cTn>
                                            <p:tgtEl>
                                              <p:spTgt spid="1026"/>
                                            </p:tgtEl>
                                            <p:attrNameLst>
                                              <p:attrName>style.visibility</p:attrName>
                                            </p:attrNameLst>
                                          </p:cBhvr>
                                          <p:to>
                                            <p:strVal val="visible"/>
                                          </p:to>
                                        </p:set>
                                        <p:animEffect transition="in" filter="fade">
                                          <p:cBhvr>
                                            <p:cTn id="77" dur="750"/>
                                            <p:tgtEl>
                                              <p:spTgt spid="1026"/>
                                            </p:tgtEl>
                                          </p:cBhvr>
                                        </p:animEffect>
                                      </p:childTnLst>
                                    </p:cTn>
                                  </p:par>
                                  <p:par>
                                    <p:cTn id="78" presetID="10" presetClass="entr" presetSubtype="0" fill="hold" grpId="0" nodeType="withEffect">
                                      <p:stCondLst>
                                        <p:cond delay="1500"/>
                                      </p:stCondLst>
                                      <p:childTnLst>
                                        <p:set>
                                          <p:cBhvr>
                                            <p:cTn id="79" dur="1" fill="hold">
                                              <p:stCondLst>
                                                <p:cond delay="0"/>
                                              </p:stCondLst>
                                            </p:cTn>
                                            <p:tgtEl>
                                              <p:spTgt spid="1034"/>
                                            </p:tgtEl>
                                            <p:attrNameLst>
                                              <p:attrName>style.visibility</p:attrName>
                                            </p:attrNameLst>
                                          </p:cBhvr>
                                          <p:to>
                                            <p:strVal val="visible"/>
                                          </p:to>
                                        </p:set>
                                        <p:animEffect transition="in" filter="fade">
                                          <p:cBhvr>
                                            <p:cTn id="80" dur="750"/>
                                            <p:tgtEl>
                                              <p:spTgt spid="1034"/>
                                            </p:tgtEl>
                                          </p:cBhvr>
                                        </p:animEffect>
                                      </p:childTnLst>
                                    </p:cTn>
                                  </p:par>
                                  <p:par>
                                    <p:cTn id="81" presetID="10" presetClass="entr" presetSubtype="0" fill="hold" grpId="0" nodeType="withEffect">
                                      <p:stCondLst>
                                        <p:cond delay="1500"/>
                                      </p:stCondLst>
                                      <p:childTnLst>
                                        <p:set>
                                          <p:cBhvr>
                                            <p:cTn id="82" dur="1" fill="hold">
                                              <p:stCondLst>
                                                <p:cond delay="0"/>
                                              </p:stCondLst>
                                            </p:cTn>
                                            <p:tgtEl>
                                              <p:spTgt spid="1037"/>
                                            </p:tgtEl>
                                            <p:attrNameLst>
                                              <p:attrName>style.visibility</p:attrName>
                                            </p:attrNameLst>
                                          </p:cBhvr>
                                          <p:to>
                                            <p:strVal val="visible"/>
                                          </p:to>
                                        </p:set>
                                        <p:animEffect transition="in" filter="fade">
                                          <p:cBhvr>
                                            <p:cTn id="83" dur="750"/>
                                            <p:tgtEl>
                                              <p:spTgt spid="1037"/>
                                            </p:tgtEl>
                                          </p:cBhvr>
                                        </p:animEffect>
                                      </p:childTnLst>
                                    </p:cTn>
                                  </p:par>
                                  <p:par>
                                    <p:cTn id="84" presetID="10" presetClass="entr" presetSubtype="0" fill="hold" grpId="0" nodeType="withEffect">
                                      <p:stCondLst>
                                        <p:cond delay="1500"/>
                                      </p:stCondLst>
                                      <p:childTnLst>
                                        <p:set>
                                          <p:cBhvr>
                                            <p:cTn id="85" dur="1" fill="hold">
                                              <p:stCondLst>
                                                <p:cond delay="0"/>
                                              </p:stCondLst>
                                            </p:cTn>
                                            <p:tgtEl>
                                              <p:spTgt spid="49"/>
                                            </p:tgtEl>
                                            <p:attrNameLst>
                                              <p:attrName>style.visibility</p:attrName>
                                            </p:attrNameLst>
                                          </p:cBhvr>
                                          <p:to>
                                            <p:strVal val="visible"/>
                                          </p:to>
                                        </p:set>
                                        <p:animEffect transition="in" filter="fade">
                                          <p:cBhvr>
                                            <p:cTn id="86" dur="750"/>
                                            <p:tgtEl>
                                              <p:spTgt spid="49"/>
                                            </p:tgtEl>
                                          </p:cBhvr>
                                        </p:animEffect>
                                      </p:childTnLst>
                                    </p:cTn>
                                  </p:par>
                                  <p:par>
                                    <p:cTn id="87" presetID="10" presetClass="entr" presetSubtype="0" fill="hold" grpId="0" nodeType="withEffect">
                                      <p:stCondLst>
                                        <p:cond delay="1500"/>
                                      </p:stCondLst>
                                      <p:childTnLst>
                                        <p:set>
                                          <p:cBhvr>
                                            <p:cTn id="88" dur="1" fill="hold">
                                              <p:stCondLst>
                                                <p:cond delay="0"/>
                                              </p:stCondLst>
                                            </p:cTn>
                                            <p:tgtEl>
                                              <p:spTgt spid="1027"/>
                                            </p:tgtEl>
                                            <p:attrNameLst>
                                              <p:attrName>style.visibility</p:attrName>
                                            </p:attrNameLst>
                                          </p:cBhvr>
                                          <p:to>
                                            <p:strVal val="visible"/>
                                          </p:to>
                                        </p:set>
                                        <p:animEffect transition="in" filter="fade">
                                          <p:cBhvr>
                                            <p:cTn id="89" dur="750"/>
                                            <p:tgtEl>
                                              <p:spTgt spid="1027"/>
                                            </p:tgtEl>
                                          </p:cBhvr>
                                        </p:animEffect>
                                      </p:childTnLst>
                                    </p:cTn>
                                  </p:par>
                                  <p:par>
                                    <p:cTn id="90" presetID="10" presetClass="entr" presetSubtype="0" fill="hold" grpId="0" nodeType="withEffect">
                                      <p:stCondLst>
                                        <p:cond delay="1500"/>
                                      </p:stCondLst>
                                      <p:childTnLst>
                                        <p:set>
                                          <p:cBhvr>
                                            <p:cTn id="91" dur="1" fill="hold">
                                              <p:stCondLst>
                                                <p:cond delay="0"/>
                                              </p:stCondLst>
                                            </p:cTn>
                                            <p:tgtEl>
                                              <p:spTgt spid="1033"/>
                                            </p:tgtEl>
                                            <p:attrNameLst>
                                              <p:attrName>style.visibility</p:attrName>
                                            </p:attrNameLst>
                                          </p:cBhvr>
                                          <p:to>
                                            <p:strVal val="visible"/>
                                          </p:to>
                                        </p:set>
                                        <p:animEffect transition="in" filter="fade">
                                          <p:cBhvr>
                                            <p:cTn id="92" dur="750"/>
                                            <p:tgtEl>
                                              <p:spTgt spid="1033"/>
                                            </p:tgtEl>
                                          </p:cBhvr>
                                        </p:animEffect>
                                      </p:childTnLst>
                                    </p:cTn>
                                  </p:par>
                                  <p:par>
                                    <p:cTn id="93" presetID="10" presetClass="entr" presetSubtype="0" fill="hold" grpId="0" nodeType="withEffect">
                                      <p:stCondLst>
                                        <p:cond delay="1500"/>
                                      </p:stCondLst>
                                      <p:childTnLst>
                                        <p:set>
                                          <p:cBhvr>
                                            <p:cTn id="94" dur="1" fill="hold">
                                              <p:stCondLst>
                                                <p:cond delay="0"/>
                                              </p:stCondLst>
                                            </p:cTn>
                                            <p:tgtEl>
                                              <p:spTgt spid="1038"/>
                                            </p:tgtEl>
                                            <p:attrNameLst>
                                              <p:attrName>style.visibility</p:attrName>
                                            </p:attrNameLst>
                                          </p:cBhvr>
                                          <p:to>
                                            <p:strVal val="visible"/>
                                          </p:to>
                                        </p:set>
                                        <p:animEffect transition="in" filter="fade">
                                          <p:cBhvr>
                                            <p:cTn id="95" dur="750"/>
                                            <p:tgtEl>
                                              <p:spTgt spid="1038"/>
                                            </p:tgtEl>
                                          </p:cBhvr>
                                        </p:animEffect>
                                      </p:childTnLst>
                                    </p:cTn>
                                  </p:par>
                                  <p:par>
                                    <p:cTn id="96" presetID="10" presetClass="entr" presetSubtype="0" fill="hold" grpId="0" nodeType="withEffect">
                                      <p:stCondLst>
                                        <p:cond delay="1500"/>
                                      </p:stCondLst>
                                      <p:childTnLst>
                                        <p:set>
                                          <p:cBhvr>
                                            <p:cTn id="97" dur="1" fill="hold">
                                              <p:stCondLst>
                                                <p:cond delay="0"/>
                                              </p:stCondLst>
                                            </p:cTn>
                                            <p:tgtEl>
                                              <p:spTgt spid="50"/>
                                            </p:tgtEl>
                                            <p:attrNameLst>
                                              <p:attrName>style.visibility</p:attrName>
                                            </p:attrNameLst>
                                          </p:cBhvr>
                                          <p:to>
                                            <p:strVal val="visible"/>
                                          </p:to>
                                        </p:set>
                                        <p:animEffect transition="in" filter="fade">
                                          <p:cBhvr>
                                            <p:cTn id="98" dur="750"/>
                                            <p:tgtEl>
                                              <p:spTgt spid="50"/>
                                            </p:tgtEl>
                                          </p:cBhvr>
                                        </p:animEffect>
                                      </p:childTnLst>
                                    </p:cTn>
                                  </p:par>
                                  <p:par>
                                    <p:cTn id="99" presetID="10" presetClass="entr" presetSubtype="0" fill="hold" grpId="0" nodeType="withEffect">
                                      <p:stCondLst>
                                        <p:cond delay="1500"/>
                                      </p:stCondLst>
                                      <p:childTnLst>
                                        <p:set>
                                          <p:cBhvr>
                                            <p:cTn id="100" dur="1" fill="hold">
                                              <p:stCondLst>
                                                <p:cond delay="0"/>
                                              </p:stCondLst>
                                            </p:cTn>
                                            <p:tgtEl>
                                              <p:spTgt spid="1028"/>
                                            </p:tgtEl>
                                            <p:attrNameLst>
                                              <p:attrName>style.visibility</p:attrName>
                                            </p:attrNameLst>
                                          </p:cBhvr>
                                          <p:to>
                                            <p:strVal val="visible"/>
                                          </p:to>
                                        </p:set>
                                        <p:animEffect transition="in" filter="fade">
                                          <p:cBhvr>
                                            <p:cTn id="101" dur="750"/>
                                            <p:tgtEl>
                                              <p:spTgt spid="1028"/>
                                            </p:tgtEl>
                                          </p:cBhvr>
                                        </p:animEffect>
                                      </p:childTnLst>
                                    </p:cTn>
                                  </p:par>
                                  <p:par>
                                    <p:cTn id="102" presetID="10" presetClass="entr" presetSubtype="0" fill="hold" grpId="0" nodeType="withEffect">
                                      <p:stCondLst>
                                        <p:cond delay="1500"/>
                                      </p:stCondLst>
                                      <p:childTnLst>
                                        <p:set>
                                          <p:cBhvr>
                                            <p:cTn id="103" dur="1" fill="hold">
                                              <p:stCondLst>
                                                <p:cond delay="0"/>
                                              </p:stCondLst>
                                            </p:cTn>
                                            <p:tgtEl>
                                              <p:spTgt spid="1032"/>
                                            </p:tgtEl>
                                            <p:attrNameLst>
                                              <p:attrName>style.visibility</p:attrName>
                                            </p:attrNameLst>
                                          </p:cBhvr>
                                          <p:to>
                                            <p:strVal val="visible"/>
                                          </p:to>
                                        </p:set>
                                        <p:animEffect transition="in" filter="fade">
                                          <p:cBhvr>
                                            <p:cTn id="104" dur="750"/>
                                            <p:tgtEl>
                                              <p:spTgt spid="10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26" grpId="0"/>
          <p:bldP spid="1027" grpId="0"/>
          <p:bldP spid="1028" grpId="0"/>
          <p:bldP spid="1030" grpId="0" animBg="1"/>
          <p:bldP spid="1031" grpId="0"/>
          <p:bldP spid="1032" grpId="0" animBg="1"/>
          <p:bldP spid="1033" grpId="0" animBg="1"/>
          <p:bldP spid="1034" grpId="0" animBg="1"/>
          <p:bldP spid="1035" grpId="0"/>
          <p:bldP spid="1037" grpId="0"/>
          <p:bldP spid="1038" grpId="0"/>
          <p:bldP spid="48" grpId="0"/>
          <p:bldP spid="49" grpId="0"/>
          <p:bldP spid="50" grpId="0"/>
          <p:bldP spid="51" grpId="0"/>
        </p:bldLst>
      </p:timing>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5" name="Group 124">
            <a:extLst>
              <a:ext uri="{FF2B5EF4-FFF2-40B4-BE49-F238E27FC236}">
                <a16:creationId xmlns:a16="http://schemas.microsoft.com/office/drawing/2014/main" id="{5ABBF55E-3BE5-4A54-A5C7-A1BD486C0950}"/>
              </a:ext>
            </a:extLst>
          </p:cNvPr>
          <p:cNvGrpSpPr/>
          <p:nvPr/>
        </p:nvGrpSpPr>
        <p:grpSpPr>
          <a:xfrm>
            <a:off x="7938" y="3467100"/>
            <a:ext cx="2487613" cy="179388"/>
            <a:chOff x="7938" y="3467100"/>
            <a:chExt cx="2487613" cy="179388"/>
          </a:xfrm>
          <a:effectLst>
            <a:outerShdw blurRad="114300" dist="50800" algn="tl" rotWithShape="0">
              <a:prstClr val="black">
                <a:alpha val="40000"/>
              </a:prstClr>
            </a:outerShdw>
          </a:effectLst>
        </p:grpSpPr>
        <p:sp>
          <p:nvSpPr>
            <p:cNvPr id="89" name="Rectangle 85">
              <a:extLst>
                <a:ext uri="{FF2B5EF4-FFF2-40B4-BE49-F238E27FC236}">
                  <a16:creationId xmlns:a16="http://schemas.microsoft.com/office/drawing/2014/main" id="{52EE8BFD-B189-4738-8F76-420DE45EC448}"/>
                </a:ext>
              </a:extLst>
            </p:cNvPr>
            <p:cNvSpPr>
              <a:spLocks noChangeArrowheads="1"/>
            </p:cNvSpPr>
            <p:nvPr/>
          </p:nvSpPr>
          <p:spPr bwMode="auto">
            <a:xfrm>
              <a:off x="7938" y="3467100"/>
              <a:ext cx="2487613" cy="179388"/>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91" name="Freeform 87">
              <a:extLst>
                <a:ext uri="{FF2B5EF4-FFF2-40B4-BE49-F238E27FC236}">
                  <a16:creationId xmlns:a16="http://schemas.microsoft.com/office/drawing/2014/main" id="{38CA10B9-E138-4C75-8044-96D8C34DEB91}"/>
                </a:ext>
              </a:extLst>
            </p:cNvPr>
            <p:cNvSpPr>
              <a:spLocks/>
            </p:cNvSpPr>
            <p:nvPr/>
          </p:nvSpPr>
          <p:spPr bwMode="auto">
            <a:xfrm>
              <a:off x="7938" y="3467100"/>
              <a:ext cx="2035175" cy="15875"/>
            </a:xfrm>
            <a:custGeom>
              <a:avLst/>
              <a:gdLst>
                <a:gd name="T0" fmla="*/ 531 w 535"/>
                <a:gd name="T1" fmla="*/ 0 h 4"/>
                <a:gd name="T2" fmla="*/ 0 w 535"/>
                <a:gd name="T3" fmla="*/ 0 h 4"/>
                <a:gd name="T4" fmla="*/ 0 w 535"/>
                <a:gd name="T5" fmla="*/ 4 h 4"/>
                <a:gd name="T6" fmla="*/ 535 w 535"/>
                <a:gd name="T7" fmla="*/ 4 h 4"/>
                <a:gd name="T8" fmla="*/ 531 w 535"/>
                <a:gd name="T9" fmla="*/ 0 h 4"/>
              </a:gdLst>
              <a:ahLst/>
              <a:cxnLst>
                <a:cxn ang="0">
                  <a:pos x="T0" y="T1"/>
                </a:cxn>
                <a:cxn ang="0">
                  <a:pos x="T2" y="T3"/>
                </a:cxn>
                <a:cxn ang="0">
                  <a:pos x="T4" y="T5"/>
                </a:cxn>
                <a:cxn ang="0">
                  <a:pos x="T6" y="T7"/>
                </a:cxn>
                <a:cxn ang="0">
                  <a:pos x="T8" y="T9"/>
                </a:cxn>
              </a:cxnLst>
              <a:rect l="0" t="0" r="r" b="b"/>
              <a:pathLst>
                <a:path w="535" h="4">
                  <a:moveTo>
                    <a:pt x="531" y="0"/>
                  </a:moveTo>
                  <a:cubicBezTo>
                    <a:pt x="0" y="0"/>
                    <a:pt x="0" y="0"/>
                    <a:pt x="0" y="0"/>
                  </a:cubicBezTo>
                  <a:cubicBezTo>
                    <a:pt x="0" y="4"/>
                    <a:pt x="0" y="4"/>
                    <a:pt x="0" y="4"/>
                  </a:cubicBezTo>
                  <a:cubicBezTo>
                    <a:pt x="535" y="4"/>
                    <a:pt x="535" y="4"/>
                    <a:pt x="535" y="4"/>
                  </a:cubicBezTo>
                  <a:cubicBezTo>
                    <a:pt x="534" y="2"/>
                    <a:pt x="532" y="1"/>
                    <a:pt x="53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26" name="Ring_01">
            <a:extLst>
              <a:ext uri="{FF2B5EF4-FFF2-40B4-BE49-F238E27FC236}">
                <a16:creationId xmlns:a16="http://schemas.microsoft.com/office/drawing/2014/main" id="{1C19B280-EF65-4C41-B0A0-936DB041C722}"/>
              </a:ext>
            </a:extLst>
          </p:cNvPr>
          <p:cNvGrpSpPr/>
          <p:nvPr/>
        </p:nvGrpSpPr>
        <p:grpSpPr>
          <a:xfrm>
            <a:off x="1787526" y="2225675"/>
            <a:ext cx="2154238" cy="1454151"/>
            <a:chOff x="1787526" y="2225675"/>
            <a:chExt cx="2154238" cy="1454151"/>
          </a:xfrm>
        </p:grpSpPr>
        <p:sp>
          <p:nvSpPr>
            <p:cNvPr id="88" name="Freeform 84">
              <a:extLst>
                <a:ext uri="{FF2B5EF4-FFF2-40B4-BE49-F238E27FC236}">
                  <a16:creationId xmlns:a16="http://schemas.microsoft.com/office/drawing/2014/main" id="{C801D59C-F2DD-4FE3-8557-7FAB7E128BB6}"/>
                </a:ext>
              </a:extLst>
            </p:cNvPr>
            <p:cNvSpPr>
              <a:spLocks noEditPoints="1"/>
            </p:cNvSpPr>
            <p:nvPr/>
          </p:nvSpPr>
          <p:spPr bwMode="auto">
            <a:xfrm>
              <a:off x="1787526" y="2225675"/>
              <a:ext cx="2154238" cy="1420813"/>
            </a:xfrm>
            <a:custGeom>
              <a:avLst/>
              <a:gdLst>
                <a:gd name="T0" fmla="*/ 310 w 566"/>
                <a:gd name="T1" fmla="*/ 326 h 373"/>
                <a:gd name="T2" fmla="*/ 373 w 566"/>
                <a:gd name="T3" fmla="*/ 186 h 373"/>
                <a:gd name="T4" fmla="*/ 186 w 566"/>
                <a:gd name="T5" fmla="*/ 0 h 373"/>
                <a:gd name="T6" fmla="*/ 0 w 566"/>
                <a:gd name="T7" fmla="*/ 186 h 373"/>
                <a:gd name="T8" fmla="*/ 186 w 566"/>
                <a:gd name="T9" fmla="*/ 373 h 373"/>
                <a:gd name="T10" fmla="*/ 566 w 566"/>
                <a:gd name="T11" fmla="*/ 373 h 373"/>
                <a:gd name="T12" fmla="*/ 566 w 566"/>
                <a:gd name="T13" fmla="*/ 326 h 373"/>
                <a:gd name="T14" fmla="*/ 310 w 566"/>
                <a:gd name="T15" fmla="*/ 326 h 373"/>
                <a:gd name="T16" fmla="*/ 47 w 566"/>
                <a:gd name="T17" fmla="*/ 186 h 373"/>
                <a:gd name="T18" fmla="*/ 186 w 566"/>
                <a:gd name="T19" fmla="*/ 47 h 373"/>
                <a:gd name="T20" fmla="*/ 326 w 566"/>
                <a:gd name="T21" fmla="*/ 186 h 373"/>
                <a:gd name="T22" fmla="*/ 186 w 566"/>
                <a:gd name="T23" fmla="*/ 326 h 373"/>
                <a:gd name="T24" fmla="*/ 47 w 566"/>
                <a:gd name="T25" fmla="*/ 18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373">
                  <a:moveTo>
                    <a:pt x="310" y="326"/>
                  </a:moveTo>
                  <a:cubicBezTo>
                    <a:pt x="348" y="292"/>
                    <a:pt x="373" y="242"/>
                    <a:pt x="373" y="186"/>
                  </a:cubicBezTo>
                  <a:cubicBezTo>
                    <a:pt x="373" y="84"/>
                    <a:pt x="289" y="0"/>
                    <a:pt x="186" y="0"/>
                  </a:cubicBezTo>
                  <a:cubicBezTo>
                    <a:pt x="84" y="0"/>
                    <a:pt x="0" y="84"/>
                    <a:pt x="0" y="186"/>
                  </a:cubicBezTo>
                  <a:cubicBezTo>
                    <a:pt x="0" y="289"/>
                    <a:pt x="84" y="373"/>
                    <a:pt x="186" y="373"/>
                  </a:cubicBezTo>
                  <a:cubicBezTo>
                    <a:pt x="566" y="373"/>
                    <a:pt x="566" y="373"/>
                    <a:pt x="566" y="373"/>
                  </a:cubicBezTo>
                  <a:cubicBezTo>
                    <a:pt x="566" y="326"/>
                    <a:pt x="566" y="326"/>
                    <a:pt x="566" y="326"/>
                  </a:cubicBezTo>
                  <a:lnTo>
                    <a:pt x="310" y="326"/>
                  </a:lnTo>
                  <a:close/>
                  <a:moveTo>
                    <a:pt x="47" y="186"/>
                  </a:moveTo>
                  <a:cubicBezTo>
                    <a:pt x="47" y="109"/>
                    <a:pt x="109" y="47"/>
                    <a:pt x="186" y="47"/>
                  </a:cubicBezTo>
                  <a:cubicBezTo>
                    <a:pt x="263" y="47"/>
                    <a:pt x="326" y="109"/>
                    <a:pt x="326" y="186"/>
                  </a:cubicBezTo>
                  <a:cubicBezTo>
                    <a:pt x="326" y="263"/>
                    <a:pt x="263" y="326"/>
                    <a:pt x="186" y="326"/>
                  </a:cubicBezTo>
                  <a:cubicBezTo>
                    <a:pt x="109" y="326"/>
                    <a:pt x="47" y="263"/>
                    <a:pt x="47" y="186"/>
                  </a:cubicBezTo>
                  <a:close/>
                </a:path>
              </a:pathLst>
            </a:custGeom>
            <a:solidFill>
              <a:schemeClr val="accent1"/>
            </a:solidFill>
            <a:ln>
              <a:noFill/>
            </a:ln>
            <a:effectLst>
              <a:outerShdw blurRad="114300" dist="508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90" name="Freeform 86">
              <a:extLst>
                <a:ext uri="{FF2B5EF4-FFF2-40B4-BE49-F238E27FC236}">
                  <a16:creationId xmlns:a16="http://schemas.microsoft.com/office/drawing/2014/main" id="{D6123438-E730-49A4-A9D6-8D6384622905}"/>
                </a:ext>
              </a:extLst>
            </p:cNvPr>
            <p:cNvSpPr>
              <a:spLocks/>
            </p:cNvSpPr>
            <p:nvPr/>
          </p:nvSpPr>
          <p:spPr bwMode="auto">
            <a:xfrm>
              <a:off x="1787526" y="2225675"/>
              <a:ext cx="1419225" cy="715963"/>
            </a:xfrm>
            <a:custGeom>
              <a:avLst/>
              <a:gdLst>
                <a:gd name="T0" fmla="*/ 186 w 373"/>
                <a:gd name="T1" fmla="*/ 4 h 188"/>
                <a:gd name="T2" fmla="*/ 373 w 373"/>
                <a:gd name="T3" fmla="*/ 188 h 188"/>
                <a:gd name="T4" fmla="*/ 373 w 373"/>
                <a:gd name="T5" fmla="*/ 186 h 188"/>
                <a:gd name="T6" fmla="*/ 186 w 373"/>
                <a:gd name="T7" fmla="*/ 0 h 188"/>
                <a:gd name="T8" fmla="*/ 0 w 373"/>
                <a:gd name="T9" fmla="*/ 186 h 188"/>
                <a:gd name="T10" fmla="*/ 0 w 373"/>
                <a:gd name="T11" fmla="*/ 188 h 188"/>
                <a:gd name="T12" fmla="*/ 186 w 373"/>
                <a:gd name="T13" fmla="*/ 4 h 188"/>
              </a:gdLst>
              <a:ahLst/>
              <a:cxnLst>
                <a:cxn ang="0">
                  <a:pos x="T0" y="T1"/>
                </a:cxn>
                <a:cxn ang="0">
                  <a:pos x="T2" y="T3"/>
                </a:cxn>
                <a:cxn ang="0">
                  <a:pos x="T4" y="T5"/>
                </a:cxn>
                <a:cxn ang="0">
                  <a:pos x="T6" y="T7"/>
                </a:cxn>
                <a:cxn ang="0">
                  <a:pos x="T8" y="T9"/>
                </a:cxn>
                <a:cxn ang="0">
                  <a:pos x="T10" y="T11"/>
                </a:cxn>
                <a:cxn ang="0">
                  <a:pos x="T12" y="T13"/>
                </a:cxn>
              </a:cxnLst>
              <a:rect l="0" t="0" r="r" b="b"/>
              <a:pathLst>
                <a:path w="373" h="188">
                  <a:moveTo>
                    <a:pt x="186" y="4"/>
                  </a:moveTo>
                  <a:cubicBezTo>
                    <a:pt x="289" y="4"/>
                    <a:pt x="372" y="86"/>
                    <a:pt x="373" y="188"/>
                  </a:cubicBezTo>
                  <a:cubicBezTo>
                    <a:pt x="373" y="188"/>
                    <a:pt x="373" y="187"/>
                    <a:pt x="373" y="186"/>
                  </a:cubicBezTo>
                  <a:cubicBezTo>
                    <a:pt x="373" y="84"/>
                    <a:pt x="289" y="0"/>
                    <a:pt x="186" y="0"/>
                  </a:cubicBezTo>
                  <a:cubicBezTo>
                    <a:pt x="84" y="0"/>
                    <a:pt x="0" y="84"/>
                    <a:pt x="0" y="186"/>
                  </a:cubicBezTo>
                  <a:cubicBezTo>
                    <a:pt x="0" y="187"/>
                    <a:pt x="0" y="188"/>
                    <a:pt x="0" y="188"/>
                  </a:cubicBezTo>
                  <a:cubicBezTo>
                    <a:pt x="1" y="86"/>
                    <a:pt x="84" y="4"/>
                    <a:pt x="186"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2" name="Rectangle 88">
              <a:extLst>
                <a:ext uri="{FF2B5EF4-FFF2-40B4-BE49-F238E27FC236}">
                  <a16:creationId xmlns:a16="http://schemas.microsoft.com/office/drawing/2014/main" id="{E2439948-BFD1-4E4E-B643-E1553F3BEB38}"/>
                </a:ext>
              </a:extLst>
            </p:cNvPr>
            <p:cNvSpPr>
              <a:spLocks noChangeArrowheads="1"/>
            </p:cNvSpPr>
            <p:nvPr/>
          </p:nvSpPr>
          <p:spPr bwMode="auto">
            <a:xfrm>
              <a:off x="2495551" y="3467100"/>
              <a:ext cx="1588" cy="1588"/>
            </a:xfrm>
            <a:prstGeom prst="rect">
              <a:avLst/>
            </a:prstGeom>
            <a:solidFill>
              <a:srgbClr val="FE26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3" name="Freeform 89">
              <a:extLst>
                <a:ext uri="{FF2B5EF4-FFF2-40B4-BE49-F238E27FC236}">
                  <a16:creationId xmlns:a16="http://schemas.microsoft.com/office/drawing/2014/main" id="{D88DAC5A-8E77-4781-B6DC-1C5BBF3C4C26}"/>
                </a:ext>
              </a:extLst>
            </p:cNvPr>
            <p:cNvSpPr>
              <a:spLocks/>
            </p:cNvSpPr>
            <p:nvPr/>
          </p:nvSpPr>
          <p:spPr bwMode="auto">
            <a:xfrm>
              <a:off x="2495551" y="2941638"/>
              <a:ext cx="533400" cy="525463"/>
            </a:xfrm>
            <a:custGeom>
              <a:avLst/>
              <a:gdLst>
                <a:gd name="T0" fmla="*/ 140 w 140"/>
                <a:gd name="T1" fmla="*/ 2 h 138"/>
                <a:gd name="T2" fmla="*/ 140 w 140"/>
                <a:gd name="T3" fmla="*/ 0 h 138"/>
                <a:gd name="T4" fmla="*/ 0 w 140"/>
                <a:gd name="T5" fmla="*/ 138 h 138"/>
                <a:gd name="T6" fmla="*/ 32 w 140"/>
                <a:gd name="T7" fmla="*/ 138 h 138"/>
                <a:gd name="T8" fmla="*/ 140 w 140"/>
                <a:gd name="T9" fmla="*/ 2 h 138"/>
              </a:gdLst>
              <a:ahLst/>
              <a:cxnLst>
                <a:cxn ang="0">
                  <a:pos x="T0" y="T1"/>
                </a:cxn>
                <a:cxn ang="0">
                  <a:pos x="T2" y="T3"/>
                </a:cxn>
                <a:cxn ang="0">
                  <a:pos x="T4" y="T5"/>
                </a:cxn>
                <a:cxn ang="0">
                  <a:pos x="T6" y="T7"/>
                </a:cxn>
                <a:cxn ang="0">
                  <a:pos x="T8" y="T9"/>
                </a:cxn>
              </a:cxnLst>
              <a:rect l="0" t="0" r="r" b="b"/>
              <a:pathLst>
                <a:path w="140" h="138">
                  <a:moveTo>
                    <a:pt x="140" y="2"/>
                  </a:moveTo>
                  <a:cubicBezTo>
                    <a:pt x="140" y="1"/>
                    <a:pt x="140" y="1"/>
                    <a:pt x="140" y="0"/>
                  </a:cubicBezTo>
                  <a:cubicBezTo>
                    <a:pt x="139" y="76"/>
                    <a:pt x="77" y="138"/>
                    <a:pt x="0" y="138"/>
                  </a:cubicBezTo>
                  <a:cubicBezTo>
                    <a:pt x="32" y="138"/>
                    <a:pt x="32" y="138"/>
                    <a:pt x="32" y="138"/>
                  </a:cubicBezTo>
                  <a:cubicBezTo>
                    <a:pt x="94" y="124"/>
                    <a:pt x="140" y="68"/>
                    <a:pt x="14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4" name="Freeform 90">
              <a:extLst>
                <a:ext uri="{FF2B5EF4-FFF2-40B4-BE49-F238E27FC236}">
                  <a16:creationId xmlns:a16="http://schemas.microsoft.com/office/drawing/2014/main" id="{5F3E14A9-8FB1-417B-A10A-347B62F81C75}"/>
                </a:ext>
              </a:extLst>
            </p:cNvPr>
            <p:cNvSpPr>
              <a:spLocks/>
            </p:cNvSpPr>
            <p:nvPr/>
          </p:nvSpPr>
          <p:spPr bwMode="auto">
            <a:xfrm>
              <a:off x="1966913" y="2941638"/>
              <a:ext cx="1974850" cy="541338"/>
            </a:xfrm>
            <a:custGeom>
              <a:avLst/>
              <a:gdLst>
                <a:gd name="T0" fmla="*/ 519 w 519"/>
                <a:gd name="T1" fmla="*/ 138 h 142"/>
                <a:gd name="T2" fmla="*/ 171 w 519"/>
                <a:gd name="T3" fmla="*/ 138 h 142"/>
                <a:gd name="T4" fmla="*/ 139 w 519"/>
                <a:gd name="T5" fmla="*/ 138 h 142"/>
                <a:gd name="T6" fmla="*/ 139 w 519"/>
                <a:gd name="T7" fmla="*/ 138 h 142"/>
                <a:gd name="T8" fmla="*/ 139 w 519"/>
                <a:gd name="T9" fmla="*/ 138 h 142"/>
                <a:gd name="T10" fmla="*/ 0 w 519"/>
                <a:gd name="T11" fmla="*/ 0 h 142"/>
                <a:gd name="T12" fmla="*/ 0 w 519"/>
                <a:gd name="T13" fmla="*/ 2 h 142"/>
                <a:gd name="T14" fmla="*/ 108 w 519"/>
                <a:gd name="T15" fmla="*/ 138 h 142"/>
                <a:gd name="T16" fmla="*/ 138 w 519"/>
                <a:gd name="T17" fmla="*/ 142 h 142"/>
                <a:gd name="T18" fmla="*/ 138 w 519"/>
                <a:gd name="T19" fmla="*/ 142 h 142"/>
                <a:gd name="T20" fmla="*/ 519 w 519"/>
                <a:gd name="T21" fmla="*/ 142 h 142"/>
                <a:gd name="T22" fmla="*/ 519 w 519"/>
                <a:gd name="T23"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9" h="142">
                  <a:moveTo>
                    <a:pt x="519" y="138"/>
                  </a:moveTo>
                  <a:cubicBezTo>
                    <a:pt x="171" y="138"/>
                    <a:pt x="171" y="138"/>
                    <a:pt x="171" y="138"/>
                  </a:cubicBezTo>
                  <a:cubicBezTo>
                    <a:pt x="139" y="138"/>
                    <a:pt x="139" y="138"/>
                    <a:pt x="139" y="138"/>
                  </a:cubicBezTo>
                  <a:cubicBezTo>
                    <a:pt x="139" y="138"/>
                    <a:pt x="139" y="138"/>
                    <a:pt x="139" y="138"/>
                  </a:cubicBezTo>
                  <a:cubicBezTo>
                    <a:pt x="139" y="138"/>
                    <a:pt x="139" y="138"/>
                    <a:pt x="139" y="138"/>
                  </a:cubicBezTo>
                  <a:cubicBezTo>
                    <a:pt x="63" y="138"/>
                    <a:pt x="1" y="76"/>
                    <a:pt x="0" y="0"/>
                  </a:cubicBezTo>
                  <a:cubicBezTo>
                    <a:pt x="0" y="1"/>
                    <a:pt x="0" y="1"/>
                    <a:pt x="0" y="2"/>
                  </a:cubicBezTo>
                  <a:cubicBezTo>
                    <a:pt x="0" y="68"/>
                    <a:pt x="46" y="124"/>
                    <a:pt x="108" y="138"/>
                  </a:cubicBezTo>
                  <a:cubicBezTo>
                    <a:pt x="118" y="140"/>
                    <a:pt x="127" y="141"/>
                    <a:pt x="138" y="142"/>
                  </a:cubicBezTo>
                  <a:cubicBezTo>
                    <a:pt x="138" y="142"/>
                    <a:pt x="138" y="142"/>
                    <a:pt x="138" y="142"/>
                  </a:cubicBezTo>
                  <a:cubicBezTo>
                    <a:pt x="519" y="142"/>
                    <a:pt x="519" y="142"/>
                    <a:pt x="519" y="142"/>
                  </a:cubicBezTo>
                  <a:lnTo>
                    <a:pt x="519" y="138"/>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24" name="Group 123">
              <a:extLst>
                <a:ext uri="{FF2B5EF4-FFF2-40B4-BE49-F238E27FC236}">
                  <a16:creationId xmlns:a16="http://schemas.microsoft.com/office/drawing/2014/main" id="{D8B0576D-0585-4757-9EDC-F28887BD331C}"/>
                </a:ext>
              </a:extLst>
            </p:cNvPr>
            <p:cNvGrpSpPr/>
            <p:nvPr/>
          </p:nvGrpSpPr>
          <p:grpSpPr>
            <a:xfrm>
              <a:off x="3122613" y="3421063"/>
              <a:ext cx="301625" cy="258763"/>
              <a:chOff x="3122613" y="3421063"/>
              <a:chExt cx="301625" cy="258763"/>
            </a:xfrm>
            <a:effectLst>
              <a:outerShdw blurRad="50800" dist="38100" dir="2700000" algn="tl" rotWithShape="0">
                <a:prstClr val="black">
                  <a:alpha val="18000"/>
                </a:prstClr>
              </a:outerShdw>
            </a:effectLst>
          </p:grpSpPr>
          <p:sp>
            <p:nvSpPr>
              <p:cNvPr id="95" name="Freeform 91">
                <a:extLst>
                  <a:ext uri="{FF2B5EF4-FFF2-40B4-BE49-F238E27FC236}">
                    <a16:creationId xmlns:a16="http://schemas.microsoft.com/office/drawing/2014/main" id="{28271D65-3AE2-4F98-9FC1-777C8D05BB95}"/>
                  </a:ext>
                </a:extLst>
              </p:cNvPr>
              <p:cNvSpPr>
                <a:spLocks/>
              </p:cNvSpPr>
              <p:nvPr/>
            </p:nvSpPr>
            <p:spPr bwMode="auto">
              <a:xfrm>
                <a:off x="3122613" y="3421063"/>
                <a:ext cx="301625" cy="258763"/>
              </a:xfrm>
              <a:custGeom>
                <a:avLst/>
                <a:gdLst>
                  <a:gd name="T0" fmla="*/ 0 w 190"/>
                  <a:gd name="T1" fmla="*/ 0 h 163"/>
                  <a:gd name="T2" fmla="*/ 190 w 190"/>
                  <a:gd name="T3" fmla="*/ 82 h 163"/>
                  <a:gd name="T4" fmla="*/ 0 w 190"/>
                  <a:gd name="T5" fmla="*/ 163 h 163"/>
                  <a:gd name="T6" fmla="*/ 0 w 190"/>
                  <a:gd name="T7" fmla="*/ 0 h 163"/>
                </a:gdLst>
                <a:ahLst/>
                <a:cxnLst>
                  <a:cxn ang="0">
                    <a:pos x="T0" y="T1"/>
                  </a:cxn>
                  <a:cxn ang="0">
                    <a:pos x="T2" y="T3"/>
                  </a:cxn>
                  <a:cxn ang="0">
                    <a:pos x="T4" y="T5"/>
                  </a:cxn>
                  <a:cxn ang="0">
                    <a:pos x="T6" y="T7"/>
                  </a:cxn>
                </a:cxnLst>
                <a:rect l="0" t="0" r="r" b="b"/>
                <a:pathLst>
                  <a:path w="190" h="163">
                    <a:moveTo>
                      <a:pt x="0" y="0"/>
                    </a:moveTo>
                    <a:lnTo>
                      <a:pt x="190" y="82"/>
                    </a:lnTo>
                    <a:lnTo>
                      <a:pt x="0" y="163"/>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96" name="Freeform 92">
                <a:extLst>
                  <a:ext uri="{FF2B5EF4-FFF2-40B4-BE49-F238E27FC236}">
                    <a16:creationId xmlns:a16="http://schemas.microsoft.com/office/drawing/2014/main" id="{2202E5AA-25F2-4C86-B861-EB33E7418D8F}"/>
                  </a:ext>
                </a:extLst>
              </p:cNvPr>
              <p:cNvSpPr>
                <a:spLocks/>
              </p:cNvSpPr>
              <p:nvPr/>
            </p:nvSpPr>
            <p:spPr bwMode="auto">
              <a:xfrm>
                <a:off x="3122613" y="3421063"/>
                <a:ext cx="301625" cy="130175"/>
              </a:xfrm>
              <a:custGeom>
                <a:avLst/>
                <a:gdLst>
                  <a:gd name="T0" fmla="*/ 0 w 190"/>
                  <a:gd name="T1" fmla="*/ 39 h 82"/>
                  <a:gd name="T2" fmla="*/ 8 w 190"/>
                  <a:gd name="T3" fmla="*/ 39 h 82"/>
                  <a:gd name="T4" fmla="*/ 8 w 190"/>
                  <a:gd name="T5" fmla="*/ 15 h 82"/>
                  <a:gd name="T6" fmla="*/ 190 w 190"/>
                  <a:gd name="T7" fmla="*/ 82 h 82"/>
                  <a:gd name="T8" fmla="*/ 0 w 190"/>
                  <a:gd name="T9" fmla="*/ 0 h 82"/>
                  <a:gd name="T10" fmla="*/ 0 w 190"/>
                  <a:gd name="T11" fmla="*/ 39 h 82"/>
                </a:gdLst>
                <a:ahLst/>
                <a:cxnLst>
                  <a:cxn ang="0">
                    <a:pos x="T0" y="T1"/>
                  </a:cxn>
                  <a:cxn ang="0">
                    <a:pos x="T2" y="T3"/>
                  </a:cxn>
                  <a:cxn ang="0">
                    <a:pos x="T4" y="T5"/>
                  </a:cxn>
                  <a:cxn ang="0">
                    <a:pos x="T6" y="T7"/>
                  </a:cxn>
                  <a:cxn ang="0">
                    <a:pos x="T8" y="T9"/>
                  </a:cxn>
                  <a:cxn ang="0">
                    <a:pos x="T10" y="T11"/>
                  </a:cxn>
                </a:cxnLst>
                <a:rect l="0" t="0" r="r" b="b"/>
                <a:pathLst>
                  <a:path w="190" h="82">
                    <a:moveTo>
                      <a:pt x="0" y="39"/>
                    </a:moveTo>
                    <a:lnTo>
                      <a:pt x="8" y="39"/>
                    </a:lnTo>
                    <a:lnTo>
                      <a:pt x="8" y="15"/>
                    </a:lnTo>
                    <a:lnTo>
                      <a:pt x="190" y="82"/>
                    </a:lnTo>
                    <a:lnTo>
                      <a:pt x="0" y="0"/>
                    </a:lnTo>
                    <a:lnTo>
                      <a:pt x="0" y="39"/>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97" name="Freeform 93">
              <a:extLst>
                <a:ext uri="{FF2B5EF4-FFF2-40B4-BE49-F238E27FC236}">
                  <a16:creationId xmlns:a16="http://schemas.microsoft.com/office/drawing/2014/main" id="{1079F864-25DC-43CC-8702-1DBF6214418A}"/>
                </a:ext>
              </a:extLst>
            </p:cNvPr>
            <p:cNvSpPr>
              <a:spLocks/>
            </p:cNvSpPr>
            <p:nvPr/>
          </p:nvSpPr>
          <p:spPr bwMode="auto">
            <a:xfrm>
              <a:off x="2495551" y="3219450"/>
              <a:ext cx="650875" cy="247650"/>
            </a:xfrm>
            <a:custGeom>
              <a:avLst/>
              <a:gdLst>
                <a:gd name="T0" fmla="*/ 0 w 171"/>
                <a:gd name="T1" fmla="*/ 65 h 65"/>
                <a:gd name="T2" fmla="*/ 124 w 171"/>
                <a:gd name="T3" fmla="*/ 65 h 65"/>
                <a:gd name="T4" fmla="*/ 171 w 171"/>
                <a:gd name="T5" fmla="*/ 0 h 65"/>
                <a:gd name="T6" fmla="*/ 118 w 171"/>
                <a:gd name="T7" fmla="*/ 0 h 65"/>
                <a:gd name="T8" fmla="*/ 0 w 171"/>
                <a:gd name="T9" fmla="*/ 65 h 65"/>
              </a:gdLst>
              <a:ahLst/>
              <a:cxnLst>
                <a:cxn ang="0">
                  <a:pos x="T0" y="T1"/>
                </a:cxn>
                <a:cxn ang="0">
                  <a:pos x="T2" y="T3"/>
                </a:cxn>
                <a:cxn ang="0">
                  <a:pos x="T4" y="T5"/>
                </a:cxn>
                <a:cxn ang="0">
                  <a:pos x="T6" y="T7"/>
                </a:cxn>
                <a:cxn ang="0">
                  <a:pos x="T8" y="T9"/>
                </a:cxn>
              </a:cxnLst>
              <a:rect l="0" t="0" r="r" b="b"/>
              <a:pathLst>
                <a:path w="171" h="65">
                  <a:moveTo>
                    <a:pt x="0" y="65"/>
                  </a:moveTo>
                  <a:cubicBezTo>
                    <a:pt x="124" y="65"/>
                    <a:pt x="124" y="65"/>
                    <a:pt x="124" y="65"/>
                  </a:cubicBezTo>
                  <a:cubicBezTo>
                    <a:pt x="144" y="47"/>
                    <a:pt x="160" y="25"/>
                    <a:pt x="171" y="0"/>
                  </a:cubicBezTo>
                  <a:cubicBezTo>
                    <a:pt x="118" y="0"/>
                    <a:pt x="118" y="0"/>
                    <a:pt x="118" y="0"/>
                  </a:cubicBezTo>
                  <a:cubicBezTo>
                    <a:pt x="94" y="39"/>
                    <a:pt x="50" y="65"/>
                    <a:pt x="0" y="65"/>
                  </a:cubicBezTo>
                  <a:close/>
                </a:path>
              </a:pathLst>
            </a:custGeom>
            <a:gradFill>
              <a:gsLst>
                <a:gs pos="62000">
                  <a:schemeClr val="accent1">
                    <a:alpha val="0"/>
                  </a:schemeClr>
                </a:gs>
                <a:gs pos="100000">
                  <a:srgbClr val="000000">
                    <a:alpha val="40000"/>
                  </a:srgb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29" name="Ring_02">
            <a:extLst>
              <a:ext uri="{FF2B5EF4-FFF2-40B4-BE49-F238E27FC236}">
                <a16:creationId xmlns:a16="http://schemas.microsoft.com/office/drawing/2014/main" id="{F2D9708D-EB73-48F0-87C7-107CA3E7AFCB}"/>
              </a:ext>
            </a:extLst>
          </p:cNvPr>
          <p:cNvGrpSpPr/>
          <p:nvPr/>
        </p:nvGrpSpPr>
        <p:grpSpPr>
          <a:xfrm>
            <a:off x="3230563" y="3421063"/>
            <a:ext cx="2154238" cy="1466850"/>
            <a:chOff x="3230563" y="3421063"/>
            <a:chExt cx="2154238" cy="1466850"/>
          </a:xfrm>
        </p:grpSpPr>
        <p:grpSp>
          <p:nvGrpSpPr>
            <p:cNvPr id="128" name="Group 127">
              <a:extLst>
                <a:ext uri="{FF2B5EF4-FFF2-40B4-BE49-F238E27FC236}">
                  <a16:creationId xmlns:a16="http://schemas.microsoft.com/office/drawing/2014/main" id="{80A51574-93B4-4160-A7C6-90FC482F1E9A}"/>
                </a:ext>
              </a:extLst>
            </p:cNvPr>
            <p:cNvGrpSpPr/>
            <p:nvPr/>
          </p:nvGrpSpPr>
          <p:grpSpPr>
            <a:xfrm>
              <a:off x="3230563" y="3467100"/>
              <a:ext cx="2154238" cy="1420813"/>
              <a:chOff x="3230563" y="3467100"/>
              <a:chExt cx="2154238" cy="1420813"/>
            </a:xfrm>
            <a:effectLst>
              <a:outerShdw blurRad="114300" dist="38100" dir="2700000" algn="tl" rotWithShape="0">
                <a:prstClr val="black">
                  <a:alpha val="26000"/>
                </a:prstClr>
              </a:outerShdw>
            </a:effectLst>
          </p:grpSpPr>
          <p:sp>
            <p:nvSpPr>
              <p:cNvPr id="82" name="Rectangle 78">
                <a:extLst>
                  <a:ext uri="{FF2B5EF4-FFF2-40B4-BE49-F238E27FC236}">
                    <a16:creationId xmlns:a16="http://schemas.microsoft.com/office/drawing/2014/main" id="{C7A228F1-6A51-4363-B9D7-AC35C314C6E0}"/>
                  </a:ext>
                </a:extLst>
              </p:cNvPr>
              <p:cNvSpPr>
                <a:spLocks noChangeArrowheads="1"/>
              </p:cNvSpPr>
              <p:nvPr/>
            </p:nvSpPr>
            <p:spPr bwMode="auto">
              <a:xfrm>
                <a:off x="5383213" y="3467100"/>
                <a:ext cx="1588"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8" name="Freeform 94">
                <a:extLst>
                  <a:ext uri="{FF2B5EF4-FFF2-40B4-BE49-F238E27FC236}">
                    <a16:creationId xmlns:a16="http://schemas.microsoft.com/office/drawing/2014/main" id="{924584F1-D5D6-4614-9419-6D001F2F4A28}"/>
                  </a:ext>
                </a:extLst>
              </p:cNvPr>
              <p:cNvSpPr>
                <a:spLocks noEditPoints="1"/>
              </p:cNvSpPr>
              <p:nvPr/>
            </p:nvSpPr>
            <p:spPr bwMode="auto">
              <a:xfrm>
                <a:off x="3230563" y="3467100"/>
                <a:ext cx="2152650" cy="1420813"/>
              </a:xfrm>
              <a:custGeom>
                <a:avLst/>
                <a:gdLst>
                  <a:gd name="T0" fmla="*/ 373 w 566"/>
                  <a:gd name="T1" fmla="*/ 186 h 373"/>
                  <a:gd name="T2" fmla="*/ 310 w 566"/>
                  <a:gd name="T3" fmla="*/ 47 h 373"/>
                  <a:gd name="T4" fmla="*/ 566 w 566"/>
                  <a:gd name="T5" fmla="*/ 47 h 373"/>
                  <a:gd name="T6" fmla="*/ 443 w 566"/>
                  <a:gd name="T7" fmla="*/ 0 h 373"/>
                  <a:gd name="T8" fmla="*/ 187 w 566"/>
                  <a:gd name="T9" fmla="*/ 0 h 373"/>
                  <a:gd name="T10" fmla="*/ 0 w 566"/>
                  <a:gd name="T11" fmla="*/ 186 h 373"/>
                  <a:gd name="T12" fmla="*/ 187 w 566"/>
                  <a:gd name="T13" fmla="*/ 373 h 373"/>
                  <a:gd name="T14" fmla="*/ 373 w 566"/>
                  <a:gd name="T15" fmla="*/ 186 h 373"/>
                  <a:gd name="T16" fmla="*/ 47 w 566"/>
                  <a:gd name="T17" fmla="*/ 186 h 373"/>
                  <a:gd name="T18" fmla="*/ 187 w 566"/>
                  <a:gd name="T19" fmla="*/ 47 h 373"/>
                  <a:gd name="T20" fmla="*/ 326 w 566"/>
                  <a:gd name="T21" fmla="*/ 186 h 373"/>
                  <a:gd name="T22" fmla="*/ 187 w 566"/>
                  <a:gd name="T23" fmla="*/ 326 h 373"/>
                  <a:gd name="T24" fmla="*/ 47 w 566"/>
                  <a:gd name="T25" fmla="*/ 18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373">
                    <a:moveTo>
                      <a:pt x="373" y="186"/>
                    </a:moveTo>
                    <a:cubicBezTo>
                      <a:pt x="373" y="131"/>
                      <a:pt x="349" y="81"/>
                      <a:pt x="310" y="47"/>
                    </a:cubicBezTo>
                    <a:cubicBezTo>
                      <a:pt x="566" y="47"/>
                      <a:pt x="566" y="47"/>
                      <a:pt x="566" y="47"/>
                    </a:cubicBezTo>
                    <a:cubicBezTo>
                      <a:pt x="519" y="47"/>
                      <a:pt x="476" y="29"/>
                      <a:pt x="443" y="0"/>
                    </a:cubicBezTo>
                    <a:cubicBezTo>
                      <a:pt x="187" y="0"/>
                      <a:pt x="187" y="0"/>
                      <a:pt x="187" y="0"/>
                    </a:cubicBezTo>
                    <a:cubicBezTo>
                      <a:pt x="84" y="0"/>
                      <a:pt x="0" y="84"/>
                      <a:pt x="0" y="186"/>
                    </a:cubicBezTo>
                    <a:cubicBezTo>
                      <a:pt x="0" y="289"/>
                      <a:pt x="84" y="373"/>
                      <a:pt x="187" y="373"/>
                    </a:cubicBezTo>
                    <a:cubicBezTo>
                      <a:pt x="289" y="373"/>
                      <a:pt x="373" y="289"/>
                      <a:pt x="373" y="186"/>
                    </a:cubicBezTo>
                    <a:close/>
                    <a:moveTo>
                      <a:pt x="47" y="186"/>
                    </a:moveTo>
                    <a:cubicBezTo>
                      <a:pt x="47" y="109"/>
                      <a:pt x="110" y="47"/>
                      <a:pt x="187" y="47"/>
                    </a:cubicBezTo>
                    <a:cubicBezTo>
                      <a:pt x="264" y="47"/>
                      <a:pt x="326" y="109"/>
                      <a:pt x="326" y="186"/>
                    </a:cubicBezTo>
                    <a:cubicBezTo>
                      <a:pt x="326" y="263"/>
                      <a:pt x="264" y="326"/>
                      <a:pt x="187" y="326"/>
                    </a:cubicBezTo>
                    <a:cubicBezTo>
                      <a:pt x="110" y="326"/>
                      <a:pt x="47" y="263"/>
                      <a:pt x="47" y="18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9" name="Freeform 95">
                <a:extLst>
                  <a:ext uri="{FF2B5EF4-FFF2-40B4-BE49-F238E27FC236}">
                    <a16:creationId xmlns:a16="http://schemas.microsoft.com/office/drawing/2014/main" id="{40D3F9F1-884E-48C6-AD6D-D5B7F4985F1E}"/>
                  </a:ext>
                </a:extLst>
              </p:cNvPr>
              <p:cNvSpPr>
                <a:spLocks/>
              </p:cNvSpPr>
              <p:nvPr/>
            </p:nvSpPr>
            <p:spPr bwMode="auto">
              <a:xfrm>
                <a:off x="3408363" y="4183063"/>
                <a:ext cx="1062038" cy="541338"/>
              </a:xfrm>
              <a:custGeom>
                <a:avLst/>
                <a:gdLst>
                  <a:gd name="T0" fmla="*/ 0 w 279"/>
                  <a:gd name="T1" fmla="*/ 0 h 142"/>
                  <a:gd name="T2" fmla="*/ 0 w 279"/>
                  <a:gd name="T3" fmla="*/ 2 h 142"/>
                  <a:gd name="T4" fmla="*/ 140 w 279"/>
                  <a:gd name="T5" fmla="*/ 142 h 142"/>
                  <a:gd name="T6" fmla="*/ 279 w 279"/>
                  <a:gd name="T7" fmla="*/ 2 h 142"/>
                  <a:gd name="T8" fmla="*/ 279 w 279"/>
                  <a:gd name="T9" fmla="*/ 0 h 142"/>
                  <a:gd name="T10" fmla="*/ 140 w 279"/>
                  <a:gd name="T11" fmla="*/ 138 h 142"/>
                  <a:gd name="T12" fmla="*/ 0 w 279"/>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279" h="142">
                    <a:moveTo>
                      <a:pt x="0" y="0"/>
                    </a:moveTo>
                    <a:cubicBezTo>
                      <a:pt x="0" y="1"/>
                      <a:pt x="0" y="1"/>
                      <a:pt x="0" y="2"/>
                    </a:cubicBezTo>
                    <a:cubicBezTo>
                      <a:pt x="0" y="79"/>
                      <a:pt x="63" y="142"/>
                      <a:pt x="140" y="142"/>
                    </a:cubicBezTo>
                    <a:cubicBezTo>
                      <a:pt x="217" y="142"/>
                      <a:pt x="279" y="79"/>
                      <a:pt x="279" y="2"/>
                    </a:cubicBezTo>
                    <a:cubicBezTo>
                      <a:pt x="279" y="1"/>
                      <a:pt x="279" y="1"/>
                      <a:pt x="279" y="0"/>
                    </a:cubicBezTo>
                    <a:cubicBezTo>
                      <a:pt x="278" y="76"/>
                      <a:pt x="216" y="138"/>
                      <a:pt x="140" y="138"/>
                    </a:cubicBezTo>
                    <a:cubicBezTo>
                      <a:pt x="63" y="138"/>
                      <a:pt x="1" y="76"/>
                      <a:pt x="0" y="0"/>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0" name="Freeform 96">
                <a:extLst>
                  <a:ext uri="{FF2B5EF4-FFF2-40B4-BE49-F238E27FC236}">
                    <a16:creationId xmlns:a16="http://schemas.microsoft.com/office/drawing/2014/main" id="{A8C3B9EF-019F-4FC5-A4A8-5A26EEBF5A99}"/>
                  </a:ext>
                </a:extLst>
              </p:cNvPr>
              <p:cNvSpPr>
                <a:spLocks/>
              </p:cNvSpPr>
              <p:nvPr/>
            </p:nvSpPr>
            <p:spPr bwMode="auto">
              <a:xfrm>
                <a:off x="4394201" y="3646488"/>
                <a:ext cx="254000" cy="536575"/>
              </a:xfrm>
              <a:custGeom>
                <a:avLst/>
                <a:gdLst>
                  <a:gd name="T0" fmla="*/ 67 w 67"/>
                  <a:gd name="T1" fmla="*/ 139 h 141"/>
                  <a:gd name="T2" fmla="*/ 8 w 67"/>
                  <a:gd name="T3" fmla="*/ 3 h 141"/>
                  <a:gd name="T4" fmla="*/ 4 w 67"/>
                  <a:gd name="T5" fmla="*/ 0 h 141"/>
                  <a:gd name="T6" fmla="*/ 0 w 67"/>
                  <a:gd name="T7" fmla="*/ 0 h 141"/>
                  <a:gd name="T8" fmla="*/ 4 w 67"/>
                  <a:gd name="T9" fmla="*/ 3 h 141"/>
                  <a:gd name="T10" fmla="*/ 67 w 67"/>
                  <a:gd name="T11" fmla="*/ 141 h 141"/>
                  <a:gd name="T12" fmla="*/ 67 w 67"/>
                  <a:gd name="T13" fmla="*/ 139 h 141"/>
                </a:gdLst>
                <a:ahLst/>
                <a:cxnLst>
                  <a:cxn ang="0">
                    <a:pos x="T0" y="T1"/>
                  </a:cxn>
                  <a:cxn ang="0">
                    <a:pos x="T2" y="T3"/>
                  </a:cxn>
                  <a:cxn ang="0">
                    <a:pos x="T4" y="T5"/>
                  </a:cxn>
                  <a:cxn ang="0">
                    <a:pos x="T6" y="T7"/>
                  </a:cxn>
                  <a:cxn ang="0">
                    <a:pos x="T8" y="T9"/>
                  </a:cxn>
                  <a:cxn ang="0">
                    <a:pos x="T10" y="T11"/>
                  </a:cxn>
                  <a:cxn ang="0">
                    <a:pos x="T12" y="T13"/>
                  </a:cxn>
                </a:cxnLst>
                <a:rect l="0" t="0" r="r" b="b"/>
                <a:pathLst>
                  <a:path w="67" h="141">
                    <a:moveTo>
                      <a:pt x="67" y="139"/>
                    </a:moveTo>
                    <a:cubicBezTo>
                      <a:pt x="67" y="86"/>
                      <a:pt x="44" y="37"/>
                      <a:pt x="8" y="3"/>
                    </a:cubicBezTo>
                    <a:cubicBezTo>
                      <a:pt x="4" y="0"/>
                      <a:pt x="4" y="0"/>
                      <a:pt x="4" y="0"/>
                    </a:cubicBezTo>
                    <a:cubicBezTo>
                      <a:pt x="0" y="0"/>
                      <a:pt x="0" y="0"/>
                      <a:pt x="0" y="0"/>
                    </a:cubicBezTo>
                    <a:cubicBezTo>
                      <a:pt x="4" y="3"/>
                      <a:pt x="4" y="3"/>
                      <a:pt x="4" y="3"/>
                    </a:cubicBezTo>
                    <a:cubicBezTo>
                      <a:pt x="42" y="37"/>
                      <a:pt x="67" y="86"/>
                      <a:pt x="67" y="141"/>
                    </a:cubicBezTo>
                    <a:cubicBezTo>
                      <a:pt x="67" y="141"/>
                      <a:pt x="67" y="140"/>
                      <a:pt x="67" y="139"/>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1" name="Freeform 97">
                <a:extLst>
                  <a:ext uri="{FF2B5EF4-FFF2-40B4-BE49-F238E27FC236}">
                    <a16:creationId xmlns:a16="http://schemas.microsoft.com/office/drawing/2014/main" id="{D5350C33-6087-4708-8C06-44A5C80FCCBA}"/>
                  </a:ext>
                </a:extLst>
              </p:cNvPr>
              <p:cNvSpPr>
                <a:spLocks/>
              </p:cNvSpPr>
              <p:nvPr/>
            </p:nvSpPr>
            <p:spPr bwMode="auto">
              <a:xfrm>
                <a:off x="3230563" y="3467100"/>
                <a:ext cx="1700213" cy="715963"/>
              </a:xfrm>
              <a:custGeom>
                <a:avLst/>
                <a:gdLst>
                  <a:gd name="T0" fmla="*/ 187 w 447"/>
                  <a:gd name="T1" fmla="*/ 4 h 188"/>
                  <a:gd name="T2" fmla="*/ 447 w 447"/>
                  <a:gd name="T3" fmla="*/ 4 h 188"/>
                  <a:gd name="T4" fmla="*/ 443 w 447"/>
                  <a:gd name="T5" fmla="*/ 0 h 188"/>
                  <a:gd name="T6" fmla="*/ 187 w 447"/>
                  <a:gd name="T7" fmla="*/ 0 h 188"/>
                  <a:gd name="T8" fmla="*/ 0 w 447"/>
                  <a:gd name="T9" fmla="*/ 186 h 188"/>
                  <a:gd name="T10" fmla="*/ 0 w 447"/>
                  <a:gd name="T11" fmla="*/ 188 h 188"/>
                  <a:gd name="T12" fmla="*/ 187 w 447"/>
                  <a:gd name="T13" fmla="*/ 4 h 188"/>
                </a:gdLst>
                <a:ahLst/>
                <a:cxnLst>
                  <a:cxn ang="0">
                    <a:pos x="T0" y="T1"/>
                  </a:cxn>
                  <a:cxn ang="0">
                    <a:pos x="T2" y="T3"/>
                  </a:cxn>
                  <a:cxn ang="0">
                    <a:pos x="T4" y="T5"/>
                  </a:cxn>
                  <a:cxn ang="0">
                    <a:pos x="T6" y="T7"/>
                  </a:cxn>
                  <a:cxn ang="0">
                    <a:pos x="T8" y="T9"/>
                  </a:cxn>
                  <a:cxn ang="0">
                    <a:pos x="T10" y="T11"/>
                  </a:cxn>
                  <a:cxn ang="0">
                    <a:pos x="T12" y="T13"/>
                  </a:cxn>
                </a:cxnLst>
                <a:rect l="0" t="0" r="r" b="b"/>
                <a:pathLst>
                  <a:path w="447" h="188">
                    <a:moveTo>
                      <a:pt x="187" y="4"/>
                    </a:moveTo>
                    <a:cubicBezTo>
                      <a:pt x="447" y="4"/>
                      <a:pt x="447" y="4"/>
                      <a:pt x="447" y="4"/>
                    </a:cubicBezTo>
                    <a:cubicBezTo>
                      <a:pt x="445" y="2"/>
                      <a:pt x="444" y="1"/>
                      <a:pt x="443" y="0"/>
                    </a:cubicBezTo>
                    <a:cubicBezTo>
                      <a:pt x="187" y="0"/>
                      <a:pt x="187" y="0"/>
                      <a:pt x="187" y="0"/>
                    </a:cubicBezTo>
                    <a:cubicBezTo>
                      <a:pt x="84" y="0"/>
                      <a:pt x="0" y="84"/>
                      <a:pt x="0" y="186"/>
                    </a:cubicBezTo>
                    <a:cubicBezTo>
                      <a:pt x="0" y="187"/>
                      <a:pt x="0" y="188"/>
                      <a:pt x="0" y="188"/>
                    </a:cubicBezTo>
                    <a:cubicBezTo>
                      <a:pt x="1" y="86"/>
                      <a:pt x="85" y="4"/>
                      <a:pt x="187" y="4"/>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27" name="Group 126">
              <a:extLst>
                <a:ext uri="{FF2B5EF4-FFF2-40B4-BE49-F238E27FC236}">
                  <a16:creationId xmlns:a16="http://schemas.microsoft.com/office/drawing/2014/main" id="{15E86861-81DA-465B-9DA0-A57B0775A782}"/>
                </a:ext>
              </a:extLst>
            </p:cNvPr>
            <p:cNvGrpSpPr/>
            <p:nvPr/>
          </p:nvGrpSpPr>
          <p:grpSpPr>
            <a:xfrm>
              <a:off x="4568826" y="3421063"/>
              <a:ext cx="300038" cy="258763"/>
              <a:chOff x="4568826" y="3421063"/>
              <a:chExt cx="300038" cy="258763"/>
            </a:xfrm>
            <a:effectLst>
              <a:outerShdw blurRad="50800" dist="38100" algn="tl" rotWithShape="0">
                <a:prstClr val="black">
                  <a:alpha val="22000"/>
                </a:prstClr>
              </a:outerShdw>
            </a:effectLst>
          </p:grpSpPr>
          <p:sp>
            <p:nvSpPr>
              <p:cNvPr id="102" name="Freeform 98">
                <a:extLst>
                  <a:ext uri="{FF2B5EF4-FFF2-40B4-BE49-F238E27FC236}">
                    <a16:creationId xmlns:a16="http://schemas.microsoft.com/office/drawing/2014/main" id="{9BCF293D-CB58-43AC-ABBF-26C09CA5B231}"/>
                  </a:ext>
                </a:extLst>
              </p:cNvPr>
              <p:cNvSpPr>
                <a:spLocks/>
              </p:cNvSpPr>
              <p:nvPr/>
            </p:nvSpPr>
            <p:spPr bwMode="auto">
              <a:xfrm>
                <a:off x="4568826" y="3421063"/>
                <a:ext cx="300038" cy="258763"/>
              </a:xfrm>
              <a:custGeom>
                <a:avLst/>
                <a:gdLst>
                  <a:gd name="T0" fmla="*/ 0 w 189"/>
                  <a:gd name="T1" fmla="*/ 0 h 163"/>
                  <a:gd name="T2" fmla="*/ 189 w 189"/>
                  <a:gd name="T3" fmla="*/ 82 h 163"/>
                  <a:gd name="T4" fmla="*/ 0 w 189"/>
                  <a:gd name="T5" fmla="*/ 163 h 163"/>
                  <a:gd name="T6" fmla="*/ 0 w 189"/>
                  <a:gd name="T7" fmla="*/ 0 h 163"/>
                </a:gdLst>
                <a:ahLst/>
                <a:cxnLst>
                  <a:cxn ang="0">
                    <a:pos x="T0" y="T1"/>
                  </a:cxn>
                  <a:cxn ang="0">
                    <a:pos x="T2" y="T3"/>
                  </a:cxn>
                  <a:cxn ang="0">
                    <a:pos x="T4" y="T5"/>
                  </a:cxn>
                  <a:cxn ang="0">
                    <a:pos x="T6" y="T7"/>
                  </a:cxn>
                </a:cxnLst>
                <a:rect l="0" t="0" r="r" b="b"/>
                <a:pathLst>
                  <a:path w="189" h="163">
                    <a:moveTo>
                      <a:pt x="0" y="0"/>
                    </a:moveTo>
                    <a:lnTo>
                      <a:pt x="189" y="82"/>
                    </a:lnTo>
                    <a:lnTo>
                      <a:pt x="0" y="163"/>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03" name="Freeform 99">
                <a:extLst>
                  <a:ext uri="{FF2B5EF4-FFF2-40B4-BE49-F238E27FC236}">
                    <a16:creationId xmlns:a16="http://schemas.microsoft.com/office/drawing/2014/main" id="{C10601FC-36F2-4359-99E5-0F8B381986AE}"/>
                  </a:ext>
                </a:extLst>
              </p:cNvPr>
              <p:cNvSpPr>
                <a:spLocks/>
              </p:cNvSpPr>
              <p:nvPr/>
            </p:nvSpPr>
            <p:spPr bwMode="auto">
              <a:xfrm>
                <a:off x="4568826" y="3421063"/>
                <a:ext cx="300038" cy="130175"/>
              </a:xfrm>
              <a:custGeom>
                <a:avLst/>
                <a:gdLst>
                  <a:gd name="T0" fmla="*/ 0 w 189"/>
                  <a:gd name="T1" fmla="*/ 39 h 82"/>
                  <a:gd name="T2" fmla="*/ 10 w 189"/>
                  <a:gd name="T3" fmla="*/ 39 h 82"/>
                  <a:gd name="T4" fmla="*/ 10 w 189"/>
                  <a:gd name="T5" fmla="*/ 15 h 82"/>
                  <a:gd name="T6" fmla="*/ 189 w 189"/>
                  <a:gd name="T7" fmla="*/ 82 h 82"/>
                  <a:gd name="T8" fmla="*/ 0 w 189"/>
                  <a:gd name="T9" fmla="*/ 0 h 82"/>
                  <a:gd name="T10" fmla="*/ 0 w 189"/>
                  <a:gd name="T11" fmla="*/ 39 h 82"/>
                </a:gdLst>
                <a:ahLst/>
                <a:cxnLst>
                  <a:cxn ang="0">
                    <a:pos x="T0" y="T1"/>
                  </a:cxn>
                  <a:cxn ang="0">
                    <a:pos x="T2" y="T3"/>
                  </a:cxn>
                  <a:cxn ang="0">
                    <a:pos x="T4" y="T5"/>
                  </a:cxn>
                  <a:cxn ang="0">
                    <a:pos x="T6" y="T7"/>
                  </a:cxn>
                  <a:cxn ang="0">
                    <a:pos x="T8" y="T9"/>
                  </a:cxn>
                  <a:cxn ang="0">
                    <a:pos x="T10" y="T11"/>
                  </a:cxn>
                </a:cxnLst>
                <a:rect l="0" t="0" r="r" b="b"/>
                <a:pathLst>
                  <a:path w="189" h="82">
                    <a:moveTo>
                      <a:pt x="0" y="39"/>
                    </a:moveTo>
                    <a:lnTo>
                      <a:pt x="10" y="39"/>
                    </a:lnTo>
                    <a:lnTo>
                      <a:pt x="10" y="15"/>
                    </a:lnTo>
                    <a:lnTo>
                      <a:pt x="189" y="82"/>
                    </a:lnTo>
                    <a:lnTo>
                      <a:pt x="0" y="0"/>
                    </a:lnTo>
                    <a:lnTo>
                      <a:pt x="0" y="39"/>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04" name="Freeform 100">
              <a:extLst>
                <a:ext uri="{FF2B5EF4-FFF2-40B4-BE49-F238E27FC236}">
                  <a16:creationId xmlns:a16="http://schemas.microsoft.com/office/drawing/2014/main" id="{2411BED2-3FD3-49F2-AC86-836F7FCD954E}"/>
                </a:ext>
              </a:extLst>
            </p:cNvPr>
            <p:cNvSpPr>
              <a:spLocks/>
            </p:cNvSpPr>
            <p:nvPr/>
          </p:nvSpPr>
          <p:spPr bwMode="auto">
            <a:xfrm>
              <a:off x="3941763" y="3646488"/>
              <a:ext cx="684213" cy="357188"/>
            </a:xfrm>
            <a:custGeom>
              <a:avLst/>
              <a:gdLst>
                <a:gd name="T0" fmla="*/ 132 w 180"/>
                <a:gd name="T1" fmla="*/ 94 h 94"/>
                <a:gd name="T2" fmla="*/ 180 w 180"/>
                <a:gd name="T3" fmla="*/ 94 h 94"/>
                <a:gd name="T4" fmla="*/ 123 w 180"/>
                <a:gd name="T5" fmla="*/ 0 h 94"/>
                <a:gd name="T6" fmla="*/ 0 w 180"/>
                <a:gd name="T7" fmla="*/ 0 h 94"/>
                <a:gd name="T8" fmla="*/ 132 w 180"/>
                <a:gd name="T9" fmla="*/ 94 h 94"/>
              </a:gdLst>
              <a:ahLst/>
              <a:cxnLst>
                <a:cxn ang="0">
                  <a:pos x="T0" y="T1"/>
                </a:cxn>
                <a:cxn ang="0">
                  <a:pos x="T2" y="T3"/>
                </a:cxn>
                <a:cxn ang="0">
                  <a:pos x="T4" y="T5"/>
                </a:cxn>
                <a:cxn ang="0">
                  <a:pos x="T6" y="T7"/>
                </a:cxn>
                <a:cxn ang="0">
                  <a:pos x="T8" y="T9"/>
                </a:cxn>
              </a:cxnLst>
              <a:rect l="0" t="0" r="r" b="b"/>
              <a:pathLst>
                <a:path w="180" h="94">
                  <a:moveTo>
                    <a:pt x="132" y="94"/>
                  </a:moveTo>
                  <a:cubicBezTo>
                    <a:pt x="180" y="94"/>
                    <a:pt x="180" y="94"/>
                    <a:pt x="180" y="94"/>
                  </a:cubicBezTo>
                  <a:cubicBezTo>
                    <a:pt x="171" y="57"/>
                    <a:pt x="151" y="24"/>
                    <a:pt x="123" y="0"/>
                  </a:cubicBezTo>
                  <a:cubicBezTo>
                    <a:pt x="0" y="0"/>
                    <a:pt x="0" y="0"/>
                    <a:pt x="0" y="0"/>
                  </a:cubicBezTo>
                  <a:cubicBezTo>
                    <a:pt x="61" y="0"/>
                    <a:pt x="113" y="39"/>
                    <a:pt x="132" y="94"/>
                  </a:cubicBezTo>
                  <a:close/>
                </a:path>
              </a:pathLst>
            </a:custGeom>
            <a:gradFill>
              <a:gsLst>
                <a:gs pos="62000">
                  <a:schemeClr val="accent2">
                    <a:alpha val="0"/>
                  </a:schemeClr>
                </a:gs>
                <a:gs pos="100000">
                  <a:srgbClr val="000000">
                    <a:alpha val="40000"/>
                  </a:srgbClr>
                </a:gs>
              </a:gsLst>
              <a:lin ang="162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31" name="Ring_03">
            <a:extLst>
              <a:ext uri="{FF2B5EF4-FFF2-40B4-BE49-F238E27FC236}">
                <a16:creationId xmlns:a16="http://schemas.microsoft.com/office/drawing/2014/main" id="{9644F13C-EAF5-460F-95CC-866BEFBCB6EE}"/>
              </a:ext>
            </a:extLst>
          </p:cNvPr>
          <p:cNvGrpSpPr/>
          <p:nvPr/>
        </p:nvGrpSpPr>
        <p:grpSpPr>
          <a:xfrm>
            <a:off x="4675188" y="2225675"/>
            <a:ext cx="2149476" cy="1454151"/>
            <a:chOff x="4675188" y="2225675"/>
            <a:chExt cx="2149476" cy="1454151"/>
          </a:xfrm>
          <a:effectLst>
            <a:outerShdw blurRad="114300" dist="50800" dir="2700000" algn="tl" rotWithShape="0">
              <a:prstClr val="black">
                <a:alpha val="18000"/>
              </a:prstClr>
            </a:outerShdw>
          </a:effectLst>
        </p:grpSpPr>
        <p:sp>
          <p:nvSpPr>
            <p:cNvPr id="80" name="Freeform 76">
              <a:extLst>
                <a:ext uri="{FF2B5EF4-FFF2-40B4-BE49-F238E27FC236}">
                  <a16:creationId xmlns:a16="http://schemas.microsoft.com/office/drawing/2014/main" id="{56F67E00-5730-41B6-BE16-B5C627567D5F}"/>
                </a:ext>
              </a:extLst>
            </p:cNvPr>
            <p:cNvSpPr>
              <a:spLocks noEditPoints="1"/>
            </p:cNvSpPr>
            <p:nvPr/>
          </p:nvSpPr>
          <p:spPr bwMode="auto">
            <a:xfrm>
              <a:off x="4675188" y="2225675"/>
              <a:ext cx="2149475" cy="1420813"/>
            </a:xfrm>
            <a:custGeom>
              <a:avLst/>
              <a:gdLst>
                <a:gd name="T0" fmla="*/ 565 w 565"/>
                <a:gd name="T1" fmla="*/ 326 h 373"/>
                <a:gd name="T2" fmla="*/ 309 w 565"/>
                <a:gd name="T3" fmla="*/ 326 h 373"/>
                <a:gd name="T4" fmla="*/ 373 w 565"/>
                <a:gd name="T5" fmla="*/ 186 h 373"/>
                <a:gd name="T6" fmla="*/ 186 w 565"/>
                <a:gd name="T7" fmla="*/ 0 h 373"/>
                <a:gd name="T8" fmla="*/ 0 w 565"/>
                <a:gd name="T9" fmla="*/ 186 h 373"/>
                <a:gd name="T10" fmla="*/ 63 w 565"/>
                <a:gd name="T11" fmla="*/ 326 h 373"/>
                <a:gd name="T12" fmla="*/ 63 w 565"/>
                <a:gd name="T13" fmla="*/ 326 h 373"/>
                <a:gd name="T14" fmla="*/ 186 w 565"/>
                <a:gd name="T15" fmla="*/ 373 h 373"/>
                <a:gd name="T16" fmla="*/ 186 w 565"/>
                <a:gd name="T17" fmla="*/ 373 h 373"/>
                <a:gd name="T18" fmla="*/ 565 w 565"/>
                <a:gd name="T19" fmla="*/ 373 h 373"/>
                <a:gd name="T20" fmla="*/ 565 w 565"/>
                <a:gd name="T21" fmla="*/ 326 h 373"/>
                <a:gd name="T22" fmla="*/ 47 w 565"/>
                <a:gd name="T23" fmla="*/ 186 h 373"/>
                <a:gd name="T24" fmla="*/ 186 w 565"/>
                <a:gd name="T25" fmla="*/ 47 h 373"/>
                <a:gd name="T26" fmla="*/ 326 w 565"/>
                <a:gd name="T27" fmla="*/ 186 h 373"/>
                <a:gd name="T28" fmla="*/ 186 w 565"/>
                <a:gd name="T29" fmla="*/ 326 h 373"/>
                <a:gd name="T30" fmla="*/ 47 w 565"/>
                <a:gd name="T31" fmla="*/ 18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5" h="373">
                  <a:moveTo>
                    <a:pt x="565" y="326"/>
                  </a:moveTo>
                  <a:cubicBezTo>
                    <a:pt x="309" y="326"/>
                    <a:pt x="309" y="326"/>
                    <a:pt x="309" y="326"/>
                  </a:cubicBezTo>
                  <a:cubicBezTo>
                    <a:pt x="348" y="292"/>
                    <a:pt x="373" y="242"/>
                    <a:pt x="373" y="186"/>
                  </a:cubicBezTo>
                  <a:cubicBezTo>
                    <a:pt x="373" y="84"/>
                    <a:pt x="289" y="0"/>
                    <a:pt x="186" y="0"/>
                  </a:cubicBezTo>
                  <a:cubicBezTo>
                    <a:pt x="83" y="0"/>
                    <a:pt x="0" y="84"/>
                    <a:pt x="0" y="186"/>
                  </a:cubicBezTo>
                  <a:cubicBezTo>
                    <a:pt x="0" y="242"/>
                    <a:pt x="24" y="292"/>
                    <a:pt x="63" y="326"/>
                  </a:cubicBezTo>
                  <a:cubicBezTo>
                    <a:pt x="63" y="326"/>
                    <a:pt x="63" y="326"/>
                    <a:pt x="63" y="326"/>
                  </a:cubicBezTo>
                  <a:cubicBezTo>
                    <a:pt x="96" y="355"/>
                    <a:pt x="139" y="373"/>
                    <a:pt x="186" y="373"/>
                  </a:cubicBezTo>
                  <a:cubicBezTo>
                    <a:pt x="186" y="373"/>
                    <a:pt x="186" y="373"/>
                    <a:pt x="186" y="373"/>
                  </a:cubicBezTo>
                  <a:cubicBezTo>
                    <a:pt x="565" y="373"/>
                    <a:pt x="565" y="373"/>
                    <a:pt x="565" y="373"/>
                  </a:cubicBezTo>
                  <a:lnTo>
                    <a:pt x="565" y="326"/>
                  </a:lnTo>
                  <a:close/>
                  <a:moveTo>
                    <a:pt x="47" y="186"/>
                  </a:moveTo>
                  <a:cubicBezTo>
                    <a:pt x="47" y="109"/>
                    <a:pt x="109" y="47"/>
                    <a:pt x="186" y="47"/>
                  </a:cubicBezTo>
                  <a:cubicBezTo>
                    <a:pt x="263" y="47"/>
                    <a:pt x="326" y="109"/>
                    <a:pt x="326" y="186"/>
                  </a:cubicBezTo>
                  <a:cubicBezTo>
                    <a:pt x="326" y="263"/>
                    <a:pt x="263" y="326"/>
                    <a:pt x="186" y="326"/>
                  </a:cubicBezTo>
                  <a:cubicBezTo>
                    <a:pt x="109" y="326"/>
                    <a:pt x="47" y="263"/>
                    <a:pt x="47" y="18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1" name="Freeform 77">
              <a:extLst>
                <a:ext uri="{FF2B5EF4-FFF2-40B4-BE49-F238E27FC236}">
                  <a16:creationId xmlns:a16="http://schemas.microsoft.com/office/drawing/2014/main" id="{05A858A8-3D42-45E2-A54A-B20CDD7AE763}"/>
                </a:ext>
              </a:extLst>
            </p:cNvPr>
            <p:cNvSpPr>
              <a:spLocks/>
            </p:cNvSpPr>
            <p:nvPr/>
          </p:nvSpPr>
          <p:spPr bwMode="auto">
            <a:xfrm>
              <a:off x="4675188" y="2225675"/>
              <a:ext cx="1419225" cy="715963"/>
            </a:xfrm>
            <a:custGeom>
              <a:avLst/>
              <a:gdLst>
                <a:gd name="T0" fmla="*/ 186 w 373"/>
                <a:gd name="T1" fmla="*/ 4 h 188"/>
                <a:gd name="T2" fmla="*/ 372 w 373"/>
                <a:gd name="T3" fmla="*/ 188 h 188"/>
                <a:gd name="T4" fmla="*/ 373 w 373"/>
                <a:gd name="T5" fmla="*/ 186 h 188"/>
                <a:gd name="T6" fmla="*/ 186 w 373"/>
                <a:gd name="T7" fmla="*/ 0 h 188"/>
                <a:gd name="T8" fmla="*/ 0 w 373"/>
                <a:gd name="T9" fmla="*/ 186 h 188"/>
                <a:gd name="T10" fmla="*/ 0 w 373"/>
                <a:gd name="T11" fmla="*/ 188 h 188"/>
                <a:gd name="T12" fmla="*/ 186 w 373"/>
                <a:gd name="T13" fmla="*/ 4 h 188"/>
              </a:gdLst>
              <a:ahLst/>
              <a:cxnLst>
                <a:cxn ang="0">
                  <a:pos x="T0" y="T1"/>
                </a:cxn>
                <a:cxn ang="0">
                  <a:pos x="T2" y="T3"/>
                </a:cxn>
                <a:cxn ang="0">
                  <a:pos x="T4" y="T5"/>
                </a:cxn>
                <a:cxn ang="0">
                  <a:pos x="T6" y="T7"/>
                </a:cxn>
                <a:cxn ang="0">
                  <a:pos x="T8" y="T9"/>
                </a:cxn>
                <a:cxn ang="0">
                  <a:pos x="T10" y="T11"/>
                </a:cxn>
                <a:cxn ang="0">
                  <a:pos x="T12" y="T13"/>
                </a:cxn>
              </a:cxnLst>
              <a:rect l="0" t="0" r="r" b="b"/>
              <a:pathLst>
                <a:path w="373" h="188">
                  <a:moveTo>
                    <a:pt x="186" y="4"/>
                  </a:moveTo>
                  <a:cubicBezTo>
                    <a:pt x="288" y="4"/>
                    <a:pt x="371" y="86"/>
                    <a:pt x="372" y="188"/>
                  </a:cubicBezTo>
                  <a:cubicBezTo>
                    <a:pt x="372" y="188"/>
                    <a:pt x="373" y="187"/>
                    <a:pt x="373" y="186"/>
                  </a:cubicBezTo>
                  <a:cubicBezTo>
                    <a:pt x="373" y="84"/>
                    <a:pt x="289" y="0"/>
                    <a:pt x="186" y="0"/>
                  </a:cubicBezTo>
                  <a:cubicBezTo>
                    <a:pt x="83" y="0"/>
                    <a:pt x="0" y="84"/>
                    <a:pt x="0" y="186"/>
                  </a:cubicBezTo>
                  <a:cubicBezTo>
                    <a:pt x="0" y="187"/>
                    <a:pt x="0" y="188"/>
                    <a:pt x="0" y="188"/>
                  </a:cubicBezTo>
                  <a:cubicBezTo>
                    <a:pt x="1" y="86"/>
                    <a:pt x="84" y="4"/>
                    <a:pt x="186" y="4"/>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3" name="Freeform 79">
              <a:extLst>
                <a:ext uri="{FF2B5EF4-FFF2-40B4-BE49-F238E27FC236}">
                  <a16:creationId xmlns:a16="http://schemas.microsoft.com/office/drawing/2014/main" id="{CFC33925-B854-4DC3-BC78-04FD74A0206F}"/>
                </a:ext>
              </a:extLst>
            </p:cNvPr>
            <p:cNvSpPr>
              <a:spLocks/>
            </p:cNvSpPr>
            <p:nvPr/>
          </p:nvSpPr>
          <p:spPr bwMode="auto">
            <a:xfrm>
              <a:off x="5383213" y="2941638"/>
              <a:ext cx="531813" cy="525463"/>
            </a:xfrm>
            <a:custGeom>
              <a:avLst/>
              <a:gdLst>
                <a:gd name="T0" fmla="*/ 140 w 140"/>
                <a:gd name="T1" fmla="*/ 2 h 138"/>
                <a:gd name="T2" fmla="*/ 140 w 140"/>
                <a:gd name="T3" fmla="*/ 0 h 138"/>
                <a:gd name="T4" fmla="*/ 0 w 140"/>
                <a:gd name="T5" fmla="*/ 138 h 138"/>
                <a:gd name="T6" fmla="*/ 32 w 140"/>
                <a:gd name="T7" fmla="*/ 138 h 138"/>
                <a:gd name="T8" fmla="*/ 140 w 140"/>
                <a:gd name="T9" fmla="*/ 2 h 138"/>
              </a:gdLst>
              <a:ahLst/>
              <a:cxnLst>
                <a:cxn ang="0">
                  <a:pos x="T0" y="T1"/>
                </a:cxn>
                <a:cxn ang="0">
                  <a:pos x="T2" y="T3"/>
                </a:cxn>
                <a:cxn ang="0">
                  <a:pos x="T4" y="T5"/>
                </a:cxn>
                <a:cxn ang="0">
                  <a:pos x="T6" y="T7"/>
                </a:cxn>
                <a:cxn ang="0">
                  <a:pos x="T8" y="T9"/>
                </a:cxn>
              </a:cxnLst>
              <a:rect l="0" t="0" r="r" b="b"/>
              <a:pathLst>
                <a:path w="140" h="138">
                  <a:moveTo>
                    <a:pt x="140" y="2"/>
                  </a:moveTo>
                  <a:cubicBezTo>
                    <a:pt x="140" y="1"/>
                    <a:pt x="140" y="1"/>
                    <a:pt x="140" y="0"/>
                  </a:cubicBezTo>
                  <a:cubicBezTo>
                    <a:pt x="139" y="76"/>
                    <a:pt x="76" y="138"/>
                    <a:pt x="0" y="138"/>
                  </a:cubicBezTo>
                  <a:cubicBezTo>
                    <a:pt x="32" y="138"/>
                    <a:pt x="32" y="138"/>
                    <a:pt x="32" y="138"/>
                  </a:cubicBezTo>
                  <a:cubicBezTo>
                    <a:pt x="93" y="124"/>
                    <a:pt x="140" y="68"/>
                    <a:pt x="140" y="2"/>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4" name="Freeform 80">
              <a:extLst>
                <a:ext uri="{FF2B5EF4-FFF2-40B4-BE49-F238E27FC236}">
                  <a16:creationId xmlns:a16="http://schemas.microsoft.com/office/drawing/2014/main" id="{07FD69AD-C7F2-4B4F-A6E0-55599140BCFA}"/>
                </a:ext>
              </a:extLst>
            </p:cNvPr>
            <p:cNvSpPr>
              <a:spLocks/>
            </p:cNvSpPr>
            <p:nvPr/>
          </p:nvSpPr>
          <p:spPr bwMode="auto">
            <a:xfrm>
              <a:off x="4854576" y="2941638"/>
              <a:ext cx="1970088" cy="541338"/>
            </a:xfrm>
            <a:custGeom>
              <a:avLst/>
              <a:gdLst>
                <a:gd name="T0" fmla="*/ 518 w 518"/>
                <a:gd name="T1" fmla="*/ 138 h 142"/>
                <a:gd name="T2" fmla="*/ 170 w 518"/>
                <a:gd name="T3" fmla="*/ 138 h 142"/>
                <a:gd name="T4" fmla="*/ 171 w 518"/>
                <a:gd name="T5" fmla="*/ 138 h 142"/>
                <a:gd name="T6" fmla="*/ 139 w 518"/>
                <a:gd name="T7" fmla="*/ 138 h 142"/>
                <a:gd name="T8" fmla="*/ 139 w 518"/>
                <a:gd name="T9" fmla="*/ 138 h 142"/>
                <a:gd name="T10" fmla="*/ 139 w 518"/>
                <a:gd name="T11" fmla="*/ 138 h 142"/>
                <a:gd name="T12" fmla="*/ 0 w 518"/>
                <a:gd name="T13" fmla="*/ 0 h 142"/>
                <a:gd name="T14" fmla="*/ 0 w 518"/>
                <a:gd name="T15" fmla="*/ 2 h 142"/>
                <a:gd name="T16" fmla="*/ 108 w 518"/>
                <a:gd name="T17" fmla="*/ 138 h 142"/>
                <a:gd name="T18" fmla="*/ 137 w 518"/>
                <a:gd name="T19" fmla="*/ 142 h 142"/>
                <a:gd name="T20" fmla="*/ 137 w 518"/>
                <a:gd name="T21" fmla="*/ 142 h 142"/>
                <a:gd name="T22" fmla="*/ 518 w 518"/>
                <a:gd name="T23" fmla="*/ 142 h 142"/>
                <a:gd name="T24" fmla="*/ 518 w 518"/>
                <a:gd name="T25"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8" h="142">
                  <a:moveTo>
                    <a:pt x="518" y="138"/>
                  </a:moveTo>
                  <a:cubicBezTo>
                    <a:pt x="170" y="138"/>
                    <a:pt x="170" y="138"/>
                    <a:pt x="170" y="138"/>
                  </a:cubicBezTo>
                  <a:cubicBezTo>
                    <a:pt x="171" y="138"/>
                    <a:pt x="171" y="138"/>
                    <a:pt x="171" y="138"/>
                  </a:cubicBezTo>
                  <a:cubicBezTo>
                    <a:pt x="139" y="138"/>
                    <a:pt x="139" y="138"/>
                    <a:pt x="139" y="138"/>
                  </a:cubicBezTo>
                  <a:cubicBezTo>
                    <a:pt x="139" y="138"/>
                    <a:pt x="139" y="138"/>
                    <a:pt x="139" y="138"/>
                  </a:cubicBezTo>
                  <a:cubicBezTo>
                    <a:pt x="139" y="138"/>
                    <a:pt x="139" y="138"/>
                    <a:pt x="139" y="138"/>
                  </a:cubicBezTo>
                  <a:cubicBezTo>
                    <a:pt x="63" y="138"/>
                    <a:pt x="1" y="76"/>
                    <a:pt x="0" y="0"/>
                  </a:cubicBezTo>
                  <a:cubicBezTo>
                    <a:pt x="0" y="1"/>
                    <a:pt x="0" y="1"/>
                    <a:pt x="0" y="2"/>
                  </a:cubicBezTo>
                  <a:cubicBezTo>
                    <a:pt x="0" y="68"/>
                    <a:pt x="46" y="124"/>
                    <a:pt x="108" y="138"/>
                  </a:cubicBezTo>
                  <a:cubicBezTo>
                    <a:pt x="117" y="140"/>
                    <a:pt x="127" y="141"/>
                    <a:pt x="137" y="142"/>
                  </a:cubicBezTo>
                  <a:cubicBezTo>
                    <a:pt x="137" y="142"/>
                    <a:pt x="137" y="142"/>
                    <a:pt x="137" y="142"/>
                  </a:cubicBezTo>
                  <a:cubicBezTo>
                    <a:pt x="518" y="142"/>
                    <a:pt x="518" y="142"/>
                    <a:pt x="518" y="142"/>
                  </a:cubicBezTo>
                  <a:lnTo>
                    <a:pt x="518" y="138"/>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30" name="Group 129">
              <a:extLst>
                <a:ext uri="{FF2B5EF4-FFF2-40B4-BE49-F238E27FC236}">
                  <a16:creationId xmlns:a16="http://schemas.microsoft.com/office/drawing/2014/main" id="{E9E9B6D7-DC30-4024-9F82-09E3F8C3DF37}"/>
                </a:ext>
              </a:extLst>
            </p:cNvPr>
            <p:cNvGrpSpPr/>
            <p:nvPr/>
          </p:nvGrpSpPr>
          <p:grpSpPr>
            <a:xfrm>
              <a:off x="6018213" y="3421063"/>
              <a:ext cx="300038" cy="258763"/>
              <a:chOff x="6018213" y="3421063"/>
              <a:chExt cx="300038" cy="258763"/>
            </a:xfrm>
            <a:effectLst>
              <a:outerShdw blurRad="50800" dist="38100" algn="l" rotWithShape="0">
                <a:prstClr val="black">
                  <a:alpha val="18000"/>
                </a:prstClr>
              </a:outerShdw>
            </a:effectLst>
          </p:grpSpPr>
          <p:sp>
            <p:nvSpPr>
              <p:cNvPr id="85" name="Freeform 81">
                <a:extLst>
                  <a:ext uri="{FF2B5EF4-FFF2-40B4-BE49-F238E27FC236}">
                    <a16:creationId xmlns:a16="http://schemas.microsoft.com/office/drawing/2014/main" id="{6A794EDD-7E47-4F41-939D-82BEB72F0B59}"/>
                  </a:ext>
                </a:extLst>
              </p:cNvPr>
              <p:cNvSpPr>
                <a:spLocks/>
              </p:cNvSpPr>
              <p:nvPr/>
            </p:nvSpPr>
            <p:spPr bwMode="auto">
              <a:xfrm>
                <a:off x="6018213" y="3421063"/>
                <a:ext cx="300038" cy="258763"/>
              </a:xfrm>
              <a:custGeom>
                <a:avLst/>
                <a:gdLst>
                  <a:gd name="T0" fmla="*/ 0 w 189"/>
                  <a:gd name="T1" fmla="*/ 0 h 163"/>
                  <a:gd name="T2" fmla="*/ 189 w 189"/>
                  <a:gd name="T3" fmla="*/ 82 h 163"/>
                  <a:gd name="T4" fmla="*/ 0 w 189"/>
                  <a:gd name="T5" fmla="*/ 163 h 163"/>
                  <a:gd name="T6" fmla="*/ 0 w 189"/>
                  <a:gd name="T7" fmla="*/ 0 h 163"/>
                </a:gdLst>
                <a:ahLst/>
                <a:cxnLst>
                  <a:cxn ang="0">
                    <a:pos x="T0" y="T1"/>
                  </a:cxn>
                  <a:cxn ang="0">
                    <a:pos x="T2" y="T3"/>
                  </a:cxn>
                  <a:cxn ang="0">
                    <a:pos x="T4" y="T5"/>
                  </a:cxn>
                  <a:cxn ang="0">
                    <a:pos x="T6" y="T7"/>
                  </a:cxn>
                </a:cxnLst>
                <a:rect l="0" t="0" r="r" b="b"/>
                <a:pathLst>
                  <a:path w="189" h="163">
                    <a:moveTo>
                      <a:pt x="0" y="0"/>
                    </a:moveTo>
                    <a:lnTo>
                      <a:pt x="189" y="82"/>
                    </a:lnTo>
                    <a:lnTo>
                      <a:pt x="0" y="163"/>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6" name="Freeform 82">
                <a:extLst>
                  <a:ext uri="{FF2B5EF4-FFF2-40B4-BE49-F238E27FC236}">
                    <a16:creationId xmlns:a16="http://schemas.microsoft.com/office/drawing/2014/main" id="{35FD2D64-5601-44E6-BC28-93A06F71665D}"/>
                  </a:ext>
                </a:extLst>
              </p:cNvPr>
              <p:cNvSpPr>
                <a:spLocks/>
              </p:cNvSpPr>
              <p:nvPr/>
            </p:nvSpPr>
            <p:spPr bwMode="auto">
              <a:xfrm>
                <a:off x="6018213" y="3421063"/>
                <a:ext cx="300038" cy="130175"/>
              </a:xfrm>
              <a:custGeom>
                <a:avLst/>
                <a:gdLst>
                  <a:gd name="T0" fmla="*/ 0 w 189"/>
                  <a:gd name="T1" fmla="*/ 39 h 82"/>
                  <a:gd name="T2" fmla="*/ 7 w 189"/>
                  <a:gd name="T3" fmla="*/ 39 h 82"/>
                  <a:gd name="T4" fmla="*/ 7 w 189"/>
                  <a:gd name="T5" fmla="*/ 15 h 82"/>
                  <a:gd name="T6" fmla="*/ 189 w 189"/>
                  <a:gd name="T7" fmla="*/ 82 h 82"/>
                  <a:gd name="T8" fmla="*/ 0 w 189"/>
                  <a:gd name="T9" fmla="*/ 0 h 82"/>
                  <a:gd name="T10" fmla="*/ 0 w 189"/>
                  <a:gd name="T11" fmla="*/ 39 h 82"/>
                </a:gdLst>
                <a:ahLst/>
                <a:cxnLst>
                  <a:cxn ang="0">
                    <a:pos x="T0" y="T1"/>
                  </a:cxn>
                  <a:cxn ang="0">
                    <a:pos x="T2" y="T3"/>
                  </a:cxn>
                  <a:cxn ang="0">
                    <a:pos x="T4" y="T5"/>
                  </a:cxn>
                  <a:cxn ang="0">
                    <a:pos x="T6" y="T7"/>
                  </a:cxn>
                  <a:cxn ang="0">
                    <a:pos x="T8" y="T9"/>
                  </a:cxn>
                  <a:cxn ang="0">
                    <a:pos x="T10" y="T11"/>
                  </a:cxn>
                </a:cxnLst>
                <a:rect l="0" t="0" r="r" b="b"/>
                <a:pathLst>
                  <a:path w="189" h="82">
                    <a:moveTo>
                      <a:pt x="0" y="39"/>
                    </a:moveTo>
                    <a:lnTo>
                      <a:pt x="7" y="39"/>
                    </a:lnTo>
                    <a:lnTo>
                      <a:pt x="7" y="15"/>
                    </a:lnTo>
                    <a:lnTo>
                      <a:pt x="189" y="82"/>
                    </a:lnTo>
                    <a:lnTo>
                      <a:pt x="0" y="0"/>
                    </a:lnTo>
                    <a:lnTo>
                      <a:pt x="0" y="39"/>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87" name="Freeform 83">
              <a:extLst>
                <a:ext uri="{FF2B5EF4-FFF2-40B4-BE49-F238E27FC236}">
                  <a16:creationId xmlns:a16="http://schemas.microsoft.com/office/drawing/2014/main" id="{307642C0-B5D8-4BA7-B8E3-C5E9D6D2489C}"/>
                </a:ext>
              </a:extLst>
            </p:cNvPr>
            <p:cNvSpPr>
              <a:spLocks/>
            </p:cNvSpPr>
            <p:nvPr/>
          </p:nvSpPr>
          <p:spPr bwMode="auto">
            <a:xfrm>
              <a:off x="5383213" y="3219450"/>
              <a:ext cx="649288" cy="247650"/>
            </a:xfrm>
            <a:custGeom>
              <a:avLst/>
              <a:gdLst>
                <a:gd name="T0" fmla="*/ 0 w 171"/>
                <a:gd name="T1" fmla="*/ 65 h 65"/>
                <a:gd name="T2" fmla="*/ 123 w 171"/>
                <a:gd name="T3" fmla="*/ 65 h 65"/>
                <a:gd name="T4" fmla="*/ 171 w 171"/>
                <a:gd name="T5" fmla="*/ 0 h 65"/>
                <a:gd name="T6" fmla="*/ 118 w 171"/>
                <a:gd name="T7" fmla="*/ 0 h 65"/>
                <a:gd name="T8" fmla="*/ 0 w 171"/>
                <a:gd name="T9" fmla="*/ 65 h 65"/>
              </a:gdLst>
              <a:ahLst/>
              <a:cxnLst>
                <a:cxn ang="0">
                  <a:pos x="T0" y="T1"/>
                </a:cxn>
                <a:cxn ang="0">
                  <a:pos x="T2" y="T3"/>
                </a:cxn>
                <a:cxn ang="0">
                  <a:pos x="T4" y="T5"/>
                </a:cxn>
                <a:cxn ang="0">
                  <a:pos x="T6" y="T7"/>
                </a:cxn>
                <a:cxn ang="0">
                  <a:pos x="T8" y="T9"/>
                </a:cxn>
              </a:cxnLst>
              <a:rect l="0" t="0" r="r" b="b"/>
              <a:pathLst>
                <a:path w="171" h="65">
                  <a:moveTo>
                    <a:pt x="0" y="65"/>
                  </a:moveTo>
                  <a:cubicBezTo>
                    <a:pt x="123" y="65"/>
                    <a:pt x="123" y="65"/>
                    <a:pt x="123" y="65"/>
                  </a:cubicBezTo>
                  <a:cubicBezTo>
                    <a:pt x="144" y="47"/>
                    <a:pt x="160" y="25"/>
                    <a:pt x="171" y="0"/>
                  </a:cubicBezTo>
                  <a:cubicBezTo>
                    <a:pt x="118" y="0"/>
                    <a:pt x="118" y="0"/>
                    <a:pt x="118" y="0"/>
                  </a:cubicBezTo>
                  <a:cubicBezTo>
                    <a:pt x="93" y="39"/>
                    <a:pt x="50" y="65"/>
                    <a:pt x="0" y="65"/>
                  </a:cubicBezTo>
                  <a:close/>
                </a:path>
              </a:pathLst>
            </a:custGeom>
            <a:gradFill>
              <a:gsLst>
                <a:gs pos="62000">
                  <a:schemeClr val="accent3">
                    <a:alpha val="0"/>
                  </a:schemeClr>
                </a:gs>
                <a:gs pos="100000">
                  <a:srgbClr val="000000">
                    <a:alpha val="40000"/>
                  </a:srgb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33" name="Ring_04">
            <a:extLst>
              <a:ext uri="{FF2B5EF4-FFF2-40B4-BE49-F238E27FC236}">
                <a16:creationId xmlns:a16="http://schemas.microsoft.com/office/drawing/2014/main" id="{F10550B2-ABC0-46F4-BC6A-3CE90E39AF38}"/>
              </a:ext>
            </a:extLst>
          </p:cNvPr>
          <p:cNvGrpSpPr/>
          <p:nvPr/>
        </p:nvGrpSpPr>
        <p:grpSpPr>
          <a:xfrm>
            <a:off x="6124576" y="3421063"/>
            <a:ext cx="2152650" cy="1466850"/>
            <a:chOff x="6124576" y="3421063"/>
            <a:chExt cx="2152650" cy="1466850"/>
          </a:xfrm>
          <a:effectLst>
            <a:outerShdw blurRad="114300" dist="38100" dir="2700000" algn="tl" rotWithShape="0">
              <a:prstClr val="black">
                <a:alpha val="30000"/>
              </a:prstClr>
            </a:outerShdw>
          </a:effectLst>
        </p:grpSpPr>
        <p:sp>
          <p:nvSpPr>
            <p:cNvPr id="105" name="Freeform 101">
              <a:extLst>
                <a:ext uri="{FF2B5EF4-FFF2-40B4-BE49-F238E27FC236}">
                  <a16:creationId xmlns:a16="http://schemas.microsoft.com/office/drawing/2014/main" id="{DCC21AA5-DE00-4340-8974-A45F75117C37}"/>
                </a:ext>
              </a:extLst>
            </p:cNvPr>
            <p:cNvSpPr>
              <a:spLocks noEditPoints="1"/>
            </p:cNvSpPr>
            <p:nvPr/>
          </p:nvSpPr>
          <p:spPr bwMode="auto">
            <a:xfrm>
              <a:off x="6124576" y="3467100"/>
              <a:ext cx="2152650" cy="1420813"/>
            </a:xfrm>
            <a:custGeom>
              <a:avLst/>
              <a:gdLst>
                <a:gd name="T0" fmla="*/ 373 w 566"/>
                <a:gd name="T1" fmla="*/ 186 h 373"/>
                <a:gd name="T2" fmla="*/ 310 w 566"/>
                <a:gd name="T3" fmla="*/ 47 h 373"/>
                <a:gd name="T4" fmla="*/ 566 w 566"/>
                <a:gd name="T5" fmla="*/ 47 h 373"/>
                <a:gd name="T6" fmla="*/ 442 w 566"/>
                <a:gd name="T7" fmla="*/ 0 h 373"/>
                <a:gd name="T8" fmla="*/ 186 w 566"/>
                <a:gd name="T9" fmla="*/ 0 h 373"/>
                <a:gd name="T10" fmla="*/ 0 w 566"/>
                <a:gd name="T11" fmla="*/ 186 h 373"/>
                <a:gd name="T12" fmla="*/ 186 w 566"/>
                <a:gd name="T13" fmla="*/ 373 h 373"/>
                <a:gd name="T14" fmla="*/ 373 w 566"/>
                <a:gd name="T15" fmla="*/ 186 h 373"/>
                <a:gd name="T16" fmla="*/ 47 w 566"/>
                <a:gd name="T17" fmla="*/ 186 h 373"/>
                <a:gd name="T18" fmla="*/ 186 w 566"/>
                <a:gd name="T19" fmla="*/ 47 h 373"/>
                <a:gd name="T20" fmla="*/ 326 w 566"/>
                <a:gd name="T21" fmla="*/ 186 h 373"/>
                <a:gd name="T22" fmla="*/ 186 w 566"/>
                <a:gd name="T23" fmla="*/ 326 h 373"/>
                <a:gd name="T24" fmla="*/ 47 w 566"/>
                <a:gd name="T25" fmla="*/ 18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373">
                  <a:moveTo>
                    <a:pt x="373" y="186"/>
                  </a:moveTo>
                  <a:cubicBezTo>
                    <a:pt x="373" y="131"/>
                    <a:pt x="348" y="81"/>
                    <a:pt x="310" y="47"/>
                  </a:cubicBezTo>
                  <a:cubicBezTo>
                    <a:pt x="566" y="47"/>
                    <a:pt x="566" y="47"/>
                    <a:pt x="566" y="47"/>
                  </a:cubicBezTo>
                  <a:cubicBezTo>
                    <a:pt x="518" y="47"/>
                    <a:pt x="475" y="29"/>
                    <a:pt x="442" y="0"/>
                  </a:cubicBezTo>
                  <a:cubicBezTo>
                    <a:pt x="186" y="0"/>
                    <a:pt x="186" y="0"/>
                    <a:pt x="186" y="0"/>
                  </a:cubicBezTo>
                  <a:cubicBezTo>
                    <a:pt x="83" y="0"/>
                    <a:pt x="0" y="84"/>
                    <a:pt x="0" y="186"/>
                  </a:cubicBezTo>
                  <a:cubicBezTo>
                    <a:pt x="0" y="289"/>
                    <a:pt x="83" y="373"/>
                    <a:pt x="186" y="373"/>
                  </a:cubicBezTo>
                  <a:cubicBezTo>
                    <a:pt x="289" y="373"/>
                    <a:pt x="373" y="289"/>
                    <a:pt x="373" y="186"/>
                  </a:cubicBezTo>
                  <a:close/>
                  <a:moveTo>
                    <a:pt x="47" y="186"/>
                  </a:moveTo>
                  <a:cubicBezTo>
                    <a:pt x="47" y="109"/>
                    <a:pt x="109" y="47"/>
                    <a:pt x="186" y="47"/>
                  </a:cubicBezTo>
                  <a:cubicBezTo>
                    <a:pt x="263" y="47"/>
                    <a:pt x="326" y="109"/>
                    <a:pt x="326" y="186"/>
                  </a:cubicBezTo>
                  <a:cubicBezTo>
                    <a:pt x="326" y="263"/>
                    <a:pt x="263" y="326"/>
                    <a:pt x="186" y="326"/>
                  </a:cubicBezTo>
                  <a:cubicBezTo>
                    <a:pt x="109" y="326"/>
                    <a:pt x="47" y="263"/>
                    <a:pt x="47" y="1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06" name="Freeform 102">
              <a:extLst>
                <a:ext uri="{FF2B5EF4-FFF2-40B4-BE49-F238E27FC236}">
                  <a16:creationId xmlns:a16="http://schemas.microsoft.com/office/drawing/2014/main" id="{63D0123E-7275-400C-88EA-631FED0866AB}"/>
                </a:ext>
              </a:extLst>
            </p:cNvPr>
            <p:cNvSpPr>
              <a:spLocks/>
            </p:cNvSpPr>
            <p:nvPr/>
          </p:nvSpPr>
          <p:spPr bwMode="auto">
            <a:xfrm>
              <a:off x="6303963" y="4183063"/>
              <a:ext cx="1060450" cy="541338"/>
            </a:xfrm>
            <a:custGeom>
              <a:avLst/>
              <a:gdLst>
                <a:gd name="T0" fmla="*/ 0 w 279"/>
                <a:gd name="T1" fmla="*/ 0 h 142"/>
                <a:gd name="T2" fmla="*/ 0 w 279"/>
                <a:gd name="T3" fmla="*/ 2 h 142"/>
                <a:gd name="T4" fmla="*/ 139 w 279"/>
                <a:gd name="T5" fmla="*/ 142 h 142"/>
                <a:gd name="T6" fmla="*/ 279 w 279"/>
                <a:gd name="T7" fmla="*/ 2 h 142"/>
                <a:gd name="T8" fmla="*/ 279 w 279"/>
                <a:gd name="T9" fmla="*/ 0 h 142"/>
                <a:gd name="T10" fmla="*/ 139 w 279"/>
                <a:gd name="T11" fmla="*/ 138 h 142"/>
                <a:gd name="T12" fmla="*/ 0 w 279"/>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279" h="142">
                  <a:moveTo>
                    <a:pt x="0" y="0"/>
                  </a:moveTo>
                  <a:cubicBezTo>
                    <a:pt x="0" y="1"/>
                    <a:pt x="0" y="1"/>
                    <a:pt x="0" y="2"/>
                  </a:cubicBezTo>
                  <a:cubicBezTo>
                    <a:pt x="0" y="79"/>
                    <a:pt x="62" y="142"/>
                    <a:pt x="139" y="142"/>
                  </a:cubicBezTo>
                  <a:cubicBezTo>
                    <a:pt x="216" y="142"/>
                    <a:pt x="279" y="79"/>
                    <a:pt x="279" y="2"/>
                  </a:cubicBezTo>
                  <a:cubicBezTo>
                    <a:pt x="279" y="1"/>
                    <a:pt x="279" y="1"/>
                    <a:pt x="279" y="0"/>
                  </a:cubicBezTo>
                  <a:cubicBezTo>
                    <a:pt x="278" y="76"/>
                    <a:pt x="216" y="138"/>
                    <a:pt x="139" y="138"/>
                  </a:cubicBezTo>
                  <a:cubicBezTo>
                    <a:pt x="63" y="138"/>
                    <a:pt x="1" y="76"/>
                    <a:pt x="0" y="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7" name="Freeform 103">
              <a:extLst>
                <a:ext uri="{FF2B5EF4-FFF2-40B4-BE49-F238E27FC236}">
                  <a16:creationId xmlns:a16="http://schemas.microsoft.com/office/drawing/2014/main" id="{C05A37F8-B47D-490E-84DA-6CCF43FD97F7}"/>
                </a:ext>
              </a:extLst>
            </p:cNvPr>
            <p:cNvSpPr>
              <a:spLocks/>
            </p:cNvSpPr>
            <p:nvPr/>
          </p:nvSpPr>
          <p:spPr bwMode="auto">
            <a:xfrm>
              <a:off x="7288213" y="3646488"/>
              <a:ext cx="255588" cy="536575"/>
            </a:xfrm>
            <a:custGeom>
              <a:avLst/>
              <a:gdLst>
                <a:gd name="T0" fmla="*/ 67 w 67"/>
                <a:gd name="T1" fmla="*/ 139 h 141"/>
                <a:gd name="T2" fmla="*/ 7 w 67"/>
                <a:gd name="T3" fmla="*/ 3 h 141"/>
                <a:gd name="T4" fmla="*/ 4 w 67"/>
                <a:gd name="T5" fmla="*/ 0 h 141"/>
                <a:gd name="T6" fmla="*/ 0 w 67"/>
                <a:gd name="T7" fmla="*/ 0 h 141"/>
                <a:gd name="T8" fmla="*/ 4 w 67"/>
                <a:gd name="T9" fmla="*/ 3 h 141"/>
                <a:gd name="T10" fmla="*/ 67 w 67"/>
                <a:gd name="T11" fmla="*/ 141 h 141"/>
                <a:gd name="T12" fmla="*/ 67 w 67"/>
                <a:gd name="T13" fmla="*/ 139 h 141"/>
              </a:gdLst>
              <a:ahLst/>
              <a:cxnLst>
                <a:cxn ang="0">
                  <a:pos x="T0" y="T1"/>
                </a:cxn>
                <a:cxn ang="0">
                  <a:pos x="T2" y="T3"/>
                </a:cxn>
                <a:cxn ang="0">
                  <a:pos x="T4" y="T5"/>
                </a:cxn>
                <a:cxn ang="0">
                  <a:pos x="T6" y="T7"/>
                </a:cxn>
                <a:cxn ang="0">
                  <a:pos x="T8" y="T9"/>
                </a:cxn>
                <a:cxn ang="0">
                  <a:pos x="T10" y="T11"/>
                </a:cxn>
                <a:cxn ang="0">
                  <a:pos x="T12" y="T13"/>
                </a:cxn>
              </a:cxnLst>
              <a:rect l="0" t="0" r="r" b="b"/>
              <a:pathLst>
                <a:path w="67" h="141">
                  <a:moveTo>
                    <a:pt x="67" y="139"/>
                  </a:moveTo>
                  <a:cubicBezTo>
                    <a:pt x="67" y="86"/>
                    <a:pt x="44" y="37"/>
                    <a:pt x="7" y="3"/>
                  </a:cubicBezTo>
                  <a:cubicBezTo>
                    <a:pt x="4" y="0"/>
                    <a:pt x="4" y="0"/>
                    <a:pt x="4" y="0"/>
                  </a:cubicBezTo>
                  <a:cubicBezTo>
                    <a:pt x="0" y="0"/>
                    <a:pt x="0" y="0"/>
                    <a:pt x="0" y="0"/>
                  </a:cubicBezTo>
                  <a:cubicBezTo>
                    <a:pt x="4" y="3"/>
                    <a:pt x="4" y="3"/>
                    <a:pt x="4" y="3"/>
                  </a:cubicBezTo>
                  <a:cubicBezTo>
                    <a:pt x="42" y="37"/>
                    <a:pt x="66" y="86"/>
                    <a:pt x="67" y="141"/>
                  </a:cubicBezTo>
                  <a:cubicBezTo>
                    <a:pt x="67" y="141"/>
                    <a:pt x="67" y="140"/>
                    <a:pt x="67" y="139"/>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8" name="Freeform 104">
              <a:extLst>
                <a:ext uri="{FF2B5EF4-FFF2-40B4-BE49-F238E27FC236}">
                  <a16:creationId xmlns:a16="http://schemas.microsoft.com/office/drawing/2014/main" id="{C1FBBFC0-9A5B-472E-952C-C0CEB8E59B09}"/>
                </a:ext>
              </a:extLst>
            </p:cNvPr>
            <p:cNvSpPr>
              <a:spLocks/>
            </p:cNvSpPr>
            <p:nvPr/>
          </p:nvSpPr>
          <p:spPr bwMode="auto">
            <a:xfrm>
              <a:off x="6124576" y="3467100"/>
              <a:ext cx="1697038" cy="715963"/>
            </a:xfrm>
            <a:custGeom>
              <a:avLst/>
              <a:gdLst>
                <a:gd name="T0" fmla="*/ 186 w 446"/>
                <a:gd name="T1" fmla="*/ 4 h 188"/>
                <a:gd name="T2" fmla="*/ 446 w 446"/>
                <a:gd name="T3" fmla="*/ 4 h 188"/>
                <a:gd name="T4" fmla="*/ 442 w 446"/>
                <a:gd name="T5" fmla="*/ 0 h 188"/>
                <a:gd name="T6" fmla="*/ 186 w 446"/>
                <a:gd name="T7" fmla="*/ 0 h 188"/>
                <a:gd name="T8" fmla="*/ 0 w 446"/>
                <a:gd name="T9" fmla="*/ 186 h 188"/>
                <a:gd name="T10" fmla="*/ 0 w 446"/>
                <a:gd name="T11" fmla="*/ 188 h 188"/>
                <a:gd name="T12" fmla="*/ 186 w 446"/>
                <a:gd name="T13" fmla="*/ 4 h 188"/>
              </a:gdLst>
              <a:ahLst/>
              <a:cxnLst>
                <a:cxn ang="0">
                  <a:pos x="T0" y="T1"/>
                </a:cxn>
                <a:cxn ang="0">
                  <a:pos x="T2" y="T3"/>
                </a:cxn>
                <a:cxn ang="0">
                  <a:pos x="T4" y="T5"/>
                </a:cxn>
                <a:cxn ang="0">
                  <a:pos x="T6" y="T7"/>
                </a:cxn>
                <a:cxn ang="0">
                  <a:pos x="T8" y="T9"/>
                </a:cxn>
                <a:cxn ang="0">
                  <a:pos x="T10" y="T11"/>
                </a:cxn>
                <a:cxn ang="0">
                  <a:pos x="T12" y="T13"/>
                </a:cxn>
              </a:cxnLst>
              <a:rect l="0" t="0" r="r" b="b"/>
              <a:pathLst>
                <a:path w="446" h="188">
                  <a:moveTo>
                    <a:pt x="186" y="4"/>
                  </a:moveTo>
                  <a:cubicBezTo>
                    <a:pt x="446" y="4"/>
                    <a:pt x="446" y="4"/>
                    <a:pt x="446" y="4"/>
                  </a:cubicBezTo>
                  <a:cubicBezTo>
                    <a:pt x="445" y="2"/>
                    <a:pt x="444" y="1"/>
                    <a:pt x="442" y="0"/>
                  </a:cubicBezTo>
                  <a:cubicBezTo>
                    <a:pt x="186" y="0"/>
                    <a:pt x="186" y="0"/>
                    <a:pt x="186" y="0"/>
                  </a:cubicBezTo>
                  <a:cubicBezTo>
                    <a:pt x="83" y="0"/>
                    <a:pt x="0" y="84"/>
                    <a:pt x="0" y="186"/>
                  </a:cubicBezTo>
                  <a:cubicBezTo>
                    <a:pt x="0" y="187"/>
                    <a:pt x="0" y="188"/>
                    <a:pt x="0" y="188"/>
                  </a:cubicBezTo>
                  <a:cubicBezTo>
                    <a:pt x="1" y="86"/>
                    <a:pt x="84" y="4"/>
                    <a:pt x="186" y="4"/>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32" name="Group 131">
              <a:extLst>
                <a:ext uri="{FF2B5EF4-FFF2-40B4-BE49-F238E27FC236}">
                  <a16:creationId xmlns:a16="http://schemas.microsoft.com/office/drawing/2014/main" id="{8BB7B13F-55A8-48BC-8685-1F666946E123}"/>
                </a:ext>
              </a:extLst>
            </p:cNvPr>
            <p:cNvGrpSpPr/>
            <p:nvPr/>
          </p:nvGrpSpPr>
          <p:grpSpPr>
            <a:xfrm>
              <a:off x="7462838" y="3421063"/>
              <a:ext cx="301625" cy="258763"/>
              <a:chOff x="7462838" y="3421063"/>
              <a:chExt cx="301625" cy="258763"/>
            </a:xfrm>
            <a:effectLst>
              <a:outerShdw blurRad="50800" dist="38100" algn="l" rotWithShape="0">
                <a:prstClr val="black">
                  <a:alpha val="16000"/>
                </a:prstClr>
              </a:outerShdw>
            </a:effectLst>
          </p:grpSpPr>
          <p:sp>
            <p:nvSpPr>
              <p:cNvPr id="109" name="Freeform 105">
                <a:extLst>
                  <a:ext uri="{FF2B5EF4-FFF2-40B4-BE49-F238E27FC236}">
                    <a16:creationId xmlns:a16="http://schemas.microsoft.com/office/drawing/2014/main" id="{4D120736-0CCB-4A5A-A3EE-3BC4990B9374}"/>
                  </a:ext>
                </a:extLst>
              </p:cNvPr>
              <p:cNvSpPr>
                <a:spLocks/>
              </p:cNvSpPr>
              <p:nvPr/>
            </p:nvSpPr>
            <p:spPr bwMode="auto">
              <a:xfrm>
                <a:off x="7462838" y="3421063"/>
                <a:ext cx="301625" cy="258763"/>
              </a:xfrm>
              <a:custGeom>
                <a:avLst/>
                <a:gdLst>
                  <a:gd name="T0" fmla="*/ 0 w 190"/>
                  <a:gd name="T1" fmla="*/ 0 h 163"/>
                  <a:gd name="T2" fmla="*/ 190 w 190"/>
                  <a:gd name="T3" fmla="*/ 82 h 163"/>
                  <a:gd name="T4" fmla="*/ 0 w 190"/>
                  <a:gd name="T5" fmla="*/ 163 h 163"/>
                  <a:gd name="T6" fmla="*/ 0 w 190"/>
                  <a:gd name="T7" fmla="*/ 0 h 163"/>
                </a:gdLst>
                <a:ahLst/>
                <a:cxnLst>
                  <a:cxn ang="0">
                    <a:pos x="T0" y="T1"/>
                  </a:cxn>
                  <a:cxn ang="0">
                    <a:pos x="T2" y="T3"/>
                  </a:cxn>
                  <a:cxn ang="0">
                    <a:pos x="T4" y="T5"/>
                  </a:cxn>
                  <a:cxn ang="0">
                    <a:pos x="T6" y="T7"/>
                  </a:cxn>
                </a:cxnLst>
                <a:rect l="0" t="0" r="r" b="b"/>
                <a:pathLst>
                  <a:path w="190" h="163">
                    <a:moveTo>
                      <a:pt x="0" y="0"/>
                    </a:moveTo>
                    <a:lnTo>
                      <a:pt x="190" y="82"/>
                    </a:lnTo>
                    <a:lnTo>
                      <a:pt x="0" y="163"/>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10" name="Freeform 106">
                <a:extLst>
                  <a:ext uri="{FF2B5EF4-FFF2-40B4-BE49-F238E27FC236}">
                    <a16:creationId xmlns:a16="http://schemas.microsoft.com/office/drawing/2014/main" id="{1573B98D-8BB5-4825-9EE9-6928014C816C}"/>
                  </a:ext>
                </a:extLst>
              </p:cNvPr>
              <p:cNvSpPr>
                <a:spLocks/>
              </p:cNvSpPr>
              <p:nvPr/>
            </p:nvSpPr>
            <p:spPr bwMode="auto">
              <a:xfrm>
                <a:off x="7462838" y="3421063"/>
                <a:ext cx="301625" cy="130175"/>
              </a:xfrm>
              <a:custGeom>
                <a:avLst/>
                <a:gdLst>
                  <a:gd name="T0" fmla="*/ 0 w 190"/>
                  <a:gd name="T1" fmla="*/ 39 h 82"/>
                  <a:gd name="T2" fmla="*/ 8 w 190"/>
                  <a:gd name="T3" fmla="*/ 39 h 82"/>
                  <a:gd name="T4" fmla="*/ 8 w 190"/>
                  <a:gd name="T5" fmla="*/ 15 h 82"/>
                  <a:gd name="T6" fmla="*/ 190 w 190"/>
                  <a:gd name="T7" fmla="*/ 82 h 82"/>
                  <a:gd name="T8" fmla="*/ 0 w 190"/>
                  <a:gd name="T9" fmla="*/ 0 h 82"/>
                  <a:gd name="T10" fmla="*/ 0 w 190"/>
                  <a:gd name="T11" fmla="*/ 39 h 82"/>
                </a:gdLst>
                <a:ahLst/>
                <a:cxnLst>
                  <a:cxn ang="0">
                    <a:pos x="T0" y="T1"/>
                  </a:cxn>
                  <a:cxn ang="0">
                    <a:pos x="T2" y="T3"/>
                  </a:cxn>
                  <a:cxn ang="0">
                    <a:pos x="T4" y="T5"/>
                  </a:cxn>
                  <a:cxn ang="0">
                    <a:pos x="T6" y="T7"/>
                  </a:cxn>
                  <a:cxn ang="0">
                    <a:pos x="T8" y="T9"/>
                  </a:cxn>
                  <a:cxn ang="0">
                    <a:pos x="T10" y="T11"/>
                  </a:cxn>
                </a:cxnLst>
                <a:rect l="0" t="0" r="r" b="b"/>
                <a:pathLst>
                  <a:path w="190" h="82">
                    <a:moveTo>
                      <a:pt x="0" y="39"/>
                    </a:moveTo>
                    <a:lnTo>
                      <a:pt x="8" y="39"/>
                    </a:lnTo>
                    <a:lnTo>
                      <a:pt x="8" y="15"/>
                    </a:lnTo>
                    <a:lnTo>
                      <a:pt x="190" y="82"/>
                    </a:lnTo>
                    <a:lnTo>
                      <a:pt x="0" y="0"/>
                    </a:lnTo>
                    <a:lnTo>
                      <a:pt x="0" y="39"/>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11" name="Freeform 107">
              <a:extLst>
                <a:ext uri="{FF2B5EF4-FFF2-40B4-BE49-F238E27FC236}">
                  <a16:creationId xmlns:a16="http://schemas.microsoft.com/office/drawing/2014/main" id="{F9901CA0-A9B8-4B81-8B39-99B002C7320F}"/>
                </a:ext>
              </a:extLst>
            </p:cNvPr>
            <p:cNvSpPr>
              <a:spLocks/>
            </p:cNvSpPr>
            <p:nvPr/>
          </p:nvSpPr>
          <p:spPr bwMode="auto">
            <a:xfrm>
              <a:off x="6832601" y="3646488"/>
              <a:ext cx="687388" cy="357188"/>
            </a:xfrm>
            <a:custGeom>
              <a:avLst/>
              <a:gdLst>
                <a:gd name="T0" fmla="*/ 132 w 181"/>
                <a:gd name="T1" fmla="*/ 94 h 94"/>
                <a:gd name="T2" fmla="*/ 181 w 181"/>
                <a:gd name="T3" fmla="*/ 94 h 94"/>
                <a:gd name="T4" fmla="*/ 124 w 181"/>
                <a:gd name="T5" fmla="*/ 0 h 94"/>
                <a:gd name="T6" fmla="*/ 0 w 181"/>
                <a:gd name="T7" fmla="*/ 0 h 94"/>
                <a:gd name="T8" fmla="*/ 132 w 181"/>
                <a:gd name="T9" fmla="*/ 94 h 94"/>
              </a:gdLst>
              <a:ahLst/>
              <a:cxnLst>
                <a:cxn ang="0">
                  <a:pos x="T0" y="T1"/>
                </a:cxn>
                <a:cxn ang="0">
                  <a:pos x="T2" y="T3"/>
                </a:cxn>
                <a:cxn ang="0">
                  <a:pos x="T4" y="T5"/>
                </a:cxn>
                <a:cxn ang="0">
                  <a:pos x="T6" y="T7"/>
                </a:cxn>
                <a:cxn ang="0">
                  <a:pos x="T8" y="T9"/>
                </a:cxn>
              </a:cxnLst>
              <a:rect l="0" t="0" r="r" b="b"/>
              <a:pathLst>
                <a:path w="181" h="94">
                  <a:moveTo>
                    <a:pt x="132" y="94"/>
                  </a:moveTo>
                  <a:cubicBezTo>
                    <a:pt x="181" y="94"/>
                    <a:pt x="181" y="94"/>
                    <a:pt x="181" y="94"/>
                  </a:cubicBezTo>
                  <a:cubicBezTo>
                    <a:pt x="172" y="57"/>
                    <a:pt x="151" y="24"/>
                    <a:pt x="124" y="0"/>
                  </a:cubicBezTo>
                  <a:cubicBezTo>
                    <a:pt x="0" y="0"/>
                    <a:pt x="0" y="0"/>
                    <a:pt x="0" y="0"/>
                  </a:cubicBezTo>
                  <a:cubicBezTo>
                    <a:pt x="61" y="0"/>
                    <a:pt x="113" y="39"/>
                    <a:pt x="132" y="94"/>
                  </a:cubicBezTo>
                  <a:close/>
                </a:path>
              </a:pathLst>
            </a:custGeom>
            <a:gradFill>
              <a:gsLst>
                <a:gs pos="62000">
                  <a:schemeClr val="accent4">
                    <a:alpha val="0"/>
                  </a:schemeClr>
                </a:gs>
                <a:gs pos="100000">
                  <a:srgbClr val="000000">
                    <a:alpha val="40000"/>
                  </a:srgbClr>
                </a:gs>
              </a:gsLst>
              <a:lin ang="162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38" name="Ring_05">
            <a:extLst>
              <a:ext uri="{FF2B5EF4-FFF2-40B4-BE49-F238E27FC236}">
                <a16:creationId xmlns:a16="http://schemas.microsoft.com/office/drawing/2014/main" id="{F901C777-E24B-40AA-BD12-17C2B7A3366D}"/>
              </a:ext>
            </a:extLst>
          </p:cNvPr>
          <p:cNvGrpSpPr/>
          <p:nvPr/>
        </p:nvGrpSpPr>
        <p:grpSpPr>
          <a:xfrm>
            <a:off x="7566026" y="2225675"/>
            <a:ext cx="2152650" cy="1454151"/>
            <a:chOff x="7566026" y="2225675"/>
            <a:chExt cx="2152650" cy="1454151"/>
          </a:xfrm>
          <a:effectLst>
            <a:outerShdw blurRad="114300" dist="50800" dir="2700000" algn="tl" rotWithShape="0">
              <a:prstClr val="black">
                <a:alpha val="36000"/>
              </a:prstClr>
            </a:outerShdw>
          </a:effectLst>
        </p:grpSpPr>
        <p:sp>
          <p:nvSpPr>
            <p:cNvPr id="67" name="Freeform 63">
              <a:extLst>
                <a:ext uri="{FF2B5EF4-FFF2-40B4-BE49-F238E27FC236}">
                  <a16:creationId xmlns:a16="http://schemas.microsoft.com/office/drawing/2014/main" id="{17B0680A-36B2-4F2D-A74D-1A17AD939B5A}"/>
                </a:ext>
              </a:extLst>
            </p:cNvPr>
            <p:cNvSpPr>
              <a:spLocks noEditPoints="1"/>
            </p:cNvSpPr>
            <p:nvPr/>
          </p:nvSpPr>
          <p:spPr bwMode="auto">
            <a:xfrm>
              <a:off x="7566026" y="2225675"/>
              <a:ext cx="2152650" cy="1420813"/>
            </a:xfrm>
            <a:custGeom>
              <a:avLst/>
              <a:gdLst>
                <a:gd name="T0" fmla="*/ 566 w 566"/>
                <a:gd name="T1" fmla="*/ 326 h 373"/>
                <a:gd name="T2" fmla="*/ 310 w 566"/>
                <a:gd name="T3" fmla="*/ 326 h 373"/>
                <a:gd name="T4" fmla="*/ 373 w 566"/>
                <a:gd name="T5" fmla="*/ 186 h 373"/>
                <a:gd name="T6" fmla="*/ 187 w 566"/>
                <a:gd name="T7" fmla="*/ 0 h 373"/>
                <a:gd name="T8" fmla="*/ 0 w 566"/>
                <a:gd name="T9" fmla="*/ 186 h 373"/>
                <a:gd name="T10" fmla="*/ 63 w 566"/>
                <a:gd name="T11" fmla="*/ 326 h 373"/>
                <a:gd name="T12" fmla="*/ 63 w 566"/>
                <a:gd name="T13" fmla="*/ 326 h 373"/>
                <a:gd name="T14" fmla="*/ 187 w 566"/>
                <a:gd name="T15" fmla="*/ 373 h 373"/>
                <a:gd name="T16" fmla="*/ 187 w 566"/>
                <a:gd name="T17" fmla="*/ 373 h 373"/>
                <a:gd name="T18" fmla="*/ 566 w 566"/>
                <a:gd name="T19" fmla="*/ 373 h 373"/>
                <a:gd name="T20" fmla="*/ 566 w 566"/>
                <a:gd name="T21" fmla="*/ 326 h 373"/>
                <a:gd name="T22" fmla="*/ 47 w 566"/>
                <a:gd name="T23" fmla="*/ 186 h 373"/>
                <a:gd name="T24" fmla="*/ 187 w 566"/>
                <a:gd name="T25" fmla="*/ 47 h 373"/>
                <a:gd name="T26" fmla="*/ 326 w 566"/>
                <a:gd name="T27" fmla="*/ 186 h 373"/>
                <a:gd name="T28" fmla="*/ 187 w 566"/>
                <a:gd name="T29" fmla="*/ 326 h 373"/>
                <a:gd name="T30" fmla="*/ 47 w 566"/>
                <a:gd name="T31" fmla="*/ 18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6" h="373">
                  <a:moveTo>
                    <a:pt x="566" y="326"/>
                  </a:moveTo>
                  <a:cubicBezTo>
                    <a:pt x="310" y="326"/>
                    <a:pt x="310" y="326"/>
                    <a:pt x="310" y="326"/>
                  </a:cubicBezTo>
                  <a:cubicBezTo>
                    <a:pt x="349" y="292"/>
                    <a:pt x="373" y="242"/>
                    <a:pt x="373" y="186"/>
                  </a:cubicBezTo>
                  <a:cubicBezTo>
                    <a:pt x="373" y="84"/>
                    <a:pt x="289" y="0"/>
                    <a:pt x="187" y="0"/>
                  </a:cubicBezTo>
                  <a:cubicBezTo>
                    <a:pt x="84" y="0"/>
                    <a:pt x="0" y="84"/>
                    <a:pt x="0" y="186"/>
                  </a:cubicBezTo>
                  <a:cubicBezTo>
                    <a:pt x="0" y="242"/>
                    <a:pt x="25" y="292"/>
                    <a:pt x="63" y="326"/>
                  </a:cubicBezTo>
                  <a:cubicBezTo>
                    <a:pt x="63" y="326"/>
                    <a:pt x="63" y="326"/>
                    <a:pt x="63" y="326"/>
                  </a:cubicBezTo>
                  <a:cubicBezTo>
                    <a:pt x="96" y="355"/>
                    <a:pt x="139" y="373"/>
                    <a:pt x="187" y="373"/>
                  </a:cubicBezTo>
                  <a:cubicBezTo>
                    <a:pt x="187" y="373"/>
                    <a:pt x="187" y="373"/>
                    <a:pt x="187" y="373"/>
                  </a:cubicBezTo>
                  <a:cubicBezTo>
                    <a:pt x="566" y="373"/>
                    <a:pt x="566" y="373"/>
                    <a:pt x="566" y="373"/>
                  </a:cubicBezTo>
                  <a:cubicBezTo>
                    <a:pt x="566" y="326"/>
                    <a:pt x="566" y="326"/>
                    <a:pt x="566" y="326"/>
                  </a:cubicBezTo>
                  <a:moveTo>
                    <a:pt x="47" y="186"/>
                  </a:moveTo>
                  <a:cubicBezTo>
                    <a:pt x="47" y="109"/>
                    <a:pt x="110" y="47"/>
                    <a:pt x="187" y="47"/>
                  </a:cubicBezTo>
                  <a:cubicBezTo>
                    <a:pt x="264" y="47"/>
                    <a:pt x="326" y="109"/>
                    <a:pt x="326" y="186"/>
                  </a:cubicBezTo>
                  <a:cubicBezTo>
                    <a:pt x="326" y="263"/>
                    <a:pt x="264" y="326"/>
                    <a:pt x="187" y="326"/>
                  </a:cubicBezTo>
                  <a:cubicBezTo>
                    <a:pt x="110" y="326"/>
                    <a:pt x="47" y="263"/>
                    <a:pt x="47" y="186"/>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68" name="Freeform 64">
              <a:extLst>
                <a:ext uri="{FF2B5EF4-FFF2-40B4-BE49-F238E27FC236}">
                  <a16:creationId xmlns:a16="http://schemas.microsoft.com/office/drawing/2014/main" id="{578324C7-7ED2-47F9-A1CB-C964171C308E}"/>
                </a:ext>
              </a:extLst>
            </p:cNvPr>
            <p:cNvSpPr>
              <a:spLocks/>
            </p:cNvSpPr>
            <p:nvPr/>
          </p:nvSpPr>
          <p:spPr bwMode="auto">
            <a:xfrm>
              <a:off x="7566026" y="2225675"/>
              <a:ext cx="1419225" cy="715963"/>
            </a:xfrm>
            <a:custGeom>
              <a:avLst/>
              <a:gdLst>
                <a:gd name="T0" fmla="*/ 187 w 373"/>
                <a:gd name="T1" fmla="*/ 4 h 188"/>
                <a:gd name="T2" fmla="*/ 373 w 373"/>
                <a:gd name="T3" fmla="*/ 188 h 188"/>
                <a:gd name="T4" fmla="*/ 373 w 373"/>
                <a:gd name="T5" fmla="*/ 186 h 188"/>
                <a:gd name="T6" fmla="*/ 187 w 373"/>
                <a:gd name="T7" fmla="*/ 0 h 188"/>
                <a:gd name="T8" fmla="*/ 0 w 373"/>
                <a:gd name="T9" fmla="*/ 186 h 188"/>
                <a:gd name="T10" fmla="*/ 0 w 373"/>
                <a:gd name="T11" fmla="*/ 188 h 188"/>
                <a:gd name="T12" fmla="*/ 187 w 373"/>
                <a:gd name="T13" fmla="*/ 4 h 188"/>
              </a:gdLst>
              <a:ahLst/>
              <a:cxnLst>
                <a:cxn ang="0">
                  <a:pos x="T0" y="T1"/>
                </a:cxn>
                <a:cxn ang="0">
                  <a:pos x="T2" y="T3"/>
                </a:cxn>
                <a:cxn ang="0">
                  <a:pos x="T4" y="T5"/>
                </a:cxn>
                <a:cxn ang="0">
                  <a:pos x="T6" y="T7"/>
                </a:cxn>
                <a:cxn ang="0">
                  <a:pos x="T8" y="T9"/>
                </a:cxn>
                <a:cxn ang="0">
                  <a:pos x="T10" y="T11"/>
                </a:cxn>
                <a:cxn ang="0">
                  <a:pos x="T12" y="T13"/>
                </a:cxn>
              </a:cxnLst>
              <a:rect l="0" t="0" r="r" b="b"/>
              <a:pathLst>
                <a:path w="373" h="188">
                  <a:moveTo>
                    <a:pt x="187" y="4"/>
                  </a:moveTo>
                  <a:cubicBezTo>
                    <a:pt x="289" y="4"/>
                    <a:pt x="372" y="86"/>
                    <a:pt x="373" y="188"/>
                  </a:cubicBezTo>
                  <a:cubicBezTo>
                    <a:pt x="373" y="188"/>
                    <a:pt x="373" y="187"/>
                    <a:pt x="373" y="186"/>
                  </a:cubicBezTo>
                  <a:cubicBezTo>
                    <a:pt x="373" y="84"/>
                    <a:pt x="289" y="0"/>
                    <a:pt x="187" y="0"/>
                  </a:cubicBezTo>
                  <a:cubicBezTo>
                    <a:pt x="84" y="0"/>
                    <a:pt x="0" y="84"/>
                    <a:pt x="0" y="186"/>
                  </a:cubicBezTo>
                  <a:cubicBezTo>
                    <a:pt x="0" y="187"/>
                    <a:pt x="0" y="188"/>
                    <a:pt x="0" y="188"/>
                  </a:cubicBezTo>
                  <a:cubicBezTo>
                    <a:pt x="1" y="86"/>
                    <a:pt x="85" y="4"/>
                    <a:pt x="187" y="4"/>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9" name="Freeform 65">
              <a:extLst>
                <a:ext uri="{FF2B5EF4-FFF2-40B4-BE49-F238E27FC236}">
                  <a16:creationId xmlns:a16="http://schemas.microsoft.com/office/drawing/2014/main" id="{ACA7E2A4-94ED-46B4-8F22-FFD20A068AE5}"/>
                </a:ext>
              </a:extLst>
            </p:cNvPr>
            <p:cNvSpPr>
              <a:spLocks noEditPoints="1"/>
            </p:cNvSpPr>
            <p:nvPr/>
          </p:nvSpPr>
          <p:spPr bwMode="auto">
            <a:xfrm>
              <a:off x="8383588" y="2941638"/>
              <a:ext cx="422275" cy="514350"/>
            </a:xfrm>
            <a:custGeom>
              <a:avLst/>
              <a:gdLst>
                <a:gd name="T0" fmla="*/ 0 w 111"/>
                <a:gd name="T1" fmla="*/ 135 h 135"/>
                <a:gd name="T2" fmla="*/ 0 w 111"/>
                <a:gd name="T3" fmla="*/ 135 h 135"/>
                <a:gd name="T4" fmla="*/ 0 w 111"/>
                <a:gd name="T5" fmla="*/ 135 h 135"/>
                <a:gd name="T6" fmla="*/ 0 w 111"/>
                <a:gd name="T7" fmla="*/ 135 h 135"/>
                <a:gd name="T8" fmla="*/ 0 w 111"/>
                <a:gd name="T9" fmla="*/ 135 h 135"/>
                <a:gd name="T10" fmla="*/ 0 w 111"/>
                <a:gd name="T11" fmla="*/ 135 h 135"/>
                <a:gd name="T12" fmla="*/ 1 w 111"/>
                <a:gd name="T13" fmla="*/ 135 h 135"/>
                <a:gd name="T14" fmla="*/ 1 w 111"/>
                <a:gd name="T15" fmla="*/ 135 h 135"/>
                <a:gd name="T16" fmla="*/ 1 w 111"/>
                <a:gd name="T17" fmla="*/ 135 h 135"/>
                <a:gd name="T18" fmla="*/ 1 w 111"/>
                <a:gd name="T19" fmla="*/ 135 h 135"/>
                <a:gd name="T20" fmla="*/ 1 w 111"/>
                <a:gd name="T21" fmla="*/ 135 h 135"/>
                <a:gd name="T22" fmla="*/ 1 w 111"/>
                <a:gd name="T23" fmla="*/ 135 h 135"/>
                <a:gd name="T24" fmla="*/ 2 w 111"/>
                <a:gd name="T25" fmla="*/ 135 h 135"/>
                <a:gd name="T26" fmla="*/ 1 w 111"/>
                <a:gd name="T27" fmla="*/ 135 h 135"/>
                <a:gd name="T28" fmla="*/ 2 w 111"/>
                <a:gd name="T29" fmla="*/ 135 h 135"/>
                <a:gd name="T30" fmla="*/ 2 w 111"/>
                <a:gd name="T31" fmla="*/ 135 h 135"/>
                <a:gd name="T32" fmla="*/ 2 w 111"/>
                <a:gd name="T33" fmla="*/ 135 h 135"/>
                <a:gd name="T34" fmla="*/ 2 w 111"/>
                <a:gd name="T35" fmla="*/ 135 h 135"/>
                <a:gd name="T36" fmla="*/ 2 w 111"/>
                <a:gd name="T37" fmla="*/ 135 h 135"/>
                <a:gd name="T38" fmla="*/ 2 w 111"/>
                <a:gd name="T39" fmla="*/ 135 h 135"/>
                <a:gd name="T40" fmla="*/ 2 w 111"/>
                <a:gd name="T41" fmla="*/ 135 h 135"/>
                <a:gd name="T42" fmla="*/ 3 w 111"/>
                <a:gd name="T43" fmla="*/ 135 h 135"/>
                <a:gd name="T44" fmla="*/ 3 w 111"/>
                <a:gd name="T45" fmla="*/ 135 h 135"/>
                <a:gd name="T46" fmla="*/ 3 w 111"/>
                <a:gd name="T47" fmla="*/ 135 h 135"/>
                <a:gd name="T48" fmla="*/ 3 w 111"/>
                <a:gd name="T49" fmla="*/ 134 h 135"/>
                <a:gd name="T50" fmla="*/ 3 w 111"/>
                <a:gd name="T51" fmla="*/ 134 h 135"/>
                <a:gd name="T52" fmla="*/ 3 w 111"/>
                <a:gd name="T53" fmla="*/ 134 h 135"/>
                <a:gd name="T54" fmla="*/ 4 w 111"/>
                <a:gd name="T55" fmla="*/ 134 h 135"/>
                <a:gd name="T56" fmla="*/ 3 w 111"/>
                <a:gd name="T57" fmla="*/ 134 h 135"/>
                <a:gd name="T58" fmla="*/ 4 w 111"/>
                <a:gd name="T59" fmla="*/ 134 h 135"/>
                <a:gd name="T60" fmla="*/ 4 w 111"/>
                <a:gd name="T61" fmla="*/ 134 h 135"/>
                <a:gd name="T62" fmla="*/ 4 w 111"/>
                <a:gd name="T63" fmla="*/ 134 h 135"/>
                <a:gd name="T64" fmla="*/ 4 w 111"/>
                <a:gd name="T65" fmla="*/ 134 h 135"/>
                <a:gd name="T66" fmla="*/ 5 w 111"/>
                <a:gd name="T67" fmla="*/ 134 h 135"/>
                <a:gd name="T68" fmla="*/ 4 w 111"/>
                <a:gd name="T69" fmla="*/ 134 h 135"/>
                <a:gd name="T70" fmla="*/ 5 w 111"/>
                <a:gd name="T71" fmla="*/ 134 h 135"/>
                <a:gd name="T72" fmla="*/ 5 w 111"/>
                <a:gd name="T73" fmla="*/ 134 h 135"/>
                <a:gd name="T74" fmla="*/ 5 w 111"/>
                <a:gd name="T75" fmla="*/ 134 h 135"/>
                <a:gd name="T76" fmla="*/ 5 w 111"/>
                <a:gd name="T77" fmla="*/ 134 h 135"/>
                <a:gd name="T78" fmla="*/ 5 w 111"/>
                <a:gd name="T79" fmla="*/ 134 h 135"/>
                <a:gd name="T80" fmla="*/ 5 w 111"/>
                <a:gd name="T81" fmla="*/ 134 h 135"/>
                <a:gd name="T82" fmla="*/ 5 w 111"/>
                <a:gd name="T83" fmla="*/ 134 h 135"/>
                <a:gd name="T84" fmla="*/ 6 w 111"/>
                <a:gd name="T85" fmla="*/ 134 h 135"/>
                <a:gd name="T86" fmla="*/ 5 w 111"/>
                <a:gd name="T87" fmla="*/ 134 h 135"/>
                <a:gd name="T88" fmla="*/ 6 w 111"/>
                <a:gd name="T89" fmla="*/ 134 h 135"/>
                <a:gd name="T90" fmla="*/ 6 w 111"/>
                <a:gd name="T91" fmla="*/ 134 h 135"/>
                <a:gd name="T92" fmla="*/ 6 w 111"/>
                <a:gd name="T93" fmla="*/ 134 h 135"/>
                <a:gd name="T94" fmla="*/ 6 w 111"/>
                <a:gd name="T95" fmla="*/ 134 h 135"/>
                <a:gd name="T96" fmla="*/ 7 w 111"/>
                <a:gd name="T97" fmla="*/ 134 h 135"/>
                <a:gd name="T98" fmla="*/ 6 w 111"/>
                <a:gd name="T99" fmla="*/ 134 h 135"/>
                <a:gd name="T100" fmla="*/ 7 w 111"/>
                <a:gd name="T101" fmla="*/ 134 h 135"/>
                <a:gd name="T102" fmla="*/ 111 w 111"/>
                <a:gd name="T103" fmla="*/ 0 h 135"/>
                <a:gd name="T104" fmla="*/ 7 w 111"/>
                <a:gd name="T105" fmla="*/ 134 h 135"/>
                <a:gd name="T106" fmla="*/ 111 w 111"/>
                <a:gd name="T107" fmla="*/ 1 h 135"/>
                <a:gd name="T108" fmla="*/ 111 w 111"/>
                <a:gd name="T10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135">
                  <a:moveTo>
                    <a:pt x="0" y="135"/>
                  </a:moveTo>
                  <a:cubicBezTo>
                    <a:pt x="0" y="135"/>
                    <a:pt x="0" y="135"/>
                    <a:pt x="0" y="135"/>
                  </a:cubicBezTo>
                  <a:cubicBezTo>
                    <a:pt x="0" y="135"/>
                    <a:pt x="0" y="135"/>
                    <a:pt x="0" y="135"/>
                  </a:cubicBezTo>
                  <a:moveTo>
                    <a:pt x="0" y="135"/>
                  </a:moveTo>
                  <a:cubicBezTo>
                    <a:pt x="0" y="135"/>
                    <a:pt x="0" y="135"/>
                    <a:pt x="0" y="135"/>
                  </a:cubicBezTo>
                  <a:cubicBezTo>
                    <a:pt x="0" y="135"/>
                    <a:pt x="0" y="135"/>
                    <a:pt x="0" y="135"/>
                  </a:cubicBezTo>
                  <a:moveTo>
                    <a:pt x="1" y="135"/>
                  </a:moveTo>
                  <a:cubicBezTo>
                    <a:pt x="1" y="135"/>
                    <a:pt x="1" y="135"/>
                    <a:pt x="1" y="135"/>
                  </a:cubicBezTo>
                  <a:cubicBezTo>
                    <a:pt x="1" y="135"/>
                    <a:pt x="1" y="135"/>
                    <a:pt x="1" y="135"/>
                  </a:cubicBezTo>
                  <a:moveTo>
                    <a:pt x="1" y="135"/>
                  </a:moveTo>
                  <a:cubicBezTo>
                    <a:pt x="1" y="135"/>
                    <a:pt x="1" y="135"/>
                    <a:pt x="1" y="135"/>
                  </a:cubicBezTo>
                  <a:cubicBezTo>
                    <a:pt x="1" y="135"/>
                    <a:pt x="1" y="135"/>
                    <a:pt x="1" y="135"/>
                  </a:cubicBezTo>
                  <a:moveTo>
                    <a:pt x="2" y="135"/>
                  </a:moveTo>
                  <a:cubicBezTo>
                    <a:pt x="1" y="135"/>
                    <a:pt x="1" y="135"/>
                    <a:pt x="1" y="135"/>
                  </a:cubicBezTo>
                  <a:cubicBezTo>
                    <a:pt x="1" y="135"/>
                    <a:pt x="1" y="135"/>
                    <a:pt x="2" y="135"/>
                  </a:cubicBezTo>
                  <a:moveTo>
                    <a:pt x="2" y="135"/>
                  </a:moveTo>
                  <a:cubicBezTo>
                    <a:pt x="2" y="135"/>
                    <a:pt x="2" y="135"/>
                    <a:pt x="2" y="135"/>
                  </a:cubicBezTo>
                  <a:cubicBezTo>
                    <a:pt x="2" y="135"/>
                    <a:pt x="2" y="135"/>
                    <a:pt x="2" y="135"/>
                  </a:cubicBezTo>
                  <a:moveTo>
                    <a:pt x="2" y="135"/>
                  </a:moveTo>
                  <a:cubicBezTo>
                    <a:pt x="2" y="135"/>
                    <a:pt x="2" y="135"/>
                    <a:pt x="2" y="135"/>
                  </a:cubicBezTo>
                  <a:cubicBezTo>
                    <a:pt x="2" y="135"/>
                    <a:pt x="2" y="135"/>
                    <a:pt x="2" y="135"/>
                  </a:cubicBezTo>
                  <a:moveTo>
                    <a:pt x="3" y="135"/>
                  </a:moveTo>
                  <a:cubicBezTo>
                    <a:pt x="3" y="135"/>
                    <a:pt x="3" y="135"/>
                    <a:pt x="3" y="135"/>
                  </a:cubicBezTo>
                  <a:cubicBezTo>
                    <a:pt x="3" y="135"/>
                    <a:pt x="3" y="135"/>
                    <a:pt x="3" y="135"/>
                  </a:cubicBezTo>
                  <a:moveTo>
                    <a:pt x="3" y="134"/>
                  </a:moveTo>
                  <a:cubicBezTo>
                    <a:pt x="3" y="134"/>
                    <a:pt x="3" y="134"/>
                    <a:pt x="3" y="134"/>
                  </a:cubicBezTo>
                  <a:cubicBezTo>
                    <a:pt x="3" y="134"/>
                    <a:pt x="3" y="134"/>
                    <a:pt x="3" y="134"/>
                  </a:cubicBezTo>
                  <a:moveTo>
                    <a:pt x="4" y="134"/>
                  </a:moveTo>
                  <a:cubicBezTo>
                    <a:pt x="4" y="134"/>
                    <a:pt x="4" y="134"/>
                    <a:pt x="3" y="134"/>
                  </a:cubicBezTo>
                  <a:cubicBezTo>
                    <a:pt x="4" y="134"/>
                    <a:pt x="4" y="134"/>
                    <a:pt x="4" y="134"/>
                  </a:cubicBezTo>
                  <a:moveTo>
                    <a:pt x="4" y="134"/>
                  </a:moveTo>
                  <a:cubicBezTo>
                    <a:pt x="4" y="134"/>
                    <a:pt x="4" y="134"/>
                    <a:pt x="4" y="134"/>
                  </a:cubicBezTo>
                  <a:cubicBezTo>
                    <a:pt x="4" y="134"/>
                    <a:pt x="4" y="134"/>
                    <a:pt x="4" y="134"/>
                  </a:cubicBezTo>
                  <a:moveTo>
                    <a:pt x="5" y="134"/>
                  </a:moveTo>
                  <a:cubicBezTo>
                    <a:pt x="4" y="134"/>
                    <a:pt x="4" y="134"/>
                    <a:pt x="4" y="134"/>
                  </a:cubicBezTo>
                  <a:cubicBezTo>
                    <a:pt x="4" y="134"/>
                    <a:pt x="4" y="134"/>
                    <a:pt x="5" y="134"/>
                  </a:cubicBezTo>
                  <a:moveTo>
                    <a:pt x="5" y="134"/>
                  </a:moveTo>
                  <a:cubicBezTo>
                    <a:pt x="5" y="134"/>
                    <a:pt x="5" y="134"/>
                    <a:pt x="5" y="134"/>
                  </a:cubicBezTo>
                  <a:cubicBezTo>
                    <a:pt x="5" y="134"/>
                    <a:pt x="5" y="134"/>
                    <a:pt x="5" y="134"/>
                  </a:cubicBezTo>
                  <a:moveTo>
                    <a:pt x="5" y="134"/>
                  </a:moveTo>
                  <a:cubicBezTo>
                    <a:pt x="5" y="134"/>
                    <a:pt x="5" y="134"/>
                    <a:pt x="5" y="134"/>
                  </a:cubicBezTo>
                  <a:cubicBezTo>
                    <a:pt x="5" y="134"/>
                    <a:pt x="5" y="134"/>
                    <a:pt x="5" y="134"/>
                  </a:cubicBezTo>
                  <a:moveTo>
                    <a:pt x="6" y="134"/>
                  </a:moveTo>
                  <a:cubicBezTo>
                    <a:pt x="6" y="134"/>
                    <a:pt x="6" y="134"/>
                    <a:pt x="5" y="134"/>
                  </a:cubicBezTo>
                  <a:cubicBezTo>
                    <a:pt x="6" y="134"/>
                    <a:pt x="6" y="134"/>
                    <a:pt x="6" y="134"/>
                  </a:cubicBezTo>
                  <a:moveTo>
                    <a:pt x="6" y="134"/>
                  </a:moveTo>
                  <a:cubicBezTo>
                    <a:pt x="6" y="134"/>
                    <a:pt x="6" y="134"/>
                    <a:pt x="6" y="134"/>
                  </a:cubicBezTo>
                  <a:cubicBezTo>
                    <a:pt x="6" y="134"/>
                    <a:pt x="6" y="134"/>
                    <a:pt x="6" y="134"/>
                  </a:cubicBezTo>
                  <a:moveTo>
                    <a:pt x="7" y="134"/>
                  </a:moveTo>
                  <a:cubicBezTo>
                    <a:pt x="7" y="134"/>
                    <a:pt x="6" y="134"/>
                    <a:pt x="6" y="134"/>
                  </a:cubicBezTo>
                  <a:cubicBezTo>
                    <a:pt x="6" y="134"/>
                    <a:pt x="7" y="134"/>
                    <a:pt x="7" y="134"/>
                  </a:cubicBezTo>
                  <a:moveTo>
                    <a:pt x="111" y="0"/>
                  </a:moveTo>
                  <a:cubicBezTo>
                    <a:pt x="110" y="64"/>
                    <a:pt x="66" y="118"/>
                    <a:pt x="7" y="134"/>
                  </a:cubicBezTo>
                  <a:cubicBezTo>
                    <a:pt x="66" y="118"/>
                    <a:pt x="110" y="65"/>
                    <a:pt x="111" y="1"/>
                  </a:cubicBezTo>
                  <a:cubicBezTo>
                    <a:pt x="111" y="1"/>
                    <a:pt x="111" y="1"/>
                    <a:pt x="111" y="0"/>
                  </a:cubicBezTo>
                </a:path>
              </a:pathLst>
            </a:custGeom>
            <a:solidFill>
              <a:srgbClr val="0653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0" name="Freeform 66">
              <a:extLst>
                <a:ext uri="{FF2B5EF4-FFF2-40B4-BE49-F238E27FC236}">
                  <a16:creationId xmlns:a16="http://schemas.microsoft.com/office/drawing/2014/main" id="{2301DD36-0386-4BFB-9B86-B01064A921DC}"/>
                </a:ext>
              </a:extLst>
            </p:cNvPr>
            <p:cNvSpPr>
              <a:spLocks/>
            </p:cNvSpPr>
            <p:nvPr/>
          </p:nvSpPr>
          <p:spPr bwMode="auto">
            <a:xfrm>
              <a:off x="8277226" y="2944813"/>
              <a:ext cx="528638" cy="522288"/>
            </a:xfrm>
            <a:custGeom>
              <a:avLst/>
              <a:gdLst>
                <a:gd name="T0" fmla="*/ 139 w 139"/>
                <a:gd name="T1" fmla="*/ 0 h 137"/>
                <a:gd name="T2" fmla="*/ 35 w 139"/>
                <a:gd name="T3" fmla="*/ 133 h 137"/>
                <a:gd name="T4" fmla="*/ 35 w 139"/>
                <a:gd name="T5" fmla="*/ 133 h 137"/>
                <a:gd name="T6" fmla="*/ 34 w 139"/>
                <a:gd name="T7" fmla="*/ 133 h 137"/>
                <a:gd name="T8" fmla="*/ 34 w 139"/>
                <a:gd name="T9" fmla="*/ 133 h 137"/>
                <a:gd name="T10" fmla="*/ 34 w 139"/>
                <a:gd name="T11" fmla="*/ 133 h 137"/>
                <a:gd name="T12" fmla="*/ 34 w 139"/>
                <a:gd name="T13" fmla="*/ 133 h 137"/>
                <a:gd name="T14" fmla="*/ 33 w 139"/>
                <a:gd name="T15" fmla="*/ 133 h 137"/>
                <a:gd name="T16" fmla="*/ 33 w 139"/>
                <a:gd name="T17" fmla="*/ 133 h 137"/>
                <a:gd name="T18" fmla="*/ 33 w 139"/>
                <a:gd name="T19" fmla="*/ 133 h 137"/>
                <a:gd name="T20" fmla="*/ 33 w 139"/>
                <a:gd name="T21" fmla="*/ 133 h 137"/>
                <a:gd name="T22" fmla="*/ 33 w 139"/>
                <a:gd name="T23" fmla="*/ 133 h 137"/>
                <a:gd name="T24" fmla="*/ 33 w 139"/>
                <a:gd name="T25" fmla="*/ 133 h 137"/>
                <a:gd name="T26" fmla="*/ 32 w 139"/>
                <a:gd name="T27" fmla="*/ 133 h 137"/>
                <a:gd name="T28" fmla="*/ 32 w 139"/>
                <a:gd name="T29" fmla="*/ 133 h 137"/>
                <a:gd name="T30" fmla="*/ 32 w 139"/>
                <a:gd name="T31" fmla="*/ 133 h 137"/>
                <a:gd name="T32" fmla="*/ 32 w 139"/>
                <a:gd name="T33" fmla="*/ 133 h 137"/>
                <a:gd name="T34" fmla="*/ 31 w 139"/>
                <a:gd name="T35" fmla="*/ 133 h 137"/>
                <a:gd name="T36" fmla="*/ 31 w 139"/>
                <a:gd name="T37" fmla="*/ 133 h 137"/>
                <a:gd name="T38" fmla="*/ 31 w 139"/>
                <a:gd name="T39" fmla="*/ 133 h 137"/>
                <a:gd name="T40" fmla="*/ 31 w 139"/>
                <a:gd name="T41" fmla="*/ 134 h 137"/>
                <a:gd name="T42" fmla="*/ 31 w 139"/>
                <a:gd name="T43" fmla="*/ 134 h 137"/>
                <a:gd name="T44" fmla="*/ 30 w 139"/>
                <a:gd name="T45" fmla="*/ 134 h 137"/>
                <a:gd name="T46" fmla="*/ 30 w 139"/>
                <a:gd name="T47" fmla="*/ 134 h 137"/>
                <a:gd name="T48" fmla="*/ 30 w 139"/>
                <a:gd name="T49" fmla="*/ 134 h 137"/>
                <a:gd name="T50" fmla="*/ 30 w 139"/>
                <a:gd name="T51" fmla="*/ 134 h 137"/>
                <a:gd name="T52" fmla="*/ 30 w 139"/>
                <a:gd name="T53" fmla="*/ 134 h 137"/>
                <a:gd name="T54" fmla="*/ 29 w 139"/>
                <a:gd name="T55" fmla="*/ 134 h 137"/>
                <a:gd name="T56" fmla="*/ 29 w 139"/>
                <a:gd name="T57" fmla="*/ 134 h 137"/>
                <a:gd name="T58" fmla="*/ 29 w 139"/>
                <a:gd name="T59" fmla="*/ 134 h 137"/>
                <a:gd name="T60" fmla="*/ 29 w 139"/>
                <a:gd name="T61" fmla="*/ 134 h 137"/>
                <a:gd name="T62" fmla="*/ 29 w 139"/>
                <a:gd name="T63" fmla="*/ 134 h 137"/>
                <a:gd name="T64" fmla="*/ 28 w 139"/>
                <a:gd name="T65" fmla="*/ 134 h 137"/>
                <a:gd name="T66" fmla="*/ 28 w 139"/>
                <a:gd name="T67" fmla="*/ 134 h 137"/>
                <a:gd name="T68" fmla="*/ 28 w 139"/>
                <a:gd name="T69" fmla="*/ 134 h 137"/>
                <a:gd name="T70" fmla="*/ 28 w 139"/>
                <a:gd name="T71" fmla="*/ 134 h 137"/>
                <a:gd name="T72" fmla="*/ 0 w 139"/>
                <a:gd name="T73" fmla="*/ 137 h 137"/>
                <a:gd name="T74" fmla="*/ 31 w 139"/>
                <a:gd name="T75" fmla="*/ 137 h 137"/>
                <a:gd name="T76" fmla="*/ 139 w 139"/>
                <a:gd name="T77" fmla="*/ 1 h 137"/>
                <a:gd name="T78" fmla="*/ 139 w 139"/>
                <a:gd name="T7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9" h="137">
                  <a:moveTo>
                    <a:pt x="139" y="0"/>
                  </a:moveTo>
                  <a:cubicBezTo>
                    <a:pt x="138" y="64"/>
                    <a:pt x="94" y="117"/>
                    <a:pt x="35" y="133"/>
                  </a:cubicBezTo>
                  <a:cubicBezTo>
                    <a:pt x="35" y="133"/>
                    <a:pt x="35" y="133"/>
                    <a:pt x="35" y="133"/>
                  </a:cubicBezTo>
                  <a:cubicBezTo>
                    <a:pt x="35" y="133"/>
                    <a:pt x="34" y="133"/>
                    <a:pt x="34" y="133"/>
                  </a:cubicBezTo>
                  <a:cubicBezTo>
                    <a:pt x="34" y="133"/>
                    <a:pt x="34" y="133"/>
                    <a:pt x="34" y="133"/>
                  </a:cubicBezTo>
                  <a:cubicBezTo>
                    <a:pt x="34" y="133"/>
                    <a:pt x="34" y="133"/>
                    <a:pt x="34" y="133"/>
                  </a:cubicBezTo>
                  <a:cubicBezTo>
                    <a:pt x="34" y="133"/>
                    <a:pt x="34" y="133"/>
                    <a:pt x="34" y="133"/>
                  </a:cubicBezTo>
                  <a:cubicBezTo>
                    <a:pt x="34" y="133"/>
                    <a:pt x="34" y="133"/>
                    <a:pt x="33" y="133"/>
                  </a:cubicBezTo>
                  <a:cubicBezTo>
                    <a:pt x="33" y="133"/>
                    <a:pt x="33" y="133"/>
                    <a:pt x="33" y="133"/>
                  </a:cubicBezTo>
                  <a:cubicBezTo>
                    <a:pt x="33" y="133"/>
                    <a:pt x="33" y="133"/>
                    <a:pt x="33" y="133"/>
                  </a:cubicBezTo>
                  <a:cubicBezTo>
                    <a:pt x="33" y="133"/>
                    <a:pt x="33" y="133"/>
                    <a:pt x="33" y="133"/>
                  </a:cubicBezTo>
                  <a:cubicBezTo>
                    <a:pt x="33" y="133"/>
                    <a:pt x="33" y="133"/>
                    <a:pt x="33" y="133"/>
                  </a:cubicBezTo>
                  <a:cubicBezTo>
                    <a:pt x="33" y="133"/>
                    <a:pt x="33" y="133"/>
                    <a:pt x="33" y="133"/>
                  </a:cubicBezTo>
                  <a:cubicBezTo>
                    <a:pt x="32" y="133"/>
                    <a:pt x="32" y="133"/>
                    <a:pt x="32" y="133"/>
                  </a:cubicBezTo>
                  <a:cubicBezTo>
                    <a:pt x="32" y="133"/>
                    <a:pt x="32" y="133"/>
                    <a:pt x="32" y="133"/>
                  </a:cubicBezTo>
                  <a:cubicBezTo>
                    <a:pt x="32" y="133"/>
                    <a:pt x="32" y="133"/>
                    <a:pt x="32" y="133"/>
                  </a:cubicBezTo>
                  <a:cubicBezTo>
                    <a:pt x="32" y="133"/>
                    <a:pt x="32" y="133"/>
                    <a:pt x="32" y="133"/>
                  </a:cubicBezTo>
                  <a:cubicBezTo>
                    <a:pt x="32" y="133"/>
                    <a:pt x="32" y="133"/>
                    <a:pt x="31" y="133"/>
                  </a:cubicBezTo>
                  <a:cubicBezTo>
                    <a:pt x="31" y="133"/>
                    <a:pt x="31" y="133"/>
                    <a:pt x="31" y="133"/>
                  </a:cubicBezTo>
                  <a:cubicBezTo>
                    <a:pt x="31" y="133"/>
                    <a:pt x="31" y="133"/>
                    <a:pt x="31" y="133"/>
                  </a:cubicBezTo>
                  <a:cubicBezTo>
                    <a:pt x="31" y="133"/>
                    <a:pt x="31" y="134"/>
                    <a:pt x="31" y="134"/>
                  </a:cubicBezTo>
                  <a:cubicBezTo>
                    <a:pt x="31" y="134"/>
                    <a:pt x="31" y="134"/>
                    <a:pt x="31" y="134"/>
                  </a:cubicBezTo>
                  <a:cubicBezTo>
                    <a:pt x="31" y="134"/>
                    <a:pt x="30" y="134"/>
                    <a:pt x="30" y="134"/>
                  </a:cubicBezTo>
                  <a:cubicBezTo>
                    <a:pt x="30" y="134"/>
                    <a:pt x="30" y="134"/>
                    <a:pt x="30" y="134"/>
                  </a:cubicBezTo>
                  <a:cubicBezTo>
                    <a:pt x="30" y="134"/>
                    <a:pt x="30" y="134"/>
                    <a:pt x="30" y="134"/>
                  </a:cubicBezTo>
                  <a:cubicBezTo>
                    <a:pt x="30" y="134"/>
                    <a:pt x="30" y="134"/>
                    <a:pt x="30" y="134"/>
                  </a:cubicBezTo>
                  <a:cubicBezTo>
                    <a:pt x="30" y="134"/>
                    <a:pt x="30" y="134"/>
                    <a:pt x="30" y="134"/>
                  </a:cubicBezTo>
                  <a:cubicBezTo>
                    <a:pt x="29" y="134"/>
                    <a:pt x="29" y="134"/>
                    <a:pt x="29" y="134"/>
                  </a:cubicBezTo>
                  <a:cubicBezTo>
                    <a:pt x="29" y="134"/>
                    <a:pt x="29" y="134"/>
                    <a:pt x="29" y="134"/>
                  </a:cubicBezTo>
                  <a:cubicBezTo>
                    <a:pt x="29" y="134"/>
                    <a:pt x="29" y="134"/>
                    <a:pt x="29" y="134"/>
                  </a:cubicBezTo>
                  <a:cubicBezTo>
                    <a:pt x="29" y="134"/>
                    <a:pt x="29" y="134"/>
                    <a:pt x="29" y="134"/>
                  </a:cubicBezTo>
                  <a:cubicBezTo>
                    <a:pt x="29" y="134"/>
                    <a:pt x="29" y="134"/>
                    <a:pt x="29" y="134"/>
                  </a:cubicBezTo>
                  <a:cubicBezTo>
                    <a:pt x="28" y="134"/>
                    <a:pt x="28" y="134"/>
                    <a:pt x="28" y="134"/>
                  </a:cubicBezTo>
                  <a:cubicBezTo>
                    <a:pt x="28" y="134"/>
                    <a:pt x="28" y="134"/>
                    <a:pt x="28" y="134"/>
                  </a:cubicBezTo>
                  <a:cubicBezTo>
                    <a:pt x="28" y="134"/>
                    <a:pt x="28" y="134"/>
                    <a:pt x="28" y="134"/>
                  </a:cubicBezTo>
                  <a:cubicBezTo>
                    <a:pt x="28" y="134"/>
                    <a:pt x="28" y="134"/>
                    <a:pt x="28" y="134"/>
                  </a:cubicBezTo>
                  <a:cubicBezTo>
                    <a:pt x="19" y="136"/>
                    <a:pt x="9" y="137"/>
                    <a:pt x="0" y="137"/>
                  </a:cubicBezTo>
                  <a:cubicBezTo>
                    <a:pt x="31" y="137"/>
                    <a:pt x="31" y="137"/>
                    <a:pt x="31" y="137"/>
                  </a:cubicBezTo>
                  <a:cubicBezTo>
                    <a:pt x="93" y="123"/>
                    <a:pt x="139" y="67"/>
                    <a:pt x="139" y="1"/>
                  </a:cubicBezTo>
                  <a:cubicBezTo>
                    <a:pt x="139" y="1"/>
                    <a:pt x="139" y="0"/>
                    <a:pt x="139" y="0"/>
                  </a:cubicBezTo>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1" name="Freeform 67">
              <a:extLst>
                <a:ext uri="{FF2B5EF4-FFF2-40B4-BE49-F238E27FC236}">
                  <a16:creationId xmlns:a16="http://schemas.microsoft.com/office/drawing/2014/main" id="{CB4D86F2-3EA7-4A53-AC2B-D98797ED0D69}"/>
                </a:ext>
              </a:extLst>
            </p:cNvPr>
            <p:cNvSpPr>
              <a:spLocks/>
            </p:cNvSpPr>
            <p:nvPr/>
          </p:nvSpPr>
          <p:spPr bwMode="auto">
            <a:xfrm>
              <a:off x="7745413" y="2941638"/>
              <a:ext cx="1973263" cy="541338"/>
            </a:xfrm>
            <a:custGeom>
              <a:avLst/>
              <a:gdLst>
                <a:gd name="T0" fmla="*/ 519 w 519"/>
                <a:gd name="T1" fmla="*/ 138 h 142"/>
                <a:gd name="T2" fmla="*/ 171 w 519"/>
                <a:gd name="T3" fmla="*/ 138 h 142"/>
                <a:gd name="T4" fmla="*/ 171 w 519"/>
                <a:gd name="T5" fmla="*/ 138 h 142"/>
                <a:gd name="T6" fmla="*/ 140 w 519"/>
                <a:gd name="T7" fmla="*/ 138 h 142"/>
                <a:gd name="T8" fmla="*/ 140 w 519"/>
                <a:gd name="T9" fmla="*/ 138 h 142"/>
                <a:gd name="T10" fmla="*/ 140 w 519"/>
                <a:gd name="T11" fmla="*/ 138 h 142"/>
                <a:gd name="T12" fmla="*/ 0 w 519"/>
                <a:gd name="T13" fmla="*/ 0 h 142"/>
                <a:gd name="T14" fmla="*/ 0 w 519"/>
                <a:gd name="T15" fmla="*/ 2 h 142"/>
                <a:gd name="T16" fmla="*/ 108 w 519"/>
                <a:gd name="T17" fmla="*/ 138 h 142"/>
                <a:gd name="T18" fmla="*/ 138 w 519"/>
                <a:gd name="T19" fmla="*/ 142 h 142"/>
                <a:gd name="T20" fmla="*/ 138 w 519"/>
                <a:gd name="T21" fmla="*/ 142 h 142"/>
                <a:gd name="T22" fmla="*/ 519 w 519"/>
                <a:gd name="T23" fmla="*/ 142 h 142"/>
                <a:gd name="T24" fmla="*/ 519 w 519"/>
                <a:gd name="T25"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9" h="142">
                  <a:moveTo>
                    <a:pt x="519" y="138"/>
                  </a:moveTo>
                  <a:cubicBezTo>
                    <a:pt x="171" y="138"/>
                    <a:pt x="171" y="138"/>
                    <a:pt x="171" y="138"/>
                  </a:cubicBezTo>
                  <a:cubicBezTo>
                    <a:pt x="171" y="138"/>
                    <a:pt x="171" y="138"/>
                    <a:pt x="171" y="138"/>
                  </a:cubicBezTo>
                  <a:cubicBezTo>
                    <a:pt x="140" y="138"/>
                    <a:pt x="140" y="138"/>
                    <a:pt x="140" y="138"/>
                  </a:cubicBezTo>
                  <a:cubicBezTo>
                    <a:pt x="140" y="138"/>
                    <a:pt x="140" y="138"/>
                    <a:pt x="140" y="138"/>
                  </a:cubicBezTo>
                  <a:cubicBezTo>
                    <a:pt x="140" y="138"/>
                    <a:pt x="140" y="138"/>
                    <a:pt x="140" y="138"/>
                  </a:cubicBezTo>
                  <a:cubicBezTo>
                    <a:pt x="63" y="138"/>
                    <a:pt x="1" y="76"/>
                    <a:pt x="0" y="0"/>
                  </a:cubicBezTo>
                  <a:cubicBezTo>
                    <a:pt x="0" y="1"/>
                    <a:pt x="0" y="1"/>
                    <a:pt x="0" y="2"/>
                  </a:cubicBezTo>
                  <a:cubicBezTo>
                    <a:pt x="0" y="68"/>
                    <a:pt x="46" y="124"/>
                    <a:pt x="108" y="138"/>
                  </a:cubicBezTo>
                  <a:cubicBezTo>
                    <a:pt x="118" y="140"/>
                    <a:pt x="128" y="141"/>
                    <a:pt x="138" y="142"/>
                  </a:cubicBezTo>
                  <a:cubicBezTo>
                    <a:pt x="138" y="142"/>
                    <a:pt x="138" y="142"/>
                    <a:pt x="138" y="142"/>
                  </a:cubicBezTo>
                  <a:cubicBezTo>
                    <a:pt x="519" y="142"/>
                    <a:pt x="519" y="142"/>
                    <a:pt x="519" y="142"/>
                  </a:cubicBezTo>
                  <a:lnTo>
                    <a:pt x="519" y="138"/>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34" name="Group 133">
              <a:extLst>
                <a:ext uri="{FF2B5EF4-FFF2-40B4-BE49-F238E27FC236}">
                  <a16:creationId xmlns:a16="http://schemas.microsoft.com/office/drawing/2014/main" id="{351E5DC8-9765-47F3-A1E0-98C111046E27}"/>
                </a:ext>
              </a:extLst>
            </p:cNvPr>
            <p:cNvGrpSpPr/>
            <p:nvPr/>
          </p:nvGrpSpPr>
          <p:grpSpPr>
            <a:xfrm>
              <a:off x="8909051" y="3421063"/>
              <a:ext cx="304800" cy="258763"/>
              <a:chOff x="8909051" y="3421063"/>
              <a:chExt cx="304800" cy="258763"/>
            </a:xfrm>
            <a:effectLst>
              <a:outerShdw blurRad="50800" dist="38100" algn="tl" rotWithShape="0">
                <a:prstClr val="black">
                  <a:alpha val="20000"/>
                </a:prstClr>
              </a:outerShdw>
            </a:effectLst>
          </p:grpSpPr>
          <p:sp>
            <p:nvSpPr>
              <p:cNvPr id="72" name="Freeform 68">
                <a:extLst>
                  <a:ext uri="{FF2B5EF4-FFF2-40B4-BE49-F238E27FC236}">
                    <a16:creationId xmlns:a16="http://schemas.microsoft.com/office/drawing/2014/main" id="{B432D83B-388F-4FC9-A045-29F5A7DF9764}"/>
                  </a:ext>
                </a:extLst>
              </p:cNvPr>
              <p:cNvSpPr>
                <a:spLocks/>
              </p:cNvSpPr>
              <p:nvPr/>
            </p:nvSpPr>
            <p:spPr bwMode="auto">
              <a:xfrm>
                <a:off x="8909051" y="3421063"/>
                <a:ext cx="304800" cy="258763"/>
              </a:xfrm>
              <a:custGeom>
                <a:avLst/>
                <a:gdLst>
                  <a:gd name="T0" fmla="*/ 0 w 192"/>
                  <a:gd name="T1" fmla="*/ 0 h 163"/>
                  <a:gd name="T2" fmla="*/ 192 w 192"/>
                  <a:gd name="T3" fmla="*/ 82 h 163"/>
                  <a:gd name="T4" fmla="*/ 0 w 192"/>
                  <a:gd name="T5" fmla="*/ 163 h 163"/>
                  <a:gd name="T6" fmla="*/ 0 w 192"/>
                  <a:gd name="T7" fmla="*/ 0 h 163"/>
                </a:gdLst>
                <a:ahLst/>
                <a:cxnLst>
                  <a:cxn ang="0">
                    <a:pos x="T0" y="T1"/>
                  </a:cxn>
                  <a:cxn ang="0">
                    <a:pos x="T2" y="T3"/>
                  </a:cxn>
                  <a:cxn ang="0">
                    <a:pos x="T4" y="T5"/>
                  </a:cxn>
                  <a:cxn ang="0">
                    <a:pos x="T6" y="T7"/>
                  </a:cxn>
                </a:cxnLst>
                <a:rect l="0" t="0" r="r" b="b"/>
                <a:pathLst>
                  <a:path w="192" h="163">
                    <a:moveTo>
                      <a:pt x="0" y="0"/>
                    </a:moveTo>
                    <a:lnTo>
                      <a:pt x="192" y="82"/>
                    </a:lnTo>
                    <a:lnTo>
                      <a:pt x="0" y="163"/>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73" name="Freeform 69">
                <a:extLst>
                  <a:ext uri="{FF2B5EF4-FFF2-40B4-BE49-F238E27FC236}">
                    <a16:creationId xmlns:a16="http://schemas.microsoft.com/office/drawing/2014/main" id="{E0A51ECB-DAF4-4354-BDE0-B7ED3565D0A9}"/>
                  </a:ext>
                </a:extLst>
              </p:cNvPr>
              <p:cNvSpPr>
                <a:spLocks/>
              </p:cNvSpPr>
              <p:nvPr/>
            </p:nvSpPr>
            <p:spPr bwMode="auto">
              <a:xfrm>
                <a:off x="8909051" y="3421063"/>
                <a:ext cx="304800" cy="130175"/>
              </a:xfrm>
              <a:custGeom>
                <a:avLst/>
                <a:gdLst>
                  <a:gd name="T0" fmla="*/ 0 w 192"/>
                  <a:gd name="T1" fmla="*/ 39 h 82"/>
                  <a:gd name="T2" fmla="*/ 9 w 192"/>
                  <a:gd name="T3" fmla="*/ 39 h 82"/>
                  <a:gd name="T4" fmla="*/ 9 w 192"/>
                  <a:gd name="T5" fmla="*/ 15 h 82"/>
                  <a:gd name="T6" fmla="*/ 192 w 192"/>
                  <a:gd name="T7" fmla="*/ 82 h 82"/>
                  <a:gd name="T8" fmla="*/ 0 w 192"/>
                  <a:gd name="T9" fmla="*/ 0 h 82"/>
                  <a:gd name="T10" fmla="*/ 0 w 192"/>
                  <a:gd name="T11" fmla="*/ 39 h 82"/>
                </a:gdLst>
                <a:ahLst/>
                <a:cxnLst>
                  <a:cxn ang="0">
                    <a:pos x="T0" y="T1"/>
                  </a:cxn>
                  <a:cxn ang="0">
                    <a:pos x="T2" y="T3"/>
                  </a:cxn>
                  <a:cxn ang="0">
                    <a:pos x="T4" y="T5"/>
                  </a:cxn>
                  <a:cxn ang="0">
                    <a:pos x="T6" y="T7"/>
                  </a:cxn>
                  <a:cxn ang="0">
                    <a:pos x="T8" y="T9"/>
                  </a:cxn>
                  <a:cxn ang="0">
                    <a:pos x="T10" y="T11"/>
                  </a:cxn>
                </a:cxnLst>
                <a:rect l="0" t="0" r="r" b="b"/>
                <a:pathLst>
                  <a:path w="192" h="82">
                    <a:moveTo>
                      <a:pt x="0" y="39"/>
                    </a:moveTo>
                    <a:lnTo>
                      <a:pt x="9" y="39"/>
                    </a:lnTo>
                    <a:lnTo>
                      <a:pt x="9" y="15"/>
                    </a:lnTo>
                    <a:lnTo>
                      <a:pt x="192" y="82"/>
                    </a:lnTo>
                    <a:lnTo>
                      <a:pt x="0" y="0"/>
                    </a:lnTo>
                    <a:lnTo>
                      <a:pt x="0" y="39"/>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74" name="Freeform 70">
              <a:extLst>
                <a:ext uri="{FF2B5EF4-FFF2-40B4-BE49-F238E27FC236}">
                  <a16:creationId xmlns:a16="http://schemas.microsoft.com/office/drawing/2014/main" id="{108A7205-89FF-4B00-8440-C50D8527AC9F}"/>
                </a:ext>
              </a:extLst>
            </p:cNvPr>
            <p:cNvSpPr>
              <a:spLocks/>
            </p:cNvSpPr>
            <p:nvPr/>
          </p:nvSpPr>
          <p:spPr bwMode="auto">
            <a:xfrm>
              <a:off x="8277226" y="3219450"/>
              <a:ext cx="646113" cy="247650"/>
            </a:xfrm>
            <a:custGeom>
              <a:avLst/>
              <a:gdLst>
                <a:gd name="T0" fmla="*/ 0 w 170"/>
                <a:gd name="T1" fmla="*/ 65 h 65"/>
                <a:gd name="T2" fmla="*/ 123 w 170"/>
                <a:gd name="T3" fmla="*/ 65 h 65"/>
                <a:gd name="T4" fmla="*/ 170 w 170"/>
                <a:gd name="T5" fmla="*/ 0 h 65"/>
                <a:gd name="T6" fmla="*/ 118 w 170"/>
                <a:gd name="T7" fmla="*/ 0 h 65"/>
                <a:gd name="T8" fmla="*/ 0 w 170"/>
                <a:gd name="T9" fmla="*/ 65 h 65"/>
              </a:gdLst>
              <a:ahLst/>
              <a:cxnLst>
                <a:cxn ang="0">
                  <a:pos x="T0" y="T1"/>
                </a:cxn>
                <a:cxn ang="0">
                  <a:pos x="T2" y="T3"/>
                </a:cxn>
                <a:cxn ang="0">
                  <a:pos x="T4" y="T5"/>
                </a:cxn>
                <a:cxn ang="0">
                  <a:pos x="T6" y="T7"/>
                </a:cxn>
                <a:cxn ang="0">
                  <a:pos x="T8" y="T9"/>
                </a:cxn>
              </a:cxnLst>
              <a:rect l="0" t="0" r="r" b="b"/>
              <a:pathLst>
                <a:path w="170" h="65">
                  <a:moveTo>
                    <a:pt x="0" y="65"/>
                  </a:moveTo>
                  <a:cubicBezTo>
                    <a:pt x="123" y="65"/>
                    <a:pt x="123" y="65"/>
                    <a:pt x="123" y="65"/>
                  </a:cubicBezTo>
                  <a:cubicBezTo>
                    <a:pt x="143" y="47"/>
                    <a:pt x="159" y="25"/>
                    <a:pt x="170" y="0"/>
                  </a:cubicBezTo>
                  <a:cubicBezTo>
                    <a:pt x="118" y="0"/>
                    <a:pt x="118" y="0"/>
                    <a:pt x="118" y="0"/>
                  </a:cubicBezTo>
                  <a:cubicBezTo>
                    <a:pt x="93" y="39"/>
                    <a:pt x="49" y="65"/>
                    <a:pt x="0" y="65"/>
                  </a:cubicBezTo>
                  <a:close/>
                </a:path>
              </a:pathLst>
            </a:custGeom>
            <a:gradFill>
              <a:gsLst>
                <a:gs pos="62000">
                  <a:schemeClr val="accent5">
                    <a:alpha val="0"/>
                  </a:schemeClr>
                </a:gs>
                <a:gs pos="100000">
                  <a:srgbClr val="000000">
                    <a:alpha val="40000"/>
                  </a:srgbClr>
                </a:gs>
              </a:gsLst>
              <a:lin ang="54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37" name="ring_06">
            <a:extLst>
              <a:ext uri="{FF2B5EF4-FFF2-40B4-BE49-F238E27FC236}">
                <a16:creationId xmlns:a16="http://schemas.microsoft.com/office/drawing/2014/main" id="{D66867A2-F37A-45EE-9DA0-23C14E732F5F}"/>
              </a:ext>
            </a:extLst>
          </p:cNvPr>
          <p:cNvGrpSpPr/>
          <p:nvPr/>
        </p:nvGrpSpPr>
        <p:grpSpPr>
          <a:xfrm>
            <a:off x="9004301" y="3467100"/>
            <a:ext cx="3176588" cy="1420813"/>
            <a:chOff x="9004301" y="3467100"/>
            <a:chExt cx="3176588" cy="1420813"/>
          </a:xfrm>
          <a:effectLst>
            <a:outerShdw blurRad="114300" dist="50800" dir="2700000" algn="tl" rotWithShape="0">
              <a:prstClr val="black">
                <a:alpha val="32000"/>
              </a:prstClr>
            </a:outerShdw>
          </a:effectLst>
        </p:grpSpPr>
        <p:sp>
          <p:nvSpPr>
            <p:cNvPr id="76" name="Freeform 72">
              <a:extLst>
                <a:ext uri="{FF2B5EF4-FFF2-40B4-BE49-F238E27FC236}">
                  <a16:creationId xmlns:a16="http://schemas.microsoft.com/office/drawing/2014/main" id="{65B5E95C-F6BF-4B3A-81CC-A8B6CBF8811E}"/>
                </a:ext>
              </a:extLst>
            </p:cNvPr>
            <p:cNvSpPr>
              <a:spLocks noEditPoints="1"/>
            </p:cNvSpPr>
            <p:nvPr/>
          </p:nvSpPr>
          <p:spPr bwMode="auto">
            <a:xfrm>
              <a:off x="9004301" y="3467100"/>
              <a:ext cx="3176588" cy="1420813"/>
            </a:xfrm>
            <a:custGeom>
              <a:avLst/>
              <a:gdLst>
                <a:gd name="T0" fmla="*/ 372 w 835"/>
                <a:gd name="T1" fmla="*/ 186 h 373"/>
                <a:gd name="T2" fmla="*/ 309 w 835"/>
                <a:gd name="T3" fmla="*/ 47 h 373"/>
                <a:gd name="T4" fmla="*/ 835 w 835"/>
                <a:gd name="T5" fmla="*/ 47 h 373"/>
                <a:gd name="T6" fmla="*/ 835 w 835"/>
                <a:gd name="T7" fmla="*/ 0 h 373"/>
                <a:gd name="T8" fmla="*/ 186 w 835"/>
                <a:gd name="T9" fmla="*/ 0 h 373"/>
                <a:gd name="T10" fmla="*/ 0 w 835"/>
                <a:gd name="T11" fmla="*/ 186 h 373"/>
                <a:gd name="T12" fmla="*/ 186 w 835"/>
                <a:gd name="T13" fmla="*/ 373 h 373"/>
                <a:gd name="T14" fmla="*/ 372 w 835"/>
                <a:gd name="T15" fmla="*/ 186 h 373"/>
                <a:gd name="T16" fmla="*/ 46 w 835"/>
                <a:gd name="T17" fmla="*/ 186 h 373"/>
                <a:gd name="T18" fmla="*/ 186 w 835"/>
                <a:gd name="T19" fmla="*/ 47 h 373"/>
                <a:gd name="T20" fmla="*/ 326 w 835"/>
                <a:gd name="T21" fmla="*/ 186 h 373"/>
                <a:gd name="T22" fmla="*/ 186 w 835"/>
                <a:gd name="T23" fmla="*/ 326 h 373"/>
                <a:gd name="T24" fmla="*/ 46 w 835"/>
                <a:gd name="T25" fmla="*/ 18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5" h="373">
                  <a:moveTo>
                    <a:pt x="372" y="186"/>
                  </a:moveTo>
                  <a:cubicBezTo>
                    <a:pt x="372" y="131"/>
                    <a:pt x="348" y="81"/>
                    <a:pt x="309" y="47"/>
                  </a:cubicBezTo>
                  <a:cubicBezTo>
                    <a:pt x="835" y="47"/>
                    <a:pt x="835" y="47"/>
                    <a:pt x="835" y="47"/>
                  </a:cubicBezTo>
                  <a:cubicBezTo>
                    <a:pt x="835" y="0"/>
                    <a:pt x="835" y="0"/>
                    <a:pt x="835" y="0"/>
                  </a:cubicBezTo>
                  <a:cubicBezTo>
                    <a:pt x="186" y="0"/>
                    <a:pt x="186" y="0"/>
                    <a:pt x="186" y="0"/>
                  </a:cubicBezTo>
                  <a:cubicBezTo>
                    <a:pt x="83" y="0"/>
                    <a:pt x="0" y="84"/>
                    <a:pt x="0" y="186"/>
                  </a:cubicBezTo>
                  <a:cubicBezTo>
                    <a:pt x="0" y="289"/>
                    <a:pt x="83" y="373"/>
                    <a:pt x="186" y="373"/>
                  </a:cubicBezTo>
                  <a:cubicBezTo>
                    <a:pt x="289" y="373"/>
                    <a:pt x="372" y="289"/>
                    <a:pt x="372" y="186"/>
                  </a:cubicBezTo>
                  <a:close/>
                  <a:moveTo>
                    <a:pt x="46" y="186"/>
                  </a:moveTo>
                  <a:cubicBezTo>
                    <a:pt x="46" y="109"/>
                    <a:pt x="109" y="47"/>
                    <a:pt x="186" y="47"/>
                  </a:cubicBezTo>
                  <a:cubicBezTo>
                    <a:pt x="263" y="47"/>
                    <a:pt x="326" y="109"/>
                    <a:pt x="326" y="186"/>
                  </a:cubicBezTo>
                  <a:cubicBezTo>
                    <a:pt x="326" y="263"/>
                    <a:pt x="263" y="326"/>
                    <a:pt x="186" y="326"/>
                  </a:cubicBezTo>
                  <a:cubicBezTo>
                    <a:pt x="109" y="326"/>
                    <a:pt x="46" y="263"/>
                    <a:pt x="46" y="186"/>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75" name="Freeform 71">
              <a:extLst>
                <a:ext uri="{FF2B5EF4-FFF2-40B4-BE49-F238E27FC236}">
                  <a16:creationId xmlns:a16="http://schemas.microsoft.com/office/drawing/2014/main" id="{938E43BC-C5DE-4B18-8DDB-BFD2DEFE7AB6}"/>
                </a:ext>
              </a:extLst>
            </p:cNvPr>
            <p:cNvSpPr>
              <a:spLocks/>
            </p:cNvSpPr>
            <p:nvPr/>
          </p:nvSpPr>
          <p:spPr bwMode="auto">
            <a:xfrm>
              <a:off x="9178926" y="4183063"/>
              <a:ext cx="1065213" cy="541338"/>
            </a:xfrm>
            <a:custGeom>
              <a:avLst/>
              <a:gdLst>
                <a:gd name="T0" fmla="*/ 0 w 280"/>
                <a:gd name="T1" fmla="*/ 0 h 142"/>
                <a:gd name="T2" fmla="*/ 0 w 280"/>
                <a:gd name="T3" fmla="*/ 2 h 142"/>
                <a:gd name="T4" fmla="*/ 140 w 280"/>
                <a:gd name="T5" fmla="*/ 142 h 142"/>
                <a:gd name="T6" fmla="*/ 280 w 280"/>
                <a:gd name="T7" fmla="*/ 2 h 142"/>
                <a:gd name="T8" fmla="*/ 279 w 280"/>
                <a:gd name="T9" fmla="*/ 0 h 142"/>
                <a:gd name="T10" fmla="*/ 140 w 280"/>
                <a:gd name="T11" fmla="*/ 138 h 142"/>
                <a:gd name="T12" fmla="*/ 0 w 280"/>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280" h="142">
                  <a:moveTo>
                    <a:pt x="0" y="0"/>
                  </a:moveTo>
                  <a:cubicBezTo>
                    <a:pt x="0" y="1"/>
                    <a:pt x="0" y="1"/>
                    <a:pt x="0" y="2"/>
                  </a:cubicBezTo>
                  <a:cubicBezTo>
                    <a:pt x="0" y="79"/>
                    <a:pt x="63" y="142"/>
                    <a:pt x="140" y="142"/>
                  </a:cubicBezTo>
                  <a:cubicBezTo>
                    <a:pt x="217" y="142"/>
                    <a:pt x="280" y="79"/>
                    <a:pt x="280" y="2"/>
                  </a:cubicBezTo>
                  <a:cubicBezTo>
                    <a:pt x="280" y="1"/>
                    <a:pt x="279" y="1"/>
                    <a:pt x="279" y="0"/>
                  </a:cubicBezTo>
                  <a:cubicBezTo>
                    <a:pt x="279" y="76"/>
                    <a:pt x="216" y="138"/>
                    <a:pt x="140" y="138"/>
                  </a:cubicBezTo>
                  <a:cubicBezTo>
                    <a:pt x="64" y="138"/>
                    <a:pt x="1" y="76"/>
                    <a:pt x="0" y="0"/>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7" name="Freeform 73">
              <a:extLst>
                <a:ext uri="{FF2B5EF4-FFF2-40B4-BE49-F238E27FC236}">
                  <a16:creationId xmlns:a16="http://schemas.microsoft.com/office/drawing/2014/main" id="{FD2167E5-A4D7-4C22-A5DB-112A91AEA8FD}"/>
                </a:ext>
              </a:extLst>
            </p:cNvPr>
            <p:cNvSpPr>
              <a:spLocks/>
            </p:cNvSpPr>
            <p:nvPr/>
          </p:nvSpPr>
          <p:spPr bwMode="auto">
            <a:xfrm>
              <a:off x="9004301" y="3467100"/>
              <a:ext cx="3176588" cy="715963"/>
            </a:xfrm>
            <a:custGeom>
              <a:avLst/>
              <a:gdLst>
                <a:gd name="T0" fmla="*/ 186 w 835"/>
                <a:gd name="T1" fmla="*/ 4 h 188"/>
                <a:gd name="T2" fmla="*/ 835 w 835"/>
                <a:gd name="T3" fmla="*/ 4 h 188"/>
                <a:gd name="T4" fmla="*/ 835 w 835"/>
                <a:gd name="T5" fmla="*/ 0 h 188"/>
                <a:gd name="T6" fmla="*/ 186 w 835"/>
                <a:gd name="T7" fmla="*/ 0 h 188"/>
                <a:gd name="T8" fmla="*/ 0 w 835"/>
                <a:gd name="T9" fmla="*/ 186 h 188"/>
                <a:gd name="T10" fmla="*/ 0 w 835"/>
                <a:gd name="T11" fmla="*/ 188 h 188"/>
                <a:gd name="T12" fmla="*/ 186 w 835"/>
                <a:gd name="T13" fmla="*/ 4 h 188"/>
              </a:gdLst>
              <a:ahLst/>
              <a:cxnLst>
                <a:cxn ang="0">
                  <a:pos x="T0" y="T1"/>
                </a:cxn>
                <a:cxn ang="0">
                  <a:pos x="T2" y="T3"/>
                </a:cxn>
                <a:cxn ang="0">
                  <a:pos x="T4" y="T5"/>
                </a:cxn>
                <a:cxn ang="0">
                  <a:pos x="T6" y="T7"/>
                </a:cxn>
                <a:cxn ang="0">
                  <a:pos x="T8" y="T9"/>
                </a:cxn>
                <a:cxn ang="0">
                  <a:pos x="T10" y="T11"/>
                </a:cxn>
                <a:cxn ang="0">
                  <a:pos x="T12" y="T13"/>
                </a:cxn>
              </a:cxnLst>
              <a:rect l="0" t="0" r="r" b="b"/>
              <a:pathLst>
                <a:path w="835" h="188">
                  <a:moveTo>
                    <a:pt x="186" y="4"/>
                  </a:moveTo>
                  <a:cubicBezTo>
                    <a:pt x="835" y="4"/>
                    <a:pt x="835" y="4"/>
                    <a:pt x="835" y="4"/>
                  </a:cubicBezTo>
                  <a:cubicBezTo>
                    <a:pt x="835" y="0"/>
                    <a:pt x="835" y="0"/>
                    <a:pt x="835" y="0"/>
                  </a:cubicBezTo>
                  <a:cubicBezTo>
                    <a:pt x="186" y="0"/>
                    <a:pt x="186" y="0"/>
                    <a:pt x="186" y="0"/>
                  </a:cubicBezTo>
                  <a:cubicBezTo>
                    <a:pt x="83" y="0"/>
                    <a:pt x="0" y="84"/>
                    <a:pt x="0" y="186"/>
                  </a:cubicBezTo>
                  <a:cubicBezTo>
                    <a:pt x="0" y="187"/>
                    <a:pt x="0" y="188"/>
                    <a:pt x="0" y="188"/>
                  </a:cubicBezTo>
                  <a:cubicBezTo>
                    <a:pt x="1" y="86"/>
                    <a:pt x="84" y="4"/>
                    <a:pt x="186" y="4"/>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8" name="Freeform 74">
              <a:extLst>
                <a:ext uri="{FF2B5EF4-FFF2-40B4-BE49-F238E27FC236}">
                  <a16:creationId xmlns:a16="http://schemas.microsoft.com/office/drawing/2014/main" id="{4FF84125-4C9C-472E-85FD-C10694E3FAAD}"/>
                </a:ext>
              </a:extLst>
            </p:cNvPr>
            <p:cNvSpPr>
              <a:spLocks/>
            </p:cNvSpPr>
            <p:nvPr/>
          </p:nvSpPr>
          <p:spPr bwMode="auto">
            <a:xfrm>
              <a:off x="10164763" y="3646488"/>
              <a:ext cx="254000" cy="536575"/>
            </a:xfrm>
            <a:custGeom>
              <a:avLst/>
              <a:gdLst>
                <a:gd name="T0" fmla="*/ 67 w 67"/>
                <a:gd name="T1" fmla="*/ 139 h 141"/>
                <a:gd name="T2" fmla="*/ 8 w 67"/>
                <a:gd name="T3" fmla="*/ 3 h 141"/>
                <a:gd name="T4" fmla="*/ 4 w 67"/>
                <a:gd name="T5" fmla="*/ 0 h 141"/>
                <a:gd name="T6" fmla="*/ 0 w 67"/>
                <a:gd name="T7" fmla="*/ 0 h 141"/>
                <a:gd name="T8" fmla="*/ 4 w 67"/>
                <a:gd name="T9" fmla="*/ 3 h 141"/>
                <a:gd name="T10" fmla="*/ 67 w 67"/>
                <a:gd name="T11" fmla="*/ 141 h 141"/>
                <a:gd name="T12" fmla="*/ 67 w 67"/>
                <a:gd name="T13" fmla="*/ 139 h 141"/>
              </a:gdLst>
              <a:ahLst/>
              <a:cxnLst>
                <a:cxn ang="0">
                  <a:pos x="T0" y="T1"/>
                </a:cxn>
                <a:cxn ang="0">
                  <a:pos x="T2" y="T3"/>
                </a:cxn>
                <a:cxn ang="0">
                  <a:pos x="T4" y="T5"/>
                </a:cxn>
                <a:cxn ang="0">
                  <a:pos x="T6" y="T7"/>
                </a:cxn>
                <a:cxn ang="0">
                  <a:pos x="T8" y="T9"/>
                </a:cxn>
                <a:cxn ang="0">
                  <a:pos x="T10" y="T11"/>
                </a:cxn>
                <a:cxn ang="0">
                  <a:pos x="T12" y="T13"/>
                </a:cxn>
              </a:cxnLst>
              <a:rect l="0" t="0" r="r" b="b"/>
              <a:pathLst>
                <a:path w="67" h="141">
                  <a:moveTo>
                    <a:pt x="67" y="139"/>
                  </a:moveTo>
                  <a:cubicBezTo>
                    <a:pt x="67" y="86"/>
                    <a:pt x="44" y="37"/>
                    <a:pt x="8" y="3"/>
                  </a:cubicBezTo>
                  <a:cubicBezTo>
                    <a:pt x="4" y="0"/>
                    <a:pt x="4" y="0"/>
                    <a:pt x="4" y="0"/>
                  </a:cubicBezTo>
                  <a:cubicBezTo>
                    <a:pt x="0" y="0"/>
                    <a:pt x="0" y="0"/>
                    <a:pt x="0" y="0"/>
                  </a:cubicBezTo>
                  <a:cubicBezTo>
                    <a:pt x="4" y="3"/>
                    <a:pt x="4" y="3"/>
                    <a:pt x="4" y="3"/>
                  </a:cubicBezTo>
                  <a:cubicBezTo>
                    <a:pt x="42" y="37"/>
                    <a:pt x="67" y="86"/>
                    <a:pt x="67" y="141"/>
                  </a:cubicBezTo>
                  <a:cubicBezTo>
                    <a:pt x="67" y="141"/>
                    <a:pt x="67" y="140"/>
                    <a:pt x="67" y="139"/>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9" name="Freeform 75">
              <a:extLst>
                <a:ext uri="{FF2B5EF4-FFF2-40B4-BE49-F238E27FC236}">
                  <a16:creationId xmlns:a16="http://schemas.microsoft.com/office/drawing/2014/main" id="{D4F24377-81F8-4DE0-905D-498432FD26ED}"/>
                </a:ext>
              </a:extLst>
            </p:cNvPr>
            <p:cNvSpPr>
              <a:spLocks/>
            </p:cNvSpPr>
            <p:nvPr/>
          </p:nvSpPr>
          <p:spPr bwMode="auto">
            <a:xfrm>
              <a:off x="9710738" y="3646488"/>
              <a:ext cx="688975" cy="357188"/>
            </a:xfrm>
            <a:custGeom>
              <a:avLst/>
              <a:gdLst>
                <a:gd name="T0" fmla="*/ 132 w 181"/>
                <a:gd name="T1" fmla="*/ 94 h 94"/>
                <a:gd name="T2" fmla="*/ 181 w 181"/>
                <a:gd name="T3" fmla="*/ 94 h 94"/>
                <a:gd name="T4" fmla="*/ 123 w 181"/>
                <a:gd name="T5" fmla="*/ 0 h 94"/>
                <a:gd name="T6" fmla="*/ 0 w 181"/>
                <a:gd name="T7" fmla="*/ 0 h 94"/>
                <a:gd name="T8" fmla="*/ 132 w 181"/>
                <a:gd name="T9" fmla="*/ 94 h 94"/>
              </a:gdLst>
              <a:ahLst/>
              <a:cxnLst>
                <a:cxn ang="0">
                  <a:pos x="T0" y="T1"/>
                </a:cxn>
                <a:cxn ang="0">
                  <a:pos x="T2" y="T3"/>
                </a:cxn>
                <a:cxn ang="0">
                  <a:pos x="T4" y="T5"/>
                </a:cxn>
                <a:cxn ang="0">
                  <a:pos x="T6" y="T7"/>
                </a:cxn>
                <a:cxn ang="0">
                  <a:pos x="T8" y="T9"/>
                </a:cxn>
              </a:cxnLst>
              <a:rect l="0" t="0" r="r" b="b"/>
              <a:pathLst>
                <a:path w="181" h="94">
                  <a:moveTo>
                    <a:pt x="132" y="94"/>
                  </a:moveTo>
                  <a:cubicBezTo>
                    <a:pt x="181" y="94"/>
                    <a:pt x="181" y="94"/>
                    <a:pt x="181" y="94"/>
                  </a:cubicBezTo>
                  <a:cubicBezTo>
                    <a:pt x="171" y="57"/>
                    <a:pt x="151" y="24"/>
                    <a:pt x="123" y="0"/>
                  </a:cubicBezTo>
                  <a:cubicBezTo>
                    <a:pt x="0" y="0"/>
                    <a:pt x="0" y="0"/>
                    <a:pt x="0" y="0"/>
                  </a:cubicBezTo>
                  <a:cubicBezTo>
                    <a:pt x="61" y="0"/>
                    <a:pt x="113" y="39"/>
                    <a:pt x="132" y="94"/>
                  </a:cubicBezTo>
                  <a:close/>
                </a:path>
              </a:pathLst>
            </a:custGeom>
            <a:gradFill>
              <a:gsLst>
                <a:gs pos="62000">
                  <a:schemeClr val="accent6">
                    <a:alpha val="0"/>
                  </a:schemeClr>
                </a:gs>
                <a:gs pos="100000">
                  <a:srgbClr val="000000">
                    <a:alpha val="40000"/>
                  </a:srgbClr>
                </a:gs>
              </a:gsLst>
              <a:lin ang="16200000" scaled="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117" name="Rectangle 113">
            <a:extLst>
              <a:ext uri="{FF2B5EF4-FFF2-40B4-BE49-F238E27FC236}">
                <a16:creationId xmlns:a16="http://schemas.microsoft.com/office/drawing/2014/main" id="{16FDD660-7636-40E0-A9EC-87225120BC68}"/>
              </a:ext>
            </a:extLst>
          </p:cNvPr>
          <p:cNvSpPr>
            <a:spLocks noChangeArrowheads="1"/>
          </p:cNvSpPr>
          <p:nvPr/>
        </p:nvSpPr>
        <p:spPr bwMode="auto">
          <a:xfrm>
            <a:off x="9413218" y="3876675"/>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6"/>
                </a:solidFill>
                <a:effectLst/>
                <a:latin typeface="Open Sans" panose="020B0606030504020204" pitchFamily="34" charset="0"/>
              </a:rPr>
              <a:t>06</a:t>
            </a:r>
            <a:endParaRPr kumimoji="0" lang="ru-UA" altLang="ru-UA" sz="1800" b="0" i="0" u="none" strike="noStrike" cap="none" normalizeH="0" baseline="0">
              <a:ln>
                <a:noFill/>
              </a:ln>
              <a:solidFill>
                <a:schemeClr val="accent6"/>
              </a:solidFill>
              <a:effectLst/>
            </a:endParaRPr>
          </a:p>
        </p:txBody>
      </p:sp>
      <p:sp>
        <p:nvSpPr>
          <p:cNvPr id="112" name="01">
            <a:extLst>
              <a:ext uri="{FF2B5EF4-FFF2-40B4-BE49-F238E27FC236}">
                <a16:creationId xmlns:a16="http://schemas.microsoft.com/office/drawing/2014/main" id="{B6C6B4DC-7DAB-44F8-B560-9B878EA80F68}"/>
              </a:ext>
            </a:extLst>
          </p:cNvPr>
          <p:cNvSpPr>
            <a:spLocks noChangeArrowheads="1"/>
          </p:cNvSpPr>
          <p:nvPr/>
        </p:nvSpPr>
        <p:spPr bwMode="auto">
          <a:xfrm>
            <a:off x="2206762" y="2624931"/>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1"/>
                </a:solidFill>
                <a:effectLst/>
                <a:latin typeface="Open Sans" panose="020B0606030504020204" pitchFamily="34" charset="0"/>
              </a:rPr>
              <a:t>01</a:t>
            </a:r>
            <a:endParaRPr kumimoji="0" lang="ru-UA" altLang="ru-UA" sz="1800" b="0" i="0" u="none" strike="noStrike" cap="none" normalizeH="0" baseline="0">
              <a:ln>
                <a:noFill/>
              </a:ln>
              <a:solidFill>
                <a:schemeClr val="accent1"/>
              </a:solidFill>
              <a:effectLst/>
            </a:endParaRPr>
          </a:p>
        </p:txBody>
      </p:sp>
      <p:sp>
        <p:nvSpPr>
          <p:cNvPr id="113" name="Rectangle 109">
            <a:extLst>
              <a:ext uri="{FF2B5EF4-FFF2-40B4-BE49-F238E27FC236}">
                <a16:creationId xmlns:a16="http://schemas.microsoft.com/office/drawing/2014/main" id="{24C03AF3-DDBB-4A56-B4C9-767B182912C5}"/>
              </a:ext>
            </a:extLst>
          </p:cNvPr>
          <p:cNvSpPr>
            <a:spLocks noChangeArrowheads="1"/>
          </p:cNvSpPr>
          <p:nvPr/>
        </p:nvSpPr>
        <p:spPr bwMode="auto">
          <a:xfrm>
            <a:off x="3642656" y="3876675"/>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2"/>
                </a:solidFill>
                <a:effectLst/>
                <a:latin typeface="Open Sans" panose="020B0606030504020204" pitchFamily="34" charset="0"/>
              </a:rPr>
              <a:t>02</a:t>
            </a:r>
            <a:endParaRPr kumimoji="0" lang="ru-UA" altLang="ru-UA" sz="1800" b="0" i="0" u="none" strike="noStrike" cap="none" normalizeH="0" baseline="0">
              <a:ln>
                <a:noFill/>
              </a:ln>
              <a:solidFill>
                <a:schemeClr val="accent2"/>
              </a:solidFill>
              <a:effectLst/>
            </a:endParaRPr>
          </a:p>
        </p:txBody>
      </p:sp>
      <p:sp>
        <p:nvSpPr>
          <p:cNvPr id="114" name="Rectangle 110">
            <a:extLst>
              <a:ext uri="{FF2B5EF4-FFF2-40B4-BE49-F238E27FC236}">
                <a16:creationId xmlns:a16="http://schemas.microsoft.com/office/drawing/2014/main" id="{BC62BE96-AAA5-4CB6-A30C-96B4A5DA3EA5}"/>
              </a:ext>
            </a:extLst>
          </p:cNvPr>
          <p:cNvSpPr>
            <a:spLocks noChangeArrowheads="1"/>
          </p:cNvSpPr>
          <p:nvPr/>
        </p:nvSpPr>
        <p:spPr bwMode="auto">
          <a:xfrm>
            <a:off x="5095218" y="2619375"/>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3"/>
                </a:solidFill>
                <a:effectLst/>
                <a:latin typeface="Open Sans" panose="020B0606030504020204" pitchFamily="34" charset="0"/>
              </a:rPr>
              <a:t>03</a:t>
            </a:r>
            <a:endParaRPr kumimoji="0" lang="ru-UA" altLang="ru-UA" sz="1800" b="0" i="0" u="none" strike="noStrike" cap="none" normalizeH="0" baseline="0">
              <a:ln>
                <a:noFill/>
              </a:ln>
              <a:solidFill>
                <a:schemeClr val="accent3"/>
              </a:solidFill>
              <a:effectLst/>
            </a:endParaRPr>
          </a:p>
        </p:txBody>
      </p:sp>
      <p:sp>
        <p:nvSpPr>
          <p:cNvPr id="115" name="Rectangle 111">
            <a:extLst>
              <a:ext uri="{FF2B5EF4-FFF2-40B4-BE49-F238E27FC236}">
                <a16:creationId xmlns:a16="http://schemas.microsoft.com/office/drawing/2014/main" id="{649071DA-2D38-4892-9998-4C40671D5472}"/>
              </a:ext>
            </a:extLst>
          </p:cNvPr>
          <p:cNvSpPr>
            <a:spLocks noChangeArrowheads="1"/>
          </p:cNvSpPr>
          <p:nvPr/>
        </p:nvSpPr>
        <p:spPr bwMode="auto">
          <a:xfrm>
            <a:off x="6547781" y="3876675"/>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4"/>
                </a:solidFill>
                <a:effectLst/>
                <a:latin typeface="Open Sans" panose="020B0606030504020204" pitchFamily="34" charset="0"/>
              </a:rPr>
              <a:t>04</a:t>
            </a:r>
            <a:endParaRPr kumimoji="0" lang="ru-UA" altLang="ru-UA" sz="1800" b="0" i="0" u="none" strike="noStrike" cap="none" normalizeH="0" baseline="0">
              <a:ln>
                <a:noFill/>
              </a:ln>
              <a:solidFill>
                <a:schemeClr val="accent4"/>
              </a:solidFill>
              <a:effectLst/>
            </a:endParaRPr>
          </a:p>
        </p:txBody>
      </p:sp>
      <p:sp>
        <p:nvSpPr>
          <p:cNvPr id="116" name="Rectangle 112">
            <a:extLst>
              <a:ext uri="{FF2B5EF4-FFF2-40B4-BE49-F238E27FC236}">
                <a16:creationId xmlns:a16="http://schemas.microsoft.com/office/drawing/2014/main" id="{FB09F1D1-8BFA-4522-84E5-7A7A279F4677}"/>
              </a:ext>
            </a:extLst>
          </p:cNvPr>
          <p:cNvSpPr>
            <a:spLocks noChangeArrowheads="1"/>
          </p:cNvSpPr>
          <p:nvPr/>
        </p:nvSpPr>
        <p:spPr bwMode="auto">
          <a:xfrm>
            <a:off x="7959068" y="2619375"/>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5"/>
                </a:solidFill>
                <a:effectLst/>
                <a:latin typeface="Open Sans" panose="020B0606030504020204" pitchFamily="34" charset="0"/>
              </a:rPr>
              <a:t>05</a:t>
            </a:r>
            <a:endParaRPr kumimoji="0" lang="ru-UA" altLang="ru-UA" sz="1800" b="0" i="0" u="none" strike="noStrike" cap="none" normalizeH="0" baseline="0">
              <a:ln>
                <a:noFill/>
              </a:ln>
              <a:solidFill>
                <a:schemeClr val="accent5"/>
              </a:solidFill>
              <a:effectLst/>
            </a:endParaRPr>
          </a:p>
        </p:txBody>
      </p:sp>
      <p:sp>
        <p:nvSpPr>
          <p:cNvPr id="118" name="Rectangle 114">
            <a:extLst>
              <a:ext uri="{FF2B5EF4-FFF2-40B4-BE49-F238E27FC236}">
                <a16:creationId xmlns:a16="http://schemas.microsoft.com/office/drawing/2014/main" id="{576CCFE4-DA2C-4011-BEC5-78577908AFC5}"/>
              </a:ext>
            </a:extLst>
          </p:cNvPr>
          <p:cNvSpPr>
            <a:spLocks noChangeArrowheads="1"/>
          </p:cNvSpPr>
          <p:nvPr/>
        </p:nvSpPr>
        <p:spPr bwMode="auto">
          <a:xfrm>
            <a:off x="3400426" y="5419725"/>
            <a:ext cx="13130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YOUR TITLE</a:t>
            </a:r>
            <a:endParaRPr kumimoji="0" lang="ru-UA" altLang="ru-UA" sz="1800" b="0" i="0" u="none" strike="noStrike" cap="none" normalizeH="0" baseline="0">
              <a:ln>
                <a:noFill/>
              </a:ln>
              <a:effectLst/>
            </a:endParaRPr>
          </a:p>
        </p:txBody>
      </p:sp>
      <p:sp>
        <p:nvSpPr>
          <p:cNvPr id="119" name="Rectangle 115">
            <a:extLst>
              <a:ext uri="{FF2B5EF4-FFF2-40B4-BE49-F238E27FC236}">
                <a16:creationId xmlns:a16="http://schemas.microsoft.com/office/drawing/2014/main" id="{F068B05E-CC97-4908-B355-C0C5A2EBBA1E}"/>
              </a:ext>
            </a:extLst>
          </p:cNvPr>
          <p:cNvSpPr>
            <a:spLocks noChangeArrowheads="1"/>
          </p:cNvSpPr>
          <p:nvPr/>
        </p:nvSpPr>
        <p:spPr bwMode="auto">
          <a:xfrm>
            <a:off x="1874838" y="1066800"/>
            <a:ext cx="13130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YOUR TITLE</a:t>
            </a:r>
            <a:endParaRPr kumimoji="0" lang="ru-UA" altLang="ru-UA" sz="1800" b="0" i="0" u="none" strike="noStrike" cap="none" normalizeH="0" baseline="0">
              <a:ln>
                <a:noFill/>
              </a:ln>
              <a:effectLst/>
            </a:endParaRPr>
          </a:p>
        </p:txBody>
      </p:sp>
      <p:sp>
        <p:nvSpPr>
          <p:cNvPr id="120" name="Rectangle 116">
            <a:extLst>
              <a:ext uri="{FF2B5EF4-FFF2-40B4-BE49-F238E27FC236}">
                <a16:creationId xmlns:a16="http://schemas.microsoft.com/office/drawing/2014/main" id="{B7F029C2-A211-4BC2-987C-1B586AAFBA9B}"/>
              </a:ext>
            </a:extLst>
          </p:cNvPr>
          <p:cNvSpPr>
            <a:spLocks noChangeArrowheads="1"/>
          </p:cNvSpPr>
          <p:nvPr/>
        </p:nvSpPr>
        <p:spPr bwMode="auto">
          <a:xfrm>
            <a:off x="4770438" y="1066800"/>
            <a:ext cx="13130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YOUR TITLE</a:t>
            </a:r>
            <a:endParaRPr kumimoji="0" lang="ru-UA" altLang="ru-UA" sz="1800" b="0" i="0" u="none" strike="noStrike" cap="none" normalizeH="0" baseline="0">
              <a:ln>
                <a:noFill/>
              </a:ln>
              <a:effectLst/>
            </a:endParaRPr>
          </a:p>
        </p:txBody>
      </p:sp>
      <p:sp>
        <p:nvSpPr>
          <p:cNvPr id="121" name="Rectangle 117">
            <a:extLst>
              <a:ext uri="{FF2B5EF4-FFF2-40B4-BE49-F238E27FC236}">
                <a16:creationId xmlns:a16="http://schemas.microsoft.com/office/drawing/2014/main" id="{8815E4B9-2567-4E0E-92B9-744824B0B048}"/>
              </a:ext>
            </a:extLst>
          </p:cNvPr>
          <p:cNvSpPr>
            <a:spLocks noChangeArrowheads="1"/>
          </p:cNvSpPr>
          <p:nvPr/>
        </p:nvSpPr>
        <p:spPr bwMode="auto">
          <a:xfrm>
            <a:off x="7634288" y="1066800"/>
            <a:ext cx="13130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YOUR TITLE</a:t>
            </a:r>
            <a:endParaRPr kumimoji="0" lang="ru-UA" altLang="ru-UA" sz="1800" b="0" i="0" u="none" strike="noStrike" cap="none" normalizeH="0" baseline="0">
              <a:ln>
                <a:noFill/>
              </a:ln>
              <a:effectLst/>
            </a:endParaRPr>
          </a:p>
        </p:txBody>
      </p:sp>
      <p:sp>
        <p:nvSpPr>
          <p:cNvPr id="122" name="Rectangle 118">
            <a:extLst>
              <a:ext uri="{FF2B5EF4-FFF2-40B4-BE49-F238E27FC236}">
                <a16:creationId xmlns:a16="http://schemas.microsoft.com/office/drawing/2014/main" id="{5FF831A4-8265-4739-A682-C42533FE51BA}"/>
              </a:ext>
            </a:extLst>
          </p:cNvPr>
          <p:cNvSpPr>
            <a:spLocks noChangeArrowheads="1"/>
          </p:cNvSpPr>
          <p:nvPr/>
        </p:nvSpPr>
        <p:spPr bwMode="auto">
          <a:xfrm>
            <a:off x="6227763" y="5419725"/>
            <a:ext cx="13130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YOUR TITLE</a:t>
            </a:r>
            <a:endParaRPr kumimoji="0" lang="ru-UA" altLang="ru-UA" sz="1800" b="0" i="0" u="none" strike="noStrike" cap="none" normalizeH="0" baseline="0">
              <a:ln>
                <a:noFill/>
              </a:ln>
              <a:effectLst/>
            </a:endParaRPr>
          </a:p>
        </p:txBody>
      </p:sp>
      <p:sp>
        <p:nvSpPr>
          <p:cNvPr id="123" name="Rectangle 119">
            <a:extLst>
              <a:ext uri="{FF2B5EF4-FFF2-40B4-BE49-F238E27FC236}">
                <a16:creationId xmlns:a16="http://schemas.microsoft.com/office/drawing/2014/main" id="{76509F18-3875-4A4C-B235-32E6B6E1B9E9}"/>
              </a:ext>
            </a:extLst>
          </p:cNvPr>
          <p:cNvSpPr>
            <a:spLocks noChangeArrowheads="1"/>
          </p:cNvSpPr>
          <p:nvPr/>
        </p:nvSpPr>
        <p:spPr bwMode="auto">
          <a:xfrm>
            <a:off x="9050338" y="5419725"/>
            <a:ext cx="13130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YOUR TITLE</a:t>
            </a:r>
            <a:endParaRPr kumimoji="0" lang="ru-UA" altLang="ru-UA" sz="1800" b="0" i="0" u="none" strike="noStrike" cap="none" normalizeH="0" baseline="0">
              <a:ln>
                <a:noFill/>
              </a:ln>
              <a:effectLst/>
            </a:endParaRPr>
          </a:p>
        </p:txBody>
      </p:sp>
      <p:sp>
        <p:nvSpPr>
          <p:cNvPr id="140" name="Text Placeholder 17">
            <a:extLst>
              <a:ext uri="{FF2B5EF4-FFF2-40B4-BE49-F238E27FC236}">
                <a16:creationId xmlns:a16="http://schemas.microsoft.com/office/drawing/2014/main" id="{74941565-D039-4807-9A3E-9F625E8065E2}"/>
              </a:ext>
            </a:extLst>
          </p:cNvPr>
          <p:cNvSpPr txBox="1">
            <a:spLocks/>
          </p:cNvSpPr>
          <p:nvPr/>
        </p:nvSpPr>
        <p:spPr>
          <a:xfrm>
            <a:off x="2951385" y="5701414"/>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141" name="Text Placeholder 17">
            <a:extLst>
              <a:ext uri="{FF2B5EF4-FFF2-40B4-BE49-F238E27FC236}">
                <a16:creationId xmlns:a16="http://schemas.microsoft.com/office/drawing/2014/main" id="{9E3574D2-2847-4F0B-BE77-DB57E6C3A52A}"/>
              </a:ext>
            </a:extLst>
          </p:cNvPr>
          <p:cNvSpPr txBox="1">
            <a:spLocks/>
          </p:cNvSpPr>
          <p:nvPr/>
        </p:nvSpPr>
        <p:spPr>
          <a:xfrm>
            <a:off x="5701673" y="5701414"/>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142" name="Text Placeholder 17">
            <a:extLst>
              <a:ext uri="{FF2B5EF4-FFF2-40B4-BE49-F238E27FC236}">
                <a16:creationId xmlns:a16="http://schemas.microsoft.com/office/drawing/2014/main" id="{7A22D89E-1AD1-4142-9476-06034E43D21E}"/>
              </a:ext>
            </a:extLst>
          </p:cNvPr>
          <p:cNvSpPr txBox="1">
            <a:spLocks/>
          </p:cNvSpPr>
          <p:nvPr/>
        </p:nvSpPr>
        <p:spPr>
          <a:xfrm>
            <a:off x="8600817" y="5701414"/>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143" name="Text Placeholder 17">
            <a:extLst>
              <a:ext uri="{FF2B5EF4-FFF2-40B4-BE49-F238E27FC236}">
                <a16:creationId xmlns:a16="http://schemas.microsoft.com/office/drawing/2014/main" id="{AC58FF8E-87F7-4046-83B9-80B7286B4848}"/>
              </a:ext>
            </a:extLst>
          </p:cNvPr>
          <p:cNvSpPr txBox="1">
            <a:spLocks/>
          </p:cNvSpPr>
          <p:nvPr/>
        </p:nvSpPr>
        <p:spPr>
          <a:xfrm>
            <a:off x="1484758" y="1322344"/>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144" name="Text Placeholder 17">
            <a:extLst>
              <a:ext uri="{FF2B5EF4-FFF2-40B4-BE49-F238E27FC236}">
                <a16:creationId xmlns:a16="http://schemas.microsoft.com/office/drawing/2014/main" id="{9BB85B9F-75E8-4461-B113-2B05D819F7D6}"/>
              </a:ext>
            </a:extLst>
          </p:cNvPr>
          <p:cNvSpPr txBox="1">
            <a:spLocks/>
          </p:cNvSpPr>
          <p:nvPr/>
        </p:nvSpPr>
        <p:spPr>
          <a:xfrm>
            <a:off x="4354883" y="1370419"/>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145" name="Text Placeholder 17">
            <a:extLst>
              <a:ext uri="{FF2B5EF4-FFF2-40B4-BE49-F238E27FC236}">
                <a16:creationId xmlns:a16="http://schemas.microsoft.com/office/drawing/2014/main" id="{8F47FBDA-C333-444A-9D5A-D5880AF1BCDB}"/>
              </a:ext>
            </a:extLst>
          </p:cNvPr>
          <p:cNvSpPr txBox="1">
            <a:spLocks/>
          </p:cNvSpPr>
          <p:nvPr/>
        </p:nvSpPr>
        <p:spPr>
          <a:xfrm>
            <a:off x="7246938" y="1370419"/>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Tree>
    <p:extLst>
      <p:ext uri="{BB962C8B-B14F-4D97-AF65-F5344CB8AC3E}">
        <p14:creationId xmlns:p14="http://schemas.microsoft.com/office/powerpoint/2010/main" val="400670702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left)">
                                          <p:cBhvr>
                                            <p:cTn id="7" dur="750"/>
                                            <p:tgtEl>
                                              <p:spTgt spid="125"/>
                                            </p:tgtEl>
                                          </p:cBhvr>
                                        </p:animEffect>
                                      </p:childTnLst>
                                    </p:cTn>
                                  </p:par>
                                  <p:par>
                                    <p:cTn id="8" presetID="2" presetClass="entr" presetSubtype="8" fill="hold" nodeType="withEffect" p14:presetBounceEnd="67000">
                                      <p:stCondLst>
                                        <p:cond delay="250"/>
                                      </p:stCondLst>
                                      <p:childTnLst>
                                        <p:set>
                                          <p:cBhvr>
                                            <p:cTn id="9" dur="1" fill="hold">
                                              <p:stCondLst>
                                                <p:cond delay="0"/>
                                              </p:stCondLst>
                                            </p:cTn>
                                            <p:tgtEl>
                                              <p:spTgt spid="126"/>
                                            </p:tgtEl>
                                            <p:attrNameLst>
                                              <p:attrName>style.visibility</p:attrName>
                                            </p:attrNameLst>
                                          </p:cBhvr>
                                          <p:to>
                                            <p:strVal val="visible"/>
                                          </p:to>
                                        </p:set>
                                        <p:anim calcmode="lin" valueType="num" p14:bounceEnd="67000">
                                          <p:cBhvr additive="base">
                                            <p:cTn id="10" dur="1000" fill="hold"/>
                                            <p:tgtEl>
                                              <p:spTgt spid="126"/>
                                            </p:tgtEl>
                                            <p:attrNameLst>
                                              <p:attrName>ppt_x</p:attrName>
                                            </p:attrNameLst>
                                          </p:cBhvr>
                                          <p:tavLst>
                                            <p:tav tm="0">
                                              <p:val>
                                                <p:strVal val="0-#ppt_w/2"/>
                                              </p:val>
                                            </p:tav>
                                            <p:tav tm="100000">
                                              <p:val>
                                                <p:strVal val="#ppt_x"/>
                                              </p:val>
                                            </p:tav>
                                          </p:tavLst>
                                        </p:anim>
                                        <p:anim calcmode="lin" valueType="num" p14:bounceEnd="67000">
                                          <p:cBhvr additive="base">
                                            <p:cTn id="11" dur="1000" fill="hold"/>
                                            <p:tgtEl>
                                              <p:spTgt spid="126"/>
                                            </p:tgtEl>
                                            <p:attrNameLst>
                                              <p:attrName>ppt_y</p:attrName>
                                            </p:attrNameLst>
                                          </p:cBhvr>
                                          <p:tavLst>
                                            <p:tav tm="0">
                                              <p:val>
                                                <p:strVal val="#ppt_y"/>
                                              </p:val>
                                            </p:tav>
                                            <p:tav tm="100000">
                                              <p:val>
                                                <p:strVal val="#ppt_y"/>
                                              </p:val>
                                            </p:tav>
                                          </p:tavLst>
                                        </p:anim>
                                      </p:childTnLst>
                                    </p:cTn>
                                  </p:par>
                                  <p:par>
                                    <p:cTn id="12" presetID="2" presetClass="entr" presetSubtype="8" fill="hold" nodeType="withEffect" p14:presetBounceEnd="67000">
                                      <p:stCondLst>
                                        <p:cond delay="500"/>
                                      </p:stCondLst>
                                      <p:childTnLst>
                                        <p:set>
                                          <p:cBhvr>
                                            <p:cTn id="13" dur="1" fill="hold">
                                              <p:stCondLst>
                                                <p:cond delay="0"/>
                                              </p:stCondLst>
                                            </p:cTn>
                                            <p:tgtEl>
                                              <p:spTgt spid="129"/>
                                            </p:tgtEl>
                                            <p:attrNameLst>
                                              <p:attrName>style.visibility</p:attrName>
                                            </p:attrNameLst>
                                          </p:cBhvr>
                                          <p:to>
                                            <p:strVal val="visible"/>
                                          </p:to>
                                        </p:set>
                                        <p:anim calcmode="lin" valueType="num" p14:bounceEnd="67000">
                                          <p:cBhvr additive="base">
                                            <p:cTn id="14" dur="1000" fill="hold"/>
                                            <p:tgtEl>
                                              <p:spTgt spid="129"/>
                                            </p:tgtEl>
                                            <p:attrNameLst>
                                              <p:attrName>ppt_x</p:attrName>
                                            </p:attrNameLst>
                                          </p:cBhvr>
                                          <p:tavLst>
                                            <p:tav tm="0">
                                              <p:val>
                                                <p:strVal val="0-#ppt_w/2"/>
                                              </p:val>
                                            </p:tav>
                                            <p:tav tm="100000">
                                              <p:val>
                                                <p:strVal val="#ppt_x"/>
                                              </p:val>
                                            </p:tav>
                                          </p:tavLst>
                                        </p:anim>
                                        <p:anim calcmode="lin" valueType="num" p14:bounceEnd="67000">
                                          <p:cBhvr additive="base">
                                            <p:cTn id="15" dur="1000" fill="hold"/>
                                            <p:tgtEl>
                                              <p:spTgt spid="129"/>
                                            </p:tgtEl>
                                            <p:attrNameLst>
                                              <p:attrName>ppt_y</p:attrName>
                                            </p:attrNameLst>
                                          </p:cBhvr>
                                          <p:tavLst>
                                            <p:tav tm="0">
                                              <p:val>
                                                <p:strVal val="#ppt_y"/>
                                              </p:val>
                                            </p:tav>
                                            <p:tav tm="100000">
                                              <p:val>
                                                <p:strVal val="#ppt_y"/>
                                              </p:val>
                                            </p:tav>
                                          </p:tavLst>
                                        </p:anim>
                                      </p:childTnLst>
                                    </p:cTn>
                                  </p:par>
                                  <p:par>
                                    <p:cTn id="16" presetID="2" presetClass="entr" presetSubtype="8" fill="hold" nodeType="withEffect" p14:presetBounceEnd="67000">
                                      <p:stCondLst>
                                        <p:cond delay="750"/>
                                      </p:stCondLst>
                                      <p:childTnLst>
                                        <p:set>
                                          <p:cBhvr>
                                            <p:cTn id="17" dur="1" fill="hold">
                                              <p:stCondLst>
                                                <p:cond delay="0"/>
                                              </p:stCondLst>
                                            </p:cTn>
                                            <p:tgtEl>
                                              <p:spTgt spid="131"/>
                                            </p:tgtEl>
                                            <p:attrNameLst>
                                              <p:attrName>style.visibility</p:attrName>
                                            </p:attrNameLst>
                                          </p:cBhvr>
                                          <p:to>
                                            <p:strVal val="visible"/>
                                          </p:to>
                                        </p:set>
                                        <p:anim calcmode="lin" valueType="num" p14:bounceEnd="67000">
                                          <p:cBhvr additive="base">
                                            <p:cTn id="18" dur="1000" fill="hold"/>
                                            <p:tgtEl>
                                              <p:spTgt spid="131"/>
                                            </p:tgtEl>
                                            <p:attrNameLst>
                                              <p:attrName>ppt_x</p:attrName>
                                            </p:attrNameLst>
                                          </p:cBhvr>
                                          <p:tavLst>
                                            <p:tav tm="0">
                                              <p:val>
                                                <p:strVal val="0-#ppt_w/2"/>
                                              </p:val>
                                            </p:tav>
                                            <p:tav tm="100000">
                                              <p:val>
                                                <p:strVal val="#ppt_x"/>
                                              </p:val>
                                            </p:tav>
                                          </p:tavLst>
                                        </p:anim>
                                        <p:anim calcmode="lin" valueType="num" p14:bounceEnd="67000">
                                          <p:cBhvr additive="base">
                                            <p:cTn id="19" dur="1000" fill="hold"/>
                                            <p:tgtEl>
                                              <p:spTgt spid="131"/>
                                            </p:tgtEl>
                                            <p:attrNameLst>
                                              <p:attrName>ppt_y</p:attrName>
                                            </p:attrNameLst>
                                          </p:cBhvr>
                                          <p:tavLst>
                                            <p:tav tm="0">
                                              <p:val>
                                                <p:strVal val="#ppt_y"/>
                                              </p:val>
                                            </p:tav>
                                            <p:tav tm="100000">
                                              <p:val>
                                                <p:strVal val="#ppt_y"/>
                                              </p:val>
                                            </p:tav>
                                          </p:tavLst>
                                        </p:anim>
                                      </p:childTnLst>
                                    </p:cTn>
                                  </p:par>
                                  <p:par>
                                    <p:cTn id="20" presetID="2" presetClass="entr" presetSubtype="8" fill="hold" nodeType="withEffect" p14:presetBounceEnd="67000">
                                      <p:stCondLst>
                                        <p:cond delay="1000"/>
                                      </p:stCondLst>
                                      <p:childTnLst>
                                        <p:set>
                                          <p:cBhvr>
                                            <p:cTn id="21" dur="1" fill="hold">
                                              <p:stCondLst>
                                                <p:cond delay="0"/>
                                              </p:stCondLst>
                                            </p:cTn>
                                            <p:tgtEl>
                                              <p:spTgt spid="133"/>
                                            </p:tgtEl>
                                            <p:attrNameLst>
                                              <p:attrName>style.visibility</p:attrName>
                                            </p:attrNameLst>
                                          </p:cBhvr>
                                          <p:to>
                                            <p:strVal val="visible"/>
                                          </p:to>
                                        </p:set>
                                        <p:anim calcmode="lin" valueType="num" p14:bounceEnd="67000">
                                          <p:cBhvr additive="base">
                                            <p:cTn id="22" dur="1000" fill="hold"/>
                                            <p:tgtEl>
                                              <p:spTgt spid="133"/>
                                            </p:tgtEl>
                                            <p:attrNameLst>
                                              <p:attrName>ppt_x</p:attrName>
                                            </p:attrNameLst>
                                          </p:cBhvr>
                                          <p:tavLst>
                                            <p:tav tm="0">
                                              <p:val>
                                                <p:strVal val="0-#ppt_w/2"/>
                                              </p:val>
                                            </p:tav>
                                            <p:tav tm="100000">
                                              <p:val>
                                                <p:strVal val="#ppt_x"/>
                                              </p:val>
                                            </p:tav>
                                          </p:tavLst>
                                        </p:anim>
                                        <p:anim calcmode="lin" valueType="num" p14:bounceEnd="67000">
                                          <p:cBhvr additive="base">
                                            <p:cTn id="23" dur="1000" fill="hold"/>
                                            <p:tgtEl>
                                              <p:spTgt spid="133"/>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14:presetBounceEnd="67000">
                                      <p:stCondLst>
                                        <p:cond delay="1250"/>
                                      </p:stCondLst>
                                      <p:childTnLst>
                                        <p:set>
                                          <p:cBhvr>
                                            <p:cTn id="25" dur="1" fill="hold">
                                              <p:stCondLst>
                                                <p:cond delay="0"/>
                                              </p:stCondLst>
                                            </p:cTn>
                                            <p:tgtEl>
                                              <p:spTgt spid="138"/>
                                            </p:tgtEl>
                                            <p:attrNameLst>
                                              <p:attrName>style.visibility</p:attrName>
                                            </p:attrNameLst>
                                          </p:cBhvr>
                                          <p:to>
                                            <p:strVal val="visible"/>
                                          </p:to>
                                        </p:set>
                                        <p:anim calcmode="lin" valueType="num" p14:bounceEnd="67000">
                                          <p:cBhvr additive="base">
                                            <p:cTn id="26" dur="1000" fill="hold"/>
                                            <p:tgtEl>
                                              <p:spTgt spid="138"/>
                                            </p:tgtEl>
                                            <p:attrNameLst>
                                              <p:attrName>ppt_x</p:attrName>
                                            </p:attrNameLst>
                                          </p:cBhvr>
                                          <p:tavLst>
                                            <p:tav tm="0">
                                              <p:val>
                                                <p:strVal val="0-#ppt_w/2"/>
                                              </p:val>
                                            </p:tav>
                                            <p:tav tm="100000">
                                              <p:val>
                                                <p:strVal val="#ppt_x"/>
                                              </p:val>
                                            </p:tav>
                                          </p:tavLst>
                                        </p:anim>
                                        <p:anim calcmode="lin" valueType="num" p14:bounceEnd="67000">
                                          <p:cBhvr additive="base">
                                            <p:cTn id="27" dur="1000" fill="hold"/>
                                            <p:tgtEl>
                                              <p:spTgt spid="138"/>
                                            </p:tgtEl>
                                            <p:attrNameLst>
                                              <p:attrName>ppt_y</p:attrName>
                                            </p:attrNameLst>
                                          </p:cBhvr>
                                          <p:tavLst>
                                            <p:tav tm="0">
                                              <p:val>
                                                <p:strVal val="#ppt_y"/>
                                              </p:val>
                                            </p:tav>
                                            <p:tav tm="100000">
                                              <p:val>
                                                <p:strVal val="#ppt_y"/>
                                              </p:val>
                                            </p:tav>
                                          </p:tavLst>
                                        </p:anim>
                                      </p:childTnLst>
                                    </p:cTn>
                                  </p:par>
                                  <p:par>
                                    <p:cTn id="28" presetID="2" presetClass="entr" presetSubtype="8" fill="hold" nodeType="withEffect" p14:presetBounceEnd="67000">
                                      <p:stCondLst>
                                        <p:cond delay="1500"/>
                                      </p:stCondLst>
                                      <p:childTnLst>
                                        <p:set>
                                          <p:cBhvr>
                                            <p:cTn id="29" dur="1" fill="hold">
                                              <p:stCondLst>
                                                <p:cond delay="0"/>
                                              </p:stCondLst>
                                            </p:cTn>
                                            <p:tgtEl>
                                              <p:spTgt spid="137"/>
                                            </p:tgtEl>
                                            <p:attrNameLst>
                                              <p:attrName>style.visibility</p:attrName>
                                            </p:attrNameLst>
                                          </p:cBhvr>
                                          <p:to>
                                            <p:strVal val="visible"/>
                                          </p:to>
                                        </p:set>
                                        <p:anim calcmode="lin" valueType="num" p14:bounceEnd="67000">
                                          <p:cBhvr additive="base">
                                            <p:cTn id="30" dur="1000" fill="hold"/>
                                            <p:tgtEl>
                                              <p:spTgt spid="137"/>
                                            </p:tgtEl>
                                            <p:attrNameLst>
                                              <p:attrName>ppt_x</p:attrName>
                                            </p:attrNameLst>
                                          </p:cBhvr>
                                          <p:tavLst>
                                            <p:tav tm="0">
                                              <p:val>
                                                <p:strVal val="0-#ppt_w/2"/>
                                              </p:val>
                                            </p:tav>
                                            <p:tav tm="100000">
                                              <p:val>
                                                <p:strVal val="#ppt_x"/>
                                              </p:val>
                                            </p:tav>
                                          </p:tavLst>
                                        </p:anim>
                                        <p:anim calcmode="lin" valueType="num" p14:bounceEnd="67000">
                                          <p:cBhvr additive="base">
                                            <p:cTn id="31" dur="1000" fill="hold"/>
                                            <p:tgtEl>
                                              <p:spTgt spid="137"/>
                                            </p:tgtEl>
                                            <p:attrNameLst>
                                              <p:attrName>ppt_y</p:attrName>
                                            </p:attrNameLst>
                                          </p:cBhvr>
                                          <p:tavLst>
                                            <p:tav tm="0">
                                              <p:val>
                                                <p:strVal val="#ppt_y"/>
                                              </p:val>
                                            </p:tav>
                                            <p:tav tm="100000">
                                              <p:val>
                                                <p:strVal val="#ppt_y"/>
                                              </p:val>
                                            </p:tav>
                                          </p:tavLst>
                                        </p:anim>
                                      </p:childTnLst>
                                    </p:cTn>
                                  </p:par>
                                  <p:par>
                                    <p:cTn id="32" presetID="53" presetClass="entr" presetSubtype="16" fill="hold" grpId="0" nodeType="withEffect">
                                      <p:stCondLst>
                                        <p:cond delay="500"/>
                                      </p:stCondLst>
                                      <p:childTnLst>
                                        <p:set>
                                          <p:cBhvr>
                                            <p:cTn id="33" dur="1" fill="hold">
                                              <p:stCondLst>
                                                <p:cond delay="0"/>
                                              </p:stCondLst>
                                            </p:cTn>
                                            <p:tgtEl>
                                              <p:spTgt spid="112"/>
                                            </p:tgtEl>
                                            <p:attrNameLst>
                                              <p:attrName>style.visibility</p:attrName>
                                            </p:attrNameLst>
                                          </p:cBhvr>
                                          <p:to>
                                            <p:strVal val="visible"/>
                                          </p:to>
                                        </p:set>
                                        <p:anim calcmode="lin" valueType="num">
                                          <p:cBhvr>
                                            <p:cTn id="34" dur="750" fill="hold"/>
                                            <p:tgtEl>
                                              <p:spTgt spid="112"/>
                                            </p:tgtEl>
                                            <p:attrNameLst>
                                              <p:attrName>ppt_w</p:attrName>
                                            </p:attrNameLst>
                                          </p:cBhvr>
                                          <p:tavLst>
                                            <p:tav tm="0">
                                              <p:val>
                                                <p:fltVal val="0"/>
                                              </p:val>
                                            </p:tav>
                                            <p:tav tm="100000">
                                              <p:val>
                                                <p:strVal val="#ppt_w"/>
                                              </p:val>
                                            </p:tav>
                                          </p:tavLst>
                                        </p:anim>
                                        <p:anim calcmode="lin" valueType="num">
                                          <p:cBhvr>
                                            <p:cTn id="35" dur="750" fill="hold"/>
                                            <p:tgtEl>
                                              <p:spTgt spid="112"/>
                                            </p:tgtEl>
                                            <p:attrNameLst>
                                              <p:attrName>ppt_h</p:attrName>
                                            </p:attrNameLst>
                                          </p:cBhvr>
                                          <p:tavLst>
                                            <p:tav tm="0">
                                              <p:val>
                                                <p:fltVal val="0"/>
                                              </p:val>
                                            </p:tav>
                                            <p:tav tm="100000">
                                              <p:val>
                                                <p:strVal val="#ppt_h"/>
                                              </p:val>
                                            </p:tav>
                                          </p:tavLst>
                                        </p:anim>
                                        <p:animEffect transition="in" filter="fade">
                                          <p:cBhvr>
                                            <p:cTn id="36" dur="750"/>
                                            <p:tgtEl>
                                              <p:spTgt spid="112"/>
                                            </p:tgtEl>
                                          </p:cBhvr>
                                        </p:animEffect>
                                      </p:childTnLst>
                                    </p:cTn>
                                  </p:par>
                                  <p:par>
                                    <p:cTn id="37" presetID="53" presetClass="entr" presetSubtype="16" fill="hold" grpId="0" nodeType="withEffect">
                                      <p:stCondLst>
                                        <p:cond delay="750"/>
                                      </p:stCondLst>
                                      <p:childTnLst>
                                        <p:set>
                                          <p:cBhvr>
                                            <p:cTn id="38" dur="1" fill="hold">
                                              <p:stCondLst>
                                                <p:cond delay="0"/>
                                              </p:stCondLst>
                                            </p:cTn>
                                            <p:tgtEl>
                                              <p:spTgt spid="113"/>
                                            </p:tgtEl>
                                            <p:attrNameLst>
                                              <p:attrName>style.visibility</p:attrName>
                                            </p:attrNameLst>
                                          </p:cBhvr>
                                          <p:to>
                                            <p:strVal val="visible"/>
                                          </p:to>
                                        </p:set>
                                        <p:anim calcmode="lin" valueType="num">
                                          <p:cBhvr>
                                            <p:cTn id="39" dur="750" fill="hold"/>
                                            <p:tgtEl>
                                              <p:spTgt spid="113"/>
                                            </p:tgtEl>
                                            <p:attrNameLst>
                                              <p:attrName>ppt_w</p:attrName>
                                            </p:attrNameLst>
                                          </p:cBhvr>
                                          <p:tavLst>
                                            <p:tav tm="0">
                                              <p:val>
                                                <p:fltVal val="0"/>
                                              </p:val>
                                            </p:tav>
                                            <p:tav tm="100000">
                                              <p:val>
                                                <p:strVal val="#ppt_w"/>
                                              </p:val>
                                            </p:tav>
                                          </p:tavLst>
                                        </p:anim>
                                        <p:anim calcmode="lin" valueType="num">
                                          <p:cBhvr>
                                            <p:cTn id="40" dur="750" fill="hold"/>
                                            <p:tgtEl>
                                              <p:spTgt spid="113"/>
                                            </p:tgtEl>
                                            <p:attrNameLst>
                                              <p:attrName>ppt_h</p:attrName>
                                            </p:attrNameLst>
                                          </p:cBhvr>
                                          <p:tavLst>
                                            <p:tav tm="0">
                                              <p:val>
                                                <p:fltVal val="0"/>
                                              </p:val>
                                            </p:tav>
                                            <p:tav tm="100000">
                                              <p:val>
                                                <p:strVal val="#ppt_h"/>
                                              </p:val>
                                            </p:tav>
                                          </p:tavLst>
                                        </p:anim>
                                        <p:animEffect transition="in" filter="fade">
                                          <p:cBhvr>
                                            <p:cTn id="41" dur="750"/>
                                            <p:tgtEl>
                                              <p:spTgt spid="113"/>
                                            </p:tgtEl>
                                          </p:cBhvr>
                                        </p:animEffect>
                                      </p:childTnLst>
                                    </p:cTn>
                                  </p:par>
                                  <p:par>
                                    <p:cTn id="42" presetID="53" presetClass="entr" presetSubtype="16" fill="hold" grpId="0" nodeType="withEffect">
                                      <p:stCondLst>
                                        <p:cond delay="1000"/>
                                      </p:stCondLst>
                                      <p:childTnLst>
                                        <p:set>
                                          <p:cBhvr>
                                            <p:cTn id="43" dur="1" fill="hold">
                                              <p:stCondLst>
                                                <p:cond delay="0"/>
                                              </p:stCondLst>
                                            </p:cTn>
                                            <p:tgtEl>
                                              <p:spTgt spid="114"/>
                                            </p:tgtEl>
                                            <p:attrNameLst>
                                              <p:attrName>style.visibility</p:attrName>
                                            </p:attrNameLst>
                                          </p:cBhvr>
                                          <p:to>
                                            <p:strVal val="visible"/>
                                          </p:to>
                                        </p:set>
                                        <p:anim calcmode="lin" valueType="num">
                                          <p:cBhvr>
                                            <p:cTn id="44" dur="750" fill="hold"/>
                                            <p:tgtEl>
                                              <p:spTgt spid="114"/>
                                            </p:tgtEl>
                                            <p:attrNameLst>
                                              <p:attrName>ppt_w</p:attrName>
                                            </p:attrNameLst>
                                          </p:cBhvr>
                                          <p:tavLst>
                                            <p:tav tm="0">
                                              <p:val>
                                                <p:fltVal val="0"/>
                                              </p:val>
                                            </p:tav>
                                            <p:tav tm="100000">
                                              <p:val>
                                                <p:strVal val="#ppt_w"/>
                                              </p:val>
                                            </p:tav>
                                          </p:tavLst>
                                        </p:anim>
                                        <p:anim calcmode="lin" valueType="num">
                                          <p:cBhvr>
                                            <p:cTn id="45" dur="750" fill="hold"/>
                                            <p:tgtEl>
                                              <p:spTgt spid="114"/>
                                            </p:tgtEl>
                                            <p:attrNameLst>
                                              <p:attrName>ppt_h</p:attrName>
                                            </p:attrNameLst>
                                          </p:cBhvr>
                                          <p:tavLst>
                                            <p:tav tm="0">
                                              <p:val>
                                                <p:fltVal val="0"/>
                                              </p:val>
                                            </p:tav>
                                            <p:tav tm="100000">
                                              <p:val>
                                                <p:strVal val="#ppt_h"/>
                                              </p:val>
                                            </p:tav>
                                          </p:tavLst>
                                        </p:anim>
                                        <p:animEffect transition="in" filter="fade">
                                          <p:cBhvr>
                                            <p:cTn id="46" dur="750"/>
                                            <p:tgtEl>
                                              <p:spTgt spid="114"/>
                                            </p:tgtEl>
                                          </p:cBhvr>
                                        </p:animEffect>
                                      </p:childTnLst>
                                    </p:cTn>
                                  </p:par>
                                  <p:par>
                                    <p:cTn id="47" presetID="53" presetClass="entr" presetSubtype="16" fill="hold" grpId="0" nodeType="withEffect">
                                      <p:stCondLst>
                                        <p:cond delay="1250"/>
                                      </p:stCondLst>
                                      <p:childTnLst>
                                        <p:set>
                                          <p:cBhvr>
                                            <p:cTn id="48" dur="1" fill="hold">
                                              <p:stCondLst>
                                                <p:cond delay="0"/>
                                              </p:stCondLst>
                                            </p:cTn>
                                            <p:tgtEl>
                                              <p:spTgt spid="115"/>
                                            </p:tgtEl>
                                            <p:attrNameLst>
                                              <p:attrName>style.visibility</p:attrName>
                                            </p:attrNameLst>
                                          </p:cBhvr>
                                          <p:to>
                                            <p:strVal val="visible"/>
                                          </p:to>
                                        </p:set>
                                        <p:anim calcmode="lin" valueType="num">
                                          <p:cBhvr>
                                            <p:cTn id="49" dur="750" fill="hold"/>
                                            <p:tgtEl>
                                              <p:spTgt spid="115"/>
                                            </p:tgtEl>
                                            <p:attrNameLst>
                                              <p:attrName>ppt_w</p:attrName>
                                            </p:attrNameLst>
                                          </p:cBhvr>
                                          <p:tavLst>
                                            <p:tav tm="0">
                                              <p:val>
                                                <p:fltVal val="0"/>
                                              </p:val>
                                            </p:tav>
                                            <p:tav tm="100000">
                                              <p:val>
                                                <p:strVal val="#ppt_w"/>
                                              </p:val>
                                            </p:tav>
                                          </p:tavLst>
                                        </p:anim>
                                        <p:anim calcmode="lin" valueType="num">
                                          <p:cBhvr>
                                            <p:cTn id="50" dur="750" fill="hold"/>
                                            <p:tgtEl>
                                              <p:spTgt spid="115"/>
                                            </p:tgtEl>
                                            <p:attrNameLst>
                                              <p:attrName>ppt_h</p:attrName>
                                            </p:attrNameLst>
                                          </p:cBhvr>
                                          <p:tavLst>
                                            <p:tav tm="0">
                                              <p:val>
                                                <p:fltVal val="0"/>
                                              </p:val>
                                            </p:tav>
                                            <p:tav tm="100000">
                                              <p:val>
                                                <p:strVal val="#ppt_h"/>
                                              </p:val>
                                            </p:tav>
                                          </p:tavLst>
                                        </p:anim>
                                        <p:animEffect transition="in" filter="fade">
                                          <p:cBhvr>
                                            <p:cTn id="51" dur="750"/>
                                            <p:tgtEl>
                                              <p:spTgt spid="115"/>
                                            </p:tgtEl>
                                          </p:cBhvr>
                                        </p:animEffect>
                                      </p:childTnLst>
                                    </p:cTn>
                                  </p:par>
                                  <p:par>
                                    <p:cTn id="52" presetID="53" presetClass="entr" presetSubtype="16" fill="hold" grpId="0" nodeType="withEffect">
                                      <p:stCondLst>
                                        <p:cond delay="1500"/>
                                      </p:stCondLst>
                                      <p:childTnLst>
                                        <p:set>
                                          <p:cBhvr>
                                            <p:cTn id="53" dur="1" fill="hold">
                                              <p:stCondLst>
                                                <p:cond delay="0"/>
                                              </p:stCondLst>
                                            </p:cTn>
                                            <p:tgtEl>
                                              <p:spTgt spid="116"/>
                                            </p:tgtEl>
                                            <p:attrNameLst>
                                              <p:attrName>style.visibility</p:attrName>
                                            </p:attrNameLst>
                                          </p:cBhvr>
                                          <p:to>
                                            <p:strVal val="visible"/>
                                          </p:to>
                                        </p:set>
                                        <p:anim calcmode="lin" valueType="num">
                                          <p:cBhvr>
                                            <p:cTn id="54" dur="750" fill="hold"/>
                                            <p:tgtEl>
                                              <p:spTgt spid="116"/>
                                            </p:tgtEl>
                                            <p:attrNameLst>
                                              <p:attrName>ppt_w</p:attrName>
                                            </p:attrNameLst>
                                          </p:cBhvr>
                                          <p:tavLst>
                                            <p:tav tm="0">
                                              <p:val>
                                                <p:fltVal val="0"/>
                                              </p:val>
                                            </p:tav>
                                            <p:tav tm="100000">
                                              <p:val>
                                                <p:strVal val="#ppt_w"/>
                                              </p:val>
                                            </p:tav>
                                          </p:tavLst>
                                        </p:anim>
                                        <p:anim calcmode="lin" valueType="num">
                                          <p:cBhvr>
                                            <p:cTn id="55" dur="750" fill="hold"/>
                                            <p:tgtEl>
                                              <p:spTgt spid="116"/>
                                            </p:tgtEl>
                                            <p:attrNameLst>
                                              <p:attrName>ppt_h</p:attrName>
                                            </p:attrNameLst>
                                          </p:cBhvr>
                                          <p:tavLst>
                                            <p:tav tm="0">
                                              <p:val>
                                                <p:fltVal val="0"/>
                                              </p:val>
                                            </p:tav>
                                            <p:tav tm="100000">
                                              <p:val>
                                                <p:strVal val="#ppt_h"/>
                                              </p:val>
                                            </p:tav>
                                          </p:tavLst>
                                        </p:anim>
                                        <p:animEffect transition="in" filter="fade">
                                          <p:cBhvr>
                                            <p:cTn id="56" dur="750"/>
                                            <p:tgtEl>
                                              <p:spTgt spid="116"/>
                                            </p:tgtEl>
                                          </p:cBhvr>
                                        </p:animEffect>
                                      </p:childTnLst>
                                    </p:cTn>
                                  </p:par>
                                  <p:par>
                                    <p:cTn id="57" presetID="53" presetClass="entr" presetSubtype="16" fill="hold" grpId="0" nodeType="withEffect">
                                      <p:stCondLst>
                                        <p:cond delay="1750"/>
                                      </p:stCondLst>
                                      <p:childTnLst>
                                        <p:set>
                                          <p:cBhvr>
                                            <p:cTn id="58" dur="1" fill="hold">
                                              <p:stCondLst>
                                                <p:cond delay="0"/>
                                              </p:stCondLst>
                                            </p:cTn>
                                            <p:tgtEl>
                                              <p:spTgt spid="117"/>
                                            </p:tgtEl>
                                            <p:attrNameLst>
                                              <p:attrName>style.visibility</p:attrName>
                                            </p:attrNameLst>
                                          </p:cBhvr>
                                          <p:to>
                                            <p:strVal val="visible"/>
                                          </p:to>
                                        </p:set>
                                        <p:anim calcmode="lin" valueType="num">
                                          <p:cBhvr>
                                            <p:cTn id="59" dur="750" fill="hold"/>
                                            <p:tgtEl>
                                              <p:spTgt spid="117"/>
                                            </p:tgtEl>
                                            <p:attrNameLst>
                                              <p:attrName>ppt_w</p:attrName>
                                            </p:attrNameLst>
                                          </p:cBhvr>
                                          <p:tavLst>
                                            <p:tav tm="0">
                                              <p:val>
                                                <p:fltVal val="0"/>
                                              </p:val>
                                            </p:tav>
                                            <p:tav tm="100000">
                                              <p:val>
                                                <p:strVal val="#ppt_w"/>
                                              </p:val>
                                            </p:tav>
                                          </p:tavLst>
                                        </p:anim>
                                        <p:anim calcmode="lin" valueType="num">
                                          <p:cBhvr>
                                            <p:cTn id="60" dur="750" fill="hold"/>
                                            <p:tgtEl>
                                              <p:spTgt spid="117"/>
                                            </p:tgtEl>
                                            <p:attrNameLst>
                                              <p:attrName>ppt_h</p:attrName>
                                            </p:attrNameLst>
                                          </p:cBhvr>
                                          <p:tavLst>
                                            <p:tav tm="0">
                                              <p:val>
                                                <p:fltVal val="0"/>
                                              </p:val>
                                            </p:tav>
                                            <p:tav tm="100000">
                                              <p:val>
                                                <p:strVal val="#ppt_h"/>
                                              </p:val>
                                            </p:tav>
                                          </p:tavLst>
                                        </p:anim>
                                        <p:animEffect transition="in" filter="fade">
                                          <p:cBhvr>
                                            <p:cTn id="61" dur="750"/>
                                            <p:tgtEl>
                                              <p:spTgt spid="117"/>
                                            </p:tgtEl>
                                          </p:cBhvr>
                                        </p:animEffect>
                                      </p:childTnLst>
                                    </p:cTn>
                                  </p:par>
                                  <p:par>
                                    <p:cTn id="62" presetID="2" presetClass="entr" presetSubtype="4" fill="hold" grpId="0" nodeType="withEffect" p14:presetBounceEnd="67000">
                                      <p:stCondLst>
                                        <p:cond delay="2000"/>
                                      </p:stCondLst>
                                      <p:childTnLst>
                                        <p:set>
                                          <p:cBhvr>
                                            <p:cTn id="63" dur="1" fill="hold">
                                              <p:stCondLst>
                                                <p:cond delay="0"/>
                                              </p:stCondLst>
                                            </p:cTn>
                                            <p:tgtEl>
                                              <p:spTgt spid="118"/>
                                            </p:tgtEl>
                                            <p:attrNameLst>
                                              <p:attrName>style.visibility</p:attrName>
                                            </p:attrNameLst>
                                          </p:cBhvr>
                                          <p:to>
                                            <p:strVal val="visible"/>
                                          </p:to>
                                        </p:set>
                                        <p:anim calcmode="lin" valueType="num" p14:bounceEnd="67000">
                                          <p:cBhvr additive="base">
                                            <p:cTn id="64" dur="1000" fill="hold"/>
                                            <p:tgtEl>
                                              <p:spTgt spid="118"/>
                                            </p:tgtEl>
                                            <p:attrNameLst>
                                              <p:attrName>ppt_x</p:attrName>
                                            </p:attrNameLst>
                                          </p:cBhvr>
                                          <p:tavLst>
                                            <p:tav tm="0">
                                              <p:val>
                                                <p:strVal val="#ppt_x"/>
                                              </p:val>
                                            </p:tav>
                                            <p:tav tm="100000">
                                              <p:val>
                                                <p:strVal val="#ppt_x"/>
                                              </p:val>
                                            </p:tav>
                                          </p:tavLst>
                                        </p:anim>
                                        <p:anim calcmode="lin" valueType="num" p14:bounceEnd="67000">
                                          <p:cBhvr additive="base">
                                            <p:cTn id="65" dur="1000" fill="hold"/>
                                            <p:tgtEl>
                                              <p:spTgt spid="118"/>
                                            </p:tgtEl>
                                            <p:attrNameLst>
                                              <p:attrName>ppt_y</p:attrName>
                                            </p:attrNameLst>
                                          </p:cBhvr>
                                          <p:tavLst>
                                            <p:tav tm="0">
                                              <p:val>
                                                <p:strVal val="1+#ppt_h/2"/>
                                              </p:val>
                                            </p:tav>
                                            <p:tav tm="100000">
                                              <p:val>
                                                <p:strVal val="#ppt_y"/>
                                              </p:val>
                                            </p:tav>
                                          </p:tavLst>
                                        </p:anim>
                                      </p:childTnLst>
                                    </p:cTn>
                                  </p:par>
                                  <p:par>
                                    <p:cTn id="66" presetID="2" presetClass="entr" presetSubtype="4" fill="hold" grpId="0" nodeType="withEffect" p14:presetBounceEnd="67000">
                                      <p:stCondLst>
                                        <p:cond delay="2000"/>
                                      </p:stCondLst>
                                      <p:childTnLst>
                                        <p:set>
                                          <p:cBhvr>
                                            <p:cTn id="67" dur="1" fill="hold">
                                              <p:stCondLst>
                                                <p:cond delay="0"/>
                                              </p:stCondLst>
                                            </p:cTn>
                                            <p:tgtEl>
                                              <p:spTgt spid="122"/>
                                            </p:tgtEl>
                                            <p:attrNameLst>
                                              <p:attrName>style.visibility</p:attrName>
                                            </p:attrNameLst>
                                          </p:cBhvr>
                                          <p:to>
                                            <p:strVal val="visible"/>
                                          </p:to>
                                        </p:set>
                                        <p:anim calcmode="lin" valueType="num" p14:bounceEnd="67000">
                                          <p:cBhvr additive="base">
                                            <p:cTn id="68" dur="1000" fill="hold"/>
                                            <p:tgtEl>
                                              <p:spTgt spid="122"/>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122"/>
                                            </p:tgtEl>
                                            <p:attrNameLst>
                                              <p:attrName>ppt_y</p:attrName>
                                            </p:attrNameLst>
                                          </p:cBhvr>
                                          <p:tavLst>
                                            <p:tav tm="0">
                                              <p:val>
                                                <p:strVal val="1+#ppt_h/2"/>
                                              </p:val>
                                            </p:tav>
                                            <p:tav tm="100000">
                                              <p:val>
                                                <p:strVal val="#ppt_y"/>
                                              </p:val>
                                            </p:tav>
                                          </p:tavLst>
                                        </p:anim>
                                      </p:childTnLst>
                                    </p:cTn>
                                  </p:par>
                                  <p:par>
                                    <p:cTn id="70" presetID="2" presetClass="entr" presetSubtype="4" fill="hold" grpId="0" nodeType="withEffect" p14:presetBounceEnd="67000">
                                      <p:stCondLst>
                                        <p:cond delay="2000"/>
                                      </p:stCondLst>
                                      <p:childTnLst>
                                        <p:set>
                                          <p:cBhvr>
                                            <p:cTn id="71" dur="1" fill="hold">
                                              <p:stCondLst>
                                                <p:cond delay="0"/>
                                              </p:stCondLst>
                                            </p:cTn>
                                            <p:tgtEl>
                                              <p:spTgt spid="123"/>
                                            </p:tgtEl>
                                            <p:attrNameLst>
                                              <p:attrName>style.visibility</p:attrName>
                                            </p:attrNameLst>
                                          </p:cBhvr>
                                          <p:to>
                                            <p:strVal val="visible"/>
                                          </p:to>
                                        </p:set>
                                        <p:anim calcmode="lin" valueType="num" p14:bounceEnd="67000">
                                          <p:cBhvr additive="base">
                                            <p:cTn id="72" dur="1000" fill="hold"/>
                                            <p:tgtEl>
                                              <p:spTgt spid="123"/>
                                            </p:tgtEl>
                                            <p:attrNameLst>
                                              <p:attrName>ppt_x</p:attrName>
                                            </p:attrNameLst>
                                          </p:cBhvr>
                                          <p:tavLst>
                                            <p:tav tm="0">
                                              <p:val>
                                                <p:strVal val="#ppt_x"/>
                                              </p:val>
                                            </p:tav>
                                            <p:tav tm="100000">
                                              <p:val>
                                                <p:strVal val="#ppt_x"/>
                                              </p:val>
                                            </p:tav>
                                          </p:tavLst>
                                        </p:anim>
                                        <p:anim calcmode="lin" valueType="num" p14:bounceEnd="67000">
                                          <p:cBhvr additive="base">
                                            <p:cTn id="73" dur="1000" fill="hold"/>
                                            <p:tgtEl>
                                              <p:spTgt spid="123"/>
                                            </p:tgtEl>
                                            <p:attrNameLst>
                                              <p:attrName>ppt_y</p:attrName>
                                            </p:attrNameLst>
                                          </p:cBhvr>
                                          <p:tavLst>
                                            <p:tav tm="0">
                                              <p:val>
                                                <p:strVal val="1+#ppt_h/2"/>
                                              </p:val>
                                            </p:tav>
                                            <p:tav tm="100000">
                                              <p:val>
                                                <p:strVal val="#ppt_y"/>
                                              </p:val>
                                            </p:tav>
                                          </p:tavLst>
                                        </p:anim>
                                      </p:childTnLst>
                                    </p:cTn>
                                  </p:par>
                                  <p:par>
                                    <p:cTn id="74" presetID="2" presetClass="entr" presetSubtype="4" fill="hold" grpId="0" nodeType="withEffect" p14:presetBounceEnd="67000">
                                      <p:stCondLst>
                                        <p:cond delay="2000"/>
                                      </p:stCondLst>
                                      <p:childTnLst>
                                        <p:set>
                                          <p:cBhvr>
                                            <p:cTn id="75" dur="1" fill="hold">
                                              <p:stCondLst>
                                                <p:cond delay="0"/>
                                              </p:stCondLst>
                                            </p:cTn>
                                            <p:tgtEl>
                                              <p:spTgt spid="140"/>
                                            </p:tgtEl>
                                            <p:attrNameLst>
                                              <p:attrName>style.visibility</p:attrName>
                                            </p:attrNameLst>
                                          </p:cBhvr>
                                          <p:to>
                                            <p:strVal val="visible"/>
                                          </p:to>
                                        </p:set>
                                        <p:anim calcmode="lin" valueType="num" p14:bounceEnd="67000">
                                          <p:cBhvr additive="base">
                                            <p:cTn id="76" dur="1000" fill="hold"/>
                                            <p:tgtEl>
                                              <p:spTgt spid="140"/>
                                            </p:tgtEl>
                                            <p:attrNameLst>
                                              <p:attrName>ppt_x</p:attrName>
                                            </p:attrNameLst>
                                          </p:cBhvr>
                                          <p:tavLst>
                                            <p:tav tm="0">
                                              <p:val>
                                                <p:strVal val="#ppt_x"/>
                                              </p:val>
                                            </p:tav>
                                            <p:tav tm="100000">
                                              <p:val>
                                                <p:strVal val="#ppt_x"/>
                                              </p:val>
                                            </p:tav>
                                          </p:tavLst>
                                        </p:anim>
                                        <p:anim calcmode="lin" valueType="num" p14:bounceEnd="67000">
                                          <p:cBhvr additive="base">
                                            <p:cTn id="77" dur="1000" fill="hold"/>
                                            <p:tgtEl>
                                              <p:spTgt spid="140"/>
                                            </p:tgtEl>
                                            <p:attrNameLst>
                                              <p:attrName>ppt_y</p:attrName>
                                            </p:attrNameLst>
                                          </p:cBhvr>
                                          <p:tavLst>
                                            <p:tav tm="0">
                                              <p:val>
                                                <p:strVal val="1+#ppt_h/2"/>
                                              </p:val>
                                            </p:tav>
                                            <p:tav tm="100000">
                                              <p:val>
                                                <p:strVal val="#ppt_y"/>
                                              </p:val>
                                            </p:tav>
                                          </p:tavLst>
                                        </p:anim>
                                      </p:childTnLst>
                                    </p:cTn>
                                  </p:par>
                                  <p:par>
                                    <p:cTn id="78" presetID="2" presetClass="entr" presetSubtype="4" fill="hold" grpId="0" nodeType="withEffect" p14:presetBounceEnd="67000">
                                      <p:stCondLst>
                                        <p:cond delay="2000"/>
                                      </p:stCondLst>
                                      <p:childTnLst>
                                        <p:set>
                                          <p:cBhvr>
                                            <p:cTn id="79" dur="1" fill="hold">
                                              <p:stCondLst>
                                                <p:cond delay="0"/>
                                              </p:stCondLst>
                                            </p:cTn>
                                            <p:tgtEl>
                                              <p:spTgt spid="141"/>
                                            </p:tgtEl>
                                            <p:attrNameLst>
                                              <p:attrName>style.visibility</p:attrName>
                                            </p:attrNameLst>
                                          </p:cBhvr>
                                          <p:to>
                                            <p:strVal val="visible"/>
                                          </p:to>
                                        </p:set>
                                        <p:anim calcmode="lin" valueType="num" p14:bounceEnd="67000">
                                          <p:cBhvr additive="base">
                                            <p:cTn id="80" dur="1000" fill="hold"/>
                                            <p:tgtEl>
                                              <p:spTgt spid="141"/>
                                            </p:tgtEl>
                                            <p:attrNameLst>
                                              <p:attrName>ppt_x</p:attrName>
                                            </p:attrNameLst>
                                          </p:cBhvr>
                                          <p:tavLst>
                                            <p:tav tm="0">
                                              <p:val>
                                                <p:strVal val="#ppt_x"/>
                                              </p:val>
                                            </p:tav>
                                            <p:tav tm="100000">
                                              <p:val>
                                                <p:strVal val="#ppt_x"/>
                                              </p:val>
                                            </p:tav>
                                          </p:tavLst>
                                        </p:anim>
                                        <p:anim calcmode="lin" valueType="num" p14:bounceEnd="67000">
                                          <p:cBhvr additive="base">
                                            <p:cTn id="81" dur="1000" fill="hold"/>
                                            <p:tgtEl>
                                              <p:spTgt spid="141"/>
                                            </p:tgtEl>
                                            <p:attrNameLst>
                                              <p:attrName>ppt_y</p:attrName>
                                            </p:attrNameLst>
                                          </p:cBhvr>
                                          <p:tavLst>
                                            <p:tav tm="0">
                                              <p:val>
                                                <p:strVal val="1+#ppt_h/2"/>
                                              </p:val>
                                            </p:tav>
                                            <p:tav tm="100000">
                                              <p:val>
                                                <p:strVal val="#ppt_y"/>
                                              </p:val>
                                            </p:tav>
                                          </p:tavLst>
                                        </p:anim>
                                      </p:childTnLst>
                                    </p:cTn>
                                  </p:par>
                                  <p:par>
                                    <p:cTn id="82" presetID="2" presetClass="entr" presetSubtype="4" fill="hold" grpId="0" nodeType="withEffect" p14:presetBounceEnd="67000">
                                      <p:stCondLst>
                                        <p:cond delay="2000"/>
                                      </p:stCondLst>
                                      <p:childTnLst>
                                        <p:set>
                                          <p:cBhvr>
                                            <p:cTn id="83" dur="1" fill="hold">
                                              <p:stCondLst>
                                                <p:cond delay="0"/>
                                              </p:stCondLst>
                                            </p:cTn>
                                            <p:tgtEl>
                                              <p:spTgt spid="142"/>
                                            </p:tgtEl>
                                            <p:attrNameLst>
                                              <p:attrName>style.visibility</p:attrName>
                                            </p:attrNameLst>
                                          </p:cBhvr>
                                          <p:to>
                                            <p:strVal val="visible"/>
                                          </p:to>
                                        </p:set>
                                        <p:anim calcmode="lin" valueType="num" p14:bounceEnd="67000">
                                          <p:cBhvr additive="base">
                                            <p:cTn id="84" dur="1000" fill="hold"/>
                                            <p:tgtEl>
                                              <p:spTgt spid="142"/>
                                            </p:tgtEl>
                                            <p:attrNameLst>
                                              <p:attrName>ppt_x</p:attrName>
                                            </p:attrNameLst>
                                          </p:cBhvr>
                                          <p:tavLst>
                                            <p:tav tm="0">
                                              <p:val>
                                                <p:strVal val="#ppt_x"/>
                                              </p:val>
                                            </p:tav>
                                            <p:tav tm="100000">
                                              <p:val>
                                                <p:strVal val="#ppt_x"/>
                                              </p:val>
                                            </p:tav>
                                          </p:tavLst>
                                        </p:anim>
                                        <p:anim calcmode="lin" valueType="num" p14:bounceEnd="67000">
                                          <p:cBhvr additive="base">
                                            <p:cTn id="85" dur="1000" fill="hold"/>
                                            <p:tgtEl>
                                              <p:spTgt spid="142"/>
                                            </p:tgtEl>
                                            <p:attrNameLst>
                                              <p:attrName>ppt_y</p:attrName>
                                            </p:attrNameLst>
                                          </p:cBhvr>
                                          <p:tavLst>
                                            <p:tav tm="0">
                                              <p:val>
                                                <p:strVal val="1+#ppt_h/2"/>
                                              </p:val>
                                            </p:tav>
                                            <p:tav tm="100000">
                                              <p:val>
                                                <p:strVal val="#ppt_y"/>
                                              </p:val>
                                            </p:tav>
                                          </p:tavLst>
                                        </p:anim>
                                      </p:childTnLst>
                                    </p:cTn>
                                  </p:par>
                                  <p:par>
                                    <p:cTn id="86" presetID="2" presetClass="entr" presetSubtype="1" fill="hold" grpId="0" nodeType="withEffect" p14:presetBounceEnd="67000">
                                      <p:stCondLst>
                                        <p:cond delay="2000"/>
                                      </p:stCondLst>
                                      <p:childTnLst>
                                        <p:set>
                                          <p:cBhvr>
                                            <p:cTn id="87" dur="1" fill="hold">
                                              <p:stCondLst>
                                                <p:cond delay="0"/>
                                              </p:stCondLst>
                                            </p:cTn>
                                            <p:tgtEl>
                                              <p:spTgt spid="119"/>
                                            </p:tgtEl>
                                            <p:attrNameLst>
                                              <p:attrName>style.visibility</p:attrName>
                                            </p:attrNameLst>
                                          </p:cBhvr>
                                          <p:to>
                                            <p:strVal val="visible"/>
                                          </p:to>
                                        </p:set>
                                        <p:anim calcmode="lin" valueType="num" p14:bounceEnd="67000">
                                          <p:cBhvr additive="base">
                                            <p:cTn id="88" dur="1000" fill="hold"/>
                                            <p:tgtEl>
                                              <p:spTgt spid="119"/>
                                            </p:tgtEl>
                                            <p:attrNameLst>
                                              <p:attrName>ppt_x</p:attrName>
                                            </p:attrNameLst>
                                          </p:cBhvr>
                                          <p:tavLst>
                                            <p:tav tm="0">
                                              <p:val>
                                                <p:strVal val="#ppt_x"/>
                                              </p:val>
                                            </p:tav>
                                            <p:tav tm="100000">
                                              <p:val>
                                                <p:strVal val="#ppt_x"/>
                                              </p:val>
                                            </p:tav>
                                          </p:tavLst>
                                        </p:anim>
                                        <p:anim calcmode="lin" valueType="num" p14:bounceEnd="67000">
                                          <p:cBhvr additive="base">
                                            <p:cTn id="89" dur="1000" fill="hold"/>
                                            <p:tgtEl>
                                              <p:spTgt spid="119"/>
                                            </p:tgtEl>
                                            <p:attrNameLst>
                                              <p:attrName>ppt_y</p:attrName>
                                            </p:attrNameLst>
                                          </p:cBhvr>
                                          <p:tavLst>
                                            <p:tav tm="0">
                                              <p:val>
                                                <p:strVal val="0-#ppt_h/2"/>
                                              </p:val>
                                            </p:tav>
                                            <p:tav tm="100000">
                                              <p:val>
                                                <p:strVal val="#ppt_y"/>
                                              </p:val>
                                            </p:tav>
                                          </p:tavLst>
                                        </p:anim>
                                      </p:childTnLst>
                                    </p:cTn>
                                  </p:par>
                                  <p:par>
                                    <p:cTn id="90" presetID="2" presetClass="entr" presetSubtype="1" fill="hold" grpId="0" nodeType="withEffect" p14:presetBounceEnd="67000">
                                      <p:stCondLst>
                                        <p:cond delay="2000"/>
                                      </p:stCondLst>
                                      <p:childTnLst>
                                        <p:set>
                                          <p:cBhvr>
                                            <p:cTn id="91" dur="1" fill="hold">
                                              <p:stCondLst>
                                                <p:cond delay="0"/>
                                              </p:stCondLst>
                                            </p:cTn>
                                            <p:tgtEl>
                                              <p:spTgt spid="120"/>
                                            </p:tgtEl>
                                            <p:attrNameLst>
                                              <p:attrName>style.visibility</p:attrName>
                                            </p:attrNameLst>
                                          </p:cBhvr>
                                          <p:to>
                                            <p:strVal val="visible"/>
                                          </p:to>
                                        </p:set>
                                        <p:anim calcmode="lin" valueType="num" p14:bounceEnd="67000">
                                          <p:cBhvr additive="base">
                                            <p:cTn id="92" dur="1000" fill="hold"/>
                                            <p:tgtEl>
                                              <p:spTgt spid="120"/>
                                            </p:tgtEl>
                                            <p:attrNameLst>
                                              <p:attrName>ppt_x</p:attrName>
                                            </p:attrNameLst>
                                          </p:cBhvr>
                                          <p:tavLst>
                                            <p:tav tm="0">
                                              <p:val>
                                                <p:strVal val="#ppt_x"/>
                                              </p:val>
                                            </p:tav>
                                            <p:tav tm="100000">
                                              <p:val>
                                                <p:strVal val="#ppt_x"/>
                                              </p:val>
                                            </p:tav>
                                          </p:tavLst>
                                        </p:anim>
                                        <p:anim calcmode="lin" valueType="num" p14:bounceEnd="67000">
                                          <p:cBhvr additive="base">
                                            <p:cTn id="93" dur="1000" fill="hold"/>
                                            <p:tgtEl>
                                              <p:spTgt spid="120"/>
                                            </p:tgtEl>
                                            <p:attrNameLst>
                                              <p:attrName>ppt_y</p:attrName>
                                            </p:attrNameLst>
                                          </p:cBhvr>
                                          <p:tavLst>
                                            <p:tav tm="0">
                                              <p:val>
                                                <p:strVal val="0-#ppt_h/2"/>
                                              </p:val>
                                            </p:tav>
                                            <p:tav tm="100000">
                                              <p:val>
                                                <p:strVal val="#ppt_y"/>
                                              </p:val>
                                            </p:tav>
                                          </p:tavLst>
                                        </p:anim>
                                      </p:childTnLst>
                                    </p:cTn>
                                  </p:par>
                                  <p:par>
                                    <p:cTn id="94" presetID="2" presetClass="entr" presetSubtype="1" fill="hold" grpId="0" nodeType="withEffect" p14:presetBounceEnd="67000">
                                      <p:stCondLst>
                                        <p:cond delay="2000"/>
                                      </p:stCondLst>
                                      <p:childTnLst>
                                        <p:set>
                                          <p:cBhvr>
                                            <p:cTn id="95" dur="1" fill="hold">
                                              <p:stCondLst>
                                                <p:cond delay="0"/>
                                              </p:stCondLst>
                                            </p:cTn>
                                            <p:tgtEl>
                                              <p:spTgt spid="121"/>
                                            </p:tgtEl>
                                            <p:attrNameLst>
                                              <p:attrName>style.visibility</p:attrName>
                                            </p:attrNameLst>
                                          </p:cBhvr>
                                          <p:to>
                                            <p:strVal val="visible"/>
                                          </p:to>
                                        </p:set>
                                        <p:anim calcmode="lin" valueType="num" p14:bounceEnd="67000">
                                          <p:cBhvr additive="base">
                                            <p:cTn id="96" dur="1000" fill="hold"/>
                                            <p:tgtEl>
                                              <p:spTgt spid="121"/>
                                            </p:tgtEl>
                                            <p:attrNameLst>
                                              <p:attrName>ppt_x</p:attrName>
                                            </p:attrNameLst>
                                          </p:cBhvr>
                                          <p:tavLst>
                                            <p:tav tm="0">
                                              <p:val>
                                                <p:strVal val="#ppt_x"/>
                                              </p:val>
                                            </p:tav>
                                            <p:tav tm="100000">
                                              <p:val>
                                                <p:strVal val="#ppt_x"/>
                                              </p:val>
                                            </p:tav>
                                          </p:tavLst>
                                        </p:anim>
                                        <p:anim calcmode="lin" valueType="num" p14:bounceEnd="67000">
                                          <p:cBhvr additive="base">
                                            <p:cTn id="97" dur="1000" fill="hold"/>
                                            <p:tgtEl>
                                              <p:spTgt spid="121"/>
                                            </p:tgtEl>
                                            <p:attrNameLst>
                                              <p:attrName>ppt_y</p:attrName>
                                            </p:attrNameLst>
                                          </p:cBhvr>
                                          <p:tavLst>
                                            <p:tav tm="0">
                                              <p:val>
                                                <p:strVal val="0-#ppt_h/2"/>
                                              </p:val>
                                            </p:tav>
                                            <p:tav tm="100000">
                                              <p:val>
                                                <p:strVal val="#ppt_y"/>
                                              </p:val>
                                            </p:tav>
                                          </p:tavLst>
                                        </p:anim>
                                      </p:childTnLst>
                                    </p:cTn>
                                  </p:par>
                                  <p:par>
                                    <p:cTn id="98" presetID="2" presetClass="entr" presetSubtype="1" fill="hold" grpId="0" nodeType="withEffect" p14:presetBounceEnd="67000">
                                      <p:stCondLst>
                                        <p:cond delay="2000"/>
                                      </p:stCondLst>
                                      <p:childTnLst>
                                        <p:set>
                                          <p:cBhvr>
                                            <p:cTn id="99" dur="1" fill="hold">
                                              <p:stCondLst>
                                                <p:cond delay="0"/>
                                              </p:stCondLst>
                                            </p:cTn>
                                            <p:tgtEl>
                                              <p:spTgt spid="143"/>
                                            </p:tgtEl>
                                            <p:attrNameLst>
                                              <p:attrName>style.visibility</p:attrName>
                                            </p:attrNameLst>
                                          </p:cBhvr>
                                          <p:to>
                                            <p:strVal val="visible"/>
                                          </p:to>
                                        </p:set>
                                        <p:anim calcmode="lin" valueType="num" p14:bounceEnd="67000">
                                          <p:cBhvr additive="base">
                                            <p:cTn id="100" dur="1000" fill="hold"/>
                                            <p:tgtEl>
                                              <p:spTgt spid="143"/>
                                            </p:tgtEl>
                                            <p:attrNameLst>
                                              <p:attrName>ppt_x</p:attrName>
                                            </p:attrNameLst>
                                          </p:cBhvr>
                                          <p:tavLst>
                                            <p:tav tm="0">
                                              <p:val>
                                                <p:strVal val="#ppt_x"/>
                                              </p:val>
                                            </p:tav>
                                            <p:tav tm="100000">
                                              <p:val>
                                                <p:strVal val="#ppt_x"/>
                                              </p:val>
                                            </p:tav>
                                          </p:tavLst>
                                        </p:anim>
                                        <p:anim calcmode="lin" valueType="num" p14:bounceEnd="67000">
                                          <p:cBhvr additive="base">
                                            <p:cTn id="101" dur="1000" fill="hold"/>
                                            <p:tgtEl>
                                              <p:spTgt spid="143"/>
                                            </p:tgtEl>
                                            <p:attrNameLst>
                                              <p:attrName>ppt_y</p:attrName>
                                            </p:attrNameLst>
                                          </p:cBhvr>
                                          <p:tavLst>
                                            <p:tav tm="0">
                                              <p:val>
                                                <p:strVal val="0-#ppt_h/2"/>
                                              </p:val>
                                            </p:tav>
                                            <p:tav tm="100000">
                                              <p:val>
                                                <p:strVal val="#ppt_y"/>
                                              </p:val>
                                            </p:tav>
                                          </p:tavLst>
                                        </p:anim>
                                      </p:childTnLst>
                                    </p:cTn>
                                  </p:par>
                                  <p:par>
                                    <p:cTn id="102" presetID="2" presetClass="entr" presetSubtype="1" fill="hold" grpId="0" nodeType="withEffect" p14:presetBounceEnd="67000">
                                      <p:stCondLst>
                                        <p:cond delay="2000"/>
                                      </p:stCondLst>
                                      <p:childTnLst>
                                        <p:set>
                                          <p:cBhvr>
                                            <p:cTn id="103" dur="1" fill="hold">
                                              <p:stCondLst>
                                                <p:cond delay="0"/>
                                              </p:stCondLst>
                                            </p:cTn>
                                            <p:tgtEl>
                                              <p:spTgt spid="144"/>
                                            </p:tgtEl>
                                            <p:attrNameLst>
                                              <p:attrName>style.visibility</p:attrName>
                                            </p:attrNameLst>
                                          </p:cBhvr>
                                          <p:to>
                                            <p:strVal val="visible"/>
                                          </p:to>
                                        </p:set>
                                        <p:anim calcmode="lin" valueType="num" p14:bounceEnd="67000">
                                          <p:cBhvr additive="base">
                                            <p:cTn id="104" dur="1000" fill="hold"/>
                                            <p:tgtEl>
                                              <p:spTgt spid="144"/>
                                            </p:tgtEl>
                                            <p:attrNameLst>
                                              <p:attrName>ppt_x</p:attrName>
                                            </p:attrNameLst>
                                          </p:cBhvr>
                                          <p:tavLst>
                                            <p:tav tm="0">
                                              <p:val>
                                                <p:strVal val="#ppt_x"/>
                                              </p:val>
                                            </p:tav>
                                            <p:tav tm="100000">
                                              <p:val>
                                                <p:strVal val="#ppt_x"/>
                                              </p:val>
                                            </p:tav>
                                          </p:tavLst>
                                        </p:anim>
                                        <p:anim calcmode="lin" valueType="num" p14:bounceEnd="67000">
                                          <p:cBhvr additive="base">
                                            <p:cTn id="105" dur="1000" fill="hold"/>
                                            <p:tgtEl>
                                              <p:spTgt spid="144"/>
                                            </p:tgtEl>
                                            <p:attrNameLst>
                                              <p:attrName>ppt_y</p:attrName>
                                            </p:attrNameLst>
                                          </p:cBhvr>
                                          <p:tavLst>
                                            <p:tav tm="0">
                                              <p:val>
                                                <p:strVal val="0-#ppt_h/2"/>
                                              </p:val>
                                            </p:tav>
                                            <p:tav tm="100000">
                                              <p:val>
                                                <p:strVal val="#ppt_y"/>
                                              </p:val>
                                            </p:tav>
                                          </p:tavLst>
                                        </p:anim>
                                      </p:childTnLst>
                                    </p:cTn>
                                  </p:par>
                                  <p:par>
                                    <p:cTn id="106" presetID="2" presetClass="entr" presetSubtype="1" fill="hold" grpId="0" nodeType="withEffect" p14:presetBounceEnd="67000">
                                      <p:stCondLst>
                                        <p:cond delay="2000"/>
                                      </p:stCondLst>
                                      <p:childTnLst>
                                        <p:set>
                                          <p:cBhvr>
                                            <p:cTn id="107" dur="1" fill="hold">
                                              <p:stCondLst>
                                                <p:cond delay="0"/>
                                              </p:stCondLst>
                                            </p:cTn>
                                            <p:tgtEl>
                                              <p:spTgt spid="145"/>
                                            </p:tgtEl>
                                            <p:attrNameLst>
                                              <p:attrName>style.visibility</p:attrName>
                                            </p:attrNameLst>
                                          </p:cBhvr>
                                          <p:to>
                                            <p:strVal val="visible"/>
                                          </p:to>
                                        </p:set>
                                        <p:anim calcmode="lin" valueType="num" p14:bounceEnd="67000">
                                          <p:cBhvr additive="base">
                                            <p:cTn id="108" dur="1000" fill="hold"/>
                                            <p:tgtEl>
                                              <p:spTgt spid="145"/>
                                            </p:tgtEl>
                                            <p:attrNameLst>
                                              <p:attrName>ppt_x</p:attrName>
                                            </p:attrNameLst>
                                          </p:cBhvr>
                                          <p:tavLst>
                                            <p:tav tm="0">
                                              <p:val>
                                                <p:strVal val="#ppt_x"/>
                                              </p:val>
                                            </p:tav>
                                            <p:tav tm="100000">
                                              <p:val>
                                                <p:strVal val="#ppt_x"/>
                                              </p:val>
                                            </p:tav>
                                          </p:tavLst>
                                        </p:anim>
                                        <p:anim calcmode="lin" valueType="num" p14:bounceEnd="67000">
                                          <p:cBhvr additive="base">
                                            <p:cTn id="109" dur="1000" fill="hold"/>
                                            <p:tgtEl>
                                              <p:spTgt spid="14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P spid="112" grpId="0"/>
          <p:bldP spid="113" grpId="0"/>
          <p:bldP spid="114" grpId="0"/>
          <p:bldP spid="115" grpId="0"/>
          <p:bldP spid="116" grpId="0"/>
          <p:bldP spid="118" grpId="0"/>
          <p:bldP spid="119" grpId="0"/>
          <p:bldP spid="120" grpId="0"/>
          <p:bldP spid="121" grpId="0"/>
          <p:bldP spid="122" grpId="0"/>
          <p:bldP spid="123" grpId="0"/>
          <p:bldP spid="140" grpId="0"/>
          <p:bldP spid="141" grpId="0"/>
          <p:bldP spid="142" grpId="0"/>
          <p:bldP spid="143" grpId="0"/>
          <p:bldP spid="144" grpId="0"/>
          <p:bldP spid="14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left)">
                                          <p:cBhvr>
                                            <p:cTn id="7" dur="750"/>
                                            <p:tgtEl>
                                              <p:spTgt spid="125"/>
                                            </p:tgtEl>
                                          </p:cBhvr>
                                        </p:animEffect>
                                      </p:childTnLst>
                                    </p:cTn>
                                  </p:par>
                                  <p:par>
                                    <p:cTn id="8" presetID="2" presetClass="entr" presetSubtype="8" fill="hold" nodeType="withEffect">
                                      <p:stCondLst>
                                        <p:cond delay="250"/>
                                      </p:stCondLst>
                                      <p:childTnLst>
                                        <p:set>
                                          <p:cBhvr>
                                            <p:cTn id="9" dur="1" fill="hold">
                                              <p:stCondLst>
                                                <p:cond delay="0"/>
                                              </p:stCondLst>
                                            </p:cTn>
                                            <p:tgtEl>
                                              <p:spTgt spid="126"/>
                                            </p:tgtEl>
                                            <p:attrNameLst>
                                              <p:attrName>style.visibility</p:attrName>
                                            </p:attrNameLst>
                                          </p:cBhvr>
                                          <p:to>
                                            <p:strVal val="visible"/>
                                          </p:to>
                                        </p:set>
                                        <p:anim calcmode="lin" valueType="num">
                                          <p:cBhvr additive="base">
                                            <p:cTn id="10" dur="1000" fill="hold"/>
                                            <p:tgtEl>
                                              <p:spTgt spid="126"/>
                                            </p:tgtEl>
                                            <p:attrNameLst>
                                              <p:attrName>ppt_x</p:attrName>
                                            </p:attrNameLst>
                                          </p:cBhvr>
                                          <p:tavLst>
                                            <p:tav tm="0">
                                              <p:val>
                                                <p:strVal val="0-#ppt_w/2"/>
                                              </p:val>
                                            </p:tav>
                                            <p:tav tm="100000">
                                              <p:val>
                                                <p:strVal val="#ppt_x"/>
                                              </p:val>
                                            </p:tav>
                                          </p:tavLst>
                                        </p:anim>
                                        <p:anim calcmode="lin" valueType="num">
                                          <p:cBhvr additive="base">
                                            <p:cTn id="11" dur="1000" fill="hold"/>
                                            <p:tgtEl>
                                              <p:spTgt spid="126"/>
                                            </p:tgtEl>
                                            <p:attrNameLst>
                                              <p:attrName>ppt_y</p:attrName>
                                            </p:attrNameLst>
                                          </p:cBhvr>
                                          <p:tavLst>
                                            <p:tav tm="0">
                                              <p:val>
                                                <p:strVal val="#ppt_y"/>
                                              </p:val>
                                            </p:tav>
                                            <p:tav tm="100000">
                                              <p:val>
                                                <p:strVal val="#ppt_y"/>
                                              </p:val>
                                            </p:tav>
                                          </p:tavLst>
                                        </p:anim>
                                      </p:childTnLst>
                                    </p:cTn>
                                  </p:par>
                                  <p:par>
                                    <p:cTn id="12" presetID="2" presetClass="entr" presetSubtype="8" fill="hold" nodeType="withEffect">
                                      <p:stCondLst>
                                        <p:cond delay="500"/>
                                      </p:stCondLst>
                                      <p:childTnLst>
                                        <p:set>
                                          <p:cBhvr>
                                            <p:cTn id="13" dur="1" fill="hold">
                                              <p:stCondLst>
                                                <p:cond delay="0"/>
                                              </p:stCondLst>
                                            </p:cTn>
                                            <p:tgtEl>
                                              <p:spTgt spid="129"/>
                                            </p:tgtEl>
                                            <p:attrNameLst>
                                              <p:attrName>style.visibility</p:attrName>
                                            </p:attrNameLst>
                                          </p:cBhvr>
                                          <p:to>
                                            <p:strVal val="visible"/>
                                          </p:to>
                                        </p:set>
                                        <p:anim calcmode="lin" valueType="num">
                                          <p:cBhvr additive="base">
                                            <p:cTn id="14" dur="1000" fill="hold"/>
                                            <p:tgtEl>
                                              <p:spTgt spid="129"/>
                                            </p:tgtEl>
                                            <p:attrNameLst>
                                              <p:attrName>ppt_x</p:attrName>
                                            </p:attrNameLst>
                                          </p:cBhvr>
                                          <p:tavLst>
                                            <p:tav tm="0">
                                              <p:val>
                                                <p:strVal val="0-#ppt_w/2"/>
                                              </p:val>
                                            </p:tav>
                                            <p:tav tm="100000">
                                              <p:val>
                                                <p:strVal val="#ppt_x"/>
                                              </p:val>
                                            </p:tav>
                                          </p:tavLst>
                                        </p:anim>
                                        <p:anim calcmode="lin" valueType="num">
                                          <p:cBhvr additive="base">
                                            <p:cTn id="15" dur="1000" fill="hold"/>
                                            <p:tgtEl>
                                              <p:spTgt spid="129"/>
                                            </p:tgtEl>
                                            <p:attrNameLst>
                                              <p:attrName>ppt_y</p:attrName>
                                            </p:attrNameLst>
                                          </p:cBhvr>
                                          <p:tavLst>
                                            <p:tav tm="0">
                                              <p:val>
                                                <p:strVal val="#ppt_y"/>
                                              </p:val>
                                            </p:tav>
                                            <p:tav tm="100000">
                                              <p:val>
                                                <p:strVal val="#ppt_y"/>
                                              </p:val>
                                            </p:tav>
                                          </p:tavLst>
                                        </p:anim>
                                      </p:childTnLst>
                                    </p:cTn>
                                  </p:par>
                                  <p:par>
                                    <p:cTn id="16" presetID="2" presetClass="entr" presetSubtype="8" fill="hold" nodeType="withEffect">
                                      <p:stCondLst>
                                        <p:cond delay="750"/>
                                      </p:stCondLst>
                                      <p:childTnLst>
                                        <p:set>
                                          <p:cBhvr>
                                            <p:cTn id="17" dur="1" fill="hold">
                                              <p:stCondLst>
                                                <p:cond delay="0"/>
                                              </p:stCondLst>
                                            </p:cTn>
                                            <p:tgtEl>
                                              <p:spTgt spid="131"/>
                                            </p:tgtEl>
                                            <p:attrNameLst>
                                              <p:attrName>style.visibility</p:attrName>
                                            </p:attrNameLst>
                                          </p:cBhvr>
                                          <p:to>
                                            <p:strVal val="visible"/>
                                          </p:to>
                                        </p:set>
                                        <p:anim calcmode="lin" valueType="num">
                                          <p:cBhvr additive="base">
                                            <p:cTn id="18" dur="1000" fill="hold"/>
                                            <p:tgtEl>
                                              <p:spTgt spid="131"/>
                                            </p:tgtEl>
                                            <p:attrNameLst>
                                              <p:attrName>ppt_x</p:attrName>
                                            </p:attrNameLst>
                                          </p:cBhvr>
                                          <p:tavLst>
                                            <p:tav tm="0">
                                              <p:val>
                                                <p:strVal val="0-#ppt_w/2"/>
                                              </p:val>
                                            </p:tav>
                                            <p:tav tm="100000">
                                              <p:val>
                                                <p:strVal val="#ppt_x"/>
                                              </p:val>
                                            </p:tav>
                                          </p:tavLst>
                                        </p:anim>
                                        <p:anim calcmode="lin" valueType="num">
                                          <p:cBhvr additive="base">
                                            <p:cTn id="19" dur="1000" fill="hold"/>
                                            <p:tgtEl>
                                              <p:spTgt spid="131"/>
                                            </p:tgtEl>
                                            <p:attrNameLst>
                                              <p:attrName>ppt_y</p:attrName>
                                            </p:attrNameLst>
                                          </p:cBhvr>
                                          <p:tavLst>
                                            <p:tav tm="0">
                                              <p:val>
                                                <p:strVal val="#ppt_y"/>
                                              </p:val>
                                            </p:tav>
                                            <p:tav tm="100000">
                                              <p:val>
                                                <p:strVal val="#ppt_y"/>
                                              </p:val>
                                            </p:tav>
                                          </p:tavLst>
                                        </p:anim>
                                      </p:childTnLst>
                                    </p:cTn>
                                  </p:par>
                                  <p:par>
                                    <p:cTn id="20" presetID="2" presetClass="entr" presetSubtype="8" fill="hold" nodeType="withEffect">
                                      <p:stCondLst>
                                        <p:cond delay="1000"/>
                                      </p:stCondLst>
                                      <p:childTnLst>
                                        <p:set>
                                          <p:cBhvr>
                                            <p:cTn id="21" dur="1" fill="hold">
                                              <p:stCondLst>
                                                <p:cond delay="0"/>
                                              </p:stCondLst>
                                            </p:cTn>
                                            <p:tgtEl>
                                              <p:spTgt spid="133"/>
                                            </p:tgtEl>
                                            <p:attrNameLst>
                                              <p:attrName>style.visibility</p:attrName>
                                            </p:attrNameLst>
                                          </p:cBhvr>
                                          <p:to>
                                            <p:strVal val="visible"/>
                                          </p:to>
                                        </p:set>
                                        <p:anim calcmode="lin" valueType="num">
                                          <p:cBhvr additive="base">
                                            <p:cTn id="22" dur="1000" fill="hold"/>
                                            <p:tgtEl>
                                              <p:spTgt spid="133"/>
                                            </p:tgtEl>
                                            <p:attrNameLst>
                                              <p:attrName>ppt_x</p:attrName>
                                            </p:attrNameLst>
                                          </p:cBhvr>
                                          <p:tavLst>
                                            <p:tav tm="0">
                                              <p:val>
                                                <p:strVal val="0-#ppt_w/2"/>
                                              </p:val>
                                            </p:tav>
                                            <p:tav tm="100000">
                                              <p:val>
                                                <p:strVal val="#ppt_x"/>
                                              </p:val>
                                            </p:tav>
                                          </p:tavLst>
                                        </p:anim>
                                        <p:anim calcmode="lin" valueType="num">
                                          <p:cBhvr additive="base">
                                            <p:cTn id="23" dur="1000" fill="hold"/>
                                            <p:tgtEl>
                                              <p:spTgt spid="133"/>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stCondLst>
                                        <p:cond delay="1250"/>
                                      </p:stCondLst>
                                      <p:childTnLst>
                                        <p:set>
                                          <p:cBhvr>
                                            <p:cTn id="25" dur="1" fill="hold">
                                              <p:stCondLst>
                                                <p:cond delay="0"/>
                                              </p:stCondLst>
                                            </p:cTn>
                                            <p:tgtEl>
                                              <p:spTgt spid="138"/>
                                            </p:tgtEl>
                                            <p:attrNameLst>
                                              <p:attrName>style.visibility</p:attrName>
                                            </p:attrNameLst>
                                          </p:cBhvr>
                                          <p:to>
                                            <p:strVal val="visible"/>
                                          </p:to>
                                        </p:set>
                                        <p:anim calcmode="lin" valueType="num">
                                          <p:cBhvr additive="base">
                                            <p:cTn id="26" dur="1000" fill="hold"/>
                                            <p:tgtEl>
                                              <p:spTgt spid="138"/>
                                            </p:tgtEl>
                                            <p:attrNameLst>
                                              <p:attrName>ppt_x</p:attrName>
                                            </p:attrNameLst>
                                          </p:cBhvr>
                                          <p:tavLst>
                                            <p:tav tm="0">
                                              <p:val>
                                                <p:strVal val="0-#ppt_w/2"/>
                                              </p:val>
                                            </p:tav>
                                            <p:tav tm="100000">
                                              <p:val>
                                                <p:strVal val="#ppt_x"/>
                                              </p:val>
                                            </p:tav>
                                          </p:tavLst>
                                        </p:anim>
                                        <p:anim calcmode="lin" valueType="num">
                                          <p:cBhvr additive="base">
                                            <p:cTn id="27" dur="1000" fill="hold"/>
                                            <p:tgtEl>
                                              <p:spTgt spid="138"/>
                                            </p:tgtEl>
                                            <p:attrNameLst>
                                              <p:attrName>ppt_y</p:attrName>
                                            </p:attrNameLst>
                                          </p:cBhvr>
                                          <p:tavLst>
                                            <p:tav tm="0">
                                              <p:val>
                                                <p:strVal val="#ppt_y"/>
                                              </p:val>
                                            </p:tav>
                                            <p:tav tm="100000">
                                              <p:val>
                                                <p:strVal val="#ppt_y"/>
                                              </p:val>
                                            </p:tav>
                                          </p:tavLst>
                                        </p:anim>
                                      </p:childTnLst>
                                    </p:cTn>
                                  </p:par>
                                  <p:par>
                                    <p:cTn id="28" presetID="2" presetClass="entr" presetSubtype="8" fill="hold" nodeType="withEffect">
                                      <p:stCondLst>
                                        <p:cond delay="1500"/>
                                      </p:stCondLst>
                                      <p:childTnLst>
                                        <p:set>
                                          <p:cBhvr>
                                            <p:cTn id="29" dur="1" fill="hold">
                                              <p:stCondLst>
                                                <p:cond delay="0"/>
                                              </p:stCondLst>
                                            </p:cTn>
                                            <p:tgtEl>
                                              <p:spTgt spid="137"/>
                                            </p:tgtEl>
                                            <p:attrNameLst>
                                              <p:attrName>style.visibility</p:attrName>
                                            </p:attrNameLst>
                                          </p:cBhvr>
                                          <p:to>
                                            <p:strVal val="visible"/>
                                          </p:to>
                                        </p:set>
                                        <p:anim calcmode="lin" valueType="num">
                                          <p:cBhvr additive="base">
                                            <p:cTn id="30" dur="1000" fill="hold"/>
                                            <p:tgtEl>
                                              <p:spTgt spid="137"/>
                                            </p:tgtEl>
                                            <p:attrNameLst>
                                              <p:attrName>ppt_x</p:attrName>
                                            </p:attrNameLst>
                                          </p:cBhvr>
                                          <p:tavLst>
                                            <p:tav tm="0">
                                              <p:val>
                                                <p:strVal val="0-#ppt_w/2"/>
                                              </p:val>
                                            </p:tav>
                                            <p:tav tm="100000">
                                              <p:val>
                                                <p:strVal val="#ppt_x"/>
                                              </p:val>
                                            </p:tav>
                                          </p:tavLst>
                                        </p:anim>
                                        <p:anim calcmode="lin" valueType="num">
                                          <p:cBhvr additive="base">
                                            <p:cTn id="31" dur="1000" fill="hold"/>
                                            <p:tgtEl>
                                              <p:spTgt spid="137"/>
                                            </p:tgtEl>
                                            <p:attrNameLst>
                                              <p:attrName>ppt_y</p:attrName>
                                            </p:attrNameLst>
                                          </p:cBhvr>
                                          <p:tavLst>
                                            <p:tav tm="0">
                                              <p:val>
                                                <p:strVal val="#ppt_y"/>
                                              </p:val>
                                            </p:tav>
                                            <p:tav tm="100000">
                                              <p:val>
                                                <p:strVal val="#ppt_y"/>
                                              </p:val>
                                            </p:tav>
                                          </p:tavLst>
                                        </p:anim>
                                      </p:childTnLst>
                                    </p:cTn>
                                  </p:par>
                                  <p:par>
                                    <p:cTn id="32" presetID="53" presetClass="entr" presetSubtype="16" fill="hold" grpId="0" nodeType="withEffect">
                                      <p:stCondLst>
                                        <p:cond delay="500"/>
                                      </p:stCondLst>
                                      <p:childTnLst>
                                        <p:set>
                                          <p:cBhvr>
                                            <p:cTn id="33" dur="1" fill="hold">
                                              <p:stCondLst>
                                                <p:cond delay="0"/>
                                              </p:stCondLst>
                                            </p:cTn>
                                            <p:tgtEl>
                                              <p:spTgt spid="112"/>
                                            </p:tgtEl>
                                            <p:attrNameLst>
                                              <p:attrName>style.visibility</p:attrName>
                                            </p:attrNameLst>
                                          </p:cBhvr>
                                          <p:to>
                                            <p:strVal val="visible"/>
                                          </p:to>
                                        </p:set>
                                        <p:anim calcmode="lin" valueType="num">
                                          <p:cBhvr>
                                            <p:cTn id="34" dur="750" fill="hold"/>
                                            <p:tgtEl>
                                              <p:spTgt spid="112"/>
                                            </p:tgtEl>
                                            <p:attrNameLst>
                                              <p:attrName>ppt_w</p:attrName>
                                            </p:attrNameLst>
                                          </p:cBhvr>
                                          <p:tavLst>
                                            <p:tav tm="0">
                                              <p:val>
                                                <p:fltVal val="0"/>
                                              </p:val>
                                            </p:tav>
                                            <p:tav tm="100000">
                                              <p:val>
                                                <p:strVal val="#ppt_w"/>
                                              </p:val>
                                            </p:tav>
                                          </p:tavLst>
                                        </p:anim>
                                        <p:anim calcmode="lin" valueType="num">
                                          <p:cBhvr>
                                            <p:cTn id="35" dur="750" fill="hold"/>
                                            <p:tgtEl>
                                              <p:spTgt spid="112"/>
                                            </p:tgtEl>
                                            <p:attrNameLst>
                                              <p:attrName>ppt_h</p:attrName>
                                            </p:attrNameLst>
                                          </p:cBhvr>
                                          <p:tavLst>
                                            <p:tav tm="0">
                                              <p:val>
                                                <p:fltVal val="0"/>
                                              </p:val>
                                            </p:tav>
                                            <p:tav tm="100000">
                                              <p:val>
                                                <p:strVal val="#ppt_h"/>
                                              </p:val>
                                            </p:tav>
                                          </p:tavLst>
                                        </p:anim>
                                        <p:animEffect transition="in" filter="fade">
                                          <p:cBhvr>
                                            <p:cTn id="36" dur="750"/>
                                            <p:tgtEl>
                                              <p:spTgt spid="112"/>
                                            </p:tgtEl>
                                          </p:cBhvr>
                                        </p:animEffect>
                                      </p:childTnLst>
                                    </p:cTn>
                                  </p:par>
                                  <p:par>
                                    <p:cTn id="37" presetID="53" presetClass="entr" presetSubtype="16" fill="hold" grpId="0" nodeType="withEffect">
                                      <p:stCondLst>
                                        <p:cond delay="750"/>
                                      </p:stCondLst>
                                      <p:childTnLst>
                                        <p:set>
                                          <p:cBhvr>
                                            <p:cTn id="38" dur="1" fill="hold">
                                              <p:stCondLst>
                                                <p:cond delay="0"/>
                                              </p:stCondLst>
                                            </p:cTn>
                                            <p:tgtEl>
                                              <p:spTgt spid="113"/>
                                            </p:tgtEl>
                                            <p:attrNameLst>
                                              <p:attrName>style.visibility</p:attrName>
                                            </p:attrNameLst>
                                          </p:cBhvr>
                                          <p:to>
                                            <p:strVal val="visible"/>
                                          </p:to>
                                        </p:set>
                                        <p:anim calcmode="lin" valueType="num">
                                          <p:cBhvr>
                                            <p:cTn id="39" dur="750" fill="hold"/>
                                            <p:tgtEl>
                                              <p:spTgt spid="113"/>
                                            </p:tgtEl>
                                            <p:attrNameLst>
                                              <p:attrName>ppt_w</p:attrName>
                                            </p:attrNameLst>
                                          </p:cBhvr>
                                          <p:tavLst>
                                            <p:tav tm="0">
                                              <p:val>
                                                <p:fltVal val="0"/>
                                              </p:val>
                                            </p:tav>
                                            <p:tav tm="100000">
                                              <p:val>
                                                <p:strVal val="#ppt_w"/>
                                              </p:val>
                                            </p:tav>
                                          </p:tavLst>
                                        </p:anim>
                                        <p:anim calcmode="lin" valueType="num">
                                          <p:cBhvr>
                                            <p:cTn id="40" dur="750" fill="hold"/>
                                            <p:tgtEl>
                                              <p:spTgt spid="113"/>
                                            </p:tgtEl>
                                            <p:attrNameLst>
                                              <p:attrName>ppt_h</p:attrName>
                                            </p:attrNameLst>
                                          </p:cBhvr>
                                          <p:tavLst>
                                            <p:tav tm="0">
                                              <p:val>
                                                <p:fltVal val="0"/>
                                              </p:val>
                                            </p:tav>
                                            <p:tav tm="100000">
                                              <p:val>
                                                <p:strVal val="#ppt_h"/>
                                              </p:val>
                                            </p:tav>
                                          </p:tavLst>
                                        </p:anim>
                                        <p:animEffect transition="in" filter="fade">
                                          <p:cBhvr>
                                            <p:cTn id="41" dur="750"/>
                                            <p:tgtEl>
                                              <p:spTgt spid="113"/>
                                            </p:tgtEl>
                                          </p:cBhvr>
                                        </p:animEffect>
                                      </p:childTnLst>
                                    </p:cTn>
                                  </p:par>
                                  <p:par>
                                    <p:cTn id="42" presetID="53" presetClass="entr" presetSubtype="16" fill="hold" grpId="0" nodeType="withEffect">
                                      <p:stCondLst>
                                        <p:cond delay="1000"/>
                                      </p:stCondLst>
                                      <p:childTnLst>
                                        <p:set>
                                          <p:cBhvr>
                                            <p:cTn id="43" dur="1" fill="hold">
                                              <p:stCondLst>
                                                <p:cond delay="0"/>
                                              </p:stCondLst>
                                            </p:cTn>
                                            <p:tgtEl>
                                              <p:spTgt spid="114"/>
                                            </p:tgtEl>
                                            <p:attrNameLst>
                                              <p:attrName>style.visibility</p:attrName>
                                            </p:attrNameLst>
                                          </p:cBhvr>
                                          <p:to>
                                            <p:strVal val="visible"/>
                                          </p:to>
                                        </p:set>
                                        <p:anim calcmode="lin" valueType="num">
                                          <p:cBhvr>
                                            <p:cTn id="44" dur="750" fill="hold"/>
                                            <p:tgtEl>
                                              <p:spTgt spid="114"/>
                                            </p:tgtEl>
                                            <p:attrNameLst>
                                              <p:attrName>ppt_w</p:attrName>
                                            </p:attrNameLst>
                                          </p:cBhvr>
                                          <p:tavLst>
                                            <p:tav tm="0">
                                              <p:val>
                                                <p:fltVal val="0"/>
                                              </p:val>
                                            </p:tav>
                                            <p:tav tm="100000">
                                              <p:val>
                                                <p:strVal val="#ppt_w"/>
                                              </p:val>
                                            </p:tav>
                                          </p:tavLst>
                                        </p:anim>
                                        <p:anim calcmode="lin" valueType="num">
                                          <p:cBhvr>
                                            <p:cTn id="45" dur="750" fill="hold"/>
                                            <p:tgtEl>
                                              <p:spTgt spid="114"/>
                                            </p:tgtEl>
                                            <p:attrNameLst>
                                              <p:attrName>ppt_h</p:attrName>
                                            </p:attrNameLst>
                                          </p:cBhvr>
                                          <p:tavLst>
                                            <p:tav tm="0">
                                              <p:val>
                                                <p:fltVal val="0"/>
                                              </p:val>
                                            </p:tav>
                                            <p:tav tm="100000">
                                              <p:val>
                                                <p:strVal val="#ppt_h"/>
                                              </p:val>
                                            </p:tav>
                                          </p:tavLst>
                                        </p:anim>
                                        <p:animEffect transition="in" filter="fade">
                                          <p:cBhvr>
                                            <p:cTn id="46" dur="750"/>
                                            <p:tgtEl>
                                              <p:spTgt spid="114"/>
                                            </p:tgtEl>
                                          </p:cBhvr>
                                        </p:animEffect>
                                      </p:childTnLst>
                                    </p:cTn>
                                  </p:par>
                                  <p:par>
                                    <p:cTn id="47" presetID="53" presetClass="entr" presetSubtype="16" fill="hold" grpId="0" nodeType="withEffect">
                                      <p:stCondLst>
                                        <p:cond delay="1250"/>
                                      </p:stCondLst>
                                      <p:childTnLst>
                                        <p:set>
                                          <p:cBhvr>
                                            <p:cTn id="48" dur="1" fill="hold">
                                              <p:stCondLst>
                                                <p:cond delay="0"/>
                                              </p:stCondLst>
                                            </p:cTn>
                                            <p:tgtEl>
                                              <p:spTgt spid="115"/>
                                            </p:tgtEl>
                                            <p:attrNameLst>
                                              <p:attrName>style.visibility</p:attrName>
                                            </p:attrNameLst>
                                          </p:cBhvr>
                                          <p:to>
                                            <p:strVal val="visible"/>
                                          </p:to>
                                        </p:set>
                                        <p:anim calcmode="lin" valueType="num">
                                          <p:cBhvr>
                                            <p:cTn id="49" dur="750" fill="hold"/>
                                            <p:tgtEl>
                                              <p:spTgt spid="115"/>
                                            </p:tgtEl>
                                            <p:attrNameLst>
                                              <p:attrName>ppt_w</p:attrName>
                                            </p:attrNameLst>
                                          </p:cBhvr>
                                          <p:tavLst>
                                            <p:tav tm="0">
                                              <p:val>
                                                <p:fltVal val="0"/>
                                              </p:val>
                                            </p:tav>
                                            <p:tav tm="100000">
                                              <p:val>
                                                <p:strVal val="#ppt_w"/>
                                              </p:val>
                                            </p:tav>
                                          </p:tavLst>
                                        </p:anim>
                                        <p:anim calcmode="lin" valueType="num">
                                          <p:cBhvr>
                                            <p:cTn id="50" dur="750" fill="hold"/>
                                            <p:tgtEl>
                                              <p:spTgt spid="115"/>
                                            </p:tgtEl>
                                            <p:attrNameLst>
                                              <p:attrName>ppt_h</p:attrName>
                                            </p:attrNameLst>
                                          </p:cBhvr>
                                          <p:tavLst>
                                            <p:tav tm="0">
                                              <p:val>
                                                <p:fltVal val="0"/>
                                              </p:val>
                                            </p:tav>
                                            <p:tav tm="100000">
                                              <p:val>
                                                <p:strVal val="#ppt_h"/>
                                              </p:val>
                                            </p:tav>
                                          </p:tavLst>
                                        </p:anim>
                                        <p:animEffect transition="in" filter="fade">
                                          <p:cBhvr>
                                            <p:cTn id="51" dur="750"/>
                                            <p:tgtEl>
                                              <p:spTgt spid="115"/>
                                            </p:tgtEl>
                                          </p:cBhvr>
                                        </p:animEffect>
                                      </p:childTnLst>
                                    </p:cTn>
                                  </p:par>
                                  <p:par>
                                    <p:cTn id="52" presetID="53" presetClass="entr" presetSubtype="16" fill="hold" grpId="0" nodeType="withEffect">
                                      <p:stCondLst>
                                        <p:cond delay="1500"/>
                                      </p:stCondLst>
                                      <p:childTnLst>
                                        <p:set>
                                          <p:cBhvr>
                                            <p:cTn id="53" dur="1" fill="hold">
                                              <p:stCondLst>
                                                <p:cond delay="0"/>
                                              </p:stCondLst>
                                            </p:cTn>
                                            <p:tgtEl>
                                              <p:spTgt spid="116"/>
                                            </p:tgtEl>
                                            <p:attrNameLst>
                                              <p:attrName>style.visibility</p:attrName>
                                            </p:attrNameLst>
                                          </p:cBhvr>
                                          <p:to>
                                            <p:strVal val="visible"/>
                                          </p:to>
                                        </p:set>
                                        <p:anim calcmode="lin" valueType="num">
                                          <p:cBhvr>
                                            <p:cTn id="54" dur="750" fill="hold"/>
                                            <p:tgtEl>
                                              <p:spTgt spid="116"/>
                                            </p:tgtEl>
                                            <p:attrNameLst>
                                              <p:attrName>ppt_w</p:attrName>
                                            </p:attrNameLst>
                                          </p:cBhvr>
                                          <p:tavLst>
                                            <p:tav tm="0">
                                              <p:val>
                                                <p:fltVal val="0"/>
                                              </p:val>
                                            </p:tav>
                                            <p:tav tm="100000">
                                              <p:val>
                                                <p:strVal val="#ppt_w"/>
                                              </p:val>
                                            </p:tav>
                                          </p:tavLst>
                                        </p:anim>
                                        <p:anim calcmode="lin" valueType="num">
                                          <p:cBhvr>
                                            <p:cTn id="55" dur="750" fill="hold"/>
                                            <p:tgtEl>
                                              <p:spTgt spid="116"/>
                                            </p:tgtEl>
                                            <p:attrNameLst>
                                              <p:attrName>ppt_h</p:attrName>
                                            </p:attrNameLst>
                                          </p:cBhvr>
                                          <p:tavLst>
                                            <p:tav tm="0">
                                              <p:val>
                                                <p:fltVal val="0"/>
                                              </p:val>
                                            </p:tav>
                                            <p:tav tm="100000">
                                              <p:val>
                                                <p:strVal val="#ppt_h"/>
                                              </p:val>
                                            </p:tav>
                                          </p:tavLst>
                                        </p:anim>
                                        <p:animEffect transition="in" filter="fade">
                                          <p:cBhvr>
                                            <p:cTn id="56" dur="750"/>
                                            <p:tgtEl>
                                              <p:spTgt spid="116"/>
                                            </p:tgtEl>
                                          </p:cBhvr>
                                        </p:animEffect>
                                      </p:childTnLst>
                                    </p:cTn>
                                  </p:par>
                                  <p:par>
                                    <p:cTn id="57" presetID="53" presetClass="entr" presetSubtype="16" fill="hold" grpId="0" nodeType="withEffect">
                                      <p:stCondLst>
                                        <p:cond delay="1750"/>
                                      </p:stCondLst>
                                      <p:childTnLst>
                                        <p:set>
                                          <p:cBhvr>
                                            <p:cTn id="58" dur="1" fill="hold">
                                              <p:stCondLst>
                                                <p:cond delay="0"/>
                                              </p:stCondLst>
                                            </p:cTn>
                                            <p:tgtEl>
                                              <p:spTgt spid="117"/>
                                            </p:tgtEl>
                                            <p:attrNameLst>
                                              <p:attrName>style.visibility</p:attrName>
                                            </p:attrNameLst>
                                          </p:cBhvr>
                                          <p:to>
                                            <p:strVal val="visible"/>
                                          </p:to>
                                        </p:set>
                                        <p:anim calcmode="lin" valueType="num">
                                          <p:cBhvr>
                                            <p:cTn id="59" dur="750" fill="hold"/>
                                            <p:tgtEl>
                                              <p:spTgt spid="117"/>
                                            </p:tgtEl>
                                            <p:attrNameLst>
                                              <p:attrName>ppt_w</p:attrName>
                                            </p:attrNameLst>
                                          </p:cBhvr>
                                          <p:tavLst>
                                            <p:tav tm="0">
                                              <p:val>
                                                <p:fltVal val="0"/>
                                              </p:val>
                                            </p:tav>
                                            <p:tav tm="100000">
                                              <p:val>
                                                <p:strVal val="#ppt_w"/>
                                              </p:val>
                                            </p:tav>
                                          </p:tavLst>
                                        </p:anim>
                                        <p:anim calcmode="lin" valueType="num">
                                          <p:cBhvr>
                                            <p:cTn id="60" dur="750" fill="hold"/>
                                            <p:tgtEl>
                                              <p:spTgt spid="117"/>
                                            </p:tgtEl>
                                            <p:attrNameLst>
                                              <p:attrName>ppt_h</p:attrName>
                                            </p:attrNameLst>
                                          </p:cBhvr>
                                          <p:tavLst>
                                            <p:tav tm="0">
                                              <p:val>
                                                <p:fltVal val="0"/>
                                              </p:val>
                                            </p:tav>
                                            <p:tav tm="100000">
                                              <p:val>
                                                <p:strVal val="#ppt_h"/>
                                              </p:val>
                                            </p:tav>
                                          </p:tavLst>
                                        </p:anim>
                                        <p:animEffect transition="in" filter="fade">
                                          <p:cBhvr>
                                            <p:cTn id="61" dur="750"/>
                                            <p:tgtEl>
                                              <p:spTgt spid="117"/>
                                            </p:tgtEl>
                                          </p:cBhvr>
                                        </p:animEffect>
                                      </p:childTnLst>
                                    </p:cTn>
                                  </p:par>
                                  <p:par>
                                    <p:cTn id="62" presetID="2" presetClass="entr" presetSubtype="4" fill="hold" grpId="0" nodeType="withEffect">
                                      <p:stCondLst>
                                        <p:cond delay="2000"/>
                                      </p:stCondLst>
                                      <p:childTnLst>
                                        <p:set>
                                          <p:cBhvr>
                                            <p:cTn id="63" dur="1" fill="hold">
                                              <p:stCondLst>
                                                <p:cond delay="0"/>
                                              </p:stCondLst>
                                            </p:cTn>
                                            <p:tgtEl>
                                              <p:spTgt spid="118"/>
                                            </p:tgtEl>
                                            <p:attrNameLst>
                                              <p:attrName>style.visibility</p:attrName>
                                            </p:attrNameLst>
                                          </p:cBhvr>
                                          <p:to>
                                            <p:strVal val="visible"/>
                                          </p:to>
                                        </p:set>
                                        <p:anim calcmode="lin" valueType="num">
                                          <p:cBhvr additive="base">
                                            <p:cTn id="64" dur="1000" fill="hold"/>
                                            <p:tgtEl>
                                              <p:spTgt spid="118"/>
                                            </p:tgtEl>
                                            <p:attrNameLst>
                                              <p:attrName>ppt_x</p:attrName>
                                            </p:attrNameLst>
                                          </p:cBhvr>
                                          <p:tavLst>
                                            <p:tav tm="0">
                                              <p:val>
                                                <p:strVal val="#ppt_x"/>
                                              </p:val>
                                            </p:tav>
                                            <p:tav tm="100000">
                                              <p:val>
                                                <p:strVal val="#ppt_x"/>
                                              </p:val>
                                            </p:tav>
                                          </p:tavLst>
                                        </p:anim>
                                        <p:anim calcmode="lin" valueType="num">
                                          <p:cBhvr additive="base">
                                            <p:cTn id="65" dur="1000" fill="hold"/>
                                            <p:tgtEl>
                                              <p:spTgt spid="118"/>
                                            </p:tgtEl>
                                            <p:attrNameLst>
                                              <p:attrName>ppt_y</p:attrName>
                                            </p:attrNameLst>
                                          </p:cBhvr>
                                          <p:tavLst>
                                            <p:tav tm="0">
                                              <p:val>
                                                <p:strVal val="1+#ppt_h/2"/>
                                              </p:val>
                                            </p:tav>
                                            <p:tav tm="100000">
                                              <p:val>
                                                <p:strVal val="#ppt_y"/>
                                              </p:val>
                                            </p:tav>
                                          </p:tavLst>
                                        </p:anim>
                                      </p:childTnLst>
                                    </p:cTn>
                                  </p:par>
                                  <p:par>
                                    <p:cTn id="66" presetID="2" presetClass="entr" presetSubtype="4" fill="hold" grpId="0" nodeType="withEffect">
                                      <p:stCondLst>
                                        <p:cond delay="2000"/>
                                      </p:stCondLst>
                                      <p:childTnLst>
                                        <p:set>
                                          <p:cBhvr>
                                            <p:cTn id="67" dur="1" fill="hold">
                                              <p:stCondLst>
                                                <p:cond delay="0"/>
                                              </p:stCondLst>
                                            </p:cTn>
                                            <p:tgtEl>
                                              <p:spTgt spid="122"/>
                                            </p:tgtEl>
                                            <p:attrNameLst>
                                              <p:attrName>style.visibility</p:attrName>
                                            </p:attrNameLst>
                                          </p:cBhvr>
                                          <p:to>
                                            <p:strVal val="visible"/>
                                          </p:to>
                                        </p:set>
                                        <p:anim calcmode="lin" valueType="num">
                                          <p:cBhvr additive="base">
                                            <p:cTn id="68" dur="1000" fill="hold"/>
                                            <p:tgtEl>
                                              <p:spTgt spid="122"/>
                                            </p:tgtEl>
                                            <p:attrNameLst>
                                              <p:attrName>ppt_x</p:attrName>
                                            </p:attrNameLst>
                                          </p:cBhvr>
                                          <p:tavLst>
                                            <p:tav tm="0">
                                              <p:val>
                                                <p:strVal val="#ppt_x"/>
                                              </p:val>
                                            </p:tav>
                                            <p:tav tm="100000">
                                              <p:val>
                                                <p:strVal val="#ppt_x"/>
                                              </p:val>
                                            </p:tav>
                                          </p:tavLst>
                                        </p:anim>
                                        <p:anim calcmode="lin" valueType="num">
                                          <p:cBhvr additive="base">
                                            <p:cTn id="69" dur="1000" fill="hold"/>
                                            <p:tgtEl>
                                              <p:spTgt spid="122"/>
                                            </p:tgtEl>
                                            <p:attrNameLst>
                                              <p:attrName>ppt_y</p:attrName>
                                            </p:attrNameLst>
                                          </p:cBhvr>
                                          <p:tavLst>
                                            <p:tav tm="0">
                                              <p:val>
                                                <p:strVal val="1+#ppt_h/2"/>
                                              </p:val>
                                            </p:tav>
                                            <p:tav tm="100000">
                                              <p:val>
                                                <p:strVal val="#ppt_y"/>
                                              </p:val>
                                            </p:tav>
                                          </p:tavLst>
                                        </p:anim>
                                      </p:childTnLst>
                                    </p:cTn>
                                  </p:par>
                                  <p:par>
                                    <p:cTn id="70" presetID="2" presetClass="entr" presetSubtype="4" fill="hold" grpId="0" nodeType="withEffect">
                                      <p:stCondLst>
                                        <p:cond delay="2000"/>
                                      </p:stCondLst>
                                      <p:childTnLst>
                                        <p:set>
                                          <p:cBhvr>
                                            <p:cTn id="71" dur="1" fill="hold">
                                              <p:stCondLst>
                                                <p:cond delay="0"/>
                                              </p:stCondLst>
                                            </p:cTn>
                                            <p:tgtEl>
                                              <p:spTgt spid="123"/>
                                            </p:tgtEl>
                                            <p:attrNameLst>
                                              <p:attrName>style.visibility</p:attrName>
                                            </p:attrNameLst>
                                          </p:cBhvr>
                                          <p:to>
                                            <p:strVal val="visible"/>
                                          </p:to>
                                        </p:set>
                                        <p:anim calcmode="lin" valueType="num">
                                          <p:cBhvr additive="base">
                                            <p:cTn id="72" dur="1000" fill="hold"/>
                                            <p:tgtEl>
                                              <p:spTgt spid="123"/>
                                            </p:tgtEl>
                                            <p:attrNameLst>
                                              <p:attrName>ppt_x</p:attrName>
                                            </p:attrNameLst>
                                          </p:cBhvr>
                                          <p:tavLst>
                                            <p:tav tm="0">
                                              <p:val>
                                                <p:strVal val="#ppt_x"/>
                                              </p:val>
                                            </p:tav>
                                            <p:tav tm="100000">
                                              <p:val>
                                                <p:strVal val="#ppt_x"/>
                                              </p:val>
                                            </p:tav>
                                          </p:tavLst>
                                        </p:anim>
                                        <p:anim calcmode="lin" valueType="num">
                                          <p:cBhvr additive="base">
                                            <p:cTn id="73" dur="1000" fill="hold"/>
                                            <p:tgtEl>
                                              <p:spTgt spid="123"/>
                                            </p:tgtEl>
                                            <p:attrNameLst>
                                              <p:attrName>ppt_y</p:attrName>
                                            </p:attrNameLst>
                                          </p:cBhvr>
                                          <p:tavLst>
                                            <p:tav tm="0">
                                              <p:val>
                                                <p:strVal val="1+#ppt_h/2"/>
                                              </p:val>
                                            </p:tav>
                                            <p:tav tm="100000">
                                              <p:val>
                                                <p:strVal val="#ppt_y"/>
                                              </p:val>
                                            </p:tav>
                                          </p:tavLst>
                                        </p:anim>
                                      </p:childTnLst>
                                    </p:cTn>
                                  </p:par>
                                  <p:par>
                                    <p:cTn id="74" presetID="2" presetClass="entr" presetSubtype="4" fill="hold" grpId="0" nodeType="withEffect">
                                      <p:stCondLst>
                                        <p:cond delay="2000"/>
                                      </p:stCondLst>
                                      <p:childTnLst>
                                        <p:set>
                                          <p:cBhvr>
                                            <p:cTn id="75" dur="1" fill="hold">
                                              <p:stCondLst>
                                                <p:cond delay="0"/>
                                              </p:stCondLst>
                                            </p:cTn>
                                            <p:tgtEl>
                                              <p:spTgt spid="140"/>
                                            </p:tgtEl>
                                            <p:attrNameLst>
                                              <p:attrName>style.visibility</p:attrName>
                                            </p:attrNameLst>
                                          </p:cBhvr>
                                          <p:to>
                                            <p:strVal val="visible"/>
                                          </p:to>
                                        </p:set>
                                        <p:anim calcmode="lin" valueType="num">
                                          <p:cBhvr additive="base">
                                            <p:cTn id="76" dur="1000" fill="hold"/>
                                            <p:tgtEl>
                                              <p:spTgt spid="140"/>
                                            </p:tgtEl>
                                            <p:attrNameLst>
                                              <p:attrName>ppt_x</p:attrName>
                                            </p:attrNameLst>
                                          </p:cBhvr>
                                          <p:tavLst>
                                            <p:tav tm="0">
                                              <p:val>
                                                <p:strVal val="#ppt_x"/>
                                              </p:val>
                                            </p:tav>
                                            <p:tav tm="100000">
                                              <p:val>
                                                <p:strVal val="#ppt_x"/>
                                              </p:val>
                                            </p:tav>
                                          </p:tavLst>
                                        </p:anim>
                                        <p:anim calcmode="lin" valueType="num">
                                          <p:cBhvr additive="base">
                                            <p:cTn id="77" dur="1000" fill="hold"/>
                                            <p:tgtEl>
                                              <p:spTgt spid="140"/>
                                            </p:tgtEl>
                                            <p:attrNameLst>
                                              <p:attrName>ppt_y</p:attrName>
                                            </p:attrNameLst>
                                          </p:cBhvr>
                                          <p:tavLst>
                                            <p:tav tm="0">
                                              <p:val>
                                                <p:strVal val="1+#ppt_h/2"/>
                                              </p:val>
                                            </p:tav>
                                            <p:tav tm="100000">
                                              <p:val>
                                                <p:strVal val="#ppt_y"/>
                                              </p:val>
                                            </p:tav>
                                          </p:tavLst>
                                        </p:anim>
                                      </p:childTnLst>
                                    </p:cTn>
                                  </p:par>
                                  <p:par>
                                    <p:cTn id="78" presetID="2" presetClass="entr" presetSubtype="4" fill="hold" grpId="0" nodeType="withEffect">
                                      <p:stCondLst>
                                        <p:cond delay="2000"/>
                                      </p:stCondLst>
                                      <p:childTnLst>
                                        <p:set>
                                          <p:cBhvr>
                                            <p:cTn id="79" dur="1" fill="hold">
                                              <p:stCondLst>
                                                <p:cond delay="0"/>
                                              </p:stCondLst>
                                            </p:cTn>
                                            <p:tgtEl>
                                              <p:spTgt spid="141"/>
                                            </p:tgtEl>
                                            <p:attrNameLst>
                                              <p:attrName>style.visibility</p:attrName>
                                            </p:attrNameLst>
                                          </p:cBhvr>
                                          <p:to>
                                            <p:strVal val="visible"/>
                                          </p:to>
                                        </p:set>
                                        <p:anim calcmode="lin" valueType="num">
                                          <p:cBhvr additive="base">
                                            <p:cTn id="80" dur="1000" fill="hold"/>
                                            <p:tgtEl>
                                              <p:spTgt spid="141"/>
                                            </p:tgtEl>
                                            <p:attrNameLst>
                                              <p:attrName>ppt_x</p:attrName>
                                            </p:attrNameLst>
                                          </p:cBhvr>
                                          <p:tavLst>
                                            <p:tav tm="0">
                                              <p:val>
                                                <p:strVal val="#ppt_x"/>
                                              </p:val>
                                            </p:tav>
                                            <p:tav tm="100000">
                                              <p:val>
                                                <p:strVal val="#ppt_x"/>
                                              </p:val>
                                            </p:tav>
                                          </p:tavLst>
                                        </p:anim>
                                        <p:anim calcmode="lin" valueType="num">
                                          <p:cBhvr additive="base">
                                            <p:cTn id="81" dur="1000" fill="hold"/>
                                            <p:tgtEl>
                                              <p:spTgt spid="141"/>
                                            </p:tgtEl>
                                            <p:attrNameLst>
                                              <p:attrName>ppt_y</p:attrName>
                                            </p:attrNameLst>
                                          </p:cBhvr>
                                          <p:tavLst>
                                            <p:tav tm="0">
                                              <p:val>
                                                <p:strVal val="1+#ppt_h/2"/>
                                              </p:val>
                                            </p:tav>
                                            <p:tav tm="100000">
                                              <p:val>
                                                <p:strVal val="#ppt_y"/>
                                              </p:val>
                                            </p:tav>
                                          </p:tavLst>
                                        </p:anim>
                                      </p:childTnLst>
                                    </p:cTn>
                                  </p:par>
                                  <p:par>
                                    <p:cTn id="82" presetID="2" presetClass="entr" presetSubtype="4" fill="hold" grpId="0" nodeType="withEffect">
                                      <p:stCondLst>
                                        <p:cond delay="2000"/>
                                      </p:stCondLst>
                                      <p:childTnLst>
                                        <p:set>
                                          <p:cBhvr>
                                            <p:cTn id="83" dur="1" fill="hold">
                                              <p:stCondLst>
                                                <p:cond delay="0"/>
                                              </p:stCondLst>
                                            </p:cTn>
                                            <p:tgtEl>
                                              <p:spTgt spid="142"/>
                                            </p:tgtEl>
                                            <p:attrNameLst>
                                              <p:attrName>style.visibility</p:attrName>
                                            </p:attrNameLst>
                                          </p:cBhvr>
                                          <p:to>
                                            <p:strVal val="visible"/>
                                          </p:to>
                                        </p:set>
                                        <p:anim calcmode="lin" valueType="num">
                                          <p:cBhvr additive="base">
                                            <p:cTn id="84" dur="1000" fill="hold"/>
                                            <p:tgtEl>
                                              <p:spTgt spid="142"/>
                                            </p:tgtEl>
                                            <p:attrNameLst>
                                              <p:attrName>ppt_x</p:attrName>
                                            </p:attrNameLst>
                                          </p:cBhvr>
                                          <p:tavLst>
                                            <p:tav tm="0">
                                              <p:val>
                                                <p:strVal val="#ppt_x"/>
                                              </p:val>
                                            </p:tav>
                                            <p:tav tm="100000">
                                              <p:val>
                                                <p:strVal val="#ppt_x"/>
                                              </p:val>
                                            </p:tav>
                                          </p:tavLst>
                                        </p:anim>
                                        <p:anim calcmode="lin" valueType="num">
                                          <p:cBhvr additive="base">
                                            <p:cTn id="85" dur="1000" fill="hold"/>
                                            <p:tgtEl>
                                              <p:spTgt spid="142"/>
                                            </p:tgtEl>
                                            <p:attrNameLst>
                                              <p:attrName>ppt_y</p:attrName>
                                            </p:attrNameLst>
                                          </p:cBhvr>
                                          <p:tavLst>
                                            <p:tav tm="0">
                                              <p:val>
                                                <p:strVal val="1+#ppt_h/2"/>
                                              </p:val>
                                            </p:tav>
                                            <p:tav tm="100000">
                                              <p:val>
                                                <p:strVal val="#ppt_y"/>
                                              </p:val>
                                            </p:tav>
                                          </p:tavLst>
                                        </p:anim>
                                      </p:childTnLst>
                                    </p:cTn>
                                  </p:par>
                                  <p:par>
                                    <p:cTn id="86" presetID="2" presetClass="entr" presetSubtype="1" fill="hold" grpId="0" nodeType="withEffect">
                                      <p:stCondLst>
                                        <p:cond delay="2000"/>
                                      </p:stCondLst>
                                      <p:childTnLst>
                                        <p:set>
                                          <p:cBhvr>
                                            <p:cTn id="87" dur="1" fill="hold">
                                              <p:stCondLst>
                                                <p:cond delay="0"/>
                                              </p:stCondLst>
                                            </p:cTn>
                                            <p:tgtEl>
                                              <p:spTgt spid="119"/>
                                            </p:tgtEl>
                                            <p:attrNameLst>
                                              <p:attrName>style.visibility</p:attrName>
                                            </p:attrNameLst>
                                          </p:cBhvr>
                                          <p:to>
                                            <p:strVal val="visible"/>
                                          </p:to>
                                        </p:set>
                                        <p:anim calcmode="lin" valueType="num">
                                          <p:cBhvr additive="base">
                                            <p:cTn id="88" dur="1000" fill="hold"/>
                                            <p:tgtEl>
                                              <p:spTgt spid="119"/>
                                            </p:tgtEl>
                                            <p:attrNameLst>
                                              <p:attrName>ppt_x</p:attrName>
                                            </p:attrNameLst>
                                          </p:cBhvr>
                                          <p:tavLst>
                                            <p:tav tm="0">
                                              <p:val>
                                                <p:strVal val="#ppt_x"/>
                                              </p:val>
                                            </p:tav>
                                            <p:tav tm="100000">
                                              <p:val>
                                                <p:strVal val="#ppt_x"/>
                                              </p:val>
                                            </p:tav>
                                          </p:tavLst>
                                        </p:anim>
                                        <p:anim calcmode="lin" valueType="num">
                                          <p:cBhvr additive="base">
                                            <p:cTn id="89" dur="1000" fill="hold"/>
                                            <p:tgtEl>
                                              <p:spTgt spid="119"/>
                                            </p:tgtEl>
                                            <p:attrNameLst>
                                              <p:attrName>ppt_y</p:attrName>
                                            </p:attrNameLst>
                                          </p:cBhvr>
                                          <p:tavLst>
                                            <p:tav tm="0">
                                              <p:val>
                                                <p:strVal val="0-#ppt_h/2"/>
                                              </p:val>
                                            </p:tav>
                                            <p:tav tm="100000">
                                              <p:val>
                                                <p:strVal val="#ppt_y"/>
                                              </p:val>
                                            </p:tav>
                                          </p:tavLst>
                                        </p:anim>
                                      </p:childTnLst>
                                    </p:cTn>
                                  </p:par>
                                  <p:par>
                                    <p:cTn id="90" presetID="2" presetClass="entr" presetSubtype="1" fill="hold" grpId="0" nodeType="withEffect">
                                      <p:stCondLst>
                                        <p:cond delay="2000"/>
                                      </p:stCondLst>
                                      <p:childTnLst>
                                        <p:set>
                                          <p:cBhvr>
                                            <p:cTn id="91" dur="1" fill="hold">
                                              <p:stCondLst>
                                                <p:cond delay="0"/>
                                              </p:stCondLst>
                                            </p:cTn>
                                            <p:tgtEl>
                                              <p:spTgt spid="120"/>
                                            </p:tgtEl>
                                            <p:attrNameLst>
                                              <p:attrName>style.visibility</p:attrName>
                                            </p:attrNameLst>
                                          </p:cBhvr>
                                          <p:to>
                                            <p:strVal val="visible"/>
                                          </p:to>
                                        </p:set>
                                        <p:anim calcmode="lin" valueType="num">
                                          <p:cBhvr additive="base">
                                            <p:cTn id="92" dur="1000" fill="hold"/>
                                            <p:tgtEl>
                                              <p:spTgt spid="120"/>
                                            </p:tgtEl>
                                            <p:attrNameLst>
                                              <p:attrName>ppt_x</p:attrName>
                                            </p:attrNameLst>
                                          </p:cBhvr>
                                          <p:tavLst>
                                            <p:tav tm="0">
                                              <p:val>
                                                <p:strVal val="#ppt_x"/>
                                              </p:val>
                                            </p:tav>
                                            <p:tav tm="100000">
                                              <p:val>
                                                <p:strVal val="#ppt_x"/>
                                              </p:val>
                                            </p:tav>
                                          </p:tavLst>
                                        </p:anim>
                                        <p:anim calcmode="lin" valueType="num">
                                          <p:cBhvr additive="base">
                                            <p:cTn id="93" dur="1000" fill="hold"/>
                                            <p:tgtEl>
                                              <p:spTgt spid="120"/>
                                            </p:tgtEl>
                                            <p:attrNameLst>
                                              <p:attrName>ppt_y</p:attrName>
                                            </p:attrNameLst>
                                          </p:cBhvr>
                                          <p:tavLst>
                                            <p:tav tm="0">
                                              <p:val>
                                                <p:strVal val="0-#ppt_h/2"/>
                                              </p:val>
                                            </p:tav>
                                            <p:tav tm="100000">
                                              <p:val>
                                                <p:strVal val="#ppt_y"/>
                                              </p:val>
                                            </p:tav>
                                          </p:tavLst>
                                        </p:anim>
                                      </p:childTnLst>
                                    </p:cTn>
                                  </p:par>
                                  <p:par>
                                    <p:cTn id="94" presetID="2" presetClass="entr" presetSubtype="1" fill="hold" grpId="0" nodeType="withEffect">
                                      <p:stCondLst>
                                        <p:cond delay="2000"/>
                                      </p:stCondLst>
                                      <p:childTnLst>
                                        <p:set>
                                          <p:cBhvr>
                                            <p:cTn id="95" dur="1" fill="hold">
                                              <p:stCondLst>
                                                <p:cond delay="0"/>
                                              </p:stCondLst>
                                            </p:cTn>
                                            <p:tgtEl>
                                              <p:spTgt spid="121"/>
                                            </p:tgtEl>
                                            <p:attrNameLst>
                                              <p:attrName>style.visibility</p:attrName>
                                            </p:attrNameLst>
                                          </p:cBhvr>
                                          <p:to>
                                            <p:strVal val="visible"/>
                                          </p:to>
                                        </p:set>
                                        <p:anim calcmode="lin" valueType="num">
                                          <p:cBhvr additive="base">
                                            <p:cTn id="96" dur="1000" fill="hold"/>
                                            <p:tgtEl>
                                              <p:spTgt spid="121"/>
                                            </p:tgtEl>
                                            <p:attrNameLst>
                                              <p:attrName>ppt_x</p:attrName>
                                            </p:attrNameLst>
                                          </p:cBhvr>
                                          <p:tavLst>
                                            <p:tav tm="0">
                                              <p:val>
                                                <p:strVal val="#ppt_x"/>
                                              </p:val>
                                            </p:tav>
                                            <p:tav tm="100000">
                                              <p:val>
                                                <p:strVal val="#ppt_x"/>
                                              </p:val>
                                            </p:tav>
                                          </p:tavLst>
                                        </p:anim>
                                        <p:anim calcmode="lin" valueType="num">
                                          <p:cBhvr additive="base">
                                            <p:cTn id="97" dur="1000" fill="hold"/>
                                            <p:tgtEl>
                                              <p:spTgt spid="121"/>
                                            </p:tgtEl>
                                            <p:attrNameLst>
                                              <p:attrName>ppt_y</p:attrName>
                                            </p:attrNameLst>
                                          </p:cBhvr>
                                          <p:tavLst>
                                            <p:tav tm="0">
                                              <p:val>
                                                <p:strVal val="0-#ppt_h/2"/>
                                              </p:val>
                                            </p:tav>
                                            <p:tav tm="100000">
                                              <p:val>
                                                <p:strVal val="#ppt_y"/>
                                              </p:val>
                                            </p:tav>
                                          </p:tavLst>
                                        </p:anim>
                                      </p:childTnLst>
                                    </p:cTn>
                                  </p:par>
                                  <p:par>
                                    <p:cTn id="98" presetID="2" presetClass="entr" presetSubtype="1" fill="hold" grpId="0" nodeType="withEffect">
                                      <p:stCondLst>
                                        <p:cond delay="2000"/>
                                      </p:stCondLst>
                                      <p:childTnLst>
                                        <p:set>
                                          <p:cBhvr>
                                            <p:cTn id="99" dur="1" fill="hold">
                                              <p:stCondLst>
                                                <p:cond delay="0"/>
                                              </p:stCondLst>
                                            </p:cTn>
                                            <p:tgtEl>
                                              <p:spTgt spid="143"/>
                                            </p:tgtEl>
                                            <p:attrNameLst>
                                              <p:attrName>style.visibility</p:attrName>
                                            </p:attrNameLst>
                                          </p:cBhvr>
                                          <p:to>
                                            <p:strVal val="visible"/>
                                          </p:to>
                                        </p:set>
                                        <p:anim calcmode="lin" valueType="num">
                                          <p:cBhvr additive="base">
                                            <p:cTn id="100" dur="1000" fill="hold"/>
                                            <p:tgtEl>
                                              <p:spTgt spid="143"/>
                                            </p:tgtEl>
                                            <p:attrNameLst>
                                              <p:attrName>ppt_x</p:attrName>
                                            </p:attrNameLst>
                                          </p:cBhvr>
                                          <p:tavLst>
                                            <p:tav tm="0">
                                              <p:val>
                                                <p:strVal val="#ppt_x"/>
                                              </p:val>
                                            </p:tav>
                                            <p:tav tm="100000">
                                              <p:val>
                                                <p:strVal val="#ppt_x"/>
                                              </p:val>
                                            </p:tav>
                                          </p:tavLst>
                                        </p:anim>
                                        <p:anim calcmode="lin" valueType="num">
                                          <p:cBhvr additive="base">
                                            <p:cTn id="101" dur="1000" fill="hold"/>
                                            <p:tgtEl>
                                              <p:spTgt spid="143"/>
                                            </p:tgtEl>
                                            <p:attrNameLst>
                                              <p:attrName>ppt_y</p:attrName>
                                            </p:attrNameLst>
                                          </p:cBhvr>
                                          <p:tavLst>
                                            <p:tav tm="0">
                                              <p:val>
                                                <p:strVal val="0-#ppt_h/2"/>
                                              </p:val>
                                            </p:tav>
                                            <p:tav tm="100000">
                                              <p:val>
                                                <p:strVal val="#ppt_y"/>
                                              </p:val>
                                            </p:tav>
                                          </p:tavLst>
                                        </p:anim>
                                      </p:childTnLst>
                                    </p:cTn>
                                  </p:par>
                                  <p:par>
                                    <p:cTn id="102" presetID="2" presetClass="entr" presetSubtype="1" fill="hold" grpId="0" nodeType="withEffect">
                                      <p:stCondLst>
                                        <p:cond delay="2000"/>
                                      </p:stCondLst>
                                      <p:childTnLst>
                                        <p:set>
                                          <p:cBhvr>
                                            <p:cTn id="103" dur="1" fill="hold">
                                              <p:stCondLst>
                                                <p:cond delay="0"/>
                                              </p:stCondLst>
                                            </p:cTn>
                                            <p:tgtEl>
                                              <p:spTgt spid="144"/>
                                            </p:tgtEl>
                                            <p:attrNameLst>
                                              <p:attrName>style.visibility</p:attrName>
                                            </p:attrNameLst>
                                          </p:cBhvr>
                                          <p:to>
                                            <p:strVal val="visible"/>
                                          </p:to>
                                        </p:set>
                                        <p:anim calcmode="lin" valueType="num">
                                          <p:cBhvr additive="base">
                                            <p:cTn id="104" dur="1000" fill="hold"/>
                                            <p:tgtEl>
                                              <p:spTgt spid="144"/>
                                            </p:tgtEl>
                                            <p:attrNameLst>
                                              <p:attrName>ppt_x</p:attrName>
                                            </p:attrNameLst>
                                          </p:cBhvr>
                                          <p:tavLst>
                                            <p:tav tm="0">
                                              <p:val>
                                                <p:strVal val="#ppt_x"/>
                                              </p:val>
                                            </p:tav>
                                            <p:tav tm="100000">
                                              <p:val>
                                                <p:strVal val="#ppt_x"/>
                                              </p:val>
                                            </p:tav>
                                          </p:tavLst>
                                        </p:anim>
                                        <p:anim calcmode="lin" valueType="num">
                                          <p:cBhvr additive="base">
                                            <p:cTn id="105" dur="1000" fill="hold"/>
                                            <p:tgtEl>
                                              <p:spTgt spid="144"/>
                                            </p:tgtEl>
                                            <p:attrNameLst>
                                              <p:attrName>ppt_y</p:attrName>
                                            </p:attrNameLst>
                                          </p:cBhvr>
                                          <p:tavLst>
                                            <p:tav tm="0">
                                              <p:val>
                                                <p:strVal val="0-#ppt_h/2"/>
                                              </p:val>
                                            </p:tav>
                                            <p:tav tm="100000">
                                              <p:val>
                                                <p:strVal val="#ppt_y"/>
                                              </p:val>
                                            </p:tav>
                                          </p:tavLst>
                                        </p:anim>
                                      </p:childTnLst>
                                    </p:cTn>
                                  </p:par>
                                  <p:par>
                                    <p:cTn id="106" presetID="2" presetClass="entr" presetSubtype="1" fill="hold" grpId="0" nodeType="withEffect">
                                      <p:stCondLst>
                                        <p:cond delay="2000"/>
                                      </p:stCondLst>
                                      <p:childTnLst>
                                        <p:set>
                                          <p:cBhvr>
                                            <p:cTn id="107" dur="1" fill="hold">
                                              <p:stCondLst>
                                                <p:cond delay="0"/>
                                              </p:stCondLst>
                                            </p:cTn>
                                            <p:tgtEl>
                                              <p:spTgt spid="145"/>
                                            </p:tgtEl>
                                            <p:attrNameLst>
                                              <p:attrName>style.visibility</p:attrName>
                                            </p:attrNameLst>
                                          </p:cBhvr>
                                          <p:to>
                                            <p:strVal val="visible"/>
                                          </p:to>
                                        </p:set>
                                        <p:anim calcmode="lin" valueType="num">
                                          <p:cBhvr additive="base">
                                            <p:cTn id="108" dur="1000" fill="hold"/>
                                            <p:tgtEl>
                                              <p:spTgt spid="145"/>
                                            </p:tgtEl>
                                            <p:attrNameLst>
                                              <p:attrName>ppt_x</p:attrName>
                                            </p:attrNameLst>
                                          </p:cBhvr>
                                          <p:tavLst>
                                            <p:tav tm="0">
                                              <p:val>
                                                <p:strVal val="#ppt_x"/>
                                              </p:val>
                                            </p:tav>
                                            <p:tav tm="100000">
                                              <p:val>
                                                <p:strVal val="#ppt_x"/>
                                              </p:val>
                                            </p:tav>
                                          </p:tavLst>
                                        </p:anim>
                                        <p:anim calcmode="lin" valueType="num">
                                          <p:cBhvr additive="base">
                                            <p:cTn id="109" dur="1000" fill="hold"/>
                                            <p:tgtEl>
                                              <p:spTgt spid="14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P spid="112" grpId="0"/>
          <p:bldP spid="113" grpId="0"/>
          <p:bldP spid="114" grpId="0"/>
          <p:bldP spid="115" grpId="0"/>
          <p:bldP spid="116" grpId="0"/>
          <p:bldP spid="118" grpId="0"/>
          <p:bldP spid="119" grpId="0"/>
          <p:bldP spid="120" grpId="0"/>
          <p:bldP spid="121" grpId="0"/>
          <p:bldP spid="122" grpId="0"/>
          <p:bldP spid="123" grpId="0"/>
          <p:bldP spid="140" grpId="0"/>
          <p:bldP spid="141" grpId="0"/>
          <p:bldP spid="142" grpId="0"/>
          <p:bldP spid="143" grpId="0"/>
          <p:bldP spid="144" grpId="0"/>
          <p:bldP spid="145" grpId="0"/>
        </p:bldLst>
      </p:timing>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FFE4BBBF-21AB-4851-A938-788ABDEA524A}"/>
              </a:ext>
            </a:extLst>
          </p:cNvPr>
          <p:cNvGrpSpPr/>
          <p:nvPr/>
        </p:nvGrpSpPr>
        <p:grpSpPr>
          <a:xfrm>
            <a:off x="7269163" y="935038"/>
            <a:ext cx="1373188" cy="1889125"/>
            <a:chOff x="7269163" y="935038"/>
            <a:chExt cx="1373188" cy="1889125"/>
          </a:xfrm>
        </p:grpSpPr>
        <p:grpSp>
          <p:nvGrpSpPr>
            <p:cNvPr id="49" name="Group 48">
              <a:extLst>
                <a:ext uri="{FF2B5EF4-FFF2-40B4-BE49-F238E27FC236}">
                  <a16:creationId xmlns:a16="http://schemas.microsoft.com/office/drawing/2014/main" id="{4FAF070C-DE46-4572-AE83-33367BDC5FF0}"/>
                </a:ext>
              </a:extLst>
            </p:cNvPr>
            <p:cNvGrpSpPr/>
            <p:nvPr/>
          </p:nvGrpSpPr>
          <p:grpSpPr>
            <a:xfrm>
              <a:off x="7269163" y="935038"/>
              <a:ext cx="1373188" cy="1889125"/>
              <a:chOff x="7269163" y="935038"/>
              <a:chExt cx="1373188" cy="1889125"/>
            </a:xfrm>
            <a:effectLst>
              <a:outerShdw blurRad="203200" dist="101600" dir="2700000" algn="tl" rotWithShape="0">
                <a:prstClr val="black">
                  <a:alpha val="30000"/>
                </a:prstClr>
              </a:outerShdw>
            </a:effectLst>
          </p:grpSpPr>
          <p:sp>
            <p:nvSpPr>
              <p:cNvPr id="30" name="Freeform 20">
                <a:extLst>
                  <a:ext uri="{FF2B5EF4-FFF2-40B4-BE49-F238E27FC236}">
                    <a16:creationId xmlns:a16="http://schemas.microsoft.com/office/drawing/2014/main" id="{9082F191-94E5-475C-A93B-B2DDF9451F48}"/>
                  </a:ext>
                </a:extLst>
              </p:cNvPr>
              <p:cNvSpPr>
                <a:spLocks noEditPoints="1"/>
              </p:cNvSpPr>
              <p:nvPr/>
            </p:nvSpPr>
            <p:spPr bwMode="auto">
              <a:xfrm>
                <a:off x="7269163" y="935038"/>
                <a:ext cx="1373188" cy="1889125"/>
              </a:xfrm>
              <a:custGeom>
                <a:avLst/>
                <a:gdLst>
                  <a:gd name="T0" fmla="*/ 179 w 359"/>
                  <a:gd name="T1" fmla="*/ 0 h 494"/>
                  <a:gd name="T2" fmla="*/ 0 w 359"/>
                  <a:gd name="T3" fmla="*/ 179 h 494"/>
                  <a:gd name="T4" fmla="*/ 0 w 359"/>
                  <a:gd name="T5" fmla="*/ 190 h 494"/>
                  <a:gd name="T6" fmla="*/ 0 w 359"/>
                  <a:gd name="T7" fmla="*/ 391 h 494"/>
                  <a:gd name="T8" fmla="*/ 33 w 359"/>
                  <a:gd name="T9" fmla="*/ 494 h 494"/>
                  <a:gd name="T10" fmla="*/ 33 w 359"/>
                  <a:gd name="T11" fmla="*/ 283 h 494"/>
                  <a:gd name="T12" fmla="*/ 96 w 359"/>
                  <a:gd name="T13" fmla="*/ 338 h 494"/>
                  <a:gd name="T14" fmla="*/ 179 w 359"/>
                  <a:gd name="T15" fmla="*/ 359 h 494"/>
                  <a:gd name="T16" fmla="*/ 359 w 359"/>
                  <a:gd name="T17" fmla="*/ 179 h 494"/>
                  <a:gd name="T18" fmla="*/ 179 w 359"/>
                  <a:gd name="T19" fmla="*/ 0 h 494"/>
                  <a:gd name="T20" fmla="*/ 179 w 359"/>
                  <a:gd name="T21" fmla="*/ 325 h 494"/>
                  <a:gd name="T22" fmla="*/ 33 w 359"/>
                  <a:gd name="T23" fmla="*/ 179 h 494"/>
                  <a:gd name="T24" fmla="*/ 179 w 359"/>
                  <a:gd name="T25" fmla="*/ 33 h 494"/>
                  <a:gd name="T26" fmla="*/ 326 w 359"/>
                  <a:gd name="T27" fmla="*/ 179 h 494"/>
                  <a:gd name="T28" fmla="*/ 179 w 359"/>
                  <a:gd name="T29" fmla="*/ 325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9" h="494">
                    <a:moveTo>
                      <a:pt x="179" y="0"/>
                    </a:moveTo>
                    <a:cubicBezTo>
                      <a:pt x="80" y="0"/>
                      <a:pt x="0" y="80"/>
                      <a:pt x="0" y="179"/>
                    </a:cubicBezTo>
                    <a:cubicBezTo>
                      <a:pt x="0" y="183"/>
                      <a:pt x="0" y="190"/>
                      <a:pt x="0" y="190"/>
                    </a:cubicBezTo>
                    <a:cubicBezTo>
                      <a:pt x="0" y="391"/>
                      <a:pt x="0" y="391"/>
                      <a:pt x="0" y="391"/>
                    </a:cubicBezTo>
                    <a:cubicBezTo>
                      <a:pt x="21" y="420"/>
                      <a:pt x="33" y="456"/>
                      <a:pt x="33" y="494"/>
                    </a:cubicBezTo>
                    <a:cubicBezTo>
                      <a:pt x="33" y="283"/>
                      <a:pt x="33" y="283"/>
                      <a:pt x="33" y="283"/>
                    </a:cubicBezTo>
                    <a:cubicBezTo>
                      <a:pt x="49" y="306"/>
                      <a:pt x="71" y="325"/>
                      <a:pt x="96" y="338"/>
                    </a:cubicBezTo>
                    <a:cubicBezTo>
                      <a:pt x="121" y="351"/>
                      <a:pt x="149" y="359"/>
                      <a:pt x="179" y="359"/>
                    </a:cubicBezTo>
                    <a:cubicBezTo>
                      <a:pt x="278" y="359"/>
                      <a:pt x="359" y="278"/>
                      <a:pt x="359" y="179"/>
                    </a:cubicBezTo>
                    <a:cubicBezTo>
                      <a:pt x="359" y="80"/>
                      <a:pt x="278" y="0"/>
                      <a:pt x="179" y="0"/>
                    </a:cubicBezTo>
                    <a:close/>
                    <a:moveTo>
                      <a:pt x="179" y="325"/>
                    </a:moveTo>
                    <a:cubicBezTo>
                      <a:pt x="99" y="325"/>
                      <a:pt x="33" y="260"/>
                      <a:pt x="33" y="179"/>
                    </a:cubicBezTo>
                    <a:cubicBezTo>
                      <a:pt x="33" y="99"/>
                      <a:pt x="99" y="33"/>
                      <a:pt x="179" y="33"/>
                    </a:cubicBezTo>
                    <a:cubicBezTo>
                      <a:pt x="260" y="33"/>
                      <a:pt x="326" y="99"/>
                      <a:pt x="326" y="179"/>
                    </a:cubicBezTo>
                    <a:cubicBezTo>
                      <a:pt x="326" y="260"/>
                      <a:pt x="260" y="325"/>
                      <a:pt x="179" y="32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21">
                <a:extLst>
                  <a:ext uri="{FF2B5EF4-FFF2-40B4-BE49-F238E27FC236}">
                    <a16:creationId xmlns:a16="http://schemas.microsoft.com/office/drawing/2014/main" id="{FF331C7D-AC41-4124-9F51-95B42470EF81}"/>
                  </a:ext>
                </a:extLst>
              </p:cNvPr>
              <p:cNvSpPr>
                <a:spLocks/>
              </p:cNvSpPr>
              <p:nvPr/>
            </p:nvSpPr>
            <p:spPr bwMode="auto">
              <a:xfrm>
                <a:off x="7269163" y="935038"/>
                <a:ext cx="1123950" cy="1220788"/>
              </a:xfrm>
              <a:custGeom>
                <a:avLst/>
                <a:gdLst>
                  <a:gd name="T0" fmla="*/ 3 w 294"/>
                  <a:gd name="T1" fmla="*/ 181 h 319"/>
                  <a:gd name="T2" fmla="*/ 182 w 294"/>
                  <a:gd name="T3" fmla="*/ 2 h 319"/>
                  <a:gd name="T4" fmla="*/ 294 w 294"/>
                  <a:gd name="T5" fmla="*/ 41 h 319"/>
                  <a:gd name="T6" fmla="*/ 179 w 294"/>
                  <a:gd name="T7" fmla="*/ 0 h 319"/>
                  <a:gd name="T8" fmla="*/ 0 w 294"/>
                  <a:gd name="T9" fmla="*/ 179 h 319"/>
                  <a:gd name="T10" fmla="*/ 68 w 294"/>
                  <a:gd name="T11" fmla="*/ 319 h 319"/>
                  <a:gd name="T12" fmla="*/ 3 w 294"/>
                  <a:gd name="T13" fmla="*/ 181 h 319"/>
                </a:gdLst>
                <a:ahLst/>
                <a:cxnLst>
                  <a:cxn ang="0">
                    <a:pos x="T0" y="T1"/>
                  </a:cxn>
                  <a:cxn ang="0">
                    <a:pos x="T2" y="T3"/>
                  </a:cxn>
                  <a:cxn ang="0">
                    <a:pos x="T4" y="T5"/>
                  </a:cxn>
                  <a:cxn ang="0">
                    <a:pos x="T6" y="T7"/>
                  </a:cxn>
                  <a:cxn ang="0">
                    <a:pos x="T8" y="T9"/>
                  </a:cxn>
                  <a:cxn ang="0">
                    <a:pos x="T10" y="T11"/>
                  </a:cxn>
                  <a:cxn ang="0">
                    <a:pos x="T12" y="T13"/>
                  </a:cxn>
                </a:cxnLst>
                <a:rect l="0" t="0" r="r" b="b"/>
                <a:pathLst>
                  <a:path w="294" h="319">
                    <a:moveTo>
                      <a:pt x="3" y="181"/>
                    </a:moveTo>
                    <a:cubicBezTo>
                      <a:pt x="3" y="83"/>
                      <a:pt x="83" y="2"/>
                      <a:pt x="182" y="2"/>
                    </a:cubicBezTo>
                    <a:cubicBezTo>
                      <a:pt x="224" y="2"/>
                      <a:pt x="263" y="17"/>
                      <a:pt x="294" y="41"/>
                    </a:cubicBezTo>
                    <a:cubicBezTo>
                      <a:pt x="263" y="15"/>
                      <a:pt x="223" y="0"/>
                      <a:pt x="179" y="0"/>
                    </a:cubicBezTo>
                    <a:cubicBezTo>
                      <a:pt x="80" y="0"/>
                      <a:pt x="0" y="80"/>
                      <a:pt x="0" y="179"/>
                    </a:cubicBezTo>
                    <a:cubicBezTo>
                      <a:pt x="0" y="236"/>
                      <a:pt x="26" y="286"/>
                      <a:pt x="68" y="319"/>
                    </a:cubicBezTo>
                    <a:cubicBezTo>
                      <a:pt x="28" y="286"/>
                      <a:pt x="3" y="237"/>
                      <a:pt x="3" y="181"/>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2" name="Freeform 22">
              <a:extLst>
                <a:ext uri="{FF2B5EF4-FFF2-40B4-BE49-F238E27FC236}">
                  <a16:creationId xmlns:a16="http://schemas.microsoft.com/office/drawing/2014/main" id="{23136768-5536-42BB-AD2C-B83D5272BD9A}"/>
                </a:ext>
              </a:extLst>
            </p:cNvPr>
            <p:cNvSpPr>
              <a:spLocks/>
            </p:cNvSpPr>
            <p:nvPr/>
          </p:nvSpPr>
          <p:spPr bwMode="auto">
            <a:xfrm>
              <a:off x="7269163" y="1662113"/>
              <a:ext cx="127000" cy="1162050"/>
            </a:xfrm>
            <a:custGeom>
              <a:avLst/>
              <a:gdLst>
                <a:gd name="T0" fmla="*/ 0 w 33"/>
                <a:gd name="T1" fmla="*/ 0 h 304"/>
                <a:gd name="T2" fmla="*/ 0 w 33"/>
                <a:gd name="T3" fmla="*/ 0 h 304"/>
                <a:gd name="T4" fmla="*/ 0 w 33"/>
                <a:gd name="T5" fmla="*/ 201 h 304"/>
                <a:gd name="T6" fmla="*/ 33 w 33"/>
                <a:gd name="T7" fmla="*/ 304 h 304"/>
                <a:gd name="T8" fmla="*/ 33 w 33"/>
                <a:gd name="T9" fmla="*/ 93 h 304"/>
                <a:gd name="T10" fmla="*/ 0 w 33"/>
                <a:gd name="T11" fmla="*/ 0 h 304"/>
              </a:gdLst>
              <a:ahLst/>
              <a:cxnLst>
                <a:cxn ang="0">
                  <a:pos x="T0" y="T1"/>
                </a:cxn>
                <a:cxn ang="0">
                  <a:pos x="T2" y="T3"/>
                </a:cxn>
                <a:cxn ang="0">
                  <a:pos x="T4" y="T5"/>
                </a:cxn>
                <a:cxn ang="0">
                  <a:pos x="T6" y="T7"/>
                </a:cxn>
                <a:cxn ang="0">
                  <a:pos x="T8" y="T9"/>
                </a:cxn>
                <a:cxn ang="0">
                  <a:pos x="T10" y="T11"/>
                </a:cxn>
              </a:cxnLst>
              <a:rect l="0" t="0" r="r" b="b"/>
              <a:pathLst>
                <a:path w="33" h="304">
                  <a:moveTo>
                    <a:pt x="0" y="0"/>
                  </a:moveTo>
                  <a:cubicBezTo>
                    <a:pt x="0" y="0"/>
                    <a:pt x="0" y="0"/>
                    <a:pt x="0" y="0"/>
                  </a:cubicBezTo>
                  <a:cubicBezTo>
                    <a:pt x="0" y="201"/>
                    <a:pt x="0" y="201"/>
                    <a:pt x="0" y="201"/>
                  </a:cubicBezTo>
                  <a:cubicBezTo>
                    <a:pt x="21" y="230"/>
                    <a:pt x="33" y="266"/>
                    <a:pt x="33" y="304"/>
                  </a:cubicBezTo>
                  <a:cubicBezTo>
                    <a:pt x="33" y="93"/>
                    <a:pt x="33" y="93"/>
                    <a:pt x="33" y="93"/>
                  </a:cubicBezTo>
                  <a:cubicBezTo>
                    <a:pt x="14" y="66"/>
                    <a:pt x="2" y="34"/>
                    <a:pt x="0" y="0"/>
                  </a:cubicBezTo>
                  <a:close/>
                </a:path>
              </a:pathLst>
            </a:custGeom>
            <a:gradFill flip="none" rotWithShape="1">
              <a:gsLst>
                <a:gs pos="0">
                  <a:schemeClr val="accent4">
                    <a:lumMod val="50000"/>
                  </a:schemeClr>
                </a:gs>
                <a:gs pos="62820">
                  <a:schemeClr val="accent4"/>
                </a:gs>
                <a:gs pos="35000">
                  <a:schemeClr val="accent4"/>
                </a:gs>
                <a:gs pos="100000">
                  <a:schemeClr val="accent4">
                    <a:lumMod val="50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1" name="Group 50">
            <a:extLst>
              <a:ext uri="{FF2B5EF4-FFF2-40B4-BE49-F238E27FC236}">
                <a16:creationId xmlns:a16="http://schemas.microsoft.com/office/drawing/2014/main" id="{F53E39F8-6363-45BC-80B7-8C8B3422432B}"/>
              </a:ext>
            </a:extLst>
          </p:cNvPr>
          <p:cNvGrpSpPr/>
          <p:nvPr/>
        </p:nvGrpSpPr>
        <p:grpSpPr>
          <a:xfrm>
            <a:off x="6022975" y="2139950"/>
            <a:ext cx="1373188" cy="1889126"/>
            <a:chOff x="6022975" y="2139950"/>
            <a:chExt cx="1373188" cy="1889126"/>
          </a:xfrm>
        </p:grpSpPr>
        <p:grpSp>
          <p:nvGrpSpPr>
            <p:cNvPr id="48" name="Group 47">
              <a:extLst>
                <a:ext uri="{FF2B5EF4-FFF2-40B4-BE49-F238E27FC236}">
                  <a16:creationId xmlns:a16="http://schemas.microsoft.com/office/drawing/2014/main" id="{5D4F2F24-05AE-42A5-B6B2-8A031F2AF634}"/>
                </a:ext>
              </a:extLst>
            </p:cNvPr>
            <p:cNvGrpSpPr/>
            <p:nvPr/>
          </p:nvGrpSpPr>
          <p:grpSpPr>
            <a:xfrm>
              <a:off x="6022975" y="2139950"/>
              <a:ext cx="1373188" cy="1889125"/>
              <a:chOff x="6022975" y="2139950"/>
              <a:chExt cx="1373188" cy="1889125"/>
            </a:xfrm>
            <a:effectLst>
              <a:outerShdw blurRad="203200" dist="101600" dir="2700000" algn="tl" rotWithShape="0">
                <a:prstClr val="black">
                  <a:alpha val="30000"/>
                </a:prstClr>
              </a:outerShdw>
            </a:effectLst>
          </p:grpSpPr>
          <p:sp>
            <p:nvSpPr>
              <p:cNvPr id="35" name="Freeform 25">
                <a:extLst>
                  <a:ext uri="{FF2B5EF4-FFF2-40B4-BE49-F238E27FC236}">
                    <a16:creationId xmlns:a16="http://schemas.microsoft.com/office/drawing/2014/main" id="{2230E46C-F908-4A7E-A371-6847AE9BF346}"/>
                  </a:ext>
                </a:extLst>
              </p:cNvPr>
              <p:cNvSpPr>
                <a:spLocks noEditPoints="1"/>
              </p:cNvSpPr>
              <p:nvPr/>
            </p:nvSpPr>
            <p:spPr bwMode="auto">
              <a:xfrm>
                <a:off x="6022975" y="2139950"/>
                <a:ext cx="1373188" cy="1889125"/>
              </a:xfrm>
              <a:custGeom>
                <a:avLst/>
                <a:gdLst>
                  <a:gd name="T0" fmla="*/ 180 w 359"/>
                  <a:gd name="T1" fmla="*/ 0 h 494"/>
                  <a:gd name="T2" fmla="*/ 0 w 359"/>
                  <a:gd name="T3" fmla="*/ 179 h 494"/>
                  <a:gd name="T4" fmla="*/ 0 w 359"/>
                  <a:gd name="T5" fmla="*/ 189 h 494"/>
                  <a:gd name="T6" fmla="*/ 0 w 359"/>
                  <a:gd name="T7" fmla="*/ 390 h 494"/>
                  <a:gd name="T8" fmla="*/ 34 w 359"/>
                  <a:gd name="T9" fmla="*/ 494 h 494"/>
                  <a:gd name="T10" fmla="*/ 34 w 359"/>
                  <a:gd name="T11" fmla="*/ 282 h 494"/>
                  <a:gd name="T12" fmla="*/ 96 w 359"/>
                  <a:gd name="T13" fmla="*/ 337 h 494"/>
                  <a:gd name="T14" fmla="*/ 180 w 359"/>
                  <a:gd name="T15" fmla="*/ 358 h 494"/>
                  <a:gd name="T16" fmla="*/ 359 w 359"/>
                  <a:gd name="T17" fmla="*/ 179 h 494"/>
                  <a:gd name="T18" fmla="*/ 180 w 359"/>
                  <a:gd name="T19" fmla="*/ 0 h 494"/>
                  <a:gd name="T20" fmla="*/ 180 w 359"/>
                  <a:gd name="T21" fmla="*/ 325 h 494"/>
                  <a:gd name="T22" fmla="*/ 34 w 359"/>
                  <a:gd name="T23" fmla="*/ 179 h 494"/>
                  <a:gd name="T24" fmla="*/ 180 w 359"/>
                  <a:gd name="T25" fmla="*/ 33 h 494"/>
                  <a:gd name="T26" fmla="*/ 326 w 359"/>
                  <a:gd name="T27" fmla="*/ 179 h 494"/>
                  <a:gd name="T28" fmla="*/ 180 w 359"/>
                  <a:gd name="T29" fmla="*/ 325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9" h="494">
                    <a:moveTo>
                      <a:pt x="180" y="0"/>
                    </a:moveTo>
                    <a:cubicBezTo>
                      <a:pt x="81" y="0"/>
                      <a:pt x="0" y="80"/>
                      <a:pt x="0" y="179"/>
                    </a:cubicBezTo>
                    <a:cubicBezTo>
                      <a:pt x="0" y="182"/>
                      <a:pt x="0" y="189"/>
                      <a:pt x="0" y="189"/>
                    </a:cubicBezTo>
                    <a:cubicBezTo>
                      <a:pt x="0" y="390"/>
                      <a:pt x="0" y="390"/>
                      <a:pt x="0" y="390"/>
                    </a:cubicBezTo>
                    <a:cubicBezTo>
                      <a:pt x="21" y="420"/>
                      <a:pt x="34" y="455"/>
                      <a:pt x="34" y="494"/>
                    </a:cubicBezTo>
                    <a:cubicBezTo>
                      <a:pt x="34" y="282"/>
                      <a:pt x="34" y="282"/>
                      <a:pt x="34" y="282"/>
                    </a:cubicBezTo>
                    <a:cubicBezTo>
                      <a:pt x="50" y="305"/>
                      <a:pt x="71" y="324"/>
                      <a:pt x="96" y="337"/>
                    </a:cubicBezTo>
                    <a:cubicBezTo>
                      <a:pt x="121" y="351"/>
                      <a:pt x="150" y="358"/>
                      <a:pt x="180" y="358"/>
                    </a:cubicBezTo>
                    <a:cubicBezTo>
                      <a:pt x="279" y="358"/>
                      <a:pt x="359" y="278"/>
                      <a:pt x="359" y="179"/>
                    </a:cubicBezTo>
                    <a:cubicBezTo>
                      <a:pt x="359" y="80"/>
                      <a:pt x="279" y="0"/>
                      <a:pt x="180" y="0"/>
                    </a:cubicBezTo>
                    <a:close/>
                    <a:moveTo>
                      <a:pt x="180" y="325"/>
                    </a:moveTo>
                    <a:cubicBezTo>
                      <a:pt x="99" y="325"/>
                      <a:pt x="34" y="259"/>
                      <a:pt x="34" y="179"/>
                    </a:cubicBezTo>
                    <a:cubicBezTo>
                      <a:pt x="34" y="98"/>
                      <a:pt x="99" y="33"/>
                      <a:pt x="180" y="33"/>
                    </a:cubicBezTo>
                    <a:cubicBezTo>
                      <a:pt x="260" y="33"/>
                      <a:pt x="326" y="98"/>
                      <a:pt x="326" y="179"/>
                    </a:cubicBezTo>
                    <a:cubicBezTo>
                      <a:pt x="326" y="259"/>
                      <a:pt x="260" y="325"/>
                      <a:pt x="180" y="32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26">
                <a:extLst>
                  <a:ext uri="{FF2B5EF4-FFF2-40B4-BE49-F238E27FC236}">
                    <a16:creationId xmlns:a16="http://schemas.microsoft.com/office/drawing/2014/main" id="{B3592FA3-C62A-4CB1-BBA4-149475C15D3A}"/>
                  </a:ext>
                </a:extLst>
              </p:cNvPr>
              <p:cNvSpPr>
                <a:spLocks/>
              </p:cNvSpPr>
              <p:nvPr/>
            </p:nvSpPr>
            <p:spPr bwMode="auto">
              <a:xfrm>
                <a:off x="6022975" y="2139950"/>
                <a:ext cx="1123950" cy="1220788"/>
              </a:xfrm>
              <a:custGeom>
                <a:avLst/>
                <a:gdLst>
                  <a:gd name="T0" fmla="*/ 3 w 294"/>
                  <a:gd name="T1" fmla="*/ 181 h 319"/>
                  <a:gd name="T2" fmla="*/ 182 w 294"/>
                  <a:gd name="T3" fmla="*/ 2 h 319"/>
                  <a:gd name="T4" fmla="*/ 294 w 294"/>
                  <a:gd name="T5" fmla="*/ 41 h 319"/>
                  <a:gd name="T6" fmla="*/ 180 w 294"/>
                  <a:gd name="T7" fmla="*/ 0 h 319"/>
                  <a:gd name="T8" fmla="*/ 0 w 294"/>
                  <a:gd name="T9" fmla="*/ 179 h 319"/>
                  <a:gd name="T10" fmla="*/ 68 w 294"/>
                  <a:gd name="T11" fmla="*/ 319 h 319"/>
                  <a:gd name="T12" fmla="*/ 3 w 294"/>
                  <a:gd name="T13" fmla="*/ 181 h 319"/>
                </a:gdLst>
                <a:ahLst/>
                <a:cxnLst>
                  <a:cxn ang="0">
                    <a:pos x="T0" y="T1"/>
                  </a:cxn>
                  <a:cxn ang="0">
                    <a:pos x="T2" y="T3"/>
                  </a:cxn>
                  <a:cxn ang="0">
                    <a:pos x="T4" y="T5"/>
                  </a:cxn>
                  <a:cxn ang="0">
                    <a:pos x="T6" y="T7"/>
                  </a:cxn>
                  <a:cxn ang="0">
                    <a:pos x="T8" y="T9"/>
                  </a:cxn>
                  <a:cxn ang="0">
                    <a:pos x="T10" y="T11"/>
                  </a:cxn>
                  <a:cxn ang="0">
                    <a:pos x="T12" y="T13"/>
                  </a:cxn>
                </a:cxnLst>
                <a:rect l="0" t="0" r="r" b="b"/>
                <a:pathLst>
                  <a:path w="294" h="319">
                    <a:moveTo>
                      <a:pt x="3" y="181"/>
                    </a:moveTo>
                    <a:cubicBezTo>
                      <a:pt x="3" y="82"/>
                      <a:pt x="84" y="2"/>
                      <a:pt x="182" y="2"/>
                    </a:cubicBezTo>
                    <a:cubicBezTo>
                      <a:pt x="225" y="2"/>
                      <a:pt x="264" y="16"/>
                      <a:pt x="294" y="41"/>
                    </a:cubicBezTo>
                    <a:cubicBezTo>
                      <a:pt x="263" y="15"/>
                      <a:pt x="223" y="0"/>
                      <a:pt x="180" y="0"/>
                    </a:cubicBezTo>
                    <a:cubicBezTo>
                      <a:pt x="81" y="0"/>
                      <a:pt x="0" y="80"/>
                      <a:pt x="0" y="179"/>
                    </a:cubicBezTo>
                    <a:cubicBezTo>
                      <a:pt x="0" y="236"/>
                      <a:pt x="27" y="286"/>
                      <a:pt x="68" y="319"/>
                    </a:cubicBezTo>
                    <a:cubicBezTo>
                      <a:pt x="28" y="286"/>
                      <a:pt x="3" y="236"/>
                      <a:pt x="3" y="181"/>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7" name="Freeform 27">
              <a:extLst>
                <a:ext uri="{FF2B5EF4-FFF2-40B4-BE49-F238E27FC236}">
                  <a16:creationId xmlns:a16="http://schemas.microsoft.com/office/drawing/2014/main" id="{957A9FCA-8847-4F6C-9166-6CE6DAB1E438}"/>
                </a:ext>
              </a:extLst>
            </p:cNvPr>
            <p:cNvSpPr>
              <a:spLocks/>
            </p:cNvSpPr>
            <p:nvPr/>
          </p:nvSpPr>
          <p:spPr bwMode="auto">
            <a:xfrm>
              <a:off x="6022975" y="2862263"/>
              <a:ext cx="130175" cy="1166813"/>
            </a:xfrm>
            <a:custGeom>
              <a:avLst/>
              <a:gdLst>
                <a:gd name="T0" fmla="*/ 1 w 34"/>
                <a:gd name="T1" fmla="*/ 0 h 305"/>
                <a:gd name="T2" fmla="*/ 0 w 34"/>
                <a:gd name="T3" fmla="*/ 0 h 305"/>
                <a:gd name="T4" fmla="*/ 0 w 34"/>
                <a:gd name="T5" fmla="*/ 201 h 305"/>
                <a:gd name="T6" fmla="*/ 34 w 34"/>
                <a:gd name="T7" fmla="*/ 305 h 305"/>
                <a:gd name="T8" fmla="*/ 34 w 34"/>
                <a:gd name="T9" fmla="*/ 93 h 305"/>
                <a:gd name="T10" fmla="*/ 1 w 34"/>
                <a:gd name="T11" fmla="*/ 0 h 305"/>
              </a:gdLst>
              <a:ahLst/>
              <a:cxnLst>
                <a:cxn ang="0">
                  <a:pos x="T0" y="T1"/>
                </a:cxn>
                <a:cxn ang="0">
                  <a:pos x="T2" y="T3"/>
                </a:cxn>
                <a:cxn ang="0">
                  <a:pos x="T4" y="T5"/>
                </a:cxn>
                <a:cxn ang="0">
                  <a:pos x="T6" y="T7"/>
                </a:cxn>
                <a:cxn ang="0">
                  <a:pos x="T8" y="T9"/>
                </a:cxn>
                <a:cxn ang="0">
                  <a:pos x="T10" y="T11"/>
                </a:cxn>
              </a:cxnLst>
              <a:rect l="0" t="0" r="r" b="b"/>
              <a:pathLst>
                <a:path w="34" h="305">
                  <a:moveTo>
                    <a:pt x="1" y="0"/>
                  </a:moveTo>
                  <a:cubicBezTo>
                    <a:pt x="0" y="0"/>
                    <a:pt x="0" y="0"/>
                    <a:pt x="0" y="0"/>
                  </a:cubicBezTo>
                  <a:cubicBezTo>
                    <a:pt x="0" y="201"/>
                    <a:pt x="0" y="201"/>
                    <a:pt x="0" y="201"/>
                  </a:cubicBezTo>
                  <a:cubicBezTo>
                    <a:pt x="21" y="231"/>
                    <a:pt x="34" y="266"/>
                    <a:pt x="34" y="305"/>
                  </a:cubicBezTo>
                  <a:cubicBezTo>
                    <a:pt x="34" y="93"/>
                    <a:pt x="34" y="93"/>
                    <a:pt x="34" y="93"/>
                  </a:cubicBezTo>
                  <a:cubicBezTo>
                    <a:pt x="15" y="67"/>
                    <a:pt x="3" y="35"/>
                    <a:pt x="1" y="0"/>
                  </a:cubicBezTo>
                  <a:close/>
                </a:path>
              </a:pathLst>
            </a:custGeom>
            <a:gradFill flip="none" rotWithShape="1">
              <a:gsLst>
                <a:gs pos="0">
                  <a:schemeClr val="accent3">
                    <a:lumMod val="50000"/>
                  </a:schemeClr>
                </a:gs>
                <a:gs pos="62820">
                  <a:schemeClr val="accent3"/>
                </a:gs>
                <a:gs pos="35000">
                  <a:schemeClr val="accent3"/>
                </a:gs>
                <a:gs pos="100000">
                  <a:schemeClr val="accent3">
                    <a:lumMod val="50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9EE3BADD-1F1F-4874-9739-118C46B2C352}"/>
              </a:ext>
            </a:extLst>
          </p:cNvPr>
          <p:cNvGrpSpPr/>
          <p:nvPr/>
        </p:nvGrpSpPr>
        <p:grpSpPr>
          <a:xfrm>
            <a:off x="4781550" y="3344863"/>
            <a:ext cx="1371600" cy="1889125"/>
            <a:chOff x="4781550" y="3344863"/>
            <a:chExt cx="1371600" cy="1889125"/>
          </a:xfrm>
        </p:grpSpPr>
        <p:grpSp>
          <p:nvGrpSpPr>
            <p:cNvPr id="46" name="Group 45">
              <a:extLst>
                <a:ext uri="{FF2B5EF4-FFF2-40B4-BE49-F238E27FC236}">
                  <a16:creationId xmlns:a16="http://schemas.microsoft.com/office/drawing/2014/main" id="{063B8CC1-C0E9-4426-BE2F-D7F6B71768C3}"/>
                </a:ext>
              </a:extLst>
            </p:cNvPr>
            <p:cNvGrpSpPr/>
            <p:nvPr/>
          </p:nvGrpSpPr>
          <p:grpSpPr>
            <a:xfrm>
              <a:off x="4781550" y="3344863"/>
              <a:ext cx="1371600" cy="1889125"/>
              <a:chOff x="4781550" y="3344863"/>
              <a:chExt cx="1371600" cy="1889125"/>
            </a:xfrm>
            <a:effectLst>
              <a:outerShdw blurRad="203200" dist="101600" dir="2700000" algn="tl" rotWithShape="0">
                <a:prstClr val="black">
                  <a:alpha val="30000"/>
                </a:prstClr>
              </a:outerShdw>
            </a:effectLst>
          </p:grpSpPr>
          <p:sp>
            <p:nvSpPr>
              <p:cNvPr id="33" name="Freeform 23">
                <a:extLst>
                  <a:ext uri="{FF2B5EF4-FFF2-40B4-BE49-F238E27FC236}">
                    <a16:creationId xmlns:a16="http://schemas.microsoft.com/office/drawing/2014/main" id="{4EDFFCBE-DA4A-4AC8-BCD4-0EB3D0D870EA}"/>
                  </a:ext>
                </a:extLst>
              </p:cNvPr>
              <p:cNvSpPr>
                <a:spLocks noEditPoints="1"/>
              </p:cNvSpPr>
              <p:nvPr/>
            </p:nvSpPr>
            <p:spPr bwMode="auto">
              <a:xfrm>
                <a:off x="4781550" y="3344863"/>
                <a:ext cx="1371600" cy="1889125"/>
              </a:xfrm>
              <a:custGeom>
                <a:avLst/>
                <a:gdLst>
                  <a:gd name="T0" fmla="*/ 179 w 359"/>
                  <a:gd name="T1" fmla="*/ 0 h 494"/>
                  <a:gd name="T2" fmla="*/ 0 w 359"/>
                  <a:gd name="T3" fmla="*/ 179 h 494"/>
                  <a:gd name="T4" fmla="*/ 0 w 359"/>
                  <a:gd name="T5" fmla="*/ 189 h 494"/>
                  <a:gd name="T6" fmla="*/ 0 w 359"/>
                  <a:gd name="T7" fmla="*/ 189 h 494"/>
                  <a:gd name="T8" fmla="*/ 0 w 359"/>
                  <a:gd name="T9" fmla="*/ 391 h 494"/>
                  <a:gd name="T10" fmla="*/ 33 w 359"/>
                  <a:gd name="T11" fmla="*/ 494 h 494"/>
                  <a:gd name="T12" fmla="*/ 33 w 359"/>
                  <a:gd name="T13" fmla="*/ 283 h 494"/>
                  <a:gd name="T14" fmla="*/ 96 w 359"/>
                  <a:gd name="T15" fmla="*/ 338 h 494"/>
                  <a:gd name="T16" fmla="*/ 179 w 359"/>
                  <a:gd name="T17" fmla="*/ 358 h 494"/>
                  <a:gd name="T18" fmla="*/ 359 w 359"/>
                  <a:gd name="T19" fmla="*/ 179 h 494"/>
                  <a:gd name="T20" fmla="*/ 179 w 359"/>
                  <a:gd name="T21" fmla="*/ 0 h 494"/>
                  <a:gd name="T22" fmla="*/ 179 w 359"/>
                  <a:gd name="T23" fmla="*/ 325 h 494"/>
                  <a:gd name="T24" fmla="*/ 33 w 359"/>
                  <a:gd name="T25" fmla="*/ 179 h 494"/>
                  <a:gd name="T26" fmla="*/ 179 w 359"/>
                  <a:gd name="T27" fmla="*/ 33 h 494"/>
                  <a:gd name="T28" fmla="*/ 325 w 359"/>
                  <a:gd name="T29" fmla="*/ 179 h 494"/>
                  <a:gd name="T30" fmla="*/ 179 w 359"/>
                  <a:gd name="T31" fmla="*/ 325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9" h="494">
                    <a:moveTo>
                      <a:pt x="179" y="0"/>
                    </a:moveTo>
                    <a:cubicBezTo>
                      <a:pt x="80" y="0"/>
                      <a:pt x="0" y="80"/>
                      <a:pt x="0" y="179"/>
                    </a:cubicBezTo>
                    <a:cubicBezTo>
                      <a:pt x="0" y="183"/>
                      <a:pt x="0" y="186"/>
                      <a:pt x="0" y="189"/>
                    </a:cubicBezTo>
                    <a:cubicBezTo>
                      <a:pt x="0" y="189"/>
                      <a:pt x="0" y="189"/>
                      <a:pt x="0" y="189"/>
                    </a:cubicBezTo>
                    <a:cubicBezTo>
                      <a:pt x="0" y="391"/>
                      <a:pt x="0" y="391"/>
                      <a:pt x="0" y="391"/>
                    </a:cubicBezTo>
                    <a:cubicBezTo>
                      <a:pt x="21" y="420"/>
                      <a:pt x="33" y="456"/>
                      <a:pt x="33" y="494"/>
                    </a:cubicBezTo>
                    <a:cubicBezTo>
                      <a:pt x="33" y="283"/>
                      <a:pt x="33" y="283"/>
                      <a:pt x="33" y="283"/>
                    </a:cubicBezTo>
                    <a:cubicBezTo>
                      <a:pt x="49" y="306"/>
                      <a:pt x="71" y="324"/>
                      <a:pt x="96" y="338"/>
                    </a:cubicBezTo>
                    <a:cubicBezTo>
                      <a:pt x="121" y="351"/>
                      <a:pt x="149" y="358"/>
                      <a:pt x="179" y="358"/>
                    </a:cubicBezTo>
                    <a:cubicBezTo>
                      <a:pt x="278" y="358"/>
                      <a:pt x="359" y="278"/>
                      <a:pt x="359" y="179"/>
                    </a:cubicBezTo>
                    <a:cubicBezTo>
                      <a:pt x="359" y="80"/>
                      <a:pt x="278" y="0"/>
                      <a:pt x="179" y="0"/>
                    </a:cubicBezTo>
                    <a:close/>
                    <a:moveTo>
                      <a:pt x="179" y="325"/>
                    </a:moveTo>
                    <a:cubicBezTo>
                      <a:pt x="99" y="325"/>
                      <a:pt x="33" y="260"/>
                      <a:pt x="33" y="179"/>
                    </a:cubicBezTo>
                    <a:cubicBezTo>
                      <a:pt x="33" y="98"/>
                      <a:pt x="99" y="33"/>
                      <a:pt x="179" y="33"/>
                    </a:cubicBezTo>
                    <a:cubicBezTo>
                      <a:pt x="260" y="33"/>
                      <a:pt x="325" y="98"/>
                      <a:pt x="325" y="179"/>
                    </a:cubicBezTo>
                    <a:cubicBezTo>
                      <a:pt x="325" y="260"/>
                      <a:pt x="260" y="325"/>
                      <a:pt x="179" y="32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24">
                <a:extLst>
                  <a:ext uri="{FF2B5EF4-FFF2-40B4-BE49-F238E27FC236}">
                    <a16:creationId xmlns:a16="http://schemas.microsoft.com/office/drawing/2014/main" id="{3CB7824D-2481-4BF9-8BFF-2CB69A63E9DE}"/>
                  </a:ext>
                </a:extLst>
              </p:cNvPr>
              <p:cNvSpPr>
                <a:spLocks/>
              </p:cNvSpPr>
              <p:nvPr/>
            </p:nvSpPr>
            <p:spPr bwMode="auto">
              <a:xfrm>
                <a:off x="4781550" y="3344863"/>
                <a:ext cx="1123950" cy="1219200"/>
              </a:xfrm>
              <a:custGeom>
                <a:avLst/>
                <a:gdLst>
                  <a:gd name="T0" fmla="*/ 3 w 294"/>
                  <a:gd name="T1" fmla="*/ 181 h 319"/>
                  <a:gd name="T2" fmla="*/ 182 w 294"/>
                  <a:gd name="T3" fmla="*/ 2 h 319"/>
                  <a:gd name="T4" fmla="*/ 294 w 294"/>
                  <a:gd name="T5" fmla="*/ 41 h 319"/>
                  <a:gd name="T6" fmla="*/ 179 w 294"/>
                  <a:gd name="T7" fmla="*/ 0 h 319"/>
                  <a:gd name="T8" fmla="*/ 0 w 294"/>
                  <a:gd name="T9" fmla="*/ 179 h 319"/>
                  <a:gd name="T10" fmla="*/ 67 w 294"/>
                  <a:gd name="T11" fmla="*/ 319 h 319"/>
                  <a:gd name="T12" fmla="*/ 3 w 294"/>
                  <a:gd name="T13" fmla="*/ 181 h 319"/>
                </a:gdLst>
                <a:ahLst/>
                <a:cxnLst>
                  <a:cxn ang="0">
                    <a:pos x="T0" y="T1"/>
                  </a:cxn>
                  <a:cxn ang="0">
                    <a:pos x="T2" y="T3"/>
                  </a:cxn>
                  <a:cxn ang="0">
                    <a:pos x="T4" y="T5"/>
                  </a:cxn>
                  <a:cxn ang="0">
                    <a:pos x="T6" y="T7"/>
                  </a:cxn>
                  <a:cxn ang="0">
                    <a:pos x="T8" y="T9"/>
                  </a:cxn>
                  <a:cxn ang="0">
                    <a:pos x="T10" y="T11"/>
                  </a:cxn>
                  <a:cxn ang="0">
                    <a:pos x="T12" y="T13"/>
                  </a:cxn>
                </a:cxnLst>
                <a:rect l="0" t="0" r="r" b="b"/>
                <a:pathLst>
                  <a:path w="294" h="319">
                    <a:moveTo>
                      <a:pt x="3" y="181"/>
                    </a:moveTo>
                    <a:cubicBezTo>
                      <a:pt x="3" y="82"/>
                      <a:pt x="83" y="2"/>
                      <a:pt x="182" y="2"/>
                    </a:cubicBezTo>
                    <a:cubicBezTo>
                      <a:pt x="224" y="2"/>
                      <a:pt x="263" y="17"/>
                      <a:pt x="294" y="41"/>
                    </a:cubicBezTo>
                    <a:cubicBezTo>
                      <a:pt x="263" y="15"/>
                      <a:pt x="223" y="0"/>
                      <a:pt x="179" y="0"/>
                    </a:cubicBezTo>
                    <a:cubicBezTo>
                      <a:pt x="80" y="0"/>
                      <a:pt x="0" y="80"/>
                      <a:pt x="0" y="179"/>
                    </a:cubicBezTo>
                    <a:cubicBezTo>
                      <a:pt x="0" y="236"/>
                      <a:pt x="26" y="286"/>
                      <a:pt x="67" y="319"/>
                    </a:cubicBezTo>
                    <a:cubicBezTo>
                      <a:pt x="28" y="286"/>
                      <a:pt x="3" y="237"/>
                      <a:pt x="3" y="181"/>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8" name="Freeform 28">
              <a:extLst>
                <a:ext uri="{FF2B5EF4-FFF2-40B4-BE49-F238E27FC236}">
                  <a16:creationId xmlns:a16="http://schemas.microsoft.com/office/drawing/2014/main" id="{D2215A58-6B42-41FD-B6A8-EE920F6A40C5}"/>
                </a:ext>
              </a:extLst>
            </p:cNvPr>
            <p:cNvSpPr>
              <a:spLocks/>
            </p:cNvSpPr>
            <p:nvPr/>
          </p:nvSpPr>
          <p:spPr bwMode="auto">
            <a:xfrm>
              <a:off x="4781550" y="4067175"/>
              <a:ext cx="125413" cy="1166813"/>
            </a:xfrm>
            <a:custGeom>
              <a:avLst/>
              <a:gdLst>
                <a:gd name="T0" fmla="*/ 0 w 33"/>
                <a:gd name="T1" fmla="*/ 0 h 305"/>
                <a:gd name="T2" fmla="*/ 0 w 33"/>
                <a:gd name="T3" fmla="*/ 0 h 305"/>
                <a:gd name="T4" fmla="*/ 0 w 33"/>
                <a:gd name="T5" fmla="*/ 202 h 305"/>
                <a:gd name="T6" fmla="*/ 33 w 33"/>
                <a:gd name="T7" fmla="*/ 305 h 305"/>
                <a:gd name="T8" fmla="*/ 33 w 33"/>
                <a:gd name="T9" fmla="*/ 305 h 305"/>
                <a:gd name="T10" fmla="*/ 33 w 33"/>
                <a:gd name="T11" fmla="*/ 94 h 305"/>
                <a:gd name="T12" fmla="*/ 0 w 33"/>
                <a:gd name="T13" fmla="*/ 0 h 305"/>
              </a:gdLst>
              <a:ahLst/>
              <a:cxnLst>
                <a:cxn ang="0">
                  <a:pos x="T0" y="T1"/>
                </a:cxn>
                <a:cxn ang="0">
                  <a:pos x="T2" y="T3"/>
                </a:cxn>
                <a:cxn ang="0">
                  <a:pos x="T4" y="T5"/>
                </a:cxn>
                <a:cxn ang="0">
                  <a:pos x="T6" y="T7"/>
                </a:cxn>
                <a:cxn ang="0">
                  <a:pos x="T8" y="T9"/>
                </a:cxn>
                <a:cxn ang="0">
                  <a:pos x="T10" y="T11"/>
                </a:cxn>
                <a:cxn ang="0">
                  <a:pos x="T12" y="T13"/>
                </a:cxn>
              </a:cxnLst>
              <a:rect l="0" t="0" r="r" b="b"/>
              <a:pathLst>
                <a:path w="33" h="305">
                  <a:moveTo>
                    <a:pt x="0" y="0"/>
                  </a:moveTo>
                  <a:cubicBezTo>
                    <a:pt x="0" y="0"/>
                    <a:pt x="0" y="0"/>
                    <a:pt x="0" y="0"/>
                  </a:cubicBezTo>
                  <a:cubicBezTo>
                    <a:pt x="0" y="202"/>
                    <a:pt x="0" y="202"/>
                    <a:pt x="0" y="202"/>
                  </a:cubicBezTo>
                  <a:cubicBezTo>
                    <a:pt x="21" y="231"/>
                    <a:pt x="33" y="267"/>
                    <a:pt x="33" y="305"/>
                  </a:cubicBezTo>
                  <a:cubicBezTo>
                    <a:pt x="33" y="305"/>
                    <a:pt x="33" y="305"/>
                    <a:pt x="33" y="305"/>
                  </a:cubicBezTo>
                  <a:cubicBezTo>
                    <a:pt x="33" y="94"/>
                    <a:pt x="33" y="94"/>
                    <a:pt x="33" y="94"/>
                  </a:cubicBezTo>
                  <a:cubicBezTo>
                    <a:pt x="14" y="67"/>
                    <a:pt x="2" y="35"/>
                    <a:pt x="0" y="0"/>
                  </a:cubicBezTo>
                  <a:close/>
                </a:path>
              </a:pathLst>
            </a:custGeom>
            <a:gradFill flip="none" rotWithShape="1">
              <a:gsLst>
                <a:gs pos="0">
                  <a:schemeClr val="accent2">
                    <a:lumMod val="75000"/>
                  </a:schemeClr>
                </a:gs>
                <a:gs pos="62820">
                  <a:schemeClr val="accent2"/>
                </a:gs>
                <a:gs pos="35000">
                  <a:schemeClr val="accent2"/>
                </a:gs>
                <a:gs pos="100000">
                  <a:schemeClr val="accent2">
                    <a:lumMod val="7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7" name="Group 46">
            <a:extLst>
              <a:ext uri="{FF2B5EF4-FFF2-40B4-BE49-F238E27FC236}">
                <a16:creationId xmlns:a16="http://schemas.microsoft.com/office/drawing/2014/main" id="{A226681A-F060-49C0-9F54-61DF63442B22}"/>
              </a:ext>
            </a:extLst>
          </p:cNvPr>
          <p:cNvGrpSpPr/>
          <p:nvPr/>
        </p:nvGrpSpPr>
        <p:grpSpPr>
          <a:xfrm>
            <a:off x="3546475" y="4557713"/>
            <a:ext cx="1360488" cy="1363663"/>
            <a:chOff x="3546475" y="4557713"/>
            <a:chExt cx="1360488" cy="1363663"/>
          </a:xfrm>
          <a:effectLst>
            <a:outerShdw blurRad="203200" dist="101600" dir="2700000" algn="tl" rotWithShape="0">
              <a:prstClr val="black">
                <a:alpha val="30000"/>
              </a:prstClr>
            </a:outerShdw>
          </a:effectLst>
        </p:grpSpPr>
        <p:sp>
          <p:nvSpPr>
            <p:cNvPr id="39" name="Freeform 29">
              <a:extLst>
                <a:ext uri="{FF2B5EF4-FFF2-40B4-BE49-F238E27FC236}">
                  <a16:creationId xmlns:a16="http://schemas.microsoft.com/office/drawing/2014/main" id="{D4B77754-3C39-41ED-86F7-7AEAD419F097}"/>
                </a:ext>
              </a:extLst>
            </p:cNvPr>
            <p:cNvSpPr>
              <a:spLocks noEditPoints="1"/>
            </p:cNvSpPr>
            <p:nvPr/>
          </p:nvSpPr>
          <p:spPr bwMode="auto">
            <a:xfrm>
              <a:off x="3546475" y="4557713"/>
              <a:ext cx="1360488" cy="1363663"/>
            </a:xfrm>
            <a:custGeom>
              <a:avLst/>
              <a:gdLst>
                <a:gd name="T0" fmla="*/ 291 w 356"/>
                <a:gd name="T1" fmla="*/ 39 h 357"/>
                <a:gd name="T2" fmla="*/ 179 w 356"/>
                <a:gd name="T3" fmla="*/ 0 h 357"/>
                <a:gd name="T4" fmla="*/ 0 w 356"/>
                <a:gd name="T5" fmla="*/ 179 h 357"/>
                <a:gd name="T6" fmla="*/ 65 w 356"/>
                <a:gd name="T7" fmla="*/ 317 h 357"/>
                <a:gd name="T8" fmla="*/ 73 w 356"/>
                <a:gd name="T9" fmla="*/ 323 h 357"/>
                <a:gd name="T10" fmla="*/ 121 w 356"/>
                <a:gd name="T11" fmla="*/ 348 h 357"/>
                <a:gd name="T12" fmla="*/ 177 w 356"/>
                <a:gd name="T13" fmla="*/ 357 h 357"/>
                <a:gd name="T14" fmla="*/ 356 w 356"/>
                <a:gd name="T15" fmla="*/ 177 h 357"/>
                <a:gd name="T16" fmla="*/ 291 w 356"/>
                <a:gd name="T17" fmla="*/ 39 h 357"/>
                <a:gd name="T18" fmla="*/ 177 w 356"/>
                <a:gd name="T19" fmla="*/ 323 h 357"/>
                <a:gd name="T20" fmla="*/ 30 w 356"/>
                <a:gd name="T21" fmla="*/ 177 h 357"/>
                <a:gd name="T22" fmla="*/ 177 w 356"/>
                <a:gd name="T23" fmla="*/ 31 h 357"/>
                <a:gd name="T24" fmla="*/ 323 w 356"/>
                <a:gd name="T25" fmla="*/ 177 h 357"/>
                <a:gd name="T26" fmla="*/ 177 w 356"/>
                <a:gd name="T27" fmla="*/ 323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6" h="357">
                  <a:moveTo>
                    <a:pt x="291" y="39"/>
                  </a:moveTo>
                  <a:cubicBezTo>
                    <a:pt x="260" y="15"/>
                    <a:pt x="222" y="0"/>
                    <a:pt x="179" y="0"/>
                  </a:cubicBezTo>
                  <a:cubicBezTo>
                    <a:pt x="81" y="0"/>
                    <a:pt x="0" y="81"/>
                    <a:pt x="0" y="179"/>
                  </a:cubicBezTo>
                  <a:cubicBezTo>
                    <a:pt x="0" y="235"/>
                    <a:pt x="25" y="284"/>
                    <a:pt x="65" y="317"/>
                  </a:cubicBezTo>
                  <a:cubicBezTo>
                    <a:pt x="68" y="319"/>
                    <a:pt x="70" y="321"/>
                    <a:pt x="73" y="323"/>
                  </a:cubicBezTo>
                  <a:cubicBezTo>
                    <a:pt x="88" y="334"/>
                    <a:pt x="104" y="342"/>
                    <a:pt x="121" y="348"/>
                  </a:cubicBezTo>
                  <a:cubicBezTo>
                    <a:pt x="139" y="353"/>
                    <a:pt x="157" y="357"/>
                    <a:pt x="177" y="357"/>
                  </a:cubicBezTo>
                  <a:cubicBezTo>
                    <a:pt x="276" y="357"/>
                    <a:pt x="356" y="276"/>
                    <a:pt x="356" y="177"/>
                  </a:cubicBezTo>
                  <a:cubicBezTo>
                    <a:pt x="356" y="122"/>
                    <a:pt x="331" y="72"/>
                    <a:pt x="291" y="39"/>
                  </a:cubicBezTo>
                  <a:close/>
                  <a:moveTo>
                    <a:pt x="177" y="323"/>
                  </a:moveTo>
                  <a:cubicBezTo>
                    <a:pt x="96" y="323"/>
                    <a:pt x="30" y="258"/>
                    <a:pt x="30" y="177"/>
                  </a:cubicBezTo>
                  <a:cubicBezTo>
                    <a:pt x="30" y="97"/>
                    <a:pt x="96" y="31"/>
                    <a:pt x="177" y="31"/>
                  </a:cubicBezTo>
                  <a:cubicBezTo>
                    <a:pt x="257" y="31"/>
                    <a:pt x="323" y="97"/>
                    <a:pt x="323" y="177"/>
                  </a:cubicBezTo>
                  <a:cubicBezTo>
                    <a:pt x="323" y="258"/>
                    <a:pt x="257" y="323"/>
                    <a:pt x="177" y="32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40" name="Freeform 30">
              <a:extLst>
                <a:ext uri="{FF2B5EF4-FFF2-40B4-BE49-F238E27FC236}">
                  <a16:creationId xmlns:a16="http://schemas.microsoft.com/office/drawing/2014/main" id="{B2D89337-F161-4E2A-9366-B8FF5A52FE3E}"/>
                </a:ext>
              </a:extLst>
            </p:cNvPr>
            <p:cNvSpPr>
              <a:spLocks/>
            </p:cNvSpPr>
            <p:nvPr/>
          </p:nvSpPr>
          <p:spPr bwMode="auto">
            <a:xfrm>
              <a:off x="3546475" y="4557713"/>
              <a:ext cx="1169988" cy="1169988"/>
            </a:xfrm>
            <a:custGeom>
              <a:avLst/>
              <a:gdLst>
                <a:gd name="T0" fmla="*/ 3 w 306"/>
                <a:gd name="T1" fmla="*/ 182 h 306"/>
                <a:gd name="T2" fmla="*/ 182 w 306"/>
                <a:gd name="T3" fmla="*/ 3 h 306"/>
                <a:gd name="T4" fmla="*/ 294 w 306"/>
                <a:gd name="T5" fmla="*/ 42 h 306"/>
                <a:gd name="T6" fmla="*/ 306 w 306"/>
                <a:gd name="T7" fmla="*/ 53 h 306"/>
                <a:gd name="T8" fmla="*/ 291 w 306"/>
                <a:gd name="T9" fmla="*/ 39 h 306"/>
                <a:gd name="T10" fmla="*/ 179 w 306"/>
                <a:gd name="T11" fmla="*/ 0 h 306"/>
                <a:gd name="T12" fmla="*/ 0 w 306"/>
                <a:gd name="T13" fmla="*/ 179 h 306"/>
                <a:gd name="T14" fmla="*/ 53 w 306"/>
                <a:gd name="T15" fmla="*/ 306 h 306"/>
                <a:gd name="T16" fmla="*/ 3 w 306"/>
                <a:gd name="T17" fmla="*/ 182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306">
                  <a:moveTo>
                    <a:pt x="3" y="182"/>
                  </a:moveTo>
                  <a:cubicBezTo>
                    <a:pt x="3" y="83"/>
                    <a:pt x="83" y="3"/>
                    <a:pt x="182" y="3"/>
                  </a:cubicBezTo>
                  <a:cubicBezTo>
                    <a:pt x="224" y="3"/>
                    <a:pt x="263" y="17"/>
                    <a:pt x="294" y="42"/>
                  </a:cubicBezTo>
                  <a:cubicBezTo>
                    <a:pt x="298" y="45"/>
                    <a:pt x="302" y="49"/>
                    <a:pt x="306" y="53"/>
                  </a:cubicBezTo>
                  <a:cubicBezTo>
                    <a:pt x="301" y="48"/>
                    <a:pt x="296" y="44"/>
                    <a:pt x="291" y="39"/>
                  </a:cubicBezTo>
                  <a:cubicBezTo>
                    <a:pt x="260" y="15"/>
                    <a:pt x="222" y="0"/>
                    <a:pt x="179" y="0"/>
                  </a:cubicBezTo>
                  <a:cubicBezTo>
                    <a:pt x="81" y="0"/>
                    <a:pt x="0" y="81"/>
                    <a:pt x="0" y="179"/>
                  </a:cubicBezTo>
                  <a:cubicBezTo>
                    <a:pt x="0" y="229"/>
                    <a:pt x="20" y="274"/>
                    <a:pt x="53" y="306"/>
                  </a:cubicBezTo>
                  <a:cubicBezTo>
                    <a:pt x="22" y="274"/>
                    <a:pt x="3" y="230"/>
                    <a:pt x="3" y="18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1" name="Rectangle 31">
            <a:extLst>
              <a:ext uri="{FF2B5EF4-FFF2-40B4-BE49-F238E27FC236}">
                <a16:creationId xmlns:a16="http://schemas.microsoft.com/office/drawing/2014/main" id="{BD1337AB-84CE-4E26-A854-AFC082DC3622}"/>
              </a:ext>
            </a:extLst>
          </p:cNvPr>
          <p:cNvSpPr>
            <a:spLocks noChangeArrowheads="1"/>
          </p:cNvSpPr>
          <p:nvPr/>
        </p:nvSpPr>
        <p:spPr bwMode="auto">
          <a:xfrm>
            <a:off x="3938209" y="4965700"/>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chemeClr val="accent1"/>
                </a:solidFill>
                <a:effectLst/>
                <a:latin typeface="Open Sans" panose="020B0606030504020204" pitchFamily="34" charset="0"/>
              </a:rPr>
              <a:t>01</a:t>
            </a:r>
            <a:endParaRPr kumimoji="0" lang="ru-UA" altLang="ru-UA" sz="1800" b="0" i="0" u="none" strike="noStrike" cap="none" normalizeH="0" baseline="0">
              <a:ln>
                <a:noFill/>
              </a:ln>
              <a:solidFill>
                <a:schemeClr val="accent1"/>
              </a:solidFill>
              <a:effectLst/>
            </a:endParaRPr>
          </a:p>
        </p:txBody>
      </p:sp>
      <p:sp>
        <p:nvSpPr>
          <p:cNvPr id="42" name="Rectangle 32">
            <a:extLst>
              <a:ext uri="{FF2B5EF4-FFF2-40B4-BE49-F238E27FC236}">
                <a16:creationId xmlns:a16="http://schemas.microsoft.com/office/drawing/2014/main" id="{03F45081-E68D-4D2D-80F5-0B541AED2BF2}"/>
              </a:ext>
            </a:extLst>
          </p:cNvPr>
          <p:cNvSpPr>
            <a:spLocks noChangeArrowheads="1"/>
          </p:cNvSpPr>
          <p:nvPr/>
        </p:nvSpPr>
        <p:spPr bwMode="auto">
          <a:xfrm>
            <a:off x="5192334" y="3749675"/>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chemeClr val="accent2"/>
                </a:solidFill>
                <a:effectLst/>
                <a:latin typeface="Open Sans" panose="020B0606030504020204" pitchFamily="34" charset="0"/>
              </a:rPr>
              <a:t>02</a:t>
            </a:r>
            <a:endParaRPr kumimoji="0" lang="ru-UA" altLang="ru-UA" sz="1800" b="0" i="0" u="none" strike="noStrike" cap="none" normalizeH="0" baseline="0">
              <a:ln>
                <a:noFill/>
              </a:ln>
              <a:solidFill>
                <a:schemeClr val="accent2"/>
              </a:solidFill>
              <a:effectLst/>
            </a:endParaRPr>
          </a:p>
        </p:txBody>
      </p:sp>
      <p:sp>
        <p:nvSpPr>
          <p:cNvPr id="43" name="Rectangle 33">
            <a:extLst>
              <a:ext uri="{FF2B5EF4-FFF2-40B4-BE49-F238E27FC236}">
                <a16:creationId xmlns:a16="http://schemas.microsoft.com/office/drawing/2014/main" id="{DCD4AF6D-DD1E-44B6-8A9B-1C908A344885}"/>
              </a:ext>
            </a:extLst>
          </p:cNvPr>
          <p:cNvSpPr>
            <a:spLocks noChangeArrowheads="1"/>
          </p:cNvSpPr>
          <p:nvPr/>
        </p:nvSpPr>
        <p:spPr bwMode="auto">
          <a:xfrm>
            <a:off x="6433759" y="2552700"/>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chemeClr val="accent3"/>
                </a:solidFill>
                <a:effectLst/>
                <a:latin typeface="Open Sans" panose="020B0606030504020204" pitchFamily="34" charset="0"/>
              </a:rPr>
              <a:t>03</a:t>
            </a:r>
            <a:endParaRPr kumimoji="0" lang="ru-UA" altLang="ru-UA" sz="1800" b="0" i="0" u="none" strike="noStrike" cap="none" normalizeH="0" baseline="0">
              <a:ln>
                <a:noFill/>
              </a:ln>
              <a:solidFill>
                <a:schemeClr val="accent3"/>
              </a:solidFill>
              <a:effectLst/>
            </a:endParaRPr>
          </a:p>
        </p:txBody>
      </p:sp>
      <p:sp>
        <p:nvSpPr>
          <p:cNvPr id="44" name="Rectangle 34">
            <a:extLst>
              <a:ext uri="{FF2B5EF4-FFF2-40B4-BE49-F238E27FC236}">
                <a16:creationId xmlns:a16="http://schemas.microsoft.com/office/drawing/2014/main" id="{CD736E3A-71A3-4A3B-B5AE-D38316EA6B0B}"/>
              </a:ext>
            </a:extLst>
          </p:cNvPr>
          <p:cNvSpPr>
            <a:spLocks noChangeArrowheads="1"/>
          </p:cNvSpPr>
          <p:nvPr/>
        </p:nvSpPr>
        <p:spPr bwMode="auto">
          <a:xfrm>
            <a:off x="7660897" y="1314450"/>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chemeClr val="accent4"/>
                </a:solidFill>
                <a:effectLst/>
                <a:latin typeface="Open Sans" panose="020B0606030504020204" pitchFamily="34" charset="0"/>
              </a:rPr>
              <a:t>04</a:t>
            </a:r>
            <a:endParaRPr kumimoji="0" lang="ru-UA" altLang="ru-UA" sz="1800" b="0" i="0" u="none" strike="noStrike" cap="none" normalizeH="0" baseline="0">
              <a:ln>
                <a:noFill/>
              </a:ln>
              <a:solidFill>
                <a:schemeClr val="accent4"/>
              </a:solidFill>
              <a:effectLst/>
            </a:endParaRPr>
          </a:p>
        </p:txBody>
      </p:sp>
      <p:sp>
        <p:nvSpPr>
          <p:cNvPr id="53" name="Rectangle 43">
            <a:extLst>
              <a:ext uri="{FF2B5EF4-FFF2-40B4-BE49-F238E27FC236}">
                <a16:creationId xmlns:a16="http://schemas.microsoft.com/office/drawing/2014/main" id="{39F25D5E-42A0-4196-BD2F-4D7D064E8FB8}"/>
              </a:ext>
            </a:extLst>
          </p:cNvPr>
          <p:cNvSpPr>
            <a:spLocks noChangeArrowheads="1"/>
          </p:cNvSpPr>
          <p:nvPr/>
        </p:nvSpPr>
        <p:spPr bwMode="auto">
          <a:xfrm>
            <a:off x="6367463" y="5229226"/>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4"/>
                </a:solidFill>
                <a:effectLst/>
                <a:latin typeface="Open Sans" panose="020B0606030504020204" pitchFamily="34" charset="0"/>
              </a:rPr>
              <a:t>INFODATA 04</a:t>
            </a:r>
            <a:endParaRPr kumimoji="0" lang="ru-UA" altLang="ru-UA" sz="1800" b="0" i="0" u="none" strike="noStrike" cap="none" normalizeH="0" baseline="0">
              <a:ln>
                <a:noFill/>
              </a:ln>
              <a:solidFill>
                <a:schemeClr val="accent4"/>
              </a:solidFill>
              <a:effectLst/>
            </a:endParaRPr>
          </a:p>
        </p:txBody>
      </p:sp>
      <p:sp>
        <p:nvSpPr>
          <p:cNvPr id="54" name="Rectangle 44">
            <a:extLst>
              <a:ext uri="{FF2B5EF4-FFF2-40B4-BE49-F238E27FC236}">
                <a16:creationId xmlns:a16="http://schemas.microsoft.com/office/drawing/2014/main" id="{103B8ABE-20DA-4E42-A03E-47AA75F2CA91}"/>
              </a:ext>
            </a:extLst>
          </p:cNvPr>
          <p:cNvSpPr>
            <a:spLocks noChangeArrowheads="1"/>
          </p:cNvSpPr>
          <p:nvPr/>
        </p:nvSpPr>
        <p:spPr bwMode="auto">
          <a:xfrm>
            <a:off x="3300413" y="2263776"/>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2"/>
                </a:solidFill>
                <a:effectLst/>
                <a:latin typeface="Open Sans" panose="020B0606030504020204" pitchFamily="34" charset="0"/>
              </a:rPr>
              <a:t>INFODATA 02</a:t>
            </a:r>
            <a:endParaRPr kumimoji="0" lang="ru-UA" altLang="ru-UA" sz="1800" b="0" i="0" u="none" strike="noStrike" cap="none" normalizeH="0" baseline="0">
              <a:ln>
                <a:noFill/>
              </a:ln>
              <a:solidFill>
                <a:schemeClr val="accent2"/>
              </a:solidFill>
              <a:effectLst/>
            </a:endParaRPr>
          </a:p>
        </p:txBody>
      </p:sp>
      <p:sp>
        <p:nvSpPr>
          <p:cNvPr id="55" name="Rectangle 45">
            <a:extLst>
              <a:ext uri="{FF2B5EF4-FFF2-40B4-BE49-F238E27FC236}">
                <a16:creationId xmlns:a16="http://schemas.microsoft.com/office/drawing/2014/main" id="{72BE87C6-2A23-43E3-989E-DD285E35097C}"/>
              </a:ext>
            </a:extLst>
          </p:cNvPr>
          <p:cNvSpPr>
            <a:spLocks noChangeArrowheads="1"/>
          </p:cNvSpPr>
          <p:nvPr/>
        </p:nvSpPr>
        <p:spPr bwMode="auto">
          <a:xfrm>
            <a:off x="4572001" y="825501"/>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1"/>
                </a:solidFill>
                <a:effectLst/>
                <a:latin typeface="Open Sans" panose="020B0606030504020204" pitchFamily="34" charset="0"/>
              </a:rPr>
              <a:t>INFODATA 01</a:t>
            </a:r>
            <a:endParaRPr kumimoji="0" lang="ru-UA" altLang="ru-UA" sz="1800" b="0" i="0" u="none" strike="noStrike" cap="none" normalizeH="0" baseline="0">
              <a:ln>
                <a:noFill/>
              </a:ln>
              <a:solidFill>
                <a:schemeClr val="accent1"/>
              </a:solidFill>
              <a:effectLst/>
            </a:endParaRPr>
          </a:p>
        </p:txBody>
      </p:sp>
      <p:sp>
        <p:nvSpPr>
          <p:cNvPr id="56" name="Rectangle 46">
            <a:extLst>
              <a:ext uri="{FF2B5EF4-FFF2-40B4-BE49-F238E27FC236}">
                <a16:creationId xmlns:a16="http://schemas.microsoft.com/office/drawing/2014/main" id="{C55308BA-4C78-4A45-960F-5FBB06BFF391}"/>
              </a:ext>
            </a:extLst>
          </p:cNvPr>
          <p:cNvSpPr>
            <a:spLocks noChangeArrowheads="1"/>
          </p:cNvSpPr>
          <p:nvPr/>
        </p:nvSpPr>
        <p:spPr bwMode="auto">
          <a:xfrm>
            <a:off x="7631113" y="3830638"/>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3"/>
                </a:solidFill>
                <a:effectLst/>
                <a:latin typeface="Open Sans" panose="020B0606030504020204" pitchFamily="34" charset="0"/>
              </a:rPr>
              <a:t>INFODATA 03</a:t>
            </a:r>
            <a:endParaRPr kumimoji="0" lang="ru-UA" altLang="ru-UA" sz="1800" b="0" i="0" u="none" strike="noStrike" cap="none" normalizeH="0" baseline="0">
              <a:ln>
                <a:noFill/>
              </a:ln>
              <a:solidFill>
                <a:schemeClr val="accent3"/>
              </a:solidFill>
              <a:effectLst/>
            </a:endParaRPr>
          </a:p>
        </p:txBody>
      </p:sp>
      <p:sp>
        <p:nvSpPr>
          <p:cNvPr id="57" name="Text Placeholder 33">
            <a:extLst>
              <a:ext uri="{FF2B5EF4-FFF2-40B4-BE49-F238E27FC236}">
                <a16:creationId xmlns:a16="http://schemas.microsoft.com/office/drawing/2014/main" id="{8E8B2D66-BBCD-4407-A7D3-88FFFA028F33}"/>
              </a:ext>
            </a:extLst>
          </p:cNvPr>
          <p:cNvSpPr txBox="1">
            <a:spLocks/>
          </p:cNvSpPr>
          <p:nvPr/>
        </p:nvSpPr>
        <p:spPr>
          <a:xfrm>
            <a:off x="7514431" y="4057650"/>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p>
        </p:txBody>
      </p:sp>
      <p:sp>
        <p:nvSpPr>
          <p:cNvPr id="58" name="Text Placeholder 33">
            <a:extLst>
              <a:ext uri="{FF2B5EF4-FFF2-40B4-BE49-F238E27FC236}">
                <a16:creationId xmlns:a16="http://schemas.microsoft.com/office/drawing/2014/main" id="{428252C6-7C09-452B-8779-9B4419E67AD2}"/>
              </a:ext>
            </a:extLst>
          </p:cNvPr>
          <p:cNvSpPr txBox="1">
            <a:spLocks/>
          </p:cNvSpPr>
          <p:nvPr/>
        </p:nvSpPr>
        <p:spPr>
          <a:xfrm>
            <a:off x="6276976" y="5472112"/>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p>
        </p:txBody>
      </p:sp>
      <p:sp>
        <p:nvSpPr>
          <p:cNvPr id="59" name="Text Placeholder 33">
            <a:extLst>
              <a:ext uri="{FF2B5EF4-FFF2-40B4-BE49-F238E27FC236}">
                <a16:creationId xmlns:a16="http://schemas.microsoft.com/office/drawing/2014/main" id="{28D17C2B-C9C7-4C53-88C4-265DA0FE1C65}"/>
              </a:ext>
            </a:extLst>
          </p:cNvPr>
          <p:cNvSpPr txBox="1">
            <a:spLocks/>
          </p:cNvSpPr>
          <p:nvPr/>
        </p:nvSpPr>
        <p:spPr>
          <a:xfrm>
            <a:off x="3035800" y="1046485"/>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p>
        </p:txBody>
      </p:sp>
      <p:sp>
        <p:nvSpPr>
          <p:cNvPr id="60" name="Text Placeholder 33">
            <a:extLst>
              <a:ext uri="{FF2B5EF4-FFF2-40B4-BE49-F238E27FC236}">
                <a16:creationId xmlns:a16="http://schemas.microsoft.com/office/drawing/2014/main" id="{101D7ED4-19EC-46E9-9D52-ADDC3209409B}"/>
              </a:ext>
            </a:extLst>
          </p:cNvPr>
          <p:cNvSpPr txBox="1">
            <a:spLocks/>
          </p:cNvSpPr>
          <p:nvPr/>
        </p:nvSpPr>
        <p:spPr>
          <a:xfrm>
            <a:off x="1716883" y="2540000"/>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p>
        </p:txBody>
      </p:sp>
    </p:spTree>
    <p:extLst>
      <p:ext uri="{BB962C8B-B14F-4D97-AF65-F5344CB8AC3E}">
        <p14:creationId xmlns:p14="http://schemas.microsoft.com/office/powerpoint/2010/main" val="237286959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7000">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14:bounceEnd="67000">
                                          <p:cBhvr additive="base">
                                            <p:cTn id="7" dur="1000" fill="hold"/>
                                            <p:tgtEl>
                                              <p:spTgt spid="47"/>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47"/>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14:presetBounceEnd="67000">
                                      <p:stCondLst>
                                        <p:cond delay="250"/>
                                      </p:stCondLst>
                                      <p:childTnLst>
                                        <p:set>
                                          <p:cBhvr>
                                            <p:cTn id="10" dur="1" fill="hold">
                                              <p:stCondLst>
                                                <p:cond delay="0"/>
                                              </p:stCondLst>
                                            </p:cTn>
                                            <p:tgtEl>
                                              <p:spTgt spid="50"/>
                                            </p:tgtEl>
                                            <p:attrNameLst>
                                              <p:attrName>style.visibility</p:attrName>
                                            </p:attrNameLst>
                                          </p:cBhvr>
                                          <p:to>
                                            <p:strVal val="visible"/>
                                          </p:to>
                                        </p:set>
                                        <p:anim calcmode="lin" valueType="num" p14:bounceEnd="67000">
                                          <p:cBhvr additive="base">
                                            <p:cTn id="11" dur="1000" fill="hold"/>
                                            <p:tgtEl>
                                              <p:spTgt spid="50"/>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50"/>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7000">
                                      <p:stCondLst>
                                        <p:cond delay="500"/>
                                      </p:stCondLst>
                                      <p:childTnLst>
                                        <p:set>
                                          <p:cBhvr>
                                            <p:cTn id="14" dur="1" fill="hold">
                                              <p:stCondLst>
                                                <p:cond delay="0"/>
                                              </p:stCondLst>
                                            </p:cTn>
                                            <p:tgtEl>
                                              <p:spTgt spid="51"/>
                                            </p:tgtEl>
                                            <p:attrNameLst>
                                              <p:attrName>style.visibility</p:attrName>
                                            </p:attrNameLst>
                                          </p:cBhvr>
                                          <p:to>
                                            <p:strVal val="visible"/>
                                          </p:to>
                                        </p:set>
                                        <p:anim calcmode="lin" valueType="num" p14:bounceEnd="67000">
                                          <p:cBhvr additive="base">
                                            <p:cTn id="15" dur="1000" fill="hold"/>
                                            <p:tgtEl>
                                              <p:spTgt spid="51"/>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51"/>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67000">
                                      <p:stCondLst>
                                        <p:cond delay="750"/>
                                      </p:stCondLst>
                                      <p:childTnLst>
                                        <p:set>
                                          <p:cBhvr>
                                            <p:cTn id="18" dur="1" fill="hold">
                                              <p:stCondLst>
                                                <p:cond delay="0"/>
                                              </p:stCondLst>
                                            </p:cTn>
                                            <p:tgtEl>
                                              <p:spTgt spid="52"/>
                                            </p:tgtEl>
                                            <p:attrNameLst>
                                              <p:attrName>style.visibility</p:attrName>
                                            </p:attrNameLst>
                                          </p:cBhvr>
                                          <p:to>
                                            <p:strVal val="visible"/>
                                          </p:to>
                                        </p:set>
                                        <p:anim calcmode="lin" valueType="num" p14:bounceEnd="67000">
                                          <p:cBhvr additive="base">
                                            <p:cTn id="19" dur="1000" fill="hold"/>
                                            <p:tgtEl>
                                              <p:spTgt spid="52"/>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52"/>
                                            </p:tgtEl>
                                            <p:attrNameLst>
                                              <p:attrName>ppt_y</p:attrName>
                                            </p:attrNameLst>
                                          </p:cBhvr>
                                          <p:tavLst>
                                            <p:tav tm="0">
                                              <p:val>
                                                <p:strVal val="0-#ppt_h/2"/>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41"/>
                                            </p:tgtEl>
                                            <p:attrNameLst>
                                              <p:attrName>style.visibility</p:attrName>
                                            </p:attrNameLst>
                                          </p:cBhvr>
                                          <p:to>
                                            <p:strVal val="visible"/>
                                          </p:to>
                                        </p:set>
                                        <p:anim calcmode="lin" valueType="num">
                                          <p:cBhvr>
                                            <p:cTn id="23" dur="750" fill="hold"/>
                                            <p:tgtEl>
                                              <p:spTgt spid="41"/>
                                            </p:tgtEl>
                                            <p:attrNameLst>
                                              <p:attrName>ppt_w</p:attrName>
                                            </p:attrNameLst>
                                          </p:cBhvr>
                                          <p:tavLst>
                                            <p:tav tm="0">
                                              <p:val>
                                                <p:fltVal val="0"/>
                                              </p:val>
                                            </p:tav>
                                            <p:tav tm="100000">
                                              <p:val>
                                                <p:strVal val="#ppt_w"/>
                                              </p:val>
                                            </p:tav>
                                          </p:tavLst>
                                        </p:anim>
                                        <p:anim calcmode="lin" valueType="num">
                                          <p:cBhvr>
                                            <p:cTn id="24" dur="750" fill="hold"/>
                                            <p:tgtEl>
                                              <p:spTgt spid="41"/>
                                            </p:tgtEl>
                                            <p:attrNameLst>
                                              <p:attrName>ppt_h</p:attrName>
                                            </p:attrNameLst>
                                          </p:cBhvr>
                                          <p:tavLst>
                                            <p:tav tm="0">
                                              <p:val>
                                                <p:fltVal val="0"/>
                                              </p:val>
                                            </p:tav>
                                            <p:tav tm="100000">
                                              <p:val>
                                                <p:strVal val="#ppt_h"/>
                                              </p:val>
                                            </p:tav>
                                          </p:tavLst>
                                        </p:anim>
                                        <p:animEffect transition="in" filter="fade">
                                          <p:cBhvr>
                                            <p:cTn id="25" dur="750"/>
                                            <p:tgtEl>
                                              <p:spTgt spid="41"/>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42"/>
                                            </p:tgtEl>
                                            <p:attrNameLst>
                                              <p:attrName>style.visibility</p:attrName>
                                            </p:attrNameLst>
                                          </p:cBhvr>
                                          <p:to>
                                            <p:strVal val="visible"/>
                                          </p:to>
                                        </p:set>
                                        <p:anim calcmode="lin" valueType="num">
                                          <p:cBhvr>
                                            <p:cTn id="28" dur="750" fill="hold"/>
                                            <p:tgtEl>
                                              <p:spTgt spid="42"/>
                                            </p:tgtEl>
                                            <p:attrNameLst>
                                              <p:attrName>ppt_w</p:attrName>
                                            </p:attrNameLst>
                                          </p:cBhvr>
                                          <p:tavLst>
                                            <p:tav tm="0">
                                              <p:val>
                                                <p:fltVal val="0"/>
                                              </p:val>
                                            </p:tav>
                                            <p:tav tm="100000">
                                              <p:val>
                                                <p:strVal val="#ppt_w"/>
                                              </p:val>
                                            </p:tav>
                                          </p:tavLst>
                                        </p:anim>
                                        <p:anim calcmode="lin" valueType="num">
                                          <p:cBhvr>
                                            <p:cTn id="29" dur="750" fill="hold"/>
                                            <p:tgtEl>
                                              <p:spTgt spid="42"/>
                                            </p:tgtEl>
                                            <p:attrNameLst>
                                              <p:attrName>ppt_h</p:attrName>
                                            </p:attrNameLst>
                                          </p:cBhvr>
                                          <p:tavLst>
                                            <p:tav tm="0">
                                              <p:val>
                                                <p:fltVal val="0"/>
                                              </p:val>
                                            </p:tav>
                                            <p:tav tm="100000">
                                              <p:val>
                                                <p:strVal val="#ppt_h"/>
                                              </p:val>
                                            </p:tav>
                                          </p:tavLst>
                                        </p:anim>
                                        <p:animEffect transition="in" filter="fade">
                                          <p:cBhvr>
                                            <p:cTn id="30" dur="750"/>
                                            <p:tgtEl>
                                              <p:spTgt spid="42"/>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43"/>
                                            </p:tgtEl>
                                            <p:attrNameLst>
                                              <p:attrName>style.visibility</p:attrName>
                                            </p:attrNameLst>
                                          </p:cBhvr>
                                          <p:to>
                                            <p:strVal val="visible"/>
                                          </p:to>
                                        </p:set>
                                        <p:anim calcmode="lin" valueType="num">
                                          <p:cBhvr>
                                            <p:cTn id="33" dur="750" fill="hold"/>
                                            <p:tgtEl>
                                              <p:spTgt spid="43"/>
                                            </p:tgtEl>
                                            <p:attrNameLst>
                                              <p:attrName>ppt_w</p:attrName>
                                            </p:attrNameLst>
                                          </p:cBhvr>
                                          <p:tavLst>
                                            <p:tav tm="0">
                                              <p:val>
                                                <p:fltVal val="0"/>
                                              </p:val>
                                            </p:tav>
                                            <p:tav tm="100000">
                                              <p:val>
                                                <p:strVal val="#ppt_w"/>
                                              </p:val>
                                            </p:tav>
                                          </p:tavLst>
                                        </p:anim>
                                        <p:anim calcmode="lin" valueType="num">
                                          <p:cBhvr>
                                            <p:cTn id="34" dur="750" fill="hold"/>
                                            <p:tgtEl>
                                              <p:spTgt spid="43"/>
                                            </p:tgtEl>
                                            <p:attrNameLst>
                                              <p:attrName>ppt_h</p:attrName>
                                            </p:attrNameLst>
                                          </p:cBhvr>
                                          <p:tavLst>
                                            <p:tav tm="0">
                                              <p:val>
                                                <p:fltVal val="0"/>
                                              </p:val>
                                            </p:tav>
                                            <p:tav tm="100000">
                                              <p:val>
                                                <p:strVal val="#ppt_h"/>
                                              </p:val>
                                            </p:tav>
                                          </p:tavLst>
                                        </p:anim>
                                        <p:animEffect transition="in" filter="fade">
                                          <p:cBhvr>
                                            <p:cTn id="35" dur="750"/>
                                            <p:tgtEl>
                                              <p:spTgt spid="43"/>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44"/>
                                            </p:tgtEl>
                                            <p:attrNameLst>
                                              <p:attrName>style.visibility</p:attrName>
                                            </p:attrNameLst>
                                          </p:cBhvr>
                                          <p:to>
                                            <p:strVal val="visible"/>
                                          </p:to>
                                        </p:set>
                                        <p:anim calcmode="lin" valueType="num">
                                          <p:cBhvr>
                                            <p:cTn id="38" dur="750" fill="hold"/>
                                            <p:tgtEl>
                                              <p:spTgt spid="44"/>
                                            </p:tgtEl>
                                            <p:attrNameLst>
                                              <p:attrName>ppt_w</p:attrName>
                                            </p:attrNameLst>
                                          </p:cBhvr>
                                          <p:tavLst>
                                            <p:tav tm="0">
                                              <p:val>
                                                <p:fltVal val="0"/>
                                              </p:val>
                                            </p:tav>
                                            <p:tav tm="100000">
                                              <p:val>
                                                <p:strVal val="#ppt_w"/>
                                              </p:val>
                                            </p:tav>
                                          </p:tavLst>
                                        </p:anim>
                                        <p:anim calcmode="lin" valueType="num">
                                          <p:cBhvr>
                                            <p:cTn id="39" dur="750" fill="hold"/>
                                            <p:tgtEl>
                                              <p:spTgt spid="44"/>
                                            </p:tgtEl>
                                            <p:attrNameLst>
                                              <p:attrName>ppt_h</p:attrName>
                                            </p:attrNameLst>
                                          </p:cBhvr>
                                          <p:tavLst>
                                            <p:tav tm="0">
                                              <p:val>
                                                <p:fltVal val="0"/>
                                              </p:val>
                                            </p:tav>
                                            <p:tav tm="100000">
                                              <p:val>
                                                <p:strVal val="#ppt_h"/>
                                              </p:val>
                                            </p:tav>
                                          </p:tavLst>
                                        </p:anim>
                                        <p:animEffect transition="in" filter="fade">
                                          <p:cBhvr>
                                            <p:cTn id="40" dur="750"/>
                                            <p:tgtEl>
                                              <p:spTgt spid="44"/>
                                            </p:tgtEl>
                                          </p:cBhvr>
                                        </p:animEffect>
                                      </p:childTnLst>
                                    </p:cTn>
                                  </p:par>
                                  <p:par>
                                    <p:cTn id="41" presetID="2" presetClass="entr" presetSubtype="8" fill="hold" grpId="0" nodeType="withEffect" p14:presetBounceEnd="67000">
                                      <p:stCondLst>
                                        <p:cond delay="1250"/>
                                      </p:stCondLst>
                                      <p:childTnLst>
                                        <p:set>
                                          <p:cBhvr>
                                            <p:cTn id="42" dur="1" fill="hold">
                                              <p:stCondLst>
                                                <p:cond delay="0"/>
                                              </p:stCondLst>
                                            </p:cTn>
                                            <p:tgtEl>
                                              <p:spTgt spid="55"/>
                                            </p:tgtEl>
                                            <p:attrNameLst>
                                              <p:attrName>style.visibility</p:attrName>
                                            </p:attrNameLst>
                                          </p:cBhvr>
                                          <p:to>
                                            <p:strVal val="visible"/>
                                          </p:to>
                                        </p:set>
                                        <p:anim calcmode="lin" valueType="num" p14:bounceEnd="67000">
                                          <p:cBhvr additive="base">
                                            <p:cTn id="43" dur="1000" fill="hold"/>
                                            <p:tgtEl>
                                              <p:spTgt spid="55"/>
                                            </p:tgtEl>
                                            <p:attrNameLst>
                                              <p:attrName>ppt_x</p:attrName>
                                            </p:attrNameLst>
                                          </p:cBhvr>
                                          <p:tavLst>
                                            <p:tav tm="0">
                                              <p:val>
                                                <p:strVal val="0-#ppt_w/2"/>
                                              </p:val>
                                            </p:tav>
                                            <p:tav tm="100000">
                                              <p:val>
                                                <p:strVal val="#ppt_x"/>
                                              </p:val>
                                            </p:tav>
                                          </p:tavLst>
                                        </p:anim>
                                        <p:anim calcmode="lin" valueType="num" p14:bounceEnd="67000">
                                          <p:cBhvr additive="base">
                                            <p:cTn id="44" dur="10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7000">
                                      <p:stCondLst>
                                        <p:cond delay="1250"/>
                                      </p:stCondLst>
                                      <p:childTnLst>
                                        <p:set>
                                          <p:cBhvr>
                                            <p:cTn id="46" dur="1" fill="hold">
                                              <p:stCondLst>
                                                <p:cond delay="0"/>
                                              </p:stCondLst>
                                            </p:cTn>
                                            <p:tgtEl>
                                              <p:spTgt spid="59"/>
                                            </p:tgtEl>
                                            <p:attrNameLst>
                                              <p:attrName>style.visibility</p:attrName>
                                            </p:attrNameLst>
                                          </p:cBhvr>
                                          <p:to>
                                            <p:strVal val="visible"/>
                                          </p:to>
                                        </p:set>
                                        <p:anim calcmode="lin" valueType="num" p14:bounceEnd="67000">
                                          <p:cBhvr additive="base">
                                            <p:cTn id="47" dur="1000" fill="hold"/>
                                            <p:tgtEl>
                                              <p:spTgt spid="59"/>
                                            </p:tgtEl>
                                            <p:attrNameLst>
                                              <p:attrName>ppt_x</p:attrName>
                                            </p:attrNameLst>
                                          </p:cBhvr>
                                          <p:tavLst>
                                            <p:tav tm="0">
                                              <p:val>
                                                <p:strVal val="0-#ppt_w/2"/>
                                              </p:val>
                                            </p:tav>
                                            <p:tav tm="100000">
                                              <p:val>
                                                <p:strVal val="#ppt_x"/>
                                              </p:val>
                                            </p:tav>
                                          </p:tavLst>
                                        </p:anim>
                                        <p:anim calcmode="lin" valueType="num" p14:bounceEnd="67000">
                                          <p:cBhvr additive="base">
                                            <p:cTn id="48" dur="1000" fill="hold"/>
                                            <p:tgtEl>
                                              <p:spTgt spid="59"/>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14:presetBounceEnd="67000">
                                      <p:stCondLst>
                                        <p:cond delay="1250"/>
                                      </p:stCondLst>
                                      <p:childTnLst>
                                        <p:set>
                                          <p:cBhvr>
                                            <p:cTn id="50" dur="1" fill="hold">
                                              <p:stCondLst>
                                                <p:cond delay="0"/>
                                              </p:stCondLst>
                                            </p:cTn>
                                            <p:tgtEl>
                                              <p:spTgt spid="54"/>
                                            </p:tgtEl>
                                            <p:attrNameLst>
                                              <p:attrName>style.visibility</p:attrName>
                                            </p:attrNameLst>
                                          </p:cBhvr>
                                          <p:to>
                                            <p:strVal val="visible"/>
                                          </p:to>
                                        </p:set>
                                        <p:anim calcmode="lin" valueType="num" p14:bounceEnd="67000">
                                          <p:cBhvr additive="base">
                                            <p:cTn id="51" dur="1000" fill="hold"/>
                                            <p:tgtEl>
                                              <p:spTgt spid="54"/>
                                            </p:tgtEl>
                                            <p:attrNameLst>
                                              <p:attrName>ppt_x</p:attrName>
                                            </p:attrNameLst>
                                          </p:cBhvr>
                                          <p:tavLst>
                                            <p:tav tm="0">
                                              <p:val>
                                                <p:strVal val="0-#ppt_w/2"/>
                                              </p:val>
                                            </p:tav>
                                            <p:tav tm="100000">
                                              <p:val>
                                                <p:strVal val="#ppt_x"/>
                                              </p:val>
                                            </p:tav>
                                          </p:tavLst>
                                        </p:anim>
                                        <p:anim calcmode="lin" valueType="num" p14:bounceEnd="67000">
                                          <p:cBhvr additive="base">
                                            <p:cTn id="52" dur="1000" fill="hold"/>
                                            <p:tgtEl>
                                              <p:spTgt spid="54"/>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14:presetBounceEnd="67000">
                                      <p:stCondLst>
                                        <p:cond delay="1250"/>
                                      </p:stCondLst>
                                      <p:childTnLst>
                                        <p:set>
                                          <p:cBhvr>
                                            <p:cTn id="54" dur="1" fill="hold">
                                              <p:stCondLst>
                                                <p:cond delay="0"/>
                                              </p:stCondLst>
                                            </p:cTn>
                                            <p:tgtEl>
                                              <p:spTgt spid="60"/>
                                            </p:tgtEl>
                                            <p:attrNameLst>
                                              <p:attrName>style.visibility</p:attrName>
                                            </p:attrNameLst>
                                          </p:cBhvr>
                                          <p:to>
                                            <p:strVal val="visible"/>
                                          </p:to>
                                        </p:set>
                                        <p:anim calcmode="lin" valueType="num" p14:bounceEnd="67000">
                                          <p:cBhvr additive="base">
                                            <p:cTn id="55" dur="1000" fill="hold"/>
                                            <p:tgtEl>
                                              <p:spTgt spid="60"/>
                                            </p:tgtEl>
                                            <p:attrNameLst>
                                              <p:attrName>ppt_x</p:attrName>
                                            </p:attrNameLst>
                                          </p:cBhvr>
                                          <p:tavLst>
                                            <p:tav tm="0">
                                              <p:val>
                                                <p:strVal val="0-#ppt_w/2"/>
                                              </p:val>
                                            </p:tav>
                                            <p:tav tm="100000">
                                              <p:val>
                                                <p:strVal val="#ppt_x"/>
                                              </p:val>
                                            </p:tav>
                                          </p:tavLst>
                                        </p:anim>
                                        <p:anim calcmode="lin" valueType="num" p14:bounceEnd="67000">
                                          <p:cBhvr additive="base">
                                            <p:cTn id="56" dur="1000" fill="hold"/>
                                            <p:tgtEl>
                                              <p:spTgt spid="60"/>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14:presetBounceEnd="67000">
                                      <p:stCondLst>
                                        <p:cond delay="1250"/>
                                      </p:stCondLst>
                                      <p:childTnLst>
                                        <p:set>
                                          <p:cBhvr>
                                            <p:cTn id="58" dur="1" fill="hold">
                                              <p:stCondLst>
                                                <p:cond delay="0"/>
                                              </p:stCondLst>
                                            </p:cTn>
                                            <p:tgtEl>
                                              <p:spTgt spid="56"/>
                                            </p:tgtEl>
                                            <p:attrNameLst>
                                              <p:attrName>style.visibility</p:attrName>
                                            </p:attrNameLst>
                                          </p:cBhvr>
                                          <p:to>
                                            <p:strVal val="visible"/>
                                          </p:to>
                                        </p:set>
                                        <p:anim calcmode="lin" valueType="num" p14:bounceEnd="67000">
                                          <p:cBhvr additive="base">
                                            <p:cTn id="59" dur="1000" fill="hold"/>
                                            <p:tgtEl>
                                              <p:spTgt spid="56"/>
                                            </p:tgtEl>
                                            <p:attrNameLst>
                                              <p:attrName>ppt_x</p:attrName>
                                            </p:attrNameLst>
                                          </p:cBhvr>
                                          <p:tavLst>
                                            <p:tav tm="0">
                                              <p:val>
                                                <p:strVal val="1+#ppt_w/2"/>
                                              </p:val>
                                            </p:tav>
                                            <p:tav tm="100000">
                                              <p:val>
                                                <p:strVal val="#ppt_x"/>
                                              </p:val>
                                            </p:tav>
                                          </p:tavLst>
                                        </p:anim>
                                        <p:anim calcmode="lin" valueType="num" p14:bounceEnd="67000">
                                          <p:cBhvr additive="base">
                                            <p:cTn id="60" dur="1000" fill="hold"/>
                                            <p:tgtEl>
                                              <p:spTgt spid="5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14:presetBounceEnd="67000">
                                      <p:stCondLst>
                                        <p:cond delay="1250"/>
                                      </p:stCondLst>
                                      <p:childTnLst>
                                        <p:set>
                                          <p:cBhvr>
                                            <p:cTn id="62" dur="1" fill="hold">
                                              <p:stCondLst>
                                                <p:cond delay="0"/>
                                              </p:stCondLst>
                                            </p:cTn>
                                            <p:tgtEl>
                                              <p:spTgt spid="57"/>
                                            </p:tgtEl>
                                            <p:attrNameLst>
                                              <p:attrName>style.visibility</p:attrName>
                                            </p:attrNameLst>
                                          </p:cBhvr>
                                          <p:to>
                                            <p:strVal val="visible"/>
                                          </p:to>
                                        </p:set>
                                        <p:anim calcmode="lin" valueType="num" p14:bounceEnd="67000">
                                          <p:cBhvr additive="base">
                                            <p:cTn id="63" dur="1000" fill="hold"/>
                                            <p:tgtEl>
                                              <p:spTgt spid="57"/>
                                            </p:tgtEl>
                                            <p:attrNameLst>
                                              <p:attrName>ppt_x</p:attrName>
                                            </p:attrNameLst>
                                          </p:cBhvr>
                                          <p:tavLst>
                                            <p:tav tm="0">
                                              <p:val>
                                                <p:strVal val="1+#ppt_w/2"/>
                                              </p:val>
                                            </p:tav>
                                            <p:tav tm="100000">
                                              <p:val>
                                                <p:strVal val="#ppt_x"/>
                                              </p:val>
                                            </p:tav>
                                          </p:tavLst>
                                        </p:anim>
                                        <p:anim calcmode="lin" valueType="num" p14:bounceEnd="67000">
                                          <p:cBhvr additive="base">
                                            <p:cTn id="64" dur="1000" fill="hold"/>
                                            <p:tgtEl>
                                              <p:spTgt spid="5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14:presetBounceEnd="67000">
                                      <p:stCondLst>
                                        <p:cond delay="1250"/>
                                      </p:stCondLst>
                                      <p:childTnLst>
                                        <p:set>
                                          <p:cBhvr>
                                            <p:cTn id="66" dur="1" fill="hold">
                                              <p:stCondLst>
                                                <p:cond delay="0"/>
                                              </p:stCondLst>
                                            </p:cTn>
                                            <p:tgtEl>
                                              <p:spTgt spid="53"/>
                                            </p:tgtEl>
                                            <p:attrNameLst>
                                              <p:attrName>style.visibility</p:attrName>
                                            </p:attrNameLst>
                                          </p:cBhvr>
                                          <p:to>
                                            <p:strVal val="visible"/>
                                          </p:to>
                                        </p:set>
                                        <p:anim calcmode="lin" valueType="num" p14:bounceEnd="67000">
                                          <p:cBhvr additive="base">
                                            <p:cTn id="67" dur="1000" fill="hold"/>
                                            <p:tgtEl>
                                              <p:spTgt spid="53"/>
                                            </p:tgtEl>
                                            <p:attrNameLst>
                                              <p:attrName>ppt_x</p:attrName>
                                            </p:attrNameLst>
                                          </p:cBhvr>
                                          <p:tavLst>
                                            <p:tav tm="0">
                                              <p:val>
                                                <p:strVal val="1+#ppt_w/2"/>
                                              </p:val>
                                            </p:tav>
                                            <p:tav tm="100000">
                                              <p:val>
                                                <p:strVal val="#ppt_x"/>
                                              </p:val>
                                            </p:tav>
                                          </p:tavLst>
                                        </p:anim>
                                        <p:anim calcmode="lin" valueType="num" p14:bounceEnd="67000">
                                          <p:cBhvr additive="base">
                                            <p:cTn id="68" dur="1000" fill="hold"/>
                                            <p:tgtEl>
                                              <p:spTgt spid="53"/>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14:presetBounceEnd="67000">
                                      <p:stCondLst>
                                        <p:cond delay="1250"/>
                                      </p:stCondLst>
                                      <p:childTnLst>
                                        <p:set>
                                          <p:cBhvr>
                                            <p:cTn id="70" dur="1" fill="hold">
                                              <p:stCondLst>
                                                <p:cond delay="0"/>
                                              </p:stCondLst>
                                            </p:cTn>
                                            <p:tgtEl>
                                              <p:spTgt spid="58"/>
                                            </p:tgtEl>
                                            <p:attrNameLst>
                                              <p:attrName>style.visibility</p:attrName>
                                            </p:attrNameLst>
                                          </p:cBhvr>
                                          <p:to>
                                            <p:strVal val="visible"/>
                                          </p:to>
                                        </p:set>
                                        <p:anim calcmode="lin" valueType="num" p14:bounceEnd="67000">
                                          <p:cBhvr additive="base">
                                            <p:cTn id="71" dur="1000" fill="hold"/>
                                            <p:tgtEl>
                                              <p:spTgt spid="58"/>
                                            </p:tgtEl>
                                            <p:attrNameLst>
                                              <p:attrName>ppt_x</p:attrName>
                                            </p:attrNameLst>
                                          </p:cBhvr>
                                          <p:tavLst>
                                            <p:tav tm="0">
                                              <p:val>
                                                <p:strVal val="1+#ppt_w/2"/>
                                              </p:val>
                                            </p:tav>
                                            <p:tav tm="100000">
                                              <p:val>
                                                <p:strVal val="#ppt_x"/>
                                              </p:val>
                                            </p:tav>
                                          </p:tavLst>
                                        </p:anim>
                                        <p:anim calcmode="lin" valueType="num" p14:bounceEnd="67000">
                                          <p:cBhvr additive="base">
                                            <p:cTn id="72" dur="1000" fill="hold"/>
                                            <p:tgtEl>
                                              <p:spTgt spid="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P spid="43" grpId="0"/>
          <p:bldP spid="44" grpId="0"/>
          <p:bldP spid="53" grpId="0"/>
          <p:bldP spid="54" grpId="0"/>
          <p:bldP spid="55" grpId="0"/>
          <p:bldP spid="56" grpId="0"/>
          <p:bldP spid="57" grpId="0"/>
          <p:bldP spid="58" grpId="0"/>
          <p:bldP spid="59" grpId="0"/>
          <p:bldP spid="6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1000" fill="hold"/>
                                            <p:tgtEl>
                                              <p:spTgt spid="47"/>
                                            </p:tgtEl>
                                            <p:attrNameLst>
                                              <p:attrName>ppt_x</p:attrName>
                                            </p:attrNameLst>
                                          </p:cBhvr>
                                          <p:tavLst>
                                            <p:tav tm="0">
                                              <p:val>
                                                <p:strVal val="#ppt_x"/>
                                              </p:val>
                                            </p:tav>
                                            <p:tav tm="100000">
                                              <p:val>
                                                <p:strVal val="#ppt_x"/>
                                              </p:val>
                                            </p:tav>
                                          </p:tavLst>
                                        </p:anim>
                                        <p:anim calcmode="lin" valueType="num">
                                          <p:cBhvr additive="base">
                                            <p:cTn id="8" dur="1000" fill="hold"/>
                                            <p:tgtEl>
                                              <p:spTgt spid="47"/>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25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1000" fill="hold"/>
                                            <p:tgtEl>
                                              <p:spTgt spid="50"/>
                                            </p:tgtEl>
                                            <p:attrNameLst>
                                              <p:attrName>ppt_x</p:attrName>
                                            </p:attrNameLst>
                                          </p:cBhvr>
                                          <p:tavLst>
                                            <p:tav tm="0">
                                              <p:val>
                                                <p:strVal val="#ppt_x"/>
                                              </p:val>
                                            </p:tav>
                                            <p:tav tm="100000">
                                              <p:val>
                                                <p:strVal val="#ppt_x"/>
                                              </p:val>
                                            </p:tav>
                                          </p:tavLst>
                                        </p:anim>
                                        <p:anim calcmode="lin" valueType="num">
                                          <p:cBhvr additive="base">
                                            <p:cTn id="12" dur="1000" fill="hold"/>
                                            <p:tgtEl>
                                              <p:spTgt spid="50"/>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50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000" fill="hold"/>
                                            <p:tgtEl>
                                              <p:spTgt spid="51"/>
                                            </p:tgtEl>
                                            <p:attrNameLst>
                                              <p:attrName>ppt_x</p:attrName>
                                            </p:attrNameLst>
                                          </p:cBhvr>
                                          <p:tavLst>
                                            <p:tav tm="0">
                                              <p:val>
                                                <p:strVal val="#ppt_x"/>
                                              </p:val>
                                            </p:tav>
                                            <p:tav tm="100000">
                                              <p:val>
                                                <p:strVal val="#ppt_x"/>
                                              </p:val>
                                            </p:tav>
                                          </p:tavLst>
                                        </p:anim>
                                        <p:anim calcmode="lin" valueType="num">
                                          <p:cBhvr additive="base">
                                            <p:cTn id="16" dur="1000" fill="hold"/>
                                            <p:tgtEl>
                                              <p:spTgt spid="51"/>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750"/>
                                      </p:stCondLst>
                                      <p:childTnLst>
                                        <p:set>
                                          <p:cBhvr>
                                            <p:cTn id="18" dur="1" fill="hold">
                                              <p:stCondLst>
                                                <p:cond delay="0"/>
                                              </p:stCondLst>
                                            </p:cTn>
                                            <p:tgtEl>
                                              <p:spTgt spid="52"/>
                                            </p:tgtEl>
                                            <p:attrNameLst>
                                              <p:attrName>style.visibility</p:attrName>
                                            </p:attrNameLst>
                                          </p:cBhvr>
                                          <p:to>
                                            <p:strVal val="visible"/>
                                          </p:to>
                                        </p:set>
                                        <p:anim calcmode="lin" valueType="num">
                                          <p:cBhvr additive="base">
                                            <p:cTn id="19" dur="1000" fill="hold"/>
                                            <p:tgtEl>
                                              <p:spTgt spid="52"/>
                                            </p:tgtEl>
                                            <p:attrNameLst>
                                              <p:attrName>ppt_x</p:attrName>
                                            </p:attrNameLst>
                                          </p:cBhvr>
                                          <p:tavLst>
                                            <p:tav tm="0">
                                              <p:val>
                                                <p:strVal val="#ppt_x"/>
                                              </p:val>
                                            </p:tav>
                                            <p:tav tm="100000">
                                              <p:val>
                                                <p:strVal val="#ppt_x"/>
                                              </p:val>
                                            </p:tav>
                                          </p:tavLst>
                                        </p:anim>
                                        <p:anim calcmode="lin" valueType="num">
                                          <p:cBhvr additive="base">
                                            <p:cTn id="20" dur="1000" fill="hold"/>
                                            <p:tgtEl>
                                              <p:spTgt spid="52"/>
                                            </p:tgtEl>
                                            <p:attrNameLst>
                                              <p:attrName>ppt_y</p:attrName>
                                            </p:attrNameLst>
                                          </p:cBhvr>
                                          <p:tavLst>
                                            <p:tav tm="0">
                                              <p:val>
                                                <p:strVal val="0-#ppt_h/2"/>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41"/>
                                            </p:tgtEl>
                                            <p:attrNameLst>
                                              <p:attrName>style.visibility</p:attrName>
                                            </p:attrNameLst>
                                          </p:cBhvr>
                                          <p:to>
                                            <p:strVal val="visible"/>
                                          </p:to>
                                        </p:set>
                                        <p:anim calcmode="lin" valueType="num">
                                          <p:cBhvr>
                                            <p:cTn id="23" dur="750" fill="hold"/>
                                            <p:tgtEl>
                                              <p:spTgt spid="41"/>
                                            </p:tgtEl>
                                            <p:attrNameLst>
                                              <p:attrName>ppt_w</p:attrName>
                                            </p:attrNameLst>
                                          </p:cBhvr>
                                          <p:tavLst>
                                            <p:tav tm="0">
                                              <p:val>
                                                <p:fltVal val="0"/>
                                              </p:val>
                                            </p:tav>
                                            <p:tav tm="100000">
                                              <p:val>
                                                <p:strVal val="#ppt_w"/>
                                              </p:val>
                                            </p:tav>
                                          </p:tavLst>
                                        </p:anim>
                                        <p:anim calcmode="lin" valueType="num">
                                          <p:cBhvr>
                                            <p:cTn id="24" dur="750" fill="hold"/>
                                            <p:tgtEl>
                                              <p:spTgt spid="41"/>
                                            </p:tgtEl>
                                            <p:attrNameLst>
                                              <p:attrName>ppt_h</p:attrName>
                                            </p:attrNameLst>
                                          </p:cBhvr>
                                          <p:tavLst>
                                            <p:tav tm="0">
                                              <p:val>
                                                <p:fltVal val="0"/>
                                              </p:val>
                                            </p:tav>
                                            <p:tav tm="100000">
                                              <p:val>
                                                <p:strVal val="#ppt_h"/>
                                              </p:val>
                                            </p:tav>
                                          </p:tavLst>
                                        </p:anim>
                                        <p:animEffect transition="in" filter="fade">
                                          <p:cBhvr>
                                            <p:cTn id="25" dur="750"/>
                                            <p:tgtEl>
                                              <p:spTgt spid="41"/>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42"/>
                                            </p:tgtEl>
                                            <p:attrNameLst>
                                              <p:attrName>style.visibility</p:attrName>
                                            </p:attrNameLst>
                                          </p:cBhvr>
                                          <p:to>
                                            <p:strVal val="visible"/>
                                          </p:to>
                                        </p:set>
                                        <p:anim calcmode="lin" valueType="num">
                                          <p:cBhvr>
                                            <p:cTn id="28" dur="750" fill="hold"/>
                                            <p:tgtEl>
                                              <p:spTgt spid="42"/>
                                            </p:tgtEl>
                                            <p:attrNameLst>
                                              <p:attrName>ppt_w</p:attrName>
                                            </p:attrNameLst>
                                          </p:cBhvr>
                                          <p:tavLst>
                                            <p:tav tm="0">
                                              <p:val>
                                                <p:fltVal val="0"/>
                                              </p:val>
                                            </p:tav>
                                            <p:tav tm="100000">
                                              <p:val>
                                                <p:strVal val="#ppt_w"/>
                                              </p:val>
                                            </p:tav>
                                          </p:tavLst>
                                        </p:anim>
                                        <p:anim calcmode="lin" valueType="num">
                                          <p:cBhvr>
                                            <p:cTn id="29" dur="750" fill="hold"/>
                                            <p:tgtEl>
                                              <p:spTgt spid="42"/>
                                            </p:tgtEl>
                                            <p:attrNameLst>
                                              <p:attrName>ppt_h</p:attrName>
                                            </p:attrNameLst>
                                          </p:cBhvr>
                                          <p:tavLst>
                                            <p:tav tm="0">
                                              <p:val>
                                                <p:fltVal val="0"/>
                                              </p:val>
                                            </p:tav>
                                            <p:tav tm="100000">
                                              <p:val>
                                                <p:strVal val="#ppt_h"/>
                                              </p:val>
                                            </p:tav>
                                          </p:tavLst>
                                        </p:anim>
                                        <p:animEffect transition="in" filter="fade">
                                          <p:cBhvr>
                                            <p:cTn id="30" dur="750"/>
                                            <p:tgtEl>
                                              <p:spTgt spid="42"/>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43"/>
                                            </p:tgtEl>
                                            <p:attrNameLst>
                                              <p:attrName>style.visibility</p:attrName>
                                            </p:attrNameLst>
                                          </p:cBhvr>
                                          <p:to>
                                            <p:strVal val="visible"/>
                                          </p:to>
                                        </p:set>
                                        <p:anim calcmode="lin" valueType="num">
                                          <p:cBhvr>
                                            <p:cTn id="33" dur="750" fill="hold"/>
                                            <p:tgtEl>
                                              <p:spTgt spid="43"/>
                                            </p:tgtEl>
                                            <p:attrNameLst>
                                              <p:attrName>ppt_w</p:attrName>
                                            </p:attrNameLst>
                                          </p:cBhvr>
                                          <p:tavLst>
                                            <p:tav tm="0">
                                              <p:val>
                                                <p:fltVal val="0"/>
                                              </p:val>
                                            </p:tav>
                                            <p:tav tm="100000">
                                              <p:val>
                                                <p:strVal val="#ppt_w"/>
                                              </p:val>
                                            </p:tav>
                                          </p:tavLst>
                                        </p:anim>
                                        <p:anim calcmode="lin" valueType="num">
                                          <p:cBhvr>
                                            <p:cTn id="34" dur="750" fill="hold"/>
                                            <p:tgtEl>
                                              <p:spTgt spid="43"/>
                                            </p:tgtEl>
                                            <p:attrNameLst>
                                              <p:attrName>ppt_h</p:attrName>
                                            </p:attrNameLst>
                                          </p:cBhvr>
                                          <p:tavLst>
                                            <p:tav tm="0">
                                              <p:val>
                                                <p:fltVal val="0"/>
                                              </p:val>
                                            </p:tav>
                                            <p:tav tm="100000">
                                              <p:val>
                                                <p:strVal val="#ppt_h"/>
                                              </p:val>
                                            </p:tav>
                                          </p:tavLst>
                                        </p:anim>
                                        <p:animEffect transition="in" filter="fade">
                                          <p:cBhvr>
                                            <p:cTn id="35" dur="750"/>
                                            <p:tgtEl>
                                              <p:spTgt spid="43"/>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44"/>
                                            </p:tgtEl>
                                            <p:attrNameLst>
                                              <p:attrName>style.visibility</p:attrName>
                                            </p:attrNameLst>
                                          </p:cBhvr>
                                          <p:to>
                                            <p:strVal val="visible"/>
                                          </p:to>
                                        </p:set>
                                        <p:anim calcmode="lin" valueType="num">
                                          <p:cBhvr>
                                            <p:cTn id="38" dur="750" fill="hold"/>
                                            <p:tgtEl>
                                              <p:spTgt spid="44"/>
                                            </p:tgtEl>
                                            <p:attrNameLst>
                                              <p:attrName>ppt_w</p:attrName>
                                            </p:attrNameLst>
                                          </p:cBhvr>
                                          <p:tavLst>
                                            <p:tav tm="0">
                                              <p:val>
                                                <p:fltVal val="0"/>
                                              </p:val>
                                            </p:tav>
                                            <p:tav tm="100000">
                                              <p:val>
                                                <p:strVal val="#ppt_w"/>
                                              </p:val>
                                            </p:tav>
                                          </p:tavLst>
                                        </p:anim>
                                        <p:anim calcmode="lin" valueType="num">
                                          <p:cBhvr>
                                            <p:cTn id="39" dur="750" fill="hold"/>
                                            <p:tgtEl>
                                              <p:spTgt spid="44"/>
                                            </p:tgtEl>
                                            <p:attrNameLst>
                                              <p:attrName>ppt_h</p:attrName>
                                            </p:attrNameLst>
                                          </p:cBhvr>
                                          <p:tavLst>
                                            <p:tav tm="0">
                                              <p:val>
                                                <p:fltVal val="0"/>
                                              </p:val>
                                            </p:tav>
                                            <p:tav tm="100000">
                                              <p:val>
                                                <p:strVal val="#ppt_h"/>
                                              </p:val>
                                            </p:tav>
                                          </p:tavLst>
                                        </p:anim>
                                        <p:animEffect transition="in" filter="fade">
                                          <p:cBhvr>
                                            <p:cTn id="40" dur="750"/>
                                            <p:tgtEl>
                                              <p:spTgt spid="44"/>
                                            </p:tgtEl>
                                          </p:cBhvr>
                                        </p:animEffect>
                                      </p:childTnLst>
                                    </p:cTn>
                                  </p:par>
                                  <p:par>
                                    <p:cTn id="41" presetID="2" presetClass="entr" presetSubtype="8" fill="hold" grpId="0" nodeType="withEffect">
                                      <p:stCondLst>
                                        <p:cond delay="1250"/>
                                      </p:stCondLst>
                                      <p:childTnLst>
                                        <p:set>
                                          <p:cBhvr>
                                            <p:cTn id="42" dur="1" fill="hold">
                                              <p:stCondLst>
                                                <p:cond delay="0"/>
                                              </p:stCondLst>
                                            </p:cTn>
                                            <p:tgtEl>
                                              <p:spTgt spid="55"/>
                                            </p:tgtEl>
                                            <p:attrNameLst>
                                              <p:attrName>style.visibility</p:attrName>
                                            </p:attrNameLst>
                                          </p:cBhvr>
                                          <p:to>
                                            <p:strVal val="visible"/>
                                          </p:to>
                                        </p:set>
                                        <p:anim calcmode="lin" valueType="num">
                                          <p:cBhvr additive="base">
                                            <p:cTn id="43" dur="1000" fill="hold"/>
                                            <p:tgtEl>
                                              <p:spTgt spid="55"/>
                                            </p:tgtEl>
                                            <p:attrNameLst>
                                              <p:attrName>ppt_x</p:attrName>
                                            </p:attrNameLst>
                                          </p:cBhvr>
                                          <p:tavLst>
                                            <p:tav tm="0">
                                              <p:val>
                                                <p:strVal val="0-#ppt_w/2"/>
                                              </p:val>
                                            </p:tav>
                                            <p:tav tm="100000">
                                              <p:val>
                                                <p:strVal val="#ppt_x"/>
                                              </p:val>
                                            </p:tav>
                                          </p:tavLst>
                                        </p:anim>
                                        <p:anim calcmode="lin" valueType="num">
                                          <p:cBhvr additive="base">
                                            <p:cTn id="44" dur="10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1250"/>
                                      </p:stCondLst>
                                      <p:childTnLst>
                                        <p:set>
                                          <p:cBhvr>
                                            <p:cTn id="46" dur="1" fill="hold">
                                              <p:stCondLst>
                                                <p:cond delay="0"/>
                                              </p:stCondLst>
                                            </p:cTn>
                                            <p:tgtEl>
                                              <p:spTgt spid="59"/>
                                            </p:tgtEl>
                                            <p:attrNameLst>
                                              <p:attrName>style.visibility</p:attrName>
                                            </p:attrNameLst>
                                          </p:cBhvr>
                                          <p:to>
                                            <p:strVal val="visible"/>
                                          </p:to>
                                        </p:set>
                                        <p:anim calcmode="lin" valueType="num">
                                          <p:cBhvr additive="base">
                                            <p:cTn id="47" dur="1000" fill="hold"/>
                                            <p:tgtEl>
                                              <p:spTgt spid="59"/>
                                            </p:tgtEl>
                                            <p:attrNameLst>
                                              <p:attrName>ppt_x</p:attrName>
                                            </p:attrNameLst>
                                          </p:cBhvr>
                                          <p:tavLst>
                                            <p:tav tm="0">
                                              <p:val>
                                                <p:strVal val="0-#ppt_w/2"/>
                                              </p:val>
                                            </p:tav>
                                            <p:tav tm="100000">
                                              <p:val>
                                                <p:strVal val="#ppt_x"/>
                                              </p:val>
                                            </p:tav>
                                          </p:tavLst>
                                        </p:anim>
                                        <p:anim calcmode="lin" valueType="num">
                                          <p:cBhvr additive="base">
                                            <p:cTn id="48" dur="1000" fill="hold"/>
                                            <p:tgtEl>
                                              <p:spTgt spid="59"/>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1250"/>
                                      </p:stCondLst>
                                      <p:childTnLst>
                                        <p:set>
                                          <p:cBhvr>
                                            <p:cTn id="50" dur="1" fill="hold">
                                              <p:stCondLst>
                                                <p:cond delay="0"/>
                                              </p:stCondLst>
                                            </p:cTn>
                                            <p:tgtEl>
                                              <p:spTgt spid="54"/>
                                            </p:tgtEl>
                                            <p:attrNameLst>
                                              <p:attrName>style.visibility</p:attrName>
                                            </p:attrNameLst>
                                          </p:cBhvr>
                                          <p:to>
                                            <p:strVal val="visible"/>
                                          </p:to>
                                        </p:set>
                                        <p:anim calcmode="lin" valueType="num">
                                          <p:cBhvr additive="base">
                                            <p:cTn id="51" dur="1000" fill="hold"/>
                                            <p:tgtEl>
                                              <p:spTgt spid="54"/>
                                            </p:tgtEl>
                                            <p:attrNameLst>
                                              <p:attrName>ppt_x</p:attrName>
                                            </p:attrNameLst>
                                          </p:cBhvr>
                                          <p:tavLst>
                                            <p:tav tm="0">
                                              <p:val>
                                                <p:strVal val="0-#ppt_w/2"/>
                                              </p:val>
                                            </p:tav>
                                            <p:tav tm="100000">
                                              <p:val>
                                                <p:strVal val="#ppt_x"/>
                                              </p:val>
                                            </p:tav>
                                          </p:tavLst>
                                        </p:anim>
                                        <p:anim calcmode="lin" valueType="num">
                                          <p:cBhvr additive="base">
                                            <p:cTn id="52" dur="1000" fill="hold"/>
                                            <p:tgtEl>
                                              <p:spTgt spid="54"/>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1250"/>
                                      </p:stCondLst>
                                      <p:childTnLst>
                                        <p:set>
                                          <p:cBhvr>
                                            <p:cTn id="54" dur="1" fill="hold">
                                              <p:stCondLst>
                                                <p:cond delay="0"/>
                                              </p:stCondLst>
                                            </p:cTn>
                                            <p:tgtEl>
                                              <p:spTgt spid="60"/>
                                            </p:tgtEl>
                                            <p:attrNameLst>
                                              <p:attrName>style.visibility</p:attrName>
                                            </p:attrNameLst>
                                          </p:cBhvr>
                                          <p:to>
                                            <p:strVal val="visible"/>
                                          </p:to>
                                        </p:set>
                                        <p:anim calcmode="lin" valueType="num">
                                          <p:cBhvr additive="base">
                                            <p:cTn id="55" dur="1000" fill="hold"/>
                                            <p:tgtEl>
                                              <p:spTgt spid="60"/>
                                            </p:tgtEl>
                                            <p:attrNameLst>
                                              <p:attrName>ppt_x</p:attrName>
                                            </p:attrNameLst>
                                          </p:cBhvr>
                                          <p:tavLst>
                                            <p:tav tm="0">
                                              <p:val>
                                                <p:strVal val="0-#ppt_w/2"/>
                                              </p:val>
                                            </p:tav>
                                            <p:tav tm="100000">
                                              <p:val>
                                                <p:strVal val="#ppt_x"/>
                                              </p:val>
                                            </p:tav>
                                          </p:tavLst>
                                        </p:anim>
                                        <p:anim calcmode="lin" valueType="num">
                                          <p:cBhvr additive="base">
                                            <p:cTn id="56" dur="1000" fill="hold"/>
                                            <p:tgtEl>
                                              <p:spTgt spid="60"/>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1250"/>
                                      </p:stCondLst>
                                      <p:childTnLst>
                                        <p:set>
                                          <p:cBhvr>
                                            <p:cTn id="58" dur="1" fill="hold">
                                              <p:stCondLst>
                                                <p:cond delay="0"/>
                                              </p:stCondLst>
                                            </p:cTn>
                                            <p:tgtEl>
                                              <p:spTgt spid="56"/>
                                            </p:tgtEl>
                                            <p:attrNameLst>
                                              <p:attrName>style.visibility</p:attrName>
                                            </p:attrNameLst>
                                          </p:cBhvr>
                                          <p:to>
                                            <p:strVal val="visible"/>
                                          </p:to>
                                        </p:set>
                                        <p:anim calcmode="lin" valueType="num">
                                          <p:cBhvr additive="base">
                                            <p:cTn id="59" dur="1000" fill="hold"/>
                                            <p:tgtEl>
                                              <p:spTgt spid="56"/>
                                            </p:tgtEl>
                                            <p:attrNameLst>
                                              <p:attrName>ppt_x</p:attrName>
                                            </p:attrNameLst>
                                          </p:cBhvr>
                                          <p:tavLst>
                                            <p:tav tm="0">
                                              <p:val>
                                                <p:strVal val="1+#ppt_w/2"/>
                                              </p:val>
                                            </p:tav>
                                            <p:tav tm="100000">
                                              <p:val>
                                                <p:strVal val="#ppt_x"/>
                                              </p:val>
                                            </p:tav>
                                          </p:tavLst>
                                        </p:anim>
                                        <p:anim calcmode="lin" valueType="num">
                                          <p:cBhvr additive="base">
                                            <p:cTn id="60" dur="1000" fill="hold"/>
                                            <p:tgtEl>
                                              <p:spTgt spid="5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1250"/>
                                      </p:stCondLst>
                                      <p:childTnLst>
                                        <p:set>
                                          <p:cBhvr>
                                            <p:cTn id="62" dur="1" fill="hold">
                                              <p:stCondLst>
                                                <p:cond delay="0"/>
                                              </p:stCondLst>
                                            </p:cTn>
                                            <p:tgtEl>
                                              <p:spTgt spid="57"/>
                                            </p:tgtEl>
                                            <p:attrNameLst>
                                              <p:attrName>style.visibility</p:attrName>
                                            </p:attrNameLst>
                                          </p:cBhvr>
                                          <p:to>
                                            <p:strVal val="visible"/>
                                          </p:to>
                                        </p:set>
                                        <p:anim calcmode="lin" valueType="num">
                                          <p:cBhvr additive="base">
                                            <p:cTn id="63" dur="1000" fill="hold"/>
                                            <p:tgtEl>
                                              <p:spTgt spid="57"/>
                                            </p:tgtEl>
                                            <p:attrNameLst>
                                              <p:attrName>ppt_x</p:attrName>
                                            </p:attrNameLst>
                                          </p:cBhvr>
                                          <p:tavLst>
                                            <p:tav tm="0">
                                              <p:val>
                                                <p:strVal val="1+#ppt_w/2"/>
                                              </p:val>
                                            </p:tav>
                                            <p:tav tm="100000">
                                              <p:val>
                                                <p:strVal val="#ppt_x"/>
                                              </p:val>
                                            </p:tav>
                                          </p:tavLst>
                                        </p:anim>
                                        <p:anim calcmode="lin" valueType="num">
                                          <p:cBhvr additive="base">
                                            <p:cTn id="64" dur="1000" fill="hold"/>
                                            <p:tgtEl>
                                              <p:spTgt spid="5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1250"/>
                                      </p:stCondLst>
                                      <p:childTnLst>
                                        <p:set>
                                          <p:cBhvr>
                                            <p:cTn id="66" dur="1" fill="hold">
                                              <p:stCondLst>
                                                <p:cond delay="0"/>
                                              </p:stCondLst>
                                            </p:cTn>
                                            <p:tgtEl>
                                              <p:spTgt spid="53"/>
                                            </p:tgtEl>
                                            <p:attrNameLst>
                                              <p:attrName>style.visibility</p:attrName>
                                            </p:attrNameLst>
                                          </p:cBhvr>
                                          <p:to>
                                            <p:strVal val="visible"/>
                                          </p:to>
                                        </p:set>
                                        <p:anim calcmode="lin" valueType="num">
                                          <p:cBhvr additive="base">
                                            <p:cTn id="67" dur="1000" fill="hold"/>
                                            <p:tgtEl>
                                              <p:spTgt spid="53"/>
                                            </p:tgtEl>
                                            <p:attrNameLst>
                                              <p:attrName>ppt_x</p:attrName>
                                            </p:attrNameLst>
                                          </p:cBhvr>
                                          <p:tavLst>
                                            <p:tav tm="0">
                                              <p:val>
                                                <p:strVal val="1+#ppt_w/2"/>
                                              </p:val>
                                            </p:tav>
                                            <p:tav tm="100000">
                                              <p:val>
                                                <p:strVal val="#ppt_x"/>
                                              </p:val>
                                            </p:tav>
                                          </p:tavLst>
                                        </p:anim>
                                        <p:anim calcmode="lin" valueType="num">
                                          <p:cBhvr additive="base">
                                            <p:cTn id="68" dur="1000" fill="hold"/>
                                            <p:tgtEl>
                                              <p:spTgt spid="53"/>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1250"/>
                                      </p:stCondLst>
                                      <p:childTnLst>
                                        <p:set>
                                          <p:cBhvr>
                                            <p:cTn id="70" dur="1" fill="hold">
                                              <p:stCondLst>
                                                <p:cond delay="0"/>
                                              </p:stCondLst>
                                            </p:cTn>
                                            <p:tgtEl>
                                              <p:spTgt spid="58"/>
                                            </p:tgtEl>
                                            <p:attrNameLst>
                                              <p:attrName>style.visibility</p:attrName>
                                            </p:attrNameLst>
                                          </p:cBhvr>
                                          <p:to>
                                            <p:strVal val="visible"/>
                                          </p:to>
                                        </p:set>
                                        <p:anim calcmode="lin" valueType="num">
                                          <p:cBhvr additive="base">
                                            <p:cTn id="71" dur="1000" fill="hold"/>
                                            <p:tgtEl>
                                              <p:spTgt spid="58"/>
                                            </p:tgtEl>
                                            <p:attrNameLst>
                                              <p:attrName>ppt_x</p:attrName>
                                            </p:attrNameLst>
                                          </p:cBhvr>
                                          <p:tavLst>
                                            <p:tav tm="0">
                                              <p:val>
                                                <p:strVal val="1+#ppt_w/2"/>
                                              </p:val>
                                            </p:tav>
                                            <p:tav tm="100000">
                                              <p:val>
                                                <p:strVal val="#ppt_x"/>
                                              </p:val>
                                            </p:tav>
                                          </p:tavLst>
                                        </p:anim>
                                        <p:anim calcmode="lin" valueType="num">
                                          <p:cBhvr additive="base">
                                            <p:cTn id="72" dur="1000" fill="hold"/>
                                            <p:tgtEl>
                                              <p:spTgt spid="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P spid="43" grpId="0"/>
          <p:bldP spid="44" grpId="0"/>
          <p:bldP spid="53" grpId="0"/>
          <p:bldP spid="54" grpId="0"/>
          <p:bldP spid="55" grpId="0"/>
          <p:bldP spid="56" grpId="0"/>
          <p:bldP spid="57" grpId="0"/>
          <p:bldP spid="58" grpId="0"/>
          <p:bldP spid="59" grpId="0"/>
          <p:bldP spid="60" grpId="0"/>
        </p:bldLst>
      </p:timing>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0" name="Ring_01">
            <a:extLst>
              <a:ext uri="{FF2B5EF4-FFF2-40B4-BE49-F238E27FC236}">
                <a16:creationId xmlns:a16="http://schemas.microsoft.com/office/drawing/2014/main" id="{33F27598-A7A6-47E6-AFE3-5EA4C8035204}"/>
              </a:ext>
            </a:extLst>
          </p:cNvPr>
          <p:cNvGrpSpPr/>
          <p:nvPr/>
        </p:nvGrpSpPr>
        <p:grpSpPr>
          <a:xfrm>
            <a:off x="1522413" y="1947024"/>
            <a:ext cx="2771775" cy="1873250"/>
            <a:chOff x="1522413" y="1768475"/>
            <a:chExt cx="2771775" cy="1873250"/>
          </a:xfrm>
          <a:effectLst>
            <a:outerShdw blurRad="152400" dist="50800" dir="2700000" algn="tl" rotWithShape="0">
              <a:prstClr val="black">
                <a:alpha val="29000"/>
              </a:prstClr>
            </a:outerShdw>
          </a:effectLst>
        </p:grpSpPr>
        <p:sp>
          <p:nvSpPr>
            <p:cNvPr id="112" name="Freeform 94">
              <a:extLst>
                <a:ext uri="{FF2B5EF4-FFF2-40B4-BE49-F238E27FC236}">
                  <a16:creationId xmlns:a16="http://schemas.microsoft.com/office/drawing/2014/main" id="{7AD04070-8961-4966-B320-CE1892037831}"/>
                </a:ext>
              </a:extLst>
            </p:cNvPr>
            <p:cNvSpPr>
              <a:spLocks noEditPoints="1"/>
            </p:cNvSpPr>
            <p:nvPr/>
          </p:nvSpPr>
          <p:spPr bwMode="auto">
            <a:xfrm>
              <a:off x="1522413" y="1768475"/>
              <a:ext cx="2771775" cy="1873250"/>
            </a:xfrm>
            <a:custGeom>
              <a:avLst/>
              <a:gdLst>
                <a:gd name="T0" fmla="*/ 728 w 728"/>
                <a:gd name="T1" fmla="*/ 64 h 492"/>
                <a:gd name="T2" fmla="*/ 490 w 728"/>
                <a:gd name="T3" fmla="*/ 279 h 492"/>
                <a:gd name="T4" fmla="*/ 492 w 728"/>
                <a:gd name="T5" fmla="*/ 246 h 492"/>
                <a:gd name="T6" fmla="*/ 246 w 728"/>
                <a:gd name="T7" fmla="*/ 0 h 492"/>
                <a:gd name="T8" fmla="*/ 0 w 728"/>
                <a:gd name="T9" fmla="*/ 246 h 492"/>
                <a:gd name="T10" fmla="*/ 246 w 728"/>
                <a:gd name="T11" fmla="*/ 492 h 492"/>
                <a:gd name="T12" fmla="*/ 411 w 728"/>
                <a:gd name="T13" fmla="*/ 428 h 492"/>
                <a:gd name="T14" fmla="*/ 650 w 728"/>
                <a:gd name="T15" fmla="*/ 213 h 492"/>
                <a:gd name="T16" fmla="*/ 728 w 728"/>
                <a:gd name="T17" fmla="*/ 64 h 492"/>
                <a:gd name="T18" fmla="*/ 246 w 728"/>
                <a:gd name="T19" fmla="*/ 434 h 492"/>
                <a:gd name="T20" fmla="*/ 58 w 728"/>
                <a:gd name="T21" fmla="*/ 246 h 492"/>
                <a:gd name="T22" fmla="*/ 246 w 728"/>
                <a:gd name="T23" fmla="*/ 58 h 492"/>
                <a:gd name="T24" fmla="*/ 434 w 728"/>
                <a:gd name="T25" fmla="*/ 246 h 492"/>
                <a:gd name="T26" fmla="*/ 246 w 728"/>
                <a:gd name="T27"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8" h="492">
                  <a:moveTo>
                    <a:pt x="728" y="64"/>
                  </a:moveTo>
                  <a:cubicBezTo>
                    <a:pt x="490" y="279"/>
                    <a:pt x="490" y="279"/>
                    <a:pt x="490" y="279"/>
                  </a:cubicBezTo>
                  <a:cubicBezTo>
                    <a:pt x="491" y="269"/>
                    <a:pt x="492" y="257"/>
                    <a:pt x="492" y="246"/>
                  </a:cubicBezTo>
                  <a:cubicBezTo>
                    <a:pt x="492" y="111"/>
                    <a:pt x="382" y="0"/>
                    <a:pt x="246" y="0"/>
                  </a:cubicBezTo>
                  <a:cubicBezTo>
                    <a:pt x="110" y="0"/>
                    <a:pt x="0" y="111"/>
                    <a:pt x="0" y="246"/>
                  </a:cubicBezTo>
                  <a:cubicBezTo>
                    <a:pt x="0" y="382"/>
                    <a:pt x="110" y="492"/>
                    <a:pt x="246" y="492"/>
                  </a:cubicBezTo>
                  <a:cubicBezTo>
                    <a:pt x="309" y="492"/>
                    <a:pt x="367" y="468"/>
                    <a:pt x="411" y="428"/>
                  </a:cubicBezTo>
                  <a:cubicBezTo>
                    <a:pt x="650" y="213"/>
                    <a:pt x="650" y="213"/>
                    <a:pt x="650" y="213"/>
                  </a:cubicBezTo>
                  <a:cubicBezTo>
                    <a:pt x="658" y="154"/>
                    <a:pt x="686" y="102"/>
                    <a:pt x="728" y="64"/>
                  </a:cubicBezTo>
                  <a:moveTo>
                    <a:pt x="246" y="434"/>
                  </a:moveTo>
                  <a:cubicBezTo>
                    <a:pt x="142" y="434"/>
                    <a:pt x="58" y="350"/>
                    <a:pt x="58" y="246"/>
                  </a:cubicBezTo>
                  <a:cubicBezTo>
                    <a:pt x="58" y="142"/>
                    <a:pt x="142" y="58"/>
                    <a:pt x="246" y="58"/>
                  </a:cubicBezTo>
                  <a:cubicBezTo>
                    <a:pt x="350" y="58"/>
                    <a:pt x="434" y="142"/>
                    <a:pt x="434" y="246"/>
                  </a:cubicBezTo>
                  <a:cubicBezTo>
                    <a:pt x="434" y="350"/>
                    <a:pt x="350" y="434"/>
                    <a:pt x="246" y="434"/>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13" name="Freeform 95">
              <a:extLst>
                <a:ext uri="{FF2B5EF4-FFF2-40B4-BE49-F238E27FC236}">
                  <a16:creationId xmlns:a16="http://schemas.microsoft.com/office/drawing/2014/main" id="{8973580D-3244-4DD7-B854-4C3ECBBBB742}"/>
                </a:ext>
              </a:extLst>
            </p:cNvPr>
            <p:cNvSpPr>
              <a:spLocks noEditPoints="1"/>
            </p:cNvSpPr>
            <p:nvPr/>
          </p:nvSpPr>
          <p:spPr bwMode="auto">
            <a:xfrm>
              <a:off x="1522413" y="1768475"/>
              <a:ext cx="963613" cy="985838"/>
            </a:xfrm>
            <a:custGeom>
              <a:avLst/>
              <a:gdLst>
                <a:gd name="T0" fmla="*/ 0 w 253"/>
                <a:gd name="T1" fmla="*/ 259 h 259"/>
                <a:gd name="T2" fmla="*/ 0 w 253"/>
                <a:gd name="T3" fmla="*/ 259 h 259"/>
                <a:gd name="T4" fmla="*/ 0 w 253"/>
                <a:gd name="T5" fmla="*/ 259 h 259"/>
                <a:gd name="T6" fmla="*/ 0 w 253"/>
                <a:gd name="T7" fmla="*/ 258 h 259"/>
                <a:gd name="T8" fmla="*/ 0 w 253"/>
                <a:gd name="T9" fmla="*/ 258 h 259"/>
                <a:gd name="T10" fmla="*/ 0 w 253"/>
                <a:gd name="T11" fmla="*/ 258 h 259"/>
                <a:gd name="T12" fmla="*/ 0 w 253"/>
                <a:gd name="T13" fmla="*/ 256 h 259"/>
                <a:gd name="T14" fmla="*/ 0 w 253"/>
                <a:gd name="T15" fmla="*/ 256 h 259"/>
                <a:gd name="T16" fmla="*/ 0 w 253"/>
                <a:gd name="T17" fmla="*/ 256 h 259"/>
                <a:gd name="T18" fmla="*/ 0 w 253"/>
                <a:gd name="T19" fmla="*/ 255 h 259"/>
                <a:gd name="T20" fmla="*/ 0 w 253"/>
                <a:gd name="T21" fmla="*/ 255 h 259"/>
                <a:gd name="T22" fmla="*/ 0 w 253"/>
                <a:gd name="T23" fmla="*/ 255 h 259"/>
                <a:gd name="T24" fmla="*/ 0 w 253"/>
                <a:gd name="T25" fmla="*/ 254 h 259"/>
                <a:gd name="T26" fmla="*/ 0 w 253"/>
                <a:gd name="T27" fmla="*/ 254 h 259"/>
                <a:gd name="T28" fmla="*/ 0 w 253"/>
                <a:gd name="T29" fmla="*/ 254 h 259"/>
                <a:gd name="T30" fmla="*/ 0 w 253"/>
                <a:gd name="T31" fmla="*/ 252 h 259"/>
                <a:gd name="T32" fmla="*/ 0 w 253"/>
                <a:gd name="T33" fmla="*/ 252 h 259"/>
                <a:gd name="T34" fmla="*/ 0 w 253"/>
                <a:gd name="T35" fmla="*/ 252 h 259"/>
                <a:gd name="T36" fmla="*/ 0 w 253"/>
                <a:gd name="T37" fmla="*/ 251 h 259"/>
                <a:gd name="T38" fmla="*/ 0 w 253"/>
                <a:gd name="T39" fmla="*/ 251 h 259"/>
                <a:gd name="T40" fmla="*/ 0 w 253"/>
                <a:gd name="T41" fmla="*/ 251 h 259"/>
                <a:gd name="T42" fmla="*/ 0 w 253"/>
                <a:gd name="T43" fmla="*/ 250 h 259"/>
                <a:gd name="T44" fmla="*/ 0 w 253"/>
                <a:gd name="T45" fmla="*/ 250 h 259"/>
                <a:gd name="T46" fmla="*/ 0 w 253"/>
                <a:gd name="T47" fmla="*/ 250 h 259"/>
                <a:gd name="T48" fmla="*/ 0 w 253"/>
                <a:gd name="T49" fmla="*/ 249 h 259"/>
                <a:gd name="T50" fmla="*/ 0 w 253"/>
                <a:gd name="T51" fmla="*/ 249 h 259"/>
                <a:gd name="T52" fmla="*/ 0 w 253"/>
                <a:gd name="T53" fmla="*/ 249 h 259"/>
                <a:gd name="T54" fmla="*/ 0 w 253"/>
                <a:gd name="T55" fmla="*/ 248 h 259"/>
                <a:gd name="T56" fmla="*/ 0 w 253"/>
                <a:gd name="T57" fmla="*/ 248 h 259"/>
                <a:gd name="T58" fmla="*/ 0 w 253"/>
                <a:gd name="T59" fmla="*/ 248 h 259"/>
                <a:gd name="T60" fmla="*/ 0 w 253"/>
                <a:gd name="T61" fmla="*/ 247 h 259"/>
                <a:gd name="T62" fmla="*/ 0 w 253"/>
                <a:gd name="T63" fmla="*/ 247 h 259"/>
                <a:gd name="T64" fmla="*/ 0 w 253"/>
                <a:gd name="T65" fmla="*/ 247 h 259"/>
                <a:gd name="T66" fmla="*/ 253 w 253"/>
                <a:gd name="T67" fmla="*/ 0 h 259"/>
                <a:gd name="T68" fmla="*/ 253 w 253"/>
                <a:gd name="T69" fmla="*/ 0 h 259"/>
                <a:gd name="T70" fmla="*/ 253 w 253"/>
                <a:gd name="T71" fmla="*/ 0 h 259"/>
                <a:gd name="T72" fmla="*/ 252 w 253"/>
                <a:gd name="T73" fmla="*/ 0 h 259"/>
                <a:gd name="T74" fmla="*/ 252 w 253"/>
                <a:gd name="T75" fmla="*/ 0 h 259"/>
                <a:gd name="T76" fmla="*/ 252 w 253"/>
                <a:gd name="T77" fmla="*/ 0 h 259"/>
                <a:gd name="T78" fmla="*/ 250 w 253"/>
                <a:gd name="T79" fmla="*/ 0 h 259"/>
                <a:gd name="T80" fmla="*/ 250 w 253"/>
                <a:gd name="T81" fmla="*/ 0 h 259"/>
                <a:gd name="T82" fmla="*/ 250 w 253"/>
                <a:gd name="T83" fmla="*/ 0 h 259"/>
                <a:gd name="T84" fmla="*/ 249 w 253"/>
                <a:gd name="T85" fmla="*/ 0 h 259"/>
                <a:gd name="T86" fmla="*/ 250 w 253"/>
                <a:gd name="T87" fmla="*/ 0 h 259"/>
                <a:gd name="T88" fmla="*/ 249 w 253"/>
                <a:gd name="T89" fmla="*/ 0 h 259"/>
                <a:gd name="T90" fmla="*/ 248 w 253"/>
                <a:gd name="T91" fmla="*/ 0 h 259"/>
                <a:gd name="T92" fmla="*/ 249 w 253"/>
                <a:gd name="T93" fmla="*/ 0 h 259"/>
                <a:gd name="T94" fmla="*/ 248 w 253"/>
                <a:gd name="T95" fmla="*/ 0 h 259"/>
                <a:gd name="T96" fmla="*/ 248 w 253"/>
                <a:gd name="T97" fmla="*/ 0 h 259"/>
                <a:gd name="T98" fmla="*/ 248 w 253"/>
                <a:gd name="T99" fmla="*/ 0 h 259"/>
                <a:gd name="T100" fmla="*/ 248 w 253"/>
                <a:gd name="T101" fmla="*/ 0 h 259"/>
                <a:gd name="T102" fmla="*/ 247 w 253"/>
                <a:gd name="T103" fmla="*/ 0 h 259"/>
                <a:gd name="T104" fmla="*/ 247 w 253"/>
                <a:gd name="T105" fmla="*/ 0 h 259"/>
                <a:gd name="T106" fmla="*/ 247 w 253"/>
                <a:gd name="T107" fmla="*/ 0 h 259"/>
                <a:gd name="T108" fmla="*/ 246 w 253"/>
                <a:gd name="T109" fmla="*/ 0 h 259"/>
                <a:gd name="T110" fmla="*/ 0 w 253"/>
                <a:gd name="T111" fmla="*/ 246 h 259"/>
                <a:gd name="T112" fmla="*/ 0 w 253"/>
                <a:gd name="T113" fmla="*/ 246 h 259"/>
                <a:gd name="T114" fmla="*/ 246 w 253"/>
                <a:gd name="T115" fmla="*/ 0 h 259"/>
                <a:gd name="T116" fmla="*/ 247 w 253"/>
                <a:gd name="T117" fmla="*/ 0 h 259"/>
                <a:gd name="T118" fmla="*/ 246 w 253"/>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3" h="259">
                  <a:moveTo>
                    <a:pt x="0" y="259"/>
                  </a:moveTo>
                  <a:cubicBezTo>
                    <a:pt x="0" y="259"/>
                    <a:pt x="0" y="259"/>
                    <a:pt x="0" y="259"/>
                  </a:cubicBezTo>
                  <a:cubicBezTo>
                    <a:pt x="0" y="259"/>
                    <a:pt x="0" y="259"/>
                    <a:pt x="0" y="259"/>
                  </a:cubicBezTo>
                  <a:moveTo>
                    <a:pt x="0" y="258"/>
                  </a:moveTo>
                  <a:cubicBezTo>
                    <a:pt x="0" y="258"/>
                    <a:pt x="0" y="258"/>
                    <a:pt x="0" y="258"/>
                  </a:cubicBezTo>
                  <a:cubicBezTo>
                    <a:pt x="0" y="258"/>
                    <a:pt x="0" y="258"/>
                    <a:pt x="0" y="258"/>
                  </a:cubicBezTo>
                  <a:moveTo>
                    <a:pt x="0" y="256"/>
                  </a:moveTo>
                  <a:cubicBezTo>
                    <a:pt x="0" y="256"/>
                    <a:pt x="0" y="256"/>
                    <a:pt x="0" y="256"/>
                  </a:cubicBezTo>
                  <a:cubicBezTo>
                    <a:pt x="0" y="256"/>
                    <a:pt x="0" y="256"/>
                    <a:pt x="0" y="256"/>
                  </a:cubicBezTo>
                  <a:moveTo>
                    <a:pt x="0" y="255"/>
                  </a:moveTo>
                  <a:cubicBezTo>
                    <a:pt x="0" y="255"/>
                    <a:pt x="0" y="255"/>
                    <a:pt x="0" y="255"/>
                  </a:cubicBezTo>
                  <a:cubicBezTo>
                    <a:pt x="0" y="255"/>
                    <a:pt x="0" y="255"/>
                    <a:pt x="0" y="255"/>
                  </a:cubicBezTo>
                  <a:moveTo>
                    <a:pt x="0" y="254"/>
                  </a:moveTo>
                  <a:cubicBezTo>
                    <a:pt x="0" y="254"/>
                    <a:pt x="0" y="254"/>
                    <a:pt x="0" y="254"/>
                  </a:cubicBezTo>
                  <a:cubicBezTo>
                    <a:pt x="0" y="254"/>
                    <a:pt x="0" y="254"/>
                    <a:pt x="0" y="254"/>
                  </a:cubicBezTo>
                  <a:moveTo>
                    <a:pt x="0" y="252"/>
                  </a:moveTo>
                  <a:cubicBezTo>
                    <a:pt x="0" y="252"/>
                    <a:pt x="0" y="252"/>
                    <a:pt x="0" y="252"/>
                  </a:cubicBezTo>
                  <a:cubicBezTo>
                    <a:pt x="0" y="252"/>
                    <a:pt x="0" y="252"/>
                    <a:pt x="0" y="252"/>
                  </a:cubicBezTo>
                  <a:moveTo>
                    <a:pt x="0" y="251"/>
                  </a:moveTo>
                  <a:cubicBezTo>
                    <a:pt x="0" y="251"/>
                    <a:pt x="0" y="251"/>
                    <a:pt x="0" y="251"/>
                  </a:cubicBezTo>
                  <a:cubicBezTo>
                    <a:pt x="0" y="251"/>
                    <a:pt x="0" y="251"/>
                    <a:pt x="0" y="251"/>
                  </a:cubicBezTo>
                  <a:moveTo>
                    <a:pt x="0" y="250"/>
                  </a:moveTo>
                  <a:cubicBezTo>
                    <a:pt x="0" y="250"/>
                    <a:pt x="0" y="250"/>
                    <a:pt x="0" y="250"/>
                  </a:cubicBezTo>
                  <a:cubicBezTo>
                    <a:pt x="0" y="250"/>
                    <a:pt x="0" y="250"/>
                    <a:pt x="0" y="250"/>
                  </a:cubicBezTo>
                  <a:moveTo>
                    <a:pt x="0" y="249"/>
                  </a:moveTo>
                  <a:cubicBezTo>
                    <a:pt x="0" y="249"/>
                    <a:pt x="0" y="249"/>
                    <a:pt x="0" y="249"/>
                  </a:cubicBezTo>
                  <a:cubicBezTo>
                    <a:pt x="0" y="249"/>
                    <a:pt x="0" y="249"/>
                    <a:pt x="0" y="249"/>
                  </a:cubicBezTo>
                  <a:moveTo>
                    <a:pt x="0" y="248"/>
                  </a:moveTo>
                  <a:cubicBezTo>
                    <a:pt x="0" y="248"/>
                    <a:pt x="0" y="248"/>
                    <a:pt x="0" y="248"/>
                  </a:cubicBezTo>
                  <a:cubicBezTo>
                    <a:pt x="0" y="248"/>
                    <a:pt x="0" y="248"/>
                    <a:pt x="0" y="248"/>
                  </a:cubicBezTo>
                  <a:moveTo>
                    <a:pt x="0" y="247"/>
                  </a:moveTo>
                  <a:cubicBezTo>
                    <a:pt x="0" y="247"/>
                    <a:pt x="0" y="247"/>
                    <a:pt x="0" y="247"/>
                  </a:cubicBezTo>
                  <a:cubicBezTo>
                    <a:pt x="0" y="247"/>
                    <a:pt x="0" y="247"/>
                    <a:pt x="0" y="247"/>
                  </a:cubicBezTo>
                  <a:moveTo>
                    <a:pt x="253" y="0"/>
                  </a:moveTo>
                  <a:cubicBezTo>
                    <a:pt x="253" y="0"/>
                    <a:pt x="253" y="0"/>
                    <a:pt x="253" y="0"/>
                  </a:cubicBezTo>
                  <a:cubicBezTo>
                    <a:pt x="253" y="0"/>
                    <a:pt x="253" y="0"/>
                    <a:pt x="253" y="0"/>
                  </a:cubicBezTo>
                  <a:moveTo>
                    <a:pt x="252" y="0"/>
                  </a:moveTo>
                  <a:cubicBezTo>
                    <a:pt x="252" y="0"/>
                    <a:pt x="252" y="0"/>
                    <a:pt x="252" y="0"/>
                  </a:cubicBezTo>
                  <a:cubicBezTo>
                    <a:pt x="252" y="0"/>
                    <a:pt x="252" y="0"/>
                    <a:pt x="252" y="0"/>
                  </a:cubicBezTo>
                  <a:moveTo>
                    <a:pt x="250" y="0"/>
                  </a:moveTo>
                  <a:cubicBezTo>
                    <a:pt x="250" y="0"/>
                    <a:pt x="250" y="0"/>
                    <a:pt x="250" y="0"/>
                  </a:cubicBezTo>
                  <a:cubicBezTo>
                    <a:pt x="250" y="0"/>
                    <a:pt x="250" y="0"/>
                    <a:pt x="250" y="0"/>
                  </a:cubicBezTo>
                  <a:moveTo>
                    <a:pt x="249" y="0"/>
                  </a:moveTo>
                  <a:cubicBezTo>
                    <a:pt x="249" y="0"/>
                    <a:pt x="250" y="0"/>
                    <a:pt x="250" y="0"/>
                  </a:cubicBezTo>
                  <a:cubicBezTo>
                    <a:pt x="250" y="0"/>
                    <a:pt x="249" y="0"/>
                    <a:pt x="249" y="0"/>
                  </a:cubicBezTo>
                  <a:moveTo>
                    <a:pt x="248" y="0"/>
                  </a:moveTo>
                  <a:cubicBezTo>
                    <a:pt x="249" y="0"/>
                    <a:pt x="249" y="0"/>
                    <a:pt x="249" y="0"/>
                  </a:cubicBezTo>
                  <a:cubicBezTo>
                    <a:pt x="249" y="0"/>
                    <a:pt x="249" y="0"/>
                    <a:pt x="248" y="0"/>
                  </a:cubicBezTo>
                  <a:moveTo>
                    <a:pt x="248" y="0"/>
                  </a:moveTo>
                  <a:cubicBezTo>
                    <a:pt x="248" y="0"/>
                    <a:pt x="248" y="0"/>
                    <a:pt x="248" y="0"/>
                  </a:cubicBezTo>
                  <a:cubicBezTo>
                    <a:pt x="248" y="0"/>
                    <a:pt x="248" y="0"/>
                    <a:pt x="248" y="0"/>
                  </a:cubicBezTo>
                  <a:moveTo>
                    <a:pt x="247" y="0"/>
                  </a:moveTo>
                  <a:cubicBezTo>
                    <a:pt x="247" y="0"/>
                    <a:pt x="247" y="0"/>
                    <a:pt x="247" y="0"/>
                  </a:cubicBezTo>
                  <a:cubicBezTo>
                    <a:pt x="247" y="0"/>
                    <a:pt x="247" y="0"/>
                    <a:pt x="247" y="0"/>
                  </a:cubicBezTo>
                  <a:moveTo>
                    <a:pt x="246" y="0"/>
                  </a:moveTo>
                  <a:cubicBezTo>
                    <a:pt x="110" y="0"/>
                    <a:pt x="0" y="111"/>
                    <a:pt x="0" y="246"/>
                  </a:cubicBezTo>
                  <a:cubicBezTo>
                    <a:pt x="0" y="246"/>
                    <a:pt x="0" y="246"/>
                    <a:pt x="0" y="246"/>
                  </a:cubicBezTo>
                  <a:cubicBezTo>
                    <a:pt x="0" y="111"/>
                    <a:pt x="110" y="0"/>
                    <a:pt x="246" y="0"/>
                  </a:cubicBezTo>
                  <a:cubicBezTo>
                    <a:pt x="246" y="0"/>
                    <a:pt x="246" y="0"/>
                    <a:pt x="247" y="0"/>
                  </a:cubicBezTo>
                  <a:cubicBezTo>
                    <a:pt x="246" y="0"/>
                    <a:pt x="246" y="0"/>
                    <a:pt x="246" y="0"/>
                  </a:cubicBezTo>
                </a:path>
              </a:pathLst>
            </a:custGeom>
            <a:solidFill>
              <a:srgbClr val="FFD4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5" name="Freeform 97">
              <a:extLst>
                <a:ext uri="{FF2B5EF4-FFF2-40B4-BE49-F238E27FC236}">
                  <a16:creationId xmlns:a16="http://schemas.microsoft.com/office/drawing/2014/main" id="{8D1CCB5D-BEDD-4006-A806-20453601D88B}"/>
                </a:ext>
              </a:extLst>
            </p:cNvPr>
            <p:cNvSpPr>
              <a:spLocks noEditPoints="1"/>
            </p:cNvSpPr>
            <p:nvPr/>
          </p:nvSpPr>
          <p:spPr bwMode="auto">
            <a:xfrm>
              <a:off x="2867025" y="2117725"/>
              <a:ext cx="307975" cy="587375"/>
            </a:xfrm>
            <a:custGeom>
              <a:avLst/>
              <a:gdLst>
                <a:gd name="T0" fmla="*/ 81 w 81"/>
                <a:gd name="T1" fmla="*/ 153 h 154"/>
                <a:gd name="T2" fmla="*/ 81 w 81"/>
                <a:gd name="T3" fmla="*/ 154 h 154"/>
                <a:gd name="T4" fmla="*/ 81 w 81"/>
                <a:gd name="T5" fmla="*/ 153 h 154"/>
                <a:gd name="T6" fmla="*/ 81 w 81"/>
                <a:gd name="T7" fmla="*/ 153 h 154"/>
                <a:gd name="T8" fmla="*/ 81 w 81"/>
                <a:gd name="T9" fmla="*/ 153 h 154"/>
                <a:gd name="T10" fmla="*/ 81 w 81"/>
                <a:gd name="T11" fmla="*/ 153 h 154"/>
                <a:gd name="T12" fmla="*/ 81 w 81"/>
                <a:gd name="T13" fmla="*/ 152 h 154"/>
                <a:gd name="T14" fmla="*/ 81 w 81"/>
                <a:gd name="T15" fmla="*/ 152 h 154"/>
                <a:gd name="T16" fmla="*/ 81 w 81"/>
                <a:gd name="T17" fmla="*/ 152 h 154"/>
                <a:gd name="T18" fmla="*/ 81 w 81"/>
                <a:gd name="T19" fmla="*/ 151 h 154"/>
                <a:gd name="T20" fmla="*/ 81 w 81"/>
                <a:gd name="T21" fmla="*/ 152 h 154"/>
                <a:gd name="T22" fmla="*/ 81 w 81"/>
                <a:gd name="T23" fmla="*/ 151 h 154"/>
                <a:gd name="T24" fmla="*/ 81 w 81"/>
                <a:gd name="T25" fmla="*/ 150 h 154"/>
                <a:gd name="T26" fmla="*/ 81 w 81"/>
                <a:gd name="T27" fmla="*/ 151 h 154"/>
                <a:gd name="T28" fmla="*/ 81 w 81"/>
                <a:gd name="T29" fmla="*/ 150 h 154"/>
                <a:gd name="T30" fmla="*/ 81 w 81"/>
                <a:gd name="T31" fmla="*/ 150 h 154"/>
                <a:gd name="T32" fmla="*/ 81 w 81"/>
                <a:gd name="T33" fmla="*/ 150 h 154"/>
                <a:gd name="T34" fmla="*/ 81 w 81"/>
                <a:gd name="T35" fmla="*/ 150 h 154"/>
                <a:gd name="T36" fmla="*/ 81 w 81"/>
                <a:gd name="T37" fmla="*/ 149 h 154"/>
                <a:gd name="T38" fmla="*/ 81 w 81"/>
                <a:gd name="T39" fmla="*/ 150 h 154"/>
                <a:gd name="T40" fmla="*/ 81 w 81"/>
                <a:gd name="T41" fmla="*/ 149 h 154"/>
                <a:gd name="T42" fmla="*/ 81 w 81"/>
                <a:gd name="T43" fmla="*/ 148 h 154"/>
                <a:gd name="T44" fmla="*/ 81 w 81"/>
                <a:gd name="T45" fmla="*/ 149 h 154"/>
                <a:gd name="T46" fmla="*/ 81 w 81"/>
                <a:gd name="T47" fmla="*/ 148 h 154"/>
                <a:gd name="T48" fmla="*/ 81 w 81"/>
                <a:gd name="T49" fmla="*/ 147 h 154"/>
                <a:gd name="T50" fmla="*/ 81 w 81"/>
                <a:gd name="T51" fmla="*/ 148 h 154"/>
                <a:gd name="T52" fmla="*/ 81 w 81"/>
                <a:gd name="T53" fmla="*/ 147 h 154"/>
                <a:gd name="T54" fmla="*/ 81 w 81"/>
                <a:gd name="T55" fmla="*/ 146 h 154"/>
                <a:gd name="T56" fmla="*/ 81 w 81"/>
                <a:gd name="T57" fmla="*/ 147 h 154"/>
                <a:gd name="T58" fmla="*/ 81 w 81"/>
                <a:gd name="T59" fmla="*/ 146 h 154"/>
                <a:gd name="T60" fmla="*/ 0 w 81"/>
                <a:gd name="T61" fmla="*/ 0 h 154"/>
                <a:gd name="T62" fmla="*/ 81 w 81"/>
                <a:gd name="T63" fmla="*/ 146 h 154"/>
                <a:gd name="T64" fmla="*/ 1 w 81"/>
                <a:gd name="T65" fmla="*/ 0 h 154"/>
                <a:gd name="T66" fmla="*/ 0 w 81"/>
                <a:gd name="T6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 h="154">
                  <a:moveTo>
                    <a:pt x="81" y="153"/>
                  </a:moveTo>
                  <a:cubicBezTo>
                    <a:pt x="81" y="154"/>
                    <a:pt x="81" y="154"/>
                    <a:pt x="81" y="154"/>
                  </a:cubicBezTo>
                  <a:cubicBezTo>
                    <a:pt x="81" y="154"/>
                    <a:pt x="81" y="154"/>
                    <a:pt x="81" y="153"/>
                  </a:cubicBezTo>
                  <a:moveTo>
                    <a:pt x="81" y="153"/>
                  </a:moveTo>
                  <a:cubicBezTo>
                    <a:pt x="81" y="153"/>
                    <a:pt x="81" y="153"/>
                    <a:pt x="81" y="153"/>
                  </a:cubicBezTo>
                  <a:cubicBezTo>
                    <a:pt x="81" y="153"/>
                    <a:pt x="81" y="153"/>
                    <a:pt x="81" y="153"/>
                  </a:cubicBezTo>
                  <a:moveTo>
                    <a:pt x="81" y="152"/>
                  </a:moveTo>
                  <a:cubicBezTo>
                    <a:pt x="81" y="152"/>
                    <a:pt x="81" y="152"/>
                    <a:pt x="81" y="152"/>
                  </a:cubicBezTo>
                  <a:cubicBezTo>
                    <a:pt x="81" y="152"/>
                    <a:pt x="81" y="152"/>
                    <a:pt x="81" y="152"/>
                  </a:cubicBezTo>
                  <a:moveTo>
                    <a:pt x="81" y="151"/>
                  </a:moveTo>
                  <a:cubicBezTo>
                    <a:pt x="81" y="151"/>
                    <a:pt x="81" y="152"/>
                    <a:pt x="81" y="152"/>
                  </a:cubicBezTo>
                  <a:cubicBezTo>
                    <a:pt x="81" y="152"/>
                    <a:pt x="81" y="151"/>
                    <a:pt x="81" y="151"/>
                  </a:cubicBezTo>
                  <a:moveTo>
                    <a:pt x="81" y="150"/>
                  </a:moveTo>
                  <a:cubicBezTo>
                    <a:pt x="81" y="151"/>
                    <a:pt x="81" y="151"/>
                    <a:pt x="81" y="151"/>
                  </a:cubicBezTo>
                  <a:cubicBezTo>
                    <a:pt x="81" y="151"/>
                    <a:pt x="81" y="151"/>
                    <a:pt x="81" y="150"/>
                  </a:cubicBezTo>
                  <a:moveTo>
                    <a:pt x="81" y="150"/>
                  </a:moveTo>
                  <a:cubicBezTo>
                    <a:pt x="81" y="150"/>
                    <a:pt x="81" y="150"/>
                    <a:pt x="81" y="150"/>
                  </a:cubicBezTo>
                  <a:cubicBezTo>
                    <a:pt x="81" y="150"/>
                    <a:pt x="81" y="150"/>
                    <a:pt x="81" y="150"/>
                  </a:cubicBezTo>
                  <a:moveTo>
                    <a:pt x="81" y="149"/>
                  </a:moveTo>
                  <a:cubicBezTo>
                    <a:pt x="81" y="149"/>
                    <a:pt x="81" y="149"/>
                    <a:pt x="81" y="150"/>
                  </a:cubicBezTo>
                  <a:cubicBezTo>
                    <a:pt x="81" y="149"/>
                    <a:pt x="81" y="149"/>
                    <a:pt x="81" y="149"/>
                  </a:cubicBezTo>
                  <a:moveTo>
                    <a:pt x="81" y="148"/>
                  </a:moveTo>
                  <a:cubicBezTo>
                    <a:pt x="81" y="148"/>
                    <a:pt x="81" y="149"/>
                    <a:pt x="81" y="149"/>
                  </a:cubicBezTo>
                  <a:cubicBezTo>
                    <a:pt x="81" y="149"/>
                    <a:pt x="81" y="148"/>
                    <a:pt x="81" y="148"/>
                  </a:cubicBezTo>
                  <a:moveTo>
                    <a:pt x="81" y="147"/>
                  </a:moveTo>
                  <a:cubicBezTo>
                    <a:pt x="81" y="147"/>
                    <a:pt x="81" y="148"/>
                    <a:pt x="81" y="148"/>
                  </a:cubicBezTo>
                  <a:cubicBezTo>
                    <a:pt x="81" y="148"/>
                    <a:pt x="81" y="147"/>
                    <a:pt x="81" y="147"/>
                  </a:cubicBezTo>
                  <a:moveTo>
                    <a:pt x="81" y="146"/>
                  </a:moveTo>
                  <a:cubicBezTo>
                    <a:pt x="81" y="146"/>
                    <a:pt x="81" y="146"/>
                    <a:pt x="81" y="147"/>
                  </a:cubicBezTo>
                  <a:cubicBezTo>
                    <a:pt x="81" y="146"/>
                    <a:pt x="81" y="146"/>
                    <a:pt x="81" y="146"/>
                  </a:cubicBezTo>
                  <a:moveTo>
                    <a:pt x="0" y="0"/>
                  </a:moveTo>
                  <a:cubicBezTo>
                    <a:pt x="47" y="32"/>
                    <a:pt x="78" y="85"/>
                    <a:pt x="81" y="146"/>
                  </a:cubicBezTo>
                  <a:cubicBezTo>
                    <a:pt x="78" y="86"/>
                    <a:pt x="47" y="33"/>
                    <a:pt x="1" y="0"/>
                  </a:cubicBezTo>
                  <a:cubicBezTo>
                    <a:pt x="1" y="0"/>
                    <a:pt x="1" y="0"/>
                    <a:pt x="0" y="0"/>
                  </a:cubicBezTo>
                </a:path>
              </a:pathLst>
            </a:custGeom>
            <a:solidFill>
              <a:srgbClr val="FFD4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7" name="Freeform 99">
              <a:extLst>
                <a:ext uri="{FF2B5EF4-FFF2-40B4-BE49-F238E27FC236}">
                  <a16:creationId xmlns:a16="http://schemas.microsoft.com/office/drawing/2014/main" id="{2C14CCB8-51E7-4258-BD61-05B3D36F80A0}"/>
                </a:ext>
              </a:extLst>
            </p:cNvPr>
            <p:cNvSpPr>
              <a:spLocks noEditPoints="1"/>
            </p:cNvSpPr>
            <p:nvPr/>
          </p:nvSpPr>
          <p:spPr bwMode="auto">
            <a:xfrm>
              <a:off x="2074863" y="3246438"/>
              <a:ext cx="857250" cy="174625"/>
            </a:xfrm>
            <a:custGeom>
              <a:avLst/>
              <a:gdLst>
                <a:gd name="T0" fmla="*/ 99 w 225"/>
                <a:gd name="T1" fmla="*/ 46 h 46"/>
                <a:gd name="T2" fmla="*/ 100 w 225"/>
                <a:gd name="T3" fmla="*/ 46 h 46"/>
                <a:gd name="T4" fmla="*/ 99 w 225"/>
                <a:gd name="T5" fmla="*/ 46 h 46"/>
                <a:gd name="T6" fmla="*/ 98 w 225"/>
                <a:gd name="T7" fmla="*/ 46 h 46"/>
                <a:gd name="T8" fmla="*/ 99 w 225"/>
                <a:gd name="T9" fmla="*/ 46 h 46"/>
                <a:gd name="T10" fmla="*/ 98 w 225"/>
                <a:gd name="T11" fmla="*/ 46 h 46"/>
                <a:gd name="T12" fmla="*/ 98 w 225"/>
                <a:gd name="T13" fmla="*/ 46 h 46"/>
                <a:gd name="T14" fmla="*/ 98 w 225"/>
                <a:gd name="T15" fmla="*/ 46 h 46"/>
                <a:gd name="T16" fmla="*/ 98 w 225"/>
                <a:gd name="T17" fmla="*/ 46 h 46"/>
                <a:gd name="T18" fmla="*/ 0 w 225"/>
                <a:gd name="T19" fmla="*/ 17 h 46"/>
                <a:gd name="T20" fmla="*/ 1 w 225"/>
                <a:gd name="T21" fmla="*/ 17 h 46"/>
                <a:gd name="T22" fmla="*/ 97 w 225"/>
                <a:gd name="T23" fmla="*/ 46 h 46"/>
                <a:gd name="T24" fmla="*/ 0 w 225"/>
                <a:gd name="T25" fmla="*/ 17 h 46"/>
                <a:gd name="T26" fmla="*/ 225 w 225"/>
                <a:gd name="T27" fmla="*/ 0 h 46"/>
                <a:gd name="T28" fmla="*/ 101 w 225"/>
                <a:gd name="T29" fmla="*/ 46 h 46"/>
                <a:gd name="T30" fmla="*/ 100 w 225"/>
                <a:gd name="T31" fmla="*/ 46 h 46"/>
                <a:gd name="T32" fmla="*/ 101 w 225"/>
                <a:gd name="T33" fmla="*/ 46 h 46"/>
                <a:gd name="T34" fmla="*/ 225 w 225"/>
                <a:gd name="T35" fmla="*/ 0 h 46"/>
                <a:gd name="T36" fmla="*/ 225 w 225"/>
                <a:gd name="T3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5" h="46">
                  <a:moveTo>
                    <a:pt x="99" y="46"/>
                  </a:moveTo>
                  <a:cubicBezTo>
                    <a:pt x="100" y="46"/>
                    <a:pt x="100" y="46"/>
                    <a:pt x="100" y="46"/>
                  </a:cubicBezTo>
                  <a:cubicBezTo>
                    <a:pt x="100" y="46"/>
                    <a:pt x="100" y="46"/>
                    <a:pt x="99" y="46"/>
                  </a:cubicBezTo>
                  <a:moveTo>
                    <a:pt x="98" y="46"/>
                  </a:moveTo>
                  <a:cubicBezTo>
                    <a:pt x="99" y="46"/>
                    <a:pt x="99" y="46"/>
                    <a:pt x="99" y="46"/>
                  </a:cubicBezTo>
                  <a:cubicBezTo>
                    <a:pt x="99" y="46"/>
                    <a:pt x="99" y="46"/>
                    <a:pt x="98" y="46"/>
                  </a:cubicBezTo>
                  <a:moveTo>
                    <a:pt x="98" y="46"/>
                  </a:moveTo>
                  <a:cubicBezTo>
                    <a:pt x="98" y="46"/>
                    <a:pt x="98" y="46"/>
                    <a:pt x="98" y="46"/>
                  </a:cubicBezTo>
                  <a:cubicBezTo>
                    <a:pt x="98" y="46"/>
                    <a:pt x="98" y="46"/>
                    <a:pt x="98" y="46"/>
                  </a:cubicBezTo>
                  <a:moveTo>
                    <a:pt x="0" y="17"/>
                  </a:moveTo>
                  <a:cubicBezTo>
                    <a:pt x="0" y="17"/>
                    <a:pt x="1" y="17"/>
                    <a:pt x="1" y="17"/>
                  </a:cubicBezTo>
                  <a:cubicBezTo>
                    <a:pt x="29" y="35"/>
                    <a:pt x="62" y="45"/>
                    <a:pt x="97" y="46"/>
                  </a:cubicBezTo>
                  <a:cubicBezTo>
                    <a:pt x="62" y="45"/>
                    <a:pt x="28" y="35"/>
                    <a:pt x="0" y="17"/>
                  </a:cubicBezTo>
                  <a:moveTo>
                    <a:pt x="225" y="0"/>
                  </a:moveTo>
                  <a:cubicBezTo>
                    <a:pt x="192" y="29"/>
                    <a:pt x="148" y="46"/>
                    <a:pt x="101" y="46"/>
                  </a:cubicBezTo>
                  <a:cubicBezTo>
                    <a:pt x="101" y="46"/>
                    <a:pt x="100" y="46"/>
                    <a:pt x="100" y="46"/>
                  </a:cubicBezTo>
                  <a:cubicBezTo>
                    <a:pt x="100" y="46"/>
                    <a:pt x="101" y="46"/>
                    <a:pt x="101" y="46"/>
                  </a:cubicBezTo>
                  <a:cubicBezTo>
                    <a:pt x="148" y="46"/>
                    <a:pt x="192" y="29"/>
                    <a:pt x="225" y="0"/>
                  </a:cubicBezTo>
                  <a:cubicBezTo>
                    <a:pt x="225" y="0"/>
                    <a:pt x="225" y="0"/>
                    <a:pt x="225" y="0"/>
                  </a:cubicBezTo>
                </a:path>
              </a:pathLst>
            </a:custGeom>
            <a:solidFill>
              <a:srgbClr val="FFD4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9" name="Freeform 101">
              <a:extLst>
                <a:ext uri="{FF2B5EF4-FFF2-40B4-BE49-F238E27FC236}">
                  <a16:creationId xmlns:a16="http://schemas.microsoft.com/office/drawing/2014/main" id="{4388D231-456C-400C-809E-61F33DA3CCB6}"/>
                </a:ext>
              </a:extLst>
            </p:cNvPr>
            <p:cNvSpPr>
              <a:spLocks/>
            </p:cNvSpPr>
            <p:nvPr/>
          </p:nvSpPr>
          <p:spPr bwMode="auto">
            <a:xfrm>
              <a:off x="3389313" y="2092325"/>
              <a:ext cx="817563" cy="738188"/>
            </a:xfrm>
            <a:custGeom>
              <a:avLst/>
              <a:gdLst>
                <a:gd name="T0" fmla="*/ 215 w 215"/>
                <a:gd name="T1" fmla="*/ 0 h 194"/>
                <a:gd name="T2" fmla="*/ 0 w 215"/>
                <a:gd name="T3" fmla="*/ 194 h 194"/>
                <a:gd name="T4" fmla="*/ 0 w 215"/>
                <a:gd name="T5" fmla="*/ 194 h 194"/>
                <a:gd name="T6" fmla="*/ 215 w 215"/>
                <a:gd name="T7" fmla="*/ 0 h 194"/>
              </a:gdLst>
              <a:ahLst/>
              <a:cxnLst>
                <a:cxn ang="0">
                  <a:pos x="T0" y="T1"/>
                </a:cxn>
                <a:cxn ang="0">
                  <a:pos x="T2" y="T3"/>
                </a:cxn>
                <a:cxn ang="0">
                  <a:pos x="T4" y="T5"/>
                </a:cxn>
                <a:cxn ang="0">
                  <a:pos x="T6" y="T7"/>
                </a:cxn>
              </a:cxnLst>
              <a:rect l="0" t="0" r="r" b="b"/>
              <a:pathLst>
                <a:path w="215" h="194">
                  <a:moveTo>
                    <a:pt x="215" y="0"/>
                  </a:moveTo>
                  <a:cubicBezTo>
                    <a:pt x="0" y="194"/>
                    <a:pt x="0" y="194"/>
                    <a:pt x="0" y="194"/>
                  </a:cubicBezTo>
                  <a:cubicBezTo>
                    <a:pt x="0" y="194"/>
                    <a:pt x="0" y="194"/>
                    <a:pt x="0" y="194"/>
                  </a:cubicBezTo>
                  <a:cubicBezTo>
                    <a:pt x="215" y="0"/>
                    <a:pt x="215" y="0"/>
                    <a:pt x="215" y="0"/>
                  </a:cubicBezTo>
                </a:path>
              </a:pathLst>
            </a:custGeom>
            <a:solidFill>
              <a:srgbClr val="FFD4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1093" name="Group 1092">
              <a:extLst>
                <a:ext uri="{FF2B5EF4-FFF2-40B4-BE49-F238E27FC236}">
                  <a16:creationId xmlns:a16="http://schemas.microsoft.com/office/drawing/2014/main" id="{25A643B3-FAB4-4230-B615-897C74674326}"/>
                </a:ext>
              </a:extLst>
            </p:cNvPr>
            <p:cNvGrpSpPr/>
            <p:nvPr/>
          </p:nvGrpSpPr>
          <p:grpSpPr>
            <a:xfrm>
              <a:off x="1522413" y="1768475"/>
              <a:ext cx="2768600" cy="1720850"/>
              <a:chOff x="1522413" y="1768475"/>
              <a:chExt cx="2768600" cy="1720850"/>
            </a:xfrm>
          </p:grpSpPr>
          <p:sp>
            <p:nvSpPr>
              <p:cNvPr id="114" name="Freeform 96">
                <a:extLst>
                  <a:ext uri="{FF2B5EF4-FFF2-40B4-BE49-F238E27FC236}">
                    <a16:creationId xmlns:a16="http://schemas.microsoft.com/office/drawing/2014/main" id="{AB016499-0164-48F8-8AF1-BDD543F4B3DB}"/>
                  </a:ext>
                </a:extLst>
              </p:cNvPr>
              <p:cNvSpPr>
                <a:spLocks/>
              </p:cNvSpPr>
              <p:nvPr/>
            </p:nvSpPr>
            <p:spPr bwMode="auto">
              <a:xfrm>
                <a:off x="1522413" y="1768475"/>
                <a:ext cx="1470025" cy="1720850"/>
              </a:xfrm>
              <a:custGeom>
                <a:avLst/>
                <a:gdLst>
                  <a:gd name="T0" fmla="*/ 246 w 386"/>
                  <a:gd name="T1" fmla="*/ 0 h 452"/>
                  <a:gd name="T2" fmla="*/ 0 w 386"/>
                  <a:gd name="T3" fmla="*/ 246 h 452"/>
                  <a:gd name="T4" fmla="*/ 0 w 386"/>
                  <a:gd name="T5" fmla="*/ 247 h 452"/>
                  <a:gd name="T6" fmla="*/ 0 w 386"/>
                  <a:gd name="T7" fmla="*/ 247 h 452"/>
                  <a:gd name="T8" fmla="*/ 0 w 386"/>
                  <a:gd name="T9" fmla="*/ 248 h 452"/>
                  <a:gd name="T10" fmla="*/ 0 w 386"/>
                  <a:gd name="T11" fmla="*/ 248 h 452"/>
                  <a:gd name="T12" fmla="*/ 0 w 386"/>
                  <a:gd name="T13" fmla="*/ 249 h 452"/>
                  <a:gd name="T14" fmla="*/ 0 w 386"/>
                  <a:gd name="T15" fmla="*/ 249 h 452"/>
                  <a:gd name="T16" fmla="*/ 0 w 386"/>
                  <a:gd name="T17" fmla="*/ 250 h 452"/>
                  <a:gd name="T18" fmla="*/ 0 w 386"/>
                  <a:gd name="T19" fmla="*/ 250 h 452"/>
                  <a:gd name="T20" fmla="*/ 0 w 386"/>
                  <a:gd name="T21" fmla="*/ 251 h 452"/>
                  <a:gd name="T22" fmla="*/ 0 w 386"/>
                  <a:gd name="T23" fmla="*/ 251 h 452"/>
                  <a:gd name="T24" fmla="*/ 0 w 386"/>
                  <a:gd name="T25" fmla="*/ 252 h 452"/>
                  <a:gd name="T26" fmla="*/ 0 w 386"/>
                  <a:gd name="T27" fmla="*/ 252 h 452"/>
                  <a:gd name="T28" fmla="*/ 0 w 386"/>
                  <a:gd name="T29" fmla="*/ 254 h 452"/>
                  <a:gd name="T30" fmla="*/ 0 w 386"/>
                  <a:gd name="T31" fmla="*/ 254 h 452"/>
                  <a:gd name="T32" fmla="*/ 0 w 386"/>
                  <a:gd name="T33" fmla="*/ 255 h 452"/>
                  <a:gd name="T34" fmla="*/ 0 w 386"/>
                  <a:gd name="T35" fmla="*/ 255 h 452"/>
                  <a:gd name="T36" fmla="*/ 0 w 386"/>
                  <a:gd name="T37" fmla="*/ 256 h 452"/>
                  <a:gd name="T38" fmla="*/ 0 w 386"/>
                  <a:gd name="T39" fmla="*/ 256 h 452"/>
                  <a:gd name="T40" fmla="*/ 0 w 386"/>
                  <a:gd name="T41" fmla="*/ 258 h 452"/>
                  <a:gd name="T42" fmla="*/ 0 w 386"/>
                  <a:gd name="T43" fmla="*/ 258 h 452"/>
                  <a:gd name="T44" fmla="*/ 0 w 386"/>
                  <a:gd name="T45" fmla="*/ 259 h 452"/>
                  <a:gd name="T46" fmla="*/ 0 w 386"/>
                  <a:gd name="T47" fmla="*/ 259 h 452"/>
                  <a:gd name="T48" fmla="*/ 113 w 386"/>
                  <a:gd name="T49" fmla="*/ 452 h 452"/>
                  <a:gd name="T50" fmla="*/ 6 w 386"/>
                  <a:gd name="T51" fmla="*/ 250 h 452"/>
                  <a:gd name="T52" fmla="*/ 252 w 386"/>
                  <a:gd name="T53" fmla="*/ 4 h 452"/>
                  <a:gd name="T54" fmla="*/ 386 w 386"/>
                  <a:gd name="T55" fmla="*/ 44 h 452"/>
                  <a:gd name="T56" fmla="*/ 253 w 386"/>
                  <a:gd name="T57" fmla="*/ 0 h 452"/>
                  <a:gd name="T58" fmla="*/ 253 w 386"/>
                  <a:gd name="T59" fmla="*/ 0 h 452"/>
                  <a:gd name="T60" fmla="*/ 252 w 386"/>
                  <a:gd name="T61" fmla="*/ 0 h 452"/>
                  <a:gd name="T62" fmla="*/ 252 w 386"/>
                  <a:gd name="T63" fmla="*/ 0 h 452"/>
                  <a:gd name="T64" fmla="*/ 250 w 386"/>
                  <a:gd name="T65" fmla="*/ 0 h 452"/>
                  <a:gd name="T66" fmla="*/ 250 w 386"/>
                  <a:gd name="T67" fmla="*/ 0 h 452"/>
                  <a:gd name="T68" fmla="*/ 250 w 386"/>
                  <a:gd name="T69" fmla="*/ 0 h 452"/>
                  <a:gd name="T70" fmla="*/ 249 w 386"/>
                  <a:gd name="T71" fmla="*/ 0 h 452"/>
                  <a:gd name="T72" fmla="*/ 249 w 386"/>
                  <a:gd name="T73" fmla="*/ 0 h 452"/>
                  <a:gd name="T74" fmla="*/ 248 w 386"/>
                  <a:gd name="T75" fmla="*/ 0 h 452"/>
                  <a:gd name="T76" fmla="*/ 248 w 386"/>
                  <a:gd name="T77" fmla="*/ 0 h 452"/>
                  <a:gd name="T78" fmla="*/ 248 w 386"/>
                  <a:gd name="T79" fmla="*/ 0 h 452"/>
                  <a:gd name="T80" fmla="*/ 247 w 386"/>
                  <a:gd name="T81" fmla="*/ 0 h 452"/>
                  <a:gd name="T82" fmla="*/ 247 w 386"/>
                  <a:gd name="T83" fmla="*/ 0 h 452"/>
                  <a:gd name="T84" fmla="*/ 247 w 386"/>
                  <a:gd name="T85" fmla="*/ 0 h 452"/>
                  <a:gd name="T86" fmla="*/ 246 w 386"/>
                  <a:gd name="T87"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6" h="452">
                    <a:moveTo>
                      <a:pt x="246" y="0"/>
                    </a:moveTo>
                    <a:cubicBezTo>
                      <a:pt x="110" y="0"/>
                      <a:pt x="0" y="111"/>
                      <a:pt x="0" y="246"/>
                    </a:cubicBezTo>
                    <a:cubicBezTo>
                      <a:pt x="0" y="246"/>
                      <a:pt x="0" y="247"/>
                      <a:pt x="0" y="247"/>
                    </a:cubicBezTo>
                    <a:cubicBezTo>
                      <a:pt x="0" y="247"/>
                      <a:pt x="0" y="247"/>
                      <a:pt x="0" y="247"/>
                    </a:cubicBezTo>
                    <a:cubicBezTo>
                      <a:pt x="0" y="248"/>
                      <a:pt x="0" y="248"/>
                      <a:pt x="0" y="248"/>
                    </a:cubicBezTo>
                    <a:cubicBezTo>
                      <a:pt x="0" y="248"/>
                      <a:pt x="0" y="248"/>
                      <a:pt x="0" y="248"/>
                    </a:cubicBezTo>
                    <a:cubicBezTo>
                      <a:pt x="0" y="249"/>
                      <a:pt x="0" y="249"/>
                      <a:pt x="0" y="249"/>
                    </a:cubicBezTo>
                    <a:cubicBezTo>
                      <a:pt x="0" y="249"/>
                      <a:pt x="0" y="249"/>
                      <a:pt x="0" y="249"/>
                    </a:cubicBezTo>
                    <a:cubicBezTo>
                      <a:pt x="0" y="250"/>
                      <a:pt x="0" y="250"/>
                      <a:pt x="0" y="250"/>
                    </a:cubicBezTo>
                    <a:cubicBezTo>
                      <a:pt x="0" y="250"/>
                      <a:pt x="0" y="250"/>
                      <a:pt x="0" y="250"/>
                    </a:cubicBezTo>
                    <a:cubicBezTo>
                      <a:pt x="0" y="251"/>
                      <a:pt x="0" y="251"/>
                      <a:pt x="0" y="251"/>
                    </a:cubicBezTo>
                    <a:cubicBezTo>
                      <a:pt x="0" y="251"/>
                      <a:pt x="0" y="251"/>
                      <a:pt x="0" y="251"/>
                    </a:cubicBezTo>
                    <a:cubicBezTo>
                      <a:pt x="0" y="252"/>
                      <a:pt x="0" y="252"/>
                      <a:pt x="0" y="252"/>
                    </a:cubicBezTo>
                    <a:cubicBezTo>
                      <a:pt x="0" y="252"/>
                      <a:pt x="0" y="252"/>
                      <a:pt x="0" y="252"/>
                    </a:cubicBezTo>
                    <a:cubicBezTo>
                      <a:pt x="0" y="253"/>
                      <a:pt x="0" y="254"/>
                      <a:pt x="0" y="254"/>
                    </a:cubicBezTo>
                    <a:cubicBezTo>
                      <a:pt x="0" y="254"/>
                      <a:pt x="0" y="254"/>
                      <a:pt x="0" y="254"/>
                    </a:cubicBezTo>
                    <a:cubicBezTo>
                      <a:pt x="0" y="255"/>
                      <a:pt x="0" y="255"/>
                      <a:pt x="0" y="255"/>
                    </a:cubicBezTo>
                    <a:cubicBezTo>
                      <a:pt x="0" y="255"/>
                      <a:pt x="0" y="255"/>
                      <a:pt x="0" y="255"/>
                    </a:cubicBezTo>
                    <a:cubicBezTo>
                      <a:pt x="0" y="256"/>
                      <a:pt x="0" y="256"/>
                      <a:pt x="0" y="256"/>
                    </a:cubicBezTo>
                    <a:cubicBezTo>
                      <a:pt x="0" y="256"/>
                      <a:pt x="0" y="256"/>
                      <a:pt x="0" y="256"/>
                    </a:cubicBezTo>
                    <a:cubicBezTo>
                      <a:pt x="0" y="257"/>
                      <a:pt x="0" y="258"/>
                      <a:pt x="0" y="258"/>
                    </a:cubicBezTo>
                    <a:cubicBezTo>
                      <a:pt x="0" y="258"/>
                      <a:pt x="0" y="258"/>
                      <a:pt x="0" y="258"/>
                    </a:cubicBezTo>
                    <a:cubicBezTo>
                      <a:pt x="0" y="259"/>
                      <a:pt x="0" y="259"/>
                      <a:pt x="0" y="259"/>
                    </a:cubicBezTo>
                    <a:cubicBezTo>
                      <a:pt x="0" y="259"/>
                      <a:pt x="0" y="259"/>
                      <a:pt x="0" y="259"/>
                    </a:cubicBezTo>
                    <a:cubicBezTo>
                      <a:pt x="5" y="340"/>
                      <a:pt x="48" y="411"/>
                      <a:pt x="113" y="452"/>
                    </a:cubicBezTo>
                    <a:cubicBezTo>
                      <a:pt x="48" y="408"/>
                      <a:pt x="6" y="334"/>
                      <a:pt x="6" y="250"/>
                    </a:cubicBezTo>
                    <a:cubicBezTo>
                      <a:pt x="6" y="115"/>
                      <a:pt x="117" y="4"/>
                      <a:pt x="252" y="4"/>
                    </a:cubicBezTo>
                    <a:cubicBezTo>
                      <a:pt x="301" y="4"/>
                      <a:pt x="347" y="19"/>
                      <a:pt x="386" y="44"/>
                    </a:cubicBezTo>
                    <a:cubicBezTo>
                      <a:pt x="348" y="18"/>
                      <a:pt x="302" y="2"/>
                      <a:pt x="253" y="0"/>
                    </a:cubicBezTo>
                    <a:cubicBezTo>
                      <a:pt x="253" y="0"/>
                      <a:pt x="253" y="0"/>
                      <a:pt x="253" y="0"/>
                    </a:cubicBezTo>
                    <a:cubicBezTo>
                      <a:pt x="252" y="0"/>
                      <a:pt x="252" y="0"/>
                      <a:pt x="252" y="0"/>
                    </a:cubicBezTo>
                    <a:cubicBezTo>
                      <a:pt x="252" y="0"/>
                      <a:pt x="252" y="0"/>
                      <a:pt x="252" y="0"/>
                    </a:cubicBezTo>
                    <a:cubicBezTo>
                      <a:pt x="251" y="0"/>
                      <a:pt x="251" y="0"/>
                      <a:pt x="250" y="0"/>
                    </a:cubicBezTo>
                    <a:cubicBezTo>
                      <a:pt x="250" y="0"/>
                      <a:pt x="250" y="0"/>
                      <a:pt x="250" y="0"/>
                    </a:cubicBezTo>
                    <a:cubicBezTo>
                      <a:pt x="250" y="0"/>
                      <a:pt x="250" y="0"/>
                      <a:pt x="250" y="0"/>
                    </a:cubicBezTo>
                    <a:cubicBezTo>
                      <a:pt x="250" y="0"/>
                      <a:pt x="249" y="0"/>
                      <a:pt x="249" y="0"/>
                    </a:cubicBezTo>
                    <a:cubicBezTo>
                      <a:pt x="249" y="0"/>
                      <a:pt x="249" y="0"/>
                      <a:pt x="249" y="0"/>
                    </a:cubicBezTo>
                    <a:cubicBezTo>
                      <a:pt x="249" y="0"/>
                      <a:pt x="249" y="0"/>
                      <a:pt x="248" y="0"/>
                    </a:cubicBezTo>
                    <a:cubicBezTo>
                      <a:pt x="248" y="0"/>
                      <a:pt x="248" y="0"/>
                      <a:pt x="248" y="0"/>
                    </a:cubicBezTo>
                    <a:cubicBezTo>
                      <a:pt x="248" y="0"/>
                      <a:pt x="248" y="0"/>
                      <a:pt x="248" y="0"/>
                    </a:cubicBezTo>
                    <a:cubicBezTo>
                      <a:pt x="248" y="0"/>
                      <a:pt x="248" y="0"/>
                      <a:pt x="247" y="0"/>
                    </a:cubicBezTo>
                    <a:cubicBezTo>
                      <a:pt x="247" y="0"/>
                      <a:pt x="247" y="0"/>
                      <a:pt x="247" y="0"/>
                    </a:cubicBezTo>
                    <a:cubicBezTo>
                      <a:pt x="247" y="0"/>
                      <a:pt x="247" y="0"/>
                      <a:pt x="247" y="0"/>
                    </a:cubicBezTo>
                    <a:cubicBezTo>
                      <a:pt x="246" y="0"/>
                      <a:pt x="246" y="0"/>
                      <a:pt x="246"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16" name="Freeform 98">
                <a:extLst>
                  <a:ext uri="{FF2B5EF4-FFF2-40B4-BE49-F238E27FC236}">
                    <a16:creationId xmlns:a16="http://schemas.microsoft.com/office/drawing/2014/main" id="{6A8CB871-72FC-4B65-AF05-7D2FD02A7D60}"/>
                  </a:ext>
                </a:extLst>
              </p:cNvPr>
              <p:cNvSpPr>
                <a:spLocks/>
              </p:cNvSpPr>
              <p:nvPr/>
            </p:nvSpPr>
            <p:spPr bwMode="auto">
              <a:xfrm>
                <a:off x="2870200" y="2117725"/>
                <a:ext cx="328613" cy="1112838"/>
              </a:xfrm>
              <a:custGeom>
                <a:avLst/>
                <a:gdLst>
                  <a:gd name="T0" fmla="*/ 0 w 86"/>
                  <a:gd name="T1" fmla="*/ 0 h 292"/>
                  <a:gd name="T2" fmla="*/ 80 w 86"/>
                  <a:gd name="T3" fmla="*/ 146 h 292"/>
                  <a:gd name="T4" fmla="*/ 80 w 86"/>
                  <a:gd name="T5" fmla="*/ 146 h 292"/>
                  <a:gd name="T6" fmla="*/ 80 w 86"/>
                  <a:gd name="T7" fmla="*/ 147 h 292"/>
                  <a:gd name="T8" fmla="*/ 80 w 86"/>
                  <a:gd name="T9" fmla="*/ 147 h 292"/>
                  <a:gd name="T10" fmla="*/ 80 w 86"/>
                  <a:gd name="T11" fmla="*/ 148 h 292"/>
                  <a:gd name="T12" fmla="*/ 80 w 86"/>
                  <a:gd name="T13" fmla="*/ 148 h 292"/>
                  <a:gd name="T14" fmla="*/ 80 w 86"/>
                  <a:gd name="T15" fmla="*/ 149 h 292"/>
                  <a:gd name="T16" fmla="*/ 80 w 86"/>
                  <a:gd name="T17" fmla="*/ 149 h 292"/>
                  <a:gd name="T18" fmla="*/ 80 w 86"/>
                  <a:gd name="T19" fmla="*/ 150 h 292"/>
                  <a:gd name="T20" fmla="*/ 80 w 86"/>
                  <a:gd name="T21" fmla="*/ 150 h 292"/>
                  <a:gd name="T22" fmla="*/ 80 w 86"/>
                  <a:gd name="T23" fmla="*/ 150 h 292"/>
                  <a:gd name="T24" fmla="*/ 80 w 86"/>
                  <a:gd name="T25" fmla="*/ 150 h 292"/>
                  <a:gd name="T26" fmla="*/ 80 w 86"/>
                  <a:gd name="T27" fmla="*/ 151 h 292"/>
                  <a:gd name="T28" fmla="*/ 80 w 86"/>
                  <a:gd name="T29" fmla="*/ 151 h 292"/>
                  <a:gd name="T30" fmla="*/ 80 w 86"/>
                  <a:gd name="T31" fmla="*/ 152 h 292"/>
                  <a:gd name="T32" fmla="*/ 80 w 86"/>
                  <a:gd name="T33" fmla="*/ 152 h 292"/>
                  <a:gd name="T34" fmla="*/ 80 w 86"/>
                  <a:gd name="T35" fmla="*/ 152 h 292"/>
                  <a:gd name="T36" fmla="*/ 80 w 86"/>
                  <a:gd name="T37" fmla="*/ 153 h 292"/>
                  <a:gd name="T38" fmla="*/ 80 w 86"/>
                  <a:gd name="T39" fmla="*/ 153 h 292"/>
                  <a:gd name="T40" fmla="*/ 80 w 86"/>
                  <a:gd name="T41" fmla="*/ 153 h 292"/>
                  <a:gd name="T42" fmla="*/ 80 w 86"/>
                  <a:gd name="T43" fmla="*/ 154 h 292"/>
                  <a:gd name="T44" fmla="*/ 80 w 86"/>
                  <a:gd name="T45" fmla="*/ 154 h 292"/>
                  <a:gd name="T46" fmla="*/ 80 w 86"/>
                  <a:gd name="T47" fmla="*/ 154 h 292"/>
                  <a:gd name="T48" fmla="*/ 80 w 86"/>
                  <a:gd name="T49" fmla="*/ 154 h 292"/>
                  <a:gd name="T50" fmla="*/ 20 w 86"/>
                  <a:gd name="T51" fmla="*/ 292 h 292"/>
                  <a:gd name="T52" fmla="*/ 58 w 86"/>
                  <a:gd name="T53" fmla="*/ 258 h 292"/>
                  <a:gd name="T54" fmla="*/ 86 w 86"/>
                  <a:gd name="T55" fmla="*/ 158 h 292"/>
                  <a:gd name="T56" fmla="*/ 0 w 86"/>
                  <a:gd name="T5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292">
                    <a:moveTo>
                      <a:pt x="0" y="0"/>
                    </a:moveTo>
                    <a:cubicBezTo>
                      <a:pt x="46" y="33"/>
                      <a:pt x="77" y="86"/>
                      <a:pt x="80" y="146"/>
                    </a:cubicBezTo>
                    <a:cubicBezTo>
                      <a:pt x="80" y="146"/>
                      <a:pt x="80" y="146"/>
                      <a:pt x="80" y="146"/>
                    </a:cubicBezTo>
                    <a:cubicBezTo>
                      <a:pt x="80" y="146"/>
                      <a:pt x="80" y="146"/>
                      <a:pt x="80" y="147"/>
                    </a:cubicBezTo>
                    <a:cubicBezTo>
                      <a:pt x="80" y="147"/>
                      <a:pt x="80" y="147"/>
                      <a:pt x="80" y="147"/>
                    </a:cubicBezTo>
                    <a:cubicBezTo>
                      <a:pt x="80" y="147"/>
                      <a:pt x="80" y="148"/>
                      <a:pt x="80" y="148"/>
                    </a:cubicBezTo>
                    <a:cubicBezTo>
                      <a:pt x="80" y="148"/>
                      <a:pt x="80" y="148"/>
                      <a:pt x="80" y="148"/>
                    </a:cubicBezTo>
                    <a:cubicBezTo>
                      <a:pt x="80" y="148"/>
                      <a:pt x="80" y="149"/>
                      <a:pt x="80" y="149"/>
                    </a:cubicBezTo>
                    <a:cubicBezTo>
                      <a:pt x="80" y="149"/>
                      <a:pt x="80" y="149"/>
                      <a:pt x="80" y="149"/>
                    </a:cubicBezTo>
                    <a:cubicBezTo>
                      <a:pt x="80" y="149"/>
                      <a:pt x="80" y="149"/>
                      <a:pt x="80" y="150"/>
                    </a:cubicBezTo>
                    <a:cubicBezTo>
                      <a:pt x="80" y="150"/>
                      <a:pt x="80" y="150"/>
                      <a:pt x="80" y="150"/>
                    </a:cubicBezTo>
                    <a:cubicBezTo>
                      <a:pt x="80" y="150"/>
                      <a:pt x="80" y="150"/>
                      <a:pt x="80" y="150"/>
                    </a:cubicBezTo>
                    <a:cubicBezTo>
                      <a:pt x="80" y="150"/>
                      <a:pt x="80" y="150"/>
                      <a:pt x="80" y="150"/>
                    </a:cubicBezTo>
                    <a:cubicBezTo>
                      <a:pt x="80" y="151"/>
                      <a:pt x="80" y="151"/>
                      <a:pt x="80" y="151"/>
                    </a:cubicBezTo>
                    <a:cubicBezTo>
                      <a:pt x="80" y="151"/>
                      <a:pt x="80" y="151"/>
                      <a:pt x="80" y="151"/>
                    </a:cubicBezTo>
                    <a:cubicBezTo>
                      <a:pt x="80" y="151"/>
                      <a:pt x="80" y="152"/>
                      <a:pt x="80" y="152"/>
                    </a:cubicBezTo>
                    <a:cubicBezTo>
                      <a:pt x="80" y="152"/>
                      <a:pt x="80" y="152"/>
                      <a:pt x="80" y="152"/>
                    </a:cubicBezTo>
                    <a:cubicBezTo>
                      <a:pt x="80" y="152"/>
                      <a:pt x="80" y="152"/>
                      <a:pt x="80" y="152"/>
                    </a:cubicBezTo>
                    <a:cubicBezTo>
                      <a:pt x="80" y="153"/>
                      <a:pt x="80" y="153"/>
                      <a:pt x="80" y="153"/>
                    </a:cubicBezTo>
                    <a:cubicBezTo>
                      <a:pt x="80" y="153"/>
                      <a:pt x="80" y="153"/>
                      <a:pt x="80" y="153"/>
                    </a:cubicBezTo>
                    <a:cubicBezTo>
                      <a:pt x="80" y="153"/>
                      <a:pt x="80" y="153"/>
                      <a:pt x="80" y="153"/>
                    </a:cubicBezTo>
                    <a:cubicBezTo>
                      <a:pt x="80" y="154"/>
                      <a:pt x="80" y="154"/>
                      <a:pt x="80" y="154"/>
                    </a:cubicBezTo>
                    <a:cubicBezTo>
                      <a:pt x="80" y="154"/>
                      <a:pt x="80" y="154"/>
                      <a:pt x="80" y="154"/>
                    </a:cubicBezTo>
                    <a:cubicBezTo>
                      <a:pt x="80" y="154"/>
                      <a:pt x="80" y="154"/>
                      <a:pt x="80" y="154"/>
                    </a:cubicBezTo>
                    <a:cubicBezTo>
                      <a:pt x="80" y="154"/>
                      <a:pt x="80" y="154"/>
                      <a:pt x="80" y="154"/>
                    </a:cubicBezTo>
                    <a:cubicBezTo>
                      <a:pt x="80" y="208"/>
                      <a:pt x="57" y="257"/>
                      <a:pt x="20" y="292"/>
                    </a:cubicBezTo>
                    <a:cubicBezTo>
                      <a:pt x="58" y="258"/>
                      <a:pt x="58" y="258"/>
                      <a:pt x="58" y="258"/>
                    </a:cubicBezTo>
                    <a:cubicBezTo>
                      <a:pt x="76" y="229"/>
                      <a:pt x="86" y="195"/>
                      <a:pt x="86" y="158"/>
                    </a:cubicBezTo>
                    <a:cubicBezTo>
                      <a:pt x="86" y="92"/>
                      <a:pt x="52" y="34"/>
                      <a:pt x="0"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18" name="Freeform 100">
                <a:extLst>
                  <a:ext uri="{FF2B5EF4-FFF2-40B4-BE49-F238E27FC236}">
                    <a16:creationId xmlns:a16="http://schemas.microsoft.com/office/drawing/2014/main" id="{1B4752F7-61B3-4484-BF84-D1C5F50B4EA8}"/>
                  </a:ext>
                </a:extLst>
              </p:cNvPr>
              <p:cNvSpPr>
                <a:spLocks/>
              </p:cNvSpPr>
              <p:nvPr/>
            </p:nvSpPr>
            <p:spPr bwMode="auto">
              <a:xfrm>
                <a:off x="2079625" y="3238500"/>
                <a:ext cx="898525" cy="198438"/>
              </a:xfrm>
              <a:custGeom>
                <a:avLst/>
                <a:gdLst>
                  <a:gd name="T0" fmla="*/ 236 w 236"/>
                  <a:gd name="T1" fmla="*/ 0 h 52"/>
                  <a:gd name="T2" fmla="*/ 229 w 236"/>
                  <a:gd name="T3" fmla="*/ 7 h 52"/>
                  <a:gd name="T4" fmla="*/ 224 w 236"/>
                  <a:gd name="T5" fmla="*/ 2 h 52"/>
                  <a:gd name="T6" fmla="*/ 100 w 236"/>
                  <a:gd name="T7" fmla="*/ 48 h 52"/>
                  <a:gd name="T8" fmla="*/ 99 w 236"/>
                  <a:gd name="T9" fmla="*/ 48 h 52"/>
                  <a:gd name="T10" fmla="*/ 99 w 236"/>
                  <a:gd name="T11" fmla="*/ 48 h 52"/>
                  <a:gd name="T12" fmla="*/ 98 w 236"/>
                  <a:gd name="T13" fmla="*/ 48 h 52"/>
                  <a:gd name="T14" fmla="*/ 98 w 236"/>
                  <a:gd name="T15" fmla="*/ 48 h 52"/>
                  <a:gd name="T16" fmla="*/ 97 w 236"/>
                  <a:gd name="T17" fmla="*/ 48 h 52"/>
                  <a:gd name="T18" fmla="*/ 97 w 236"/>
                  <a:gd name="T19" fmla="*/ 48 h 52"/>
                  <a:gd name="T20" fmla="*/ 97 w 236"/>
                  <a:gd name="T21" fmla="*/ 48 h 52"/>
                  <a:gd name="T22" fmla="*/ 96 w 236"/>
                  <a:gd name="T23" fmla="*/ 48 h 52"/>
                  <a:gd name="T24" fmla="*/ 0 w 236"/>
                  <a:gd name="T25" fmla="*/ 19 h 52"/>
                  <a:gd name="T26" fmla="*/ 106 w 236"/>
                  <a:gd name="T27" fmla="*/ 52 h 52"/>
                  <a:gd name="T28" fmla="*/ 236 w 236"/>
                  <a:gd name="T2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52">
                    <a:moveTo>
                      <a:pt x="236" y="0"/>
                    </a:moveTo>
                    <a:cubicBezTo>
                      <a:pt x="231" y="5"/>
                      <a:pt x="229" y="7"/>
                      <a:pt x="229" y="7"/>
                    </a:cubicBezTo>
                    <a:cubicBezTo>
                      <a:pt x="224" y="2"/>
                      <a:pt x="224" y="2"/>
                      <a:pt x="224" y="2"/>
                    </a:cubicBezTo>
                    <a:cubicBezTo>
                      <a:pt x="191" y="31"/>
                      <a:pt x="147" y="48"/>
                      <a:pt x="100" y="48"/>
                    </a:cubicBezTo>
                    <a:cubicBezTo>
                      <a:pt x="100" y="48"/>
                      <a:pt x="99" y="48"/>
                      <a:pt x="99" y="48"/>
                    </a:cubicBezTo>
                    <a:cubicBezTo>
                      <a:pt x="99" y="48"/>
                      <a:pt x="99" y="48"/>
                      <a:pt x="99" y="48"/>
                    </a:cubicBezTo>
                    <a:cubicBezTo>
                      <a:pt x="99" y="48"/>
                      <a:pt x="99" y="48"/>
                      <a:pt x="98" y="48"/>
                    </a:cubicBezTo>
                    <a:cubicBezTo>
                      <a:pt x="98" y="48"/>
                      <a:pt x="98" y="48"/>
                      <a:pt x="98" y="48"/>
                    </a:cubicBezTo>
                    <a:cubicBezTo>
                      <a:pt x="98" y="48"/>
                      <a:pt x="98" y="48"/>
                      <a:pt x="97" y="48"/>
                    </a:cubicBezTo>
                    <a:cubicBezTo>
                      <a:pt x="97" y="48"/>
                      <a:pt x="97" y="48"/>
                      <a:pt x="97" y="48"/>
                    </a:cubicBezTo>
                    <a:cubicBezTo>
                      <a:pt x="97" y="48"/>
                      <a:pt x="97" y="48"/>
                      <a:pt x="97" y="48"/>
                    </a:cubicBezTo>
                    <a:cubicBezTo>
                      <a:pt x="97" y="48"/>
                      <a:pt x="97" y="48"/>
                      <a:pt x="96" y="48"/>
                    </a:cubicBezTo>
                    <a:cubicBezTo>
                      <a:pt x="61" y="47"/>
                      <a:pt x="28" y="37"/>
                      <a:pt x="0" y="19"/>
                    </a:cubicBezTo>
                    <a:cubicBezTo>
                      <a:pt x="30" y="40"/>
                      <a:pt x="67" y="52"/>
                      <a:pt x="106" y="52"/>
                    </a:cubicBezTo>
                    <a:cubicBezTo>
                      <a:pt x="156" y="52"/>
                      <a:pt x="202" y="33"/>
                      <a:pt x="236"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20" name="Freeform 102">
                <a:extLst>
                  <a:ext uri="{FF2B5EF4-FFF2-40B4-BE49-F238E27FC236}">
                    <a16:creationId xmlns:a16="http://schemas.microsoft.com/office/drawing/2014/main" id="{FFFEA618-13C6-4241-8D77-E47D22495A0F}"/>
                  </a:ext>
                </a:extLst>
              </p:cNvPr>
              <p:cNvSpPr>
                <a:spLocks/>
              </p:cNvSpPr>
              <p:nvPr/>
            </p:nvSpPr>
            <p:spPr bwMode="auto">
              <a:xfrm>
                <a:off x="2932113" y="2016125"/>
                <a:ext cx="1358900" cy="1249363"/>
              </a:xfrm>
              <a:custGeom>
                <a:avLst/>
                <a:gdLst>
                  <a:gd name="T0" fmla="*/ 357 w 357"/>
                  <a:gd name="T1" fmla="*/ 0 h 328"/>
                  <a:gd name="T2" fmla="*/ 335 w 357"/>
                  <a:gd name="T3" fmla="*/ 20 h 328"/>
                  <a:gd name="T4" fmla="*/ 120 w 357"/>
                  <a:gd name="T5" fmla="*/ 214 h 328"/>
                  <a:gd name="T6" fmla="*/ 120 w 357"/>
                  <a:gd name="T7" fmla="*/ 214 h 328"/>
                  <a:gd name="T8" fmla="*/ 42 w 357"/>
                  <a:gd name="T9" fmla="*/ 285 h 328"/>
                  <a:gd name="T10" fmla="*/ 4 w 357"/>
                  <a:gd name="T11" fmla="*/ 319 h 328"/>
                  <a:gd name="T12" fmla="*/ 0 w 357"/>
                  <a:gd name="T13" fmla="*/ 323 h 328"/>
                  <a:gd name="T14" fmla="*/ 5 w 357"/>
                  <a:gd name="T15" fmla="*/ 328 h 328"/>
                  <a:gd name="T16" fmla="*/ 12 w 357"/>
                  <a:gd name="T17" fmla="*/ 321 h 328"/>
                  <a:gd name="T18" fmla="*/ 319 w 357"/>
                  <a:gd name="T19" fmla="*/ 44 h 328"/>
                  <a:gd name="T20" fmla="*/ 357 w 357"/>
                  <a:gd name="T21"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328">
                    <a:moveTo>
                      <a:pt x="357" y="0"/>
                    </a:moveTo>
                    <a:cubicBezTo>
                      <a:pt x="335" y="20"/>
                      <a:pt x="335" y="20"/>
                      <a:pt x="335" y="20"/>
                    </a:cubicBezTo>
                    <a:cubicBezTo>
                      <a:pt x="120" y="214"/>
                      <a:pt x="120" y="214"/>
                      <a:pt x="120" y="214"/>
                    </a:cubicBezTo>
                    <a:cubicBezTo>
                      <a:pt x="120" y="214"/>
                      <a:pt x="120" y="214"/>
                      <a:pt x="120" y="214"/>
                    </a:cubicBezTo>
                    <a:cubicBezTo>
                      <a:pt x="42" y="285"/>
                      <a:pt x="42" y="285"/>
                      <a:pt x="42" y="285"/>
                    </a:cubicBezTo>
                    <a:cubicBezTo>
                      <a:pt x="4" y="319"/>
                      <a:pt x="4" y="319"/>
                      <a:pt x="4" y="319"/>
                    </a:cubicBezTo>
                    <a:cubicBezTo>
                      <a:pt x="3" y="320"/>
                      <a:pt x="1" y="321"/>
                      <a:pt x="0" y="323"/>
                    </a:cubicBezTo>
                    <a:cubicBezTo>
                      <a:pt x="5" y="328"/>
                      <a:pt x="5" y="328"/>
                      <a:pt x="5" y="328"/>
                    </a:cubicBezTo>
                    <a:cubicBezTo>
                      <a:pt x="5" y="328"/>
                      <a:pt x="7" y="326"/>
                      <a:pt x="12" y="321"/>
                    </a:cubicBezTo>
                    <a:cubicBezTo>
                      <a:pt x="53" y="285"/>
                      <a:pt x="257" y="100"/>
                      <a:pt x="319" y="44"/>
                    </a:cubicBezTo>
                    <a:cubicBezTo>
                      <a:pt x="330" y="28"/>
                      <a:pt x="343" y="13"/>
                      <a:pt x="357"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21" name="Freeform 103">
              <a:extLst>
                <a:ext uri="{FF2B5EF4-FFF2-40B4-BE49-F238E27FC236}">
                  <a16:creationId xmlns:a16="http://schemas.microsoft.com/office/drawing/2014/main" id="{328DC375-E9BD-4A94-A28D-5D96228750AD}"/>
                </a:ext>
              </a:extLst>
            </p:cNvPr>
            <p:cNvSpPr>
              <a:spLocks/>
            </p:cNvSpPr>
            <p:nvPr/>
          </p:nvSpPr>
          <p:spPr bwMode="auto">
            <a:xfrm>
              <a:off x="2932113" y="3230563"/>
              <a:ext cx="14288" cy="15875"/>
            </a:xfrm>
            <a:custGeom>
              <a:avLst/>
              <a:gdLst>
                <a:gd name="T0" fmla="*/ 4 w 4"/>
                <a:gd name="T1" fmla="*/ 0 h 4"/>
                <a:gd name="T2" fmla="*/ 4 w 4"/>
                <a:gd name="T3" fmla="*/ 0 h 4"/>
                <a:gd name="T4" fmla="*/ 0 w 4"/>
                <a:gd name="T5" fmla="*/ 4 h 4"/>
                <a:gd name="T6" fmla="*/ 0 w 4"/>
                <a:gd name="T7" fmla="*/ 4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cubicBezTo>
                    <a:pt x="4" y="0"/>
                    <a:pt x="4" y="0"/>
                    <a:pt x="4" y="0"/>
                  </a:cubicBezTo>
                  <a:cubicBezTo>
                    <a:pt x="0" y="4"/>
                    <a:pt x="0" y="4"/>
                    <a:pt x="0" y="4"/>
                  </a:cubicBezTo>
                  <a:cubicBezTo>
                    <a:pt x="0" y="4"/>
                    <a:pt x="0" y="4"/>
                    <a:pt x="0" y="4"/>
                  </a:cubicBezTo>
                  <a:cubicBezTo>
                    <a:pt x="1" y="2"/>
                    <a:pt x="3" y="1"/>
                    <a:pt x="4" y="0"/>
                  </a:cubicBezTo>
                </a:path>
              </a:pathLst>
            </a:custGeom>
            <a:solidFill>
              <a:srgbClr val="FFD4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60" name="Freeform 114">
              <a:extLst>
                <a:ext uri="{FF2B5EF4-FFF2-40B4-BE49-F238E27FC236}">
                  <a16:creationId xmlns:a16="http://schemas.microsoft.com/office/drawing/2014/main" id="{0C77D838-03B5-4CDA-9C89-0CA1386B49D7}"/>
                </a:ext>
              </a:extLst>
            </p:cNvPr>
            <p:cNvSpPr>
              <a:spLocks/>
            </p:cNvSpPr>
            <p:nvPr/>
          </p:nvSpPr>
          <p:spPr bwMode="auto">
            <a:xfrm>
              <a:off x="3648075" y="2011363"/>
              <a:ext cx="646113" cy="881063"/>
            </a:xfrm>
            <a:custGeom>
              <a:avLst/>
              <a:gdLst>
                <a:gd name="T0" fmla="*/ 170 w 170"/>
                <a:gd name="T1" fmla="*/ 0 h 231"/>
                <a:gd name="T2" fmla="*/ 11 w 170"/>
                <a:gd name="T3" fmla="*/ 144 h 231"/>
                <a:gd name="T4" fmla="*/ 0 w 170"/>
                <a:gd name="T5" fmla="*/ 231 h 231"/>
                <a:gd name="T6" fmla="*/ 92 w 170"/>
                <a:gd name="T7" fmla="*/ 149 h 231"/>
                <a:gd name="T8" fmla="*/ 170 w 170"/>
                <a:gd name="T9" fmla="*/ 0 h 231"/>
              </a:gdLst>
              <a:ahLst/>
              <a:cxnLst>
                <a:cxn ang="0">
                  <a:pos x="T0" y="T1"/>
                </a:cxn>
                <a:cxn ang="0">
                  <a:pos x="T2" y="T3"/>
                </a:cxn>
                <a:cxn ang="0">
                  <a:pos x="T4" y="T5"/>
                </a:cxn>
                <a:cxn ang="0">
                  <a:pos x="T6" y="T7"/>
                </a:cxn>
                <a:cxn ang="0">
                  <a:pos x="T8" y="T9"/>
                </a:cxn>
              </a:cxnLst>
              <a:rect l="0" t="0" r="r" b="b"/>
              <a:pathLst>
                <a:path w="170" h="231">
                  <a:moveTo>
                    <a:pt x="170" y="0"/>
                  </a:moveTo>
                  <a:cubicBezTo>
                    <a:pt x="11" y="144"/>
                    <a:pt x="11" y="144"/>
                    <a:pt x="11" y="144"/>
                  </a:cubicBezTo>
                  <a:cubicBezTo>
                    <a:pt x="0" y="231"/>
                    <a:pt x="0" y="231"/>
                    <a:pt x="0" y="231"/>
                  </a:cubicBezTo>
                  <a:cubicBezTo>
                    <a:pt x="92" y="149"/>
                    <a:pt x="92" y="149"/>
                    <a:pt x="92" y="149"/>
                  </a:cubicBezTo>
                  <a:cubicBezTo>
                    <a:pt x="100" y="90"/>
                    <a:pt x="128" y="38"/>
                    <a:pt x="170" y="0"/>
                  </a:cubicBezTo>
                  <a:close/>
                </a:path>
              </a:pathLst>
            </a:custGeom>
            <a:gradFill>
              <a:gsLst>
                <a:gs pos="67000">
                  <a:srgbClr val="000000"/>
                </a:gs>
                <a:gs pos="45000">
                  <a:schemeClr val="accent1">
                    <a:alpha val="0"/>
                  </a:schemeClr>
                </a:gs>
              </a:gsLst>
              <a:lin ang="12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061" name="Freeform 115">
              <a:extLst>
                <a:ext uri="{FF2B5EF4-FFF2-40B4-BE49-F238E27FC236}">
                  <a16:creationId xmlns:a16="http://schemas.microsoft.com/office/drawing/2014/main" id="{ADBE05A7-E752-4888-92CB-3F51CF506F75}"/>
                </a:ext>
              </a:extLst>
            </p:cNvPr>
            <p:cNvSpPr>
              <a:spLocks/>
            </p:cNvSpPr>
            <p:nvPr/>
          </p:nvSpPr>
          <p:spPr bwMode="auto">
            <a:xfrm>
              <a:off x="2940050" y="2460625"/>
              <a:ext cx="455613" cy="774700"/>
            </a:xfrm>
            <a:custGeom>
              <a:avLst/>
              <a:gdLst>
                <a:gd name="T0" fmla="*/ 120 w 120"/>
                <a:gd name="T1" fmla="*/ 64 h 203"/>
                <a:gd name="T2" fmla="*/ 118 w 120"/>
                <a:gd name="T3" fmla="*/ 97 h 203"/>
                <a:gd name="T4" fmla="*/ 0 w 120"/>
                <a:gd name="T5" fmla="*/ 203 h 203"/>
                <a:gd name="T6" fmla="*/ 62 w 120"/>
                <a:gd name="T7" fmla="*/ 64 h 203"/>
                <a:gd name="T8" fmla="*/ 60 w 120"/>
                <a:gd name="T9" fmla="*/ 39 h 203"/>
                <a:gd name="T10" fmla="*/ 111 w 120"/>
                <a:gd name="T11" fmla="*/ 0 h 203"/>
                <a:gd name="T12" fmla="*/ 120 w 120"/>
                <a:gd name="T13" fmla="*/ 64 h 203"/>
              </a:gdLst>
              <a:ahLst/>
              <a:cxnLst>
                <a:cxn ang="0">
                  <a:pos x="T0" y="T1"/>
                </a:cxn>
                <a:cxn ang="0">
                  <a:pos x="T2" y="T3"/>
                </a:cxn>
                <a:cxn ang="0">
                  <a:pos x="T4" y="T5"/>
                </a:cxn>
                <a:cxn ang="0">
                  <a:pos x="T6" y="T7"/>
                </a:cxn>
                <a:cxn ang="0">
                  <a:pos x="T8" y="T9"/>
                </a:cxn>
                <a:cxn ang="0">
                  <a:pos x="T10" y="T11"/>
                </a:cxn>
                <a:cxn ang="0">
                  <a:pos x="T12" y="T13"/>
                </a:cxn>
              </a:cxnLst>
              <a:rect l="0" t="0" r="r" b="b"/>
              <a:pathLst>
                <a:path w="120" h="203">
                  <a:moveTo>
                    <a:pt x="120" y="64"/>
                  </a:moveTo>
                  <a:cubicBezTo>
                    <a:pt x="120" y="75"/>
                    <a:pt x="119" y="87"/>
                    <a:pt x="118" y="97"/>
                  </a:cubicBezTo>
                  <a:cubicBezTo>
                    <a:pt x="0" y="203"/>
                    <a:pt x="0" y="203"/>
                    <a:pt x="0" y="203"/>
                  </a:cubicBezTo>
                  <a:cubicBezTo>
                    <a:pt x="38" y="169"/>
                    <a:pt x="62" y="119"/>
                    <a:pt x="62" y="64"/>
                  </a:cubicBezTo>
                  <a:cubicBezTo>
                    <a:pt x="62" y="56"/>
                    <a:pt x="61" y="47"/>
                    <a:pt x="60" y="39"/>
                  </a:cubicBezTo>
                  <a:cubicBezTo>
                    <a:pt x="111" y="0"/>
                    <a:pt x="111" y="0"/>
                    <a:pt x="111" y="0"/>
                  </a:cubicBezTo>
                  <a:cubicBezTo>
                    <a:pt x="117" y="21"/>
                    <a:pt x="120" y="42"/>
                    <a:pt x="120" y="64"/>
                  </a:cubicBezTo>
                  <a:close/>
                </a:path>
              </a:pathLst>
            </a:custGeom>
            <a:gradFill>
              <a:gsLst>
                <a:gs pos="79000">
                  <a:srgbClr val="000000"/>
                </a:gs>
                <a:gs pos="45000">
                  <a:schemeClr val="accent1">
                    <a:alpha val="0"/>
                  </a:schemeClr>
                </a:gs>
              </a:gsLst>
              <a:lin ang="30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98" name="Ring_02">
            <a:extLst>
              <a:ext uri="{FF2B5EF4-FFF2-40B4-BE49-F238E27FC236}">
                <a16:creationId xmlns:a16="http://schemas.microsoft.com/office/drawing/2014/main" id="{2DEA53F1-CD1D-441A-8C41-7E2F5152ECD9}"/>
              </a:ext>
            </a:extLst>
          </p:cNvPr>
          <p:cNvGrpSpPr/>
          <p:nvPr/>
        </p:nvGrpSpPr>
        <p:grpSpPr>
          <a:xfrm>
            <a:off x="3986213" y="1947024"/>
            <a:ext cx="2774950" cy="1873250"/>
            <a:chOff x="3986213" y="1768475"/>
            <a:chExt cx="2774950" cy="1873250"/>
          </a:xfrm>
          <a:effectLst>
            <a:outerShdw blurRad="152400" dist="50800" dir="2700000" algn="tl" rotWithShape="0">
              <a:prstClr val="black">
                <a:alpha val="29000"/>
              </a:prstClr>
            </a:outerShdw>
          </a:effectLst>
        </p:grpSpPr>
        <p:sp>
          <p:nvSpPr>
            <p:cNvPr id="123" name="Freeform 105">
              <a:extLst>
                <a:ext uri="{FF2B5EF4-FFF2-40B4-BE49-F238E27FC236}">
                  <a16:creationId xmlns:a16="http://schemas.microsoft.com/office/drawing/2014/main" id="{9F6F5674-FDFF-43FB-9ECA-8981713B14BD}"/>
                </a:ext>
              </a:extLst>
            </p:cNvPr>
            <p:cNvSpPr>
              <a:spLocks noEditPoints="1"/>
            </p:cNvSpPr>
            <p:nvPr/>
          </p:nvSpPr>
          <p:spPr bwMode="auto">
            <a:xfrm>
              <a:off x="4538663" y="2117725"/>
              <a:ext cx="1317625" cy="1303338"/>
            </a:xfrm>
            <a:custGeom>
              <a:avLst/>
              <a:gdLst>
                <a:gd name="T0" fmla="*/ 99 w 346"/>
                <a:gd name="T1" fmla="*/ 342 h 342"/>
                <a:gd name="T2" fmla="*/ 100 w 346"/>
                <a:gd name="T3" fmla="*/ 342 h 342"/>
                <a:gd name="T4" fmla="*/ 99 w 346"/>
                <a:gd name="T5" fmla="*/ 342 h 342"/>
                <a:gd name="T6" fmla="*/ 99 w 346"/>
                <a:gd name="T7" fmla="*/ 342 h 342"/>
                <a:gd name="T8" fmla="*/ 99 w 346"/>
                <a:gd name="T9" fmla="*/ 342 h 342"/>
                <a:gd name="T10" fmla="*/ 99 w 346"/>
                <a:gd name="T11" fmla="*/ 342 h 342"/>
                <a:gd name="T12" fmla="*/ 98 w 346"/>
                <a:gd name="T13" fmla="*/ 342 h 342"/>
                <a:gd name="T14" fmla="*/ 98 w 346"/>
                <a:gd name="T15" fmla="*/ 342 h 342"/>
                <a:gd name="T16" fmla="*/ 98 w 346"/>
                <a:gd name="T17" fmla="*/ 342 h 342"/>
                <a:gd name="T18" fmla="*/ 0 w 346"/>
                <a:gd name="T19" fmla="*/ 313 h 342"/>
                <a:gd name="T20" fmla="*/ 1 w 346"/>
                <a:gd name="T21" fmla="*/ 313 h 342"/>
                <a:gd name="T22" fmla="*/ 98 w 346"/>
                <a:gd name="T23" fmla="*/ 342 h 342"/>
                <a:gd name="T24" fmla="*/ 0 w 346"/>
                <a:gd name="T25" fmla="*/ 313 h 342"/>
                <a:gd name="T26" fmla="*/ 346 w 346"/>
                <a:gd name="T27" fmla="*/ 187 h 342"/>
                <a:gd name="T28" fmla="*/ 345 w 346"/>
                <a:gd name="T29" fmla="*/ 187 h 342"/>
                <a:gd name="T30" fmla="*/ 345 w 346"/>
                <a:gd name="T31" fmla="*/ 187 h 342"/>
                <a:gd name="T32" fmla="*/ 346 w 346"/>
                <a:gd name="T33" fmla="*/ 187 h 342"/>
                <a:gd name="T34" fmla="*/ 289 w 346"/>
                <a:gd name="T35" fmla="*/ 154 h 342"/>
                <a:gd name="T36" fmla="*/ 101 w 346"/>
                <a:gd name="T37" fmla="*/ 342 h 342"/>
                <a:gd name="T38" fmla="*/ 100 w 346"/>
                <a:gd name="T39" fmla="*/ 342 h 342"/>
                <a:gd name="T40" fmla="*/ 101 w 346"/>
                <a:gd name="T41" fmla="*/ 342 h 342"/>
                <a:gd name="T42" fmla="*/ 289 w 346"/>
                <a:gd name="T43" fmla="*/ 154 h 342"/>
                <a:gd name="T44" fmla="*/ 289 w 346"/>
                <a:gd name="T45" fmla="*/ 154 h 342"/>
                <a:gd name="T46" fmla="*/ 289 w 346"/>
                <a:gd name="T47" fmla="*/ 153 h 342"/>
                <a:gd name="T48" fmla="*/ 289 w 346"/>
                <a:gd name="T49" fmla="*/ 154 h 342"/>
                <a:gd name="T50" fmla="*/ 289 w 346"/>
                <a:gd name="T51" fmla="*/ 153 h 342"/>
                <a:gd name="T52" fmla="*/ 289 w 346"/>
                <a:gd name="T53" fmla="*/ 153 h 342"/>
                <a:gd name="T54" fmla="*/ 289 w 346"/>
                <a:gd name="T55" fmla="*/ 153 h 342"/>
                <a:gd name="T56" fmla="*/ 289 w 346"/>
                <a:gd name="T57" fmla="*/ 153 h 342"/>
                <a:gd name="T58" fmla="*/ 289 w 346"/>
                <a:gd name="T59" fmla="*/ 152 h 342"/>
                <a:gd name="T60" fmla="*/ 289 w 346"/>
                <a:gd name="T61" fmla="*/ 152 h 342"/>
                <a:gd name="T62" fmla="*/ 289 w 346"/>
                <a:gd name="T63" fmla="*/ 152 h 342"/>
                <a:gd name="T64" fmla="*/ 289 w 346"/>
                <a:gd name="T65" fmla="*/ 151 h 342"/>
                <a:gd name="T66" fmla="*/ 289 w 346"/>
                <a:gd name="T67" fmla="*/ 152 h 342"/>
                <a:gd name="T68" fmla="*/ 289 w 346"/>
                <a:gd name="T69" fmla="*/ 151 h 342"/>
                <a:gd name="T70" fmla="*/ 289 w 346"/>
                <a:gd name="T71" fmla="*/ 150 h 342"/>
                <a:gd name="T72" fmla="*/ 289 w 346"/>
                <a:gd name="T73" fmla="*/ 151 h 342"/>
                <a:gd name="T74" fmla="*/ 289 w 346"/>
                <a:gd name="T75" fmla="*/ 150 h 342"/>
                <a:gd name="T76" fmla="*/ 289 w 346"/>
                <a:gd name="T77" fmla="*/ 150 h 342"/>
                <a:gd name="T78" fmla="*/ 289 w 346"/>
                <a:gd name="T79" fmla="*/ 150 h 342"/>
                <a:gd name="T80" fmla="*/ 289 w 346"/>
                <a:gd name="T81" fmla="*/ 150 h 342"/>
                <a:gd name="T82" fmla="*/ 289 w 346"/>
                <a:gd name="T83" fmla="*/ 149 h 342"/>
                <a:gd name="T84" fmla="*/ 289 w 346"/>
                <a:gd name="T85" fmla="*/ 150 h 342"/>
                <a:gd name="T86" fmla="*/ 289 w 346"/>
                <a:gd name="T87" fmla="*/ 149 h 342"/>
                <a:gd name="T88" fmla="*/ 289 w 346"/>
                <a:gd name="T89" fmla="*/ 148 h 342"/>
                <a:gd name="T90" fmla="*/ 289 w 346"/>
                <a:gd name="T91" fmla="*/ 149 h 342"/>
                <a:gd name="T92" fmla="*/ 289 w 346"/>
                <a:gd name="T93" fmla="*/ 148 h 342"/>
                <a:gd name="T94" fmla="*/ 289 w 346"/>
                <a:gd name="T95" fmla="*/ 147 h 342"/>
                <a:gd name="T96" fmla="*/ 289 w 346"/>
                <a:gd name="T97" fmla="*/ 148 h 342"/>
                <a:gd name="T98" fmla="*/ 289 w 346"/>
                <a:gd name="T99" fmla="*/ 147 h 342"/>
                <a:gd name="T100" fmla="*/ 289 w 346"/>
                <a:gd name="T101" fmla="*/ 146 h 342"/>
                <a:gd name="T102" fmla="*/ 289 w 346"/>
                <a:gd name="T103" fmla="*/ 147 h 342"/>
                <a:gd name="T104" fmla="*/ 289 w 346"/>
                <a:gd name="T105" fmla="*/ 146 h 342"/>
                <a:gd name="T106" fmla="*/ 208 w 346"/>
                <a:gd name="T107" fmla="*/ 0 h 342"/>
                <a:gd name="T108" fmla="*/ 289 w 346"/>
                <a:gd name="T109" fmla="*/ 146 h 342"/>
                <a:gd name="T110" fmla="*/ 209 w 346"/>
                <a:gd name="T111" fmla="*/ 0 h 342"/>
                <a:gd name="T112" fmla="*/ 208 w 346"/>
                <a:gd name="T113"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6" h="342">
                  <a:moveTo>
                    <a:pt x="99" y="342"/>
                  </a:moveTo>
                  <a:cubicBezTo>
                    <a:pt x="100" y="342"/>
                    <a:pt x="100" y="342"/>
                    <a:pt x="100" y="342"/>
                  </a:cubicBezTo>
                  <a:cubicBezTo>
                    <a:pt x="100" y="342"/>
                    <a:pt x="100" y="342"/>
                    <a:pt x="99" y="342"/>
                  </a:cubicBezTo>
                  <a:moveTo>
                    <a:pt x="99" y="342"/>
                  </a:moveTo>
                  <a:cubicBezTo>
                    <a:pt x="99" y="342"/>
                    <a:pt x="99" y="342"/>
                    <a:pt x="99" y="342"/>
                  </a:cubicBezTo>
                  <a:cubicBezTo>
                    <a:pt x="99" y="342"/>
                    <a:pt x="99" y="342"/>
                    <a:pt x="99" y="342"/>
                  </a:cubicBezTo>
                  <a:moveTo>
                    <a:pt x="98" y="342"/>
                  </a:moveTo>
                  <a:cubicBezTo>
                    <a:pt x="98" y="342"/>
                    <a:pt x="98" y="342"/>
                    <a:pt x="98" y="342"/>
                  </a:cubicBezTo>
                  <a:cubicBezTo>
                    <a:pt x="98" y="342"/>
                    <a:pt x="98" y="342"/>
                    <a:pt x="98" y="342"/>
                  </a:cubicBezTo>
                  <a:moveTo>
                    <a:pt x="0" y="313"/>
                  </a:moveTo>
                  <a:cubicBezTo>
                    <a:pt x="0" y="313"/>
                    <a:pt x="1" y="313"/>
                    <a:pt x="1" y="313"/>
                  </a:cubicBezTo>
                  <a:cubicBezTo>
                    <a:pt x="29" y="331"/>
                    <a:pt x="62" y="341"/>
                    <a:pt x="98" y="342"/>
                  </a:cubicBezTo>
                  <a:cubicBezTo>
                    <a:pt x="62" y="341"/>
                    <a:pt x="28" y="331"/>
                    <a:pt x="0" y="313"/>
                  </a:cubicBezTo>
                  <a:moveTo>
                    <a:pt x="346" y="187"/>
                  </a:moveTo>
                  <a:cubicBezTo>
                    <a:pt x="345" y="187"/>
                    <a:pt x="345" y="187"/>
                    <a:pt x="345" y="187"/>
                  </a:cubicBezTo>
                  <a:cubicBezTo>
                    <a:pt x="345" y="187"/>
                    <a:pt x="345" y="187"/>
                    <a:pt x="345" y="187"/>
                  </a:cubicBezTo>
                  <a:cubicBezTo>
                    <a:pt x="346" y="187"/>
                    <a:pt x="346" y="187"/>
                    <a:pt x="346" y="187"/>
                  </a:cubicBezTo>
                  <a:moveTo>
                    <a:pt x="289" y="154"/>
                  </a:moveTo>
                  <a:cubicBezTo>
                    <a:pt x="289" y="258"/>
                    <a:pt x="205" y="342"/>
                    <a:pt x="101" y="342"/>
                  </a:cubicBezTo>
                  <a:cubicBezTo>
                    <a:pt x="101" y="342"/>
                    <a:pt x="101" y="342"/>
                    <a:pt x="100" y="342"/>
                  </a:cubicBezTo>
                  <a:cubicBezTo>
                    <a:pt x="101" y="342"/>
                    <a:pt x="101" y="342"/>
                    <a:pt x="101" y="342"/>
                  </a:cubicBezTo>
                  <a:cubicBezTo>
                    <a:pt x="205" y="342"/>
                    <a:pt x="289" y="258"/>
                    <a:pt x="289" y="154"/>
                  </a:cubicBezTo>
                  <a:cubicBezTo>
                    <a:pt x="289" y="154"/>
                    <a:pt x="289" y="154"/>
                    <a:pt x="289" y="154"/>
                  </a:cubicBezTo>
                  <a:moveTo>
                    <a:pt x="289" y="153"/>
                  </a:moveTo>
                  <a:cubicBezTo>
                    <a:pt x="289" y="154"/>
                    <a:pt x="289" y="154"/>
                    <a:pt x="289" y="154"/>
                  </a:cubicBezTo>
                  <a:cubicBezTo>
                    <a:pt x="289" y="154"/>
                    <a:pt x="289" y="154"/>
                    <a:pt x="289" y="153"/>
                  </a:cubicBezTo>
                  <a:moveTo>
                    <a:pt x="289" y="153"/>
                  </a:moveTo>
                  <a:cubicBezTo>
                    <a:pt x="289" y="153"/>
                    <a:pt x="289" y="153"/>
                    <a:pt x="289" y="153"/>
                  </a:cubicBezTo>
                  <a:cubicBezTo>
                    <a:pt x="289" y="153"/>
                    <a:pt x="289" y="153"/>
                    <a:pt x="289" y="153"/>
                  </a:cubicBezTo>
                  <a:moveTo>
                    <a:pt x="289" y="152"/>
                  </a:moveTo>
                  <a:cubicBezTo>
                    <a:pt x="289" y="152"/>
                    <a:pt x="289" y="152"/>
                    <a:pt x="289" y="152"/>
                  </a:cubicBezTo>
                  <a:cubicBezTo>
                    <a:pt x="289" y="152"/>
                    <a:pt x="289" y="152"/>
                    <a:pt x="289" y="152"/>
                  </a:cubicBezTo>
                  <a:moveTo>
                    <a:pt x="289" y="151"/>
                  </a:moveTo>
                  <a:cubicBezTo>
                    <a:pt x="289" y="151"/>
                    <a:pt x="289" y="152"/>
                    <a:pt x="289" y="152"/>
                  </a:cubicBezTo>
                  <a:cubicBezTo>
                    <a:pt x="289" y="152"/>
                    <a:pt x="289" y="151"/>
                    <a:pt x="289" y="151"/>
                  </a:cubicBezTo>
                  <a:moveTo>
                    <a:pt x="289" y="150"/>
                  </a:moveTo>
                  <a:cubicBezTo>
                    <a:pt x="289" y="151"/>
                    <a:pt x="289" y="151"/>
                    <a:pt x="289" y="151"/>
                  </a:cubicBezTo>
                  <a:cubicBezTo>
                    <a:pt x="289" y="151"/>
                    <a:pt x="289" y="151"/>
                    <a:pt x="289" y="150"/>
                  </a:cubicBezTo>
                  <a:moveTo>
                    <a:pt x="289" y="150"/>
                  </a:moveTo>
                  <a:cubicBezTo>
                    <a:pt x="289" y="150"/>
                    <a:pt x="289" y="150"/>
                    <a:pt x="289" y="150"/>
                  </a:cubicBezTo>
                  <a:cubicBezTo>
                    <a:pt x="289" y="150"/>
                    <a:pt x="289" y="150"/>
                    <a:pt x="289" y="150"/>
                  </a:cubicBezTo>
                  <a:moveTo>
                    <a:pt x="289" y="149"/>
                  </a:moveTo>
                  <a:cubicBezTo>
                    <a:pt x="289" y="149"/>
                    <a:pt x="289" y="149"/>
                    <a:pt x="289" y="150"/>
                  </a:cubicBezTo>
                  <a:cubicBezTo>
                    <a:pt x="289" y="149"/>
                    <a:pt x="289" y="149"/>
                    <a:pt x="289" y="149"/>
                  </a:cubicBezTo>
                  <a:moveTo>
                    <a:pt x="289" y="148"/>
                  </a:moveTo>
                  <a:cubicBezTo>
                    <a:pt x="289" y="148"/>
                    <a:pt x="289" y="149"/>
                    <a:pt x="289" y="149"/>
                  </a:cubicBezTo>
                  <a:cubicBezTo>
                    <a:pt x="289" y="149"/>
                    <a:pt x="289" y="148"/>
                    <a:pt x="289" y="148"/>
                  </a:cubicBezTo>
                  <a:moveTo>
                    <a:pt x="289" y="147"/>
                  </a:moveTo>
                  <a:cubicBezTo>
                    <a:pt x="289" y="147"/>
                    <a:pt x="289" y="148"/>
                    <a:pt x="289" y="148"/>
                  </a:cubicBezTo>
                  <a:cubicBezTo>
                    <a:pt x="289" y="148"/>
                    <a:pt x="289" y="147"/>
                    <a:pt x="289" y="147"/>
                  </a:cubicBezTo>
                  <a:moveTo>
                    <a:pt x="289" y="146"/>
                  </a:moveTo>
                  <a:cubicBezTo>
                    <a:pt x="289" y="146"/>
                    <a:pt x="289" y="146"/>
                    <a:pt x="289" y="147"/>
                  </a:cubicBezTo>
                  <a:cubicBezTo>
                    <a:pt x="289" y="146"/>
                    <a:pt x="289" y="146"/>
                    <a:pt x="289" y="146"/>
                  </a:cubicBezTo>
                  <a:moveTo>
                    <a:pt x="208" y="0"/>
                  </a:moveTo>
                  <a:cubicBezTo>
                    <a:pt x="255" y="32"/>
                    <a:pt x="286" y="85"/>
                    <a:pt x="289" y="146"/>
                  </a:cubicBezTo>
                  <a:cubicBezTo>
                    <a:pt x="286" y="86"/>
                    <a:pt x="256" y="33"/>
                    <a:pt x="209" y="0"/>
                  </a:cubicBezTo>
                  <a:cubicBezTo>
                    <a:pt x="209" y="0"/>
                    <a:pt x="209" y="0"/>
                    <a:pt x="208" y="0"/>
                  </a:cubicBezTo>
                </a:path>
              </a:pathLst>
            </a:custGeom>
            <a:solidFill>
              <a:srgbClr val="FFF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5" name="Freeform 107">
              <a:extLst>
                <a:ext uri="{FF2B5EF4-FFF2-40B4-BE49-F238E27FC236}">
                  <a16:creationId xmlns:a16="http://schemas.microsoft.com/office/drawing/2014/main" id="{D9BD18D8-9C5E-43F1-99F1-F075D0C56ACA}"/>
                </a:ext>
              </a:extLst>
            </p:cNvPr>
            <p:cNvSpPr>
              <a:spLocks noEditPoints="1"/>
            </p:cNvSpPr>
            <p:nvPr/>
          </p:nvSpPr>
          <p:spPr bwMode="auto">
            <a:xfrm>
              <a:off x="3986213" y="1768475"/>
              <a:ext cx="963613" cy="985838"/>
            </a:xfrm>
            <a:custGeom>
              <a:avLst/>
              <a:gdLst>
                <a:gd name="T0" fmla="*/ 1 w 253"/>
                <a:gd name="T1" fmla="*/ 259 h 259"/>
                <a:gd name="T2" fmla="*/ 1 w 253"/>
                <a:gd name="T3" fmla="*/ 259 h 259"/>
                <a:gd name="T4" fmla="*/ 1 w 253"/>
                <a:gd name="T5" fmla="*/ 259 h 259"/>
                <a:gd name="T6" fmla="*/ 1 w 253"/>
                <a:gd name="T7" fmla="*/ 258 h 259"/>
                <a:gd name="T8" fmla="*/ 1 w 253"/>
                <a:gd name="T9" fmla="*/ 258 h 259"/>
                <a:gd name="T10" fmla="*/ 1 w 253"/>
                <a:gd name="T11" fmla="*/ 258 h 259"/>
                <a:gd name="T12" fmla="*/ 0 w 253"/>
                <a:gd name="T13" fmla="*/ 256 h 259"/>
                <a:gd name="T14" fmla="*/ 0 w 253"/>
                <a:gd name="T15" fmla="*/ 256 h 259"/>
                <a:gd name="T16" fmla="*/ 0 w 253"/>
                <a:gd name="T17" fmla="*/ 256 h 259"/>
                <a:gd name="T18" fmla="*/ 0 w 253"/>
                <a:gd name="T19" fmla="*/ 255 h 259"/>
                <a:gd name="T20" fmla="*/ 0 w 253"/>
                <a:gd name="T21" fmla="*/ 255 h 259"/>
                <a:gd name="T22" fmla="*/ 0 w 253"/>
                <a:gd name="T23" fmla="*/ 255 h 259"/>
                <a:gd name="T24" fmla="*/ 0 w 253"/>
                <a:gd name="T25" fmla="*/ 254 h 259"/>
                <a:gd name="T26" fmla="*/ 0 w 253"/>
                <a:gd name="T27" fmla="*/ 254 h 259"/>
                <a:gd name="T28" fmla="*/ 0 w 253"/>
                <a:gd name="T29" fmla="*/ 254 h 259"/>
                <a:gd name="T30" fmla="*/ 0 w 253"/>
                <a:gd name="T31" fmla="*/ 252 h 259"/>
                <a:gd name="T32" fmla="*/ 0 w 253"/>
                <a:gd name="T33" fmla="*/ 252 h 259"/>
                <a:gd name="T34" fmla="*/ 0 w 253"/>
                <a:gd name="T35" fmla="*/ 252 h 259"/>
                <a:gd name="T36" fmla="*/ 0 w 253"/>
                <a:gd name="T37" fmla="*/ 251 h 259"/>
                <a:gd name="T38" fmla="*/ 0 w 253"/>
                <a:gd name="T39" fmla="*/ 251 h 259"/>
                <a:gd name="T40" fmla="*/ 0 w 253"/>
                <a:gd name="T41" fmla="*/ 251 h 259"/>
                <a:gd name="T42" fmla="*/ 0 w 253"/>
                <a:gd name="T43" fmla="*/ 250 h 259"/>
                <a:gd name="T44" fmla="*/ 0 w 253"/>
                <a:gd name="T45" fmla="*/ 250 h 259"/>
                <a:gd name="T46" fmla="*/ 0 w 253"/>
                <a:gd name="T47" fmla="*/ 250 h 259"/>
                <a:gd name="T48" fmla="*/ 0 w 253"/>
                <a:gd name="T49" fmla="*/ 249 h 259"/>
                <a:gd name="T50" fmla="*/ 0 w 253"/>
                <a:gd name="T51" fmla="*/ 249 h 259"/>
                <a:gd name="T52" fmla="*/ 0 w 253"/>
                <a:gd name="T53" fmla="*/ 249 h 259"/>
                <a:gd name="T54" fmla="*/ 0 w 253"/>
                <a:gd name="T55" fmla="*/ 248 h 259"/>
                <a:gd name="T56" fmla="*/ 0 w 253"/>
                <a:gd name="T57" fmla="*/ 248 h 259"/>
                <a:gd name="T58" fmla="*/ 0 w 253"/>
                <a:gd name="T59" fmla="*/ 248 h 259"/>
                <a:gd name="T60" fmla="*/ 0 w 253"/>
                <a:gd name="T61" fmla="*/ 247 h 259"/>
                <a:gd name="T62" fmla="*/ 0 w 253"/>
                <a:gd name="T63" fmla="*/ 247 h 259"/>
                <a:gd name="T64" fmla="*/ 0 w 253"/>
                <a:gd name="T65" fmla="*/ 247 h 259"/>
                <a:gd name="T66" fmla="*/ 253 w 253"/>
                <a:gd name="T67" fmla="*/ 0 h 259"/>
                <a:gd name="T68" fmla="*/ 253 w 253"/>
                <a:gd name="T69" fmla="*/ 0 h 259"/>
                <a:gd name="T70" fmla="*/ 253 w 253"/>
                <a:gd name="T71" fmla="*/ 0 h 259"/>
                <a:gd name="T72" fmla="*/ 252 w 253"/>
                <a:gd name="T73" fmla="*/ 0 h 259"/>
                <a:gd name="T74" fmla="*/ 252 w 253"/>
                <a:gd name="T75" fmla="*/ 0 h 259"/>
                <a:gd name="T76" fmla="*/ 252 w 253"/>
                <a:gd name="T77" fmla="*/ 0 h 259"/>
                <a:gd name="T78" fmla="*/ 250 w 253"/>
                <a:gd name="T79" fmla="*/ 0 h 259"/>
                <a:gd name="T80" fmla="*/ 251 w 253"/>
                <a:gd name="T81" fmla="*/ 0 h 259"/>
                <a:gd name="T82" fmla="*/ 250 w 253"/>
                <a:gd name="T83" fmla="*/ 0 h 259"/>
                <a:gd name="T84" fmla="*/ 250 w 253"/>
                <a:gd name="T85" fmla="*/ 0 h 259"/>
                <a:gd name="T86" fmla="*/ 250 w 253"/>
                <a:gd name="T87" fmla="*/ 0 h 259"/>
                <a:gd name="T88" fmla="*/ 250 w 253"/>
                <a:gd name="T89" fmla="*/ 0 h 259"/>
                <a:gd name="T90" fmla="*/ 249 w 253"/>
                <a:gd name="T91" fmla="*/ 0 h 259"/>
                <a:gd name="T92" fmla="*/ 249 w 253"/>
                <a:gd name="T93" fmla="*/ 0 h 259"/>
                <a:gd name="T94" fmla="*/ 249 w 253"/>
                <a:gd name="T95" fmla="*/ 0 h 259"/>
                <a:gd name="T96" fmla="*/ 248 w 253"/>
                <a:gd name="T97" fmla="*/ 0 h 259"/>
                <a:gd name="T98" fmla="*/ 248 w 253"/>
                <a:gd name="T99" fmla="*/ 0 h 259"/>
                <a:gd name="T100" fmla="*/ 248 w 253"/>
                <a:gd name="T101" fmla="*/ 0 h 259"/>
                <a:gd name="T102" fmla="*/ 247 w 253"/>
                <a:gd name="T103" fmla="*/ 0 h 259"/>
                <a:gd name="T104" fmla="*/ 248 w 253"/>
                <a:gd name="T105" fmla="*/ 0 h 259"/>
                <a:gd name="T106" fmla="*/ 247 w 253"/>
                <a:gd name="T107" fmla="*/ 0 h 259"/>
                <a:gd name="T108" fmla="*/ 246 w 253"/>
                <a:gd name="T109" fmla="*/ 0 h 259"/>
                <a:gd name="T110" fmla="*/ 80 w 253"/>
                <a:gd name="T111" fmla="*/ 65 h 259"/>
                <a:gd name="T112" fmla="*/ 80 w 253"/>
                <a:gd name="T113" fmla="*/ 65 h 259"/>
                <a:gd name="T114" fmla="*/ 246 w 253"/>
                <a:gd name="T115" fmla="*/ 0 h 259"/>
                <a:gd name="T116" fmla="*/ 247 w 253"/>
                <a:gd name="T117" fmla="*/ 0 h 259"/>
                <a:gd name="T118" fmla="*/ 246 w 253"/>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3" h="259">
                  <a:moveTo>
                    <a:pt x="1" y="259"/>
                  </a:moveTo>
                  <a:cubicBezTo>
                    <a:pt x="1" y="259"/>
                    <a:pt x="1" y="259"/>
                    <a:pt x="1" y="259"/>
                  </a:cubicBezTo>
                  <a:cubicBezTo>
                    <a:pt x="1" y="259"/>
                    <a:pt x="1" y="259"/>
                    <a:pt x="1" y="259"/>
                  </a:cubicBezTo>
                  <a:moveTo>
                    <a:pt x="1" y="258"/>
                  </a:moveTo>
                  <a:cubicBezTo>
                    <a:pt x="1" y="258"/>
                    <a:pt x="1" y="258"/>
                    <a:pt x="1" y="258"/>
                  </a:cubicBezTo>
                  <a:cubicBezTo>
                    <a:pt x="1" y="258"/>
                    <a:pt x="1" y="258"/>
                    <a:pt x="1" y="258"/>
                  </a:cubicBezTo>
                  <a:moveTo>
                    <a:pt x="0" y="256"/>
                  </a:moveTo>
                  <a:cubicBezTo>
                    <a:pt x="0" y="256"/>
                    <a:pt x="0" y="256"/>
                    <a:pt x="0" y="256"/>
                  </a:cubicBezTo>
                  <a:cubicBezTo>
                    <a:pt x="0" y="256"/>
                    <a:pt x="0" y="256"/>
                    <a:pt x="0" y="256"/>
                  </a:cubicBezTo>
                  <a:moveTo>
                    <a:pt x="0" y="255"/>
                  </a:moveTo>
                  <a:cubicBezTo>
                    <a:pt x="0" y="255"/>
                    <a:pt x="0" y="255"/>
                    <a:pt x="0" y="255"/>
                  </a:cubicBezTo>
                  <a:cubicBezTo>
                    <a:pt x="0" y="255"/>
                    <a:pt x="0" y="255"/>
                    <a:pt x="0" y="255"/>
                  </a:cubicBezTo>
                  <a:moveTo>
                    <a:pt x="0" y="254"/>
                  </a:moveTo>
                  <a:cubicBezTo>
                    <a:pt x="0" y="254"/>
                    <a:pt x="0" y="254"/>
                    <a:pt x="0" y="254"/>
                  </a:cubicBezTo>
                  <a:cubicBezTo>
                    <a:pt x="0" y="254"/>
                    <a:pt x="0" y="254"/>
                    <a:pt x="0" y="254"/>
                  </a:cubicBezTo>
                  <a:moveTo>
                    <a:pt x="0" y="252"/>
                  </a:moveTo>
                  <a:cubicBezTo>
                    <a:pt x="0" y="252"/>
                    <a:pt x="0" y="252"/>
                    <a:pt x="0" y="252"/>
                  </a:cubicBezTo>
                  <a:cubicBezTo>
                    <a:pt x="0" y="252"/>
                    <a:pt x="0" y="252"/>
                    <a:pt x="0" y="252"/>
                  </a:cubicBezTo>
                  <a:moveTo>
                    <a:pt x="0" y="251"/>
                  </a:moveTo>
                  <a:cubicBezTo>
                    <a:pt x="0" y="251"/>
                    <a:pt x="0" y="251"/>
                    <a:pt x="0" y="251"/>
                  </a:cubicBezTo>
                  <a:cubicBezTo>
                    <a:pt x="0" y="251"/>
                    <a:pt x="0" y="251"/>
                    <a:pt x="0" y="251"/>
                  </a:cubicBezTo>
                  <a:moveTo>
                    <a:pt x="0" y="250"/>
                  </a:moveTo>
                  <a:cubicBezTo>
                    <a:pt x="0" y="250"/>
                    <a:pt x="0" y="250"/>
                    <a:pt x="0" y="250"/>
                  </a:cubicBezTo>
                  <a:cubicBezTo>
                    <a:pt x="0" y="250"/>
                    <a:pt x="0" y="250"/>
                    <a:pt x="0" y="250"/>
                  </a:cubicBezTo>
                  <a:moveTo>
                    <a:pt x="0" y="249"/>
                  </a:moveTo>
                  <a:cubicBezTo>
                    <a:pt x="0" y="249"/>
                    <a:pt x="0" y="249"/>
                    <a:pt x="0" y="249"/>
                  </a:cubicBezTo>
                  <a:cubicBezTo>
                    <a:pt x="0" y="249"/>
                    <a:pt x="0" y="249"/>
                    <a:pt x="0" y="249"/>
                  </a:cubicBezTo>
                  <a:moveTo>
                    <a:pt x="0" y="248"/>
                  </a:moveTo>
                  <a:cubicBezTo>
                    <a:pt x="0" y="248"/>
                    <a:pt x="0" y="248"/>
                    <a:pt x="0" y="248"/>
                  </a:cubicBezTo>
                  <a:cubicBezTo>
                    <a:pt x="0" y="248"/>
                    <a:pt x="0" y="248"/>
                    <a:pt x="0" y="248"/>
                  </a:cubicBezTo>
                  <a:moveTo>
                    <a:pt x="0" y="247"/>
                  </a:moveTo>
                  <a:cubicBezTo>
                    <a:pt x="0" y="247"/>
                    <a:pt x="0" y="247"/>
                    <a:pt x="0" y="247"/>
                  </a:cubicBezTo>
                  <a:cubicBezTo>
                    <a:pt x="0" y="247"/>
                    <a:pt x="0" y="247"/>
                    <a:pt x="0" y="247"/>
                  </a:cubicBezTo>
                  <a:moveTo>
                    <a:pt x="253" y="0"/>
                  </a:moveTo>
                  <a:cubicBezTo>
                    <a:pt x="253" y="0"/>
                    <a:pt x="253" y="0"/>
                    <a:pt x="253" y="0"/>
                  </a:cubicBezTo>
                  <a:cubicBezTo>
                    <a:pt x="253" y="0"/>
                    <a:pt x="253" y="0"/>
                    <a:pt x="253" y="0"/>
                  </a:cubicBezTo>
                  <a:moveTo>
                    <a:pt x="252" y="0"/>
                  </a:moveTo>
                  <a:cubicBezTo>
                    <a:pt x="252" y="0"/>
                    <a:pt x="252" y="0"/>
                    <a:pt x="252" y="0"/>
                  </a:cubicBezTo>
                  <a:cubicBezTo>
                    <a:pt x="252" y="0"/>
                    <a:pt x="252" y="0"/>
                    <a:pt x="252" y="0"/>
                  </a:cubicBezTo>
                  <a:moveTo>
                    <a:pt x="250" y="0"/>
                  </a:moveTo>
                  <a:cubicBezTo>
                    <a:pt x="250" y="0"/>
                    <a:pt x="251" y="0"/>
                    <a:pt x="251" y="0"/>
                  </a:cubicBezTo>
                  <a:cubicBezTo>
                    <a:pt x="251" y="0"/>
                    <a:pt x="250" y="0"/>
                    <a:pt x="250" y="0"/>
                  </a:cubicBezTo>
                  <a:moveTo>
                    <a:pt x="250" y="0"/>
                  </a:moveTo>
                  <a:cubicBezTo>
                    <a:pt x="250" y="0"/>
                    <a:pt x="250" y="0"/>
                    <a:pt x="250" y="0"/>
                  </a:cubicBezTo>
                  <a:cubicBezTo>
                    <a:pt x="250" y="0"/>
                    <a:pt x="250" y="0"/>
                    <a:pt x="250" y="0"/>
                  </a:cubicBezTo>
                  <a:moveTo>
                    <a:pt x="249" y="0"/>
                  </a:moveTo>
                  <a:cubicBezTo>
                    <a:pt x="249" y="0"/>
                    <a:pt x="249" y="0"/>
                    <a:pt x="249" y="0"/>
                  </a:cubicBezTo>
                  <a:cubicBezTo>
                    <a:pt x="249" y="0"/>
                    <a:pt x="249" y="0"/>
                    <a:pt x="249" y="0"/>
                  </a:cubicBezTo>
                  <a:moveTo>
                    <a:pt x="248" y="0"/>
                  </a:moveTo>
                  <a:cubicBezTo>
                    <a:pt x="248" y="0"/>
                    <a:pt x="248" y="0"/>
                    <a:pt x="248" y="0"/>
                  </a:cubicBezTo>
                  <a:cubicBezTo>
                    <a:pt x="248" y="0"/>
                    <a:pt x="248" y="0"/>
                    <a:pt x="248" y="0"/>
                  </a:cubicBezTo>
                  <a:moveTo>
                    <a:pt x="247" y="0"/>
                  </a:moveTo>
                  <a:cubicBezTo>
                    <a:pt x="247" y="0"/>
                    <a:pt x="247" y="0"/>
                    <a:pt x="248" y="0"/>
                  </a:cubicBezTo>
                  <a:cubicBezTo>
                    <a:pt x="247" y="0"/>
                    <a:pt x="247" y="0"/>
                    <a:pt x="247" y="0"/>
                  </a:cubicBezTo>
                  <a:moveTo>
                    <a:pt x="246" y="0"/>
                  </a:moveTo>
                  <a:cubicBezTo>
                    <a:pt x="182" y="0"/>
                    <a:pt x="124" y="25"/>
                    <a:pt x="80" y="65"/>
                  </a:cubicBezTo>
                  <a:cubicBezTo>
                    <a:pt x="80" y="65"/>
                    <a:pt x="80" y="65"/>
                    <a:pt x="80" y="65"/>
                  </a:cubicBezTo>
                  <a:cubicBezTo>
                    <a:pt x="124" y="25"/>
                    <a:pt x="182" y="0"/>
                    <a:pt x="246" y="0"/>
                  </a:cubicBezTo>
                  <a:cubicBezTo>
                    <a:pt x="246" y="0"/>
                    <a:pt x="247" y="0"/>
                    <a:pt x="247" y="0"/>
                  </a:cubicBezTo>
                  <a:cubicBezTo>
                    <a:pt x="247" y="0"/>
                    <a:pt x="246" y="0"/>
                    <a:pt x="246" y="0"/>
                  </a:cubicBezTo>
                </a:path>
              </a:pathLst>
            </a:custGeom>
            <a:solidFill>
              <a:srgbClr val="FFF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7" name="Freeform 109">
              <a:extLst>
                <a:ext uri="{FF2B5EF4-FFF2-40B4-BE49-F238E27FC236}">
                  <a16:creationId xmlns:a16="http://schemas.microsoft.com/office/drawing/2014/main" id="{90A77BAB-60F1-477B-A942-770B6930653F}"/>
                </a:ext>
              </a:extLst>
            </p:cNvPr>
            <p:cNvSpPr>
              <a:spLocks noEditPoints="1"/>
            </p:cNvSpPr>
            <p:nvPr/>
          </p:nvSpPr>
          <p:spPr bwMode="auto">
            <a:xfrm>
              <a:off x="3997325" y="2011363"/>
              <a:ext cx="296863" cy="568325"/>
            </a:xfrm>
            <a:custGeom>
              <a:avLst/>
              <a:gdLst>
                <a:gd name="T0" fmla="*/ 39 w 78"/>
                <a:gd name="T1" fmla="*/ 45 h 149"/>
                <a:gd name="T2" fmla="*/ 39 w 78"/>
                <a:gd name="T3" fmla="*/ 45 h 149"/>
                <a:gd name="T4" fmla="*/ 0 w 78"/>
                <a:gd name="T5" fmla="*/ 149 h 149"/>
                <a:gd name="T6" fmla="*/ 0 w 78"/>
                <a:gd name="T7" fmla="*/ 149 h 149"/>
                <a:gd name="T8" fmla="*/ 0 w 78"/>
                <a:gd name="T9" fmla="*/ 149 h 149"/>
                <a:gd name="T10" fmla="*/ 39 w 78"/>
                <a:gd name="T11" fmla="*/ 45 h 149"/>
                <a:gd name="T12" fmla="*/ 78 w 78"/>
                <a:gd name="T13" fmla="*/ 0 h 149"/>
                <a:gd name="T14" fmla="*/ 77 w 78"/>
                <a:gd name="T15" fmla="*/ 1 h 149"/>
                <a:gd name="T16" fmla="*/ 77 w 78"/>
                <a:gd name="T17" fmla="*/ 1 h 149"/>
                <a:gd name="T18" fmla="*/ 78 w 78"/>
                <a:gd name="T19" fmla="*/ 0 h 149"/>
                <a:gd name="T20" fmla="*/ 78 w 78"/>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49">
                  <a:moveTo>
                    <a:pt x="39" y="45"/>
                  </a:moveTo>
                  <a:cubicBezTo>
                    <a:pt x="39" y="45"/>
                    <a:pt x="39" y="45"/>
                    <a:pt x="39" y="45"/>
                  </a:cubicBezTo>
                  <a:cubicBezTo>
                    <a:pt x="19" y="75"/>
                    <a:pt x="5" y="111"/>
                    <a:pt x="0" y="149"/>
                  </a:cubicBezTo>
                  <a:cubicBezTo>
                    <a:pt x="0" y="149"/>
                    <a:pt x="0" y="149"/>
                    <a:pt x="0" y="149"/>
                  </a:cubicBezTo>
                  <a:cubicBezTo>
                    <a:pt x="0" y="149"/>
                    <a:pt x="0" y="149"/>
                    <a:pt x="0" y="149"/>
                  </a:cubicBezTo>
                  <a:cubicBezTo>
                    <a:pt x="5" y="111"/>
                    <a:pt x="19" y="75"/>
                    <a:pt x="39" y="45"/>
                  </a:cubicBezTo>
                  <a:moveTo>
                    <a:pt x="78" y="0"/>
                  </a:moveTo>
                  <a:cubicBezTo>
                    <a:pt x="77" y="1"/>
                    <a:pt x="77" y="1"/>
                    <a:pt x="77" y="1"/>
                  </a:cubicBezTo>
                  <a:cubicBezTo>
                    <a:pt x="77" y="1"/>
                    <a:pt x="77" y="1"/>
                    <a:pt x="77" y="1"/>
                  </a:cubicBezTo>
                  <a:cubicBezTo>
                    <a:pt x="78" y="0"/>
                    <a:pt x="78" y="0"/>
                    <a:pt x="78" y="0"/>
                  </a:cubicBezTo>
                  <a:cubicBezTo>
                    <a:pt x="78" y="0"/>
                    <a:pt x="78" y="0"/>
                    <a:pt x="78" y="0"/>
                  </a:cubicBezTo>
                </a:path>
              </a:pathLst>
            </a:custGeom>
            <a:solidFill>
              <a:srgbClr val="FFD7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56" name="Freeform 110">
              <a:extLst>
                <a:ext uri="{FF2B5EF4-FFF2-40B4-BE49-F238E27FC236}">
                  <a16:creationId xmlns:a16="http://schemas.microsoft.com/office/drawing/2014/main" id="{69674312-3EF8-4E97-9F92-0C2F5B6DD17B}"/>
                </a:ext>
              </a:extLst>
            </p:cNvPr>
            <p:cNvSpPr>
              <a:spLocks/>
            </p:cNvSpPr>
            <p:nvPr/>
          </p:nvSpPr>
          <p:spPr bwMode="auto">
            <a:xfrm>
              <a:off x="4146550" y="2011363"/>
              <a:ext cx="147638" cy="171450"/>
            </a:xfrm>
            <a:custGeom>
              <a:avLst/>
              <a:gdLst>
                <a:gd name="T0" fmla="*/ 39 w 39"/>
                <a:gd name="T1" fmla="*/ 0 h 45"/>
                <a:gd name="T2" fmla="*/ 39 w 39"/>
                <a:gd name="T3" fmla="*/ 0 h 45"/>
                <a:gd name="T4" fmla="*/ 0 w 39"/>
                <a:gd name="T5" fmla="*/ 45 h 45"/>
                <a:gd name="T6" fmla="*/ 1 w 39"/>
                <a:gd name="T7" fmla="*/ 44 h 45"/>
                <a:gd name="T8" fmla="*/ 39 w 39"/>
                <a:gd name="T9" fmla="*/ 0 h 45"/>
              </a:gdLst>
              <a:ahLst/>
              <a:cxnLst>
                <a:cxn ang="0">
                  <a:pos x="T0" y="T1"/>
                </a:cxn>
                <a:cxn ang="0">
                  <a:pos x="T2" y="T3"/>
                </a:cxn>
                <a:cxn ang="0">
                  <a:pos x="T4" y="T5"/>
                </a:cxn>
                <a:cxn ang="0">
                  <a:pos x="T6" y="T7"/>
                </a:cxn>
                <a:cxn ang="0">
                  <a:pos x="T8" y="T9"/>
                </a:cxn>
              </a:cxnLst>
              <a:rect l="0" t="0" r="r" b="b"/>
              <a:pathLst>
                <a:path w="39" h="45">
                  <a:moveTo>
                    <a:pt x="39" y="0"/>
                  </a:moveTo>
                  <a:cubicBezTo>
                    <a:pt x="39" y="0"/>
                    <a:pt x="39" y="0"/>
                    <a:pt x="39" y="0"/>
                  </a:cubicBezTo>
                  <a:cubicBezTo>
                    <a:pt x="24" y="14"/>
                    <a:pt x="11" y="28"/>
                    <a:pt x="0" y="45"/>
                  </a:cubicBezTo>
                  <a:cubicBezTo>
                    <a:pt x="1" y="45"/>
                    <a:pt x="1" y="44"/>
                    <a:pt x="1" y="44"/>
                  </a:cubicBezTo>
                  <a:cubicBezTo>
                    <a:pt x="12" y="28"/>
                    <a:pt x="25" y="13"/>
                    <a:pt x="39" y="0"/>
                  </a:cubicBezTo>
                </a:path>
              </a:pathLst>
            </a:custGeom>
            <a:solidFill>
              <a:srgbClr val="FFF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57" name="Freeform 111">
              <a:extLst>
                <a:ext uri="{FF2B5EF4-FFF2-40B4-BE49-F238E27FC236}">
                  <a16:creationId xmlns:a16="http://schemas.microsoft.com/office/drawing/2014/main" id="{7001DEDA-FAC4-4F97-9B5E-EA379212ACD4}"/>
                </a:ext>
              </a:extLst>
            </p:cNvPr>
            <p:cNvSpPr>
              <a:spLocks/>
            </p:cNvSpPr>
            <p:nvPr/>
          </p:nvSpPr>
          <p:spPr bwMode="auto">
            <a:xfrm>
              <a:off x="4146550" y="2011363"/>
              <a:ext cx="147638" cy="171450"/>
            </a:xfrm>
            <a:custGeom>
              <a:avLst/>
              <a:gdLst>
                <a:gd name="T0" fmla="*/ 39 w 39"/>
                <a:gd name="T1" fmla="*/ 0 h 45"/>
                <a:gd name="T2" fmla="*/ 38 w 39"/>
                <a:gd name="T3" fmla="*/ 1 h 45"/>
                <a:gd name="T4" fmla="*/ 0 w 39"/>
                <a:gd name="T5" fmla="*/ 45 h 45"/>
                <a:gd name="T6" fmla="*/ 0 w 39"/>
                <a:gd name="T7" fmla="*/ 45 h 45"/>
                <a:gd name="T8" fmla="*/ 39 w 39"/>
                <a:gd name="T9" fmla="*/ 0 h 45"/>
              </a:gdLst>
              <a:ahLst/>
              <a:cxnLst>
                <a:cxn ang="0">
                  <a:pos x="T0" y="T1"/>
                </a:cxn>
                <a:cxn ang="0">
                  <a:pos x="T2" y="T3"/>
                </a:cxn>
                <a:cxn ang="0">
                  <a:pos x="T4" y="T5"/>
                </a:cxn>
                <a:cxn ang="0">
                  <a:pos x="T6" y="T7"/>
                </a:cxn>
                <a:cxn ang="0">
                  <a:pos x="T8" y="T9"/>
                </a:cxn>
              </a:cxnLst>
              <a:rect l="0" t="0" r="r" b="b"/>
              <a:pathLst>
                <a:path w="39" h="45">
                  <a:moveTo>
                    <a:pt x="39" y="0"/>
                  </a:moveTo>
                  <a:cubicBezTo>
                    <a:pt x="38" y="1"/>
                    <a:pt x="38" y="1"/>
                    <a:pt x="38" y="1"/>
                  </a:cubicBezTo>
                  <a:cubicBezTo>
                    <a:pt x="24" y="14"/>
                    <a:pt x="11" y="29"/>
                    <a:pt x="0" y="45"/>
                  </a:cubicBezTo>
                  <a:cubicBezTo>
                    <a:pt x="0" y="45"/>
                    <a:pt x="0" y="45"/>
                    <a:pt x="0" y="45"/>
                  </a:cubicBezTo>
                  <a:cubicBezTo>
                    <a:pt x="11" y="28"/>
                    <a:pt x="24" y="14"/>
                    <a:pt x="39" y="0"/>
                  </a:cubicBezTo>
                </a:path>
              </a:pathLst>
            </a:custGeom>
            <a:solidFill>
              <a:srgbClr val="FFD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4" name="Freeform 104">
              <a:extLst>
                <a:ext uri="{FF2B5EF4-FFF2-40B4-BE49-F238E27FC236}">
                  <a16:creationId xmlns:a16="http://schemas.microsoft.com/office/drawing/2014/main" id="{FB9734B9-5FA2-46AD-AB65-76FA21492552}"/>
                </a:ext>
              </a:extLst>
            </p:cNvPr>
            <p:cNvSpPr>
              <a:spLocks/>
            </p:cNvSpPr>
            <p:nvPr/>
          </p:nvSpPr>
          <p:spPr bwMode="auto">
            <a:xfrm>
              <a:off x="4160838" y="2011363"/>
              <a:ext cx="136525" cy="149225"/>
            </a:xfrm>
            <a:custGeom>
              <a:avLst/>
              <a:gdLst>
                <a:gd name="T0" fmla="*/ 36 w 36"/>
                <a:gd name="T1" fmla="*/ 0 h 39"/>
                <a:gd name="T2" fmla="*/ 0 w 36"/>
                <a:gd name="T3" fmla="*/ 39 h 39"/>
                <a:gd name="T4" fmla="*/ 27 w 36"/>
                <a:gd name="T5" fmla="*/ 8 h 39"/>
                <a:gd name="T6" fmla="*/ 36 w 36"/>
                <a:gd name="T7" fmla="*/ 0 h 39"/>
                <a:gd name="T8" fmla="*/ 36 w 36"/>
                <a:gd name="T9" fmla="*/ 0 h 39"/>
              </a:gdLst>
              <a:ahLst/>
              <a:cxnLst>
                <a:cxn ang="0">
                  <a:pos x="T0" y="T1"/>
                </a:cxn>
                <a:cxn ang="0">
                  <a:pos x="T2" y="T3"/>
                </a:cxn>
                <a:cxn ang="0">
                  <a:pos x="T4" y="T5"/>
                </a:cxn>
                <a:cxn ang="0">
                  <a:pos x="T6" y="T7"/>
                </a:cxn>
                <a:cxn ang="0">
                  <a:pos x="T8" y="T9"/>
                </a:cxn>
              </a:cxnLst>
              <a:rect l="0" t="0" r="r" b="b"/>
              <a:pathLst>
                <a:path w="36" h="39">
                  <a:moveTo>
                    <a:pt x="36" y="0"/>
                  </a:moveTo>
                  <a:cubicBezTo>
                    <a:pt x="23" y="12"/>
                    <a:pt x="11" y="25"/>
                    <a:pt x="0" y="39"/>
                  </a:cubicBezTo>
                  <a:cubicBezTo>
                    <a:pt x="8" y="28"/>
                    <a:pt x="17" y="18"/>
                    <a:pt x="27" y="8"/>
                  </a:cubicBezTo>
                  <a:cubicBezTo>
                    <a:pt x="30" y="5"/>
                    <a:pt x="33" y="2"/>
                    <a:pt x="36" y="0"/>
                  </a:cubicBezTo>
                  <a:cubicBezTo>
                    <a:pt x="36" y="0"/>
                    <a:pt x="36" y="0"/>
                    <a:pt x="36" y="0"/>
                  </a:cubicBezTo>
                </a:path>
              </a:pathLst>
            </a:custGeom>
            <a:solidFill>
              <a:srgbClr val="FFF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5" name="Freeform 119">
              <a:extLst>
                <a:ext uri="{FF2B5EF4-FFF2-40B4-BE49-F238E27FC236}">
                  <a16:creationId xmlns:a16="http://schemas.microsoft.com/office/drawing/2014/main" id="{8BEF6060-5C71-4801-99EC-B4D129B101BA}"/>
                </a:ext>
              </a:extLst>
            </p:cNvPr>
            <p:cNvSpPr>
              <a:spLocks noEditPoints="1"/>
            </p:cNvSpPr>
            <p:nvPr/>
          </p:nvSpPr>
          <p:spPr bwMode="auto">
            <a:xfrm>
              <a:off x="3986213" y="1768475"/>
              <a:ext cx="2774950" cy="1873250"/>
            </a:xfrm>
            <a:custGeom>
              <a:avLst/>
              <a:gdLst>
                <a:gd name="T0" fmla="*/ 729 w 729"/>
                <a:gd name="T1" fmla="*/ 64 h 492"/>
                <a:gd name="T2" fmla="*/ 729 w 729"/>
                <a:gd name="T3" fmla="*/ 64 h 492"/>
                <a:gd name="T4" fmla="*/ 490 w 729"/>
                <a:gd name="T5" fmla="*/ 279 h 492"/>
                <a:gd name="T6" fmla="*/ 492 w 729"/>
                <a:gd name="T7" fmla="*/ 246 h 492"/>
                <a:gd name="T8" fmla="*/ 246 w 729"/>
                <a:gd name="T9" fmla="*/ 0 h 492"/>
                <a:gd name="T10" fmla="*/ 0 w 729"/>
                <a:gd name="T11" fmla="*/ 246 h 492"/>
                <a:gd name="T12" fmla="*/ 246 w 729"/>
                <a:gd name="T13" fmla="*/ 492 h 492"/>
                <a:gd name="T14" fmla="*/ 411 w 729"/>
                <a:gd name="T15" fmla="*/ 428 h 492"/>
                <a:gd name="T16" fmla="*/ 650 w 729"/>
                <a:gd name="T17" fmla="*/ 213 h 492"/>
                <a:gd name="T18" fmla="*/ 729 w 729"/>
                <a:gd name="T19" fmla="*/ 64 h 492"/>
                <a:gd name="T20" fmla="*/ 246 w 729"/>
                <a:gd name="T21" fmla="*/ 434 h 492"/>
                <a:gd name="T22" fmla="*/ 58 w 729"/>
                <a:gd name="T23" fmla="*/ 246 h 492"/>
                <a:gd name="T24" fmla="*/ 246 w 729"/>
                <a:gd name="T25" fmla="*/ 58 h 492"/>
                <a:gd name="T26" fmla="*/ 434 w 729"/>
                <a:gd name="T27" fmla="*/ 246 h 492"/>
                <a:gd name="T28" fmla="*/ 246 w 729"/>
                <a:gd name="T29"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9" h="492">
                  <a:moveTo>
                    <a:pt x="729" y="64"/>
                  </a:moveTo>
                  <a:cubicBezTo>
                    <a:pt x="729" y="64"/>
                    <a:pt x="729" y="64"/>
                    <a:pt x="729" y="64"/>
                  </a:cubicBezTo>
                  <a:cubicBezTo>
                    <a:pt x="490" y="279"/>
                    <a:pt x="490" y="279"/>
                    <a:pt x="490" y="279"/>
                  </a:cubicBezTo>
                  <a:cubicBezTo>
                    <a:pt x="491" y="269"/>
                    <a:pt x="492" y="257"/>
                    <a:pt x="492" y="246"/>
                  </a:cubicBezTo>
                  <a:cubicBezTo>
                    <a:pt x="492" y="111"/>
                    <a:pt x="382" y="0"/>
                    <a:pt x="246" y="0"/>
                  </a:cubicBezTo>
                  <a:cubicBezTo>
                    <a:pt x="111" y="0"/>
                    <a:pt x="0" y="111"/>
                    <a:pt x="0" y="246"/>
                  </a:cubicBezTo>
                  <a:cubicBezTo>
                    <a:pt x="0" y="382"/>
                    <a:pt x="111" y="492"/>
                    <a:pt x="246" y="492"/>
                  </a:cubicBezTo>
                  <a:cubicBezTo>
                    <a:pt x="310" y="492"/>
                    <a:pt x="367" y="468"/>
                    <a:pt x="411" y="428"/>
                  </a:cubicBezTo>
                  <a:cubicBezTo>
                    <a:pt x="411" y="429"/>
                    <a:pt x="546" y="307"/>
                    <a:pt x="650" y="213"/>
                  </a:cubicBezTo>
                  <a:cubicBezTo>
                    <a:pt x="658" y="154"/>
                    <a:pt x="687" y="102"/>
                    <a:pt x="729" y="64"/>
                  </a:cubicBezTo>
                  <a:moveTo>
                    <a:pt x="246" y="434"/>
                  </a:moveTo>
                  <a:cubicBezTo>
                    <a:pt x="143" y="434"/>
                    <a:pt x="58" y="350"/>
                    <a:pt x="58" y="246"/>
                  </a:cubicBezTo>
                  <a:cubicBezTo>
                    <a:pt x="58" y="142"/>
                    <a:pt x="143" y="58"/>
                    <a:pt x="246" y="58"/>
                  </a:cubicBezTo>
                  <a:cubicBezTo>
                    <a:pt x="350" y="58"/>
                    <a:pt x="434" y="142"/>
                    <a:pt x="434" y="246"/>
                  </a:cubicBezTo>
                  <a:cubicBezTo>
                    <a:pt x="434" y="350"/>
                    <a:pt x="350" y="434"/>
                    <a:pt x="246" y="434"/>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86" name="Freeform 124">
              <a:extLst>
                <a:ext uri="{FF2B5EF4-FFF2-40B4-BE49-F238E27FC236}">
                  <a16:creationId xmlns:a16="http://schemas.microsoft.com/office/drawing/2014/main" id="{317293DD-1EDB-4832-A179-DF2C50836E10}"/>
                </a:ext>
              </a:extLst>
            </p:cNvPr>
            <p:cNvSpPr>
              <a:spLocks noEditPoints="1"/>
            </p:cNvSpPr>
            <p:nvPr/>
          </p:nvSpPr>
          <p:spPr bwMode="auto">
            <a:xfrm>
              <a:off x="6461125" y="2011363"/>
              <a:ext cx="300038" cy="568325"/>
            </a:xfrm>
            <a:custGeom>
              <a:avLst/>
              <a:gdLst>
                <a:gd name="T0" fmla="*/ 40 w 79"/>
                <a:gd name="T1" fmla="*/ 44 h 149"/>
                <a:gd name="T2" fmla="*/ 40 w 79"/>
                <a:gd name="T3" fmla="*/ 44 h 149"/>
                <a:gd name="T4" fmla="*/ 0 w 79"/>
                <a:gd name="T5" fmla="*/ 149 h 149"/>
                <a:gd name="T6" fmla="*/ 0 w 79"/>
                <a:gd name="T7" fmla="*/ 149 h 149"/>
                <a:gd name="T8" fmla="*/ 0 w 79"/>
                <a:gd name="T9" fmla="*/ 149 h 149"/>
                <a:gd name="T10" fmla="*/ 40 w 79"/>
                <a:gd name="T11" fmla="*/ 44 h 149"/>
                <a:gd name="T12" fmla="*/ 79 w 79"/>
                <a:gd name="T13" fmla="*/ 0 h 149"/>
                <a:gd name="T14" fmla="*/ 79 w 79"/>
                <a:gd name="T15" fmla="*/ 0 h 149"/>
                <a:gd name="T16" fmla="*/ 79 w 79"/>
                <a:gd name="T17" fmla="*/ 0 h 149"/>
                <a:gd name="T18" fmla="*/ 79 w 79"/>
                <a:gd name="T19" fmla="*/ 0 h 149"/>
                <a:gd name="T20" fmla="*/ 79 w 79"/>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49">
                  <a:moveTo>
                    <a:pt x="40" y="44"/>
                  </a:moveTo>
                  <a:cubicBezTo>
                    <a:pt x="40" y="44"/>
                    <a:pt x="40" y="44"/>
                    <a:pt x="40" y="44"/>
                  </a:cubicBezTo>
                  <a:cubicBezTo>
                    <a:pt x="19" y="75"/>
                    <a:pt x="5" y="111"/>
                    <a:pt x="0" y="149"/>
                  </a:cubicBezTo>
                  <a:cubicBezTo>
                    <a:pt x="0" y="149"/>
                    <a:pt x="0" y="149"/>
                    <a:pt x="0" y="149"/>
                  </a:cubicBezTo>
                  <a:cubicBezTo>
                    <a:pt x="0" y="149"/>
                    <a:pt x="0" y="149"/>
                    <a:pt x="0" y="149"/>
                  </a:cubicBezTo>
                  <a:cubicBezTo>
                    <a:pt x="5" y="110"/>
                    <a:pt x="19" y="75"/>
                    <a:pt x="40" y="44"/>
                  </a:cubicBezTo>
                  <a:moveTo>
                    <a:pt x="79" y="0"/>
                  </a:moveTo>
                  <a:cubicBezTo>
                    <a:pt x="79" y="0"/>
                    <a:pt x="79" y="0"/>
                    <a:pt x="79" y="0"/>
                  </a:cubicBezTo>
                  <a:cubicBezTo>
                    <a:pt x="79" y="0"/>
                    <a:pt x="79" y="0"/>
                    <a:pt x="79" y="0"/>
                  </a:cubicBezTo>
                  <a:cubicBezTo>
                    <a:pt x="79" y="0"/>
                    <a:pt x="79" y="0"/>
                    <a:pt x="79" y="0"/>
                  </a:cubicBezTo>
                  <a:cubicBezTo>
                    <a:pt x="79" y="0"/>
                    <a:pt x="79" y="0"/>
                    <a:pt x="79" y="0"/>
                  </a:cubicBezTo>
                </a:path>
              </a:pathLst>
            </a:custGeom>
            <a:solidFill>
              <a:srgbClr val="03E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7" name="Freeform 125">
              <a:extLst>
                <a:ext uri="{FF2B5EF4-FFF2-40B4-BE49-F238E27FC236}">
                  <a16:creationId xmlns:a16="http://schemas.microsoft.com/office/drawing/2014/main" id="{DE5B7E10-4B54-4033-BAD7-D805E584970F}"/>
                </a:ext>
              </a:extLst>
            </p:cNvPr>
            <p:cNvSpPr>
              <a:spLocks noEditPoints="1"/>
            </p:cNvSpPr>
            <p:nvPr/>
          </p:nvSpPr>
          <p:spPr bwMode="auto">
            <a:xfrm>
              <a:off x="4538663" y="2011363"/>
              <a:ext cx="2222500" cy="1409700"/>
            </a:xfrm>
            <a:custGeom>
              <a:avLst/>
              <a:gdLst>
                <a:gd name="T0" fmla="*/ 100 w 584"/>
                <a:gd name="T1" fmla="*/ 370 h 370"/>
                <a:gd name="T2" fmla="*/ 100 w 584"/>
                <a:gd name="T3" fmla="*/ 370 h 370"/>
                <a:gd name="T4" fmla="*/ 100 w 584"/>
                <a:gd name="T5" fmla="*/ 370 h 370"/>
                <a:gd name="T6" fmla="*/ 99 w 584"/>
                <a:gd name="T7" fmla="*/ 370 h 370"/>
                <a:gd name="T8" fmla="*/ 100 w 584"/>
                <a:gd name="T9" fmla="*/ 370 h 370"/>
                <a:gd name="T10" fmla="*/ 99 w 584"/>
                <a:gd name="T11" fmla="*/ 370 h 370"/>
                <a:gd name="T12" fmla="*/ 98 w 584"/>
                <a:gd name="T13" fmla="*/ 370 h 370"/>
                <a:gd name="T14" fmla="*/ 99 w 584"/>
                <a:gd name="T15" fmla="*/ 370 h 370"/>
                <a:gd name="T16" fmla="*/ 98 w 584"/>
                <a:gd name="T17" fmla="*/ 370 h 370"/>
                <a:gd name="T18" fmla="*/ 0 w 584"/>
                <a:gd name="T19" fmla="*/ 341 h 370"/>
                <a:gd name="T20" fmla="*/ 1 w 584"/>
                <a:gd name="T21" fmla="*/ 341 h 370"/>
                <a:gd name="T22" fmla="*/ 98 w 584"/>
                <a:gd name="T23" fmla="*/ 370 h 370"/>
                <a:gd name="T24" fmla="*/ 0 w 584"/>
                <a:gd name="T25" fmla="*/ 341 h 370"/>
                <a:gd name="T26" fmla="*/ 289 w 584"/>
                <a:gd name="T27" fmla="*/ 182 h 370"/>
                <a:gd name="T28" fmla="*/ 101 w 584"/>
                <a:gd name="T29" fmla="*/ 370 h 370"/>
                <a:gd name="T30" fmla="*/ 101 w 584"/>
                <a:gd name="T31" fmla="*/ 370 h 370"/>
                <a:gd name="T32" fmla="*/ 101 w 584"/>
                <a:gd name="T33" fmla="*/ 370 h 370"/>
                <a:gd name="T34" fmla="*/ 289 w 584"/>
                <a:gd name="T35" fmla="*/ 182 h 370"/>
                <a:gd name="T36" fmla="*/ 289 w 584"/>
                <a:gd name="T37" fmla="*/ 182 h 370"/>
                <a:gd name="T38" fmla="*/ 289 w 584"/>
                <a:gd name="T39" fmla="*/ 181 h 370"/>
                <a:gd name="T40" fmla="*/ 289 w 584"/>
                <a:gd name="T41" fmla="*/ 182 h 370"/>
                <a:gd name="T42" fmla="*/ 289 w 584"/>
                <a:gd name="T43" fmla="*/ 181 h 370"/>
                <a:gd name="T44" fmla="*/ 289 w 584"/>
                <a:gd name="T45" fmla="*/ 181 h 370"/>
                <a:gd name="T46" fmla="*/ 289 w 584"/>
                <a:gd name="T47" fmla="*/ 181 h 370"/>
                <a:gd name="T48" fmla="*/ 289 w 584"/>
                <a:gd name="T49" fmla="*/ 181 h 370"/>
                <a:gd name="T50" fmla="*/ 289 w 584"/>
                <a:gd name="T51" fmla="*/ 180 h 370"/>
                <a:gd name="T52" fmla="*/ 289 w 584"/>
                <a:gd name="T53" fmla="*/ 180 h 370"/>
                <a:gd name="T54" fmla="*/ 289 w 584"/>
                <a:gd name="T55" fmla="*/ 180 h 370"/>
                <a:gd name="T56" fmla="*/ 289 w 584"/>
                <a:gd name="T57" fmla="*/ 179 h 370"/>
                <a:gd name="T58" fmla="*/ 289 w 584"/>
                <a:gd name="T59" fmla="*/ 180 h 370"/>
                <a:gd name="T60" fmla="*/ 289 w 584"/>
                <a:gd name="T61" fmla="*/ 179 h 370"/>
                <a:gd name="T62" fmla="*/ 289 w 584"/>
                <a:gd name="T63" fmla="*/ 178 h 370"/>
                <a:gd name="T64" fmla="*/ 289 w 584"/>
                <a:gd name="T65" fmla="*/ 179 h 370"/>
                <a:gd name="T66" fmla="*/ 289 w 584"/>
                <a:gd name="T67" fmla="*/ 178 h 370"/>
                <a:gd name="T68" fmla="*/ 289 w 584"/>
                <a:gd name="T69" fmla="*/ 178 h 370"/>
                <a:gd name="T70" fmla="*/ 289 w 584"/>
                <a:gd name="T71" fmla="*/ 178 h 370"/>
                <a:gd name="T72" fmla="*/ 289 w 584"/>
                <a:gd name="T73" fmla="*/ 178 h 370"/>
                <a:gd name="T74" fmla="*/ 289 w 584"/>
                <a:gd name="T75" fmla="*/ 177 h 370"/>
                <a:gd name="T76" fmla="*/ 289 w 584"/>
                <a:gd name="T77" fmla="*/ 178 h 370"/>
                <a:gd name="T78" fmla="*/ 289 w 584"/>
                <a:gd name="T79" fmla="*/ 177 h 370"/>
                <a:gd name="T80" fmla="*/ 289 w 584"/>
                <a:gd name="T81" fmla="*/ 176 h 370"/>
                <a:gd name="T82" fmla="*/ 289 w 584"/>
                <a:gd name="T83" fmla="*/ 177 h 370"/>
                <a:gd name="T84" fmla="*/ 289 w 584"/>
                <a:gd name="T85" fmla="*/ 176 h 370"/>
                <a:gd name="T86" fmla="*/ 289 w 584"/>
                <a:gd name="T87" fmla="*/ 175 h 370"/>
                <a:gd name="T88" fmla="*/ 289 w 584"/>
                <a:gd name="T89" fmla="*/ 176 h 370"/>
                <a:gd name="T90" fmla="*/ 289 w 584"/>
                <a:gd name="T91" fmla="*/ 175 h 370"/>
                <a:gd name="T92" fmla="*/ 289 w 584"/>
                <a:gd name="T93" fmla="*/ 174 h 370"/>
                <a:gd name="T94" fmla="*/ 289 w 584"/>
                <a:gd name="T95" fmla="*/ 175 h 370"/>
                <a:gd name="T96" fmla="*/ 289 w 584"/>
                <a:gd name="T97" fmla="*/ 174 h 370"/>
                <a:gd name="T98" fmla="*/ 209 w 584"/>
                <a:gd name="T99" fmla="*/ 28 h 370"/>
                <a:gd name="T100" fmla="*/ 289 w 584"/>
                <a:gd name="T101" fmla="*/ 174 h 370"/>
                <a:gd name="T102" fmla="*/ 210 w 584"/>
                <a:gd name="T103" fmla="*/ 28 h 370"/>
                <a:gd name="T104" fmla="*/ 209 w 584"/>
                <a:gd name="T105" fmla="*/ 28 h 370"/>
                <a:gd name="T106" fmla="*/ 584 w 584"/>
                <a:gd name="T107" fmla="*/ 0 h 370"/>
                <a:gd name="T108" fmla="*/ 352 w 584"/>
                <a:gd name="T109" fmla="*/ 209 h 370"/>
                <a:gd name="T110" fmla="*/ 345 w 584"/>
                <a:gd name="T111" fmla="*/ 215 h 370"/>
                <a:gd name="T112" fmla="*/ 345 w 584"/>
                <a:gd name="T113" fmla="*/ 215 h 370"/>
                <a:gd name="T114" fmla="*/ 584 w 584"/>
                <a:gd name="T115"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4" h="370">
                  <a:moveTo>
                    <a:pt x="100" y="370"/>
                  </a:moveTo>
                  <a:cubicBezTo>
                    <a:pt x="100" y="370"/>
                    <a:pt x="100" y="370"/>
                    <a:pt x="100" y="370"/>
                  </a:cubicBezTo>
                  <a:cubicBezTo>
                    <a:pt x="100" y="370"/>
                    <a:pt x="100" y="370"/>
                    <a:pt x="100" y="370"/>
                  </a:cubicBezTo>
                  <a:moveTo>
                    <a:pt x="99" y="370"/>
                  </a:moveTo>
                  <a:cubicBezTo>
                    <a:pt x="99" y="370"/>
                    <a:pt x="99" y="370"/>
                    <a:pt x="100" y="370"/>
                  </a:cubicBezTo>
                  <a:cubicBezTo>
                    <a:pt x="99" y="370"/>
                    <a:pt x="99" y="370"/>
                    <a:pt x="99" y="370"/>
                  </a:cubicBezTo>
                  <a:moveTo>
                    <a:pt x="98" y="370"/>
                  </a:moveTo>
                  <a:cubicBezTo>
                    <a:pt x="98" y="370"/>
                    <a:pt x="98" y="370"/>
                    <a:pt x="99" y="370"/>
                  </a:cubicBezTo>
                  <a:cubicBezTo>
                    <a:pt x="98" y="370"/>
                    <a:pt x="98" y="370"/>
                    <a:pt x="98" y="370"/>
                  </a:cubicBezTo>
                  <a:moveTo>
                    <a:pt x="0" y="341"/>
                  </a:moveTo>
                  <a:cubicBezTo>
                    <a:pt x="1" y="341"/>
                    <a:pt x="1" y="341"/>
                    <a:pt x="1" y="341"/>
                  </a:cubicBezTo>
                  <a:cubicBezTo>
                    <a:pt x="29" y="359"/>
                    <a:pt x="62" y="369"/>
                    <a:pt x="98" y="370"/>
                  </a:cubicBezTo>
                  <a:cubicBezTo>
                    <a:pt x="62" y="369"/>
                    <a:pt x="29" y="359"/>
                    <a:pt x="0" y="341"/>
                  </a:cubicBezTo>
                  <a:moveTo>
                    <a:pt x="289" y="182"/>
                  </a:moveTo>
                  <a:cubicBezTo>
                    <a:pt x="289" y="286"/>
                    <a:pt x="205" y="370"/>
                    <a:pt x="101" y="370"/>
                  </a:cubicBezTo>
                  <a:cubicBezTo>
                    <a:pt x="101" y="370"/>
                    <a:pt x="101" y="370"/>
                    <a:pt x="101" y="370"/>
                  </a:cubicBezTo>
                  <a:cubicBezTo>
                    <a:pt x="101" y="370"/>
                    <a:pt x="101" y="370"/>
                    <a:pt x="101" y="370"/>
                  </a:cubicBezTo>
                  <a:cubicBezTo>
                    <a:pt x="205" y="370"/>
                    <a:pt x="289" y="286"/>
                    <a:pt x="289" y="182"/>
                  </a:cubicBezTo>
                  <a:cubicBezTo>
                    <a:pt x="289" y="182"/>
                    <a:pt x="289" y="182"/>
                    <a:pt x="289" y="182"/>
                  </a:cubicBezTo>
                  <a:moveTo>
                    <a:pt x="289" y="181"/>
                  </a:moveTo>
                  <a:cubicBezTo>
                    <a:pt x="289" y="182"/>
                    <a:pt x="289" y="182"/>
                    <a:pt x="289" y="182"/>
                  </a:cubicBezTo>
                  <a:cubicBezTo>
                    <a:pt x="289" y="182"/>
                    <a:pt x="289" y="182"/>
                    <a:pt x="289" y="181"/>
                  </a:cubicBezTo>
                  <a:moveTo>
                    <a:pt x="289" y="181"/>
                  </a:moveTo>
                  <a:cubicBezTo>
                    <a:pt x="289" y="181"/>
                    <a:pt x="289" y="181"/>
                    <a:pt x="289" y="181"/>
                  </a:cubicBezTo>
                  <a:cubicBezTo>
                    <a:pt x="289" y="181"/>
                    <a:pt x="289" y="181"/>
                    <a:pt x="289" y="181"/>
                  </a:cubicBezTo>
                  <a:moveTo>
                    <a:pt x="289" y="180"/>
                  </a:moveTo>
                  <a:cubicBezTo>
                    <a:pt x="289" y="180"/>
                    <a:pt x="289" y="180"/>
                    <a:pt x="289" y="180"/>
                  </a:cubicBezTo>
                  <a:cubicBezTo>
                    <a:pt x="289" y="180"/>
                    <a:pt x="289" y="180"/>
                    <a:pt x="289" y="180"/>
                  </a:cubicBezTo>
                  <a:moveTo>
                    <a:pt x="289" y="179"/>
                  </a:moveTo>
                  <a:cubicBezTo>
                    <a:pt x="289" y="179"/>
                    <a:pt x="289" y="180"/>
                    <a:pt x="289" y="180"/>
                  </a:cubicBezTo>
                  <a:cubicBezTo>
                    <a:pt x="289" y="180"/>
                    <a:pt x="289" y="179"/>
                    <a:pt x="289" y="179"/>
                  </a:cubicBezTo>
                  <a:moveTo>
                    <a:pt x="289" y="178"/>
                  </a:moveTo>
                  <a:cubicBezTo>
                    <a:pt x="289" y="179"/>
                    <a:pt x="289" y="179"/>
                    <a:pt x="289" y="179"/>
                  </a:cubicBezTo>
                  <a:cubicBezTo>
                    <a:pt x="289" y="179"/>
                    <a:pt x="289" y="179"/>
                    <a:pt x="289" y="178"/>
                  </a:cubicBezTo>
                  <a:moveTo>
                    <a:pt x="289" y="178"/>
                  </a:moveTo>
                  <a:cubicBezTo>
                    <a:pt x="289" y="178"/>
                    <a:pt x="289" y="178"/>
                    <a:pt x="289" y="178"/>
                  </a:cubicBezTo>
                  <a:cubicBezTo>
                    <a:pt x="289" y="178"/>
                    <a:pt x="289" y="178"/>
                    <a:pt x="289" y="178"/>
                  </a:cubicBezTo>
                  <a:moveTo>
                    <a:pt x="289" y="177"/>
                  </a:moveTo>
                  <a:cubicBezTo>
                    <a:pt x="289" y="177"/>
                    <a:pt x="289" y="177"/>
                    <a:pt x="289" y="178"/>
                  </a:cubicBezTo>
                  <a:cubicBezTo>
                    <a:pt x="289" y="177"/>
                    <a:pt x="289" y="177"/>
                    <a:pt x="289" y="177"/>
                  </a:cubicBezTo>
                  <a:moveTo>
                    <a:pt x="289" y="176"/>
                  </a:moveTo>
                  <a:cubicBezTo>
                    <a:pt x="289" y="176"/>
                    <a:pt x="289" y="177"/>
                    <a:pt x="289" y="177"/>
                  </a:cubicBezTo>
                  <a:cubicBezTo>
                    <a:pt x="289" y="177"/>
                    <a:pt x="289" y="176"/>
                    <a:pt x="289" y="176"/>
                  </a:cubicBezTo>
                  <a:moveTo>
                    <a:pt x="289" y="175"/>
                  </a:moveTo>
                  <a:cubicBezTo>
                    <a:pt x="289" y="175"/>
                    <a:pt x="289" y="176"/>
                    <a:pt x="289" y="176"/>
                  </a:cubicBezTo>
                  <a:cubicBezTo>
                    <a:pt x="289" y="176"/>
                    <a:pt x="289" y="175"/>
                    <a:pt x="289" y="175"/>
                  </a:cubicBezTo>
                  <a:moveTo>
                    <a:pt x="289" y="174"/>
                  </a:moveTo>
                  <a:cubicBezTo>
                    <a:pt x="289" y="174"/>
                    <a:pt x="289" y="174"/>
                    <a:pt x="289" y="175"/>
                  </a:cubicBezTo>
                  <a:cubicBezTo>
                    <a:pt x="289" y="174"/>
                    <a:pt x="289" y="174"/>
                    <a:pt x="289" y="174"/>
                  </a:cubicBezTo>
                  <a:moveTo>
                    <a:pt x="209" y="28"/>
                  </a:moveTo>
                  <a:cubicBezTo>
                    <a:pt x="255" y="60"/>
                    <a:pt x="287" y="113"/>
                    <a:pt x="289" y="174"/>
                  </a:cubicBezTo>
                  <a:cubicBezTo>
                    <a:pt x="287" y="114"/>
                    <a:pt x="256" y="61"/>
                    <a:pt x="210" y="28"/>
                  </a:cubicBezTo>
                  <a:cubicBezTo>
                    <a:pt x="209" y="28"/>
                    <a:pt x="209" y="28"/>
                    <a:pt x="209" y="28"/>
                  </a:cubicBezTo>
                  <a:moveTo>
                    <a:pt x="584" y="0"/>
                  </a:moveTo>
                  <a:cubicBezTo>
                    <a:pt x="352" y="209"/>
                    <a:pt x="352" y="209"/>
                    <a:pt x="352" y="209"/>
                  </a:cubicBezTo>
                  <a:cubicBezTo>
                    <a:pt x="345" y="215"/>
                    <a:pt x="345" y="215"/>
                    <a:pt x="345" y="215"/>
                  </a:cubicBezTo>
                  <a:cubicBezTo>
                    <a:pt x="345" y="215"/>
                    <a:pt x="345" y="215"/>
                    <a:pt x="345" y="215"/>
                  </a:cubicBezTo>
                  <a:cubicBezTo>
                    <a:pt x="584" y="0"/>
                    <a:pt x="584" y="0"/>
                    <a:pt x="584" y="0"/>
                  </a:cubicBezTo>
                </a:path>
              </a:pathLst>
            </a:custGeom>
            <a:solidFill>
              <a:srgbClr val="CCF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8" name="Freeform 126">
              <a:extLst>
                <a:ext uri="{FF2B5EF4-FFF2-40B4-BE49-F238E27FC236}">
                  <a16:creationId xmlns:a16="http://schemas.microsoft.com/office/drawing/2014/main" id="{35B62D70-7E73-4E5E-AF68-3E334F58D7CB}"/>
                </a:ext>
              </a:extLst>
            </p:cNvPr>
            <p:cNvSpPr>
              <a:spLocks/>
            </p:cNvSpPr>
            <p:nvPr/>
          </p:nvSpPr>
          <p:spPr bwMode="auto">
            <a:xfrm>
              <a:off x="4541838" y="2011363"/>
              <a:ext cx="2219325" cy="1425575"/>
            </a:xfrm>
            <a:custGeom>
              <a:avLst/>
              <a:gdLst>
                <a:gd name="T0" fmla="*/ 583 w 583"/>
                <a:gd name="T1" fmla="*/ 0 h 374"/>
                <a:gd name="T2" fmla="*/ 344 w 583"/>
                <a:gd name="T3" fmla="*/ 215 h 374"/>
                <a:gd name="T4" fmla="*/ 344 w 583"/>
                <a:gd name="T5" fmla="*/ 215 h 374"/>
                <a:gd name="T6" fmla="*/ 266 w 583"/>
                <a:gd name="T7" fmla="*/ 286 h 374"/>
                <a:gd name="T8" fmla="*/ 295 w 583"/>
                <a:gd name="T9" fmla="*/ 186 h 374"/>
                <a:gd name="T10" fmla="*/ 209 w 583"/>
                <a:gd name="T11" fmla="*/ 28 h 374"/>
                <a:gd name="T12" fmla="*/ 288 w 583"/>
                <a:gd name="T13" fmla="*/ 174 h 374"/>
                <a:gd name="T14" fmla="*/ 288 w 583"/>
                <a:gd name="T15" fmla="*/ 174 h 374"/>
                <a:gd name="T16" fmla="*/ 288 w 583"/>
                <a:gd name="T17" fmla="*/ 175 h 374"/>
                <a:gd name="T18" fmla="*/ 288 w 583"/>
                <a:gd name="T19" fmla="*/ 175 h 374"/>
                <a:gd name="T20" fmla="*/ 288 w 583"/>
                <a:gd name="T21" fmla="*/ 176 h 374"/>
                <a:gd name="T22" fmla="*/ 288 w 583"/>
                <a:gd name="T23" fmla="*/ 176 h 374"/>
                <a:gd name="T24" fmla="*/ 288 w 583"/>
                <a:gd name="T25" fmla="*/ 177 h 374"/>
                <a:gd name="T26" fmla="*/ 288 w 583"/>
                <a:gd name="T27" fmla="*/ 177 h 374"/>
                <a:gd name="T28" fmla="*/ 288 w 583"/>
                <a:gd name="T29" fmla="*/ 178 h 374"/>
                <a:gd name="T30" fmla="*/ 288 w 583"/>
                <a:gd name="T31" fmla="*/ 178 h 374"/>
                <a:gd name="T32" fmla="*/ 288 w 583"/>
                <a:gd name="T33" fmla="*/ 178 h 374"/>
                <a:gd name="T34" fmla="*/ 288 w 583"/>
                <a:gd name="T35" fmla="*/ 178 h 374"/>
                <a:gd name="T36" fmla="*/ 288 w 583"/>
                <a:gd name="T37" fmla="*/ 179 h 374"/>
                <a:gd name="T38" fmla="*/ 288 w 583"/>
                <a:gd name="T39" fmla="*/ 179 h 374"/>
                <a:gd name="T40" fmla="*/ 288 w 583"/>
                <a:gd name="T41" fmla="*/ 180 h 374"/>
                <a:gd name="T42" fmla="*/ 288 w 583"/>
                <a:gd name="T43" fmla="*/ 180 h 374"/>
                <a:gd name="T44" fmla="*/ 288 w 583"/>
                <a:gd name="T45" fmla="*/ 180 h 374"/>
                <a:gd name="T46" fmla="*/ 288 w 583"/>
                <a:gd name="T47" fmla="*/ 181 h 374"/>
                <a:gd name="T48" fmla="*/ 288 w 583"/>
                <a:gd name="T49" fmla="*/ 181 h 374"/>
                <a:gd name="T50" fmla="*/ 288 w 583"/>
                <a:gd name="T51" fmla="*/ 181 h 374"/>
                <a:gd name="T52" fmla="*/ 288 w 583"/>
                <a:gd name="T53" fmla="*/ 182 h 374"/>
                <a:gd name="T54" fmla="*/ 288 w 583"/>
                <a:gd name="T55" fmla="*/ 182 h 374"/>
                <a:gd name="T56" fmla="*/ 288 w 583"/>
                <a:gd name="T57" fmla="*/ 182 h 374"/>
                <a:gd name="T58" fmla="*/ 288 w 583"/>
                <a:gd name="T59" fmla="*/ 182 h 374"/>
                <a:gd name="T60" fmla="*/ 100 w 583"/>
                <a:gd name="T61" fmla="*/ 370 h 374"/>
                <a:gd name="T62" fmla="*/ 100 w 583"/>
                <a:gd name="T63" fmla="*/ 370 h 374"/>
                <a:gd name="T64" fmla="*/ 99 w 583"/>
                <a:gd name="T65" fmla="*/ 370 h 374"/>
                <a:gd name="T66" fmla="*/ 99 w 583"/>
                <a:gd name="T67" fmla="*/ 370 h 374"/>
                <a:gd name="T68" fmla="*/ 99 w 583"/>
                <a:gd name="T69" fmla="*/ 370 h 374"/>
                <a:gd name="T70" fmla="*/ 98 w 583"/>
                <a:gd name="T71" fmla="*/ 370 h 374"/>
                <a:gd name="T72" fmla="*/ 98 w 583"/>
                <a:gd name="T73" fmla="*/ 370 h 374"/>
                <a:gd name="T74" fmla="*/ 97 w 583"/>
                <a:gd name="T75" fmla="*/ 370 h 374"/>
                <a:gd name="T76" fmla="*/ 97 w 583"/>
                <a:gd name="T77" fmla="*/ 370 h 374"/>
                <a:gd name="T78" fmla="*/ 0 w 583"/>
                <a:gd name="T79" fmla="*/ 341 h 374"/>
                <a:gd name="T80" fmla="*/ 107 w 583"/>
                <a:gd name="T81" fmla="*/ 374 h 374"/>
                <a:gd name="T82" fmla="*/ 242 w 583"/>
                <a:gd name="T83" fmla="*/ 316 h 374"/>
                <a:gd name="T84" fmla="*/ 242 w 583"/>
                <a:gd name="T85" fmla="*/ 316 h 374"/>
                <a:gd name="T86" fmla="*/ 350 w 583"/>
                <a:gd name="T87" fmla="*/ 220 h 374"/>
                <a:gd name="T88" fmla="*/ 544 w 583"/>
                <a:gd name="T89" fmla="*/ 44 h 374"/>
                <a:gd name="T90" fmla="*/ 583 w 583"/>
                <a:gd name="T91" fmla="*/ 0 h 374"/>
                <a:gd name="T92" fmla="*/ 583 w 583"/>
                <a:gd name="T93"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83" h="374">
                  <a:moveTo>
                    <a:pt x="583" y="0"/>
                  </a:moveTo>
                  <a:cubicBezTo>
                    <a:pt x="344" y="215"/>
                    <a:pt x="344" y="215"/>
                    <a:pt x="344" y="215"/>
                  </a:cubicBezTo>
                  <a:cubicBezTo>
                    <a:pt x="344" y="215"/>
                    <a:pt x="344" y="215"/>
                    <a:pt x="344" y="215"/>
                  </a:cubicBezTo>
                  <a:cubicBezTo>
                    <a:pt x="266" y="286"/>
                    <a:pt x="266" y="286"/>
                    <a:pt x="266" y="286"/>
                  </a:cubicBezTo>
                  <a:cubicBezTo>
                    <a:pt x="284" y="257"/>
                    <a:pt x="295" y="223"/>
                    <a:pt x="295" y="186"/>
                  </a:cubicBezTo>
                  <a:cubicBezTo>
                    <a:pt x="295" y="120"/>
                    <a:pt x="260" y="62"/>
                    <a:pt x="209" y="28"/>
                  </a:cubicBezTo>
                  <a:cubicBezTo>
                    <a:pt x="255" y="61"/>
                    <a:pt x="286" y="114"/>
                    <a:pt x="288" y="174"/>
                  </a:cubicBezTo>
                  <a:cubicBezTo>
                    <a:pt x="288" y="174"/>
                    <a:pt x="288" y="174"/>
                    <a:pt x="288" y="174"/>
                  </a:cubicBezTo>
                  <a:cubicBezTo>
                    <a:pt x="288" y="174"/>
                    <a:pt x="288" y="174"/>
                    <a:pt x="288" y="175"/>
                  </a:cubicBezTo>
                  <a:cubicBezTo>
                    <a:pt x="288" y="175"/>
                    <a:pt x="288" y="175"/>
                    <a:pt x="288" y="175"/>
                  </a:cubicBezTo>
                  <a:cubicBezTo>
                    <a:pt x="288" y="175"/>
                    <a:pt x="288" y="176"/>
                    <a:pt x="288" y="176"/>
                  </a:cubicBezTo>
                  <a:cubicBezTo>
                    <a:pt x="288" y="176"/>
                    <a:pt x="288" y="176"/>
                    <a:pt x="288" y="176"/>
                  </a:cubicBezTo>
                  <a:cubicBezTo>
                    <a:pt x="288" y="176"/>
                    <a:pt x="288" y="177"/>
                    <a:pt x="288" y="177"/>
                  </a:cubicBezTo>
                  <a:cubicBezTo>
                    <a:pt x="288" y="177"/>
                    <a:pt x="288" y="177"/>
                    <a:pt x="288" y="177"/>
                  </a:cubicBezTo>
                  <a:cubicBezTo>
                    <a:pt x="288" y="177"/>
                    <a:pt x="288" y="177"/>
                    <a:pt x="288" y="178"/>
                  </a:cubicBezTo>
                  <a:cubicBezTo>
                    <a:pt x="288" y="178"/>
                    <a:pt x="288" y="178"/>
                    <a:pt x="288" y="178"/>
                  </a:cubicBezTo>
                  <a:cubicBezTo>
                    <a:pt x="288" y="178"/>
                    <a:pt x="288" y="178"/>
                    <a:pt x="288" y="178"/>
                  </a:cubicBezTo>
                  <a:cubicBezTo>
                    <a:pt x="288" y="178"/>
                    <a:pt x="288" y="178"/>
                    <a:pt x="288" y="178"/>
                  </a:cubicBezTo>
                  <a:cubicBezTo>
                    <a:pt x="288" y="179"/>
                    <a:pt x="288" y="179"/>
                    <a:pt x="288" y="179"/>
                  </a:cubicBezTo>
                  <a:cubicBezTo>
                    <a:pt x="288" y="179"/>
                    <a:pt x="288" y="179"/>
                    <a:pt x="288" y="179"/>
                  </a:cubicBezTo>
                  <a:cubicBezTo>
                    <a:pt x="288" y="179"/>
                    <a:pt x="288" y="180"/>
                    <a:pt x="288" y="180"/>
                  </a:cubicBezTo>
                  <a:cubicBezTo>
                    <a:pt x="288" y="180"/>
                    <a:pt x="288" y="180"/>
                    <a:pt x="288" y="180"/>
                  </a:cubicBezTo>
                  <a:cubicBezTo>
                    <a:pt x="288" y="180"/>
                    <a:pt x="288" y="180"/>
                    <a:pt x="288" y="180"/>
                  </a:cubicBezTo>
                  <a:cubicBezTo>
                    <a:pt x="288" y="181"/>
                    <a:pt x="288" y="181"/>
                    <a:pt x="288" y="181"/>
                  </a:cubicBezTo>
                  <a:cubicBezTo>
                    <a:pt x="288" y="181"/>
                    <a:pt x="288" y="181"/>
                    <a:pt x="288" y="181"/>
                  </a:cubicBezTo>
                  <a:cubicBezTo>
                    <a:pt x="288" y="181"/>
                    <a:pt x="288" y="181"/>
                    <a:pt x="288" y="181"/>
                  </a:cubicBezTo>
                  <a:cubicBezTo>
                    <a:pt x="288" y="182"/>
                    <a:pt x="288" y="182"/>
                    <a:pt x="288" y="182"/>
                  </a:cubicBezTo>
                  <a:cubicBezTo>
                    <a:pt x="288" y="182"/>
                    <a:pt x="288" y="182"/>
                    <a:pt x="288" y="182"/>
                  </a:cubicBezTo>
                  <a:cubicBezTo>
                    <a:pt x="288" y="182"/>
                    <a:pt x="288" y="182"/>
                    <a:pt x="288" y="182"/>
                  </a:cubicBezTo>
                  <a:cubicBezTo>
                    <a:pt x="288" y="182"/>
                    <a:pt x="288" y="182"/>
                    <a:pt x="288" y="182"/>
                  </a:cubicBezTo>
                  <a:cubicBezTo>
                    <a:pt x="288" y="286"/>
                    <a:pt x="204" y="370"/>
                    <a:pt x="100" y="370"/>
                  </a:cubicBezTo>
                  <a:cubicBezTo>
                    <a:pt x="100" y="370"/>
                    <a:pt x="100" y="370"/>
                    <a:pt x="100" y="370"/>
                  </a:cubicBezTo>
                  <a:cubicBezTo>
                    <a:pt x="99" y="370"/>
                    <a:pt x="99" y="370"/>
                    <a:pt x="99" y="370"/>
                  </a:cubicBezTo>
                  <a:cubicBezTo>
                    <a:pt x="99" y="370"/>
                    <a:pt x="99" y="370"/>
                    <a:pt x="99" y="370"/>
                  </a:cubicBezTo>
                  <a:cubicBezTo>
                    <a:pt x="99" y="370"/>
                    <a:pt x="99" y="370"/>
                    <a:pt x="99" y="370"/>
                  </a:cubicBezTo>
                  <a:cubicBezTo>
                    <a:pt x="98" y="370"/>
                    <a:pt x="98" y="370"/>
                    <a:pt x="98" y="370"/>
                  </a:cubicBezTo>
                  <a:cubicBezTo>
                    <a:pt x="98" y="370"/>
                    <a:pt x="98" y="370"/>
                    <a:pt x="98" y="370"/>
                  </a:cubicBezTo>
                  <a:cubicBezTo>
                    <a:pt x="97" y="370"/>
                    <a:pt x="97" y="370"/>
                    <a:pt x="97" y="370"/>
                  </a:cubicBezTo>
                  <a:cubicBezTo>
                    <a:pt x="97" y="370"/>
                    <a:pt x="97" y="370"/>
                    <a:pt x="97" y="370"/>
                  </a:cubicBezTo>
                  <a:cubicBezTo>
                    <a:pt x="61" y="369"/>
                    <a:pt x="28" y="359"/>
                    <a:pt x="0" y="341"/>
                  </a:cubicBezTo>
                  <a:cubicBezTo>
                    <a:pt x="31" y="362"/>
                    <a:pt x="67" y="374"/>
                    <a:pt x="107" y="374"/>
                  </a:cubicBezTo>
                  <a:cubicBezTo>
                    <a:pt x="160" y="374"/>
                    <a:pt x="208" y="352"/>
                    <a:pt x="242" y="316"/>
                  </a:cubicBezTo>
                  <a:cubicBezTo>
                    <a:pt x="242" y="316"/>
                    <a:pt x="242" y="316"/>
                    <a:pt x="242" y="316"/>
                  </a:cubicBezTo>
                  <a:cubicBezTo>
                    <a:pt x="350" y="220"/>
                    <a:pt x="350" y="220"/>
                    <a:pt x="350" y="220"/>
                  </a:cubicBezTo>
                  <a:cubicBezTo>
                    <a:pt x="544" y="44"/>
                    <a:pt x="544" y="44"/>
                    <a:pt x="544" y="44"/>
                  </a:cubicBezTo>
                  <a:cubicBezTo>
                    <a:pt x="555" y="28"/>
                    <a:pt x="568" y="13"/>
                    <a:pt x="583" y="0"/>
                  </a:cubicBezTo>
                  <a:cubicBezTo>
                    <a:pt x="583" y="0"/>
                    <a:pt x="583" y="0"/>
                    <a:pt x="583" y="0"/>
                  </a:cubicBezTo>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9" name="Freeform 127">
              <a:extLst>
                <a:ext uri="{FF2B5EF4-FFF2-40B4-BE49-F238E27FC236}">
                  <a16:creationId xmlns:a16="http://schemas.microsoft.com/office/drawing/2014/main" id="{9F3B642A-2596-433F-A216-95CDA9B887BF}"/>
                </a:ext>
              </a:extLst>
            </p:cNvPr>
            <p:cNvSpPr>
              <a:spLocks/>
            </p:cNvSpPr>
            <p:nvPr/>
          </p:nvSpPr>
          <p:spPr bwMode="auto">
            <a:xfrm>
              <a:off x="6613525" y="2011363"/>
              <a:ext cx="147638" cy="168275"/>
            </a:xfrm>
            <a:custGeom>
              <a:avLst/>
              <a:gdLst>
                <a:gd name="T0" fmla="*/ 39 w 39"/>
                <a:gd name="T1" fmla="*/ 0 h 44"/>
                <a:gd name="T2" fmla="*/ 0 w 39"/>
                <a:gd name="T3" fmla="*/ 44 h 44"/>
                <a:gd name="T4" fmla="*/ 0 w 39"/>
                <a:gd name="T5" fmla="*/ 44 h 44"/>
                <a:gd name="T6" fmla="*/ 39 w 39"/>
                <a:gd name="T7" fmla="*/ 0 h 44"/>
                <a:gd name="T8" fmla="*/ 39 w 39"/>
                <a:gd name="T9" fmla="*/ 0 h 44"/>
              </a:gdLst>
              <a:ahLst/>
              <a:cxnLst>
                <a:cxn ang="0">
                  <a:pos x="T0" y="T1"/>
                </a:cxn>
                <a:cxn ang="0">
                  <a:pos x="T2" y="T3"/>
                </a:cxn>
                <a:cxn ang="0">
                  <a:pos x="T4" y="T5"/>
                </a:cxn>
                <a:cxn ang="0">
                  <a:pos x="T6" y="T7"/>
                </a:cxn>
                <a:cxn ang="0">
                  <a:pos x="T8" y="T9"/>
                </a:cxn>
              </a:cxnLst>
              <a:rect l="0" t="0" r="r" b="b"/>
              <a:pathLst>
                <a:path w="39" h="44">
                  <a:moveTo>
                    <a:pt x="39" y="0"/>
                  </a:moveTo>
                  <a:cubicBezTo>
                    <a:pt x="24" y="13"/>
                    <a:pt x="11" y="28"/>
                    <a:pt x="0" y="44"/>
                  </a:cubicBezTo>
                  <a:cubicBezTo>
                    <a:pt x="0" y="44"/>
                    <a:pt x="0" y="44"/>
                    <a:pt x="0" y="44"/>
                  </a:cubicBezTo>
                  <a:cubicBezTo>
                    <a:pt x="11" y="28"/>
                    <a:pt x="24" y="13"/>
                    <a:pt x="39" y="0"/>
                  </a:cubicBezTo>
                  <a:cubicBezTo>
                    <a:pt x="39" y="0"/>
                    <a:pt x="39" y="0"/>
                    <a:pt x="39" y="0"/>
                  </a:cubicBezTo>
                </a:path>
              </a:pathLst>
            </a:custGeom>
            <a:solidFill>
              <a:srgbClr val="06F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0" name="Freeform 128">
              <a:extLst>
                <a:ext uri="{FF2B5EF4-FFF2-40B4-BE49-F238E27FC236}">
                  <a16:creationId xmlns:a16="http://schemas.microsoft.com/office/drawing/2014/main" id="{17B049BB-2FEE-480D-8B5C-EBD3ED618CA3}"/>
                </a:ext>
              </a:extLst>
            </p:cNvPr>
            <p:cNvSpPr>
              <a:spLocks/>
            </p:cNvSpPr>
            <p:nvPr/>
          </p:nvSpPr>
          <p:spPr bwMode="auto">
            <a:xfrm>
              <a:off x="6613525" y="2011363"/>
              <a:ext cx="147638" cy="168275"/>
            </a:xfrm>
            <a:custGeom>
              <a:avLst/>
              <a:gdLst>
                <a:gd name="T0" fmla="*/ 39 w 39"/>
                <a:gd name="T1" fmla="*/ 0 h 44"/>
                <a:gd name="T2" fmla="*/ 0 w 39"/>
                <a:gd name="T3" fmla="*/ 44 h 44"/>
                <a:gd name="T4" fmla="*/ 0 w 39"/>
                <a:gd name="T5" fmla="*/ 44 h 44"/>
                <a:gd name="T6" fmla="*/ 39 w 39"/>
                <a:gd name="T7" fmla="*/ 0 h 44"/>
                <a:gd name="T8" fmla="*/ 39 w 39"/>
                <a:gd name="T9" fmla="*/ 0 h 44"/>
              </a:gdLst>
              <a:ahLst/>
              <a:cxnLst>
                <a:cxn ang="0">
                  <a:pos x="T0" y="T1"/>
                </a:cxn>
                <a:cxn ang="0">
                  <a:pos x="T2" y="T3"/>
                </a:cxn>
                <a:cxn ang="0">
                  <a:pos x="T4" y="T5"/>
                </a:cxn>
                <a:cxn ang="0">
                  <a:pos x="T6" y="T7"/>
                </a:cxn>
                <a:cxn ang="0">
                  <a:pos x="T8" y="T9"/>
                </a:cxn>
              </a:cxnLst>
              <a:rect l="0" t="0" r="r" b="b"/>
              <a:pathLst>
                <a:path w="39" h="44">
                  <a:moveTo>
                    <a:pt x="39" y="0"/>
                  </a:moveTo>
                  <a:cubicBezTo>
                    <a:pt x="24" y="13"/>
                    <a:pt x="11" y="28"/>
                    <a:pt x="0" y="44"/>
                  </a:cubicBezTo>
                  <a:cubicBezTo>
                    <a:pt x="0" y="44"/>
                    <a:pt x="0" y="44"/>
                    <a:pt x="0" y="44"/>
                  </a:cubicBezTo>
                  <a:cubicBezTo>
                    <a:pt x="11" y="28"/>
                    <a:pt x="24" y="13"/>
                    <a:pt x="39" y="0"/>
                  </a:cubicBezTo>
                  <a:cubicBezTo>
                    <a:pt x="39" y="0"/>
                    <a:pt x="39" y="0"/>
                    <a:pt x="39" y="0"/>
                  </a:cubicBezTo>
                </a:path>
              </a:pathLst>
            </a:custGeom>
            <a:solidFill>
              <a:srgbClr val="03F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1" name="Freeform 129">
              <a:extLst>
                <a:ext uri="{FF2B5EF4-FFF2-40B4-BE49-F238E27FC236}">
                  <a16:creationId xmlns:a16="http://schemas.microsoft.com/office/drawing/2014/main" id="{AF4B8F01-6928-4D07-AA4A-970A18630C8B}"/>
                </a:ext>
              </a:extLst>
            </p:cNvPr>
            <p:cNvSpPr>
              <a:spLocks noEditPoints="1"/>
            </p:cNvSpPr>
            <p:nvPr/>
          </p:nvSpPr>
          <p:spPr bwMode="auto">
            <a:xfrm>
              <a:off x="3986213" y="1768475"/>
              <a:ext cx="963613" cy="985838"/>
            </a:xfrm>
            <a:custGeom>
              <a:avLst/>
              <a:gdLst>
                <a:gd name="T0" fmla="*/ 1 w 253"/>
                <a:gd name="T1" fmla="*/ 259 h 259"/>
                <a:gd name="T2" fmla="*/ 1 w 253"/>
                <a:gd name="T3" fmla="*/ 259 h 259"/>
                <a:gd name="T4" fmla="*/ 1 w 253"/>
                <a:gd name="T5" fmla="*/ 259 h 259"/>
                <a:gd name="T6" fmla="*/ 1 w 253"/>
                <a:gd name="T7" fmla="*/ 258 h 259"/>
                <a:gd name="T8" fmla="*/ 1 w 253"/>
                <a:gd name="T9" fmla="*/ 258 h 259"/>
                <a:gd name="T10" fmla="*/ 1 w 253"/>
                <a:gd name="T11" fmla="*/ 258 h 259"/>
                <a:gd name="T12" fmla="*/ 1 w 253"/>
                <a:gd name="T13" fmla="*/ 256 h 259"/>
                <a:gd name="T14" fmla="*/ 1 w 253"/>
                <a:gd name="T15" fmla="*/ 256 h 259"/>
                <a:gd name="T16" fmla="*/ 1 w 253"/>
                <a:gd name="T17" fmla="*/ 256 h 259"/>
                <a:gd name="T18" fmla="*/ 1 w 253"/>
                <a:gd name="T19" fmla="*/ 255 h 259"/>
                <a:gd name="T20" fmla="*/ 1 w 253"/>
                <a:gd name="T21" fmla="*/ 255 h 259"/>
                <a:gd name="T22" fmla="*/ 1 w 253"/>
                <a:gd name="T23" fmla="*/ 255 h 259"/>
                <a:gd name="T24" fmla="*/ 1 w 253"/>
                <a:gd name="T25" fmla="*/ 254 h 259"/>
                <a:gd name="T26" fmla="*/ 1 w 253"/>
                <a:gd name="T27" fmla="*/ 254 h 259"/>
                <a:gd name="T28" fmla="*/ 1 w 253"/>
                <a:gd name="T29" fmla="*/ 254 h 259"/>
                <a:gd name="T30" fmla="*/ 1 w 253"/>
                <a:gd name="T31" fmla="*/ 252 h 259"/>
                <a:gd name="T32" fmla="*/ 1 w 253"/>
                <a:gd name="T33" fmla="*/ 252 h 259"/>
                <a:gd name="T34" fmla="*/ 1 w 253"/>
                <a:gd name="T35" fmla="*/ 252 h 259"/>
                <a:gd name="T36" fmla="*/ 1 w 253"/>
                <a:gd name="T37" fmla="*/ 251 h 259"/>
                <a:gd name="T38" fmla="*/ 1 w 253"/>
                <a:gd name="T39" fmla="*/ 251 h 259"/>
                <a:gd name="T40" fmla="*/ 1 w 253"/>
                <a:gd name="T41" fmla="*/ 251 h 259"/>
                <a:gd name="T42" fmla="*/ 0 w 253"/>
                <a:gd name="T43" fmla="*/ 250 h 259"/>
                <a:gd name="T44" fmla="*/ 0 w 253"/>
                <a:gd name="T45" fmla="*/ 250 h 259"/>
                <a:gd name="T46" fmla="*/ 0 w 253"/>
                <a:gd name="T47" fmla="*/ 250 h 259"/>
                <a:gd name="T48" fmla="*/ 0 w 253"/>
                <a:gd name="T49" fmla="*/ 249 h 259"/>
                <a:gd name="T50" fmla="*/ 0 w 253"/>
                <a:gd name="T51" fmla="*/ 249 h 259"/>
                <a:gd name="T52" fmla="*/ 0 w 253"/>
                <a:gd name="T53" fmla="*/ 249 h 259"/>
                <a:gd name="T54" fmla="*/ 0 w 253"/>
                <a:gd name="T55" fmla="*/ 248 h 259"/>
                <a:gd name="T56" fmla="*/ 0 w 253"/>
                <a:gd name="T57" fmla="*/ 248 h 259"/>
                <a:gd name="T58" fmla="*/ 0 w 253"/>
                <a:gd name="T59" fmla="*/ 248 h 259"/>
                <a:gd name="T60" fmla="*/ 0 w 253"/>
                <a:gd name="T61" fmla="*/ 247 h 259"/>
                <a:gd name="T62" fmla="*/ 0 w 253"/>
                <a:gd name="T63" fmla="*/ 247 h 259"/>
                <a:gd name="T64" fmla="*/ 0 w 253"/>
                <a:gd name="T65" fmla="*/ 247 h 259"/>
                <a:gd name="T66" fmla="*/ 253 w 253"/>
                <a:gd name="T67" fmla="*/ 0 h 259"/>
                <a:gd name="T68" fmla="*/ 253 w 253"/>
                <a:gd name="T69" fmla="*/ 0 h 259"/>
                <a:gd name="T70" fmla="*/ 253 w 253"/>
                <a:gd name="T71" fmla="*/ 0 h 259"/>
                <a:gd name="T72" fmla="*/ 252 w 253"/>
                <a:gd name="T73" fmla="*/ 0 h 259"/>
                <a:gd name="T74" fmla="*/ 252 w 253"/>
                <a:gd name="T75" fmla="*/ 0 h 259"/>
                <a:gd name="T76" fmla="*/ 252 w 253"/>
                <a:gd name="T77" fmla="*/ 0 h 259"/>
                <a:gd name="T78" fmla="*/ 250 w 253"/>
                <a:gd name="T79" fmla="*/ 0 h 259"/>
                <a:gd name="T80" fmla="*/ 251 w 253"/>
                <a:gd name="T81" fmla="*/ 0 h 259"/>
                <a:gd name="T82" fmla="*/ 250 w 253"/>
                <a:gd name="T83" fmla="*/ 0 h 259"/>
                <a:gd name="T84" fmla="*/ 250 w 253"/>
                <a:gd name="T85" fmla="*/ 0 h 259"/>
                <a:gd name="T86" fmla="*/ 250 w 253"/>
                <a:gd name="T87" fmla="*/ 0 h 259"/>
                <a:gd name="T88" fmla="*/ 250 w 253"/>
                <a:gd name="T89" fmla="*/ 0 h 259"/>
                <a:gd name="T90" fmla="*/ 249 w 253"/>
                <a:gd name="T91" fmla="*/ 0 h 259"/>
                <a:gd name="T92" fmla="*/ 249 w 253"/>
                <a:gd name="T93" fmla="*/ 0 h 259"/>
                <a:gd name="T94" fmla="*/ 249 w 253"/>
                <a:gd name="T95" fmla="*/ 0 h 259"/>
                <a:gd name="T96" fmla="*/ 248 w 253"/>
                <a:gd name="T97" fmla="*/ 0 h 259"/>
                <a:gd name="T98" fmla="*/ 249 w 253"/>
                <a:gd name="T99" fmla="*/ 0 h 259"/>
                <a:gd name="T100" fmla="*/ 248 w 253"/>
                <a:gd name="T101" fmla="*/ 0 h 259"/>
                <a:gd name="T102" fmla="*/ 247 w 253"/>
                <a:gd name="T103" fmla="*/ 0 h 259"/>
                <a:gd name="T104" fmla="*/ 248 w 253"/>
                <a:gd name="T105" fmla="*/ 0 h 259"/>
                <a:gd name="T106" fmla="*/ 247 w 253"/>
                <a:gd name="T107" fmla="*/ 0 h 259"/>
                <a:gd name="T108" fmla="*/ 246 w 253"/>
                <a:gd name="T109" fmla="*/ 0 h 259"/>
                <a:gd name="T110" fmla="*/ 73 w 253"/>
                <a:gd name="T111" fmla="*/ 72 h 259"/>
                <a:gd name="T112" fmla="*/ 73 w 253"/>
                <a:gd name="T113" fmla="*/ 72 h 259"/>
                <a:gd name="T114" fmla="*/ 246 w 253"/>
                <a:gd name="T115" fmla="*/ 0 h 259"/>
                <a:gd name="T116" fmla="*/ 247 w 253"/>
                <a:gd name="T117" fmla="*/ 0 h 259"/>
                <a:gd name="T118" fmla="*/ 246 w 253"/>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3" h="259">
                  <a:moveTo>
                    <a:pt x="1" y="259"/>
                  </a:moveTo>
                  <a:cubicBezTo>
                    <a:pt x="1" y="259"/>
                    <a:pt x="1" y="259"/>
                    <a:pt x="1" y="259"/>
                  </a:cubicBezTo>
                  <a:cubicBezTo>
                    <a:pt x="1" y="259"/>
                    <a:pt x="1" y="259"/>
                    <a:pt x="1" y="259"/>
                  </a:cubicBezTo>
                  <a:moveTo>
                    <a:pt x="1" y="258"/>
                  </a:moveTo>
                  <a:cubicBezTo>
                    <a:pt x="1" y="258"/>
                    <a:pt x="1" y="258"/>
                    <a:pt x="1" y="258"/>
                  </a:cubicBezTo>
                  <a:cubicBezTo>
                    <a:pt x="1" y="258"/>
                    <a:pt x="1" y="258"/>
                    <a:pt x="1" y="258"/>
                  </a:cubicBezTo>
                  <a:moveTo>
                    <a:pt x="1" y="256"/>
                  </a:moveTo>
                  <a:cubicBezTo>
                    <a:pt x="1" y="256"/>
                    <a:pt x="1" y="256"/>
                    <a:pt x="1" y="256"/>
                  </a:cubicBezTo>
                  <a:cubicBezTo>
                    <a:pt x="1" y="256"/>
                    <a:pt x="1" y="256"/>
                    <a:pt x="1" y="256"/>
                  </a:cubicBezTo>
                  <a:moveTo>
                    <a:pt x="1" y="255"/>
                  </a:moveTo>
                  <a:cubicBezTo>
                    <a:pt x="1" y="255"/>
                    <a:pt x="1" y="255"/>
                    <a:pt x="1" y="255"/>
                  </a:cubicBezTo>
                  <a:cubicBezTo>
                    <a:pt x="1" y="255"/>
                    <a:pt x="1" y="255"/>
                    <a:pt x="1" y="255"/>
                  </a:cubicBezTo>
                  <a:moveTo>
                    <a:pt x="1" y="254"/>
                  </a:moveTo>
                  <a:cubicBezTo>
                    <a:pt x="1" y="254"/>
                    <a:pt x="1" y="254"/>
                    <a:pt x="1" y="254"/>
                  </a:cubicBezTo>
                  <a:cubicBezTo>
                    <a:pt x="1" y="254"/>
                    <a:pt x="1" y="254"/>
                    <a:pt x="1" y="254"/>
                  </a:cubicBezTo>
                  <a:moveTo>
                    <a:pt x="1" y="252"/>
                  </a:moveTo>
                  <a:cubicBezTo>
                    <a:pt x="1" y="252"/>
                    <a:pt x="1" y="252"/>
                    <a:pt x="1" y="252"/>
                  </a:cubicBezTo>
                  <a:cubicBezTo>
                    <a:pt x="1" y="252"/>
                    <a:pt x="1" y="252"/>
                    <a:pt x="1" y="252"/>
                  </a:cubicBezTo>
                  <a:moveTo>
                    <a:pt x="1" y="251"/>
                  </a:moveTo>
                  <a:cubicBezTo>
                    <a:pt x="1" y="251"/>
                    <a:pt x="1" y="251"/>
                    <a:pt x="1" y="251"/>
                  </a:cubicBezTo>
                  <a:cubicBezTo>
                    <a:pt x="1" y="251"/>
                    <a:pt x="1" y="251"/>
                    <a:pt x="1" y="251"/>
                  </a:cubicBezTo>
                  <a:moveTo>
                    <a:pt x="0" y="250"/>
                  </a:moveTo>
                  <a:cubicBezTo>
                    <a:pt x="0" y="250"/>
                    <a:pt x="0" y="250"/>
                    <a:pt x="0" y="250"/>
                  </a:cubicBezTo>
                  <a:cubicBezTo>
                    <a:pt x="0" y="250"/>
                    <a:pt x="0" y="250"/>
                    <a:pt x="0" y="250"/>
                  </a:cubicBezTo>
                  <a:moveTo>
                    <a:pt x="0" y="249"/>
                  </a:moveTo>
                  <a:cubicBezTo>
                    <a:pt x="0" y="249"/>
                    <a:pt x="0" y="249"/>
                    <a:pt x="0" y="249"/>
                  </a:cubicBezTo>
                  <a:cubicBezTo>
                    <a:pt x="0" y="249"/>
                    <a:pt x="0" y="249"/>
                    <a:pt x="0" y="249"/>
                  </a:cubicBezTo>
                  <a:moveTo>
                    <a:pt x="0" y="248"/>
                  </a:moveTo>
                  <a:cubicBezTo>
                    <a:pt x="0" y="248"/>
                    <a:pt x="0" y="248"/>
                    <a:pt x="0" y="248"/>
                  </a:cubicBezTo>
                  <a:cubicBezTo>
                    <a:pt x="0" y="248"/>
                    <a:pt x="0" y="248"/>
                    <a:pt x="0" y="248"/>
                  </a:cubicBezTo>
                  <a:moveTo>
                    <a:pt x="0" y="247"/>
                  </a:moveTo>
                  <a:cubicBezTo>
                    <a:pt x="0" y="247"/>
                    <a:pt x="0" y="247"/>
                    <a:pt x="0" y="247"/>
                  </a:cubicBezTo>
                  <a:cubicBezTo>
                    <a:pt x="0" y="247"/>
                    <a:pt x="0" y="247"/>
                    <a:pt x="0" y="247"/>
                  </a:cubicBezTo>
                  <a:moveTo>
                    <a:pt x="253" y="0"/>
                  </a:moveTo>
                  <a:cubicBezTo>
                    <a:pt x="253" y="0"/>
                    <a:pt x="253" y="0"/>
                    <a:pt x="253" y="0"/>
                  </a:cubicBezTo>
                  <a:cubicBezTo>
                    <a:pt x="253" y="0"/>
                    <a:pt x="253" y="0"/>
                    <a:pt x="253" y="0"/>
                  </a:cubicBezTo>
                  <a:moveTo>
                    <a:pt x="252" y="0"/>
                  </a:moveTo>
                  <a:cubicBezTo>
                    <a:pt x="252" y="0"/>
                    <a:pt x="252" y="0"/>
                    <a:pt x="252" y="0"/>
                  </a:cubicBezTo>
                  <a:cubicBezTo>
                    <a:pt x="252" y="0"/>
                    <a:pt x="252" y="0"/>
                    <a:pt x="252" y="0"/>
                  </a:cubicBezTo>
                  <a:moveTo>
                    <a:pt x="250" y="0"/>
                  </a:moveTo>
                  <a:cubicBezTo>
                    <a:pt x="251" y="0"/>
                    <a:pt x="251" y="0"/>
                    <a:pt x="251" y="0"/>
                  </a:cubicBezTo>
                  <a:cubicBezTo>
                    <a:pt x="251" y="0"/>
                    <a:pt x="251" y="0"/>
                    <a:pt x="250" y="0"/>
                  </a:cubicBezTo>
                  <a:moveTo>
                    <a:pt x="250" y="0"/>
                  </a:moveTo>
                  <a:cubicBezTo>
                    <a:pt x="250" y="0"/>
                    <a:pt x="250" y="0"/>
                    <a:pt x="250" y="0"/>
                  </a:cubicBezTo>
                  <a:cubicBezTo>
                    <a:pt x="250" y="0"/>
                    <a:pt x="250" y="0"/>
                    <a:pt x="250" y="0"/>
                  </a:cubicBezTo>
                  <a:moveTo>
                    <a:pt x="249" y="0"/>
                  </a:moveTo>
                  <a:cubicBezTo>
                    <a:pt x="249" y="0"/>
                    <a:pt x="249" y="0"/>
                    <a:pt x="249" y="0"/>
                  </a:cubicBezTo>
                  <a:cubicBezTo>
                    <a:pt x="249" y="0"/>
                    <a:pt x="249" y="0"/>
                    <a:pt x="249" y="0"/>
                  </a:cubicBezTo>
                  <a:moveTo>
                    <a:pt x="248" y="0"/>
                  </a:moveTo>
                  <a:cubicBezTo>
                    <a:pt x="248" y="0"/>
                    <a:pt x="248" y="0"/>
                    <a:pt x="249" y="0"/>
                  </a:cubicBezTo>
                  <a:cubicBezTo>
                    <a:pt x="248" y="0"/>
                    <a:pt x="248" y="0"/>
                    <a:pt x="248" y="0"/>
                  </a:cubicBezTo>
                  <a:moveTo>
                    <a:pt x="247" y="0"/>
                  </a:moveTo>
                  <a:cubicBezTo>
                    <a:pt x="247" y="0"/>
                    <a:pt x="248" y="0"/>
                    <a:pt x="248" y="0"/>
                  </a:cubicBezTo>
                  <a:cubicBezTo>
                    <a:pt x="248" y="0"/>
                    <a:pt x="247" y="0"/>
                    <a:pt x="247" y="0"/>
                  </a:cubicBezTo>
                  <a:moveTo>
                    <a:pt x="246" y="0"/>
                  </a:moveTo>
                  <a:cubicBezTo>
                    <a:pt x="179" y="0"/>
                    <a:pt x="117" y="28"/>
                    <a:pt x="73" y="72"/>
                  </a:cubicBezTo>
                  <a:cubicBezTo>
                    <a:pt x="73" y="72"/>
                    <a:pt x="73" y="72"/>
                    <a:pt x="73" y="72"/>
                  </a:cubicBezTo>
                  <a:cubicBezTo>
                    <a:pt x="117" y="28"/>
                    <a:pt x="179" y="0"/>
                    <a:pt x="246" y="0"/>
                  </a:cubicBezTo>
                  <a:cubicBezTo>
                    <a:pt x="247" y="0"/>
                    <a:pt x="247" y="0"/>
                    <a:pt x="247" y="0"/>
                  </a:cubicBezTo>
                  <a:cubicBezTo>
                    <a:pt x="247" y="0"/>
                    <a:pt x="247" y="0"/>
                    <a:pt x="246" y="0"/>
                  </a:cubicBezTo>
                </a:path>
              </a:pathLst>
            </a:custGeom>
            <a:solidFill>
              <a:srgbClr val="CCF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2" name="Freeform 130">
              <a:extLst>
                <a:ext uri="{FF2B5EF4-FFF2-40B4-BE49-F238E27FC236}">
                  <a16:creationId xmlns:a16="http://schemas.microsoft.com/office/drawing/2014/main" id="{12CB7D26-211F-47DD-AC4C-54A368360A75}"/>
                </a:ext>
              </a:extLst>
            </p:cNvPr>
            <p:cNvSpPr>
              <a:spLocks/>
            </p:cNvSpPr>
            <p:nvPr/>
          </p:nvSpPr>
          <p:spPr bwMode="auto">
            <a:xfrm>
              <a:off x="3986213" y="1768475"/>
              <a:ext cx="1470025" cy="1720850"/>
            </a:xfrm>
            <a:custGeom>
              <a:avLst/>
              <a:gdLst>
                <a:gd name="T0" fmla="*/ 246 w 386"/>
                <a:gd name="T1" fmla="*/ 0 h 452"/>
                <a:gd name="T2" fmla="*/ 73 w 386"/>
                <a:gd name="T3" fmla="*/ 72 h 452"/>
                <a:gd name="T4" fmla="*/ 46 w 386"/>
                <a:gd name="T5" fmla="*/ 103 h 452"/>
                <a:gd name="T6" fmla="*/ 3 w 386"/>
                <a:gd name="T7" fmla="*/ 213 h 452"/>
                <a:gd name="T8" fmla="*/ 0 w 386"/>
                <a:gd name="T9" fmla="*/ 246 h 452"/>
                <a:gd name="T10" fmla="*/ 0 w 386"/>
                <a:gd name="T11" fmla="*/ 247 h 452"/>
                <a:gd name="T12" fmla="*/ 0 w 386"/>
                <a:gd name="T13" fmla="*/ 247 h 452"/>
                <a:gd name="T14" fmla="*/ 0 w 386"/>
                <a:gd name="T15" fmla="*/ 248 h 452"/>
                <a:gd name="T16" fmla="*/ 0 w 386"/>
                <a:gd name="T17" fmla="*/ 248 h 452"/>
                <a:gd name="T18" fmla="*/ 0 w 386"/>
                <a:gd name="T19" fmla="*/ 249 h 452"/>
                <a:gd name="T20" fmla="*/ 0 w 386"/>
                <a:gd name="T21" fmla="*/ 249 h 452"/>
                <a:gd name="T22" fmla="*/ 0 w 386"/>
                <a:gd name="T23" fmla="*/ 250 h 452"/>
                <a:gd name="T24" fmla="*/ 0 w 386"/>
                <a:gd name="T25" fmla="*/ 250 h 452"/>
                <a:gd name="T26" fmla="*/ 1 w 386"/>
                <a:gd name="T27" fmla="*/ 251 h 452"/>
                <a:gd name="T28" fmla="*/ 1 w 386"/>
                <a:gd name="T29" fmla="*/ 251 h 452"/>
                <a:gd name="T30" fmla="*/ 1 w 386"/>
                <a:gd name="T31" fmla="*/ 252 h 452"/>
                <a:gd name="T32" fmla="*/ 1 w 386"/>
                <a:gd name="T33" fmla="*/ 252 h 452"/>
                <a:gd name="T34" fmla="*/ 1 w 386"/>
                <a:gd name="T35" fmla="*/ 254 h 452"/>
                <a:gd name="T36" fmla="*/ 1 w 386"/>
                <a:gd name="T37" fmla="*/ 254 h 452"/>
                <a:gd name="T38" fmla="*/ 1 w 386"/>
                <a:gd name="T39" fmla="*/ 255 h 452"/>
                <a:gd name="T40" fmla="*/ 1 w 386"/>
                <a:gd name="T41" fmla="*/ 255 h 452"/>
                <a:gd name="T42" fmla="*/ 1 w 386"/>
                <a:gd name="T43" fmla="*/ 256 h 452"/>
                <a:gd name="T44" fmla="*/ 1 w 386"/>
                <a:gd name="T45" fmla="*/ 256 h 452"/>
                <a:gd name="T46" fmla="*/ 1 w 386"/>
                <a:gd name="T47" fmla="*/ 258 h 452"/>
                <a:gd name="T48" fmla="*/ 1 w 386"/>
                <a:gd name="T49" fmla="*/ 258 h 452"/>
                <a:gd name="T50" fmla="*/ 1 w 386"/>
                <a:gd name="T51" fmla="*/ 259 h 452"/>
                <a:gd name="T52" fmla="*/ 1 w 386"/>
                <a:gd name="T53" fmla="*/ 259 h 452"/>
                <a:gd name="T54" fmla="*/ 113 w 386"/>
                <a:gd name="T55" fmla="*/ 452 h 452"/>
                <a:gd name="T56" fmla="*/ 7 w 386"/>
                <a:gd name="T57" fmla="*/ 250 h 452"/>
                <a:gd name="T58" fmla="*/ 253 w 386"/>
                <a:gd name="T59" fmla="*/ 4 h 452"/>
                <a:gd name="T60" fmla="*/ 386 w 386"/>
                <a:gd name="T61" fmla="*/ 44 h 452"/>
                <a:gd name="T62" fmla="*/ 253 w 386"/>
                <a:gd name="T63" fmla="*/ 0 h 452"/>
                <a:gd name="T64" fmla="*/ 253 w 386"/>
                <a:gd name="T65" fmla="*/ 0 h 452"/>
                <a:gd name="T66" fmla="*/ 252 w 386"/>
                <a:gd name="T67" fmla="*/ 0 h 452"/>
                <a:gd name="T68" fmla="*/ 252 w 386"/>
                <a:gd name="T69" fmla="*/ 0 h 452"/>
                <a:gd name="T70" fmla="*/ 251 w 386"/>
                <a:gd name="T71" fmla="*/ 0 h 452"/>
                <a:gd name="T72" fmla="*/ 250 w 386"/>
                <a:gd name="T73" fmla="*/ 0 h 452"/>
                <a:gd name="T74" fmla="*/ 250 w 386"/>
                <a:gd name="T75" fmla="*/ 0 h 452"/>
                <a:gd name="T76" fmla="*/ 250 w 386"/>
                <a:gd name="T77" fmla="*/ 0 h 452"/>
                <a:gd name="T78" fmla="*/ 249 w 386"/>
                <a:gd name="T79" fmla="*/ 0 h 452"/>
                <a:gd name="T80" fmla="*/ 249 w 386"/>
                <a:gd name="T81" fmla="*/ 0 h 452"/>
                <a:gd name="T82" fmla="*/ 249 w 386"/>
                <a:gd name="T83" fmla="*/ 0 h 452"/>
                <a:gd name="T84" fmla="*/ 248 w 386"/>
                <a:gd name="T85" fmla="*/ 0 h 452"/>
                <a:gd name="T86" fmla="*/ 248 w 386"/>
                <a:gd name="T87" fmla="*/ 0 h 452"/>
                <a:gd name="T88" fmla="*/ 247 w 386"/>
                <a:gd name="T89" fmla="*/ 0 h 452"/>
                <a:gd name="T90" fmla="*/ 247 w 386"/>
                <a:gd name="T91" fmla="*/ 0 h 452"/>
                <a:gd name="T92" fmla="*/ 246 w 386"/>
                <a:gd name="T9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6" h="452">
                  <a:moveTo>
                    <a:pt x="246" y="0"/>
                  </a:moveTo>
                  <a:cubicBezTo>
                    <a:pt x="179" y="0"/>
                    <a:pt x="117" y="28"/>
                    <a:pt x="73" y="72"/>
                  </a:cubicBezTo>
                  <a:cubicBezTo>
                    <a:pt x="63" y="82"/>
                    <a:pt x="54" y="92"/>
                    <a:pt x="46" y="103"/>
                  </a:cubicBezTo>
                  <a:cubicBezTo>
                    <a:pt x="24" y="135"/>
                    <a:pt x="8" y="172"/>
                    <a:pt x="3" y="213"/>
                  </a:cubicBezTo>
                  <a:cubicBezTo>
                    <a:pt x="1" y="224"/>
                    <a:pt x="0" y="235"/>
                    <a:pt x="0" y="246"/>
                  </a:cubicBezTo>
                  <a:cubicBezTo>
                    <a:pt x="0" y="246"/>
                    <a:pt x="0" y="247"/>
                    <a:pt x="0" y="247"/>
                  </a:cubicBezTo>
                  <a:cubicBezTo>
                    <a:pt x="0" y="247"/>
                    <a:pt x="0" y="247"/>
                    <a:pt x="0" y="247"/>
                  </a:cubicBezTo>
                  <a:cubicBezTo>
                    <a:pt x="0" y="248"/>
                    <a:pt x="0" y="248"/>
                    <a:pt x="0" y="248"/>
                  </a:cubicBezTo>
                  <a:cubicBezTo>
                    <a:pt x="0" y="248"/>
                    <a:pt x="0" y="248"/>
                    <a:pt x="0" y="248"/>
                  </a:cubicBezTo>
                  <a:cubicBezTo>
                    <a:pt x="0" y="249"/>
                    <a:pt x="0" y="249"/>
                    <a:pt x="0" y="249"/>
                  </a:cubicBezTo>
                  <a:cubicBezTo>
                    <a:pt x="0" y="249"/>
                    <a:pt x="0" y="249"/>
                    <a:pt x="0" y="249"/>
                  </a:cubicBezTo>
                  <a:cubicBezTo>
                    <a:pt x="0" y="250"/>
                    <a:pt x="0" y="250"/>
                    <a:pt x="0" y="250"/>
                  </a:cubicBezTo>
                  <a:cubicBezTo>
                    <a:pt x="0" y="250"/>
                    <a:pt x="0" y="250"/>
                    <a:pt x="0" y="250"/>
                  </a:cubicBezTo>
                  <a:cubicBezTo>
                    <a:pt x="0" y="251"/>
                    <a:pt x="0" y="251"/>
                    <a:pt x="1" y="251"/>
                  </a:cubicBezTo>
                  <a:cubicBezTo>
                    <a:pt x="1" y="251"/>
                    <a:pt x="1" y="251"/>
                    <a:pt x="1" y="251"/>
                  </a:cubicBezTo>
                  <a:cubicBezTo>
                    <a:pt x="1" y="252"/>
                    <a:pt x="1" y="252"/>
                    <a:pt x="1" y="252"/>
                  </a:cubicBezTo>
                  <a:cubicBezTo>
                    <a:pt x="1" y="252"/>
                    <a:pt x="1" y="252"/>
                    <a:pt x="1" y="252"/>
                  </a:cubicBezTo>
                  <a:cubicBezTo>
                    <a:pt x="1" y="253"/>
                    <a:pt x="1" y="254"/>
                    <a:pt x="1" y="254"/>
                  </a:cubicBezTo>
                  <a:cubicBezTo>
                    <a:pt x="1" y="254"/>
                    <a:pt x="1" y="254"/>
                    <a:pt x="1" y="254"/>
                  </a:cubicBezTo>
                  <a:cubicBezTo>
                    <a:pt x="1" y="255"/>
                    <a:pt x="1" y="255"/>
                    <a:pt x="1" y="255"/>
                  </a:cubicBezTo>
                  <a:cubicBezTo>
                    <a:pt x="1" y="255"/>
                    <a:pt x="1" y="255"/>
                    <a:pt x="1" y="255"/>
                  </a:cubicBezTo>
                  <a:cubicBezTo>
                    <a:pt x="1" y="256"/>
                    <a:pt x="1" y="256"/>
                    <a:pt x="1" y="256"/>
                  </a:cubicBezTo>
                  <a:cubicBezTo>
                    <a:pt x="1" y="256"/>
                    <a:pt x="1" y="256"/>
                    <a:pt x="1" y="256"/>
                  </a:cubicBezTo>
                  <a:cubicBezTo>
                    <a:pt x="1" y="257"/>
                    <a:pt x="1" y="258"/>
                    <a:pt x="1" y="258"/>
                  </a:cubicBezTo>
                  <a:cubicBezTo>
                    <a:pt x="1" y="258"/>
                    <a:pt x="1" y="258"/>
                    <a:pt x="1" y="258"/>
                  </a:cubicBezTo>
                  <a:cubicBezTo>
                    <a:pt x="1" y="259"/>
                    <a:pt x="1" y="259"/>
                    <a:pt x="1" y="259"/>
                  </a:cubicBezTo>
                  <a:cubicBezTo>
                    <a:pt x="1" y="259"/>
                    <a:pt x="1" y="259"/>
                    <a:pt x="1" y="259"/>
                  </a:cubicBezTo>
                  <a:cubicBezTo>
                    <a:pt x="5" y="340"/>
                    <a:pt x="49" y="411"/>
                    <a:pt x="113" y="452"/>
                  </a:cubicBezTo>
                  <a:cubicBezTo>
                    <a:pt x="49" y="408"/>
                    <a:pt x="7" y="334"/>
                    <a:pt x="7" y="250"/>
                  </a:cubicBezTo>
                  <a:cubicBezTo>
                    <a:pt x="7" y="115"/>
                    <a:pt x="117" y="4"/>
                    <a:pt x="253" y="4"/>
                  </a:cubicBezTo>
                  <a:cubicBezTo>
                    <a:pt x="302" y="4"/>
                    <a:pt x="347" y="19"/>
                    <a:pt x="386" y="44"/>
                  </a:cubicBezTo>
                  <a:cubicBezTo>
                    <a:pt x="348" y="18"/>
                    <a:pt x="302" y="2"/>
                    <a:pt x="253" y="0"/>
                  </a:cubicBezTo>
                  <a:cubicBezTo>
                    <a:pt x="253" y="0"/>
                    <a:pt x="253" y="0"/>
                    <a:pt x="253" y="0"/>
                  </a:cubicBezTo>
                  <a:cubicBezTo>
                    <a:pt x="253" y="0"/>
                    <a:pt x="253" y="0"/>
                    <a:pt x="252" y="0"/>
                  </a:cubicBezTo>
                  <a:cubicBezTo>
                    <a:pt x="252" y="0"/>
                    <a:pt x="252" y="0"/>
                    <a:pt x="252" y="0"/>
                  </a:cubicBezTo>
                  <a:cubicBezTo>
                    <a:pt x="252" y="0"/>
                    <a:pt x="251" y="0"/>
                    <a:pt x="251" y="0"/>
                  </a:cubicBezTo>
                  <a:cubicBezTo>
                    <a:pt x="251" y="0"/>
                    <a:pt x="251" y="0"/>
                    <a:pt x="250" y="0"/>
                  </a:cubicBezTo>
                  <a:cubicBezTo>
                    <a:pt x="250" y="0"/>
                    <a:pt x="250" y="0"/>
                    <a:pt x="250" y="0"/>
                  </a:cubicBezTo>
                  <a:cubicBezTo>
                    <a:pt x="250" y="0"/>
                    <a:pt x="250" y="0"/>
                    <a:pt x="250" y="0"/>
                  </a:cubicBezTo>
                  <a:cubicBezTo>
                    <a:pt x="250" y="0"/>
                    <a:pt x="250" y="0"/>
                    <a:pt x="249" y="0"/>
                  </a:cubicBezTo>
                  <a:cubicBezTo>
                    <a:pt x="249" y="0"/>
                    <a:pt x="249" y="0"/>
                    <a:pt x="249" y="0"/>
                  </a:cubicBezTo>
                  <a:cubicBezTo>
                    <a:pt x="249" y="0"/>
                    <a:pt x="249" y="0"/>
                    <a:pt x="249" y="0"/>
                  </a:cubicBezTo>
                  <a:cubicBezTo>
                    <a:pt x="248" y="0"/>
                    <a:pt x="248" y="0"/>
                    <a:pt x="248" y="0"/>
                  </a:cubicBezTo>
                  <a:cubicBezTo>
                    <a:pt x="248" y="0"/>
                    <a:pt x="248" y="0"/>
                    <a:pt x="248" y="0"/>
                  </a:cubicBezTo>
                  <a:cubicBezTo>
                    <a:pt x="248" y="0"/>
                    <a:pt x="247" y="0"/>
                    <a:pt x="247" y="0"/>
                  </a:cubicBezTo>
                  <a:cubicBezTo>
                    <a:pt x="247" y="0"/>
                    <a:pt x="247" y="0"/>
                    <a:pt x="247" y="0"/>
                  </a:cubicBezTo>
                  <a:cubicBezTo>
                    <a:pt x="247" y="0"/>
                    <a:pt x="247" y="0"/>
                    <a:pt x="246" y="0"/>
                  </a:cubicBezTo>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3" name="Freeform 131">
              <a:extLst>
                <a:ext uri="{FF2B5EF4-FFF2-40B4-BE49-F238E27FC236}">
                  <a16:creationId xmlns:a16="http://schemas.microsoft.com/office/drawing/2014/main" id="{BF589488-3463-4C4F-A244-3B18EA551AB1}"/>
                </a:ext>
              </a:extLst>
            </p:cNvPr>
            <p:cNvSpPr>
              <a:spLocks/>
            </p:cNvSpPr>
            <p:nvPr/>
          </p:nvSpPr>
          <p:spPr bwMode="auto">
            <a:xfrm>
              <a:off x="6145213" y="2011363"/>
              <a:ext cx="615950" cy="854075"/>
            </a:xfrm>
            <a:custGeom>
              <a:avLst/>
              <a:gdLst>
                <a:gd name="T0" fmla="*/ 162 w 162"/>
                <a:gd name="T1" fmla="*/ 0 h 224"/>
                <a:gd name="T2" fmla="*/ 9 w 162"/>
                <a:gd name="T3" fmla="*/ 138 h 224"/>
                <a:gd name="T4" fmla="*/ 0 w 162"/>
                <a:gd name="T5" fmla="*/ 224 h 224"/>
                <a:gd name="T6" fmla="*/ 83 w 162"/>
                <a:gd name="T7" fmla="*/ 149 h 224"/>
                <a:gd name="T8" fmla="*/ 162 w 162"/>
                <a:gd name="T9" fmla="*/ 0 h 224"/>
              </a:gdLst>
              <a:ahLst/>
              <a:cxnLst>
                <a:cxn ang="0">
                  <a:pos x="T0" y="T1"/>
                </a:cxn>
                <a:cxn ang="0">
                  <a:pos x="T2" y="T3"/>
                </a:cxn>
                <a:cxn ang="0">
                  <a:pos x="T4" y="T5"/>
                </a:cxn>
                <a:cxn ang="0">
                  <a:pos x="T6" y="T7"/>
                </a:cxn>
                <a:cxn ang="0">
                  <a:pos x="T8" y="T9"/>
                </a:cxn>
              </a:cxnLst>
              <a:rect l="0" t="0" r="r" b="b"/>
              <a:pathLst>
                <a:path w="162" h="224">
                  <a:moveTo>
                    <a:pt x="162" y="0"/>
                  </a:moveTo>
                  <a:cubicBezTo>
                    <a:pt x="9" y="138"/>
                    <a:pt x="9" y="138"/>
                    <a:pt x="9" y="138"/>
                  </a:cubicBezTo>
                  <a:cubicBezTo>
                    <a:pt x="0" y="224"/>
                    <a:pt x="0" y="224"/>
                    <a:pt x="0" y="224"/>
                  </a:cubicBezTo>
                  <a:cubicBezTo>
                    <a:pt x="28" y="199"/>
                    <a:pt x="56" y="173"/>
                    <a:pt x="83" y="149"/>
                  </a:cubicBezTo>
                  <a:cubicBezTo>
                    <a:pt x="91" y="90"/>
                    <a:pt x="120" y="38"/>
                    <a:pt x="162" y="0"/>
                  </a:cubicBezTo>
                  <a:close/>
                </a:path>
              </a:pathLst>
            </a:custGeom>
            <a:gradFill>
              <a:gsLst>
                <a:gs pos="67000">
                  <a:srgbClr val="000000"/>
                </a:gs>
                <a:gs pos="42000">
                  <a:schemeClr val="accent2">
                    <a:alpha val="0"/>
                  </a:schemeClr>
                </a:gs>
              </a:gsLst>
              <a:lin ang="12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94" name="Freeform 132">
              <a:extLst>
                <a:ext uri="{FF2B5EF4-FFF2-40B4-BE49-F238E27FC236}">
                  <a16:creationId xmlns:a16="http://schemas.microsoft.com/office/drawing/2014/main" id="{53E26B55-1B4F-45E4-9DF3-E6DB71FC0162}"/>
                </a:ext>
              </a:extLst>
            </p:cNvPr>
            <p:cNvSpPr>
              <a:spLocks/>
            </p:cNvSpPr>
            <p:nvPr/>
          </p:nvSpPr>
          <p:spPr bwMode="auto">
            <a:xfrm>
              <a:off x="5405438" y="2403475"/>
              <a:ext cx="454025" cy="831850"/>
            </a:xfrm>
            <a:custGeom>
              <a:avLst/>
              <a:gdLst>
                <a:gd name="T0" fmla="*/ 119 w 119"/>
                <a:gd name="T1" fmla="*/ 79 h 218"/>
                <a:gd name="T2" fmla="*/ 117 w 119"/>
                <a:gd name="T3" fmla="*/ 112 h 218"/>
                <a:gd name="T4" fmla="*/ 0 w 119"/>
                <a:gd name="T5" fmla="*/ 218 h 218"/>
                <a:gd name="T6" fmla="*/ 61 w 119"/>
                <a:gd name="T7" fmla="*/ 79 h 218"/>
                <a:gd name="T8" fmla="*/ 57 w 119"/>
                <a:gd name="T9" fmla="*/ 40 h 218"/>
                <a:gd name="T10" fmla="*/ 106 w 119"/>
                <a:gd name="T11" fmla="*/ 0 h 218"/>
                <a:gd name="T12" fmla="*/ 119 w 119"/>
                <a:gd name="T13" fmla="*/ 79 h 218"/>
              </a:gdLst>
              <a:ahLst/>
              <a:cxnLst>
                <a:cxn ang="0">
                  <a:pos x="T0" y="T1"/>
                </a:cxn>
                <a:cxn ang="0">
                  <a:pos x="T2" y="T3"/>
                </a:cxn>
                <a:cxn ang="0">
                  <a:pos x="T4" y="T5"/>
                </a:cxn>
                <a:cxn ang="0">
                  <a:pos x="T6" y="T7"/>
                </a:cxn>
                <a:cxn ang="0">
                  <a:pos x="T8" y="T9"/>
                </a:cxn>
                <a:cxn ang="0">
                  <a:pos x="T10" y="T11"/>
                </a:cxn>
                <a:cxn ang="0">
                  <a:pos x="T12" y="T13"/>
                </a:cxn>
              </a:cxnLst>
              <a:rect l="0" t="0" r="r" b="b"/>
              <a:pathLst>
                <a:path w="119" h="218">
                  <a:moveTo>
                    <a:pt x="119" y="79"/>
                  </a:moveTo>
                  <a:cubicBezTo>
                    <a:pt x="119" y="90"/>
                    <a:pt x="118" y="102"/>
                    <a:pt x="117" y="112"/>
                  </a:cubicBezTo>
                  <a:cubicBezTo>
                    <a:pt x="0" y="218"/>
                    <a:pt x="0" y="218"/>
                    <a:pt x="0" y="218"/>
                  </a:cubicBezTo>
                  <a:cubicBezTo>
                    <a:pt x="38" y="184"/>
                    <a:pt x="61" y="134"/>
                    <a:pt x="61" y="79"/>
                  </a:cubicBezTo>
                  <a:cubicBezTo>
                    <a:pt x="61" y="66"/>
                    <a:pt x="60" y="52"/>
                    <a:pt x="57" y="40"/>
                  </a:cubicBezTo>
                  <a:cubicBezTo>
                    <a:pt x="106" y="0"/>
                    <a:pt x="106" y="0"/>
                    <a:pt x="106" y="0"/>
                  </a:cubicBezTo>
                  <a:cubicBezTo>
                    <a:pt x="115" y="25"/>
                    <a:pt x="119" y="51"/>
                    <a:pt x="119" y="79"/>
                  </a:cubicBezTo>
                  <a:close/>
                </a:path>
              </a:pathLst>
            </a:custGeom>
            <a:gradFill>
              <a:gsLst>
                <a:gs pos="84000">
                  <a:srgbClr val="000000"/>
                </a:gs>
                <a:gs pos="45000">
                  <a:schemeClr val="accent2">
                    <a:alpha val="0"/>
                  </a:schemeClr>
                </a:gs>
              </a:gsLst>
              <a:lin ang="30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96" name="Ring_03">
            <a:extLst>
              <a:ext uri="{FF2B5EF4-FFF2-40B4-BE49-F238E27FC236}">
                <a16:creationId xmlns:a16="http://schemas.microsoft.com/office/drawing/2014/main" id="{7CC92E82-B2B8-49B3-9378-6CCA22EC70DF}"/>
              </a:ext>
            </a:extLst>
          </p:cNvPr>
          <p:cNvGrpSpPr/>
          <p:nvPr/>
        </p:nvGrpSpPr>
        <p:grpSpPr>
          <a:xfrm>
            <a:off x="6450013" y="1947024"/>
            <a:ext cx="2774950" cy="1873250"/>
            <a:chOff x="6450013" y="1768475"/>
            <a:chExt cx="2774950" cy="1873250"/>
          </a:xfrm>
          <a:effectLst>
            <a:outerShdw blurRad="152400" dist="50800" dir="2700000" algn="tl" rotWithShape="0">
              <a:prstClr val="black">
                <a:alpha val="29000"/>
              </a:prstClr>
            </a:outerShdw>
          </a:effectLst>
        </p:grpSpPr>
        <p:sp>
          <p:nvSpPr>
            <p:cNvPr id="122" name="Freeform 104">
              <a:extLst>
                <a:ext uri="{FF2B5EF4-FFF2-40B4-BE49-F238E27FC236}">
                  <a16:creationId xmlns:a16="http://schemas.microsoft.com/office/drawing/2014/main" id="{A05D29AF-5DF2-4E19-AE54-056A39C375DA}"/>
                </a:ext>
              </a:extLst>
            </p:cNvPr>
            <p:cNvSpPr>
              <a:spLocks/>
            </p:cNvSpPr>
            <p:nvPr/>
          </p:nvSpPr>
          <p:spPr bwMode="auto">
            <a:xfrm>
              <a:off x="6624638" y="2011363"/>
              <a:ext cx="136525" cy="149225"/>
            </a:xfrm>
            <a:custGeom>
              <a:avLst/>
              <a:gdLst>
                <a:gd name="T0" fmla="*/ 36 w 36"/>
                <a:gd name="T1" fmla="*/ 0 h 39"/>
                <a:gd name="T2" fmla="*/ 0 w 36"/>
                <a:gd name="T3" fmla="*/ 39 h 39"/>
                <a:gd name="T4" fmla="*/ 27 w 36"/>
                <a:gd name="T5" fmla="*/ 8 h 39"/>
                <a:gd name="T6" fmla="*/ 36 w 36"/>
                <a:gd name="T7" fmla="*/ 0 h 39"/>
                <a:gd name="T8" fmla="*/ 36 w 36"/>
                <a:gd name="T9" fmla="*/ 0 h 39"/>
              </a:gdLst>
              <a:ahLst/>
              <a:cxnLst>
                <a:cxn ang="0">
                  <a:pos x="T0" y="T1"/>
                </a:cxn>
                <a:cxn ang="0">
                  <a:pos x="T2" y="T3"/>
                </a:cxn>
                <a:cxn ang="0">
                  <a:pos x="T4" y="T5"/>
                </a:cxn>
                <a:cxn ang="0">
                  <a:pos x="T6" y="T7"/>
                </a:cxn>
                <a:cxn ang="0">
                  <a:pos x="T8" y="T9"/>
                </a:cxn>
              </a:cxnLst>
              <a:rect l="0" t="0" r="r" b="b"/>
              <a:pathLst>
                <a:path w="36" h="39">
                  <a:moveTo>
                    <a:pt x="36" y="0"/>
                  </a:moveTo>
                  <a:cubicBezTo>
                    <a:pt x="23" y="12"/>
                    <a:pt x="11" y="25"/>
                    <a:pt x="0" y="39"/>
                  </a:cubicBezTo>
                  <a:cubicBezTo>
                    <a:pt x="8" y="28"/>
                    <a:pt x="17" y="18"/>
                    <a:pt x="27" y="8"/>
                  </a:cubicBezTo>
                  <a:cubicBezTo>
                    <a:pt x="30" y="5"/>
                    <a:pt x="33" y="2"/>
                    <a:pt x="36" y="0"/>
                  </a:cubicBezTo>
                  <a:cubicBezTo>
                    <a:pt x="36" y="0"/>
                    <a:pt x="36" y="0"/>
                    <a:pt x="36" y="0"/>
                  </a:cubicBezTo>
                </a:path>
              </a:pathLst>
            </a:custGeom>
            <a:solidFill>
              <a:srgbClr val="FFF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65" name="Freeform 119">
              <a:extLst>
                <a:ext uri="{FF2B5EF4-FFF2-40B4-BE49-F238E27FC236}">
                  <a16:creationId xmlns:a16="http://schemas.microsoft.com/office/drawing/2014/main" id="{20AF51B4-3B01-41B9-AA05-A8AAA9461075}"/>
                </a:ext>
              </a:extLst>
            </p:cNvPr>
            <p:cNvSpPr>
              <a:spLocks noEditPoints="1"/>
            </p:cNvSpPr>
            <p:nvPr/>
          </p:nvSpPr>
          <p:spPr bwMode="auto">
            <a:xfrm>
              <a:off x="6450013" y="1768475"/>
              <a:ext cx="2774950" cy="1873250"/>
            </a:xfrm>
            <a:custGeom>
              <a:avLst/>
              <a:gdLst>
                <a:gd name="T0" fmla="*/ 729 w 729"/>
                <a:gd name="T1" fmla="*/ 64 h 492"/>
                <a:gd name="T2" fmla="*/ 729 w 729"/>
                <a:gd name="T3" fmla="*/ 64 h 492"/>
                <a:gd name="T4" fmla="*/ 490 w 729"/>
                <a:gd name="T5" fmla="*/ 279 h 492"/>
                <a:gd name="T6" fmla="*/ 492 w 729"/>
                <a:gd name="T7" fmla="*/ 246 h 492"/>
                <a:gd name="T8" fmla="*/ 246 w 729"/>
                <a:gd name="T9" fmla="*/ 0 h 492"/>
                <a:gd name="T10" fmla="*/ 0 w 729"/>
                <a:gd name="T11" fmla="*/ 246 h 492"/>
                <a:gd name="T12" fmla="*/ 246 w 729"/>
                <a:gd name="T13" fmla="*/ 492 h 492"/>
                <a:gd name="T14" fmla="*/ 411 w 729"/>
                <a:gd name="T15" fmla="*/ 428 h 492"/>
                <a:gd name="T16" fmla="*/ 650 w 729"/>
                <a:gd name="T17" fmla="*/ 213 h 492"/>
                <a:gd name="T18" fmla="*/ 729 w 729"/>
                <a:gd name="T19" fmla="*/ 64 h 492"/>
                <a:gd name="T20" fmla="*/ 246 w 729"/>
                <a:gd name="T21" fmla="*/ 434 h 492"/>
                <a:gd name="T22" fmla="*/ 58 w 729"/>
                <a:gd name="T23" fmla="*/ 246 h 492"/>
                <a:gd name="T24" fmla="*/ 246 w 729"/>
                <a:gd name="T25" fmla="*/ 58 h 492"/>
                <a:gd name="T26" fmla="*/ 434 w 729"/>
                <a:gd name="T27" fmla="*/ 246 h 492"/>
                <a:gd name="T28" fmla="*/ 246 w 729"/>
                <a:gd name="T29"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9" h="492">
                  <a:moveTo>
                    <a:pt x="729" y="64"/>
                  </a:moveTo>
                  <a:cubicBezTo>
                    <a:pt x="729" y="64"/>
                    <a:pt x="729" y="64"/>
                    <a:pt x="729" y="64"/>
                  </a:cubicBezTo>
                  <a:cubicBezTo>
                    <a:pt x="490" y="279"/>
                    <a:pt x="490" y="279"/>
                    <a:pt x="490" y="279"/>
                  </a:cubicBezTo>
                  <a:cubicBezTo>
                    <a:pt x="491" y="269"/>
                    <a:pt x="492" y="257"/>
                    <a:pt x="492" y="246"/>
                  </a:cubicBezTo>
                  <a:cubicBezTo>
                    <a:pt x="492" y="111"/>
                    <a:pt x="382" y="0"/>
                    <a:pt x="246" y="0"/>
                  </a:cubicBezTo>
                  <a:cubicBezTo>
                    <a:pt x="111" y="0"/>
                    <a:pt x="0" y="111"/>
                    <a:pt x="0" y="246"/>
                  </a:cubicBezTo>
                  <a:cubicBezTo>
                    <a:pt x="0" y="382"/>
                    <a:pt x="111" y="492"/>
                    <a:pt x="246" y="492"/>
                  </a:cubicBezTo>
                  <a:cubicBezTo>
                    <a:pt x="310" y="492"/>
                    <a:pt x="367" y="468"/>
                    <a:pt x="411" y="428"/>
                  </a:cubicBezTo>
                  <a:cubicBezTo>
                    <a:pt x="411" y="429"/>
                    <a:pt x="546" y="307"/>
                    <a:pt x="650" y="213"/>
                  </a:cubicBezTo>
                  <a:cubicBezTo>
                    <a:pt x="658" y="154"/>
                    <a:pt x="687" y="102"/>
                    <a:pt x="729" y="64"/>
                  </a:cubicBezTo>
                  <a:moveTo>
                    <a:pt x="246" y="434"/>
                  </a:moveTo>
                  <a:cubicBezTo>
                    <a:pt x="143" y="434"/>
                    <a:pt x="58" y="350"/>
                    <a:pt x="58" y="246"/>
                  </a:cubicBezTo>
                  <a:cubicBezTo>
                    <a:pt x="58" y="142"/>
                    <a:pt x="143" y="58"/>
                    <a:pt x="246" y="58"/>
                  </a:cubicBezTo>
                  <a:cubicBezTo>
                    <a:pt x="350" y="58"/>
                    <a:pt x="434" y="142"/>
                    <a:pt x="434" y="246"/>
                  </a:cubicBezTo>
                  <a:cubicBezTo>
                    <a:pt x="434" y="350"/>
                    <a:pt x="350" y="434"/>
                    <a:pt x="246" y="434"/>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070" name="Freeform 124">
              <a:extLst>
                <a:ext uri="{FF2B5EF4-FFF2-40B4-BE49-F238E27FC236}">
                  <a16:creationId xmlns:a16="http://schemas.microsoft.com/office/drawing/2014/main" id="{A4AB4DD8-38C5-4891-AC6B-B4A3D6D74DC7}"/>
                </a:ext>
              </a:extLst>
            </p:cNvPr>
            <p:cNvSpPr>
              <a:spLocks noEditPoints="1"/>
            </p:cNvSpPr>
            <p:nvPr/>
          </p:nvSpPr>
          <p:spPr bwMode="auto">
            <a:xfrm>
              <a:off x="8924925" y="2011363"/>
              <a:ext cx="300038" cy="568325"/>
            </a:xfrm>
            <a:custGeom>
              <a:avLst/>
              <a:gdLst>
                <a:gd name="T0" fmla="*/ 40 w 79"/>
                <a:gd name="T1" fmla="*/ 44 h 149"/>
                <a:gd name="T2" fmla="*/ 40 w 79"/>
                <a:gd name="T3" fmla="*/ 44 h 149"/>
                <a:gd name="T4" fmla="*/ 0 w 79"/>
                <a:gd name="T5" fmla="*/ 149 h 149"/>
                <a:gd name="T6" fmla="*/ 0 w 79"/>
                <a:gd name="T7" fmla="*/ 149 h 149"/>
                <a:gd name="T8" fmla="*/ 0 w 79"/>
                <a:gd name="T9" fmla="*/ 149 h 149"/>
                <a:gd name="T10" fmla="*/ 40 w 79"/>
                <a:gd name="T11" fmla="*/ 44 h 149"/>
                <a:gd name="T12" fmla="*/ 79 w 79"/>
                <a:gd name="T13" fmla="*/ 0 h 149"/>
                <a:gd name="T14" fmla="*/ 79 w 79"/>
                <a:gd name="T15" fmla="*/ 0 h 149"/>
                <a:gd name="T16" fmla="*/ 79 w 79"/>
                <a:gd name="T17" fmla="*/ 0 h 149"/>
                <a:gd name="T18" fmla="*/ 79 w 79"/>
                <a:gd name="T19" fmla="*/ 0 h 149"/>
                <a:gd name="T20" fmla="*/ 79 w 79"/>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49">
                  <a:moveTo>
                    <a:pt x="40" y="44"/>
                  </a:moveTo>
                  <a:cubicBezTo>
                    <a:pt x="40" y="44"/>
                    <a:pt x="40" y="44"/>
                    <a:pt x="40" y="44"/>
                  </a:cubicBezTo>
                  <a:cubicBezTo>
                    <a:pt x="19" y="75"/>
                    <a:pt x="5" y="111"/>
                    <a:pt x="0" y="149"/>
                  </a:cubicBezTo>
                  <a:cubicBezTo>
                    <a:pt x="0" y="149"/>
                    <a:pt x="0" y="149"/>
                    <a:pt x="0" y="149"/>
                  </a:cubicBezTo>
                  <a:cubicBezTo>
                    <a:pt x="0" y="149"/>
                    <a:pt x="0" y="149"/>
                    <a:pt x="0" y="149"/>
                  </a:cubicBezTo>
                  <a:cubicBezTo>
                    <a:pt x="5" y="110"/>
                    <a:pt x="19" y="75"/>
                    <a:pt x="40" y="44"/>
                  </a:cubicBezTo>
                  <a:moveTo>
                    <a:pt x="79" y="0"/>
                  </a:moveTo>
                  <a:cubicBezTo>
                    <a:pt x="79" y="0"/>
                    <a:pt x="79" y="0"/>
                    <a:pt x="79" y="0"/>
                  </a:cubicBezTo>
                  <a:cubicBezTo>
                    <a:pt x="79" y="0"/>
                    <a:pt x="79" y="0"/>
                    <a:pt x="79" y="0"/>
                  </a:cubicBezTo>
                  <a:cubicBezTo>
                    <a:pt x="79" y="0"/>
                    <a:pt x="79" y="0"/>
                    <a:pt x="79" y="0"/>
                  </a:cubicBezTo>
                  <a:cubicBezTo>
                    <a:pt x="79" y="0"/>
                    <a:pt x="79" y="0"/>
                    <a:pt x="79" y="0"/>
                  </a:cubicBezTo>
                </a:path>
              </a:pathLst>
            </a:custGeom>
            <a:solidFill>
              <a:srgbClr val="03E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71" name="Freeform 125">
              <a:extLst>
                <a:ext uri="{FF2B5EF4-FFF2-40B4-BE49-F238E27FC236}">
                  <a16:creationId xmlns:a16="http://schemas.microsoft.com/office/drawing/2014/main" id="{7994BF5F-B82D-4144-B03E-FD8D53390E1C}"/>
                </a:ext>
              </a:extLst>
            </p:cNvPr>
            <p:cNvSpPr>
              <a:spLocks noEditPoints="1"/>
            </p:cNvSpPr>
            <p:nvPr/>
          </p:nvSpPr>
          <p:spPr bwMode="auto">
            <a:xfrm>
              <a:off x="7002463" y="2011363"/>
              <a:ext cx="2222500" cy="1409700"/>
            </a:xfrm>
            <a:custGeom>
              <a:avLst/>
              <a:gdLst>
                <a:gd name="T0" fmla="*/ 100 w 584"/>
                <a:gd name="T1" fmla="*/ 370 h 370"/>
                <a:gd name="T2" fmla="*/ 100 w 584"/>
                <a:gd name="T3" fmla="*/ 370 h 370"/>
                <a:gd name="T4" fmla="*/ 100 w 584"/>
                <a:gd name="T5" fmla="*/ 370 h 370"/>
                <a:gd name="T6" fmla="*/ 99 w 584"/>
                <a:gd name="T7" fmla="*/ 370 h 370"/>
                <a:gd name="T8" fmla="*/ 100 w 584"/>
                <a:gd name="T9" fmla="*/ 370 h 370"/>
                <a:gd name="T10" fmla="*/ 99 w 584"/>
                <a:gd name="T11" fmla="*/ 370 h 370"/>
                <a:gd name="T12" fmla="*/ 98 w 584"/>
                <a:gd name="T13" fmla="*/ 370 h 370"/>
                <a:gd name="T14" fmla="*/ 99 w 584"/>
                <a:gd name="T15" fmla="*/ 370 h 370"/>
                <a:gd name="T16" fmla="*/ 98 w 584"/>
                <a:gd name="T17" fmla="*/ 370 h 370"/>
                <a:gd name="T18" fmla="*/ 0 w 584"/>
                <a:gd name="T19" fmla="*/ 341 h 370"/>
                <a:gd name="T20" fmla="*/ 1 w 584"/>
                <a:gd name="T21" fmla="*/ 341 h 370"/>
                <a:gd name="T22" fmla="*/ 98 w 584"/>
                <a:gd name="T23" fmla="*/ 370 h 370"/>
                <a:gd name="T24" fmla="*/ 0 w 584"/>
                <a:gd name="T25" fmla="*/ 341 h 370"/>
                <a:gd name="T26" fmla="*/ 289 w 584"/>
                <a:gd name="T27" fmla="*/ 182 h 370"/>
                <a:gd name="T28" fmla="*/ 101 w 584"/>
                <a:gd name="T29" fmla="*/ 370 h 370"/>
                <a:gd name="T30" fmla="*/ 101 w 584"/>
                <a:gd name="T31" fmla="*/ 370 h 370"/>
                <a:gd name="T32" fmla="*/ 101 w 584"/>
                <a:gd name="T33" fmla="*/ 370 h 370"/>
                <a:gd name="T34" fmla="*/ 289 w 584"/>
                <a:gd name="T35" fmla="*/ 182 h 370"/>
                <a:gd name="T36" fmla="*/ 289 w 584"/>
                <a:gd name="T37" fmla="*/ 182 h 370"/>
                <a:gd name="T38" fmla="*/ 289 w 584"/>
                <a:gd name="T39" fmla="*/ 181 h 370"/>
                <a:gd name="T40" fmla="*/ 289 w 584"/>
                <a:gd name="T41" fmla="*/ 182 h 370"/>
                <a:gd name="T42" fmla="*/ 289 w 584"/>
                <a:gd name="T43" fmla="*/ 181 h 370"/>
                <a:gd name="T44" fmla="*/ 289 w 584"/>
                <a:gd name="T45" fmla="*/ 181 h 370"/>
                <a:gd name="T46" fmla="*/ 289 w 584"/>
                <a:gd name="T47" fmla="*/ 181 h 370"/>
                <a:gd name="T48" fmla="*/ 289 w 584"/>
                <a:gd name="T49" fmla="*/ 181 h 370"/>
                <a:gd name="T50" fmla="*/ 289 w 584"/>
                <a:gd name="T51" fmla="*/ 180 h 370"/>
                <a:gd name="T52" fmla="*/ 289 w 584"/>
                <a:gd name="T53" fmla="*/ 180 h 370"/>
                <a:gd name="T54" fmla="*/ 289 w 584"/>
                <a:gd name="T55" fmla="*/ 180 h 370"/>
                <a:gd name="T56" fmla="*/ 289 w 584"/>
                <a:gd name="T57" fmla="*/ 179 h 370"/>
                <a:gd name="T58" fmla="*/ 289 w 584"/>
                <a:gd name="T59" fmla="*/ 180 h 370"/>
                <a:gd name="T60" fmla="*/ 289 w 584"/>
                <a:gd name="T61" fmla="*/ 179 h 370"/>
                <a:gd name="T62" fmla="*/ 289 w 584"/>
                <a:gd name="T63" fmla="*/ 178 h 370"/>
                <a:gd name="T64" fmla="*/ 289 w 584"/>
                <a:gd name="T65" fmla="*/ 179 h 370"/>
                <a:gd name="T66" fmla="*/ 289 w 584"/>
                <a:gd name="T67" fmla="*/ 178 h 370"/>
                <a:gd name="T68" fmla="*/ 289 w 584"/>
                <a:gd name="T69" fmla="*/ 178 h 370"/>
                <a:gd name="T70" fmla="*/ 289 w 584"/>
                <a:gd name="T71" fmla="*/ 178 h 370"/>
                <a:gd name="T72" fmla="*/ 289 w 584"/>
                <a:gd name="T73" fmla="*/ 178 h 370"/>
                <a:gd name="T74" fmla="*/ 289 w 584"/>
                <a:gd name="T75" fmla="*/ 177 h 370"/>
                <a:gd name="T76" fmla="*/ 289 w 584"/>
                <a:gd name="T77" fmla="*/ 178 h 370"/>
                <a:gd name="T78" fmla="*/ 289 w 584"/>
                <a:gd name="T79" fmla="*/ 177 h 370"/>
                <a:gd name="T80" fmla="*/ 289 w 584"/>
                <a:gd name="T81" fmla="*/ 176 h 370"/>
                <a:gd name="T82" fmla="*/ 289 w 584"/>
                <a:gd name="T83" fmla="*/ 177 h 370"/>
                <a:gd name="T84" fmla="*/ 289 w 584"/>
                <a:gd name="T85" fmla="*/ 176 h 370"/>
                <a:gd name="T86" fmla="*/ 289 w 584"/>
                <a:gd name="T87" fmla="*/ 175 h 370"/>
                <a:gd name="T88" fmla="*/ 289 w 584"/>
                <a:gd name="T89" fmla="*/ 176 h 370"/>
                <a:gd name="T90" fmla="*/ 289 w 584"/>
                <a:gd name="T91" fmla="*/ 175 h 370"/>
                <a:gd name="T92" fmla="*/ 289 w 584"/>
                <a:gd name="T93" fmla="*/ 174 h 370"/>
                <a:gd name="T94" fmla="*/ 289 w 584"/>
                <a:gd name="T95" fmla="*/ 175 h 370"/>
                <a:gd name="T96" fmla="*/ 289 w 584"/>
                <a:gd name="T97" fmla="*/ 174 h 370"/>
                <a:gd name="T98" fmla="*/ 209 w 584"/>
                <a:gd name="T99" fmla="*/ 28 h 370"/>
                <a:gd name="T100" fmla="*/ 289 w 584"/>
                <a:gd name="T101" fmla="*/ 174 h 370"/>
                <a:gd name="T102" fmla="*/ 210 w 584"/>
                <a:gd name="T103" fmla="*/ 28 h 370"/>
                <a:gd name="T104" fmla="*/ 209 w 584"/>
                <a:gd name="T105" fmla="*/ 28 h 370"/>
                <a:gd name="T106" fmla="*/ 584 w 584"/>
                <a:gd name="T107" fmla="*/ 0 h 370"/>
                <a:gd name="T108" fmla="*/ 352 w 584"/>
                <a:gd name="T109" fmla="*/ 209 h 370"/>
                <a:gd name="T110" fmla="*/ 345 w 584"/>
                <a:gd name="T111" fmla="*/ 215 h 370"/>
                <a:gd name="T112" fmla="*/ 345 w 584"/>
                <a:gd name="T113" fmla="*/ 215 h 370"/>
                <a:gd name="T114" fmla="*/ 584 w 584"/>
                <a:gd name="T115"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4" h="370">
                  <a:moveTo>
                    <a:pt x="100" y="370"/>
                  </a:moveTo>
                  <a:cubicBezTo>
                    <a:pt x="100" y="370"/>
                    <a:pt x="100" y="370"/>
                    <a:pt x="100" y="370"/>
                  </a:cubicBezTo>
                  <a:cubicBezTo>
                    <a:pt x="100" y="370"/>
                    <a:pt x="100" y="370"/>
                    <a:pt x="100" y="370"/>
                  </a:cubicBezTo>
                  <a:moveTo>
                    <a:pt x="99" y="370"/>
                  </a:moveTo>
                  <a:cubicBezTo>
                    <a:pt x="99" y="370"/>
                    <a:pt x="99" y="370"/>
                    <a:pt x="100" y="370"/>
                  </a:cubicBezTo>
                  <a:cubicBezTo>
                    <a:pt x="99" y="370"/>
                    <a:pt x="99" y="370"/>
                    <a:pt x="99" y="370"/>
                  </a:cubicBezTo>
                  <a:moveTo>
                    <a:pt x="98" y="370"/>
                  </a:moveTo>
                  <a:cubicBezTo>
                    <a:pt x="98" y="370"/>
                    <a:pt x="98" y="370"/>
                    <a:pt x="99" y="370"/>
                  </a:cubicBezTo>
                  <a:cubicBezTo>
                    <a:pt x="98" y="370"/>
                    <a:pt x="98" y="370"/>
                    <a:pt x="98" y="370"/>
                  </a:cubicBezTo>
                  <a:moveTo>
                    <a:pt x="0" y="341"/>
                  </a:moveTo>
                  <a:cubicBezTo>
                    <a:pt x="1" y="341"/>
                    <a:pt x="1" y="341"/>
                    <a:pt x="1" y="341"/>
                  </a:cubicBezTo>
                  <a:cubicBezTo>
                    <a:pt x="29" y="359"/>
                    <a:pt x="62" y="369"/>
                    <a:pt x="98" y="370"/>
                  </a:cubicBezTo>
                  <a:cubicBezTo>
                    <a:pt x="62" y="369"/>
                    <a:pt x="29" y="359"/>
                    <a:pt x="0" y="341"/>
                  </a:cubicBezTo>
                  <a:moveTo>
                    <a:pt x="289" y="182"/>
                  </a:moveTo>
                  <a:cubicBezTo>
                    <a:pt x="289" y="286"/>
                    <a:pt x="205" y="370"/>
                    <a:pt x="101" y="370"/>
                  </a:cubicBezTo>
                  <a:cubicBezTo>
                    <a:pt x="101" y="370"/>
                    <a:pt x="101" y="370"/>
                    <a:pt x="101" y="370"/>
                  </a:cubicBezTo>
                  <a:cubicBezTo>
                    <a:pt x="101" y="370"/>
                    <a:pt x="101" y="370"/>
                    <a:pt x="101" y="370"/>
                  </a:cubicBezTo>
                  <a:cubicBezTo>
                    <a:pt x="205" y="370"/>
                    <a:pt x="289" y="286"/>
                    <a:pt x="289" y="182"/>
                  </a:cubicBezTo>
                  <a:cubicBezTo>
                    <a:pt x="289" y="182"/>
                    <a:pt x="289" y="182"/>
                    <a:pt x="289" y="182"/>
                  </a:cubicBezTo>
                  <a:moveTo>
                    <a:pt x="289" y="181"/>
                  </a:moveTo>
                  <a:cubicBezTo>
                    <a:pt x="289" y="182"/>
                    <a:pt x="289" y="182"/>
                    <a:pt x="289" y="182"/>
                  </a:cubicBezTo>
                  <a:cubicBezTo>
                    <a:pt x="289" y="182"/>
                    <a:pt x="289" y="182"/>
                    <a:pt x="289" y="181"/>
                  </a:cubicBezTo>
                  <a:moveTo>
                    <a:pt x="289" y="181"/>
                  </a:moveTo>
                  <a:cubicBezTo>
                    <a:pt x="289" y="181"/>
                    <a:pt x="289" y="181"/>
                    <a:pt x="289" y="181"/>
                  </a:cubicBezTo>
                  <a:cubicBezTo>
                    <a:pt x="289" y="181"/>
                    <a:pt x="289" y="181"/>
                    <a:pt x="289" y="181"/>
                  </a:cubicBezTo>
                  <a:moveTo>
                    <a:pt x="289" y="180"/>
                  </a:moveTo>
                  <a:cubicBezTo>
                    <a:pt x="289" y="180"/>
                    <a:pt x="289" y="180"/>
                    <a:pt x="289" y="180"/>
                  </a:cubicBezTo>
                  <a:cubicBezTo>
                    <a:pt x="289" y="180"/>
                    <a:pt x="289" y="180"/>
                    <a:pt x="289" y="180"/>
                  </a:cubicBezTo>
                  <a:moveTo>
                    <a:pt x="289" y="179"/>
                  </a:moveTo>
                  <a:cubicBezTo>
                    <a:pt x="289" y="179"/>
                    <a:pt x="289" y="180"/>
                    <a:pt x="289" y="180"/>
                  </a:cubicBezTo>
                  <a:cubicBezTo>
                    <a:pt x="289" y="180"/>
                    <a:pt x="289" y="179"/>
                    <a:pt x="289" y="179"/>
                  </a:cubicBezTo>
                  <a:moveTo>
                    <a:pt x="289" y="178"/>
                  </a:moveTo>
                  <a:cubicBezTo>
                    <a:pt x="289" y="179"/>
                    <a:pt x="289" y="179"/>
                    <a:pt x="289" y="179"/>
                  </a:cubicBezTo>
                  <a:cubicBezTo>
                    <a:pt x="289" y="179"/>
                    <a:pt x="289" y="179"/>
                    <a:pt x="289" y="178"/>
                  </a:cubicBezTo>
                  <a:moveTo>
                    <a:pt x="289" y="178"/>
                  </a:moveTo>
                  <a:cubicBezTo>
                    <a:pt x="289" y="178"/>
                    <a:pt x="289" y="178"/>
                    <a:pt x="289" y="178"/>
                  </a:cubicBezTo>
                  <a:cubicBezTo>
                    <a:pt x="289" y="178"/>
                    <a:pt x="289" y="178"/>
                    <a:pt x="289" y="178"/>
                  </a:cubicBezTo>
                  <a:moveTo>
                    <a:pt x="289" y="177"/>
                  </a:moveTo>
                  <a:cubicBezTo>
                    <a:pt x="289" y="177"/>
                    <a:pt x="289" y="177"/>
                    <a:pt x="289" y="178"/>
                  </a:cubicBezTo>
                  <a:cubicBezTo>
                    <a:pt x="289" y="177"/>
                    <a:pt x="289" y="177"/>
                    <a:pt x="289" y="177"/>
                  </a:cubicBezTo>
                  <a:moveTo>
                    <a:pt x="289" y="176"/>
                  </a:moveTo>
                  <a:cubicBezTo>
                    <a:pt x="289" y="176"/>
                    <a:pt x="289" y="177"/>
                    <a:pt x="289" y="177"/>
                  </a:cubicBezTo>
                  <a:cubicBezTo>
                    <a:pt x="289" y="177"/>
                    <a:pt x="289" y="176"/>
                    <a:pt x="289" y="176"/>
                  </a:cubicBezTo>
                  <a:moveTo>
                    <a:pt x="289" y="175"/>
                  </a:moveTo>
                  <a:cubicBezTo>
                    <a:pt x="289" y="175"/>
                    <a:pt x="289" y="176"/>
                    <a:pt x="289" y="176"/>
                  </a:cubicBezTo>
                  <a:cubicBezTo>
                    <a:pt x="289" y="176"/>
                    <a:pt x="289" y="175"/>
                    <a:pt x="289" y="175"/>
                  </a:cubicBezTo>
                  <a:moveTo>
                    <a:pt x="289" y="174"/>
                  </a:moveTo>
                  <a:cubicBezTo>
                    <a:pt x="289" y="174"/>
                    <a:pt x="289" y="174"/>
                    <a:pt x="289" y="175"/>
                  </a:cubicBezTo>
                  <a:cubicBezTo>
                    <a:pt x="289" y="174"/>
                    <a:pt x="289" y="174"/>
                    <a:pt x="289" y="174"/>
                  </a:cubicBezTo>
                  <a:moveTo>
                    <a:pt x="209" y="28"/>
                  </a:moveTo>
                  <a:cubicBezTo>
                    <a:pt x="255" y="60"/>
                    <a:pt x="287" y="113"/>
                    <a:pt x="289" y="174"/>
                  </a:cubicBezTo>
                  <a:cubicBezTo>
                    <a:pt x="287" y="114"/>
                    <a:pt x="256" y="61"/>
                    <a:pt x="210" y="28"/>
                  </a:cubicBezTo>
                  <a:cubicBezTo>
                    <a:pt x="209" y="28"/>
                    <a:pt x="209" y="28"/>
                    <a:pt x="209" y="28"/>
                  </a:cubicBezTo>
                  <a:moveTo>
                    <a:pt x="584" y="0"/>
                  </a:moveTo>
                  <a:cubicBezTo>
                    <a:pt x="352" y="209"/>
                    <a:pt x="352" y="209"/>
                    <a:pt x="352" y="209"/>
                  </a:cubicBezTo>
                  <a:cubicBezTo>
                    <a:pt x="345" y="215"/>
                    <a:pt x="345" y="215"/>
                    <a:pt x="345" y="215"/>
                  </a:cubicBezTo>
                  <a:cubicBezTo>
                    <a:pt x="345" y="215"/>
                    <a:pt x="345" y="215"/>
                    <a:pt x="345" y="215"/>
                  </a:cubicBezTo>
                  <a:cubicBezTo>
                    <a:pt x="584" y="0"/>
                    <a:pt x="584" y="0"/>
                    <a:pt x="584" y="0"/>
                  </a:cubicBezTo>
                </a:path>
              </a:pathLst>
            </a:custGeom>
            <a:solidFill>
              <a:srgbClr val="CCF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72" name="Freeform 126">
              <a:extLst>
                <a:ext uri="{FF2B5EF4-FFF2-40B4-BE49-F238E27FC236}">
                  <a16:creationId xmlns:a16="http://schemas.microsoft.com/office/drawing/2014/main" id="{C7E23DF1-CAC5-4D97-889B-9086FB20A30E}"/>
                </a:ext>
              </a:extLst>
            </p:cNvPr>
            <p:cNvSpPr>
              <a:spLocks/>
            </p:cNvSpPr>
            <p:nvPr/>
          </p:nvSpPr>
          <p:spPr bwMode="auto">
            <a:xfrm>
              <a:off x="7005638" y="2011363"/>
              <a:ext cx="2219325" cy="1425575"/>
            </a:xfrm>
            <a:custGeom>
              <a:avLst/>
              <a:gdLst>
                <a:gd name="T0" fmla="*/ 583 w 583"/>
                <a:gd name="T1" fmla="*/ 0 h 374"/>
                <a:gd name="T2" fmla="*/ 344 w 583"/>
                <a:gd name="T3" fmla="*/ 215 h 374"/>
                <a:gd name="T4" fmla="*/ 344 w 583"/>
                <a:gd name="T5" fmla="*/ 215 h 374"/>
                <a:gd name="T6" fmla="*/ 266 w 583"/>
                <a:gd name="T7" fmla="*/ 286 h 374"/>
                <a:gd name="T8" fmla="*/ 295 w 583"/>
                <a:gd name="T9" fmla="*/ 186 h 374"/>
                <a:gd name="T10" fmla="*/ 209 w 583"/>
                <a:gd name="T11" fmla="*/ 28 h 374"/>
                <a:gd name="T12" fmla="*/ 288 w 583"/>
                <a:gd name="T13" fmla="*/ 174 h 374"/>
                <a:gd name="T14" fmla="*/ 288 w 583"/>
                <a:gd name="T15" fmla="*/ 174 h 374"/>
                <a:gd name="T16" fmla="*/ 288 w 583"/>
                <a:gd name="T17" fmla="*/ 175 h 374"/>
                <a:gd name="T18" fmla="*/ 288 w 583"/>
                <a:gd name="T19" fmla="*/ 175 h 374"/>
                <a:gd name="T20" fmla="*/ 288 w 583"/>
                <a:gd name="T21" fmla="*/ 176 h 374"/>
                <a:gd name="T22" fmla="*/ 288 w 583"/>
                <a:gd name="T23" fmla="*/ 176 h 374"/>
                <a:gd name="T24" fmla="*/ 288 w 583"/>
                <a:gd name="T25" fmla="*/ 177 h 374"/>
                <a:gd name="T26" fmla="*/ 288 w 583"/>
                <a:gd name="T27" fmla="*/ 177 h 374"/>
                <a:gd name="T28" fmla="*/ 288 w 583"/>
                <a:gd name="T29" fmla="*/ 178 h 374"/>
                <a:gd name="T30" fmla="*/ 288 w 583"/>
                <a:gd name="T31" fmla="*/ 178 h 374"/>
                <a:gd name="T32" fmla="*/ 288 w 583"/>
                <a:gd name="T33" fmla="*/ 178 h 374"/>
                <a:gd name="T34" fmla="*/ 288 w 583"/>
                <a:gd name="T35" fmla="*/ 178 h 374"/>
                <a:gd name="T36" fmla="*/ 288 w 583"/>
                <a:gd name="T37" fmla="*/ 179 h 374"/>
                <a:gd name="T38" fmla="*/ 288 w 583"/>
                <a:gd name="T39" fmla="*/ 179 h 374"/>
                <a:gd name="T40" fmla="*/ 288 w 583"/>
                <a:gd name="T41" fmla="*/ 180 h 374"/>
                <a:gd name="T42" fmla="*/ 288 w 583"/>
                <a:gd name="T43" fmla="*/ 180 h 374"/>
                <a:gd name="T44" fmla="*/ 288 w 583"/>
                <a:gd name="T45" fmla="*/ 180 h 374"/>
                <a:gd name="T46" fmla="*/ 288 w 583"/>
                <a:gd name="T47" fmla="*/ 181 h 374"/>
                <a:gd name="T48" fmla="*/ 288 w 583"/>
                <a:gd name="T49" fmla="*/ 181 h 374"/>
                <a:gd name="T50" fmla="*/ 288 w 583"/>
                <a:gd name="T51" fmla="*/ 181 h 374"/>
                <a:gd name="T52" fmla="*/ 288 w 583"/>
                <a:gd name="T53" fmla="*/ 182 h 374"/>
                <a:gd name="T54" fmla="*/ 288 w 583"/>
                <a:gd name="T55" fmla="*/ 182 h 374"/>
                <a:gd name="T56" fmla="*/ 288 w 583"/>
                <a:gd name="T57" fmla="*/ 182 h 374"/>
                <a:gd name="T58" fmla="*/ 288 w 583"/>
                <a:gd name="T59" fmla="*/ 182 h 374"/>
                <a:gd name="T60" fmla="*/ 100 w 583"/>
                <a:gd name="T61" fmla="*/ 370 h 374"/>
                <a:gd name="T62" fmla="*/ 100 w 583"/>
                <a:gd name="T63" fmla="*/ 370 h 374"/>
                <a:gd name="T64" fmla="*/ 99 w 583"/>
                <a:gd name="T65" fmla="*/ 370 h 374"/>
                <a:gd name="T66" fmla="*/ 99 w 583"/>
                <a:gd name="T67" fmla="*/ 370 h 374"/>
                <a:gd name="T68" fmla="*/ 99 w 583"/>
                <a:gd name="T69" fmla="*/ 370 h 374"/>
                <a:gd name="T70" fmla="*/ 98 w 583"/>
                <a:gd name="T71" fmla="*/ 370 h 374"/>
                <a:gd name="T72" fmla="*/ 98 w 583"/>
                <a:gd name="T73" fmla="*/ 370 h 374"/>
                <a:gd name="T74" fmla="*/ 97 w 583"/>
                <a:gd name="T75" fmla="*/ 370 h 374"/>
                <a:gd name="T76" fmla="*/ 97 w 583"/>
                <a:gd name="T77" fmla="*/ 370 h 374"/>
                <a:gd name="T78" fmla="*/ 0 w 583"/>
                <a:gd name="T79" fmla="*/ 341 h 374"/>
                <a:gd name="T80" fmla="*/ 107 w 583"/>
                <a:gd name="T81" fmla="*/ 374 h 374"/>
                <a:gd name="T82" fmla="*/ 242 w 583"/>
                <a:gd name="T83" fmla="*/ 316 h 374"/>
                <a:gd name="T84" fmla="*/ 242 w 583"/>
                <a:gd name="T85" fmla="*/ 316 h 374"/>
                <a:gd name="T86" fmla="*/ 350 w 583"/>
                <a:gd name="T87" fmla="*/ 220 h 374"/>
                <a:gd name="T88" fmla="*/ 544 w 583"/>
                <a:gd name="T89" fmla="*/ 44 h 374"/>
                <a:gd name="T90" fmla="*/ 583 w 583"/>
                <a:gd name="T91" fmla="*/ 0 h 374"/>
                <a:gd name="T92" fmla="*/ 583 w 583"/>
                <a:gd name="T93"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83" h="374">
                  <a:moveTo>
                    <a:pt x="583" y="0"/>
                  </a:moveTo>
                  <a:cubicBezTo>
                    <a:pt x="344" y="215"/>
                    <a:pt x="344" y="215"/>
                    <a:pt x="344" y="215"/>
                  </a:cubicBezTo>
                  <a:cubicBezTo>
                    <a:pt x="344" y="215"/>
                    <a:pt x="344" y="215"/>
                    <a:pt x="344" y="215"/>
                  </a:cubicBezTo>
                  <a:cubicBezTo>
                    <a:pt x="266" y="286"/>
                    <a:pt x="266" y="286"/>
                    <a:pt x="266" y="286"/>
                  </a:cubicBezTo>
                  <a:cubicBezTo>
                    <a:pt x="284" y="257"/>
                    <a:pt x="295" y="223"/>
                    <a:pt x="295" y="186"/>
                  </a:cubicBezTo>
                  <a:cubicBezTo>
                    <a:pt x="295" y="120"/>
                    <a:pt x="260" y="62"/>
                    <a:pt x="209" y="28"/>
                  </a:cubicBezTo>
                  <a:cubicBezTo>
                    <a:pt x="255" y="61"/>
                    <a:pt x="286" y="114"/>
                    <a:pt x="288" y="174"/>
                  </a:cubicBezTo>
                  <a:cubicBezTo>
                    <a:pt x="288" y="174"/>
                    <a:pt x="288" y="174"/>
                    <a:pt x="288" y="174"/>
                  </a:cubicBezTo>
                  <a:cubicBezTo>
                    <a:pt x="288" y="174"/>
                    <a:pt x="288" y="174"/>
                    <a:pt x="288" y="175"/>
                  </a:cubicBezTo>
                  <a:cubicBezTo>
                    <a:pt x="288" y="175"/>
                    <a:pt x="288" y="175"/>
                    <a:pt x="288" y="175"/>
                  </a:cubicBezTo>
                  <a:cubicBezTo>
                    <a:pt x="288" y="175"/>
                    <a:pt x="288" y="176"/>
                    <a:pt x="288" y="176"/>
                  </a:cubicBezTo>
                  <a:cubicBezTo>
                    <a:pt x="288" y="176"/>
                    <a:pt x="288" y="176"/>
                    <a:pt x="288" y="176"/>
                  </a:cubicBezTo>
                  <a:cubicBezTo>
                    <a:pt x="288" y="176"/>
                    <a:pt x="288" y="177"/>
                    <a:pt x="288" y="177"/>
                  </a:cubicBezTo>
                  <a:cubicBezTo>
                    <a:pt x="288" y="177"/>
                    <a:pt x="288" y="177"/>
                    <a:pt x="288" y="177"/>
                  </a:cubicBezTo>
                  <a:cubicBezTo>
                    <a:pt x="288" y="177"/>
                    <a:pt x="288" y="177"/>
                    <a:pt x="288" y="178"/>
                  </a:cubicBezTo>
                  <a:cubicBezTo>
                    <a:pt x="288" y="178"/>
                    <a:pt x="288" y="178"/>
                    <a:pt x="288" y="178"/>
                  </a:cubicBezTo>
                  <a:cubicBezTo>
                    <a:pt x="288" y="178"/>
                    <a:pt x="288" y="178"/>
                    <a:pt x="288" y="178"/>
                  </a:cubicBezTo>
                  <a:cubicBezTo>
                    <a:pt x="288" y="178"/>
                    <a:pt x="288" y="178"/>
                    <a:pt x="288" y="178"/>
                  </a:cubicBezTo>
                  <a:cubicBezTo>
                    <a:pt x="288" y="179"/>
                    <a:pt x="288" y="179"/>
                    <a:pt x="288" y="179"/>
                  </a:cubicBezTo>
                  <a:cubicBezTo>
                    <a:pt x="288" y="179"/>
                    <a:pt x="288" y="179"/>
                    <a:pt x="288" y="179"/>
                  </a:cubicBezTo>
                  <a:cubicBezTo>
                    <a:pt x="288" y="179"/>
                    <a:pt x="288" y="180"/>
                    <a:pt x="288" y="180"/>
                  </a:cubicBezTo>
                  <a:cubicBezTo>
                    <a:pt x="288" y="180"/>
                    <a:pt x="288" y="180"/>
                    <a:pt x="288" y="180"/>
                  </a:cubicBezTo>
                  <a:cubicBezTo>
                    <a:pt x="288" y="180"/>
                    <a:pt x="288" y="180"/>
                    <a:pt x="288" y="180"/>
                  </a:cubicBezTo>
                  <a:cubicBezTo>
                    <a:pt x="288" y="181"/>
                    <a:pt x="288" y="181"/>
                    <a:pt x="288" y="181"/>
                  </a:cubicBezTo>
                  <a:cubicBezTo>
                    <a:pt x="288" y="181"/>
                    <a:pt x="288" y="181"/>
                    <a:pt x="288" y="181"/>
                  </a:cubicBezTo>
                  <a:cubicBezTo>
                    <a:pt x="288" y="181"/>
                    <a:pt x="288" y="181"/>
                    <a:pt x="288" y="181"/>
                  </a:cubicBezTo>
                  <a:cubicBezTo>
                    <a:pt x="288" y="182"/>
                    <a:pt x="288" y="182"/>
                    <a:pt x="288" y="182"/>
                  </a:cubicBezTo>
                  <a:cubicBezTo>
                    <a:pt x="288" y="182"/>
                    <a:pt x="288" y="182"/>
                    <a:pt x="288" y="182"/>
                  </a:cubicBezTo>
                  <a:cubicBezTo>
                    <a:pt x="288" y="182"/>
                    <a:pt x="288" y="182"/>
                    <a:pt x="288" y="182"/>
                  </a:cubicBezTo>
                  <a:cubicBezTo>
                    <a:pt x="288" y="182"/>
                    <a:pt x="288" y="182"/>
                    <a:pt x="288" y="182"/>
                  </a:cubicBezTo>
                  <a:cubicBezTo>
                    <a:pt x="288" y="286"/>
                    <a:pt x="204" y="370"/>
                    <a:pt x="100" y="370"/>
                  </a:cubicBezTo>
                  <a:cubicBezTo>
                    <a:pt x="100" y="370"/>
                    <a:pt x="100" y="370"/>
                    <a:pt x="100" y="370"/>
                  </a:cubicBezTo>
                  <a:cubicBezTo>
                    <a:pt x="99" y="370"/>
                    <a:pt x="99" y="370"/>
                    <a:pt x="99" y="370"/>
                  </a:cubicBezTo>
                  <a:cubicBezTo>
                    <a:pt x="99" y="370"/>
                    <a:pt x="99" y="370"/>
                    <a:pt x="99" y="370"/>
                  </a:cubicBezTo>
                  <a:cubicBezTo>
                    <a:pt x="99" y="370"/>
                    <a:pt x="99" y="370"/>
                    <a:pt x="99" y="370"/>
                  </a:cubicBezTo>
                  <a:cubicBezTo>
                    <a:pt x="98" y="370"/>
                    <a:pt x="98" y="370"/>
                    <a:pt x="98" y="370"/>
                  </a:cubicBezTo>
                  <a:cubicBezTo>
                    <a:pt x="98" y="370"/>
                    <a:pt x="98" y="370"/>
                    <a:pt x="98" y="370"/>
                  </a:cubicBezTo>
                  <a:cubicBezTo>
                    <a:pt x="97" y="370"/>
                    <a:pt x="97" y="370"/>
                    <a:pt x="97" y="370"/>
                  </a:cubicBezTo>
                  <a:cubicBezTo>
                    <a:pt x="97" y="370"/>
                    <a:pt x="97" y="370"/>
                    <a:pt x="97" y="370"/>
                  </a:cubicBezTo>
                  <a:cubicBezTo>
                    <a:pt x="61" y="369"/>
                    <a:pt x="28" y="359"/>
                    <a:pt x="0" y="341"/>
                  </a:cubicBezTo>
                  <a:cubicBezTo>
                    <a:pt x="31" y="362"/>
                    <a:pt x="67" y="374"/>
                    <a:pt x="107" y="374"/>
                  </a:cubicBezTo>
                  <a:cubicBezTo>
                    <a:pt x="160" y="374"/>
                    <a:pt x="208" y="352"/>
                    <a:pt x="242" y="316"/>
                  </a:cubicBezTo>
                  <a:cubicBezTo>
                    <a:pt x="242" y="316"/>
                    <a:pt x="242" y="316"/>
                    <a:pt x="242" y="316"/>
                  </a:cubicBezTo>
                  <a:cubicBezTo>
                    <a:pt x="350" y="220"/>
                    <a:pt x="350" y="220"/>
                    <a:pt x="350" y="220"/>
                  </a:cubicBezTo>
                  <a:cubicBezTo>
                    <a:pt x="544" y="44"/>
                    <a:pt x="544" y="44"/>
                    <a:pt x="544" y="44"/>
                  </a:cubicBezTo>
                  <a:cubicBezTo>
                    <a:pt x="555" y="28"/>
                    <a:pt x="568" y="13"/>
                    <a:pt x="583" y="0"/>
                  </a:cubicBezTo>
                  <a:cubicBezTo>
                    <a:pt x="583" y="0"/>
                    <a:pt x="583" y="0"/>
                    <a:pt x="583" y="0"/>
                  </a:cubicBezTo>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73" name="Freeform 127">
              <a:extLst>
                <a:ext uri="{FF2B5EF4-FFF2-40B4-BE49-F238E27FC236}">
                  <a16:creationId xmlns:a16="http://schemas.microsoft.com/office/drawing/2014/main" id="{0FB7E147-02E3-492D-84DD-AAD33C136FE4}"/>
                </a:ext>
              </a:extLst>
            </p:cNvPr>
            <p:cNvSpPr>
              <a:spLocks/>
            </p:cNvSpPr>
            <p:nvPr/>
          </p:nvSpPr>
          <p:spPr bwMode="auto">
            <a:xfrm>
              <a:off x="9077325" y="2011363"/>
              <a:ext cx="147638" cy="168275"/>
            </a:xfrm>
            <a:custGeom>
              <a:avLst/>
              <a:gdLst>
                <a:gd name="T0" fmla="*/ 39 w 39"/>
                <a:gd name="T1" fmla="*/ 0 h 44"/>
                <a:gd name="T2" fmla="*/ 0 w 39"/>
                <a:gd name="T3" fmla="*/ 44 h 44"/>
                <a:gd name="T4" fmla="*/ 0 w 39"/>
                <a:gd name="T5" fmla="*/ 44 h 44"/>
                <a:gd name="T6" fmla="*/ 39 w 39"/>
                <a:gd name="T7" fmla="*/ 0 h 44"/>
                <a:gd name="T8" fmla="*/ 39 w 39"/>
                <a:gd name="T9" fmla="*/ 0 h 44"/>
              </a:gdLst>
              <a:ahLst/>
              <a:cxnLst>
                <a:cxn ang="0">
                  <a:pos x="T0" y="T1"/>
                </a:cxn>
                <a:cxn ang="0">
                  <a:pos x="T2" y="T3"/>
                </a:cxn>
                <a:cxn ang="0">
                  <a:pos x="T4" y="T5"/>
                </a:cxn>
                <a:cxn ang="0">
                  <a:pos x="T6" y="T7"/>
                </a:cxn>
                <a:cxn ang="0">
                  <a:pos x="T8" y="T9"/>
                </a:cxn>
              </a:cxnLst>
              <a:rect l="0" t="0" r="r" b="b"/>
              <a:pathLst>
                <a:path w="39" h="44">
                  <a:moveTo>
                    <a:pt x="39" y="0"/>
                  </a:moveTo>
                  <a:cubicBezTo>
                    <a:pt x="24" y="13"/>
                    <a:pt x="11" y="28"/>
                    <a:pt x="0" y="44"/>
                  </a:cubicBezTo>
                  <a:cubicBezTo>
                    <a:pt x="0" y="44"/>
                    <a:pt x="0" y="44"/>
                    <a:pt x="0" y="44"/>
                  </a:cubicBezTo>
                  <a:cubicBezTo>
                    <a:pt x="11" y="28"/>
                    <a:pt x="24" y="13"/>
                    <a:pt x="39" y="0"/>
                  </a:cubicBezTo>
                  <a:cubicBezTo>
                    <a:pt x="39" y="0"/>
                    <a:pt x="39" y="0"/>
                    <a:pt x="39" y="0"/>
                  </a:cubicBezTo>
                </a:path>
              </a:pathLst>
            </a:custGeom>
            <a:solidFill>
              <a:srgbClr val="06F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74" name="Freeform 128">
              <a:extLst>
                <a:ext uri="{FF2B5EF4-FFF2-40B4-BE49-F238E27FC236}">
                  <a16:creationId xmlns:a16="http://schemas.microsoft.com/office/drawing/2014/main" id="{E42EB684-DE0F-4F03-90C3-8FA1D1F801BC}"/>
                </a:ext>
              </a:extLst>
            </p:cNvPr>
            <p:cNvSpPr>
              <a:spLocks/>
            </p:cNvSpPr>
            <p:nvPr/>
          </p:nvSpPr>
          <p:spPr bwMode="auto">
            <a:xfrm>
              <a:off x="9077325" y="2011363"/>
              <a:ext cx="147638" cy="168275"/>
            </a:xfrm>
            <a:custGeom>
              <a:avLst/>
              <a:gdLst>
                <a:gd name="T0" fmla="*/ 39 w 39"/>
                <a:gd name="T1" fmla="*/ 0 h 44"/>
                <a:gd name="T2" fmla="*/ 0 w 39"/>
                <a:gd name="T3" fmla="*/ 44 h 44"/>
                <a:gd name="T4" fmla="*/ 0 w 39"/>
                <a:gd name="T5" fmla="*/ 44 h 44"/>
                <a:gd name="T6" fmla="*/ 39 w 39"/>
                <a:gd name="T7" fmla="*/ 0 h 44"/>
                <a:gd name="T8" fmla="*/ 39 w 39"/>
                <a:gd name="T9" fmla="*/ 0 h 44"/>
              </a:gdLst>
              <a:ahLst/>
              <a:cxnLst>
                <a:cxn ang="0">
                  <a:pos x="T0" y="T1"/>
                </a:cxn>
                <a:cxn ang="0">
                  <a:pos x="T2" y="T3"/>
                </a:cxn>
                <a:cxn ang="0">
                  <a:pos x="T4" y="T5"/>
                </a:cxn>
                <a:cxn ang="0">
                  <a:pos x="T6" y="T7"/>
                </a:cxn>
                <a:cxn ang="0">
                  <a:pos x="T8" y="T9"/>
                </a:cxn>
              </a:cxnLst>
              <a:rect l="0" t="0" r="r" b="b"/>
              <a:pathLst>
                <a:path w="39" h="44">
                  <a:moveTo>
                    <a:pt x="39" y="0"/>
                  </a:moveTo>
                  <a:cubicBezTo>
                    <a:pt x="24" y="13"/>
                    <a:pt x="11" y="28"/>
                    <a:pt x="0" y="44"/>
                  </a:cubicBezTo>
                  <a:cubicBezTo>
                    <a:pt x="0" y="44"/>
                    <a:pt x="0" y="44"/>
                    <a:pt x="0" y="44"/>
                  </a:cubicBezTo>
                  <a:cubicBezTo>
                    <a:pt x="11" y="28"/>
                    <a:pt x="24" y="13"/>
                    <a:pt x="39" y="0"/>
                  </a:cubicBezTo>
                  <a:cubicBezTo>
                    <a:pt x="39" y="0"/>
                    <a:pt x="39" y="0"/>
                    <a:pt x="39" y="0"/>
                  </a:cubicBezTo>
                </a:path>
              </a:pathLst>
            </a:custGeom>
            <a:solidFill>
              <a:srgbClr val="03F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75" name="Freeform 129">
              <a:extLst>
                <a:ext uri="{FF2B5EF4-FFF2-40B4-BE49-F238E27FC236}">
                  <a16:creationId xmlns:a16="http://schemas.microsoft.com/office/drawing/2014/main" id="{82409217-1FC4-4B83-B14A-68F750D056FB}"/>
                </a:ext>
              </a:extLst>
            </p:cNvPr>
            <p:cNvSpPr>
              <a:spLocks noEditPoints="1"/>
            </p:cNvSpPr>
            <p:nvPr/>
          </p:nvSpPr>
          <p:spPr bwMode="auto">
            <a:xfrm>
              <a:off x="6450013" y="1768475"/>
              <a:ext cx="963613" cy="985838"/>
            </a:xfrm>
            <a:custGeom>
              <a:avLst/>
              <a:gdLst>
                <a:gd name="T0" fmla="*/ 1 w 253"/>
                <a:gd name="T1" fmla="*/ 259 h 259"/>
                <a:gd name="T2" fmla="*/ 1 w 253"/>
                <a:gd name="T3" fmla="*/ 259 h 259"/>
                <a:gd name="T4" fmla="*/ 1 w 253"/>
                <a:gd name="T5" fmla="*/ 259 h 259"/>
                <a:gd name="T6" fmla="*/ 1 w 253"/>
                <a:gd name="T7" fmla="*/ 258 h 259"/>
                <a:gd name="T8" fmla="*/ 1 w 253"/>
                <a:gd name="T9" fmla="*/ 258 h 259"/>
                <a:gd name="T10" fmla="*/ 1 w 253"/>
                <a:gd name="T11" fmla="*/ 258 h 259"/>
                <a:gd name="T12" fmla="*/ 1 w 253"/>
                <a:gd name="T13" fmla="*/ 256 h 259"/>
                <a:gd name="T14" fmla="*/ 1 w 253"/>
                <a:gd name="T15" fmla="*/ 256 h 259"/>
                <a:gd name="T16" fmla="*/ 1 w 253"/>
                <a:gd name="T17" fmla="*/ 256 h 259"/>
                <a:gd name="T18" fmla="*/ 1 w 253"/>
                <a:gd name="T19" fmla="*/ 255 h 259"/>
                <a:gd name="T20" fmla="*/ 1 w 253"/>
                <a:gd name="T21" fmla="*/ 255 h 259"/>
                <a:gd name="T22" fmla="*/ 1 w 253"/>
                <a:gd name="T23" fmla="*/ 255 h 259"/>
                <a:gd name="T24" fmla="*/ 1 w 253"/>
                <a:gd name="T25" fmla="*/ 254 h 259"/>
                <a:gd name="T26" fmla="*/ 1 w 253"/>
                <a:gd name="T27" fmla="*/ 254 h 259"/>
                <a:gd name="T28" fmla="*/ 1 w 253"/>
                <a:gd name="T29" fmla="*/ 254 h 259"/>
                <a:gd name="T30" fmla="*/ 1 w 253"/>
                <a:gd name="T31" fmla="*/ 252 h 259"/>
                <a:gd name="T32" fmla="*/ 1 w 253"/>
                <a:gd name="T33" fmla="*/ 252 h 259"/>
                <a:gd name="T34" fmla="*/ 1 w 253"/>
                <a:gd name="T35" fmla="*/ 252 h 259"/>
                <a:gd name="T36" fmla="*/ 1 w 253"/>
                <a:gd name="T37" fmla="*/ 251 h 259"/>
                <a:gd name="T38" fmla="*/ 1 w 253"/>
                <a:gd name="T39" fmla="*/ 251 h 259"/>
                <a:gd name="T40" fmla="*/ 1 w 253"/>
                <a:gd name="T41" fmla="*/ 251 h 259"/>
                <a:gd name="T42" fmla="*/ 0 w 253"/>
                <a:gd name="T43" fmla="*/ 250 h 259"/>
                <a:gd name="T44" fmla="*/ 0 w 253"/>
                <a:gd name="T45" fmla="*/ 250 h 259"/>
                <a:gd name="T46" fmla="*/ 0 w 253"/>
                <a:gd name="T47" fmla="*/ 250 h 259"/>
                <a:gd name="T48" fmla="*/ 0 w 253"/>
                <a:gd name="T49" fmla="*/ 249 h 259"/>
                <a:gd name="T50" fmla="*/ 0 w 253"/>
                <a:gd name="T51" fmla="*/ 249 h 259"/>
                <a:gd name="T52" fmla="*/ 0 w 253"/>
                <a:gd name="T53" fmla="*/ 249 h 259"/>
                <a:gd name="T54" fmla="*/ 0 w 253"/>
                <a:gd name="T55" fmla="*/ 248 h 259"/>
                <a:gd name="T56" fmla="*/ 0 w 253"/>
                <a:gd name="T57" fmla="*/ 248 h 259"/>
                <a:gd name="T58" fmla="*/ 0 w 253"/>
                <a:gd name="T59" fmla="*/ 248 h 259"/>
                <a:gd name="T60" fmla="*/ 0 w 253"/>
                <a:gd name="T61" fmla="*/ 247 h 259"/>
                <a:gd name="T62" fmla="*/ 0 w 253"/>
                <a:gd name="T63" fmla="*/ 247 h 259"/>
                <a:gd name="T64" fmla="*/ 0 w 253"/>
                <a:gd name="T65" fmla="*/ 247 h 259"/>
                <a:gd name="T66" fmla="*/ 253 w 253"/>
                <a:gd name="T67" fmla="*/ 0 h 259"/>
                <a:gd name="T68" fmla="*/ 253 w 253"/>
                <a:gd name="T69" fmla="*/ 0 h 259"/>
                <a:gd name="T70" fmla="*/ 253 w 253"/>
                <a:gd name="T71" fmla="*/ 0 h 259"/>
                <a:gd name="T72" fmla="*/ 252 w 253"/>
                <a:gd name="T73" fmla="*/ 0 h 259"/>
                <a:gd name="T74" fmla="*/ 252 w 253"/>
                <a:gd name="T75" fmla="*/ 0 h 259"/>
                <a:gd name="T76" fmla="*/ 252 w 253"/>
                <a:gd name="T77" fmla="*/ 0 h 259"/>
                <a:gd name="T78" fmla="*/ 250 w 253"/>
                <a:gd name="T79" fmla="*/ 0 h 259"/>
                <a:gd name="T80" fmla="*/ 251 w 253"/>
                <a:gd name="T81" fmla="*/ 0 h 259"/>
                <a:gd name="T82" fmla="*/ 250 w 253"/>
                <a:gd name="T83" fmla="*/ 0 h 259"/>
                <a:gd name="T84" fmla="*/ 250 w 253"/>
                <a:gd name="T85" fmla="*/ 0 h 259"/>
                <a:gd name="T86" fmla="*/ 250 w 253"/>
                <a:gd name="T87" fmla="*/ 0 h 259"/>
                <a:gd name="T88" fmla="*/ 250 w 253"/>
                <a:gd name="T89" fmla="*/ 0 h 259"/>
                <a:gd name="T90" fmla="*/ 249 w 253"/>
                <a:gd name="T91" fmla="*/ 0 h 259"/>
                <a:gd name="T92" fmla="*/ 249 w 253"/>
                <a:gd name="T93" fmla="*/ 0 h 259"/>
                <a:gd name="T94" fmla="*/ 249 w 253"/>
                <a:gd name="T95" fmla="*/ 0 h 259"/>
                <a:gd name="T96" fmla="*/ 248 w 253"/>
                <a:gd name="T97" fmla="*/ 0 h 259"/>
                <a:gd name="T98" fmla="*/ 249 w 253"/>
                <a:gd name="T99" fmla="*/ 0 h 259"/>
                <a:gd name="T100" fmla="*/ 248 w 253"/>
                <a:gd name="T101" fmla="*/ 0 h 259"/>
                <a:gd name="T102" fmla="*/ 247 w 253"/>
                <a:gd name="T103" fmla="*/ 0 h 259"/>
                <a:gd name="T104" fmla="*/ 248 w 253"/>
                <a:gd name="T105" fmla="*/ 0 h 259"/>
                <a:gd name="T106" fmla="*/ 247 w 253"/>
                <a:gd name="T107" fmla="*/ 0 h 259"/>
                <a:gd name="T108" fmla="*/ 246 w 253"/>
                <a:gd name="T109" fmla="*/ 0 h 259"/>
                <a:gd name="T110" fmla="*/ 73 w 253"/>
                <a:gd name="T111" fmla="*/ 72 h 259"/>
                <a:gd name="T112" fmla="*/ 73 w 253"/>
                <a:gd name="T113" fmla="*/ 72 h 259"/>
                <a:gd name="T114" fmla="*/ 246 w 253"/>
                <a:gd name="T115" fmla="*/ 0 h 259"/>
                <a:gd name="T116" fmla="*/ 247 w 253"/>
                <a:gd name="T117" fmla="*/ 0 h 259"/>
                <a:gd name="T118" fmla="*/ 246 w 253"/>
                <a:gd name="T1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3" h="259">
                  <a:moveTo>
                    <a:pt x="1" y="259"/>
                  </a:moveTo>
                  <a:cubicBezTo>
                    <a:pt x="1" y="259"/>
                    <a:pt x="1" y="259"/>
                    <a:pt x="1" y="259"/>
                  </a:cubicBezTo>
                  <a:cubicBezTo>
                    <a:pt x="1" y="259"/>
                    <a:pt x="1" y="259"/>
                    <a:pt x="1" y="259"/>
                  </a:cubicBezTo>
                  <a:moveTo>
                    <a:pt x="1" y="258"/>
                  </a:moveTo>
                  <a:cubicBezTo>
                    <a:pt x="1" y="258"/>
                    <a:pt x="1" y="258"/>
                    <a:pt x="1" y="258"/>
                  </a:cubicBezTo>
                  <a:cubicBezTo>
                    <a:pt x="1" y="258"/>
                    <a:pt x="1" y="258"/>
                    <a:pt x="1" y="258"/>
                  </a:cubicBezTo>
                  <a:moveTo>
                    <a:pt x="1" y="256"/>
                  </a:moveTo>
                  <a:cubicBezTo>
                    <a:pt x="1" y="256"/>
                    <a:pt x="1" y="256"/>
                    <a:pt x="1" y="256"/>
                  </a:cubicBezTo>
                  <a:cubicBezTo>
                    <a:pt x="1" y="256"/>
                    <a:pt x="1" y="256"/>
                    <a:pt x="1" y="256"/>
                  </a:cubicBezTo>
                  <a:moveTo>
                    <a:pt x="1" y="255"/>
                  </a:moveTo>
                  <a:cubicBezTo>
                    <a:pt x="1" y="255"/>
                    <a:pt x="1" y="255"/>
                    <a:pt x="1" y="255"/>
                  </a:cubicBezTo>
                  <a:cubicBezTo>
                    <a:pt x="1" y="255"/>
                    <a:pt x="1" y="255"/>
                    <a:pt x="1" y="255"/>
                  </a:cubicBezTo>
                  <a:moveTo>
                    <a:pt x="1" y="254"/>
                  </a:moveTo>
                  <a:cubicBezTo>
                    <a:pt x="1" y="254"/>
                    <a:pt x="1" y="254"/>
                    <a:pt x="1" y="254"/>
                  </a:cubicBezTo>
                  <a:cubicBezTo>
                    <a:pt x="1" y="254"/>
                    <a:pt x="1" y="254"/>
                    <a:pt x="1" y="254"/>
                  </a:cubicBezTo>
                  <a:moveTo>
                    <a:pt x="1" y="252"/>
                  </a:moveTo>
                  <a:cubicBezTo>
                    <a:pt x="1" y="252"/>
                    <a:pt x="1" y="252"/>
                    <a:pt x="1" y="252"/>
                  </a:cubicBezTo>
                  <a:cubicBezTo>
                    <a:pt x="1" y="252"/>
                    <a:pt x="1" y="252"/>
                    <a:pt x="1" y="252"/>
                  </a:cubicBezTo>
                  <a:moveTo>
                    <a:pt x="1" y="251"/>
                  </a:moveTo>
                  <a:cubicBezTo>
                    <a:pt x="1" y="251"/>
                    <a:pt x="1" y="251"/>
                    <a:pt x="1" y="251"/>
                  </a:cubicBezTo>
                  <a:cubicBezTo>
                    <a:pt x="1" y="251"/>
                    <a:pt x="1" y="251"/>
                    <a:pt x="1" y="251"/>
                  </a:cubicBezTo>
                  <a:moveTo>
                    <a:pt x="0" y="250"/>
                  </a:moveTo>
                  <a:cubicBezTo>
                    <a:pt x="0" y="250"/>
                    <a:pt x="0" y="250"/>
                    <a:pt x="0" y="250"/>
                  </a:cubicBezTo>
                  <a:cubicBezTo>
                    <a:pt x="0" y="250"/>
                    <a:pt x="0" y="250"/>
                    <a:pt x="0" y="250"/>
                  </a:cubicBezTo>
                  <a:moveTo>
                    <a:pt x="0" y="249"/>
                  </a:moveTo>
                  <a:cubicBezTo>
                    <a:pt x="0" y="249"/>
                    <a:pt x="0" y="249"/>
                    <a:pt x="0" y="249"/>
                  </a:cubicBezTo>
                  <a:cubicBezTo>
                    <a:pt x="0" y="249"/>
                    <a:pt x="0" y="249"/>
                    <a:pt x="0" y="249"/>
                  </a:cubicBezTo>
                  <a:moveTo>
                    <a:pt x="0" y="248"/>
                  </a:moveTo>
                  <a:cubicBezTo>
                    <a:pt x="0" y="248"/>
                    <a:pt x="0" y="248"/>
                    <a:pt x="0" y="248"/>
                  </a:cubicBezTo>
                  <a:cubicBezTo>
                    <a:pt x="0" y="248"/>
                    <a:pt x="0" y="248"/>
                    <a:pt x="0" y="248"/>
                  </a:cubicBezTo>
                  <a:moveTo>
                    <a:pt x="0" y="247"/>
                  </a:moveTo>
                  <a:cubicBezTo>
                    <a:pt x="0" y="247"/>
                    <a:pt x="0" y="247"/>
                    <a:pt x="0" y="247"/>
                  </a:cubicBezTo>
                  <a:cubicBezTo>
                    <a:pt x="0" y="247"/>
                    <a:pt x="0" y="247"/>
                    <a:pt x="0" y="247"/>
                  </a:cubicBezTo>
                  <a:moveTo>
                    <a:pt x="253" y="0"/>
                  </a:moveTo>
                  <a:cubicBezTo>
                    <a:pt x="253" y="0"/>
                    <a:pt x="253" y="0"/>
                    <a:pt x="253" y="0"/>
                  </a:cubicBezTo>
                  <a:cubicBezTo>
                    <a:pt x="253" y="0"/>
                    <a:pt x="253" y="0"/>
                    <a:pt x="253" y="0"/>
                  </a:cubicBezTo>
                  <a:moveTo>
                    <a:pt x="252" y="0"/>
                  </a:moveTo>
                  <a:cubicBezTo>
                    <a:pt x="252" y="0"/>
                    <a:pt x="252" y="0"/>
                    <a:pt x="252" y="0"/>
                  </a:cubicBezTo>
                  <a:cubicBezTo>
                    <a:pt x="252" y="0"/>
                    <a:pt x="252" y="0"/>
                    <a:pt x="252" y="0"/>
                  </a:cubicBezTo>
                  <a:moveTo>
                    <a:pt x="250" y="0"/>
                  </a:moveTo>
                  <a:cubicBezTo>
                    <a:pt x="251" y="0"/>
                    <a:pt x="251" y="0"/>
                    <a:pt x="251" y="0"/>
                  </a:cubicBezTo>
                  <a:cubicBezTo>
                    <a:pt x="251" y="0"/>
                    <a:pt x="251" y="0"/>
                    <a:pt x="250" y="0"/>
                  </a:cubicBezTo>
                  <a:moveTo>
                    <a:pt x="250" y="0"/>
                  </a:moveTo>
                  <a:cubicBezTo>
                    <a:pt x="250" y="0"/>
                    <a:pt x="250" y="0"/>
                    <a:pt x="250" y="0"/>
                  </a:cubicBezTo>
                  <a:cubicBezTo>
                    <a:pt x="250" y="0"/>
                    <a:pt x="250" y="0"/>
                    <a:pt x="250" y="0"/>
                  </a:cubicBezTo>
                  <a:moveTo>
                    <a:pt x="249" y="0"/>
                  </a:moveTo>
                  <a:cubicBezTo>
                    <a:pt x="249" y="0"/>
                    <a:pt x="249" y="0"/>
                    <a:pt x="249" y="0"/>
                  </a:cubicBezTo>
                  <a:cubicBezTo>
                    <a:pt x="249" y="0"/>
                    <a:pt x="249" y="0"/>
                    <a:pt x="249" y="0"/>
                  </a:cubicBezTo>
                  <a:moveTo>
                    <a:pt x="248" y="0"/>
                  </a:moveTo>
                  <a:cubicBezTo>
                    <a:pt x="248" y="0"/>
                    <a:pt x="248" y="0"/>
                    <a:pt x="249" y="0"/>
                  </a:cubicBezTo>
                  <a:cubicBezTo>
                    <a:pt x="248" y="0"/>
                    <a:pt x="248" y="0"/>
                    <a:pt x="248" y="0"/>
                  </a:cubicBezTo>
                  <a:moveTo>
                    <a:pt x="247" y="0"/>
                  </a:moveTo>
                  <a:cubicBezTo>
                    <a:pt x="247" y="0"/>
                    <a:pt x="248" y="0"/>
                    <a:pt x="248" y="0"/>
                  </a:cubicBezTo>
                  <a:cubicBezTo>
                    <a:pt x="248" y="0"/>
                    <a:pt x="247" y="0"/>
                    <a:pt x="247" y="0"/>
                  </a:cubicBezTo>
                  <a:moveTo>
                    <a:pt x="246" y="0"/>
                  </a:moveTo>
                  <a:cubicBezTo>
                    <a:pt x="179" y="0"/>
                    <a:pt x="117" y="28"/>
                    <a:pt x="73" y="72"/>
                  </a:cubicBezTo>
                  <a:cubicBezTo>
                    <a:pt x="73" y="72"/>
                    <a:pt x="73" y="72"/>
                    <a:pt x="73" y="72"/>
                  </a:cubicBezTo>
                  <a:cubicBezTo>
                    <a:pt x="117" y="28"/>
                    <a:pt x="179" y="0"/>
                    <a:pt x="246" y="0"/>
                  </a:cubicBezTo>
                  <a:cubicBezTo>
                    <a:pt x="247" y="0"/>
                    <a:pt x="247" y="0"/>
                    <a:pt x="247" y="0"/>
                  </a:cubicBezTo>
                  <a:cubicBezTo>
                    <a:pt x="247" y="0"/>
                    <a:pt x="247" y="0"/>
                    <a:pt x="246" y="0"/>
                  </a:cubicBezTo>
                </a:path>
              </a:pathLst>
            </a:custGeom>
            <a:solidFill>
              <a:srgbClr val="CCF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76" name="Freeform 130">
              <a:extLst>
                <a:ext uri="{FF2B5EF4-FFF2-40B4-BE49-F238E27FC236}">
                  <a16:creationId xmlns:a16="http://schemas.microsoft.com/office/drawing/2014/main" id="{A3439CD4-81A6-491C-944B-A1CF0C193D2F}"/>
                </a:ext>
              </a:extLst>
            </p:cNvPr>
            <p:cNvSpPr>
              <a:spLocks/>
            </p:cNvSpPr>
            <p:nvPr/>
          </p:nvSpPr>
          <p:spPr bwMode="auto">
            <a:xfrm>
              <a:off x="6450013" y="1768475"/>
              <a:ext cx="1470025" cy="1720850"/>
            </a:xfrm>
            <a:custGeom>
              <a:avLst/>
              <a:gdLst>
                <a:gd name="T0" fmla="*/ 246 w 386"/>
                <a:gd name="T1" fmla="*/ 0 h 452"/>
                <a:gd name="T2" fmla="*/ 73 w 386"/>
                <a:gd name="T3" fmla="*/ 72 h 452"/>
                <a:gd name="T4" fmla="*/ 46 w 386"/>
                <a:gd name="T5" fmla="*/ 103 h 452"/>
                <a:gd name="T6" fmla="*/ 3 w 386"/>
                <a:gd name="T7" fmla="*/ 213 h 452"/>
                <a:gd name="T8" fmla="*/ 0 w 386"/>
                <a:gd name="T9" fmla="*/ 246 h 452"/>
                <a:gd name="T10" fmla="*/ 0 w 386"/>
                <a:gd name="T11" fmla="*/ 247 h 452"/>
                <a:gd name="T12" fmla="*/ 0 w 386"/>
                <a:gd name="T13" fmla="*/ 247 h 452"/>
                <a:gd name="T14" fmla="*/ 0 w 386"/>
                <a:gd name="T15" fmla="*/ 248 h 452"/>
                <a:gd name="T16" fmla="*/ 0 w 386"/>
                <a:gd name="T17" fmla="*/ 248 h 452"/>
                <a:gd name="T18" fmla="*/ 0 w 386"/>
                <a:gd name="T19" fmla="*/ 249 h 452"/>
                <a:gd name="T20" fmla="*/ 0 w 386"/>
                <a:gd name="T21" fmla="*/ 249 h 452"/>
                <a:gd name="T22" fmla="*/ 0 w 386"/>
                <a:gd name="T23" fmla="*/ 250 h 452"/>
                <a:gd name="T24" fmla="*/ 0 w 386"/>
                <a:gd name="T25" fmla="*/ 250 h 452"/>
                <a:gd name="T26" fmla="*/ 1 w 386"/>
                <a:gd name="T27" fmla="*/ 251 h 452"/>
                <a:gd name="T28" fmla="*/ 1 w 386"/>
                <a:gd name="T29" fmla="*/ 251 h 452"/>
                <a:gd name="T30" fmla="*/ 1 w 386"/>
                <a:gd name="T31" fmla="*/ 252 h 452"/>
                <a:gd name="T32" fmla="*/ 1 w 386"/>
                <a:gd name="T33" fmla="*/ 252 h 452"/>
                <a:gd name="T34" fmla="*/ 1 w 386"/>
                <a:gd name="T35" fmla="*/ 254 h 452"/>
                <a:gd name="T36" fmla="*/ 1 w 386"/>
                <a:gd name="T37" fmla="*/ 254 h 452"/>
                <a:gd name="T38" fmla="*/ 1 w 386"/>
                <a:gd name="T39" fmla="*/ 255 h 452"/>
                <a:gd name="T40" fmla="*/ 1 w 386"/>
                <a:gd name="T41" fmla="*/ 255 h 452"/>
                <a:gd name="T42" fmla="*/ 1 w 386"/>
                <a:gd name="T43" fmla="*/ 256 h 452"/>
                <a:gd name="T44" fmla="*/ 1 w 386"/>
                <a:gd name="T45" fmla="*/ 256 h 452"/>
                <a:gd name="T46" fmla="*/ 1 w 386"/>
                <a:gd name="T47" fmla="*/ 258 h 452"/>
                <a:gd name="T48" fmla="*/ 1 w 386"/>
                <a:gd name="T49" fmla="*/ 258 h 452"/>
                <a:gd name="T50" fmla="*/ 1 w 386"/>
                <a:gd name="T51" fmla="*/ 259 h 452"/>
                <a:gd name="T52" fmla="*/ 1 w 386"/>
                <a:gd name="T53" fmla="*/ 259 h 452"/>
                <a:gd name="T54" fmla="*/ 113 w 386"/>
                <a:gd name="T55" fmla="*/ 452 h 452"/>
                <a:gd name="T56" fmla="*/ 7 w 386"/>
                <a:gd name="T57" fmla="*/ 250 h 452"/>
                <a:gd name="T58" fmla="*/ 253 w 386"/>
                <a:gd name="T59" fmla="*/ 4 h 452"/>
                <a:gd name="T60" fmla="*/ 386 w 386"/>
                <a:gd name="T61" fmla="*/ 44 h 452"/>
                <a:gd name="T62" fmla="*/ 253 w 386"/>
                <a:gd name="T63" fmla="*/ 0 h 452"/>
                <a:gd name="T64" fmla="*/ 253 w 386"/>
                <a:gd name="T65" fmla="*/ 0 h 452"/>
                <a:gd name="T66" fmla="*/ 252 w 386"/>
                <a:gd name="T67" fmla="*/ 0 h 452"/>
                <a:gd name="T68" fmla="*/ 252 w 386"/>
                <a:gd name="T69" fmla="*/ 0 h 452"/>
                <a:gd name="T70" fmla="*/ 251 w 386"/>
                <a:gd name="T71" fmla="*/ 0 h 452"/>
                <a:gd name="T72" fmla="*/ 250 w 386"/>
                <a:gd name="T73" fmla="*/ 0 h 452"/>
                <a:gd name="T74" fmla="*/ 250 w 386"/>
                <a:gd name="T75" fmla="*/ 0 h 452"/>
                <a:gd name="T76" fmla="*/ 250 w 386"/>
                <a:gd name="T77" fmla="*/ 0 h 452"/>
                <a:gd name="T78" fmla="*/ 249 w 386"/>
                <a:gd name="T79" fmla="*/ 0 h 452"/>
                <a:gd name="T80" fmla="*/ 249 w 386"/>
                <a:gd name="T81" fmla="*/ 0 h 452"/>
                <a:gd name="T82" fmla="*/ 249 w 386"/>
                <a:gd name="T83" fmla="*/ 0 h 452"/>
                <a:gd name="T84" fmla="*/ 248 w 386"/>
                <a:gd name="T85" fmla="*/ 0 h 452"/>
                <a:gd name="T86" fmla="*/ 248 w 386"/>
                <a:gd name="T87" fmla="*/ 0 h 452"/>
                <a:gd name="T88" fmla="*/ 247 w 386"/>
                <a:gd name="T89" fmla="*/ 0 h 452"/>
                <a:gd name="T90" fmla="*/ 247 w 386"/>
                <a:gd name="T91" fmla="*/ 0 h 452"/>
                <a:gd name="T92" fmla="*/ 246 w 386"/>
                <a:gd name="T9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6" h="452">
                  <a:moveTo>
                    <a:pt x="246" y="0"/>
                  </a:moveTo>
                  <a:cubicBezTo>
                    <a:pt x="179" y="0"/>
                    <a:pt x="117" y="28"/>
                    <a:pt x="73" y="72"/>
                  </a:cubicBezTo>
                  <a:cubicBezTo>
                    <a:pt x="63" y="82"/>
                    <a:pt x="54" y="92"/>
                    <a:pt x="46" y="103"/>
                  </a:cubicBezTo>
                  <a:cubicBezTo>
                    <a:pt x="24" y="135"/>
                    <a:pt x="8" y="172"/>
                    <a:pt x="3" y="213"/>
                  </a:cubicBezTo>
                  <a:cubicBezTo>
                    <a:pt x="1" y="224"/>
                    <a:pt x="0" y="235"/>
                    <a:pt x="0" y="246"/>
                  </a:cubicBezTo>
                  <a:cubicBezTo>
                    <a:pt x="0" y="246"/>
                    <a:pt x="0" y="247"/>
                    <a:pt x="0" y="247"/>
                  </a:cubicBezTo>
                  <a:cubicBezTo>
                    <a:pt x="0" y="247"/>
                    <a:pt x="0" y="247"/>
                    <a:pt x="0" y="247"/>
                  </a:cubicBezTo>
                  <a:cubicBezTo>
                    <a:pt x="0" y="248"/>
                    <a:pt x="0" y="248"/>
                    <a:pt x="0" y="248"/>
                  </a:cubicBezTo>
                  <a:cubicBezTo>
                    <a:pt x="0" y="248"/>
                    <a:pt x="0" y="248"/>
                    <a:pt x="0" y="248"/>
                  </a:cubicBezTo>
                  <a:cubicBezTo>
                    <a:pt x="0" y="249"/>
                    <a:pt x="0" y="249"/>
                    <a:pt x="0" y="249"/>
                  </a:cubicBezTo>
                  <a:cubicBezTo>
                    <a:pt x="0" y="249"/>
                    <a:pt x="0" y="249"/>
                    <a:pt x="0" y="249"/>
                  </a:cubicBezTo>
                  <a:cubicBezTo>
                    <a:pt x="0" y="250"/>
                    <a:pt x="0" y="250"/>
                    <a:pt x="0" y="250"/>
                  </a:cubicBezTo>
                  <a:cubicBezTo>
                    <a:pt x="0" y="250"/>
                    <a:pt x="0" y="250"/>
                    <a:pt x="0" y="250"/>
                  </a:cubicBezTo>
                  <a:cubicBezTo>
                    <a:pt x="0" y="251"/>
                    <a:pt x="0" y="251"/>
                    <a:pt x="1" y="251"/>
                  </a:cubicBezTo>
                  <a:cubicBezTo>
                    <a:pt x="1" y="251"/>
                    <a:pt x="1" y="251"/>
                    <a:pt x="1" y="251"/>
                  </a:cubicBezTo>
                  <a:cubicBezTo>
                    <a:pt x="1" y="252"/>
                    <a:pt x="1" y="252"/>
                    <a:pt x="1" y="252"/>
                  </a:cubicBezTo>
                  <a:cubicBezTo>
                    <a:pt x="1" y="252"/>
                    <a:pt x="1" y="252"/>
                    <a:pt x="1" y="252"/>
                  </a:cubicBezTo>
                  <a:cubicBezTo>
                    <a:pt x="1" y="253"/>
                    <a:pt x="1" y="254"/>
                    <a:pt x="1" y="254"/>
                  </a:cubicBezTo>
                  <a:cubicBezTo>
                    <a:pt x="1" y="254"/>
                    <a:pt x="1" y="254"/>
                    <a:pt x="1" y="254"/>
                  </a:cubicBezTo>
                  <a:cubicBezTo>
                    <a:pt x="1" y="255"/>
                    <a:pt x="1" y="255"/>
                    <a:pt x="1" y="255"/>
                  </a:cubicBezTo>
                  <a:cubicBezTo>
                    <a:pt x="1" y="255"/>
                    <a:pt x="1" y="255"/>
                    <a:pt x="1" y="255"/>
                  </a:cubicBezTo>
                  <a:cubicBezTo>
                    <a:pt x="1" y="256"/>
                    <a:pt x="1" y="256"/>
                    <a:pt x="1" y="256"/>
                  </a:cubicBezTo>
                  <a:cubicBezTo>
                    <a:pt x="1" y="256"/>
                    <a:pt x="1" y="256"/>
                    <a:pt x="1" y="256"/>
                  </a:cubicBezTo>
                  <a:cubicBezTo>
                    <a:pt x="1" y="257"/>
                    <a:pt x="1" y="258"/>
                    <a:pt x="1" y="258"/>
                  </a:cubicBezTo>
                  <a:cubicBezTo>
                    <a:pt x="1" y="258"/>
                    <a:pt x="1" y="258"/>
                    <a:pt x="1" y="258"/>
                  </a:cubicBezTo>
                  <a:cubicBezTo>
                    <a:pt x="1" y="259"/>
                    <a:pt x="1" y="259"/>
                    <a:pt x="1" y="259"/>
                  </a:cubicBezTo>
                  <a:cubicBezTo>
                    <a:pt x="1" y="259"/>
                    <a:pt x="1" y="259"/>
                    <a:pt x="1" y="259"/>
                  </a:cubicBezTo>
                  <a:cubicBezTo>
                    <a:pt x="5" y="340"/>
                    <a:pt x="49" y="411"/>
                    <a:pt x="113" y="452"/>
                  </a:cubicBezTo>
                  <a:cubicBezTo>
                    <a:pt x="49" y="408"/>
                    <a:pt x="7" y="334"/>
                    <a:pt x="7" y="250"/>
                  </a:cubicBezTo>
                  <a:cubicBezTo>
                    <a:pt x="7" y="115"/>
                    <a:pt x="117" y="4"/>
                    <a:pt x="253" y="4"/>
                  </a:cubicBezTo>
                  <a:cubicBezTo>
                    <a:pt x="302" y="4"/>
                    <a:pt x="347" y="19"/>
                    <a:pt x="386" y="44"/>
                  </a:cubicBezTo>
                  <a:cubicBezTo>
                    <a:pt x="348" y="18"/>
                    <a:pt x="302" y="2"/>
                    <a:pt x="253" y="0"/>
                  </a:cubicBezTo>
                  <a:cubicBezTo>
                    <a:pt x="253" y="0"/>
                    <a:pt x="253" y="0"/>
                    <a:pt x="253" y="0"/>
                  </a:cubicBezTo>
                  <a:cubicBezTo>
                    <a:pt x="253" y="0"/>
                    <a:pt x="253" y="0"/>
                    <a:pt x="252" y="0"/>
                  </a:cubicBezTo>
                  <a:cubicBezTo>
                    <a:pt x="252" y="0"/>
                    <a:pt x="252" y="0"/>
                    <a:pt x="252" y="0"/>
                  </a:cubicBezTo>
                  <a:cubicBezTo>
                    <a:pt x="252" y="0"/>
                    <a:pt x="251" y="0"/>
                    <a:pt x="251" y="0"/>
                  </a:cubicBezTo>
                  <a:cubicBezTo>
                    <a:pt x="251" y="0"/>
                    <a:pt x="251" y="0"/>
                    <a:pt x="250" y="0"/>
                  </a:cubicBezTo>
                  <a:cubicBezTo>
                    <a:pt x="250" y="0"/>
                    <a:pt x="250" y="0"/>
                    <a:pt x="250" y="0"/>
                  </a:cubicBezTo>
                  <a:cubicBezTo>
                    <a:pt x="250" y="0"/>
                    <a:pt x="250" y="0"/>
                    <a:pt x="250" y="0"/>
                  </a:cubicBezTo>
                  <a:cubicBezTo>
                    <a:pt x="250" y="0"/>
                    <a:pt x="250" y="0"/>
                    <a:pt x="249" y="0"/>
                  </a:cubicBezTo>
                  <a:cubicBezTo>
                    <a:pt x="249" y="0"/>
                    <a:pt x="249" y="0"/>
                    <a:pt x="249" y="0"/>
                  </a:cubicBezTo>
                  <a:cubicBezTo>
                    <a:pt x="249" y="0"/>
                    <a:pt x="249" y="0"/>
                    <a:pt x="249" y="0"/>
                  </a:cubicBezTo>
                  <a:cubicBezTo>
                    <a:pt x="248" y="0"/>
                    <a:pt x="248" y="0"/>
                    <a:pt x="248" y="0"/>
                  </a:cubicBezTo>
                  <a:cubicBezTo>
                    <a:pt x="248" y="0"/>
                    <a:pt x="248" y="0"/>
                    <a:pt x="248" y="0"/>
                  </a:cubicBezTo>
                  <a:cubicBezTo>
                    <a:pt x="248" y="0"/>
                    <a:pt x="247" y="0"/>
                    <a:pt x="247" y="0"/>
                  </a:cubicBezTo>
                  <a:cubicBezTo>
                    <a:pt x="247" y="0"/>
                    <a:pt x="247" y="0"/>
                    <a:pt x="247" y="0"/>
                  </a:cubicBezTo>
                  <a:cubicBezTo>
                    <a:pt x="247" y="0"/>
                    <a:pt x="247" y="0"/>
                    <a:pt x="246" y="0"/>
                  </a:cubicBezTo>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77" name="Freeform 131">
              <a:extLst>
                <a:ext uri="{FF2B5EF4-FFF2-40B4-BE49-F238E27FC236}">
                  <a16:creationId xmlns:a16="http://schemas.microsoft.com/office/drawing/2014/main" id="{1A7F0545-7715-4E4E-808E-79E6625EEAA8}"/>
                </a:ext>
              </a:extLst>
            </p:cNvPr>
            <p:cNvSpPr>
              <a:spLocks/>
            </p:cNvSpPr>
            <p:nvPr/>
          </p:nvSpPr>
          <p:spPr bwMode="auto">
            <a:xfrm>
              <a:off x="8609013" y="2011363"/>
              <a:ext cx="615950" cy="854075"/>
            </a:xfrm>
            <a:custGeom>
              <a:avLst/>
              <a:gdLst>
                <a:gd name="T0" fmla="*/ 162 w 162"/>
                <a:gd name="T1" fmla="*/ 0 h 224"/>
                <a:gd name="T2" fmla="*/ 9 w 162"/>
                <a:gd name="T3" fmla="*/ 138 h 224"/>
                <a:gd name="T4" fmla="*/ 0 w 162"/>
                <a:gd name="T5" fmla="*/ 224 h 224"/>
                <a:gd name="T6" fmla="*/ 83 w 162"/>
                <a:gd name="T7" fmla="*/ 149 h 224"/>
                <a:gd name="T8" fmla="*/ 162 w 162"/>
                <a:gd name="T9" fmla="*/ 0 h 224"/>
              </a:gdLst>
              <a:ahLst/>
              <a:cxnLst>
                <a:cxn ang="0">
                  <a:pos x="T0" y="T1"/>
                </a:cxn>
                <a:cxn ang="0">
                  <a:pos x="T2" y="T3"/>
                </a:cxn>
                <a:cxn ang="0">
                  <a:pos x="T4" y="T5"/>
                </a:cxn>
                <a:cxn ang="0">
                  <a:pos x="T6" y="T7"/>
                </a:cxn>
                <a:cxn ang="0">
                  <a:pos x="T8" y="T9"/>
                </a:cxn>
              </a:cxnLst>
              <a:rect l="0" t="0" r="r" b="b"/>
              <a:pathLst>
                <a:path w="162" h="224">
                  <a:moveTo>
                    <a:pt x="162" y="0"/>
                  </a:moveTo>
                  <a:cubicBezTo>
                    <a:pt x="9" y="138"/>
                    <a:pt x="9" y="138"/>
                    <a:pt x="9" y="138"/>
                  </a:cubicBezTo>
                  <a:cubicBezTo>
                    <a:pt x="0" y="224"/>
                    <a:pt x="0" y="224"/>
                    <a:pt x="0" y="224"/>
                  </a:cubicBezTo>
                  <a:cubicBezTo>
                    <a:pt x="28" y="199"/>
                    <a:pt x="56" y="173"/>
                    <a:pt x="83" y="149"/>
                  </a:cubicBezTo>
                  <a:cubicBezTo>
                    <a:pt x="91" y="90"/>
                    <a:pt x="120" y="38"/>
                    <a:pt x="162" y="0"/>
                  </a:cubicBezTo>
                  <a:close/>
                </a:path>
              </a:pathLst>
            </a:custGeom>
            <a:gradFill>
              <a:gsLst>
                <a:gs pos="67000">
                  <a:srgbClr val="000000"/>
                </a:gs>
                <a:gs pos="42000">
                  <a:schemeClr val="accent3">
                    <a:alpha val="0"/>
                  </a:schemeClr>
                </a:gs>
              </a:gsLst>
              <a:lin ang="120000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078" name="Freeform 132">
              <a:extLst>
                <a:ext uri="{FF2B5EF4-FFF2-40B4-BE49-F238E27FC236}">
                  <a16:creationId xmlns:a16="http://schemas.microsoft.com/office/drawing/2014/main" id="{E998F01B-3525-42CA-B14C-2EE3B9B2DCBA}"/>
                </a:ext>
              </a:extLst>
            </p:cNvPr>
            <p:cNvSpPr>
              <a:spLocks/>
            </p:cNvSpPr>
            <p:nvPr/>
          </p:nvSpPr>
          <p:spPr bwMode="auto">
            <a:xfrm>
              <a:off x="7869238" y="2403475"/>
              <a:ext cx="454025" cy="831850"/>
            </a:xfrm>
            <a:custGeom>
              <a:avLst/>
              <a:gdLst>
                <a:gd name="T0" fmla="*/ 119 w 119"/>
                <a:gd name="T1" fmla="*/ 79 h 218"/>
                <a:gd name="T2" fmla="*/ 117 w 119"/>
                <a:gd name="T3" fmla="*/ 112 h 218"/>
                <a:gd name="T4" fmla="*/ 0 w 119"/>
                <a:gd name="T5" fmla="*/ 218 h 218"/>
                <a:gd name="T6" fmla="*/ 61 w 119"/>
                <a:gd name="T7" fmla="*/ 79 h 218"/>
                <a:gd name="T8" fmla="*/ 57 w 119"/>
                <a:gd name="T9" fmla="*/ 40 h 218"/>
                <a:gd name="T10" fmla="*/ 106 w 119"/>
                <a:gd name="T11" fmla="*/ 0 h 218"/>
                <a:gd name="T12" fmla="*/ 119 w 119"/>
                <a:gd name="T13" fmla="*/ 79 h 218"/>
              </a:gdLst>
              <a:ahLst/>
              <a:cxnLst>
                <a:cxn ang="0">
                  <a:pos x="T0" y="T1"/>
                </a:cxn>
                <a:cxn ang="0">
                  <a:pos x="T2" y="T3"/>
                </a:cxn>
                <a:cxn ang="0">
                  <a:pos x="T4" y="T5"/>
                </a:cxn>
                <a:cxn ang="0">
                  <a:pos x="T6" y="T7"/>
                </a:cxn>
                <a:cxn ang="0">
                  <a:pos x="T8" y="T9"/>
                </a:cxn>
                <a:cxn ang="0">
                  <a:pos x="T10" y="T11"/>
                </a:cxn>
                <a:cxn ang="0">
                  <a:pos x="T12" y="T13"/>
                </a:cxn>
              </a:cxnLst>
              <a:rect l="0" t="0" r="r" b="b"/>
              <a:pathLst>
                <a:path w="119" h="218">
                  <a:moveTo>
                    <a:pt x="119" y="79"/>
                  </a:moveTo>
                  <a:cubicBezTo>
                    <a:pt x="119" y="90"/>
                    <a:pt x="118" y="102"/>
                    <a:pt x="117" y="112"/>
                  </a:cubicBezTo>
                  <a:cubicBezTo>
                    <a:pt x="0" y="218"/>
                    <a:pt x="0" y="218"/>
                    <a:pt x="0" y="218"/>
                  </a:cubicBezTo>
                  <a:cubicBezTo>
                    <a:pt x="38" y="184"/>
                    <a:pt x="61" y="134"/>
                    <a:pt x="61" y="79"/>
                  </a:cubicBezTo>
                  <a:cubicBezTo>
                    <a:pt x="61" y="66"/>
                    <a:pt x="60" y="52"/>
                    <a:pt x="57" y="40"/>
                  </a:cubicBezTo>
                  <a:cubicBezTo>
                    <a:pt x="106" y="0"/>
                    <a:pt x="106" y="0"/>
                    <a:pt x="106" y="0"/>
                  </a:cubicBezTo>
                  <a:cubicBezTo>
                    <a:pt x="115" y="25"/>
                    <a:pt x="119" y="51"/>
                    <a:pt x="119" y="79"/>
                  </a:cubicBezTo>
                  <a:close/>
                </a:path>
              </a:pathLst>
            </a:custGeom>
            <a:gradFill>
              <a:gsLst>
                <a:gs pos="84000">
                  <a:srgbClr val="000000"/>
                </a:gs>
                <a:gs pos="45000">
                  <a:schemeClr val="accent3">
                    <a:alpha val="0"/>
                  </a:schemeClr>
                </a:gs>
              </a:gsLst>
              <a:lin ang="30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03" name="Ring_04">
            <a:extLst>
              <a:ext uri="{FF2B5EF4-FFF2-40B4-BE49-F238E27FC236}">
                <a16:creationId xmlns:a16="http://schemas.microsoft.com/office/drawing/2014/main" id="{1D9E0FB4-D8E2-4A6B-AF38-6F0175F2A85C}"/>
              </a:ext>
            </a:extLst>
          </p:cNvPr>
          <p:cNvGrpSpPr/>
          <p:nvPr/>
        </p:nvGrpSpPr>
        <p:grpSpPr>
          <a:xfrm>
            <a:off x="8916988" y="1947024"/>
            <a:ext cx="1868488" cy="1873250"/>
            <a:chOff x="8916988" y="1768475"/>
            <a:chExt cx="1868488" cy="1873250"/>
          </a:xfrm>
          <a:effectLst>
            <a:outerShdw blurRad="152400" dist="50800" dir="2700000" algn="tl" rotWithShape="0">
              <a:prstClr val="black">
                <a:alpha val="29000"/>
              </a:prstClr>
            </a:outerShdw>
          </a:effectLst>
        </p:grpSpPr>
        <p:sp>
          <p:nvSpPr>
            <p:cNvPr id="1064" name="Freeform 118">
              <a:extLst>
                <a:ext uri="{FF2B5EF4-FFF2-40B4-BE49-F238E27FC236}">
                  <a16:creationId xmlns:a16="http://schemas.microsoft.com/office/drawing/2014/main" id="{9E69C03C-3F8F-4833-A3ED-68C62BE24D9E}"/>
                </a:ext>
              </a:extLst>
            </p:cNvPr>
            <p:cNvSpPr>
              <a:spLocks noEditPoints="1"/>
            </p:cNvSpPr>
            <p:nvPr/>
          </p:nvSpPr>
          <p:spPr bwMode="auto">
            <a:xfrm>
              <a:off x="8916988" y="1768475"/>
              <a:ext cx="1868488" cy="1873250"/>
            </a:xfrm>
            <a:custGeom>
              <a:avLst/>
              <a:gdLst>
                <a:gd name="T0" fmla="*/ 246 w 491"/>
                <a:gd name="T1" fmla="*/ 492 h 492"/>
                <a:gd name="T2" fmla="*/ 0 w 491"/>
                <a:gd name="T3" fmla="*/ 246 h 492"/>
                <a:gd name="T4" fmla="*/ 246 w 491"/>
                <a:gd name="T5" fmla="*/ 0 h 492"/>
                <a:gd name="T6" fmla="*/ 491 w 491"/>
                <a:gd name="T7" fmla="*/ 246 h 492"/>
                <a:gd name="T8" fmla="*/ 246 w 491"/>
                <a:gd name="T9" fmla="*/ 492 h 492"/>
                <a:gd name="T10" fmla="*/ 246 w 491"/>
                <a:gd name="T11" fmla="*/ 58 h 492"/>
                <a:gd name="T12" fmla="*/ 57 w 491"/>
                <a:gd name="T13" fmla="*/ 246 h 492"/>
                <a:gd name="T14" fmla="*/ 246 w 491"/>
                <a:gd name="T15" fmla="*/ 434 h 492"/>
                <a:gd name="T16" fmla="*/ 434 w 491"/>
                <a:gd name="T17" fmla="*/ 246 h 492"/>
                <a:gd name="T18" fmla="*/ 246 w 491"/>
                <a:gd name="T19" fmla="*/ 58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1" h="492">
                  <a:moveTo>
                    <a:pt x="246" y="492"/>
                  </a:moveTo>
                  <a:cubicBezTo>
                    <a:pt x="110" y="492"/>
                    <a:pt x="0" y="382"/>
                    <a:pt x="0" y="246"/>
                  </a:cubicBezTo>
                  <a:cubicBezTo>
                    <a:pt x="0" y="111"/>
                    <a:pt x="110" y="0"/>
                    <a:pt x="246" y="0"/>
                  </a:cubicBezTo>
                  <a:cubicBezTo>
                    <a:pt x="381" y="0"/>
                    <a:pt x="491" y="111"/>
                    <a:pt x="491" y="246"/>
                  </a:cubicBezTo>
                  <a:cubicBezTo>
                    <a:pt x="491" y="382"/>
                    <a:pt x="381" y="492"/>
                    <a:pt x="246" y="492"/>
                  </a:cubicBezTo>
                  <a:moveTo>
                    <a:pt x="246" y="58"/>
                  </a:moveTo>
                  <a:cubicBezTo>
                    <a:pt x="142" y="58"/>
                    <a:pt x="57" y="142"/>
                    <a:pt x="57" y="246"/>
                  </a:cubicBezTo>
                  <a:cubicBezTo>
                    <a:pt x="57" y="350"/>
                    <a:pt x="142" y="434"/>
                    <a:pt x="246" y="434"/>
                  </a:cubicBezTo>
                  <a:cubicBezTo>
                    <a:pt x="349" y="434"/>
                    <a:pt x="434" y="350"/>
                    <a:pt x="434" y="246"/>
                  </a:cubicBezTo>
                  <a:cubicBezTo>
                    <a:pt x="434" y="142"/>
                    <a:pt x="349" y="58"/>
                    <a:pt x="246" y="58"/>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067" name="Freeform 121">
              <a:extLst>
                <a:ext uri="{FF2B5EF4-FFF2-40B4-BE49-F238E27FC236}">
                  <a16:creationId xmlns:a16="http://schemas.microsoft.com/office/drawing/2014/main" id="{52FD1EE1-5152-4FB8-AF1D-CD38F9DD1ACC}"/>
                </a:ext>
              </a:extLst>
            </p:cNvPr>
            <p:cNvSpPr>
              <a:spLocks/>
            </p:cNvSpPr>
            <p:nvPr/>
          </p:nvSpPr>
          <p:spPr bwMode="auto">
            <a:xfrm>
              <a:off x="9472613" y="2117725"/>
              <a:ext cx="1119188" cy="1319213"/>
            </a:xfrm>
            <a:custGeom>
              <a:avLst/>
              <a:gdLst>
                <a:gd name="T0" fmla="*/ 208 w 294"/>
                <a:gd name="T1" fmla="*/ 0 h 346"/>
                <a:gd name="T2" fmla="*/ 287 w 294"/>
                <a:gd name="T3" fmla="*/ 146 h 346"/>
                <a:gd name="T4" fmla="*/ 287 w 294"/>
                <a:gd name="T5" fmla="*/ 146 h 346"/>
                <a:gd name="T6" fmla="*/ 287 w 294"/>
                <a:gd name="T7" fmla="*/ 147 h 346"/>
                <a:gd name="T8" fmla="*/ 287 w 294"/>
                <a:gd name="T9" fmla="*/ 147 h 346"/>
                <a:gd name="T10" fmla="*/ 287 w 294"/>
                <a:gd name="T11" fmla="*/ 148 h 346"/>
                <a:gd name="T12" fmla="*/ 287 w 294"/>
                <a:gd name="T13" fmla="*/ 148 h 346"/>
                <a:gd name="T14" fmla="*/ 287 w 294"/>
                <a:gd name="T15" fmla="*/ 149 h 346"/>
                <a:gd name="T16" fmla="*/ 287 w 294"/>
                <a:gd name="T17" fmla="*/ 149 h 346"/>
                <a:gd name="T18" fmla="*/ 288 w 294"/>
                <a:gd name="T19" fmla="*/ 150 h 346"/>
                <a:gd name="T20" fmla="*/ 288 w 294"/>
                <a:gd name="T21" fmla="*/ 150 h 346"/>
                <a:gd name="T22" fmla="*/ 288 w 294"/>
                <a:gd name="T23" fmla="*/ 150 h 346"/>
                <a:gd name="T24" fmla="*/ 288 w 294"/>
                <a:gd name="T25" fmla="*/ 150 h 346"/>
                <a:gd name="T26" fmla="*/ 288 w 294"/>
                <a:gd name="T27" fmla="*/ 151 h 346"/>
                <a:gd name="T28" fmla="*/ 288 w 294"/>
                <a:gd name="T29" fmla="*/ 151 h 346"/>
                <a:gd name="T30" fmla="*/ 288 w 294"/>
                <a:gd name="T31" fmla="*/ 152 h 346"/>
                <a:gd name="T32" fmla="*/ 288 w 294"/>
                <a:gd name="T33" fmla="*/ 152 h 346"/>
                <a:gd name="T34" fmla="*/ 288 w 294"/>
                <a:gd name="T35" fmla="*/ 152 h 346"/>
                <a:gd name="T36" fmla="*/ 288 w 294"/>
                <a:gd name="T37" fmla="*/ 153 h 346"/>
                <a:gd name="T38" fmla="*/ 288 w 294"/>
                <a:gd name="T39" fmla="*/ 153 h 346"/>
                <a:gd name="T40" fmla="*/ 288 w 294"/>
                <a:gd name="T41" fmla="*/ 153 h 346"/>
                <a:gd name="T42" fmla="*/ 288 w 294"/>
                <a:gd name="T43" fmla="*/ 154 h 346"/>
                <a:gd name="T44" fmla="*/ 288 w 294"/>
                <a:gd name="T45" fmla="*/ 154 h 346"/>
                <a:gd name="T46" fmla="*/ 288 w 294"/>
                <a:gd name="T47" fmla="*/ 154 h 346"/>
                <a:gd name="T48" fmla="*/ 288 w 294"/>
                <a:gd name="T49" fmla="*/ 154 h 346"/>
                <a:gd name="T50" fmla="*/ 100 w 294"/>
                <a:gd name="T51" fmla="*/ 342 h 346"/>
                <a:gd name="T52" fmla="*/ 99 w 294"/>
                <a:gd name="T53" fmla="*/ 342 h 346"/>
                <a:gd name="T54" fmla="*/ 99 w 294"/>
                <a:gd name="T55" fmla="*/ 342 h 346"/>
                <a:gd name="T56" fmla="*/ 98 w 294"/>
                <a:gd name="T57" fmla="*/ 342 h 346"/>
                <a:gd name="T58" fmla="*/ 98 w 294"/>
                <a:gd name="T59" fmla="*/ 342 h 346"/>
                <a:gd name="T60" fmla="*/ 97 w 294"/>
                <a:gd name="T61" fmla="*/ 342 h 346"/>
                <a:gd name="T62" fmla="*/ 97 w 294"/>
                <a:gd name="T63" fmla="*/ 342 h 346"/>
                <a:gd name="T64" fmla="*/ 96 w 294"/>
                <a:gd name="T65" fmla="*/ 342 h 346"/>
                <a:gd name="T66" fmla="*/ 96 w 294"/>
                <a:gd name="T67" fmla="*/ 342 h 346"/>
                <a:gd name="T68" fmla="*/ 0 w 294"/>
                <a:gd name="T69" fmla="*/ 313 h 346"/>
                <a:gd name="T70" fmla="*/ 106 w 294"/>
                <a:gd name="T71" fmla="*/ 346 h 346"/>
                <a:gd name="T72" fmla="*/ 294 w 294"/>
                <a:gd name="T73" fmla="*/ 158 h 346"/>
                <a:gd name="T74" fmla="*/ 208 w 294"/>
                <a:gd name="T75" fmla="*/ 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4" h="346">
                  <a:moveTo>
                    <a:pt x="208" y="0"/>
                  </a:moveTo>
                  <a:cubicBezTo>
                    <a:pt x="254" y="33"/>
                    <a:pt x="285" y="86"/>
                    <a:pt x="287" y="146"/>
                  </a:cubicBezTo>
                  <a:cubicBezTo>
                    <a:pt x="287" y="146"/>
                    <a:pt x="287" y="146"/>
                    <a:pt x="287" y="146"/>
                  </a:cubicBezTo>
                  <a:cubicBezTo>
                    <a:pt x="287" y="146"/>
                    <a:pt x="287" y="146"/>
                    <a:pt x="287" y="147"/>
                  </a:cubicBezTo>
                  <a:cubicBezTo>
                    <a:pt x="287" y="147"/>
                    <a:pt x="287" y="147"/>
                    <a:pt x="287" y="147"/>
                  </a:cubicBezTo>
                  <a:cubicBezTo>
                    <a:pt x="287" y="147"/>
                    <a:pt x="287" y="148"/>
                    <a:pt x="287" y="148"/>
                  </a:cubicBezTo>
                  <a:cubicBezTo>
                    <a:pt x="287" y="148"/>
                    <a:pt x="287" y="148"/>
                    <a:pt x="287" y="148"/>
                  </a:cubicBezTo>
                  <a:cubicBezTo>
                    <a:pt x="287" y="148"/>
                    <a:pt x="287" y="149"/>
                    <a:pt x="287" y="149"/>
                  </a:cubicBezTo>
                  <a:cubicBezTo>
                    <a:pt x="287" y="149"/>
                    <a:pt x="287" y="149"/>
                    <a:pt x="287" y="149"/>
                  </a:cubicBezTo>
                  <a:cubicBezTo>
                    <a:pt x="288" y="149"/>
                    <a:pt x="288" y="149"/>
                    <a:pt x="288" y="150"/>
                  </a:cubicBezTo>
                  <a:cubicBezTo>
                    <a:pt x="288" y="150"/>
                    <a:pt x="288" y="150"/>
                    <a:pt x="288" y="150"/>
                  </a:cubicBezTo>
                  <a:cubicBezTo>
                    <a:pt x="288" y="150"/>
                    <a:pt x="288" y="150"/>
                    <a:pt x="288" y="150"/>
                  </a:cubicBezTo>
                  <a:cubicBezTo>
                    <a:pt x="288" y="150"/>
                    <a:pt x="288" y="150"/>
                    <a:pt x="288" y="150"/>
                  </a:cubicBezTo>
                  <a:cubicBezTo>
                    <a:pt x="288" y="151"/>
                    <a:pt x="288" y="151"/>
                    <a:pt x="288" y="151"/>
                  </a:cubicBezTo>
                  <a:cubicBezTo>
                    <a:pt x="288" y="151"/>
                    <a:pt x="288" y="151"/>
                    <a:pt x="288" y="151"/>
                  </a:cubicBezTo>
                  <a:cubicBezTo>
                    <a:pt x="288" y="151"/>
                    <a:pt x="288" y="152"/>
                    <a:pt x="288" y="152"/>
                  </a:cubicBezTo>
                  <a:cubicBezTo>
                    <a:pt x="288" y="152"/>
                    <a:pt x="288" y="152"/>
                    <a:pt x="288" y="152"/>
                  </a:cubicBezTo>
                  <a:cubicBezTo>
                    <a:pt x="288" y="152"/>
                    <a:pt x="288" y="152"/>
                    <a:pt x="288" y="152"/>
                  </a:cubicBezTo>
                  <a:cubicBezTo>
                    <a:pt x="288" y="153"/>
                    <a:pt x="288" y="153"/>
                    <a:pt x="288" y="153"/>
                  </a:cubicBezTo>
                  <a:cubicBezTo>
                    <a:pt x="288" y="153"/>
                    <a:pt x="288" y="153"/>
                    <a:pt x="288" y="153"/>
                  </a:cubicBezTo>
                  <a:cubicBezTo>
                    <a:pt x="288" y="153"/>
                    <a:pt x="288" y="153"/>
                    <a:pt x="288" y="153"/>
                  </a:cubicBezTo>
                  <a:cubicBezTo>
                    <a:pt x="288" y="154"/>
                    <a:pt x="288" y="154"/>
                    <a:pt x="288" y="154"/>
                  </a:cubicBezTo>
                  <a:cubicBezTo>
                    <a:pt x="288" y="154"/>
                    <a:pt x="288" y="154"/>
                    <a:pt x="288" y="154"/>
                  </a:cubicBezTo>
                  <a:cubicBezTo>
                    <a:pt x="288" y="154"/>
                    <a:pt x="288" y="154"/>
                    <a:pt x="288" y="154"/>
                  </a:cubicBezTo>
                  <a:cubicBezTo>
                    <a:pt x="288" y="154"/>
                    <a:pt x="288" y="154"/>
                    <a:pt x="288" y="154"/>
                  </a:cubicBezTo>
                  <a:cubicBezTo>
                    <a:pt x="288" y="258"/>
                    <a:pt x="203" y="342"/>
                    <a:pt x="100" y="342"/>
                  </a:cubicBezTo>
                  <a:cubicBezTo>
                    <a:pt x="99" y="342"/>
                    <a:pt x="99" y="342"/>
                    <a:pt x="99" y="342"/>
                  </a:cubicBezTo>
                  <a:cubicBezTo>
                    <a:pt x="99" y="342"/>
                    <a:pt x="99" y="342"/>
                    <a:pt x="99" y="342"/>
                  </a:cubicBezTo>
                  <a:cubicBezTo>
                    <a:pt x="98" y="342"/>
                    <a:pt x="98" y="342"/>
                    <a:pt x="98" y="342"/>
                  </a:cubicBezTo>
                  <a:cubicBezTo>
                    <a:pt x="98" y="342"/>
                    <a:pt x="98" y="342"/>
                    <a:pt x="98" y="342"/>
                  </a:cubicBezTo>
                  <a:cubicBezTo>
                    <a:pt x="97" y="342"/>
                    <a:pt x="97" y="342"/>
                    <a:pt x="97" y="342"/>
                  </a:cubicBezTo>
                  <a:cubicBezTo>
                    <a:pt x="97" y="342"/>
                    <a:pt x="97" y="342"/>
                    <a:pt x="97" y="342"/>
                  </a:cubicBezTo>
                  <a:cubicBezTo>
                    <a:pt x="97" y="342"/>
                    <a:pt x="96" y="342"/>
                    <a:pt x="96" y="342"/>
                  </a:cubicBezTo>
                  <a:cubicBezTo>
                    <a:pt x="96" y="342"/>
                    <a:pt x="96" y="342"/>
                    <a:pt x="96" y="342"/>
                  </a:cubicBezTo>
                  <a:cubicBezTo>
                    <a:pt x="61" y="341"/>
                    <a:pt x="28" y="331"/>
                    <a:pt x="0" y="313"/>
                  </a:cubicBezTo>
                  <a:cubicBezTo>
                    <a:pt x="30" y="334"/>
                    <a:pt x="66" y="346"/>
                    <a:pt x="106" y="346"/>
                  </a:cubicBezTo>
                  <a:cubicBezTo>
                    <a:pt x="209" y="346"/>
                    <a:pt x="294" y="262"/>
                    <a:pt x="294" y="158"/>
                  </a:cubicBezTo>
                  <a:cubicBezTo>
                    <a:pt x="294" y="92"/>
                    <a:pt x="259" y="34"/>
                    <a:pt x="208" y="0"/>
                  </a:cubicBezTo>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69" name="Freeform 123">
              <a:extLst>
                <a:ext uri="{FF2B5EF4-FFF2-40B4-BE49-F238E27FC236}">
                  <a16:creationId xmlns:a16="http://schemas.microsoft.com/office/drawing/2014/main" id="{7ACEB38A-AC52-4483-A021-7708699BBBE2}"/>
                </a:ext>
              </a:extLst>
            </p:cNvPr>
            <p:cNvSpPr>
              <a:spLocks/>
            </p:cNvSpPr>
            <p:nvPr/>
          </p:nvSpPr>
          <p:spPr bwMode="auto">
            <a:xfrm>
              <a:off x="8916988" y="1768475"/>
              <a:ext cx="1465263" cy="1720850"/>
            </a:xfrm>
            <a:custGeom>
              <a:avLst/>
              <a:gdLst>
                <a:gd name="T0" fmla="*/ 246 w 385"/>
                <a:gd name="T1" fmla="*/ 0 h 452"/>
                <a:gd name="T2" fmla="*/ 81 w 385"/>
                <a:gd name="T3" fmla="*/ 64 h 452"/>
                <a:gd name="T4" fmla="*/ 81 w 385"/>
                <a:gd name="T5" fmla="*/ 64 h 452"/>
                <a:gd name="T6" fmla="*/ 81 w 385"/>
                <a:gd name="T7" fmla="*/ 64 h 452"/>
                <a:gd name="T8" fmla="*/ 81 w 385"/>
                <a:gd name="T9" fmla="*/ 64 h 452"/>
                <a:gd name="T10" fmla="*/ 42 w 385"/>
                <a:gd name="T11" fmla="*/ 108 h 452"/>
                <a:gd name="T12" fmla="*/ 42 w 385"/>
                <a:gd name="T13" fmla="*/ 108 h 452"/>
                <a:gd name="T14" fmla="*/ 2 w 385"/>
                <a:gd name="T15" fmla="*/ 213 h 452"/>
                <a:gd name="T16" fmla="*/ 2 w 385"/>
                <a:gd name="T17" fmla="*/ 213 h 452"/>
                <a:gd name="T18" fmla="*/ 0 w 385"/>
                <a:gd name="T19" fmla="*/ 246 h 452"/>
                <a:gd name="T20" fmla="*/ 0 w 385"/>
                <a:gd name="T21" fmla="*/ 247 h 452"/>
                <a:gd name="T22" fmla="*/ 0 w 385"/>
                <a:gd name="T23" fmla="*/ 247 h 452"/>
                <a:gd name="T24" fmla="*/ 0 w 385"/>
                <a:gd name="T25" fmla="*/ 248 h 452"/>
                <a:gd name="T26" fmla="*/ 0 w 385"/>
                <a:gd name="T27" fmla="*/ 248 h 452"/>
                <a:gd name="T28" fmla="*/ 0 w 385"/>
                <a:gd name="T29" fmla="*/ 249 h 452"/>
                <a:gd name="T30" fmla="*/ 0 w 385"/>
                <a:gd name="T31" fmla="*/ 249 h 452"/>
                <a:gd name="T32" fmla="*/ 0 w 385"/>
                <a:gd name="T33" fmla="*/ 250 h 452"/>
                <a:gd name="T34" fmla="*/ 0 w 385"/>
                <a:gd name="T35" fmla="*/ 250 h 452"/>
                <a:gd name="T36" fmla="*/ 0 w 385"/>
                <a:gd name="T37" fmla="*/ 251 h 452"/>
                <a:gd name="T38" fmla="*/ 0 w 385"/>
                <a:gd name="T39" fmla="*/ 251 h 452"/>
                <a:gd name="T40" fmla="*/ 0 w 385"/>
                <a:gd name="T41" fmla="*/ 252 h 452"/>
                <a:gd name="T42" fmla="*/ 0 w 385"/>
                <a:gd name="T43" fmla="*/ 252 h 452"/>
                <a:gd name="T44" fmla="*/ 0 w 385"/>
                <a:gd name="T45" fmla="*/ 254 h 452"/>
                <a:gd name="T46" fmla="*/ 0 w 385"/>
                <a:gd name="T47" fmla="*/ 254 h 452"/>
                <a:gd name="T48" fmla="*/ 0 w 385"/>
                <a:gd name="T49" fmla="*/ 255 h 452"/>
                <a:gd name="T50" fmla="*/ 0 w 385"/>
                <a:gd name="T51" fmla="*/ 255 h 452"/>
                <a:gd name="T52" fmla="*/ 0 w 385"/>
                <a:gd name="T53" fmla="*/ 256 h 452"/>
                <a:gd name="T54" fmla="*/ 0 w 385"/>
                <a:gd name="T55" fmla="*/ 256 h 452"/>
                <a:gd name="T56" fmla="*/ 0 w 385"/>
                <a:gd name="T57" fmla="*/ 258 h 452"/>
                <a:gd name="T58" fmla="*/ 0 w 385"/>
                <a:gd name="T59" fmla="*/ 258 h 452"/>
                <a:gd name="T60" fmla="*/ 0 w 385"/>
                <a:gd name="T61" fmla="*/ 259 h 452"/>
                <a:gd name="T62" fmla="*/ 0 w 385"/>
                <a:gd name="T63" fmla="*/ 259 h 452"/>
                <a:gd name="T64" fmla="*/ 112 w 385"/>
                <a:gd name="T65" fmla="*/ 452 h 452"/>
                <a:gd name="T66" fmla="*/ 6 w 385"/>
                <a:gd name="T67" fmla="*/ 250 h 452"/>
                <a:gd name="T68" fmla="*/ 252 w 385"/>
                <a:gd name="T69" fmla="*/ 4 h 452"/>
                <a:gd name="T70" fmla="*/ 385 w 385"/>
                <a:gd name="T71" fmla="*/ 44 h 452"/>
                <a:gd name="T72" fmla="*/ 252 w 385"/>
                <a:gd name="T73" fmla="*/ 0 h 452"/>
                <a:gd name="T74" fmla="*/ 252 w 385"/>
                <a:gd name="T75" fmla="*/ 0 h 452"/>
                <a:gd name="T76" fmla="*/ 252 w 385"/>
                <a:gd name="T77" fmla="*/ 0 h 452"/>
                <a:gd name="T78" fmla="*/ 251 w 385"/>
                <a:gd name="T79" fmla="*/ 0 h 452"/>
                <a:gd name="T80" fmla="*/ 250 w 385"/>
                <a:gd name="T81" fmla="*/ 0 h 452"/>
                <a:gd name="T82" fmla="*/ 250 w 385"/>
                <a:gd name="T83" fmla="*/ 0 h 452"/>
                <a:gd name="T84" fmla="*/ 249 w 385"/>
                <a:gd name="T85" fmla="*/ 0 h 452"/>
                <a:gd name="T86" fmla="*/ 249 w 385"/>
                <a:gd name="T87" fmla="*/ 0 h 452"/>
                <a:gd name="T88" fmla="*/ 249 w 385"/>
                <a:gd name="T89" fmla="*/ 0 h 452"/>
                <a:gd name="T90" fmla="*/ 248 w 385"/>
                <a:gd name="T91" fmla="*/ 0 h 452"/>
                <a:gd name="T92" fmla="*/ 248 w 385"/>
                <a:gd name="T93" fmla="*/ 0 h 452"/>
                <a:gd name="T94" fmla="*/ 247 w 385"/>
                <a:gd name="T95" fmla="*/ 0 h 452"/>
                <a:gd name="T96" fmla="*/ 247 w 385"/>
                <a:gd name="T97" fmla="*/ 0 h 452"/>
                <a:gd name="T98" fmla="*/ 246 w 385"/>
                <a:gd name="T99" fmla="*/ 0 h 452"/>
                <a:gd name="T100" fmla="*/ 246 w 385"/>
                <a:gd name="T101" fmla="*/ 0 h 452"/>
                <a:gd name="T102" fmla="*/ 246 w 385"/>
                <a:gd name="T10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5" h="452">
                  <a:moveTo>
                    <a:pt x="246" y="0"/>
                  </a:moveTo>
                  <a:cubicBezTo>
                    <a:pt x="182" y="0"/>
                    <a:pt x="124" y="24"/>
                    <a:pt x="81" y="64"/>
                  </a:cubicBezTo>
                  <a:cubicBezTo>
                    <a:pt x="81" y="64"/>
                    <a:pt x="81" y="64"/>
                    <a:pt x="81" y="64"/>
                  </a:cubicBezTo>
                  <a:cubicBezTo>
                    <a:pt x="81" y="64"/>
                    <a:pt x="81" y="64"/>
                    <a:pt x="81" y="64"/>
                  </a:cubicBezTo>
                  <a:cubicBezTo>
                    <a:pt x="81" y="64"/>
                    <a:pt x="81" y="64"/>
                    <a:pt x="81" y="64"/>
                  </a:cubicBezTo>
                  <a:cubicBezTo>
                    <a:pt x="66" y="77"/>
                    <a:pt x="53" y="92"/>
                    <a:pt x="42" y="108"/>
                  </a:cubicBezTo>
                  <a:cubicBezTo>
                    <a:pt x="42" y="108"/>
                    <a:pt x="42" y="108"/>
                    <a:pt x="42" y="108"/>
                  </a:cubicBezTo>
                  <a:cubicBezTo>
                    <a:pt x="21" y="139"/>
                    <a:pt x="7" y="174"/>
                    <a:pt x="2" y="213"/>
                  </a:cubicBezTo>
                  <a:cubicBezTo>
                    <a:pt x="2" y="213"/>
                    <a:pt x="2" y="213"/>
                    <a:pt x="2" y="213"/>
                  </a:cubicBezTo>
                  <a:cubicBezTo>
                    <a:pt x="0" y="224"/>
                    <a:pt x="0" y="235"/>
                    <a:pt x="0" y="246"/>
                  </a:cubicBezTo>
                  <a:cubicBezTo>
                    <a:pt x="0" y="246"/>
                    <a:pt x="0" y="247"/>
                    <a:pt x="0" y="247"/>
                  </a:cubicBezTo>
                  <a:cubicBezTo>
                    <a:pt x="0" y="247"/>
                    <a:pt x="0" y="247"/>
                    <a:pt x="0" y="247"/>
                  </a:cubicBezTo>
                  <a:cubicBezTo>
                    <a:pt x="0" y="248"/>
                    <a:pt x="0" y="248"/>
                    <a:pt x="0" y="248"/>
                  </a:cubicBezTo>
                  <a:cubicBezTo>
                    <a:pt x="0" y="248"/>
                    <a:pt x="0" y="248"/>
                    <a:pt x="0" y="248"/>
                  </a:cubicBezTo>
                  <a:cubicBezTo>
                    <a:pt x="0" y="249"/>
                    <a:pt x="0" y="249"/>
                    <a:pt x="0" y="249"/>
                  </a:cubicBezTo>
                  <a:cubicBezTo>
                    <a:pt x="0" y="249"/>
                    <a:pt x="0" y="249"/>
                    <a:pt x="0" y="249"/>
                  </a:cubicBezTo>
                  <a:cubicBezTo>
                    <a:pt x="0" y="250"/>
                    <a:pt x="0" y="250"/>
                    <a:pt x="0" y="250"/>
                  </a:cubicBezTo>
                  <a:cubicBezTo>
                    <a:pt x="0" y="250"/>
                    <a:pt x="0" y="250"/>
                    <a:pt x="0" y="250"/>
                  </a:cubicBezTo>
                  <a:cubicBezTo>
                    <a:pt x="0" y="251"/>
                    <a:pt x="0" y="251"/>
                    <a:pt x="0" y="251"/>
                  </a:cubicBezTo>
                  <a:cubicBezTo>
                    <a:pt x="0" y="251"/>
                    <a:pt x="0" y="251"/>
                    <a:pt x="0" y="251"/>
                  </a:cubicBezTo>
                  <a:cubicBezTo>
                    <a:pt x="0" y="252"/>
                    <a:pt x="0" y="252"/>
                    <a:pt x="0" y="252"/>
                  </a:cubicBezTo>
                  <a:cubicBezTo>
                    <a:pt x="0" y="252"/>
                    <a:pt x="0" y="252"/>
                    <a:pt x="0" y="252"/>
                  </a:cubicBezTo>
                  <a:cubicBezTo>
                    <a:pt x="0" y="253"/>
                    <a:pt x="0" y="254"/>
                    <a:pt x="0" y="254"/>
                  </a:cubicBezTo>
                  <a:cubicBezTo>
                    <a:pt x="0" y="254"/>
                    <a:pt x="0" y="254"/>
                    <a:pt x="0" y="254"/>
                  </a:cubicBezTo>
                  <a:cubicBezTo>
                    <a:pt x="0" y="255"/>
                    <a:pt x="0" y="255"/>
                    <a:pt x="0" y="255"/>
                  </a:cubicBezTo>
                  <a:cubicBezTo>
                    <a:pt x="0" y="255"/>
                    <a:pt x="0" y="255"/>
                    <a:pt x="0" y="255"/>
                  </a:cubicBezTo>
                  <a:cubicBezTo>
                    <a:pt x="0" y="256"/>
                    <a:pt x="0" y="256"/>
                    <a:pt x="0" y="256"/>
                  </a:cubicBezTo>
                  <a:cubicBezTo>
                    <a:pt x="0" y="256"/>
                    <a:pt x="0" y="256"/>
                    <a:pt x="0" y="256"/>
                  </a:cubicBezTo>
                  <a:cubicBezTo>
                    <a:pt x="0" y="257"/>
                    <a:pt x="0" y="258"/>
                    <a:pt x="0" y="258"/>
                  </a:cubicBezTo>
                  <a:cubicBezTo>
                    <a:pt x="0" y="258"/>
                    <a:pt x="0" y="258"/>
                    <a:pt x="0" y="258"/>
                  </a:cubicBezTo>
                  <a:cubicBezTo>
                    <a:pt x="0" y="259"/>
                    <a:pt x="0" y="259"/>
                    <a:pt x="0" y="259"/>
                  </a:cubicBezTo>
                  <a:cubicBezTo>
                    <a:pt x="0" y="259"/>
                    <a:pt x="0" y="259"/>
                    <a:pt x="0" y="259"/>
                  </a:cubicBezTo>
                  <a:cubicBezTo>
                    <a:pt x="4" y="340"/>
                    <a:pt x="48" y="411"/>
                    <a:pt x="112" y="452"/>
                  </a:cubicBezTo>
                  <a:cubicBezTo>
                    <a:pt x="48" y="408"/>
                    <a:pt x="6" y="334"/>
                    <a:pt x="6" y="250"/>
                  </a:cubicBezTo>
                  <a:cubicBezTo>
                    <a:pt x="6" y="115"/>
                    <a:pt x="116" y="4"/>
                    <a:pt x="252" y="4"/>
                  </a:cubicBezTo>
                  <a:cubicBezTo>
                    <a:pt x="301" y="4"/>
                    <a:pt x="347" y="19"/>
                    <a:pt x="385" y="44"/>
                  </a:cubicBezTo>
                  <a:cubicBezTo>
                    <a:pt x="347" y="18"/>
                    <a:pt x="301" y="2"/>
                    <a:pt x="252" y="0"/>
                  </a:cubicBezTo>
                  <a:cubicBezTo>
                    <a:pt x="252" y="0"/>
                    <a:pt x="252" y="0"/>
                    <a:pt x="252" y="0"/>
                  </a:cubicBezTo>
                  <a:cubicBezTo>
                    <a:pt x="252" y="0"/>
                    <a:pt x="252" y="0"/>
                    <a:pt x="252" y="0"/>
                  </a:cubicBezTo>
                  <a:cubicBezTo>
                    <a:pt x="252" y="0"/>
                    <a:pt x="251" y="0"/>
                    <a:pt x="251" y="0"/>
                  </a:cubicBezTo>
                  <a:cubicBezTo>
                    <a:pt x="251" y="0"/>
                    <a:pt x="250" y="0"/>
                    <a:pt x="250" y="0"/>
                  </a:cubicBezTo>
                  <a:cubicBezTo>
                    <a:pt x="250" y="0"/>
                    <a:pt x="250" y="0"/>
                    <a:pt x="250" y="0"/>
                  </a:cubicBezTo>
                  <a:cubicBezTo>
                    <a:pt x="250" y="0"/>
                    <a:pt x="249" y="0"/>
                    <a:pt x="249" y="0"/>
                  </a:cubicBezTo>
                  <a:cubicBezTo>
                    <a:pt x="249" y="0"/>
                    <a:pt x="249" y="0"/>
                    <a:pt x="249" y="0"/>
                  </a:cubicBezTo>
                  <a:cubicBezTo>
                    <a:pt x="249" y="0"/>
                    <a:pt x="249" y="0"/>
                    <a:pt x="249" y="0"/>
                  </a:cubicBezTo>
                  <a:cubicBezTo>
                    <a:pt x="248" y="0"/>
                    <a:pt x="248" y="0"/>
                    <a:pt x="248" y="0"/>
                  </a:cubicBezTo>
                  <a:cubicBezTo>
                    <a:pt x="248" y="0"/>
                    <a:pt x="248" y="0"/>
                    <a:pt x="248" y="0"/>
                  </a:cubicBezTo>
                  <a:cubicBezTo>
                    <a:pt x="248" y="0"/>
                    <a:pt x="247" y="0"/>
                    <a:pt x="247" y="0"/>
                  </a:cubicBezTo>
                  <a:cubicBezTo>
                    <a:pt x="247" y="0"/>
                    <a:pt x="247" y="0"/>
                    <a:pt x="247" y="0"/>
                  </a:cubicBezTo>
                  <a:cubicBezTo>
                    <a:pt x="247" y="0"/>
                    <a:pt x="247" y="0"/>
                    <a:pt x="246" y="0"/>
                  </a:cubicBezTo>
                  <a:cubicBezTo>
                    <a:pt x="246" y="0"/>
                    <a:pt x="246" y="0"/>
                    <a:pt x="246" y="0"/>
                  </a:cubicBezTo>
                  <a:cubicBezTo>
                    <a:pt x="246" y="0"/>
                    <a:pt x="246" y="0"/>
                    <a:pt x="246" y="0"/>
                  </a:cubicBezTo>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02" name="Group 1101">
            <a:extLst>
              <a:ext uri="{FF2B5EF4-FFF2-40B4-BE49-F238E27FC236}">
                <a16:creationId xmlns:a16="http://schemas.microsoft.com/office/drawing/2014/main" id="{4EEFFE7A-F77D-4C73-949E-A95619909874}"/>
              </a:ext>
            </a:extLst>
          </p:cNvPr>
          <p:cNvGrpSpPr/>
          <p:nvPr/>
        </p:nvGrpSpPr>
        <p:grpSpPr>
          <a:xfrm>
            <a:off x="9467770" y="2439943"/>
            <a:ext cx="746999" cy="957262"/>
            <a:chOff x="9467770" y="2261394"/>
            <a:chExt cx="746999" cy="957262"/>
          </a:xfrm>
        </p:grpSpPr>
        <p:sp>
          <p:nvSpPr>
            <p:cNvPr id="1079" name="Rectangle 133">
              <a:extLst>
                <a:ext uri="{FF2B5EF4-FFF2-40B4-BE49-F238E27FC236}">
                  <a16:creationId xmlns:a16="http://schemas.microsoft.com/office/drawing/2014/main" id="{5BB324C0-2395-4DC5-9ED7-8218861A9278}"/>
                </a:ext>
              </a:extLst>
            </p:cNvPr>
            <p:cNvSpPr>
              <a:spLocks noChangeArrowheads="1"/>
            </p:cNvSpPr>
            <p:nvPr/>
          </p:nvSpPr>
          <p:spPr bwMode="auto">
            <a:xfrm>
              <a:off x="9546662" y="2261394"/>
              <a:ext cx="6379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200" b="0" i="0" u="none" strike="noStrike" cap="none" normalizeH="0" baseline="0">
                  <a:ln>
                    <a:noFill/>
                  </a:ln>
                  <a:solidFill>
                    <a:schemeClr val="accent4"/>
                  </a:solidFill>
                  <a:effectLst/>
                  <a:latin typeface="Open Sans" panose="020B0606030504020204" pitchFamily="34" charset="0"/>
                </a:rPr>
                <a:t>STEP</a:t>
              </a:r>
              <a:endParaRPr kumimoji="0" lang="ru-UA" altLang="ru-UA" sz="1800" b="0" i="0" u="none" strike="noStrike" cap="none" normalizeH="0" baseline="0">
                <a:ln>
                  <a:noFill/>
                </a:ln>
                <a:solidFill>
                  <a:schemeClr val="accent4"/>
                </a:solidFill>
                <a:effectLst/>
              </a:endParaRPr>
            </a:p>
          </p:txBody>
        </p:sp>
        <p:sp>
          <p:nvSpPr>
            <p:cNvPr id="1080" name="Rectangle 134">
              <a:extLst>
                <a:ext uri="{FF2B5EF4-FFF2-40B4-BE49-F238E27FC236}">
                  <a16:creationId xmlns:a16="http://schemas.microsoft.com/office/drawing/2014/main" id="{95C9E610-FA60-4B79-9218-0C33C593B8A5}"/>
                </a:ext>
              </a:extLst>
            </p:cNvPr>
            <p:cNvSpPr>
              <a:spLocks noChangeArrowheads="1"/>
            </p:cNvSpPr>
            <p:nvPr/>
          </p:nvSpPr>
          <p:spPr bwMode="auto">
            <a:xfrm>
              <a:off x="9467770" y="2433826"/>
              <a:ext cx="746999"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100" b="1" i="0" u="none" strike="noStrike" cap="none" normalizeH="0" baseline="0">
                  <a:ln>
                    <a:noFill/>
                  </a:ln>
                  <a:solidFill>
                    <a:schemeClr val="accent4"/>
                  </a:solidFill>
                  <a:effectLst/>
                  <a:latin typeface="Open Sans Semibold" panose="020B0706030804020204" pitchFamily="34" charset="0"/>
                </a:rPr>
                <a:t>04</a:t>
              </a:r>
              <a:endParaRPr kumimoji="0" lang="ru-UA" altLang="ru-UA" sz="1800" b="0" i="0" u="none" strike="noStrike" cap="none" normalizeH="0" baseline="0">
                <a:ln>
                  <a:noFill/>
                </a:ln>
                <a:solidFill>
                  <a:schemeClr val="accent4"/>
                </a:solidFill>
                <a:effectLst/>
              </a:endParaRPr>
            </a:p>
          </p:txBody>
        </p:sp>
      </p:grpSp>
      <p:grpSp>
        <p:nvGrpSpPr>
          <p:cNvPr id="1101" name="Group 1100">
            <a:extLst>
              <a:ext uri="{FF2B5EF4-FFF2-40B4-BE49-F238E27FC236}">
                <a16:creationId xmlns:a16="http://schemas.microsoft.com/office/drawing/2014/main" id="{A04F9F6E-D0EF-4866-AFEF-8CE1943DAB3B}"/>
              </a:ext>
            </a:extLst>
          </p:cNvPr>
          <p:cNvGrpSpPr/>
          <p:nvPr/>
        </p:nvGrpSpPr>
        <p:grpSpPr>
          <a:xfrm>
            <a:off x="7008733" y="2431638"/>
            <a:ext cx="746999" cy="965567"/>
            <a:chOff x="7008733" y="2253089"/>
            <a:chExt cx="746999" cy="965567"/>
          </a:xfrm>
        </p:grpSpPr>
        <p:sp>
          <p:nvSpPr>
            <p:cNvPr id="1081" name="Rectangle 135">
              <a:extLst>
                <a:ext uri="{FF2B5EF4-FFF2-40B4-BE49-F238E27FC236}">
                  <a16:creationId xmlns:a16="http://schemas.microsoft.com/office/drawing/2014/main" id="{829C80CB-D11F-4DE0-9393-E0842D3315C4}"/>
                </a:ext>
              </a:extLst>
            </p:cNvPr>
            <p:cNvSpPr>
              <a:spLocks noChangeArrowheads="1"/>
            </p:cNvSpPr>
            <p:nvPr/>
          </p:nvSpPr>
          <p:spPr bwMode="auto">
            <a:xfrm>
              <a:off x="7083390" y="2253089"/>
              <a:ext cx="6379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200" b="0" i="0" u="none" strike="noStrike" cap="none" normalizeH="0" baseline="0">
                  <a:ln>
                    <a:noFill/>
                  </a:ln>
                  <a:solidFill>
                    <a:schemeClr val="accent3"/>
                  </a:solidFill>
                  <a:effectLst/>
                  <a:latin typeface="Open Sans" panose="020B0606030504020204" pitchFamily="34" charset="0"/>
                </a:rPr>
                <a:t>STEP</a:t>
              </a:r>
              <a:endParaRPr kumimoji="0" lang="ru-UA" altLang="ru-UA" sz="1800" b="0" i="0" u="none" strike="noStrike" cap="none" normalizeH="0" baseline="0">
                <a:ln>
                  <a:noFill/>
                </a:ln>
                <a:solidFill>
                  <a:schemeClr val="accent3"/>
                </a:solidFill>
                <a:effectLst/>
              </a:endParaRPr>
            </a:p>
          </p:txBody>
        </p:sp>
        <p:sp>
          <p:nvSpPr>
            <p:cNvPr id="1082" name="Rectangle 136">
              <a:extLst>
                <a:ext uri="{FF2B5EF4-FFF2-40B4-BE49-F238E27FC236}">
                  <a16:creationId xmlns:a16="http://schemas.microsoft.com/office/drawing/2014/main" id="{A30B7F9F-1864-4373-A1E1-2B6CE4CF75DE}"/>
                </a:ext>
              </a:extLst>
            </p:cNvPr>
            <p:cNvSpPr>
              <a:spLocks noChangeArrowheads="1"/>
            </p:cNvSpPr>
            <p:nvPr/>
          </p:nvSpPr>
          <p:spPr bwMode="auto">
            <a:xfrm>
              <a:off x="7008733" y="2433826"/>
              <a:ext cx="746999"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100" b="1" i="0" u="none" strike="noStrike" cap="none" normalizeH="0" baseline="0">
                  <a:ln>
                    <a:noFill/>
                  </a:ln>
                  <a:solidFill>
                    <a:schemeClr val="accent3"/>
                  </a:solidFill>
                  <a:effectLst/>
                  <a:latin typeface="Open Sans Semibold" panose="020B0706030804020204" pitchFamily="34" charset="0"/>
                </a:rPr>
                <a:t>03</a:t>
              </a:r>
              <a:endParaRPr kumimoji="0" lang="ru-UA" altLang="ru-UA" sz="1800" b="0" i="0" u="none" strike="noStrike" cap="none" normalizeH="0" baseline="0">
                <a:ln>
                  <a:noFill/>
                </a:ln>
                <a:solidFill>
                  <a:schemeClr val="accent3"/>
                </a:solidFill>
                <a:effectLst/>
              </a:endParaRPr>
            </a:p>
          </p:txBody>
        </p:sp>
      </p:grpSp>
      <p:grpSp>
        <p:nvGrpSpPr>
          <p:cNvPr id="1099" name="Group 1098">
            <a:extLst>
              <a:ext uri="{FF2B5EF4-FFF2-40B4-BE49-F238E27FC236}">
                <a16:creationId xmlns:a16="http://schemas.microsoft.com/office/drawing/2014/main" id="{3377832C-3B96-4170-9E24-B2CCBAFF890C}"/>
              </a:ext>
            </a:extLst>
          </p:cNvPr>
          <p:cNvGrpSpPr/>
          <p:nvPr/>
        </p:nvGrpSpPr>
        <p:grpSpPr>
          <a:xfrm>
            <a:off x="2112883" y="2452944"/>
            <a:ext cx="746999" cy="944261"/>
            <a:chOff x="2112883" y="2274395"/>
            <a:chExt cx="746999" cy="944261"/>
          </a:xfrm>
        </p:grpSpPr>
        <p:sp>
          <p:nvSpPr>
            <p:cNvPr id="1083" name="Rectangle 137">
              <a:extLst>
                <a:ext uri="{FF2B5EF4-FFF2-40B4-BE49-F238E27FC236}">
                  <a16:creationId xmlns:a16="http://schemas.microsoft.com/office/drawing/2014/main" id="{DCEDE3AB-8274-479A-9870-D74E79E8820E}"/>
                </a:ext>
              </a:extLst>
            </p:cNvPr>
            <p:cNvSpPr>
              <a:spLocks noChangeArrowheads="1"/>
            </p:cNvSpPr>
            <p:nvPr/>
          </p:nvSpPr>
          <p:spPr bwMode="auto">
            <a:xfrm>
              <a:off x="2137222" y="2274395"/>
              <a:ext cx="6379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200" b="0" i="0" u="none" strike="noStrike" cap="none" normalizeH="0" baseline="0">
                  <a:ln>
                    <a:noFill/>
                  </a:ln>
                  <a:solidFill>
                    <a:schemeClr val="accent1"/>
                  </a:solidFill>
                  <a:effectLst/>
                  <a:latin typeface="Open Sans" panose="020B0606030504020204" pitchFamily="34" charset="0"/>
                </a:rPr>
                <a:t>STEP</a:t>
              </a:r>
              <a:endParaRPr kumimoji="0" lang="ru-UA" altLang="ru-UA" sz="1800" b="0" i="0" u="none" strike="noStrike" cap="none" normalizeH="0" baseline="0">
                <a:ln>
                  <a:noFill/>
                </a:ln>
                <a:solidFill>
                  <a:schemeClr val="accent1"/>
                </a:solidFill>
                <a:effectLst/>
              </a:endParaRPr>
            </a:p>
          </p:txBody>
        </p:sp>
        <p:sp>
          <p:nvSpPr>
            <p:cNvPr id="1084" name="Rectangle 138">
              <a:extLst>
                <a:ext uri="{FF2B5EF4-FFF2-40B4-BE49-F238E27FC236}">
                  <a16:creationId xmlns:a16="http://schemas.microsoft.com/office/drawing/2014/main" id="{E58A01E0-0635-4D80-A3F7-4E0756382A99}"/>
                </a:ext>
              </a:extLst>
            </p:cNvPr>
            <p:cNvSpPr>
              <a:spLocks noChangeArrowheads="1"/>
            </p:cNvSpPr>
            <p:nvPr/>
          </p:nvSpPr>
          <p:spPr bwMode="auto">
            <a:xfrm>
              <a:off x="2112883" y="2433826"/>
              <a:ext cx="746999"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100" b="1" i="0" u="none" strike="noStrike" cap="none" normalizeH="0" baseline="0">
                  <a:ln>
                    <a:noFill/>
                  </a:ln>
                  <a:solidFill>
                    <a:schemeClr val="accent1"/>
                  </a:solidFill>
                  <a:effectLst/>
                  <a:latin typeface="Open Sans Semibold" panose="020B0706030804020204" pitchFamily="34" charset="0"/>
                </a:rPr>
                <a:t>01</a:t>
              </a:r>
              <a:endParaRPr kumimoji="0" lang="ru-UA" altLang="ru-UA" sz="1800" b="0" i="0" u="none" strike="noStrike" cap="none" normalizeH="0" baseline="0">
                <a:ln>
                  <a:noFill/>
                </a:ln>
                <a:solidFill>
                  <a:schemeClr val="accent1"/>
                </a:solidFill>
                <a:effectLst/>
              </a:endParaRPr>
            </a:p>
          </p:txBody>
        </p:sp>
      </p:grpSp>
      <p:grpSp>
        <p:nvGrpSpPr>
          <p:cNvPr id="1097" name="Group 1096">
            <a:extLst>
              <a:ext uri="{FF2B5EF4-FFF2-40B4-BE49-F238E27FC236}">
                <a16:creationId xmlns:a16="http://schemas.microsoft.com/office/drawing/2014/main" id="{824BB2AE-FB36-4453-A111-EFB8D3E64386}"/>
              </a:ext>
            </a:extLst>
          </p:cNvPr>
          <p:cNvGrpSpPr/>
          <p:nvPr/>
        </p:nvGrpSpPr>
        <p:grpSpPr>
          <a:xfrm>
            <a:off x="4581075" y="2436162"/>
            <a:ext cx="747000" cy="961043"/>
            <a:chOff x="4581075" y="2257613"/>
            <a:chExt cx="747000" cy="961043"/>
          </a:xfrm>
        </p:grpSpPr>
        <p:sp>
          <p:nvSpPr>
            <p:cNvPr id="195" name="Rectangle 137">
              <a:extLst>
                <a:ext uri="{FF2B5EF4-FFF2-40B4-BE49-F238E27FC236}">
                  <a16:creationId xmlns:a16="http://schemas.microsoft.com/office/drawing/2014/main" id="{968F1394-3634-49DA-B08F-1F71B5A2DAB8}"/>
                </a:ext>
              </a:extLst>
            </p:cNvPr>
            <p:cNvSpPr>
              <a:spLocks noChangeArrowheads="1"/>
            </p:cNvSpPr>
            <p:nvPr/>
          </p:nvSpPr>
          <p:spPr bwMode="auto">
            <a:xfrm>
              <a:off x="4656318" y="2257613"/>
              <a:ext cx="6379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200" b="0" i="0" u="none" strike="noStrike" cap="none" normalizeH="0" baseline="0">
                  <a:ln>
                    <a:noFill/>
                  </a:ln>
                  <a:solidFill>
                    <a:schemeClr val="accent2"/>
                  </a:solidFill>
                  <a:effectLst/>
                  <a:latin typeface="Open Sans" panose="020B0606030504020204" pitchFamily="34" charset="0"/>
                </a:rPr>
                <a:t>STEP</a:t>
              </a:r>
              <a:endParaRPr kumimoji="0" lang="ru-UA" altLang="ru-UA" sz="1800" b="0" i="0" u="none" strike="noStrike" cap="none" normalizeH="0" baseline="0">
                <a:ln>
                  <a:noFill/>
                </a:ln>
                <a:solidFill>
                  <a:schemeClr val="accent2"/>
                </a:solidFill>
                <a:effectLst/>
              </a:endParaRPr>
            </a:p>
          </p:txBody>
        </p:sp>
        <p:sp>
          <p:nvSpPr>
            <p:cNvPr id="196" name="Rectangle 138">
              <a:extLst>
                <a:ext uri="{FF2B5EF4-FFF2-40B4-BE49-F238E27FC236}">
                  <a16:creationId xmlns:a16="http://schemas.microsoft.com/office/drawing/2014/main" id="{D0537FAE-ED67-47E2-B812-4FF29CB26B4F}"/>
                </a:ext>
              </a:extLst>
            </p:cNvPr>
            <p:cNvSpPr>
              <a:spLocks noChangeArrowheads="1"/>
            </p:cNvSpPr>
            <p:nvPr/>
          </p:nvSpPr>
          <p:spPr bwMode="auto">
            <a:xfrm>
              <a:off x="4581075" y="2433826"/>
              <a:ext cx="7470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RU" altLang="ru-UA" sz="5100" b="1" i="0" u="none" strike="noStrike" cap="none" normalizeH="0" baseline="0">
                  <a:ln>
                    <a:noFill/>
                  </a:ln>
                  <a:solidFill>
                    <a:schemeClr val="accent2"/>
                  </a:solidFill>
                  <a:effectLst/>
                  <a:latin typeface="Open Sans Semibold" panose="020B0706030804020204" pitchFamily="34" charset="0"/>
                </a:rPr>
                <a:t>02</a:t>
              </a:r>
              <a:endParaRPr kumimoji="0" lang="ru-UA" altLang="ru-UA" sz="1800" b="0" i="0" u="none" strike="noStrike" cap="none" normalizeH="0" baseline="0">
                <a:ln>
                  <a:noFill/>
                </a:ln>
                <a:solidFill>
                  <a:schemeClr val="accent2"/>
                </a:solidFill>
                <a:effectLst/>
              </a:endParaRPr>
            </a:p>
          </p:txBody>
        </p:sp>
      </p:grpSp>
      <p:sp>
        <p:nvSpPr>
          <p:cNvPr id="204" name="Freeform 18">
            <a:extLst>
              <a:ext uri="{FF2B5EF4-FFF2-40B4-BE49-F238E27FC236}">
                <a16:creationId xmlns:a16="http://schemas.microsoft.com/office/drawing/2014/main" id="{5A693C1A-5F34-410B-9396-BDAEFE286703}"/>
              </a:ext>
            </a:extLst>
          </p:cNvPr>
          <p:cNvSpPr>
            <a:spLocks noEditPoints="1"/>
          </p:cNvSpPr>
          <p:nvPr/>
        </p:nvSpPr>
        <p:spPr bwMode="auto">
          <a:xfrm>
            <a:off x="2216945" y="4394177"/>
            <a:ext cx="538163" cy="617538"/>
          </a:xfrm>
          <a:custGeom>
            <a:avLst/>
            <a:gdLst>
              <a:gd name="T0" fmla="*/ 45 w 140"/>
              <a:gd name="T1" fmla="*/ 123 h 158"/>
              <a:gd name="T2" fmla="*/ 34 w 140"/>
              <a:gd name="T3" fmla="*/ 95 h 158"/>
              <a:gd name="T4" fmla="*/ 27 w 140"/>
              <a:gd name="T5" fmla="*/ 71 h 158"/>
              <a:gd name="T6" fmla="*/ 70 w 140"/>
              <a:gd name="T7" fmla="*/ 27 h 158"/>
              <a:gd name="T8" fmla="*/ 114 w 140"/>
              <a:gd name="T9" fmla="*/ 71 h 158"/>
              <a:gd name="T10" fmla="*/ 107 w 140"/>
              <a:gd name="T11" fmla="*/ 95 h 158"/>
              <a:gd name="T12" fmla="*/ 95 w 140"/>
              <a:gd name="T13" fmla="*/ 118 h 158"/>
              <a:gd name="T14" fmla="*/ 70 w 140"/>
              <a:gd name="T15" fmla="*/ 44 h 158"/>
              <a:gd name="T16" fmla="*/ 44 w 140"/>
              <a:gd name="T17" fmla="*/ 70 h 158"/>
              <a:gd name="T18" fmla="*/ 70 w 140"/>
              <a:gd name="T19" fmla="*/ 96 h 158"/>
              <a:gd name="T20" fmla="*/ 96 w 140"/>
              <a:gd name="T21" fmla="*/ 70 h 158"/>
              <a:gd name="T22" fmla="*/ 70 w 140"/>
              <a:gd name="T23" fmla="*/ 44 h 158"/>
              <a:gd name="T24" fmla="*/ 60 w 140"/>
              <a:gd name="T25" fmla="*/ 74 h 158"/>
              <a:gd name="T26" fmla="*/ 67 w 140"/>
              <a:gd name="T27" fmla="*/ 83 h 158"/>
              <a:gd name="T28" fmla="*/ 80 w 140"/>
              <a:gd name="T29" fmla="*/ 62 h 158"/>
              <a:gd name="T30" fmla="*/ 70 w 140"/>
              <a:gd name="T31" fmla="*/ 13 h 158"/>
              <a:gd name="T32" fmla="*/ 70 w 140"/>
              <a:gd name="T33" fmla="*/ 0 h 158"/>
              <a:gd name="T34" fmla="*/ 42 w 140"/>
              <a:gd name="T35" fmla="*/ 21 h 158"/>
              <a:gd name="T36" fmla="*/ 35 w 140"/>
              <a:gd name="T37" fmla="*/ 9 h 158"/>
              <a:gd name="T38" fmla="*/ 10 w 140"/>
              <a:gd name="T39" fmla="*/ 35 h 158"/>
              <a:gd name="T40" fmla="*/ 21 w 140"/>
              <a:gd name="T41" fmla="*/ 42 h 158"/>
              <a:gd name="T42" fmla="*/ 0 w 140"/>
              <a:gd name="T43" fmla="*/ 70 h 158"/>
              <a:gd name="T44" fmla="*/ 14 w 140"/>
              <a:gd name="T45" fmla="*/ 70 h 158"/>
              <a:gd name="T46" fmla="*/ 105 w 140"/>
              <a:gd name="T47" fmla="*/ 9 h 158"/>
              <a:gd name="T48" fmla="*/ 98 w 140"/>
              <a:gd name="T49" fmla="*/ 21 h 158"/>
              <a:gd name="T50" fmla="*/ 131 w 140"/>
              <a:gd name="T51" fmla="*/ 35 h 158"/>
              <a:gd name="T52" fmla="*/ 119 w 140"/>
              <a:gd name="T53" fmla="*/ 42 h 158"/>
              <a:gd name="T54" fmla="*/ 126 w 140"/>
              <a:gd name="T55" fmla="*/ 70 h 158"/>
              <a:gd name="T56" fmla="*/ 140 w 140"/>
              <a:gd name="T57" fmla="*/ 70 h 158"/>
              <a:gd name="T58" fmla="*/ 86 w 140"/>
              <a:gd name="T59" fmla="*/ 127 h 158"/>
              <a:gd name="T60" fmla="*/ 51 w 140"/>
              <a:gd name="T61" fmla="*/ 136 h 158"/>
              <a:gd name="T62" fmla="*/ 47 w 140"/>
              <a:gd name="T63" fmla="*/ 142 h 158"/>
              <a:gd name="T64" fmla="*/ 53 w 140"/>
              <a:gd name="T65" fmla="*/ 148 h 158"/>
              <a:gd name="T66" fmla="*/ 56 w 140"/>
              <a:gd name="T67" fmla="*/ 147 h 158"/>
              <a:gd name="T68" fmla="*/ 86 w 140"/>
              <a:gd name="T69" fmla="*/ 139 h 158"/>
              <a:gd name="T70" fmla="*/ 86 w 140"/>
              <a:gd name="T71" fmla="*/ 139 h 158"/>
              <a:gd name="T72" fmla="*/ 87 w 140"/>
              <a:gd name="T73" fmla="*/ 139 h 158"/>
              <a:gd name="T74" fmla="*/ 93 w 140"/>
              <a:gd name="T75" fmla="*/ 144 h 158"/>
              <a:gd name="T76" fmla="*/ 89 w 140"/>
              <a:gd name="T77" fmla="*/ 150 h 158"/>
              <a:gd name="T78" fmla="*/ 60 w 140"/>
              <a:gd name="T7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58">
                <a:moveTo>
                  <a:pt x="45" y="123"/>
                </a:moveTo>
                <a:cubicBezTo>
                  <a:pt x="46" y="116"/>
                  <a:pt x="43" y="109"/>
                  <a:pt x="34" y="95"/>
                </a:cubicBezTo>
                <a:cubicBezTo>
                  <a:pt x="29" y="88"/>
                  <a:pt x="27" y="79"/>
                  <a:pt x="27" y="71"/>
                </a:cubicBezTo>
                <a:cubicBezTo>
                  <a:pt x="27" y="47"/>
                  <a:pt x="46" y="27"/>
                  <a:pt x="70" y="27"/>
                </a:cubicBezTo>
                <a:cubicBezTo>
                  <a:pt x="94" y="27"/>
                  <a:pt x="114" y="47"/>
                  <a:pt x="114" y="71"/>
                </a:cubicBezTo>
                <a:cubicBezTo>
                  <a:pt x="114" y="79"/>
                  <a:pt x="111" y="88"/>
                  <a:pt x="107" y="95"/>
                </a:cubicBezTo>
                <a:cubicBezTo>
                  <a:pt x="99" y="106"/>
                  <a:pt x="96" y="113"/>
                  <a:pt x="95" y="118"/>
                </a:cubicBezTo>
                <a:moveTo>
                  <a:pt x="70" y="44"/>
                </a:moveTo>
                <a:cubicBezTo>
                  <a:pt x="56" y="44"/>
                  <a:pt x="44" y="56"/>
                  <a:pt x="44" y="70"/>
                </a:cubicBezTo>
                <a:cubicBezTo>
                  <a:pt x="44" y="85"/>
                  <a:pt x="56" y="96"/>
                  <a:pt x="70" y="96"/>
                </a:cubicBezTo>
                <a:cubicBezTo>
                  <a:pt x="85" y="96"/>
                  <a:pt x="96" y="85"/>
                  <a:pt x="96" y="70"/>
                </a:cubicBezTo>
                <a:cubicBezTo>
                  <a:pt x="96" y="56"/>
                  <a:pt x="85" y="44"/>
                  <a:pt x="70" y="44"/>
                </a:cubicBezTo>
                <a:close/>
                <a:moveTo>
                  <a:pt x="60" y="74"/>
                </a:moveTo>
                <a:cubicBezTo>
                  <a:pt x="67" y="83"/>
                  <a:pt x="67" y="83"/>
                  <a:pt x="67" y="83"/>
                </a:cubicBezTo>
                <a:cubicBezTo>
                  <a:pt x="80" y="62"/>
                  <a:pt x="80" y="62"/>
                  <a:pt x="80" y="62"/>
                </a:cubicBezTo>
                <a:moveTo>
                  <a:pt x="70" y="13"/>
                </a:moveTo>
                <a:cubicBezTo>
                  <a:pt x="70" y="0"/>
                  <a:pt x="70" y="0"/>
                  <a:pt x="70" y="0"/>
                </a:cubicBezTo>
                <a:moveTo>
                  <a:pt x="42" y="21"/>
                </a:moveTo>
                <a:cubicBezTo>
                  <a:pt x="35" y="9"/>
                  <a:pt x="35" y="9"/>
                  <a:pt x="35" y="9"/>
                </a:cubicBezTo>
                <a:moveTo>
                  <a:pt x="10" y="35"/>
                </a:moveTo>
                <a:cubicBezTo>
                  <a:pt x="21" y="42"/>
                  <a:pt x="21" y="42"/>
                  <a:pt x="21" y="42"/>
                </a:cubicBezTo>
                <a:moveTo>
                  <a:pt x="0" y="70"/>
                </a:moveTo>
                <a:cubicBezTo>
                  <a:pt x="14" y="70"/>
                  <a:pt x="14" y="70"/>
                  <a:pt x="14" y="70"/>
                </a:cubicBezTo>
                <a:moveTo>
                  <a:pt x="105" y="9"/>
                </a:moveTo>
                <a:cubicBezTo>
                  <a:pt x="98" y="21"/>
                  <a:pt x="98" y="21"/>
                  <a:pt x="98" y="21"/>
                </a:cubicBezTo>
                <a:moveTo>
                  <a:pt x="131" y="35"/>
                </a:moveTo>
                <a:cubicBezTo>
                  <a:pt x="119" y="42"/>
                  <a:pt x="119" y="42"/>
                  <a:pt x="119" y="42"/>
                </a:cubicBezTo>
                <a:moveTo>
                  <a:pt x="126" y="70"/>
                </a:moveTo>
                <a:cubicBezTo>
                  <a:pt x="140" y="70"/>
                  <a:pt x="140" y="70"/>
                  <a:pt x="140" y="70"/>
                </a:cubicBezTo>
                <a:moveTo>
                  <a:pt x="86" y="127"/>
                </a:moveTo>
                <a:cubicBezTo>
                  <a:pt x="86" y="127"/>
                  <a:pt x="51" y="136"/>
                  <a:pt x="51" y="136"/>
                </a:cubicBezTo>
                <a:cubicBezTo>
                  <a:pt x="49" y="137"/>
                  <a:pt x="47" y="139"/>
                  <a:pt x="47" y="142"/>
                </a:cubicBezTo>
                <a:cubicBezTo>
                  <a:pt x="47" y="145"/>
                  <a:pt x="50" y="148"/>
                  <a:pt x="53" y="148"/>
                </a:cubicBezTo>
                <a:cubicBezTo>
                  <a:pt x="54" y="148"/>
                  <a:pt x="56" y="147"/>
                  <a:pt x="56" y="147"/>
                </a:cubicBezTo>
                <a:cubicBezTo>
                  <a:pt x="86" y="139"/>
                  <a:pt x="86" y="139"/>
                  <a:pt x="86" y="139"/>
                </a:cubicBezTo>
                <a:cubicBezTo>
                  <a:pt x="86" y="139"/>
                  <a:pt x="86" y="139"/>
                  <a:pt x="86" y="139"/>
                </a:cubicBezTo>
                <a:cubicBezTo>
                  <a:pt x="86" y="139"/>
                  <a:pt x="87" y="139"/>
                  <a:pt x="87" y="139"/>
                </a:cubicBezTo>
                <a:cubicBezTo>
                  <a:pt x="90" y="139"/>
                  <a:pt x="93" y="141"/>
                  <a:pt x="93" y="144"/>
                </a:cubicBezTo>
                <a:cubicBezTo>
                  <a:pt x="93" y="147"/>
                  <a:pt x="91" y="149"/>
                  <a:pt x="89" y="150"/>
                </a:cubicBezTo>
                <a:cubicBezTo>
                  <a:pt x="60" y="158"/>
                  <a:pt x="60" y="158"/>
                  <a:pt x="60" y="158"/>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3" name="Text Placeholder 17">
            <a:extLst>
              <a:ext uri="{FF2B5EF4-FFF2-40B4-BE49-F238E27FC236}">
                <a16:creationId xmlns:a16="http://schemas.microsoft.com/office/drawing/2014/main" id="{B6A1C271-619D-4936-B3DE-32329C3D9B18}"/>
              </a:ext>
            </a:extLst>
          </p:cNvPr>
          <p:cNvSpPr txBox="1">
            <a:spLocks/>
          </p:cNvSpPr>
          <p:nvPr/>
        </p:nvSpPr>
        <p:spPr>
          <a:xfrm>
            <a:off x="1689980" y="508628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grpSp>
        <p:nvGrpSpPr>
          <p:cNvPr id="205" name="Group 204">
            <a:extLst>
              <a:ext uri="{FF2B5EF4-FFF2-40B4-BE49-F238E27FC236}">
                <a16:creationId xmlns:a16="http://schemas.microsoft.com/office/drawing/2014/main" id="{19895965-823F-4989-99B7-C8B8D6359966}"/>
              </a:ext>
            </a:extLst>
          </p:cNvPr>
          <p:cNvGrpSpPr/>
          <p:nvPr/>
        </p:nvGrpSpPr>
        <p:grpSpPr>
          <a:xfrm>
            <a:off x="4678615" y="4402115"/>
            <a:ext cx="536576" cy="566738"/>
            <a:chOff x="4295775" y="4714905"/>
            <a:chExt cx="536576" cy="566738"/>
          </a:xfrm>
        </p:grpSpPr>
        <p:sp>
          <p:nvSpPr>
            <p:cNvPr id="206" name="Freeform 19">
              <a:extLst>
                <a:ext uri="{FF2B5EF4-FFF2-40B4-BE49-F238E27FC236}">
                  <a16:creationId xmlns:a16="http://schemas.microsoft.com/office/drawing/2014/main" id="{52B37B5A-43E3-43BE-A7C8-CF42061AB909}"/>
                </a:ext>
              </a:extLst>
            </p:cNvPr>
            <p:cNvSpPr>
              <a:spLocks/>
            </p:cNvSpPr>
            <p:nvPr/>
          </p:nvSpPr>
          <p:spPr bwMode="auto">
            <a:xfrm>
              <a:off x="4494213" y="4714905"/>
              <a:ext cx="338138" cy="566738"/>
            </a:xfrm>
            <a:custGeom>
              <a:avLst/>
              <a:gdLst>
                <a:gd name="T0" fmla="*/ 0 w 88"/>
                <a:gd name="T1" fmla="*/ 15 h 145"/>
                <a:gd name="T2" fmla="*/ 70 w 88"/>
                <a:gd name="T3" fmla="*/ 58 h 145"/>
                <a:gd name="T4" fmla="*/ 88 w 88"/>
                <a:gd name="T5" fmla="*/ 93 h 145"/>
                <a:gd name="T6" fmla="*/ 73 w 88"/>
                <a:gd name="T7" fmla="*/ 93 h 145"/>
                <a:gd name="T8" fmla="*/ 73 w 88"/>
                <a:gd name="T9" fmla="*/ 117 h 145"/>
                <a:gd name="T10" fmla="*/ 66 w 88"/>
                <a:gd name="T11" fmla="*/ 125 h 145"/>
                <a:gd name="T12" fmla="*/ 50 w 88"/>
                <a:gd name="T13" fmla="*/ 125 h 145"/>
                <a:gd name="T14" fmla="*/ 50 w 88"/>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5">
                  <a:moveTo>
                    <a:pt x="0" y="15"/>
                  </a:moveTo>
                  <a:cubicBezTo>
                    <a:pt x="78" y="0"/>
                    <a:pt x="70" y="58"/>
                    <a:pt x="70" y="58"/>
                  </a:cubicBezTo>
                  <a:cubicBezTo>
                    <a:pt x="88" y="93"/>
                    <a:pt x="88" y="93"/>
                    <a:pt x="88" y="93"/>
                  </a:cubicBezTo>
                  <a:cubicBezTo>
                    <a:pt x="73" y="93"/>
                    <a:pt x="73" y="93"/>
                    <a:pt x="73" y="93"/>
                  </a:cubicBezTo>
                  <a:cubicBezTo>
                    <a:pt x="73" y="117"/>
                    <a:pt x="73" y="117"/>
                    <a:pt x="73" y="117"/>
                  </a:cubicBezTo>
                  <a:cubicBezTo>
                    <a:pt x="73" y="121"/>
                    <a:pt x="70" y="125"/>
                    <a:pt x="66" y="125"/>
                  </a:cubicBezTo>
                  <a:cubicBezTo>
                    <a:pt x="50" y="125"/>
                    <a:pt x="50" y="125"/>
                    <a:pt x="50" y="125"/>
                  </a:cubicBezTo>
                  <a:cubicBezTo>
                    <a:pt x="50" y="145"/>
                    <a:pt x="50" y="145"/>
                    <a:pt x="50" y="145"/>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7" name="Freeform 20">
              <a:extLst>
                <a:ext uri="{FF2B5EF4-FFF2-40B4-BE49-F238E27FC236}">
                  <a16:creationId xmlns:a16="http://schemas.microsoft.com/office/drawing/2014/main" id="{E99C25E1-6DA1-4990-BF56-A74652EC5FD7}"/>
                </a:ext>
              </a:extLst>
            </p:cNvPr>
            <p:cNvSpPr>
              <a:spLocks/>
            </p:cNvSpPr>
            <p:nvPr/>
          </p:nvSpPr>
          <p:spPr bwMode="auto">
            <a:xfrm>
              <a:off x="4410075" y="5140355"/>
              <a:ext cx="26988" cy="141288"/>
            </a:xfrm>
            <a:custGeom>
              <a:avLst/>
              <a:gdLst>
                <a:gd name="T0" fmla="*/ 17 w 17"/>
                <a:gd name="T1" fmla="*/ 89 h 89"/>
                <a:gd name="T2" fmla="*/ 17 w 17"/>
                <a:gd name="T3" fmla="*/ 37 h 89"/>
                <a:gd name="T4" fmla="*/ 0 w 17"/>
                <a:gd name="T5" fmla="*/ 0 h 89"/>
              </a:gdLst>
              <a:ahLst/>
              <a:cxnLst>
                <a:cxn ang="0">
                  <a:pos x="T0" y="T1"/>
                </a:cxn>
                <a:cxn ang="0">
                  <a:pos x="T2" y="T3"/>
                </a:cxn>
                <a:cxn ang="0">
                  <a:pos x="T4" y="T5"/>
                </a:cxn>
              </a:cxnLst>
              <a:rect l="0" t="0" r="r" b="b"/>
              <a:pathLst>
                <a:path w="17" h="89">
                  <a:moveTo>
                    <a:pt x="17" y="89"/>
                  </a:moveTo>
                  <a:lnTo>
                    <a:pt x="17" y="37"/>
                  </a:lnTo>
                  <a:lnTo>
                    <a:pt x="0" y="0"/>
                  </a:ln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8" name="Freeform 21">
              <a:extLst>
                <a:ext uri="{FF2B5EF4-FFF2-40B4-BE49-F238E27FC236}">
                  <a16:creationId xmlns:a16="http://schemas.microsoft.com/office/drawing/2014/main" id="{645EAD95-90A4-4F01-B44C-E6D5BE19F65C}"/>
                </a:ext>
              </a:extLst>
            </p:cNvPr>
            <p:cNvSpPr>
              <a:spLocks/>
            </p:cNvSpPr>
            <p:nvPr/>
          </p:nvSpPr>
          <p:spPr bwMode="auto">
            <a:xfrm>
              <a:off x="4295775" y="4800630"/>
              <a:ext cx="298450" cy="304800"/>
            </a:xfrm>
            <a:custGeom>
              <a:avLst/>
              <a:gdLst>
                <a:gd name="T0" fmla="*/ 78 w 78"/>
                <a:gd name="T1" fmla="*/ 44 h 78"/>
                <a:gd name="T2" fmla="*/ 78 w 78"/>
                <a:gd name="T3" fmla="*/ 34 h 78"/>
                <a:gd name="T4" fmla="*/ 67 w 78"/>
                <a:gd name="T5" fmla="*/ 30 h 78"/>
                <a:gd name="T6" fmla="*/ 65 w 78"/>
                <a:gd name="T7" fmla="*/ 26 h 78"/>
                <a:gd name="T8" fmla="*/ 70 w 78"/>
                <a:gd name="T9" fmla="*/ 15 h 78"/>
                <a:gd name="T10" fmla="*/ 63 w 78"/>
                <a:gd name="T11" fmla="*/ 8 h 78"/>
                <a:gd name="T12" fmla="*/ 52 w 78"/>
                <a:gd name="T13" fmla="*/ 13 h 78"/>
                <a:gd name="T14" fmla="*/ 48 w 78"/>
                <a:gd name="T15" fmla="*/ 11 h 78"/>
                <a:gd name="T16" fmla="*/ 44 w 78"/>
                <a:gd name="T17" fmla="*/ 0 h 78"/>
                <a:gd name="T18" fmla="*/ 34 w 78"/>
                <a:gd name="T19" fmla="*/ 0 h 78"/>
                <a:gd name="T20" fmla="*/ 30 w 78"/>
                <a:gd name="T21" fmla="*/ 11 h 78"/>
                <a:gd name="T22" fmla="*/ 26 w 78"/>
                <a:gd name="T23" fmla="*/ 13 h 78"/>
                <a:gd name="T24" fmla="*/ 15 w 78"/>
                <a:gd name="T25" fmla="*/ 8 h 78"/>
                <a:gd name="T26" fmla="*/ 8 w 78"/>
                <a:gd name="T27" fmla="*/ 15 h 78"/>
                <a:gd name="T28" fmla="*/ 13 w 78"/>
                <a:gd name="T29" fmla="*/ 26 h 78"/>
                <a:gd name="T30" fmla="*/ 11 w 78"/>
                <a:gd name="T31" fmla="*/ 30 h 78"/>
                <a:gd name="T32" fmla="*/ 0 w 78"/>
                <a:gd name="T33" fmla="*/ 34 h 78"/>
                <a:gd name="T34" fmla="*/ 0 w 78"/>
                <a:gd name="T35" fmla="*/ 44 h 78"/>
                <a:gd name="T36" fmla="*/ 11 w 78"/>
                <a:gd name="T37" fmla="*/ 48 h 78"/>
                <a:gd name="T38" fmla="*/ 13 w 78"/>
                <a:gd name="T39" fmla="*/ 52 h 78"/>
                <a:gd name="T40" fmla="*/ 8 w 78"/>
                <a:gd name="T41" fmla="*/ 63 h 78"/>
                <a:gd name="T42" fmla="*/ 15 w 78"/>
                <a:gd name="T43" fmla="*/ 70 h 78"/>
                <a:gd name="T44" fmla="*/ 26 w 78"/>
                <a:gd name="T45" fmla="*/ 65 h 78"/>
                <a:gd name="T46" fmla="*/ 30 w 78"/>
                <a:gd name="T47" fmla="*/ 67 h 78"/>
                <a:gd name="T48" fmla="*/ 34 w 78"/>
                <a:gd name="T49" fmla="*/ 78 h 78"/>
                <a:gd name="T50" fmla="*/ 44 w 78"/>
                <a:gd name="T51" fmla="*/ 78 h 78"/>
                <a:gd name="T52" fmla="*/ 48 w 78"/>
                <a:gd name="T53" fmla="*/ 67 h 78"/>
                <a:gd name="T54" fmla="*/ 52 w 78"/>
                <a:gd name="T55" fmla="*/ 65 h 78"/>
                <a:gd name="T56" fmla="*/ 63 w 78"/>
                <a:gd name="T57" fmla="*/ 70 h 78"/>
                <a:gd name="T58" fmla="*/ 70 w 78"/>
                <a:gd name="T59" fmla="*/ 63 h 78"/>
                <a:gd name="T60" fmla="*/ 65 w 78"/>
                <a:gd name="T61" fmla="*/ 52 h 78"/>
                <a:gd name="T62" fmla="*/ 67 w 78"/>
                <a:gd name="T63" fmla="*/ 48 h 78"/>
                <a:gd name="T64" fmla="*/ 78 w 78"/>
                <a:gd name="T65" fmla="*/ 4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78">
                  <a:moveTo>
                    <a:pt x="78" y="44"/>
                  </a:moveTo>
                  <a:cubicBezTo>
                    <a:pt x="78" y="34"/>
                    <a:pt x="78" y="34"/>
                    <a:pt x="78" y="34"/>
                  </a:cubicBezTo>
                  <a:cubicBezTo>
                    <a:pt x="67" y="30"/>
                    <a:pt x="67" y="30"/>
                    <a:pt x="67" y="30"/>
                  </a:cubicBezTo>
                  <a:cubicBezTo>
                    <a:pt x="66" y="28"/>
                    <a:pt x="66" y="27"/>
                    <a:pt x="65" y="26"/>
                  </a:cubicBezTo>
                  <a:cubicBezTo>
                    <a:pt x="70" y="15"/>
                    <a:pt x="70" y="15"/>
                    <a:pt x="70" y="15"/>
                  </a:cubicBezTo>
                  <a:cubicBezTo>
                    <a:pt x="63" y="8"/>
                    <a:pt x="63" y="8"/>
                    <a:pt x="63" y="8"/>
                  </a:cubicBezTo>
                  <a:cubicBezTo>
                    <a:pt x="52" y="13"/>
                    <a:pt x="52" y="13"/>
                    <a:pt x="52" y="13"/>
                  </a:cubicBezTo>
                  <a:cubicBezTo>
                    <a:pt x="51" y="12"/>
                    <a:pt x="50" y="11"/>
                    <a:pt x="48" y="11"/>
                  </a:cubicBezTo>
                  <a:cubicBezTo>
                    <a:pt x="44" y="0"/>
                    <a:pt x="44" y="0"/>
                    <a:pt x="44" y="0"/>
                  </a:cubicBezTo>
                  <a:cubicBezTo>
                    <a:pt x="34" y="0"/>
                    <a:pt x="34" y="0"/>
                    <a:pt x="34" y="0"/>
                  </a:cubicBezTo>
                  <a:cubicBezTo>
                    <a:pt x="30" y="11"/>
                    <a:pt x="30" y="11"/>
                    <a:pt x="30" y="11"/>
                  </a:cubicBezTo>
                  <a:cubicBezTo>
                    <a:pt x="28" y="11"/>
                    <a:pt x="27" y="12"/>
                    <a:pt x="26" y="13"/>
                  </a:cubicBezTo>
                  <a:cubicBezTo>
                    <a:pt x="15" y="8"/>
                    <a:pt x="15" y="8"/>
                    <a:pt x="15" y="8"/>
                  </a:cubicBezTo>
                  <a:cubicBezTo>
                    <a:pt x="8" y="15"/>
                    <a:pt x="8" y="15"/>
                    <a:pt x="8" y="15"/>
                  </a:cubicBezTo>
                  <a:cubicBezTo>
                    <a:pt x="13" y="26"/>
                    <a:pt x="13" y="26"/>
                    <a:pt x="13" y="26"/>
                  </a:cubicBezTo>
                  <a:cubicBezTo>
                    <a:pt x="12" y="27"/>
                    <a:pt x="11" y="28"/>
                    <a:pt x="11" y="30"/>
                  </a:cubicBezTo>
                  <a:cubicBezTo>
                    <a:pt x="0" y="34"/>
                    <a:pt x="0" y="34"/>
                    <a:pt x="0" y="34"/>
                  </a:cubicBezTo>
                  <a:cubicBezTo>
                    <a:pt x="0" y="44"/>
                    <a:pt x="0" y="44"/>
                    <a:pt x="0" y="44"/>
                  </a:cubicBezTo>
                  <a:cubicBezTo>
                    <a:pt x="11" y="48"/>
                    <a:pt x="11" y="48"/>
                    <a:pt x="11" y="48"/>
                  </a:cubicBezTo>
                  <a:cubicBezTo>
                    <a:pt x="11" y="49"/>
                    <a:pt x="12" y="51"/>
                    <a:pt x="13" y="52"/>
                  </a:cubicBezTo>
                  <a:cubicBezTo>
                    <a:pt x="8" y="63"/>
                    <a:pt x="8" y="63"/>
                    <a:pt x="8" y="63"/>
                  </a:cubicBezTo>
                  <a:cubicBezTo>
                    <a:pt x="15" y="70"/>
                    <a:pt x="15" y="70"/>
                    <a:pt x="15" y="70"/>
                  </a:cubicBezTo>
                  <a:cubicBezTo>
                    <a:pt x="26" y="65"/>
                    <a:pt x="26" y="65"/>
                    <a:pt x="26" y="65"/>
                  </a:cubicBezTo>
                  <a:cubicBezTo>
                    <a:pt x="27" y="66"/>
                    <a:pt x="28" y="66"/>
                    <a:pt x="30" y="67"/>
                  </a:cubicBezTo>
                  <a:cubicBezTo>
                    <a:pt x="34" y="78"/>
                    <a:pt x="34" y="78"/>
                    <a:pt x="34" y="78"/>
                  </a:cubicBezTo>
                  <a:cubicBezTo>
                    <a:pt x="44" y="78"/>
                    <a:pt x="44" y="78"/>
                    <a:pt x="44" y="78"/>
                  </a:cubicBezTo>
                  <a:cubicBezTo>
                    <a:pt x="48" y="67"/>
                    <a:pt x="48" y="67"/>
                    <a:pt x="48" y="67"/>
                  </a:cubicBezTo>
                  <a:cubicBezTo>
                    <a:pt x="50" y="66"/>
                    <a:pt x="51" y="66"/>
                    <a:pt x="52" y="65"/>
                  </a:cubicBezTo>
                  <a:cubicBezTo>
                    <a:pt x="63" y="70"/>
                    <a:pt x="63" y="70"/>
                    <a:pt x="63" y="70"/>
                  </a:cubicBezTo>
                  <a:cubicBezTo>
                    <a:pt x="70" y="63"/>
                    <a:pt x="70" y="63"/>
                    <a:pt x="70" y="63"/>
                  </a:cubicBezTo>
                  <a:cubicBezTo>
                    <a:pt x="65" y="52"/>
                    <a:pt x="65" y="52"/>
                    <a:pt x="65" y="52"/>
                  </a:cubicBezTo>
                  <a:cubicBezTo>
                    <a:pt x="66" y="51"/>
                    <a:pt x="66" y="49"/>
                    <a:pt x="67" y="48"/>
                  </a:cubicBezTo>
                  <a:lnTo>
                    <a:pt x="78" y="44"/>
                  </a:lnTo>
                  <a:close/>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9" name="Oval 22">
              <a:extLst>
                <a:ext uri="{FF2B5EF4-FFF2-40B4-BE49-F238E27FC236}">
                  <a16:creationId xmlns:a16="http://schemas.microsoft.com/office/drawing/2014/main" id="{8AB7DCD8-ACE0-4068-A748-98F8364C5132}"/>
                </a:ext>
              </a:extLst>
            </p:cNvPr>
            <p:cNvSpPr>
              <a:spLocks noChangeArrowheads="1"/>
            </p:cNvSpPr>
            <p:nvPr/>
          </p:nvSpPr>
          <p:spPr bwMode="auto">
            <a:xfrm>
              <a:off x="4379913" y="4886355"/>
              <a:ext cx="127000" cy="130175"/>
            </a:xfrm>
            <a:prstGeom prst="ellipse">
              <a:avLst/>
            </a:pr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0" name="Line 23">
              <a:extLst>
                <a:ext uri="{FF2B5EF4-FFF2-40B4-BE49-F238E27FC236}">
                  <a16:creationId xmlns:a16="http://schemas.microsoft.com/office/drawing/2014/main" id="{BCDBF3F7-FECA-42C2-9D2B-86661446091D}"/>
                </a:ext>
              </a:extLst>
            </p:cNvPr>
            <p:cNvSpPr>
              <a:spLocks noChangeShapeType="1"/>
            </p:cNvSpPr>
            <p:nvPr/>
          </p:nvSpPr>
          <p:spPr bwMode="auto">
            <a:xfrm>
              <a:off x="4651375" y="5203855"/>
              <a:ext cx="34925" cy="0"/>
            </a:xfrm>
            <a:prstGeom prst="line">
              <a:avLst/>
            </a:prstGeom>
            <a:noFill/>
            <a:ln w="15875" cap="rnd">
              <a:solidFill>
                <a:schemeClr val="tx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214" name="Text Placeholder 17">
            <a:extLst>
              <a:ext uri="{FF2B5EF4-FFF2-40B4-BE49-F238E27FC236}">
                <a16:creationId xmlns:a16="http://schemas.microsoft.com/office/drawing/2014/main" id="{85372900-C74E-481D-97D9-29AD70912081}"/>
              </a:ext>
            </a:extLst>
          </p:cNvPr>
          <p:cNvSpPr txBox="1">
            <a:spLocks/>
          </p:cNvSpPr>
          <p:nvPr/>
        </p:nvSpPr>
        <p:spPr>
          <a:xfrm>
            <a:off x="4153780" y="508628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212" name="Freeform 26">
            <a:extLst>
              <a:ext uri="{FF2B5EF4-FFF2-40B4-BE49-F238E27FC236}">
                <a16:creationId xmlns:a16="http://schemas.microsoft.com/office/drawing/2014/main" id="{158C2B5C-A458-457F-9CF9-C6B08E4A5C22}"/>
              </a:ext>
            </a:extLst>
          </p:cNvPr>
          <p:cNvSpPr>
            <a:spLocks noEditPoints="1"/>
          </p:cNvSpPr>
          <p:nvPr/>
        </p:nvSpPr>
        <p:spPr bwMode="auto">
          <a:xfrm>
            <a:off x="9452811" y="4495777"/>
            <a:ext cx="787400" cy="449263"/>
          </a:xfrm>
          <a:custGeom>
            <a:avLst/>
            <a:gdLst>
              <a:gd name="T0" fmla="*/ 48 w 205"/>
              <a:gd name="T1" fmla="*/ 94 h 115"/>
              <a:gd name="T2" fmla="*/ 48 w 205"/>
              <a:gd name="T3" fmla="*/ 85 h 115"/>
              <a:gd name="T4" fmla="*/ 59 w 205"/>
              <a:gd name="T5" fmla="*/ 74 h 115"/>
              <a:gd name="T6" fmla="*/ 66 w 205"/>
              <a:gd name="T7" fmla="*/ 80 h 115"/>
              <a:gd name="T8" fmla="*/ 57 w 205"/>
              <a:gd name="T9" fmla="*/ 93 h 115"/>
              <a:gd name="T10" fmla="*/ 124 w 205"/>
              <a:gd name="T11" fmla="*/ 83 h 115"/>
              <a:gd name="T12" fmla="*/ 149 w 205"/>
              <a:gd name="T13" fmla="*/ 94 h 115"/>
              <a:gd name="T14" fmla="*/ 150 w 205"/>
              <a:gd name="T15" fmla="*/ 83 h 115"/>
              <a:gd name="T16" fmla="*/ 125 w 205"/>
              <a:gd name="T17" fmla="*/ 102 h 115"/>
              <a:gd name="T18" fmla="*/ 137 w 205"/>
              <a:gd name="T19" fmla="*/ 103 h 115"/>
              <a:gd name="T20" fmla="*/ 139 w 205"/>
              <a:gd name="T21" fmla="*/ 94 h 115"/>
              <a:gd name="T22" fmla="*/ 111 w 205"/>
              <a:gd name="T23" fmla="*/ 110 h 115"/>
              <a:gd name="T24" fmla="*/ 123 w 205"/>
              <a:gd name="T25" fmla="*/ 111 h 115"/>
              <a:gd name="T26" fmla="*/ 125 w 205"/>
              <a:gd name="T27" fmla="*/ 102 h 115"/>
              <a:gd name="T28" fmla="*/ 96 w 205"/>
              <a:gd name="T29" fmla="*/ 113 h 115"/>
              <a:gd name="T30" fmla="*/ 109 w 205"/>
              <a:gd name="T31" fmla="*/ 112 h 115"/>
              <a:gd name="T32" fmla="*/ 65 w 205"/>
              <a:gd name="T33" fmla="*/ 103 h 115"/>
              <a:gd name="T34" fmla="*/ 79 w 205"/>
              <a:gd name="T35" fmla="*/ 78 h 115"/>
              <a:gd name="T36" fmla="*/ 70 w 205"/>
              <a:gd name="T37" fmla="*/ 79 h 115"/>
              <a:gd name="T38" fmla="*/ 56 w 205"/>
              <a:gd name="T39" fmla="*/ 103 h 115"/>
              <a:gd name="T40" fmla="*/ 65 w 205"/>
              <a:gd name="T41" fmla="*/ 103 h 115"/>
              <a:gd name="T42" fmla="*/ 90 w 205"/>
              <a:gd name="T43" fmla="*/ 94 h 115"/>
              <a:gd name="T44" fmla="*/ 84 w 205"/>
              <a:gd name="T45" fmla="*/ 84 h 115"/>
              <a:gd name="T46" fmla="*/ 68 w 205"/>
              <a:gd name="T47" fmla="*/ 100 h 115"/>
              <a:gd name="T48" fmla="*/ 73 w 205"/>
              <a:gd name="T49" fmla="*/ 110 h 115"/>
              <a:gd name="T50" fmla="*/ 94 w 205"/>
              <a:gd name="T51" fmla="*/ 107 h 115"/>
              <a:gd name="T52" fmla="*/ 96 w 205"/>
              <a:gd name="T53" fmla="*/ 96 h 115"/>
              <a:gd name="T54" fmla="*/ 87 w 205"/>
              <a:gd name="T55" fmla="*/ 96 h 115"/>
              <a:gd name="T56" fmla="*/ 80 w 205"/>
              <a:gd name="T57" fmla="*/ 113 h 115"/>
              <a:gd name="T58" fmla="*/ 89 w 205"/>
              <a:gd name="T59" fmla="*/ 113 h 115"/>
              <a:gd name="T60" fmla="*/ 176 w 205"/>
              <a:gd name="T61" fmla="*/ 0 h 115"/>
              <a:gd name="T62" fmla="*/ 172 w 205"/>
              <a:gd name="T63" fmla="*/ 72 h 115"/>
              <a:gd name="T64" fmla="*/ 145 w 205"/>
              <a:gd name="T65" fmla="*/ 26 h 115"/>
              <a:gd name="T66" fmla="*/ 101 w 205"/>
              <a:gd name="T67" fmla="*/ 30 h 115"/>
              <a:gd name="T68" fmla="*/ 98 w 205"/>
              <a:gd name="T69" fmla="*/ 31 h 115"/>
              <a:gd name="T70" fmla="*/ 75 w 205"/>
              <a:gd name="T71" fmla="*/ 60 h 115"/>
              <a:gd name="T72" fmla="*/ 111 w 205"/>
              <a:gd name="T73" fmla="*/ 53 h 115"/>
              <a:gd name="T74" fmla="*/ 168 w 205"/>
              <a:gd name="T75" fmla="*/ 66 h 115"/>
              <a:gd name="T76" fmla="*/ 157 w 205"/>
              <a:gd name="T77" fmla="*/ 76 h 115"/>
              <a:gd name="T78" fmla="*/ 52 w 205"/>
              <a:gd name="T79" fmla="*/ 82 h 115"/>
              <a:gd name="T80" fmla="*/ 0 w 205"/>
              <a:gd name="T81" fmla="*/ 52 h 115"/>
              <a:gd name="T82" fmla="*/ 71 w 205"/>
              <a:gd name="T83" fmla="*/ 24 h 115"/>
              <a:gd name="T84" fmla="*/ 33 w 205"/>
              <a:gd name="T85" fmla="*/ 72 h 115"/>
              <a:gd name="T86" fmla="*/ 88 w 205"/>
              <a:gd name="T87" fmla="*/ 3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5" h="115">
                <a:moveTo>
                  <a:pt x="53" y="95"/>
                </a:moveTo>
                <a:cubicBezTo>
                  <a:pt x="51" y="96"/>
                  <a:pt x="50" y="95"/>
                  <a:pt x="48" y="94"/>
                </a:cubicBezTo>
                <a:cubicBezTo>
                  <a:pt x="47" y="93"/>
                  <a:pt x="46" y="91"/>
                  <a:pt x="46" y="90"/>
                </a:cubicBezTo>
                <a:cubicBezTo>
                  <a:pt x="46" y="88"/>
                  <a:pt x="47" y="86"/>
                  <a:pt x="48" y="85"/>
                </a:cubicBezTo>
                <a:cubicBezTo>
                  <a:pt x="56" y="76"/>
                  <a:pt x="56" y="76"/>
                  <a:pt x="56" y="76"/>
                </a:cubicBezTo>
                <a:cubicBezTo>
                  <a:pt x="57" y="75"/>
                  <a:pt x="58" y="75"/>
                  <a:pt x="59" y="74"/>
                </a:cubicBezTo>
                <a:cubicBezTo>
                  <a:pt x="61" y="74"/>
                  <a:pt x="63" y="75"/>
                  <a:pt x="64" y="76"/>
                </a:cubicBezTo>
                <a:cubicBezTo>
                  <a:pt x="66" y="77"/>
                  <a:pt x="66" y="79"/>
                  <a:pt x="66" y="80"/>
                </a:cubicBezTo>
                <a:cubicBezTo>
                  <a:pt x="67" y="82"/>
                  <a:pt x="66" y="83"/>
                  <a:pt x="65" y="85"/>
                </a:cubicBezTo>
                <a:cubicBezTo>
                  <a:pt x="57" y="93"/>
                  <a:pt x="57" y="93"/>
                  <a:pt x="57" y="93"/>
                </a:cubicBezTo>
                <a:cubicBezTo>
                  <a:pt x="56" y="95"/>
                  <a:pt x="55" y="95"/>
                  <a:pt x="53" y="95"/>
                </a:cubicBezTo>
                <a:close/>
                <a:moveTo>
                  <a:pt x="124" y="83"/>
                </a:moveTo>
                <a:cubicBezTo>
                  <a:pt x="124" y="83"/>
                  <a:pt x="139" y="96"/>
                  <a:pt x="143" y="96"/>
                </a:cubicBezTo>
                <a:cubicBezTo>
                  <a:pt x="146" y="97"/>
                  <a:pt x="148" y="96"/>
                  <a:pt x="149" y="94"/>
                </a:cubicBezTo>
                <a:cubicBezTo>
                  <a:pt x="151" y="93"/>
                  <a:pt x="152" y="90"/>
                  <a:pt x="152" y="88"/>
                </a:cubicBezTo>
                <a:cubicBezTo>
                  <a:pt x="152" y="86"/>
                  <a:pt x="151" y="85"/>
                  <a:pt x="150" y="83"/>
                </a:cubicBezTo>
                <a:moveTo>
                  <a:pt x="112" y="91"/>
                </a:moveTo>
                <a:cubicBezTo>
                  <a:pt x="125" y="102"/>
                  <a:pt x="125" y="102"/>
                  <a:pt x="125" y="102"/>
                </a:cubicBezTo>
                <a:cubicBezTo>
                  <a:pt x="127" y="104"/>
                  <a:pt x="129" y="105"/>
                  <a:pt x="131" y="105"/>
                </a:cubicBezTo>
                <a:cubicBezTo>
                  <a:pt x="133" y="105"/>
                  <a:pt x="135" y="104"/>
                  <a:pt x="137" y="103"/>
                </a:cubicBezTo>
                <a:cubicBezTo>
                  <a:pt x="138" y="101"/>
                  <a:pt x="139" y="99"/>
                  <a:pt x="139" y="97"/>
                </a:cubicBezTo>
                <a:cubicBezTo>
                  <a:pt x="139" y="96"/>
                  <a:pt x="139" y="95"/>
                  <a:pt x="139" y="94"/>
                </a:cubicBezTo>
                <a:moveTo>
                  <a:pt x="105" y="105"/>
                </a:moveTo>
                <a:cubicBezTo>
                  <a:pt x="111" y="110"/>
                  <a:pt x="111" y="110"/>
                  <a:pt x="111" y="110"/>
                </a:cubicBezTo>
                <a:cubicBezTo>
                  <a:pt x="113" y="112"/>
                  <a:pt x="115" y="113"/>
                  <a:pt x="117" y="113"/>
                </a:cubicBezTo>
                <a:cubicBezTo>
                  <a:pt x="119" y="113"/>
                  <a:pt x="121" y="113"/>
                  <a:pt x="123" y="111"/>
                </a:cubicBezTo>
                <a:cubicBezTo>
                  <a:pt x="125" y="109"/>
                  <a:pt x="126" y="107"/>
                  <a:pt x="126" y="105"/>
                </a:cubicBezTo>
                <a:cubicBezTo>
                  <a:pt x="126" y="104"/>
                  <a:pt x="125" y="103"/>
                  <a:pt x="125" y="102"/>
                </a:cubicBezTo>
                <a:moveTo>
                  <a:pt x="91" y="110"/>
                </a:moveTo>
                <a:cubicBezTo>
                  <a:pt x="96" y="113"/>
                  <a:pt x="96" y="113"/>
                  <a:pt x="96" y="113"/>
                </a:cubicBezTo>
                <a:cubicBezTo>
                  <a:pt x="97" y="113"/>
                  <a:pt x="100" y="114"/>
                  <a:pt x="103" y="114"/>
                </a:cubicBezTo>
                <a:cubicBezTo>
                  <a:pt x="105" y="113"/>
                  <a:pt x="107" y="113"/>
                  <a:pt x="109" y="112"/>
                </a:cubicBezTo>
                <a:cubicBezTo>
                  <a:pt x="110" y="111"/>
                  <a:pt x="110" y="110"/>
                  <a:pt x="111" y="110"/>
                </a:cubicBezTo>
                <a:moveTo>
                  <a:pt x="65" y="103"/>
                </a:moveTo>
                <a:cubicBezTo>
                  <a:pt x="79" y="87"/>
                  <a:pt x="79" y="87"/>
                  <a:pt x="79" y="87"/>
                </a:cubicBezTo>
                <a:cubicBezTo>
                  <a:pt x="81" y="85"/>
                  <a:pt x="81" y="81"/>
                  <a:pt x="79" y="78"/>
                </a:cubicBezTo>
                <a:cubicBezTo>
                  <a:pt x="77" y="77"/>
                  <a:pt x="75" y="77"/>
                  <a:pt x="74" y="77"/>
                </a:cubicBezTo>
                <a:cubicBezTo>
                  <a:pt x="72" y="77"/>
                  <a:pt x="71" y="78"/>
                  <a:pt x="70" y="79"/>
                </a:cubicBezTo>
                <a:cubicBezTo>
                  <a:pt x="56" y="94"/>
                  <a:pt x="56" y="94"/>
                  <a:pt x="56" y="94"/>
                </a:cubicBezTo>
                <a:cubicBezTo>
                  <a:pt x="54" y="97"/>
                  <a:pt x="54" y="101"/>
                  <a:pt x="56" y="103"/>
                </a:cubicBezTo>
                <a:cubicBezTo>
                  <a:pt x="58" y="104"/>
                  <a:pt x="60" y="105"/>
                  <a:pt x="61" y="105"/>
                </a:cubicBezTo>
                <a:cubicBezTo>
                  <a:pt x="63" y="104"/>
                  <a:pt x="64" y="104"/>
                  <a:pt x="65" y="103"/>
                </a:cubicBezTo>
                <a:close/>
                <a:moveTo>
                  <a:pt x="77" y="108"/>
                </a:moveTo>
                <a:cubicBezTo>
                  <a:pt x="90" y="94"/>
                  <a:pt x="90" y="94"/>
                  <a:pt x="90" y="94"/>
                </a:cubicBezTo>
                <a:cubicBezTo>
                  <a:pt x="92" y="91"/>
                  <a:pt x="92" y="87"/>
                  <a:pt x="89" y="85"/>
                </a:cubicBezTo>
                <a:cubicBezTo>
                  <a:pt x="88" y="84"/>
                  <a:pt x="86" y="83"/>
                  <a:pt x="84" y="84"/>
                </a:cubicBezTo>
                <a:cubicBezTo>
                  <a:pt x="83" y="84"/>
                  <a:pt x="81" y="85"/>
                  <a:pt x="81" y="86"/>
                </a:cubicBezTo>
                <a:cubicBezTo>
                  <a:pt x="68" y="100"/>
                  <a:pt x="68" y="100"/>
                  <a:pt x="68" y="100"/>
                </a:cubicBezTo>
                <a:cubicBezTo>
                  <a:pt x="65" y="102"/>
                  <a:pt x="66" y="106"/>
                  <a:pt x="68" y="109"/>
                </a:cubicBezTo>
                <a:cubicBezTo>
                  <a:pt x="69" y="110"/>
                  <a:pt x="71" y="110"/>
                  <a:pt x="73" y="110"/>
                </a:cubicBezTo>
                <a:cubicBezTo>
                  <a:pt x="74" y="110"/>
                  <a:pt x="76" y="109"/>
                  <a:pt x="77" y="108"/>
                </a:cubicBezTo>
                <a:close/>
                <a:moveTo>
                  <a:pt x="94" y="107"/>
                </a:moveTo>
                <a:cubicBezTo>
                  <a:pt x="96" y="105"/>
                  <a:pt x="96" y="105"/>
                  <a:pt x="96" y="105"/>
                </a:cubicBezTo>
                <a:cubicBezTo>
                  <a:pt x="98" y="102"/>
                  <a:pt x="98" y="98"/>
                  <a:pt x="96" y="96"/>
                </a:cubicBezTo>
                <a:cubicBezTo>
                  <a:pt x="94" y="95"/>
                  <a:pt x="93" y="94"/>
                  <a:pt x="91" y="95"/>
                </a:cubicBezTo>
                <a:cubicBezTo>
                  <a:pt x="89" y="95"/>
                  <a:pt x="88" y="95"/>
                  <a:pt x="87" y="96"/>
                </a:cubicBezTo>
                <a:cubicBezTo>
                  <a:pt x="80" y="105"/>
                  <a:pt x="80" y="105"/>
                  <a:pt x="80" y="105"/>
                </a:cubicBezTo>
                <a:cubicBezTo>
                  <a:pt x="77" y="107"/>
                  <a:pt x="78" y="111"/>
                  <a:pt x="80" y="113"/>
                </a:cubicBezTo>
                <a:cubicBezTo>
                  <a:pt x="81" y="115"/>
                  <a:pt x="83" y="115"/>
                  <a:pt x="85" y="115"/>
                </a:cubicBezTo>
                <a:cubicBezTo>
                  <a:pt x="87" y="115"/>
                  <a:pt x="88" y="114"/>
                  <a:pt x="89" y="113"/>
                </a:cubicBezTo>
                <a:lnTo>
                  <a:pt x="94" y="107"/>
                </a:lnTo>
                <a:close/>
                <a:moveTo>
                  <a:pt x="176" y="0"/>
                </a:moveTo>
                <a:cubicBezTo>
                  <a:pt x="163" y="7"/>
                  <a:pt x="144" y="17"/>
                  <a:pt x="141" y="19"/>
                </a:cubicBezTo>
                <a:cubicBezTo>
                  <a:pt x="143" y="23"/>
                  <a:pt x="172" y="72"/>
                  <a:pt x="172" y="72"/>
                </a:cubicBezTo>
                <a:cubicBezTo>
                  <a:pt x="205" y="55"/>
                  <a:pt x="205" y="55"/>
                  <a:pt x="205" y="55"/>
                </a:cubicBezTo>
                <a:moveTo>
                  <a:pt x="145" y="26"/>
                </a:moveTo>
                <a:cubicBezTo>
                  <a:pt x="129" y="20"/>
                  <a:pt x="120" y="30"/>
                  <a:pt x="111" y="30"/>
                </a:cubicBezTo>
                <a:cubicBezTo>
                  <a:pt x="106" y="30"/>
                  <a:pt x="103" y="30"/>
                  <a:pt x="101" y="30"/>
                </a:cubicBezTo>
                <a:cubicBezTo>
                  <a:pt x="101" y="30"/>
                  <a:pt x="101" y="30"/>
                  <a:pt x="101" y="30"/>
                </a:cubicBezTo>
                <a:cubicBezTo>
                  <a:pt x="100" y="30"/>
                  <a:pt x="99" y="30"/>
                  <a:pt x="98" y="31"/>
                </a:cubicBezTo>
                <a:cubicBezTo>
                  <a:pt x="70" y="45"/>
                  <a:pt x="70" y="45"/>
                  <a:pt x="70" y="45"/>
                </a:cubicBezTo>
                <a:cubicBezTo>
                  <a:pt x="58" y="51"/>
                  <a:pt x="70" y="61"/>
                  <a:pt x="75" y="60"/>
                </a:cubicBezTo>
                <a:cubicBezTo>
                  <a:pt x="79" y="59"/>
                  <a:pt x="90" y="55"/>
                  <a:pt x="97" y="52"/>
                </a:cubicBezTo>
                <a:cubicBezTo>
                  <a:pt x="102" y="50"/>
                  <a:pt x="107" y="50"/>
                  <a:pt x="111" y="53"/>
                </a:cubicBezTo>
                <a:cubicBezTo>
                  <a:pt x="123" y="62"/>
                  <a:pt x="148" y="81"/>
                  <a:pt x="150" y="83"/>
                </a:cubicBezTo>
                <a:moveTo>
                  <a:pt x="168" y="66"/>
                </a:moveTo>
                <a:cubicBezTo>
                  <a:pt x="166" y="67"/>
                  <a:pt x="161" y="71"/>
                  <a:pt x="159" y="72"/>
                </a:cubicBezTo>
                <a:cubicBezTo>
                  <a:pt x="158" y="73"/>
                  <a:pt x="158" y="74"/>
                  <a:pt x="157" y="76"/>
                </a:cubicBezTo>
                <a:cubicBezTo>
                  <a:pt x="155" y="79"/>
                  <a:pt x="152" y="82"/>
                  <a:pt x="150" y="83"/>
                </a:cubicBezTo>
                <a:moveTo>
                  <a:pt x="52" y="82"/>
                </a:moveTo>
                <a:cubicBezTo>
                  <a:pt x="52" y="82"/>
                  <a:pt x="52" y="82"/>
                  <a:pt x="52" y="82"/>
                </a:cubicBezTo>
                <a:moveTo>
                  <a:pt x="0" y="52"/>
                </a:moveTo>
                <a:cubicBezTo>
                  <a:pt x="30" y="76"/>
                  <a:pt x="30" y="76"/>
                  <a:pt x="30" y="76"/>
                </a:cubicBezTo>
                <a:cubicBezTo>
                  <a:pt x="71" y="24"/>
                  <a:pt x="71" y="24"/>
                  <a:pt x="71" y="24"/>
                </a:cubicBezTo>
                <a:cubicBezTo>
                  <a:pt x="42" y="0"/>
                  <a:pt x="42" y="0"/>
                  <a:pt x="42" y="0"/>
                </a:cubicBezTo>
                <a:moveTo>
                  <a:pt x="33" y="72"/>
                </a:moveTo>
                <a:cubicBezTo>
                  <a:pt x="41" y="79"/>
                  <a:pt x="49" y="84"/>
                  <a:pt x="49" y="84"/>
                </a:cubicBezTo>
                <a:moveTo>
                  <a:pt x="88" y="36"/>
                </a:moveTo>
                <a:cubicBezTo>
                  <a:pt x="84" y="34"/>
                  <a:pt x="75" y="30"/>
                  <a:pt x="68" y="28"/>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5" name="Text Placeholder 17">
            <a:extLst>
              <a:ext uri="{FF2B5EF4-FFF2-40B4-BE49-F238E27FC236}">
                <a16:creationId xmlns:a16="http://schemas.microsoft.com/office/drawing/2014/main" id="{96C62087-C2B5-478A-BBB3-38F5535E5D26}"/>
              </a:ext>
            </a:extLst>
          </p:cNvPr>
          <p:cNvSpPr txBox="1">
            <a:spLocks/>
          </p:cNvSpPr>
          <p:nvPr/>
        </p:nvSpPr>
        <p:spPr>
          <a:xfrm>
            <a:off x="9055186" y="508628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211" name="Freeform 25">
            <a:extLst>
              <a:ext uri="{FF2B5EF4-FFF2-40B4-BE49-F238E27FC236}">
                <a16:creationId xmlns:a16="http://schemas.microsoft.com/office/drawing/2014/main" id="{2C0E30A0-ED13-4EA7-9529-545AD154C7D5}"/>
              </a:ext>
            </a:extLst>
          </p:cNvPr>
          <p:cNvSpPr>
            <a:spLocks noEditPoints="1"/>
          </p:cNvSpPr>
          <p:nvPr/>
        </p:nvSpPr>
        <p:spPr bwMode="auto">
          <a:xfrm>
            <a:off x="7048713" y="4457677"/>
            <a:ext cx="598488" cy="487363"/>
          </a:xfrm>
          <a:custGeom>
            <a:avLst/>
            <a:gdLst>
              <a:gd name="T0" fmla="*/ 156 w 156"/>
              <a:gd name="T1" fmla="*/ 125 h 125"/>
              <a:gd name="T2" fmla="*/ 0 w 156"/>
              <a:gd name="T3" fmla="*/ 125 h 125"/>
              <a:gd name="T4" fmla="*/ 38 w 156"/>
              <a:gd name="T5" fmla="*/ 91 h 125"/>
              <a:gd name="T6" fmla="*/ 17 w 156"/>
              <a:gd name="T7" fmla="*/ 91 h 125"/>
              <a:gd name="T8" fmla="*/ 17 w 156"/>
              <a:gd name="T9" fmla="*/ 125 h 125"/>
              <a:gd name="T10" fmla="*/ 38 w 156"/>
              <a:gd name="T11" fmla="*/ 125 h 125"/>
              <a:gd name="T12" fmla="*/ 38 w 156"/>
              <a:gd name="T13" fmla="*/ 91 h 125"/>
              <a:gd name="T14" fmla="*/ 72 w 156"/>
              <a:gd name="T15" fmla="*/ 58 h 125"/>
              <a:gd name="T16" fmla="*/ 51 w 156"/>
              <a:gd name="T17" fmla="*/ 58 h 125"/>
              <a:gd name="T18" fmla="*/ 51 w 156"/>
              <a:gd name="T19" fmla="*/ 125 h 125"/>
              <a:gd name="T20" fmla="*/ 72 w 156"/>
              <a:gd name="T21" fmla="*/ 125 h 125"/>
              <a:gd name="T22" fmla="*/ 72 w 156"/>
              <a:gd name="T23" fmla="*/ 58 h 125"/>
              <a:gd name="T24" fmla="*/ 105 w 156"/>
              <a:gd name="T25" fmla="*/ 73 h 125"/>
              <a:gd name="T26" fmla="*/ 84 w 156"/>
              <a:gd name="T27" fmla="*/ 73 h 125"/>
              <a:gd name="T28" fmla="*/ 84 w 156"/>
              <a:gd name="T29" fmla="*/ 125 h 125"/>
              <a:gd name="T30" fmla="*/ 105 w 156"/>
              <a:gd name="T31" fmla="*/ 125 h 125"/>
              <a:gd name="T32" fmla="*/ 105 w 156"/>
              <a:gd name="T33" fmla="*/ 73 h 125"/>
              <a:gd name="T34" fmla="*/ 139 w 156"/>
              <a:gd name="T35" fmla="*/ 39 h 125"/>
              <a:gd name="T36" fmla="*/ 118 w 156"/>
              <a:gd name="T37" fmla="*/ 39 h 125"/>
              <a:gd name="T38" fmla="*/ 118 w 156"/>
              <a:gd name="T39" fmla="*/ 125 h 125"/>
              <a:gd name="T40" fmla="*/ 139 w 156"/>
              <a:gd name="T41" fmla="*/ 125 h 125"/>
              <a:gd name="T42" fmla="*/ 139 w 156"/>
              <a:gd name="T43" fmla="*/ 39 h 125"/>
              <a:gd name="T44" fmla="*/ 28 w 156"/>
              <a:gd name="T45" fmla="*/ 54 h 125"/>
              <a:gd name="T46" fmla="*/ 22 w 156"/>
              <a:gd name="T47" fmla="*/ 61 h 125"/>
              <a:gd name="T48" fmla="*/ 28 w 156"/>
              <a:gd name="T49" fmla="*/ 67 h 125"/>
              <a:gd name="T50" fmla="*/ 34 w 156"/>
              <a:gd name="T51" fmla="*/ 61 h 125"/>
              <a:gd name="T52" fmla="*/ 28 w 156"/>
              <a:gd name="T53" fmla="*/ 54 h 125"/>
              <a:gd name="T54" fmla="*/ 61 w 156"/>
              <a:gd name="T55" fmla="*/ 22 h 125"/>
              <a:gd name="T56" fmla="*/ 55 w 156"/>
              <a:gd name="T57" fmla="*/ 29 h 125"/>
              <a:gd name="T58" fmla="*/ 61 w 156"/>
              <a:gd name="T59" fmla="*/ 35 h 125"/>
              <a:gd name="T60" fmla="*/ 67 w 156"/>
              <a:gd name="T61" fmla="*/ 29 h 125"/>
              <a:gd name="T62" fmla="*/ 61 w 156"/>
              <a:gd name="T63" fmla="*/ 22 h 125"/>
              <a:gd name="T64" fmla="*/ 95 w 156"/>
              <a:gd name="T65" fmla="*/ 39 h 125"/>
              <a:gd name="T66" fmla="*/ 89 w 156"/>
              <a:gd name="T67" fmla="*/ 45 h 125"/>
              <a:gd name="T68" fmla="*/ 95 w 156"/>
              <a:gd name="T69" fmla="*/ 51 h 125"/>
              <a:gd name="T70" fmla="*/ 101 w 156"/>
              <a:gd name="T71" fmla="*/ 45 h 125"/>
              <a:gd name="T72" fmla="*/ 95 w 156"/>
              <a:gd name="T73" fmla="*/ 39 h 125"/>
              <a:gd name="T74" fmla="*/ 128 w 156"/>
              <a:gd name="T75" fmla="*/ 0 h 125"/>
              <a:gd name="T76" fmla="*/ 122 w 156"/>
              <a:gd name="T77" fmla="*/ 6 h 125"/>
              <a:gd name="T78" fmla="*/ 128 w 156"/>
              <a:gd name="T79" fmla="*/ 13 h 125"/>
              <a:gd name="T80" fmla="*/ 134 w 156"/>
              <a:gd name="T81" fmla="*/ 6 h 125"/>
              <a:gd name="T82" fmla="*/ 128 w 156"/>
              <a:gd name="T83" fmla="*/ 0 h 125"/>
              <a:gd name="T84" fmla="*/ 99 w 156"/>
              <a:gd name="T85" fmla="*/ 40 h 125"/>
              <a:gd name="T86" fmla="*/ 124 w 156"/>
              <a:gd name="T87" fmla="*/ 11 h 125"/>
              <a:gd name="T88" fmla="*/ 67 w 156"/>
              <a:gd name="T89" fmla="*/ 31 h 125"/>
              <a:gd name="T90" fmla="*/ 89 w 156"/>
              <a:gd name="T91" fmla="*/ 42 h 125"/>
              <a:gd name="T92" fmla="*/ 57 w 156"/>
              <a:gd name="T93" fmla="*/ 33 h 125"/>
              <a:gd name="T94" fmla="*/ 32 w 156"/>
              <a:gd name="T95" fmla="*/ 5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6" h="125">
                <a:moveTo>
                  <a:pt x="156" y="125"/>
                </a:moveTo>
                <a:cubicBezTo>
                  <a:pt x="0" y="125"/>
                  <a:pt x="0" y="125"/>
                  <a:pt x="0" y="125"/>
                </a:cubicBezTo>
                <a:moveTo>
                  <a:pt x="38" y="91"/>
                </a:moveTo>
                <a:cubicBezTo>
                  <a:pt x="17" y="91"/>
                  <a:pt x="17" y="91"/>
                  <a:pt x="17" y="91"/>
                </a:cubicBezTo>
                <a:cubicBezTo>
                  <a:pt x="17" y="125"/>
                  <a:pt x="17" y="125"/>
                  <a:pt x="17" y="125"/>
                </a:cubicBezTo>
                <a:cubicBezTo>
                  <a:pt x="38" y="125"/>
                  <a:pt x="38" y="125"/>
                  <a:pt x="38" y="125"/>
                </a:cubicBezTo>
                <a:lnTo>
                  <a:pt x="38" y="91"/>
                </a:lnTo>
                <a:close/>
                <a:moveTo>
                  <a:pt x="72" y="58"/>
                </a:moveTo>
                <a:cubicBezTo>
                  <a:pt x="51" y="58"/>
                  <a:pt x="51" y="58"/>
                  <a:pt x="51" y="58"/>
                </a:cubicBezTo>
                <a:cubicBezTo>
                  <a:pt x="51" y="125"/>
                  <a:pt x="51" y="125"/>
                  <a:pt x="51" y="125"/>
                </a:cubicBezTo>
                <a:cubicBezTo>
                  <a:pt x="72" y="125"/>
                  <a:pt x="72" y="125"/>
                  <a:pt x="72" y="125"/>
                </a:cubicBezTo>
                <a:lnTo>
                  <a:pt x="72" y="58"/>
                </a:lnTo>
                <a:close/>
                <a:moveTo>
                  <a:pt x="105" y="73"/>
                </a:moveTo>
                <a:cubicBezTo>
                  <a:pt x="84" y="73"/>
                  <a:pt x="84" y="73"/>
                  <a:pt x="84" y="73"/>
                </a:cubicBezTo>
                <a:cubicBezTo>
                  <a:pt x="84" y="125"/>
                  <a:pt x="84" y="125"/>
                  <a:pt x="84" y="125"/>
                </a:cubicBezTo>
                <a:cubicBezTo>
                  <a:pt x="105" y="125"/>
                  <a:pt x="105" y="125"/>
                  <a:pt x="105" y="125"/>
                </a:cubicBezTo>
                <a:lnTo>
                  <a:pt x="105" y="73"/>
                </a:lnTo>
                <a:close/>
                <a:moveTo>
                  <a:pt x="139" y="39"/>
                </a:moveTo>
                <a:cubicBezTo>
                  <a:pt x="118" y="39"/>
                  <a:pt x="118" y="39"/>
                  <a:pt x="118" y="39"/>
                </a:cubicBezTo>
                <a:cubicBezTo>
                  <a:pt x="118" y="125"/>
                  <a:pt x="118" y="125"/>
                  <a:pt x="118" y="125"/>
                </a:cubicBezTo>
                <a:cubicBezTo>
                  <a:pt x="139" y="125"/>
                  <a:pt x="139" y="125"/>
                  <a:pt x="139" y="125"/>
                </a:cubicBezTo>
                <a:lnTo>
                  <a:pt x="139" y="39"/>
                </a:lnTo>
                <a:close/>
                <a:moveTo>
                  <a:pt x="28" y="54"/>
                </a:moveTo>
                <a:cubicBezTo>
                  <a:pt x="24" y="54"/>
                  <a:pt x="22" y="57"/>
                  <a:pt x="22" y="61"/>
                </a:cubicBezTo>
                <a:cubicBezTo>
                  <a:pt x="22" y="64"/>
                  <a:pt x="24" y="67"/>
                  <a:pt x="28" y="67"/>
                </a:cubicBezTo>
                <a:cubicBezTo>
                  <a:pt x="31" y="67"/>
                  <a:pt x="34" y="64"/>
                  <a:pt x="34" y="61"/>
                </a:cubicBezTo>
                <a:cubicBezTo>
                  <a:pt x="34" y="57"/>
                  <a:pt x="31" y="54"/>
                  <a:pt x="28" y="54"/>
                </a:cubicBezTo>
                <a:close/>
                <a:moveTo>
                  <a:pt x="61" y="22"/>
                </a:moveTo>
                <a:cubicBezTo>
                  <a:pt x="58" y="22"/>
                  <a:pt x="55" y="25"/>
                  <a:pt x="55" y="29"/>
                </a:cubicBezTo>
                <a:cubicBezTo>
                  <a:pt x="55" y="32"/>
                  <a:pt x="58" y="35"/>
                  <a:pt x="61" y="35"/>
                </a:cubicBezTo>
                <a:cubicBezTo>
                  <a:pt x="65" y="35"/>
                  <a:pt x="67" y="32"/>
                  <a:pt x="67" y="29"/>
                </a:cubicBezTo>
                <a:cubicBezTo>
                  <a:pt x="67" y="25"/>
                  <a:pt x="65" y="22"/>
                  <a:pt x="61" y="22"/>
                </a:cubicBezTo>
                <a:close/>
                <a:moveTo>
                  <a:pt x="95" y="39"/>
                </a:moveTo>
                <a:cubicBezTo>
                  <a:pt x="91" y="39"/>
                  <a:pt x="89" y="41"/>
                  <a:pt x="89" y="45"/>
                </a:cubicBezTo>
                <a:cubicBezTo>
                  <a:pt x="89" y="48"/>
                  <a:pt x="91" y="51"/>
                  <a:pt x="95" y="51"/>
                </a:cubicBezTo>
                <a:cubicBezTo>
                  <a:pt x="98" y="51"/>
                  <a:pt x="101" y="48"/>
                  <a:pt x="101" y="45"/>
                </a:cubicBezTo>
                <a:cubicBezTo>
                  <a:pt x="101" y="41"/>
                  <a:pt x="98" y="39"/>
                  <a:pt x="95" y="39"/>
                </a:cubicBezTo>
                <a:close/>
                <a:moveTo>
                  <a:pt x="128" y="0"/>
                </a:moveTo>
                <a:cubicBezTo>
                  <a:pt x="125" y="0"/>
                  <a:pt x="122" y="3"/>
                  <a:pt x="122" y="6"/>
                </a:cubicBezTo>
                <a:cubicBezTo>
                  <a:pt x="122" y="10"/>
                  <a:pt x="125" y="13"/>
                  <a:pt x="128" y="13"/>
                </a:cubicBezTo>
                <a:cubicBezTo>
                  <a:pt x="132" y="13"/>
                  <a:pt x="134" y="10"/>
                  <a:pt x="134" y="6"/>
                </a:cubicBezTo>
                <a:cubicBezTo>
                  <a:pt x="134" y="3"/>
                  <a:pt x="132" y="0"/>
                  <a:pt x="128" y="0"/>
                </a:cubicBezTo>
                <a:close/>
                <a:moveTo>
                  <a:pt x="99" y="40"/>
                </a:moveTo>
                <a:cubicBezTo>
                  <a:pt x="124" y="11"/>
                  <a:pt x="124" y="11"/>
                  <a:pt x="124" y="11"/>
                </a:cubicBezTo>
                <a:moveTo>
                  <a:pt x="67" y="31"/>
                </a:moveTo>
                <a:cubicBezTo>
                  <a:pt x="89" y="42"/>
                  <a:pt x="89" y="42"/>
                  <a:pt x="89" y="42"/>
                </a:cubicBezTo>
                <a:moveTo>
                  <a:pt x="57" y="33"/>
                </a:moveTo>
                <a:cubicBezTo>
                  <a:pt x="32" y="56"/>
                  <a:pt x="32" y="56"/>
                  <a:pt x="32" y="56"/>
                </a:cubicBezTo>
              </a:path>
            </a:pathLst>
          </a:custGeom>
          <a:noFill/>
          <a:ln w="15875"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6" name="Text Placeholder 17">
            <a:extLst>
              <a:ext uri="{FF2B5EF4-FFF2-40B4-BE49-F238E27FC236}">
                <a16:creationId xmlns:a16="http://schemas.microsoft.com/office/drawing/2014/main" id="{3F59904D-129A-42E1-9579-EC59585DDAD4}"/>
              </a:ext>
            </a:extLst>
          </p:cNvPr>
          <p:cNvSpPr txBox="1">
            <a:spLocks/>
          </p:cNvSpPr>
          <p:nvPr/>
        </p:nvSpPr>
        <p:spPr>
          <a:xfrm>
            <a:off x="6586186" y="508628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Tree>
    <p:extLst>
      <p:ext uri="{BB962C8B-B14F-4D97-AF65-F5344CB8AC3E}">
        <p14:creationId xmlns:p14="http://schemas.microsoft.com/office/powerpoint/2010/main" val="243007388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8000">
                                      <p:stCondLst>
                                        <p:cond delay="0"/>
                                      </p:stCondLst>
                                      <p:childTnLst>
                                        <p:set>
                                          <p:cBhvr>
                                            <p:cTn id="6" dur="1" fill="hold">
                                              <p:stCondLst>
                                                <p:cond delay="0"/>
                                              </p:stCondLst>
                                            </p:cTn>
                                            <p:tgtEl>
                                              <p:spTgt spid="1100"/>
                                            </p:tgtEl>
                                            <p:attrNameLst>
                                              <p:attrName>style.visibility</p:attrName>
                                            </p:attrNameLst>
                                          </p:cBhvr>
                                          <p:to>
                                            <p:strVal val="visible"/>
                                          </p:to>
                                        </p:set>
                                        <p:anim calcmode="lin" valueType="num" p14:bounceEnd="68000">
                                          <p:cBhvr additive="base">
                                            <p:cTn id="7" dur="1000" fill="hold"/>
                                            <p:tgtEl>
                                              <p:spTgt spid="1100"/>
                                            </p:tgtEl>
                                            <p:attrNameLst>
                                              <p:attrName>ppt_x</p:attrName>
                                            </p:attrNameLst>
                                          </p:cBhvr>
                                          <p:tavLst>
                                            <p:tav tm="0">
                                              <p:val>
                                                <p:strVal val="0-#ppt_w/2"/>
                                              </p:val>
                                            </p:tav>
                                            <p:tav tm="100000">
                                              <p:val>
                                                <p:strVal val="#ppt_x"/>
                                              </p:val>
                                            </p:tav>
                                          </p:tavLst>
                                        </p:anim>
                                        <p:anim calcmode="lin" valueType="num" p14:bounceEnd="68000">
                                          <p:cBhvr additive="base">
                                            <p:cTn id="8" dur="1000" fill="hold"/>
                                            <p:tgtEl>
                                              <p:spTgt spid="110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8000">
                                      <p:stCondLst>
                                        <p:cond delay="250"/>
                                      </p:stCondLst>
                                      <p:childTnLst>
                                        <p:set>
                                          <p:cBhvr>
                                            <p:cTn id="10" dur="1" fill="hold">
                                              <p:stCondLst>
                                                <p:cond delay="0"/>
                                              </p:stCondLst>
                                            </p:cTn>
                                            <p:tgtEl>
                                              <p:spTgt spid="1098"/>
                                            </p:tgtEl>
                                            <p:attrNameLst>
                                              <p:attrName>style.visibility</p:attrName>
                                            </p:attrNameLst>
                                          </p:cBhvr>
                                          <p:to>
                                            <p:strVal val="visible"/>
                                          </p:to>
                                        </p:set>
                                        <p:anim calcmode="lin" valueType="num" p14:bounceEnd="68000">
                                          <p:cBhvr additive="base">
                                            <p:cTn id="11" dur="1000" fill="hold"/>
                                            <p:tgtEl>
                                              <p:spTgt spid="1098"/>
                                            </p:tgtEl>
                                            <p:attrNameLst>
                                              <p:attrName>ppt_x</p:attrName>
                                            </p:attrNameLst>
                                          </p:cBhvr>
                                          <p:tavLst>
                                            <p:tav tm="0">
                                              <p:val>
                                                <p:strVal val="0-#ppt_w/2"/>
                                              </p:val>
                                            </p:tav>
                                            <p:tav tm="100000">
                                              <p:val>
                                                <p:strVal val="#ppt_x"/>
                                              </p:val>
                                            </p:tav>
                                          </p:tavLst>
                                        </p:anim>
                                        <p:anim calcmode="lin" valueType="num" p14:bounceEnd="68000">
                                          <p:cBhvr additive="base">
                                            <p:cTn id="12" dur="1000" fill="hold"/>
                                            <p:tgtEl>
                                              <p:spTgt spid="109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68000">
                                      <p:stCondLst>
                                        <p:cond delay="500"/>
                                      </p:stCondLst>
                                      <p:childTnLst>
                                        <p:set>
                                          <p:cBhvr>
                                            <p:cTn id="14" dur="1" fill="hold">
                                              <p:stCondLst>
                                                <p:cond delay="0"/>
                                              </p:stCondLst>
                                            </p:cTn>
                                            <p:tgtEl>
                                              <p:spTgt spid="1096"/>
                                            </p:tgtEl>
                                            <p:attrNameLst>
                                              <p:attrName>style.visibility</p:attrName>
                                            </p:attrNameLst>
                                          </p:cBhvr>
                                          <p:to>
                                            <p:strVal val="visible"/>
                                          </p:to>
                                        </p:set>
                                        <p:anim calcmode="lin" valueType="num" p14:bounceEnd="68000">
                                          <p:cBhvr additive="base">
                                            <p:cTn id="15" dur="1000" fill="hold"/>
                                            <p:tgtEl>
                                              <p:spTgt spid="1096"/>
                                            </p:tgtEl>
                                            <p:attrNameLst>
                                              <p:attrName>ppt_x</p:attrName>
                                            </p:attrNameLst>
                                          </p:cBhvr>
                                          <p:tavLst>
                                            <p:tav tm="0">
                                              <p:val>
                                                <p:strVal val="0-#ppt_w/2"/>
                                              </p:val>
                                            </p:tav>
                                            <p:tav tm="100000">
                                              <p:val>
                                                <p:strVal val="#ppt_x"/>
                                              </p:val>
                                            </p:tav>
                                          </p:tavLst>
                                        </p:anim>
                                        <p:anim calcmode="lin" valueType="num" p14:bounceEnd="68000">
                                          <p:cBhvr additive="base">
                                            <p:cTn id="16" dur="1000" fill="hold"/>
                                            <p:tgtEl>
                                              <p:spTgt spid="1096"/>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68000">
                                      <p:stCondLst>
                                        <p:cond delay="750"/>
                                      </p:stCondLst>
                                      <p:childTnLst>
                                        <p:set>
                                          <p:cBhvr>
                                            <p:cTn id="18" dur="1" fill="hold">
                                              <p:stCondLst>
                                                <p:cond delay="0"/>
                                              </p:stCondLst>
                                            </p:cTn>
                                            <p:tgtEl>
                                              <p:spTgt spid="1103"/>
                                            </p:tgtEl>
                                            <p:attrNameLst>
                                              <p:attrName>style.visibility</p:attrName>
                                            </p:attrNameLst>
                                          </p:cBhvr>
                                          <p:to>
                                            <p:strVal val="visible"/>
                                          </p:to>
                                        </p:set>
                                        <p:anim calcmode="lin" valueType="num" p14:bounceEnd="68000">
                                          <p:cBhvr additive="base">
                                            <p:cTn id="19" dur="1000" fill="hold"/>
                                            <p:tgtEl>
                                              <p:spTgt spid="1103"/>
                                            </p:tgtEl>
                                            <p:attrNameLst>
                                              <p:attrName>ppt_x</p:attrName>
                                            </p:attrNameLst>
                                          </p:cBhvr>
                                          <p:tavLst>
                                            <p:tav tm="0">
                                              <p:val>
                                                <p:strVal val="0-#ppt_w/2"/>
                                              </p:val>
                                            </p:tav>
                                            <p:tav tm="100000">
                                              <p:val>
                                                <p:strVal val="#ppt_x"/>
                                              </p:val>
                                            </p:tav>
                                          </p:tavLst>
                                        </p:anim>
                                        <p:anim calcmode="lin" valueType="num" p14:bounceEnd="68000">
                                          <p:cBhvr additive="base">
                                            <p:cTn id="20" dur="1000" fill="hold"/>
                                            <p:tgtEl>
                                              <p:spTgt spid="1103"/>
                                            </p:tgtEl>
                                            <p:attrNameLst>
                                              <p:attrName>ppt_y</p:attrName>
                                            </p:attrNameLst>
                                          </p:cBhvr>
                                          <p:tavLst>
                                            <p:tav tm="0">
                                              <p:val>
                                                <p:strVal val="#ppt_y"/>
                                              </p:val>
                                            </p:tav>
                                            <p:tav tm="100000">
                                              <p:val>
                                                <p:strVal val="#ppt_y"/>
                                              </p:val>
                                            </p:tav>
                                          </p:tavLst>
                                        </p:anim>
                                      </p:childTnLst>
                                    </p:cTn>
                                  </p:par>
                                  <p:par>
                                    <p:cTn id="21" presetID="53" presetClass="entr" presetSubtype="16" fill="hold" nodeType="withEffect">
                                      <p:stCondLst>
                                        <p:cond delay="250"/>
                                      </p:stCondLst>
                                      <p:childTnLst>
                                        <p:set>
                                          <p:cBhvr>
                                            <p:cTn id="22" dur="1" fill="hold">
                                              <p:stCondLst>
                                                <p:cond delay="0"/>
                                              </p:stCondLst>
                                            </p:cTn>
                                            <p:tgtEl>
                                              <p:spTgt spid="1099"/>
                                            </p:tgtEl>
                                            <p:attrNameLst>
                                              <p:attrName>style.visibility</p:attrName>
                                            </p:attrNameLst>
                                          </p:cBhvr>
                                          <p:to>
                                            <p:strVal val="visible"/>
                                          </p:to>
                                        </p:set>
                                        <p:anim calcmode="lin" valueType="num">
                                          <p:cBhvr>
                                            <p:cTn id="23" dur="750" fill="hold"/>
                                            <p:tgtEl>
                                              <p:spTgt spid="1099"/>
                                            </p:tgtEl>
                                            <p:attrNameLst>
                                              <p:attrName>ppt_w</p:attrName>
                                            </p:attrNameLst>
                                          </p:cBhvr>
                                          <p:tavLst>
                                            <p:tav tm="0">
                                              <p:val>
                                                <p:fltVal val="0"/>
                                              </p:val>
                                            </p:tav>
                                            <p:tav tm="100000">
                                              <p:val>
                                                <p:strVal val="#ppt_w"/>
                                              </p:val>
                                            </p:tav>
                                          </p:tavLst>
                                        </p:anim>
                                        <p:anim calcmode="lin" valueType="num">
                                          <p:cBhvr>
                                            <p:cTn id="24" dur="750" fill="hold"/>
                                            <p:tgtEl>
                                              <p:spTgt spid="1099"/>
                                            </p:tgtEl>
                                            <p:attrNameLst>
                                              <p:attrName>ppt_h</p:attrName>
                                            </p:attrNameLst>
                                          </p:cBhvr>
                                          <p:tavLst>
                                            <p:tav tm="0">
                                              <p:val>
                                                <p:fltVal val="0"/>
                                              </p:val>
                                            </p:tav>
                                            <p:tav tm="100000">
                                              <p:val>
                                                <p:strVal val="#ppt_h"/>
                                              </p:val>
                                            </p:tav>
                                          </p:tavLst>
                                        </p:anim>
                                        <p:animEffect transition="in" filter="fade">
                                          <p:cBhvr>
                                            <p:cTn id="25" dur="750"/>
                                            <p:tgtEl>
                                              <p:spTgt spid="1099"/>
                                            </p:tgtEl>
                                          </p:cBhvr>
                                        </p:animEffect>
                                      </p:childTnLst>
                                    </p:cTn>
                                  </p:par>
                                  <p:par>
                                    <p:cTn id="26" presetID="53" presetClass="entr" presetSubtype="16" fill="hold" nodeType="withEffect">
                                      <p:stCondLst>
                                        <p:cond delay="500"/>
                                      </p:stCondLst>
                                      <p:childTnLst>
                                        <p:set>
                                          <p:cBhvr>
                                            <p:cTn id="27" dur="1" fill="hold">
                                              <p:stCondLst>
                                                <p:cond delay="0"/>
                                              </p:stCondLst>
                                            </p:cTn>
                                            <p:tgtEl>
                                              <p:spTgt spid="1097"/>
                                            </p:tgtEl>
                                            <p:attrNameLst>
                                              <p:attrName>style.visibility</p:attrName>
                                            </p:attrNameLst>
                                          </p:cBhvr>
                                          <p:to>
                                            <p:strVal val="visible"/>
                                          </p:to>
                                        </p:set>
                                        <p:anim calcmode="lin" valueType="num">
                                          <p:cBhvr>
                                            <p:cTn id="28" dur="750" fill="hold"/>
                                            <p:tgtEl>
                                              <p:spTgt spid="1097"/>
                                            </p:tgtEl>
                                            <p:attrNameLst>
                                              <p:attrName>ppt_w</p:attrName>
                                            </p:attrNameLst>
                                          </p:cBhvr>
                                          <p:tavLst>
                                            <p:tav tm="0">
                                              <p:val>
                                                <p:fltVal val="0"/>
                                              </p:val>
                                            </p:tav>
                                            <p:tav tm="100000">
                                              <p:val>
                                                <p:strVal val="#ppt_w"/>
                                              </p:val>
                                            </p:tav>
                                          </p:tavLst>
                                        </p:anim>
                                        <p:anim calcmode="lin" valueType="num">
                                          <p:cBhvr>
                                            <p:cTn id="29" dur="750" fill="hold"/>
                                            <p:tgtEl>
                                              <p:spTgt spid="1097"/>
                                            </p:tgtEl>
                                            <p:attrNameLst>
                                              <p:attrName>ppt_h</p:attrName>
                                            </p:attrNameLst>
                                          </p:cBhvr>
                                          <p:tavLst>
                                            <p:tav tm="0">
                                              <p:val>
                                                <p:fltVal val="0"/>
                                              </p:val>
                                            </p:tav>
                                            <p:tav tm="100000">
                                              <p:val>
                                                <p:strVal val="#ppt_h"/>
                                              </p:val>
                                            </p:tav>
                                          </p:tavLst>
                                        </p:anim>
                                        <p:animEffect transition="in" filter="fade">
                                          <p:cBhvr>
                                            <p:cTn id="30" dur="750"/>
                                            <p:tgtEl>
                                              <p:spTgt spid="1097"/>
                                            </p:tgtEl>
                                          </p:cBhvr>
                                        </p:animEffect>
                                      </p:childTnLst>
                                    </p:cTn>
                                  </p:par>
                                  <p:par>
                                    <p:cTn id="31" presetID="53" presetClass="entr" presetSubtype="16" fill="hold" nodeType="withEffect">
                                      <p:stCondLst>
                                        <p:cond delay="750"/>
                                      </p:stCondLst>
                                      <p:childTnLst>
                                        <p:set>
                                          <p:cBhvr>
                                            <p:cTn id="32" dur="1" fill="hold">
                                              <p:stCondLst>
                                                <p:cond delay="0"/>
                                              </p:stCondLst>
                                            </p:cTn>
                                            <p:tgtEl>
                                              <p:spTgt spid="1101"/>
                                            </p:tgtEl>
                                            <p:attrNameLst>
                                              <p:attrName>style.visibility</p:attrName>
                                            </p:attrNameLst>
                                          </p:cBhvr>
                                          <p:to>
                                            <p:strVal val="visible"/>
                                          </p:to>
                                        </p:set>
                                        <p:anim calcmode="lin" valueType="num">
                                          <p:cBhvr>
                                            <p:cTn id="33" dur="750" fill="hold"/>
                                            <p:tgtEl>
                                              <p:spTgt spid="1101"/>
                                            </p:tgtEl>
                                            <p:attrNameLst>
                                              <p:attrName>ppt_w</p:attrName>
                                            </p:attrNameLst>
                                          </p:cBhvr>
                                          <p:tavLst>
                                            <p:tav tm="0">
                                              <p:val>
                                                <p:fltVal val="0"/>
                                              </p:val>
                                            </p:tav>
                                            <p:tav tm="100000">
                                              <p:val>
                                                <p:strVal val="#ppt_w"/>
                                              </p:val>
                                            </p:tav>
                                          </p:tavLst>
                                        </p:anim>
                                        <p:anim calcmode="lin" valueType="num">
                                          <p:cBhvr>
                                            <p:cTn id="34" dur="750" fill="hold"/>
                                            <p:tgtEl>
                                              <p:spTgt spid="1101"/>
                                            </p:tgtEl>
                                            <p:attrNameLst>
                                              <p:attrName>ppt_h</p:attrName>
                                            </p:attrNameLst>
                                          </p:cBhvr>
                                          <p:tavLst>
                                            <p:tav tm="0">
                                              <p:val>
                                                <p:fltVal val="0"/>
                                              </p:val>
                                            </p:tav>
                                            <p:tav tm="100000">
                                              <p:val>
                                                <p:strVal val="#ppt_h"/>
                                              </p:val>
                                            </p:tav>
                                          </p:tavLst>
                                        </p:anim>
                                        <p:animEffect transition="in" filter="fade">
                                          <p:cBhvr>
                                            <p:cTn id="35" dur="750"/>
                                            <p:tgtEl>
                                              <p:spTgt spid="1101"/>
                                            </p:tgtEl>
                                          </p:cBhvr>
                                        </p:animEffect>
                                      </p:childTnLst>
                                    </p:cTn>
                                  </p:par>
                                  <p:par>
                                    <p:cTn id="36" presetID="53" presetClass="entr" presetSubtype="16" fill="hold" nodeType="withEffect">
                                      <p:stCondLst>
                                        <p:cond delay="1000"/>
                                      </p:stCondLst>
                                      <p:childTnLst>
                                        <p:set>
                                          <p:cBhvr>
                                            <p:cTn id="37" dur="1" fill="hold">
                                              <p:stCondLst>
                                                <p:cond delay="0"/>
                                              </p:stCondLst>
                                            </p:cTn>
                                            <p:tgtEl>
                                              <p:spTgt spid="1102"/>
                                            </p:tgtEl>
                                            <p:attrNameLst>
                                              <p:attrName>style.visibility</p:attrName>
                                            </p:attrNameLst>
                                          </p:cBhvr>
                                          <p:to>
                                            <p:strVal val="visible"/>
                                          </p:to>
                                        </p:set>
                                        <p:anim calcmode="lin" valueType="num">
                                          <p:cBhvr>
                                            <p:cTn id="38" dur="750" fill="hold"/>
                                            <p:tgtEl>
                                              <p:spTgt spid="1102"/>
                                            </p:tgtEl>
                                            <p:attrNameLst>
                                              <p:attrName>ppt_w</p:attrName>
                                            </p:attrNameLst>
                                          </p:cBhvr>
                                          <p:tavLst>
                                            <p:tav tm="0">
                                              <p:val>
                                                <p:fltVal val="0"/>
                                              </p:val>
                                            </p:tav>
                                            <p:tav tm="100000">
                                              <p:val>
                                                <p:strVal val="#ppt_w"/>
                                              </p:val>
                                            </p:tav>
                                          </p:tavLst>
                                        </p:anim>
                                        <p:anim calcmode="lin" valueType="num">
                                          <p:cBhvr>
                                            <p:cTn id="39" dur="750" fill="hold"/>
                                            <p:tgtEl>
                                              <p:spTgt spid="1102"/>
                                            </p:tgtEl>
                                            <p:attrNameLst>
                                              <p:attrName>ppt_h</p:attrName>
                                            </p:attrNameLst>
                                          </p:cBhvr>
                                          <p:tavLst>
                                            <p:tav tm="0">
                                              <p:val>
                                                <p:fltVal val="0"/>
                                              </p:val>
                                            </p:tav>
                                            <p:tav tm="100000">
                                              <p:val>
                                                <p:strVal val="#ppt_h"/>
                                              </p:val>
                                            </p:tav>
                                          </p:tavLst>
                                        </p:anim>
                                        <p:animEffect transition="in" filter="fade">
                                          <p:cBhvr>
                                            <p:cTn id="40" dur="750"/>
                                            <p:tgtEl>
                                              <p:spTgt spid="1102"/>
                                            </p:tgtEl>
                                          </p:cBhvr>
                                        </p:animEffect>
                                      </p:childTnLst>
                                    </p:cTn>
                                  </p:par>
                                  <p:par>
                                    <p:cTn id="41" presetID="2" presetClass="entr" presetSubtype="4" fill="hold" grpId="0" nodeType="withEffect" p14:presetBounceEnd="67000">
                                      <p:stCondLst>
                                        <p:cond delay="1250"/>
                                      </p:stCondLst>
                                      <p:childTnLst>
                                        <p:set>
                                          <p:cBhvr>
                                            <p:cTn id="42" dur="1" fill="hold">
                                              <p:stCondLst>
                                                <p:cond delay="0"/>
                                              </p:stCondLst>
                                            </p:cTn>
                                            <p:tgtEl>
                                              <p:spTgt spid="204"/>
                                            </p:tgtEl>
                                            <p:attrNameLst>
                                              <p:attrName>style.visibility</p:attrName>
                                            </p:attrNameLst>
                                          </p:cBhvr>
                                          <p:to>
                                            <p:strVal val="visible"/>
                                          </p:to>
                                        </p:set>
                                        <p:anim calcmode="lin" valueType="num" p14:bounceEnd="67000">
                                          <p:cBhvr additive="base">
                                            <p:cTn id="43" dur="1000" fill="hold"/>
                                            <p:tgtEl>
                                              <p:spTgt spid="204"/>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20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67000">
                                      <p:stCondLst>
                                        <p:cond delay="1250"/>
                                      </p:stCondLst>
                                      <p:childTnLst>
                                        <p:set>
                                          <p:cBhvr>
                                            <p:cTn id="46" dur="1" fill="hold">
                                              <p:stCondLst>
                                                <p:cond delay="0"/>
                                              </p:stCondLst>
                                            </p:cTn>
                                            <p:tgtEl>
                                              <p:spTgt spid="213"/>
                                            </p:tgtEl>
                                            <p:attrNameLst>
                                              <p:attrName>style.visibility</p:attrName>
                                            </p:attrNameLst>
                                          </p:cBhvr>
                                          <p:to>
                                            <p:strVal val="visible"/>
                                          </p:to>
                                        </p:set>
                                        <p:anim calcmode="lin" valueType="num" p14:bounceEnd="67000">
                                          <p:cBhvr additive="base">
                                            <p:cTn id="47" dur="1000" fill="hold"/>
                                            <p:tgtEl>
                                              <p:spTgt spid="213"/>
                                            </p:tgtEl>
                                            <p:attrNameLst>
                                              <p:attrName>ppt_x</p:attrName>
                                            </p:attrNameLst>
                                          </p:cBhvr>
                                          <p:tavLst>
                                            <p:tav tm="0">
                                              <p:val>
                                                <p:strVal val="#ppt_x"/>
                                              </p:val>
                                            </p:tav>
                                            <p:tav tm="100000">
                                              <p:val>
                                                <p:strVal val="#ppt_x"/>
                                              </p:val>
                                            </p:tav>
                                          </p:tavLst>
                                        </p:anim>
                                        <p:anim calcmode="lin" valueType="num" p14:bounceEnd="67000">
                                          <p:cBhvr additive="base">
                                            <p:cTn id="48" dur="1000" fill="hold"/>
                                            <p:tgtEl>
                                              <p:spTgt spid="213"/>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7000">
                                      <p:stCondLst>
                                        <p:cond delay="1250"/>
                                      </p:stCondLst>
                                      <p:childTnLst>
                                        <p:set>
                                          <p:cBhvr>
                                            <p:cTn id="50" dur="1" fill="hold">
                                              <p:stCondLst>
                                                <p:cond delay="0"/>
                                              </p:stCondLst>
                                            </p:cTn>
                                            <p:tgtEl>
                                              <p:spTgt spid="205"/>
                                            </p:tgtEl>
                                            <p:attrNameLst>
                                              <p:attrName>style.visibility</p:attrName>
                                            </p:attrNameLst>
                                          </p:cBhvr>
                                          <p:to>
                                            <p:strVal val="visible"/>
                                          </p:to>
                                        </p:set>
                                        <p:anim calcmode="lin" valueType="num" p14:bounceEnd="67000">
                                          <p:cBhvr additive="base">
                                            <p:cTn id="51" dur="1000" fill="hold"/>
                                            <p:tgtEl>
                                              <p:spTgt spid="205"/>
                                            </p:tgtEl>
                                            <p:attrNameLst>
                                              <p:attrName>ppt_x</p:attrName>
                                            </p:attrNameLst>
                                          </p:cBhvr>
                                          <p:tavLst>
                                            <p:tav tm="0">
                                              <p:val>
                                                <p:strVal val="#ppt_x"/>
                                              </p:val>
                                            </p:tav>
                                            <p:tav tm="100000">
                                              <p:val>
                                                <p:strVal val="#ppt_x"/>
                                              </p:val>
                                            </p:tav>
                                          </p:tavLst>
                                        </p:anim>
                                        <p:anim calcmode="lin" valueType="num" p14:bounceEnd="67000">
                                          <p:cBhvr additive="base">
                                            <p:cTn id="52" dur="1000" fill="hold"/>
                                            <p:tgtEl>
                                              <p:spTgt spid="20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67000">
                                      <p:stCondLst>
                                        <p:cond delay="1250"/>
                                      </p:stCondLst>
                                      <p:childTnLst>
                                        <p:set>
                                          <p:cBhvr>
                                            <p:cTn id="54" dur="1" fill="hold">
                                              <p:stCondLst>
                                                <p:cond delay="0"/>
                                              </p:stCondLst>
                                            </p:cTn>
                                            <p:tgtEl>
                                              <p:spTgt spid="214"/>
                                            </p:tgtEl>
                                            <p:attrNameLst>
                                              <p:attrName>style.visibility</p:attrName>
                                            </p:attrNameLst>
                                          </p:cBhvr>
                                          <p:to>
                                            <p:strVal val="visible"/>
                                          </p:to>
                                        </p:set>
                                        <p:anim calcmode="lin" valueType="num" p14:bounceEnd="67000">
                                          <p:cBhvr additive="base">
                                            <p:cTn id="55" dur="1000" fill="hold"/>
                                            <p:tgtEl>
                                              <p:spTgt spid="214"/>
                                            </p:tgtEl>
                                            <p:attrNameLst>
                                              <p:attrName>ppt_x</p:attrName>
                                            </p:attrNameLst>
                                          </p:cBhvr>
                                          <p:tavLst>
                                            <p:tav tm="0">
                                              <p:val>
                                                <p:strVal val="#ppt_x"/>
                                              </p:val>
                                            </p:tav>
                                            <p:tav tm="100000">
                                              <p:val>
                                                <p:strVal val="#ppt_x"/>
                                              </p:val>
                                            </p:tav>
                                          </p:tavLst>
                                        </p:anim>
                                        <p:anim calcmode="lin" valueType="num" p14:bounceEnd="67000">
                                          <p:cBhvr additive="base">
                                            <p:cTn id="56" dur="1000" fill="hold"/>
                                            <p:tgtEl>
                                              <p:spTgt spid="214"/>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67000">
                                      <p:stCondLst>
                                        <p:cond delay="1250"/>
                                      </p:stCondLst>
                                      <p:childTnLst>
                                        <p:set>
                                          <p:cBhvr>
                                            <p:cTn id="58" dur="1" fill="hold">
                                              <p:stCondLst>
                                                <p:cond delay="0"/>
                                              </p:stCondLst>
                                            </p:cTn>
                                            <p:tgtEl>
                                              <p:spTgt spid="212"/>
                                            </p:tgtEl>
                                            <p:attrNameLst>
                                              <p:attrName>style.visibility</p:attrName>
                                            </p:attrNameLst>
                                          </p:cBhvr>
                                          <p:to>
                                            <p:strVal val="visible"/>
                                          </p:to>
                                        </p:set>
                                        <p:anim calcmode="lin" valueType="num" p14:bounceEnd="67000">
                                          <p:cBhvr additive="base">
                                            <p:cTn id="59" dur="1000" fill="hold"/>
                                            <p:tgtEl>
                                              <p:spTgt spid="212"/>
                                            </p:tgtEl>
                                            <p:attrNameLst>
                                              <p:attrName>ppt_x</p:attrName>
                                            </p:attrNameLst>
                                          </p:cBhvr>
                                          <p:tavLst>
                                            <p:tav tm="0">
                                              <p:val>
                                                <p:strVal val="#ppt_x"/>
                                              </p:val>
                                            </p:tav>
                                            <p:tav tm="100000">
                                              <p:val>
                                                <p:strVal val="#ppt_x"/>
                                              </p:val>
                                            </p:tav>
                                          </p:tavLst>
                                        </p:anim>
                                        <p:anim calcmode="lin" valueType="num" p14:bounceEnd="67000">
                                          <p:cBhvr additive="base">
                                            <p:cTn id="60" dur="1000" fill="hold"/>
                                            <p:tgtEl>
                                              <p:spTgt spid="21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67000">
                                      <p:stCondLst>
                                        <p:cond delay="1250"/>
                                      </p:stCondLst>
                                      <p:childTnLst>
                                        <p:set>
                                          <p:cBhvr>
                                            <p:cTn id="62" dur="1" fill="hold">
                                              <p:stCondLst>
                                                <p:cond delay="0"/>
                                              </p:stCondLst>
                                            </p:cTn>
                                            <p:tgtEl>
                                              <p:spTgt spid="215"/>
                                            </p:tgtEl>
                                            <p:attrNameLst>
                                              <p:attrName>style.visibility</p:attrName>
                                            </p:attrNameLst>
                                          </p:cBhvr>
                                          <p:to>
                                            <p:strVal val="visible"/>
                                          </p:to>
                                        </p:set>
                                        <p:anim calcmode="lin" valueType="num" p14:bounceEnd="67000">
                                          <p:cBhvr additive="base">
                                            <p:cTn id="63" dur="1000" fill="hold"/>
                                            <p:tgtEl>
                                              <p:spTgt spid="215"/>
                                            </p:tgtEl>
                                            <p:attrNameLst>
                                              <p:attrName>ppt_x</p:attrName>
                                            </p:attrNameLst>
                                          </p:cBhvr>
                                          <p:tavLst>
                                            <p:tav tm="0">
                                              <p:val>
                                                <p:strVal val="#ppt_x"/>
                                              </p:val>
                                            </p:tav>
                                            <p:tav tm="100000">
                                              <p:val>
                                                <p:strVal val="#ppt_x"/>
                                              </p:val>
                                            </p:tav>
                                          </p:tavLst>
                                        </p:anim>
                                        <p:anim calcmode="lin" valueType="num" p14:bounceEnd="67000">
                                          <p:cBhvr additive="base">
                                            <p:cTn id="64" dur="1000" fill="hold"/>
                                            <p:tgtEl>
                                              <p:spTgt spid="21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67000">
                                      <p:stCondLst>
                                        <p:cond delay="1250"/>
                                      </p:stCondLst>
                                      <p:childTnLst>
                                        <p:set>
                                          <p:cBhvr>
                                            <p:cTn id="66" dur="1" fill="hold">
                                              <p:stCondLst>
                                                <p:cond delay="0"/>
                                              </p:stCondLst>
                                            </p:cTn>
                                            <p:tgtEl>
                                              <p:spTgt spid="211"/>
                                            </p:tgtEl>
                                            <p:attrNameLst>
                                              <p:attrName>style.visibility</p:attrName>
                                            </p:attrNameLst>
                                          </p:cBhvr>
                                          <p:to>
                                            <p:strVal val="visible"/>
                                          </p:to>
                                        </p:set>
                                        <p:anim calcmode="lin" valueType="num" p14:bounceEnd="67000">
                                          <p:cBhvr additive="base">
                                            <p:cTn id="67" dur="1000" fill="hold"/>
                                            <p:tgtEl>
                                              <p:spTgt spid="211"/>
                                            </p:tgtEl>
                                            <p:attrNameLst>
                                              <p:attrName>ppt_x</p:attrName>
                                            </p:attrNameLst>
                                          </p:cBhvr>
                                          <p:tavLst>
                                            <p:tav tm="0">
                                              <p:val>
                                                <p:strVal val="#ppt_x"/>
                                              </p:val>
                                            </p:tav>
                                            <p:tav tm="100000">
                                              <p:val>
                                                <p:strVal val="#ppt_x"/>
                                              </p:val>
                                            </p:tav>
                                          </p:tavLst>
                                        </p:anim>
                                        <p:anim calcmode="lin" valueType="num" p14:bounceEnd="67000">
                                          <p:cBhvr additive="base">
                                            <p:cTn id="68" dur="1000" fill="hold"/>
                                            <p:tgtEl>
                                              <p:spTgt spid="211"/>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67000">
                                      <p:stCondLst>
                                        <p:cond delay="1250"/>
                                      </p:stCondLst>
                                      <p:childTnLst>
                                        <p:set>
                                          <p:cBhvr>
                                            <p:cTn id="70" dur="1" fill="hold">
                                              <p:stCondLst>
                                                <p:cond delay="0"/>
                                              </p:stCondLst>
                                            </p:cTn>
                                            <p:tgtEl>
                                              <p:spTgt spid="216"/>
                                            </p:tgtEl>
                                            <p:attrNameLst>
                                              <p:attrName>style.visibility</p:attrName>
                                            </p:attrNameLst>
                                          </p:cBhvr>
                                          <p:to>
                                            <p:strVal val="visible"/>
                                          </p:to>
                                        </p:set>
                                        <p:anim calcmode="lin" valueType="num" p14:bounceEnd="67000">
                                          <p:cBhvr additive="base">
                                            <p:cTn id="71" dur="1000" fill="hold"/>
                                            <p:tgtEl>
                                              <p:spTgt spid="216"/>
                                            </p:tgtEl>
                                            <p:attrNameLst>
                                              <p:attrName>ppt_x</p:attrName>
                                            </p:attrNameLst>
                                          </p:cBhvr>
                                          <p:tavLst>
                                            <p:tav tm="0">
                                              <p:val>
                                                <p:strVal val="#ppt_x"/>
                                              </p:val>
                                            </p:tav>
                                            <p:tav tm="100000">
                                              <p:val>
                                                <p:strVal val="#ppt_x"/>
                                              </p:val>
                                            </p:tav>
                                          </p:tavLst>
                                        </p:anim>
                                        <p:anim calcmode="lin" valueType="num" p14:bounceEnd="67000">
                                          <p:cBhvr additive="base">
                                            <p:cTn id="72" dur="1000" fill="hold"/>
                                            <p:tgtEl>
                                              <p:spTgt spid="2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animBg="1"/>
          <p:bldP spid="213" grpId="0"/>
          <p:bldP spid="214" grpId="0"/>
          <p:bldP spid="212" grpId="0" animBg="1"/>
          <p:bldP spid="215" grpId="0"/>
          <p:bldP spid="211" grpId="0" animBg="1"/>
          <p:bldP spid="2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100"/>
                                            </p:tgtEl>
                                            <p:attrNameLst>
                                              <p:attrName>style.visibility</p:attrName>
                                            </p:attrNameLst>
                                          </p:cBhvr>
                                          <p:to>
                                            <p:strVal val="visible"/>
                                          </p:to>
                                        </p:set>
                                        <p:anim calcmode="lin" valueType="num">
                                          <p:cBhvr additive="base">
                                            <p:cTn id="7" dur="1000" fill="hold"/>
                                            <p:tgtEl>
                                              <p:spTgt spid="1100"/>
                                            </p:tgtEl>
                                            <p:attrNameLst>
                                              <p:attrName>ppt_x</p:attrName>
                                            </p:attrNameLst>
                                          </p:cBhvr>
                                          <p:tavLst>
                                            <p:tav tm="0">
                                              <p:val>
                                                <p:strVal val="0-#ppt_w/2"/>
                                              </p:val>
                                            </p:tav>
                                            <p:tav tm="100000">
                                              <p:val>
                                                <p:strVal val="#ppt_x"/>
                                              </p:val>
                                            </p:tav>
                                          </p:tavLst>
                                        </p:anim>
                                        <p:anim calcmode="lin" valueType="num">
                                          <p:cBhvr additive="base">
                                            <p:cTn id="8" dur="1000" fill="hold"/>
                                            <p:tgtEl>
                                              <p:spTgt spid="110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50"/>
                                      </p:stCondLst>
                                      <p:childTnLst>
                                        <p:set>
                                          <p:cBhvr>
                                            <p:cTn id="10" dur="1" fill="hold">
                                              <p:stCondLst>
                                                <p:cond delay="0"/>
                                              </p:stCondLst>
                                            </p:cTn>
                                            <p:tgtEl>
                                              <p:spTgt spid="1098"/>
                                            </p:tgtEl>
                                            <p:attrNameLst>
                                              <p:attrName>style.visibility</p:attrName>
                                            </p:attrNameLst>
                                          </p:cBhvr>
                                          <p:to>
                                            <p:strVal val="visible"/>
                                          </p:to>
                                        </p:set>
                                        <p:anim calcmode="lin" valueType="num">
                                          <p:cBhvr additive="base">
                                            <p:cTn id="11" dur="1000" fill="hold"/>
                                            <p:tgtEl>
                                              <p:spTgt spid="1098"/>
                                            </p:tgtEl>
                                            <p:attrNameLst>
                                              <p:attrName>ppt_x</p:attrName>
                                            </p:attrNameLst>
                                          </p:cBhvr>
                                          <p:tavLst>
                                            <p:tav tm="0">
                                              <p:val>
                                                <p:strVal val="0-#ppt_w/2"/>
                                              </p:val>
                                            </p:tav>
                                            <p:tav tm="100000">
                                              <p:val>
                                                <p:strVal val="#ppt_x"/>
                                              </p:val>
                                            </p:tav>
                                          </p:tavLst>
                                        </p:anim>
                                        <p:anim calcmode="lin" valueType="num">
                                          <p:cBhvr additive="base">
                                            <p:cTn id="12" dur="1000" fill="hold"/>
                                            <p:tgtEl>
                                              <p:spTgt spid="109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500"/>
                                      </p:stCondLst>
                                      <p:childTnLst>
                                        <p:set>
                                          <p:cBhvr>
                                            <p:cTn id="14" dur="1" fill="hold">
                                              <p:stCondLst>
                                                <p:cond delay="0"/>
                                              </p:stCondLst>
                                            </p:cTn>
                                            <p:tgtEl>
                                              <p:spTgt spid="1096"/>
                                            </p:tgtEl>
                                            <p:attrNameLst>
                                              <p:attrName>style.visibility</p:attrName>
                                            </p:attrNameLst>
                                          </p:cBhvr>
                                          <p:to>
                                            <p:strVal val="visible"/>
                                          </p:to>
                                        </p:set>
                                        <p:anim calcmode="lin" valueType="num">
                                          <p:cBhvr additive="base">
                                            <p:cTn id="15" dur="1000" fill="hold"/>
                                            <p:tgtEl>
                                              <p:spTgt spid="1096"/>
                                            </p:tgtEl>
                                            <p:attrNameLst>
                                              <p:attrName>ppt_x</p:attrName>
                                            </p:attrNameLst>
                                          </p:cBhvr>
                                          <p:tavLst>
                                            <p:tav tm="0">
                                              <p:val>
                                                <p:strVal val="0-#ppt_w/2"/>
                                              </p:val>
                                            </p:tav>
                                            <p:tav tm="100000">
                                              <p:val>
                                                <p:strVal val="#ppt_x"/>
                                              </p:val>
                                            </p:tav>
                                          </p:tavLst>
                                        </p:anim>
                                        <p:anim calcmode="lin" valueType="num">
                                          <p:cBhvr additive="base">
                                            <p:cTn id="16" dur="1000" fill="hold"/>
                                            <p:tgtEl>
                                              <p:spTgt spid="1096"/>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750"/>
                                      </p:stCondLst>
                                      <p:childTnLst>
                                        <p:set>
                                          <p:cBhvr>
                                            <p:cTn id="18" dur="1" fill="hold">
                                              <p:stCondLst>
                                                <p:cond delay="0"/>
                                              </p:stCondLst>
                                            </p:cTn>
                                            <p:tgtEl>
                                              <p:spTgt spid="1103"/>
                                            </p:tgtEl>
                                            <p:attrNameLst>
                                              <p:attrName>style.visibility</p:attrName>
                                            </p:attrNameLst>
                                          </p:cBhvr>
                                          <p:to>
                                            <p:strVal val="visible"/>
                                          </p:to>
                                        </p:set>
                                        <p:anim calcmode="lin" valueType="num">
                                          <p:cBhvr additive="base">
                                            <p:cTn id="19" dur="1000" fill="hold"/>
                                            <p:tgtEl>
                                              <p:spTgt spid="1103"/>
                                            </p:tgtEl>
                                            <p:attrNameLst>
                                              <p:attrName>ppt_x</p:attrName>
                                            </p:attrNameLst>
                                          </p:cBhvr>
                                          <p:tavLst>
                                            <p:tav tm="0">
                                              <p:val>
                                                <p:strVal val="0-#ppt_w/2"/>
                                              </p:val>
                                            </p:tav>
                                            <p:tav tm="100000">
                                              <p:val>
                                                <p:strVal val="#ppt_x"/>
                                              </p:val>
                                            </p:tav>
                                          </p:tavLst>
                                        </p:anim>
                                        <p:anim calcmode="lin" valueType="num">
                                          <p:cBhvr additive="base">
                                            <p:cTn id="20" dur="1000" fill="hold"/>
                                            <p:tgtEl>
                                              <p:spTgt spid="1103"/>
                                            </p:tgtEl>
                                            <p:attrNameLst>
                                              <p:attrName>ppt_y</p:attrName>
                                            </p:attrNameLst>
                                          </p:cBhvr>
                                          <p:tavLst>
                                            <p:tav tm="0">
                                              <p:val>
                                                <p:strVal val="#ppt_y"/>
                                              </p:val>
                                            </p:tav>
                                            <p:tav tm="100000">
                                              <p:val>
                                                <p:strVal val="#ppt_y"/>
                                              </p:val>
                                            </p:tav>
                                          </p:tavLst>
                                        </p:anim>
                                      </p:childTnLst>
                                    </p:cTn>
                                  </p:par>
                                  <p:par>
                                    <p:cTn id="21" presetID="53" presetClass="entr" presetSubtype="16" fill="hold" nodeType="withEffect">
                                      <p:stCondLst>
                                        <p:cond delay="250"/>
                                      </p:stCondLst>
                                      <p:childTnLst>
                                        <p:set>
                                          <p:cBhvr>
                                            <p:cTn id="22" dur="1" fill="hold">
                                              <p:stCondLst>
                                                <p:cond delay="0"/>
                                              </p:stCondLst>
                                            </p:cTn>
                                            <p:tgtEl>
                                              <p:spTgt spid="1099"/>
                                            </p:tgtEl>
                                            <p:attrNameLst>
                                              <p:attrName>style.visibility</p:attrName>
                                            </p:attrNameLst>
                                          </p:cBhvr>
                                          <p:to>
                                            <p:strVal val="visible"/>
                                          </p:to>
                                        </p:set>
                                        <p:anim calcmode="lin" valueType="num">
                                          <p:cBhvr>
                                            <p:cTn id="23" dur="750" fill="hold"/>
                                            <p:tgtEl>
                                              <p:spTgt spid="1099"/>
                                            </p:tgtEl>
                                            <p:attrNameLst>
                                              <p:attrName>ppt_w</p:attrName>
                                            </p:attrNameLst>
                                          </p:cBhvr>
                                          <p:tavLst>
                                            <p:tav tm="0">
                                              <p:val>
                                                <p:fltVal val="0"/>
                                              </p:val>
                                            </p:tav>
                                            <p:tav tm="100000">
                                              <p:val>
                                                <p:strVal val="#ppt_w"/>
                                              </p:val>
                                            </p:tav>
                                          </p:tavLst>
                                        </p:anim>
                                        <p:anim calcmode="lin" valueType="num">
                                          <p:cBhvr>
                                            <p:cTn id="24" dur="750" fill="hold"/>
                                            <p:tgtEl>
                                              <p:spTgt spid="1099"/>
                                            </p:tgtEl>
                                            <p:attrNameLst>
                                              <p:attrName>ppt_h</p:attrName>
                                            </p:attrNameLst>
                                          </p:cBhvr>
                                          <p:tavLst>
                                            <p:tav tm="0">
                                              <p:val>
                                                <p:fltVal val="0"/>
                                              </p:val>
                                            </p:tav>
                                            <p:tav tm="100000">
                                              <p:val>
                                                <p:strVal val="#ppt_h"/>
                                              </p:val>
                                            </p:tav>
                                          </p:tavLst>
                                        </p:anim>
                                        <p:animEffect transition="in" filter="fade">
                                          <p:cBhvr>
                                            <p:cTn id="25" dur="750"/>
                                            <p:tgtEl>
                                              <p:spTgt spid="1099"/>
                                            </p:tgtEl>
                                          </p:cBhvr>
                                        </p:animEffect>
                                      </p:childTnLst>
                                    </p:cTn>
                                  </p:par>
                                  <p:par>
                                    <p:cTn id="26" presetID="53" presetClass="entr" presetSubtype="16" fill="hold" nodeType="withEffect">
                                      <p:stCondLst>
                                        <p:cond delay="500"/>
                                      </p:stCondLst>
                                      <p:childTnLst>
                                        <p:set>
                                          <p:cBhvr>
                                            <p:cTn id="27" dur="1" fill="hold">
                                              <p:stCondLst>
                                                <p:cond delay="0"/>
                                              </p:stCondLst>
                                            </p:cTn>
                                            <p:tgtEl>
                                              <p:spTgt spid="1097"/>
                                            </p:tgtEl>
                                            <p:attrNameLst>
                                              <p:attrName>style.visibility</p:attrName>
                                            </p:attrNameLst>
                                          </p:cBhvr>
                                          <p:to>
                                            <p:strVal val="visible"/>
                                          </p:to>
                                        </p:set>
                                        <p:anim calcmode="lin" valueType="num">
                                          <p:cBhvr>
                                            <p:cTn id="28" dur="750" fill="hold"/>
                                            <p:tgtEl>
                                              <p:spTgt spid="1097"/>
                                            </p:tgtEl>
                                            <p:attrNameLst>
                                              <p:attrName>ppt_w</p:attrName>
                                            </p:attrNameLst>
                                          </p:cBhvr>
                                          <p:tavLst>
                                            <p:tav tm="0">
                                              <p:val>
                                                <p:fltVal val="0"/>
                                              </p:val>
                                            </p:tav>
                                            <p:tav tm="100000">
                                              <p:val>
                                                <p:strVal val="#ppt_w"/>
                                              </p:val>
                                            </p:tav>
                                          </p:tavLst>
                                        </p:anim>
                                        <p:anim calcmode="lin" valueType="num">
                                          <p:cBhvr>
                                            <p:cTn id="29" dur="750" fill="hold"/>
                                            <p:tgtEl>
                                              <p:spTgt spid="1097"/>
                                            </p:tgtEl>
                                            <p:attrNameLst>
                                              <p:attrName>ppt_h</p:attrName>
                                            </p:attrNameLst>
                                          </p:cBhvr>
                                          <p:tavLst>
                                            <p:tav tm="0">
                                              <p:val>
                                                <p:fltVal val="0"/>
                                              </p:val>
                                            </p:tav>
                                            <p:tav tm="100000">
                                              <p:val>
                                                <p:strVal val="#ppt_h"/>
                                              </p:val>
                                            </p:tav>
                                          </p:tavLst>
                                        </p:anim>
                                        <p:animEffect transition="in" filter="fade">
                                          <p:cBhvr>
                                            <p:cTn id="30" dur="750"/>
                                            <p:tgtEl>
                                              <p:spTgt spid="1097"/>
                                            </p:tgtEl>
                                          </p:cBhvr>
                                        </p:animEffect>
                                      </p:childTnLst>
                                    </p:cTn>
                                  </p:par>
                                  <p:par>
                                    <p:cTn id="31" presetID="53" presetClass="entr" presetSubtype="16" fill="hold" nodeType="withEffect">
                                      <p:stCondLst>
                                        <p:cond delay="750"/>
                                      </p:stCondLst>
                                      <p:childTnLst>
                                        <p:set>
                                          <p:cBhvr>
                                            <p:cTn id="32" dur="1" fill="hold">
                                              <p:stCondLst>
                                                <p:cond delay="0"/>
                                              </p:stCondLst>
                                            </p:cTn>
                                            <p:tgtEl>
                                              <p:spTgt spid="1101"/>
                                            </p:tgtEl>
                                            <p:attrNameLst>
                                              <p:attrName>style.visibility</p:attrName>
                                            </p:attrNameLst>
                                          </p:cBhvr>
                                          <p:to>
                                            <p:strVal val="visible"/>
                                          </p:to>
                                        </p:set>
                                        <p:anim calcmode="lin" valueType="num">
                                          <p:cBhvr>
                                            <p:cTn id="33" dur="750" fill="hold"/>
                                            <p:tgtEl>
                                              <p:spTgt spid="1101"/>
                                            </p:tgtEl>
                                            <p:attrNameLst>
                                              <p:attrName>ppt_w</p:attrName>
                                            </p:attrNameLst>
                                          </p:cBhvr>
                                          <p:tavLst>
                                            <p:tav tm="0">
                                              <p:val>
                                                <p:fltVal val="0"/>
                                              </p:val>
                                            </p:tav>
                                            <p:tav tm="100000">
                                              <p:val>
                                                <p:strVal val="#ppt_w"/>
                                              </p:val>
                                            </p:tav>
                                          </p:tavLst>
                                        </p:anim>
                                        <p:anim calcmode="lin" valueType="num">
                                          <p:cBhvr>
                                            <p:cTn id="34" dur="750" fill="hold"/>
                                            <p:tgtEl>
                                              <p:spTgt spid="1101"/>
                                            </p:tgtEl>
                                            <p:attrNameLst>
                                              <p:attrName>ppt_h</p:attrName>
                                            </p:attrNameLst>
                                          </p:cBhvr>
                                          <p:tavLst>
                                            <p:tav tm="0">
                                              <p:val>
                                                <p:fltVal val="0"/>
                                              </p:val>
                                            </p:tav>
                                            <p:tav tm="100000">
                                              <p:val>
                                                <p:strVal val="#ppt_h"/>
                                              </p:val>
                                            </p:tav>
                                          </p:tavLst>
                                        </p:anim>
                                        <p:animEffect transition="in" filter="fade">
                                          <p:cBhvr>
                                            <p:cTn id="35" dur="750"/>
                                            <p:tgtEl>
                                              <p:spTgt spid="1101"/>
                                            </p:tgtEl>
                                          </p:cBhvr>
                                        </p:animEffect>
                                      </p:childTnLst>
                                    </p:cTn>
                                  </p:par>
                                  <p:par>
                                    <p:cTn id="36" presetID="53" presetClass="entr" presetSubtype="16" fill="hold" nodeType="withEffect">
                                      <p:stCondLst>
                                        <p:cond delay="1000"/>
                                      </p:stCondLst>
                                      <p:childTnLst>
                                        <p:set>
                                          <p:cBhvr>
                                            <p:cTn id="37" dur="1" fill="hold">
                                              <p:stCondLst>
                                                <p:cond delay="0"/>
                                              </p:stCondLst>
                                            </p:cTn>
                                            <p:tgtEl>
                                              <p:spTgt spid="1102"/>
                                            </p:tgtEl>
                                            <p:attrNameLst>
                                              <p:attrName>style.visibility</p:attrName>
                                            </p:attrNameLst>
                                          </p:cBhvr>
                                          <p:to>
                                            <p:strVal val="visible"/>
                                          </p:to>
                                        </p:set>
                                        <p:anim calcmode="lin" valueType="num">
                                          <p:cBhvr>
                                            <p:cTn id="38" dur="750" fill="hold"/>
                                            <p:tgtEl>
                                              <p:spTgt spid="1102"/>
                                            </p:tgtEl>
                                            <p:attrNameLst>
                                              <p:attrName>ppt_w</p:attrName>
                                            </p:attrNameLst>
                                          </p:cBhvr>
                                          <p:tavLst>
                                            <p:tav tm="0">
                                              <p:val>
                                                <p:fltVal val="0"/>
                                              </p:val>
                                            </p:tav>
                                            <p:tav tm="100000">
                                              <p:val>
                                                <p:strVal val="#ppt_w"/>
                                              </p:val>
                                            </p:tav>
                                          </p:tavLst>
                                        </p:anim>
                                        <p:anim calcmode="lin" valueType="num">
                                          <p:cBhvr>
                                            <p:cTn id="39" dur="750" fill="hold"/>
                                            <p:tgtEl>
                                              <p:spTgt spid="1102"/>
                                            </p:tgtEl>
                                            <p:attrNameLst>
                                              <p:attrName>ppt_h</p:attrName>
                                            </p:attrNameLst>
                                          </p:cBhvr>
                                          <p:tavLst>
                                            <p:tav tm="0">
                                              <p:val>
                                                <p:fltVal val="0"/>
                                              </p:val>
                                            </p:tav>
                                            <p:tav tm="100000">
                                              <p:val>
                                                <p:strVal val="#ppt_h"/>
                                              </p:val>
                                            </p:tav>
                                          </p:tavLst>
                                        </p:anim>
                                        <p:animEffect transition="in" filter="fade">
                                          <p:cBhvr>
                                            <p:cTn id="40" dur="750"/>
                                            <p:tgtEl>
                                              <p:spTgt spid="1102"/>
                                            </p:tgtEl>
                                          </p:cBhvr>
                                        </p:animEffect>
                                      </p:childTnLst>
                                    </p:cTn>
                                  </p:par>
                                  <p:par>
                                    <p:cTn id="41" presetID="2" presetClass="entr" presetSubtype="4" fill="hold" grpId="0" nodeType="withEffect">
                                      <p:stCondLst>
                                        <p:cond delay="1250"/>
                                      </p:stCondLst>
                                      <p:childTnLst>
                                        <p:set>
                                          <p:cBhvr>
                                            <p:cTn id="42" dur="1" fill="hold">
                                              <p:stCondLst>
                                                <p:cond delay="0"/>
                                              </p:stCondLst>
                                            </p:cTn>
                                            <p:tgtEl>
                                              <p:spTgt spid="204"/>
                                            </p:tgtEl>
                                            <p:attrNameLst>
                                              <p:attrName>style.visibility</p:attrName>
                                            </p:attrNameLst>
                                          </p:cBhvr>
                                          <p:to>
                                            <p:strVal val="visible"/>
                                          </p:to>
                                        </p:set>
                                        <p:anim calcmode="lin" valueType="num">
                                          <p:cBhvr additive="base">
                                            <p:cTn id="43" dur="1000" fill="hold"/>
                                            <p:tgtEl>
                                              <p:spTgt spid="204"/>
                                            </p:tgtEl>
                                            <p:attrNameLst>
                                              <p:attrName>ppt_x</p:attrName>
                                            </p:attrNameLst>
                                          </p:cBhvr>
                                          <p:tavLst>
                                            <p:tav tm="0">
                                              <p:val>
                                                <p:strVal val="#ppt_x"/>
                                              </p:val>
                                            </p:tav>
                                            <p:tav tm="100000">
                                              <p:val>
                                                <p:strVal val="#ppt_x"/>
                                              </p:val>
                                            </p:tav>
                                          </p:tavLst>
                                        </p:anim>
                                        <p:anim calcmode="lin" valueType="num">
                                          <p:cBhvr additive="base">
                                            <p:cTn id="44" dur="1000" fill="hold"/>
                                            <p:tgtEl>
                                              <p:spTgt spid="20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250"/>
                                      </p:stCondLst>
                                      <p:childTnLst>
                                        <p:set>
                                          <p:cBhvr>
                                            <p:cTn id="46" dur="1" fill="hold">
                                              <p:stCondLst>
                                                <p:cond delay="0"/>
                                              </p:stCondLst>
                                            </p:cTn>
                                            <p:tgtEl>
                                              <p:spTgt spid="213"/>
                                            </p:tgtEl>
                                            <p:attrNameLst>
                                              <p:attrName>style.visibility</p:attrName>
                                            </p:attrNameLst>
                                          </p:cBhvr>
                                          <p:to>
                                            <p:strVal val="visible"/>
                                          </p:to>
                                        </p:set>
                                        <p:anim calcmode="lin" valueType="num">
                                          <p:cBhvr additive="base">
                                            <p:cTn id="47" dur="1000" fill="hold"/>
                                            <p:tgtEl>
                                              <p:spTgt spid="213"/>
                                            </p:tgtEl>
                                            <p:attrNameLst>
                                              <p:attrName>ppt_x</p:attrName>
                                            </p:attrNameLst>
                                          </p:cBhvr>
                                          <p:tavLst>
                                            <p:tav tm="0">
                                              <p:val>
                                                <p:strVal val="#ppt_x"/>
                                              </p:val>
                                            </p:tav>
                                            <p:tav tm="100000">
                                              <p:val>
                                                <p:strVal val="#ppt_x"/>
                                              </p:val>
                                            </p:tav>
                                          </p:tavLst>
                                        </p:anim>
                                        <p:anim calcmode="lin" valueType="num">
                                          <p:cBhvr additive="base">
                                            <p:cTn id="48" dur="1000" fill="hold"/>
                                            <p:tgtEl>
                                              <p:spTgt spid="213"/>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250"/>
                                      </p:stCondLst>
                                      <p:childTnLst>
                                        <p:set>
                                          <p:cBhvr>
                                            <p:cTn id="50" dur="1" fill="hold">
                                              <p:stCondLst>
                                                <p:cond delay="0"/>
                                              </p:stCondLst>
                                            </p:cTn>
                                            <p:tgtEl>
                                              <p:spTgt spid="205"/>
                                            </p:tgtEl>
                                            <p:attrNameLst>
                                              <p:attrName>style.visibility</p:attrName>
                                            </p:attrNameLst>
                                          </p:cBhvr>
                                          <p:to>
                                            <p:strVal val="visible"/>
                                          </p:to>
                                        </p:set>
                                        <p:anim calcmode="lin" valueType="num">
                                          <p:cBhvr additive="base">
                                            <p:cTn id="51" dur="1000" fill="hold"/>
                                            <p:tgtEl>
                                              <p:spTgt spid="205"/>
                                            </p:tgtEl>
                                            <p:attrNameLst>
                                              <p:attrName>ppt_x</p:attrName>
                                            </p:attrNameLst>
                                          </p:cBhvr>
                                          <p:tavLst>
                                            <p:tav tm="0">
                                              <p:val>
                                                <p:strVal val="#ppt_x"/>
                                              </p:val>
                                            </p:tav>
                                            <p:tav tm="100000">
                                              <p:val>
                                                <p:strVal val="#ppt_x"/>
                                              </p:val>
                                            </p:tav>
                                          </p:tavLst>
                                        </p:anim>
                                        <p:anim calcmode="lin" valueType="num">
                                          <p:cBhvr additive="base">
                                            <p:cTn id="52" dur="1000" fill="hold"/>
                                            <p:tgtEl>
                                              <p:spTgt spid="20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250"/>
                                      </p:stCondLst>
                                      <p:childTnLst>
                                        <p:set>
                                          <p:cBhvr>
                                            <p:cTn id="54" dur="1" fill="hold">
                                              <p:stCondLst>
                                                <p:cond delay="0"/>
                                              </p:stCondLst>
                                            </p:cTn>
                                            <p:tgtEl>
                                              <p:spTgt spid="214"/>
                                            </p:tgtEl>
                                            <p:attrNameLst>
                                              <p:attrName>style.visibility</p:attrName>
                                            </p:attrNameLst>
                                          </p:cBhvr>
                                          <p:to>
                                            <p:strVal val="visible"/>
                                          </p:to>
                                        </p:set>
                                        <p:anim calcmode="lin" valueType="num">
                                          <p:cBhvr additive="base">
                                            <p:cTn id="55" dur="1000" fill="hold"/>
                                            <p:tgtEl>
                                              <p:spTgt spid="214"/>
                                            </p:tgtEl>
                                            <p:attrNameLst>
                                              <p:attrName>ppt_x</p:attrName>
                                            </p:attrNameLst>
                                          </p:cBhvr>
                                          <p:tavLst>
                                            <p:tav tm="0">
                                              <p:val>
                                                <p:strVal val="#ppt_x"/>
                                              </p:val>
                                            </p:tav>
                                            <p:tav tm="100000">
                                              <p:val>
                                                <p:strVal val="#ppt_x"/>
                                              </p:val>
                                            </p:tav>
                                          </p:tavLst>
                                        </p:anim>
                                        <p:anim calcmode="lin" valueType="num">
                                          <p:cBhvr additive="base">
                                            <p:cTn id="56" dur="1000" fill="hold"/>
                                            <p:tgtEl>
                                              <p:spTgt spid="214"/>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1250"/>
                                      </p:stCondLst>
                                      <p:childTnLst>
                                        <p:set>
                                          <p:cBhvr>
                                            <p:cTn id="58" dur="1" fill="hold">
                                              <p:stCondLst>
                                                <p:cond delay="0"/>
                                              </p:stCondLst>
                                            </p:cTn>
                                            <p:tgtEl>
                                              <p:spTgt spid="212"/>
                                            </p:tgtEl>
                                            <p:attrNameLst>
                                              <p:attrName>style.visibility</p:attrName>
                                            </p:attrNameLst>
                                          </p:cBhvr>
                                          <p:to>
                                            <p:strVal val="visible"/>
                                          </p:to>
                                        </p:set>
                                        <p:anim calcmode="lin" valueType="num">
                                          <p:cBhvr additive="base">
                                            <p:cTn id="59" dur="1000" fill="hold"/>
                                            <p:tgtEl>
                                              <p:spTgt spid="212"/>
                                            </p:tgtEl>
                                            <p:attrNameLst>
                                              <p:attrName>ppt_x</p:attrName>
                                            </p:attrNameLst>
                                          </p:cBhvr>
                                          <p:tavLst>
                                            <p:tav tm="0">
                                              <p:val>
                                                <p:strVal val="#ppt_x"/>
                                              </p:val>
                                            </p:tav>
                                            <p:tav tm="100000">
                                              <p:val>
                                                <p:strVal val="#ppt_x"/>
                                              </p:val>
                                            </p:tav>
                                          </p:tavLst>
                                        </p:anim>
                                        <p:anim calcmode="lin" valueType="num">
                                          <p:cBhvr additive="base">
                                            <p:cTn id="60" dur="1000" fill="hold"/>
                                            <p:tgtEl>
                                              <p:spTgt spid="21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1250"/>
                                      </p:stCondLst>
                                      <p:childTnLst>
                                        <p:set>
                                          <p:cBhvr>
                                            <p:cTn id="62" dur="1" fill="hold">
                                              <p:stCondLst>
                                                <p:cond delay="0"/>
                                              </p:stCondLst>
                                            </p:cTn>
                                            <p:tgtEl>
                                              <p:spTgt spid="215"/>
                                            </p:tgtEl>
                                            <p:attrNameLst>
                                              <p:attrName>style.visibility</p:attrName>
                                            </p:attrNameLst>
                                          </p:cBhvr>
                                          <p:to>
                                            <p:strVal val="visible"/>
                                          </p:to>
                                        </p:set>
                                        <p:anim calcmode="lin" valueType="num">
                                          <p:cBhvr additive="base">
                                            <p:cTn id="63" dur="1000" fill="hold"/>
                                            <p:tgtEl>
                                              <p:spTgt spid="215"/>
                                            </p:tgtEl>
                                            <p:attrNameLst>
                                              <p:attrName>ppt_x</p:attrName>
                                            </p:attrNameLst>
                                          </p:cBhvr>
                                          <p:tavLst>
                                            <p:tav tm="0">
                                              <p:val>
                                                <p:strVal val="#ppt_x"/>
                                              </p:val>
                                            </p:tav>
                                            <p:tav tm="100000">
                                              <p:val>
                                                <p:strVal val="#ppt_x"/>
                                              </p:val>
                                            </p:tav>
                                          </p:tavLst>
                                        </p:anim>
                                        <p:anim calcmode="lin" valueType="num">
                                          <p:cBhvr additive="base">
                                            <p:cTn id="64" dur="1000" fill="hold"/>
                                            <p:tgtEl>
                                              <p:spTgt spid="21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1250"/>
                                      </p:stCondLst>
                                      <p:childTnLst>
                                        <p:set>
                                          <p:cBhvr>
                                            <p:cTn id="66" dur="1" fill="hold">
                                              <p:stCondLst>
                                                <p:cond delay="0"/>
                                              </p:stCondLst>
                                            </p:cTn>
                                            <p:tgtEl>
                                              <p:spTgt spid="211"/>
                                            </p:tgtEl>
                                            <p:attrNameLst>
                                              <p:attrName>style.visibility</p:attrName>
                                            </p:attrNameLst>
                                          </p:cBhvr>
                                          <p:to>
                                            <p:strVal val="visible"/>
                                          </p:to>
                                        </p:set>
                                        <p:anim calcmode="lin" valueType="num">
                                          <p:cBhvr additive="base">
                                            <p:cTn id="67" dur="1000" fill="hold"/>
                                            <p:tgtEl>
                                              <p:spTgt spid="211"/>
                                            </p:tgtEl>
                                            <p:attrNameLst>
                                              <p:attrName>ppt_x</p:attrName>
                                            </p:attrNameLst>
                                          </p:cBhvr>
                                          <p:tavLst>
                                            <p:tav tm="0">
                                              <p:val>
                                                <p:strVal val="#ppt_x"/>
                                              </p:val>
                                            </p:tav>
                                            <p:tav tm="100000">
                                              <p:val>
                                                <p:strVal val="#ppt_x"/>
                                              </p:val>
                                            </p:tav>
                                          </p:tavLst>
                                        </p:anim>
                                        <p:anim calcmode="lin" valueType="num">
                                          <p:cBhvr additive="base">
                                            <p:cTn id="68" dur="1000" fill="hold"/>
                                            <p:tgtEl>
                                              <p:spTgt spid="211"/>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1250"/>
                                      </p:stCondLst>
                                      <p:childTnLst>
                                        <p:set>
                                          <p:cBhvr>
                                            <p:cTn id="70" dur="1" fill="hold">
                                              <p:stCondLst>
                                                <p:cond delay="0"/>
                                              </p:stCondLst>
                                            </p:cTn>
                                            <p:tgtEl>
                                              <p:spTgt spid="216"/>
                                            </p:tgtEl>
                                            <p:attrNameLst>
                                              <p:attrName>style.visibility</p:attrName>
                                            </p:attrNameLst>
                                          </p:cBhvr>
                                          <p:to>
                                            <p:strVal val="visible"/>
                                          </p:to>
                                        </p:set>
                                        <p:anim calcmode="lin" valueType="num">
                                          <p:cBhvr additive="base">
                                            <p:cTn id="71" dur="1000" fill="hold"/>
                                            <p:tgtEl>
                                              <p:spTgt spid="216"/>
                                            </p:tgtEl>
                                            <p:attrNameLst>
                                              <p:attrName>ppt_x</p:attrName>
                                            </p:attrNameLst>
                                          </p:cBhvr>
                                          <p:tavLst>
                                            <p:tav tm="0">
                                              <p:val>
                                                <p:strVal val="#ppt_x"/>
                                              </p:val>
                                            </p:tav>
                                            <p:tav tm="100000">
                                              <p:val>
                                                <p:strVal val="#ppt_x"/>
                                              </p:val>
                                            </p:tav>
                                          </p:tavLst>
                                        </p:anim>
                                        <p:anim calcmode="lin" valueType="num">
                                          <p:cBhvr additive="base">
                                            <p:cTn id="72" dur="1000" fill="hold"/>
                                            <p:tgtEl>
                                              <p:spTgt spid="2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animBg="1"/>
          <p:bldP spid="213" grpId="0"/>
          <p:bldP spid="214" grpId="0"/>
          <p:bldP spid="212" grpId="0" animBg="1"/>
          <p:bldP spid="215" grpId="0"/>
          <p:bldP spid="211" grpId="0" animBg="1"/>
          <p:bldP spid="216" grpId="0"/>
        </p:bldLst>
      </p:timing>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Group 37">
            <a:extLst>
              <a:ext uri="{FF2B5EF4-FFF2-40B4-BE49-F238E27FC236}">
                <a16:creationId xmlns:a16="http://schemas.microsoft.com/office/drawing/2014/main" id="{D2A0D032-8E9D-4D51-9365-52B557E1841D}"/>
              </a:ext>
            </a:extLst>
          </p:cNvPr>
          <p:cNvGrpSpPr/>
          <p:nvPr/>
        </p:nvGrpSpPr>
        <p:grpSpPr>
          <a:xfrm>
            <a:off x="3272155" y="896938"/>
            <a:ext cx="6096000" cy="1403350"/>
            <a:chOff x="3051175" y="896938"/>
            <a:chExt cx="6096000" cy="1403350"/>
          </a:xfrm>
        </p:grpSpPr>
        <p:sp>
          <p:nvSpPr>
            <p:cNvPr id="6" name="Rectangle 5">
              <a:extLst>
                <a:ext uri="{FF2B5EF4-FFF2-40B4-BE49-F238E27FC236}">
                  <a16:creationId xmlns:a16="http://schemas.microsoft.com/office/drawing/2014/main" id="{CBC23661-BAF5-4363-8D26-04D3EE04199B}"/>
                </a:ext>
              </a:extLst>
            </p:cNvPr>
            <p:cNvSpPr>
              <a:spLocks noChangeArrowheads="1"/>
            </p:cNvSpPr>
            <p:nvPr/>
          </p:nvSpPr>
          <p:spPr bwMode="auto">
            <a:xfrm>
              <a:off x="3051175" y="1179513"/>
              <a:ext cx="1443038" cy="1120775"/>
            </a:xfrm>
            <a:prstGeom prst="rect">
              <a:avLst/>
            </a:prstGeom>
            <a:gradFill flip="none" rotWithShape="1">
              <a:gsLst>
                <a:gs pos="100000">
                  <a:schemeClr val="accent1">
                    <a:lumMod val="50000"/>
                  </a:schemeClr>
                </a:gs>
                <a:gs pos="50442">
                  <a:schemeClr val="accent1"/>
                </a:gs>
                <a:gs pos="78000">
                  <a:schemeClr val="accent1">
                    <a:lumMod val="75000"/>
                  </a:schemeClr>
                </a:gs>
              </a:gsLst>
              <a:lin ang="0" scaled="1"/>
              <a:tileRect/>
            </a:gra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54F08B6F-F3F2-461F-B686-0C6DE0C7C9BE}"/>
                </a:ext>
              </a:extLst>
            </p:cNvPr>
            <p:cNvSpPr>
              <a:spLocks/>
            </p:cNvSpPr>
            <p:nvPr/>
          </p:nvSpPr>
          <p:spPr bwMode="auto">
            <a:xfrm>
              <a:off x="5149850" y="1179513"/>
              <a:ext cx="3997325" cy="1120775"/>
            </a:xfrm>
            <a:custGeom>
              <a:avLst/>
              <a:gdLst>
                <a:gd name="T0" fmla="*/ 2026 w 2518"/>
                <a:gd name="T1" fmla="*/ 706 h 706"/>
                <a:gd name="T2" fmla="*/ 0 w 2518"/>
                <a:gd name="T3" fmla="*/ 706 h 706"/>
                <a:gd name="T4" fmla="*/ 0 w 2518"/>
                <a:gd name="T5" fmla="*/ 0 h 706"/>
                <a:gd name="T6" fmla="*/ 2026 w 2518"/>
                <a:gd name="T7" fmla="*/ 0 h 706"/>
                <a:gd name="T8" fmla="*/ 2518 w 2518"/>
                <a:gd name="T9" fmla="*/ 352 h 706"/>
                <a:gd name="T10" fmla="*/ 2026 w 2518"/>
                <a:gd name="T11" fmla="*/ 706 h 706"/>
              </a:gdLst>
              <a:ahLst/>
              <a:cxnLst>
                <a:cxn ang="0">
                  <a:pos x="T0" y="T1"/>
                </a:cxn>
                <a:cxn ang="0">
                  <a:pos x="T2" y="T3"/>
                </a:cxn>
                <a:cxn ang="0">
                  <a:pos x="T4" y="T5"/>
                </a:cxn>
                <a:cxn ang="0">
                  <a:pos x="T6" y="T7"/>
                </a:cxn>
                <a:cxn ang="0">
                  <a:pos x="T8" y="T9"/>
                </a:cxn>
                <a:cxn ang="0">
                  <a:pos x="T10" y="T11"/>
                </a:cxn>
              </a:cxnLst>
              <a:rect l="0" t="0" r="r" b="b"/>
              <a:pathLst>
                <a:path w="2518" h="706">
                  <a:moveTo>
                    <a:pt x="2026" y="706"/>
                  </a:moveTo>
                  <a:lnTo>
                    <a:pt x="0" y="706"/>
                  </a:lnTo>
                  <a:lnTo>
                    <a:pt x="0" y="0"/>
                  </a:lnTo>
                  <a:lnTo>
                    <a:pt x="2026" y="0"/>
                  </a:lnTo>
                  <a:lnTo>
                    <a:pt x="2518" y="352"/>
                  </a:lnTo>
                  <a:lnTo>
                    <a:pt x="2026" y="706"/>
                  </a:lnTo>
                  <a:close/>
                </a:path>
              </a:pathLst>
            </a:custGeom>
            <a:gradFill flip="none" rotWithShape="1">
              <a:gsLst>
                <a:gs pos="0">
                  <a:schemeClr val="accent1">
                    <a:lumMod val="50000"/>
                  </a:schemeClr>
                </a:gs>
                <a:gs pos="50442">
                  <a:schemeClr val="accent1"/>
                </a:gs>
                <a:gs pos="15000">
                  <a:schemeClr val="accent1">
                    <a:lumMod val="75000"/>
                  </a:schemeClr>
                </a:gs>
              </a:gsLst>
              <a:lin ang="0" scaled="1"/>
              <a:tileRect/>
            </a:gra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29A99252-CA97-4386-B132-5CD0F2B038DB}"/>
                </a:ext>
              </a:extLst>
            </p:cNvPr>
            <p:cNvSpPr>
              <a:spLocks/>
            </p:cNvSpPr>
            <p:nvPr/>
          </p:nvSpPr>
          <p:spPr bwMode="auto">
            <a:xfrm>
              <a:off x="4103688" y="2019300"/>
              <a:ext cx="390525" cy="280988"/>
            </a:xfrm>
            <a:custGeom>
              <a:avLst/>
              <a:gdLst>
                <a:gd name="T0" fmla="*/ 0 w 246"/>
                <a:gd name="T1" fmla="*/ 0 h 177"/>
                <a:gd name="T2" fmla="*/ 246 w 246"/>
                <a:gd name="T3" fmla="*/ 177 h 177"/>
                <a:gd name="T4" fmla="*/ 246 w 246"/>
                <a:gd name="T5" fmla="*/ 0 h 177"/>
                <a:gd name="T6" fmla="*/ 0 w 246"/>
                <a:gd name="T7" fmla="*/ 0 h 177"/>
              </a:gdLst>
              <a:ahLst/>
              <a:cxnLst>
                <a:cxn ang="0">
                  <a:pos x="T0" y="T1"/>
                </a:cxn>
                <a:cxn ang="0">
                  <a:pos x="T2" y="T3"/>
                </a:cxn>
                <a:cxn ang="0">
                  <a:pos x="T4" y="T5"/>
                </a:cxn>
                <a:cxn ang="0">
                  <a:pos x="T6" y="T7"/>
                </a:cxn>
              </a:cxnLst>
              <a:rect l="0" t="0" r="r" b="b"/>
              <a:pathLst>
                <a:path w="246" h="177">
                  <a:moveTo>
                    <a:pt x="0" y="0"/>
                  </a:moveTo>
                  <a:lnTo>
                    <a:pt x="246" y="177"/>
                  </a:lnTo>
                  <a:lnTo>
                    <a:pt x="246" y="0"/>
                  </a:lnTo>
                  <a:lnTo>
                    <a:pt x="0"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5D8F1094-8E51-4358-AF39-29D4A97C1B60}"/>
                </a:ext>
              </a:extLst>
            </p:cNvPr>
            <p:cNvSpPr>
              <a:spLocks/>
            </p:cNvSpPr>
            <p:nvPr/>
          </p:nvSpPr>
          <p:spPr bwMode="auto">
            <a:xfrm>
              <a:off x="5149850" y="2019300"/>
              <a:ext cx="390525" cy="280988"/>
            </a:xfrm>
            <a:custGeom>
              <a:avLst/>
              <a:gdLst>
                <a:gd name="T0" fmla="*/ 246 w 246"/>
                <a:gd name="T1" fmla="*/ 0 h 177"/>
                <a:gd name="T2" fmla="*/ 0 w 246"/>
                <a:gd name="T3" fmla="*/ 177 h 177"/>
                <a:gd name="T4" fmla="*/ 0 w 246"/>
                <a:gd name="T5" fmla="*/ 0 h 177"/>
                <a:gd name="T6" fmla="*/ 246 w 246"/>
                <a:gd name="T7" fmla="*/ 0 h 177"/>
              </a:gdLst>
              <a:ahLst/>
              <a:cxnLst>
                <a:cxn ang="0">
                  <a:pos x="T0" y="T1"/>
                </a:cxn>
                <a:cxn ang="0">
                  <a:pos x="T2" y="T3"/>
                </a:cxn>
                <a:cxn ang="0">
                  <a:pos x="T4" y="T5"/>
                </a:cxn>
                <a:cxn ang="0">
                  <a:pos x="T6" y="T7"/>
                </a:cxn>
              </a:cxnLst>
              <a:rect l="0" t="0" r="r" b="b"/>
              <a:pathLst>
                <a:path w="246" h="177">
                  <a:moveTo>
                    <a:pt x="246" y="0"/>
                  </a:moveTo>
                  <a:lnTo>
                    <a:pt x="0" y="177"/>
                  </a:lnTo>
                  <a:lnTo>
                    <a:pt x="0" y="0"/>
                  </a:lnTo>
                  <a:lnTo>
                    <a:pt x="246"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Rectangle 7">
              <a:extLst>
                <a:ext uri="{FF2B5EF4-FFF2-40B4-BE49-F238E27FC236}">
                  <a16:creationId xmlns:a16="http://schemas.microsoft.com/office/drawing/2014/main" id="{E00D3F00-270B-4DB6-9CE1-F181592DB13A}"/>
                </a:ext>
              </a:extLst>
            </p:cNvPr>
            <p:cNvSpPr>
              <a:spLocks noChangeArrowheads="1"/>
            </p:cNvSpPr>
            <p:nvPr/>
          </p:nvSpPr>
          <p:spPr bwMode="auto">
            <a:xfrm>
              <a:off x="4103688" y="896938"/>
              <a:ext cx="1436688" cy="1122363"/>
            </a:xfrm>
            <a:prstGeom prst="rect">
              <a:avLst/>
            </a:prstGeom>
            <a:solidFill>
              <a:schemeClr val="accent1"/>
            </a:soli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grpSp>
      <p:grpSp>
        <p:nvGrpSpPr>
          <p:cNvPr id="33" name="Group 32">
            <a:extLst>
              <a:ext uri="{FF2B5EF4-FFF2-40B4-BE49-F238E27FC236}">
                <a16:creationId xmlns:a16="http://schemas.microsoft.com/office/drawing/2014/main" id="{F11FFF0F-BEDE-4256-A8D3-08A7DA3B79FA}"/>
              </a:ext>
            </a:extLst>
          </p:cNvPr>
          <p:cNvGrpSpPr/>
          <p:nvPr/>
        </p:nvGrpSpPr>
        <p:grpSpPr>
          <a:xfrm>
            <a:off x="4683939" y="1050705"/>
            <a:ext cx="718145" cy="926718"/>
            <a:chOff x="4462959" y="1050705"/>
            <a:chExt cx="718145" cy="926718"/>
          </a:xfrm>
        </p:grpSpPr>
        <p:sp>
          <p:nvSpPr>
            <p:cNvPr id="11" name="Rectangle 10">
              <a:extLst>
                <a:ext uri="{FF2B5EF4-FFF2-40B4-BE49-F238E27FC236}">
                  <a16:creationId xmlns:a16="http://schemas.microsoft.com/office/drawing/2014/main" id="{A7EF3388-2FDE-4D19-9F2D-B9BF1E328AF8}"/>
                </a:ext>
              </a:extLst>
            </p:cNvPr>
            <p:cNvSpPr>
              <a:spLocks noChangeArrowheads="1"/>
            </p:cNvSpPr>
            <p:nvPr/>
          </p:nvSpPr>
          <p:spPr bwMode="auto">
            <a:xfrm>
              <a:off x="4502646" y="1050705"/>
              <a:ext cx="6460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200" b="1" i="0" u="none" strike="noStrike" cap="none" normalizeH="0" baseline="0">
                  <a:ln>
                    <a:noFill/>
                  </a:ln>
                  <a:solidFill>
                    <a:schemeClr val="bg2"/>
                  </a:solidFill>
                  <a:effectLst/>
                  <a:latin typeface="Open Sans Semibold" panose="020B0706030804020204" pitchFamily="34" charset="0"/>
                </a:rPr>
                <a:t>STEP</a:t>
              </a:r>
              <a:endParaRPr kumimoji="0" lang="ru-UA" altLang="ru-UA" sz="1800" b="0" i="0" u="none" strike="noStrike" cap="none" normalizeH="0" baseline="0">
                <a:ln>
                  <a:noFill/>
                </a:ln>
                <a:solidFill>
                  <a:schemeClr val="bg2"/>
                </a:solidFill>
                <a:effectLst/>
              </a:endParaRPr>
            </a:p>
          </p:txBody>
        </p:sp>
        <p:sp>
          <p:nvSpPr>
            <p:cNvPr id="12" name="Rectangle 11">
              <a:extLst>
                <a:ext uri="{FF2B5EF4-FFF2-40B4-BE49-F238E27FC236}">
                  <a16:creationId xmlns:a16="http://schemas.microsoft.com/office/drawing/2014/main" id="{A1898611-0B1C-457D-A3B8-9D6C653D6B74}"/>
                </a:ext>
              </a:extLst>
            </p:cNvPr>
            <p:cNvSpPr>
              <a:spLocks noChangeArrowheads="1"/>
            </p:cNvSpPr>
            <p:nvPr/>
          </p:nvSpPr>
          <p:spPr bwMode="auto">
            <a:xfrm>
              <a:off x="4462959" y="1223370"/>
              <a:ext cx="718145" cy="754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900" b="1" i="0" u="none" strike="noStrike" cap="none" normalizeH="0" baseline="0">
                  <a:ln>
                    <a:noFill/>
                  </a:ln>
                  <a:solidFill>
                    <a:schemeClr val="bg2"/>
                  </a:solidFill>
                  <a:effectLst/>
                  <a:latin typeface="Open Sans Semibold" panose="020B0706030804020204" pitchFamily="34" charset="0"/>
                </a:rPr>
                <a:t>01</a:t>
              </a:r>
              <a:endParaRPr kumimoji="0" lang="ru-UA" altLang="ru-UA" sz="1800" b="0" i="0" u="none" strike="noStrike" cap="none" normalizeH="0" baseline="0">
                <a:ln>
                  <a:noFill/>
                </a:ln>
                <a:solidFill>
                  <a:schemeClr val="bg2"/>
                </a:solidFill>
                <a:effectLst/>
              </a:endParaRPr>
            </a:p>
          </p:txBody>
        </p:sp>
      </p:grpSp>
      <p:grpSp>
        <p:nvGrpSpPr>
          <p:cNvPr id="37" name="Group 36">
            <a:extLst>
              <a:ext uri="{FF2B5EF4-FFF2-40B4-BE49-F238E27FC236}">
                <a16:creationId xmlns:a16="http://schemas.microsoft.com/office/drawing/2014/main" id="{0534DC3E-3E49-46D9-BD8E-B35B3FA5EA0E}"/>
              </a:ext>
            </a:extLst>
          </p:cNvPr>
          <p:cNvGrpSpPr/>
          <p:nvPr/>
        </p:nvGrpSpPr>
        <p:grpSpPr>
          <a:xfrm>
            <a:off x="3272155" y="2722563"/>
            <a:ext cx="6096000" cy="1403350"/>
            <a:chOff x="3051175" y="2722563"/>
            <a:chExt cx="6096000" cy="1403350"/>
          </a:xfrm>
        </p:grpSpPr>
        <p:sp>
          <p:nvSpPr>
            <p:cNvPr id="13" name="Rectangle 12">
              <a:extLst>
                <a:ext uri="{FF2B5EF4-FFF2-40B4-BE49-F238E27FC236}">
                  <a16:creationId xmlns:a16="http://schemas.microsoft.com/office/drawing/2014/main" id="{51D6CDEC-CB6B-487B-8969-43A29EB990C5}"/>
                </a:ext>
              </a:extLst>
            </p:cNvPr>
            <p:cNvSpPr>
              <a:spLocks noChangeArrowheads="1"/>
            </p:cNvSpPr>
            <p:nvPr/>
          </p:nvSpPr>
          <p:spPr bwMode="auto">
            <a:xfrm>
              <a:off x="3051175" y="3005138"/>
              <a:ext cx="1443038" cy="1120775"/>
            </a:xfrm>
            <a:prstGeom prst="rect">
              <a:avLst/>
            </a:prstGeom>
            <a:gradFill flip="none" rotWithShape="1">
              <a:gsLst>
                <a:gs pos="100000">
                  <a:schemeClr val="accent3">
                    <a:lumMod val="50000"/>
                  </a:schemeClr>
                </a:gs>
                <a:gs pos="80000">
                  <a:schemeClr val="accent3">
                    <a:lumMod val="75000"/>
                  </a:schemeClr>
                </a:gs>
                <a:gs pos="50000">
                  <a:schemeClr val="accent3"/>
                </a:gs>
              </a:gsLst>
              <a:lin ang="0" scaled="1"/>
              <a:tileRect/>
            </a:gra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8B963F05-ABD9-4732-B843-605A4E925388}"/>
                </a:ext>
              </a:extLst>
            </p:cNvPr>
            <p:cNvSpPr>
              <a:spLocks/>
            </p:cNvSpPr>
            <p:nvPr/>
          </p:nvSpPr>
          <p:spPr bwMode="auto">
            <a:xfrm>
              <a:off x="5149850" y="3005138"/>
              <a:ext cx="3997325" cy="1120775"/>
            </a:xfrm>
            <a:custGeom>
              <a:avLst/>
              <a:gdLst>
                <a:gd name="T0" fmla="*/ 2026 w 2518"/>
                <a:gd name="T1" fmla="*/ 706 h 706"/>
                <a:gd name="T2" fmla="*/ 0 w 2518"/>
                <a:gd name="T3" fmla="*/ 706 h 706"/>
                <a:gd name="T4" fmla="*/ 0 w 2518"/>
                <a:gd name="T5" fmla="*/ 0 h 706"/>
                <a:gd name="T6" fmla="*/ 2026 w 2518"/>
                <a:gd name="T7" fmla="*/ 0 h 706"/>
                <a:gd name="T8" fmla="*/ 2518 w 2518"/>
                <a:gd name="T9" fmla="*/ 352 h 706"/>
                <a:gd name="T10" fmla="*/ 2026 w 2518"/>
                <a:gd name="T11" fmla="*/ 706 h 706"/>
              </a:gdLst>
              <a:ahLst/>
              <a:cxnLst>
                <a:cxn ang="0">
                  <a:pos x="T0" y="T1"/>
                </a:cxn>
                <a:cxn ang="0">
                  <a:pos x="T2" y="T3"/>
                </a:cxn>
                <a:cxn ang="0">
                  <a:pos x="T4" y="T5"/>
                </a:cxn>
                <a:cxn ang="0">
                  <a:pos x="T6" y="T7"/>
                </a:cxn>
                <a:cxn ang="0">
                  <a:pos x="T8" y="T9"/>
                </a:cxn>
                <a:cxn ang="0">
                  <a:pos x="T10" y="T11"/>
                </a:cxn>
              </a:cxnLst>
              <a:rect l="0" t="0" r="r" b="b"/>
              <a:pathLst>
                <a:path w="2518" h="706">
                  <a:moveTo>
                    <a:pt x="2026" y="706"/>
                  </a:moveTo>
                  <a:lnTo>
                    <a:pt x="0" y="706"/>
                  </a:lnTo>
                  <a:lnTo>
                    <a:pt x="0" y="0"/>
                  </a:lnTo>
                  <a:lnTo>
                    <a:pt x="2026" y="0"/>
                  </a:lnTo>
                  <a:lnTo>
                    <a:pt x="2518" y="352"/>
                  </a:lnTo>
                  <a:lnTo>
                    <a:pt x="2026" y="706"/>
                  </a:lnTo>
                  <a:close/>
                </a:path>
              </a:pathLst>
            </a:custGeom>
            <a:gradFill flip="none" rotWithShape="1">
              <a:gsLst>
                <a:gs pos="0">
                  <a:schemeClr val="accent3">
                    <a:lumMod val="50000"/>
                  </a:schemeClr>
                </a:gs>
                <a:gs pos="15000">
                  <a:schemeClr val="accent3">
                    <a:lumMod val="75000"/>
                  </a:schemeClr>
                </a:gs>
                <a:gs pos="50000">
                  <a:schemeClr val="accent3"/>
                </a:gs>
              </a:gsLst>
              <a:lin ang="0" scaled="1"/>
              <a:tileRect/>
            </a:gra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1BEDE391-75E6-4C30-A5EF-AFC3B10D2EE1}"/>
                </a:ext>
              </a:extLst>
            </p:cNvPr>
            <p:cNvSpPr>
              <a:spLocks/>
            </p:cNvSpPr>
            <p:nvPr/>
          </p:nvSpPr>
          <p:spPr bwMode="auto">
            <a:xfrm>
              <a:off x="4103688" y="3844925"/>
              <a:ext cx="390525" cy="280988"/>
            </a:xfrm>
            <a:custGeom>
              <a:avLst/>
              <a:gdLst>
                <a:gd name="T0" fmla="*/ 0 w 246"/>
                <a:gd name="T1" fmla="*/ 0 h 177"/>
                <a:gd name="T2" fmla="*/ 246 w 246"/>
                <a:gd name="T3" fmla="*/ 177 h 177"/>
                <a:gd name="T4" fmla="*/ 246 w 246"/>
                <a:gd name="T5" fmla="*/ 0 h 177"/>
                <a:gd name="T6" fmla="*/ 0 w 246"/>
                <a:gd name="T7" fmla="*/ 0 h 177"/>
              </a:gdLst>
              <a:ahLst/>
              <a:cxnLst>
                <a:cxn ang="0">
                  <a:pos x="T0" y="T1"/>
                </a:cxn>
                <a:cxn ang="0">
                  <a:pos x="T2" y="T3"/>
                </a:cxn>
                <a:cxn ang="0">
                  <a:pos x="T4" y="T5"/>
                </a:cxn>
                <a:cxn ang="0">
                  <a:pos x="T6" y="T7"/>
                </a:cxn>
              </a:cxnLst>
              <a:rect l="0" t="0" r="r" b="b"/>
              <a:pathLst>
                <a:path w="246" h="177">
                  <a:moveTo>
                    <a:pt x="0" y="0"/>
                  </a:moveTo>
                  <a:lnTo>
                    <a:pt x="246" y="177"/>
                  </a:lnTo>
                  <a:lnTo>
                    <a:pt x="246" y="0"/>
                  </a:lnTo>
                  <a:lnTo>
                    <a:pt x="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5B3E97B2-0B8C-40EC-A4AC-0B8592B434B3}"/>
                </a:ext>
              </a:extLst>
            </p:cNvPr>
            <p:cNvSpPr>
              <a:spLocks/>
            </p:cNvSpPr>
            <p:nvPr/>
          </p:nvSpPr>
          <p:spPr bwMode="auto">
            <a:xfrm>
              <a:off x="5149850" y="3844925"/>
              <a:ext cx="390525" cy="280988"/>
            </a:xfrm>
            <a:custGeom>
              <a:avLst/>
              <a:gdLst>
                <a:gd name="T0" fmla="*/ 246 w 246"/>
                <a:gd name="T1" fmla="*/ 0 h 177"/>
                <a:gd name="T2" fmla="*/ 0 w 246"/>
                <a:gd name="T3" fmla="*/ 177 h 177"/>
                <a:gd name="T4" fmla="*/ 0 w 246"/>
                <a:gd name="T5" fmla="*/ 0 h 177"/>
                <a:gd name="T6" fmla="*/ 246 w 246"/>
                <a:gd name="T7" fmla="*/ 0 h 177"/>
              </a:gdLst>
              <a:ahLst/>
              <a:cxnLst>
                <a:cxn ang="0">
                  <a:pos x="T0" y="T1"/>
                </a:cxn>
                <a:cxn ang="0">
                  <a:pos x="T2" y="T3"/>
                </a:cxn>
                <a:cxn ang="0">
                  <a:pos x="T4" y="T5"/>
                </a:cxn>
                <a:cxn ang="0">
                  <a:pos x="T6" y="T7"/>
                </a:cxn>
              </a:cxnLst>
              <a:rect l="0" t="0" r="r" b="b"/>
              <a:pathLst>
                <a:path w="246" h="177">
                  <a:moveTo>
                    <a:pt x="246" y="0"/>
                  </a:moveTo>
                  <a:lnTo>
                    <a:pt x="0" y="177"/>
                  </a:lnTo>
                  <a:lnTo>
                    <a:pt x="0" y="0"/>
                  </a:lnTo>
                  <a:lnTo>
                    <a:pt x="246"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Rectangle 14">
              <a:extLst>
                <a:ext uri="{FF2B5EF4-FFF2-40B4-BE49-F238E27FC236}">
                  <a16:creationId xmlns:a16="http://schemas.microsoft.com/office/drawing/2014/main" id="{36A0EB3C-08B8-47A7-AF6D-643CC98C797D}"/>
                </a:ext>
              </a:extLst>
            </p:cNvPr>
            <p:cNvSpPr>
              <a:spLocks noChangeArrowheads="1"/>
            </p:cNvSpPr>
            <p:nvPr/>
          </p:nvSpPr>
          <p:spPr bwMode="auto">
            <a:xfrm>
              <a:off x="4103688" y="2722563"/>
              <a:ext cx="1436688" cy="1122363"/>
            </a:xfrm>
            <a:prstGeom prst="rect">
              <a:avLst/>
            </a:prstGeom>
            <a:solidFill>
              <a:schemeClr val="accent3"/>
            </a:soli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grpSp>
      <p:grpSp>
        <p:nvGrpSpPr>
          <p:cNvPr id="34" name="Group 33">
            <a:extLst>
              <a:ext uri="{FF2B5EF4-FFF2-40B4-BE49-F238E27FC236}">
                <a16:creationId xmlns:a16="http://schemas.microsoft.com/office/drawing/2014/main" id="{26E74526-AAD3-4A65-928D-E07CFEF1C637}"/>
              </a:ext>
            </a:extLst>
          </p:cNvPr>
          <p:cNvGrpSpPr/>
          <p:nvPr/>
        </p:nvGrpSpPr>
        <p:grpSpPr>
          <a:xfrm>
            <a:off x="4683939" y="2882913"/>
            <a:ext cx="718145" cy="946938"/>
            <a:chOff x="4462959" y="2882913"/>
            <a:chExt cx="718145" cy="946938"/>
          </a:xfrm>
        </p:grpSpPr>
        <p:sp>
          <p:nvSpPr>
            <p:cNvPr id="18" name="Rectangle 17">
              <a:extLst>
                <a:ext uri="{FF2B5EF4-FFF2-40B4-BE49-F238E27FC236}">
                  <a16:creationId xmlns:a16="http://schemas.microsoft.com/office/drawing/2014/main" id="{62CBFECD-D626-400C-9A46-3A0EADEE69C4}"/>
                </a:ext>
              </a:extLst>
            </p:cNvPr>
            <p:cNvSpPr>
              <a:spLocks noChangeArrowheads="1"/>
            </p:cNvSpPr>
            <p:nvPr/>
          </p:nvSpPr>
          <p:spPr bwMode="auto">
            <a:xfrm>
              <a:off x="4502646" y="2882913"/>
              <a:ext cx="6460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200" b="1" i="0" u="none" strike="noStrike" cap="none" normalizeH="0" baseline="0">
                  <a:ln>
                    <a:noFill/>
                  </a:ln>
                  <a:solidFill>
                    <a:schemeClr val="bg2"/>
                  </a:solidFill>
                  <a:effectLst/>
                  <a:latin typeface="Open Sans Semibold" panose="020B0706030804020204" pitchFamily="34" charset="0"/>
                </a:rPr>
                <a:t>STEP</a:t>
              </a:r>
              <a:endParaRPr kumimoji="0" lang="ru-UA" altLang="ru-UA" sz="1800" b="0" i="0" u="none" strike="noStrike" cap="none" normalizeH="0" baseline="0">
                <a:ln>
                  <a:noFill/>
                </a:ln>
                <a:solidFill>
                  <a:schemeClr val="bg2"/>
                </a:solidFill>
                <a:effectLst/>
              </a:endParaRPr>
            </a:p>
          </p:txBody>
        </p:sp>
        <p:sp>
          <p:nvSpPr>
            <p:cNvPr id="19" name="Rectangle 18">
              <a:extLst>
                <a:ext uri="{FF2B5EF4-FFF2-40B4-BE49-F238E27FC236}">
                  <a16:creationId xmlns:a16="http://schemas.microsoft.com/office/drawing/2014/main" id="{7F2E9C48-9CCC-4857-BDCD-FA14D18B6BFE}"/>
                </a:ext>
              </a:extLst>
            </p:cNvPr>
            <p:cNvSpPr>
              <a:spLocks noChangeArrowheads="1"/>
            </p:cNvSpPr>
            <p:nvPr/>
          </p:nvSpPr>
          <p:spPr bwMode="auto">
            <a:xfrm>
              <a:off x="4462959" y="3075798"/>
              <a:ext cx="718145" cy="754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900" b="1" i="0" u="none" strike="noStrike" cap="none" normalizeH="0" baseline="0">
                  <a:ln>
                    <a:noFill/>
                  </a:ln>
                  <a:solidFill>
                    <a:schemeClr val="bg2"/>
                  </a:solidFill>
                  <a:effectLst/>
                  <a:latin typeface="Open Sans Semibold" panose="020B0706030804020204" pitchFamily="34" charset="0"/>
                </a:rPr>
                <a:t>02</a:t>
              </a:r>
              <a:endParaRPr kumimoji="0" lang="ru-UA" altLang="ru-UA" sz="1800" b="0" i="0" u="none" strike="noStrike" cap="none" normalizeH="0" baseline="0">
                <a:ln>
                  <a:noFill/>
                </a:ln>
                <a:solidFill>
                  <a:schemeClr val="bg2"/>
                </a:solidFill>
                <a:effectLst/>
              </a:endParaRPr>
            </a:p>
          </p:txBody>
        </p:sp>
      </p:grpSp>
      <p:grpSp>
        <p:nvGrpSpPr>
          <p:cNvPr id="36" name="Group 35">
            <a:extLst>
              <a:ext uri="{FF2B5EF4-FFF2-40B4-BE49-F238E27FC236}">
                <a16:creationId xmlns:a16="http://schemas.microsoft.com/office/drawing/2014/main" id="{319ACEE7-D975-48B6-9B87-47C414054E47}"/>
              </a:ext>
            </a:extLst>
          </p:cNvPr>
          <p:cNvGrpSpPr/>
          <p:nvPr/>
        </p:nvGrpSpPr>
        <p:grpSpPr>
          <a:xfrm>
            <a:off x="3272155" y="4552950"/>
            <a:ext cx="6096000" cy="1398588"/>
            <a:chOff x="3051175" y="4552950"/>
            <a:chExt cx="6096000" cy="1398588"/>
          </a:xfrm>
        </p:grpSpPr>
        <p:sp>
          <p:nvSpPr>
            <p:cNvPr id="20" name="Rectangle 19">
              <a:extLst>
                <a:ext uri="{FF2B5EF4-FFF2-40B4-BE49-F238E27FC236}">
                  <a16:creationId xmlns:a16="http://schemas.microsoft.com/office/drawing/2014/main" id="{A12FCEB6-A0D6-4060-81F7-F0D27E31FC05}"/>
                </a:ext>
              </a:extLst>
            </p:cNvPr>
            <p:cNvSpPr>
              <a:spLocks noChangeArrowheads="1"/>
            </p:cNvSpPr>
            <p:nvPr/>
          </p:nvSpPr>
          <p:spPr bwMode="auto">
            <a:xfrm>
              <a:off x="3051175" y="4830763"/>
              <a:ext cx="1443038" cy="1120775"/>
            </a:xfrm>
            <a:prstGeom prst="rect">
              <a:avLst/>
            </a:prstGeom>
            <a:gradFill flip="none" rotWithShape="1">
              <a:gsLst>
                <a:gs pos="100000">
                  <a:schemeClr val="accent4">
                    <a:lumMod val="50000"/>
                  </a:schemeClr>
                </a:gs>
                <a:gs pos="86000">
                  <a:schemeClr val="accent4">
                    <a:lumMod val="75000"/>
                  </a:schemeClr>
                </a:gs>
                <a:gs pos="50000">
                  <a:schemeClr val="accent4"/>
                </a:gs>
              </a:gsLst>
              <a:lin ang="0" scaled="1"/>
              <a:tileRect/>
            </a:gra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890D3B4B-A835-427F-8ABC-076C9AEE4449}"/>
                </a:ext>
              </a:extLst>
            </p:cNvPr>
            <p:cNvSpPr>
              <a:spLocks/>
            </p:cNvSpPr>
            <p:nvPr/>
          </p:nvSpPr>
          <p:spPr bwMode="auto">
            <a:xfrm>
              <a:off x="5149850" y="4830763"/>
              <a:ext cx="3997325" cy="1120775"/>
            </a:xfrm>
            <a:custGeom>
              <a:avLst/>
              <a:gdLst>
                <a:gd name="T0" fmla="*/ 2026 w 2518"/>
                <a:gd name="T1" fmla="*/ 706 h 706"/>
                <a:gd name="T2" fmla="*/ 0 w 2518"/>
                <a:gd name="T3" fmla="*/ 706 h 706"/>
                <a:gd name="T4" fmla="*/ 0 w 2518"/>
                <a:gd name="T5" fmla="*/ 0 h 706"/>
                <a:gd name="T6" fmla="*/ 2026 w 2518"/>
                <a:gd name="T7" fmla="*/ 0 h 706"/>
                <a:gd name="T8" fmla="*/ 2518 w 2518"/>
                <a:gd name="T9" fmla="*/ 354 h 706"/>
                <a:gd name="T10" fmla="*/ 2026 w 2518"/>
                <a:gd name="T11" fmla="*/ 706 h 706"/>
              </a:gdLst>
              <a:ahLst/>
              <a:cxnLst>
                <a:cxn ang="0">
                  <a:pos x="T0" y="T1"/>
                </a:cxn>
                <a:cxn ang="0">
                  <a:pos x="T2" y="T3"/>
                </a:cxn>
                <a:cxn ang="0">
                  <a:pos x="T4" y="T5"/>
                </a:cxn>
                <a:cxn ang="0">
                  <a:pos x="T6" y="T7"/>
                </a:cxn>
                <a:cxn ang="0">
                  <a:pos x="T8" y="T9"/>
                </a:cxn>
                <a:cxn ang="0">
                  <a:pos x="T10" y="T11"/>
                </a:cxn>
              </a:cxnLst>
              <a:rect l="0" t="0" r="r" b="b"/>
              <a:pathLst>
                <a:path w="2518" h="706">
                  <a:moveTo>
                    <a:pt x="2026" y="706"/>
                  </a:moveTo>
                  <a:lnTo>
                    <a:pt x="0" y="706"/>
                  </a:lnTo>
                  <a:lnTo>
                    <a:pt x="0" y="0"/>
                  </a:lnTo>
                  <a:lnTo>
                    <a:pt x="2026" y="0"/>
                  </a:lnTo>
                  <a:lnTo>
                    <a:pt x="2518" y="354"/>
                  </a:lnTo>
                  <a:lnTo>
                    <a:pt x="2026" y="706"/>
                  </a:lnTo>
                  <a:close/>
                </a:path>
              </a:pathLst>
            </a:custGeom>
            <a:gradFill flip="none" rotWithShape="1">
              <a:gsLst>
                <a:gs pos="0">
                  <a:schemeClr val="accent4">
                    <a:lumMod val="50000"/>
                  </a:schemeClr>
                </a:gs>
                <a:gs pos="15000">
                  <a:schemeClr val="accent4">
                    <a:lumMod val="75000"/>
                  </a:schemeClr>
                </a:gs>
                <a:gs pos="50000">
                  <a:schemeClr val="accent4"/>
                </a:gs>
              </a:gsLst>
              <a:lin ang="0" scaled="1"/>
              <a:tileRect/>
            </a:gra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2BBE7DEE-4770-4C65-B9D6-F35BAC4BEBF4}"/>
                </a:ext>
              </a:extLst>
            </p:cNvPr>
            <p:cNvSpPr>
              <a:spLocks/>
            </p:cNvSpPr>
            <p:nvPr/>
          </p:nvSpPr>
          <p:spPr bwMode="auto">
            <a:xfrm>
              <a:off x="4103688" y="5670550"/>
              <a:ext cx="390525" cy="280988"/>
            </a:xfrm>
            <a:custGeom>
              <a:avLst/>
              <a:gdLst>
                <a:gd name="T0" fmla="*/ 0 w 246"/>
                <a:gd name="T1" fmla="*/ 0 h 177"/>
                <a:gd name="T2" fmla="*/ 246 w 246"/>
                <a:gd name="T3" fmla="*/ 177 h 177"/>
                <a:gd name="T4" fmla="*/ 246 w 246"/>
                <a:gd name="T5" fmla="*/ 0 h 177"/>
                <a:gd name="T6" fmla="*/ 0 w 246"/>
                <a:gd name="T7" fmla="*/ 0 h 177"/>
              </a:gdLst>
              <a:ahLst/>
              <a:cxnLst>
                <a:cxn ang="0">
                  <a:pos x="T0" y="T1"/>
                </a:cxn>
                <a:cxn ang="0">
                  <a:pos x="T2" y="T3"/>
                </a:cxn>
                <a:cxn ang="0">
                  <a:pos x="T4" y="T5"/>
                </a:cxn>
                <a:cxn ang="0">
                  <a:pos x="T6" y="T7"/>
                </a:cxn>
              </a:cxnLst>
              <a:rect l="0" t="0" r="r" b="b"/>
              <a:pathLst>
                <a:path w="246" h="177">
                  <a:moveTo>
                    <a:pt x="0" y="0"/>
                  </a:moveTo>
                  <a:lnTo>
                    <a:pt x="246" y="177"/>
                  </a:lnTo>
                  <a:lnTo>
                    <a:pt x="246" y="0"/>
                  </a:lnTo>
                  <a:lnTo>
                    <a:pt x="0"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76E670BC-4D43-4989-A60F-7038BA71BBA5}"/>
                </a:ext>
              </a:extLst>
            </p:cNvPr>
            <p:cNvSpPr>
              <a:spLocks/>
            </p:cNvSpPr>
            <p:nvPr/>
          </p:nvSpPr>
          <p:spPr bwMode="auto">
            <a:xfrm>
              <a:off x="5149850" y="5670550"/>
              <a:ext cx="390525" cy="280988"/>
            </a:xfrm>
            <a:custGeom>
              <a:avLst/>
              <a:gdLst>
                <a:gd name="T0" fmla="*/ 246 w 246"/>
                <a:gd name="T1" fmla="*/ 0 h 177"/>
                <a:gd name="T2" fmla="*/ 0 w 246"/>
                <a:gd name="T3" fmla="*/ 177 h 177"/>
                <a:gd name="T4" fmla="*/ 0 w 246"/>
                <a:gd name="T5" fmla="*/ 0 h 177"/>
                <a:gd name="T6" fmla="*/ 246 w 246"/>
                <a:gd name="T7" fmla="*/ 0 h 177"/>
              </a:gdLst>
              <a:ahLst/>
              <a:cxnLst>
                <a:cxn ang="0">
                  <a:pos x="T0" y="T1"/>
                </a:cxn>
                <a:cxn ang="0">
                  <a:pos x="T2" y="T3"/>
                </a:cxn>
                <a:cxn ang="0">
                  <a:pos x="T4" y="T5"/>
                </a:cxn>
                <a:cxn ang="0">
                  <a:pos x="T6" y="T7"/>
                </a:cxn>
              </a:cxnLst>
              <a:rect l="0" t="0" r="r" b="b"/>
              <a:pathLst>
                <a:path w="246" h="177">
                  <a:moveTo>
                    <a:pt x="246" y="0"/>
                  </a:moveTo>
                  <a:lnTo>
                    <a:pt x="0" y="177"/>
                  </a:lnTo>
                  <a:lnTo>
                    <a:pt x="0" y="0"/>
                  </a:lnTo>
                  <a:lnTo>
                    <a:pt x="246"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2" name="Rectangle 21">
              <a:extLst>
                <a:ext uri="{FF2B5EF4-FFF2-40B4-BE49-F238E27FC236}">
                  <a16:creationId xmlns:a16="http://schemas.microsoft.com/office/drawing/2014/main" id="{95D43ED5-6F0C-44E1-A0AA-0761AF81F769}"/>
                </a:ext>
              </a:extLst>
            </p:cNvPr>
            <p:cNvSpPr>
              <a:spLocks noChangeArrowheads="1"/>
            </p:cNvSpPr>
            <p:nvPr/>
          </p:nvSpPr>
          <p:spPr bwMode="auto">
            <a:xfrm>
              <a:off x="4103688" y="4552950"/>
              <a:ext cx="1436688" cy="1117600"/>
            </a:xfrm>
            <a:prstGeom prst="rect">
              <a:avLst/>
            </a:prstGeom>
            <a:solidFill>
              <a:schemeClr val="accent4"/>
            </a:solidFill>
            <a:ln>
              <a:noFill/>
            </a:ln>
            <a:effectLst>
              <a:outerShdw blurRad="139700" dist="63500" dir="5400000" algn="t" rotWithShape="0">
                <a:prstClr val="black">
                  <a:alpha val="28000"/>
                </a:prstClr>
              </a:outerShdw>
            </a:effectLst>
          </p:spPr>
          <p:txBody>
            <a:bodyPr vert="horz" wrap="square" lIns="91440" tIns="45720" rIns="91440" bIns="45720" numCol="1" anchor="t" anchorCtr="0" compatLnSpc="1">
              <a:prstTxWarp prst="textNoShape">
                <a:avLst/>
              </a:prstTxWarp>
            </a:bodyPr>
            <a:lstStyle/>
            <a:p>
              <a:endParaRPr lang="ru-UA"/>
            </a:p>
          </p:txBody>
        </p:sp>
      </p:grpSp>
      <p:grpSp>
        <p:nvGrpSpPr>
          <p:cNvPr id="35" name="Group 34">
            <a:extLst>
              <a:ext uri="{FF2B5EF4-FFF2-40B4-BE49-F238E27FC236}">
                <a16:creationId xmlns:a16="http://schemas.microsoft.com/office/drawing/2014/main" id="{C731478D-7F5D-4D38-9FE2-0ABF25142BF9}"/>
              </a:ext>
            </a:extLst>
          </p:cNvPr>
          <p:cNvGrpSpPr/>
          <p:nvPr/>
        </p:nvGrpSpPr>
        <p:grpSpPr>
          <a:xfrm>
            <a:off x="4683939" y="4701828"/>
            <a:ext cx="718145" cy="946938"/>
            <a:chOff x="4462959" y="4701828"/>
            <a:chExt cx="718145" cy="946938"/>
          </a:xfrm>
        </p:grpSpPr>
        <p:sp>
          <p:nvSpPr>
            <p:cNvPr id="25" name="Rectangle 24">
              <a:extLst>
                <a:ext uri="{FF2B5EF4-FFF2-40B4-BE49-F238E27FC236}">
                  <a16:creationId xmlns:a16="http://schemas.microsoft.com/office/drawing/2014/main" id="{7613C502-039E-4F79-8F67-3E8A6A3DEA0C}"/>
                </a:ext>
              </a:extLst>
            </p:cNvPr>
            <p:cNvSpPr>
              <a:spLocks noChangeArrowheads="1"/>
            </p:cNvSpPr>
            <p:nvPr/>
          </p:nvSpPr>
          <p:spPr bwMode="auto">
            <a:xfrm>
              <a:off x="4502646" y="4701828"/>
              <a:ext cx="6460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200" b="1" i="0" u="none" strike="noStrike" cap="none" normalizeH="0" baseline="0">
                  <a:ln>
                    <a:noFill/>
                  </a:ln>
                  <a:solidFill>
                    <a:schemeClr val="bg2"/>
                  </a:solidFill>
                  <a:effectLst/>
                  <a:latin typeface="Open Sans Semibold" panose="020B0706030804020204" pitchFamily="34" charset="0"/>
                </a:rPr>
                <a:t>STEP</a:t>
              </a:r>
              <a:endParaRPr kumimoji="0" lang="ru-UA" altLang="ru-UA" sz="1800" b="0" i="0" u="none" strike="noStrike" cap="none" normalizeH="0" baseline="0">
                <a:ln>
                  <a:noFill/>
                </a:ln>
                <a:solidFill>
                  <a:schemeClr val="bg2"/>
                </a:solidFill>
                <a:effectLst/>
              </a:endParaRPr>
            </a:p>
          </p:txBody>
        </p:sp>
        <p:sp>
          <p:nvSpPr>
            <p:cNvPr id="26" name="Rectangle 25">
              <a:extLst>
                <a:ext uri="{FF2B5EF4-FFF2-40B4-BE49-F238E27FC236}">
                  <a16:creationId xmlns:a16="http://schemas.microsoft.com/office/drawing/2014/main" id="{5890614A-4106-4D0E-AAF0-27EE3BA84C99}"/>
                </a:ext>
              </a:extLst>
            </p:cNvPr>
            <p:cNvSpPr>
              <a:spLocks noChangeArrowheads="1"/>
            </p:cNvSpPr>
            <p:nvPr/>
          </p:nvSpPr>
          <p:spPr bwMode="auto">
            <a:xfrm>
              <a:off x="4462959" y="4894713"/>
              <a:ext cx="718145" cy="754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900" b="1" i="0" u="none" strike="noStrike" cap="none" normalizeH="0" baseline="0">
                  <a:ln>
                    <a:noFill/>
                  </a:ln>
                  <a:solidFill>
                    <a:schemeClr val="bg2"/>
                  </a:solidFill>
                  <a:effectLst/>
                  <a:latin typeface="Open Sans Semibold" panose="020B0706030804020204" pitchFamily="34" charset="0"/>
                </a:rPr>
                <a:t>03</a:t>
              </a:r>
              <a:endParaRPr kumimoji="0" lang="ru-UA" altLang="ru-UA" sz="1800" b="0" i="0" u="none" strike="noStrike" cap="none" normalizeH="0" baseline="0">
                <a:ln>
                  <a:noFill/>
                </a:ln>
                <a:solidFill>
                  <a:schemeClr val="bg2"/>
                </a:solidFill>
                <a:effectLst/>
              </a:endParaRPr>
            </a:p>
          </p:txBody>
        </p:sp>
      </p:grpSp>
      <p:sp>
        <p:nvSpPr>
          <p:cNvPr id="27" name="Freeform 26">
            <a:extLst>
              <a:ext uri="{FF2B5EF4-FFF2-40B4-BE49-F238E27FC236}">
                <a16:creationId xmlns:a16="http://schemas.microsoft.com/office/drawing/2014/main" id="{DCD582C8-6959-485D-AD7B-9EE3AC07F394}"/>
              </a:ext>
            </a:extLst>
          </p:cNvPr>
          <p:cNvSpPr>
            <a:spLocks noEditPoints="1"/>
          </p:cNvSpPr>
          <p:nvPr/>
        </p:nvSpPr>
        <p:spPr bwMode="auto">
          <a:xfrm>
            <a:off x="3621405" y="3328988"/>
            <a:ext cx="538163" cy="539750"/>
          </a:xfrm>
          <a:custGeom>
            <a:avLst/>
            <a:gdLst>
              <a:gd name="T0" fmla="*/ 53 w 138"/>
              <a:gd name="T1" fmla="*/ 29 h 138"/>
              <a:gd name="T2" fmla="*/ 69 w 138"/>
              <a:gd name="T3" fmla="*/ 14 h 138"/>
              <a:gd name="T4" fmla="*/ 84 w 138"/>
              <a:gd name="T5" fmla="*/ 29 h 138"/>
              <a:gd name="T6" fmla="*/ 69 w 138"/>
              <a:gd name="T7" fmla="*/ 44 h 138"/>
              <a:gd name="T8" fmla="*/ 53 w 138"/>
              <a:gd name="T9" fmla="*/ 29 h 138"/>
              <a:gd name="T10" fmla="*/ 89 w 138"/>
              <a:gd name="T11" fmla="*/ 51 h 138"/>
              <a:gd name="T12" fmla="*/ 49 w 138"/>
              <a:gd name="T13" fmla="*/ 51 h 138"/>
              <a:gd name="T14" fmla="*/ 44 w 138"/>
              <a:gd name="T15" fmla="*/ 56 h 138"/>
              <a:gd name="T16" fmla="*/ 44 w 138"/>
              <a:gd name="T17" fmla="*/ 91 h 138"/>
              <a:gd name="T18" fmla="*/ 49 w 138"/>
              <a:gd name="T19" fmla="*/ 96 h 138"/>
              <a:gd name="T20" fmla="*/ 54 w 138"/>
              <a:gd name="T21" fmla="*/ 96 h 138"/>
              <a:gd name="T22" fmla="*/ 54 w 138"/>
              <a:gd name="T23" fmla="*/ 133 h 138"/>
              <a:gd name="T24" fmla="*/ 59 w 138"/>
              <a:gd name="T25" fmla="*/ 138 h 138"/>
              <a:gd name="T26" fmla="*/ 79 w 138"/>
              <a:gd name="T27" fmla="*/ 138 h 138"/>
              <a:gd name="T28" fmla="*/ 84 w 138"/>
              <a:gd name="T29" fmla="*/ 133 h 138"/>
              <a:gd name="T30" fmla="*/ 84 w 138"/>
              <a:gd name="T31" fmla="*/ 96 h 138"/>
              <a:gd name="T32" fmla="*/ 89 w 138"/>
              <a:gd name="T33" fmla="*/ 96 h 138"/>
              <a:gd name="T34" fmla="*/ 94 w 138"/>
              <a:gd name="T35" fmla="*/ 91 h 138"/>
              <a:gd name="T36" fmla="*/ 94 w 138"/>
              <a:gd name="T37" fmla="*/ 56 h 138"/>
              <a:gd name="T38" fmla="*/ 89 w 138"/>
              <a:gd name="T39" fmla="*/ 51 h 138"/>
              <a:gd name="T40" fmla="*/ 114 w 138"/>
              <a:gd name="T41" fmla="*/ 29 h 138"/>
              <a:gd name="T42" fmla="*/ 128 w 138"/>
              <a:gd name="T43" fmla="*/ 15 h 138"/>
              <a:gd name="T44" fmla="*/ 114 w 138"/>
              <a:gd name="T45" fmla="*/ 0 h 138"/>
              <a:gd name="T46" fmla="*/ 100 w 138"/>
              <a:gd name="T47" fmla="*/ 15 h 138"/>
              <a:gd name="T48" fmla="*/ 114 w 138"/>
              <a:gd name="T49" fmla="*/ 29 h 138"/>
              <a:gd name="T50" fmla="*/ 133 w 138"/>
              <a:gd name="T51" fmla="*/ 35 h 138"/>
              <a:gd name="T52" fmla="*/ 95 w 138"/>
              <a:gd name="T53" fmla="*/ 35 h 138"/>
              <a:gd name="T54" fmla="*/ 91 w 138"/>
              <a:gd name="T55" fmla="*/ 40 h 138"/>
              <a:gd name="T56" fmla="*/ 91 w 138"/>
              <a:gd name="T57" fmla="*/ 41 h 138"/>
              <a:gd name="T58" fmla="*/ 105 w 138"/>
              <a:gd name="T59" fmla="*/ 56 h 138"/>
              <a:gd name="T60" fmla="*/ 105 w 138"/>
              <a:gd name="T61" fmla="*/ 91 h 138"/>
              <a:gd name="T62" fmla="*/ 100 w 138"/>
              <a:gd name="T63" fmla="*/ 102 h 138"/>
              <a:gd name="T64" fmla="*/ 100 w 138"/>
              <a:gd name="T65" fmla="*/ 111 h 138"/>
              <a:gd name="T66" fmla="*/ 105 w 138"/>
              <a:gd name="T67" fmla="*/ 116 h 138"/>
              <a:gd name="T68" fmla="*/ 124 w 138"/>
              <a:gd name="T69" fmla="*/ 116 h 138"/>
              <a:gd name="T70" fmla="*/ 129 w 138"/>
              <a:gd name="T71" fmla="*/ 111 h 138"/>
              <a:gd name="T72" fmla="*/ 129 w 138"/>
              <a:gd name="T73" fmla="*/ 77 h 138"/>
              <a:gd name="T74" fmla="*/ 133 w 138"/>
              <a:gd name="T75" fmla="*/ 77 h 138"/>
              <a:gd name="T76" fmla="*/ 138 w 138"/>
              <a:gd name="T77" fmla="*/ 72 h 138"/>
              <a:gd name="T78" fmla="*/ 138 w 138"/>
              <a:gd name="T79" fmla="*/ 40 h 138"/>
              <a:gd name="T80" fmla="*/ 133 w 138"/>
              <a:gd name="T81" fmla="*/ 35 h 138"/>
              <a:gd name="T82" fmla="*/ 38 w 138"/>
              <a:gd name="T83" fmla="*/ 15 h 138"/>
              <a:gd name="T84" fmla="*/ 23 w 138"/>
              <a:gd name="T85" fmla="*/ 0 h 138"/>
              <a:gd name="T86" fmla="*/ 9 w 138"/>
              <a:gd name="T87" fmla="*/ 15 h 138"/>
              <a:gd name="T88" fmla="*/ 23 w 138"/>
              <a:gd name="T89" fmla="*/ 29 h 138"/>
              <a:gd name="T90" fmla="*/ 38 w 138"/>
              <a:gd name="T91" fmla="*/ 15 h 138"/>
              <a:gd name="T92" fmla="*/ 0 w 138"/>
              <a:gd name="T93" fmla="*/ 40 h 138"/>
              <a:gd name="T94" fmla="*/ 0 w 138"/>
              <a:gd name="T95" fmla="*/ 72 h 138"/>
              <a:gd name="T96" fmla="*/ 4 w 138"/>
              <a:gd name="T97" fmla="*/ 77 h 138"/>
              <a:gd name="T98" fmla="*/ 9 w 138"/>
              <a:gd name="T99" fmla="*/ 77 h 138"/>
              <a:gd name="T100" fmla="*/ 9 w 138"/>
              <a:gd name="T101" fmla="*/ 111 h 138"/>
              <a:gd name="T102" fmla="*/ 14 w 138"/>
              <a:gd name="T103" fmla="*/ 116 h 138"/>
              <a:gd name="T104" fmla="*/ 33 w 138"/>
              <a:gd name="T105" fmla="*/ 116 h 138"/>
              <a:gd name="T106" fmla="*/ 38 w 138"/>
              <a:gd name="T107" fmla="*/ 111 h 138"/>
              <a:gd name="T108" fmla="*/ 38 w 138"/>
              <a:gd name="T109" fmla="*/ 102 h 138"/>
              <a:gd name="T110" fmla="*/ 33 w 138"/>
              <a:gd name="T111" fmla="*/ 91 h 138"/>
              <a:gd name="T112" fmla="*/ 33 w 138"/>
              <a:gd name="T113" fmla="*/ 56 h 138"/>
              <a:gd name="T114" fmla="*/ 47 w 138"/>
              <a:gd name="T115" fmla="*/ 41 h 138"/>
              <a:gd name="T116" fmla="*/ 47 w 138"/>
              <a:gd name="T117" fmla="*/ 40 h 138"/>
              <a:gd name="T118" fmla="*/ 42 w 138"/>
              <a:gd name="T119" fmla="*/ 35 h 138"/>
              <a:gd name="T120" fmla="*/ 4 w 138"/>
              <a:gd name="T121" fmla="*/ 35 h 138"/>
              <a:gd name="T122" fmla="*/ 0 w 138"/>
              <a:gd name="T123" fmla="*/ 4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138">
                <a:moveTo>
                  <a:pt x="53" y="29"/>
                </a:moveTo>
                <a:cubicBezTo>
                  <a:pt x="53" y="21"/>
                  <a:pt x="60" y="14"/>
                  <a:pt x="69" y="14"/>
                </a:cubicBezTo>
                <a:cubicBezTo>
                  <a:pt x="77" y="14"/>
                  <a:pt x="84" y="21"/>
                  <a:pt x="84" y="29"/>
                </a:cubicBezTo>
                <a:cubicBezTo>
                  <a:pt x="84" y="38"/>
                  <a:pt x="77" y="44"/>
                  <a:pt x="69" y="44"/>
                </a:cubicBezTo>
                <a:cubicBezTo>
                  <a:pt x="60" y="44"/>
                  <a:pt x="53" y="38"/>
                  <a:pt x="53" y="29"/>
                </a:cubicBezTo>
                <a:close/>
                <a:moveTo>
                  <a:pt x="89" y="51"/>
                </a:moveTo>
                <a:cubicBezTo>
                  <a:pt x="49" y="51"/>
                  <a:pt x="49" y="51"/>
                  <a:pt x="49" y="51"/>
                </a:cubicBezTo>
                <a:cubicBezTo>
                  <a:pt x="46" y="51"/>
                  <a:pt x="44" y="53"/>
                  <a:pt x="44" y="56"/>
                </a:cubicBezTo>
                <a:cubicBezTo>
                  <a:pt x="44" y="91"/>
                  <a:pt x="44" y="91"/>
                  <a:pt x="44" y="91"/>
                </a:cubicBezTo>
                <a:cubicBezTo>
                  <a:pt x="44" y="94"/>
                  <a:pt x="46" y="96"/>
                  <a:pt x="49" y="96"/>
                </a:cubicBezTo>
                <a:cubicBezTo>
                  <a:pt x="54" y="96"/>
                  <a:pt x="54" y="96"/>
                  <a:pt x="54" y="96"/>
                </a:cubicBezTo>
                <a:cubicBezTo>
                  <a:pt x="54" y="133"/>
                  <a:pt x="54" y="133"/>
                  <a:pt x="54" y="133"/>
                </a:cubicBezTo>
                <a:cubicBezTo>
                  <a:pt x="54" y="135"/>
                  <a:pt x="56" y="138"/>
                  <a:pt x="59" y="138"/>
                </a:cubicBezTo>
                <a:cubicBezTo>
                  <a:pt x="79" y="138"/>
                  <a:pt x="79" y="138"/>
                  <a:pt x="79" y="138"/>
                </a:cubicBezTo>
                <a:cubicBezTo>
                  <a:pt x="82" y="138"/>
                  <a:pt x="84" y="135"/>
                  <a:pt x="84" y="133"/>
                </a:cubicBezTo>
                <a:cubicBezTo>
                  <a:pt x="84" y="96"/>
                  <a:pt x="84" y="96"/>
                  <a:pt x="84" y="96"/>
                </a:cubicBezTo>
                <a:cubicBezTo>
                  <a:pt x="89" y="96"/>
                  <a:pt x="89" y="96"/>
                  <a:pt x="89" y="96"/>
                </a:cubicBezTo>
                <a:cubicBezTo>
                  <a:pt x="92" y="96"/>
                  <a:pt x="94" y="94"/>
                  <a:pt x="94" y="91"/>
                </a:cubicBezTo>
                <a:cubicBezTo>
                  <a:pt x="94" y="56"/>
                  <a:pt x="94" y="56"/>
                  <a:pt x="94" y="56"/>
                </a:cubicBezTo>
                <a:cubicBezTo>
                  <a:pt x="94" y="53"/>
                  <a:pt x="92" y="51"/>
                  <a:pt x="89" y="51"/>
                </a:cubicBezTo>
                <a:close/>
                <a:moveTo>
                  <a:pt x="114" y="29"/>
                </a:moveTo>
                <a:cubicBezTo>
                  <a:pt x="122" y="29"/>
                  <a:pt x="128" y="23"/>
                  <a:pt x="128" y="15"/>
                </a:cubicBezTo>
                <a:cubicBezTo>
                  <a:pt x="128" y="7"/>
                  <a:pt x="122" y="0"/>
                  <a:pt x="114" y="0"/>
                </a:cubicBezTo>
                <a:cubicBezTo>
                  <a:pt x="106" y="0"/>
                  <a:pt x="100" y="7"/>
                  <a:pt x="100" y="15"/>
                </a:cubicBezTo>
                <a:cubicBezTo>
                  <a:pt x="100" y="23"/>
                  <a:pt x="106" y="29"/>
                  <a:pt x="114" y="29"/>
                </a:cubicBezTo>
                <a:close/>
                <a:moveTo>
                  <a:pt x="133" y="35"/>
                </a:moveTo>
                <a:cubicBezTo>
                  <a:pt x="95" y="35"/>
                  <a:pt x="95" y="35"/>
                  <a:pt x="95" y="35"/>
                </a:cubicBezTo>
                <a:cubicBezTo>
                  <a:pt x="93" y="35"/>
                  <a:pt x="91" y="37"/>
                  <a:pt x="91" y="40"/>
                </a:cubicBezTo>
                <a:cubicBezTo>
                  <a:pt x="91" y="41"/>
                  <a:pt x="91" y="41"/>
                  <a:pt x="91" y="41"/>
                </a:cubicBezTo>
                <a:cubicBezTo>
                  <a:pt x="99" y="41"/>
                  <a:pt x="105" y="48"/>
                  <a:pt x="105" y="56"/>
                </a:cubicBezTo>
                <a:cubicBezTo>
                  <a:pt x="105" y="91"/>
                  <a:pt x="105" y="91"/>
                  <a:pt x="105" y="91"/>
                </a:cubicBezTo>
                <a:cubicBezTo>
                  <a:pt x="105" y="95"/>
                  <a:pt x="103" y="99"/>
                  <a:pt x="100" y="102"/>
                </a:cubicBezTo>
                <a:cubicBezTo>
                  <a:pt x="100" y="111"/>
                  <a:pt x="100" y="111"/>
                  <a:pt x="100" y="111"/>
                </a:cubicBezTo>
                <a:cubicBezTo>
                  <a:pt x="100" y="114"/>
                  <a:pt x="102" y="116"/>
                  <a:pt x="105" y="116"/>
                </a:cubicBezTo>
                <a:cubicBezTo>
                  <a:pt x="124" y="116"/>
                  <a:pt x="124" y="116"/>
                  <a:pt x="124" y="116"/>
                </a:cubicBezTo>
                <a:cubicBezTo>
                  <a:pt x="126" y="116"/>
                  <a:pt x="129" y="114"/>
                  <a:pt x="129" y="111"/>
                </a:cubicBezTo>
                <a:cubicBezTo>
                  <a:pt x="129" y="77"/>
                  <a:pt x="129" y="77"/>
                  <a:pt x="129" y="77"/>
                </a:cubicBezTo>
                <a:cubicBezTo>
                  <a:pt x="133" y="77"/>
                  <a:pt x="133" y="77"/>
                  <a:pt x="133" y="77"/>
                </a:cubicBezTo>
                <a:cubicBezTo>
                  <a:pt x="136" y="77"/>
                  <a:pt x="138" y="75"/>
                  <a:pt x="138" y="72"/>
                </a:cubicBezTo>
                <a:cubicBezTo>
                  <a:pt x="138" y="40"/>
                  <a:pt x="138" y="40"/>
                  <a:pt x="138" y="40"/>
                </a:cubicBezTo>
                <a:cubicBezTo>
                  <a:pt x="138" y="37"/>
                  <a:pt x="136" y="35"/>
                  <a:pt x="133" y="35"/>
                </a:cubicBezTo>
                <a:close/>
                <a:moveTo>
                  <a:pt x="38" y="15"/>
                </a:moveTo>
                <a:cubicBezTo>
                  <a:pt x="38" y="7"/>
                  <a:pt x="31" y="0"/>
                  <a:pt x="23" y="0"/>
                </a:cubicBezTo>
                <a:cubicBezTo>
                  <a:pt x="16" y="0"/>
                  <a:pt x="9" y="7"/>
                  <a:pt x="9" y="15"/>
                </a:cubicBezTo>
                <a:cubicBezTo>
                  <a:pt x="9" y="23"/>
                  <a:pt x="16" y="29"/>
                  <a:pt x="23" y="29"/>
                </a:cubicBezTo>
                <a:cubicBezTo>
                  <a:pt x="31" y="29"/>
                  <a:pt x="38" y="23"/>
                  <a:pt x="38" y="15"/>
                </a:cubicBezTo>
                <a:close/>
                <a:moveTo>
                  <a:pt x="0" y="40"/>
                </a:moveTo>
                <a:cubicBezTo>
                  <a:pt x="0" y="72"/>
                  <a:pt x="0" y="72"/>
                  <a:pt x="0" y="72"/>
                </a:cubicBezTo>
                <a:cubicBezTo>
                  <a:pt x="0" y="75"/>
                  <a:pt x="2" y="77"/>
                  <a:pt x="4" y="77"/>
                </a:cubicBezTo>
                <a:cubicBezTo>
                  <a:pt x="9" y="77"/>
                  <a:pt x="9" y="77"/>
                  <a:pt x="9" y="77"/>
                </a:cubicBezTo>
                <a:cubicBezTo>
                  <a:pt x="9" y="111"/>
                  <a:pt x="9" y="111"/>
                  <a:pt x="9" y="111"/>
                </a:cubicBezTo>
                <a:cubicBezTo>
                  <a:pt x="9" y="114"/>
                  <a:pt x="11" y="116"/>
                  <a:pt x="14" y="116"/>
                </a:cubicBezTo>
                <a:cubicBezTo>
                  <a:pt x="33" y="116"/>
                  <a:pt x="33" y="116"/>
                  <a:pt x="33" y="116"/>
                </a:cubicBezTo>
                <a:cubicBezTo>
                  <a:pt x="35" y="116"/>
                  <a:pt x="38" y="114"/>
                  <a:pt x="38" y="111"/>
                </a:cubicBezTo>
                <a:cubicBezTo>
                  <a:pt x="38" y="102"/>
                  <a:pt x="38" y="102"/>
                  <a:pt x="38" y="102"/>
                </a:cubicBezTo>
                <a:cubicBezTo>
                  <a:pt x="35" y="99"/>
                  <a:pt x="33" y="95"/>
                  <a:pt x="33" y="91"/>
                </a:cubicBezTo>
                <a:cubicBezTo>
                  <a:pt x="33" y="56"/>
                  <a:pt x="33" y="56"/>
                  <a:pt x="33" y="56"/>
                </a:cubicBezTo>
                <a:cubicBezTo>
                  <a:pt x="33" y="48"/>
                  <a:pt x="39" y="41"/>
                  <a:pt x="47" y="41"/>
                </a:cubicBezTo>
                <a:cubicBezTo>
                  <a:pt x="47" y="40"/>
                  <a:pt x="47" y="40"/>
                  <a:pt x="47" y="40"/>
                </a:cubicBezTo>
                <a:cubicBezTo>
                  <a:pt x="47" y="37"/>
                  <a:pt x="45" y="35"/>
                  <a:pt x="42" y="35"/>
                </a:cubicBezTo>
                <a:cubicBezTo>
                  <a:pt x="4" y="35"/>
                  <a:pt x="4" y="35"/>
                  <a:pt x="4" y="35"/>
                </a:cubicBezTo>
                <a:cubicBezTo>
                  <a:pt x="2" y="35"/>
                  <a:pt x="0" y="37"/>
                  <a:pt x="0" y="4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A8B2A618-A190-4AFC-BFD9-CACB345AD234}"/>
              </a:ext>
            </a:extLst>
          </p:cNvPr>
          <p:cNvSpPr>
            <a:spLocks noEditPoints="1"/>
          </p:cNvSpPr>
          <p:nvPr/>
        </p:nvSpPr>
        <p:spPr bwMode="auto">
          <a:xfrm>
            <a:off x="3659505" y="5114925"/>
            <a:ext cx="461963" cy="622300"/>
          </a:xfrm>
          <a:custGeom>
            <a:avLst/>
            <a:gdLst>
              <a:gd name="T0" fmla="*/ 59 w 118"/>
              <a:gd name="T1" fmla="*/ 35 h 159"/>
              <a:gd name="T2" fmla="*/ 35 w 118"/>
              <a:gd name="T3" fmla="*/ 27 h 159"/>
              <a:gd name="T4" fmla="*/ 59 w 118"/>
              <a:gd name="T5" fmla="*/ 0 h 159"/>
              <a:gd name="T6" fmla="*/ 82 w 118"/>
              <a:gd name="T7" fmla="*/ 27 h 159"/>
              <a:gd name="T8" fmla="*/ 59 w 118"/>
              <a:gd name="T9" fmla="*/ 35 h 159"/>
              <a:gd name="T10" fmla="*/ 85 w 118"/>
              <a:gd name="T11" fmla="*/ 119 h 159"/>
              <a:gd name="T12" fmla="*/ 32 w 118"/>
              <a:gd name="T13" fmla="*/ 119 h 159"/>
              <a:gd name="T14" fmla="*/ 38 w 118"/>
              <a:gd name="T15" fmla="*/ 131 h 159"/>
              <a:gd name="T16" fmla="*/ 80 w 118"/>
              <a:gd name="T17" fmla="*/ 131 h 159"/>
              <a:gd name="T18" fmla="*/ 85 w 118"/>
              <a:gd name="T19" fmla="*/ 119 h 159"/>
              <a:gd name="T20" fmla="*/ 44 w 118"/>
              <a:gd name="T21" fmla="*/ 136 h 159"/>
              <a:gd name="T22" fmla="*/ 44 w 118"/>
              <a:gd name="T23" fmla="*/ 137 h 159"/>
              <a:gd name="T24" fmla="*/ 59 w 118"/>
              <a:gd name="T25" fmla="*/ 159 h 159"/>
              <a:gd name="T26" fmla="*/ 74 w 118"/>
              <a:gd name="T27" fmla="*/ 137 h 159"/>
              <a:gd name="T28" fmla="*/ 74 w 118"/>
              <a:gd name="T29" fmla="*/ 136 h 159"/>
              <a:gd name="T30" fmla="*/ 44 w 118"/>
              <a:gd name="T31" fmla="*/ 136 h 159"/>
              <a:gd name="T32" fmla="*/ 59 w 118"/>
              <a:gd name="T33" fmla="*/ 62 h 159"/>
              <a:gd name="T34" fmla="*/ 49 w 118"/>
              <a:gd name="T35" fmla="*/ 72 h 159"/>
              <a:gd name="T36" fmla="*/ 59 w 118"/>
              <a:gd name="T37" fmla="*/ 81 h 159"/>
              <a:gd name="T38" fmla="*/ 68 w 118"/>
              <a:gd name="T39" fmla="*/ 72 h 159"/>
              <a:gd name="T40" fmla="*/ 59 w 118"/>
              <a:gd name="T41" fmla="*/ 62 h 159"/>
              <a:gd name="T42" fmla="*/ 94 w 118"/>
              <a:gd name="T43" fmla="*/ 62 h 159"/>
              <a:gd name="T44" fmla="*/ 87 w 118"/>
              <a:gd name="T45" fmla="*/ 114 h 159"/>
              <a:gd name="T46" fmla="*/ 30 w 118"/>
              <a:gd name="T47" fmla="*/ 114 h 159"/>
              <a:gd name="T48" fmla="*/ 23 w 118"/>
              <a:gd name="T49" fmla="*/ 62 h 159"/>
              <a:gd name="T50" fmla="*/ 31 w 118"/>
              <a:gd name="T51" fmla="*/ 32 h 159"/>
              <a:gd name="T52" fmla="*/ 59 w 118"/>
              <a:gd name="T53" fmla="*/ 42 h 159"/>
              <a:gd name="T54" fmla="*/ 86 w 118"/>
              <a:gd name="T55" fmla="*/ 32 h 159"/>
              <a:gd name="T56" fmla="*/ 94 w 118"/>
              <a:gd name="T57" fmla="*/ 62 h 159"/>
              <a:gd name="T58" fmla="*/ 76 w 118"/>
              <a:gd name="T59" fmla="*/ 72 h 159"/>
              <a:gd name="T60" fmla="*/ 59 w 118"/>
              <a:gd name="T61" fmla="*/ 55 h 159"/>
              <a:gd name="T62" fmla="*/ 42 w 118"/>
              <a:gd name="T63" fmla="*/ 72 h 159"/>
              <a:gd name="T64" fmla="*/ 59 w 118"/>
              <a:gd name="T65" fmla="*/ 89 h 159"/>
              <a:gd name="T66" fmla="*/ 76 w 118"/>
              <a:gd name="T67" fmla="*/ 72 h 159"/>
              <a:gd name="T68" fmla="*/ 18 w 118"/>
              <a:gd name="T69" fmla="*/ 87 h 159"/>
              <a:gd name="T70" fmla="*/ 0 w 118"/>
              <a:gd name="T71" fmla="*/ 128 h 159"/>
              <a:gd name="T72" fmla="*/ 24 w 118"/>
              <a:gd name="T73" fmla="*/ 114 h 159"/>
              <a:gd name="T74" fmla="*/ 18 w 118"/>
              <a:gd name="T75" fmla="*/ 87 h 159"/>
              <a:gd name="T76" fmla="*/ 93 w 118"/>
              <a:gd name="T77" fmla="*/ 114 h 159"/>
              <a:gd name="T78" fmla="*/ 118 w 118"/>
              <a:gd name="T79" fmla="*/ 128 h 159"/>
              <a:gd name="T80" fmla="*/ 99 w 118"/>
              <a:gd name="T81" fmla="*/ 87 h 159"/>
              <a:gd name="T82" fmla="*/ 93 w 118"/>
              <a:gd name="T83" fmla="*/ 11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59">
                <a:moveTo>
                  <a:pt x="59" y="35"/>
                </a:moveTo>
                <a:cubicBezTo>
                  <a:pt x="50" y="35"/>
                  <a:pt x="41" y="32"/>
                  <a:pt x="35" y="27"/>
                </a:cubicBezTo>
                <a:cubicBezTo>
                  <a:pt x="46" y="10"/>
                  <a:pt x="59" y="0"/>
                  <a:pt x="59" y="0"/>
                </a:cubicBezTo>
                <a:cubicBezTo>
                  <a:pt x="59" y="0"/>
                  <a:pt x="72" y="10"/>
                  <a:pt x="82" y="27"/>
                </a:cubicBezTo>
                <a:cubicBezTo>
                  <a:pt x="76" y="32"/>
                  <a:pt x="68" y="35"/>
                  <a:pt x="59" y="35"/>
                </a:cubicBezTo>
                <a:close/>
                <a:moveTo>
                  <a:pt x="85" y="119"/>
                </a:moveTo>
                <a:cubicBezTo>
                  <a:pt x="32" y="119"/>
                  <a:pt x="32" y="119"/>
                  <a:pt x="32" y="119"/>
                </a:cubicBezTo>
                <a:cubicBezTo>
                  <a:pt x="38" y="131"/>
                  <a:pt x="38" y="131"/>
                  <a:pt x="38" y="131"/>
                </a:cubicBezTo>
                <a:cubicBezTo>
                  <a:pt x="80" y="131"/>
                  <a:pt x="80" y="131"/>
                  <a:pt x="80" y="131"/>
                </a:cubicBezTo>
                <a:lnTo>
                  <a:pt x="85" y="119"/>
                </a:lnTo>
                <a:close/>
                <a:moveTo>
                  <a:pt x="44" y="136"/>
                </a:moveTo>
                <a:cubicBezTo>
                  <a:pt x="44" y="136"/>
                  <a:pt x="44" y="137"/>
                  <a:pt x="44" y="137"/>
                </a:cubicBezTo>
                <a:cubicBezTo>
                  <a:pt x="44" y="149"/>
                  <a:pt x="59" y="159"/>
                  <a:pt x="59" y="159"/>
                </a:cubicBezTo>
                <a:cubicBezTo>
                  <a:pt x="59" y="159"/>
                  <a:pt x="74" y="149"/>
                  <a:pt x="74" y="137"/>
                </a:cubicBezTo>
                <a:cubicBezTo>
                  <a:pt x="74" y="137"/>
                  <a:pt x="74" y="136"/>
                  <a:pt x="74" y="136"/>
                </a:cubicBezTo>
                <a:lnTo>
                  <a:pt x="44" y="136"/>
                </a:lnTo>
                <a:close/>
                <a:moveTo>
                  <a:pt x="59" y="62"/>
                </a:moveTo>
                <a:cubicBezTo>
                  <a:pt x="54" y="62"/>
                  <a:pt x="49" y="67"/>
                  <a:pt x="49" y="72"/>
                </a:cubicBezTo>
                <a:cubicBezTo>
                  <a:pt x="49" y="77"/>
                  <a:pt x="54" y="81"/>
                  <a:pt x="59" y="81"/>
                </a:cubicBezTo>
                <a:cubicBezTo>
                  <a:pt x="64" y="81"/>
                  <a:pt x="68" y="77"/>
                  <a:pt x="68" y="72"/>
                </a:cubicBezTo>
                <a:cubicBezTo>
                  <a:pt x="68" y="67"/>
                  <a:pt x="64" y="62"/>
                  <a:pt x="59" y="62"/>
                </a:cubicBezTo>
                <a:close/>
                <a:moveTo>
                  <a:pt x="94" y="62"/>
                </a:moveTo>
                <a:cubicBezTo>
                  <a:pt x="94" y="76"/>
                  <a:pt x="92" y="103"/>
                  <a:pt x="87" y="114"/>
                </a:cubicBezTo>
                <a:cubicBezTo>
                  <a:pt x="30" y="114"/>
                  <a:pt x="30" y="114"/>
                  <a:pt x="30" y="114"/>
                </a:cubicBezTo>
                <a:cubicBezTo>
                  <a:pt x="26" y="103"/>
                  <a:pt x="23" y="76"/>
                  <a:pt x="23" y="62"/>
                </a:cubicBezTo>
                <a:cubicBezTo>
                  <a:pt x="23" y="51"/>
                  <a:pt x="27" y="41"/>
                  <a:pt x="31" y="32"/>
                </a:cubicBezTo>
                <a:cubicBezTo>
                  <a:pt x="39" y="38"/>
                  <a:pt x="48" y="42"/>
                  <a:pt x="59" y="42"/>
                </a:cubicBezTo>
                <a:cubicBezTo>
                  <a:pt x="69" y="42"/>
                  <a:pt x="79" y="38"/>
                  <a:pt x="86" y="32"/>
                </a:cubicBezTo>
                <a:cubicBezTo>
                  <a:pt x="91" y="41"/>
                  <a:pt x="94" y="51"/>
                  <a:pt x="94" y="62"/>
                </a:cubicBezTo>
                <a:close/>
                <a:moveTo>
                  <a:pt x="76" y="72"/>
                </a:moveTo>
                <a:cubicBezTo>
                  <a:pt x="76" y="62"/>
                  <a:pt x="68" y="55"/>
                  <a:pt x="59" y="55"/>
                </a:cubicBezTo>
                <a:cubicBezTo>
                  <a:pt x="49" y="55"/>
                  <a:pt x="42" y="62"/>
                  <a:pt x="42" y="72"/>
                </a:cubicBezTo>
                <a:cubicBezTo>
                  <a:pt x="42" y="81"/>
                  <a:pt x="49" y="89"/>
                  <a:pt x="59" y="89"/>
                </a:cubicBezTo>
                <a:cubicBezTo>
                  <a:pt x="68" y="89"/>
                  <a:pt x="76" y="81"/>
                  <a:pt x="76" y="72"/>
                </a:cubicBezTo>
                <a:close/>
                <a:moveTo>
                  <a:pt x="18" y="87"/>
                </a:moveTo>
                <a:cubicBezTo>
                  <a:pt x="10" y="93"/>
                  <a:pt x="1" y="112"/>
                  <a:pt x="0" y="128"/>
                </a:cubicBezTo>
                <a:cubicBezTo>
                  <a:pt x="24" y="114"/>
                  <a:pt x="24" y="114"/>
                  <a:pt x="24" y="114"/>
                </a:cubicBezTo>
                <a:cubicBezTo>
                  <a:pt x="21" y="106"/>
                  <a:pt x="19" y="97"/>
                  <a:pt x="18" y="87"/>
                </a:cubicBezTo>
                <a:close/>
                <a:moveTo>
                  <a:pt x="93" y="114"/>
                </a:moveTo>
                <a:cubicBezTo>
                  <a:pt x="118" y="128"/>
                  <a:pt x="118" y="128"/>
                  <a:pt x="118" y="128"/>
                </a:cubicBezTo>
                <a:cubicBezTo>
                  <a:pt x="116" y="112"/>
                  <a:pt x="107" y="93"/>
                  <a:pt x="99" y="87"/>
                </a:cubicBezTo>
                <a:cubicBezTo>
                  <a:pt x="98" y="97"/>
                  <a:pt x="96" y="106"/>
                  <a:pt x="93" y="114"/>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744DBCA1-23B5-4107-952B-6372E7E0C758}"/>
              </a:ext>
            </a:extLst>
          </p:cNvPr>
          <p:cNvSpPr>
            <a:spLocks noEditPoints="1"/>
          </p:cNvSpPr>
          <p:nvPr/>
        </p:nvSpPr>
        <p:spPr bwMode="auto">
          <a:xfrm>
            <a:off x="3707130" y="1428750"/>
            <a:ext cx="406400" cy="590550"/>
          </a:xfrm>
          <a:custGeom>
            <a:avLst/>
            <a:gdLst>
              <a:gd name="T0" fmla="*/ 47 w 104"/>
              <a:gd name="T1" fmla="*/ 74 h 151"/>
              <a:gd name="T2" fmla="*/ 56 w 104"/>
              <a:gd name="T3" fmla="*/ 74 h 151"/>
              <a:gd name="T4" fmla="*/ 56 w 104"/>
              <a:gd name="T5" fmla="*/ 119 h 151"/>
              <a:gd name="T6" fmla="*/ 47 w 104"/>
              <a:gd name="T7" fmla="*/ 119 h 151"/>
              <a:gd name="T8" fmla="*/ 47 w 104"/>
              <a:gd name="T9" fmla="*/ 74 h 151"/>
              <a:gd name="T10" fmla="*/ 52 w 104"/>
              <a:gd name="T11" fmla="*/ 0 h 151"/>
              <a:gd name="T12" fmla="*/ 0 w 104"/>
              <a:gd name="T13" fmla="*/ 53 h 151"/>
              <a:gd name="T14" fmla="*/ 10 w 104"/>
              <a:gd name="T15" fmla="*/ 85 h 151"/>
              <a:gd name="T16" fmla="*/ 23 w 104"/>
              <a:gd name="T17" fmla="*/ 109 h 151"/>
              <a:gd name="T18" fmla="*/ 33 w 104"/>
              <a:gd name="T19" fmla="*/ 119 h 151"/>
              <a:gd name="T20" fmla="*/ 39 w 104"/>
              <a:gd name="T21" fmla="*/ 119 h 151"/>
              <a:gd name="T22" fmla="*/ 39 w 104"/>
              <a:gd name="T23" fmla="*/ 74 h 151"/>
              <a:gd name="T24" fmla="*/ 31 w 104"/>
              <a:gd name="T25" fmla="*/ 74 h 151"/>
              <a:gd name="T26" fmla="*/ 16 w 104"/>
              <a:gd name="T27" fmla="*/ 59 h 151"/>
              <a:gd name="T28" fmla="*/ 31 w 104"/>
              <a:gd name="T29" fmla="*/ 44 h 151"/>
              <a:gd name="T30" fmla="*/ 47 w 104"/>
              <a:gd name="T31" fmla="*/ 59 h 151"/>
              <a:gd name="T32" fmla="*/ 45 w 104"/>
              <a:gd name="T33" fmla="*/ 66 h 151"/>
              <a:gd name="T34" fmla="*/ 59 w 104"/>
              <a:gd name="T35" fmla="*/ 66 h 151"/>
              <a:gd name="T36" fmla="*/ 57 w 104"/>
              <a:gd name="T37" fmla="*/ 59 h 151"/>
              <a:gd name="T38" fmla="*/ 72 w 104"/>
              <a:gd name="T39" fmla="*/ 44 h 151"/>
              <a:gd name="T40" fmla="*/ 87 w 104"/>
              <a:gd name="T41" fmla="*/ 59 h 151"/>
              <a:gd name="T42" fmla="*/ 72 w 104"/>
              <a:gd name="T43" fmla="*/ 74 h 151"/>
              <a:gd name="T44" fmla="*/ 64 w 104"/>
              <a:gd name="T45" fmla="*/ 74 h 151"/>
              <a:gd name="T46" fmla="*/ 64 w 104"/>
              <a:gd name="T47" fmla="*/ 119 h 151"/>
              <a:gd name="T48" fmla="*/ 71 w 104"/>
              <a:gd name="T49" fmla="*/ 119 h 151"/>
              <a:gd name="T50" fmla="*/ 81 w 104"/>
              <a:gd name="T51" fmla="*/ 109 h 151"/>
              <a:gd name="T52" fmla="*/ 93 w 104"/>
              <a:gd name="T53" fmla="*/ 85 h 151"/>
              <a:gd name="T54" fmla="*/ 104 w 104"/>
              <a:gd name="T55" fmla="*/ 53 h 151"/>
              <a:gd name="T56" fmla="*/ 52 w 104"/>
              <a:gd name="T57" fmla="*/ 0 h 151"/>
              <a:gd name="T58" fmla="*/ 24 w 104"/>
              <a:gd name="T59" fmla="*/ 59 h 151"/>
              <a:gd name="T60" fmla="*/ 31 w 104"/>
              <a:gd name="T61" fmla="*/ 66 h 151"/>
              <a:gd name="T62" fmla="*/ 38 w 104"/>
              <a:gd name="T63" fmla="*/ 59 h 151"/>
              <a:gd name="T64" fmla="*/ 31 w 104"/>
              <a:gd name="T65" fmla="*/ 52 h 151"/>
              <a:gd name="T66" fmla="*/ 24 w 104"/>
              <a:gd name="T67" fmla="*/ 59 h 151"/>
              <a:gd name="T68" fmla="*/ 79 w 104"/>
              <a:gd name="T69" fmla="*/ 59 h 151"/>
              <a:gd name="T70" fmla="*/ 72 w 104"/>
              <a:gd name="T71" fmla="*/ 52 h 151"/>
              <a:gd name="T72" fmla="*/ 65 w 104"/>
              <a:gd name="T73" fmla="*/ 59 h 151"/>
              <a:gd name="T74" fmla="*/ 72 w 104"/>
              <a:gd name="T75" fmla="*/ 66 h 151"/>
              <a:gd name="T76" fmla="*/ 79 w 104"/>
              <a:gd name="T77" fmla="*/ 59 h 151"/>
              <a:gd name="T78" fmla="*/ 76 w 104"/>
              <a:gd name="T79" fmla="*/ 132 h 151"/>
              <a:gd name="T80" fmla="*/ 72 w 104"/>
              <a:gd name="T81" fmla="*/ 128 h 151"/>
              <a:gd name="T82" fmla="*/ 31 w 104"/>
              <a:gd name="T83" fmla="*/ 128 h 151"/>
              <a:gd name="T84" fmla="*/ 27 w 104"/>
              <a:gd name="T85" fmla="*/ 132 h 151"/>
              <a:gd name="T86" fmla="*/ 31 w 104"/>
              <a:gd name="T87" fmla="*/ 136 h 151"/>
              <a:gd name="T88" fmla="*/ 72 w 104"/>
              <a:gd name="T89" fmla="*/ 136 h 151"/>
              <a:gd name="T90" fmla="*/ 76 w 104"/>
              <a:gd name="T91" fmla="*/ 132 h 151"/>
              <a:gd name="T92" fmla="*/ 71 w 104"/>
              <a:gd name="T93" fmla="*/ 147 h 151"/>
              <a:gd name="T94" fmla="*/ 67 w 104"/>
              <a:gd name="T95" fmla="*/ 143 h 151"/>
              <a:gd name="T96" fmla="*/ 36 w 104"/>
              <a:gd name="T97" fmla="*/ 143 h 151"/>
              <a:gd name="T98" fmla="*/ 32 w 104"/>
              <a:gd name="T99" fmla="*/ 147 h 151"/>
              <a:gd name="T100" fmla="*/ 36 w 104"/>
              <a:gd name="T101" fmla="*/ 151 h 151"/>
              <a:gd name="T102" fmla="*/ 67 w 104"/>
              <a:gd name="T103" fmla="*/ 151 h 151"/>
              <a:gd name="T104" fmla="*/ 71 w 104"/>
              <a:gd name="T105" fmla="*/ 14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51">
                <a:moveTo>
                  <a:pt x="47" y="74"/>
                </a:moveTo>
                <a:cubicBezTo>
                  <a:pt x="56" y="74"/>
                  <a:pt x="56" y="74"/>
                  <a:pt x="56" y="74"/>
                </a:cubicBezTo>
                <a:cubicBezTo>
                  <a:pt x="56" y="119"/>
                  <a:pt x="56" y="119"/>
                  <a:pt x="56" y="119"/>
                </a:cubicBezTo>
                <a:cubicBezTo>
                  <a:pt x="47" y="119"/>
                  <a:pt x="47" y="119"/>
                  <a:pt x="47" y="119"/>
                </a:cubicBezTo>
                <a:lnTo>
                  <a:pt x="47" y="74"/>
                </a:lnTo>
                <a:close/>
                <a:moveTo>
                  <a:pt x="52" y="0"/>
                </a:moveTo>
                <a:cubicBezTo>
                  <a:pt x="23" y="1"/>
                  <a:pt x="0" y="24"/>
                  <a:pt x="0" y="53"/>
                </a:cubicBezTo>
                <a:cubicBezTo>
                  <a:pt x="0" y="65"/>
                  <a:pt x="4" y="76"/>
                  <a:pt x="10" y="85"/>
                </a:cubicBezTo>
                <a:cubicBezTo>
                  <a:pt x="20" y="97"/>
                  <a:pt x="22" y="103"/>
                  <a:pt x="23" y="109"/>
                </a:cubicBezTo>
                <a:cubicBezTo>
                  <a:pt x="23" y="115"/>
                  <a:pt x="27" y="119"/>
                  <a:pt x="33" y="119"/>
                </a:cubicBezTo>
                <a:cubicBezTo>
                  <a:pt x="39" y="119"/>
                  <a:pt x="39" y="119"/>
                  <a:pt x="39" y="119"/>
                </a:cubicBezTo>
                <a:cubicBezTo>
                  <a:pt x="39" y="74"/>
                  <a:pt x="39" y="74"/>
                  <a:pt x="39" y="74"/>
                </a:cubicBezTo>
                <a:cubicBezTo>
                  <a:pt x="31" y="74"/>
                  <a:pt x="31" y="74"/>
                  <a:pt x="31" y="74"/>
                </a:cubicBezTo>
                <a:cubicBezTo>
                  <a:pt x="23" y="74"/>
                  <a:pt x="16" y="67"/>
                  <a:pt x="16" y="59"/>
                </a:cubicBezTo>
                <a:cubicBezTo>
                  <a:pt x="16" y="51"/>
                  <a:pt x="23" y="44"/>
                  <a:pt x="31" y="44"/>
                </a:cubicBezTo>
                <a:cubicBezTo>
                  <a:pt x="40" y="44"/>
                  <a:pt x="47" y="51"/>
                  <a:pt x="47" y="59"/>
                </a:cubicBezTo>
                <a:cubicBezTo>
                  <a:pt x="47" y="62"/>
                  <a:pt x="46" y="64"/>
                  <a:pt x="45" y="66"/>
                </a:cubicBezTo>
                <a:cubicBezTo>
                  <a:pt x="59" y="66"/>
                  <a:pt x="59" y="66"/>
                  <a:pt x="59" y="66"/>
                </a:cubicBezTo>
                <a:cubicBezTo>
                  <a:pt x="58" y="64"/>
                  <a:pt x="57" y="62"/>
                  <a:pt x="57" y="59"/>
                </a:cubicBezTo>
                <a:cubicBezTo>
                  <a:pt x="57" y="51"/>
                  <a:pt x="64" y="44"/>
                  <a:pt x="72" y="44"/>
                </a:cubicBezTo>
                <a:cubicBezTo>
                  <a:pt x="81" y="44"/>
                  <a:pt x="87" y="51"/>
                  <a:pt x="87" y="59"/>
                </a:cubicBezTo>
                <a:cubicBezTo>
                  <a:pt x="87" y="67"/>
                  <a:pt x="81" y="74"/>
                  <a:pt x="72" y="74"/>
                </a:cubicBezTo>
                <a:cubicBezTo>
                  <a:pt x="64" y="74"/>
                  <a:pt x="64" y="74"/>
                  <a:pt x="64" y="74"/>
                </a:cubicBezTo>
                <a:cubicBezTo>
                  <a:pt x="64" y="119"/>
                  <a:pt x="64" y="119"/>
                  <a:pt x="64" y="119"/>
                </a:cubicBezTo>
                <a:cubicBezTo>
                  <a:pt x="71" y="119"/>
                  <a:pt x="71" y="119"/>
                  <a:pt x="71" y="119"/>
                </a:cubicBezTo>
                <a:cubicBezTo>
                  <a:pt x="76" y="119"/>
                  <a:pt x="81" y="115"/>
                  <a:pt x="81" y="109"/>
                </a:cubicBezTo>
                <a:cubicBezTo>
                  <a:pt x="81" y="103"/>
                  <a:pt x="84" y="97"/>
                  <a:pt x="93" y="85"/>
                </a:cubicBezTo>
                <a:cubicBezTo>
                  <a:pt x="100" y="76"/>
                  <a:pt x="104" y="65"/>
                  <a:pt x="104" y="53"/>
                </a:cubicBezTo>
                <a:cubicBezTo>
                  <a:pt x="104" y="24"/>
                  <a:pt x="81" y="1"/>
                  <a:pt x="52" y="0"/>
                </a:cubicBezTo>
                <a:close/>
                <a:moveTo>
                  <a:pt x="24" y="59"/>
                </a:moveTo>
                <a:cubicBezTo>
                  <a:pt x="24" y="63"/>
                  <a:pt x="27" y="66"/>
                  <a:pt x="31" y="66"/>
                </a:cubicBezTo>
                <a:cubicBezTo>
                  <a:pt x="35" y="66"/>
                  <a:pt x="38" y="63"/>
                  <a:pt x="38" y="59"/>
                </a:cubicBezTo>
                <a:cubicBezTo>
                  <a:pt x="38" y="55"/>
                  <a:pt x="35" y="52"/>
                  <a:pt x="31" y="52"/>
                </a:cubicBezTo>
                <a:cubicBezTo>
                  <a:pt x="27" y="52"/>
                  <a:pt x="24" y="55"/>
                  <a:pt x="24" y="59"/>
                </a:cubicBezTo>
                <a:close/>
                <a:moveTo>
                  <a:pt x="79" y="59"/>
                </a:moveTo>
                <a:cubicBezTo>
                  <a:pt x="79" y="55"/>
                  <a:pt x="76" y="52"/>
                  <a:pt x="72" y="52"/>
                </a:cubicBezTo>
                <a:cubicBezTo>
                  <a:pt x="68" y="52"/>
                  <a:pt x="65" y="55"/>
                  <a:pt x="65" y="59"/>
                </a:cubicBezTo>
                <a:cubicBezTo>
                  <a:pt x="65" y="63"/>
                  <a:pt x="68" y="66"/>
                  <a:pt x="72" y="66"/>
                </a:cubicBezTo>
                <a:cubicBezTo>
                  <a:pt x="76" y="66"/>
                  <a:pt x="79" y="63"/>
                  <a:pt x="79" y="59"/>
                </a:cubicBezTo>
                <a:close/>
                <a:moveTo>
                  <a:pt x="76" y="132"/>
                </a:moveTo>
                <a:cubicBezTo>
                  <a:pt x="76" y="130"/>
                  <a:pt x="74" y="128"/>
                  <a:pt x="72" y="128"/>
                </a:cubicBezTo>
                <a:cubicBezTo>
                  <a:pt x="31" y="128"/>
                  <a:pt x="31" y="128"/>
                  <a:pt x="31" y="128"/>
                </a:cubicBezTo>
                <a:cubicBezTo>
                  <a:pt x="29" y="128"/>
                  <a:pt x="27" y="130"/>
                  <a:pt x="27" y="132"/>
                </a:cubicBezTo>
                <a:cubicBezTo>
                  <a:pt x="27" y="134"/>
                  <a:pt x="29" y="136"/>
                  <a:pt x="31" y="136"/>
                </a:cubicBezTo>
                <a:cubicBezTo>
                  <a:pt x="72" y="136"/>
                  <a:pt x="72" y="136"/>
                  <a:pt x="72" y="136"/>
                </a:cubicBezTo>
                <a:cubicBezTo>
                  <a:pt x="74" y="136"/>
                  <a:pt x="76" y="134"/>
                  <a:pt x="76" y="132"/>
                </a:cubicBezTo>
                <a:close/>
                <a:moveTo>
                  <a:pt x="71" y="147"/>
                </a:moveTo>
                <a:cubicBezTo>
                  <a:pt x="71" y="145"/>
                  <a:pt x="69" y="143"/>
                  <a:pt x="67" y="143"/>
                </a:cubicBezTo>
                <a:cubicBezTo>
                  <a:pt x="36" y="143"/>
                  <a:pt x="36" y="143"/>
                  <a:pt x="36" y="143"/>
                </a:cubicBezTo>
                <a:cubicBezTo>
                  <a:pt x="34" y="143"/>
                  <a:pt x="32" y="145"/>
                  <a:pt x="32" y="147"/>
                </a:cubicBezTo>
                <a:cubicBezTo>
                  <a:pt x="32" y="149"/>
                  <a:pt x="34" y="151"/>
                  <a:pt x="36" y="151"/>
                </a:cubicBezTo>
                <a:cubicBezTo>
                  <a:pt x="67" y="151"/>
                  <a:pt x="67" y="151"/>
                  <a:pt x="67" y="151"/>
                </a:cubicBezTo>
                <a:cubicBezTo>
                  <a:pt x="69" y="151"/>
                  <a:pt x="71" y="149"/>
                  <a:pt x="71" y="147"/>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Text_02">
            <a:extLst>
              <a:ext uri="{FF2B5EF4-FFF2-40B4-BE49-F238E27FC236}">
                <a16:creationId xmlns:a16="http://schemas.microsoft.com/office/drawing/2014/main" id="{AD39CC05-F8BD-49E5-BEC5-D91A3F973538}"/>
              </a:ext>
            </a:extLst>
          </p:cNvPr>
          <p:cNvSpPr txBox="1"/>
          <p:nvPr/>
        </p:nvSpPr>
        <p:spPr>
          <a:xfrm>
            <a:off x="6160314" y="1370082"/>
            <a:ext cx="2532559" cy="707886"/>
          </a:xfrm>
          <a:prstGeom prst="rect">
            <a:avLst/>
          </a:prstGeom>
          <a:noFill/>
        </p:spPr>
        <p:txBody>
          <a:bodyPr wrap="square" rtlCol="0">
            <a:spAutoFit/>
          </a:bodyPr>
          <a:lstStyle/>
          <a:p>
            <a:r>
              <a:rPr lang="en-US" sz="1000" dirty="0">
                <a:solidFill>
                  <a:schemeClr val="bg2"/>
                </a:solidFill>
              </a:rPr>
              <a:t>Lorem ipsum dolor sit amet, consectetur adipiscing elit, sed do eiusmod tempor incididunt ut labore et dolore magna aliqua. Ut enim </a:t>
            </a:r>
            <a:r>
              <a:rPr lang="en-US" sz="1000">
                <a:solidFill>
                  <a:schemeClr val="bg2"/>
                </a:solidFill>
              </a:rPr>
              <a:t>ad m</a:t>
            </a:r>
            <a:endParaRPr lang="ru-RU" sz="1000" dirty="0">
              <a:solidFill>
                <a:schemeClr val="bg2"/>
              </a:solidFill>
            </a:endParaRPr>
          </a:p>
        </p:txBody>
      </p:sp>
      <p:sp>
        <p:nvSpPr>
          <p:cNvPr id="31" name="Text_02">
            <a:extLst>
              <a:ext uri="{FF2B5EF4-FFF2-40B4-BE49-F238E27FC236}">
                <a16:creationId xmlns:a16="http://schemas.microsoft.com/office/drawing/2014/main" id="{71446954-27A5-4476-907B-0437F222C05A}"/>
              </a:ext>
            </a:extLst>
          </p:cNvPr>
          <p:cNvSpPr txBox="1"/>
          <p:nvPr/>
        </p:nvSpPr>
        <p:spPr>
          <a:xfrm>
            <a:off x="6160314" y="3211582"/>
            <a:ext cx="2532559" cy="707886"/>
          </a:xfrm>
          <a:prstGeom prst="rect">
            <a:avLst/>
          </a:prstGeom>
          <a:noFill/>
        </p:spPr>
        <p:txBody>
          <a:bodyPr wrap="square" rtlCol="0">
            <a:spAutoFit/>
          </a:bodyPr>
          <a:lstStyle/>
          <a:p>
            <a:r>
              <a:rPr lang="en-US" sz="1000" dirty="0">
                <a:solidFill>
                  <a:schemeClr val="bg2"/>
                </a:solidFill>
              </a:rPr>
              <a:t>Lorem ipsum dolor sit amet, consectetur adipiscing elit, sed do eiusmod tempor incididunt ut labore et dolore magna aliqua. Ut enim </a:t>
            </a:r>
            <a:r>
              <a:rPr lang="en-US" sz="1000">
                <a:solidFill>
                  <a:schemeClr val="bg2"/>
                </a:solidFill>
              </a:rPr>
              <a:t>ad m</a:t>
            </a:r>
            <a:endParaRPr lang="ru-RU" sz="1000" dirty="0">
              <a:solidFill>
                <a:schemeClr val="bg2"/>
              </a:solidFill>
            </a:endParaRPr>
          </a:p>
        </p:txBody>
      </p:sp>
      <p:sp>
        <p:nvSpPr>
          <p:cNvPr id="32" name="Text_02">
            <a:extLst>
              <a:ext uri="{FF2B5EF4-FFF2-40B4-BE49-F238E27FC236}">
                <a16:creationId xmlns:a16="http://schemas.microsoft.com/office/drawing/2014/main" id="{58363832-9A1E-4149-86BD-BA70889EA525}"/>
              </a:ext>
            </a:extLst>
          </p:cNvPr>
          <p:cNvSpPr txBox="1"/>
          <p:nvPr/>
        </p:nvSpPr>
        <p:spPr>
          <a:xfrm>
            <a:off x="6160314" y="5040382"/>
            <a:ext cx="2532559" cy="707886"/>
          </a:xfrm>
          <a:prstGeom prst="rect">
            <a:avLst/>
          </a:prstGeom>
          <a:noFill/>
        </p:spPr>
        <p:txBody>
          <a:bodyPr wrap="square" rtlCol="0">
            <a:spAutoFit/>
          </a:bodyPr>
          <a:lstStyle/>
          <a:p>
            <a:r>
              <a:rPr lang="en-US" sz="1000" dirty="0">
                <a:solidFill>
                  <a:schemeClr val="bg2"/>
                </a:solidFill>
              </a:rPr>
              <a:t>Lorem ipsum dolor sit amet, consectetur adipiscing elit, sed do eiusmod tempor incididunt ut labore et dolore magna aliqua. Ut enim </a:t>
            </a:r>
            <a:r>
              <a:rPr lang="en-US" sz="1000">
                <a:solidFill>
                  <a:schemeClr val="bg2"/>
                </a:solidFill>
              </a:rPr>
              <a:t>ad m</a:t>
            </a:r>
            <a:endParaRPr lang="ru-RU" sz="1000" dirty="0">
              <a:solidFill>
                <a:schemeClr val="bg2"/>
              </a:solidFill>
            </a:endParaRPr>
          </a:p>
        </p:txBody>
      </p:sp>
    </p:spTree>
    <p:extLst>
      <p:ext uri="{BB962C8B-B14F-4D97-AF65-F5344CB8AC3E}">
        <p14:creationId xmlns:p14="http://schemas.microsoft.com/office/powerpoint/2010/main" val="132592095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14:bounceEnd="67000">
                                          <p:cBhvr additive="base">
                                            <p:cTn id="7" dur="1000" fill="hold"/>
                                            <p:tgtEl>
                                              <p:spTgt spid="38"/>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3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7000">
                                      <p:stCondLst>
                                        <p:cond delay="250"/>
                                      </p:stCondLst>
                                      <p:childTnLst>
                                        <p:set>
                                          <p:cBhvr>
                                            <p:cTn id="10" dur="1" fill="hold">
                                              <p:stCondLst>
                                                <p:cond delay="0"/>
                                              </p:stCondLst>
                                            </p:cTn>
                                            <p:tgtEl>
                                              <p:spTgt spid="37"/>
                                            </p:tgtEl>
                                            <p:attrNameLst>
                                              <p:attrName>style.visibility</p:attrName>
                                            </p:attrNameLst>
                                          </p:cBhvr>
                                          <p:to>
                                            <p:strVal val="visible"/>
                                          </p:to>
                                        </p:set>
                                        <p:anim calcmode="lin" valueType="num" p14:bounceEnd="67000">
                                          <p:cBhvr additive="base">
                                            <p:cTn id="11" dur="1000" fill="hold"/>
                                            <p:tgtEl>
                                              <p:spTgt spid="37"/>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37"/>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67000">
                                      <p:stCondLst>
                                        <p:cond delay="500"/>
                                      </p:stCondLst>
                                      <p:childTnLst>
                                        <p:set>
                                          <p:cBhvr>
                                            <p:cTn id="14" dur="1" fill="hold">
                                              <p:stCondLst>
                                                <p:cond delay="0"/>
                                              </p:stCondLst>
                                            </p:cTn>
                                            <p:tgtEl>
                                              <p:spTgt spid="36"/>
                                            </p:tgtEl>
                                            <p:attrNameLst>
                                              <p:attrName>style.visibility</p:attrName>
                                            </p:attrNameLst>
                                          </p:cBhvr>
                                          <p:to>
                                            <p:strVal val="visible"/>
                                          </p:to>
                                        </p:set>
                                        <p:anim calcmode="lin" valueType="num" p14:bounceEnd="67000">
                                          <p:cBhvr additive="base">
                                            <p:cTn id="15" dur="1000" fill="hold"/>
                                            <p:tgtEl>
                                              <p:spTgt spid="36"/>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36"/>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50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750"/>
                                            <p:tgtEl>
                                              <p:spTgt spid="29"/>
                                            </p:tgtEl>
                                          </p:cBhvr>
                                        </p:animEffect>
                                      </p:childTnLst>
                                    </p:cTn>
                                  </p:par>
                                  <p:par>
                                    <p:cTn id="20" presetID="10" presetClass="entr" presetSubtype="0" fill="hold" nodeType="withEffect">
                                      <p:stCondLst>
                                        <p:cond delay="50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750"/>
                                            <p:tgtEl>
                                              <p:spTgt spid="33"/>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750"/>
                                            <p:tgtEl>
                                              <p:spTgt spid="30"/>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750"/>
                                            <p:tgtEl>
                                              <p:spTgt spid="27"/>
                                            </p:tgtEl>
                                          </p:cBhvr>
                                        </p:animEffect>
                                      </p:childTnLst>
                                    </p:cTn>
                                  </p:par>
                                  <p:par>
                                    <p:cTn id="29" presetID="10" presetClass="entr" presetSubtype="0" fill="hold" nodeType="withEffect">
                                      <p:stCondLst>
                                        <p:cond delay="100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750"/>
                                            <p:tgtEl>
                                              <p:spTgt spid="34"/>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31"/>
                                            </p:tgtEl>
                                            <p:attrNameLst>
                                              <p:attrName>style.visibility</p:attrName>
                                            </p:attrNameLst>
                                          </p:cBhvr>
                                          <p:to>
                                            <p:strVal val="visible"/>
                                          </p:to>
                                        </p:set>
                                        <p:animEffect transition="in" filter="fade">
                                          <p:cBhvr>
                                            <p:cTn id="34" dur="750"/>
                                            <p:tgtEl>
                                              <p:spTgt spid="31"/>
                                            </p:tgtEl>
                                          </p:cBhvr>
                                        </p:animEffect>
                                      </p:childTnLst>
                                    </p:cTn>
                                  </p:par>
                                  <p:par>
                                    <p:cTn id="35" presetID="10" presetClass="entr" presetSubtype="0" fill="hold" grpId="0" nodeType="withEffect">
                                      <p:stCondLst>
                                        <p:cond delay="15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750"/>
                                            <p:tgtEl>
                                              <p:spTgt spid="28"/>
                                            </p:tgtEl>
                                          </p:cBhvr>
                                        </p:animEffect>
                                      </p:childTnLst>
                                    </p:cTn>
                                  </p:par>
                                  <p:par>
                                    <p:cTn id="38" presetID="10" presetClass="entr" presetSubtype="0" fill="hold" nodeType="withEffect">
                                      <p:stCondLst>
                                        <p:cond delay="1500"/>
                                      </p:stCondLst>
                                      <p:childTnLst>
                                        <p:set>
                                          <p:cBhvr>
                                            <p:cTn id="39" dur="1" fill="hold">
                                              <p:stCondLst>
                                                <p:cond delay="0"/>
                                              </p:stCondLst>
                                            </p:cTn>
                                            <p:tgtEl>
                                              <p:spTgt spid="35"/>
                                            </p:tgtEl>
                                            <p:attrNameLst>
                                              <p:attrName>style.visibility</p:attrName>
                                            </p:attrNameLst>
                                          </p:cBhvr>
                                          <p:to>
                                            <p:strVal val="visible"/>
                                          </p:to>
                                        </p:set>
                                        <p:animEffect transition="in" filter="fade">
                                          <p:cBhvr>
                                            <p:cTn id="40" dur="750"/>
                                            <p:tgtEl>
                                              <p:spTgt spid="35"/>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32"/>
                                            </p:tgtEl>
                                            <p:attrNameLst>
                                              <p:attrName>style.visibility</p:attrName>
                                            </p:attrNameLst>
                                          </p:cBhvr>
                                          <p:to>
                                            <p:strVal val="visible"/>
                                          </p:to>
                                        </p:set>
                                        <p:animEffect transition="in" filter="fade">
                                          <p:cBhvr>
                                            <p:cTn id="43" dur="75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P spid="30" grpId="0"/>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1000" fill="hold"/>
                                            <p:tgtEl>
                                              <p:spTgt spid="38"/>
                                            </p:tgtEl>
                                            <p:attrNameLst>
                                              <p:attrName>ppt_x</p:attrName>
                                            </p:attrNameLst>
                                          </p:cBhvr>
                                          <p:tavLst>
                                            <p:tav tm="0">
                                              <p:val>
                                                <p:strVal val="0-#ppt_w/2"/>
                                              </p:val>
                                            </p:tav>
                                            <p:tav tm="100000">
                                              <p:val>
                                                <p:strVal val="#ppt_x"/>
                                              </p:val>
                                            </p:tav>
                                          </p:tavLst>
                                        </p:anim>
                                        <p:anim calcmode="lin" valueType="num">
                                          <p:cBhvr additive="base">
                                            <p:cTn id="8" dur="1000" fill="hold"/>
                                            <p:tgtEl>
                                              <p:spTgt spid="3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5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000" fill="hold"/>
                                            <p:tgtEl>
                                              <p:spTgt spid="37"/>
                                            </p:tgtEl>
                                            <p:attrNameLst>
                                              <p:attrName>ppt_x</p:attrName>
                                            </p:attrNameLst>
                                          </p:cBhvr>
                                          <p:tavLst>
                                            <p:tav tm="0">
                                              <p:val>
                                                <p:strVal val="0-#ppt_w/2"/>
                                              </p:val>
                                            </p:tav>
                                            <p:tav tm="100000">
                                              <p:val>
                                                <p:strVal val="#ppt_x"/>
                                              </p:val>
                                            </p:tav>
                                          </p:tavLst>
                                        </p:anim>
                                        <p:anim calcmode="lin" valueType="num">
                                          <p:cBhvr additive="base">
                                            <p:cTn id="12" dur="1000" fill="hold"/>
                                            <p:tgtEl>
                                              <p:spTgt spid="37"/>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50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1000" fill="hold"/>
                                            <p:tgtEl>
                                              <p:spTgt spid="36"/>
                                            </p:tgtEl>
                                            <p:attrNameLst>
                                              <p:attrName>ppt_x</p:attrName>
                                            </p:attrNameLst>
                                          </p:cBhvr>
                                          <p:tavLst>
                                            <p:tav tm="0">
                                              <p:val>
                                                <p:strVal val="0-#ppt_w/2"/>
                                              </p:val>
                                            </p:tav>
                                            <p:tav tm="100000">
                                              <p:val>
                                                <p:strVal val="#ppt_x"/>
                                              </p:val>
                                            </p:tav>
                                          </p:tavLst>
                                        </p:anim>
                                        <p:anim calcmode="lin" valueType="num">
                                          <p:cBhvr additive="base">
                                            <p:cTn id="16" dur="1000" fill="hold"/>
                                            <p:tgtEl>
                                              <p:spTgt spid="36"/>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50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750"/>
                                            <p:tgtEl>
                                              <p:spTgt spid="29"/>
                                            </p:tgtEl>
                                          </p:cBhvr>
                                        </p:animEffect>
                                      </p:childTnLst>
                                    </p:cTn>
                                  </p:par>
                                  <p:par>
                                    <p:cTn id="20" presetID="10" presetClass="entr" presetSubtype="0" fill="hold" nodeType="withEffect">
                                      <p:stCondLst>
                                        <p:cond delay="50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750"/>
                                            <p:tgtEl>
                                              <p:spTgt spid="33"/>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750"/>
                                            <p:tgtEl>
                                              <p:spTgt spid="30"/>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750"/>
                                            <p:tgtEl>
                                              <p:spTgt spid="27"/>
                                            </p:tgtEl>
                                          </p:cBhvr>
                                        </p:animEffect>
                                      </p:childTnLst>
                                    </p:cTn>
                                  </p:par>
                                  <p:par>
                                    <p:cTn id="29" presetID="10" presetClass="entr" presetSubtype="0" fill="hold" nodeType="withEffect">
                                      <p:stCondLst>
                                        <p:cond delay="100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750"/>
                                            <p:tgtEl>
                                              <p:spTgt spid="34"/>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31"/>
                                            </p:tgtEl>
                                            <p:attrNameLst>
                                              <p:attrName>style.visibility</p:attrName>
                                            </p:attrNameLst>
                                          </p:cBhvr>
                                          <p:to>
                                            <p:strVal val="visible"/>
                                          </p:to>
                                        </p:set>
                                        <p:animEffect transition="in" filter="fade">
                                          <p:cBhvr>
                                            <p:cTn id="34" dur="750"/>
                                            <p:tgtEl>
                                              <p:spTgt spid="31"/>
                                            </p:tgtEl>
                                          </p:cBhvr>
                                        </p:animEffect>
                                      </p:childTnLst>
                                    </p:cTn>
                                  </p:par>
                                  <p:par>
                                    <p:cTn id="35" presetID="10" presetClass="entr" presetSubtype="0" fill="hold" grpId="0" nodeType="withEffect">
                                      <p:stCondLst>
                                        <p:cond delay="15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750"/>
                                            <p:tgtEl>
                                              <p:spTgt spid="28"/>
                                            </p:tgtEl>
                                          </p:cBhvr>
                                        </p:animEffect>
                                      </p:childTnLst>
                                    </p:cTn>
                                  </p:par>
                                  <p:par>
                                    <p:cTn id="38" presetID="10" presetClass="entr" presetSubtype="0" fill="hold" nodeType="withEffect">
                                      <p:stCondLst>
                                        <p:cond delay="1500"/>
                                      </p:stCondLst>
                                      <p:childTnLst>
                                        <p:set>
                                          <p:cBhvr>
                                            <p:cTn id="39" dur="1" fill="hold">
                                              <p:stCondLst>
                                                <p:cond delay="0"/>
                                              </p:stCondLst>
                                            </p:cTn>
                                            <p:tgtEl>
                                              <p:spTgt spid="35"/>
                                            </p:tgtEl>
                                            <p:attrNameLst>
                                              <p:attrName>style.visibility</p:attrName>
                                            </p:attrNameLst>
                                          </p:cBhvr>
                                          <p:to>
                                            <p:strVal val="visible"/>
                                          </p:to>
                                        </p:set>
                                        <p:animEffect transition="in" filter="fade">
                                          <p:cBhvr>
                                            <p:cTn id="40" dur="750"/>
                                            <p:tgtEl>
                                              <p:spTgt spid="35"/>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32"/>
                                            </p:tgtEl>
                                            <p:attrNameLst>
                                              <p:attrName>style.visibility</p:attrName>
                                            </p:attrNameLst>
                                          </p:cBhvr>
                                          <p:to>
                                            <p:strVal val="visible"/>
                                          </p:to>
                                        </p:set>
                                        <p:animEffect transition="in" filter="fade">
                                          <p:cBhvr>
                                            <p:cTn id="43" dur="75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P spid="30" grpId="0"/>
          <p:bldP spid="31" grpId="0"/>
          <p:bldP spid="32" grpId="0"/>
        </p:bldLst>
      </p:timing>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13E93570-360B-4AF7-9A31-60322A1CDB5F}"/>
              </a:ext>
            </a:extLst>
          </p:cNvPr>
          <p:cNvGrpSpPr/>
          <p:nvPr/>
        </p:nvGrpSpPr>
        <p:grpSpPr>
          <a:xfrm>
            <a:off x="2819400" y="2473610"/>
            <a:ext cx="6556375" cy="901700"/>
            <a:chOff x="2819400" y="2473610"/>
            <a:chExt cx="6556375" cy="901700"/>
          </a:xfrm>
        </p:grpSpPr>
        <p:grpSp>
          <p:nvGrpSpPr>
            <p:cNvPr id="31" name="Group 30">
              <a:extLst>
                <a:ext uri="{FF2B5EF4-FFF2-40B4-BE49-F238E27FC236}">
                  <a16:creationId xmlns:a16="http://schemas.microsoft.com/office/drawing/2014/main" id="{F4CF3BD5-05ED-4A73-A356-8269D5785559}"/>
                </a:ext>
              </a:extLst>
            </p:cNvPr>
            <p:cNvGrpSpPr/>
            <p:nvPr/>
          </p:nvGrpSpPr>
          <p:grpSpPr>
            <a:xfrm>
              <a:off x="2819400" y="2473610"/>
              <a:ext cx="6556375" cy="901700"/>
              <a:chOff x="2819400" y="2376488"/>
              <a:chExt cx="6556375" cy="901700"/>
            </a:xfrm>
            <a:effectLst>
              <a:outerShdw blurRad="114300" dist="63500" dir="5400000" sx="99000" sy="99000" algn="t" rotWithShape="0">
                <a:prstClr val="black">
                  <a:alpha val="24000"/>
                </a:prstClr>
              </a:outerShdw>
            </a:effectLst>
          </p:grpSpPr>
          <p:sp>
            <p:nvSpPr>
              <p:cNvPr id="8" name="Rectangle 7">
                <a:extLst>
                  <a:ext uri="{FF2B5EF4-FFF2-40B4-BE49-F238E27FC236}">
                    <a16:creationId xmlns:a16="http://schemas.microsoft.com/office/drawing/2014/main" id="{87F265ED-670B-4A77-9F92-295638DEF692}"/>
                  </a:ext>
                </a:extLst>
              </p:cNvPr>
              <p:cNvSpPr>
                <a:spLocks noChangeArrowheads="1"/>
              </p:cNvSpPr>
              <p:nvPr/>
            </p:nvSpPr>
            <p:spPr bwMode="auto">
              <a:xfrm>
                <a:off x="2819400" y="2376488"/>
                <a:ext cx="6556375" cy="901700"/>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Rectangle 11">
                <a:extLst>
                  <a:ext uri="{FF2B5EF4-FFF2-40B4-BE49-F238E27FC236}">
                    <a16:creationId xmlns:a16="http://schemas.microsoft.com/office/drawing/2014/main" id="{CE3963C3-5077-4F24-8756-129AA39E7CAA}"/>
                  </a:ext>
                </a:extLst>
              </p:cNvPr>
              <p:cNvSpPr>
                <a:spLocks noChangeArrowheads="1"/>
              </p:cNvSpPr>
              <p:nvPr/>
            </p:nvSpPr>
            <p:spPr bwMode="auto">
              <a:xfrm>
                <a:off x="2819400" y="3254375"/>
                <a:ext cx="6556375" cy="23813"/>
              </a:xfrm>
              <a:prstGeom prst="rect">
                <a:avLst/>
              </a:pr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5" name="Rectangle 14">
              <a:extLst>
                <a:ext uri="{FF2B5EF4-FFF2-40B4-BE49-F238E27FC236}">
                  <a16:creationId xmlns:a16="http://schemas.microsoft.com/office/drawing/2014/main" id="{C131DF3C-7AE8-48B5-9745-B661290863E2}"/>
                </a:ext>
              </a:extLst>
            </p:cNvPr>
            <p:cNvSpPr>
              <a:spLocks noChangeArrowheads="1"/>
            </p:cNvSpPr>
            <p:nvPr/>
          </p:nvSpPr>
          <p:spPr bwMode="auto">
            <a:xfrm>
              <a:off x="8270875" y="2473610"/>
              <a:ext cx="900113" cy="901700"/>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Rectangle 17">
              <a:extLst>
                <a:ext uri="{FF2B5EF4-FFF2-40B4-BE49-F238E27FC236}">
                  <a16:creationId xmlns:a16="http://schemas.microsoft.com/office/drawing/2014/main" id="{F9E18952-1997-4504-A6E4-EAA935DBD931}"/>
                </a:ext>
              </a:extLst>
            </p:cNvPr>
            <p:cNvSpPr>
              <a:spLocks noChangeArrowheads="1"/>
            </p:cNvSpPr>
            <p:nvPr/>
          </p:nvSpPr>
          <p:spPr bwMode="auto">
            <a:xfrm>
              <a:off x="3044825" y="2473610"/>
              <a:ext cx="860425" cy="901700"/>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1B36CDD8-AED2-4E53-BB9A-9C3FC6A450C2}"/>
              </a:ext>
            </a:extLst>
          </p:cNvPr>
          <p:cNvGrpSpPr/>
          <p:nvPr/>
        </p:nvGrpSpPr>
        <p:grpSpPr>
          <a:xfrm>
            <a:off x="2819400" y="3673760"/>
            <a:ext cx="6556375" cy="900113"/>
            <a:chOff x="2819400" y="3673760"/>
            <a:chExt cx="6556375" cy="900113"/>
          </a:xfrm>
        </p:grpSpPr>
        <p:grpSp>
          <p:nvGrpSpPr>
            <p:cNvPr id="32" name="Group 31">
              <a:extLst>
                <a:ext uri="{FF2B5EF4-FFF2-40B4-BE49-F238E27FC236}">
                  <a16:creationId xmlns:a16="http://schemas.microsoft.com/office/drawing/2014/main" id="{90AF6780-C861-40C3-997A-E3B3BA47F440}"/>
                </a:ext>
              </a:extLst>
            </p:cNvPr>
            <p:cNvGrpSpPr/>
            <p:nvPr/>
          </p:nvGrpSpPr>
          <p:grpSpPr>
            <a:xfrm>
              <a:off x="2819400" y="3673760"/>
              <a:ext cx="6556375" cy="900113"/>
              <a:chOff x="2819400" y="3576638"/>
              <a:chExt cx="6556375" cy="900113"/>
            </a:xfrm>
            <a:effectLst>
              <a:outerShdw blurRad="114300" dist="63500" dir="5400000" sx="99000" sy="99000" algn="t" rotWithShape="0">
                <a:prstClr val="black">
                  <a:alpha val="24000"/>
                </a:prstClr>
              </a:outerShdw>
            </a:effectLst>
          </p:grpSpPr>
          <p:sp>
            <p:nvSpPr>
              <p:cNvPr id="7" name="Rectangle 6">
                <a:extLst>
                  <a:ext uri="{FF2B5EF4-FFF2-40B4-BE49-F238E27FC236}">
                    <a16:creationId xmlns:a16="http://schemas.microsoft.com/office/drawing/2014/main" id="{CA484598-C199-4097-893F-DA8BB2259CC1}"/>
                  </a:ext>
                </a:extLst>
              </p:cNvPr>
              <p:cNvSpPr>
                <a:spLocks noChangeArrowheads="1"/>
              </p:cNvSpPr>
              <p:nvPr/>
            </p:nvSpPr>
            <p:spPr bwMode="auto">
              <a:xfrm>
                <a:off x="2819400" y="3576638"/>
                <a:ext cx="6556375" cy="90011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Rectangle 10">
                <a:extLst>
                  <a:ext uri="{FF2B5EF4-FFF2-40B4-BE49-F238E27FC236}">
                    <a16:creationId xmlns:a16="http://schemas.microsoft.com/office/drawing/2014/main" id="{587E61E2-0AF8-415F-B40D-989E17816974}"/>
                  </a:ext>
                </a:extLst>
              </p:cNvPr>
              <p:cNvSpPr>
                <a:spLocks noChangeArrowheads="1"/>
              </p:cNvSpPr>
              <p:nvPr/>
            </p:nvSpPr>
            <p:spPr bwMode="auto">
              <a:xfrm>
                <a:off x="2819400" y="4454525"/>
                <a:ext cx="6556375" cy="22225"/>
              </a:xfrm>
              <a:prstGeom prst="rect">
                <a:avLst/>
              </a:pr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6" name="Rectangle 15">
              <a:extLst>
                <a:ext uri="{FF2B5EF4-FFF2-40B4-BE49-F238E27FC236}">
                  <a16:creationId xmlns:a16="http://schemas.microsoft.com/office/drawing/2014/main" id="{469DD81D-41C5-40A7-97B1-934AC8361D4B}"/>
                </a:ext>
              </a:extLst>
            </p:cNvPr>
            <p:cNvSpPr>
              <a:spLocks noChangeArrowheads="1"/>
            </p:cNvSpPr>
            <p:nvPr/>
          </p:nvSpPr>
          <p:spPr bwMode="auto">
            <a:xfrm>
              <a:off x="8270875" y="3673760"/>
              <a:ext cx="900113" cy="9001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Rectangle 18">
              <a:extLst>
                <a:ext uri="{FF2B5EF4-FFF2-40B4-BE49-F238E27FC236}">
                  <a16:creationId xmlns:a16="http://schemas.microsoft.com/office/drawing/2014/main" id="{0AAA1F29-89DD-4B40-BED6-3B8332D6EAF0}"/>
                </a:ext>
              </a:extLst>
            </p:cNvPr>
            <p:cNvSpPr>
              <a:spLocks noChangeArrowheads="1"/>
            </p:cNvSpPr>
            <p:nvPr/>
          </p:nvSpPr>
          <p:spPr bwMode="auto">
            <a:xfrm>
              <a:off x="3044825" y="3673760"/>
              <a:ext cx="860425" cy="9001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DE203790-8902-4741-AF7D-481D56017251}"/>
              </a:ext>
            </a:extLst>
          </p:cNvPr>
          <p:cNvGrpSpPr/>
          <p:nvPr/>
        </p:nvGrpSpPr>
        <p:grpSpPr>
          <a:xfrm>
            <a:off x="2819400" y="4873910"/>
            <a:ext cx="6556375" cy="900113"/>
            <a:chOff x="2819400" y="4873910"/>
            <a:chExt cx="6556375" cy="900113"/>
          </a:xfrm>
        </p:grpSpPr>
        <p:grpSp>
          <p:nvGrpSpPr>
            <p:cNvPr id="33" name="Group 32">
              <a:extLst>
                <a:ext uri="{FF2B5EF4-FFF2-40B4-BE49-F238E27FC236}">
                  <a16:creationId xmlns:a16="http://schemas.microsoft.com/office/drawing/2014/main" id="{4A9D9B33-E418-43EC-BC8C-5C6752502C0E}"/>
                </a:ext>
              </a:extLst>
            </p:cNvPr>
            <p:cNvGrpSpPr/>
            <p:nvPr/>
          </p:nvGrpSpPr>
          <p:grpSpPr>
            <a:xfrm>
              <a:off x="2819400" y="4873910"/>
              <a:ext cx="6556375" cy="900113"/>
              <a:chOff x="2819400" y="4776788"/>
              <a:chExt cx="6556375" cy="900113"/>
            </a:xfrm>
            <a:effectLst>
              <a:outerShdw blurRad="114300" dist="63500" dir="5400000" sx="99000" sy="99000" algn="t" rotWithShape="0">
                <a:prstClr val="black">
                  <a:alpha val="24000"/>
                </a:prstClr>
              </a:outerShdw>
            </a:effectLst>
          </p:grpSpPr>
          <p:sp>
            <p:nvSpPr>
              <p:cNvPr id="6" name="Rectangle 5">
                <a:extLst>
                  <a:ext uri="{FF2B5EF4-FFF2-40B4-BE49-F238E27FC236}">
                    <a16:creationId xmlns:a16="http://schemas.microsoft.com/office/drawing/2014/main" id="{D9C3ADBC-935F-4969-A06B-91C83DBB0ACB}"/>
                  </a:ext>
                </a:extLst>
              </p:cNvPr>
              <p:cNvSpPr>
                <a:spLocks noChangeArrowheads="1"/>
              </p:cNvSpPr>
              <p:nvPr/>
            </p:nvSpPr>
            <p:spPr bwMode="auto">
              <a:xfrm>
                <a:off x="2819400" y="4776788"/>
                <a:ext cx="6556375" cy="90011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Rectangle 9">
                <a:extLst>
                  <a:ext uri="{FF2B5EF4-FFF2-40B4-BE49-F238E27FC236}">
                    <a16:creationId xmlns:a16="http://schemas.microsoft.com/office/drawing/2014/main" id="{9519CB07-E8CA-4F0B-94C3-1A15FAB791A2}"/>
                  </a:ext>
                </a:extLst>
              </p:cNvPr>
              <p:cNvSpPr>
                <a:spLocks noChangeArrowheads="1"/>
              </p:cNvSpPr>
              <p:nvPr/>
            </p:nvSpPr>
            <p:spPr bwMode="auto">
              <a:xfrm>
                <a:off x="2819400" y="5653088"/>
                <a:ext cx="6556375" cy="23813"/>
              </a:xfrm>
              <a:prstGeom prst="rect">
                <a:avLst/>
              </a:pr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7" name="Rectangle 16">
              <a:extLst>
                <a:ext uri="{FF2B5EF4-FFF2-40B4-BE49-F238E27FC236}">
                  <a16:creationId xmlns:a16="http://schemas.microsoft.com/office/drawing/2014/main" id="{CC784ACC-6C44-453A-862D-A80F04F8773B}"/>
                </a:ext>
              </a:extLst>
            </p:cNvPr>
            <p:cNvSpPr>
              <a:spLocks noChangeArrowheads="1"/>
            </p:cNvSpPr>
            <p:nvPr/>
          </p:nvSpPr>
          <p:spPr bwMode="auto">
            <a:xfrm>
              <a:off x="8270875" y="4873910"/>
              <a:ext cx="900113" cy="9001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Rectangle 19">
              <a:extLst>
                <a:ext uri="{FF2B5EF4-FFF2-40B4-BE49-F238E27FC236}">
                  <a16:creationId xmlns:a16="http://schemas.microsoft.com/office/drawing/2014/main" id="{B316CF8A-CE69-4190-888C-1630DC35DE9D}"/>
                </a:ext>
              </a:extLst>
            </p:cNvPr>
            <p:cNvSpPr>
              <a:spLocks noChangeArrowheads="1"/>
            </p:cNvSpPr>
            <p:nvPr/>
          </p:nvSpPr>
          <p:spPr bwMode="auto">
            <a:xfrm>
              <a:off x="3044825" y="4873910"/>
              <a:ext cx="860425" cy="9001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3FE3BB2F-50DC-46FA-87A0-058AF858E37C}"/>
              </a:ext>
            </a:extLst>
          </p:cNvPr>
          <p:cNvGrpSpPr/>
          <p:nvPr/>
        </p:nvGrpSpPr>
        <p:grpSpPr>
          <a:xfrm>
            <a:off x="2819400" y="1275047"/>
            <a:ext cx="6556375" cy="903288"/>
            <a:chOff x="2819400" y="1275047"/>
            <a:chExt cx="6556375" cy="903288"/>
          </a:xfrm>
        </p:grpSpPr>
        <p:grpSp>
          <p:nvGrpSpPr>
            <p:cNvPr id="30" name="Group 29">
              <a:extLst>
                <a:ext uri="{FF2B5EF4-FFF2-40B4-BE49-F238E27FC236}">
                  <a16:creationId xmlns:a16="http://schemas.microsoft.com/office/drawing/2014/main" id="{3089A154-3DA2-469B-A359-47ACA57434DB}"/>
                </a:ext>
              </a:extLst>
            </p:cNvPr>
            <p:cNvGrpSpPr/>
            <p:nvPr/>
          </p:nvGrpSpPr>
          <p:grpSpPr>
            <a:xfrm>
              <a:off x="2819400" y="1275047"/>
              <a:ext cx="6556375" cy="903288"/>
              <a:chOff x="2819400" y="1177925"/>
              <a:chExt cx="6556375" cy="903288"/>
            </a:xfrm>
            <a:effectLst>
              <a:outerShdw blurRad="114300" dist="63500" dir="5400000" sx="99000" sy="99000" algn="t" rotWithShape="0">
                <a:prstClr val="black">
                  <a:alpha val="24000"/>
                </a:prstClr>
              </a:outerShdw>
            </a:effectLst>
          </p:grpSpPr>
          <p:sp>
            <p:nvSpPr>
              <p:cNvPr id="9" name="Rectangle 8">
                <a:extLst>
                  <a:ext uri="{FF2B5EF4-FFF2-40B4-BE49-F238E27FC236}">
                    <a16:creationId xmlns:a16="http://schemas.microsoft.com/office/drawing/2014/main" id="{BB4B03A4-52B1-4BAB-BC9A-3C82E274BC5A}"/>
                  </a:ext>
                </a:extLst>
              </p:cNvPr>
              <p:cNvSpPr>
                <a:spLocks noChangeArrowheads="1"/>
              </p:cNvSpPr>
              <p:nvPr/>
            </p:nvSpPr>
            <p:spPr bwMode="auto">
              <a:xfrm>
                <a:off x="2819400" y="1177925"/>
                <a:ext cx="6556375" cy="903288"/>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Rectangle 12">
                <a:extLst>
                  <a:ext uri="{FF2B5EF4-FFF2-40B4-BE49-F238E27FC236}">
                    <a16:creationId xmlns:a16="http://schemas.microsoft.com/office/drawing/2014/main" id="{E60E0A0D-1A05-4A54-8F94-860445F7B770}"/>
                  </a:ext>
                </a:extLst>
              </p:cNvPr>
              <p:cNvSpPr>
                <a:spLocks noChangeArrowheads="1"/>
              </p:cNvSpPr>
              <p:nvPr/>
            </p:nvSpPr>
            <p:spPr bwMode="auto">
              <a:xfrm>
                <a:off x="2819400" y="2058988"/>
                <a:ext cx="6556375" cy="22225"/>
              </a:xfrm>
              <a:prstGeom prst="rect">
                <a:avLst/>
              </a:pr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4" name="Rectangle 13">
              <a:extLst>
                <a:ext uri="{FF2B5EF4-FFF2-40B4-BE49-F238E27FC236}">
                  <a16:creationId xmlns:a16="http://schemas.microsoft.com/office/drawing/2014/main" id="{2AA223BE-ADBD-452C-8E7F-4123A70988F9}"/>
                </a:ext>
              </a:extLst>
            </p:cNvPr>
            <p:cNvSpPr>
              <a:spLocks noChangeArrowheads="1"/>
            </p:cNvSpPr>
            <p:nvPr/>
          </p:nvSpPr>
          <p:spPr bwMode="auto">
            <a:xfrm>
              <a:off x="8270875" y="1275047"/>
              <a:ext cx="900113" cy="903288"/>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Rectangle 20">
              <a:extLst>
                <a:ext uri="{FF2B5EF4-FFF2-40B4-BE49-F238E27FC236}">
                  <a16:creationId xmlns:a16="http://schemas.microsoft.com/office/drawing/2014/main" id="{3A912697-7DF8-4D31-AF8F-BDBDA026E68E}"/>
                </a:ext>
              </a:extLst>
            </p:cNvPr>
            <p:cNvSpPr>
              <a:spLocks noChangeArrowheads="1"/>
            </p:cNvSpPr>
            <p:nvPr/>
          </p:nvSpPr>
          <p:spPr bwMode="auto">
            <a:xfrm>
              <a:off x="3044825" y="1275047"/>
              <a:ext cx="860425" cy="903288"/>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2" name="Rectangle 21">
            <a:extLst>
              <a:ext uri="{FF2B5EF4-FFF2-40B4-BE49-F238E27FC236}">
                <a16:creationId xmlns:a16="http://schemas.microsoft.com/office/drawing/2014/main" id="{29034A72-BBD9-4B51-AE0E-B1AF465715AF}"/>
              </a:ext>
            </a:extLst>
          </p:cNvPr>
          <p:cNvSpPr>
            <a:spLocks noChangeArrowheads="1"/>
          </p:cNvSpPr>
          <p:nvPr/>
        </p:nvSpPr>
        <p:spPr bwMode="auto">
          <a:xfrm>
            <a:off x="3194186" y="1395697"/>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2"/>
                </a:solidFill>
                <a:effectLst/>
                <a:latin typeface="Open Sans Semibold" panose="020B0706030804020204" pitchFamily="34" charset="0"/>
              </a:rPr>
              <a:t>01</a:t>
            </a:r>
            <a:endParaRPr kumimoji="0" lang="ru-UA" altLang="ru-UA" sz="1800" b="0" i="0" u="none" strike="noStrike" cap="none" normalizeH="0" baseline="0">
              <a:ln>
                <a:noFill/>
              </a:ln>
              <a:solidFill>
                <a:schemeClr val="accent2"/>
              </a:solidFill>
              <a:effectLst/>
            </a:endParaRPr>
          </a:p>
        </p:txBody>
      </p:sp>
      <p:sp>
        <p:nvSpPr>
          <p:cNvPr id="23" name="Rectangle 22">
            <a:extLst>
              <a:ext uri="{FF2B5EF4-FFF2-40B4-BE49-F238E27FC236}">
                <a16:creationId xmlns:a16="http://schemas.microsoft.com/office/drawing/2014/main" id="{95903447-B2D5-4E15-BE3C-4FAA2128ED6D}"/>
              </a:ext>
            </a:extLst>
          </p:cNvPr>
          <p:cNvSpPr>
            <a:spLocks noChangeArrowheads="1"/>
          </p:cNvSpPr>
          <p:nvPr/>
        </p:nvSpPr>
        <p:spPr bwMode="auto">
          <a:xfrm>
            <a:off x="3194186" y="2587910"/>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1"/>
                </a:solidFill>
                <a:effectLst/>
                <a:latin typeface="Open Sans Semibold" panose="020B0706030804020204" pitchFamily="34" charset="0"/>
              </a:rPr>
              <a:t>02</a:t>
            </a:r>
            <a:endParaRPr kumimoji="0" lang="ru-UA" altLang="ru-UA" sz="1800" b="0" i="0" u="none" strike="noStrike" cap="none" normalizeH="0" baseline="0">
              <a:ln>
                <a:noFill/>
              </a:ln>
              <a:solidFill>
                <a:schemeClr val="accent1"/>
              </a:solidFill>
              <a:effectLst/>
            </a:endParaRPr>
          </a:p>
        </p:txBody>
      </p:sp>
      <p:sp>
        <p:nvSpPr>
          <p:cNvPr id="24" name="Rectangle 23">
            <a:extLst>
              <a:ext uri="{FF2B5EF4-FFF2-40B4-BE49-F238E27FC236}">
                <a16:creationId xmlns:a16="http://schemas.microsoft.com/office/drawing/2014/main" id="{67DABA87-8CA6-4EC8-8B4F-476738F43532}"/>
              </a:ext>
            </a:extLst>
          </p:cNvPr>
          <p:cNvSpPr>
            <a:spLocks noChangeArrowheads="1"/>
          </p:cNvSpPr>
          <p:nvPr/>
        </p:nvSpPr>
        <p:spPr bwMode="auto">
          <a:xfrm>
            <a:off x="3194186" y="3775360"/>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3"/>
                </a:solidFill>
                <a:effectLst/>
                <a:latin typeface="Open Sans Semibold" panose="020B0706030804020204" pitchFamily="34" charset="0"/>
              </a:rPr>
              <a:t>03</a:t>
            </a:r>
            <a:endParaRPr kumimoji="0" lang="ru-UA" altLang="ru-UA" sz="1800" b="0" i="0" u="none" strike="noStrike" cap="none" normalizeH="0" baseline="0">
              <a:ln>
                <a:noFill/>
              </a:ln>
              <a:solidFill>
                <a:schemeClr val="accent3"/>
              </a:solidFill>
              <a:effectLst/>
            </a:endParaRPr>
          </a:p>
        </p:txBody>
      </p:sp>
      <p:sp>
        <p:nvSpPr>
          <p:cNvPr id="25" name="Rectangle 24">
            <a:extLst>
              <a:ext uri="{FF2B5EF4-FFF2-40B4-BE49-F238E27FC236}">
                <a16:creationId xmlns:a16="http://schemas.microsoft.com/office/drawing/2014/main" id="{100294D9-B9CB-4D70-968F-A862C6986734}"/>
              </a:ext>
            </a:extLst>
          </p:cNvPr>
          <p:cNvSpPr>
            <a:spLocks noChangeArrowheads="1"/>
          </p:cNvSpPr>
          <p:nvPr/>
        </p:nvSpPr>
        <p:spPr bwMode="auto">
          <a:xfrm>
            <a:off x="3194186" y="4967572"/>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5"/>
                </a:solidFill>
                <a:effectLst/>
                <a:latin typeface="Open Sans Semibold" panose="020B0706030804020204" pitchFamily="34" charset="0"/>
              </a:rPr>
              <a:t>04</a:t>
            </a:r>
            <a:endParaRPr kumimoji="0" lang="ru-UA" altLang="ru-UA" sz="1800" b="0" i="0" u="none" strike="noStrike" cap="none" normalizeH="0" baseline="0">
              <a:ln>
                <a:noFill/>
              </a:ln>
              <a:solidFill>
                <a:schemeClr val="accent5"/>
              </a:solidFill>
              <a:effectLst/>
            </a:endParaRPr>
          </a:p>
        </p:txBody>
      </p:sp>
      <p:sp>
        <p:nvSpPr>
          <p:cNvPr id="26" name="Freeform 25">
            <a:extLst>
              <a:ext uri="{FF2B5EF4-FFF2-40B4-BE49-F238E27FC236}">
                <a16:creationId xmlns:a16="http://schemas.microsoft.com/office/drawing/2014/main" id="{0F6FA3DA-EEF2-4F72-8A64-20B37614E9BE}"/>
              </a:ext>
            </a:extLst>
          </p:cNvPr>
          <p:cNvSpPr>
            <a:spLocks noEditPoints="1"/>
          </p:cNvSpPr>
          <p:nvPr/>
        </p:nvSpPr>
        <p:spPr bwMode="auto">
          <a:xfrm>
            <a:off x="8510588" y="5083460"/>
            <a:ext cx="419100" cy="476250"/>
          </a:xfrm>
          <a:custGeom>
            <a:avLst/>
            <a:gdLst>
              <a:gd name="T0" fmla="*/ 34 w 108"/>
              <a:gd name="T1" fmla="*/ 96 h 123"/>
              <a:gd name="T2" fmla="*/ 26 w 108"/>
              <a:gd name="T3" fmla="*/ 74 h 123"/>
              <a:gd name="T4" fmla="*/ 20 w 108"/>
              <a:gd name="T5" fmla="*/ 56 h 123"/>
              <a:gd name="T6" fmla="*/ 54 w 108"/>
              <a:gd name="T7" fmla="*/ 21 h 123"/>
              <a:gd name="T8" fmla="*/ 88 w 108"/>
              <a:gd name="T9" fmla="*/ 56 h 123"/>
              <a:gd name="T10" fmla="*/ 82 w 108"/>
              <a:gd name="T11" fmla="*/ 74 h 123"/>
              <a:gd name="T12" fmla="*/ 74 w 108"/>
              <a:gd name="T13" fmla="*/ 93 h 123"/>
              <a:gd name="T14" fmla="*/ 54 w 108"/>
              <a:gd name="T15" fmla="*/ 34 h 123"/>
              <a:gd name="T16" fmla="*/ 34 w 108"/>
              <a:gd name="T17" fmla="*/ 55 h 123"/>
              <a:gd name="T18" fmla="*/ 54 w 108"/>
              <a:gd name="T19" fmla="*/ 75 h 123"/>
              <a:gd name="T20" fmla="*/ 74 w 108"/>
              <a:gd name="T21" fmla="*/ 55 h 123"/>
              <a:gd name="T22" fmla="*/ 54 w 108"/>
              <a:gd name="T23" fmla="*/ 34 h 123"/>
              <a:gd name="T24" fmla="*/ 46 w 108"/>
              <a:gd name="T25" fmla="*/ 58 h 123"/>
              <a:gd name="T26" fmla="*/ 52 w 108"/>
              <a:gd name="T27" fmla="*/ 65 h 123"/>
              <a:gd name="T28" fmla="*/ 62 w 108"/>
              <a:gd name="T29" fmla="*/ 49 h 123"/>
              <a:gd name="T30" fmla="*/ 54 w 108"/>
              <a:gd name="T31" fmla="*/ 11 h 123"/>
              <a:gd name="T32" fmla="*/ 54 w 108"/>
              <a:gd name="T33" fmla="*/ 0 h 123"/>
              <a:gd name="T34" fmla="*/ 32 w 108"/>
              <a:gd name="T35" fmla="*/ 17 h 123"/>
              <a:gd name="T36" fmla="*/ 27 w 108"/>
              <a:gd name="T37" fmla="*/ 8 h 123"/>
              <a:gd name="T38" fmla="*/ 7 w 108"/>
              <a:gd name="T39" fmla="*/ 28 h 123"/>
              <a:gd name="T40" fmla="*/ 16 w 108"/>
              <a:gd name="T41" fmla="*/ 33 h 123"/>
              <a:gd name="T42" fmla="*/ 0 w 108"/>
              <a:gd name="T43" fmla="*/ 55 h 123"/>
              <a:gd name="T44" fmla="*/ 10 w 108"/>
              <a:gd name="T45" fmla="*/ 55 h 123"/>
              <a:gd name="T46" fmla="*/ 81 w 108"/>
              <a:gd name="T47" fmla="*/ 8 h 123"/>
              <a:gd name="T48" fmla="*/ 76 w 108"/>
              <a:gd name="T49" fmla="*/ 17 h 123"/>
              <a:gd name="T50" fmla="*/ 101 w 108"/>
              <a:gd name="T51" fmla="*/ 28 h 123"/>
              <a:gd name="T52" fmla="*/ 92 w 108"/>
              <a:gd name="T53" fmla="*/ 33 h 123"/>
              <a:gd name="T54" fmla="*/ 98 w 108"/>
              <a:gd name="T55" fmla="*/ 55 h 123"/>
              <a:gd name="T56" fmla="*/ 108 w 108"/>
              <a:gd name="T57" fmla="*/ 55 h 123"/>
              <a:gd name="T58" fmla="*/ 66 w 108"/>
              <a:gd name="T59" fmla="*/ 99 h 123"/>
              <a:gd name="T60" fmla="*/ 39 w 108"/>
              <a:gd name="T61" fmla="*/ 107 h 123"/>
              <a:gd name="T62" fmla="*/ 36 w 108"/>
              <a:gd name="T63" fmla="*/ 111 h 123"/>
              <a:gd name="T64" fmla="*/ 41 w 108"/>
              <a:gd name="T65" fmla="*/ 115 h 123"/>
              <a:gd name="T66" fmla="*/ 43 w 108"/>
              <a:gd name="T67" fmla="*/ 115 h 123"/>
              <a:gd name="T68" fmla="*/ 66 w 108"/>
              <a:gd name="T69" fmla="*/ 109 h 123"/>
              <a:gd name="T70" fmla="*/ 66 w 108"/>
              <a:gd name="T71" fmla="*/ 108 h 123"/>
              <a:gd name="T72" fmla="*/ 67 w 108"/>
              <a:gd name="T73" fmla="*/ 108 h 123"/>
              <a:gd name="T74" fmla="*/ 72 w 108"/>
              <a:gd name="T75" fmla="*/ 113 h 123"/>
              <a:gd name="T76" fmla="*/ 69 w 108"/>
              <a:gd name="T77" fmla="*/ 117 h 123"/>
              <a:gd name="T78" fmla="*/ 46 w 108"/>
              <a:gd name="T79"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 h="123">
                <a:moveTo>
                  <a:pt x="34" y="96"/>
                </a:moveTo>
                <a:cubicBezTo>
                  <a:pt x="35" y="91"/>
                  <a:pt x="33" y="85"/>
                  <a:pt x="26" y="74"/>
                </a:cubicBezTo>
                <a:cubicBezTo>
                  <a:pt x="22" y="69"/>
                  <a:pt x="20" y="62"/>
                  <a:pt x="20" y="56"/>
                </a:cubicBezTo>
                <a:cubicBezTo>
                  <a:pt x="20" y="37"/>
                  <a:pt x="35" y="21"/>
                  <a:pt x="54" y="21"/>
                </a:cubicBezTo>
                <a:cubicBezTo>
                  <a:pt x="73" y="21"/>
                  <a:pt x="88" y="37"/>
                  <a:pt x="88" y="56"/>
                </a:cubicBezTo>
                <a:cubicBezTo>
                  <a:pt x="88" y="62"/>
                  <a:pt x="86" y="69"/>
                  <a:pt x="82" y="74"/>
                </a:cubicBezTo>
                <a:cubicBezTo>
                  <a:pt x="77" y="83"/>
                  <a:pt x="74" y="88"/>
                  <a:pt x="74" y="93"/>
                </a:cubicBezTo>
                <a:moveTo>
                  <a:pt x="54" y="34"/>
                </a:moveTo>
                <a:cubicBezTo>
                  <a:pt x="43" y="34"/>
                  <a:pt x="34" y="44"/>
                  <a:pt x="34" y="55"/>
                </a:cubicBezTo>
                <a:cubicBezTo>
                  <a:pt x="34" y="66"/>
                  <a:pt x="43" y="75"/>
                  <a:pt x="54" y="75"/>
                </a:cubicBezTo>
                <a:cubicBezTo>
                  <a:pt x="65" y="75"/>
                  <a:pt x="74" y="66"/>
                  <a:pt x="74" y="55"/>
                </a:cubicBezTo>
                <a:cubicBezTo>
                  <a:pt x="74" y="44"/>
                  <a:pt x="65" y="34"/>
                  <a:pt x="54" y="34"/>
                </a:cubicBezTo>
                <a:close/>
                <a:moveTo>
                  <a:pt x="46" y="58"/>
                </a:moveTo>
                <a:cubicBezTo>
                  <a:pt x="52" y="65"/>
                  <a:pt x="52" y="65"/>
                  <a:pt x="52" y="65"/>
                </a:cubicBezTo>
                <a:cubicBezTo>
                  <a:pt x="62" y="49"/>
                  <a:pt x="62" y="49"/>
                  <a:pt x="62" y="49"/>
                </a:cubicBezTo>
                <a:moveTo>
                  <a:pt x="54" y="11"/>
                </a:moveTo>
                <a:cubicBezTo>
                  <a:pt x="54" y="0"/>
                  <a:pt x="54" y="0"/>
                  <a:pt x="54" y="0"/>
                </a:cubicBezTo>
                <a:moveTo>
                  <a:pt x="32" y="17"/>
                </a:moveTo>
                <a:cubicBezTo>
                  <a:pt x="27" y="8"/>
                  <a:pt x="27" y="8"/>
                  <a:pt x="27" y="8"/>
                </a:cubicBezTo>
                <a:moveTo>
                  <a:pt x="7" y="28"/>
                </a:moveTo>
                <a:cubicBezTo>
                  <a:pt x="16" y="33"/>
                  <a:pt x="16" y="33"/>
                  <a:pt x="16" y="33"/>
                </a:cubicBezTo>
                <a:moveTo>
                  <a:pt x="0" y="55"/>
                </a:moveTo>
                <a:cubicBezTo>
                  <a:pt x="10" y="55"/>
                  <a:pt x="10" y="55"/>
                  <a:pt x="10" y="55"/>
                </a:cubicBezTo>
                <a:moveTo>
                  <a:pt x="81" y="8"/>
                </a:moveTo>
                <a:cubicBezTo>
                  <a:pt x="76" y="17"/>
                  <a:pt x="76" y="17"/>
                  <a:pt x="76" y="17"/>
                </a:cubicBezTo>
                <a:moveTo>
                  <a:pt x="101" y="28"/>
                </a:moveTo>
                <a:cubicBezTo>
                  <a:pt x="92" y="33"/>
                  <a:pt x="92" y="33"/>
                  <a:pt x="92" y="33"/>
                </a:cubicBezTo>
                <a:moveTo>
                  <a:pt x="98" y="55"/>
                </a:moveTo>
                <a:cubicBezTo>
                  <a:pt x="108" y="55"/>
                  <a:pt x="108" y="55"/>
                  <a:pt x="108" y="55"/>
                </a:cubicBezTo>
                <a:moveTo>
                  <a:pt x="66" y="99"/>
                </a:moveTo>
                <a:cubicBezTo>
                  <a:pt x="66" y="99"/>
                  <a:pt x="39" y="107"/>
                  <a:pt x="39" y="107"/>
                </a:cubicBezTo>
                <a:cubicBezTo>
                  <a:pt x="38" y="107"/>
                  <a:pt x="36" y="109"/>
                  <a:pt x="36" y="111"/>
                </a:cubicBezTo>
                <a:cubicBezTo>
                  <a:pt x="36" y="113"/>
                  <a:pt x="38" y="115"/>
                  <a:pt x="41" y="115"/>
                </a:cubicBezTo>
                <a:cubicBezTo>
                  <a:pt x="41" y="115"/>
                  <a:pt x="43" y="115"/>
                  <a:pt x="43" y="115"/>
                </a:cubicBezTo>
                <a:cubicBezTo>
                  <a:pt x="66" y="109"/>
                  <a:pt x="66" y="109"/>
                  <a:pt x="66" y="109"/>
                </a:cubicBezTo>
                <a:cubicBezTo>
                  <a:pt x="66" y="108"/>
                  <a:pt x="66" y="108"/>
                  <a:pt x="66" y="108"/>
                </a:cubicBezTo>
                <a:cubicBezTo>
                  <a:pt x="67" y="108"/>
                  <a:pt x="67" y="108"/>
                  <a:pt x="67" y="108"/>
                </a:cubicBezTo>
                <a:cubicBezTo>
                  <a:pt x="70" y="108"/>
                  <a:pt x="72" y="110"/>
                  <a:pt x="72" y="113"/>
                </a:cubicBezTo>
                <a:cubicBezTo>
                  <a:pt x="72" y="115"/>
                  <a:pt x="70" y="116"/>
                  <a:pt x="69" y="117"/>
                </a:cubicBezTo>
                <a:cubicBezTo>
                  <a:pt x="46" y="123"/>
                  <a:pt x="46" y="123"/>
                  <a:pt x="46" y="123"/>
                </a:cubicBez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A273D0F8-C08D-45AD-B1BA-CFF13425C4F1}"/>
              </a:ext>
            </a:extLst>
          </p:cNvPr>
          <p:cNvSpPr>
            <a:spLocks noEditPoints="1"/>
          </p:cNvSpPr>
          <p:nvPr/>
        </p:nvSpPr>
        <p:spPr bwMode="auto">
          <a:xfrm>
            <a:off x="8413750" y="1554447"/>
            <a:ext cx="612775" cy="344488"/>
          </a:xfrm>
          <a:custGeom>
            <a:avLst/>
            <a:gdLst>
              <a:gd name="T0" fmla="*/ 37 w 158"/>
              <a:gd name="T1" fmla="*/ 73 h 89"/>
              <a:gd name="T2" fmla="*/ 37 w 158"/>
              <a:gd name="T3" fmla="*/ 66 h 89"/>
              <a:gd name="T4" fmla="*/ 46 w 158"/>
              <a:gd name="T5" fmla="*/ 58 h 89"/>
              <a:gd name="T6" fmla="*/ 51 w 158"/>
              <a:gd name="T7" fmla="*/ 62 h 89"/>
              <a:gd name="T8" fmla="*/ 44 w 158"/>
              <a:gd name="T9" fmla="*/ 72 h 89"/>
              <a:gd name="T10" fmla="*/ 96 w 158"/>
              <a:gd name="T11" fmla="*/ 65 h 89"/>
              <a:gd name="T12" fmla="*/ 115 w 158"/>
              <a:gd name="T13" fmla="*/ 73 h 89"/>
              <a:gd name="T14" fmla="*/ 116 w 158"/>
              <a:gd name="T15" fmla="*/ 65 h 89"/>
              <a:gd name="T16" fmla="*/ 97 w 158"/>
              <a:gd name="T17" fmla="*/ 79 h 89"/>
              <a:gd name="T18" fmla="*/ 106 w 158"/>
              <a:gd name="T19" fmla="*/ 80 h 89"/>
              <a:gd name="T20" fmla="*/ 107 w 158"/>
              <a:gd name="T21" fmla="*/ 73 h 89"/>
              <a:gd name="T22" fmla="*/ 86 w 158"/>
              <a:gd name="T23" fmla="*/ 86 h 89"/>
              <a:gd name="T24" fmla="*/ 95 w 158"/>
              <a:gd name="T25" fmla="*/ 86 h 89"/>
              <a:gd name="T26" fmla="*/ 97 w 158"/>
              <a:gd name="T27" fmla="*/ 79 h 89"/>
              <a:gd name="T28" fmla="*/ 74 w 158"/>
              <a:gd name="T29" fmla="*/ 87 h 89"/>
              <a:gd name="T30" fmla="*/ 84 w 158"/>
              <a:gd name="T31" fmla="*/ 86 h 89"/>
              <a:gd name="T32" fmla="*/ 50 w 158"/>
              <a:gd name="T33" fmla="*/ 80 h 89"/>
              <a:gd name="T34" fmla="*/ 61 w 158"/>
              <a:gd name="T35" fmla="*/ 61 h 89"/>
              <a:gd name="T36" fmla="*/ 54 w 158"/>
              <a:gd name="T37" fmla="*/ 61 h 89"/>
              <a:gd name="T38" fmla="*/ 43 w 158"/>
              <a:gd name="T39" fmla="*/ 80 h 89"/>
              <a:gd name="T40" fmla="*/ 50 w 158"/>
              <a:gd name="T41" fmla="*/ 80 h 89"/>
              <a:gd name="T42" fmla="*/ 69 w 158"/>
              <a:gd name="T43" fmla="*/ 73 h 89"/>
              <a:gd name="T44" fmla="*/ 65 w 158"/>
              <a:gd name="T45" fmla="*/ 65 h 89"/>
              <a:gd name="T46" fmla="*/ 52 w 158"/>
              <a:gd name="T47" fmla="*/ 77 h 89"/>
              <a:gd name="T48" fmla="*/ 56 w 158"/>
              <a:gd name="T49" fmla="*/ 85 h 89"/>
              <a:gd name="T50" fmla="*/ 73 w 158"/>
              <a:gd name="T51" fmla="*/ 83 h 89"/>
              <a:gd name="T52" fmla="*/ 74 w 158"/>
              <a:gd name="T53" fmla="*/ 74 h 89"/>
              <a:gd name="T54" fmla="*/ 67 w 158"/>
              <a:gd name="T55" fmla="*/ 75 h 89"/>
              <a:gd name="T56" fmla="*/ 62 w 158"/>
              <a:gd name="T57" fmla="*/ 88 h 89"/>
              <a:gd name="T58" fmla="*/ 68 w 158"/>
              <a:gd name="T59" fmla="*/ 88 h 89"/>
              <a:gd name="T60" fmla="*/ 136 w 158"/>
              <a:gd name="T61" fmla="*/ 0 h 89"/>
              <a:gd name="T62" fmla="*/ 132 w 158"/>
              <a:gd name="T63" fmla="*/ 53 h 89"/>
              <a:gd name="T64" fmla="*/ 158 w 158"/>
              <a:gd name="T65" fmla="*/ 42 h 89"/>
              <a:gd name="T66" fmla="*/ 85 w 158"/>
              <a:gd name="T67" fmla="*/ 23 h 89"/>
              <a:gd name="T68" fmla="*/ 78 w 158"/>
              <a:gd name="T69" fmla="*/ 23 h 89"/>
              <a:gd name="T70" fmla="*/ 54 w 158"/>
              <a:gd name="T71" fmla="*/ 34 h 89"/>
              <a:gd name="T72" fmla="*/ 75 w 158"/>
              <a:gd name="T73" fmla="*/ 40 h 89"/>
              <a:gd name="T74" fmla="*/ 116 w 158"/>
              <a:gd name="T75" fmla="*/ 65 h 89"/>
              <a:gd name="T76" fmla="*/ 123 w 158"/>
              <a:gd name="T77" fmla="*/ 56 h 89"/>
              <a:gd name="T78" fmla="*/ 116 w 158"/>
              <a:gd name="T79" fmla="*/ 65 h 89"/>
              <a:gd name="T80" fmla="*/ 40 w 158"/>
              <a:gd name="T81" fmla="*/ 63 h 89"/>
              <a:gd name="T82" fmla="*/ 22 w 158"/>
              <a:gd name="T83" fmla="*/ 59 h 89"/>
              <a:gd name="T84" fmla="*/ 32 w 158"/>
              <a:gd name="T85" fmla="*/ 0 h 89"/>
              <a:gd name="T86" fmla="*/ 38 w 158"/>
              <a:gd name="T87" fmla="*/ 65 h 89"/>
              <a:gd name="T88" fmla="*/ 52 w 158"/>
              <a:gd name="T89" fmla="*/ 2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 h="89">
                <a:moveTo>
                  <a:pt x="41" y="74"/>
                </a:moveTo>
                <a:cubicBezTo>
                  <a:pt x="39" y="74"/>
                  <a:pt x="38" y="74"/>
                  <a:pt x="37" y="73"/>
                </a:cubicBezTo>
                <a:cubicBezTo>
                  <a:pt x="36" y="72"/>
                  <a:pt x="35" y="71"/>
                  <a:pt x="35" y="69"/>
                </a:cubicBezTo>
                <a:cubicBezTo>
                  <a:pt x="35" y="68"/>
                  <a:pt x="36" y="67"/>
                  <a:pt x="37" y="66"/>
                </a:cubicBezTo>
                <a:cubicBezTo>
                  <a:pt x="43" y="59"/>
                  <a:pt x="43" y="59"/>
                  <a:pt x="43" y="59"/>
                </a:cubicBezTo>
                <a:cubicBezTo>
                  <a:pt x="44" y="58"/>
                  <a:pt x="45" y="58"/>
                  <a:pt x="46" y="58"/>
                </a:cubicBezTo>
                <a:cubicBezTo>
                  <a:pt x="47" y="57"/>
                  <a:pt x="48" y="58"/>
                  <a:pt x="49" y="59"/>
                </a:cubicBezTo>
                <a:cubicBezTo>
                  <a:pt x="50" y="60"/>
                  <a:pt x="51" y="61"/>
                  <a:pt x="51" y="62"/>
                </a:cubicBezTo>
                <a:cubicBezTo>
                  <a:pt x="51" y="63"/>
                  <a:pt x="51" y="65"/>
                  <a:pt x="50" y="66"/>
                </a:cubicBezTo>
                <a:cubicBezTo>
                  <a:pt x="44" y="72"/>
                  <a:pt x="44" y="72"/>
                  <a:pt x="44" y="72"/>
                </a:cubicBezTo>
                <a:cubicBezTo>
                  <a:pt x="43" y="73"/>
                  <a:pt x="42" y="74"/>
                  <a:pt x="41" y="74"/>
                </a:cubicBezTo>
                <a:close/>
                <a:moveTo>
                  <a:pt x="96" y="65"/>
                </a:moveTo>
                <a:cubicBezTo>
                  <a:pt x="96" y="65"/>
                  <a:pt x="108" y="74"/>
                  <a:pt x="111" y="75"/>
                </a:cubicBezTo>
                <a:cubicBezTo>
                  <a:pt x="113" y="75"/>
                  <a:pt x="114" y="74"/>
                  <a:pt x="115" y="73"/>
                </a:cubicBezTo>
                <a:cubicBezTo>
                  <a:pt x="117" y="72"/>
                  <a:pt x="117" y="70"/>
                  <a:pt x="117" y="68"/>
                </a:cubicBezTo>
                <a:cubicBezTo>
                  <a:pt x="117" y="67"/>
                  <a:pt x="117" y="66"/>
                  <a:pt x="116" y="65"/>
                </a:cubicBezTo>
                <a:moveTo>
                  <a:pt x="87" y="71"/>
                </a:moveTo>
                <a:cubicBezTo>
                  <a:pt x="97" y="79"/>
                  <a:pt x="97" y="79"/>
                  <a:pt x="97" y="79"/>
                </a:cubicBezTo>
                <a:cubicBezTo>
                  <a:pt x="98" y="81"/>
                  <a:pt x="99" y="81"/>
                  <a:pt x="101" y="81"/>
                </a:cubicBezTo>
                <a:cubicBezTo>
                  <a:pt x="103" y="81"/>
                  <a:pt x="104" y="81"/>
                  <a:pt x="106" y="80"/>
                </a:cubicBezTo>
                <a:cubicBezTo>
                  <a:pt x="107" y="79"/>
                  <a:pt x="108" y="77"/>
                  <a:pt x="108" y="75"/>
                </a:cubicBezTo>
                <a:cubicBezTo>
                  <a:pt x="108" y="74"/>
                  <a:pt x="107" y="73"/>
                  <a:pt x="107" y="73"/>
                </a:cubicBezTo>
                <a:moveTo>
                  <a:pt x="81" y="81"/>
                </a:moveTo>
                <a:cubicBezTo>
                  <a:pt x="86" y="86"/>
                  <a:pt x="86" y="86"/>
                  <a:pt x="86" y="86"/>
                </a:cubicBezTo>
                <a:cubicBezTo>
                  <a:pt x="87" y="87"/>
                  <a:pt x="89" y="88"/>
                  <a:pt x="90" y="88"/>
                </a:cubicBezTo>
                <a:cubicBezTo>
                  <a:pt x="92" y="88"/>
                  <a:pt x="94" y="87"/>
                  <a:pt x="95" y="86"/>
                </a:cubicBezTo>
                <a:cubicBezTo>
                  <a:pt x="96" y="85"/>
                  <a:pt x="97" y="83"/>
                  <a:pt x="97" y="81"/>
                </a:cubicBezTo>
                <a:cubicBezTo>
                  <a:pt x="97" y="81"/>
                  <a:pt x="97" y="80"/>
                  <a:pt x="97" y="79"/>
                </a:cubicBezTo>
                <a:moveTo>
                  <a:pt x="70" y="85"/>
                </a:moveTo>
                <a:cubicBezTo>
                  <a:pt x="74" y="87"/>
                  <a:pt x="74" y="87"/>
                  <a:pt x="74" y="87"/>
                </a:cubicBezTo>
                <a:cubicBezTo>
                  <a:pt x="75" y="88"/>
                  <a:pt x="77" y="88"/>
                  <a:pt x="79" y="88"/>
                </a:cubicBezTo>
                <a:cubicBezTo>
                  <a:pt x="81" y="88"/>
                  <a:pt x="83" y="88"/>
                  <a:pt x="84" y="86"/>
                </a:cubicBezTo>
                <a:cubicBezTo>
                  <a:pt x="85" y="86"/>
                  <a:pt x="85" y="85"/>
                  <a:pt x="85" y="85"/>
                </a:cubicBezTo>
                <a:moveTo>
                  <a:pt x="50" y="80"/>
                </a:moveTo>
                <a:cubicBezTo>
                  <a:pt x="61" y="67"/>
                  <a:pt x="61" y="67"/>
                  <a:pt x="61" y="67"/>
                </a:cubicBezTo>
                <a:cubicBezTo>
                  <a:pt x="63" y="65"/>
                  <a:pt x="63" y="62"/>
                  <a:pt x="61" y="61"/>
                </a:cubicBezTo>
                <a:cubicBezTo>
                  <a:pt x="60" y="60"/>
                  <a:pt x="58" y="59"/>
                  <a:pt x="57" y="59"/>
                </a:cubicBezTo>
                <a:cubicBezTo>
                  <a:pt x="56" y="60"/>
                  <a:pt x="55" y="60"/>
                  <a:pt x="54" y="61"/>
                </a:cubicBezTo>
                <a:cubicBezTo>
                  <a:pt x="43" y="73"/>
                  <a:pt x="43" y="73"/>
                  <a:pt x="43" y="73"/>
                </a:cubicBezTo>
                <a:cubicBezTo>
                  <a:pt x="41" y="75"/>
                  <a:pt x="41" y="78"/>
                  <a:pt x="43" y="80"/>
                </a:cubicBezTo>
                <a:cubicBezTo>
                  <a:pt x="44" y="81"/>
                  <a:pt x="46" y="81"/>
                  <a:pt x="47" y="81"/>
                </a:cubicBezTo>
                <a:cubicBezTo>
                  <a:pt x="48" y="81"/>
                  <a:pt x="49" y="80"/>
                  <a:pt x="50" y="80"/>
                </a:cubicBezTo>
                <a:close/>
                <a:moveTo>
                  <a:pt x="59" y="84"/>
                </a:moveTo>
                <a:cubicBezTo>
                  <a:pt x="69" y="73"/>
                  <a:pt x="69" y="73"/>
                  <a:pt x="69" y="73"/>
                </a:cubicBezTo>
                <a:cubicBezTo>
                  <a:pt x="71" y="71"/>
                  <a:pt x="71" y="68"/>
                  <a:pt x="69" y="66"/>
                </a:cubicBezTo>
                <a:cubicBezTo>
                  <a:pt x="68" y="65"/>
                  <a:pt x="66" y="65"/>
                  <a:pt x="65" y="65"/>
                </a:cubicBezTo>
                <a:cubicBezTo>
                  <a:pt x="64" y="65"/>
                  <a:pt x="63" y="65"/>
                  <a:pt x="62" y="66"/>
                </a:cubicBezTo>
                <a:cubicBezTo>
                  <a:pt x="52" y="77"/>
                  <a:pt x="52" y="77"/>
                  <a:pt x="52" y="77"/>
                </a:cubicBezTo>
                <a:cubicBezTo>
                  <a:pt x="50" y="79"/>
                  <a:pt x="50" y="82"/>
                  <a:pt x="52" y="84"/>
                </a:cubicBezTo>
                <a:cubicBezTo>
                  <a:pt x="53" y="85"/>
                  <a:pt x="55" y="86"/>
                  <a:pt x="56" y="85"/>
                </a:cubicBezTo>
                <a:cubicBezTo>
                  <a:pt x="57" y="85"/>
                  <a:pt x="58" y="85"/>
                  <a:pt x="59" y="84"/>
                </a:cubicBezTo>
                <a:close/>
                <a:moveTo>
                  <a:pt x="73" y="83"/>
                </a:moveTo>
                <a:cubicBezTo>
                  <a:pt x="74" y="81"/>
                  <a:pt x="74" y="81"/>
                  <a:pt x="74" y="81"/>
                </a:cubicBezTo>
                <a:cubicBezTo>
                  <a:pt x="76" y="79"/>
                  <a:pt x="76" y="76"/>
                  <a:pt x="74" y="74"/>
                </a:cubicBezTo>
                <a:cubicBezTo>
                  <a:pt x="73" y="73"/>
                  <a:pt x="71" y="73"/>
                  <a:pt x="70" y="73"/>
                </a:cubicBezTo>
                <a:cubicBezTo>
                  <a:pt x="69" y="73"/>
                  <a:pt x="68" y="74"/>
                  <a:pt x="67" y="75"/>
                </a:cubicBezTo>
                <a:cubicBezTo>
                  <a:pt x="61" y="81"/>
                  <a:pt x="61" y="81"/>
                  <a:pt x="61" y="81"/>
                </a:cubicBezTo>
                <a:cubicBezTo>
                  <a:pt x="60" y="83"/>
                  <a:pt x="60" y="86"/>
                  <a:pt x="62" y="88"/>
                </a:cubicBezTo>
                <a:cubicBezTo>
                  <a:pt x="63" y="89"/>
                  <a:pt x="64" y="89"/>
                  <a:pt x="66" y="89"/>
                </a:cubicBezTo>
                <a:cubicBezTo>
                  <a:pt x="67" y="89"/>
                  <a:pt x="68" y="88"/>
                  <a:pt x="68" y="88"/>
                </a:cubicBezTo>
                <a:lnTo>
                  <a:pt x="73" y="83"/>
                </a:lnTo>
                <a:close/>
                <a:moveTo>
                  <a:pt x="136" y="0"/>
                </a:moveTo>
                <a:cubicBezTo>
                  <a:pt x="126" y="5"/>
                  <a:pt x="111" y="13"/>
                  <a:pt x="109" y="15"/>
                </a:cubicBezTo>
                <a:cubicBezTo>
                  <a:pt x="111" y="18"/>
                  <a:pt x="120" y="33"/>
                  <a:pt x="132" y="53"/>
                </a:cubicBezTo>
                <a:cubicBezTo>
                  <a:pt x="133" y="56"/>
                  <a:pt x="133" y="56"/>
                  <a:pt x="133" y="56"/>
                </a:cubicBezTo>
                <a:cubicBezTo>
                  <a:pt x="158" y="42"/>
                  <a:pt x="158" y="42"/>
                  <a:pt x="158" y="42"/>
                </a:cubicBezTo>
                <a:moveTo>
                  <a:pt x="112" y="20"/>
                </a:moveTo>
                <a:cubicBezTo>
                  <a:pt x="99" y="15"/>
                  <a:pt x="93" y="23"/>
                  <a:pt x="85" y="23"/>
                </a:cubicBezTo>
                <a:cubicBezTo>
                  <a:pt x="82" y="23"/>
                  <a:pt x="80" y="23"/>
                  <a:pt x="78" y="23"/>
                </a:cubicBezTo>
                <a:cubicBezTo>
                  <a:pt x="78" y="23"/>
                  <a:pt x="78" y="23"/>
                  <a:pt x="78" y="23"/>
                </a:cubicBezTo>
                <a:cubicBezTo>
                  <a:pt x="77" y="23"/>
                  <a:pt x="76" y="23"/>
                  <a:pt x="76" y="24"/>
                </a:cubicBezTo>
                <a:cubicBezTo>
                  <a:pt x="54" y="34"/>
                  <a:pt x="54" y="34"/>
                  <a:pt x="54" y="34"/>
                </a:cubicBezTo>
                <a:cubicBezTo>
                  <a:pt x="44" y="40"/>
                  <a:pt x="54" y="47"/>
                  <a:pt x="57" y="46"/>
                </a:cubicBezTo>
                <a:cubicBezTo>
                  <a:pt x="61" y="46"/>
                  <a:pt x="69" y="42"/>
                  <a:pt x="75" y="40"/>
                </a:cubicBezTo>
                <a:cubicBezTo>
                  <a:pt x="78" y="38"/>
                  <a:pt x="82" y="39"/>
                  <a:pt x="85" y="41"/>
                </a:cubicBezTo>
                <a:cubicBezTo>
                  <a:pt x="95" y="48"/>
                  <a:pt x="115" y="63"/>
                  <a:pt x="116" y="65"/>
                </a:cubicBezTo>
                <a:moveTo>
                  <a:pt x="130" y="51"/>
                </a:moveTo>
                <a:cubicBezTo>
                  <a:pt x="129" y="52"/>
                  <a:pt x="124" y="55"/>
                  <a:pt x="123" y="56"/>
                </a:cubicBezTo>
                <a:cubicBezTo>
                  <a:pt x="123" y="56"/>
                  <a:pt x="122" y="57"/>
                  <a:pt x="121" y="59"/>
                </a:cubicBezTo>
                <a:cubicBezTo>
                  <a:pt x="120" y="61"/>
                  <a:pt x="118" y="64"/>
                  <a:pt x="116" y="65"/>
                </a:cubicBezTo>
                <a:moveTo>
                  <a:pt x="40" y="63"/>
                </a:moveTo>
                <a:cubicBezTo>
                  <a:pt x="40" y="63"/>
                  <a:pt x="40" y="63"/>
                  <a:pt x="40" y="63"/>
                </a:cubicBezTo>
                <a:moveTo>
                  <a:pt x="0" y="40"/>
                </a:moveTo>
                <a:cubicBezTo>
                  <a:pt x="22" y="59"/>
                  <a:pt x="22" y="59"/>
                  <a:pt x="22" y="59"/>
                </a:cubicBezTo>
                <a:cubicBezTo>
                  <a:pt x="55" y="18"/>
                  <a:pt x="55" y="18"/>
                  <a:pt x="55" y="18"/>
                </a:cubicBezTo>
                <a:cubicBezTo>
                  <a:pt x="32" y="0"/>
                  <a:pt x="32" y="0"/>
                  <a:pt x="32" y="0"/>
                </a:cubicBezTo>
                <a:moveTo>
                  <a:pt x="25" y="56"/>
                </a:moveTo>
                <a:cubicBezTo>
                  <a:pt x="31" y="61"/>
                  <a:pt x="38" y="65"/>
                  <a:pt x="38" y="65"/>
                </a:cubicBezTo>
                <a:moveTo>
                  <a:pt x="68" y="28"/>
                </a:moveTo>
                <a:cubicBezTo>
                  <a:pt x="65" y="26"/>
                  <a:pt x="58" y="23"/>
                  <a:pt x="52" y="22"/>
                </a:cubicBez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4C252AF6-1BA8-4BC6-9339-445944F25DBB}"/>
              </a:ext>
            </a:extLst>
          </p:cNvPr>
          <p:cNvSpPr>
            <a:spLocks noEditPoints="1"/>
          </p:cNvSpPr>
          <p:nvPr/>
        </p:nvSpPr>
        <p:spPr bwMode="auto">
          <a:xfrm>
            <a:off x="8483600" y="3934110"/>
            <a:ext cx="473075" cy="379413"/>
          </a:xfrm>
          <a:custGeom>
            <a:avLst/>
            <a:gdLst>
              <a:gd name="T0" fmla="*/ 122 w 122"/>
              <a:gd name="T1" fmla="*/ 98 h 98"/>
              <a:gd name="T2" fmla="*/ 0 w 122"/>
              <a:gd name="T3" fmla="*/ 98 h 98"/>
              <a:gd name="T4" fmla="*/ 30 w 122"/>
              <a:gd name="T5" fmla="*/ 72 h 98"/>
              <a:gd name="T6" fmla="*/ 13 w 122"/>
              <a:gd name="T7" fmla="*/ 72 h 98"/>
              <a:gd name="T8" fmla="*/ 13 w 122"/>
              <a:gd name="T9" fmla="*/ 98 h 98"/>
              <a:gd name="T10" fmla="*/ 30 w 122"/>
              <a:gd name="T11" fmla="*/ 98 h 98"/>
              <a:gd name="T12" fmla="*/ 30 w 122"/>
              <a:gd name="T13" fmla="*/ 72 h 98"/>
              <a:gd name="T14" fmla="*/ 56 w 122"/>
              <a:gd name="T15" fmla="*/ 46 h 98"/>
              <a:gd name="T16" fmla="*/ 39 w 122"/>
              <a:gd name="T17" fmla="*/ 46 h 98"/>
              <a:gd name="T18" fmla="*/ 39 w 122"/>
              <a:gd name="T19" fmla="*/ 98 h 98"/>
              <a:gd name="T20" fmla="*/ 56 w 122"/>
              <a:gd name="T21" fmla="*/ 98 h 98"/>
              <a:gd name="T22" fmla="*/ 56 w 122"/>
              <a:gd name="T23" fmla="*/ 46 h 98"/>
              <a:gd name="T24" fmla="*/ 82 w 122"/>
              <a:gd name="T25" fmla="*/ 57 h 98"/>
              <a:gd name="T26" fmla="*/ 66 w 122"/>
              <a:gd name="T27" fmla="*/ 57 h 98"/>
              <a:gd name="T28" fmla="*/ 66 w 122"/>
              <a:gd name="T29" fmla="*/ 98 h 98"/>
              <a:gd name="T30" fmla="*/ 82 w 122"/>
              <a:gd name="T31" fmla="*/ 98 h 98"/>
              <a:gd name="T32" fmla="*/ 82 w 122"/>
              <a:gd name="T33" fmla="*/ 57 h 98"/>
              <a:gd name="T34" fmla="*/ 109 w 122"/>
              <a:gd name="T35" fmla="*/ 30 h 98"/>
              <a:gd name="T36" fmla="*/ 92 w 122"/>
              <a:gd name="T37" fmla="*/ 30 h 98"/>
              <a:gd name="T38" fmla="*/ 92 w 122"/>
              <a:gd name="T39" fmla="*/ 98 h 98"/>
              <a:gd name="T40" fmla="*/ 109 w 122"/>
              <a:gd name="T41" fmla="*/ 98 h 98"/>
              <a:gd name="T42" fmla="*/ 109 w 122"/>
              <a:gd name="T43" fmla="*/ 30 h 98"/>
              <a:gd name="T44" fmla="*/ 21 w 122"/>
              <a:gd name="T45" fmla="*/ 43 h 98"/>
              <a:gd name="T46" fmla="*/ 17 w 122"/>
              <a:gd name="T47" fmla="*/ 48 h 98"/>
              <a:gd name="T48" fmla="*/ 21 w 122"/>
              <a:gd name="T49" fmla="*/ 52 h 98"/>
              <a:gd name="T50" fmla="*/ 26 w 122"/>
              <a:gd name="T51" fmla="*/ 48 h 98"/>
              <a:gd name="T52" fmla="*/ 21 w 122"/>
              <a:gd name="T53" fmla="*/ 43 h 98"/>
              <a:gd name="T54" fmla="*/ 48 w 122"/>
              <a:gd name="T55" fmla="*/ 18 h 98"/>
              <a:gd name="T56" fmla="*/ 43 w 122"/>
              <a:gd name="T57" fmla="*/ 23 h 98"/>
              <a:gd name="T58" fmla="*/ 48 w 122"/>
              <a:gd name="T59" fmla="*/ 27 h 98"/>
              <a:gd name="T60" fmla="*/ 52 w 122"/>
              <a:gd name="T61" fmla="*/ 23 h 98"/>
              <a:gd name="T62" fmla="*/ 48 w 122"/>
              <a:gd name="T63" fmla="*/ 18 h 98"/>
              <a:gd name="T64" fmla="*/ 74 w 122"/>
              <a:gd name="T65" fmla="*/ 30 h 98"/>
              <a:gd name="T66" fmla="*/ 69 w 122"/>
              <a:gd name="T67" fmla="*/ 35 h 98"/>
              <a:gd name="T68" fmla="*/ 74 w 122"/>
              <a:gd name="T69" fmla="*/ 40 h 98"/>
              <a:gd name="T70" fmla="*/ 79 w 122"/>
              <a:gd name="T71" fmla="*/ 35 h 98"/>
              <a:gd name="T72" fmla="*/ 74 w 122"/>
              <a:gd name="T73" fmla="*/ 30 h 98"/>
              <a:gd name="T74" fmla="*/ 100 w 122"/>
              <a:gd name="T75" fmla="*/ 0 h 98"/>
              <a:gd name="T76" fmla="*/ 95 w 122"/>
              <a:gd name="T77" fmla="*/ 5 h 98"/>
              <a:gd name="T78" fmla="*/ 100 w 122"/>
              <a:gd name="T79" fmla="*/ 10 h 98"/>
              <a:gd name="T80" fmla="*/ 105 w 122"/>
              <a:gd name="T81" fmla="*/ 5 h 98"/>
              <a:gd name="T82" fmla="*/ 100 w 122"/>
              <a:gd name="T83" fmla="*/ 0 h 98"/>
              <a:gd name="T84" fmla="*/ 77 w 122"/>
              <a:gd name="T85" fmla="*/ 31 h 98"/>
              <a:gd name="T86" fmla="*/ 97 w 122"/>
              <a:gd name="T87" fmla="*/ 9 h 98"/>
              <a:gd name="T88" fmla="*/ 52 w 122"/>
              <a:gd name="T89" fmla="*/ 25 h 98"/>
              <a:gd name="T90" fmla="*/ 70 w 122"/>
              <a:gd name="T91" fmla="*/ 33 h 98"/>
              <a:gd name="T92" fmla="*/ 44 w 122"/>
              <a:gd name="T93" fmla="*/ 26 h 98"/>
              <a:gd name="T94" fmla="*/ 25 w 122"/>
              <a:gd name="T95" fmla="*/ 4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2" h="98">
                <a:moveTo>
                  <a:pt x="122" y="98"/>
                </a:moveTo>
                <a:cubicBezTo>
                  <a:pt x="0" y="98"/>
                  <a:pt x="0" y="98"/>
                  <a:pt x="0" y="98"/>
                </a:cubicBezTo>
                <a:moveTo>
                  <a:pt x="30" y="72"/>
                </a:moveTo>
                <a:cubicBezTo>
                  <a:pt x="13" y="72"/>
                  <a:pt x="13" y="72"/>
                  <a:pt x="13" y="72"/>
                </a:cubicBezTo>
                <a:cubicBezTo>
                  <a:pt x="13" y="98"/>
                  <a:pt x="13" y="98"/>
                  <a:pt x="13" y="98"/>
                </a:cubicBezTo>
                <a:cubicBezTo>
                  <a:pt x="30" y="98"/>
                  <a:pt x="30" y="98"/>
                  <a:pt x="30" y="98"/>
                </a:cubicBezTo>
                <a:lnTo>
                  <a:pt x="30" y="72"/>
                </a:lnTo>
                <a:close/>
                <a:moveTo>
                  <a:pt x="56" y="46"/>
                </a:moveTo>
                <a:cubicBezTo>
                  <a:pt x="39" y="46"/>
                  <a:pt x="39" y="46"/>
                  <a:pt x="39" y="46"/>
                </a:cubicBezTo>
                <a:cubicBezTo>
                  <a:pt x="39" y="98"/>
                  <a:pt x="39" y="98"/>
                  <a:pt x="39" y="98"/>
                </a:cubicBezTo>
                <a:cubicBezTo>
                  <a:pt x="56" y="98"/>
                  <a:pt x="56" y="98"/>
                  <a:pt x="56" y="98"/>
                </a:cubicBezTo>
                <a:lnTo>
                  <a:pt x="56" y="46"/>
                </a:lnTo>
                <a:close/>
                <a:moveTo>
                  <a:pt x="82" y="57"/>
                </a:moveTo>
                <a:cubicBezTo>
                  <a:pt x="66" y="57"/>
                  <a:pt x="66" y="57"/>
                  <a:pt x="66" y="57"/>
                </a:cubicBezTo>
                <a:cubicBezTo>
                  <a:pt x="66" y="98"/>
                  <a:pt x="66" y="98"/>
                  <a:pt x="66" y="98"/>
                </a:cubicBezTo>
                <a:cubicBezTo>
                  <a:pt x="82" y="98"/>
                  <a:pt x="82" y="98"/>
                  <a:pt x="82" y="98"/>
                </a:cubicBezTo>
                <a:lnTo>
                  <a:pt x="82" y="57"/>
                </a:lnTo>
                <a:close/>
                <a:moveTo>
                  <a:pt x="109" y="30"/>
                </a:moveTo>
                <a:cubicBezTo>
                  <a:pt x="92" y="30"/>
                  <a:pt x="92" y="30"/>
                  <a:pt x="92" y="30"/>
                </a:cubicBezTo>
                <a:cubicBezTo>
                  <a:pt x="92" y="98"/>
                  <a:pt x="92" y="98"/>
                  <a:pt x="92" y="98"/>
                </a:cubicBezTo>
                <a:cubicBezTo>
                  <a:pt x="109" y="98"/>
                  <a:pt x="109" y="98"/>
                  <a:pt x="109" y="98"/>
                </a:cubicBezTo>
                <a:lnTo>
                  <a:pt x="109" y="30"/>
                </a:lnTo>
                <a:close/>
                <a:moveTo>
                  <a:pt x="21" y="43"/>
                </a:moveTo>
                <a:cubicBezTo>
                  <a:pt x="19" y="43"/>
                  <a:pt x="17" y="45"/>
                  <a:pt x="17" y="48"/>
                </a:cubicBezTo>
                <a:cubicBezTo>
                  <a:pt x="17" y="50"/>
                  <a:pt x="19" y="52"/>
                  <a:pt x="21" y="52"/>
                </a:cubicBezTo>
                <a:cubicBezTo>
                  <a:pt x="24" y="52"/>
                  <a:pt x="26" y="50"/>
                  <a:pt x="26" y="48"/>
                </a:cubicBezTo>
                <a:cubicBezTo>
                  <a:pt x="26" y="45"/>
                  <a:pt x="24" y="43"/>
                  <a:pt x="21" y="43"/>
                </a:cubicBezTo>
                <a:close/>
                <a:moveTo>
                  <a:pt x="48" y="18"/>
                </a:moveTo>
                <a:cubicBezTo>
                  <a:pt x="45" y="18"/>
                  <a:pt x="43" y="20"/>
                  <a:pt x="43" y="23"/>
                </a:cubicBezTo>
                <a:cubicBezTo>
                  <a:pt x="43" y="25"/>
                  <a:pt x="45" y="27"/>
                  <a:pt x="48" y="27"/>
                </a:cubicBezTo>
                <a:cubicBezTo>
                  <a:pt x="50" y="27"/>
                  <a:pt x="52" y="25"/>
                  <a:pt x="52" y="23"/>
                </a:cubicBezTo>
                <a:cubicBezTo>
                  <a:pt x="52" y="20"/>
                  <a:pt x="50" y="18"/>
                  <a:pt x="48" y="18"/>
                </a:cubicBezTo>
                <a:close/>
                <a:moveTo>
                  <a:pt x="74" y="30"/>
                </a:moveTo>
                <a:cubicBezTo>
                  <a:pt x="71" y="30"/>
                  <a:pt x="69" y="32"/>
                  <a:pt x="69" y="35"/>
                </a:cubicBezTo>
                <a:cubicBezTo>
                  <a:pt x="69" y="38"/>
                  <a:pt x="71" y="40"/>
                  <a:pt x="74" y="40"/>
                </a:cubicBezTo>
                <a:cubicBezTo>
                  <a:pt x="77" y="40"/>
                  <a:pt x="79" y="38"/>
                  <a:pt x="79" y="35"/>
                </a:cubicBezTo>
                <a:cubicBezTo>
                  <a:pt x="79" y="32"/>
                  <a:pt x="77" y="30"/>
                  <a:pt x="74" y="30"/>
                </a:cubicBezTo>
                <a:close/>
                <a:moveTo>
                  <a:pt x="100" y="0"/>
                </a:moveTo>
                <a:cubicBezTo>
                  <a:pt x="98" y="0"/>
                  <a:pt x="95" y="2"/>
                  <a:pt x="95" y="5"/>
                </a:cubicBezTo>
                <a:cubicBezTo>
                  <a:pt x="95" y="8"/>
                  <a:pt x="98" y="10"/>
                  <a:pt x="100" y="10"/>
                </a:cubicBezTo>
                <a:cubicBezTo>
                  <a:pt x="103" y="10"/>
                  <a:pt x="105" y="8"/>
                  <a:pt x="105" y="5"/>
                </a:cubicBezTo>
                <a:cubicBezTo>
                  <a:pt x="105" y="2"/>
                  <a:pt x="103" y="0"/>
                  <a:pt x="100" y="0"/>
                </a:cubicBezTo>
                <a:close/>
                <a:moveTo>
                  <a:pt x="77" y="31"/>
                </a:moveTo>
                <a:cubicBezTo>
                  <a:pt x="97" y="9"/>
                  <a:pt x="97" y="9"/>
                  <a:pt x="97" y="9"/>
                </a:cubicBezTo>
                <a:moveTo>
                  <a:pt x="52" y="25"/>
                </a:moveTo>
                <a:cubicBezTo>
                  <a:pt x="70" y="33"/>
                  <a:pt x="70" y="33"/>
                  <a:pt x="70" y="33"/>
                </a:cubicBezTo>
                <a:moveTo>
                  <a:pt x="44" y="26"/>
                </a:moveTo>
                <a:cubicBezTo>
                  <a:pt x="25" y="44"/>
                  <a:pt x="25" y="44"/>
                  <a:pt x="25" y="44"/>
                </a:cubicBez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07D422A1-EA96-4490-A0AA-46956075DA5D}"/>
              </a:ext>
            </a:extLst>
          </p:cNvPr>
          <p:cNvSpPr>
            <a:spLocks noEditPoints="1"/>
          </p:cNvSpPr>
          <p:nvPr/>
        </p:nvSpPr>
        <p:spPr bwMode="auto">
          <a:xfrm>
            <a:off x="8539163" y="2710147"/>
            <a:ext cx="363538" cy="431800"/>
          </a:xfrm>
          <a:custGeom>
            <a:avLst/>
            <a:gdLst>
              <a:gd name="T0" fmla="*/ 229 w 229"/>
              <a:gd name="T1" fmla="*/ 110 h 272"/>
              <a:gd name="T2" fmla="*/ 229 w 229"/>
              <a:gd name="T3" fmla="*/ 272 h 272"/>
              <a:gd name="T4" fmla="*/ 0 w 229"/>
              <a:gd name="T5" fmla="*/ 272 h 272"/>
              <a:gd name="T6" fmla="*/ 0 w 229"/>
              <a:gd name="T7" fmla="*/ 110 h 272"/>
              <a:gd name="T8" fmla="*/ 229 w 229"/>
              <a:gd name="T9" fmla="*/ 272 h 272"/>
              <a:gd name="T10" fmla="*/ 114 w 229"/>
              <a:gd name="T11" fmla="*/ 191 h 272"/>
              <a:gd name="T12" fmla="*/ 0 w 229"/>
              <a:gd name="T13" fmla="*/ 272 h 272"/>
              <a:gd name="T14" fmla="*/ 229 w 229"/>
              <a:gd name="T15" fmla="*/ 110 h 272"/>
              <a:gd name="T16" fmla="*/ 151 w 229"/>
              <a:gd name="T17" fmla="*/ 191 h 272"/>
              <a:gd name="T18" fmla="*/ 0 w 229"/>
              <a:gd name="T19" fmla="*/ 110 h 272"/>
              <a:gd name="T20" fmla="*/ 78 w 229"/>
              <a:gd name="T21" fmla="*/ 191 h 272"/>
              <a:gd name="T22" fmla="*/ 200 w 229"/>
              <a:gd name="T23" fmla="*/ 106 h 272"/>
              <a:gd name="T24" fmla="*/ 200 w 229"/>
              <a:gd name="T25" fmla="*/ 52 h 272"/>
              <a:gd name="T26" fmla="*/ 151 w 229"/>
              <a:gd name="T27" fmla="*/ 0 h 272"/>
              <a:gd name="T28" fmla="*/ 29 w 229"/>
              <a:gd name="T29" fmla="*/ 0 h 272"/>
              <a:gd name="T30" fmla="*/ 29 w 229"/>
              <a:gd name="T31" fmla="*/ 106 h 272"/>
              <a:gd name="T32" fmla="*/ 200 w 229"/>
              <a:gd name="T33" fmla="*/ 52 h 272"/>
              <a:gd name="T34" fmla="*/ 151 w 229"/>
              <a:gd name="T35" fmla="*/ 0 h 272"/>
              <a:gd name="T36" fmla="*/ 151 w 229"/>
              <a:gd name="T37" fmla="*/ 52 h 272"/>
              <a:gd name="T38" fmla="*/ 200 w 229"/>
              <a:gd name="T39" fmla="*/ 52 h 272"/>
              <a:gd name="T40" fmla="*/ 75 w 229"/>
              <a:gd name="T41" fmla="*/ 79 h 272"/>
              <a:gd name="T42" fmla="*/ 53 w 229"/>
              <a:gd name="T43" fmla="*/ 79 h 272"/>
              <a:gd name="T44" fmla="*/ 171 w 229"/>
              <a:gd name="T45" fmla="*/ 79 h 272"/>
              <a:gd name="T46" fmla="*/ 100 w 229"/>
              <a:gd name="T47" fmla="*/ 79 h 272"/>
              <a:gd name="T48" fmla="*/ 53 w 229"/>
              <a:gd name="T49" fmla="*/ 106 h 272"/>
              <a:gd name="T50" fmla="*/ 117 w 229"/>
              <a:gd name="T51" fmla="*/ 106 h 272"/>
              <a:gd name="T52" fmla="*/ 171 w 229"/>
              <a:gd name="T53" fmla="*/ 106 h 272"/>
              <a:gd name="T54" fmla="*/ 144 w 229"/>
              <a:gd name="T55" fmla="*/ 10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272">
                <a:moveTo>
                  <a:pt x="229" y="110"/>
                </a:moveTo>
                <a:lnTo>
                  <a:pt x="229" y="272"/>
                </a:lnTo>
                <a:lnTo>
                  <a:pt x="0" y="272"/>
                </a:lnTo>
                <a:lnTo>
                  <a:pt x="0" y="110"/>
                </a:lnTo>
                <a:moveTo>
                  <a:pt x="229" y="272"/>
                </a:moveTo>
                <a:lnTo>
                  <a:pt x="114" y="191"/>
                </a:lnTo>
                <a:lnTo>
                  <a:pt x="0" y="272"/>
                </a:lnTo>
                <a:moveTo>
                  <a:pt x="229" y="110"/>
                </a:moveTo>
                <a:lnTo>
                  <a:pt x="151" y="191"/>
                </a:lnTo>
                <a:moveTo>
                  <a:pt x="0" y="110"/>
                </a:moveTo>
                <a:lnTo>
                  <a:pt x="78" y="191"/>
                </a:lnTo>
                <a:moveTo>
                  <a:pt x="200" y="106"/>
                </a:moveTo>
                <a:lnTo>
                  <a:pt x="200" y="52"/>
                </a:lnTo>
                <a:moveTo>
                  <a:pt x="151" y="0"/>
                </a:moveTo>
                <a:lnTo>
                  <a:pt x="29" y="0"/>
                </a:lnTo>
                <a:lnTo>
                  <a:pt x="29" y="106"/>
                </a:lnTo>
                <a:moveTo>
                  <a:pt x="200" y="52"/>
                </a:moveTo>
                <a:lnTo>
                  <a:pt x="151" y="0"/>
                </a:lnTo>
                <a:lnTo>
                  <a:pt x="151" y="52"/>
                </a:lnTo>
                <a:lnTo>
                  <a:pt x="200" y="52"/>
                </a:lnTo>
                <a:moveTo>
                  <a:pt x="75" y="79"/>
                </a:moveTo>
                <a:lnTo>
                  <a:pt x="53" y="79"/>
                </a:lnTo>
                <a:moveTo>
                  <a:pt x="171" y="79"/>
                </a:moveTo>
                <a:lnTo>
                  <a:pt x="100" y="79"/>
                </a:lnTo>
                <a:moveTo>
                  <a:pt x="53" y="106"/>
                </a:moveTo>
                <a:lnTo>
                  <a:pt x="117" y="106"/>
                </a:lnTo>
                <a:moveTo>
                  <a:pt x="171" y="106"/>
                </a:moveTo>
                <a:lnTo>
                  <a:pt x="144" y="106"/>
                </a:ln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34" name="Shadow">
            <a:extLst>
              <a:ext uri="{FF2B5EF4-FFF2-40B4-BE49-F238E27FC236}">
                <a16:creationId xmlns:a16="http://schemas.microsoft.com/office/drawing/2014/main" id="{D4408A1A-C79C-4CC5-8C30-E9B1EB85FD10}"/>
              </a:ext>
            </a:extLst>
          </p:cNvPr>
          <p:cNvGrpSpPr/>
          <p:nvPr/>
        </p:nvGrpSpPr>
        <p:grpSpPr>
          <a:xfrm>
            <a:off x="2519119" y="95535"/>
            <a:ext cx="311393" cy="6857999"/>
            <a:chOff x="1390652" y="2150666"/>
            <a:chExt cx="269875" cy="1705769"/>
          </a:xfrm>
        </p:grpSpPr>
        <p:sp>
          <p:nvSpPr>
            <p:cNvPr id="35" name="Freeform 14">
              <a:extLst>
                <a:ext uri="{FF2B5EF4-FFF2-40B4-BE49-F238E27FC236}">
                  <a16:creationId xmlns:a16="http://schemas.microsoft.com/office/drawing/2014/main" id="{7D85B612-C176-4D03-9444-7E4B33AC63A2}"/>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5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6" name="Rectangle 35">
              <a:extLst>
                <a:ext uri="{FF2B5EF4-FFF2-40B4-BE49-F238E27FC236}">
                  <a16:creationId xmlns:a16="http://schemas.microsoft.com/office/drawing/2014/main" id="{0517B0A2-9D31-4AA3-8289-234D019E6D07}"/>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37" name="Shadow">
            <a:extLst>
              <a:ext uri="{FF2B5EF4-FFF2-40B4-BE49-F238E27FC236}">
                <a16:creationId xmlns:a16="http://schemas.microsoft.com/office/drawing/2014/main" id="{627D8196-BD16-474F-8044-533C27FE3ACF}"/>
              </a:ext>
            </a:extLst>
          </p:cNvPr>
          <p:cNvGrpSpPr/>
          <p:nvPr/>
        </p:nvGrpSpPr>
        <p:grpSpPr>
          <a:xfrm rot="10800000">
            <a:off x="9382983" y="95535"/>
            <a:ext cx="311393" cy="6857999"/>
            <a:chOff x="1390652" y="2150666"/>
            <a:chExt cx="269875" cy="1705769"/>
          </a:xfrm>
        </p:grpSpPr>
        <p:sp>
          <p:nvSpPr>
            <p:cNvPr id="38" name="Freeform 14">
              <a:extLst>
                <a:ext uri="{FF2B5EF4-FFF2-40B4-BE49-F238E27FC236}">
                  <a16:creationId xmlns:a16="http://schemas.microsoft.com/office/drawing/2014/main" id="{F9E77E55-4315-49F8-A695-368E715B5617}"/>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2600000" sx="95000" sy="95000" algn="tl" rotWithShape="0">
                <a:prstClr val="black">
                  <a:alpha val="5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9" name="Rectangle 38">
              <a:extLst>
                <a:ext uri="{FF2B5EF4-FFF2-40B4-BE49-F238E27FC236}">
                  <a16:creationId xmlns:a16="http://schemas.microsoft.com/office/drawing/2014/main" id="{61BAA5C3-C6D1-4B21-8AB8-7BF24AE4E1A2}"/>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42" name="TextBox 41">
            <a:extLst>
              <a:ext uri="{FF2B5EF4-FFF2-40B4-BE49-F238E27FC236}">
                <a16:creationId xmlns:a16="http://schemas.microsoft.com/office/drawing/2014/main" id="{7BD38C12-EC11-48AD-8863-65A01C4624E9}"/>
              </a:ext>
            </a:extLst>
          </p:cNvPr>
          <p:cNvSpPr txBox="1"/>
          <p:nvPr/>
        </p:nvSpPr>
        <p:spPr>
          <a:xfrm>
            <a:off x="4282345" y="1435633"/>
            <a:ext cx="3590925" cy="600164"/>
          </a:xfrm>
          <a:prstGeom prst="rect">
            <a:avLst/>
          </a:prstGeom>
          <a:noFill/>
        </p:spPr>
        <p:txBody>
          <a:bodyPr wrap="square" rtlCol="0">
            <a:spAutoFit/>
          </a:bodyPr>
          <a:lstStyle/>
          <a:p>
            <a:r>
              <a:rPr lang="en-US" sz="1100">
                <a:solidFill>
                  <a:schemeClr val="bg2"/>
                </a:solidFill>
              </a:rPr>
              <a:t>Lorem ipsum dolor sit amet, consectetur adipiscing elit, sed do eiusmod tempor incididunt ut labore et dolore magna aliqua. Ut enim ad minim veniam</a:t>
            </a:r>
            <a:endParaRPr lang="ru-UA" sz="1100">
              <a:solidFill>
                <a:schemeClr val="bg2"/>
              </a:solidFill>
            </a:endParaRPr>
          </a:p>
        </p:txBody>
      </p:sp>
      <p:sp>
        <p:nvSpPr>
          <p:cNvPr id="43" name="TextBox 42">
            <a:extLst>
              <a:ext uri="{FF2B5EF4-FFF2-40B4-BE49-F238E27FC236}">
                <a16:creationId xmlns:a16="http://schemas.microsoft.com/office/drawing/2014/main" id="{EDA46446-CC88-414A-8947-92D8B287807E}"/>
              </a:ext>
            </a:extLst>
          </p:cNvPr>
          <p:cNvSpPr txBox="1"/>
          <p:nvPr/>
        </p:nvSpPr>
        <p:spPr>
          <a:xfrm>
            <a:off x="4282345" y="2616733"/>
            <a:ext cx="3590925" cy="600164"/>
          </a:xfrm>
          <a:prstGeom prst="rect">
            <a:avLst/>
          </a:prstGeom>
          <a:noFill/>
        </p:spPr>
        <p:txBody>
          <a:bodyPr wrap="square" rtlCol="0">
            <a:spAutoFit/>
          </a:bodyPr>
          <a:lstStyle/>
          <a:p>
            <a:r>
              <a:rPr lang="en-US" sz="1100">
                <a:solidFill>
                  <a:schemeClr val="bg2"/>
                </a:solidFill>
              </a:rPr>
              <a:t>Lorem ipsum dolor sit amet, consectetur adipiscing elit, sed do eiusmod tempor incididunt ut labore et dolore magna aliqua. Ut enim ad minim veniam</a:t>
            </a:r>
            <a:endParaRPr lang="ru-UA" sz="1100">
              <a:solidFill>
                <a:schemeClr val="bg2"/>
              </a:solidFill>
            </a:endParaRPr>
          </a:p>
        </p:txBody>
      </p:sp>
      <p:sp>
        <p:nvSpPr>
          <p:cNvPr id="44" name="TextBox 43">
            <a:extLst>
              <a:ext uri="{FF2B5EF4-FFF2-40B4-BE49-F238E27FC236}">
                <a16:creationId xmlns:a16="http://schemas.microsoft.com/office/drawing/2014/main" id="{166DDE4D-A7B9-4D97-AB29-7E00C85954EA}"/>
              </a:ext>
            </a:extLst>
          </p:cNvPr>
          <p:cNvSpPr txBox="1"/>
          <p:nvPr/>
        </p:nvSpPr>
        <p:spPr>
          <a:xfrm>
            <a:off x="4282345" y="3829583"/>
            <a:ext cx="3590925" cy="600164"/>
          </a:xfrm>
          <a:prstGeom prst="rect">
            <a:avLst/>
          </a:prstGeom>
          <a:noFill/>
        </p:spPr>
        <p:txBody>
          <a:bodyPr wrap="square" rtlCol="0">
            <a:spAutoFit/>
          </a:bodyPr>
          <a:lstStyle/>
          <a:p>
            <a:r>
              <a:rPr lang="en-US" sz="1100">
                <a:solidFill>
                  <a:schemeClr val="bg2"/>
                </a:solidFill>
              </a:rPr>
              <a:t>Lorem ipsum dolor sit amet, consectetur adipiscing elit, sed do eiusmod tempor incididunt ut labore et dolore magna aliqua. Ut enim ad minim veniam</a:t>
            </a:r>
            <a:endParaRPr lang="ru-UA" sz="1100">
              <a:solidFill>
                <a:schemeClr val="bg2"/>
              </a:solidFill>
            </a:endParaRPr>
          </a:p>
        </p:txBody>
      </p:sp>
      <p:sp>
        <p:nvSpPr>
          <p:cNvPr id="45" name="TextBox 44">
            <a:extLst>
              <a:ext uri="{FF2B5EF4-FFF2-40B4-BE49-F238E27FC236}">
                <a16:creationId xmlns:a16="http://schemas.microsoft.com/office/drawing/2014/main" id="{D4A29786-EAF5-42F7-8BAA-AAB29EA35FB7}"/>
              </a:ext>
            </a:extLst>
          </p:cNvPr>
          <p:cNvSpPr txBox="1"/>
          <p:nvPr/>
        </p:nvSpPr>
        <p:spPr>
          <a:xfrm>
            <a:off x="4282345" y="5010683"/>
            <a:ext cx="3590925" cy="600164"/>
          </a:xfrm>
          <a:prstGeom prst="rect">
            <a:avLst/>
          </a:prstGeom>
          <a:noFill/>
        </p:spPr>
        <p:txBody>
          <a:bodyPr wrap="square" rtlCol="0">
            <a:spAutoFit/>
          </a:bodyPr>
          <a:lstStyle/>
          <a:p>
            <a:r>
              <a:rPr lang="en-US" sz="1100">
                <a:solidFill>
                  <a:schemeClr val="bg2"/>
                </a:solidFill>
              </a:rPr>
              <a:t>Lorem ipsum dolor sit amet, consectetur adipiscing elit, sed do eiusmod tempor incididunt ut labore et dolore magna aliqua. Ut enim ad minim veniam</a:t>
            </a:r>
            <a:endParaRPr lang="ru-UA" sz="1100">
              <a:solidFill>
                <a:schemeClr val="bg2"/>
              </a:solidFill>
            </a:endParaRPr>
          </a:p>
        </p:txBody>
      </p:sp>
    </p:spTree>
    <p:extLst>
      <p:ext uri="{BB962C8B-B14F-4D97-AF65-F5344CB8AC3E}">
        <p14:creationId xmlns:p14="http://schemas.microsoft.com/office/powerpoint/2010/main" val="151175807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14:bounceEnd="67000">
                                          <p:cBhvr additive="base">
                                            <p:cTn id="7" dur="1000" fill="hold"/>
                                            <p:tgtEl>
                                              <p:spTgt spid="34"/>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67000">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14:bounceEnd="67000">
                                          <p:cBhvr additive="base">
                                            <p:cTn id="11" dur="1000" fill="hold"/>
                                            <p:tgtEl>
                                              <p:spTgt spid="37"/>
                                            </p:tgtEl>
                                            <p:attrNameLst>
                                              <p:attrName>ppt_x</p:attrName>
                                            </p:attrNameLst>
                                          </p:cBhvr>
                                          <p:tavLst>
                                            <p:tav tm="0">
                                              <p:val>
                                                <p:strVal val="1+#ppt_w/2"/>
                                              </p:val>
                                            </p:tav>
                                            <p:tav tm="100000">
                                              <p:val>
                                                <p:strVal val="#ppt_x"/>
                                              </p:val>
                                            </p:tav>
                                          </p:tavLst>
                                        </p:anim>
                                        <p:anim calcmode="lin" valueType="num" p14:bounceEnd="67000">
                                          <p:cBhvr additive="base">
                                            <p:cTn id="12" dur="1000" fill="hold"/>
                                            <p:tgtEl>
                                              <p:spTgt spid="37"/>
                                            </p:tgtEl>
                                            <p:attrNameLst>
                                              <p:attrName>ppt_y</p:attrName>
                                            </p:attrNameLst>
                                          </p:cBhvr>
                                          <p:tavLst>
                                            <p:tav tm="0">
                                              <p:val>
                                                <p:strVal val="#ppt_y"/>
                                              </p:val>
                                            </p:tav>
                                            <p:tav tm="100000">
                                              <p:val>
                                                <p:strVal val="#ppt_y"/>
                                              </p:val>
                                            </p:tav>
                                          </p:tavLst>
                                        </p:anim>
                                      </p:childTnLst>
                                    </p:cTn>
                                  </p:par>
                                  <p:par>
                                    <p:cTn id="13" presetID="2" presetClass="entr" presetSubtype="1" fill="hold" nodeType="withEffect" p14:presetBounceEnd="67000">
                                      <p:stCondLst>
                                        <p:cond delay="250"/>
                                      </p:stCondLst>
                                      <p:childTnLst>
                                        <p:set>
                                          <p:cBhvr>
                                            <p:cTn id="14" dur="1" fill="hold">
                                              <p:stCondLst>
                                                <p:cond delay="0"/>
                                              </p:stCondLst>
                                            </p:cTn>
                                            <p:tgtEl>
                                              <p:spTgt spid="5"/>
                                            </p:tgtEl>
                                            <p:attrNameLst>
                                              <p:attrName>style.visibility</p:attrName>
                                            </p:attrNameLst>
                                          </p:cBhvr>
                                          <p:to>
                                            <p:strVal val="visible"/>
                                          </p:to>
                                        </p:set>
                                        <p:anim calcmode="lin" valueType="num" p14:bounceEnd="67000">
                                          <p:cBhvr additive="base">
                                            <p:cTn id="15" dur="1000" fill="hold"/>
                                            <p:tgtEl>
                                              <p:spTgt spid="5"/>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67000">
                                      <p:stCondLst>
                                        <p:cond delay="500"/>
                                      </p:stCondLst>
                                      <p:childTnLst>
                                        <p:set>
                                          <p:cBhvr>
                                            <p:cTn id="18" dur="1" fill="hold">
                                              <p:stCondLst>
                                                <p:cond delay="0"/>
                                              </p:stCondLst>
                                            </p:cTn>
                                            <p:tgtEl>
                                              <p:spTgt spid="4"/>
                                            </p:tgtEl>
                                            <p:attrNameLst>
                                              <p:attrName>style.visibility</p:attrName>
                                            </p:attrNameLst>
                                          </p:cBhvr>
                                          <p:to>
                                            <p:strVal val="visible"/>
                                          </p:to>
                                        </p:set>
                                        <p:anim calcmode="lin" valueType="num" p14:bounceEnd="67000">
                                          <p:cBhvr additive="base">
                                            <p:cTn id="19" dur="1000" fill="hold"/>
                                            <p:tgtEl>
                                              <p:spTgt spid="4"/>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67000">
                                      <p:stCondLst>
                                        <p:cond delay="750"/>
                                      </p:stCondLst>
                                      <p:childTnLst>
                                        <p:set>
                                          <p:cBhvr>
                                            <p:cTn id="22" dur="1" fill="hold">
                                              <p:stCondLst>
                                                <p:cond delay="0"/>
                                              </p:stCondLst>
                                            </p:cTn>
                                            <p:tgtEl>
                                              <p:spTgt spid="3"/>
                                            </p:tgtEl>
                                            <p:attrNameLst>
                                              <p:attrName>style.visibility</p:attrName>
                                            </p:attrNameLst>
                                          </p:cBhvr>
                                          <p:to>
                                            <p:strVal val="visible"/>
                                          </p:to>
                                        </p:set>
                                        <p:anim calcmode="lin" valueType="num" p14:bounceEnd="67000">
                                          <p:cBhvr additive="base">
                                            <p:cTn id="23" dur="1000" fill="hold"/>
                                            <p:tgtEl>
                                              <p:spTgt spid="3"/>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3"/>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14:presetBounceEnd="67000">
                                      <p:stCondLst>
                                        <p:cond delay="1000"/>
                                      </p:stCondLst>
                                      <p:childTnLst>
                                        <p:set>
                                          <p:cBhvr>
                                            <p:cTn id="26" dur="1" fill="hold">
                                              <p:stCondLst>
                                                <p:cond delay="0"/>
                                              </p:stCondLst>
                                            </p:cTn>
                                            <p:tgtEl>
                                              <p:spTgt spid="2"/>
                                            </p:tgtEl>
                                            <p:attrNameLst>
                                              <p:attrName>style.visibility</p:attrName>
                                            </p:attrNameLst>
                                          </p:cBhvr>
                                          <p:to>
                                            <p:strVal val="visible"/>
                                          </p:to>
                                        </p:set>
                                        <p:anim calcmode="lin" valueType="num" p14:bounceEnd="67000">
                                          <p:cBhvr additive="base">
                                            <p:cTn id="27" dur="1000" fill="hold"/>
                                            <p:tgtEl>
                                              <p:spTgt spid="2"/>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2"/>
                                            </p:tgtEl>
                                            <p:attrNameLst>
                                              <p:attrName>ppt_y</p:attrName>
                                            </p:attrNameLst>
                                          </p:cBhvr>
                                          <p:tavLst>
                                            <p:tav tm="0">
                                              <p:val>
                                                <p:strVal val="0-#ppt_h/2"/>
                                              </p:val>
                                            </p:tav>
                                            <p:tav tm="100000">
                                              <p:val>
                                                <p:strVal val="#ppt_y"/>
                                              </p:val>
                                            </p:tav>
                                          </p:tavLst>
                                        </p:anim>
                                      </p:childTnLst>
                                    </p:cTn>
                                  </p:par>
                                  <p:par>
                                    <p:cTn id="29" presetID="53" presetClass="entr" presetSubtype="16" fill="hold" grpId="0" nodeType="withEffect">
                                      <p:stCondLst>
                                        <p:cond delay="400"/>
                                      </p:stCondLst>
                                      <p:childTnLst>
                                        <p:set>
                                          <p:cBhvr>
                                            <p:cTn id="30" dur="1" fill="hold">
                                              <p:stCondLst>
                                                <p:cond delay="0"/>
                                              </p:stCondLst>
                                            </p:cTn>
                                            <p:tgtEl>
                                              <p:spTgt spid="25"/>
                                            </p:tgtEl>
                                            <p:attrNameLst>
                                              <p:attrName>style.visibility</p:attrName>
                                            </p:attrNameLst>
                                          </p:cBhvr>
                                          <p:to>
                                            <p:strVal val="visible"/>
                                          </p:to>
                                        </p:set>
                                        <p:anim calcmode="lin" valueType="num">
                                          <p:cBhvr>
                                            <p:cTn id="31" dur="750" fill="hold"/>
                                            <p:tgtEl>
                                              <p:spTgt spid="25"/>
                                            </p:tgtEl>
                                            <p:attrNameLst>
                                              <p:attrName>ppt_w</p:attrName>
                                            </p:attrNameLst>
                                          </p:cBhvr>
                                          <p:tavLst>
                                            <p:tav tm="0">
                                              <p:val>
                                                <p:fltVal val="0"/>
                                              </p:val>
                                            </p:tav>
                                            <p:tav tm="100000">
                                              <p:val>
                                                <p:strVal val="#ppt_w"/>
                                              </p:val>
                                            </p:tav>
                                          </p:tavLst>
                                        </p:anim>
                                        <p:anim calcmode="lin" valueType="num">
                                          <p:cBhvr>
                                            <p:cTn id="32" dur="750" fill="hold"/>
                                            <p:tgtEl>
                                              <p:spTgt spid="25"/>
                                            </p:tgtEl>
                                            <p:attrNameLst>
                                              <p:attrName>ppt_h</p:attrName>
                                            </p:attrNameLst>
                                          </p:cBhvr>
                                          <p:tavLst>
                                            <p:tav tm="0">
                                              <p:val>
                                                <p:fltVal val="0"/>
                                              </p:val>
                                            </p:tav>
                                            <p:tav tm="100000">
                                              <p:val>
                                                <p:strVal val="#ppt_h"/>
                                              </p:val>
                                            </p:tav>
                                          </p:tavLst>
                                        </p:anim>
                                        <p:animEffect transition="in" filter="fade">
                                          <p:cBhvr>
                                            <p:cTn id="33" dur="750"/>
                                            <p:tgtEl>
                                              <p:spTgt spid="25"/>
                                            </p:tgtEl>
                                          </p:cBhvr>
                                        </p:animEffect>
                                      </p:childTnLst>
                                    </p:cTn>
                                  </p:par>
                                  <p:par>
                                    <p:cTn id="34" presetID="53" presetClass="entr" presetSubtype="16" fill="hold" grpId="0" nodeType="withEffect">
                                      <p:stCondLst>
                                        <p:cond delay="400"/>
                                      </p:stCondLst>
                                      <p:childTnLst>
                                        <p:set>
                                          <p:cBhvr>
                                            <p:cTn id="35" dur="1" fill="hold">
                                              <p:stCondLst>
                                                <p:cond delay="0"/>
                                              </p:stCondLst>
                                            </p:cTn>
                                            <p:tgtEl>
                                              <p:spTgt spid="45"/>
                                            </p:tgtEl>
                                            <p:attrNameLst>
                                              <p:attrName>style.visibility</p:attrName>
                                            </p:attrNameLst>
                                          </p:cBhvr>
                                          <p:to>
                                            <p:strVal val="visible"/>
                                          </p:to>
                                        </p:set>
                                        <p:anim calcmode="lin" valueType="num">
                                          <p:cBhvr>
                                            <p:cTn id="36" dur="750" fill="hold"/>
                                            <p:tgtEl>
                                              <p:spTgt spid="45"/>
                                            </p:tgtEl>
                                            <p:attrNameLst>
                                              <p:attrName>ppt_w</p:attrName>
                                            </p:attrNameLst>
                                          </p:cBhvr>
                                          <p:tavLst>
                                            <p:tav tm="0">
                                              <p:val>
                                                <p:fltVal val="0"/>
                                              </p:val>
                                            </p:tav>
                                            <p:tav tm="100000">
                                              <p:val>
                                                <p:strVal val="#ppt_w"/>
                                              </p:val>
                                            </p:tav>
                                          </p:tavLst>
                                        </p:anim>
                                        <p:anim calcmode="lin" valueType="num">
                                          <p:cBhvr>
                                            <p:cTn id="37" dur="750" fill="hold"/>
                                            <p:tgtEl>
                                              <p:spTgt spid="45"/>
                                            </p:tgtEl>
                                            <p:attrNameLst>
                                              <p:attrName>ppt_h</p:attrName>
                                            </p:attrNameLst>
                                          </p:cBhvr>
                                          <p:tavLst>
                                            <p:tav tm="0">
                                              <p:val>
                                                <p:fltVal val="0"/>
                                              </p:val>
                                            </p:tav>
                                            <p:tav tm="100000">
                                              <p:val>
                                                <p:strVal val="#ppt_h"/>
                                              </p:val>
                                            </p:tav>
                                          </p:tavLst>
                                        </p:anim>
                                        <p:animEffect transition="in" filter="fade">
                                          <p:cBhvr>
                                            <p:cTn id="38" dur="750"/>
                                            <p:tgtEl>
                                              <p:spTgt spid="45"/>
                                            </p:tgtEl>
                                          </p:cBhvr>
                                        </p:animEffect>
                                      </p:childTnLst>
                                    </p:cTn>
                                  </p:par>
                                  <p:par>
                                    <p:cTn id="39" presetID="53" presetClass="entr" presetSubtype="16" fill="hold" grpId="0" nodeType="withEffect">
                                      <p:stCondLst>
                                        <p:cond delay="400"/>
                                      </p:stCondLst>
                                      <p:childTnLst>
                                        <p:set>
                                          <p:cBhvr>
                                            <p:cTn id="40" dur="1" fill="hold">
                                              <p:stCondLst>
                                                <p:cond delay="0"/>
                                              </p:stCondLst>
                                            </p:cTn>
                                            <p:tgtEl>
                                              <p:spTgt spid="26"/>
                                            </p:tgtEl>
                                            <p:attrNameLst>
                                              <p:attrName>style.visibility</p:attrName>
                                            </p:attrNameLst>
                                          </p:cBhvr>
                                          <p:to>
                                            <p:strVal val="visible"/>
                                          </p:to>
                                        </p:set>
                                        <p:anim calcmode="lin" valueType="num">
                                          <p:cBhvr>
                                            <p:cTn id="41" dur="750" fill="hold"/>
                                            <p:tgtEl>
                                              <p:spTgt spid="26"/>
                                            </p:tgtEl>
                                            <p:attrNameLst>
                                              <p:attrName>ppt_w</p:attrName>
                                            </p:attrNameLst>
                                          </p:cBhvr>
                                          <p:tavLst>
                                            <p:tav tm="0">
                                              <p:val>
                                                <p:fltVal val="0"/>
                                              </p:val>
                                            </p:tav>
                                            <p:tav tm="100000">
                                              <p:val>
                                                <p:strVal val="#ppt_w"/>
                                              </p:val>
                                            </p:tav>
                                          </p:tavLst>
                                        </p:anim>
                                        <p:anim calcmode="lin" valueType="num">
                                          <p:cBhvr>
                                            <p:cTn id="42" dur="750" fill="hold"/>
                                            <p:tgtEl>
                                              <p:spTgt spid="26"/>
                                            </p:tgtEl>
                                            <p:attrNameLst>
                                              <p:attrName>ppt_h</p:attrName>
                                            </p:attrNameLst>
                                          </p:cBhvr>
                                          <p:tavLst>
                                            <p:tav tm="0">
                                              <p:val>
                                                <p:fltVal val="0"/>
                                              </p:val>
                                            </p:tav>
                                            <p:tav tm="100000">
                                              <p:val>
                                                <p:strVal val="#ppt_h"/>
                                              </p:val>
                                            </p:tav>
                                          </p:tavLst>
                                        </p:anim>
                                        <p:animEffect transition="in" filter="fade">
                                          <p:cBhvr>
                                            <p:cTn id="43" dur="750"/>
                                            <p:tgtEl>
                                              <p:spTgt spid="26"/>
                                            </p:tgtEl>
                                          </p:cBhvr>
                                        </p:animEffect>
                                      </p:childTnLst>
                                    </p:cTn>
                                  </p:par>
                                  <p:par>
                                    <p:cTn id="44" presetID="53" presetClass="entr" presetSubtype="16" fill="hold" grpId="0" nodeType="withEffect">
                                      <p:stCondLst>
                                        <p:cond delay="600"/>
                                      </p:stCondLst>
                                      <p:childTnLst>
                                        <p:set>
                                          <p:cBhvr>
                                            <p:cTn id="45" dur="1" fill="hold">
                                              <p:stCondLst>
                                                <p:cond delay="0"/>
                                              </p:stCondLst>
                                            </p:cTn>
                                            <p:tgtEl>
                                              <p:spTgt spid="24"/>
                                            </p:tgtEl>
                                            <p:attrNameLst>
                                              <p:attrName>style.visibility</p:attrName>
                                            </p:attrNameLst>
                                          </p:cBhvr>
                                          <p:to>
                                            <p:strVal val="visible"/>
                                          </p:to>
                                        </p:set>
                                        <p:anim calcmode="lin" valueType="num">
                                          <p:cBhvr>
                                            <p:cTn id="46" dur="750" fill="hold"/>
                                            <p:tgtEl>
                                              <p:spTgt spid="24"/>
                                            </p:tgtEl>
                                            <p:attrNameLst>
                                              <p:attrName>ppt_w</p:attrName>
                                            </p:attrNameLst>
                                          </p:cBhvr>
                                          <p:tavLst>
                                            <p:tav tm="0">
                                              <p:val>
                                                <p:fltVal val="0"/>
                                              </p:val>
                                            </p:tav>
                                            <p:tav tm="100000">
                                              <p:val>
                                                <p:strVal val="#ppt_w"/>
                                              </p:val>
                                            </p:tav>
                                          </p:tavLst>
                                        </p:anim>
                                        <p:anim calcmode="lin" valueType="num">
                                          <p:cBhvr>
                                            <p:cTn id="47" dur="750" fill="hold"/>
                                            <p:tgtEl>
                                              <p:spTgt spid="24"/>
                                            </p:tgtEl>
                                            <p:attrNameLst>
                                              <p:attrName>ppt_h</p:attrName>
                                            </p:attrNameLst>
                                          </p:cBhvr>
                                          <p:tavLst>
                                            <p:tav tm="0">
                                              <p:val>
                                                <p:fltVal val="0"/>
                                              </p:val>
                                            </p:tav>
                                            <p:tav tm="100000">
                                              <p:val>
                                                <p:strVal val="#ppt_h"/>
                                              </p:val>
                                            </p:tav>
                                          </p:tavLst>
                                        </p:anim>
                                        <p:animEffect transition="in" filter="fade">
                                          <p:cBhvr>
                                            <p:cTn id="48" dur="750"/>
                                            <p:tgtEl>
                                              <p:spTgt spid="24"/>
                                            </p:tgtEl>
                                          </p:cBhvr>
                                        </p:animEffect>
                                      </p:childTnLst>
                                    </p:cTn>
                                  </p:par>
                                  <p:par>
                                    <p:cTn id="49" presetID="53" presetClass="entr" presetSubtype="16" fill="hold" grpId="0" nodeType="withEffect">
                                      <p:stCondLst>
                                        <p:cond delay="600"/>
                                      </p:stCondLst>
                                      <p:childTnLst>
                                        <p:set>
                                          <p:cBhvr>
                                            <p:cTn id="50" dur="1" fill="hold">
                                              <p:stCondLst>
                                                <p:cond delay="0"/>
                                              </p:stCondLst>
                                            </p:cTn>
                                            <p:tgtEl>
                                              <p:spTgt spid="44"/>
                                            </p:tgtEl>
                                            <p:attrNameLst>
                                              <p:attrName>style.visibility</p:attrName>
                                            </p:attrNameLst>
                                          </p:cBhvr>
                                          <p:to>
                                            <p:strVal val="visible"/>
                                          </p:to>
                                        </p:set>
                                        <p:anim calcmode="lin" valueType="num">
                                          <p:cBhvr>
                                            <p:cTn id="51" dur="750" fill="hold"/>
                                            <p:tgtEl>
                                              <p:spTgt spid="44"/>
                                            </p:tgtEl>
                                            <p:attrNameLst>
                                              <p:attrName>ppt_w</p:attrName>
                                            </p:attrNameLst>
                                          </p:cBhvr>
                                          <p:tavLst>
                                            <p:tav tm="0">
                                              <p:val>
                                                <p:fltVal val="0"/>
                                              </p:val>
                                            </p:tav>
                                            <p:tav tm="100000">
                                              <p:val>
                                                <p:strVal val="#ppt_w"/>
                                              </p:val>
                                            </p:tav>
                                          </p:tavLst>
                                        </p:anim>
                                        <p:anim calcmode="lin" valueType="num">
                                          <p:cBhvr>
                                            <p:cTn id="52" dur="750" fill="hold"/>
                                            <p:tgtEl>
                                              <p:spTgt spid="44"/>
                                            </p:tgtEl>
                                            <p:attrNameLst>
                                              <p:attrName>ppt_h</p:attrName>
                                            </p:attrNameLst>
                                          </p:cBhvr>
                                          <p:tavLst>
                                            <p:tav tm="0">
                                              <p:val>
                                                <p:fltVal val="0"/>
                                              </p:val>
                                            </p:tav>
                                            <p:tav tm="100000">
                                              <p:val>
                                                <p:strVal val="#ppt_h"/>
                                              </p:val>
                                            </p:tav>
                                          </p:tavLst>
                                        </p:anim>
                                        <p:animEffect transition="in" filter="fade">
                                          <p:cBhvr>
                                            <p:cTn id="53" dur="750"/>
                                            <p:tgtEl>
                                              <p:spTgt spid="44"/>
                                            </p:tgtEl>
                                          </p:cBhvr>
                                        </p:animEffect>
                                      </p:childTnLst>
                                    </p:cTn>
                                  </p:par>
                                  <p:par>
                                    <p:cTn id="54" presetID="53" presetClass="entr" presetSubtype="16" fill="hold" grpId="0" nodeType="withEffect">
                                      <p:stCondLst>
                                        <p:cond delay="600"/>
                                      </p:stCondLst>
                                      <p:childTnLst>
                                        <p:set>
                                          <p:cBhvr>
                                            <p:cTn id="55" dur="1" fill="hold">
                                              <p:stCondLst>
                                                <p:cond delay="0"/>
                                              </p:stCondLst>
                                            </p:cTn>
                                            <p:tgtEl>
                                              <p:spTgt spid="28"/>
                                            </p:tgtEl>
                                            <p:attrNameLst>
                                              <p:attrName>style.visibility</p:attrName>
                                            </p:attrNameLst>
                                          </p:cBhvr>
                                          <p:to>
                                            <p:strVal val="visible"/>
                                          </p:to>
                                        </p:set>
                                        <p:anim calcmode="lin" valueType="num">
                                          <p:cBhvr>
                                            <p:cTn id="56" dur="750" fill="hold"/>
                                            <p:tgtEl>
                                              <p:spTgt spid="28"/>
                                            </p:tgtEl>
                                            <p:attrNameLst>
                                              <p:attrName>ppt_w</p:attrName>
                                            </p:attrNameLst>
                                          </p:cBhvr>
                                          <p:tavLst>
                                            <p:tav tm="0">
                                              <p:val>
                                                <p:fltVal val="0"/>
                                              </p:val>
                                            </p:tav>
                                            <p:tav tm="100000">
                                              <p:val>
                                                <p:strVal val="#ppt_w"/>
                                              </p:val>
                                            </p:tav>
                                          </p:tavLst>
                                        </p:anim>
                                        <p:anim calcmode="lin" valueType="num">
                                          <p:cBhvr>
                                            <p:cTn id="57" dur="750" fill="hold"/>
                                            <p:tgtEl>
                                              <p:spTgt spid="28"/>
                                            </p:tgtEl>
                                            <p:attrNameLst>
                                              <p:attrName>ppt_h</p:attrName>
                                            </p:attrNameLst>
                                          </p:cBhvr>
                                          <p:tavLst>
                                            <p:tav tm="0">
                                              <p:val>
                                                <p:fltVal val="0"/>
                                              </p:val>
                                            </p:tav>
                                            <p:tav tm="100000">
                                              <p:val>
                                                <p:strVal val="#ppt_h"/>
                                              </p:val>
                                            </p:tav>
                                          </p:tavLst>
                                        </p:anim>
                                        <p:animEffect transition="in" filter="fade">
                                          <p:cBhvr>
                                            <p:cTn id="58" dur="750"/>
                                            <p:tgtEl>
                                              <p:spTgt spid="28"/>
                                            </p:tgtEl>
                                          </p:cBhvr>
                                        </p:animEffect>
                                      </p:childTnLst>
                                    </p:cTn>
                                  </p:par>
                                  <p:par>
                                    <p:cTn id="59" presetID="53" presetClass="entr" presetSubtype="16" fill="hold" grpId="0" nodeType="withEffect">
                                      <p:stCondLst>
                                        <p:cond delay="800"/>
                                      </p:stCondLst>
                                      <p:childTnLst>
                                        <p:set>
                                          <p:cBhvr>
                                            <p:cTn id="60" dur="1" fill="hold">
                                              <p:stCondLst>
                                                <p:cond delay="0"/>
                                              </p:stCondLst>
                                            </p:cTn>
                                            <p:tgtEl>
                                              <p:spTgt spid="23"/>
                                            </p:tgtEl>
                                            <p:attrNameLst>
                                              <p:attrName>style.visibility</p:attrName>
                                            </p:attrNameLst>
                                          </p:cBhvr>
                                          <p:to>
                                            <p:strVal val="visible"/>
                                          </p:to>
                                        </p:set>
                                        <p:anim calcmode="lin" valueType="num">
                                          <p:cBhvr>
                                            <p:cTn id="61" dur="750" fill="hold"/>
                                            <p:tgtEl>
                                              <p:spTgt spid="23"/>
                                            </p:tgtEl>
                                            <p:attrNameLst>
                                              <p:attrName>ppt_w</p:attrName>
                                            </p:attrNameLst>
                                          </p:cBhvr>
                                          <p:tavLst>
                                            <p:tav tm="0">
                                              <p:val>
                                                <p:fltVal val="0"/>
                                              </p:val>
                                            </p:tav>
                                            <p:tav tm="100000">
                                              <p:val>
                                                <p:strVal val="#ppt_w"/>
                                              </p:val>
                                            </p:tav>
                                          </p:tavLst>
                                        </p:anim>
                                        <p:anim calcmode="lin" valueType="num">
                                          <p:cBhvr>
                                            <p:cTn id="62" dur="750" fill="hold"/>
                                            <p:tgtEl>
                                              <p:spTgt spid="23"/>
                                            </p:tgtEl>
                                            <p:attrNameLst>
                                              <p:attrName>ppt_h</p:attrName>
                                            </p:attrNameLst>
                                          </p:cBhvr>
                                          <p:tavLst>
                                            <p:tav tm="0">
                                              <p:val>
                                                <p:fltVal val="0"/>
                                              </p:val>
                                            </p:tav>
                                            <p:tav tm="100000">
                                              <p:val>
                                                <p:strVal val="#ppt_h"/>
                                              </p:val>
                                            </p:tav>
                                          </p:tavLst>
                                        </p:anim>
                                        <p:animEffect transition="in" filter="fade">
                                          <p:cBhvr>
                                            <p:cTn id="63" dur="750"/>
                                            <p:tgtEl>
                                              <p:spTgt spid="23"/>
                                            </p:tgtEl>
                                          </p:cBhvr>
                                        </p:animEffect>
                                      </p:childTnLst>
                                    </p:cTn>
                                  </p:par>
                                  <p:par>
                                    <p:cTn id="64" presetID="53" presetClass="entr" presetSubtype="16" fill="hold" grpId="0" nodeType="withEffect">
                                      <p:stCondLst>
                                        <p:cond delay="800"/>
                                      </p:stCondLst>
                                      <p:childTnLst>
                                        <p:set>
                                          <p:cBhvr>
                                            <p:cTn id="65" dur="1" fill="hold">
                                              <p:stCondLst>
                                                <p:cond delay="0"/>
                                              </p:stCondLst>
                                            </p:cTn>
                                            <p:tgtEl>
                                              <p:spTgt spid="43"/>
                                            </p:tgtEl>
                                            <p:attrNameLst>
                                              <p:attrName>style.visibility</p:attrName>
                                            </p:attrNameLst>
                                          </p:cBhvr>
                                          <p:to>
                                            <p:strVal val="visible"/>
                                          </p:to>
                                        </p:set>
                                        <p:anim calcmode="lin" valueType="num">
                                          <p:cBhvr>
                                            <p:cTn id="66" dur="750" fill="hold"/>
                                            <p:tgtEl>
                                              <p:spTgt spid="43"/>
                                            </p:tgtEl>
                                            <p:attrNameLst>
                                              <p:attrName>ppt_w</p:attrName>
                                            </p:attrNameLst>
                                          </p:cBhvr>
                                          <p:tavLst>
                                            <p:tav tm="0">
                                              <p:val>
                                                <p:fltVal val="0"/>
                                              </p:val>
                                            </p:tav>
                                            <p:tav tm="100000">
                                              <p:val>
                                                <p:strVal val="#ppt_w"/>
                                              </p:val>
                                            </p:tav>
                                          </p:tavLst>
                                        </p:anim>
                                        <p:anim calcmode="lin" valueType="num">
                                          <p:cBhvr>
                                            <p:cTn id="67" dur="750" fill="hold"/>
                                            <p:tgtEl>
                                              <p:spTgt spid="43"/>
                                            </p:tgtEl>
                                            <p:attrNameLst>
                                              <p:attrName>ppt_h</p:attrName>
                                            </p:attrNameLst>
                                          </p:cBhvr>
                                          <p:tavLst>
                                            <p:tav tm="0">
                                              <p:val>
                                                <p:fltVal val="0"/>
                                              </p:val>
                                            </p:tav>
                                            <p:tav tm="100000">
                                              <p:val>
                                                <p:strVal val="#ppt_h"/>
                                              </p:val>
                                            </p:tav>
                                          </p:tavLst>
                                        </p:anim>
                                        <p:animEffect transition="in" filter="fade">
                                          <p:cBhvr>
                                            <p:cTn id="68" dur="750"/>
                                            <p:tgtEl>
                                              <p:spTgt spid="43"/>
                                            </p:tgtEl>
                                          </p:cBhvr>
                                        </p:animEffect>
                                      </p:childTnLst>
                                    </p:cTn>
                                  </p:par>
                                  <p:par>
                                    <p:cTn id="69" presetID="53" presetClass="entr" presetSubtype="16" fill="hold" grpId="0" nodeType="withEffect">
                                      <p:stCondLst>
                                        <p:cond delay="800"/>
                                      </p:stCondLst>
                                      <p:childTnLst>
                                        <p:set>
                                          <p:cBhvr>
                                            <p:cTn id="70" dur="1" fill="hold">
                                              <p:stCondLst>
                                                <p:cond delay="0"/>
                                              </p:stCondLst>
                                            </p:cTn>
                                            <p:tgtEl>
                                              <p:spTgt spid="29"/>
                                            </p:tgtEl>
                                            <p:attrNameLst>
                                              <p:attrName>style.visibility</p:attrName>
                                            </p:attrNameLst>
                                          </p:cBhvr>
                                          <p:to>
                                            <p:strVal val="visible"/>
                                          </p:to>
                                        </p:set>
                                        <p:anim calcmode="lin" valueType="num">
                                          <p:cBhvr>
                                            <p:cTn id="71" dur="750" fill="hold"/>
                                            <p:tgtEl>
                                              <p:spTgt spid="29"/>
                                            </p:tgtEl>
                                            <p:attrNameLst>
                                              <p:attrName>ppt_w</p:attrName>
                                            </p:attrNameLst>
                                          </p:cBhvr>
                                          <p:tavLst>
                                            <p:tav tm="0">
                                              <p:val>
                                                <p:fltVal val="0"/>
                                              </p:val>
                                            </p:tav>
                                            <p:tav tm="100000">
                                              <p:val>
                                                <p:strVal val="#ppt_w"/>
                                              </p:val>
                                            </p:tav>
                                          </p:tavLst>
                                        </p:anim>
                                        <p:anim calcmode="lin" valueType="num">
                                          <p:cBhvr>
                                            <p:cTn id="72" dur="750" fill="hold"/>
                                            <p:tgtEl>
                                              <p:spTgt spid="29"/>
                                            </p:tgtEl>
                                            <p:attrNameLst>
                                              <p:attrName>ppt_h</p:attrName>
                                            </p:attrNameLst>
                                          </p:cBhvr>
                                          <p:tavLst>
                                            <p:tav tm="0">
                                              <p:val>
                                                <p:fltVal val="0"/>
                                              </p:val>
                                            </p:tav>
                                            <p:tav tm="100000">
                                              <p:val>
                                                <p:strVal val="#ppt_h"/>
                                              </p:val>
                                            </p:tav>
                                          </p:tavLst>
                                        </p:anim>
                                        <p:animEffect transition="in" filter="fade">
                                          <p:cBhvr>
                                            <p:cTn id="73" dur="750"/>
                                            <p:tgtEl>
                                              <p:spTgt spid="29"/>
                                            </p:tgtEl>
                                          </p:cBhvr>
                                        </p:animEffect>
                                      </p:childTnLst>
                                    </p:cTn>
                                  </p:par>
                                  <p:par>
                                    <p:cTn id="74" presetID="53" presetClass="entr" presetSubtype="16" fill="hold" grpId="0" nodeType="withEffect">
                                      <p:stCondLst>
                                        <p:cond delay="1000"/>
                                      </p:stCondLst>
                                      <p:childTnLst>
                                        <p:set>
                                          <p:cBhvr>
                                            <p:cTn id="75" dur="1" fill="hold">
                                              <p:stCondLst>
                                                <p:cond delay="0"/>
                                              </p:stCondLst>
                                            </p:cTn>
                                            <p:tgtEl>
                                              <p:spTgt spid="22"/>
                                            </p:tgtEl>
                                            <p:attrNameLst>
                                              <p:attrName>style.visibility</p:attrName>
                                            </p:attrNameLst>
                                          </p:cBhvr>
                                          <p:to>
                                            <p:strVal val="visible"/>
                                          </p:to>
                                        </p:set>
                                        <p:anim calcmode="lin" valueType="num">
                                          <p:cBhvr>
                                            <p:cTn id="76" dur="750" fill="hold"/>
                                            <p:tgtEl>
                                              <p:spTgt spid="22"/>
                                            </p:tgtEl>
                                            <p:attrNameLst>
                                              <p:attrName>ppt_w</p:attrName>
                                            </p:attrNameLst>
                                          </p:cBhvr>
                                          <p:tavLst>
                                            <p:tav tm="0">
                                              <p:val>
                                                <p:fltVal val="0"/>
                                              </p:val>
                                            </p:tav>
                                            <p:tav tm="100000">
                                              <p:val>
                                                <p:strVal val="#ppt_w"/>
                                              </p:val>
                                            </p:tav>
                                          </p:tavLst>
                                        </p:anim>
                                        <p:anim calcmode="lin" valueType="num">
                                          <p:cBhvr>
                                            <p:cTn id="77" dur="750" fill="hold"/>
                                            <p:tgtEl>
                                              <p:spTgt spid="22"/>
                                            </p:tgtEl>
                                            <p:attrNameLst>
                                              <p:attrName>ppt_h</p:attrName>
                                            </p:attrNameLst>
                                          </p:cBhvr>
                                          <p:tavLst>
                                            <p:tav tm="0">
                                              <p:val>
                                                <p:fltVal val="0"/>
                                              </p:val>
                                            </p:tav>
                                            <p:tav tm="100000">
                                              <p:val>
                                                <p:strVal val="#ppt_h"/>
                                              </p:val>
                                            </p:tav>
                                          </p:tavLst>
                                        </p:anim>
                                        <p:animEffect transition="in" filter="fade">
                                          <p:cBhvr>
                                            <p:cTn id="78" dur="750"/>
                                            <p:tgtEl>
                                              <p:spTgt spid="22"/>
                                            </p:tgtEl>
                                          </p:cBhvr>
                                        </p:animEffect>
                                      </p:childTnLst>
                                    </p:cTn>
                                  </p:par>
                                  <p:par>
                                    <p:cTn id="79" presetID="53" presetClass="entr" presetSubtype="16" fill="hold" grpId="0" nodeType="withEffect">
                                      <p:stCondLst>
                                        <p:cond delay="1000"/>
                                      </p:stCondLst>
                                      <p:childTnLst>
                                        <p:set>
                                          <p:cBhvr>
                                            <p:cTn id="80" dur="1" fill="hold">
                                              <p:stCondLst>
                                                <p:cond delay="0"/>
                                              </p:stCondLst>
                                            </p:cTn>
                                            <p:tgtEl>
                                              <p:spTgt spid="42"/>
                                            </p:tgtEl>
                                            <p:attrNameLst>
                                              <p:attrName>style.visibility</p:attrName>
                                            </p:attrNameLst>
                                          </p:cBhvr>
                                          <p:to>
                                            <p:strVal val="visible"/>
                                          </p:to>
                                        </p:set>
                                        <p:anim calcmode="lin" valueType="num">
                                          <p:cBhvr>
                                            <p:cTn id="81" dur="750" fill="hold"/>
                                            <p:tgtEl>
                                              <p:spTgt spid="42"/>
                                            </p:tgtEl>
                                            <p:attrNameLst>
                                              <p:attrName>ppt_w</p:attrName>
                                            </p:attrNameLst>
                                          </p:cBhvr>
                                          <p:tavLst>
                                            <p:tav tm="0">
                                              <p:val>
                                                <p:fltVal val="0"/>
                                              </p:val>
                                            </p:tav>
                                            <p:tav tm="100000">
                                              <p:val>
                                                <p:strVal val="#ppt_w"/>
                                              </p:val>
                                            </p:tav>
                                          </p:tavLst>
                                        </p:anim>
                                        <p:anim calcmode="lin" valueType="num">
                                          <p:cBhvr>
                                            <p:cTn id="82" dur="750" fill="hold"/>
                                            <p:tgtEl>
                                              <p:spTgt spid="42"/>
                                            </p:tgtEl>
                                            <p:attrNameLst>
                                              <p:attrName>ppt_h</p:attrName>
                                            </p:attrNameLst>
                                          </p:cBhvr>
                                          <p:tavLst>
                                            <p:tav tm="0">
                                              <p:val>
                                                <p:fltVal val="0"/>
                                              </p:val>
                                            </p:tav>
                                            <p:tav tm="100000">
                                              <p:val>
                                                <p:strVal val="#ppt_h"/>
                                              </p:val>
                                            </p:tav>
                                          </p:tavLst>
                                        </p:anim>
                                        <p:animEffect transition="in" filter="fade">
                                          <p:cBhvr>
                                            <p:cTn id="83" dur="750"/>
                                            <p:tgtEl>
                                              <p:spTgt spid="42"/>
                                            </p:tgtEl>
                                          </p:cBhvr>
                                        </p:animEffect>
                                      </p:childTnLst>
                                    </p:cTn>
                                  </p:par>
                                  <p:par>
                                    <p:cTn id="84" presetID="53" presetClass="entr" presetSubtype="16" fill="hold" grpId="0" nodeType="withEffect">
                                      <p:stCondLst>
                                        <p:cond delay="1000"/>
                                      </p:stCondLst>
                                      <p:childTnLst>
                                        <p:set>
                                          <p:cBhvr>
                                            <p:cTn id="85" dur="1" fill="hold">
                                              <p:stCondLst>
                                                <p:cond delay="0"/>
                                              </p:stCondLst>
                                            </p:cTn>
                                            <p:tgtEl>
                                              <p:spTgt spid="27"/>
                                            </p:tgtEl>
                                            <p:attrNameLst>
                                              <p:attrName>style.visibility</p:attrName>
                                            </p:attrNameLst>
                                          </p:cBhvr>
                                          <p:to>
                                            <p:strVal val="visible"/>
                                          </p:to>
                                        </p:set>
                                        <p:anim calcmode="lin" valueType="num">
                                          <p:cBhvr>
                                            <p:cTn id="86" dur="750" fill="hold"/>
                                            <p:tgtEl>
                                              <p:spTgt spid="27"/>
                                            </p:tgtEl>
                                            <p:attrNameLst>
                                              <p:attrName>ppt_w</p:attrName>
                                            </p:attrNameLst>
                                          </p:cBhvr>
                                          <p:tavLst>
                                            <p:tav tm="0">
                                              <p:val>
                                                <p:fltVal val="0"/>
                                              </p:val>
                                            </p:tav>
                                            <p:tav tm="100000">
                                              <p:val>
                                                <p:strVal val="#ppt_w"/>
                                              </p:val>
                                            </p:tav>
                                          </p:tavLst>
                                        </p:anim>
                                        <p:anim calcmode="lin" valueType="num">
                                          <p:cBhvr>
                                            <p:cTn id="87" dur="750" fill="hold"/>
                                            <p:tgtEl>
                                              <p:spTgt spid="27"/>
                                            </p:tgtEl>
                                            <p:attrNameLst>
                                              <p:attrName>ppt_h</p:attrName>
                                            </p:attrNameLst>
                                          </p:cBhvr>
                                          <p:tavLst>
                                            <p:tav tm="0">
                                              <p:val>
                                                <p:fltVal val="0"/>
                                              </p:val>
                                            </p:tav>
                                            <p:tav tm="100000">
                                              <p:val>
                                                <p:strVal val="#ppt_h"/>
                                              </p:val>
                                            </p:tav>
                                          </p:tavLst>
                                        </p:anim>
                                        <p:animEffect transition="in" filter="fade">
                                          <p:cBhvr>
                                            <p:cTn id="88" dur="75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25" grpId="0"/>
          <p:bldP spid="26" grpId="0" animBg="1"/>
          <p:bldP spid="27" grpId="0" animBg="1"/>
          <p:bldP spid="28" grpId="0" animBg="1"/>
          <p:bldP spid="29" grpId="0" animBg="1"/>
          <p:bldP spid="42" grpId="0"/>
          <p:bldP spid="43" grpId="0"/>
          <p:bldP spid="44" grpId="0"/>
          <p:bldP spid="4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0-#ppt_w/2"/>
                                              </p:val>
                                            </p:tav>
                                            <p:tav tm="100000">
                                              <p:val>
                                                <p:strVal val="#ppt_x"/>
                                              </p:val>
                                            </p:tav>
                                          </p:tavLst>
                                        </p:anim>
                                        <p:anim calcmode="lin" valueType="num">
                                          <p:cBhvr additive="base">
                                            <p:cTn id="8" dur="10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000" fill="hold"/>
                                            <p:tgtEl>
                                              <p:spTgt spid="37"/>
                                            </p:tgtEl>
                                            <p:attrNameLst>
                                              <p:attrName>ppt_x</p:attrName>
                                            </p:attrNameLst>
                                          </p:cBhvr>
                                          <p:tavLst>
                                            <p:tav tm="0">
                                              <p:val>
                                                <p:strVal val="1+#ppt_w/2"/>
                                              </p:val>
                                            </p:tav>
                                            <p:tav tm="100000">
                                              <p:val>
                                                <p:strVal val="#ppt_x"/>
                                              </p:val>
                                            </p:tav>
                                          </p:tavLst>
                                        </p:anim>
                                        <p:anim calcmode="lin" valueType="num">
                                          <p:cBhvr additive="base">
                                            <p:cTn id="12" dur="1000" fill="hold"/>
                                            <p:tgtEl>
                                              <p:spTgt spid="37"/>
                                            </p:tgtEl>
                                            <p:attrNameLst>
                                              <p:attrName>ppt_y</p:attrName>
                                            </p:attrNameLst>
                                          </p:cBhvr>
                                          <p:tavLst>
                                            <p:tav tm="0">
                                              <p:val>
                                                <p:strVal val="#ppt_y"/>
                                              </p:val>
                                            </p:tav>
                                            <p:tav tm="100000">
                                              <p:val>
                                                <p:strVal val="#ppt_y"/>
                                              </p:val>
                                            </p:tav>
                                          </p:tavLst>
                                        </p:anim>
                                      </p:childTnLst>
                                    </p:cTn>
                                  </p:par>
                                  <p:par>
                                    <p:cTn id="13" presetID="2" presetClass="entr" presetSubtype="1" fill="hold" nodeType="withEffect">
                                      <p:stCondLst>
                                        <p:cond delay="25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ppt_x"/>
                                              </p:val>
                                            </p:tav>
                                            <p:tav tm="100000">
                                              <p:val>
                                                <p:strVal val="#ppt_x"/>
                                              </p:val>
                                            </p:tav>
                                          </p:tavLst>
                                        </p:anim>
                                        <p:anim calcmode="lin" valueType="num">
                                          <p:cBhvr additive="base">
                                            <p:cTn id="16" dur="100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50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1000" fill="hold"/>
                                            <p:tgtEl>
                                              <p:spTgt spid="4"/>
                                            </p:tgtEl>
                                            <p:attrNameLst>
                                              <p:attrName>ppt_x</p:attrName>
                                            </p:attrNameLst>
                                          </p:cBhvr>
                                          <p:tavLst>
                                            <p:tav tm="0">
                                              <p:val>
                                                <p:strVal val="#ppt_x"/>
                                              </p:val>
                                            </p:tav>
                                            <p:tav tm="100000">
                                              <p:val>
                                                <p:strVal val="#ppt_x"/>
                                              </p:val>
                                            </p:tav>
                                          </p:tavLst>
                                        </p:anim>
                                        <p:anim calcmode="lin" valueType="num">
                                          <p:cBhvr additive="base">
                                            <p:cTn id="20" dur="100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75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000" fill="hold"/>
                                            <p:tgtEl>
                                              <p:spTgt spid="3"/>
                                            </p:tgtEl>
                                            <p:attrNameLst>
                                              <p:attrName>ppt_x</p:attrName>
                                            </p:attrNameLst>
                                          </p:cBhvr>
                                          <p:tavLst>
                                            <p:tav tm="0">
                                              <p:val>
                                                <p:strVal val="#ppt_x"/>
                                              </p:val>
                                            </p:tav>
                                            <p:tav tm="100000">
                                              <p:val>
                                                <p:strVal val="#ppt_x"/>
                                              </p:val>
                                            </p:tav>
                                          </p:tavLst>
                                        </p:anim>
                                        <p:anim calcmode="lin" valueType="num">
                                          <p:cBhvr additive="base">
                                            <p:cTn id="24" dur="1000" fill="hold"/>
                                            <p:tgtEl>
                                              <p:spTgt spid="3"/>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1000"/>
                                      </p:stCondLst>
                                      <p:childTnLst>
                                        <p:set>
                                          <p:cBhvr>
                                            <p:cTn id="26" dur="1" fill="hold">
                                              <p:stCondLst>
                                                <p:cond delay="0"/>
                                              </p:stCondLst>
                                            </p:cTn>
                                            <p:tgtEl>
                                              <p:spTgt spid="2"/>
                                            </p:tgtEl>
                                            <p:attrNameLst>
                                              <p:attrName>style.visibility</p:attrName>
                                            </p:attrNameLst>
                                          </p:cBhvr>
                                          <p:to>
                                            <p:strVal val="visible"/>
                                          </p:to>
                                        </p:set>
                                        <p:anim calcmode="lin" valueType="num">
                                          <p:cBhvr additive="base">
                                            <p:cTn id="27" dur="1000" fill="hold"/>
                                            <p:tgtEl>
                                              <p:spTgt spid="2"/>
                                            </p:tgtEl>
                                            <p:attrNameLst>
                                              <p:attrName>ppt_x</p:attrName>
                                            </p:attrNameLst>
                                          </p:cBhvr>
                                          <p:tavLst>
                                            <p:tav tm="0">
                                              <p:val>
                                                <p:strVal val="#ppt_x"/>
                                              </p:val>
                                            </p:tav>
                                            <p:tav tm="100000">
                                              <p:val>
                                                <p:strVal val="#ppt_x"/>
                                              </p:val>
                                            </p:tav>
                                          </p:tavLst>
                                        </p:anim>
                                        <p:anim calcmode="lin" valueType="num">
                                          <p:cBhvr additive="base">
                                            <p:cTn id="28" dur="1000" fill="hold"/>
                                            <p:tgtEl>
                                              <p:spTgt spid="2"/>
                                            </p:tgtEl>
                                            <p:attrNameLst>
                                              <p:attrName>ppt_y</p:attrName>
                                            </p:attrNameLst>
                                          </p:cBhvr>
                                          <p:tavLst>
                                            <p:tav tm="0">
                                              <p:val>
                                                <p:strVal val="0-#ppt_h/2"/>
                                              </p:val>
                                            </p:tav>
                                            <p:tav tm="100000">
                                              <p:val>
                                                <p:strVal val="#ppt_y"/>
                                              </p:val>
                                            </p:tav>
                                          </p:tavLst>
                                        </p:anim>
                                      </p:childTnLst>
                                    </p:cTn>
                                  </p:par>
                                  <p:par>
                                    <p:cTn id="29" presetID="53" presetClass="entr" presetSubtype="16" fill="hold" grpId="0" nodeType="withEffect">
                                      <p:stCondLst>
                                        <p:cond delay="400"/>
                                      </p:stCondLst>
                                      <p:childTnLst>
                                        <p:set>
                                          <p:cBhvr>
                                            <p:cTn id="30" dur="1" fill="hold">
                                              <p:stCondLst>
                                                <p:cond delay="0"/>
                                              </p:stCondLst>
                                            </p:cTn>
                                            <p:tgtEl>
                                              <p:spTgt spid="25"/>
                                            </p:tgtEl>
                                            <p:attrNameLst>
                                              <p:attrName>style.visibility</p:attrName>
                                            </p:attrNameLst>
                                          </p:cBhvr>
                                          <p:to>
                                            <p:strVal val="visible"/>
                                          </p:to>
                                        </p:set>
                                        <p:anim calcmode="lin" valueType="num">
                                          <p:cBhvr>
                                            <p:cTn id="31" dur="750" fill="hold"/>
                                            <p:tgtEl>
                                              <p:spTgt spid="25"/>
                                            </p:tgtEl>
                                            <p:attrNameLst>
                                              <p:attrName>ppt_w</p:attrName>
                                            </p:attrNameLst>
                                          </p:cBhvr>
                                          <p:tavLst>
                                            <p:tav tm="0">
                                              <p:val>
                                                <p:fltVal val="0"/>
                                              </p:val>
                                            </p:tav>
                                            <p:tav tm="100000">
                                              <p:val>
                                                <p:strVal val="#ppt_w"/>
                                              </p:val>
                                            </p:tav>
                                          </p:tavLst>
                                        </p:anim>
                                        <p:anim calcmode="lin" valueType="num">
                                          <p:cBhvr>
                                            <p:cTn id="32" dur="750" fill="hold"/>
                                            <p:tgtEl>
                                              <p:spTgt spid="25"/>
                                            </p:tgtEl>
                                            <p:attrNameLst>
                                              <p:attrName>ppt_h</p:attrName>
                                            </p:attrNameLst>
                                          </p:cBhvr>
                                          <p:tavLst>
                                            <p:tav tm="0">
                                              <p:val>
                                                <p:fltVal val="0"/>
                                              </p:val>
                                            </p:tav>
                                            <p:tav tm="100000">
                                              <p:val>
                                                <p:strVal val="#ppt_h"/>
                                              </p:val>
                                            </p:tav>
                                          </p:tavLst>
                                        </p:anim>
                                        <p:animEffect transition="in" filter="fade">
                                          <p:cBhvr>
                                            <p:cTn id="33" dur="750"/>
                                            <p:tgtEl>
                                              <p:spTgt spid="25"/>
                                            </p:tgtEl>
                                          </p:cBhvr>
                                        </p:animEffect>
                                      </p:childTnLst>
                                    </p:cTn>
                                  </p:par>
                                  <p:par>
                                    <p:cTn id="34" presetID="53" presetClass="entr" presetSubtype="16" fill="hold" grpId="0" nodeType="withEffect">
                                      <p:stCondLst>
                                        <p:cond delay="400"/>
                                      </p:stCondLst>
                                      <p:childTnLst>
                                        <p:set>
                                          <p:cBhvr>
                                            <p:cTn id="35" dur="1" fill="hold">
                                              <p:stCondLst>
                                                <p:cond delay="0"/>
                                              </p:stCondLst>
                                            </p:cTn>
                                            <p:tgtEl>
                                              <p:spTgt spid="45"/>
                                            </p:tgtEl>
                                            <p:attrNameLst>
                                              <p:attrName>style.visibility</p:attrName>
                                            </p:attrNameLst>
                                          </p:cBhvr>
                                          <p:to>
                                            <p:strVal val="visible"/>
                                          </p:to>
                                        </p:set>
                                        <p:anim calcmode="lin" valueType="num">
                                          <p:cBhvr>
                                            <p:cTn id="36" dur="750" fill="hold"/>
                                            <p:tgtEl>
                                              <p:spTgt spid="45"/>
                                            </p:tgtEl>
                                            <p:attrNameLst>
                                              <p:attrName>ppt_w</p:attrName>
                                            </p:attrNameLst>
                                          </p:cBhvr>
                                          <p:tavLst>
                                            <p:tav tm="0">
                                              <p:val>
                                                <p:fltVal val="0"/>
                                              </p:val>
                                            </p:tav>
                                            <p:tav tm="100000">
                                              <p:val>
                                                <p:strVal val="#ppt_w"/>
                                              </p:val>
                                            </p:tav>
                                          </p:tavLst>
                                        </p:anim>
                                        <p:anim calcmode="lin" valueType="num">
                                          <p:cBhvr>
                                            <p:cTn id="37" dur="750" fill="hold"/>
                                            <p:tgtEl>
                                              <p:spTgt spid="45"/>
                                            </p:tgtEl>
                                            <p:attrNameLst>
                                              <p:attrName>ppt_h</p:attrName>
                                            </p:attrNameLst>
                                          </p:cBhvr>
                                          <p:tavLst>
                                            <p:tav tm="0">
                                              <p:val>
                                                <p:fltVal val="0"/>
                                              </p:val>
                                            </p:tav>
                                            <p:tav tm="100000">
                                              <p:val>
                                                <p:strVal val="#ppt_h"/>
                                              </p:val>
                                            </p:tav>
                                          </p:tavLst>
                                        </p:anim>
                                        <p:animEffect transition="in" filter="fade">
                                          <p:cBhvr>
                                            <p:cTn id="38" dur="750"/>
                                            <p:tgtEl>
                                              <p:spTgt spid="45"/>
                                            </p:tgtEl>
                                          </p:cBhvr>
                                        </p:animEffect>
                                      </p:childTnLst>
                                    </p:cTn>
                                  </p:par>
                                  <p:par>
                                    <p:cTn id="39" presetID="53" presetClass="entr" presetSubtype="16" fill="hold" grpId="0" nodeType="withEffect">
                                      <p:stCondLst>
                                        <p:cond delay="400"/>
                                      </p:stCondLst>
                                      <p:childTnLst>
                                        <p:set>
                                          <p:cBhvr>
                                            <p:cTn id="40" dur="1" fill="hold">
                                              <p:stCondLst>
                                                <p:cond delay="0"/>
                                              </p:stCondLst>
                                            </p:cTn>
                                            <p:tgtEl>
                                              <p:spTgt spid="26"/>
                                            </p:tgtEl>
                                            <p:attrNameLst>
                                              <p:attrName>style.visibility</p:attrName>
                                            </p:attrNameLst>
                                          </p:cBhvr>
                                          <p:to>
                                            <p:strVal val="visible"/>
                                          </p:to>
                                        </p:set>
                                        <p:anim calcmode="lin" valueType="num">
                                          <p:cBhvr>
                                            <p:cTn id="41" dur="750" fill="hold"/>
                                            <p:tgtEl>
                                              <p:spTgt spid="26"/>
                                            </p:tgtEl>
                                            <p:attrNameLst>
                                              <p:attrName>ppt_w</p:attrName>
                                            </p:attrNameLst>
                                          </p:cBhvr>
                                          <p:tavLst>
                                            <p:tav tm="0">
                                              <p:val>
                                                <p:fltVal val="0"/>
                                              </p:val>
                                            </p:tav>
                                            <p:tav tm="100000">
                                              <p:val>
                                                <p:strVal val="#ppt_w"/>
                                              </p:val>
                                            </p:tav>
                                          </p:tavLst>
                                        </p:anim>
                                        <p:anim calcmode="lin" valueType="num">
                                          <p:cBhvr>
                                            <p:cTn id="42" dur="750" fill="hold"/>
                                            <p:tgtEl>
                                              <p:spTgt spid="26"/>
                                            </p:tgtEl>
                                            <p:attrNameLst>
                                              <p:attrName>ppt_h</p:attrName>
                                            </p:attrNameLst>
                                          </p:cBhvr>
                                          <p:tavLst>
                                            <p:tav tm="0">
                                              <p:val>
                                                <p:fltVal val="0"/>
                                              </p:val>
                                            </p:tav>
                                            <p:tav tm="100000">
                                              <p:val>
                                                <p:strVal val="#ppt_h"/>
                                              </p:val>
                                            </p:tav>
                                          </p:tavLst>
                                        </p:anim>
                                        <p:animEffect transition="in" filter="fade">
                                          <p:cBhvr>
                                            <p:cTn id="43" dur="750"/>
                                            <p:tgtEl>
                                              <p:spTgt spid="26"/>
                                            </p:tgtEl>
                                          </p:cBhvr>
                                        </p:animEffect>
                                      </p:childTnLst>
                                    </p:cTn>
                                  </p:par>
                                  <p:par>
                                    <p:cTn id="44" presetID="53" presetClass="entr" presetSubtype="16" fill="hold" grpId="0" nodeType="withEffect">
                                      <p:stCondLst>
                                        <p:cond delay="600"/>
                                      </p:stCondLst>
                                      <p:childTnLst>
                                        <p:set>
                                          <p:cBhvr>
                                            <p:cTn id="45" dur="1" fill="hold">
                                              <p:stCondLst>
                                                <p:cond delay="0"/>
                                              </p:stCondLst>
                                            </p:cTn>
                                            <p:tgtEl>
                                              <p:spTgt spid="24"/>
                                            </p:tgtEl>
                                            <p:attrNameLst>
                                              <p:attrName>style.visibility</p:attrName>
                                            </p:attrNameLst>
                                          </p:cBhvr>
                                          <p:to>
                                            <p:strVal val="visible"/>
                                          </p:to>
                                        </p:set>
                                        <p:anim calcmode="lin" valueType="num">
                                          <p:cBhvr>
                                            <p:cTn id="46" dur="750" fill="hold"/>
                                            <p:tgtEl>
                                              <p:spTgt spid="24"/>
                                            </p:tgtEl>
                                            <p:attrNameLst>
                                              <p:attrName>ppt_w</p:attrName>
                                            </p:attrNameLst>
                                          </p:cBhvr>
                                          <p:tavLst>
                                            <p:tav tm="0">
                                              <p:val>
                                                <p:fltVal val="0"/>
                                              </p:val>
                                            </p:tav>
                                            <p:tav tm="100000">
                                              <p:val>
                                                <p:strVal val="#ppt_w"/>
                                              </p:val>
                                            </p:tav>
                                          </p:tavLst>
                                        </p:anim>
                                        <p:anim calcmode="lin" valueType="num">
                                          <p:cBhvr>
                                            <p:cTn id="47" dur="750" fill="hold"/>
                                            <p:tgtEl>
                                              <p:spTgt spid="24"/>
                                            </p:tgtEl>
                                            <p:attrNameLst>
                                              <p:attrName>ppt_h</p:attrName>
                                            </p:attrNameLst>
                                          </p:cBhvr>
                                          <p:tavLst>
                                            <p:tav tm="0">
                                              <p:val>
                                                <p:fltVal val="0"/>
                                              </p:val>
                                            </p:tav>
                                            <p:tav tm="100000">
                                              <p:val>
                                                <p:strVal val="#ppt_h"/>
                                              </p:val>
                                            </p:tav>
                                          </p:tavLst>
                                        </p:anim>
                                        <p:animEffect transition="in" filter="fade">
                                          <p:cBhvr>
                                            <p:cTn id="48" dur="750"/>
                                            <p:tgtEl>
                                              <p:spTgt spid="24"/>
                                            </p:tgtEl>
                                          </p:cBhvr>
                                        </p:animEffect>
                                      </p:childTnLst>
                                    </p:cTn>
                                  </p:par>
                                  <p:par>
                                    <p:cTn id="49" presetID="53" presetClass="entr" presetSubtype="16" fill="hold" grpId="0" nodeType="withEffect">
                                      <p:stCondLst>
                                        <p:cond delay="600"/>
                                      </p:stCondLst>
                                      <p:childTnLst>
                                        <p:set>
                                          <p:cBhvr>
                                            <p:cTn id="50" dur="1" fill="hold">
                                              <p:stCondLst>
                                                <p:cond delay="0"/>
                                              </p:stCondLst>
                                            </p:cTn>
                                            <p:tgtEl>
                                              <p:spTgt spid="44"/>
                                            </p:tgtEl>
                                            <p:attrNameLst>
                                              <p:attrName>style.visibility</p:attrName>
                                            </p:attrNameLst>
                                          </p:cBhvr>
                                          <p:to>
                                            <p:strVal val="visible"/>
                                          </p:to>
                                        </p:set>
                                        <p:anim calcmode="lin" valueType="num">
                                          <p:cBhvr>
                                            <p:cTn id="51" dur="750" fill="hold"/>
                                            <p:tgtEl>
                                              <p:spTgt spid="44"/>
                                            </p:tgtEl>
                                            <p:attrNameLst>
                                              <p:attrName>ppt_w</p:attrName>
                                            </p:attrNameLst>
                                          </p:cBhvr>
                                          <p:tavLst>
                                            <p:tav tm="0">
                                              <p:val>
                                                <p:fltVal val="0"/>
                                              </p:val>
                                            </p:tav>
                                            <p:tav tm="100000">
                                              <p:val>
                                                <p:strVal val="#ppt_w"/>
                                              </p:val>
                                            </p:tav>
                                          </p:tavLst>
                                        </p:anim>
                                        <p:anim calcmode="lin" valueType="num">
                                          <p:cBhvr>
                                            <p:cTn id="52" dur="750" fill="hold"/>
                                            <p:tgtEl>
                                              <p:spTgt spid="44"/>
                                            </p:tgtEl>
                                            <p:attrNameLst>
                                              <p:attrName>ppt_h</p:attrName>
                                            </p:attrNameLst>
                                          </p:cBhvr>
                                          <p:tavLst>
                                            <p:tav tm="0">
                                              <p:val>
                                                <p:fltVal val="0"/>
                                              </p:val>
                                            </p:tav>
                                            <p:tav tm="100000">
                                              <p:val>
                                                <p:strVal val="#ppt_h"/>
                                              </p:val>
                                            </p:tav>
                                          </p:tavLst>
                                        </p:anim>
                                        <p:animEffect transition="in" filter="fade">
                                          <p:cBhvr>
                                            <p:cTn id="53" dur="750"/>
                                            <p:tgtEl>
                                              <p:spTgt spid="44"/>
                                            </p:tgtEl>
                                          </p:cBhvr>
                                        </p:animEffect>
                                      </p:childTnLst>
                                    </p:cTn>
                                  </p:par>
                                  <p:par>
                                    <p:cTn id="54" presetID="53" presetClass="entr" presetSubtype="16" fill="hold" grpId="0" nodeType="withEffect">
                                      <p:stCondLst>
                                        <p:cond delay="600"/>
                                      </p:stCondLst>
                                      <p:childTnLst>
                                        <p:set>
                                          <p:cBhvr>
                                            <p:cTn id="55" dur="1" fill="hold">
                                              <p:stCondLst>
                                                <p:cond delay="0"/>
                                              </p:stCondLst>
                                            </p:cTn>
                                            <p:tgtEl>
                                              <p:spTgt spid="28"/>
                                            </p:tgtEl>
                                            <p:attrNameLst>
                                              <p:attrName>style.visibility</p:attrName>
                                            </p:attrNameLst>
                                          </p:cBhvr>
                                          <p:to>
                                            <p:strVal val="visible"/>
                                          </p:to>
                                        </p:set>
                                        <p:anim calcmode="lin" valueType="num">
                                          <p:cBhvr>
                                            <p:cTn id="56" dur="750" fill="hold"/>
                                            <p:tgtEl>
                                              <p:spTgt spid="28"/>
                                            </p:tgtEl>
                                            <p:attrNameLst>
                                              <p:attrName>ppt_w</p:attrName>
                                            </p:attrNameLst>
                                          </p:cBhvr>
                                          <p:tavLst>
                                            <p:tav tm="0">
                                              <p:val>
                                                <p:fltVal val="0"/>
                                              </p:val>
                                            </p:tav>
                                            <p:tav tm="100000">
                                              <p:val>
                                                <p:strVal val="#ppt_w"/>
                                              </p:val>
                                            </p:tav>
                                          </p:tavLst>
                                        </p:anim>
                                        <p:anim calcmode="lin" valueType="num">
                                          <p:cBhvr>
                                            <p:cTn id="57" dur="750" fill="hold"/>
                                            <p:tgtEl>
                                              <p:spTgt spid="28"/>
                                            </p:tgtEl>
                                            <p:attrNameLst>
                                              <p:attrName>ppt_h</p:attrName>
                                            </p:attrNameLst>
                                          </p:cBhvr>
                                          <p:tavLst>
                                            <p:tav tm="0">
                                              <p:val>
                                                <p:fltVal val="0"/>
                                              </p:val>
                                            </p:tav>
                                            <p:tav tm="100000">
                                              <p:val>
                                                <p:strVal val="#ppt_h"/>
                                              </p:val>
                                            </p:tav>
                                          </p:tavLst>
                                        </p:anim>
                                        <p:animEffect transition="in" filter="fade">
                                          <p:cBhvr>
                                            <p:cTn id="58" dur="750"/>
                                            <p:tgtEl>
                                              <p:spTgt spid="28"/>
                                            </p:tgtEl>
                                          </p:cBhvr>
                                        </p:animEffect>
                                      </p:childTnLst>
                                    </p:cTn>
                                  </p:par>
                                  <p:par>
                                    <p:cTn id="59" presetID="53" presetClass="entr" presetSubtype="16" fill="hold" grpId="0" nodeType="withEffect">
                                      <p:stCondLst>
                                        <p:cond delay="800"/>
                                      </p:stCondLst>
                                      <p:childTnLst>
                                        <p:set>
                                          <p:cBhvr>
                                            <p:cTn id="60" dur="1" fill="hold">
                                              <p:stCondLst>
                                                <p:cond delay="0"/>
                                              </p:stCondLst>
                                            </p:cTn>
                                            <p:tgtEl>
                                              <p:spTgt spid="23"/>
                                            </p:tgtEl>
                                            <p:attrNameLst>
                                              <p:attrName>style.visibility</p:attrName>
                                            </p:attrNameLst>
                                          </p:cBhvr>
                                          <p:to>
                                            <p:strVal val="visible"/>
                                          </p:to>
                                        </p:set>
                                        <p:anim calcmode="lin" valueType="num">
                                          <p:cBhvr>
                                            <p:cTn id="61" dur="750" fill="hold"/>
                                            <p:tgtEl>
                                              <p:spTgt spid="23"/>
                                            </p:tgtEl>
                                            <p:attrNameLst>
                                              <p:attrName>ppt_w</p:attrName>
                                            </p:attrNameLst>
                                          </p:cBhvr>
                                          <p:tavLst>
                                            <p:tav tm="0">
                                              <p:val>
                                                <p:fltVal val="0"/>
                                              </p:val>
                                            </p:tav>
                                            <p:tav tm="100000">
                                              <p:val>
                                                <p:strVal val="#ppt_w"/>
                                              </p:val>
                                            </p:tav>
                                          </p:tavLst>
                                        </p:anim>
                                        <p:anim calcmode="lin" valueType="num">
                                          <p:cBhvr>
                                            <p:cTn id="62" dur="750" fill="hold"/>
                                            <p:tgtEl>
                                              <p:spTgt spid="23"/>
                                            </p:tgtEl>
                                            <p:attrNameLst>
                                              <p:attrName>ppt_h</p:attrName>
                                            </p:attrNameLst>
                                          </p:cBhvr>
                                          <p:tavLst>
                                            <p:tav tm="0">
                                              <p:val>
                                                <p:fltVal val="0"/>
                                              </p:val>
                                            </p:tav>
                                            <p:tav tm="100000">
                                              <p:val>
                                                <p:strVal val="#ppt_h"/>
                                              </p:val>
                                            </p:tav>
                                          </p:tavLst>
                                        </p:anim>
                                        <p:animEffect transition="in" filter="fade">
                                          <p:cBhvr>
                                            <p:cTn id="63" dur="750"/>
                                            <p:tgtEl>
                                              <p:spTgt spid="23"/>
                                            </p:tgtEl>
                                          </p:cBhvr>
                                        </p:animEffect>
                                      </p:childTnLst>
                                    </p:cTn>
                                  </p:par>
                                  <p:par>
                                    <p:cTn id="64" presetID="53" presetClass="entr" presetSubtype="16" fill="hold" grpId="0" nodeType="withEffect">
                                      <p:stCondLst>
                                        <p:cond delay="800"/>
                                      </p:stCondLst>
                                      <p:childTnLst>
                                        <p:set>
                                          <p:cBhvr>
                                            <p:cTn id="65" dur="1" fill="hold">
                                              <p:stCondLst>
                                                <p:cond delay="0"/>
                                              </p:stCondLst>
                                            </p:cTn>
                                            <p:tgtEl>
                                              <p:spTgt spid="43"/>
                                            </p:tgtEl>
                                            <p:attrNameLst>
                                              <p:attrName>style.visibility</p:attrName>
                                            </p:attrNameLst>
                                          </p:cBhvr>
                                          <p:to>
                                            <p:strVal val="visible"/>
                                          </p:to>
                                        </p:set>
                                        <p:anim calcmode="lin" valueType="num">
                                          <p:cBhvr>
                                            <p:cTn id="66" dur="750" fill="hold"/>
                                            <p:tgtEl>
                                              <p:spTgt spid="43"/>
                                            </p:tgtEl>
                                            <p:attrNameLst>
                                              <p:attrName>ppt_w</p:attrName>
                                            </p:attrNameLst>
                                          </p:cBhvr>
                                          <p:tavLst>
                                            <p:tav tm="0">
                                              <p:val>
                                                <p:fltVal val="0"/>
                                              </p:val>
                                            </p:tav>
                                            <p:tav tm="100000">
                                              <p:val>
                                                <p:strVal val="#ppt_w"/>
                                              </p:val>
                                            </p:tav>
                                          </p:tavLst>
                                        </p:anim>
                                        <p:anim calcmode="lin" valueType="num">
                                          <p:cBhvr>
                                            <p:cTn id="67" dur="750" fill="hold"/>
                                            <p:tgtEl>
                                              <p:spTgt spid="43"/>
                                            </p:tgtEl>
                                            <p:attrNameLst>
                                              <p:attrName>ppt_h</p:attrName>
                                            </p:attrNameLst>
                                          </p:cBhvr>
                                          <p:tavLst>
                                            <p:tav tm="0">
                                              <p:val>
                                                <p:fltVal val="0"/>
                                              </p:val>
                                            </p:tav>
                                            <p:tav tm="100000">
                                              <p:val>
                                                <p:strVal val="#ppt_h"/>
                                              </p:val>
                                            </p:tav>
                                          </p:tavLst>
                                        </p:anim>
                                        <p:animEffect transition="in" filter="fade">
                                          <p:cBhvr>
                                            <p:cTn id="68" dur="750"/>
                                            <p:tgtEl>
                                              <p:spTgt spid="43"/>
                                            </p:tgtEl>
                                          </p:cBhvr>
                                        </p:animEffect>
                                      </p:childTnLst>
                                    </p:cTn>
                                  </p:par>
                                  <p:par>
                                    <p:cTn id="69" presetID="53" presetClass="entr" presetSubtype="16" fill="hold" grpId="0" nodeType="withEffect">
                                      <p:stCondLst>
                                        <p:cond delay="800"/>
                                      </p:stCondLst>
                                      <p:childTnLst>
                                        <p:set>
                                          <p:cBhvr>
                                            <p:cTn id="70" dur="1" fill="hold">
                                              <p:stCondLst>
                                                <p:cond delay="0"/>
                                              </p:stCondLst>
                                            </p:cTn>
                                            <p:tgtEl>
                                              <p:spTgt spid="29"/>
                                            </p:tgtEl>
                                            <p:attrNameLst>
                                              <p:attrName>style.visibility</p:attrName>
                                            </p:attrNameLst>
                                          </p:cBhvr>
                                          <p:to>
                                            <p:strVal val="visible"/>
                                          </p:to>
                                        </p:set>
                                        <p:anim calcmode="lin" valueType="num">
                                          <p:cBhvr>
                                            <p:cTn id="71" dur="750" fill="hold"/>
                                            <p:tgtEl>
                                              <p:spTgt spid="29"/>
                                            </p:tgtEl>
                                            <p:attrNameLst>
                                              <p:attrName>ppt_w</p:attrName>
                                            </p:attrNameLst>
                                          </p:cBhvr>
                                          <p:tavLst>
                                            <p:tav tm="0">
                                              <p:val>
                                                <p:fltVal val="0"/>
                                              </p:val>
                                            </p:tav>
                                            <p:tav tm="100000">
                                              <p:val>
                                                <p:strVal val="#ppt_w"/>
                                              </p:val>
                                            </p:tav>
                                          </p:tavLst>
                                        </p:anim>
                                        <p:anim calcmode="lin" valueType="num">
                                          <p:cBhvr>
                                            <p:cTn id="72" dur="750" fill="hold"/>
                                            <p:tgtEl>
                                              <p:spTgt spid="29"/>
                                            </p:tgtEl>
                                            <p:attrNameLst>
                                              <p:attrName>ppt_h</p:attrName>
                                            </p:attrNameLst>
                                          </p:cBhvr>
                                          <p:tavLst>
                                            <p:tav tm="0">
                                              <p:val>
                                                <p:fltVal val="0"/>
                                              </p:val>
                                            </p:tav>
                                            <p:tav tm="100000">
                                              <p:val>
                                                <p:strVal val="#ppt_h"/>
                                              </p:val>
                                            </p:tav>
                                          </p:tavLst>
                                        </p:anim>
                                        <p:animEffect transition="in" filter="fade">
                                          <p:cBhvr>
                                            <p:cTn id="73" dur="750"/>
                                            <p:tgtEl>
                                              <p:spTgt spid="29"/>
                                            </p:tgtEl>
                                          </p:cBhvr>
                                        </p:animEffect>
                                      </p:childTnLst>
                                    </p:cTn>
                                  </p:par>
                                  <p:par>
                                    <p:cTn id="74" presetID="53" presetClass="entr" presetSubtype="16" fill="hold" grpId="0" nodeType="withEffect">
                                      <p:stCondLst>
                                        <p:cond delay="1000"/>
                                      </p:stCondLst>
                                      <p:childTnLst>
                                        <p:set>
                                          <p:cBhvr>
                                            <p:cTn id="75" dur="1" fill="hold">
                                              <p:stCondLst>
                                                <p:cond delay="0"/>
                                              </p:stCondLst>
                                            </p:cTn>
                                            <p:tgtEl>
                                              <p:spTgt spid="22"/>
                                            </p:tgtEl>
                                            <p:attrNameLst>
                                              <p:attrName>style.visibility</p:attrName>
                                            </p:attrNameLst>
                                          </p:cBhvr>
                                          <p:to>
                                            <p:strVal val="visible"/>
                                          </p:to>
                                        </p:set>
                                        <p:anim calcmode="lin" valueType="num">
                                          <p:cBhvr>
                                            <p:cTn id="76" dur="750" fill="hold"/>
                                            <p:tgtEl>
                                              <p:spTgt spid="22"/>
                                            </p:tgtEl>
                                            <p:attrNameLst>
                                              <p:attrName>ppt_w</p:attrName>
                                            </p:attrNameLst>
                                          </p:cBhvr>
                                          <p:tavLst>
                                            <p:tav tm="0">
                                              <p:val>
                                                <p:fltVal val="0"/>
                                              </p:val>
                                            </p:tav>
                                            <p:tav tm="100000">
                                              <p:val>
                                                <p:strVal val="#ppt_w"/>
                                              </p:val>
                                            </p:tav>
                                          </p:tavLst>
                                        </p:anim>
                                        <p:anim calcmode="lin" valueType="num">
                                          <p:cBhvr>
                                            <p:cTn id="77" dur="750" fill="hold"/>
                                            <p:tgtEl>
                                              <p:spTgt spid="22"/>
                                            </p:tgtEl>
                                            <p:attrNameLst>
                                              <p:attrName>ppt_h</p:attrName>
                                            </p:attrNameLst>
                                          </p:cBhvr>
                                          <p:tavLst>
                                            <p:tav tm="0">
                                              <p:val>
                                                <p:fltVal val="0"/>
                                              </p:val>
                                            </p:tav>
                                            <p:tav tm="100000">
                                              <p:val>
                                                <p:strVal val="#ppt_h"/>
                                              </p:val>
                                            </p:tav>
                                          </p:tavLst>
                                        </p:anim>
                                        <p:animEffect transition="in" filter="fade">
                                          <p:cBhvr>
                                            <p:cTn id="78" dur="750"/>
                                            <p:tgtEl>
                                              <p:spTgt spid="22"/>
                                            </p:tgtEl>
                                          </p:cBhvr>
                                        </p:animEffect>
                                      </p:childTnLst>
                                    </p:cTn>
                                  </p:par>
                                  <p:par>
                                    <p:cTn id="79" presetID="53" presetClass="entr" presetSubtype="16" fill="hold" grpId="0" nodeType="withEffect">
                                      <p:stCondLst>
                                        <p:cond delay="1000"/>
                                      </p:stCondLst>
                                      <p:childTnLst>
                                        <p:set>
                                          <p:cBhvr>
                                            <p:cTn id="80" dur="1" fill="hold">
                                              <p:stCondLst>
                                                <p:cond delay="0"/>
                                              </p:stCondLst>
                                            </p:cTn>
                                            <p:tgtEl>
                                              <p:spTgt spid="42"/>
                                            </p:tgtEl>
                                            <p:attrNameLst>
                                              <p:attrName>style.visibility</p:attrName>
                                            </p:attrNameLst>
                                          </p:cBhvr>
                                          <p:to>
                                            <p:strVal val="visible"/>
                                          </p:to>
                                        </p:set>
                                        <p:anim calcmode="lin" valueType="num">
                                          <p:cBhvr>
                                            <p:cTn id="81" dur="750" fill="hold"/>
                                            <p:tgtEl>
                                              <p:spTgt spid="42"/>
                                            </p:tgtEl>
                                            <p:attrNameLst>
                                              <p:attrName>ppt_w</p:attrName>
                                            </p:attrNameLst>
                                          </p:cBhvr>
                                          <p:tavLst>
                                            <p:tav tm="0">
                                              <p:val>
                                                <p:fltVal val="0"/>
                                              </p:val>
                                            </p:tav>
                                            <p:tav tm="100000">
                                              <p:val>
                                                <p:strVal val="#ppt_w"/>
                                              </p:val>
                                            </p:tav>
                                          </p:tavLst>
                                        </p:anim>
                                        <p:anim calcmode="lin" valueType="num">
                                          <p:cBhvr>
                                            <p:cTn id="82" dur="750" fill="hold"/>
                                            <p:tgtEl>
                                              <p:spTgt spid="42"/>
                                            </p:tgtEl>
                                            <p:attrNameLst>
                                              <p:attrName>ppt_h</p:attrName>
                                            </p:attrNameLst>
                                          </p:cBhvr>
                                          <p:tavLst>
                                            <p:tav tm="0">
                                              <p:val>
                                                <p:fltVal val="0"/>
                                              </p:val>
                                            </p:tav>
                                            <p:tav tm="100000">
                                              <p:val>
                                                <p:strVal val="#ppt_h"/>
                                              </p:val>
                                            </p:tav>
                                          </p:tavLst>
                                        </p:anim>
                                        <p:animEffect transition="in" filter="fade">
                                          <p:cBhvr>
                                            <p:cTn id="83" dur="750"/>
                                            <p:tgtEl>
                                              <p:spTgt spid="42"/>
                                            </p:tgtEl>
                                          </p:cBhvr>
                                        </p:animEffect>
                                      </p:childTnLst>
                                    </p:cTn>
                                  </p:par>
                                  <p:par>
                                    <p:cTn id="84" presetID="53" presetClass="entr" presetSubtype="16" fill="hold" grpId="0" nodeType="withEffect">
                                      <p:stCondLst>
                                        <p:cond delay="1000"/>
                                      </p:stCondLst>
                                      <p:childTnLst>
                                        <p:set>
                                          <p:cBhvr>
                                            <p:cTn id="85" dur="1" fill="hold">
                                              <p:stCondLst>
                                                <p:cond delay="0"/>
                                              </p:stCondLst>
                                            </p:cTn>
                                            <p:tgtEl>
                                              <p:spTgt spid="27"/>
                                            </p:tgtEl>
                                            <p:attrNameLst>
                                              <p:attrName>style.visibility</p:attrName>
                                            </p:attrNameLst>
                                          </p:cBhvr>
                                          <p:to>
                                            <p:strVal val="visible"/>
                                          </p:to>
                                        </p:set>
                                        <p:anim calcmode="lin" valueType="num">
                                          <p:cBhvr>
                                            <p:cTn id="86" dur="750" fill="hold"/>
                                            <p:tgtEl>
                                              <p:spTgt spid="27"/>
                                            </p:tgtEl>
                                            <p:attrNameLst>
                                              <p:attrName>ppt_w</p:attrName>
                                            </p:attrNameLst>
                                          </p:cBhvr>
                                          <p:tavLst>
                                            <p:tav tm="0">
                                              <p:val>
                                                <p:fltVal val="0"/>
                                              </p:val>
                                            </p:tav>
                                            <p:tav tm="100000">
                                              <p:val>
                                                <p:strVal val="#ppt_w"/>
                                              </p:val>
                                            </p:tav>
                                          </p:tavLst>
                                        </p:anim>
                                        <p:anim calcmode="lin" valueType="num">
                                          <p:cBhvr>
                                            <p:cTn id="87" dur="750" fill="hold"/>
                                            <p:tgtEl>
                                              <p:spTgt spid="27"/>
                                            </p:tgtEl>
                                            <p:attrNameLst>
                                              <p:attrName>ppt_h</p:attrName>
                                            </p:attrNameLst>
                                          </p:cBhvr>
                                          <p:tavLst>
                                            <p:tav tm="0">
                                              <p:val>
                                                <p:fltVal val="0"/>
                                              </p:val>
                                            </p:tav>
                                            <p:tav tm="100000">
                                              <p:val>
                                                <p:strVal val="#ppt_h"/>
                                              </p:val>
                                            </p:tav>
                                          </p:tavLst>
                                        </p:anim>
                                        <p:animEffect transition="in" filter="fade">
                                          <p:cBhvr>
                                            <p:cTn id="88" dur="75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25" grpId="0"/>
          <p:bldP spid="26" grpId="0" animBg="1"/>
          <p:bldP spid="27" grpId="0" animBg="1"/>
          <p:bldP spid="28" grpId="0" animBg="1"/>
          <p:bldP spid="29" grpId="0" animBg="1"/>
          <p:bldP spid="42" grpId="0"/>
          <p:bldP spid="43" grpId="0"/>
          <p:bldP spid="44" grpId="0"/>
          <p:bldP spid="45" grpId="0"/>
        </p:bldLst>
      </p:timing>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ight Triangle 34">
            <a:extLst>
              <a:ext uri="{FF2B5EF4-FFF2-40B4-BE49-F238E27FC236}">
                <a16:creationId xmlns:a16="http://schemas.microsoft.com/office/drawing/2014/main" id="{6AA5BD56-60CE-4EC8-94A7-954AAFE2CF20}"/>
              </a:ext>
            </a:extLst>
          </p:cNvPr>
          <p:cNvSpPr/>
          <p:nvPr/>
        </p:nvSpPr>
        <p:spPr>
          <a:xfrm rot="16200000" flipH="1" flipV="1">
            <a:off x="2839380" y="4440981"/>
            <a:ext cx="4732236" cy="80327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00000">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7" name="Right Triangle 34">
            <a:extLst>
              <a:ext uri="{FF2B5EF4-FFF2-40B4-BE49-F238E27FC236}">
                <a16:creationId xmlns:a16="http://schemas.microsoft.com/office/drawing/2014/main" id="{F48BE8A2-E6FD-475E-9044-17C5C7F58E51}"/>
              </a:ext>
            </a:extLst>
          </p:cNvPr>
          <p:cNvSpPr/>
          <p:nvPr/>
        </p:nvSpPr>
        <p:spPr>
          <a:xfrm rot="16200000" flipH="1" flipV="1">
            <a:off x="4388917" y="4234662"/>
            <a:ext cx="5338770" cy="80327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00000">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8" name="Right Triangle 34">
            <a:extLst>
              <a:ext uri="{FF2B5EF4-FFF2-40B4-BE49-F238E27FC236}">
                <a16:creationId xmlns:a16="http://schemas.microsoft.com/office/drawing/2014/main" id="{17E82A52-C9C7-4A25-B3F9-529DCC48635C}"/>
              </a:ext>
            </a:extLst>
          </p:cNvPr>
          <p:cNvSpPr/>
          <p:nvPr/>
        </p:nvSpPr>
        <p:spPr>
          <a:xfrm rot="16200000" flipH="1" flipV="1">
            <a:off x="6531505" y="4440980"/>
            <a:ext cx="4845743" cy="80327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00000">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9" name="Right Triangle 34">
            <a:extLst>
              <a:ext uri="{FF2B5EF4-FFF2-40B4-BE49-F238E27FC236}">
                <a16:creationId xmlns:a16="http://schemas.microsoft.com/office/drawing/2014/main" id="{36EAFB71-3AE7-45F1-B0A7-8B0F99FE4358}"/>
              </a:ext>
            </a:extLst>
          </p:cNvPr>
          <p:cNvSpPr/>
          <p:nvPr/>
        </p:nvSpPr>
        <p:spPr>
          <a:xfrm rot="16200000" flipH="1" flipV="1">
            <a:off x="8890092" y="4639026"/>
            <a:ext cx="3734491" cy="80327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00000">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9" name="Right Triangle 34">
            <a:extLst>
              <a:ext uri="{FF2B5EF4-FFF2-40B4-BE49-F238E27FC236}">
                <a16:creationId xmlns:a16="http://schemas.microsoft.com/office/drawing/2014/main" id="{3DAAF3F8-C5CE-41E9-96F3-AC21374C8768}"/>
              </a:ext>
            </a:extLst>
          </p:cNvPr>
          <p:cNvSpPr/>
          <p:nvPr/>
        </p:nvSpPr>
        <p:spPr>
          <a:xfrm rot="16200000" flipH="1" flipV="1">
            <a:off x="1466505" y="4639022"/>
            <a:ext cx="3734491" cy="80327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53301 w 3371315"/>
              <a:gd name="connsiteY0" fmla="*/ 386653 h 386653"/>
              <a:gd name="connsiteX1" fmla="*/ 0 w 3371315"/>
              <a:gd name="connsiteY1" fmla="*/ 0 h 386653"/>
              <a:gd name="connsiteX2" fmla="*/ 3371315 w 3371315"/>
              <a:gd name="connsiteY2" fmla="*/ 319978 h 386653"/>
              <a:gd name="connsiteX3" fmla="*/ 153301 w 3371315"/>
              <a:gd name="connsiteY3" fmla="*/ 386653 h 386653"/>
              <a:gd name="connsiteX0" fmla="*/ 148547 w 3366561"/>
              <a:gd name="connsiteY0" fmla="*/ 559870 h 559870"/>
              <a:gd name="connsiteX1" fmla="*/ 0 w 3366561"/>
              <a:gd name="connsiteY1" fmla="*/ 0 h 559870"/>
              <a:gd name="connsiteX2" fmla="*/ 3366561 w 3366561"/>
              <a:gd name="connsiteY2" fmla="*/ 493195 h 559870"/>
              <a:gd name="connsiteX3" fmla="*/ 148547 w 3366561"/>
              <a:gd name="connsiteY3" fmla="*/ 559870 h 559870"/>
              <a:gd name="connsiteX0" fmla="*/ 153301 w 3371315"/>
              <a:gd name="connsiteY0" fmla="*/ 657305 h 657305"/>
              <a:gd name="connsiteX1" fmla="*/ 0 w 3371315"/>
              <a:gd name="connsiteY1" fmla="*/ 0 h 657305"/>
              <a:gd name="connsiteX2" fmla="*/ 3371315 w 3371315"/>
              <a:gd name="connsiteY2" fmla="*/ 590630 h 657305"/>
              <a:gd name="connsiteX3" fmla="*/ 153301 w 3371315"/>
              <a:gd name="connsiteY3" fmla="*/ 657305 h 657305"/>
              <a:gd name="connsiteX0" fmla="*/ 10288 w 3228302"/>
              <a:gd name="connsiteY0" fmla="*/ 662718 h 662718"/>
              <a:gd name="connsiteX1" fmla="*/ 0 w 3228302"/>
              <a:gd name="connsiteY1" fmla="*/ 0 h 662718"/>
              <a:gd name="connsiteX2" fmla="*/ 3228302 w 3228302"/>
              <a:gd name="connsiteY2" fmla="*/ 596043 h 662718"/>
              <a:gd name="connsiteX3" fmla="*/ 10288 w 3228302"/>
              <a:gd name="connsiteY3" fmla="*/ 662718 h 662718"/>
              <a:gd name="connsiteX0" fmla="*/ 16889 w 3234903"/>
              <a:gd name="connsiteY0" fmla="*/ 753657 h 753657"/>
              <a:gd name="connsiteX1" fmla="*/ 0 w 3234903"/>
              <a:gd name="connsiteY1" fmla="*/ 0 h 753657"/>
              <a:gd name="connsiteX2" fmla="*/ 3234903 w 3234903"/>
              <a:gd name="connsiteY2" fmla="*/ 686982 h 753657"/>
              <a:gd name="connsiteX3" fmla="*/ 16889 w 3234903"/>
              <a:gd name="connsiteY3" fmla="*/ 753657 h 753657"/>
            </a:gdLst>
            <a:ahLst/>
            <a:cxnLst>
              <a:cxn ang="0">
                <a:pos x="connsiteX0" y="connsiteY0"/>
              </a:cxn>
              <a:cxn ang="0">
                <a:pos x="connsiteX1" y="connsiteY1"/>
              </a:cxn>
              <a:cxn ang="0">
                <a:pos x="connsiteX2" y="connsiteY2"/>
              </a:cxn>
              <a:cxn ang="0">
                <a:pos x="connsiteX3" y="connsiteY3"/>
              </a:cxn>
            </a:cxnLst>
            <a:rect l="l" t="t" r="r" b="b"/>
            <a:pathLst>
              <a:path w="3234903" h="753657">
                <a:moveTo>
                  <a:pt x="16889" y="753657"/>
                </a:moveTo>
                <a:lnTo>
                  <a:pt x="0" y="0"/>
                </a:lnTo>
                <a:lnTo>
                  <a:pt x="3234903" y="686982"/>
                </a:lnTo>
                <a:lnTo>
                  <a:pt x="16889" y="753657"/>
                </a:lnTo>
                <a:close/>
              </a:path>
            </a:pathLst>
          </a:custGeom>
          <a:gradFill>
            <a:gsLst>
              <a:gs pos="100000">
                <a:srgbClr val="000000">
                  <a:alpha val="0"/>
                </a:srgbClr>
              </a:gs>
              <a:gs pos="0">
                <a:srgbClr val="000000"/>
              </a:gs>
            </a:gsLst>
            <a:lin ang="10800000" scaled="1"/>
          </a:gra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51" name="Group 50">
            <a:extLst>
              <a:ext uri="{FF2B5EF4-FFF2-40B4-BE49-F238E27FC236}">
                <a16:creationId xmlns:a16="http://schemas.microsoft.com/office/drawing/2014/main" id="{3AAD2C1A-0B8F-4D37-8F76-17923A916257}"/>
              </a:ext>
            </a:extLst>
          </p:cNvPr>
          <p:cNvGrpSpPr/>
          <p:nvPr/>
        </p:nvGrpSpPr>
        <p:grpSpPr>
          <a:xfrm>
            <a:off x="1566863" y="2603500"/>
            <a:ext cx="1554163" cy="3221038"/>
            <a:chOff x="1566863" y="2603500"/>
            <a:chExt cx="1554163" cy="3221038"/>
          </a:xfrm>
        </p:grpSpPr>
        <p:sp>
          <p:nvSpPr>
            <p:cNvPr id="23" name="Freeform 18">
              <a:extLst>
                <a:ext uri="{FF2B5EF4-FFF2-40B4-BE49-F238E27FC236}">
                  <a16:creationId xmlns:a16="http://schemas.microsoft.com/office/drawing/2014/main" id="{438E477F-9952-433F-93B0-8AB6BDBC1278}"/>
                </a:ext>
              </a:extLst>
            </p:cNvPr>
            <p:cNvSpPr>
              <a:spLocks/>
            </p:cNvSpPr>
            <p:nvPr/>
          </p:nvSpPr>
          <p:spPr bwMode="auto">
            <a:xfrm>
              <a:off x="1566863" y="2603500"/>
              <a:ext cx="1554163" cy="3221038"/>
            </a:xfrm>
            <a:custGeom>
              <a:avLst/>
              <a:gdLst>
                <a:gd name="T0" fmla="*/ 201 w 402"/>
                <a:gd name="T1" fmla="*/ 0 h 832"/>
                <a:gd name="T2" fmla="*/ 201 w 402"/>
                <a:gd name="T3" fmla="*/ 0 h 832"/>
                <a:gd name="T4" fmla="*/ 402 w 402"/>
                <a:gd name="T5" fmla="*/ 201 h 832"/>
                <a:gd name="T6" fmla="*/ 402 w 402"/>
                <a:gd name="T7" fmla="*/ 832 h 832"/>
                <a:gd name="T8" fmla="*/ 0 w 402"/>
                <a:gd name="T9" fmla="*/ 832 h 832"/>
                <a:gd name="T10" fmla="*/ 0 w 402"/>
                <a:gd name="T11" fmla="*/ 201 h 832"/>
                <a:gd name="T12" fmla="*/ 201 w 402"/>
                <a:gd name="T13" fmla="*/ 0 h 832"/>
              </a:gdLst>
              <a:ahLst/>
              <a:cxnLst>
                <a:cxn ang="0">
                  <a:pos x="T0" y="T1"/>
                </a:cxn>
                <a:cxn ang="0">
                  <a:pos x="T2" y="T3"/>
                </a:cxn>
                <a:cxn ang="0">
                  <a:pos x="T4" y="T5"/>
                </a:cxn>
                <a:cxn ang="0">
                  <a:pos x="T6" y="T7"/>
                </a:cxn>
                <a:cxn ang="0">
                  <a:pos x="T8" y="T9"/>
                </a:cxn>
                <a:cxn ang="0">
                  <a:pos x="T10" y="T11"/>
                </a:cxn>
                <a:cxn ang="0">
                  <a:pos x="T12" y="T13"/>
                </a:cxn>
              </a:cxnLst>
              <a:rect l="0" t="0" r="r" b="b"/>
              <a:pathLst>
                <a:path w="402" h="832">
                  <a:moveTo>
                    <a:pt x="201" y="0"/>
                  </a:moveTo>
                  <a:cubicBezTo>
                    <a:pt x="201" y="0"/>
                    <a:pt x="201" y="0"/>
                    <a:pt x="201" y="0"/>
                  </a:cubicBezTo>
                  <a:cubicBezTo>
                    <a:pt x="312" y="0"/>
                    <a:pt x="402" y="90"/>
                    <a:pt x="402" y="201"/>
                  </a:cubicBezTo>
                  <a:cubicBezTo>
                    <a:pt x="402" y="832"/>
                    <a:pt x="402" y="832"/>
                    <a:pt x="402" y="832"/>
                  </a:cubicBezTo>
                  <a:cubicBezTo>
                    <a:pt x="0" y="832"/>
                    <a:pt x="0" y="832"/>
                    <a:pt x="0" y="832"/>
                  </a:cubicBezTo>
                  <a:cubicBezTo>
                    <a:pt x="0" y="201"/>
                    <a:pt x="0" y="201"/>
                    <a:pt x="0" y="201"/>
                  </a:cubicBezTo>
                  <a:cubicBezTo>
                    <a:pt x="0" y="90"/>
                    <a:pt x="90" y="0"/>
                    <a:pt x="201" y="0"/>
                  </a:cubicBezTo>
                  <a:close/>
                </a:path>
              </a:pathLst>
            </a:custGeom>
            <a:gradFill flip="none" rotWithShape="1">
              <a:gsLst>
                <a:gs pos="0">
                  <a:schemeClr val="accent1">
                    <a:lumMod val="75000"/>
                  </a:schemeClr>
                </a:gs>
                <a:gs pos="100000">
                  <a:schemeClr val="accent1"/>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19">
              <a:extLst>
                <a:ext uri="{FF2B5EF4-FFF2-40B4-BE49-F238E27FC236}">
                  <a16:creationId xmlns:a16="http://schemas.microsoft.com/office/drawing/2014/main" id="{585FCFD9-8B11-40C6-85C2-9DE2E64CC635}"/>
                </a:ext>
              </a:extLst>
            </p:cNvPr>
            <p:cNvSpPr>
              <a:spLocks/>
            </p:cNvSpPr>
            <p:nvPr/>
          </p:nvSpPr>
          <p:spPr bwMode="auto">
            <a:xfrm>
              <a:off x="2312988" y="2603500"/>
              <a:ext cx="808038" cy="3221038"/>
            </a:xfrm>
            <a:custGeom>
              <a:avLst/>
              <a:gdLst>
                <a:gd name="T0" fmla="*/ 8 w 209"/>
                <a:gd name="T1" fmla="*/ 0 h 832"/>
                <a:gd name="T2" fmla="*/ 8 w 209"/>
                <a:gd name="T3" fmla="*/ 0 h 832"/>
                <a:gd name="T4" fmla="*/ 0 w 209"/>
                <a:gd name="T5" fmla="*/ 1 h 832"/>
                <a:gd name="T6" fmla="*/ 194 w 209"/>
                <a:gd name="T7" fmla="*/ 201 h 832"/>
                <a:gd name="T8" fmla="*/ 194 w 209"/>
                <a:gd name="T9" fmla="*/ 832 h 832"/>
                <a:gd name="T10" fmla="*/ 209 w 209"/>
                <a:gd name="T11" fmla="*/ 832 h 832"/>
                <a:gd name="T12" fmla="*/ 209 w 209"/>
                <a:gd name="T13" fmla="*/ 201 h 832"/>
                <a:gd name="T14" fmla="*/ 8 w 209"/>
                <a:gd name="T15" fmla="*/ 0 h 8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832">
                  <a:moveTo>
                    <a:pt x="8" y="0"/>
                  </a:moveTo>
                  <a:cubicBezTo>
                    <a:pt x="8" y="0"/>
                    <a:pt x="8" y="0"/>
                    <a:pt x="8" y="0"/>
                  </a:cubicBezTo>
                  <a:cubicBezTo>
                    <a:pt x="5" y="0"/>
                    <a:pt x="3" y="0"/>
                    <a:pt x="0" y="1"/>
                  </a:cubicBezTo>
                  <a:cubicBezTo>
                    <a:pt x="108" y="4"/>
                    <a:pt x="194" y="93"/>
                    <a:pt x="194" y="201"/>
                  </a:cubicBezTo>
                  <a:cubicBezTo>
                    <a:pt x="194" y="832"/>
                    <a:pt x="194" y="832"/>
                    <a:pt x="194" y="832"/>
                  </a:cubicBezTo>
                  <a:cubicBezTo>
                    <a:pt x="209" y="832"/>
                    <a:pt x="209" y="832"/>
                    <a:pt x="209" y="832"/>
                  </a:cubicBezTo>
                  <a:cubicBezTo>
                    <a:pt x="209" y="201"/>
                    <a:pt x="209" y="201"/>
                    <a:pt x="209" y="201"/>
                  </a:cubicBezTo>
                  <a:cubicBezTo>
                    <a:pt x="209" y="90"/>
                    <a:pt x="119" y="0"/>
                    <a:pt x="8"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20">
              <a:extLst>
                <a:ext uri="{FF2B5EF4-FFF2-40B4-BE49-F238E27FC236}">
                  <a16:creationId xmlns:a16="http://schemas.microsoft.com/office/drawing/2014/main" id="{8109AAE8-F26E-4D75-8131-60DD2D872101}"/>
                </a:ext>
              </a:extLst>
            </p:cNvPr>
            <p:cNvSpPr>
              <a:spLocks/>
            </p:cNvSpPr>
            <p:nvPr/>
          </p:nvSpPr>
          <p:spPr bwMode="auto">
            <a:xfrm>
              <a:off x="1566863" y="2603500"/>
              <a:ext cx="804863" cy="3221038"/>
            </a:xfrm>
            <a:custGeom>
              <a:avLst/>
              <a:gdLst>
                <a:gd name="T0" fmla="*/ 201 w 208"/>
                <a:gd name="T1" fmla="*/ 0 h 832"/>
                <a:gd name="T2" fmla="*/ 201 w 208"/>
                <a:gd name="T3" fmla="*/ 0 h 832"/>
                <a:gd name="T4" fmla="*/ 208 w 208"/>
                <a:gd name="T5" fmla="*/ 1 h 832"/>
                <a:gd name="T6" fmla="*/ 15 w 208"/>
                <a:gd name="T7" fmla="*/ 201 h 832"/>
                <a:gd name="T8" fmla="*/ 15 w 208"/>
                <a:gd name="T9" fmla="*/ 832 h 832"/>
                <a:gd name="T10" fmla="*/ 0 w 208"/>
                <a:gd name="T11" fmla="*/ 832 h 832"/>
                <a:gd name="T12" fmla="*/ 0 w 208"/>
                <a:gd name="T13" fmla="*/ 201 h 832"/>
                <a:gd name="T14" fmla="*/ 201 w 208"/>
                <a:gd name="T15" fmla="*/ 0 h 8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832">
                  <a:moveTo>
                    <a:pt x="201" y="0"/>
                  </a:moveTo>
                  <a:cubicBezTo>
                    <a:pt x="201" y="0"/>
                    <a:pt x="201" y="0"/>
                    <a:pt x="201" y="0"/>
                  </a:cubicBezTo>
                  <a:cubicBezTo>
                    <a:pt x="203" y="0"/>
                    <a:pt x="206" y="0"/>
                    <a:pt x="208" y="1"/>
                  </a:cubicBezTo>
                  <a:cubicBezTo>
                    <a:pt x="101" y="4"/>
                    <a:pt x="15" y="93"/>
                    <a:pt x="15" y="201"/>
                  </a:cubicBezTo>
                  <a:cubicBezTo>
                    <a:pt x="15" y="832"/>
                    <a:pt x="15" y="832"/>
                    <a:pt x="15" y="832"/>
                  </a:cubicBezTo>
                  <a:cubicBezTo>
                    <a:pt x="0" y="832"/>
                    <a:pt x="0" y="832"/>
                    <a:pt x="0" y="832"/>
                  </a:cubicBezTo>
                  <a:cubicBezTo>
                    <a:pt x="0" y="201"/>
                    <a:pt x="0" y="201"/>
                    <a:pt x="0" y="201"/>
                  </a:cubicBezTo>
                  <a:cubicBezTo>
                    <a:pt x="0" y="90"/>
                    <a:pt x="90" y="0"/>
                    <a:pt x="20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5" name="Group 54">
            <a:extLst>
              <a:ext uri="{FF2B5EF4-FFF2-40B4-BE49-F238E27FC236}">
                <a16:creationId xmlns:a16="http://schemas.microsoft.com/office/drawing/2014/main" id="{F1A19208-D288-4112-B884-5349149FEEAB}"/>
              </a:ext>
            </a:extLst>
          </p:cNvPr>
          <p:cNvGrpSpPr/>
          <p:nvPr/>
        </p:nvGrpSpPr>
        <p:grpSpPr>
          <a:xfrm>
            <a:off x="9066213" y="2603500"/>
            <a:ext cx="1554163" cy="3221038"/>
            <a:chOff x="9066213" y="2603500"/>
            <a:chExt cx="1554163" cy="3221038"/>
          </a:xfrm>
        </p:grpSpPr>
        <p:sp>
          <p:nvSpPr>
            <p:cNvPr id="26" name="Freeform 21">
              <a:extLst>
                <a:ext uri="{FF2B5EF4-FFF2-40B4-BE49-F238E27FC236}">
                  <a16:creationId xmlns:a16="http://schemas.microsoft.com/office/drawing/2014/main" id="{528F0601-C495-4D41-9907-57F0064302A9}"/>
                </a:ext>
              </a:extLst>
            </p:cNvPr>
            <p:cNvSpPr>
              <a:spLocks/>
            </p:cNvSpPr>
            <p:nvPr/>
          </p:nvSpPr>
          <p:spPr bwMode="auto">
            <a:xfrm>
              <a:off x="9066213" y="2603500"/>
              <a:ext cx="1554163" cy="3221038"/>
            </a:xfrm>
            <a:custGeom>
              <a:avLst/>
              <a:gdLst>
                <a:gd name="T0" fmla="*/ 201 w 402"/>
                <a:gd name="T1" fmla="*/ 0 h 832"/>
                <a:gd name="T2" fmla="*/ 201 w 402"/>
                <a:gd name="T3" fmla="*/ 0 h 832"/>
                <a:gd name="T4" fmla="*/ 402 w 402"/>
                <a:gd name="T5" fmla="*/ 201 h 832"/>
                <a:gd name="T6" fmla="*/ 402 w 402"/>
                <a:gd name="T7" fmla="*/ 832 h 832"/>
                <a:gd name="T8" fmla="*/ 0 w 402"/>
                <a:gd name="T9" fmla="*/ 832 h 832"/>
                <a:gd name="T10" fmla="*/ 0 w 402"/>
                <a:gd name="T11" fmla="*/ 201 h 832"/>
                <a:gd name="T12" fmla="*/ 201 w 402"/>
                <a:gd name="T13" fmla="*/ 0 h 832"/>
              </a:gdLst>
              <a:ahLst/>
              <a:cxnLst>
                <a:cxn ang="0">
                  <a:pos x="T0" y="T1"/>
                </a:cxn>
                <a:cxn ang="0">
                  <a:pos x="T2" y="T3"/>
                </a:cxn>
                <a:cxn ang="0">
                  <a:pos x="T4" y="T5"/>
                </a:cxn>
                <a:cxn ang="0">
                  <a:pos x="T6" y="T7"/>
                </a:cxn>
                <a:cxn ang="0">
                  <a:pos x="T8" y="T9"/>
                </a:cxn>
                <a:cxn ang="0">
                  <a:pos x="T10" y="T11"/>
                </a:cxn>
                <a:cxn ang="0">
                  <a:pos x="T12" y="T13"/>
                </a:cxn>
              </a:cxnLst>
              <a:rect l="0" t="0" r="r" b="b"/>
              <a:pathLst>
                <a:path w="402" h="832">
                  <a:moveTo>
                    <a:pt x="201" y="0"/>
                  </a:moveTo>
                  <a:cubicBezTo>
                    <a:pt x="201" y="0"/>
                    <a:pt x="201" y="0"/>
                    <a:pt x="201" y="0"/>
                  </a:cubicBezTo>
                  <a:cubicBezTo>
                    <a:pt x="312" y="0"/>
                    <a:pt x="402" y="90"/>
                    <a:pt x="402" y="201"/>
                  </a:cubicBezTo>
                  <a:cubicBezTo>
                    <a:pt x="402" y="832"/>
                    <a:pt x="402" y="832"/>
                    <a:pt x="402" y="832"/>
                  </a:cubicBezTo>
                  <a:cubicBezTo>
                    <a:pt x="0" y="832"/>
                    <a:pt x="0" y="832"/>
                    <a:pt x="0" y="832"/>
                  </a:cubicBezTo>
                  <a:cubicBezTo>
                    <a:pt x="0" y="201"/>
                    <a:pt x="0" y="201"/>
                    <a:pt x="0" y="201"/>
                  </a:cubicBezTo>
                  <a:cubicBezTo>
                    <a:pt x="0" y="90"/>
                    <a:pt x="90" y="0"/>
                    <a:pt x="201" y="0"/>
                  </a:cubicBezTo>
                  <a:close/>
                </a:path>
              </a:pathLst>
            </a:custGeom>
            <a:gradFill flip="none" rotWithShape="1">
              <a:gsLst>
                <a:gs pos="0">
                  <a:schemeClr val="accent5">
                    <a:lumMod val="75000"/>
                  </a:schemeClr>
                </a:gs>
                <a:gs pos="100000">
                  <a:schemeClr val="accent5"/>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2">
              <a:extLst>
                <a:ext uri="{FF2B5EF4-FFF2-40B4-BE49-F238E27FC236}">
                  <a16:creationId xmlns:a16="http://schemas.microsoft.com/office/drawing/2014/main" id="{5BA85E82-F47D-4DDF-B111-8A1A188BC94A}"/>
                </a:ext>
              </a:extLst>
            </p:cNvPr>
            <p:cNvSpPr>
              <a:spLocks/>
            </p:cNvSpPr>
            <p:nvPr/>
          </p:nvSpPr>
          <p:spPr bwMode="auto">
            <a:xfrm>
              <a:off x="9817101" y="2603500"/>
              <a:ext cx="803275" cy="3221038"/>
            </a:xfrm>
            <a:custGeom>
              <a:avLst/>
              <a:gdLst>
                <a:gd name="T0" fmla="*/ 7 w 208"/>
                <a:gd name="T1" fmla="*/ 0 h 832"/>
                <a:gd name="T2" fmla="*/ 7 w 208"/>
                <a:gd name="T3" fmla="*/ 0 h 832"/>
                <a:gd name="T4" fmla="*/ 0 w 208"/>
                <a:gd name="T5" fmla="*/ 1 h 832"/>
                <a:gd name="T6" fmla="*/ 193 w 208"/>
                <a:gd name="T7" fmla="*/ 201 h 832"/>
                <a:gd name="T8" fmla="*/ 193 w 208"/>
                <a:gd name="T9" fmla="*/ 832 h 832"/>
                <a:gd name="T10" fmla="*/ 208 w 208"/>
                <a:gd name="T11" fmla="*/ 832 h 832"/>
                <a:gd name="T12" fmla="*/ 208 w 208"/>
                <a:gd name="T13" fmla="*/ 201 h 832"/>
                <a:gd name="T14" fmla="*/ 7 w 208"/>
                <a:gd name="T15" fmla="*/ 0 h 8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832">
                  <a:moveTo>
                    <a:pt x="7" y="0"/>
                  </a:moveTo>
                  <a:cubicBezTo>
                    <a:pt x="7" y="0"/>
                    <a:pt x="7" y="0"/>
                    <a:pt x="7" y="0"/>
                  </a:cubicBezTo>
                  <a:cubicBezTo>
                    <a:pt x="5" y="0"/>
                    <a:pt x="2" y="0"/>
                    <a:pt x="0" y="1"/>
                  </a:cubicBezTo>
                  <a:cubicBezTo>
                    <a:pt x="107" y="4"/>
                    <a:pt x="193" y="93"/>
                    <a:pt x="193" y="201"/>
                  </a:cubicBezTo>
                  <a:cubicBezTo>
                    <a:pt x="193" y="832"/>
                    <a:pt x="193" y="832"/>
                    <a:pt x="193" y="832"/>
                  </a:cubicBezTo>
                  <a:cubicBezTo>
                    <a:pt x="208" y="832"/>
                    <a:pt x="208" y="832"/>
                    <a:pt x="208" y="832"/>
                  </a:cubicBezTo>
                  <a:cubicBezTo>
                    <a:pt x="208" y="201"/>
                    <a:pt x="208" y="201"/>
                    <a:pt x="208" y="201"/>
                  </a:cubicBezTo>
                  <a:cubicBezTo>
                    <a:pt x="208" y="90"/>
                    <a:pt x="118" y="0"/>
                    <a:pt x="7" y="0"/>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3">
              <a:extLst>
                <a:ext uri="{FF2B5EF4-FFF2-40B4-BE49-F238E27FC236}">
                  <a16:creationId xmlns:a16="http://schemas.microsoft.com/office/drawing/2014/main" id="{BE34C56E-1BD3-48EC-AFED-0E4EDD3ECFB6}"/>
                </a:ext>
              </a:extLst>
            </p:cNvPr>
            <p:cNvSpPr>
              <a:spLocks/>
            </p:cNvSpPr>
            <p:nvPr/>
          </p:nvSpPr>
          <p:spPr bwMode="auto">
            <a:xfrm>
              <a:off x="9066213" y="2603500"/>
              <a:ext cx="808038" cy="3221038"/>
            </a:xfrm>
            <a:custGeom>
              <a:avLst/>
              <a:gdLst>
                <a:gd name="T0" fmla="*/ 201 w 209"/>
                <a:gd name="T1" fmla="*/ 0 h 832"/>
                <a:gd name="T2" fmla="*/ 201 w 209"/>
                <a:gd name="T3" fmla="*/ 0 h 832"/>
                <a:gd name="T4" fmla="*/ 209 w 209"/>
                <a:gd name="T5" fmla="*/ 1 h 832"/>
                <a:gd name="T6" fmla="*/ 15 w 209"/>
                <a:gd name="T7" fmla="*/ 201 h 832"/>
                <a:gd name="T8" fmla="*/ 15 w 209"/>
                <a:gd name="T9" fmla="*/ 832 h 832"/>
                <a:gd name="T10" fmla="*/ 0 w 209"/>
                <a:gd name="T11" fmla="*/ 832 h 832"/>
                <a:gd name="T12" fmla="*/ 0 w 209"/>
                <a:gd name="T13" fmla="*/ 201 h 832"/>
                <a:gd name="T14" fmla="*/ 201 w 209"/>
                <a:gd name="T15" fmla="*/ 0 h 8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832">
                  <a:moveTo>
                    <a:pt x="201" y="0"/>
                  </a:moveTo>
                  <a:cubicBezTo>
                    <a:pt x="201" y="0"/>
                    <a:pt x="201" y="0"/>
                    <a:pt x="201" y="0"/>
                  </a:cubicBezTo>
                  <a:cubicBezTo>
                    <a:pt x="204" y="0"/>
                    <a:pt x="206" y="0"/>
                    <a:pt x="209" y="1"/>
                  </a:cubicBezTo>
                  <a:cubicBezTo>
                    <a:pt x="101" y="4"/>
                    <a:pt x="15" y="93"/>
                    <a:pt x="15" y="201"/>
                  </a:cubicBezTo>
                  <a:cubicBezTo>
                    <a:pt x="15" y="832"/>
                    <a:pt x="15" y="832"/>
                    <a:pt x="15" y="832"/>
                  </a:cubicBezTo>
                  <a:cubicBezTo>
                    <a:pt x="0" y="832"/>
                    <a:pt x="0" y="832"/>
                    <a:pt x="0" y="832"/>
                  </a:cubicBezTo>
                  <a:cubicBezTo>
                    <a:pt x="0" y="201"/>
                    <a:pt x="0" y="201"/>
                    <a:pt x="0" y="201"/>
                  </a:cubicBezTo>
                  <a:cubicBezTo>
                    <a:pt x="0" y="90"/>
                    <a:pt x="90" y="0"/>
                    <a:pt x="201" y="0"/>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4" name="Group 53">
            <a:extLst>
              <a:ext uri="{FF2B5EF4-FFF2-40B4-BE49-F238E27FC236}">
                <a16:creationId xmlns:a16="http://schemas.microsoft.com/office/drawing/2014/main" id="{8B0579B2-3614-4DF8-B195-714E0A46A930}"/>
              </a:ext>
            </a:extLst>
          </p:cNvPr>
          <p:cNvGrpSpPr/>
          <p:nvPr/>
        </p:nvGrpSpPr>
        <p:grpSpPr>
          <a:xfrm>
            <a:off x="7185026" y="2062163"/>
            <a:ext cx="1552575" cy="3762375"/>
            <a:chOff x="7185026" y="2062163"/>
            <a:chExt cx="1552575" cy="3762375"/>
          </a:xfrm>
        </p:grpSpPr>
        <p:sp>
          <p:nvSpPr>
            <p:cNvPr id="29" name="Freeform 24">
              <a:extLst>
                <a:ext uri="{FF2B5EF4-FFF2-40B4-BE49-F238E27FC236}">
                  <a16:creationId xmlns:a16="http://schemas.microsoft.com/office/drawing/2014/main" id="{9A852A2D-2405-49A7-A8E9-3858A279799B}"/>
                </a:ext>
              </a:extLst>
            </p:cNvPr>
            <p:cNvSpPr>
              <a:spLocks/>
            </p:cNvSpPr>
            <p:nvPr/>
          </p:nvSpPr>
          <p:spPr bwMode="auto">
            <a:xfrm>
              <a:off x="7185026" y="2062163"/>
              <a:ext cx="1552575" cy="3762375"/>
            </a:xfrm>
            <a:custGeom>
              <a:avLst/>
              <a:gdLst>
                <a:gd name="T0" fmla="*/ 201 w 402"/>
                <a:gd name="T1" fmla="*/ 0 h 972"/>
                <a:gd name="T2" fmla="*/ 201 w 402"/>
                <a:gd name="T3" fmla="*/ 0 h 972"/>
                <a:gd name="T4" fmla="*/ 402 w 402"/>
                <a:gd name="T5" fmla="*/ 201 h 972"/>
                <a:gd name="T6" fmla="*/ 402 w 402"/>
                <a:gd name="T7" fmla="*/ 972 h 972"/>
                <a:gd name="T8" fmla="*/ 0 w 402"/>
                <a:gd name="T9" fmla="*/ 972 h 972"/>
                <a:gd name="T10" fmla="*/ 0 w 402"/>
                <a:gd name="T11" fmla="*/ 201 h 972"/>
                <a:gd name="T12" fmla="*/ 201 w 402"/>
                <a:gd name="T13" fmla="*/ 0 h 972"/>
              </a:gdLst>
              <a:ahLst/>
              <a:cxnLst>
                <a:cxn ang="0">
                  <a:pos x="T0" y="T1"/>
                </a:cxn>
                <a:cxn ang="0">
                  <a:pos x="T2" y="T3"/>
                </a:cxn>
                <a:cxn ang="0">
                  <a:pos x="T4" y="T5"/>
                </a:cxn>
                <a:cxn ang="0">
                  <a:pos x="T6" y="T7"/>
                </a:cxn>
                <a:cxn ang="0">
                  <a:pos x="T8" y="T9"/>
                </a:cxn>
                <a:cxn ang="0">
                  <a:pos x="T10" y="T11"/>
                </a:cxn>
                <a:cxn ang="0">
                  <a:pos x="T12" y="T13"/>
                </a:cxn>
              </a:cxnLst>
              <a:rect l="0" t="0" r="r" b="b"/>
              <a:pathLst>
                <a:path w="402" h="972">
                  <a:moveTo>
                    <a:pt x="201" y="0"/>
                  </a:moveTo>
                  <a:cubicBezTo>
                    <a:pt x="201" y="0"/>
                    <a:pt x="201" y="0"/>
                    <a:pt x="201" y="0"/>
                  </a:cubicBezTo>
                  <a:cubicBezTo>
                    <a:pt x="312" y="0"/>
                    <a:pt x="402" y="90"/>
                    <a:pt x="402" y="201"/>
                  </a:cubicBezTo>
                  <a:cubicBezTo>
                    <a:pt x="402" y="972"/>
                    <a:pt x="402" y="972"/>
                    <a:pt x="402" y="972"/>
                  </a:cubicBezTo>
                  <a:cubicBezTo>
                    <a:pt x="0" y="972"/>
                    <a:pt x="0" y="972"/>
                    <a:pt x="0" y="972"/>
                  </a:cubicBezTo>
                  <a:cubicBezTo>
                    <a:pt x="0" y="201"/>
                    <a:pt x="0" y="201"/>
                    <a:pt x="0" y="201"/>
                  </a:cubicBezTo>
                  <a:cubicBezTo>
                    <a:pt x="0" y="90"/>
                    <a:pt x="90" y="0"/>
                    <a:pt x="201" y="0"/>
                  </a:cubicBezTo>
                  <a:close/>
                </a:path>
              </a:pathLst>
            </a:custGeom>
            <a:gradFill flip="none" rotWithShape="1">
              <a:gsLst>
                <a:gs pos="0">
                  <a:schemeClr val="accent4">
                    <a:lumMod val="75000"/>
                  </a:schemeClr>
                </a:gs>
                <a:gs pos="100000">
                  <a:schemeClr val="accent4"/>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5">
              <a:extLst>
                <a:ext uri="{FF2B5EF4-FFF2-40B4-BE49-F238E27FC236}">
                  <a16:creationId xmlns:a16="http://schemas.microsoft.com/office/drawing/2014/main" id="{2A9FC491-B1D5-4A5B-9245-E101CE7A6B0A}"/>
                </a:ext>
              </a:extLst>
            </p:cNvPr>
            <p:cNvSpPr>
              <a:spLocks/>
            </p:cNvSpPr>
            <p:nvPr/>
          </p:nvSpPr>
          <p:spPr bwMode="auto">
            <a:xfrm>
              <a:off x="7934326" y="2062163"/>
              <a:ext cx="803275" cy="3762375"/>
            </a:xfrm>
            <a:custGeom>
              <a:avLst/>
              <a:gdLst>
                <a:gd name="T0" fmla="*/ 7 w 208"/>
                <a:gd name="T1" fmla="*/ 0 h 972"/>
                <a:gd name="T2" fmla="*/ 7 w 208"/>
                <a:gd name="T3" fmla="*/ 0 h 972"/>
                <a:gd name="T4" fmla="*/ 0 w 208"/>
                <a:gd name="T5" fmla="*/ 1 h 972"/>
                <a:gd name="T6" fmla="*/ 193 w 208"/>
                <a:gd name="T7" fmla="*/ 201 h 972"/>
                <a:gd name="T8" fmla="*/ 193 w 208"/>
                <a:gd name="T9" fmla="*/ 972 h 972"/>
                <a:gd name="T10" fmla="*/ 208 w 208"/>
                <a:gd name="T11" fmla="*/ 972 h 972"/>
                <a:gd name="T12" fmla="*/ 208 w 208"/>
                <a:gd name="T13" fmla="*/ 201 h 972"/>
                <a:gd name="T14" fmla="*/ 7 w 208"/>
                <a:gd name="T15" fmla="*/ 0 h 9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972">
                  <a:moveTo>
                    <a:pt x="7" y="0"/>
                  </a:moveTo>
                  <a:cubicBezTo>
                    <a:pt x="7" y="0"/>
                    <a:pt x="7" y="0"/>
                    <a:pt x="7" y="0"/>
                  </a:cubicBezTo>
                  <a:cubicBezTo>
                    <a:pt x="4" y="0"/>
                    <a:pt x="2" y="0"/>
                    <a:pt x="0" y="1"/>
                  </a:cubicBezTo>
                  <a:cubicBezTo>
                    <a:pt x="107" y="4"/>
                    <a:pt x="193" y="93"/>
                    <a:pt x="193" y="201"/>
                  </a:cubicBezTo>
                  <a:cubicBezTo>
                    <a:pt x="193" y="972"/>
                    <a:pt x="193" y="972"/>
                    <a:pt x="193" y="972"/>
                  </a:cubicBezTo>
                  <a:cubicBezTo>
                    <a:pt x="208" y="972"/>
                    <a:pt x="208" y="972"/>
                    <a:pt x="208" y="972"/>
                  </a:cubicBezTo>
                  <a:cubicBezTo>
                    <a:pt x="208" y="201"/>
                    <a:pt x="208" y="201"/>
                    <a:pt x="208" y="201"/>
                  </a:cubicBezTo>
                  <a:cubicBezTo>
                    <a:pt x="208" y="90"/>
                    <a:pt x="118" y="0"/>
                    <a:pt x="7"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26">
              <a:extLst>
                <a:ext uri="{FF2B5EF4-FFF2-40B4-BE49-F238E27FC236}">
                  <a16:creationId xmlns:a16="http://schemas.microsoft.com/office/drawing/2014/main" id="{945A5EE5-0858-43E4-8D67-951A2A17B567}"/>
                </a:ext>
              </a:extLst>
            </p:cNvPr>
            <p:cNvSpPr>
              <a:spLocks/>
            </p:cNvSpPr>
            <p:nvPr/>
          </p:nvSpPr>
          <p:spPr bwMode="auto">
            <a:xfrm>
              <a:off x="7185026" y="2062163"/>
              <a:ext cx="803275" cy="3762375"/>
            </a:xfrm>
            <a:custGeom>
              <a:avLst/>
              <a:gdLst>
                <a:gd name="T0" fmla="*/ 201 w 208"/>
                <a:gd name="T1" fmla="*/ 0 h 972"/>
                <a:gd name="T2" fmla="*/ 201 w 208"/>
                <a:gd name="T3" fmla="*/ 0 h 972"/>
                <a:gd name="T4" fmla="*/ 208 w 208"/>
                <a:gd name="T5" fmla="*/ 1 h 972"/>
                <a:gd name="T6" fmla="*/ 15 w 208"/>
                <a:gd name="T7" fmla="*/ 201 h 972"/>
                <a:gd name="T8" fmla="*/ 15 w 208"/>
                <a:gd name="T9" fmla="*/ 972 h 972"/>
                <a:gd name="T10" fmla="*/ 0 w 208"/>
                <a:gd name="T11" fmla="*/ 972 h 972"/>
                <a:gd name="T12" fmla="*/ 0 w 208"/>
                <a:gd name="T13" fmla="*/ 201 h 972"/>
                <a:gd name="T14" fmla="*/ 201 w 208"/>
                <a:gd name="T15" fmla="*/ 0 h 9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972">
                  <a:moveTo>
                    <a:pt x="201" y="0"/>
                  </a:moveTo>
                  <a:cubicBezTo>
                    <a:pt x="201" y="0"/>
                    <a:pt x="201" y="0"/>
                    <a:pt x="201" y="0"/>
                  </a:cubicBezTo>
                  <a:cubicBezTo>
                    <a:pt x="203" y="0"/>
                    <a:pt x="206" y="0"/>
                    <a:pt x="208" y="1"/>
                  </a:cubicBezTo>
                  <a:cubicBezTo>
                    <a:pt x="101" y="4"/>
                    <a:pt x="15" y="93"/>
                    <a:pt x="15" y="201"/>
                  </a:cubicBezTo>
                  <a:cubicBezTo>
                    <a:pt x="15" y="972"/>
                    <a:pt x="15" y="972"/>
                    <a:pt x="15" y="972"/>
                  </a:cubicBezTo>
                  <a:cubicBezTo>
                    <a:pt x="0" y="972"/>
                    <a:pt x="0" y="972"/>
                    <a:pt x="0" y="972"/>
                  </a:cubicBezTo>
                  <a:cubicBezTo>
                    <a:pt x="0" y="201"/>
                    <a:pt x="0" y="201"/>
                    <a:pt x="0" y="201"/>
                  </a:cubicBezTo>
                  <a:cubicBezTo>
                    <a:pt x="0" y="90"/>
                    <a:pt x="90" y="0"/>
                    <a:pt x="201" y="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3" name="Group 52">
            <a:extLst>
              <a:ext uri="{FF2B5EF4-FFF2-40B4-BE49-F238E27FC236}">
                <a16:creationId xmlns:a16="http://schemas.microsoft.com/office/drawing/2014/main" id="{29394212-5040-4E58-9D35-B1026380FB59}"/>
              </a:ext>
            </a:extLst>
          </p:cNvPr>
          <p:cNvGrpSpPr/>
          <p:nvPr/>
        </p:nvGrpSpPr>
        <p:grpSpPr>
          <a:xfrm>
            <a:off x="5308601" y="1520825"/>
            <a:ext cx="1554163" cy="4303713"/>
            <a:chOff x="5308601" y="1520825"/>
            <a:chExt cx="1554163" cy="4303713"/>
          </a:xfrm>
        </p:grpSpPr>
        <p:sp>
          <p:nvSpPr>
            <p:cNvPr id="32" name="Freeform 27">
              <a:extLst>
                <a:ext uri="{FF2B5EF4-FFF2-40B4-BE49-F238E27FC236}">
                  <a16:creationId xmlns:a16="http://schemas.microsoft.com/office/drawing/2014/main" id="{E743688F-ECD9-4E2B-A52A-00BC34E74B38}"/>
                </a:ext>
              </a:extLst>
            </p:cNvPr>
            <p:cNvSpPr>
              <a:spLocks/>
            </p:cNvSpPr>
            <p:nvPr/>
          </p:nvSpPr>
          <p:spPr bwMode="auto">
            <a:xfrm>
              <a:off x="5308601" y="1520825"/>
              <a:ext cx="1554163" cy="4303713"/>
            </a:xfrm>
            <a:custGeom>
              <a:avLst/>
              <a:gdLst>
                <a:gd name="T0" fmla="*/ 201 w 402"/>
                <a:gd name="T1" fmla="*/ 0 h 1112"/>
                <a:gd name="T2" fmla="*/ 201 w 402"/>
                <a:gd name="T3" fmla="*/ 0 h 1112"/>
                <a:gd name="T4" fmla="*/ 402 w 402"/>
                <a:gd name="T5" fmla="*/ 201 h 1112"/>
                <a:gd name="T6" fmla="*/ 402 w 402"/>
                <a:gd name="T7" fmla="*/ 1112 h 1112"/>
                <a:gd name="T8" fmla="*/ 0 w 402"/>
                <a:gd name="T9" fmla="*/ 1112 h 1112"/>
                <a:gd name="T10" fmla="*/ 0 w 402"/>
                <a:gd name="T11" fmla="*/ 201 h 1112"/>
                <a:gd name="T12" fmla="*/ 201 w 402"/>
                <a:gd name="T13" fmla="*/ 0 h 1112"/>
              </a:gdLst>
              <a:ahLst/>
              <a:cxnLst>
                <a:cxn ang="0">
                  <a:pos x="T0" y="T1"/>
                </a:cxn>
                <a:cxn ang="0">
                  <a:pos x="T2" y="T3"/>
                </a:cxn>
                <a:cxn ang="0">
                  <a:pos x="T4" y="T5"/>
                </a:cxn>
                <a:cxn ang="0">
                  <a:pos x="T6" y="T7"/>
                </a:cxn>
                <a:cxn ang="0">
                  <a:pos x="T8" y="T9"/>
                </a:cxn>
                <a:cxn ang="0">
                  <a:pos x="T10" y="T11"/>
                </a:cxn>
                <a:cxn ang="0">
                  <a:pos x="T12" y="T13"/>
                </a:cxn>
              </a:cxnLst>
              <a:rect l="0" t="0" r="r" b="b"/>
              <a:pathLst>
                <a:path w="402" h="1112">
                  <a:moveTo>
                    <a:pt x="201" y="0"/>
                  </a:moveTo>
                  <a:cubicBezTo>
                    <a:pt x="201" y="0"/>
                    <a:pt x="201" y="0"/>
                    <a:pt x="201" y="0"/>
                  </a:cubicBezTo>
                  <a:cubicBezTo>
                    <a:pt x="312" y="0"/>
                    <a:pt x="402" y="90"/>
                    <a:pt x="402" y="201"/>
                  </a:cubicBezTo>
                  <a:cubicBezTo>
                    <a:pt x="402" y="1112"/>
                    <a:pt x="402" y="1112"/>
                    <a:pt x="402" y="1112"/>
                  </a:cubicBezTo>
                  <a:cubicBezTo>
                    <a:pt x="0" y="1112"/>
                    <a:pt x="0" y="1112"/>
                    <a:pt x="0" y="1112"/>
                  </a:cubicBezTo>
                  <a:cubicBezTo>
                    <a:pt x="0" y="201"/>
                    <a:pt x="0" y="201"/>
                    <a:pt x="0" y="201"/>
                  </a:cubicBezTo>
                  <a:cubicBezTo>
                    <a:pt x="0" y="90"/>
                    <a:pt x="90" y="0"/>
                    <a:pt x="201" y="0"/>
                  </a:cubicBezTo>
                  <a:close/>
                </a:path>
              </a:pathLst>
            </a:custGeom>
            <a:gradFill flip="none" rotWithShape="1">
              <a:gsLst>
                <a:gs pos="0">
                  <a:schemeClr val="accent3">
                    <a:lumMod val="75000"/>
                  </a:schemeClr>
                </a:gs>
                <a:gs pos="100000">
                  <a:schemeClr val="accent3"/>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28">
              <a:extLst>
                <a:ext uri="{FF2B5EF4-FFF2-40B4-BE49-F238E27FC236}">
                  <a16:creationId xmlns:a16="http://schemas.microsoft.com/office/drawing/2014/main" id="{9E18310D-2D49-436B-8849-81D9D9E2628B}"/>
                </a:ext>
              </a:extLst>
            </p:cNvPr>
            <p:cNvSpPr>
              <a:spLocks/>
            </p:cNvSpPr>
            <p:nvPr/>
          </p:nvSpPr>
          <p:spPr bwMode="auto">
            <a:xfrm>
              <a:off x="6059488" y="1520825"/>
              <a:ext cx="803275" cy="4303713"/>
            </a:xfrm>
            <a:custGeom>
              <a:avLst/>
              <a:gdLst>
                <a:gd name="T0" fmla="*/ 7 w 208"/>
                <a:gd name="T1" fmla="*/ 0 h 1112"/>
                <a:gd name="T2" fmla="*/ 7 w 208"/>
                <a:gd name="T3" fmla="*/ 0 h 1112"/>
                <a:gd name="T4" fmla="*/ 0 w 208"/>
                <a:gd name="T5" fmla="*/ 1 h 1112"/>
                <a:gd name="T6" fmla="*/ 193 w 208"/>
                <a:gd name="T7" fmla="*/ 201 h 1112"/>
                <a:gd name="T8" fmla="*/ 193 w 208"/>
                <a:gd name="T9" fmla="*/ 1112 h 1112"/>
                <a:gd name="T10" fmla="*/ 208 w 208"/>
                <a:gd name="T11" fmla="*/ 1112 h 1112"/>
                <a:gd name="T12" fmla="*/ 208 w 208"/>
                <a:gd name="T13" fmla="*/ 201 h 1112"/>
                <a:gd name="T14" fmla="*/ 7 w 208"/>
                <a:gd name="T15" fmla="*/ 0 h 1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1112">
                  <a:moveTo>
                    <a:pt x="7" y="0"/>
                  </a:moveTo>
                  <a:cubicBezTo>
                    <a:pt x="7" y="0"/>
                    <a:pt x="7" y="0"/>
                    <a:pt x="7" y="0"/>
                  </a:cubicBezTo>
                  <a:cubicBezTo>
                    <a:pt x="5" y="0"/>
                    <a:pt x="2" y="0"/>
                    <a:pt x="0" y="1"/>
                  </a:cubicBezTo>
                  <a:cubicBezTo>
                    <a:pt x="107" y="4"/>
                    <a:pt x="193" y="93"/>
                    <a:pt x="193" y="201"/>
                  </a:cubicBezTo>
                  <a:cubicBezTo>
                    <a:pt x="193" y="1112"/>
                    <a:pt x="193" y="1112"/>
                    <a:pt x="193" y="1112"/>
                  </a:cubicBezTo>
                  <a:cubicBezTo>
                    <a:pt x="208" y="1112"/>
                    <a:pt x="208" y="1112"/>
                    <a:pt x="208" y="1112"/>
                  </a:cubicBezTo>
                  <a:cubicBezTo>
                    <a:pt x="208" y="201"/>
                    <a:pt x="208" y="201"/>
                    <a:pt x="208" y="201"/>
                  </a:cubicBezTo>
                  <a:cubicBezTo>
                    <a:pt x="208" y="90"/>
                    <a:pt x="118" y="0"/>
                    <a:pt x="7"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29">
              <a:extLst>
                <a:ext uri="{FF2B5EF4-FFF2-40B4-BE49-F238E27FC236}">
                  <a16:creationId xmlns:a16="http://schemas.microsoft.com/office/drawing/2014/main" id="{4840B7FE-4FA3-4328-BBCA-8D94F221428D}"/>
                </a:ext>
              </a:extLst>
            </p:cNvPr>
            <p:cNvSpPr>
              <a:spLocks/>
            </p:cNvSpPr>
            <p:nvPr/>
          </p:nvSpPr>
          <p:spPr bwMode="auto">
            <a:xfrm>
              <a:off x="5308601" y="1520825"/>
              <a:ext cx="804863" cy="4303713"/>
            </a:xfrm>
            <a:custGeom>
              <a:avLst/>
              <a:gdLst>
                <a:gd name="T0" fmla="*/ 201 w 208"/>
                <a:gd name="T1" fmla="*/ 0 h 1112"/>
                <a:gd name="T2" fmla="*/ 201 w 208"/>
                <a:gd name="T3" fmla="*/ 0 h 1112"/>
                <a:gd name="T4" fmla="*/ 208 w 208"/>
                <a:gd name="T5" fmla="*/ 1 h 1112"/>
                <a:gd name="T6" fmla="*/ 15 w 208"/>
                <a:gd name="T7" fmla="*/ 201 h 1112"/>
                <a:gd name="T8" fmla="*/ 15 w 208"/>
                <a:gd name="T9" fmla="*/ 1112 h 1112"/>
                <a:gd name="T10" fmla="*/ 0 w 208"/>
                <a:gd name="T11" fmla="*/ 1112 h 1112"/>
                <a:gd name="T12" fmla="*/ 0 w 208"/>
                <a:gd name="T13" fmla="*/ 201 h 1112"/>
                <a:gd name="T14" fmla="*/ 201 w 208"/>
                <a:gd name="T15" fmla="*/ 0 h 1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1112">
                  <a:moveTo>
                    <a:pt x="201" y="0"/>
                  </a:moveTo>
                  <a:cubicBezTo>
                    <a:pt x="201" y="0"/>
                    <a:pt x="201" y="0"/>
                    <a:pt x="201" y="0"/>
                  </a:cubicBezTo>
                  <a:cubicBezTo>
                    <a:pt x="203" y="0"/>
                    <a:pt x="206" y="0"/>
                    <a:pt x="208" y="1"/>
                  </a:cubicBezTo>
                  <a:cubicBezTo>
                    <a:pt x="101" y="4"/>
                    <a:pt x="15" y="93"/>
                    <a:pt x="15" y="201"/>
                  </a:cubicBezTo>
                  <a:cubicBezTo>
                    <a:pt x="15" y="1112"/>
                    <a:pt x="15" y="1112"/>
                    <a:pt x="15" y="1112"/>
                  </a:cubicBezTo>
                  <a:cubicBezTo>
                    <a:pt x="0" y="1112"/>
                    <a:pt x="0" y="1112"/>
                    <a:pt x="0" y="1112"/>
                  </a:cubicBezTo>
                  <a:cubicBezTo>
                    <a:pt x="0" y="201"/>
                    <a:pt x="0" y="201"/>
                    <a:pt x="0" y="201"/>
                  </a:cubicBezTo>
                  <a:cubicBezTo>
                    <a:pt x="0" y="90"/>
                    <a:pt x="90" y="0"/>
                    <a:pt x="201" y="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2" name="Group 51">
            <a:extLst>
              <a:ext uri="{FF2B5EF4-FFF2-40B4-BE49-F238E27FC236}">
                <a16:creationId xmlns:a16="http://schemas.microsoft.com/office/drawing/2014/main" id="{43260567-ACD6-4885-8EAB-91822ADDF405}"/>
              </a:ext>
            </a:extLst>
          </p:cNvPr>
          <p:cNvGrpSpPr/>
          <p:nvPr/>
        </p:nvGrpSpPr>
        <p:grpSpPr>
          <a:xfrm>
            <a:off x="3438526" y="2062163"/>
            <a:ext cx="1554163" cy="3762375"/>
            <a:chOff x="3438526" y="2062163"/>
            <a:chExt cx="1554163" cy="3762375"/>
          </a:xfrm>
        </p:grpSpPr>
        <p:sp>
          <p:nvSpPr>
            <p:cNvPr id="35" name="Freeform 30">
              <a:extLst>
                <a:ext uri="{FF2B5EF4-FFF2-40B4-BE49-F238E27FC236}">
                  <a16:creationId xmlns:a16="http://schemas.microsoft.com/office/drawing/2014/main" id="{DE3F8E11-5E8C-43E4-B048-AC272578AAE1}"/>
                </a:ext>
              </a:extLst>
            </p:cNvPr>
            <p:cNvSpPr>
              <a:spLocks/>
            </p:cNvSpPr>
            <p:nvPr/>
          </p:nvSpPr>
          <p:spPr bwMode="auto">
            <a:xfrm>
              <a:off x="3438526" y="2062163"/>
              <a:ext cx="1554163" cy="3762375"/>
            </a:xfrm>
            <a:custGeom>
              <a:avLst/>
              <a:gdLst>
                <a:gd name="T0" fmla="*/ 201 w 402"/>
                <a:gd name="T1" fmla="*/ 0 h 972"/>
                <a:gd name="T2" fmla="*/ 201 w 402"/>
                <a:gd name="T3" fmla="*/ 0 h 972"/>
                <a:gd name="T4" fmla="*/ 402 w 402"/>
                <a:gd name="T5" fmla="*/ 201 h 972"/>
                <a:gd name="T6" fmla="*/ 402 w 402"/>
                <a:gd name="T7" fmla="*/ 972 h 972"/>
                <a:gd name="T8" fmla="*/ 0 w 402"/>
                <a:gd name="T9" fmla="*/ 972 h 972"/>
                <a:gd name="T10" fmla="*/ 0 w 402"/>
                <a:gd name="T11" fmla="*/ 201 h 972"/>
                <a:gd name="T12" fmla="*/ 201 w 402"/>
                <a:gd name="T13" fmla="*/ 0 h 972"/>
              </a:gdLst>
              <a:ahLst/>
              <a:cxnLst>
                <a:cxn ang="0">
                  <a:pos x="T0" y="T1"/>
                </a:cxn>
                <a:cxn ang="0">
                  <a:pos x="T2" y="T3"/>
                </a:cxn>
                <a:cxn ang="0">
                  <a:pos x="T4" y="T5"/>
                </a:cxn>
                <a:cxn ang="0">
                  <a:pos x="T6" y="T7"/>
                </a:cxn>
                <a:cxn ang="0">
                  <a:pos x="T8" y="T9"/>
                </a:cxn>
                <a:cxn ang="0">
                  <a:pos x="T10" y="T11"/>
                </a:cxn>
                <a:cxn ang="0">
                  <a:pos x="T12" y="T13"/>
                </a:cxn>
              </a:cxnLst>
              <a:rect l="0" t="0" r="r" b="b"/>
              <a:pathLst>
                <a:path w="402" h="972">
                  <a:moveTo>
                    <a:pt x="201" y="0"/>
                  </a:moveTo>
                  <a:cubicBezTo>
                    <a:pt x="201" y="0"/>
                    <a:pt x="201" y="0"/>
                    <a:pt x="201" y="0"/>
                  </a:cubicBezTo>
                  <a:cubicBezTo>
                    <a:pt x="312" y="0"/>
                    <a:pt x="402" y="90"/>
                    <a:pt x="402" y="201"/>
                  </a:cubicBezTo>
                  <a:cubicBezTo>
                    <a:pt x="402" y="972"/>
                    <a:pt x="402" y="972"/>
                    <a:pt x="402" y="972"/>
                  </a:cubicBezTo>
                  <a:cubicBezTo>
                    <a:pt x="0" y="972"/>
                    <a:pt x="0" y="972"/>
                    <a:pt x="0" y="972"/>
                  </a:cubicBezTo>
                  <a:cubicBezTo>
                    <a:pt x="0" y="201"/>
                    <a:pt x="0" y="201"/>
                    <a:pt x="0" y="201"/>
                  </a:cubicBezTo>
                  <a:cubicBezTo>
                    <a:pt x="0" y="90"/>
                    <a:pt x="90" y="0"/>
                    <a:pt x="201" y="0"/>
                  </a:cubicBezTo>
                  <a:close/>
                </a:path>
              </a:pathLst>
            </a:custGeom>
            <a:gradFill flip="none" rotWithShape="1">
              <a:gsLst>
                <a:gs pos="0">
                  <a:schemeClr val="accent2">
                    <a:lumMod val="75000"/>
                  </a:schemeClr>
                </a:gs>
                <a:gs pos="100000">
                  <a:schemeClr val="accent2"/>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1">
              <a:extLst>
                <a:ext uri="{FF2B5EF4-FFF2-40B4-BE49-F238E27FC236}">
                  <a16:creationId xmlns:a16="http://schemas.microsoft.com/office/drawing/2014/main" id="{050572D8-69C3-47DA-9746-A1B01ED6B8D2}"/>
                </a:ext>
              </a:extLst>
            </p:cNvPr>
            <p:cNvSpPr>
              <a:spLocks/>
            </p:cNvSpPr>
            <p:nvPr/>
          </p:nvSpPr>
          <p:spPr bwMode="auto">
            <a:xfrm>
              <a:off x="4184651" y="2062163"/>
              <a:ext cx="808038" cy="3762375"/>
            </a:xfrm>
            <a:custGeom>
              <a:avLst/>
              <a:gdLst>
                <a:gd name="T0" fmla="*/ 8 w 209"/>
                <a:gd name="T1" fmla="*/ 0 h 972"/>
                <a:gd name="T2" fmla="*/ 8 w 209"/>
                <a:gd name="T3" fmla="*/ 0 h 972"/>
                <a:gd name="T4" fmla="*/ 0 w 209"/>
                <a:gd name="T5" fmla="*/ 1 h 972"/>
                <a:gd name="T6" fmla="*/ 194 w 209"/>
                <a:gd name="T7" fmla="*/ 201 h 972"/>
                <a:gd name="T8" fmla="*/ 194 w 209"/>
                <a:gd name="T9" fmla="*/ 972 h 972"/>
                <a:gd name="T10" fmla="*/ 209 w 209"/>
                <a:gd name="T11" fmla="*/ 972 h 972"/>
                <a:gd name="T12" fmla="*/ 209 w 209"/>
                <a:gd name="T13" fmla="*/ 201 h 972"/>
                <a:gd name="T14" fmla="*/ 8 w 209"/>
                <a:gd name="T15" fmla="*/ 0 h 9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972">
                  <a:moveTo>
                    <a:pt x="8" y="0"/>
                  </a:moveTo>
                  <a:cubicBezTo>
                    <a:pt x="8" y="0"/>
                    <a:pt x="8" y="0"/>
                    <a:pt x="8" y="0"/>
                  </a:cubicBezTo>
                  <a:cubicBezTo>
                    <a:pt x="5" y="0"/>
                    <a:pt x="3" y="0"/>
                    <a:pt x="0" y="1"/>
                  </a:cubicBezTo>
                  <a:cubicBezTo>
                    <a:pt x="108" y="4"/>
                    <a:pt x="194" y="93"/>
                    <a:pt x="194" y="201"/>
                  </a:cubicBezTo>
                  <a:cubicBezTo>
                    <a:pt x="194" y="972"/>
                    <a:pt x="194" y="972"/>
                    <a:pt x="194" y="972"/>
                  </a:cubicBezTo>
                  <a:cubicBezTo>
                    <a:pt x="209" y="972"/>
                    <a:pt x="209" y="972"/>
                    <a:pt x="209" y="972"/>
                  </a:cubicBezTo>
                  <a:cubicBezTo>
                    <a:pt x="209" y="201"/>
                    <a:pt x="209" y="201"/>
                    <a:pt x="209" y="201"/>
                  </a:cubicBezTo>
                  <a:cubicBezTo>
                    <a:pt x="209" y="90"/>
                    <a:pt x="119" y="0"/>
                    <a:pt x="8"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32">
              <a:extLst>
                <a:ext uri="{FF2B5EF4-FFF2-40B4-BE49-F238E27FC236}">
                  <a16:creationId xmlns:a16="http://schemas.microsoft.com/office/drawing/2014/main" id="{90A73DFB-CF52-428F-9CDD-FFDFBADABA09}"/>
                </a:ext>
              </a:extLst>
            </p:cNvPr>
            <p:cNvSpPr>
              <a:spLocks/>
            </p:cNvSpPr>
            <p:nvPr/>
          </p:nvSpPr>
          <p:spPr bwMode="auto">
            <a:xfrm>
              <a:off x="3438526" y="2062163"/>
              <a:ext cx="803275" cy="3762375"/>
            </a:xfrm>
            <a:custGeom>
              <a:avLst/>
              <a:gdLst>
                <a:gd name="T0" fmla="*/ 201 w 208"/>
                <a:gd name="T1" fmla="*/ 0 h 972"/>
                <a:gd name="T2" fmla="*/ 201 w 208"/>
                <a:gd name="T3" fmla="*/ 0 h 972"/>
                <a:gd name="T4" fmla="*/ 208 w 208"/>
                <a:gd name="T5" fmla="*/ 1 h 972"/>
                <a:gd name="T6" fmla="*/ 15 w 208"/>
                <a:gd name="T7" fmla="*/ 201 h 972"/>
                <a:gd name="T8" fmla="*/ 15 w 208"/>
                <a:gd name="T9" fmla="*/ 972 h 972"/>
                <a:gd name="T10" fmla="*/ 0 w 208"/>
                <a:gd name="T11" fmla="*/ 972 h 972"/>
                <a:gd name="T12" fmla="*/ 0 w 208"/>
                <a:gd name="T13" fmla="*/ 201 h 972"/>
                <a:gd name="T14" fmla="*/ 201 w 208"/>
                <a:gd name="T15" fmla="*/ 0 h 9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972">
                  <a:moveTo>
                    <a:pt x="201" y="0"/>
                  </a:moveTo>
                  <a:cubicBezTo>
                    <a:pt x="201" y="0"/>
                    <a:pt x="201" y="0"/>
                    <a:pt x="201" y="0"/>
                  </a:cubicBezTo>
                  <a:cubicBezTo>
                    <a:pt x="203" y="0"/>
                    <a:pt x="206" y="0"/>
                    <a:pt x="208" y="1"/>
                  </a:cubicBezTo>
                  <a:cubicBezTo>
                    <a:pt x="101" y="4"/>
                    <a:pt x="15" y="93"/>
                    <a:pt x="15" y="201"/>
                  </a:cubicBezTo>
                  <a:cubicBezTo>
                    <a:pt x="15" y="972"/>
                    <a:pt x="15" y="972"/>
                    <a:pt x="15" y="972"/>
                  </a:cubicBezTo>
                  <a:cubicBezTo>
                    <a:pt x="0" y="972"/>
                    <a:pt x="0" y="972"/>
                    <a:pt x="0" y="972"/>
                  </a:cubicBezTo>
                  <a:cubicBezTo>
                    <a:pt x="0" y="201"/>
                    <a:pt x="0" y="201"/>
                    <a:pt x="0" y="201"/>
                  </a:cubicBezTo>
                  <a:cubicBezTo>
                    <a:pt x="0" y="90"/>
                    <a:pt x="90" y="0"/>
                    <a:pt x="201" y="0"/>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BC0A602D-FDA6-4601-B62E-220A1B1DE072}"/>
              </a:ext>
            </a:extLst>
          </p:cNvPr>
          <p:cNvGrpSpPr/>
          <p:nvPr/>
        </p:nvGrpSpPr>
        <p:grpSpPr>
          <a:xfrm>
            <a:off x="1870787" y="4965700"/>
            <a:ext cx="8505990" cy="323165"/>
            <a:chOff x="1870787" y="4965700"/>
            <a:chExt cx="8505990" cy="323165"/>
          </a:xfrm>
        </p:grpSpPr>
        <p:sp>
          <p:nvSpPr>
            <p:cNvPr id="38" name="Rectangle 33">
              <a:extLst>
                <a:ext uri="{FF2B5EF4-FFF2-40B4-BE49-F238E27FC236}">
                  <a16:creationId xmlns:a16="http://schemas.microsoft.com/office/drawing/2014/main" id="{62485EDB-B641-47A4-9D5B-284CAF290692}"/>
                </a:ext>
              </a:extLst>
            </p:cNvPr>
            <p:cNvSpPr>
              <a:spLocks noChangeArrowheads="1"/>
            </p:cNvSpPr>
            <p:nvPr/>
          </p:nvSpPr>
          <p:spPr bwMode="auto">
            <a:xfrm>
              <a:off x="1870787" y="4965700"/>
              <a:ext cx="100187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100" b="1" i="0" u="none" strike="noStrike" cap="none" normalizeH="0" baseline="0">
                  <a:ln>
                    <a:noFill/>
                  </a:ln>
                  <a:solidFill>
                    <a:schemeClr val="bg2"/>
                  </a:solidFill>
                  <a:effectLst/>
                  <a:latin typeface="Open Sans" panose="020B0606030504020204" pitchFamily="34" charset="0"/>
                </a:rPr>
                <a:t>STEP 01</a:t>
              </a:r>
              <a:endParaRPr kumimoji="0" lang="ru-UA" altLang="ru-UA" sz="1800" b="0" i="0" u="none" strike="noStrike" cap="none" normalizeH="0" baseline="0">
                <a:ln>
                  <a:noFill/>
                </a:ln>
                <a:solidFill>
                  <a:schemeClr val="bg2"/>
                </a:solidFill>
                <a:effectLst/>
              </a:endParaRPr>
            </a:p>
          </p:txBody>
        </p:sp>
        <p:sp>
          <p:nvSpPr>
            <p:cNvPr id="39" name="Rectangle 34">
              <a:extLst>
                <a:ext uri="{FF2B5EF4-FFF2-40B4-BE49-F238E27FC236}">
                  <a16:creationId xmlns:a16="http://schemas.microsoft.com/office/drawing/2014/main" id="{41AFFA92-0410-4895-909B-8ED2DFCA674A}"/>
                </a:ext>
              </a:extLst>
            </p:cNvPr>
            <p:cNvSpPr>
              <a:spLocks noChangeArrowheads="1"/>
            </p:cNvSpPr>
            <p:nvPr/>
          </p:nvSpPr>
          <p:spPr bwMode="auto">
            <a:xfrm>
              <a:off x="3742450" y="4965700"/>
              <a:ext cx="100187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100" b="1" i="0" u="none" strike="noStrike" cap="none" normalizeH="0" baseline="0">
                  <a:ln>
                    <a:noFill/>
                  </a:ln>
                  <a:solidFill>
                    <a:schemeClr val="bg2"/>
                  </a:solidFill>
                  <a:effectLst/>
                  <a:latin typeface="Open Sans" panose="020B0606030504020204" pitchFamily="34" charset="0"/>
                </a:rPr>
                <a:t>STEP 02</a:t>
              </a:r>
              <a:endParaRPr kumimoji="0" lang="ru-UA" altLang="ru-UA" sz="1800" b="0" i="0" u="none" strike="noStrike" cap="none" normalizeH="0" baseline="0">
                <a:ln>
                  <a:noFill/>
                </a:ln>
                <a:solidFill>
                  <a:schemeClr val="bg2"/>
                </a:solidFill>
                <a:effectLst/>
              </a:endParaRPr>
            </a:p>
          </p:txBody>
        </p:sp>
        <p:sp>
          <p:nvSpPr>
            <p:cNvPr id="40" name="Rectangle 35">
              <a:extLst>
                <a:ext uri="{FF2B5EF4-FFF2-40B4-BE49-F238E27FC236}">
                  <a16:creationId xmlns:a16="http://schemas.microsoft.com/office/drawing/2014/main" id="{DA5FD202-D5DB-4C02-9E2A-0B421821FD94}"/>
                </a:ext>
              </a:extLst>
            </p:cNvPr>
            <p:cNvSpPr>
              <a:spLocks noChangeArrowheads="1"/>
            </p:cNvSpPr>
            <p:nvPr/>
          </p:nvSpPr>
          <p:spPr bwMode="auto">
            <a:xfrm>
              <a:off x="5617287" y="4965700"/>
              <a:ext cx="100187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100" b="1" i="0" u="none" strike="noStrike" cap="none" normalizeH="0" baseline="0">
                  <a:ln>
                    <a:noFill/>
                  </a:ln>
                  <a:solidFill>
                    <a:schemeClr val="bg2"/>
                  </a:solidFill>
                  <a:effectLst/>
                  <a:latin typeface="Open Sans" panose="020B0606030504020204" pitchFamily="34" charset="0"/>
                </a:rPr>
                <a:t>STEP 03</a:t>
              </a:r>
              <a:endParaRPr kumimoji="0" lang="ru-UA" altLang="ru-UA" sz="1800" b="0" i="0" u="none" strike="noStrike" cap="none" normalizeH="0" baseline="0">
                <a:ln>
                  <a:noFill/>
                </a:ln>
                <a:solidFill>
                  <a:schemeClr val="bg2"/>
                </a:solidFill>
                <a:effectLst/>
              </a:endParaRPr>
            </a:p>
          </p:txBody>
        </p:sp>
        <p:sp>
          <p:nvSpPr>
            <p:cNvPr id="41" name="Rectangle 36">
              <a:extLst>
                <a:ext uri="{FF2B5EF4-FFF2-40B4-BE49-F238E27FC236}">
                  <a16:creationId xmlns:a16="http://schemas.microsoft.com/office/drawing/2014/main" id="{59AD2AB9-A4B1-4282-B696-AB0DCC16FC6F}"/>
                </a:ext>
              </a:extLst>
            </p:cNvPr>
            <p:cNvSpPr>
              <a:spLocks noChangeArrowheads="1"/>
            </p:cNvSpPr>
            <p:nvPr/>
          </p:nvSpPr>
          <p:spPr bwMode="auto">
            <a:xfrm>
              <a:off x="7492125" y="4965700"/>
              <a:ext cx="100187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100" b="1" i="0" u="none" strike="noStrike" cap="none" normalizeH="0" baseline="0">
                  <a:ln>
                    <a:noFill/>
                  </a:ln>
                  <a:solidFill>
                    <a:schemeClr val="bg2"/>
                  </a:solidFill>
                  <a:effectLst/>
                  <a:latin typeface="Open Sans" panose="020B0606030504020204" pitchFamily="34" charset="0"/>
                </a:rPr>
                <a:t>STEP 04</a:t>
              </a:r>
              <a:endParaRPr kumimoji="0" lang="ru-UA" altLang="ru-UA" sz="1800" b="0" i="0" u="none" strike="noStrike" cap="none" normalizeH="0" baseline="0">
                <a:ln>
                  <a:noFill/>
                </a:ln>
                <a:solidFill>
                  <a:schemeClr val="bg2"/>
                </a:solidFill>
                <a:effectLst/>
              </a:endParaRPr>
            </a:p>
          </p:txBody>
        </p:sp>
        <p:sp>
          <p:nvSpPr>
            <p:cNvPr id="42" name="Rectangle 37">
              <a:extLst>
                <a:ext uri="{FF2B5EF4-FFF2-40B4-BE49-F238E27FC236}">
                  <a16:creationId xmlns:a16="http://schemas.microsoft.com/office/drawing/2014/main" id="{D02F76D2-6040-4FC9-82BA-1711A5D21171}"/>
                </a:ext>
              </a:extLst>
            </p:cNvPr>
            <p:cNvSpPr>
              <a:spLocks noChangeArrowheads="1"/>
            </p:cNvSpPr>
            <p:nvPr/>
          </p:nvSpPr>
          <p:spPr bwMode="auto">
            <a:xfrm>
              <a:off x="9374900" y="4965700"/>
              <a:ext cx="100187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100" b="1" i="0" u="none" strike="noStrike" cap="none" normalizeH="0" baseline="0">
                  <a:ln>
                    <a:noFill/>
                  </a:ln>
                  <a:solidFill>
                    <a:schemeClr val="bg2"/>
                  </a:solidFill>
                  <a:effectLst/>
                  <a:latin typeface="Open Sans" panose="020B0606030504020204" pitchFamily="34" charset="0"/>
                </a:rPr>
                <a:t>STEP 05</a:t>
              </a:r>
              <a:endParaRPr kumimoji="0" lang="ru-UA" altLang="ru-UA" sz="1800" b="0" i="0" u="none" strike="noStrike" cap="none" normalizeH="0" baseline="0">
                <a:ln>
                  <a:noFill/>
                </a:ln>
                <a:solidFill>
                  <a:schemeClr val="bg2"/>
                </a:solidFill>
                <a:effectLst/>
              </a:endParaRPr>
            </a:p>
          </p:txBody>
        </p:sp>
      </p:grpSp>
      <p:grpSp>
        <p:nvGrpSpPr>
          <p:cNvPr id="3" name="Group 2">
            <a:extLst>
              <a:ext uri="{FF2B5EF4-FFF2-40B4-BE49-F238E27FC236}">
                <a16:creationId xmlns:a16="http://schemas.microsoft.com/office/drawing/2014/main" id="{00742D41-5EE2-44D8-8608-2D31A3C00CB6}"/>
              </a:ext>
            </a:extLst>
          </p:cNvPr>
          <p:cNvGrpSpPr/>
          <p:nvPr/>
        </p:nvGrpSpPr>
        <p:grpSpPr>
          <a:xfrm>
            <a:off x="2016126" y="1992313"/>
            <a:ext cx="8148637" cy="1722438"/>
            <a:chOff x="2016126" y="1992313"/>
            <a:chExt cx="8148637" cy="1722438"/>
          </a:xfrm>
        </p:grpSpPr>
        <p:sp>
          <p:nvSpPr>
            <p:cNvPr id="43" name="Freeform 38">
              <a:extLst>
                <a:ext uri="{FF2B5EF4-FFF2-40B4-BE49-F238E27FC236}">
                  <a16:creationId xmlns:a16="http://schemas.microsoft.com/office/drawing/2014/main" id="{310D8403-686D-40B2-8394-6A6BCCB238DC}"/>
                </a:ext>
              </a:extLst>
            </p:cNvPr>
            <p:cNvSpPr>
              <a:spLocks noEditPoints="1"/>
            </p:cNvSpPr>
            <p:nvPr/>
          </p:nvSpPr>
          <p:spPr bwMode="auto">
            <a:xfrm>
              <a:off x="7713663" y="2589213"/>
              <a:ext cx="495300" cy="584200"/>
            </a:xfrm>
            <a:custGeom>
              <a:avLst/>
              <a:gdLst>
                <a:gd name="T0" fmla="*/ 312 w 312"/>
                <a:gd name="T1" fmla="*/ 151 h 368"/>
                <a:gd name="T2" fmla="*/ 312 w 312"/>
                <a:gd name="T3" fmla="*/ 368 h 368"/>
                <a:gd name="T4" fmla="*/ 0 w 312"/>
                <a:gd name="T5" fmla="*/ 368 h 368"/>
                <a:gd name="T6" fmla="*/ 0 w 312"/>
                <a:gd name="T7" fmla="*/ 151 h 368"/>
                <a:gd name="T8" fmla="*/ 312 w 312"/>
                <a:gd name="T9" fmla="*/ 368 h 368"/>
                <a:gd name="T10" fmla="*/ 156 w 312"/>
                <a:gd name="T11" fmla="*/ 258 h 368"/>
                <a:gd name="T12" fmla="*/ 0 w 312"/>
                <a:gd name="T13" fmla="*/ 368 h 368"/>
                <a:gd name="T14" fmla="*/ 312 w 312"/>
                <a:gd name="T15" fmla="*/ 151 h 368"/>
                <a:gd name="T16" fmla="*/ 207 w 312"/>
                <a:gd name="T17" fmla="*/ 261 h 368"/>
                <a:gd name="T18" fmla="*/ 0 w 312"/>
                <a:gd name="T19" fmla="*/ 151 h 368"/>
                <a:gd name="T20" fmla="*/ 105 w 312"/>
                <a:gd name="T21" fmla="*/ 261 h 368"/>
                <a:gd name="T22" fmla="*/ 273 w 312"/>
                <a:gd name="T23" fmla="*/ 144 h 368"/>
                <a:gd name="T24" fmla="*/ 273 w 312"/>
                <a:gd name="T25" fmla="*/ 68 h 368"/>
                <a:gd name="T26" fmla="*/ 205 w 312"/>
                <a:gd name="T27" fmla="*/ 0 h 368"/>
                <a:gd name="T28" fmla="*/ 39 w 312"/>
                <a:gd name="T29" fmla="*/ 0 h 368"/>
                <a:gd name="T30" fmla="*/ 39 w 312"/>
                <a:gd name="T31" fmla="*/ 144 h 368"/>
                <a:gd name="T32" fmla="*/ 273 w 312"/>
                <a:gd name="T33" fmla="*/ 68 h 368"/>
                <a:gd name="T34" fmla="*/ 205 w 312"/>
                <a:gd name="T35" fmla="*/ 0 h 368"/>
                <a:gd name="T36" fmla="*/ 205 w 312"/>
                <a:gd name="T37" fmla="*/ 68 h 368"/>
                <a:gd name="T38" fmla="*/ 273 w 312"/>
                <a:gd name="T39" fmla="*/ 68 h 368"/>
                <a:gd name="T40" fmla="*/ 105 w 312"/>
                <a:gd name="T41" fmla="*/ 107 h 368"/>
                <a:gd name="T42" fmla="*/ 71 w 312"/>
                <a:gd name="T43" fmla="*/ 107 h 368"/>
                <a:gd name="T44" fmla="*/ 232 w 312"/>
                <a:gd name="T45" fmla="*/ 107 h 368"/>
                <a:gd name="T46" fmla="*/ 137 w 312"/>
                <a:gd name="T47" fmla="*/ 107 h 368"/>
                <a:gd name="T48" fmla="*/ 71 w 312"/>
                <a:gd name="T49" fmla="*/ 141 h 368"/>
                <a:gd name="T50" fmla="*/ 161 w 312"/>
                <a:gd name="T51" fmla="*/ 141 h 368"/>
                <a:gd name="T52" fmla="*/ 232 w 312"/>
                <a:gd name="T53" fmla="*/ 141 h 368"/>
                <a:gd name="T54" fmla="*/ 197 w 312"/>
                <a:gd name="T55" fmla="*/ 141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2" h="368">
                  <a:moveTo>
                    <a:pt x="312" y="151"/>
                  </a:moveTo>
                  <a:lnTo>
                    <a:pt x="312" y="368"/>
                  </a:lnTo>
                  <a:lnTo>
                    <a:pt x="0" y="368"/>
                  </a:lnTo>
                  <a:lnTo>
                    <a:pt x="0" y="151"/>
                  </a:lnTo>
                  <a:moveTo>
                    <a:pt x="312" y="368"/>
                  </a:moveTo>
                  <a:lnTo>
                    <a:pt x="156" y="258"/>
                  </a:lnTo>
                  <a:lnTo>
                    <a:pt x="0" y="368"/>
                  </a:lnTo>
                  <a:moveTo>
                    <a:pt x="312" y="151"/>
                  </a:moveTo>
                  <a:lnTo>
                    <a:pt x="207" y="261"/>
                  </a:lnTo>
                  <a:moveTo>
                    <a:pt x="0" y="151"/>
                  </a:moveTo>
                  <a:lnTo>
                    <a:pt x="105" y="261"/>
                  </a:lnTo>
                  <a:moveTo>
                    <a:pt x="273" y="144"/>
                  </a:moveTo>
                  <a:lnTo>
                    <a:pt x="273" y="68"/>
                  </a:lnTo>
                  <a:moveTo>
                    <a:pt x="205" y="0"/>
                  </a:moveTo>
                  <a:lnTo>
                    <a:pt x="39" y="0"/>
                  </a:lnTo>
                  <a:lnTo>
                    <a:pt x="39" y="144"/>
                  </a:lnTo>
                  <a:moveTo>
                    <a:pt x="273" y="68"/>
                  </a:moveTo>
                  <a:lnTo>
                    <a:pt x="205" y="0"/>
                  </a:lnTo>
                  <a:lnTo>
                    <a:pt x="205" y="68"/>
                  </a:lnTo>
                  <a:lnTo>
                    <a:pt x="273" y="68"/>
                  </a:lnTo>
                  <a:moveTo>
                    <a:pt x="105" y="107"/>
                  </a:moveTo>
                  <a:lnTo>
                    <a:pt x="71" y="107"/>
                  </a:lnTo>
                  <a:moveTo>
                    <a:pt x="232" y="107"/>
                  </a:moveTo>
                  <a:lnTo>
                    <a:pt x="137" y="107"/>
                  </a:lnTo>
                  <a:moveTo>
                    <a:pt x="71" y="141"/>
                  </a:moveTo>
                  <a:lnTo>
                    <a:pt x="161" y="141"/>
                  </a:lnTo>
                  <a:moveTo>
                    <a:pt x="232" y="141"/>
                  </a:moveTo>
                  <a:lnTo>
                    <a:pt x="197" y="141"/>
                  </a:lnTo>
                </a:path>
              </a:pathLst>
            </a:custGeom>
            <a:noFill/>
            <a:ln w="19050"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Freeform 39">
              <a:extLst>
                <a:ext uri="{FF2B5EF4-FFF2-40B4-BE49-F238E27FC236}">
                  <a16:creationId xmlns:a16="http://schemas.microsoft.com/office/drawing/2014/main" id="{B12F194F-C613-4389-8497-7A1110853219}"/>
                </a:ext>
              </a:extLst>
            </p:cNvPr>
            <p:cNvSpPr>
              <a:spLocks noEditPoints="1"/>
            </p:cNvSpPr>
            <p:nvPr/>
          </p:nvSpPr>
          <p:spPr bwMode="auto">
            <a:xfrm>
              <a:off x="9526588" y="3010693"/>
              <a:ext cx="638175" cy="661988"/>
            </a:xfrm>
            <a:custGeom>
              <a:avLst/>
              <a:gdLst>
                <a:gd name="T0" fmla="*/ 61 w 165"/>
                <a:gd name="T1" fmla="*/ 17 h 171"/>
                <a:gd name="T2" fmla="*/ 144 w 165"/>
                <a:gd name="T3" fmla="*/ 69 h 171"/>
                <a:gd name="T4" fmla="*/ 165 w 165"/>
                <a:gd name="T5" fmla="*/ 110 h 171"/>
                <a:gd name="T6" fmla="*/ 147 w 165"/>
                <a:gd name="T7" fmla="*/ 110 h 171"/>
                <a:gd name="T8" fmla="*/ 147 w 165"/>
                <a:gd name="T9" fmla="*/ 138 h 171"/>
                <a:gd name="T10" fmla="*/ 139 w 165"/>
                <a:gd name="T11" fmla="*/ 147 h 171"/>
                <a:gd name="T12" fmla="*/ 120 w 165"/>
                <a:gd name="T13" fmla="*/ 147 h 171"/>
                <a:gd name="T14" fmla="*/ 120 w 165"/>
                <a:gd name="T15" fmla="*/ 171 h 171"/>
                <a:gd name="T16" fmla="*/ 44 w 165"/>
                <a:gd name="T17" fmla="*/ 171 h 171"/>
                <a:gd name="T18" fmla="*/ 44 w 165"/>
                <a:gd name="T19" fmla="*/ 146 h 171"/>
                <a:gd name="T20" fmla="*/ 36 w 165"/>
                <a:gd name="T21" fmla="*/ 129 h 171"/>
                <a:gd name="T22" fmla="*/ 92 w 165"/>
                <a:gd name="T23" fmla="*/ 77 h 171"/>
                <a:gd name="T24" fmla="*/ 92 w 165"/>
                <a:gd name="T25" fmla="*/ 66 h 171"/>
                <a:gd name="T26" fmla="*/ 79 w 165"/>
                <a:gd name="T27" fmla="*/ 60 h 171"/>
                <a:gd name="T28" fmla="*/ 77 w 165"/>
                <a:gd name="T29" fmla="*/ 56 h 171"/>
                <a:gd name="T30" fmla="*/ 82 w 165"/>
                <a:gd name="T31" fmla="*/ 43 h 171"/>
                <a:gd name="T32" fmla="*/ 74 w 165"/>
                <a:gd name="T33" fmla="*/ 35 h 171"/>
                <a:gd name="T34" fmla="*/ 61 w 165"/>
                <a:gd name="T35" fmla="*/ 40 h 171"/>
                <a:gd name="T36" fmla="*/ 57 w 165"/>
                <a:gd name="T37" fmla="*/ 39 h 171"/>
                <a:gd name="T38" fmla="*/ 52 w 165"/>
                <a:gd name="T39" fmla="*/ 25 h 171"/>
                <a:gd name="T40" fmla="*/ 40 w 165"/>
                <a:gd name="T41" fmla="*/ 25 h 171"/>
                <a:gd name="T42" fmla="*/ 35 w 165"/>
                <a:gd name="T43" fmla="*/ 39 h 171"/>
                <a:gd name="T44" fmla="*/ 30 w 165"/>
                <a:gd name="T45" fmla="*/ 40 h 171"/>
                <a:gd name="T46" fmla="*/ 17 w 165"/>
                <a:gd name="T47" fmla="*/ 35 h 171"/>
                <a:gd name="T48" fmla="*/ 9 w 165"/>
                <a:gd name="T49" fmla="*/ 43 h 171"/>
                <a:gd name="T50" fmla="*/ 15 w 165"/>
                <a:gd name="T51" fmla="*/ 56 h 171"/>
                <a:gd name="T52" fmla="*/ 13 w 165"/>
                <a:gd name="T53" fmla="*/ 60 h 171"/>
                <a:gd name="T54" fmla="*/ 0 w 165"/>
                <a:gd name="T55" fmla="*/ 66 h 171"/>
                <a:gd name="T56" fmla="*/ 0 w 165"/>
                <a:gd name="T57" fmla="*/ 77 h 171"/>
                <a:gd name="T58" fmla="*/ 13 w 165"/>
                <a:gd name="T59" fmla="*/ 82 h 171"/>
                <a:gd name="T60" fmla="*/ 15 w 165"/>
                <a:gd name="T61" fmla="*/ 87 h 171"/>
                <a:gd name="T62" fmla="*/ 9 w 165"/>
                <a:gd name="T63" fmla="*/ 100 h 171"/>
                <a:gd name="T64" fmla="*/ 17 w 165"/>
                <a:gd name="T65" fmla="*/ 108 h 171"/>
                <a:gd name="T66" fmla="*/ 30 w 165"/>
                <a:gd name="T67" fmla="*/ 102 h 171"/>
                <a:gd name="T68" fmla="*/ 35 w 165"/>
                <a:gd name="T69" fmla="*/ 104 h 171"/>
                <a:gd name="T70" fmla="*/ 40 w 165"/>
                <a:gd name="T71" fmla="*/ 118 h 171"/>
                <a:gd name="T72" fmla="*/ 52 w 165"/>
                <a:gd name="T73" fmla="*/ 118 h 171"/>
                <a:gd name="T74" fmla="*/ 57 w 165"/>
                <a:gd name="T75" fmla="*/ 104 h 171"/>
                <a:gd name="T76" fmla="*/ 61 w 165"/>
                <a:gd name="T77" fmla="*/ 102 h 171"/>
                <a:gd name="T78" fmla="*/ 74 w 165"/>
                <a:gd name="T79" fmla="*/ 108 h 171"/>
                <a:gd name="T80" fmla="*/ 82 w 165"/>
                <a:gd name="T81" fmla="*/ 100 h 171"/>
                <a:gd name="T82" fmla="*/ 77 w 165"/>
                <a:gd name="T83" fmla="*/ 87 h 171"/>
                <a:gd name="T84" fmla="*/ 79 w 165"/>
                <a:gd name="T85" fmla="*/ 82 h 171"/>
                <a:gd name="T86" fmla="*/ 92 w 165"/>
                <a:gd name="T87" fmla="*/ 77 h 171"/>
                <a:gd name="T88" fmla="*/ 46 w 165"/>
                <a:gd name="T89" fmla="*/ 52 h 171"/>
                <a:gd name="T90" fmla="*/ 26 w 165"/>
                <a:gd name="T91" fmla="*/ 71 h 171"/>
                <a:gd name="T92" fmla="*/ 46 w 165"/>
                <a:gd name="T93" fmla="*/ 91 h 171"/>
                <a:gd name="T94" fmla="*/ 65 w 165"/>
                <a:gd name="T95" fmla="*/ 71 h 171"/>
                <a:gd name="T96" fmla="*/ 46 w 165"/>
                <a:gd name="T97" fmla="*/ 52 h 171"/>
                <a:gd name="T98" fmla="*/ 120 w 165"/>
                <a:gd name="T99" fmla="*/ 147 h 171"/>
                <a:gd name="T100" fmla="*/ 109 w 165"/>
                <a:gd name="T101" fmla="*/ 14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5" h="171">
                  <a:moveTo>
                    <a:pt x="61" y="17"/>
                  </a:moveTo>
                  <a:cubicBezTo>
                    <a:pt x="153" y="0"/>
                    <a:pt x="144" y="69"/>
                    <a:pt x="144" y="69"/>
                  </a:cubicBezTo>
                  <a:cubicBezTo>
                    <a:pt x="165" y="110"/>
                    <a:pt x="165" y="110"/>
                    <a:pt x="165" y="110"/>
                  </a:cubicBezTo>
                  <a:cubicBezTo>
                    <a:pt x="147" y="110"/>
                    <a:pt x="147" y="110"/>
                    <a:pt x="147" y="110"/>
                  </a:cubicBezTo>
                  <a:cubicBezTo>
                    <a:pt x="147" y="138"/>
                    <a:pt x="147" y="138"/>
                    <a:pt x="147" y="138"/>
                  </a:cubicBezTo>
                  <a:cubicBezTo>
                    <a:pt x="147" y="143"/>
                    <a:pt x="143" y="147"/>
                    <a:pt x="139" y="147"/>
                  </a:cubicBezTo>
                  <a:cubicBezTo>
                    <a:pt x="120" y="147"/>
                    <a:pt x="120" y="147"/>
                    <a:pt x="120" y="147"/>
                  </a:cubicBezTo>
                  <a:cubicBezTo>
                    <a:pt x="120" y="171"/>
                    <a:pt x="120" y="171"/>
                    <a:pt x="120" y="171"/>
                  </a:cubicBezTo>
                  <a:moveTo>
                    <a:pt x="44" y="171"/>
                  </a:moveTo>
                  <a:cubicBezTo>
                    <a:pt x="44" y="146"/>
                    <a:pt x="44" y="146"/>
                    <a:pt x="44" y="146"/>
                  </a:cubicBezTo>
                  <a:cubicBezTo>
                    <a:pt x="36" y="129"/>
                    <a:pt x="36" y="129"/>
                    <a:pt x="36" y="129"/>
                  </a:cubicBezTo>
                  <a:moveTo>
                    <a:pt x="92" y="77"/>
                  </a:moveTo>
                  <a:cubicBezTo>
                    <a:pt x="92" y="66"/>
                    <a:pt x="92" y="66"/>
                    <a:pt x="92" y="66"/>
                  </a:cubicBezTo>
                  <a:cubicBezTo>
                    <a:pt x="79" y="60"/>
                    <a:pt x="79" y="60"/>
                    <a:pt x="79" y="60"/>
                  </a:cubicBezTo>
                  <a:cubicBezTo>
                    <a:pt x="78" y="59"/>
                    <a:pt x="78" y="57"/>
                    <a:pt x="77" y="56"/>
                  </a:cubicBezTo>
                  <a:cubicBezTo>
                    <a:pt x="82" y="43"/>
                    <a:pt x="82" y="43"/>
                    <a:pt x="82" y="43"/>
                  </a:cubicBezTo>
                  <a:cubicBezTo>
                    <a:pt x="74" y="35"/>
                    <a:pt x="74" y="35"/>
                    <a:pt x="74" y="35"/>
                  </a:cubicBezTo>
                  <a:cubicBezTo>
                    <a:pt x="61" y="40"/>
                    <a:pt x="61" y="40"/>
                    <a:pt x="61" y="40"/>
                  </a:cubicBezTo>
                  <a:cubicBezTo>
                    <a:pt x="60" y="40"/>
                    <a:pt x="58" y="39"/>
                    <a:pt x="57" y="39"/>
                  </a:cubicBezTo>
                  <a:cubicBezTo>
                    <a:pt x="52" y="25"/>
                    <a:pt x="52" y="25"/>
                    <a:pt x="52" y="25"/>
                  </a:cubicBezTo>
                  <a:cubicBezTo>
                    <a:pt x="40" y="25"/>
                    <a:pt x="40" y="25"/>
                    <a:pt x="40" y="25"/>
                  </a:cubicBezTo>
                  <a:cubicBezTo>
                    <a:pt x="35" y="39"/>
                    <a:pt x="35" y="39"/>
                    <a:pt x="35" y="39"/>
                  </a:cubicBezTo>
                  <a:cubicBezTo>
                    <a:pt x="33" y="39"/>
                    <a:pt x="32" y="40"/>
                    <a:pt x="30" y="40"/>
                  </a:cubicBezTo>
                  <a:cubicBezTo>
                    <a:pt x="17" y="35"/>
                    <a:pt x="17" y="35"/>
                    <a:pt x="17" y="35"/>
                  </a:cubicBezTo>
                  <a:cubicBezTo>
                    <a:pt x="9" y="43"/>
                    <a:pt x="9" y="43"/>
                    <a:pt x="9" y="43"/>
                  </a:cubicBezTo>
                  <a:cubicBezTo>
                    <a:pt x="15" y="56"/>
                    <a:pt x="15" y="56"/>
                    <a:pt x="15" y="56"/>
                  </a:cubicBezTo>
                  <a:cubicBezTo>
                    <a:pt x="14" y="57"/>
                    <a:pt x="13" y="59"/>
                    <a:pt x="13" y="60"/>
                  </a:cubicBezTo>
                  <a:cubicBezTo>
                    <a:pt x="0" y="66"/>
                    <a:pt x="0" y="66"/>
                    <a:pt x="0" y="66"/>
                  </a:cubicBezTo>
                  <a:cubicBezTo>
                    <a:pt x="0" y="77"/>
                    <a:pt x="0" y="77"/>
                    <a:pt x="0" y="77"/>
                  </a:cubicBezTo>
                  <a:cubicBezTo>
                    <a:pt x="13" y="82"/>
                    <a:pt x="13" y="82"/>
                    <a:pt x="13" y="82"/>
                  </a:cubicBezTo>
                  <a:cubicBezTo>
                    <a:pt x="13" y="84"/>
                    <a:pt x="14" y="86"/>
                    <a:pt x="15" y="87"/>
                  </a:cubicBezTo>
                  <a:cubicBezTo>
                    <a:pt x="9" y="100"/>
                    <a:pt x="9" y="100"/>
                    <a:pt x="9" y="100"/>
                  </a:cubicBezTo>
                  <a:cubicBezTo>
                    <a:pt x="17" y="108"/>
                    <a:pt x="17" y="108"/>
                    <a:pt x="17" y="108"/>
                  </a:cubicBezTo>
                  <a:cubicBezTo>
                    <a:pt x="30" y="102"/>
                    <a:pt x="30" y="102"/>
                    <a:pt x="30" y="102"/>
                  </a:cubicBezTo>
                  <a:cubicBezTo>
                    <a:pt x="32" y="103"/>
                    <a:pt x="33" y="104"/>
                    <a:pt x="35" y="104"/>
                  </a:cubicBezTo>
                  <a:cubicBezTo>
                    <a:pt x="40" y="118"/>
                    <a:pt x="40" y="118"/>
                    <a:pt x="40" y="118"/>
                  </a:cubicBezTo>
                  <a:cubicBezTo>
                    <a:pt x="52" y="118"/>
                    <a:pt x="52" y="118"/>
                    <a:pt x="52" y="118"/>
                  </a:cubicBezTo>
                  <a:cubicBezTo>
                    <a:pt x="57" y="104"/>
                    <a:pt x="57" y="104"/>
                    <a:pt x="57" y="104"/>
                  </a:cubicBezTo>
                  <a:cubicBezTo>
                    <a:pt x="58" y="104"/>
                    <a:pt x="60" y="103"/>
                    <a:pt x="61" y="102"/>
                  </a:cubicBezTo>
                  <a:cubicBezTo>
                    <a:pt x="74" y="108"/>
                    <a:pt x="74" y="108"/>
                    <a:pt x="74" y="108"/>
                  </a:cubicBezTo>
                  <a:cubicBezTo>
                    <a:pt x="82" y="100"/>
                    <a:pt x="82" y="100"/>
                    <a:pt x="82" y="100"/>
                  </a:cubicBezTo>
                  <a:cubicBezTo>
                    <a:pt x="77" y="87"/>
                    <a:pt x="77" y="87"/>
                    <a:pt x="77" y="87"/>
                  </a:cubicBezTo>
                  <a:cubicBezTo>
                    <a:pt x="78" y="86"/>
                    <a:pt x="78" y="84"/>
                    <a:pt x="79" y="82"/>
                  </a:cubicBezTo>
                  <a:lnTo>
                    <a:pt x="92" y="77"/>
                  </a:lnTo>
                  <a:close/>
                  <a:moveTo>
                    <a:pt x="46" y="52"/>
                  </a:moveTo>
                  <a:cubicBezTo>
                    <a:pt x="35" y="52"/>
                    <a:pt x="26" y="61"/>
                    <a:pt x="26" y="71"/>
                  </a:cubicBezTo>
                  <a:cubicBezTo>
                    <a:pt x="26" y="82"/>
                    <a:pt x="35" y="91"/>
                    <a:pt x="46" y="91"/>
                  </a:cubicBezTo>
                  <a:cubicBezTo>
                    <a:pt x="56" y="91"/>
                    <a:pt x="65" y="82"/>
                    <a:pt x="65" y="71"/>
                  </a:cubicBezTo>
                  <a:cubicBezTo>
                    <a:pt x="65" y="61"/>
                    <a:pt x="56" y="52"/>
                    <a:pt x="46" y="52"/>
                  </a:cubicBezTo>
                  <a:close/>
                  <a:moveTo>
                    <a:pt x="120" y="147"/>
                  </a:moveTo>
                  <a:cubicBezTo>
                    <a:pt x="109" y="147"/>
                    <a:pt x="109" y="147"/>
                    <a:pt x="109" y="147"/>
                  </a:cubicBezTo>
                </a:path>
              </a:pathLst>
            </a:custGeom>
            <a:noFill/>
            <a:ln w="19050"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Freeform 40">
              <a:extLst>
                <a:ext uri="{FF2B5EF4-FFF2-40B4-BE49-F238E27FC236}">
                  <a16:creationId xmlns:a16="http://schemas.microsoft.com/office/drawing/2014/main" id="{CEDADDFE-F081-4D58-A2E9-21F2A13CFFD3}"/>
                </a:ext>
              </a:extLst>
            </p:cNvPr>
            <p:cNvSpPr>
              <a:spLocks noEditPoints="1"/>
            </p:cNvSpPr>
            <p:nvPr/>
          </p:nvSpPr>
          <p:spPr bwMode="auto">
            <a:xfrm>
              <a:off x="3875088" y="2619375"/>
              <a:ext cx="681038" cy="592138"/>
            </a:xfrm>
            <a:custGeom>
              <a:avLst/>
              <a:gdLst>
                <a:gd name="T0" fmla="*/ 28 w 176"/>
                <a:gd name="T1" fmla="*/ 83 h 153"/>
                <a:gd name="T2" fmla="*/ 18 w 176"/>
                <a:gd name="T3" fmla="*/ 67 h 153"/>
                <a:gd name="T4" fmla="*/ 20 w 176"/>
                <a:gd name="T5" fmla="*/ 57 h 153"/>
                <a:gd name="T6" fmla="*/ 22 w 176"/>
                <a:gd name="T7" fmla="*/ 56 h 153"/>
                <a:gd name="T8" fmla="*/ 32 w 176"/>
                <a:gd name="T9" fmla="*/ 58 h 153"/>
                <a:gd name="T10" fmla="*/ 57 w 176"/>
                <a:gd name="T11" fmla="*/ 98 h 153"/>
                <a:gd name="T12" fmla="*/ 57 w 176"/>
                <a:gd name="T13" fmla="*/ 129 h 153"/>
                <a:gd name="T14" fmla="*/ 28 w 176"/>
                <a:gd name="T15" fmla="*/ 129 h 153"/>
                <a:gd name="T16" fmla="*/ 28 w 176"/>
                <a:gd name="T17" fmla="*/ 118 h 153"/>
                <a:gd name="T18" fmla="*/ 0 w 176"/>
                <a:gd name="T19" fmla="*/ 86 h 153"/>
                <a:gd name="T20" fmla="*/ 0 w 176"/>
                <a:gd name="T21" fmla="*/ 25 h 153"/>
                <a:gd name="T22" fmla="*/ 7 w 176"/>
                <a:gd name="T23" fmla="*/ 18 h 153"/>
                <a:gd name="T24" fmla="*/ 7 w 176"/>
                <a:gd name="T25" fmla="*/ 18 h 153"/>
                <a:gd name="T26" fmla="*/ 14 w 176"/>
                <a:gd name="T27" fmla="*/ 25 h 153"/>
                <a:gd name="T28" fmla="*/ 14 w 176"/>
                <a:gd name="T29" fmla="*/ 50 h 153"/>
                <a:gd name="T30" fmla="*/ 66 w 176"/>
                <a:gd name="T31" fmla="*/ 153 h 153"/>
                <a:gd name="T32" fmla="*/ 66 w 176"/>
                <a:gd name="T33" fmla="*/ 129 h 153"/>
                <a:gd name="T34" fmla="*/ 21 w 176"/>
                <a:gd name="T35" fmla="*/ 129 h 153"/>
                <a:gd name="T36" fmla="*/ 21 w 176"/>
                <a:gd name="T37" fmla="*/ 153 h 153"/>
                <a:gd name="T38" fmla="*/ 147 w 176"/>
                <a:gd name="T39" fmla="*/ 83 h 153"/>
                <a:gd name="T40" fmla="*/ 157 w 176"/>
                <a:gd name="T41" fmla="*/ 67 h 153"/>
                <a:gd name="T42" fmla="*/ 155 w 176"/>
                <a:gd name="T43" fmla="*/ 57 h 153"/>
                <a:gd name="T44" fmla="*/ 153 w 176"/>
                <a:gd name="T45" fmla="*/ 56 h 153"/>
                <a:gd name="T46" fmla="*/ 143 w 176"/>
                <a:gd name="T47" fmla="*/ 58 h 153"/>
                <a:gd name="T48" fmla="*/ 119 w 176"/>
                <a:gd name="T49" fmla="*/ 98 h 153"/>
                <a:gd name="T50" fmla="*/ 119 w 176"/>
                <a:gd name="T51" fmla="*/ 129 h 153"/>
                <a:gd name="T52" fmla="*/ 147 w 176"/>
                <a:gd name="T53" fmla="*/ 129 h 153"/>
                <a:gd name="T54" fmla="*/ 147 w 176"/>
                <a:gd name="T55" fmla="*/ 118 h 153"/>
                <a:gd name="T56" fmla="*/ 176 w 176"/>
                <a:gd name="T57" fmla="*/ 86 h 153"/>
                <a:gd name="T58" fmla="*/ 176 w 176"/>
                <a:gd name="T59" fmla="*/ 25 h 153"/>
                <a:gd name="T60" fmla="*/ 169 w 176"/>
                <a:gd name="T61" fmla="*/ 18 h 153"/>
                <a:gd name="T62" fmla="*/ 169 w 176"/>
                <a:gd name="T63" fmla="*/ 18 h 153"/>
                <a:gd name="T64" fmla="*/ 162 w 176"/>
                <a:gd name="T65" fmla="*/ 25 h 153"/>
                <a:gd name="T66" fmla="*/ 162 w 176"/>
                <a:gd name="T67" fmla="*/ 50 h 153"/>
                <a:gd name="T68" fmla="*/ 155 w 176"/>
                <a:gd name="T69" fmla="*/ 153 h 153"/>
                <a:gd name="T70" fmla="*/ 155 w 176"/>
                <a:gd name="T71" fmla="*/ 129 h 153"/>
                <a:gd name="T72" fmla="*/ 110 w 176"/>
                <a:gd name="T73" fmla="*/ 129 h 153"/>
                <a:gd name="T74" fmla="*/ 110 w 176"/>
                <a:gd name="T75" fmla="*/ 153 h 153"/>
                <a:gd name="T76" fmla="*/ 88 w 176"/>
                <a:gd name="T77" fmla="*/ 0 h 153"/>
                <a:gd name="T78" fmla="*/ 48 w 176"/>
                <a:gd name="T79" fmla="*/ 40 h 153"/>
                <a:gd name="T80" fmla="*/ 88 w 176"/>
                <a:gd name="T81" fmla="*/ 80 h 153"/>
                <a:gd name="T82" fmla="*/ 128 w 176"/>
                <a:gd name="T83" fmla="*/ 40 h 153"/>
                <a:gd name="T84" fmla="*/ 88 w 176"/>
                <a:gd name="T85" fmla="*/ 0 h 153"/>
                <a:gd name="T86" fmla="*/ 77 w 176"/>
                <a:gd name="T87" fmla="*/ 52 h 153"/>
                <a:gd name="T88" fmla="*/ 88 w 176"/>
                <a:gd name="T89" fmla="*/ 59 h 153"/>
                <a:gd name="T90" fmla="*/ 99 w 176"/>
                <a:gd name="T91" fmla="*/ 50 h 153"/>
                <a:gd name="T92" fmla="*/ 88 w 176"/>
                <a:gd name="T93" fmla="*/ 40 h 153"/>
                <a:gd name="T94" fmla="*/ 77 w 176"/>
                <a:gd name="T95" fmla="*/ 30 h 153"/>
                <a:gd name="T96" fmla="*/ 88 w 176"/>
                <a:gd name="T97" fmla="*/ 20 h 153"/>
                <a:gd name="T98" fmla="*/ 98 w 176"/>
                <a:gd name="T99" fmla="*/ 27 h 153"/>
                <a:gd name="T100" fmla="*/ 88 w 176"/>
                <a:gd name="T101" fmla="*/ 20 h 153"/>
                <a:gd name="T102" fmla="*/ 88 w 176"/>
                <a:gd name="T103" fmla="*/ 14 h 153"/>
                <a:gd name="T104" fmla="*/ 88 w 176"/>
                <a:gd name="T105" fmla="*/ 65 h 153"/>
                <a:gd name="T106" fmla="*/ 88 w 176"/>
                <a:gd name="T107" fmla="*/ 5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53">
                  <a:moveTo>
                    <a:pt x="28" y="83"/>
                  </a:moveTo>
                  <a:cubicBezTo>
                    <a:pt x="18" y="67"/>
                    <a:pt x="18" y="67"/>
                    <a:pt x="18" y="67"/>
                  </a:cubicBezTo>
                  <a:cubicBezTo>
                    <a:pt x="16" y="63"/>
                    <a:pt x="17" y="59"/>
                    <a:pt x="20" y="57"/>
                  </a:cubicBezTo>
                  <a:cubicBezTo>
                    <a:pt x="22" y="56"/>
                    <a:pt x="22" y="56"/>
                    <a:pt x="22" y="56"/>
                  </a:cubicBezTo>
                  <a:cubicBezTo>
                    <a:pt x="26" y="53"/>
                    <a:pt x="30" y="54"/>
                    <a:pt x="32" y="58"/>
                  </a:cubicBezTo>
                  <a:cubicBezTo>
                    <a:pt x="57" y="98"/>
                    <a:pt x="57" y="98"/>
                    <a:pt x="57" y="98"/>
                  </a:cubicBezTo>
                  <a:cubicBezTo>
                    <a:pt x="57" y="129"/>
                    <a:pt x="57" y="129"/>
                    <a:pt x="57" y="129"/>
                  </a:cubicBezTo>
                  <a:cubicBezTo>
                    <a:pt x="28" y="129"/>
                    <a:pt x="28" y="129"/>
                    <a:pt x="28" y="129"/>
                  </a:cubicBezTo>
                  <a:cubicBezTo>
                    <a:pt x="28" y="118"/>
                    <a:pt x="28" y="118"/>
                    <a:pt x="28" y="118"/>
                  </a:cubicBezTo>
                  <a:cubicBezTo>
                    <a:pt x="0" y="86"/>
                    <a:pt x="0" y="86"/>
                    <a:pt x="0" y="86"/>
                  </a:cubicBezTo>
                  <a:cubicBezTo>
                    <a:pt x="0" y="25"/>
                    <a:pt x="0" y="25"/>
                    <a:pt x="0" y="25"/>
                  </a:cubicBezTo>
                  <a:cubicBezTo>
                    <a:pt x="0" y="22"/>
                    <a:pt x="3" y="18"/>
                    <a:pt x="7" y="18"/>
                  </a:cubicBezTo>
                  <a:cubicBezTo>
                    <a:pt x="7" y="18"/>
                    <a:pt x="7" y="18"/>
                    <a:pt x="7" y="18"/>
                  </a:cubicBezTo>
                  <a:cubicBezTo>
                    <a:pt x="11" y="18"/>
                    <a:pt x="14" y="22"/>
                    <a:pt x="14" y="25"/>
                  </a:cubicBezTo>
                  <a:cubicBezTo>
                    <a:pt x="14" y="50"/>
                    <a:pt x="14" y="50"/>
                    <a:pt x="14" y="50"/>
                  </a:cubicBezTo>
                  <a:moveTo>
                    <a:pt x="66" y="153"/>
                  </a:moveTo>
                  <a:cubicBezTo>
                    <a:pt x="66" y="129"/>
                    <a:pt x="66" y="129"/>
                    <a:pt x="66" y="129"/>
                  </a:cubicBezTo>
                  <a:cubicBezTo>
                    <a:pt x="21" y="129"/>
                    <a:pt x="21" y="129"/>
                    <a:pt x="21" y="129"/>
                  </a:cubicBezTo>
                  <a:cubicBezTo>
                    <a:pt x="21" y="153"/>
                    <a:pt x="21" y="153"/>
                    <a:pt x="21" y="153"/>
                  </a:cubicBezTo>
                  <a:moveTo>
                    <a:pt x="147" y="83"/>
                  </a:moveTo>
                  <a:cubicBezTo>
                    <a:pt x="157" y="67"/>
                    <a:pt x="157" y="67"/>
                    <a:pt x="157" y="67"/>
                  </a:cubicBezTo>
                  <a:cubicBezTo>
                    <a:pt x="159" y="63"/>
                    <a:pt x="158" y="59"/>
                    <a:pt x="155" y="57"/>
                  </a:cubicBezTo>
                  <a:cubicBezTo>
                    <a:pt x="153" y="56"/>
                    <a:pt x="153" y="56"/>
                    <a:pt x="153" y="56"/>
                  </a:cubicBezTo>
                  <a:cubicBezTo>
                    <a:pt x="150" y="53"/>
                    <a:pt x="145" y="54"/>
                    <a:pt x="143" y="58"/>
                  </a:cubicBezTo>
                  <a:cubicBezTo>
                    <a:pt x="119" y="98"/>
                    <a:pt x="119" y="98"/>
                    <a:pt x="119" y="98"/>
                  </a:cubicBezTo>
                  <a:cubicBezTo>
                    <a:pt x="119" y="129"/>
                    <a:pt x="119" y="129"/>
                    <a:pt x="119" y="129"/>
                  </a:cubicBezTo>
                  <a:cubicBezTo>
                    <a:pt x="147" y="129"/>
                    <a:pt x="147" y="129"/>
                    <a:pt x="147" y="129"/>
                  </a:cubicBezTo>
                  <a:cubicBezTo>
                    <a:pt x="147" y="118"/>
                    <a:pt x="147" y="118"/>
                    <a:pt x="147" y="118"/>
                  </a:cubicBezTo>
                  <a:cubicBezTo>
                    <a:pt x="176" y="86"/>
                    <a:pt x="176" y="86"/>
                    <a:pt x="176" y="86"/>
                  </a:cubicBezTo>
                  <a:cubicBezTo>
                    <a:pt x="176" y="25"/>
                    <a:pt x="176" y="25"/>
                    <a:pt x="176" y="25"/>
                  </a:cubicBezTo>
                  <a:cubicBezTo>
                    <a:pt x="176" y="22"/>
                    <a:pt x="173" y="18"/>
                    <a:pt x="169" y="18"/>
                  </a:cubicBezTo>
                  <a:cubicBezTo>
                    <a:pt x="169" y="18"/>
                    <a:pt x="169" y="18"/>
                    <a:pt x="169" y="18"/>
                  </a:cubicBezTo>
                  <a:cubicBezTo>
                    <a:pt x="165" y="18"/>
                    <a:pt x="162" y="22"/>
                    <a:pt x="162" y="25"/>
                  </a:cubicBezTo>
                  <a:cubicBezTo>
                    <a:pt x="162" y="50"/>
                    <a:pt x="162" y="50"/>
                    <a:pt x="162" y="50"/>
                  </a:cubicBezTo>
                  <a:moveTo>
                    <a:pt x="155" y="153"/>
                  </a:moveTo>
                  <a:cubicBezTo>
                    <a:pt x="155" y="129"/>
                    <a:pt x="155" y="129"/>
                    <a:pt x="155" y="129"/>
                  </a:cubicBezTo>
                  <a:cubicBezTo>
                    <a:pt x="110" y="129"/>
                    <a:pt x="110" y="129"/>
                    <a:pt x="110" y="129"/>
                  </a:cubicBezTo>
                  <a:cubicBezTo>
                    <a:pt x="110" y="153"/>
                    <a:pt x="110" y="153"/>
                    <a:pt x="110" y="153"/>
                  </a:cubicBezTo>
                  <a:moveTo>
                    <a:pt x="88" y="0"/>
                  </a:moveTo>
                  <a:cubicBezTo>
                    <a:pt x="66" y="0"/>
                    <a:pt x="48" y="17"/>
                    <a:pt x="48" y="40"/>
                  </a:cubicBezTo>
                  <a:cubicBezTo>
                    <a:pt x="48" y="62"/>
                    <a:pt x="66" y="80"/>
                    <a:pt x="88" y="80"/>
                  </a:cubicBezTo>
                  <a:cubicBezTo>
                    <a:pt x="110" y="80"/>
                    <a:pt x="128" y="62"/>
                    <a:pt x="128" y="40"/>
                  </a:cubicBezTo>
                  <a:cubicBezTo>
                    <a:pt x="128" y="17"/>
                    <a:pt x="110" y="0"/>
                    <a:pt x="88" y="0"/>
                  </a:cubicBezTo>
                  <a:close/>
                  <a:moveTo>
                    <a:pt x="77" y="52"/>
                  </a:moveTo>
                  <a:cubicBezTo>
                    <a:pt x="79" y="56"/>
                    <a:pt x="83" y="59"/>
                    <a:pt x="88" y="59"/>
                  </a:cubicBezTo>
                  <a:cubicBezTo>
                    <a:pt x="94" y="59"/>
                    <a:pt x="99" y="55"/>
                    <a:pt x="99" y="50"/>
                  </a:cubicBezTo>
                  <a:cubicBezTo>
                    <a:pt x="99" y="44"/>
                    <a:pt x="94" y="40"/>
                    <a:pt x="88" y="40"/>
                  </a:cubicBezTo>
                  <a:cubicBezTo>
                    <a:pt x="82" y="39"/>
                    <a:pt x="77" y="35"/>
                    <a:pt x="77" y="30"/>
                  </a:cubicBezTo>
                  <a:cubicBezTo>
                    <a:pt x="77" y="24"/>
                    <a:pt x="82" y="20"/>
                    <a:pt x="88" y="20"/>
                  </a:cubicBezTo>
                  <a:cubicBezTo>
                    <a:pt x="93" y="20"/>
                    <a:pt x="97" y="23"/>
                    <a:pt x="98" y="27"/>
                  </a:cubicBezTo>
                  <a:moveTo>
                    <a:pt x="88" y="20"/>
                  </a:moveTo>
                  <a:cubicBezTo>
                    <a:pt x="88" y="14"/>
                    <a:pt x="88" y="14"/>
                    <a:pt x="88" y="14"/>
                  </a:cubicBezTo>
                  <a:moveTo>
                    <a:pt x="88" y="65"/>
                  </a:moveTo>
                  <a:cubicBezTo>
                    <a:pt x="88" y="59"/>
                    <a:pt x="88" y="59"/>
                    <a:pt x="88" y="59"/>
                  </a:cubicBezTo>
                </a:path>
              </a:pathLst>
            </a:custGeom>
            <a:noFill/>
            <a:ln w="19050"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6" name="Freeform 41">
              <a:extLst>
                <a:ext uri="{FF2B5EF4-FFF2-40B4-BE49-F238E27FC236}">
                  <a16:creationId xmlns:a16="http://schemas.microsoft.com/office/drawing/2014/main" id="{478B93E8-638C-41F1-91CF-97951668EF28}"/>
                </a:ext>
              </a:extLst>
            </p:cNvPr>
            <p:cNvSpPr>
              <a:spLocks noEditPoints="1"/>
            </p:cNvSpPr>
            <p:nvPr/>
          </p:nvSpPr>
          <p:spPr bwMode="auto">
            <a:xfrm>
              <a:off x="2016126" y="3192463"/>
              <a:ext cx="652463" cy="522288"/>
            </a:xfrm>
            <a:custGeom>
              <a:avLst/>
              <a:gdLst>
                <a:gd name="T0" fmla="*/ 169 w 169"/>
                <a:gd name="T1" fmla="*/ 135 h 135"/>
                <a:gd name="T2" fmla="*/ 0 w 169"/>
                <a:gd name="T3" fmla="*/ 135 h 135"/>
                <a:gd name="T4" fmla="*/ 41 w 169"/>
                <a:gd name="T5" fmla="*/ 99 h 135"/>
                <a:gd name="T6" fmla="*/ 18 w 169"/>
                <a:gd name="T7" fmla="*/ 99 h 135"/>
                <a:gd name="T8" fmla="*/ 18 w 169"/>
                <a:gd name="T9" fmla="*/ 135 h 135"/>
                <a:gd name="T10" fmla="*/ 41 w 169"/>
                <a:gd name="T11" fmla="*/ 135 h 135"/>
                <a:gd name="T12" fmla="*/ 41 w 169"/>
                <a:gd name="T13" fmla="*/ 99 h 135"/>
                <a:gd name="T14" fmla="*/ 78 w 169"/>
                <a:gd name="T15" fmla="*/ 63 h 135"/>
                <a:gd name="T16" fmla="*/ 55 w 169"/>
                <a:gd name="T17" fmla="*/ 63 h 135"/>
                <a:gd name="T18" fmla="*/ 55 w 169"/>
                <a:gd name="T19" fmla="*/ 135 h 135"/>
                <a:gd name="T20" fmla="*/ 78 w 169"/>
                <a:gd name="T21" fmla="*/ 135 h 135"/>
                <a:gd name="T22" fmla="*/ 78 w 169"/>
                <a:gd name="T23" fmla="*/ 63 h 135"/>
                <a:gd name="T24" fmla="*/ 114 w 169"/>
                <a:gd name="T25" fmla="*/ 79 h 135"/>
                <a:gd name="T26" fmla="*/ 91 w 169"/>
                <a:gd name="T27" fmla="*/ 79 h 135"/>
                <a:gd name="T28" fmla="*/ 91 w 169"/>
                <a:gd name="T29" fmla="*/ 135 h 135"/>
                <a:gd name="T30" fmla="*/ 114 w 169"/>
                <a:gd name="T31" fmla="*/ 135 h 135"/>
                <a:gd name="T32" fmla="*/ 114 w 169"/>
                <a:gd name="T33" fmla="*/ 79 h 135"/>
                <a:gd name="T34" fmla="*/ 151 w 169"/>
                <a:gd name="T35" fmla="*/ 42 h 135"/>
                <a:gd name="T36" fmla="*/ 127 w 169"/>
                <a:gd name="T37" fmla="*/ 42 h 135"/>
                <a:gd name="T38" fmla="*/ 127 w 169"/>
                <a:gd name="T39" fmla="*/ 135 h 135"/>
                <a:gd name="T40" fmla="*/ 151 w 169"/>
                <a:gd name="T41" fmla="*/ 135 h 135"/>
                <a:gd name="T42" fmla="*/ 151 w 169"/>
                <a:gd name="T43" fmla="*/ 42 h 135"/>
                <a:gd name="T44" fmla="*/ 30 w 169"/>
                <a:gd name="T45" fmla="*/ 59 h 135"/>
                <a:gd name="T46" fmla="*/ 23 w 169"/>
                <a:gd name="T47" fmla="*/ 66 h 135"/>
                <a:gd name="T48" fmla="*/ 30 w 169"/>
                <a:gd name="T49" fmla="*/ 72 h 135"/>
                <a:gd name="T50" fmla="*/ 37 w 169"/>
                <a:gd name="T51" fmla="*/ 66 h 135"/>
                <a:gd name="T52" fmla="*/ 30 w 169"/>
                <a:gd name="T53" fmla="*/ 59 h 135"/>
                <a:gd name="T54" fmla="*/ 66 w 169"/>
                <a:gd name="T55" fmla="*/ 24 h 135"/>
                <a:gd name="T56" fmla="*/ 60 w 169"/>
                <a:gd name="T57" fmla="*/ 31 h 135"/>
                <a:gd name="T58" fmla="*/ 66 w 169"/>
                <a:gd name="T59" fmla="*/ 38 h 135"/>
                <a:gd name="T60" fmla="*/ 73 w 169"/>
                <a:gd name="T61" fmla="*/ 31 h 135"/>
                <a:gd name="T62" fmla="*/ 66 w 169"/>
                <a:gd name="T63" fmla="*/ 24 h 135"/>
                <a:gd name="T64" fmla="*/ 103 w 169"/>
                <a:gd name="T65" fmla="*/ 42 h 135"/>
                <a:gd name="T66" fmla="*/ 96 w 169"/>
                <a:gd name="T67" fmla="*/ 49 h 135"/>
                <a:gd name="T68" fmla="*/ 103 w 169"/>
                <a:gd name="T69" fmla="*/ 55 h 135"/>
                <a:gd name="T70" fmla="*/ 109 w 169"/>
                <a:gd name="T71" fmla="*/ 49 h 135"/>
                <a:gd name="T72" fmla="*/ 103 w 169"/>
                <a:gd name="T73" fmla="*/ 42 h 135"/>
                <a:gd name="T74" fmla="*/ 139 w 169"/>
                <a:gd name="T75" fmla="*/ 0 h 135"/>
                <a:gd name="T76" fmla="*/ 132 w 169"/>
                <a:gd name="T77" fmla="*/ 7 h 135"/>
                <a:gd name="T78" fmla="*/ 139 w 169"/>
                <a:gd name="T79" fmla="*/ 14 h 135"/>
                <a:gd name="T80" fmla="*/ 146 w 169"/>
                <a:gd name="T81" fmla="*/ 7 h 135"/>
                <a:gd name="T82" fmla="*/ 139 w 169"/>
                <a:gd name="T83" fmla="*/ 0 h 135"/>
                <a:gd name="T84" fmla="*/ 107 w 169"/>
                <a:gd name="T85" fmla="*/ 44 h 135"/>
                <a:gd name="T86" fmla="*/ 135 w 169"/>
                <a:gd name="T87" fmla="*/ 12 h 135"/>
                <a:gd name="T88" fmla="*/ 72 w 169"/>
                <a:gd name="T89" fmla="*/ 34 h 135"/>
                <a:gd name="T90" fmla="*/ 97 w 169"/>
                <a:gd name="T91" fmla="*/ 46 h 135"/>
                <a:gd name="T92" fmla="*/ 61 w 169"/>
                <a:gd name="T93" fmla="*/ 36 h 135"/>
                <a:gd name="T94" fmla="*/ 35 w 169"/>
                <a:gd name="T95" fmla="*/ 6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5">
                  <a:moveTo>
                    <a:pt x="169" y="135"/>
                  </a:moveTo>
                  <a:cubicBezTo>
                    <a:pt x="0" y="135"/>
                    <a:pt x="0" y="135"/>
                    <a:pt x="0" y="135"/>
                  </a:cubicBezTo>
                  <a:moveTo>
                    <a:pt x="41" y="99"/>
                  </a:moveTo>
                  <a:cubicBezTo>
                    <a:pt x="18" y="99"/>
                    <a:pt x="18" y="99"/>
                    <a:pt x="18" y="99"/>
                  </a:cubicBezTo>
                  <a:cubicBezTo>
                    <a:pt x="18" y="135"/>
                    <a:pt x="18" y="135"/>
                    <a:pt x="18" y="135"/>
                  </a:cubicBezTo>
                  <a:cubicBezTo>
                    <a:pt x="41" y="135"/>
                    <a:pt x="41" y="135"/>
                    <a:pt x="41" y="135"/>
                  </a:cubicBezTo>
                  <a:lnTo>
                    <a:pt x="41" y="99"/>
                  </a:lnTo>
                  <a:close/>
                  <a:moveTo>
                    <a:pt x="78" y="63"/>
                  </a:moveTo>
                  <a:cubicBezTo>
                    <a:pt x="55" y="63"/>
                    <a:pt x="55" y="63"/>
                    <a:pt x="55" y="63"/>
                  </a:cubicBezTo>
                  <a:cubicBezTo>
                    <a:pt x="55" y="135"/>
                    <a:pt x="55" y="135"/>
                    <a:pt x="55" y="135"/>
                  </a:cubicBezTo>
                  <a:cubicBezTo>
                    <a:pt x="78" y="135"/>
                    <a:pt x="78" y="135"/>
                    <a:pt x="78" y="135"/>
                  </a:cubicBezTo>
                  <a:lnTo>
                    <a:pt x="78" y="63"/>
                  </a:lnTo>
                  <a:close/>
                  <a:moveTo>
                    <a:pt x="114" y="79"/>
                  </a:moveTo>
                  <a:cubicBezTo>
                    <a:pt x="91" y="79"/>
                    <a:pt x="91" y="79"/>
                    <a:pt x="91" y="79"/>
                  </a:cubicBezTo>
                  <a:cubicBezTo>
                    <a:pt x="91" y="135"/>
                    <a:pt x="91" y="135"/>
                    <a:pt x="91" y="135"/>
                  </a:cubicBezTo>
                  <a:cubicBezTo>
                    <a:pt x="114" y="135"/>
                    <a:pt x="114" y="135"/>
                    <a:pt x="114" y="135"/>
                  </a:cubicBezTo>
                  <a:lnTo>
                    <a:pt x="114" y="79"/>
                  </a:lnTo>
                  <a:close/>
                  <a:moveTo>
                    <a:pt x="151" y="42"/>
                  </a:moveTo>
                  <a:cubicBezTo>
                    <a:pt x="127" y="42"/>
                    <a:pt x="127" y="42"/>
                    <a:pt x="127" y="42"/>
                  </a:cubicBezTo>
                  <a:cubicBezTo>
                    <a:pt x="127" y="135"/>
                    <a:pt x="127" y="135"/>
                    <a:pt x="127" y="135"/>
                  </a:cubicBezTo>
                  <a:cubicBezTo>
                    <a:pt x="151" y="135"/>
                    <a:pt x="151" y="135"/>
                    <a:pt x="151" y="135"/>
                  </a:cubicBezTo>
                  <a:lnTo>
                    <a:pt x="151" y="42"/>
                  </a:lnTo>
                  <a:close/>
                  <a:moveTo>
                    <a:pt x="30" y="59"/>
                  </a:moveTo>
                  <a:cubicBezTo>
                    <a:pt x="26" y="59"/>
                    <a:pt x="23" y="62"/>
                    <a:pt x="23" y="66"/>
                  </a:cubicBezTo>
                  <a:cubicBezTo>
                    <a:pt x="23" y="69"/>
                    <a:pt x="26" y="72"/>
                    <a:pt x="30" y="72"/>
                  </a:cubicBezTo>
                  <a:cubicBezTo>
                    <a:pt x="34" y="72"/>
                    <a:pt x="37" y="69"/>
                    <a:pt x="37" y="66"/>
                  </a:cubicBezTo>
                  <a:cubicBezTo>
                    <a:pt x="37" y="62"/>
                    <a:pt x="34" y="59"/>
                    <a:pt x="30" y="59"/>
                  </a:cubicBezTo>
                  <a:close/>
                  <a:moveTo>
                    <a:pt x="66" y="24"/>
                  </a:moveTo>
                  <a:cubicBezTo>
                    <a:pt x="63" y="24"/>
                    <a:pt x="60" y="27"/>
                    <a:pt x="60" y="31"/>
                  </a:cubicBezTo>
                  <a:cubicBezTo>
                    <a:pt x="60" y="35"/>
                    <a:pt x="63" y="38"/>
                    <a:pt x="66" y="38"/>
                  </a:cubicBezTo>
                  <a:cubicBezTo>
                    <a:pt x="70" y="38"/>
                    <a:pt x="73" y="35"/>
                    <a:pt x="73" y="31"/>
                  </a:cubicBezTo>
                  <a:cubicBezTo>
                    <a:pt x="73" y="27"/>
                    <a:pt x="70" y="24"/>
                    <a:pt x="66" y="24"/>
                  </a:cubicBezTo>
                  <a:close/>
                  <a:moveTo>
                    <a:pt x="103" y="42"/>
                  </a:moveTo>
                  <a:cubicBezTo>
                    <a:pt x="99" y="42"/>
                    <a:pt x="96" y="45"/>
                    <a:pt x="96" y="49"/>
                  </a:cubicBezTo>
                  <a:cubicBezTo>
                    <a:pt x="96" y="52"/>
                    <a:pt x="99" y="55"/>
                    <a:pt x="103" y="55"/>
                  </a:cubicBezTo>
                  <a:cubicBezTo>
                    <a:pt x="106" y="55"/>
                    <a:pt x="109" y="52"/>
                    <a:pt x="109" y="49"/>
                  </a:cubicBezTo>
                  <a:cubicBezTo>
                    <a:pt x="109" y="45"/>
                    <a:pt x="106" y="42"/>
                    <a:pt x="103" y="42"/>
                  </a:cubicBezTo>
                  <a:close/>
                  <a:moveTo>
                    <a:pt x="139" y="0"/>
                  </a:moveTo>
                  <a:cubicBezTo>
                    <a:pt x="135" y="0"/>
                    <a:pt x="132" y="3"/>
                    <a:pt x="132" y="7"/>
                  </a:cubicBezTo>
                  <a:cubicBezTo>
                    <a:pt x="132" y="11"/>
                    <a:pt x="135" y="14"/>
                    <a:pt x="139" y="14"/>
                  </a:cubicBezTo>
                  <a:cubicBezTo>
                    <a:pt x="143" y="14"/>
                    <a:pt x="146" y="11"/>
                    <a:pt x="146" y="7"/>
                  </a:cubicBezTo>
                  <a:cubicBezTo>
                    <a:pt x="146" y="3"/>
                    <a:pt x="143" y="0"/>
                    <a:pt x="139" y="0"/>
                  </a:cubicBezTo>
                  <a:close/>
                  <a:moveTo>
                    <a:pt x="107" y="44"/>
                  </a:moveTo>
                  <a:cubicBezTo>
                    <a:pt x="135" y="12"/>
                    <a:pt x="135" y="12"/>
                    <a:pt x="135" y="12"/>
                  </a:cubicBezTo>
                  <a:moveTo>
                    <a:pt x="72" y="34"/>
                  </a:moveTo>
                  <a:cubicBezTo>
                    <a:pt x="97" y="46"/>
                    <a:pt x="97" y="46"/>
                    <a:pt x="97" y="46"/>
                  </a:cubicBezTo>
                  <a:moveTo>
                    <a:pt x="61" y="36"/>
                  </a:moveTo>
                  <a:cubicBezTo>
                    <a:pt x="35" y="61"/>
                    <a:pt x="35" y="61"/>
                    <a:pt x="35" y="61"/>
                  </a:cubicBezTo>
                </a:path>
              </a:pathLst>
            </a:custGeom>
            <a:noFill/>
            <a:ln w="19050"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Freeform 42">
              <a:extLst>
                <a:ext uri="{FF2B5EF4-FFF2-40B4-BE49-F238E27FC236}">
                  <a16:creationId xmlns:a16="http://schemas.microsoft.com/office/drawing/2014/main" id="{5B1B5FEE-A459-4505-A967-DB2577D850A7}"/>
                </a:ext>
              </a:extLst>
            </p:cNvPr>
            <p:cNvSpPr>
              <a:spLocks noEditPoints="1"/>
            </p:cNvSpPr>
            <p:nvPr/>
          </p:nvSpPr>
          <p:spPr bwMode="auto">
            <a:xfrm>
              <a:off x="5822951" y="1992313"/>
              <a:ext cx="584200" cy="661988"/>
            </a:xfrm>
            <a:custGeom>
              <a:avLst/>
              <a:gdLst>
                <a:gd name="T0" fmla="*/ 48 w 151"/>
                <a:gd name="T1" fmla="*/ 133 h 171"/>
                <a:gd name="T2" fmla="*/ 36 w 151"/>
                <a:gd name="T3" fmla="*/ 103 h 171"/>
                <a:gd name="T4" fmla="*/ 28 w 151"/>
                <a:gd name="T5" fmla="*/ 77 h 171"/>
                <a:gd name="T6" fmla="*/ 75 w 151"/>
                <a:gd name="T7" fmla="*/ 30 h 171"/>
                <a:gd name="T8" fmla="*/ 122 w 151"/>
                <a:gd name="T9" fmla="*/ 77 h 171"/>
                <a:gd name="T10" fmla="*/ 115 w 151"/>
                <a:gd name="T11" fmla="*/ 103 h 171"/>
                <a:gd name="T12" fmla="*/ 102 w 151"/>
                <a:gd name="T13" fmla="*/ 128 h 171"/>
                <a:gd name="T14" fmla="*/ 75 w 151"/>
                <a:gd name="T15" fmla="*/ 48 h 171"/>
                <a:gd name="T16" fmla="*/ 47 w 151"/>
                <a:gd name="T17" fmla="*/ 76 h 171"/>
                <a:gd name="T18" fmla="*/ 75 w 151"/>
                <a:gd name="T19" fmla="*/ 105 h 171"/>
                <a:gd name="T20" fmla="*/ 103 w 151"/>
                <a:gd name="T21" fmla="*/ 76 h 171"/>
                <a:gd name="T22" fmla="*/ 75 w 151"/>
                <a:gd name="T23" fmla="*/ 48 h 171"/>
                <a:gd name="T24" fmla="*/ 64 w 151"/>
                <a:gd name="T25" fmla="*/ 81 h 171"/>
                <a:gd name="T26" fmla="*/ 72 w 151"/>
                <a:gd name="T27" fmla="*/ 91 h 171"/>
                <a:gd name="T28" fmla="*/ 86 w 151"/>
                <a:gd name="T29" fmla="*/ 67 h 171"/>
                <a:gd name="T30" fmla="*/ 75 w 151"/>
                <a:gd name="T31" fmla="*/ 15 h 171"/>
                <a:gd name="T32" fmla="*/ 75 w 151"/>
                <a:gd name="T33" fmla="*/ 0 h 171"/>
                <a:gd name="T34" fmla="*/ 45 w 151"/>
                <a:gd name="T35" fmla="*/ 23 h 171"/>
                <a:gd name="T36" fmla="*/ 37 w 151"/>
                <a:gd name="T37" fmla="*/ 10 h 171"/>
                <a:gd name="T38" fmla="*/ 10 w 151"/>
                <a:gd name="T39" fmla="*/ 38 h 171"/>
                <a:gd name="T40" fmla="*/ 23 w 151"/>
                <a:gd name="T41" fmla="*/ 46 h 171"/>
                <a:gd name="T42" fmla="*/ 0 w 151"/>
                <a:gd name="T43" fmla="*/ 76 h 171"/>
                <a:gd name="T44" fmla="*/ 14 w 151"/>
                <a:gd name="T45" fmla="*/ 76 h 171"/>
                <a:gd name="T46" fmla="*/ 113 w 151"/>
                <a:gd name="T47" fmla="*/ 10 h 171"/>
                <a:gd name="T48" fmla="*/ 106 w 151"/>
                <a:gd name="T49" fmla="*/ 23 h 171"/>
                <a:gd name="T50" fmla="*/ 140 w 151"/>
                <a:gd name="T51" fmla="*/ 38 h 171"/>
                <a:gd name="T52" fmla="*/ 128 w 151"/>
                <a:gd name="T53" fmla="*/ 46 h 171"/>
                <a:gd name="T54" fmla="*/ 136 w 151"/>
                <a:gd name="T55" fmla="*/ 76 h 171"/>
                <a:gd name="T56" fmla="*/ 151 w 151"/>
                <a:gd name="T57" fmla="*/ 76 h 171"/>
                <a:gd name="T58" fmla="*/ 92 w 151"/>
                <a:gd name="T59" fmla="*/ 137 h 171"/>
                <a:gd name="T60" fmla="*/ 55 w 151"/>
                <a:gd name="T61" fmla="*/ 148 h 171"/>
                <a:gd name="T62" fmla="*/ 51 w 151"/>
                <a:gd name="T63" fmla="*/ 154 h 171"/>
                <a:gd name="T64" fmla="*/ 57 w 151"/>
                <a:gd name="T65" fmla="*/ 160 h 171"/>
                <a:gd name="T66" fmla="*/ 60 w 151"/>
                <a:gd name="T67" fmla="*/ 160 h 171"/>
                <a:gd name="T68" fmla="*/ 92 w 151"/>
                <a:gd name="T69" fmla="*/ 150 h 171"/>
                <a:gd name="T70" fmla="*/ 92 w 151"/>
                <a:gd name="T71" fmla="*/ 150 h 171"/>
                <a:gd name="T72" fmla="*/ 93 w 151"/>
                <a:gd name="T73" fmla="*/ 150 h 171"/>
                <a:gd name="T74" fmla="*/ 100 w 151"/>
                <a:gd name="T75" fmla="*/ 156 h 171"/>
                <a:gd name="T76" fmla="*/ 96 w 151"/>
                <a:gd name="T77" fmla="*/ 162 h 171"/>
                <a:gd name="T78" fmla="*/ 64 w 151"/>
                <a:gd name="T79"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 h="171">
                  <a:moveTo>
                    <a:pt x="48" y="133"/>
                  </a:moveTo>
                  <a:cubicBezTo>
                    <a:pt x="49" y="126"/>
                    <a:pt x="46" y="118"/>
                    <a:pt x="36" y="103"/>
                  </a:cubicBezTo>
                  <a:cubicBezTo>
                    <a:pt x="31" y="95"/>
                    <a:pt x="28" y="86"/>
                    <a:pt x="28" y="77"/>
                  </a:cubicBezTo>
                  <a:cubicBezTo>
                    <a:pt x="28" y="51"/>
                    <a:pt x="49" y="30"/>
                    <a:pt x="75" y="30"/>
                  </a:cubicBezTo>
                  <a:cubicBezTo>
                    <a:pt x="101" y="30"/>
                    <a:pt x="122" y="51"/>
                    <a:pt x="122" y="77"/>
                  </a:cubicBezTo>
                  <a:cubicBezTo>
                    <a:pt x="122" y="86"/>
                    <a:pt x="120" y="95"/>
                    <a:pt x="115" y="103"/>
                  </a:cubicBezTo>
                  <a:cubicBezTo>
                    <a:pt x="107" y="115"/>
                    <a:pt x="103" y="122"/>
                    <a:pt x="102" y="128"/>
                  </a:cubicBezTo>
                  <a:moveTo>
                    <a:pt x="75" y="48"/>
                  </a:moveTo>
                  <a:cubicBezTo>
                    <a:pt x="60" y="48"/>
                    <a:pt x="47" y="60"/>
                    <a:pt x="47" y="76"/>
                  </a:cubicBezTo>
                  <a:cubicBezTo>
                    <a:pt x="47" y="92"/>
                    <a:pt x="60" y="105"/>
                    <a:pt x="75" y="105"/>
                  </a:cubicBezTo>
                  <a:cubicBezTo>
                    <a:pt x="91" y="105"/>
                    <a:pt x="103" y="92"/>
                    <a:pt x="103" y="76"/>
                  </a:cubicBezTo>
                  <a:cubicBezTo>
                    <a:pt x="103" y="60"/>
                    <a:pt x="91" y="48"/>
                    <a:pt x="75" y="48"/>
                  </a:cubicBezTo>
                  <a:close/>
                  <a:moveTo>
                    <a:pt x="64" y="81"/>
                  </a:moveTo>
                  <a:cubicBezTo>
                    <a:pt x="72" y="91"/>
                    <a:pt x="72" y="91"/>
                    <a:pt x="72" y="91"/>
                  </a:cubicBezTo>
                  <a:cubicBezTo>
                    <a:pt x="86" y="67"/>
                    <a:pt x="86" y="67"/>
                    <a:pt x="86" y="67"/>
                  </a:cubicBezTo>
                  <a:moveTo>
                    <a:pt x="75" y="15"/>
                  </a:moveTo>
                  <a:cubicBezTo>
                    <a:pt x="75" y="0"/>
                    <a:pt x="75" y="0"/>
                    <a:pt x="75" y="0"/>
                  </a:cubicBezTo>
                  <a:moveTo>
                    <a:pt x="45" y="23"/>
                  </a:moveTo>
                  <a:cubicBezTo>
                    <a:pt x="37" y="10"/>
                    <a:pt x="37" y="10"/>
                    <a:pt x="37" y="10"/>
                  </a:cubicBezTo>
                  <a:moveTo>
                    <a:pt x="10" y="38"/>
                  </a:moveTo>
                  <a:cubicBezTo>
                    <a:pt x="23" y="46"/>
                    <a:pt x="23" y="46"/>
                    <a:pt x="23" y="46"/>
                  </a:cubicBezTo>
                  <a:moveTo>
                    <a:pt x="0" y="76"/>
                  </a:moveTo>
                  <a:cubicBezTo>
                    <a:pt x="14" y="76"/>
                    <a:pt x="14" y="76"/>
                    <a:pt x="14" y="76"/>
                  </a:cubicBezTo>
                  <a:moveTo>
                    <a:pt x="113" y="10"/>
                  </a:moveTo>
                  <a:cubicBezTo>
                    <a:pt x="106" y="23"/>
                    <a:pt x="106" y="23"/>
                    <a:pt x="106" y="23"/>
                  </a:cubicBezTo>
                  <a:moveTo>
                    <a:pt x="140" y="38"/>
                  </a:moveTo>
                  <a:cubicBezTo>
                    <a:pt x="128" y="46"/>
                    <a:pt x="128" y="46"/>
                    <a:pt x="128" y="46"/>
                  </a:cubicBezTo>
                  <a:moveTo>
                    <a:pt x="136" y="76"/>
                  </a:moveTo>
                  <a:cubicBezTo>
                    <a:pt x="151" y="76"/>
                    <a:pt x="151" y="76"/>
                    <a:pt x="151" y="76"/>
                  </a:cubicBezTo>
                  <a:moveTo>
                    <a:pt x="92" y="137"/>
                  </a:moveTo>
                  <a:cubicBezTo>
                    <a:pt x="55" y="148"/>
                    <a:pt x="55" y="148"/>
                    <a:pt x="55" y="148"/>
                  </a:cubicBezTo>
                  <a:cubicBezTo>
                    <a:pt x="52" y="149"/>
                    <a:pt x="51" y="151"/>
                    <a:pt x="51" y="154"/>
                  </a:cubicBezTo>
                  <a:cubicBezTo>
                    <a:pt x="51" y="157"/>
                    <a:pt x="53" y="160"/>
                    <a:pt x="57" y="160"/>
                  </a:cubicBezTo>
                  <a:cubicBezTo>
                    <a:pt x="58" y="160"/>
                    <a:pt x="60" y="160"/>
                    <a:pt x="60" y="160"/>
                  </a:cubicBezTo>
                  <a:cubicBezTo>
                    <a:pt x="92" y="150"/>
                    <a:pt x="92" y="150"/>
                    <a:pt x="92" y="150"/>
                  </a:cubicBezTo>
                  <a:cubicBezTo>
                    <a:pt x="92" y="150"/>
                    <a:pt x="92" y="150"/>
                    <a:pt x="92" y="150"/>
                  </a:cubicBezTo>
                  <a:cubicBezTo>
                    <a:pt x="93" y="150"/>
                    <a:pt x="93" y="150"/>
                    <a:pt x="93" y="150"/>
                  </a:cubicBezTo>
                  <a:cubicBezTo>
                    <a:pt x="97" y="150"/>
                    <a:pt x="100" y="153"/>
                    <a:pt x="100" y="156"/>
                  </a:cubicBezTo>
                  <a:cubicBezTo>
                    <a:pt x="100" y="159"/>
                    <a:pt x="98" y="161"/>
                    <a:pt x="96" y="162"/>
                  </a:cubicBezTo>
                  <a:cubicBezTo>
                    <a:pt x="64" y="171"/>
                    <a:pt x="64" y="171"/>
                    <a:pt x="64" y="171"/>
                  </a:cubicBezTo>
                </a:path>
              </a:pathLst>
            </a:custGeom>
            <a:noFill/>
            <a:ln w="19050"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65" name="Shadow">
            <a:extLst>
              <a:ext uri="{FF2B5EF4-FFF2-40B4-BE49-F238E27FC236}">
                <a16:creationId xmlns:a16="http://schemas.microsoft.com/office/drawing/2014/main" id="{33AB490C-A1CD-4A2B-A231-8B8FA8FBFA72}"/>
              </a:ext>
            </a:extLst>
          </p:cNvPr>
          <p:cNvGrpSpPr/>
          <p:nvPr/>
        </p:nvGrpSpPr>
        <p:grpSpPr>
          <a:xfrm>
            <a:off x="2" y="5780981"/>
            <a:ext cx="12192000" cy="311393"/>
            <a:chOff x="2" y="5802759"/>
            <a:chExt cx="12192000" cy="311393"/>
          </a:xfrm>
        </p:grpSpPr>
        <p:sp>
          <p:nvSpPr>
            <p:cNvPr id="61" name="Freeform 14">
              <a:extLst>
                <a:ext uri="{FF2B5EF4-FFF2-40B4-BE49-F238E27FC236}">
                  <a16:creationId xmlns:a16="http://schemas.microsoft.com/office/drawing/2014/main" id="{60121CCE-AAE7-4ECB-95CC-23D47F094646}"/>
                </a:ext>
              </a:extLst>
            </p:cNvPr>
            <p:cNvSpPr>
              <a:spLocks/>
            </p:cNvSpPr>
            <p:nvPr/>
          </p:nvSpPr>
          <p:spPr bwMode="auto">
            <a:xfrm rot="16200000">
              <a:off x="6070170" y="-29449"/>
              <a:ext cx="280253" cy="11963392"/>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2000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2" name="Rectangle 61">
              <a:extLst>
                <a:ext uri="{FF2B5EF4-FFF2-40B4-BE49-F238E27FC236}">
                  <a16:creationId xmlns:a16="http://schemas.microsoft.com/office/drawing/2014/main" id="{4E154758-A479-418C-8027-5C6E3CAF9ECC}"/>
                </a:ext>
              </a:extLst>
            </p:cNvPr>
            <p:cNvSpPr/>
            <p:nvPr/>
          </p:nvSpPr>
          <p:spPr>
            <a:xfrm rot="16200000">
              <a:off x="5940305" y="-137544"/>
              <a:ext cx="311393" cy="12192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2" name="Group 1">
            <a:extLst>
              <a:ext uri="{FF2B5EF4-FFF2-40B4-BE49-F238E27FC236}">
                <a16:creationId xmlns:a16="http://schemas.microsoft.com/office/drawing/2014/main" id="{CE9AF634-9DC4-4E2C-97D9-CDBBE047AF6B}"/>
              </a:ext>
            </a:extLst>
          </p:cNvPr>
          <p:cNvGrpSpPr/>
          <p:nvPr/>
        </p:nvGrpSpPr>
        <p:grpSpPr>
          <a:xfrm>
            <a:off x="1735059" y="2832810"/>
            <a:ext cx="8731679" cy="1954381"/>
            <a:chOff x="1735059" y="2832810"/>
            <a:chExt cx="8731679" cy="1954381"/>
          </a:xfrm>
        </p:grpSpPr>
        <p:sp>
          <p:nvSpPr>
            <p:cNvPr id="66" name="Text_02">
              <a:extLst>
                <a:ext uri="{FF2B5EF4-FFF2-40B4-BE49-F238E27FC236}">
                  <a16:creationId xmlns:a16="http://schemas.microsoft.com/office/drawing/2014/main" id="{14A84223-CF28-46EB-8DDC-5B6E1927BD09}"/>
                </a:ext>
              </a:extLst>
            </p:cNvPr>
            <p:cNvSpPr txBox="1"/>
            <p:nvPr/>
          </p:nvSpPr>
          <p:spPr>
            <a:xfrm>
              <a:off x="5484934" y="2832810"/>
              <a:ext cx="1225705" cy="1954381"/>
            </a:xfrm>
            <a:prstGeom prst="rect">
              <a:avLst/>
            </a:prstGeom>
            <a:noFill/>
          </p:spPr>
          <p:txBody>
            <a:bodyPr wrap="square" rtlCol="0">
              <a:spAutoFit/>
            </a:bodyPr>
            <a:lstStyle/>
            <a:p>
              <a:pPr algn="ctr"/>
              <a:r>
                <a:rPr lang="en-US" sz="1100" dirty="0">
                  <a:solidFill>
                    <a:schemeClr val="bg2"/>
                  </a:solidFill>
                </a:rPr>
                <a:t>Lorem ipsum dolor sit amet, consectetur adipiscing elit, sed do eiusmod tempor incididunt ut labore et dolore magna aliqua. Ut enim ad </a:t>
              </a:r>
              <a:r>
                <a:rPr lang="en-US" sz="1100">
                  <a:solidFill>
                    <a:schemeClr val="bg2"/>
                  </a:solidFill>
                </a:rPr>
                <a:t>minim veniam</a:t>
              </a:r>
              <a:endParaRPr lang="ru-RU" sz="1100" dirty="0">
                <a:solidFill>
                  <a:schemeClr val="bg2"/>
                </a:solidFill>
              </a:endParaRPr>
            </a:p>
          </p:txBody>
        </p:sp>
        <p:sp>
          <p:nvSpPr>
            <p:cNvPr id="67" name="Text_02">
              <a:extLst>
                <a:ext uri="{FF2B5EF4-FFF2-40B4-BE49-F238E27FC236}">
                  <a16:creationId xmlns:a16="http://schemas.microsoft.com/office/drawing/2014/main" id="{A23039AE-C99E-4732-A86D-CD358FE28118}"/>
                </a:ext>
              </a:extLst>
            </p:cNvPr>
            <p:cNvSpPr txBox="1"/>
            <p:nvPr/>
          </p:nvSpPr>
          <p:spPr>
            <a:xfrm>
              <a:off x="3616663" y="3334484"/>
              <a:ext cx="1225705" cy="1446550"/>
            </a:xfrm>
            <a:prstGeom prst="rect">
              <a:avLst/>
            </a:prstGeom>
            <a:noFill/>
          </p:spPr>
          <p:txBody>
            <a:bodyPr wrap="square" rtlCol="0">
              <a:spAutoFit/>
            </a:bodyPr>
            <a:lstStyle/>
            <a:p>
              <a:pPr algn="ctr"/>
              <a:r>
                <a:rPr lang="en-US" sz="1100" dirty="0">
                  <a:solidFill>
                    <a:schemeClr val="bg2"/>
                  </a:solidFill>
                </a:rPr>
                <a:t>Lorem ipsum dolor sit amet, consectetur adipiscing elit, sed do eiusmod tempor incididunt ut labore </a:t>
              </a:r>
              <a:r>
                <a:rPr lang="en-US" sz="1100">
                  <a:solidFill>
                    <a:schemeClr val="bg2"/>
                  </a:solidFill>
                </a:rPr>
                <a:t>et dolore</a:t>
              </a:r>
              <a:endParaRPr lang="ru-RU" sz="1100" dirty="0">
                <a:solidFill>
                  <a:schemeClr val="bg2"/>
                </a:solidFill>
              </a:endParaRPr>
            </a:p>
          </p:txBody>
        </p:sp>
        <p:sp>
          <p:nvSpPr>
            <p:cNvPr id="68" name="Text_02">
              <a:extLst>
                <a:ext uri="{FF2B5EF4-FFF2-40B4-BE49-F238E27FC236}">
                  <a16:creationId xmlns:a16="http://schemas.microsoft.com/office/drawing/2014/main" id="{18D65BCD-AA23-4805-B295-BF807F40861B}"/>
                </a:ext>
              </a:extLst>
            </p:cNvPr>
            <p:cNvSpPr txBox="1"/>
            <p:nvPr/>
          </p:nvSpPr>
          <p:spPr>
            <a:xfrm>
              <a:off x="7359783" y="3334484"/>
              <a:ext cx="1225705" cy="1446550"/>
            </a:xfrm>
            <a:prstGeom prst="rect">
              <a:avLst/>
            </a:prstGeom>
            <a:noFill/>
          </p:spPr>
          <p:txBody>
            <a:bodyPr wrap="square" rtlCol="0">
              <a:spAutoFit/>
            </a:bodyPr>
            <a:lstStyle/>
            <a:p>
              <a:pPr algn="ctr"/>
              <a:r>
                <a:rPr lang="en-US" sz="1100" dirty="0">
                  <a:solidFill>
                    <a:schemeClr val="bg2"/>
                  </a:solidFill>
                </a:rPr>
                <a:t>Lorem ipsum dolor sit amet, consectetur adipiscing elit, sed do eiusmod tempor incididunt ut labore </a:t>
              </a:r>
              <a:r>
                <a:rPr lang="en-US" sz="1100">
                  <a:solidFill>
                    <a:schemeClr val="bg2"/>
                  </a:solidFill>
                </a:rPr>
                <a:t>et dolore</a:t>
              </a:r>
              <a:endParaRPr lang="ru-RU" sz="1100" dirty="0">
                <a:solidFill>
                  <a:schemeClr val="bg2"/>
                </a:solidFill>
              </a:endParaRPr>
            </a:p>
          </p:txBody>
        </p:sp>
        <p:sp>
          <p:nvSpPr>
            <p:cNvPr id="69" name="Text_02">
              <a:extLst>
                <a:ext uri="{FF2B5EF4-FFF2-40B4-BE49-F238E27FC236}">
                  <a16:creationId xmlns:a16="http://schemas.microsoft.com/office/drawing/2014/main" id="{2C89D3DD-0ACA-4857-9E52-41ACC4867662}"/>
                </a:ext>
              </a:extLst>
            </p:cNvPr>
            <p:cNvSpPr txBox="1"/>
            <p:nvPr/>
          </p:nvSpPr>
          <p:spPr>
            <a:xfrm>
              <a:off x="1735059" y="3834354"/>
              <a:ext cx="1225705" cy="938719"/>
            </a:xfrm>
            <a:prstGeom prst="rect">
              <a:avLst/>
            </a:prstGeom>
            <a:noFill/>
          </p:spPr>
          <p:txBody>
            <a:bodyPr wrap="square" rtlCol="0">
              <a:spAutoFit/>
            </a:bodyPr>
            <a:lstStyle/>
            <a:p>
              <a:pPr algn="ctr"/>
              <a:r>
                <a:rPr lang="en-US" sz="1100" dirty="0">
                  <a:solidFill>
                    <a:schemeClr val="bg2"/>
                  </a:solidFill>
                </a:rPr>
                <a:t>Lorem ipsum dolor sit amet, consectetur adipiscing elit, sed </a:t>
              </a:r>
              <a:r>
                <a:rPr lang="en-US" sz="1100">
                  <a:solidFill>
                    <a:schemeClr val="bg2"/>
                  </a:solidFill>
                </a:rPr>
                <a:t>do eiusmod</a:t>
              </a:r>
              <a:endParaRPr lang="ru-RU" sz="1100" dirty="0">
                <a:solidFill>
                  <a:schemeClr val="bg2"/>
                </a:solidFill>
              </a:endParaRPr>
            </a:p>
          </p:txBody>
        </p:sp>
        <p:sp>
          <p:nvSpPr>
            <p:cNvPr id="70" name="Text_02">
              <a:extLst>
                <a:ext uri="{FF2B5EF4-FFF2-40B4-BE49-F238E27FC236}">
                  <a16:creationId xmlns:a16="http://schemas.microsoft.com/office/drawing/2014/main" id="{7DFC645B-F9C2-4902-AD88-65C6F42457B2}"/>
                </a:ext>
              </a:extLst>
            </p:cNvPr>
            <p:cNvSpPr txBox="1"/>
            <p:nvPr/>
          </p:nvSpPr>
          <p:spPr>
            <a:xfrm>
              <a:off x="9241033" y="3834354"/>
              <a:ext cx="1225705" cy="938719"/>
            </a:xfrm>
            <a:prstGeom prst="rect">
              <a:avLst/>
            </a:prstGeom>
            <a:noFill/>
          </p:spPr>
          <p:txBody>
            <a:bodyPr wrap="square" rtlCol="0">
              <a:spAutoFit/>
            </a:bodyPr>
            <a:lstStyle/>
            <a:p>
              <a:pPr algn="ctr"/>
              <a:r>
                <a:rPr lang="en-US" sz="1100" dirty="0">
                  <a:solidFill>
                    <a:schemeClr val="bg2"/>
                  </a:solidFill>
                </a:rPr>
                <a:t>Lorem ipsum dolor sit amet, consectetur adipiscing elit, sed </a:t>
              </a:r>
              <a:r>
                <a:rPr lang="en-US" sz="1100">
                  <a:solidFill>
                    <a:schemeClr val="bg2"/>
                  </a:solidFill>
                </a:rPr>
                <a:t>do eiusmod</a:t>
              </a:r>
              <a:endParaRPr lang="ru-RU" sz="1100" dirty="0">
                <a:solidFill>
                  <a:schemeClr val="bg2"/>
                </a:solidFill>
              </a:endParaRPr>
            </a:p>
          </p:txBody>
        </p:sp>
      </p:grpSp>
    </p:spTree>
    <p:extLst>
      <p:ext uri="{BB962C8B-B14F-4D97-AF65-F5344CB8AC3E}">
        <p14:creationId xmlns:p14="http://schemas.microsoft.com/office/powerpoint/2010/main" val="1676745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anim calcmode="lin" valueType="num">
                                      <p:cBhvr>
                                        <p:cTn id="8" dur="500" fill="hold"/>
                                        <p:tgtEl>
                                          <p:spTgt spid="51"/>
                                        </p:tgtEl>
                                        <p:attrNameLst>
                                          <p:attrName>ppt_x</p:attrName>
                                        </p:attrNameLst>
                                      </p:cBhvr>
                                      <p:tavLst>
                                        <p:tav tm="0">
                                          <p:val>
                                            <p:strVal val="#ppt_x"/>
                                          </p:val>
                                        </p:tav>
                                        <p:tav tm="100000">
                                          <p:val>
                                            <p:strVal val="#ppt_x"/>
                                          </p:val>
                                        </p:tav>
                                      </p:tavLst>
                                    </p:anim>
                                    <p:anim calcmode="lin" valueType="num">
                                      <p:cBhvr>
                                        <p:cTn id="9" dur="500" fill="hold"/>
                                        <p:tgtEl>
                                          <p:spTgt spid="51"/>
                                        </p:tgtEl>
                                        <p:attrNameLst>
                                          <p:attrName>ppt_y</p:attrName>
                                        </p:attrNameLst>
                                      </p:cBhvr>
                                      <p:tavLst>
                                        <p:tav tm="0">
                                          <p:val>
                                            <p:strVal val="#ppt_y+.1"/>
                                          </p:val>
                                        </p:tav>
                                        <p:tav tm="100000">
                                          <p:val>
                                            <p:strVal val="#ppt_y"/>
                                          </p:val>
                                        </p:tav>
                                      </p:tavLst>
                                    </p:anim>
                                  </p:childTnLst>
                                </p:cTn>
                              </p:par>
                              <p:par>
                                <p:cTn id="10" presetID="22" presetClass="entr" presetSubtype="4" fill="hold" grpId="0" nodeType="with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wipe(down)">
                                      <p:cBhvr>
                                        <p:cTn id="12" dur="500"/>
                                        <p:tgtEl>
                                          <p:spTgt spid="49"/>
                                        </p:tgtEl>
                                      </p:cBhvr>
                                    </p:animEffect>
                                  </p:childTnLst>
                                </p:cTn>
                              </p:par>
                              <p:par>
                                <p:cTn id="13" presetID="42" presetClass="entr" presetSubtype="0" fill="hold" nodeType="withEffect">
                                  <p:stCondLst>
                                    <p:cond delay="250"/>
                                  </p:stCondLst>
                                  <p:childTnLst>
                                    <p:set>
                                      <p:cBhvr>
                                        <p:cTn id="14" dur="1" fill="hold">
                                          <p:stCondLst>
                                            <p:cond delay="0"/>
                                          </p:stCondLst>
                                        </p:cTn>
                                        <p:tgtEl>
                                          <p:spTgt spid="52"/>
                                        </p:tgtEl>
                                        <p:attrNameLst>
                                          <p:attrName>style.visibility</p:attrName>
                                        </p:attrNameLst>
                                      </p:cBhvr>
                                      <p:to>
                                        <p:strVal val="visible"/>
                                      </p:to>
                                    </p:set>
                                    <p:animEffect transition="in" filter="fade">
                                      <p:cBhvr>
                                        <p:cTn id="15" dur="500"/>
                                        <p:tgtEl>
                                          <p:spTgt spid="52"/>
                                        </p:tgtEl>
                                      </p:cBhvr>
                                    </p:animEffect>
                                    <p:anim calcmode="lin" valueType="num">
                                      <p:cBhvr>
                                        <p:cTn id="16" dur="500" fill="hold"/>
                                        <p:tgtEl>
                                          <p:spTgt spid="52"/>
                                        </p:tgtEl>
                                        <p:attrNameLst>
                                          <p:attrName>ppt_x</p:attrName>
                                        </p:attrNameLst>
                                      </p:cBhvr>
                                      <p:tavLst>
                                        <p:tav tm="0">
                                          <p:val>
                                            <p:strVal val="#ppt_x"/>
                                          </p:val>
                                        </p:tav>
                                        <p:tav tm="100000">
                                          <p:val>
                                            <p:strVal val="#ppt_x"/>
                                          </p:val>
                                        </p:tav>
                                      </p:tavLst>
                                    </p:anim>
                                    <p:anim calcmode="lin" valueType="num">
                                      <p:cBhvr>
                                        <p:cTn id="17" dur="500" fill="hold"/>
                                        <p:tgtEl>
                                          <p:spTgt spid="52"/>
                                        </p:tgtEl>
                                        <p:attrNameLst>
                                          <p:attrName>ppt_y</p:attrName>
                                        </p:attrNameLst>
                                      </p:cBhvr>
                                      <p:tavLst>
                                        <p:tav tm="0">
                                          <p:val>
                                            <p:strVal val="#ppt_y+.1"/>
                                          </p:val>
                                        </p:tav>
                                        <p:tav tm="100000">
                                          <p:val>
                                            <p:strVal val="#ppt_y"/>
                                          </p:val>
                                        </p:tav>
                                      </p:tavLst>
                                    </p:anim>
                                  </p:childTnLst>
                                </p:cTn>
                              </p:par>
                              <p:par>
                                <p:cTn id="18" presetID="22" presetClass="entr" presetSubtype="4" fill="hold" grpId="0" nodeType="withEffect">
                                  <p:stCondLst>
                                    <p:cond delay="250"/>
                                  </p:stCondLst>
                                  <p:childTnLst>
                                    <p:set>
                                      <p:cBhvr>
                                        <p:cTn id="19" dur="1" fill="hold">
                                          <p:stCondLst>
                                            <p:cond delay="0"/>
                                          </p:stCondLst>
                                        </p:cTn>
                                        <p:tgtEl>
                                          <p:spTgt spid="56"/>
                                        </p:tgtEl>
                                        <p:attrNameLst>
                                          <p:attrName>style.visibility</p:attrName>
                                        </p:attrNameLst>
                                      </p:cBhvr>
                                      <p:to>
                                        <p:strVal val="visible"/>
                                      </p:to>
                                    </p:set>
                                    <p:animEffect transition="in" filter="wipe(down)">
                                      <p:cBhvr>
                                        <p:cTn id="20" dur="500"/>
                                        <p:tgtEl>
                                          <p:spTgt spid="56"/>
                                        </p:tgtEl>
                                      </p:cBhvr>
                                    </p:animEffect>
                                  </p:childTnLst>
                                </p:cTn>
                              </p:par>
                              <p:par>
                                <p:cTn id="21" presetID="42" presetClass="entr" presetSubtype="0" fill="hold" nodeType="withEffect">
                                  <p:stCondLst>
                                    <p:cond delay="500"/>
                                  </p:stCondLst>
                                  <p:childTnLst>
                                    <p:set>
                                      <p:cBhvr>
                                        <p:cTn id="22" dur="1" fill="hold">
                                          <p:stCondLst>
                                            <p:cond delay="0"/>
                                          </p:stCondLst>
                                        </p:cTn>
                                        <p:tgtEl>
                                          <p:spTgt spid="53"/>
                                        </p:tgtEl>
                                        <p:attrNameLst>
                                          <p:attrName>style.visibility</p:attrName>
                                        </p:attrNameLst>
                                      </p:cBhvr>
                                      <p:to>
                                        <p:strVal val="visible"/>
                                      </p:to>
                                    </p:set>
                                    <p:animEffect transition="in" filter="fade">
                                      <p:cBhvr>
                                        <p:cTn id="23" dur="500"/>
                                        <p:tgtEl>
                                          <p:spTgt spid="53"/>
                                        </p:tgtEl>
                                      </p:cBhvr>
                                    </p:animEffect>
                                    <p:anim calcmode="lin" valueType="num">
                                      <p:cBhvr>
                                        <p:cTn id="24" dur="500" fill="hold"/>
                                        <p:tgtEl>
                                          <p:spTgt spid="53"/>
                                        </p:tgtEl>
                                        <p:attrNameLst>
                                          <p:attrName>ppt_x</p:attrName>
                                        </p:attrNameLst>
                                      </p:cBhvr>
                                      <p:tavLst>
                                        <p:tav tm="0">
                                          <p:val>
                                            <p:strVal val="#ppt_x"/>
                                          </p:val>
                                        </p:tav>
                                        <p:tav tm="100000">
                                          <p:val>
                                            <p:strVal val="#ppt_x"/>
                                          </p:val>
                                        </p:tav>
                                      </p:tavLst>
                                    </p:anim>
                                    <p:anim calcmode="lin" valueType="num">
                                      <p:cBhvr>
                                        <p:cTn id="25" dur="500" fill="hold"/>
                                        <p:tgtEl>
                                          <p:spTgt spid="53"/>
                                        </p:tgtEl>
                                        <p:attrNameLst>
                                          <p:attrName>ppt_y</p:attrName>
                                        </p:attrNameLst>
                                      </p:cBhvr>
                                      <p:tavLst>
                                        <p:tav tm="0">
                                          <p:val>
                                            <p:strVal val="#ppt_y+.1"/>
                                          </p:val>
                                        </p:tav>
                                        <p:tav tm="100000">
                                          <p:val>
                                            <p:strVal val="#ppt_y"/>
                                          </p:val>
                                        </p:tav>
                                      </p:tavLst>
                                    </p:anim>
                                  </p:childTnLst>
                                </p:cTn>
                              </p:par>
                              <p:par>
                                <p:cTn id="26" presetID="22" presetClass="entr" presetSubtype="4" fill="hold" grpId="0" nodeType="withEffect">
                                  <p:stCondLst>
                                    <p:cond delay="500"/>
                                  </p:stCondLst>
                                  <p:childTnLst>
                                    <p:set>
                                      <p:cBhvr>
                                        <p:cTn id="27" dur="1" fill="hold">
                                          <p:stCondLst>
                                            <p:cond delay="0"/>
                                          </p:stCondLst>
                                        </p:cTn>
                                        <p:tgtEl>
                                          <p:spTgt spid="57"/>
                                        </p:tgtEl>
                                        <p:attrNameLst>
                                          <p:attrName>style.visibility</p:attrName>
                                        </p:attrNameLst>
                                      </p:cBhvr>
                                      <p:to>
                                        <p:strVal val="visible"/>
                                      </p:to>
                                    </p:set>
                                    <p:animEffect transition="in" filter="wipe(down)">
                                      <p:cBhvr>
                                        <p:cTn id="28" dur="500"/>
                                        <p:tgtEl>
                                          <p:spTgt spid="57"/>
                                        </p:tgtEl>
                                      </p:cBhvr>
                                    </p:animEffect>
                                  </p:childTnLst>
                                </p:cTn>
                              </p:par>
                              <p:par>
                                <p:cTn id="29" presetID="42" presetClass="entr" presetSubtype="0" fill="hold" nodeType="withEffect">
                                  <p:stCondLst>
                                    <p:cond delay="750"/>
                                  </p:stCondLst>
                                  <p:childTnLst>
                                    <p:set>
                                      <p:cBhvr>
                                        <p:cTn id="30" dur="1" fill="hold">
                                          <p:stCondLst>
                                            <p:cond delay="0"/>
                                          </p:stCondLst>
                                        </p:cTn>
                                        <p:tgtEl>
                                          <p:spTgt spid="54"/>
                                        </p:tgtEl>
                                        <p:attrNameLst>
                                          <p:attrName>style.visibility</p:attrName>
                                        </p:attrNameLst>
                                      </p:cBhvr>
                                      <p:to>
                                        <p:strVal val="visible"/>
                                      </p:to>
                                    </p:set>
                                    <p:animEffect transition="in" filter="fade">
                                      <p:cBhvr>
                                        <p:cTn id="31" dur="500"/>
                                        <p:tgtEl>
                                          <p:spTgt spid="54"/>
                                        </p:tgtEl>
                                      </p:cBhvr>
                                    </p:animEffect>
                                    <p:anim calcmode="lin" valueType="num">
                                      <p:cBhvr>
                                        <p:cTn id="32" dur="500" fill="hold"/>
                                        <p:tgtEl>
                                          <p:spTgt spid="54"/>
                                        </p:tgtEl>
                                        <p:attrNameLst>
                                          <p:attrName>ppt_x</p:attrName>
                                        </p:attrNameLst>
                                      </p:cBhvr>
                                      <p:tavLst>
                                        <p:tav tm="0">
                                          <p:val>
                                            <p:strVal val="#ppt_x"/>
                                          </p:val>
                                        </p:tav>
                                        <p:tav tm="100000">
                                          <p:val>
                                            <p:strVal val="#ppt_x"/>
                                          </p:val>
                                        </p:tav>
                                      </p:tavLst>
                                    </p:anim>
                                    <p:anim calcmode="lin" valueType="num">
                                      <p:cBhvr>
                                        <p:cTn id="33" dur="500" fill="hold"/>
                                        <p:tgtEl>
                                          <p:spTgt spid="54"/>
                                        </p:tgtEl>
                                        <p:attrNameLst>
                                          <p:attrName>ppt_y</p:attrName>
                                        </p:attrNameLst>
                                      </p:cBhvr>
                                      <p:tavLst>
                                        <p:tav tm="0">
                                          <p:val>
                                            <p:strVal val="#ppt_y+.1"/>
                                          </p:val>
                                        </p:tav>
                                        <p:tav tm="100000">
                                          <p:val>
                                            <p:strVal val="#ppt_y"/>
                                          </p:val>
                                        </p:tav>
                                      </p:tavLst>
                                    </p:anim>
                                  </p:childTnLst>
                                </p:cTn>
                              </p:par>
                              <p:par>
                                <p:cTn id="34" presetID="22" presetClass="entr" presetSubtype="4" fill="hold" grpId="0" nodeType="withEffect">
                                  <p:stCondLst>
                                    <p:cond delay="750"/>
                                  </p:stCondLst>
                                  <p:childTnLst>
                                    <p:set>
                                      <p:cBhvr>
                                        <p:cTn id="35" dur="1" fill="hold">
                                          <p:stCondLst>
                                            <p:cond delay="0"/>
                                          </p:stCondLst>
                                        </p:cTn>
                                        <p:tgtEl>
                                          <p:spTgt spid="58"/>
                                        </p:tgtEl>
                                        <p:attrNameLst>
                                          <p:attrName>style.visibility</p:attrName>
                                        </p:attrNameLst>
                                      </p:cBhvr>
                                      <p:to>
                                        <p:strVal val="visible"/>
                                      </p:to>
                                    </p:set>
                                    <p:animEffect transition="in" filter="wipe(down)">
                                      <p:cBhvr>
                                        <p:cTn id="36" dur="500"/>
                                        <p:tgtEl>
                                          <p:spTgt spid="58"/>
                                        </p:tgtEl>
                                      </p:cBhvr>
                                    </p:animEffect>
                                  </p:childTnLst>
                                </p:cTn>
                              </p:par>
                              <p:par>
                                <p:cTn id="37" presetID="42" presetClass="entr" presetSubtype="0" fill="hold" nodeType="withEffect">
                                  <p:stCondLst>
                                    <p:cond delay="1000"/>
                                  </p:stCondLst>
                                  <p:childTnLst>
                                    <p:set>
                                      <p:cBhvr>
                                        <p:cTn id="38" dur="1" fill="hold">
                                          <p:stCondLst>
                                            <p:cond delay="0"/>
                                          </p:stCondLst>
                                        </p:cTn>
                                        <p:tgtEl>
                                          <p:spTgt spid="55"/>
                                        </p:tgtEl>
                                        <p:attrNameLst>
                                          <p:attrName>style.visibility</p:attrName>
                                        </p:attrNameLst>
                                      </p:cBhvr>
                                      <p:to>
                                        <p:strVal val="visible"/>
                                      </p:to>
                                    </p:set>
                                    <p:animEffect transition="in" filter="fade">
                                      <p:cBhvr>
                                        <p:cTn id="39" dur="500"/>
                                        <p:tgtEl>
                                          <p:spTgt spid="55"/>
                                        </p:tgtEl>
                                      </p:cBhvr>
                                    </p:animEffect>
                                    <p:anim calcmode="lin" valueType="num">
                                      <p:cBhvr>
                                        <p:cTn id="40" dur="500" fill="hold"/>
                                        <p:tgtEl>
                                          <p:spTgt spid="55"/>
                                        </p:tgtEl>
                                        <p:attrNameLst>
                                          <p:attrName>ppt_x</p:attrName>
                                        </p:attrNameLst>
                                      </p:cBhvr>
                                      <p:tavLst>
                                        <p:tav tm="0">
                                          <p:val>
                                            <p:strVal val="#ppt_x"/>
                                          </p:val>
                                        </p:tav>
                                        <p:tav tm="100000">
                                          <p:val>
                                            <p:strVal val="#ppt_x"/>
                                          </p:val>
                                        </p:tav>
                                      </p:tavLst>
                                    </p:anim>
                                    <p:anim calcmode="lin" valueType="num">
                                      <p:cBhvr>
                                        <p:cTn id="41" dur="500" fill="hold"/>
                                        <p:tgtEl>
                                          <p:spTgt spid="55"/>
                                        </p:tgtEl>
                                        <p:attrNameLst>
                                          <p:attrName>ppt_y</p:attrName>
                                        </p:attrNameLst>
                                      </p:cBhvr>
                                      <p:tavLst>
                                        <p:tav tm="0">
                                          <p:val>
                                            <p:strVal val="#ppt_y+.1"/>
                                          </p:val>
                                        </p:tav>
                                        <p:tav tm="100000">
                                          <p:val>
                                            <p:strVal val="#ppt_y"/>
                                          </p:val>
                                        </p:tav>
                                      </p:tavLst>
                                    </p:anim>
                                  </p:childTnLst>
                                </p:cTn>
                              </p:par>
                              <p:par>
                                <p:cTn id="42" presetID="22" presetClass="entr" presetSubtype="4" fill="hold" grpId="0" nodeType="withEffect">
                                  <p:stCondLst>
                                    <p:cond delay="1000"/>
                                  </p:stCondLst>
                                  <p:childTnLst>
                                    <p:set>
                                      <p:cBhvr>
                                        <p:cTn id="43" dur="1" fill="hold">
                                          <p:stCondLst>
                                            <p:cond delay="0"/>
                                          </p:stCondLst>
                                        </p:cTn>
                                        <p:tgtEl>
                                          <p:spTgt spid="59"/>
                                        </p:tgtEl>
                                        <p:attrNameLst>
                                          <p:attrName>style.visibility</p:attrName>
                                        </p:attrNameLst>
                                      </p:cBhvr>
                                      <p:to>
                                        <p:strVal val="visible"/>
                                      </p:to>
                                    </p:set>
                                    <p:animEffect transition="in" filter="wipe(down)">
                                      <p:cBhvr>
                                        <p:cTn id="44" dur="500"/>
                                        <p:tgtEl>
                                          <p:spTgt spid="59"/>
                                        </p:tgtEl>
                                      </p:cBhvr>
                                    </p:animEffect>
                                  </p:childTnLst>
                                </p:cTn>
                              </p:par>
                              <p:par>
                                <p:cTn id="45" presetID="22" presetClass="entr" presetSubtype="8" fill="hold" nodeType="withEffect">
                                  <p:stCondLst>
                                    <p:cond delay="0"/>
                                  </p:stCondLst>
                                  <p:childTnLst>
                                    <p:set>
                                      <p:cBhvr>
                                        <p:cTn id="46" dur="1" fill="hold">
                                          <p:stCondLst>
                                            <p:cond delay="0"/>
                                          </p:stCondLst>
                                        </p:cTn>
                                        <p:tgtEl>
                                          <p:spTgt spid="65"/>
                                        </p:tgtEl>
                                        <p:attrNameLst>
                                          <p:attrName>style.visibility</p:attrName>
                                        </p:attrNameLst>
                                      </p:cBhvr>
                                      <p:to>
                                        <p:strVal val="visible"/>
                                      </p:to>
                                    </p:set>
                                    <p:animEffect transition="in" filter="wipe(left)">
                                      <p:cBhvr>
                                        <p:cTn id="47" dur="2000"/>
                                        <p:tgtEl>
                                          <p:spTgt spid="65"/>
                                        </p:tgtEl>
                                      </p:cBhvr>
                                    </p:animEffect>
                                  </p:childTnLst>
                                </p:cTn>
                              </p:par>
                              <p:par>
                                <p:cTn id="48" presetID="10" presetClass="entr" presetSubtype="0" fill="hold" nodeType="withEffect">
                                  <p:stCondLst>
                                    <p:cond delay="1250"/>
                                  </p:stCondLst>
                                  <p:childTnLst>
                                    <p:set>
                                      <p:cBhvr>
                                        <p:cTn id="49" dur="1" fill="hold">
                                          <p:stCondLst>
                                            <p:cond delay="0"/>
                                          </p:stCondLst>
                                        </p:cTn>
                                        <p:tgtEl>
                                          <p:spTgt spid="50"/>
                                        </p:tgtEl>
                                        <p:attrNameLst>
                                          <p:attrName>style.visibility</p:attrName>
                                        </p:attrNameLst>
                                      </p:cBhvr>
                                      <p:to>
                                        <p:strVal val="visible"/>
                                      </p:to>
                                    </p:set>
                                    <p:animEffect transition="in" filter="fade">
                                      <p:cBhvr>
                                        <p:cTn id="50" dur="750"/>
                                        <p:tgtEl>
                                          <p:spTgt spid="50"/>
                                        </p:tgtEl>
                                      </p:cBhvr>
                                    </p:animEffect>
                                  </p:childTnLst>
                                </p:cTn>
                              </p:par>
                              <p:par>
                                <p:cTn id="51" presetID="10" presetClass="entr" presetSubtype="0" fill="hold" nodeType="withEffect">
                                  <p:stCondLst>
                                    <p:cond delay="1250"/>
                                  </p:stCondLst>
                                  <p:childTnLst>
                                    <p:set>
                                      <p:cBhvr>
                                        <p:cTn id="52" dur="1" fill="hold">
                                          <p:stCondLst>
                                            <p:cond delay="0"/>
                                          </p:stCondLst>
                                        </p:cTn>
                                        <p:tgtEl>
                                          <p:spTgt spid="2"/>
                                        </p:tgtEl>
                                        <p:attrNameLst>
                                          <p:attrName>style.visibility</p:attrName>
                                        </p:attrNameLst>
                                      </p:cBhvr>
                                      <p:to>
                                        <p:strVal val="visible"/>
                                      </p:to>
                                    </p:set>
                                    <p:animEffect transition="in" filter="fade">
                                      <p:cBhvr>
                                        <p:cTn id="53" dur="750"/>
                                        <p:tgtEl>
                                          <p:spTgt spid="2"/>
                                        </p:tgtEl>
                                      </p:cBhvr>
                                    </p:animEffect>
                                  </p:childTnLst>
                                </p:cTn>
                              </p:par>
                              <p:par>
                                <p:cTn id="54" presetID="10" presetClass="entr" presetSubtype="0" fill="hold" nodeType="withEffect">
                                  <p:stCondLst>
                                    <p:cond delay="1250"/>
                                  </p:stCondLst>
                                  <p:childTnLst>
                                    <p:set>
                                      <p:cBhvr>
                                        <p:cTn id="55" dur="1" fill="hold">
                                          <p:stCondLst>
                                            <p:cond delay="0"/>
                                          </p:stCondLst>
                                        </p:cTn>
                                        <p:tgtEl>
                                          <p:spTgt spid="3"/>
                                        </p:tgtEl>
                                        <p:attrNameLst>
                                          <p:attrName>style.visibility</p:attrName>
                                        </p:attrNameLst>
                                      </p:cBhvr>
                                      <p:to>
                                        <p:strVal val="visible"/>
                                      </p:to>
                                    </p:set>
                                    <p:animEffect transition="in" filter="fade">
                                      <p:cBhvr>
                                        <p:cTn id="56"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7" grpId="0" animBg="1"/>
      <p:bldP spid="58" grpId="0" animBg="1"/>
      <p:bldP spid="59" grpId="0" animBg="1"/>
      <p:bldP spid="4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F917A3F-5B11-4BDE-8804-D1F31D29C8B5}"/>
              </a:ext>
            </a:extLst>
          </p:cNvPr>
          <p:cNvSpPr>
            <a:spLocks noChangeArrowheads="1"/>
          </p:cNvSpPr>
          <p:nvPr/>
        </p:nvSpPr>
        <p:spPr bwMode="auto">
          <a:xfrm>
            <a:off x="8569325" y="3610884"/>
            <a:ext cx="1098550" cy="1100138"/>
          </a:xfrm>
          <a:prstGeom prst="rect">
            <a:avLst/>
          </a:prstGeom>
          <a:solidFill>
            <a:schemeClr val="accent5"/>
          </a:solidFill>
          <a:ln>
            <a:noFill/>
          </a:ln>
          <a:effectLst>
            <a:innerShdw blurRad="165100" dist="50800" dir="13500000">
              <a:prstClr val="black">
                <a:alpha val="39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8" name="Rectangle 7">
            <a:extLst>
              <a:ext uri="{FF2B5EF4-FFF2-40B4-BE49-F238E27FC236}">
                <a16:creationId xmlns:a16="http://schemas.microsoft.com/office/drawing/2014/main" id="{EA7195AF-11FC-4342-A051-AC37AF559531}"/>
              </a:ext>
            </a:extLst>
          </p:cNvPr>
          <p:cNvSpPr>
            <a:spLocks noChangeArrowheads="1"/>
          </p:cNvSpPr>
          <p:nvPr/>
        </p:nvSpPr>
        <p:spPr bwMode="auto">
          <a:xfrm>
            <a:off x="7065963" y="2105934"/>
            <a:ext cx="1100138" cy="1101725"/>
          </a:xfrm>
          <a:prstGeom prst="rect">
            <a:avLst/>
          </a:prstGeom>
          <a:solidFill>
            <a:schemeClr val="accent4"/>
          </a:solidFill>
          <a:ln>
            <a:noFill/>
          </a:ln>
          <a:effectLst>
            <a:innerShdw blurRad="165100" dist="50800" dir="13500000">
              <a:prstClr val="black">
                <a:alpha val="39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9" name="Rectangle 8">
            <a:extLst>
              <a:ext uri="{FF2B5EF4-FFF2-40B4-BE49-F238E27FC236}">
                <a16:creationId xmlns:a16="http://schemas.microsoft.com/office/drawing/2014/main" id="{7CDAA9D0-4451-4AA8-85E2-943151F6473E}"/>
              </a:ext>
            </a:extLst>
          </p:cNvPr>
          <p:cNvSpPr>
            <a:spLocks noChangeArrowheads="1"/>
          </p:cNvSpPr>
          <p:nvPr/>
        </p:nvSpPr>
        <p:spPr bwMode="auto">
          <a:xfrm>
            <a:off x="5564188" y="3610884"/>
            <a:ext cx="1100138" cy="1100138"/>
          </a:xfrm>
          <a:prstGeom prst="rect">
            <a:avLst/>
          </a:prstGeom>
          <a:solidFill>
            <a:schemeClr val="accent3"/>
          </a:solidFill>
          <a:ln>
            <a:noFill/>
          </a:ln>
          <a:effectLst>
            <a:innerShdw blurRad="165100" dist="50800" dir="13500000">
              <a:prstClr val="black">
                <a:alpha val="39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10" name="Rectangle 9">
            <a:extLst>
              <a:ext uri="{FF2B5EF4-FFF2-40B4-BE49-F238E27FC236}">
                <a16:creationId xmlns:a16="http://schemas.microsoft.com/office/drawing/2014/main" id="{BE45E9CF-70E6-4DB9-A7E5-18E227F66095}"/>
              </a:ext>
            </a:extLst>
          </p:cNvPr>
          <p:cNvSpPr>
            <a:spLocks noChangeArrowheads="1"/>
          </p:cNvSpPr>
          <p:nvPr/>
        </p:nvSpPr>
        <p:spPr bwMode="auto">
          <a:xfrm>
            <a:off x="4062413" y="2105934"/>
            <a:ext cx="1098550" cy="1101725"/>
          </a:xfrm>
          <a:prstGeom prst="rect">
            <a:avLst/>
          </a:prstGeom>
          <a:solidFill>
            <a:schemeClr val="accent2"/>
          </a:solidFill>
          <a:ln>
            <a:noFill/>
          </a:ln>
          <a:effectLst>
            <a:innerShdw blurRad="165100" dist="50800" dir="13500000">
              <a:prstClr val="black">
                <a:alpha val="39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11" name="Rectangle 10">
            <a:extLst>
              <a:ext uri="{FF2B5EF4-FFF2-40B4-BE49-F238E27FC236}">
                <a16:creationId xmlns:a16="http://schemas.microsoft.com/office/drawing/2014/main" id="{0B05A5C7-BB80-481B-91C8-E0FC0C26B697}"/>
              </a:ext>
            </a:extLst>
          </p:cNvPr>
          <p:cNvSpPr>
            <a:spLocks noChangeArrowheads="1"/>
          </p:cNvSpPr>
          <p:nvPr/>
        </p:nvSpPr>
        <p:spPr bwMode="auto">
          <a:xfrm>
            <a:off x="2559050" y="3610884"/>
            <a:ext cx="1100138" cy="1100138"/>
          </a:xfrm>
          <a:prstGeom prst="rect">
            <a:avLst/>
          </a:prstGeom>
          <a:solidFill>
            <a:schemeClr val="accent1"/>
          </a:solidFill>
          <a:ln>
            <a:noFill/>
          </a:ln>
          <a:effectLst>
            <a:innerShdw blurRad="165100" dist="50800" dir="13500000">
              <a:prstClr val="black">
                <a:alpha val="39000"/>
              </a:prstClr>
            </a:innerShdw>
          </a:effectLst>
        </p:spPr>
        <p:txBody>
          <a:bodyPr vert="horz" wrap="square" lIns="91440" tIns="45720" rIns="91440" bIns="45720" numCol="1" anchor="t" anchorCtr="0" compatLnSpc="1">
            <a:prstTxWarp prst="textNoShape">
              <a:avLst/>
            </a:prstTxWarp>
          </a:bodyPr>
          <a:lstStyle/>
          <a:p>
            <a:endParaRPr lang="ru-UA"/>
          </a:p>
        </p:txBody>
      </p:sp>
      <p:grpSp>
        <p:nvGrpSpPr>
          <p:cNvPr id="21" name="Group 20">
            <a:extLst>
              <a:ext uri="{FF2B5EF4-FFF2-40B4-BE49-F238E27FC236}">
                <a16:creationId xmlns:a16="http://schemas.microsoft.com/office/drawing/2014/main" id="{00451DD2-9F0F-4807-BB4F-2C918B6A7C07}"/>
              </a:ext>
            </a:extLst>
          </p:cNvPr>
          <p:cNvGrpSpPr/>
          <p:nvPr/>
        </p:nvGrpSpPr>
        <p:grpSpPr>
          <a:xfrm>
            <a:off x="2124075" y="1674134"/>
            <a:ext cx="7947026" cy="3440113"/>
            <a:chOff x="2124075" y="1471613"/>
            <a:chExt cx="7947026" cy="3440113"/>
          </a:xfrm>
          <a:effectLst>
            <a:outerShdw blurRad="177800" dist="177800" dir="2700000" algn="tl" rotWithShape="0">
              <a:prstClr val="black">
                <a:alpha val="16000"/>
              </a:prstClr>
            </a:outerShdw>
          </a:effectLst>
        </p:grpSpPr>
        <p:sp>
          <p:nvSpPr>
            <p:cNvPr id="6" name="Freeform 5">
              <a:extLst>
                <a:ext uri="{FF2B5EF4-FFF2-40B4-BE49-F238E27FC236}">
                  <a16:creationId xmlns:a16="http://schemas.microsoft.com/office/drawing/2014/main" id="{C1856BF5-0CEB-4CE6-8AFD-77D0456911DC}"/>
                </a:ext>
              </a:extLst>
            </p:cNvPr>
            <p:cNvSpPr>
              <a:spLocks noEditPoints="1"/>
            </p:cNvSpPr>
            <p:nvPr/>
          </p:nvSpPr>
          <p:spPr bwMode="auto">
            <a:xfrm>
              <a:off x="2157413" y="1500188"/>
              <a:ext cx="7913688" cy="3411538"/>
            </a:xfrm>
            <a:custGeom>
              <a:avLst/>
              <a:gdLst>
                <a:gd name="T0" fmla="*/ 1164 w 1965"/>
                <a:gd name="T1" fmla="*/ 0 h 846"/>
                <a:gd name="T2" fmla="*/ 1119 w 1965"/>
                <a:gd name="T3" fmla="*/ 45 h 846"/>
                <a:gd name="T4" fmla="*/ 1119 w 1965"/>
                <a:gd name="T5" fmla="*/ 373 h 846"/>
                <a:gd name="T6" fmla="*/ 846 w 1965"/>
                <a:gd name="T7" fmla="*/ 373 h 846"/>
                <a:gd name="T8" fmla="*/ 846 w 1965"/>
                <a:gd name="T9" fmla="*/ 45 h 846"/>
                <a:gd name="T10" fmla="*/ 800 w 1965"/>
                <a:gd name="T11" fmla="*/ 0 h 846"/>
                <a:gd name="T12" fmla="*/ 418 w 1965"/>
                <a:gd name="T13" fmla="*/ 0 h 846"/>
                <a:gd name="T14" fmla="*/ 373 w 1965"/>
                <a:gd name="T15" fmla="*/ 45 h 846"/>
                <a:gd name="T16" fmla="*/ 373 w 1965"/>
                <a:gd name="T17" fmla="*/ 373 h 846"/>
                <a:gd name="T18" fmla="*/ 45 w 1965"/>
                <a:gd name="T19" fmla="*/ 373 h 846"/>
                <a:gd name="T20" fmla="*/ 0 w 1965"/>
                <a:gd name="T21" fmla="*/ 418 h 846"/>
                <a:gd name="T22" fmla="*/ 0 w 1965"/>
                <a:gd name="T23" fmla="*/ 801 h 846"/>
                <a:gd name="T24" fmla="*/ 45 w 1965"/>
                <a:gd name="T25" fmla="*/ 846 h 846"/>
                <a:gd name="T26" fmla="*/ 427 w 1965"/>
                <a:gd name="T27" fmla="*/ 846 h 846"/>
                <a:gd name="T28" fmla="*/ 473 w 1965"/>
                <a:gd name="T29" fmla="*/ 801 h 846"/>
                <a:gd name="T30" fmla="*/ 473 w 1965"/>
                <a:gd name="T31" fmla="*/ 473 h 846"/>
                <a:gd name="T32" fmla="*/ 746 w 1965"/>
                <a:gd name="T33" fmla="*/ 473 h 846"/>
                <a:gd name="T34" fmla="*/ 746 w 1965"/>
                <a:gd name="T35" fmla="*/ 801 h 846"/>
                <a:gd name="T36" fmla="*/ 791 w 1965"/>
                <a:gd name="T37" fmla="*/ 846 h 846"/>
                <a:gd name="T38" fmla="*/ 1173 w 1965"/>
                <a:gd name="T39" fmla="*/ 846 h 846"/>
                <a:gd name="T40" fmla="*/ 1219 w 1965"/>
                <a:gd name="T41" fmla="*/ 801 h 846"/>
                <a:gd name="T42" fmla="*/ 1219 w 1965"/>
                <a:gd name="T43" fmla="*/ 473 h 846"/>
                <a:gd name="T44" fmla="*/ 1492 w 1965"/>
                <a:gd name="T45" fmla="*/ 473 h 846"/>
                <a:gd name="T46" fmla="*/ 1492 w 1965"/>
                <a:gd name="T47" fmla="*/ 801 h 846"/>
                <a:gd name="T48" fmla="*/ 1537 w 1965"/>
                <a:gd name="T49" fmla="*/ 846 h 846"/>
                <a:gd name="T50" fmla="*/ 1920 w 1965"/>
                <a:gd name="T51" fmla="*/ 846 h 846"/>
                <a:gd name="T52" fmla="*/ 1965 w 1965"/>
                <a:gd name="T53" fmla="*/ 801 h 846"/>
                <a:gd name="T54" fmla="*/ 1965 w 1965"/>
                <a:gd name="T55" fmla="*/ 418 h 846"/>
                <a:gd name="T56" fmla="*/ 1920 w 1965"/>
                <a:gd name="T57" fmla="*/ 373 h 846"/>
                <a:gd name="T58" fmla="*/ 1592 w 1965"/>
                <a:gd name="T59" fmla="*/ 373 h 846"/>
                <a:gd name="T60" fmla="*/ 1592 w 1965"/>
                <a:gd name="T61" fmla="*/ 45 h 846"/>
                <a:gd name="T62" fmla="*/ 1547 w 1965"/>
                <a:gd name="T63" fmla="*/ 0 h 846"/>
                <a:gd name="T64" fmla="*/ 1164 w 1965"/>
                <a:gd name="T65" fmla="*/ 0 h 846"/>
                <a:gd name="T66" fmla="*/ 373 w 1965"/>
                <a:gd name="T67" fmla="*/ 746 h 846"/>
                <a:gd name="T68" fmla="*/ 100 w 1965"/>
                <a:gd name="T69" fmla="*/ 746 h 846"/>
                <a:gd name="T70" fmla="*/ 100 w 1965"/>
                <a:gd name="T71" fmla="*/ 473 h 846"/>
                <a:gd name="T72" fmla="*/ 373 w 1965"/>
                <a:gd name="T73" fmla="*/ 473 h 846"/>
                <a:gd name="T74" fmla="*/ 373 w 1965"/>
                <a:gd name="T75" fmla="*/ 746 h 846"/>
                <a:gd name="T76" fmla="*/ 473 w 1965"/>
                <a:gd name="T77" fmla="*/ 373 h 846"/>
                <a:gd name="T78" fmla="*/ 473 w 1965"/>
                <a:gd name="T79" fmla="*/ 100 h 846"/>
                <a:gd name="T80" fmla="*/ 746 w 1965"/>
                <a:gd name="T81" fmla="*/ 100 h 846"/>
                <a:gd name="T82" fmla="*/ 746 w 1965"/>
                <a:gd name="T83" fmla="*/ 373 h 846"/>
                <a:gd name="T84" fmla="*/ 473 w 1965"/>
                <a:gd name="T85" fmla="*/ 373 h 846"/>
                <a:gd name="T86" fmla="*/ 1119 w 1965"/>
                <a:gd name="T87" fmla="*/ 746 h 846"/>
                <a:gd name="T88" fmla="*/ 846 w 1965"/>
                <a:gd name="T89" fmla="*/ 746 h 846"/>
                <a:gd name="T90" fmla="*/ 846 w 1965"/>
                <a:gd name="T91" fmla="*/ 473 h 846"/>
                <a:gd name="T92" fmla="*/ 1119 w 1965"/>
                <a:gd name="T93" fmla="*/ 473 h 846"/>
                <a:gd name="T94" fmla="*/ 1119 w 1965"/>
                <a:gd name="T95" fmla="*/ 746 h 846"/>
                <a:gd name="T96" fmla="*/ 1219 w 1965"/>
                <a:gd name="T97" fmla="*/ 373 h 846"/>
                <a:gd name="T98" fmla="*/ 1219 w 1965"/>
                <a:gd name="T99" fmla="*/ 100 h 846"/>
                <a:gd name="T100" fmla="*/ 1492 w 1965"/>
                <a:gd name="T101" fmla="*/ 100 h 846"/>
                <a:gd name="T102" fmla="*/ 1492 w 1965"/>
                <a:gd name="T103" fmla="*/ 373 h 846"/>
                <a:gd name="T104" fmla="*/ 1219 w 1965"/>
                <a:gd name="T105" fmla="*/ 373 h 846"/>
                <a:gd name="T106" fmla="*/ 1865 w 1965"/>
                <a:gd name="T107" fmla="*/ 746 h 846"/>
                <a:gd name="T108" fmla="*/ 1592 w 1965"/>
                <a:gd name="T109" fmla="*/ 746 h 846"/>
                <a:gd name="T110" fmla="*/ 1592 w 1965"/>
                <a:gd name="T111" fmla="*/ 473 h 846"/>
                <a:gd name="T112" fmla="*/ 1865 w 1965"/>
                <a:gd name="T113" fmla="*/ 473 h 846"/>
                <a:gd name="T114" fmla="*/ 1865 w 1965"/>
                <a:gd name="T115" fmla="*/ 74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5" h="846">
                  <a:moveTo>
                    <a:pt x="1164" y="0"/>
                  </a:moveTo>
                  <a:cubicBezTo>
                    <a:pt x="1139" y="0"/>
                    <a:pt x="1119" y="20"/>
                    <a:pt x="1119" y="45"/>
                  </a:cubicBezTo>
                  <a:cubicBezTo>
                    <a:pt x="1119" y="373"/>
                    <a:pt x="1119" y="373"/>
                    <a:pt x="1119" y="373"/>
                  </a:cubicBezTo>
                  <a:cubicBezTo>
                    <a:pt x="846" y="373"/>
                    <a:pt x="846" y="373"/>
                    <a:pt x="846" y="373"/>
                  </a:cubicBezTo>
                  <a:cubicBezTo>
                    <a:pt x="846" y="45"/>
                    <a:pt x="846" y="45"/>
                    <a:pt x="846" y="45"/>
                  </a:cubicBezTo>
                  <a:cubicBezTo>
                    <a:pt x="846" y="20"/>
                    <a:pt x="825" y="0"/>
                    <a:pt x="800" y="0"/>
                  </a:cubicBezTo>
                  <a:cubicBezTo>
                    <a:pt x="418" y="0"/>
                    <a:pt x="418" y="0"/>
                    <a:pt x="418" y="0"/>
                  </a:cubicBezTo>
                  <a:cubicBezTo>
                    <a:pt x="393" y="0"/>
                    <a:pt x="373" y="20"/>
                    <a:pt x="373" y="45"/>
                  </a:cubicBezTo>
                  <a:cubicBezTo>
                    <a:pt x="373" y="373"/>
                    <a:pt x="373" y="373"/>
                    <a:pt x="373" y="373"/>
                  </a:cubicBezTo>
                  <a:cubicBezTo>
                    <a:pt x="45" y="373"/>
                    <a:pt x="45" y="373"/>
                    <a:pt x="45" y="373"/>
                  </a:cubicBezTo>
                  <a:cubicBezTo>
                    <a:pt x="20" y="373"/>
                    <a:pt x="0" y="393"/>
                    <a:pt x="0" y="418"/>
                  </a:cubicBezTo>
                  <a:cubicBezTo>
                    <a:pt x="0" y="801"/>
                    <a:pt x="0" y="801"/>
                    <a:pt x="0" y="801"/>
                  </a:cubicBezTo>
                  <a:cubicBezTo>
                    <a:pt x="0" y="826"/>
                    <a:pt x="20" y="846"/>
                    <a:pt x="45" y="846"/>
                  </a:cubicBezTo>
                  <a:cubicBezTo>
                    <a:pt x="427" y="846"/>
                    <a:pt x="427" y="846"/>
                    <a:pt x="427" y="846"/>
                  </a:cubicBezTo>
                  <a:cubicBezTo>
                    <a:pt x="452" y="846"/>
                    <a:pt x="473" y="826"/>
                    <a:pt x="473" y="801"/>
                  </a:cubicBezTo>
                  <a:cubicBezTo>
                    <a:pt x="473" y="473"/>
                    <a:pt x="473" y="473"/>
                    <a:pt x="473" y="473"/>
                  </a:cubicBezTo>
                  <a:cubicBezTo>
                    <a:pt x="746" y="473"/>
                    <a:pt x="746" y="473"/>
                    <a:pt x="746" y="473"/>
                  </a:cubicBezTo>
                  <a:cubicBezTo>
                    <a:pt x="746" y="801"/>
                    <a:pt x="746" y="801"/>
                    <a:pt x="746" y="801"/>
                  </a:cubicBezTo>
                  <a:cubicBezTo>
                    <a:pt x="746" y="826"/>
                    <a:pt x="766" y="846"/>
                    <a:pt x="791" y="846"/>
                  </a:cubicBezTo>
                  <a:cubicBezTo>
                    <a:pt x="1173" y="846"/>
                    <a:pt x="1173" y="846"/>
                    <a:pt x="1173" y="846"/>
                  </a:cubicBezTo>
                  <a:cubicBezTo>
                    <a:pt x="1199" y="846"/>
                    <a:pt x="1219" y="826"/>
                    <a:pt x="1219" y="801"/>
                  </a:cubicBezTo>
                  <a:cubicBezTo>
                    <a:pt x="1219" y="473"/>
                    <a:pt x="1219" y="473"/>
                    <a:pt x="1219" y="473"/>
                  </a:cubicBezTo>
                  <a:cubicBezTo>
                    <a:pt x="1492" y="473"/>
                    <a:pt x="1492" y="473"/>
                    <a:pt x="1492" y="473"/>
                  </a:cubicBezTo>
                  <a:cubicBezTo>
                    <a:pt x="1492" y="801"/>
                    <a:pt x="1492" y="801"/>
                    <a:pt x="1492" y="801"/>
                  </a:cubicBezTo>
                  <a:cubicBezTo>
                    <a:pt x="1492" y="826"/>
                    <a:pt x="1512" y="846"/>
                    <a:pt x="1537" y="846"/>
                  </a:cubicBezTo>
                  <a:cubicBezTo>
                    <a:pt x="1920" y="846"/>
                    <a:pt x="1920" y="846"/>
                    <a:pt x="1920" y="846"/>
                  </a:cubicBezTo>
                  <a:cubicBezTo>
                    <a:pt x="1945" y="846"/>
                    <a:pt x="1965" y="826"/>
                    <a:pt x="1965" y="801"/>
                  </a:cubicBezTo>
                  <a:cubicBezTo>
                    <a:pt x="1965" y="418"/>
                    <a:pt x="1965" y="418"/>
                    <a:pt x="1965" y="418"/>
                  </a:cubicBezTo>
                  <a:cubicBezTo>
                    <a:pt x="1965" y="393"/>
                    <a:pt x="1945" y="373"/>
                    <a:pt x="1920" y="373"/>
                  </a:cubicBezTo>
                  <a:cubicBezTo>
                    <a:pt x="1592" y="373"/>
                    <a:pt x="1592" y="373"/>
                    <a:pt x="1592" y="373"/>
                  </a:cubicBezTo>
                  <a:cubicBezTo>
                    <a:pt x="1592" y="45"/>
                    <a:pt x="1592" y="45"/>
                    <a:pt x="1592" y="45"/>
                  </a:cubicBezTo>
                  <a:cubicBezTo>
                    <a:pt x="1592" y="20"/>
                    <a:pt x="1572" y="0"/>
                    <a:pt x="1547" y="0"/>
                  </a:cubicBezTo>
                  <a:lnTo>
                    <a:pt x="1164" y="0"/>
                  </a:lnTo>
                  <a:close/>
                  <a:moveTo>
                    <a:pt x="373" y="746"/>
                  </a:moveTo>
                  <a:cubicBezTo>
                    <a:pt x="100" y="746"/>
                    <a:pt x="100" y="746"/>
                    <a:pt x="100" y="746"/>
                  </a:cubicBezTo>
                  <a:cubicBezTo>
                    <a:pt x="100" y="473"/>
                    <a:pt x="100" y="473"/>
                    <a:pt x="100" y="473"/>
                  </a:cubicBezTo>
                  <a:cubicBezTo>
                    <a:pt x="373" y="473"/>
                    <a:pt x="373" y="473"/>
                    <a:pt x="373" y="473"/>
                  </a:cubicBezTo>
                  <a:lnTo>
                    <a:pt x="373" y="746"/>
                  </a:lnTo>
                  <a:close/>
                  <a:moveTo>
                    <a:pt x="473" y="373"/>
                  </a:moveTo>
                  <a:cubicBezTo>
                    <a:pt x="473" y="100"/>
                    <a:pt x="473" y="100"/>
                    <a:pt x="473" y="100"/>
                  </a:cubicBezTo>
                  <a:cubicBezTo>
                    <a:pt x="746" y="100"/>
                    <a:pt x="746" y="100"/>
                    <a:pt x="746" y="100"/>
                  </a:cubicBezTo>
                  <a:cubicBezTo>
                    <a:pt x="746" y="373"/>
                    <a:pt x="746" y="373"/>
                    <a:pt x="746" y="373"/>
                  </a:cubicBezTo>
                  <a:lnTo>
                    <a:pt x="473" y="373"/>
                  </a:lnTo>
                  <a:close/>
                  <a:moveTo>
                    <a:pt x="1119" y="746"/>
                  </a:moveTo>
                  <a:cubicBezTo>
                    <a:pt x="846" y="746"/>
                    <a:pt x="846" y="746"/>
                    <a:pt x="846" y="746"/>
                  </a:cubicBezTo>
                  <a:cubicBezTo>
                    <a:pt x="846" y="473"/>
                    <a:pt x="846" y="473"/>
                    <a:pt x="846" y="473"/>
                  </a:cubicBezTo>
                  <a:cubicBezTo>
                    <a:pt x="1119" y="473"/>
                    <a:pt x="1119" y="473"/>
                    <a:pt x="1119" y="473"/>
                  </a:cubicBezTo>
                  <a:lnTo>
                    <a:pt x="1119" y="746"/>
                  </a:lnTo>
                  <a:close/>
                  <a:moveTo>
                    <a:pt x="1219" y="373"/>
                  </a:moveTo>
                  <a:cubicBezTo>
                    <a:pt x="1219" y="100"/>
                    <a:pt x="1219" y="100"/>
                    <a:pt x="1219" y="100"/>
                  </a:cubicBezTo>
                  <a:cubicBezTo>
                    <a:pt x="1492" y="100"/>
                    <a:pt x="1492" y="100"/>
                    <a:pt x="1492" y="100"/>
                  </a:cubicBezTo>
                  <a:cubicBezTo>
                    <a:pt x="1492" y="373"/>
                    <a:pt x="1492" y="373"/>
                    <a:pt x="1492" y="373"/>
                  </a:cubicBezTo>
                  <a:lnTo>
                    <a:pt x="1219" y="373"/>
                  </a:lnTo>
                  <a:close/>
                  <a:moveTo>
                    <a:pt x="1865" y="746"/>
                  </a:moveTo>
                  <a:cubicBezTo>
                    <a:pt x="1592" y="746"/>
                    <a:pt x="1592" y="746"/>
                    <a:pt x="1592" y="746"/>
                  </a:cubicBezTo>
                  <a:cubicBezTo>
                    <a:pt x="1592" y="473"/>
                    <a:pt x="1592" y="473"/>
                    <a:pt x="1592" y="473"/>
                  </a:cubicBezTo>
                  <a:cubicBezTo>
                    <a:pt x="1865" y="473"/>
                    <a:pt x="1865" y="473"/>
                    <a:pt x="1865" y="473"/>
                  </a:cubicBezTo>
                  <a:lnTo>
                    <a:pt x="1865" y="746"/>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 name="Rectangle 11">
              <a:extLst>
                <a:ext uri="{FF2B5EF4-FFF2-40B4-BE49-F238E27FC236}">
                  <a16:creationId xmlns:a16="http://schemas.microsoft.com/office/drawing/2014/main" id="{7C01B20B-C9D4-4727-AB8C-B7D4EA77BBC9}"/>
                </a:ext>
              </a:extLst>
            </p:cNvPr>
            <p:cNvSpPr>
              <a:spLocks noChangeArrowheads="1"/>
            </p:cNvSpPr>
            <p:nvPr/>
          </p:nvSpPr>
          <p:spPr bwMode="auto">
            <a:xfrm>
              <a:off x="3627438" y="3408363"/>
              <a:ext cx="434975" cy="385763"/>
            </a:xfrm>
            <a:prstGeom prst="rect">
              <a:avLst/>
            </a:prstGeom>
            <a:gradFill flip="none" rotWithShape="1">
              <a:gsLst>
                <a:gs pos="0">
                  <a:srgbClr val="C7C7C7"/>
                </a:gs>
                <a:gs pos="100000">
                  <a:srgbClr val="FFFFFF">
                    <a:alpha val="0"/>
                  </a:srgb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3" name="Rectangle 12">
              <a:extLst>
                <a:ext uri="{FF2B5EF4-FFF2-40B4-BE49-F238E27FC236}">
                  <a16:creationId xmlns:a16="http://schemas.microsoft.com/office/drawing/2014/main" id="{EE5DCE67-F4D0-4E65-B22B-FE85E37C678F}"/>
                </a:ext>
              </a:extLst>
            </p:cNvPr>
            <p:cNvSpPr>
              <a:spLocks noChangeArrowheads="1"/>
            </p:cNvSpPr>
            <p:nvPr/>
          </p:nvSpPr>
          <p:spPr bwMode="auto">
            <a:xfrm>
              <a:off x="3627438" y="2584450"/>
              <a:ext cx="434975" cy="392113"/>
            </a:xfrm>
            <a:prstGeom prst="rect">
              <a:avLst/>
            </a:prstGeom>
            <a:gradFill flip="none" rotWithShape="1">
              <a:gsLst>
                <a:gs pos="0">
                  <a:srgbClr val="C7C7C7"/>
                </a:gs>
                <a:gs pos="100000">
                  <a:srgbClr val="FFFFFF">
                    <a:alpha val="0"/>
                  </a:srgb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4" name="Rectangle 13">
              <a:extLst>
                <a:ext uri="{FF2B5EF4-FFF2-40B4-BE49-F238E27FC236}">
                  <a16:creationId xmlns:a16="http://schemas.microsoft.com/office/drawing/2014/main" id="{109E8F18-F7F3-4B27-B77E-7C06A3751994}"/>
                </a:ext>
              </a:extLst>
            </p:cNvPr>
            <p:cNvSpPr>
              <a:spLocks noChangeArrowheads="1"/>
            </p:cNvSpPr>
            <p:nvPr/>
          </p:nvSpPr>
          <p:spPr bwMode="auto">
            <a:xfrm>
              <a:off x="5564188" y="2971800"/>
              <a:ext cx="390525" cy="436563"/>
            </a:xfrm>
            <a:prstGeom prst="rect">
              <a:avLst/>
            </a:prstGeom>
            <a:gradFill flip="none" rotWithShape="1">
              <a:gsLst>
                <a:gs pos="0">
                  <a:srgbClr val="C7C7C7"/>
                </a:gs>
                <a:gs pos="100000">
                  <a:srgbClr val="FFFFFF">
                    <a:alpha val="0"/>
                  </a:srgbClr>
                </a:gs>
              </a:gsLst>
              <a:lin ang="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5" name="Rectangle 14">
              <a:extLst>
                <a:ext uri="{FF2B5EF4-FFF2-40B4-BE49-F238E27FC236}">
                  <a16:creationId xmlns:a16="http://schemas.microsoft.com/office/drawing/2014/main" id="{ED38F5DC-6874-46AA-ADE6-1473C31D799C}"/>
                </a:ext>
              </a:extLst>
            </p:cNvPr>
            <p:cNvSpPr>
              <a:spLocks noChangeArrowheads="1"/>
            </p:cNvSpPr>
            <p:nvPr/>
          </p:nvSpPr>
          <p:spPr bwMode="auto">
            <a:xfrm>
              <a:off x="4741863" y="2971800"/>
              <a:ext cx="387350" cy="436563"/>
            </a:xfrm>
            <a:prstGeom prst="rect">
              <a:avLst/>
            </a:prstGeom>
            <a:gradFill flip="none" rotWithShape="1">
              <a:gsLst>
                <a:gs pos="0">
                  <a:srgbClr val="C7C7C7"/>
                </a:gs>
                <a:gs pos="100000">
                  <a:srgbClr val="FFFFFF">
                    <a:alpha val="0"/>
                  </a:srgbClr>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6" name="Rectangle 15">
              <a:extLst>
                <a:ext uri="{FF2B5EF4-FFF2-40B4-BE49-F238E27FC236}">
                  <a16:creationId xmlns:a16="http://schemas.microsoft.com/office/drawing/2014/main" id="{74B3745B-7E97-47E9-964C-3A050FDA1FE2}"/>
                </a:ext>
              </a:extLst>
            </p:cNvPr>
            <p:cNvSpPr>
              <a:spLocks noChangeArrowheads="1"/>
            </p:cNvSpPr>
            <p:nvPr/>
          </p:nvSpPr>
          <p:spPr bwMode="auto">
            <a:xfrm>
              <a:off x="8569325" y="2971800"/>
              <a:ext cx="385763" cy="436563"/>
            </a:xfrm>
            <a:prstGeom prst="rect">
              <a:avLst/>
            </a:prstGeom>
            <a:gradFill flip="none" rotWithShape="1">
              <a:gsLst>
                <a:gs pos="0">
                  <a:srgbClr val="C7C7C7"/>
                </a:gs>
                <a:gs pos="100000">
                  <a:srgbClr val="FFFFFF">
                    <a:alpha val="0"/>
                  </a:srgbClr>
                </a:gs>
              </a:gsLst>
              <a:lin ang="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7" name="Rectangle 16">
              <a:extLst>
                <a:ext uri="{FF2B5EF4-FFF2-40B4-BE49-F238E27FC236}">
                  <a16:creationId xmlns:a16="http://schemas.microsoft.com/office/drawing/2014/main" id="{4A49F854-1724-4373-AA5E-CB3C5CF2459A}"/>
                </a:ext>
              </a:extLst>
            </p:cNvPr>
            <p:cNvSpPr>
              <a:spLocks noChangeArrowheads="1"/>
            </p:cNvSpPr>
            <p:nvPr/>
          </p:nvSpPr>
          <p:spPr bwMode="auto">
            <a:xfrm>
              <a:off x="7747000" y="2971800"/>
              <a:ext cx="390525" cy="436563"/>
            </a:xfrm>
            <a:prstGeom prst="rect">
              <a:avLst/>
            </a:prstGeom>
            <a:gradFill flip="none" rotWithShape="1">
              <a:gsLst>
                <a:gs pos="0">
                  <a:srgbClr val="C7C7C7"/>
                </a:gs>
                <a:gs pos="100000">
                  <a:srgbClr val="FFFFFF">
                    <a:alpha val="0"/>
                  </a:srgbClr>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8" name="Rectangle 17">
              <a:extLst>
                <a:ext uri="{FF2B5EF4-FFF2-40B4-BE49-F238E27FC236}">
                  <a16:creationId xmlns:a16="http://schemas.microsoft.com/office/drawing/2014/main" id="{91CB2DCA-132B-44B4-A54D-049FCA030DB8}"/>
                </a:ext>
              </a:extLst>
            </p:cNvPr>
            <p:cNvSpPr>
              <a:spLocks noChangeArrowheads="1"/>
            </p:cNvSpPr>
            <p:nvPr/>
          </p:nvSpPr>
          <p:spPr bwMode="auto">
            <a:xfrm>
              <a:off x="6630988" y="3408363"/>
              <a:ext cx="434975" cy="385763"/>
            </a:xfrm>
            <a:prstGeom prst="rect">
              <a:avLst/>
            </a:prstGeom>
            <a:gradFill flip="none" rotWithShape="1">
              <a:gsLst>
                <a:gs pos="0">
                  <a:srgbClr val="C7C7C7"/>
                </a:gs>
                <a:gs pos="100000">
                  <a:srgbClr val="FFFFFF">
                    <a:alpha val="0"/>
                  </a:srgb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 name="Rectangle 18">
              <a:extLst>
                <a:ext uri="{FF2B5EF4-FFF2-40B4-BE49-F238E27FC236}">
                  <a16:creationId xmlns:a16="http://schemas.microsoft.com/office/drawing/2014/main" id="{1424CC1F-2A83-41AA-BAA1-94AEA9B3B953}"/>
                </a:ext>
              </a:extLst>
            </p:cNvPr>
            <p:cNvSpPr>
              <a:spLocks noChangeArrowheads="1"/>
            </p:cNvSpPr>
            <p:nvPr/>
          </p:nvSpPr>
          <p:spPr bwMode="auto">
            <a:xfrm>
              <a:off x="6630988" y="2584450"/>
              <a:ext cx="434975" cy="392113"/>
            </a:xfrm>
            <a:prstGeom prst="rect">
              <a:avLst/>
            </a:prstGeom>
            <a:gradFill flip="none" rotWithShape="1">
              <a:gsLst>
                <a:gs pos="0">
                  <a:srgbClr val="C7C7C7"/>
                </a:gs>
                <a:gs pos="100000">
                  <a:srgbClr val="FFFFFF">
                    <a:alpha val="0"/>
                  </a:srgb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2C1CB473-6CCB-4134-BCB7-C83D9411D3C1}"/>
                </a:ext>
              </a:extLst>
            </p:cNvPr>
            <p:cNvSpPr>
              <a:spLocks noEditPoints="1"/>
            </p:cNvSpPr>
            <p:nvPr/>
          </p:nvSpPr>
          <p:spPr bwMode="auto">
            <a:xfrm>
              <a:off x="2124075" y="1471613"/>
              <a:ext cx="7878763" cy="3371850"/>
            </a:xfrm>
            <a:custGeom>
              <a:avLst/>
              <a:gdLst>
                <a:gd name="T0" fmla="*/ 1555 w 1956"/>
                <a:gd name="T1" fmla="*/ 7 h 836"/>
                <a:gd name="T2" fmla="*/ 1127 w 1956"/>
                <a:gd name="T3" fmla="*/ 52 h 836"/>
                <a:gd name="T4" fmla="*/ 1227 w 1956"/>
                <a:gd name="T5" fmla="*/ 373 h 836"/>
                <a:gd name="T6" fmla="*/ 1493 w 1956"/>
                <a:gd name="T7" fmla="*/ 373 h 836"/>
                <a:gd name="T8" fmla="*/ 1500 w 1956"/>
                <a:gd name="T9" fmla="*/ 107 h 836"/>
                <a:gd name="T10" fmla="*/ 1500 w 1956"/>
                <a:gd name="T11" fmla="*/ 480 h 836"/>
                <a:gd name="T12" fmla="*/ 1510 w 1956"/>
                <a:gd name="T13" fmla="*/ 836 h 836"/>
                <a:gd name="T14" fmla="*/ 1493 w 1956"/>
                <a:gd name="T15" fmla="*/ 480 h 836"/>
                <a:gd name="T16" fmla="*/ 1235 w 1956"/>
                <a:gd name="T17" fmla="*/ 380 h 836"/>
                <a:gd name="T18" fmla="*/ 1127 w 1956"/>
                <a:gd name="T19" fmla="*/ 380 h 836"/>
                <a:gd name="T20" fmla="*/ 854 w 1956"/>
                <a:gd name="T21" fmla="*/ 380 h 836"/>
                <a:gd name="T22" fmla="*/ 1120 w 1956"/>
                <a:gd name="T23" fmla="*/ 373 h 836"/>
                <a:gd name="T24" fmla="*/ 1165 w 1956"/>
                <a:gd name="T25" fmla="*/ 0 h 836"/>
                <a:gd name="T26" fmla="*/ 1583 w 1956"/>
                <a:gd name="T27" fmla="*/ 17 h 836"/>
                <a:gd name="T28" fmla="*/ 854 w 1956"/>
                <a:gd name="T29" fmla="*/ 746 h 836"/>
                <a:gd name="T30" fmla="*/ 1127 w 1956"/>
                <a:gd name="T31" fmla="*/ 753 h 836"/>
                <a:gd name="T32" fmla="*/ 1120 w 1956"/>
                <a:gd name="T33" fmla="*/ 480 h 836"/>
                <a:gd name="T34" fmla="*/ 1920 w 1956"/>
                <a:gd name="T35" fmla="*/ 373 h 836"/>
                <a:gd name="T36" fmla="*/ 1600 w 1956"/>
                <a:gd name="T37" fmla="*/ 380 h 836"/>
                <a:gd name="T38" fmla="*/ 1956 w 1956"/>
                <a:gd name="T39" fmla="*/ 390 h 836"/>
                <a:gd name="T40" fmla="*/ 1866 w 1956"/>
                <a:gd name="T41" fmla="*/ 746 h 836"/>
                <a:gd name="T42" fmla="*/ 1600 w 1956"/>
                <a:gd name="T43" fmla="*/ 753 h 836"/>
                <a:gd name="T44" fmla="*/ 1873 w 1956"/>
                <a:gd name="T45" fmla="*/ 480 h 836"/>
                <a:gd name="T46" fmla="*/ 1866 w 1956"/>
                <a:gd name="T47" fmla="*/ 746 h 836"/>
                <a:gd name="T48" fmla="*/ 108 w 1956"/>
                <a:gd name="T49" fmla="*/ 746 h 836"/>
                <a:gd name="T50" fmla="*/ 381 w 1956"/>
                <a:gd name="T51" fmla="*/ 753 h 836"/>
                <a:gd name="T52" fmla="*/ 373 w 1956"/>
                <a:gd name="T53" fmla="*/ 480 h 836"/>
                <a:gd name="T54" fmla="*/ 801 w 1956"/>
                <a:gd name="T55" fmla="*/ 0 h 836"/>
                <a:gd name="T56" fmla="*/ 373 w 1956"/>
                <a:gd name="T57" fmla="*/ 45 h 836"/>
                <a:gd name="T58" fmla="*/ 46 w 1956"/>
                <a:gd name="T59" fmla="*/ 373 h 836"/>
                <a:gd name="T60" fmla="*/ 0 w 1956"/>
                <a:gd name="T61" fmla="*/ 800 h 836"/>
                <a:gd name="T62" fmla="*/ 8 w 1956"/>
                <a:gd name="T63" fmla="*/ 808 h 836"/>
                <a:gd name="T64" fmla="*/ 53 w 1956"/>
                <a:gd name="T65" fmla="*/ 380 h 836"/>
                <a:gd name="T66" fmla="*/ 381 w 1956"/>
                <a:gd name="T67" fmla="*/ 380 h 836"/>
                <a:gd name="T68" fmla="*/ 487 w 1956"/>
                <a:gd name="T69" fmla="*/ 380 h 836"/>
                <a:gd name="T70" fmla="*/ 746 w 1956"/>
                <a:gd name="T71" fmla="*/ 480 h 836"/>
                <a:gd name="T72" fmla="*/ 746 w 1956"/>
                <a:gd name="T73" fmla="*/ 800 h 836"/>
                <a:gd name="T74" fmla="*/ 754 w 1956"/>
                <a:gd name="T75" fmla="*/ 808 h 836"/>
                <a:gd name="T76" fmla="*/ 754 w 1956"/>
                <a:gd name="T77" fmla="*/ 480 h 836"/>
                <a:gd name="T78" fmla="*/ 754 w 1956"/>
                <a:gd name="T79" fmla="*/ 107 h 836"/>
                <a:gd name="T80" fmla="*/ 746 w 1956"/>
                <a:gd name="T81" fmla="*/ 373 h 836"/>
                <a:gd name="T82" fmla="*/ 481 w 1956"/>
                <a:gd name="T83" fmla="*/ 373 h 836"/>
                <a:gd name="T84" fmla="*/ 381 w 1956"/>
                <a:gd name="T85" fmla="*/ 52 h 836"/>
                <a:gd name="T86" fmla="*/ 808 w 1956"/>
                <a:gd name="T87" fmla="*/ 7 h 836"/>
                <a:gd name="T88" fmla="*/ 801 w 1956"/>
                <a:gd name="T89" fmla="*/ 0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6" h="836">
                  <a:moveTo>
                    <a:pt x="1583" y="17"/>
                  </a:moveTo>
                  <a:cubicBezTo>
                    <a:pt x="1575" y="11"/>
                    <a:pt x="1565" y="7"/>
                    <a:pt x="1555" y="7"/>
                  </a:cubicBezTo>
                  <a:cubicBezTo>
                    <a:pt x="1172" y="7"/>
                    <a:pt x="1172" y="7"/>
                    <a:pt x="1172" y="7"/>
                  </a:cubicBezTo>
                  <a:cubicBezTo>
                    <a:pt x="1147" y="7"/>
                    <a:pt x="1127" y="27"/>
                    <a:pt x="1127" y="52"/>
                  </a:cubicBezTo>
                  <a:cubicBezTo>
                    <a:pt x="1127" y="373"/>
                    <a:pt x="1127" y="373"/>
                    <a:pt x="1127" y="373"/>
                  </a:cubicBezTo>
                  <a:cubicBezTo>
                    <a:pt x="1227" y="373"/>
                    <a:pt x="1227" y="373"/>
                    <a:pt x="1227" y="373"/>
                  </a:cubicBezTo>
                  <a:cubicBezTo>
                    <a:pt x="1235" y="373"/>
                    <a:pt x="1235" y="373"/>
                    <a:pt x="1235" y="373"/>
                  </a:cubicBezTo>
                  <a:cubicBezTo>
                    <a:pt x="1493" y="373"/>
                    <a:pt x="1493" y="373"/>
                    <a:pt x="1493" y="373"/>
                  </a:cubicBezTo>
                  <a:cubicBezTo>
                    <a:pt x="1493" y="107"/>
                    <a:pt x="1493" y="107"/>
                    <a:pt x="1493" y="107"/>
                  </a:cubicBezTo>
                  <a:cubicBezTo>
                    <a:pt x="1500" y="107"/>
                    <a:pt x="1500" y="107"/>
                    <a:pt x="1500" y="107"/>
                  </a:cubicBezTo>
                  <a:cubicBezTo>
                    <a:pt x="1500" y="380"/>
                    <a:pt x="1500" y="380"/>
                    <a:pt x="1500" y="380"/>
                  </a:cubicBezTo>
                  <a:cubicBezTo>
                    <a:pt x="1500" y="480"/>
                    <a:pt x="1500" y="480"/>
                    <a:pt x="1500" y="480"/>
                  </a:cubicBezTo>
                  <a:cubicBezTo>
                    <a:pt x="1500" y="808"/>
                    <a:pt x="1500" y="808"/>
                    <a:pt x="1500" y="808"/>
                  </a:cubicBezTo>
                  <a:cubicBezTo>
                    <a:pt x="1500" y="818"/>
                    <a:pt x="1504" y="828"/>
                    <a:pt x="1510" y="836"/>
                  </a:cubicBezTo>
                  <a:cubicBezTo>
                    <a:pt x="1499" y="828"/>
                    <a:pt x="1493" y="815"/>
                    <a:pt x="1493" y="800"/>
                  </a:cubicBezTo>
                  <a:cubicBezTo>
                    <a:pt x="1493" y="480"/>
                    <a:pt x="1493" y="480"/>
                    <a:pt x="1493" y="480"/>
                  </a:cubicBezTo>
                  <a:cubicBezTo>
                    <a:pt x="1493" y="380"/>
                    <a:pt x="1493" y="380"/>
                    <a:pt x="1493" y="380"/>
                  </a:cubicBezTo>
                  <a:cubicBezTo>
                    <a:pt x="1235" y="380"/>
                    <a:pt x="1235" y="380"/>
                    <a:pt x="1235" y="380"/>
                  </a:cubicBezTo>
                  <a:cubicBezTo>
                    <a:pt x="1227" y="380"/>
                    <a:pt x="1227" y="380"/>
                    <a:pt x="1227" y="380"/>
                  </a:cubicBezTo>
                  <a:cubicBezTo>
                    <a:pt x="1127" y="380"/>
                    <a:pt x="1127" y="380"/>
                    <a:pt x="1127" y="380"/>
                  </a:cubicBezTo>
                  <a:cubicBezTo>
                    <a:pt x="1120" y="380"/>
                    <a:pt x="1120" y="380"/>
                    <a:pt x="1120" y="380"/>
                  </a:cubicBezTo>
                  <a:cubicBezTo>
                    <a:pt x="854" y="380"/>
                    <a:pt x="854" y="380"/>
                    <a:pt x="854" y="380"/>
                  </a:cubicBezTo>
                  <a:cubicBezTo>
                    <a:pt x="854" y="373"/>
                    <a:pt x="854" y="373"/>
                    <a:pt x="854" y="373"/>
                  </a:cubicBezTo>
                  <a:cubicBezTo>
                    <a:pt x="1120" y="373"/>
                    <a:pt x="1120" y="373"/>
                    <a:pt x="1120" y="373"/>
                  </a:cubicBezTo>
                  <a:cubicBezTo>
                    <a:pt x="1120" y="45"/>
                    <a:pt x="1120" y="45"/>
                    <a:pt x="1120" y="45"/>
                  </a:cubicBezTo>
                  <a:cubicBezTo>
                    <a:pt x="1120" y="20"/>
                    <a:pt x="1140" y="0"/>
                    <a:pt x="1165" y="0"/>
                  </a:cubicBezTo>
                  <a:cubicBezTo>
                    <a:pt x="1547" y="0"/>
                    <a:pt x="1547" y="0"/>
                    <a:pt x="1547" y="0"/>
                  </a:cubicBezTo>
                  <a:cubicBezTo>
                    <a:pt x="1562" y="0"/>
                    <a:pt x="1575" y="6"/>
                    <a:pt x="1583" y="17"/>
                  </a:cubicBezTo>
                  <a:close/>
                  <a:moveTo>
                    <a:pt x="1120" y="746"/>
                  </a:moveTo>
                  <a:cubicBezTo>
                    <a:pt x="854" y="746"/>
                    <a:pt x="854" y="746"/>
                    <a:pt x="854" y="746"/>
                  </a:cubicBezTo>
                  <a:cubicBezTo>
                    <a:pt x="854" y="753"/>
                    <a:pt x="854" y="753"/>
                    <a:pt x="854" y="753"/>
                  </a:cubicBezTo>
                  <a:cubicBezTo>
                    <a:pt x="1127" y="753"/>
                    <a:pt x="1127" y="753"/>
                    <a:pt x="1127" y="753"/>
                  </a:cubicBezTo>
                  <a:cubicBezTo>
                    <a:pt x="1127" y="480"/>
                    <a:pt x="1127" y="480"/>
                    <a:pt x="1127" y="480"/>
                  </a:cubicBezTo>
                  <a:cubicBezTo>
                    <a:pt x="1120" y="480"/>
                    <a:pt x="1120" y="480"/>
                    <a:pt x="1120" y="480"/>
                  </a:cubicBezTo>
                  <a:lnTo>
                    <a:pt x="1120" y="746"/>
                  </a:lnTo>
                  <a:close/>
                  <a:moveTo>
                    <a:pt x="1920" y="373"/>
                  </a:moveTo>
                  <a:cubicBezTo>
                    <a:pt x="1600" y="373"/>
                    <a:pt x="1600" y="373"/>
                    <a:pt x="1600" y="373"/>
                  </a:cubicBezTo>
                  <a:cubicBezTo>
                    <a:pt x="1600" y="380"/>
                    <a:pt x="1600" y="380"/>
                    <a:pt x="1600" y="380"/>
                  </a:cubicBezTo>
                  <a:cubicBezTo>
                    <a:pt x="1928" y="380"/>
                    <a:pt x="1928" y="380"/>
                    <a:pt x="1928" y="380"/>
                  </a:cubicBezTo>
                  <a:cubicBezTo>
                    <a:pt x="1938" y="380"/>
                    <a:pt x="1948" y="384"/>
                    <a:pt x="1956" y="390"/>
                  </a:cubicBezTo>
                  <a:cubicBezTo>
                    <a:pt x="1948" y="379"/>
                    <a:pt x="1935" y="373"/>
                    <a:pt x="1920" y="373"/>
                  </a:cubicBezTo>
                  <a:close/>
                  <a:moveTo>
                    <a:pt x="1866" y="746"/>
                  </a:moveTo>
                  <a:cubicBezTo>
                    <a:pt x="1600" y="746"/>
                    <a:pt x="1600" y="746"/>
                    <a:pt x="1600" y="746"/>
                  </a:cubicBezTo>
                  <a:cubicBezTo>
                    <a:pt x="1600" y="753"/>
                    <a:pt x="1600" y="753"/>
                    <a:pt x="1600" y="753"/>
                  </a:cubicBezTo>
                  <a:cubicBezTo>
                    <a:pt x="1873" y="753"/>
                    <a:pt x="1873" y="753"/>
                    <a:pt x="1873" y="753"/>
                  </a:cubicBezTo>
                  <a:cubicBezTo>
                    <a:pt x="1873" y="480"/>
                    <a:pt x="1873" y="480"/>
                    <a:pt x="1873" y="480"/>
                  </a:cubicBezTo>
                  <a:cubicBezTo>
                    <a:pt x="1866" y="480"/>
                    <a:pt x="1866" y="480"/>
                    <a:pt x="1866" y="480"/>
                  </a:cubicBezTo>
                  <a:lnTo>
                    <a:pt x="1866" y="746"/>
                  </a:lnTo>
                  <a:close/>
                  <a:moveTo>
                    <a:pt x="373" y="746"/>
                  </a:moveTo>
                  <a:cubicBezTo>
                    <a:pt x="108" y="746"/>
                    <a:pt x="108" y="746"/>
                    <a:pt x="108" y="746"/>
                  </a:cubicBezTo>
                  <a:cubicBezTo>
                    <a:pt x="108" y="753"/>
                    <a:pt x="108" y="753"/>
                    <a:pt x="108" y="753"/>
                  </a:cubicBezTo>
                  <a:cubicBezTo>
                    <a:pt x="381" y="753"/>
                    <a:pt x="381" y="753"/>
                    <a:pt x="381" y="753"/>
                  </a:cubicBezTo>
                  <a:cubicBezTo>
                    <a:pt x="381" y="480"/>
                    <a:pt x="381" y="480"/>
                    <a:pt x="381" y="480"/>
                  </a:cubicBezTo>
                  <a:cubicBezTo>
                    <a:pt x="373" y="480"/>
                    <a:pt x="373" y="480"/>
                    <a:pt x="373" y="480"/>
                  </a:cubicBezTo>
                  <a:lnTo>
                    <a:pt x="373" y="746"/>
                  </a:lnTo>
                  <a:close/>
                  <a:moveTo>
                    <a:pt x="801" y="0"/>
                  </a:moveTo>
                  <a:cubicBezTo>
                    <a:pt x="419" y="0"/>
                    <a:pt x="419" y="0"/>
                    <a:pt x="419" y="0"/>
                  </a:cubicBezTo>
                  <a:cubicBezTo>
                    <a:pt x="394" y="0"/>
                    <a:pt x="373" y="20"/>
                    <a:pt x="373" y="45"/>
                  </a:cubicBezTo>
                  <a:cubicBezTo>
                    <a:pt x="373" y="373"/>
                    <a:pt x="373" y="373"/>
                    <a:pt x="373" y="373"/>
                  </a:cubicBezTo>
                  <a:cubicBezTo>
                    <a:pt x="46" y="373"/>
                    <a:pt x="46" y="373"/>
                    <a:pt x="46" y="373"/>
                  </a:cubicBezTo>
                  <a:cubicBezTo>
                    <a:pt x="21" y="373"/>
                    <a:pt x="0" y="393"/>
                    <a:pt x="0" y="418"/>
                  </a:cubicBezTo>
                  <a:cubicBezTo>
                    <a:pt x="0" y="800"/>
                    <a:pt x="0" y="800"/>
                    <a:pt x="0" y="800"/>
                  </a:cubicBezTo>
                  <a:cubicBezTo>
                    <a:pt x="0" y="815"/>
                    <a:pt x="7" y="828"/>
                    <a:pt x="17" y="836"/>
                  </a:cubicBezTo>
                  <a:cubicBezTo>
                    <a:pt x="11" y="828"/>
                    <a:pt x="8" y="818"/>
                    <a:pt x="8" y="808"/>
                  </a:cubicBezTo>
                  <a:cubicBezTo>
                    <a:pt x="8" y="425"/>
                    <a:pt x="8" y="425"/>
                    <a:pt x="8" y="425"/>
                  </a:cubicBezTo>
                  <a:cubicBezTo>
                    <a:pt x="8" y="400"/>
                    <a:pt x="28" y="380"/>
                    <a:pt x="53" y="380"/>
                  </a:cubicBezTo>
                  <a:cubicBezTo>
                    <a:pt x="373" y="380"/>
                    <a:pt x="373" y="380"/>
                    <a:pt x="373" y="380"/>
                  </a:cubicBezTo>
                  <a:cubicBezTo>
                    <a:pt x="381" y="380"/>
                    <a:pt x="381" y="380"/>
                    <a:pt x="381" y="380"/>
                  </a:cubicBezTo>
                  <a:cubicBezTo>
                    <a:pt x="481" y="380"/>
                    <a:pt x="481" y="380"/>
                    <a:pt x="481" y="380"/>
                  </a:cubicBezTo>
                  <a:cubicBezTo>
                    <a:pt x="487" y="380"/>
                    <a:pt x="487" y="380"/>
                    <a:pt x="487" y="380"/>
                  </a:cubicBezTo>
                  <a:cubicBezTo>
                    <a:pt x="746" y="380"/>
                    <a:pt x="746" y="380"/>
                    <a:pt x="746" y="380"/>
                  </a:cubicBezTo>
                  <a:cubicBezTo>
                    <a:pt x="746" y="480"/>
                    <a:pt x="746" y="480"/>
                    <a:pt x="746" y="480"/>
                  </a:cubicBezTo>
                  <a:cubicBezTo>
                    <a:pt x="746" y="500"/>
                    <a:pt x="746" y="500"/>
                    <a:pt x="746" y="500"/>
                  </a:cubicBezTo>
                  <a:cubicBezTo>
                    <a:pt x="746" y="800"/>
                    <a:pt x="746" y="800"/>
                    <a:pt x="746" y="800"/>
                  </a:cubicBezTo>
                  <a:cubicBezTo>
                    <a:pt x="746" y="815"/>
                    <a:pt x="753" y="828"/>
                    <a:pt x="764" y="836"/>
                  </a:cubicBezTo>
                  <a:cubicBezTo>
                    <a:pt x="757" y="828"/>
                    <a:pt x="754" y="818"/>
                    <a:pt x="754" y="808"/>
                  </a:cubicBezTo>
                  <a:cubicBezTo>
                    <a:pt x="754" y="500"/>
                    <a:pt x="754" y="500"/>
                    <a:pt x="754" y="500"/>
                  </a:cubicBezTo>
                  <a:cubicBezTo>
                    <a:pt x="754" y="480"/>
                    <a:pt x="754" y="480"/>
                    <a:pt x="754" y="480"/>
                  </a:cubicBezTo>
                  <a:cubicBezTo>
                    <a:pt x="754" y="380"/>
                    <a:pt x="754" y="380"/>
                    <a:pt x="754" y="380"/>
                  </a:cubicBezTo>
                  <a:cubicBezTo>
                    <a:pt x="754" y="107"/>
                    <a:pt x="754" y="107"/>
                    <a:pt x="754" y="107"/>
                  </a:cubicBezTo>
                  <a:cubicBezTo>
                    <a:pt x="746" y="107"/>
                    <a:pt x="746" y="107"/>
                    <a:pt x="746" y="107"/>
                  </a:cubicBezTo>
                  <a:cubicBezTo>
                    <a:pt x="746" y="373"/>
                    <a:pt x="746" y="373"/>
                    <a:pt x="746" y="373"/>
                  </a:cubicBezTo>
                  <a:cubicBezTo>
                    <a:pt x="487" y="373"/>
                    <a:pt x="487" y="373"/>
                    <a:pt x="487" y="373"/>
                  </a:cubicBezTo>
                  <a:cubicBezTo>
                    <a:pt x="481" y="373"/>
                    <a:pt x="481" y="373"/>
                    <a:pt x="481" y="373"/>
                  </a:cubicBezTo>
                  <a:cubicBezTo>
                    <a:pt x="381" y="373"/>
                    <a:pt x="381" y="373"/>
                    <a:pt x="381" y="373"/>
                  </a:cubicBezTo>
                  <a:cubicBezTo>
                    <a:pt x="381" y="52"/>
                    <a:pt x="381" y="52"/>
                    <a:pt x="381" y="52"/>
                  </a:cubicBezTo>
                  <a:cubicBezTo>
                    <a:pt x="381" y="27"/>
                    <a:pt x="401" y="7"/>
                    <a:pt x="426" y="7"/>
                  </a:cubicBezTo>
                  <a:cubicBezTo>
                    <a:pt x="808" y="7"/>
                    <a:pt x="808" y="7"/>
                    <a:pt x="808" y="7"/>
                  </a:cubicBezTo>
                  <a:cubicBezTo>
                    <a:pt x="819" y="7"/>
                    <a:pt x="829" y="11"/>
                    <a:pt x="837" y="17"/>
                  </a:cubicBezTo>
                  <a:cubicBezTo>
                    <a:pt x="828" y="6"/>
                    <a:pt x="815" y="0"/>
                    <a:pt x="801"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2" name="Group 21">
            <a:extLst>
              <a:ext uri="{FF2B5EF4-FFF2-40B4-BE49-F238E27FC236}">
                <a16:creationId xmlns:a16="http://schemas.microsoft.com/office/drawing/2014/main" id="{25F7313E-DC18-4491-9668-313184E0648A}"/>
              </a:ext>
            </a:extLst>
          </p:cNvPr>
          <p:cNvGrpSpPr/>
          <p:nvPr/>
        </p:nvGrpSpPr>
        <p:grpSpPr>
          <a:xfrm>
            <a:off x="5789355" y="3874216"/>
            <a:ext cx="917684" cy="883946"/>
            <a:chOff x="6715125" y="2906713"/>
            <a:chExt cx="863600" cy="831850"/>
          </a:xfrm>
        </p:grpSpPr>
        <p:sp>
          <p:nvSpPr>
            <p:cNvPr id="23" name="Freeform 184">
              <a:extLst>
                <a:ext uri="{FF2B5EF4-FFF2-40B4-BE49-F238E27FC236}">
                  <a16:creationId xmlns:a16="http://schemas.microsoft.com/office/drawing/2014/main" id="{F224A724-15E9-47A5-85A6-74314F2EEE1F}"/>
                </a:ext>
              </a:extLst>
            </p:cNvPr>
            <p:cNvSpPr>
              <a:spLocks/>
            </p:cNvSpPr>
            <p:nvPr/>
          </p:nvSpPr>
          <p:spPr bwMode="auto">
            <a:xfrm>
              <a:off x="6715125" y="2906713"/>
              <a:ext cx="863600" cy="831850"/>
            </a:xfrm>
            <a:custGeom>
              <a:avLst/>
              <a:gdLst>
                <a:gd name="T0" fmla="*/ 151 w 241"/>
                <a:gd name="T1" fmla="*/ 6 h 232"/>
                <a:gd name="T2" fmla="*/ 241 w 241"/>
                <a:gd name="T3" fmla="*/ 95 h 232"/>
                <a:gd name="T4" fmla="*/ 104 w 241"/>
                <a:gd name="T5" fmla="*/ 232 h 232"/>
                <a:gd name="T6" fmla="*/ 24 w 241"/>
                <a:gd name="T7" fmla="*/ 152 h 232"/>
                <a:gd name="T8" fmla="*/ 38 w 241"/>
                <a:gd name="T9" fmla="*/ 61 h 232"/>
                <a:gd name="T10" fmla="*/ 37 w 241"/>
                <a:gd name="T11" fmla="*/ 61 h 232"/>
                <a:gd name="T12" fmla="*/ 21 w 241"/>
                <a:gd name="T13" fmla="*/ 44 h 232"/>
                <a:gd name="T14" fmla="*/ 21 w 241"/>
                <a:gd name="T15" fmla="*/ 41 h 232"/>
                <a:gd name="T16" fmla="*/ 42 w 241"/>
                <a:gd name="T17" fmla="*/ 38 h 232"/>
                <a:gd name="T18" fmla="*/ 24 w 241"/>
                <a:gd name="T19" fmla="*/ 20 h 232"/>
                <a:gd name="T20" fmla="*/ 26 w 241"/>
                <a:gd name="T21" fmla="*/ 4 h 232"/>
                <a:gd name="T22" fmla="*/ 47 w 241"/>
                <a:gd name="T23" fmla="*/ 3 h 232"/>
                <a:gd name="T24" fmla="*/ 66 w 241"/>
                <a:gd name="T25" fmla="*/ 22 h 232"/>
                <a:gd name="T26" fmla="*/ 66 w 241"/>
                <a:gd name="T27" fmla="*/ 20 h 232"/>
                <a:gd name="T28" fmla="*/ 52 w 241"/>
                <a:gd name="T29" fmla="*/ 6 h 232"/>
                <a:gd name="T30" fmla="*/ 52 w 241"/>
                <a:gd name="T31" fmla="*/ 2 h 232"/>
                <a:gd name="T32" fmla="*/ 85 w 241"/>
                <a:gd name="T33" fmla="*/ 2 h 232"/>
                <a:gd name="T34" fmla="*/ 92 w 241"/>
                <a:gd name="T35" fmla="*/ 8 h 232"/>
                <a:gd name="T36" fmla="*/ 92 w 241"/>
                <a:gd name="T37" fmla="*/ 2 h 232"/>
                <a:gd name="T38" fmla="*/ 116 w 241"/>
                <a:gd name="T39" fmla="*/ 2 h 232"/>
                <a:gd name="T40" fmla="*/ 126 w 241"/>
                <a:gd name="T41" fmla="*/ 12 h 232"/>
                <a:gd name="T42" fmla="*/ 126 w 241"/>
                <a:gd name="T43" fmla="*/ 3 h 232"/>
                <a:gd name="T44" fmla="*/ 151 w 241"/>
                <a:gd name="T45" fmla="*/ 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1" h="232">
                  <a:moveTo>
                    <a:pt x="151" y="6"/>
                  </a:moveTo>
                  <a:cubicBezTo>
                    <a:pt x="241" y="95"/>
                    <a:pt x="241" y="95"/>
                    <a:pt x="241" y="95"/>
                  </a:cubicBezTo>
                  <a:cubicBezTo>
                    <a:pt x="104" y="232"/>
                    <a:pt x="104" y="232"/>
                    <a:pt x="104" y="232"/>
                  </a:cubicBezTo>
                  <a:cubicBezTo>
                    <a:pt x="24" y="152"/>
                    <a:pt x="24" y="152"/>
                    <a:pt x="24" y="152"/>
                  </a:cubicBezTo>
                  <a:cubicBezTo>
                    <a:pt x="24" y="152"/>
                    <a:pt x="0" y="80"/>
                    <a:pt x="38" y="61"/>
                  </a:cubicBezTo>
                  <a:cubicBezTo>
                    <a:pt x="37" y="61"/>
                    <a:pt x="37" y="61"/>
                    <a:pt x="37" y="61"/>
                  </a:cubicBezTo>
                  <a:cubicBezTo>
                    <a:pt x="21" y="44"/>
                    <a:pt x="21" y="44"/>
                    <a:pt x="21" y="44"/>
                  </a:cubicBezTo>
                  <a:cubicBezTo>
                    <a:pt x="21" y="41"/>
                    <a:pt x="21" y="41"/>
                    <a:pt x="21" y="41"/>
                  </a:cubicBezTo>
                  <a:cubicBezTo>
                    <a:pt x="21" y="41"/>
                    <a:pt x="39" y="46"/>
                    <a:pt x="42" y="38"/>
                  </a:cubicBezTo>
                  <a:cubicBezTo>
                    <a:pt x="39" y="35"/>
                    <a:pt x="24" y="20"/>
                    <a:pt x="24" y="20"/>
                  </a:cubicBezTo>
                  <a:cubicBezTo>
                    <a:pt x="24" y="20"/>
                    <a:pt x="20" y="8"/>
                    <a:pt x="26" y="4"/>
                  </a:cubicBezTo>
                  <a:cubicBezTo>
                    <a:pt x="29" y="3"/>
                    <a:pt x="30" y="0"/>
                    <a:pt x="47" y="3"/>
                  </a:cubicBezTo>
                  <a:cubicBezTo>
                    <a:pt x="56" y="12"/>
                    <a:pt x="66" y="22"/>
                    <a:pt x="66" y="22"/>
                  </a:cubicBezTo>
                  <a:cubicBezTo>
                    <a:pt x="66" y="20"/>
                    <a:pt x="66" y="20"/>
                    <a:pt x="66" y="20"/>
                  </a:cubicBezTo>
                  <a:cubicBezTo>
                    <a:pt x="52" y="6"/>
                    <a:pt x="52" y="6"/>
                    <a:pt x="52" y="6"/>
                  </a:cubicBezTo>
                  <a:cubicBezTo>
                    <a:pt x="52" y="2"/>
                    <a:pt x="52" y="2"/>
                    <a:pt x="52" y="2"/>
                  </a:cubicBezTo>
                  <a:cubicBezTo>
                    <a:pt x="85" y="2"/>
                    <a:pt x="85" y="2"/>
                    <a:pt x="85" y="2"/>
                  </a:cubicBezTo>
                  <a:cubicBezTo>
                    <a:pt x="92" y="8"/>
                    <a:pt x="92" y="8"/>
                    <a:pt x="92" y="8"/>
                  </a:cubicBezTo>
                  <a:cubicBezTo>
                    <a:pt x="92" y="2"/>
                    <a:pt x="92" y="2"/>
                    <a:pt x="92" y="2"/>
                  </a:cubicBezTo>
                  <a:cubicBezTo>
                    <a:pt x="116" y="2"/>
                    <a:pt x="116" y="2"/>
                    <a:pt x="116" y="2"/>
                  </a:cubicBezTo>
                  <a:cubicBezTo>
                    <a:pt x="126" y="12"/>
                    <a:pt x="126" y="12"/>
                    <a:pt x="126" y="12"/>
                  </a:cubicBezTo>
                  <a:cubicBezTo>
                    <a:pt x="126" y="3"/>
                    <a:pt x="126" y="3"/>
                    <a:pt x="126" y="3"/>
                  </a:cubicBezTo>
                  <a:cubicBezTo>
                    <a:pt x="126" y="3"/>
                    <a:pt x="140" y="1"/>
                    <a:pt x="151" y="6"/>
                  </a:cubicBezTo>
                  <a:close/>
                </a:path>
              </a:pathLst>
            </a:custGeom>
            <a:gradFill flip="none" rotWithShape="1">
              <a:gsLst>
                <a:gs pos="13000">
                  <a:schemeClr val="accent3">
                    <a:lumMod val="50000"/>
                  </a:schemeClr>
                </a:gs>
                <a:gs pos="61000">
                  <a:schemeClr val="accent3">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185">
              <a:extLst>
                <a:ext uri="{FF2B5EF4-FFF2-40B4-BE49-F238E27FC236}">
                  <a16:creationId xmlns:a16="http://schemas.microsoft.com/office/drawing/2014/main" id="{C6B0B32B-2795-47C4-8937-696FD2FE7772}"/>
                </a:ext>
              </a:extLst>
            </p:cNvPr>
            <p:cNvSpPr>
              <a:spLocks noEditPoints="1"/>
            </p:cNvSpPr>
            <p:nvPr/>
          </p:nvSpPr>
          <p:spPr bwMode="auto">
            <a:xfrm>
              <a:off x="6761163" y="2909888"/>
              <a:ext cx="530225" cy="582613"/>
            </a:xfrm>
            <a:custGeom>
              <a:avLst/>
              <a:gdLst>
                <a:gd name="T0" fmla="*/ 31 w 148"/>
                <a:gd name="T1" fmla="*/ 42 h 162"/>
                <a:gd name="T2" fmla="*/ 8 w 148"/>
                <a:gd name="T3" fmla="*/ 43 h 162"/>
                <a:gd name="T4" fmla="*/ 13 w 148"/>
                <a:gd name="T5" fmla="*/ 40 h 162"/>
                <a:gd name="T6" fmla="*/ 28 w 148"/>
                <a:gd name="T7" fmla="*/ 39 h 162"/>
                <a:gd name="T8" fmla="*/ 29 w 148"/>
                <a:gd name="T9" fmla="*/ 30 h 162"/>
                <a:gd name="T10" fmla="*/ 20 w 148"/>
                <a:gd name="T11" fmla="*/ 24 h 162"/>
                <a:gd name="T12" fmla="*/ 8 w 148"/>
                <a:gd name="T13" fmla="*/ 11 h 162"/>
                <a:gd name="T14" fmla="*/ 22 w 148"/>
                <a:gd name="T15" fmla="*/ 0 h 162"/>
                <a:gd name="T16" fmla="*/ 33 w 148"/>
                <a:gd name="T17" fmla="*/ 7 h 162"/>
                <a:gd name="T18" fmla="*/ 16 w 148"/>
                <a:gd name="T19" fmla="*/ 6 h 162"/>
                <a:gd name="T20" fmla="*/ 14 w 148"/>
                <a:gd name="T21" fmla="*/ 15 h 162"/>
                <a:gd name="T22" fmla="*/ 23 w 148"/>
                <a:gd name="T23" fmla="*/ 20 h 162"/>
                <a:gd name="T24" fmla="*/ 35 w 148"/>
                <a:gd name="T25" fmla="*/ 33 h 162"/>
                <a:gd name="T26" fmla="*/ 53 w 148"/>
                <a:gd name="T27" fmla="*/ 45 h 162"/>
                <a:gd name="T28" fmla="*/ 39 w 148"/>
                <a:gd name="T29" fmla="*/ 5 h 162"/>
                <a:gd name="T30" fmla="*/ 72 w 148"/>
                <a:gd name="T31" fmla="*/ 1 h 162"/>
                <a:gd name="T32" fmla="*/ 58 w 148"/>
                <a:gd name="T33" fmla="*/ 5 h 162"/>
                <a:gd name="T34" fmla="*/ 103 w 148"/>
                <a:gd name="T35" fmla="*/ 45 h 162"/>
                <a:gd name="T36" fmla="*/ 79 w 148"/>
                <a:gd name="T37" fmla="*/ 1 h 162"/>
                <a:gd name="T38" fmla="*/ 103 w 148"/>
                <a:gd name="T39" fmla="*/ 5 h 162"/>
                <a:gd name="T40" fmla="*/ 84 w 148"/>
                <a:gd name="T41" fmla="*/ 19 h 162"/>
                <a:gd name="T42" fmla="*/ 102 w 148"/>
                <a:gd name="T43" fmla="*/ 24 h 162"/>
                <a:gd name="T44" fmla="*/ 84 w 148"/>
                <a:gd name="T45" fmla="*/ 40 h 162"/>
                <a:gd name="T46" fmla="*/ 103 w 148"/>
                <a:gd name="T47" fmla="*/ 45 h 162"/>
                <a:gd name="T48" fmla="*/ 136 w 148"/>
                <a:gd name="T49" fmla="*/ 24 h 162"/>
                <a:gd name="T50" fmla="*/ 118 w 148"/>
                <a:gd name="T51" fmla="*/ 27 h 162"/>
                <a:gd name="T52" fmla="*/ 113 w 148"/>
                <a:gd name="T53" fmla="*/ 45 h 162"/>
                <a:gd name="T54" fmla="*/ 124 w 148"/>
                <a:gd name="T55" fmla="*/ 1 h 162"/>
                <a:gd name="T56" fmla="*/ 118 w 148"/>
                <a:gd name="T57" fmla="*/ 23 h 162"/>
                <a:gd name="T58" fmla="*/ 133 w 148"/>
                <a:gd name="T59" fmla="*/ 21 h 162"/>
                <a:gd name="T60" fmla="*/ 133 w 148"/>
                <a:gd name="T61" fmla="*/ 7 h 162"/>
                <a:gd name="T62" fmla="*/ 118 w 148"/>
                <a:gd name="T63" fmla="*/ 5 h 162"/>
                <a:gd name="T64" fmla="*/ 69 w 148"/>
                <a:gd name="T65" fmla="*/ 110 h 162"/>
                <a:gd name="T66" fmla="*/ 34 w 148"/>
                <a:gd name="T67" fmla="*/ 162 h 162"/>
                <a:gd name="T68" fmla="*/ 0 w 148"/>
                <a:gd name="T69" fmla="*/ 110 h 162"/>
                <a:gd name="T70" fmla="*/ 34 w 148"/>
                <a:gd name="T71" fmla="*/ 58 h 162"/>
                <a:gd name="T72" fmla="*/ 69 w 148"/>
                <a:gd name="T73" fmla="*/ 110 h 162"/>
                <a:gd name="T74" fmla="*/ 21 w 148"/>
                <a:gd name="T75" fmla="*/ 140 h 162"/>
                <a:gd name="T76" fmla="*/ 48 w 148"/>
                <a:gd name="T77" fmla="*/ 140 h 162"/>
                <a:gd name="T78" fmla="*/ 48 w 148"/>
                <a:gd name="T79" fmla="*/ 81 h 162"/>
                <a:gd name="T80" fmla="*/ 21 w 148"/>
                <a:gd name="T81" fmla="*/ 81 h 162"/>
                <a:gd name="T82" fmla="*/ 145 w 148"/>
                <a:gd name="T83" fmla="*/ 83 h 162"/>
                <a:gd name="T84" fmla="*/ 124 w 148"/>
                <a:gd name="T85" fmla="*/ 108 h 162"/>
                <a:gd name="T86" fmla="*/ 142 w 148"/>
                <a:gd name="T87" fmla="*/ 116 h 162"/>
                <a:gd name="T88" fmla="*/ 138 w 148"/>
                <a:gd name="T89" fmla="*/ 154 h 162"/>
                <a:gd name="T90" fmla="*/ 81 w 148"/>
                <a:gd name="T91" fmla="*/ 157 h 162"/>
                <a:gd name="T92" fmla="*/ 94 w 148"/>
                <a:gd name="T93" fmla="*/ 147 h 162"/>
                <a:gd name="T94" fmla="*/ 126 w 148"/>
                <a:gd name="T95" fmla="*/ 145 h 162"/>
                <a:gd name="T96" fmla="*/ 125 w 148"/>
                <a:gd name="T97" fmla="*/ 119 h 162"/>
                <a:gd name="T98" fmla="*/ 96 w 148"/>
                <a:gd name="T99" fmla="*/ 115 h 162"/>
                <a:gd name="T100" fmla="*/ 105 w 148"/>
                <a:gd name="T101" fmla="*/ 102 h 162"/>
                <a:gd name="T102" fmla="*/ 125 w 148"/>
                <a:gd name="T103" fmla="*/ 76 h 162"/>
                <a:gd name="T104" fmla="*/ 101 w 148"/>
                <a:gd name="T105" fmla="*/ 74 h 162"/>
                <a:gd name="T106" fmla="*/ 81 w 148"/>
                <a:gd name="T107" fmla="*/ 69 h 162"/>
                <a:gd name="T108" fmla="*/ 137 w 148"/>
                <a:gd name="T109" fmla="*/ 6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 h="162">
                  <a:moveTo>
                    <a:pt x="35" y="33"/>
                  </a:moveTo>
                  <a:cubicBezTo>
                    <a:pt x="35" y="37"/>
                    <a:pt x="34" y="40"/>
                    <a:pt x="31" y="42"/>
                  </a:cubicBezTo>
                  <a:cubicBezTo>
                    <a:pt x="28" y="44"/>
                    <a:pt x="24" y="45"/>
                    <a:pt x="20" y="45"/>
                  </a:cubicBezTo>
                  <a:cubicBezTo>
                    <a:pt x="14" y="45"/>
                    <a:pt x="10" y="45"/>
                    <a:pt x="8" y="43"/>
                  </a:cubicBezTo>
                  <a:cubicBezTo>
                    <a:pt x="8" y="38"/>
                    <a:pt x="8" y="38"/>
                    <a:pt x="8" y="38"/>
                  </a:cubicBezTo>
                  <a:cubicBezTo>
                    <a:pt x="9" y="39"/>
                    <a:pt x="11" y="40"/>
                    <a:pt x="13" y="40"/>
                  </a:cubicBezTo>
                  <a:cubicBezTo>
                    <a:pt x="16" y="41"/>
                    <a:pt x="18" y="41"/>
                    <a:pt x="20" y="41"/>
                  </a:cubicBezTo>
                  <a:cubicBezTo>
                    <a:pt x="23" y="41"/>
                    <a:pt x="26" y="40"/>
                    <a:pt x="28" y="39"/>
                  </a:cubicBezTo>
                  <a:cubicBezTo>
                    <a:pt x="29" y="38"/>
                    <a:pt x="30" y="36"/>
                    <a:pt x="30" y="34"/>
                  </a:cubicBezTo>
                  <a:cubicBezTo>
                    <a:pt x="30" y="32"/>
                    <a:pt x="30" y="31"/>
                    <a:pt x="29" y="30"/>
                  </a:cubicBezTo>
                  <a:cubicBezTo>
                    <a:pt x="29" y="29"/>
                    <a:pt x="28" y="28"/>
                    <a:pt x="26" y="27"/>
                  </a:cubicBezTo>
                  <a:cubicBezTo>
                    <a:pt x="25" y="26"/>
                    <a:pt x="23" y="25"/>
                    <a:pt x="20" y="24"/>
                  </a:cubicBezTo>
                  <a:cubicBezTo>
                    <a:pt x="15" y="23"/>
                    <a:pt x="12" y="21"/>
                    <a:pt x="11" y="19"/>
                  </a:cubicBezTo>
                  <a:cubicBezTo>
                    <a:pt x="9" y="17"/>
                    <a:pt x="8" y="14"/>
                    <a:pt x="8" y="11"/>
                  </a:cubicBezTo>
                  <a:cubicBezTo>
                    <a:pt x="8" y="8"/>
                    <a:pt x="9" y="5"/>
                    <a:pt x="12" y="3"/>
                  </a:cubicBezTo>
                  <a:cubicBezTo>
                    <a:pt x="15" y="1"/>
                    <a:pt x="18" y="0"/>
                    <a:pt x="22" y="0"/>
                  </a:cubicBezTo>
                  <a:cubicBezTo>
                    <a:pt x="26" y="0"/>
                    <a:pt x="31" y="1"/>
                    <a:pt x="34" y="2"/>
                  </a:cubicBezTo>
                  <a:cubicBezTo>
                    <a:pt x="33" y="7"/>
                    <a:pt x="33" y="7"/>
                    <a:pt x="33" y="7"/>
                  </a:cubicBezTo>
                  <a:cubicBezTo>
                    <a:pt x="29" y="5"/>
                    <a:pt x="25" y="5"/>
                    <a:pt x="22" y="5"/>
                  </a:cubicBezTo>
                  <a:cubicBezTo>
                    <a:pt x="19" y="5"/>
                    <a:pt x="17" y="5"/>
                    <a:pt x="16" y="6"/>
                  </a:cubicBezTo>
                  <a:cubicBezTo>
                    <a:pt x="14" y="8"/>
                    <a:pt x="13" y="9"/>
                    <a:pt x="13" y="11"/>
                  </a:cubicBezTo>
                  <a:cubicBezTo>
                    <a:pt x="13" y="13"/>
                    <a:pt x="14" y="14"/>
                    <a:pt x="14" y="15"/>
                  </a:cubicBezTo>
                  <a:cubicBezTo>
                    <a:pt x="15" y="16"/>
                    <a:pt x="16" y="17"/>
                    <a:pt x="17" y="18"/>
                  </a:cubicBezTo>
                  <a:cubicBezTo>
                    <a:pt x="18" y="18"/>
                    <a:pt x="20" y="19"/>
                    <a:pt x="23" y="20"/>
                  </a:cubicBezTo>
                  <a:cubicBezTo>
                    <a:pt x="28" y="22"/>
                    <a:pt x="31" y="24"/>
                    <a:pt x="33" y="26"/>
                  </a:cubicBezTo>
                  <a:cubicBezTo>
                    <a:pt x="34" y="28"/>
                    <a:pt x="35" y="30"/>
                    <a:pt x="35"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4"/>
                  </a:moveTo>
                  <a:cubicBezTo>
                    <a:pt x="141" y="18"/>
                    <a:pt x="139" y="21"/>
                    <a:pt x="136" y="24"/>
                  </a:cubicBezTo>
                  <a:cubicBezTo>
                    <a:pt x="133"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4" y="1"/>
                    <a:pt x="124" y="1"/>
                    <a:pt x="124" y="1"/>
                  </a:cubicBezTo>
                  <a:cubicBezTo>
                    <a:pt x="135" y="1"/>
                    <a:pt x="141" y="5"/>
                    <a:pt x="141" y="14"/>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2"/>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45" y="83"/>
                  </a:moveTo>
                  <a:cubicBezTo>
                    <a:pt x="145" y="89"/>
                    <a:pt x="144" y="95"/>
                    <a:pt x="140" y="99"/>
                  </a:cubicBezTo>
                  <a:cubicBezTo>
                    <a:pt x="136" y="103"/>
                    <a:pt x="131" y="106"/>
                    <a:pt x="124" y="108"/>
                  </a:cubicBezTo>
                  <a:cubicBezTo>
                    <a:pt x="124" y="108"/>
                    <a:pt x="124" y="108"/>
                    <a:pt x="124" y="108"/>
                  </a:cubicBezTo>
                  <a:cubicBezTo>
                    <a:pt x="132" y="109"/>
                    <a:pt x="138" y="112"/>
                    <a:pt x="142" y="116"/>
                  </a:cubicBezTo>
                  <a:cubicBezTo>
                    <a:pt x="146" y="120"/>
                    <a:pt x="148" y="125"/>
                    <a:pt x="148" y="132"/>
                  </a:cubicBezTo>
                  <a:cubicBezTo>
                    <a:pt x="148" y="141"/>
                    <a:pt x="145" y="149"/>
                    <a:pt x="138" y="154"/>
                  </a:cubicBezTo>
                  <a:cubicBezTo>
                    <a:pt x="131" y="159"/>
                    <a:pt x="122" y="162"/>
                    <a:pt x="109" y="162"/>
                  </a:cubicBezTo>
                  <a:cubicBezTo>
                    <a:pt x="98" y="162"/>
                    <a:pt x="88" y="160"/>
                    <a:pt x="81" y="157"/>
                  </a:cubicBezTo>
                  <a:cubicBezTo>
                    <a:pt x="81" y="142"/>
                    <a:pt x="81" y="142"/>
                    <a:pt x="81" y="142"/>
                  </a:cubicBezTo>
                  <a:cubicBezTo>
                    <a:pt x="85" y="144"/>
                    <a:pt x="89" y="146"/>
                    <a:pt x="94" y="147"/>
                  </a:cubicBezTo>
                  <a:cubicBezTo>
                    <a:pt x="99" y="148"/>
                    <a:pt x="104" y="149"/>
                    <a:pt x="108" y="149"/>
                  </a:cubicBezTo>
                  <a:cubicBezTo>
                    <a:pt x="116" y="149"/>
                    <a:pt x="122" y="147"/>
                    <a:pt x="126" y="145"/>
                  </a:cubicBezTo>
                  <a:cubicBezTo>
                    <a:pt x="129" y="142"/>
                    <a:pt x="131" y="137"/>
                    <a:pt x="131" y="131"/>
                  </a:cubicBezTo>
                  <a:cubicBezTo>
                    <a:pt x="131" y="126"/>
                    <a:pt x="129" y="122"/>
                    <a:pt x="125" y="119"/>
                  </a:cubicBezTo>
                  <a:cubicBezTo>
                    <a:pt x="121" y="117"/>
                    <a:pt x="114" y="115"/>
                    <a:pt x="105" y="115"/>
                  </a:cubicBezTo>
                  <a:cubicBezTo>
                    <a:pt x="96" y="115"/>
                    <a:pt x="96" y="115"/>
                    <a:pt x="96" y="115"/>
                  </a:cubicBezTo>
                  <a:cubicBezTo>
                    <a:pt x="96" y="102"/>
                    <a:pt x="96" y="102"/>
                    <a:pt x="96" y="102"/>
                  </a:cubicBezTo>
                  <a:cubicBezTo>
                    <a:pt x="105" y="102"/>
                    <a:pt x="105" y="102"/>
                    <a:pt x="105" y="102"/>
                  </a:cubicBezTo>
                  <a:cubicBezTo>
                    <a:pt x="121" y="102"/>
                    <a:pt x="129" y="97"/>
                    <a:pt x="129" y="85"/>
                  </a:cubicBezTo>
                  <a:cubicBezTo>
                    <a:pt x="129" y="81"/>
                    <a:pt x="128" y="78"/>
                    <a:pt x="125" y="76"/>
                  </a:cubicBezTo>
                  <a:cubicBezTo>
                    <a:pt x="122" y="73"/>
                    <a:pt x="118" y="72"/>
                    <a:pt x="112" y="72"/>
                  </a:cubicBezTo>
                  <a:cubicBezTo>
                    <a:pt x="109" y="72"/>
                    <a:pt x="105" y="73"/>
                    <a:pt x="101" y="74"/>
                  </a:cubicBezTo>
                  <a:cubicBezTo>
                    <a:pt x="98" y="75"/>
                    <a:pt x="94" y="77"/>
                    <a:pt x="89" y="80"/>
                  </a:cubicBezTo>
                  <a:cubicBezTo>
                    <a:pt x="81" y="69"/>
                    <a:pt x="81" y="69"/>
                    <a:pt x="81" y="69"/>
                  </a:cubicBezTo>
                  <a:cubicBezTo>
                    <a:pt x="90" y="62"/>
                    <a:pt x="101" y="58"/>
                    <a:pt x="113" y="58"/>
                  </a:cubicBezTo>
                  <a:cubicBezTo>
                    <a:pt x="123" y="58"/>
                    <a:pt x="131" y="61"/>
                    <a:pt x="137" y="65"/>
                  </a:cubicBezTo>
                  <a:cubicBezTo>
                    <a:pt x="143" y="69"/>
                    <a:pt x="145" y="75"/>
                    <a:pt x="145"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5" name="Group 24">
            <a:extLst>
              <a:ext uri="{FF2B5EF4-FFF2-40B4-BE49-F238E27FC236}">
                <a16:creationId xmlns:a16="http://schemas.microsoft.com/office/drawing/2014/main" id="{DDD8680B-6402-4B10-AEEE-48F2ACC497CD}"/>
              </a:ext>
            </a:extLst>
          </p:cNvPr>
          <p:cNvGrpSpPr/>
          <p:nvPr/>
        </p:nvGrpSpPr>
        <p:grpSpPr>
          <a:xfrm>
            <a:off x="2804839" y="3839888"/>
            <a:ext cx="867076" cy="899127"/>
            <a:chOff x="2974975" y="2886076"/>
            <a:chExt cx="815975" cy="846138"/>
          </a:xfrm>
        </p:grpSpPr>
        <p:sp>
          <p:nvSpPr>
            <p:cNvPr id="26" name="Freeform 186">
              <a:extLst>
                <a:ext uri="{FF2B5EF4-FFF2-40B4-BE49-F238E27FC236}">
                  <a16:creationId xmlns:a16="http://schemas.microsoft.com/office/drawing/2014/main" id="{66C56467-33A2-43F1-976A-9D56A0ADDA1D}"/>
                </a:ext>
              </a:extLst>
            </p:cNvPr>
            <p:cNvSpPr>
              <a:spLocks/>
            </p:cNvSpPr>
            <p:nvPr/>
          </p:nvSpPr>
          <p:spPr bwMode="auto">
            <a:xfrm>
              <a:off x="2974975" y="2886075"/>
              <a:ext cx="815975" cy="846138"/>
            </a:xfrm>
            <a:custGeom>
              <a:avLst/>
              <a:gdLst>
                <a:gd name="T0" fmla="*/ 138 w 228"/>
                <a:gd name="T1" fmla="*/ 13 h 236"/>
                <a:gd name="T2" fmla="*/ 228 w 228"/>
                <a:gd name="T3" fmla="*/ 104 h 236"/>
                <a:gd name="T4" fmla="*/ 95 w 228"/>
                <a:gd name="T5" fmla="*/ 236 h 236"/>
                <a:gd name="T6" fmla="*/ 20 w 228"/>
                <a:gd name="T7" fmla="*/ 159 h 236"/>
                <a:gd name="T8" fmla="*/ 26 w 228"/>
                <a:gd name="T9" fmla="*/ 70 h 236"/>
                <a:gd name="T10" fmla="*/ 7 w 228"/>
                <a:gd name="T11" fmla="*/ 50 h 236"/>
                <a:gd name="T12" fmla="*/ 8 w 228"/>
                <a:gd name="T13" fmla="*/ 46 h 236"/>
                <a:gd name="T14" fmla="*/ 29 w 228"/>
                <a:gd name="T15" fmla="*/ 45 h 236"/>
                <a:gd name="T16" fmla="*/ 11 w 228"/>
                <a:gd name="T17" fmla="*/ 27 h 236"/>
                <a:gd name="T18" fmla="*/ 33 w 228"/>
                <a:gd name="T19" fmla="*/ 10 h 236"/>
                <a:gd name="T20" fmla="*/ 52 w 228"/>
                <a:gd name="T21" fmla="*/ 29 h 236"/>
                <a:gd name="T22" fmla="*/ 52 w 228"/>
                <a:gd name="T23" fmla="*/ 25 h 236"/>
                <a:gd name="T24" fmla="*/ 38 w 228"/>
                <a:gd name="T25" fmla="*/ 12 h 236"/>
                <a:gd name="T26" fmla="*/ 38 w 228"/>
                <a:gd name="T27" fmla="*/ 8 h 236"/>
                <a:gd name="T28" fmla="*/ 71 w 228"/>
                <a:gd name="T29" fmla="*/ 8 h 236"/>
                <a:gd name="T30" fmla="*/ 79 w 228"/>
                <a:gd name="T31" fmla="*/ 15 h 236"/>
                <a:gd name="T32" fmla="*/ 79 w 228"/>
                <a:gd name="T33" fmla="*/ 8 h 236"/>
                <a:gd name="T34" fmla="*/ 103 w 228"/>
                <a:gd name="T35" fmla="*/ 8 h 236"/>
                <a:gd name="T36" fmla="*/ 113 w 228"/>
                <a:gd name="T37" fmla="*/ 19 h 236"/>
                <a:gd name="T38" fmla="*/ 113 w 228"/>
                <a:gd name="T39" fmla="*/ 8 h 236"/>
                <a:gd name="T40" fmla="*/ 138 w 228"/>
                <a:gd name="T41"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236">
                  <a:moveTo>
                    <a:pt x="138" y="13"/>
                  </a:moveTo>
                  <a:cubicBezTo>
                    <a:pt x="228" y="104"/>
                    <a:pt x="228" y="104"/>
                    <a:pt x="228" y="104"/>
                  </a:cubicBezTo>
                  <a:cubicBezTo>
                    <a:pt x="95" y="236"/>
                    <a:pt x="95" y="236"/>
                    <a:pt x="95" y="236"/>
                  </a:cubicBezTo>
                  <a:cubicBezTo>
                    <a:pt x="20" y="159"/>
                    <a:pt x="20" y="159"/>
                    <a:pt x="20" y="159"/>
                  </a:cubicBezTo>
                  <a:cubicBezTo>
                    <a:pt x="20" y="159"/>
                    <a:pt x="0" y="108"/>
                    <a:pt x="26" y="70"/>
                  </a:cubicBezTo>
                  <a:cubicBezTo>
                    <a:pt x="21" y="64"/>
                    <a:pt x="7" y="50"/>
                    <a:pt x="7" y="50"/>
                  </a:cubicBezTo>
                  <a:cubicBezTo>
                    <a:pt x="8" y="46"/>
                    <a:pt x="8" y="46"/>
                    <a:pt x="8" y="46"/>
                  </a:cubicBezTo>
                  <a:cubicBezTo>
                    <a:pt x="8" y="46"/>
                    <a:pt x="23" y="53"/>
                    <a:pt x="29" y="45"/>
                  </a:cubicBezTo>
                  <a:cubicBezTo>
                    <a:pt x="29" y="44"/>
                    <a:pt x="11" y="27"/>
                    <a:pt x="11" y="27"/>
                  </a:cubicBezTo>
                  <a:cubicBezTo>
                    <a:pt x="11" y="27"/>
                    <a:pt x="0" y="0"/>
                    <a:pt x="33" y="10"/>
                  </a:cubicBezTo>
                  <a:cubicBezTo>
                    <a:pt x="34" y="11"/>
                    <a:pt x="52" y="29"/>
                    <a:pt x="52" y="29"/>
                  </a:cubicBezTo>
                  <a:cubicBezTo>
                    <a:pt x="52" y="25"/>
                    <a:pt x="52" y="25"/>
                    <a:pt x="52" y="25"/>
                  </a:cubicBezTo>
                  <a:cubicBezTo>
                    <a:pt x="38" y="12"/>
                    <a:pt x="38" y="12"/>
                    <a:pt x="38" y="12"/>
                  </a:cubicBezTo>
                  <a:cubicBezTo>
                    <a:pt x="38" y="8"/>
                    <a:pt x="38" y="8"/>
                    <a:pt x="38" y="8"/>
                  </a:cubicBezTo>
                  <a:cubicBezTo>
                    <a:pt x="71" y="8"/>
                    <a:pt x="71" y="8"/>
                    <a:pt x="71" y="8"/>
                  </a:cubicBezTo>
                  <a:cubicBezTo>
                    <a:pt x="79" y="15"/>
                    <a:pt x="79" y="15"/>
                    <a:pt x="79" y="15"/>
                  </a:cubicBezTo>
                  <a:cubicBezTo>
                    <a:pt x="79" y="8"/>
                    <a:pt x="79" y="8"/>
                    <a:pt x="79" y="8"/>
                  </a:cubicBezTo>
                  <a:cubicBezTo>
                    <a:pt x="103" y="8"/>
                    <a:pt x="103" y="8"/>
                    <a:pt x="103" y="8"/>
                  </a:cubicBezTo>
                  <a:cubicBezTo>
                    <a:pt x="113" y="19"/>
                    <a:pt x="113" y="19"/>
                    <a:pt x="113" y="19"/>
                  </a:cubicBezTo>
                  <a:cubicBezTo>
                    <a:pt x="113" y="8"/>
                    <a:pt x="113" y="8"/>
                    <a:pt x="113" y="8"/>
                  </a:cubicBezTo>
                  <a:cubicBezTo>
                    <a:pt x="113" y="8"/>
                    <a:pt x="125" y="8"/>
                    <a:pt x="138" y="13"/>
                  </a:cubicBezTo>
                  <a:close/>
                </a:path>
              </a:pathLst>
            </a:custGeom>
            <a:gradFill flip="none" rotWithShape="1">
              <a:gsLst>
                <a:gs pos="0">
                  <a:schemeClr val="accent6">
                    <a:lumMod val="50000"/>
                  </a:schemeClr>
                </a:gs>
                <a:gs pos="68000">
                  <a:schemeClr val="accent6">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187">
              <a:extLst>
                <a:ext uri="{FF2B5EF4-FFF2-40B4-BE49-F238E27FC236}">
                  <a16:creationId xmlns:a16="http://schemas.microsoft.com/office/drawing/2014/main" id="{503EAFC5-7590-438F-AF99-4D0CD632A70F}"/>
                </a:ext>
              </a:extLst>
            </p:cNvPr>
            <p:cNvSpPr>
              <a:spLocks noEditPoints="1"/>
            </p:cNvSpPr>
            <p:nvPr/>
          </p:nvSpPr>
          <p:spPr bwMode="auto">
            <a:xfrm>
              <a:off x="3000375" y="2909888"/>
              <a:ext cx="474663" cy="582613"/>
            </a:xfrm>
            <a:custGeom>
              <a:avLst/>
              <a:gdLst>
                <a:gd name="T0" fmla="*/ 24 w 133"/>
                <a:gd name="T1" fmla="*/ 42 h 162"/>
                <a:gd name="T2" fmla="*/ 0 w 133"/>
                <a:gd name="T3" fmla="*/ 43 h 162"/>
                <a:gd name="T4" fmla="*/ 6 w 133"/>
                <a:gd name="T5" fmla="*/ 40 h 162"/>
                <a:gd name="T6" fmla="*/ 20 w 133"/>
                <a:gd name="T7" fmla="*/ 39 h 162"/>
                <a:gd name="T8" fmla="*/ 22 w 133"/>
                <a:gd name="T9" fmla="*/ 30 h 162"/>
                <a:gd name="T10" fmla="*/ 12 w 133"/>
                <a:gd name="T11" fmla="*/ 24 h 162"/>
                <a:gd name="T12" fmla="*/ 1 w 133"/>
                <a:gd name="T13" fmla="*/ 11 h 162"/>
                <a:gd name="T14" fmla="*/ 14 w 133"/>
                <a:gd name="T15" fmla="*/ 0 h 162"/>
                <a:gd name="T16" fmla="*/ 25 w 133"/>
                <a:gd name="T17" fmla="*/ 7 h 162"/>
                <a:gd name="T18" fmla="*/ 8 w 133"/>
                <a:gd name="T19" fmla="*/ 6 h 162"/>
                <a:gd name="T20" fmla="*/ 7 w 133"/>
                <a:gd name="T21" fmla="*/ 15 h 162"/>
                <a:gd name="T22" fmla="*/ 16 w 133"/>
                <a:gd name="T23" fmla="*/ 20 h 162"/>
                <a:gd name="T24" fmla="*/ 28 w 133"/>
                <a:gd name="T25" fmla="*/ 33 h 162"/>
                <a:gd name="T26" fmla="*/ 45 w 133"/>
                <a:gd name="T27" fmla="*/ 45 h 162"/>
                <a:gd name="T28" fmla="*/ 31 w 133"/>
                <a:gd name="T29" fmla="*/ 5 h 162"/>
                <a:gd name="T30" fmla="*/ 64 w 133"/>
                <a:gd name="T31" fmla="*/ 1 h 162"/>
                <a:gd name="T32" fmla="*/ 50 w 133"/>
                <a:gd name="T33" fmla="*/ 5 h 162"/>
                <a:gd name="T34" fmla="*/ 96 w 133"/>
                <a:gd name="T35" fmla="*/ 45 h 162"/>
                <a:gd name="T36" fmla="*/ 71 w 133"/>
                <a:gd name="T37" fmla="*/ 1 h 162"/>
                <a:gd name="T38" fmla="*/ 96 w 133"/>
                <a:gd name="T39" fmla="*/ 5 h 162"/>
                <a:gd name="T40" fmla="*/ 76 w 133"/>
                <a:gd name="T41" fmla="*/ 19 h 162"/>
                <a:gd name="T42" fmla="*/ 94 w 133"/>
                <a:gd name="T43" fmla="*/ 24 h 162"/>
                <a:gd name="T44" fmla="*/ 76 w 133"/>
                <a:gd name="T45" fmla="*/ 40 h 162"/>
                <a:gd name="T46" fmla="*/ 96 w 133"/>
                <a:gd name="T47" fmla="*/ 45 h 162"/>
                <a:gd name="T48" fmla="*/ 129 w 133"/>
                <a:gd name="T49" fmla="*/ 24 h 162"/>
                <a:gd name="T50" fmla="*/ 111 w 133"/>
                <a:gd name="T51" fmla="*/ 27 h 162"/>
                <a:gd name="T52" fmla="*/ 105 w 133"/>
                <a:gd name="T53" fmla="*/ 45 h 162"/>
                <a:gd name="T54" fmla="*/ 117 w 133"/>
                <a:gd name="T55" fmla="*/ 1 h 162"/>
                <a:gd name="T56" fmla="*/ 111 w 133"/>
                <a:gd name="T57" fmla="*/ 23 h 162"/>
                <a:gd name="T58" fmla="*/ 125 w 133"/>
                <a:gd name="T59" fmla="*/ 21 h 162"/>
                <a:gd name="T60" fmla="*/ 125 w 133"/>
                <a:gd name="T61" fmla="*/ 7 h 162"/>
                <a:gd name="T62" fmla="*/ 111 w 133"/>
                <a:gd name="T63" fmla="*/ 5 h 162"/>
                <a:gd name="T64" fmla="*/ 71 w 133"/>
                <a:gd name="T65" fmla="*/ 110 h 162"/>
                <a:gd name="T66" fmla="*/ 37 w 133"/>
                <a:gd name="T67" fmla="*/ 162 h 162"/>
                <a:gd name="T68" fmla="*/ 2 w 133"/>
                <a:gd name="T69" fmla="*/ 110 h 162"/>
                <a:gd name="T70" fmla="*/ 37 w 133"/>
                <a:gd name="T71" fmla="*/ 58 h 162"/>
                <a:gd name="T72" fmla="*/ 71 w 133"/>
                <a:gd name="T73" fmla="*/ 110 h 162"/>
                <a:gd name="T74" fmla="*/ 23 w 133"/>
                <a:gd name="T75" fmla="*/ 140 h 162"/>
                <a:gd name="T76" fmla="*/ 50 w 133"/>
                <a:gd name="T77" fmla="*/ 140 h 162"/>
                <a:gd name="T78" fmla="*/ 50 w 133"/>
                <a:gd name="T79" fmla="*/ 81 h 162"/>
                <a:gd name="T80" fmla="*/ 23 w 133"/>
                <a:gd name="T81" fmla="*/ 81 h 162"/>
                <a:gd name="T82" fmla="*/ 131 w 133"/>
                <a:gd name="T83" fmla="*/ 161 h 162"/>
                <a:gd name="T84" fmla="*/ 115 w 133"/>
                <a:gd name="T85" fmla="*/ 96 h 162"/>
                <a:gd name="T86" fmla="*/ 111 w 133"/>
                <a:gd name="T87" fmla="*/ 81 h 162"/>
                <a:gd name="T88" fmla="*/ 88 w 133"/>
                <a:gd name="T89" fmla="*/ 83 h 162"/>
                <a:gd name="T90" fmla="*/ 131 w 133"/>
                <a:gd name="T91"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62">
                  <a:moveTo>
                    <a:pt x="28" y="33"/>
                  </a:moveTo>
                  <a:cubicBezTo>
                    <a:pt x="28" y="37"/>
                    <a:pt x="26" y="40"/>
                    <a:pt x="24" y="42"/>
                  </a:cubicBezTo>
                  <a:cubicBezTo>
                    <a:pt x="21" y="44"/>
                    <a:pt x="17" y="45"/>
                    <a:pt x="12" y="45"/>
                  </a:cubicBezTo>
                  <a:cubicBezTo>
                    <a:pt x="7" y="45"/>
                    <a:pt x="3" y="45"/>
                    <a:pt x="0" y="43"/>
                  </a:cubicBezTo>
                  <a:cubicBezTo>
                    <a:pt x="0" y="38"/>
                    <a:pt x="0" y="38"/>
                    <a:pt x="0" y="38"/>
                  </a:cubicBezTo>
                  <a:cubicBezTo>
                    <a:pt x="2" y="39"/>
                    <a:pt x="4" y="40"/>
                    <a:pt x="6" y="40"/>
                  </a:cubicBezTo>
                  <a:cubicBezTo>
                    <a:pt x="8" y="41"/>
                    <a:pt x="10" y="41"/>
                    <a:pt x="12" y="41"/>
                  </a:cubicBezTo>
                  <a:cubicBezTo>
                    <a:pt x="16" y="41"/>
                    <a:pt x="18" y="40"/>
                    <a:pt x="20" y="39"/>
                  </a:cubicBezTo>
                  <a:cubicBezTo>
                    <a:pt x="22" y="38"/>
                    <a:pt x="23" y="36"/>
                    <a:pt x="23" y="33"/>
                  </a:cubicBezTo>
                  <a:cubicBezTo>
                    <a:pt x="23" y="32"/>
                    <a:pt x="22" y="31"/>
                    <a:pt x="22" y="30"/>
                  </a:cubicBezTo>
                  <a:cubicBezTo>
                    <a:pt x="21" y="29"/>
                    <a:pt x="20" y="28"/>
                    <a:pt x="19" y="27"/>
                  </a:cubicBezTo>
                  <a:cubicBezTo>
                    <a:pt x="17" y="26"/>
                    <a:pt x="15" y="25"/>
                    <a:pt x="12" y="24"/>
                  </a:cubicBezTo>
                  <a:cubicBezTo>
                    <a:pt x="8" y="23"/>
                    <a:pt x="5" y="21"/>
                    <a:pt x="3" y="19"/>
                  </a:cubicBezTo>
                  <a:cubicBezTo>
                    <a:pt x="1" y="17"/>
                    <a:pt x="1" y="14"/>
                    <a:pt x="1" y="11"/>
                  </a:cubicBezTo>
                  <a:cubicBezTo>
                    <a:pt x="1" y="8"/>
                    <a:pt x="2" y="5"/>
                    <a:pt x="4" y="3"/>
                  </a:cubicBezTo>
                  <a:cubicBezTo>
                    <a:pt x="7" y="1"/>
                    <a:pt x="10" y="0"/>
                    <a:pt x="14" y="0"/>
                  </a:cubicBezTo>
                  <a:cubicBezTo>
                    <a:pt x="19" y="0"/>
                    <a:pt x="23" y="1"/>
                    <a:pt x="27" y="2"/>
                  </a:cubicBezTo>
                  <a:cubicBezTo>
                    <a:pt x="25" y="7"/>
                    <a:pt x="25" y="7"/>
                    <a:pt x="25" y="7"/>
                  </a:cubicBezTo>
                  <a:cubicBezTo>
                    <a:pt x="21" y="5"/>
                    <a:pt x="18" y="5"/>
                    <a:pt x="14" y="5"/>
                  </a:cubicBezTo>
                  <a:cubicBezTo>
                    <a:pt x="12" y="5"/>
                    <a:pt x="10" y="5"/>
                    <a:pt x="8" y="6"/>
                  </a:cubicBezTo>
                  <a:cubicBezTo>
                    <a:pt x="6" y="7"/>
                    <a:pt x="6" y="9"/>
                    <a:pt x="6" y="11"/>
                  </a:cubicBezTo>
                  <a:cubicBezTo>
                    <a:pt x="6" y="13"/>
                    <a:pt x="6" y="14"/>
                    <a:pt x="7" y="15"/>
                  </a:cubicBezTo>
                  <a:cubicBezTo>
                    <a:pt x="7" y="16"/>
                    <a:pt x="8" y="17"/>
                    <a:pt x="9" y="18"/>
                  </a:cubicBezTo>
                  <a:cubicBezTo>
                    <a:pt x="11" y="18"/>
                    <a:pt x="13" y="19"/>
                    <a:pt x="16" y="20"/>
                  </a:cubicBezTo>
                  <a:cubicBezTo>
                    <a:pt x="20" y="22"/>
                    <a:pt x="23" y="24"/>
                    <a:pt x="25" y="26"/>
                  </a:cubicBezTo>
                  <a:cubicBezTo>
                    <a:pt x="27" y="28"/>
                    <a:pt x="28" y="30"/>
                    <a:pt x="28" y="33"/>
                  </a:cubicBezTo>
                  <a:close/>
                  <a:moveTo>
                    <a:pt x="50" y="45"/>
                  </a:moveTo>
                  <a:cubicBezTo>
                    <a:pt x="45" y="45"/>
                    <a:pt x="45" y="45"/>
                    <a:pt x="45" y="45"/>
                  </a:cubicBezTo>
                  <a:cubicBezTo>
                    <a:pt x="45" y="5"/>
                    <a:pt x="45" y="5"/>
                    <a:pt x="45" y="5"/>
                  </a:cubicBezTo>
                  <a:cubicBezTo>
                    <a:pt x="31" y="5"/>
                    <a:pt x="31" y="5"/>
                    <a:pt x="31" y="5"/>
                  </a:cubicBezTo>
                  <a:cubicBezTo>
                    <a:pt x="31" y="1"/>
                    <a:pt x="31" y="1"/>
                    <a:pt x="31" y="1"/>
                  </a:cubicBezTo>
                  <a:cubicBezTo>
                    <a:pt x="64" y="1"/>
                    <a:pt x="64" y="1"/>
                    <a:pt x="64" y="1"/>
                  </a:cubicBezTo>
                  <a:cubicBezTo>
                    <a:pt x="64" y="5"/>
                    <a:pt x="64" y="5"/>
                    <a:pt x="64" y="5"/>
                  </a:cubicBezTo>
                  <a:cubicBezTo>
                    <a:pt x="50" y="5"/>
                    <a:pt x="50" y="5"/>
                    <a:pt x="50" y="5"/>
                  </a:cubicBezTo>
                  <a:lnTo>
                    <a:pt x="50" y="45"/>
                  </a:lnTo>
                  <a:close/>
                  <a:moveTo>
                    <a:pt x="96" y="45"/>
                  </a:moveTo>
                  <a:cubicBezTo>
                    <a:pt x="71" y="45"/>
                    <a:pt x="71" y="45"/>
                    <a:pt x="71" y="45"/>
                  </a:cubicBezTo>
                  <a:cubicBezTo>
                    <a:pt x="71" y="1"/>
                    <a:pt x="71" y="1"/>
                    <a:pt x="71" y="1"/>
                  </a:cubicBezTo>
                  <a:cubicBezTo>
                    <a:pt x="96" y="1"/>
                    <a:pt x="96" y="1"/>
                    <a:pt x="96" y="1"/>
                  </a:cubicBezTo>
                  <a:cubicBezTo>
                    <a:pt x="96" y="5"/>
                    <a:pt x="96" y="5"/>
                    <a:pt x="96" y="5"/>
                  </a:cubicBezTo>
                  <a:cubicBezTo>
                    <a:pt x="76" y="5"/>
                    <a:pt x="76" y="5"/>
                    <a:pt x="76" y="5"/>
                  </a:cubicBezTo>
                  <a:cubicBezTo>
                    <a:pt x="76" y="19"/>
                    <a:pt x="76" y="19"/>
                    <a:pt x="76" y="19"/>
                  </a:cubicBezTo>
                  <a:cubicBezTo>
                    <a:pt x="94" y="19"/>
                    <a:pt x="94" y="19"/>
                    <a:pt x="94" y="19"/>
                  </a:cubicBezTo>
                  <a:cubicBezTo>
                    <a:pt x="94" y="24"/>
                    <a:pt x="94" y="24"/>
                    <a:pt x="94" y="24"/>
                  </a:cubicBezTo>
                  <a:cubicBezTo>
                    <a:pt x="76" y="24"/>
                    <a:pt x="76" y="24"/>
                    <a:pt x="76" y="24"/>
                  </a:cubicBezTo>
                  <a:cubicBezTo>
                    <a:pt x="76" y="40"/>
                    <a:pt x="76" y="40"/>
                    <a:pt x="76" y="40"/>
                  </a:cubicBezTo>
                  <a:cubicBezTo>
                    <a:pt x="96" y="40"/>
                    <a:pt x="96" y="40"/>
                    <a:pt x="96" y="40"/>
                  </a:cubicBezTo>
                  <a:lnTo>
                    <a:pt x="96" y="45"/>
                  </a:lnTo>
                  <a:close/>
                  <a:moveTo>
                    <a:pt x="133" y="13"/>
                  </a:moveTo>
                  <a:cubicBezTo>
                    <a:pt x="133" y="18"/>
                    <a:pt x="132" y="21"/>
                    <a:pt x="129" y="24"/>
                  </a:cubicBezTo>
                  <a:cubicBezTo>
                    <a:pt x="126" y="26"/>
                    <a:pt x="121" y="27"/>
                    <a:pt x="116" y="27"/>
                  </a:cubicBezTo>
                  <a:cubicBezTo>
                    <a:pt x="111" y="27"/>
                    <a:pt x="111" y="27"/>
                    <a:pt x="111" y="27"/>
                  </a:cubicBezTo>
                  <a:cubicBezTo>
                    <a:pt x="111" y="45"/>
                    <a:pt x="111" y="45"/>
                    <a:pt x="111" y="45"/>
                  </a:cubicBezTo>
                  <a:cubicBezTo>
                    <a:pt x="105" y="45"/>
                    <a:pt x="105" y="45"/>
                    <a:pt x="105" y="45"/>
                  </a:cubicBezTo>
                  <a:cubicBezTo>
                    <a:pt x="105" y="1"/>
                    <a:pt x="105" y="1"/>
                    <a:pt x="105" y="1"/>
                  </a:cubicBezTo>
                  <a:cubicBezTo>
                    <a:pt x="117" y="1"/>
                    <a:pt x="117" y="1"/>
                    <a:pt x="117" y="1"/>
                  </a:cubicBezTo>
                  <a:cubicBezTo>
                    <a:pt x="128" y="1"/>
                    <a:pt x="133" y="5"/>
                    <a:pt x="133" y="13"/>
                  </a:cubicBezTo>
                  <a:close/>
                  <a:moveTo>
                    <a:pt x="111" y="23"/>
                  </a:moveTo>
                  <a:cubicBezTo>
                    <a:pt x="115" y="23"/>
                    <a:pt x="115" y="23"/>
                    <a:pt x="115" y="23"/>
                  </a:cubicBezTo>
                  <a:cubicBezTo>
                    <a:pt x="120" y="23"/>
                    <a:pt x="123" y="22"/>
                    <a:pt x="125" y="21"/>
                  </a:cubicBezTo>
                  <a:cubicBezTo>
                    <a:pt x="127" y="19"/>
                    <a:pt x="128" y="17"/>
                    <a:pt x="128" y="14"/>
                  </a:cubicBezTo>
                  <a:cubicBezTo>
                    <a:pt x="128" y="11"/>
                    <a:pt x="127" y="9"/>
                    <a:pt x="125" y="7"/>
                  </a:cubicBezTo>
                  <a:cubicBezTo>
                    <a:pt x="123" y="6"/>
                    <a:pt x="120" y="5"/>
                    <a:pt x="116" y="5"/>
                  </a:cubicBezTo>
                  <a:cubicBezTo>
                    <a:pt x="111" y="5"/>
                    <a:pt x="111" y="5"/>
                    <a:pt x="111" y="5"/>
                  </a:cubicBezTo>
                  <a:lnTo>
                    <a:pt x="111" y="23"/>
                  </a:lnTo>
                  <a:close/>
                  <a:moveTo>
                    <a:pt x="71" y="110"/>
                  </a:moveTo>
                  <a:cubicBezTo>
                    <a:pt x="71" y="128"/>
                    <a:pt x="68" y="141"/>
                    <a:pt x="63" y="149"/>
                  </a:cubicBezTo>
                  <a:cubicBezTo>
                    <a:pt x="57" y="158"/>
                    <a:pt x="48" y="162"/>
                    <a:pt x="37" y="162"/>
                  </a:cubicBezTo>
                  <a:cubicBezTo>
                    <a:pt x="25" y="162"/>
                    <a:pt x="17" y="158"/>
                    <a:pt x="11" y="149"/>
                  </a:cubicBezTo>
                  <a:cubicBezTo>
                    <a:pt x="5" y="140"/>
                    <a:pt x="2" y="127"/>
                    <a:pt x="2" y="110"/>
                  </a:cubicBezTo>
                  <a:cubicBezTo>
                    <a:pt x="2" y="92"/>
                    <a:pt x="5" y="79"/>
                    <a:pt x="11" y="71"/>
                  </a:cubicBezTo>
                  <a:cubicBezTo>
                    <a:pt x="17" y="62"/>
                    <a:pt x="25" y="58"/>
                    <a:pt x="37" y="58"/>
                  </a:cubicBezTo>
                  <a:cubicBezTo>
                    <a:pt x="48" y="58"/>
                    <a:pt x="56" y="63"/>
                    <a:pt x="62" y="71"/>
                  </a:cubicBezTo>
                  <a:cubicBezTo>
                    <a:pt x="68" y="80"/>
                    <a:pt x="71" y="93"/>
                    <a:pt x="71" y="110"/>
                  </a:cubicBezTo>
                  <a:close/>
                  <a:moveTo>
                    <a:pt x="19" y="110"/>
                  </a:moveTo>
                  <a:cubicBezTo>
                    <a:pt x="19" y="124"/>
                    <a:pt x="20" y="134"/>
                    <a:pt x="23" y="140"/>
                  </a:cubicBezTo>
                  <a:cubicBezTo>
                    <a:pt x="26" y="146"/>
                    <a:pt x="30" y="149"/>
                    <a:pt x="37" y="149"/>
                  </a:cubicBezTo>
                  <a:cubicBezTo>
                    <a:pt x="43" y="149"/>
                    <a:pt x="47" y="146"/>
                    <a:pt x="50" y="140"/>
                  </a:cubicBezTo>
                  <a:cubicBezTo>
                    <a:pt x="53" y="134"/>
                    <a:pt x="55" y="124"/>
                    <a:pt x="55" y="110"/>
                  </a:cubicBezTo>
                  <a:cubicBezTo>
                    <a:pt x="55" y="97"/>
                    <a:pt x="53" y="87"/>
                    <a:pt x="50" y="81"/>
                  </a:cubicBezTo>
                  <a:cubicBezTo>
                    <a:pt x="47" y="75"/>
                    <a:pt x="43" y="72"/>
                    <a:pt x="37" y="72"/>
                  </a:cubicBezTo>
                  <a:cubicBezTo>
                    <a:pt x="30" y="72"/>
                    <a:pt x="26" y="75"/>
                    <a:pt x="23" y="81"/>
                  </a:cubicBezTo>
                  <a:cubicBezTo>
                    <a:pt x="20" y="87"/>
                    <a:pt x="19" y="97"/>
                    <a:pt x="19" y="110"/>
                  </a:cubicBezTo>
                  <a:close/>
                  <a:moveTo>
                    <a:pt x="131" y="161"/>
                  </a:moveTo>
                  <a:cubicBezTo>
                    <a:pt x="115" y="161"/>
                    <a:pt x="115" y="161"/>
                    <a:pt x="115" y="161"/>
                  </a:cubicBezTo>
                  <a:cubicBezTo>
                    <a:pt x="115" y="96"/>
                    <a:pt x="115" y="96"/>
                    <a:pt x="115" y="96"/>
                  </a:cubicBezTo>
                  <a:cubicBezTo>
                    <a:pt x="115" y="88"/>
                    <a:pt x="115" y="82"/>
                    <a:pt x="115" y="77"/>
                  </a:cubicBezTo>
                  <a:cubicBezTo>
                    <a:pt x="114" y="78"/>
                    <a:pt x="113" y="79"/>
                    <a:pt x="111" y="81"/>
                  </a:cubicBezTo>
                  <a:cubicBezTo>
                    <a:pt x="110" y="82"/>
                    <a:pt x="105" y="86"/>
                    <a:pt x="96" y="93"/>
                  </a:cubicBezTo>
                  <a:cubicBezTo>
                    <a:pt x="88" y="83"/>
                    <a:pt x="88" y="83"/>
                    <a:pt x="88" y="83"/>
                  </a:cubicBezTo>
                  <a:cubicBezTo>
                    <a:pt x="117" y="60"/>
                    <a:pt x="117" y="60"/>
                    <a:pt x="117" y="60"/>
                  </a:cubicBezTo>
                  <a:cubicBezTo>
                    <a:pt x="131" y="60"/>
                    <a:pt x="131" y="60"/>
                    <a:pt x="131" y="60"/>
                  </a:cubicBezTo>
                  <a:lnTo>
                    <a:pt x="131"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C6714534-0A7E-4435-9A4D-6BCD74CE91BA}"/>
              </a:ext>
            </a:extLst>
          </p:cNvPr>
          <p:cNvGrpSpPr/>
          <p:nvPr/>
        </p:nvGrpSpPr>
        <p:grpSpPr>
          <a:xfrm>
            <a:off x="4264886" y="2354235"/>
            <a:ext cx="939614" cy="880571"/>
            <a:chOff x="4843463" y="2909888"/>
            <a:chExt cx="884238" cy="828675"/>
          </a:xfrm>
        </p:grpSpPr>
        <p:sp>
          <p:nvSpPr>
            <p:cNvPr id="29" name="Freeform 188">
              <a:extLst>
                <a:ext uri="{FF2B5EF4-FFF2-40B4-BE49-F238E27FC236}">
                  <a16:creationId xmlns:a16="http://schemas.microsoft.com/office/drawing/2014/main" id="{5CA84164-25F7-4CCE-8823-115058A575F1}"/>
                </a:ext>
              </a:extLst>
            </p:cNvPr>
            <p:cNvSpPr>
              <a:spLocks/>
            </p:cNvSpPr>
            <p:nvPr/>
          </p:nvSpPr>
          <p:spPr bwMode="auto">
            <a:xfrm>
              <a:off x="4843463" y="2909888"/>
              <a:ext cx="884238" cy="828675"/>
            </a:xfrm>
            <a:custGeom>
              <a:avLst/>
              <a:gdLst>
                <a:gd name="T0" fmla="*/ 154 w 247"/>
                <a:gd name="T1" fmla="*/ 5 h 231"/>
                <a:gd name="T2" fmla="*/ 247 w 247"/>
                <a:gd name="T3" fmla="*/ 93 h 231"/>
                <a:gd name="T4" fmla="*/ 110 w 247"/>
                <a:gd name="T5" fmla="*/ 231 h 231"/>
                <a:gd name="T6" fmla="*/ 27 w 247"/>
                <a:gd name="T7" fmla="*/ 153 h 231"/>
                <a:gd name="T8" fmla="*/ 40 w 247"/>
                <a:gd name="T9" fmla="*/ 59 h 231"/>
                <a:gd name="T10" fmla="*/ 23 w 247"/>
                <a:gd name="T11" fmla="*/ 43 h 231"/>
                <a:gd name="T12" fmla="*/ 23 w 247"/>
                <a:gd name="T13" fmla="*/ 39 h 231"/>
                <a:gd name="T14" fmla="*/ 45 w 247"/>
                <a:gd name="T15" fmla="*/ 38 h 231"/>
                <a:gd name="T16" fmla="*/ 44 w 247"/>
                <a:gd name="T17" fmla="*/ 37 h 231"/>
                <a:gd name="T18" fmla="*/ 27 w 247"/>
                <a:gd name="T19" fmla="*/ 20 h 231"/>
                <a:gd name="T20" fmla="*/ 30 w 247"/>
                <a:gd name="T21" fmla="*/ 2 h 231"/>
                <a:gd name="T22" fmla="*/ 49 w 247"/>
                <a:gd name="T23" fmla="*/ 2 h 231"/>
                <a:gd name="T24" fmla="*/ 68 w 247"/>
                <a:gd name="T25" fmla="*/ 21 h 231"/>
                <a:gd name="T26" fmla="*/ 68 w 247"/>
                <a:gd name="T27" fmla="*/ 18 h 231"/>
                <a:gd name="T28" fmla="*/ 54 w 247"/>
                <a:gd name="T29" fmla="*/ 5 h 231"/>
                <a:gd name="T30" fmla="*/ 54 w 247"/>
                <a:gd name="T31" fmla="*/ 1 h 231"/>
                <a:gd name="T32" fmla="*/ 87 w 247"/>
                <a:gd name="T33" fmla="*/ 1 h 231"/>
                <a:gd name="T34" fmla="*/ 94 w 247"/>
                <a:gd name="T35" fmla="*/ 8 h 231"/>
                <a:gd name="T36" fmla="*/ 94 w 247"/>
                <a:gd name="T37" fmla="*/ 1 h 231"/>
                <a:gd name="T38" fmla="*/ 118 w 247"/>
                <a:gd name="T39" fmla="*/ 1 h 231"/>
                <a:gd name="T40" fmla="*/ 129 w 247"/>
                <a:gd name="T41" fmla="*/ 11 h 231"/>
                <a:gd name="T42" fmla="*/ 129 w 247"/>
                <a:gd name="T43" fmla="*/ 1 h 231"/>
                <a:gd name="T44" fmla="*/ 154 w 247"/>
                <a:gd name="T45"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7" h="231">
                  <a:moveTo>
                    <a:pt x="154" y="5"/>
                  </a:moveTo>
                  <a:cubicBezTo>
                    <a:pt x="247" y="93"/>
                    <a:pt x="247" y="93"/>
                    <a:pt x="247" y="93"/>
                  </a:cubicBezTo>
                  <a:cubicBezTo>
                    <a:pt x="110" y="231"/>
                    <a:pt x="110" y="231"/>
                    <a:pt x="110" y="231"/>
                  </a:cubicBezTo>
                  <a:cubicBezTo>
                    <a:pt x="27" y="153"/>
                    <a:pt x="27" y="153"/>
                    <a:pt x="27" y="153"/>
                  </a:cubicBezTo>
                  <a:cubicBezTo>
                    <a:pt x="27" y="153"/>
                    <a:pt x="0" y="84"/>
                    <a:pt x="40" y="59"/>
                  </a:cubicBezTo>
                  <a:cubicBezTo>
                    <a:pt x="27" y="46"/>
                    <a:pt x="23" y="43"/>
                    <a:pt x="23" y="43"/>
                  </a:cubicBezTo>
                  <a:cubicBezTo>
                    <a:pt x="23" y="39"/>
                    <a:pt x="23" y="39"/>
                    <a:pt x="23" y="39"/>
                  </a:cubicBezTo>
                  <a:cubicBezTo>
                    <a:pt x="23" y="39"/>
                    <a:pt x="38" y="45"/>
                    <a:pt x="45" y="38"/>
                  </a:cubicBezTo>
                  <a:cubicBezTo>
                    <a:pt x="44" y="37"/>
                    <a:pt x="44" y="37"/>
                    <a:pt x="44" y="37"/>
                  </a:cubicBezTo>
                  <a:cubicBezTo>
                    <a:pt x="27" y="20"/>
                    <a:pt x="27" y="20"/>
                    <a:pt x="27" y="20"/>
                  </a:cubicBezTo>
                  <a:cubicBezTo>
                    <a:pt x="27" y="20"/>
                    <a:pt x="20" y="8"/>
                    <a:pt x="30" y="2"/>
                  </a:cubicBezTo>
                  <a:cubicBezTo>
                    <a:pt x="34" y="1"/>
                    <a:pt x="41" y="0"/>
                    <a:pt x="49" y="2"/>
                  </a:cubicBezTo>
                  <a:cubicBezTo>
                    <a:pt x="54" y="8"/>
                    <a:pt x="68" y="21"/>
                    <a:pt x="68" y="21"/>
                  </a:cubicBezTo>
                  <a:cubicBezTo>
                    <a:pt x="68" y="18"/>
                    <a:pt x="68" y="18"/>
                    <a:pt x="68" y="18"/>
                  </a:cubicBezTo>
                  <a:cubicBezTo>
                    <a:pt x="54" y="5"/>
                    <a:pt x="54" y="5"/>
                    <a:pt x="54" y="5"/>
                  </a:cubicBezTo>
                  <a:cubicBezTo>
                    <a:pt x="54" y="1"/>
                    <a:pt x="54" y="1"/>
                    <a:pt x="54" y="1"/>
                  </a:cubicBezTo>
                  <a:cubicBezTo>
                    <a:pt x="87" y="1"/>
                    <a:pt x="87" y="1"/>
                    <a:pt x="87" y="1"/>
                  </a:cubicBezTo>
                  <a:cubicBezTo>
                    <a:pt x="94" y="8"/>
                    <a:pt x="94" y="8"/>
                    <a:pt x="94" y="8"/>
                  </a:cubicBezTo>
                  <a:cubicBezTo>
                    <a:pt x="94" y="1"/>
                    <a:pt x="94" y="1"/>
                    <a:pt x="94" y="1"/>
                  </a:cubicBezTo>
                  <a:cubicBezTo>
                    <a:pt x="118" y="1"/>
                    <a:pt x="118" y="1"/>
                    <a:pt x="118" y="1"/>
                  </a:cubicBezTo>
                  <a:cubicBezTo>
                    <a:pt x="129" y="11"/>
                    <a:pt x="129" y="11"/>
                    <a:pt x="129" y="11"/>
                  </a:cubicBezTo>
                  <a:cubicBezTo>
                    <a:pt x="129" y="1"/>
                    <a:pt x="129" y="1"/>
                    <a:pt x="129" y="1"/>
                  </a:cubicBezTo>
                  <a:lnTo>
                    <a:pt x="154" y="5"/>
                  </a:lnTo>
                  <a:close/>
                </a:path>
              </a:pathLst>
            </a:custGeom>
            <a:gradFill flip="none" rotWithShape="1">
              <a:gsLst>
                <a:gs pos="22000">
                  <a:schemeClr val="accent2">
                    <a:lumMod val="50000"/>
                  </a:schemeClr>
                </a:gs>
                <a:gs pos="65000">
                  <a:schemeClr val="accent2">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189">
              <a:extLst>
                <a:ext uri="{FF2B5EF4-FFF2-40B4-BE49-F238E27FC236}">
                  <a16:creationId xmlns:a16="http://schemas.microsoft.com/office/drawing/2014/main" id="{A6DB2A5A-3D90-47B2-BAA8-D79B528EC89C}"/>
                </a:ext>
              </a:extLst>
            </p:cNvPr>
            <p:cNvSpPr>
              <a:spLocks noEditPoints="1"/>
            </p:cNvSpPr>
            <p:nvPr/>
          </p:nvSpPr>
          <p:spPr bwMode="auto">
            <a:xfrm>
              <a:off x="4897438" y="2909888"/>
              <a:ext cx="533400" cy="582613"/>
            </a:xfrm>
            <a:custGeom>
              <a:avLst/>
              <a:gdLst>
                <a:gd name="T0" fmla="*/ 31 w 149"/>
                <a:gd name="T1" fmla="*/ 42 h 162"/>
                <a:gd name="T2" fmla="*/ 8 w 149"/>
                <a:gd name="T3" fmla="*/ 43 h 162"/>
                <a:gd name="T4" fmla="*/ 14 w 149"/>
                <a:gd name="T5" fmla="*/ 40 h 162"/>
                <a:gd name="T6" fmla="*/ 28 w 149"/>
                <a:gd name="T7" fmla="*/ 39 h 162"/>
                <a:gd name="T8" fmla="*/ 29 w 149"/>
                <a:gd name="T9" fmla="*/ 30 h 162"/>
                <a:gd name="T10" fmla="*/ 20 w 149"/>
                <a:gd name="T11" fmla="*/ 24 h 162"/>
                <a:gd name="T12" fmla="*/ 8 w 149"/>
                <a:gd name="T13" fmla="*/ 11 h 162"/>
                <a:gd name="T14" fmla="*/ 22 w 149"/>
                <a:gd name="T15" fmla="*/ 0 h 162"/>
                <a:gd name="T16" fmla="*/ 33 w 149"/>
                <a:gd name="T17" fmla="*/ 7 h 162"/>
                <a:gd name="T18" fmla="*/ 16 w 149"/>
                <a:gd name="T19" fmla="*/ 6 h 162"/>
                <a:gd name="T20" fmla="*/ 14 w 149"/>
                <a:gd name="T21" fmla="*/ 15 h 162"/>
                <a:gd name="T22" fmla="*/ 23 w 149"/>
                <a:gd name="T23" fmla="*/ 20 h 162"/>
                <a:gd name="T24" fmla="*/ 36 w 149"/>
                <a:gd name="T25" fmla="*/ 33 h 162"/>
                <a:gd name="T26" fmla="*/ 53 w 149"/>
                <a:gd name="T27" fmla="*/ 45 h 162"/>
                <a:gd name="T28" fmla="*/ 39 w 149"/>
                <a:gd name="T29" fmla="*/ 5 h 162"/>
                <a:gd name="T30" fmla="*/ 72 w 149"/>
                <a:gd name="T31" fmla="*/ 1 h 162"/>
                <a:gd name="T32" fmla="*/ 58 w 149"/>
                <a:gd name="T33" fmla="*/ 5 h 162"/>
                <a:gd name="T34" fmla="*/ 103 w 149"/>
                <a:gd name="T35" fmla="*/ 45 h 162"/>
                <a:gd name="T36" fmla="*/ 79 w 149"/>
                <a:gd name="T37" fmla="*/ 1 h 162"/>
                <a:gd name="T38" fmla="*/ 103 w 149"/>
                <a:gd name="T39" fmla="*/ 5 h 162"/>
                <a:gd name="T40" fmla="*/ 84 w 149"/>
                <a:gd name="T41" fmla="*/ 19 h 162"/>
                <a:gd name="T42" fmla="*/ 102 w 149"/>
                <a:gd name="T43" fmla="*/ 24 h 162"/>
                <a:gd name="T44" fmla="*/ 84 w 149"/>
                <a:gd name="T45" fmla="*/ 40 h 162"/>
                <a:gd name="T46" fmla="*/ 103 w 149"/>
                <a:gd name="T47" fmla="*/ 45 h 162"/>
                <a:gd name="T48" fmla="*/ 137 w 149"/>
                <a:gd name="T49" fmla="*/ 24 h 162"/>
                <a:gd name="T50" fmla="*/ 118 w 149"/>
                <a:gd name="T51" fmla="*/ 27 h 162"/>
                <a:gd name="T52" fmla="*/ 113 w 149"/>
                <a:gd name="T53" fmla="*/ 45 h 162"/>
                <a:gd name="T54" fmla="*/ 125 w 149"/>
                <a:gd name="T55" fmla="*/ 1 h 162"/>
                <a:gd name="T56" fmla="*/ 118 w 149"/>
                <a:gd name="T57" fmla="*/ 23 h 162"/>
                <a:gd name="T58" fmla="*/ 133 w 149"/>
                <a:gd name="T59" fmla="*/ 21 h 162"/>
                <a:gd name="T60" fmla="*/ 133 w 149"/>
                <a:gd name="T61" fmla="*/ 7 h 162"/>
                <a:gd name="T62" fmla="*/ 118 w 149"/>
                <a:gd name="T63" fmla="*/ 5 h 162"/>
                <a:gd name="T64" fmla="*/ 68 w 149"/>
                <a:gd name="T65" fmla="*/ 110 h 162"/>
                <a:gd name="T66" fmla="*/ 34 w 149"/>
                <a:gd name="T67" fmla="*/ 162 h 162"/>
                <a:gd name="T68" fmla="*/ 0 w 149"/>
                <a:gd name="T69" fmla="*/ 110 h 162"/>
                <a:gd name="T70" fmla="*/ 34 w 149"/>
                <a:gd name="T71" fmla="*/ 58 h 162"/>
                <a:gd name="T72" fmla="*/ 68 w 149"/>
                <a:gd name="T73" fmla="*/ 110 h 162"/>
                <a:gd name="T74" fmla="*/ 21 w 149"/>
                <a:gd name="T75" fmla="*/ 140 h 162"/>
                <a:gd name="T76" fmla="*/ 48 w 149"/>
                <a:gd name="T77" fmla="*/ 140 h 162"/>
                <a:gd name="T78" fmla="*/ 48 w 149"/>
                <a:gd name="T79" fmla="*/ 81 h 162"/>
                <a:gd name="T80" fmla="*/ 21 w 149"/>
                <a:gd name="T81" fmla="*/ 81 h 162"/>
                <a:gd name="T82" fmla="*/ 149 w 149"/>
                <a:gd name="T83" fmla="*/ 161 h 162"/>
                <a:gd name="T84" fmla="*/ 81 w 149"/>
                <a:gd name="T85" fmla="*/ 148 h 162"/>
                <a:gd name="T86" fmla="*/ 122 w 149"/>
                <a:gd name="T87" fmla="*/ 106 h 162"/>
                <a:gd name="T88" fmla="*/ 129 w 149"/>
                <a:gd name="T89" fmla="*/ 87 h 162"/>
                <a:gd name="T90" fmla="*/ 114 w 149"/>
                <a:gd name="T91" fmla="*/ 72 h 162"/>
                <a:gd name="T92" fmla="*/ 90 w 149"/>
                <a:gd name="T93" fmla="*/ 82 h 162"/>
                <a:gd name="T94" fmla="*/ 98 w 149"/>
                <a:gd name="T95" fmla="*/ 61 h 162"/>
                <a:gd name="T96" fmla="*/ 137 w 149"/>
                <a:gd name="T97" fmla="*/ 66 h 162"/>
                <a:gd name="T98" fmla="*/ 143 w 149"/>
                <a:gd name="T99" fmla="*/ 98 h 162"/>
                <a:gd name="T100" fmla="*/ 119 w 149"/>
                <a:gd name="T101" fmla="*/ 129 h 162"/>
                <a:gd name="T102" fmla="*/ 101 w 149"/>
                <a:gd name="T103" fmla="*/ 146 h 162"/>
                <a:gd name="T104" fmla="*/ 149 w 149"/>
                <a:gd name="T105"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162">
                  <a:moveTo>
                    <a:pt x="36" y="33"/>
                  </a:moveTo>
                  <a:cubicBezTo>
                    <a:pt x="36" y="37"/>
                    <a:pt x="34" y="40"/>
                    <a:pt x="31" y="42"/>
                  </a:cubicBezTo>
                  <a:cubicBezTo>
                    <a:pt x="29" y="44"/>
                    <a:pt x="25" y="45"/>
                    <a:pt x="20" y="45"/>
                  </a:cubicBezTo>
                  <a:cubicBezTo>
                    <a:pt x="15" y="45"/>
                    <a:pt x="11" y="45"/>
                    <a:pt x="8" y="43"/>
                  </a:cubicBezTo>
                  <a:cubicBezTo>
                    <a:pt x="8" y="38"/>
                    <a:pt x="8" y="38"/>
                    <a:pt x="8" y="38"/>
                  </a:cubicBezTo>
                  <a:cubicBezTo>
                    <a:pt x="10" y="39"/>
                    <a:pt x="11" y="40"/>
                    <a:pt x="14" y="40"/>
                  </a:cubicBezTo>
                  <a:cubicBezTo>
                    <a:pt x="16" y="41"/>
                    <a:pt x="18" y="41"/>
                    <a:pt x="20" y="41"/>
                  </a:cubicBezTo>
                  <a:cubicBezTo>
                    <a:pt x="23" y="41"/>
                    <a:pt x="26" y="40"/>
                    <a:pt x="28" y="39"/>
                  </a:cubicBezTo>
                  <a:cubicBezTo>
                    <a:pt x="29" y="38"/>
                    <a:pt x="30" y="36"/>
                    <a:pt x="30" y="33"/>
                  </a:cubicBezTo>
                  <a:cubicBezTo>
                    <a:pt x="30" y="32"/>
                    <a:pt x="30" y="31"/>
                    <a:pt x="29" y="30"/>
                  </a:cubicBezTo>
                  <a:cubicBezTo>
                    <a:pt x="29" y="29"/>
                    <a:pt x="28" y="28"/>
                    <a:pt x="26" y="27"/>
                  </a:cubicBezTo>
                  <a:cubicBezTo>
                    <a:pt x="25" y="26"/>
                    <a:pt x="23" y="25"/>
                    <a:pt x="20" y="24"/>
                  </a:cubicBezTo>
                  <a:cubicBezTo>
                    <a:pt x="16" y="23"/>
                    <a:pt x="13" y="21"/>
                    <a:pt x="11" y="19"/>
                  </a:cubicBezTo>
                  <a:cubicBezTo>
                    <a:pt x="9" y="17"/>
                    <a:pt x="8" y="14"/>
                    <a:pt x="8" y="11"/>
                  </a:cubicBezTo>
                  <a:cubicBezTo>
                    <a:pt x="8" y="8"/>
                    <a:pt x="10" y="5"/>
                    <a:pt x="12" y="3"/>
                  </a:cubicBezTo>
                  <a:cubicBezTo>
                    <a:pt x="15" y="1"/>
                    <a:pt x="18" y="0"/>
                    <a:pt x="22" y="0"/>
                  </a:cubicBezTo>
                  <a:cubicBezTo>
                    <a:pt x="27" y="0"/>
                    <a:pt x="31" y="1"/>
                    <a:pt x="34" y="2"/>
                  </a:cubicBezTo>
                  <a:cubicBezTo>
                    <a:pt x="33" y="7"/>
                    <a:pt x="33" y="7"/>
                    <a:pt x="33" y="7"/>
                  </a:cubicBezTo>
                  <a:cubicBezTo>
                    <a:pt x="29" y="5"/>
                    <a:pt x="26" y="4"/>
                    <a:pt x="22" y="4"/>
                  </a:cubicBezTo>
                  <a:cubicBezTo>
                    <a:pt x="19" y="4"/>
                    <a:pt x="17" y="5"/>
                    <a:pt x="16" y="6"/>
                  </a:cubicBezTo>
                  <a:cubicBezTo>
                    <a:pt x="14" y="7"/>
                    <a:pt x="14" y="9"/>
                    <a:pt x="14" y="11"/>
                  </a:cubicBezTo>
                  <a:cubicBezTo>
                    <a:pt x="14" y="13"/>
                    <a:pt x="14" y="14"/>
                    <a:pt x="14" y="15"/>
                  </a:cubicBezTo>
                  <a:cubicBezTo>
                    <a:pt x="15" y="16"/>
                    <a:pt x="16" y="17"/>
                    <a:pt x="17" y="18"/>
                  </a:cubicBezTo>
                  <a:cubicBezTo>
                    <a:pt x="19" y="18"/>
                    <a:pt x="21" y="19"/>
                    <a:pt x="23" y="20"/>
                  </a:cubicBezTo>
                  <a:cubicBezTo>
                    <a:pt x="28" y="22"/>
                    <a:pt x="31" y="24"/>
                    <a:pt x="33" y="26"/>
                  </a:cubicBezTo>
                  <a:cubicBezTo>
                    <a:pt x="35" y="28"/>
                    <a:pt x="36" y="30"/>
                    <a:pt x="36"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3"/>
                  </a:moveTo>
                  <a:cubicBezTo>
                    <a:pt x="141" y="18"/>
                    <a:pt x="140" y="21"/>
                    <a:pt x="137" y="24"/>
                  </a:cubicBezTo>
                  <a:cubicBezTo>
                    <a:pt x="134"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5" y="1"/>
                    <a:pt x="125" y="1"/>
                    <a:pt x="125" y="1"/>
                  </a:cubicBezTo>
                  <a:cubicBezTo>
                    <a:pt x="136" y="1"/>
                    <a:pt x="141" y="5"/>
                    <a:pt x="141" y="13"/>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8" y="110"/>
                  </a:moveTo>
                  <a:cubicBezTo>
                    <a:pt x="68" y="128"/>
                    <a:pt x="66" y="141"/>
                    <a:pt x="60" y="149"/>
                  </a:cubicBezTo>
                  <a:cubicBezTo>
                    <a:pt x="54" y="158"/>
                    <a:pt x="46" y="162"/>
                    <a:pt x="34" y="162"/>
                  </a:cubicBezTo>
                  <a:cubicBezTo>
                    <a:pt x="23" y="162"/>
                    <a:pt x="14" y="158"/>
                    <a:pt x="9" y="149"/>
                  </a:cubicBezTo>
                  <a:cubicBezTo>
                    <a:pt x="3" y="140"/>
                    <a:pt x="0" y="127"/>
                    <a:pt x="0" y="110"/>
                  </a:cubicBezTo>
                  <a:cubicBezTo>
                    <a:pt x="0" y="93"/>
                    <a:pt x="3" y="79"/>
                    <a:pt x="8" y="71"/>
                  </a:cubicBezTo>
                  <a:cubicBezTo>
                    <a:pt x="14" y="62"/>
                    <a:pt x="23" y="58"/>
                    <a:pt x="34" y="58"/>
                  </a:cubicBezTo>
                  <a:cubicBezTo>
                    <a:pt x="45" y="58"/>
                    <a:pt x="54" y="63"/>
                    <a:pt x="60" y="71"/>
                  </a:cubicBezTo>
                  <a:cubicBezTo>
                    <a:pt x="65" y="80"/>
                    <a:pt x="68" y="93"/>
                    <a:pt x="68" y="110"/>
                  </a:cubicBezTo>
                  <a:close/>
                  <a:moveTo>
                    <a:pt x="16" y="110"/>
                  </a:moveTo>
                  <a:cubicBezTo>
                    <a:pt x="16" y="124"/>
                    <a:pt x="18" y="134"/>
                    <a:pt x="21" y="140"/>
                  </a:cubicBezTo>
                  <a:cubicBezTo>
                    <a:pt x="23" y="146"/>
                    <a:pt x="28" y="149"/>
                    <a:pt x="34" y="149"/>
                  </a:cubicBezTo>
                  <a:cubicBezTo>
                    <a:pt x="40" y="149"/>
                    <a:pt x="45" y="146"/>
                    <a:pt x="48" y="140"/>
                  </a:cubicBezTo>
                  <a:cubicBezTo>
                    <a:pt x="51" y="134"/>
                    <a:pt x="52" y="124"/>
                    <a:pt x="52" y="110"/>
                  </a:cubicBezTo>
                  <a:cubicBezTo>
                    <a:pt x="52" y="97"/>
                    <a:pt x="51" y="87"/>
                    <a:pt x="48" y="81"/>
                  </a:cubicBezTo>
                  <a:cubicBezTo>
                    <a:pt x="45" y="75"/>
                    <a:pt x="40" y="72"/>
                    <a:pt x="34" y="72"/>
                  </a:cubicBezTo>
                  <a:cubicBezTo>
                    <a:pt x="28" y="72"/>
                    <a:pt x="23" y="75"/>
                    <a:pt x="21" y="81"/>
                  </a:cubicBezTo>
                  <a:cubicBezTo>
                    <a:pt x="18" y="87"/>
                    <a:pt x="16" y="96"/>
                    <a:pt x="16" y="110"/>
                  </a:cubicBezTo>
                  <a:close/>
                  <a:moveTo>
                    <a:pt x="149" y="161"/>
                  </a:moveTo>
                  <a:cubicBezTo>
                    <a:pt x="81" y="161"/>
                    <a:pt x="81" y="161"/>
                    <a:pt x="81" y="161"/>
                  </a:cubicBezTo>
                  <a:cubicBezTo>
                    <a:pt x="81" y="148"/>
                    <a:pt x="81" y="148"/>
                    <a:pt x="81" y="148"/>
                  </a:cubicBezTo>
                  <a:cubicBezTo>
                    <a:pt x="107" y="122"/>
                    <a:pt x="107" y="122"/>
                    <a:pt x="107" y="122"/>
                  </a:cubicBezTo>
                  <a:cubicBezTo>
                    <a:pt x="114" y="114"/>
                    <a:pt x="119" y="109"/>
                    <a:pt x="122" y="106"/>
                  </a:cubicBezTo>
                  <a:cubicBezTo>
                    <a:pt x="124" y="102"/>
                    <a:pt x="126" y="99"/>
                    <a:pt x="127" y="96"/>
                  </a:cubicBezTo>
                  <a:cubicBezTo>
                    <a:pt x="129" y="93"/>
                    <a:pt x="129" y="90"/>
                    <a:pt x="129" y="87"/>
                  </a:cubicBezTo>
                  <a:cubicBezTo>
                    <a:pt x="129" y="82"/>
                    <a:pt x="128" y="79"/>
                    <a:pt x="125" y="76"/>
                  </a:cubicBezTo>
                  <a:cubicBezTo>
                    <a:pt x="122" y="74"/>
                    <a:pt x="119" y="72"/>
                    <a:pt x="114" y="72"/>
                  </a:cubicBezTo>
                  <a:cubicBezTo>
                    <a:pt x="110" y="72"/>
                    <a:pt x="106" y="73"/>
                    <a:pt x="103" y="74"/>
                  </a:cubicBezTo>
                  <a:cubicBezTo>
                    <a:pt x="99" y="76"/>
                    <a:pt x="95" y="78"/>
                    <a:pt x="90" y="82"/>
                  </a:cubicBezTo>
                  <a:cubicBezTo>
                    <a:pt x="81" y="71"/>
                    <a:pt x="81" y="71"/>
                    <a:pt x="81" y="71"/>
                  </a:cubicBezTo>
                  <a:cubicBezTo>
                    <a:pt x="87" y="67"/>
                    <a:pt x="92" y="63"/>
                    <a:pt x="98" y="61"/>
                  </a:cubicBezTo>
                  <a:cubicBezTo>
                    <a:pt x="103" y="59"/>
                    <a:pt x="108" y="58"/>
                    <a:pt x="114" y="58"/>
                  </a:cubicBezTo>
                  <a:cubicBezTo>
                    <a:pt x="124" y="58"/>
                    <a:pt x="131" y="61"/>
                    <a:pt x="137" y="66"/>
                  </a:cubicBezTo>
                  <a:cubicBezTo>
                    <a:pt x="143" y="71"/>
                    <a:pt x="146" y="77"/>
                    <a:pt x="146" y="85"/>
                  </a:cubicBezTo>
                  <a:cubicBezTo>
                    <a:pt x="146" y="90"/>
                    <a:pt x="145" y="94"/>
                    <a:pt x="143" y="98"/>
                  </a:cubicBezTo>
                  <a:cubicBezTo>
                    <a:pt x="141" y="103"/>
                    <a:pt x="139" y="107"/>
                    <a:pt x="135" y="111"/>
                  </a:cubicBezTo>
                  <a:cubicBezTo>
                    <a:pt x="132" y="115"/>
                    <a:pt x="127" y="121"/>
                    <a:pt x="119" y="129"/>
                  </a:cubicBezTo>
                  <a:cubicBezTo>
                    <a:pt x="101" y="146"/>
                    <a:pt x="101" y="146"/>
                    <a:pt x="101" y="146"/>
                  </a:cubicBezTo>
                  <a:cubicBezTo>
                    <a:pt x="101" y="146"/>
                    <a:pt x="101" y="146"/>
                    <a:pt x="101" y="146"/>
                  </a:cubicBezTo>
                  <a:cubicBezTo>
                    <a:pt x="149" y="146"/>
                    <a:pt x="149" y="146"/>
                    <a:pt x="149" y="146"/>
                  </a:cubicBezTo>
                  <a:lnTo>
                    <a:pt x="149"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1" name="Group 30">
            <a:extLst>
              <a:ext uri="{FF2B5EF4-FFF2-40B4-BE49-F238E27FC236}">
                <a16:creationId xmlns:a16="http://schemas.microsoft.com/office/drawing/2014/main" id="{FB3E7E37-9C1F-41FF-8217-186120DCFEAF}"/>
              </a:ext>
            </a:extLst>
          </p:cNvPr>
          <p:cNvGrpSpPr/>
          <p:nvPr/>
        </p:nvGrpSpPr>
        <p:grpSpPr>
          <a:xfrm>
            <a:off x="7270683" y="2367955"/>
            <a:ext cx="924432" cy="877198"/>
            <a:chOff x="8605838" y="2909888"/>
            <a:chExt cx="869950" cy="825500"/>
          </a:xfrm>
        </p:grpSpPr>
        <p:sp>
          <p:nvSpPr>
            <p:cNvPr id="32" name="Freeform 190">
              <a:extLst>
                <a:ext uri="{FF2B5EF4-FFF2-40B4-BE49-F238E27FC236}">
                  <a16:creationId xmlns:a16="http://schemas.microsoft.com/office/drawing/2014/main" id="{B746AACC-E404-46E5-8F6A-E30342DFFCD5}"/>
                </a:ext>
              </a:extLst>
            </p:cNvPr>
            <p:cNvSpPr>
              <a:spLocks/>
            </p:cNvSpPr>
            <p:nvPr/>
          </p:nvSpPr>
          <p:spPr bwMode="auto">
            <a:xfrm>
              <a:off x="8605838" y="2909888"/>
              <a:ext cx="869950" cy="825500"/>
            </a:xfrm>
            <a:custGeom>
              <a:avLst/>
              <a:gdLst>
                <a:gd name="T0" fmla="*/ 154 w 243"/>
                <a:gd name="T1" fmla="*/ 5 h 230"/>
                <a:gd name="T2" fmla="*/ 243 w 243"/>
                <a:gd name="T3" fmla="*/ 92 h 230"/>
                <a:gd name="T4" fmla="*/ 104 w 243"/>
                <a:gd name="T5" fmla="*/ 230 h 230"/>
                <a:gd name="T6" fmla="*/ 25 w 243"/>
                <a:gd name="T7" fmla="*/ 152 h 230"/>
                <a:gd name="T8" fmla="*/ 41 w 243"/>
                <a:gd name="T9" fmla="*/ 60 h 230"/>
                <a:gd name="T10" fmla="*/ 40 w 243"/>
                <a:gd name="T11" fmla="*/ 59 h 230"/>
                <a:gd name="T12" fmla="*/ 24 w 243"/>
                <a:gd name="T13" fmla="*/ 43 h 230"/>
                <a:gd name="T14" fmla="*/ 24 w 243"/>
                <a:gd name="T15" fmla="*/ 40 h 230"/>
                <a:gd name="T16" fmla="*/ 46 w 243"/>
                <a:gd name="T17" fmla="*/ 38 h 230"/>
                <a:gd name="T18" fmla="*/ 27 w 243"/>
                <a:gd name="T19" fmla="*/ 20 h 230"/>
                <a:gd name="T20" fmla="*/ 33 w 243"/>
                <a:gd name="T21" fmla="*/ 2 h 230"/>
                <a:gd name="T22" fmla="*/ 50 w 243"/>
                <a:gd name="T23" fmla="*/ 2 h 230"/>
                <a:gd name="T24" fmla="*/ 69 w 243"/>
                <a:gd name="T25" fmla="*/ 21 h 230"/>
                <a:gd name="T26" fmla="*/ 69 w 243"/>
                <a:gd name="T27" fmla="*/ 19 h 230"/>
                <a:gd name="T28" fmla="*/ 55 w 243"/>
                <a:gd name="T29" fmla="*/ 5 h 230"/>
                <a:gd name="T30" fmla="*/ 55 w 243"/>
                <a:gd name="T31" fmla="*/ 1 h 230"/>
                <a:gd name="T32" fmla="*/ 88 w 243"/>
                <a:gd name="T33" fmla="*/ 1 h 230"/>
                <a:gd name="T34" fmla="*/ 95 w 243"/>
                <a:gd name="T35" fmla="*/ 7 h 230"/>
                <a:gd name="T36" fmla="*/ 95 w 243"/>
                <a:gd name="T37" fmla="*/ 1 h 230"/>
                <a:gd name="T38" fmla="*/ 119 w 243"/>
                <a:gd name="T39" fmla="*/ 1 h 230"/>
                <a:gd name="T40" fmla="*/ 129 w 243"/>
                <a:gd name="T41" fmla="*/ 10 h 230"/>
                <a:gd name="T42" fmla="*/ 129 w 243"/>
                <a:gd name="T43" fmla="*/ 2 h 230"/>
                <a:gd name="T44" fmla="*/ 154 w 243"/>
                <a:gd name="T45" fmla="*/ 5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3" h="230">
                  <a:moveTo>
                    <a:pt x="154" y="5"/>
                  </a:moveTo>
                  <a:cubicBezTo>
                    <a:pt x="243" y="92"/>
                    <a:pt x="243" y="92"/>
                    <a:pt x="243" y="92"/>
                  </a:cubicBezTo>
                  <a:cubicBezTo>
                    <a:pt x="104" y="230"/>
                    <a:pt x="104" y="230"/>
                    <a:pt x="104" y="230"/>
                  </a:cubicBezTo>
                  <a:cubicBezTo>
                    <a:pt x="25" y="152"/>
                    <a:pt x="25" y="152"/>
                    <a:pt x="25" y="152"/>
                  </a:cubicBezTo>
                  <a:cubicBezTo>
                    <a:pt x="25" y="152"/>
                    <a:pt x="0" y="78"/>
                    <a:pt x="41" y="60"/>
                  </a:cubicBezTo>
                  <a:cubicBezTo>
                    <a:pt x="40" y="59"/>
                    <a:pt x="40" y="59"/>
                    <a:pt x="40" y="59"/>
                  </a:cubicBezTo>
                  <a:cubicBezTo>
                    <a:pt x="24" y="43"/>
                    <a:pt x="24" y="43"/>
                    <a:pt x="24" y="43"/>
                  </a:cubicBezTo>
                  <a:cubicBezTo>
                    <a:pt x="24" y="40"/>
                    <a:pt x="24" y="40"/>
                    <a:pt x="24" y="40"/>
                  </a:cubicBezTo>
                  <a:cubicBezTo>
                    <a:pt x="24" y="40"/>
                    <a:pt x="39" y="46"/>
                    <a:pt x="46" y="38"/>
                  </a:cubicBezTo>
                  <a:cubicBezTo>
                    <a:pt x="27" y="20"/>
                    <a:pt x="27" y="20"/>
                    <a:pt x="27" y="20"/>
                  </a:cubicBezTo>
                  <a:cubicBezTo>
                    <a:pt x="27" y="20"/>
                    <a:pt x="23" y="4"/>
                    <a:pt x="33" y="2"/>
                  </a:cubicBezTo>
                  <a:cubicBezTo>
                    <a:pt x="40" y="1"/>
                    <a:pt x="50" y="2"/>
                    <a:pt x="50" y="2"/>
                  </a:cubicBezTo>
                  <a:cubicBezTo>
                    <a:pt x="69" y="21"/>
                    <a:pt x="69" y="21"/>
                    <a:pt x="69" y="21"/>
                  </a:cubicBezTo>
                  <a:cubicBezTo>
                    <a:pt x="69" y="19"/>
                    <a:pt x="69" y="19"/>
                    <a:pt x="69" y="19"/>
                  </a:cubicBezTo>
                  <a:cubicBezTo>
                    <a:pt x="55" y="5"/>
                    <a:pt x="55" y="5"/>
                    <a:pt x="55" y="5"/>
                  </a:cubicBezTo>
                  <a:cubicBezTo>
                    <a:pt x="55" y="1"/>
                    <a:pt x="55" y="1"/>
                    <a:pt x="55" y="1"/>
                  </a:cubicBezTo>
                  <a:cubicBezTo>
                    <a:pt x="88" y="1"/>
                    <a:pt x="88" y="1"/>
                    <a:pt x="88" y="1"/>
                  </a:cubicBezTo>
                  <a:cubicBezTo>
                    <a:pt x="95" y="7"/>
                    <a:pt x="95" y="7"/>
                    <a:pt x="95" y="7"/>
                  </a:cubicBezTo>
                  <a:cubicBezTo>
                    <a:pt x="95" y="1"/>
                    <a:pt x="95" y="1"/>
                    <a:pt x="95" y="1"/>
                  </a:cubicBezTo>
                  <a:cubicBezTo>
                    <a:pt x="119" y="1"/>
                    <a:pt x="119" y="1"/>
                    <a:pt x="119" y="1"/>
                  </a:cubicBezTo>
                  <a:cubicBezTo>
                    <a:pt x="129" y="10"/>
                    <a:pt x="129" y="10"/>
                    <a:pt x="129" y="10"/>
                  </a:cubicBezTo>
                  <a:cubicBezTo>
                    <a:pt x="129" y="2"/>
                    <a:pt x="129" y="2"/>
                    <a:pt x="129" y="2"/>
                  </a:cubicBezTo>
                  <a:cubicBezTo>
                    <a:pt x="129" y="2"/>
                    <a:pt x="143" y="0"/>
                    <a:pt x="154" y="5"/>
                  </a:cubicBezTo>
                  <a:close/>
                </a:path>
              </a:pathLst>
            </a:custGeom>
            <a:gradFill flip="none" rotWithShape="1">
              <a:gsLst>
                <a:gs pos="13000">
                  <a:schemeClr val="accent4">
                    <a:lumMod val="50000"/>
                  </a:schemeClr>
                </a:gs>
                <a:gs pos="64000">
                  <a:schemeClr val="accent4">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191">
              <a:extLst>
                <a:ext uri="{FF2B5EF4-FFF2-40B4-BE49-F238E27FC236}">
                  <a16:creationId xmlns:a16="http://schemas.microsoft.com/office/drawing/2014/main" id="{E3722C50-6530-4B95-AF6E-3663DA2DC937}"/>
                </a:ext>
              </a:extLst>
            </p:cNvPr>
            <p:cNvSpPr>
              <a:spLocks noEditPoints="1"/>
            </p:cNvSpPr>
            <p:nvPr/>
          </p:nvSpPr>
          <p:spPr bwMode="auto">
            <a:xfrm>
              <a:off x="8655050" y="2909888"/>
              <a:ext cx="547688" cy="582613"/>
            </a:xfrm>
            <a:custGeom>
              <a:avLst/>
              <a:gdLst>
                <a:gd name="T0" fmla="*/ 33 w 153"/>
                <a:gd name="T1" fmla="*/ 42 h 162"/>
                <a:gd name="T2" fmla="*/ 10 w 153"/>
                <a:gd name="T3" fmla="*/ 43 h 162"/>
                <a:gd name="T4" fmla="*/ 16 w 153"/>
                <a:gd name="T5" fmla="*/ 40 h 162"/>
                <a:gd name="T6" fmla="*/ 30 w 153"/>
                <a:gd name="T7" fmla="*/ 39 h 162"/>
                <a:gd name="T8" fmla="*/ 31 w 153"/>
                <a:gd name="T9" fmla="*/ 30 h 162"/>
                <a:gd name="T10" fmla="*/ 22 w 153"/>
                <a:gd name="T11" fmla="*/ 24 h 162"/>
                <a:gd name="T12" fmla="*/ 10 w 153"/>
                <a:gd name="T13" fmla="*/ 11 h 162"/>
                <a:gd name="T14" fmla="*/ 24 w 153"/>
                <a:gd name="T15" fmla="*/ 0 h 162"/>
                <a:gd name="T16" fmla="*/ 35 w 153"/>
                <a:gd name="T17" fmla="*/ 7 h 162"/>
                <a:gd name="T18" fmla="*/ 18 w 153"/>
                <a:gd name="T19" fmla="*/ 6 h 162"/>
                <a:gd name="T20" fmla="*/ 16 w 153"/>
                <a:gd name="T21" fmla="*/ 15 h 162"/>
                <a:gd name="T22" fmla="*/ 25 w 153"/>
                <a:gd name="T23" fmla="*/ 20 h 162"/>
                <a:gd name="T24" fmla="*/ 38 w 153"/>
                <a:gd name="T25" fmla="*/ 33 h 162"/>
                <a:gd name="T26" fmla="*/ 55 w 153"/>
                <a:gd name="T27" fmla="*/ 45 h 162"/>
                <a:gd name="T28" fmla="*/ 41 w 153"/>
                <a:gd name="T29" fmla="*/ 5 h 162"/>
                <a:gd name="T30" fmla="*/ 74 w 153"/>
                <a:gd name="T31" fmla="*/ 1 h 162"/>
                <a:gd name="T32" fmla="*/ 60 w 153"/>
                <a:gd name="T33" fmla="*/ 5 h 162"/>
                <a:gd name="T34" fmla="*/ 105 w 153"/>
                <a:gd name="T35" fmla="*/ 45 h 162"/>
                <a:gd name="T36" fmla="*/ 81 w 153"/>
                <a:gd name="T37" fmla="*/ 1 h 162"/>
                <a:gd name="T38" fmla="*/ 105 w 153"/>
                <a:gd name="T39" fmla="*/ 5 h 162"/>
                <a:gd name="T40" fmla="*/ 86 w 153"/>
                <a:gd name="T41" fmla="*/ 19 h 162"/>
                <a:gd name="T42" fmla="*/ 104 w 153"/>
                <a:gd name="T43" fmla="*/ 24 h 162"/>
                <a:gd name="T44" fmla="*/ 86 w 153"/>
                <a:gd name="T45" fmla="*/ 40 h 162"/>
                <a:gd name="T46" fmla="*/ 105 w 153"/>
                <a:gd name="T47" fmla="*/ 45 h 162"/>
                <a:gd name="T48" fmla="*/ 139 w 153"/>
                <a:gd name="T49" fmla="*/ 24 h 162"/>
                <a:gd name="T50" fmla="*/ 120 w 153"/>
                <a:gd name="T51" fmla="*/ 27 h 162"/>
                <a:gd name="T52" fmla="*/ 115 w 153"/>
                <a:gd name="T53" fmla="*/ 45 h 162"/>
                <a:gd name="T54" fmla="*/ 127 w 153"/>
                <a:gd name="T55" fmla="*/ 1 h 162"/>
                <a:gd name="T56" fmla="*/ 120 w 153"/>
                <a:gd name="T57" fmla="*/ 23 h 162"/>
                <a:gd name="T58" fmla="*/ 135 w 153"/>
                <a:gd name="T59" fmla="*/ 21 h 162"/>
                <a:gd name="T60" fmla="*/ 135 w 153"/>
                <a:gd name="T61" fmla="*/ 7 h 162"/>
                <a:gd name="T62" fmla="*/ 120 w 153"/>
                <a:gd name="T63" fmla="*/ 5 h 162"/>
                <a:gd name="T64" fmla="*/ 69 w 153"/>
                <a:gd name="T65" fmla="*/ 110 h 162"/>
                <a:gd name="T66" fmla="*/ 34 w 153"/>
                <a:gd name="T67" fmla="*/ 162 h 162"/>
                <a:gd name="T68" fmla="*/ 0 w 153"/>
                <a:gd name="T69" fmla="*/ 110 h 162"/>
                <a:gd name="T70" fmla="*/ 34 w 153"/>
                <a:gd name="T71" fmla="*/ 58 h 162"/>
                <a:gd name="T72" fmla="*/ 69 w 153"/>
                <a:gd name="T73" fmla="*/ 110 h 162"/>
                <a:gd name="T74" fmla="*/ 21 w 153"/>
                <a:gd name="T75" fmla="*/ 140 h 162"/>
                <a:gd name="T76" fmla="*/ 48 w 153"/>
                <a:gd name="T77" fmla="*/ 140 h 162"/>
                <a:gd name="T78" fmla="*/ 48 w 153"/>
                <a:gd name="T79" fmla="*/ 81 h 162"/>
                <a:gd name="T80" fmla="*/ 21 w 153"/>
                <a:gd name="T81" fmla="*/ 81 h 162"/>
                <a:gd name="T82" fmla="*/ 153 w 153"/>
                <a:gd name="T83" fmla="*/ 139 h 162"/>
                <a:gd name="T84" fmla="*/ 139 w 153"/>
                <a:gd name="T85" fmla="*/ 161 h 162"/>
                <a:gd name="T86" fmla="*/ 123 w 153"/>
                <a:gd name="T87" fmla="*/ 139 h 162"/>
                <a:gd name="T88" fmla="*/ 77 w 153"/>
                <a:gd name="T89" fmla="*/ 126 h 162"/>
                <a:gd name="T90" fmla="*/ 139 w 153"/>
                <a:gd name="T91" fmla="*/ 60 h 162"/>
                <a:gd name="T92" fmla="*/ 153 w 153"/>
                <a:gd name="T93" fmla="*/ 125 h 162"/>
                <a:gd name="T94" fmla="*/ 123 w 153"/>
                <a:gd name="T95" fmla="*/ 125 h 162"/>
                <a:gd name="T96" fmla="*/ 124 w 153"/>
                <a:gd name="T97" fmla="*/ 78 h 162"/>
                <a:gd name="T98" fmla="*/ 118 w 153"/>
                <a:gd name="T99" fmla="*/ 89 h 162"/>
                <a:gd name="T100" fmla="*/ 123 w 153"/>
                <a:gd name="T101" fmla="*/ 12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62">
                  <a:moveTo>
                    <a:pt x="38" y="33"/>
                  </a:moveTo>
                  <a:cubicBezTo>
                    <a:pt x="38" y="37"/>
                    <a:pt x="36" y="40"/>
                    <a:pt x="33" y="42"/>
                  </a:cubicBezTo>
                  <a:cubicBezTo>
                    <a:pt x="31" y="44"/>
                    <a:pt x="27" y="45"/>
                    <a:pt x="22" y="45"/>
                  </a:cubicBezTo>
                  <a:cubicBezTo>
                    <a:pt x="17" y="45"/>
                    <a:pt x="13" y="45"/>
                    <a:pt x="10" y="43"/>
                  </a:cubicBezTo>
                  <a:cubicBezTo>
                    <a:pt x="10" y="38"/>
                    <a:pt x="10" y="38"/>
                    <a:pt x="10" y="38"/>
                  </a:cubicBezTo>
                  <a:cubicBezTo>
                    <a:pt x="12" y="39"/>
                    <a:pt x="14" y="40"/>
                    <a:pt x="16" y="40"/>
                  </a:cubicBezTo>
                  <a:cubicBezTo>
                    <a:pt x="18" y="41"/>
                    <a:pt x="20" y="41"/>
                    <a:pt x="22" y="41"/>
                  </a:cubicBezTo>
                  <a:cubicBezTo>
                    <a:pt x="25" y="41"/>
                    <a:pt x="28" y="40"/>
                    <a:pt x="30" y="39"/>
                  </a:cubicBezTo>
                  <a:cubicBezTo>
                    <a:pt x="32" y="38"/>
                    <a:pt x="32" y="36"/>
                    <a:pt x="32" y="34"/>
                  </a:cubicBezTo>
                  <a:cubicBezTo>
                    <a:pt x="32" y="32"/>
                    <a:pt x="32" y="31"/>
                    <a:pt x="31" y="30"/>
                  </a:cubicBezTo>
                  <a:cubicBezTo>
                    <a:pt x="31" y="29"/>
                    <a:pt x="30" y="28"/>
                    <a:pt x="28" y="27"/>
                  </a:cubicBezTo>
                  <a:cubicBezTo>
                    <a:pt x="27" y="26"/>
                    <a:pt x="25" y="25"/>
                    <a:pt x="22" y="24"/>
                  </a:cubicBezTo>
                  <a:cubicBezTo>
                    <a:pt x="18" y="23"/>
                    <a:pt x="15" y="21"/>
                    <a:pt x="13" y="19"/>
                  </a:cubicBezTo>
                  <a:cubicBezTo>
                    <a:pt x="11" y="17"/>
                    <a:pt x="10" y="14"/>
                    <a:pt x="10" y="11"/>
                  </a:cubicBezTo>
                  <a:cubicBezTo>
                    <a:pt x="10" y="8"/>
                    <a:pt x="12" y="5"/>
                    <a:pt x="14" y="3"/>
                  </a:cubicBezTo>
                  <a:cubicBezTo>
                    <a:pt x="17" y="1"/>
                    <a:pt x="20" y="0"/>
                    <a:pt x="24" y="0"/>
                  </a:cubicBezTo>
                  <a:cubicBezTo>
                    <a:pt x="29" y="0"/>
                    <a:pt x="33" y="1"/>
                    <a:pt x="36" y="2"/>
                  </a:cubicBezTo>
                  <a:cubicBezTo>
                    <a:pt x="35" y="7"/>
                    <a:pt x="35" y="7"/>
                    <a:pt x="35" y="7"/>
                  </a:cubicBezTo>
                  <a:cubicBezTo>
                    <a:pt x="31" y="5"/>
                    <a:pt x="28" y="5"/>
                    <a:pt x="24" y="5"/>
                  </a:cubicBezTo>
                  <a:cubicBezTo>
                    <a:pt x="21" y="5"/>
                    <a:pt x="19" y="5"/>
                    <a:pt x="18" y="6"/>
                  </a:cubicBezTo>
                  <a:cubicBezTo>
                    <a:pt x="16" y="8"/>
                    <a:pt x="16" y="9"/>
                    <a:pt x="16" y="11"/>
                  </a:cubicBezTo>
                  <a:cubicBezTo>
                    <a:pt x="16" y="13"/>
                    <a:pt x="16" y="14"/>
                    <a:pt x="16" y="15"/>
                  </a:cubicBezTo>
                  <a:cubicBezTo>
                    <a:pt x="17" y="16"/>
                    <a:pt x="18" y="17"/>
                    <a:pt x="19" y="18"/>
                  </a:cubicBezTo>
                  <a:cubicBezTo>
                    <a:pt x="21" y="19"/>
                    <a:pt x="23" y="19"/>
                    <a:pt x="25" y="20"/>
                  </a:cubicBezTo>
                  <a:cubicBezTo>
                    <a:pt x="30" y="22"/>
                    <a:pt x="33" y="24"/>
                    <a:pt x="35" y="26"/>
                  </a:cubicBezTo>
                  <a:cubicBezTo>
                    <a:pt x="37" y="28"/>
                    <a:pt x="38" y="30"/>
                    <a:pt x="38" y="33"/>
                  </a:cubicBezTo>
                  <a:close/>
                  <a:moveTo>
                    <a:pt x="60" y="45"/>
                  </a:moveTo>
                  <a:cubicBezTo>
                    <a:pt x="55" y="45"/>
                    <a:pt x="55" y="45"/>
                    <a:pt x="55" y="45"/>
                  </a:cubicBezTo>
                  <a:cubicBezTo>
                    <a:pt x="55" y="5"/>
                    <a:pt x="55" y="5"/>
                    <a:pt x="55" y="5"/>
                  </a:cubicBezTo>
                  <a:cubicBezTo>
                    <a:pt x="41" y="5"/>
                    <a:pt x="41" y="5"/>
                    <a:pt x="41" y="5"/>
                  </a:cubicBezTo>
                  <a:cubicBezTo>
                    <a:pt x="41" y="1"/>
                    <a:pt x="41" y="1"/>
                    <a:pt x="41" y="1"/>
                  </a:cubicBezTo>
                  <a:cubicBezTo>
                    <a:pt x="74" y="1"/>
                    <a:pt x="74" y="1"/>
                    <a:pt x="74" y="1"/>
                  </a:cubicBezTo>
                  <a:cubicBezTo>
                    <a:pt x="74" y="5"/>
                    <a:pt x="74" y="5"/>
                    <a:pt x="74" y="5"/>
                  </a:cubicBezTo>
                  <a:cubicBezTo>
                    <a:pt x="60" y="5"/>
                    <a:pt x="60" y="5"/>
                    <a:pt x="60" y="5"/>
                  </a:cubicBezTo>
                  <a:lnTo>
                    <a:pt x="60" y="45"/>
                  </a:lnTo>
                  <a:close/>
                  <a:moveTo>
                    <a:pt x="105" y="45"/>
                  </a:moveTo>
                  <a:cubicBezTo>
                    <a:pt x="81" y="45"/>
                    <a:pt x="81" y="45"/>
                    <a:pt x="81" y="45"/>
                  </a:cubicBezTo>
                  <a:cubicBezTo>
                    <a:pt x="81" y="1"/>
                    <a:pt x="81" y="1"/>
                    <a:pt x="81" y="1"/>
                  </a:cubicBezTo>
                  <a:cubicBezTo>
                    <a:pt x="105" y="1"/>
                    <a:pt x="105" y="1"/>
                    <a:pt x="105" y="1"/>
                  </a:cubicBezTo>
                  <a:cubicBezTo>
                    <a:pt x="105" y="5"/>
                    <a:pt x="105" y="5"/>
                    <a:pt x="105" y="5"/>
                  </a:cubicBezTo>
                  <a:cubicBezTo>
                    <a:pt x="86" y="5"/>
                    <a:pt x="86" y="5"/>
                    <a:pt x="86" y="5"/>
                  </a:cubicBezTo>
                  <a:cubicBezTo>
                    <a:pt x="86" y="19"/>
                    <a:pt x="86" y="19"/>
                    <a:pt x="86" y="19"/>
                  </a:cubicBezTo>
                  <a:cubicBezTo>
                    <a:pt x="104" y="19"/>
                    <a:pt x="104" y="19"/>
                    <a:pt x="104" y="19"/>
                  </a:cubicBezTo>
                  <a:cubicBezTo>
                    <a:pt x="104" y="24"/>
                    <a:pt x="104" y="24"/>
                    <a:pt x="104" y="24"/>
                  </a:cubicBezTo>
                  <a:cubicBezTo>
                    <a:pt x="86" y="24"/>
                    <a:pt x="86" y="24"/>
                    <a:pt x="86" y="24"/>
                  </a:cubicBezTo>
                  <a:cubicBezTo>
                    <a:pt x="86" y="40"/>
                    <a:pt x="86" y="40"/>
                    <a:pt x="86" y="40"/>
                  </a:cubicBezTo>
                  <a:cubicBezTo>
                    <a:pt x="105" y="40"/>
                    <a:pt x="105" y="40"/>
                    <a:pt x="105" y="40"/>
                  </a:cubicBezTo>
                  <a:lnTo>
                    <a:pt x="105" y="45"/>
                  </a:lnTo>
                  <a:close/>
                  <a:moveTo>
                    <a:pt x="143" y="14"/>
                  </a:moveTo>
                  <a:cubicBezTo>
                    <a:pt x="143" y="18"/>
                    <a:pt x="142" y="21"/>
                    <a:pt x="139" y="24"/>
                  </a:cubicBezTo>
                  <a:cubicBezTo>
                    <a:pt x="136" y="26"/>
                    <a:pt x="131" y="27"/>
                    <a:pt x="126" y="27"/>
                  </a:cubicBezTo>
                  <a:cubicBezTo>
                    <a:pt x="120" y="27"/>
                    <a:pt x="120" y="27"/>
                    <a:pt x="120" y="27"/>
                  </a:cubicBezTo>
                  <a:cubicBezTo>
                    <a:pt x="120" y="45"/>
                    <a:pt x="120" y="45"/>
                    <a:pt x="120" y="45"/>
                  </a:cubicBezTo>
                  <a:cubicBezTo>
                    <a:pt x="115" y="45"/>
                    <a:pt x="115" y="45"/>
                    <a:pt x="115" y="45"/>
                  </a:cubicBezTo>
                  <a:cubicBezTo>
                    <a:pt x="115" y="1"/>
                    <a:pt x="115" y="1"/>
                    <a:pt x="115" y="1"/>
                  </a:cubicBezTo>
                  <a:cubicBezTo>
                    <a:pt x="127" y="1"/>
                    <a:pt x="127" y="1"/>
                    <a:pt x="127" y="1"/>
                  </a:cubicBezTo>
                  <a:cubicBezTo>
                    <a:pt x="138" y="1"/>
                    <a:pt x="143" y="5"/>
                    <a:pt x="143" y="14"/>
                  </a:cubicBezTo>
                  <a:close/>
                  <a:moveTo>
                    <a:pt x="120" y="23"/>
                  </a:moveTo>
                  <a:cubicBezTo>
                    <a:pt x="125" y="23"/>
                    <a:pt x="125" y="23"/>
                    <a:pt x="125" y="23"/>
                  </a:cubicBezTo>
                  <a:cubicBezTo>
                    <a:pt x="130" y="23"/>
                    <a:pt x="133" y="22"/>
                    <a:pt x="135" y="21"/>
                  </a:cubicBezTo>
                  <a:cubicBezTo>
                    <a:pt x="137" y="19"/>
                    <a:pt x="138" y="17"/>
                    <a:pt x="138" y="14"/>
                  </a:cubicBezTo>
                  <a:cubicBezTo>
                    <a:pt x="138" y="11"/>
                    <a:pt x="137" y="9"/>
                    <a:pt x="135" y="7"/>
                  </a:cubicBezTo>
                  <a:cubicBezTo>
                    <a:pt x="133" y="6"/>
                    <a:pt x="130" y="5"/>
                    <a:pt x="126" y="5"/>
                  </a:cubicBezTo>
                  <a:cubicBezTo>
                    <a:pt x="120" y="5"/>
                    <a:pt x="120" y="5"/>
                    <a:pt x="120" y="5"/>
                  </a:cubicBezTo>
                  <a:lnTo>
                    <a:pt x="120"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3"/>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53" y="139"/>
                  </a:moveTo>
                  <a:cubicBezTo>
                    <a:pt x="139" y="139"/>
                    <a:pt x="139" y="139"/>
                    <a:pt x="139" y="139"/>
                  </a:cubicBezTo>
                  <a:cubicBezTo>
                    <a:pt x="139" y="161"/>
                    <a:pt x="139" y="161"/>
                    <a:pt x="139" y="161"/>
                  </a:cubicBezTo>
                  <a:cubicBezTo>
                    <a:pt x="123" y="161"/>
                    <a:pt x="123" y="161"/>
                    <a:pt x="123" y="161"/>
                  </a:cubicBezTo>
                  <a:cubicBezTo>
                    <a:pt x="123" y="139"/>
                    <a:pt x="123" y="139"/>
                    <a:pt x="123" y="139"/>
                  </a:cubicBezTo>
                  <a:cubicBezTo>
                    <a:pt x="77" y="139"/>
                    <a:pt x="77" y="139"/>
                    <a:pt x="77" y="139"/>
                  </a:cubicBezTo>
                  <a:cubicBezTo>
                    <a:pt x="77" y="126"/>
                    <a:pt x="77" y="126"/>
                    <a:pt x="77" y="126"/>
                  </a:cubicBezTo>
                  <a:cubicBezTo>
                    <a:pt x="123" y="60"/>
                    <a:pt x="123" y="60"/>
                    <a:pt x="123" y="60"/>
                  </a:cubicBezTo>
                  <a:cubicBezTo>
                    <a:pt x="139" y="60"/>
                    <a:pt x="139" y="60"/>
                    <a:pt x="139" y="60"/>
                  </a:cubicBezTo>
                  <a:cubicBezTo>
                    <a:pt x="139" y="125"/>
                    <a:pt x="139" y="125"/>
                    <a:pt x="139" y="125"/>
                  </a:cubicBezTo>
                  <a:cubicBezTo>
                    <a:pt x="153" y="125"/>
                    <a:pt x="153" y="125"/>
                    <a:pt x="153" y="125"/>
                  </a:cubicBezTo>
                  <a:lnTo>
                    <a:pt x="153" y="139"/>
                  </a:lnTo>
                  <a:close/>
                  <a:moveTo>
                    <a:pt x="123" y="125"/>
                  </a:moveTo>
                  <a:cubicBezTo>
                    <a:pt x="123" y="100"/>
                    <a:pt x="123" y="100"/>
                    <a:pt x="123" y="100"/>
                  </a:cubicBezTo>
                  <a:cubicBezTo>
                    <a:pt x="123" y="91"/>
                    <a:pt x="124" y="84"/>
                    <a:pt x="124" y="78"/>
                  </a:cubicBezTo>
                  <a:cubicBezTo>
                    <a:pt x="124" y="78"/>
                    <a:pt x="124" y="78"/>
                    <a:pt x="124" y="78"/>
                  </a:cubicBezTo>
                  <a:cubicBezTo>
                    <a:pt x="122" y="81"/>
                    <a:pt x="120" y="84"/>
                    <a:pt x="118" y="89"/>
                  </a:cubicBezTo>
                  <a:cubicBezTo>
                    <a:pt x="93" y="125"/>
                    <a:pt x="93" y="125"/>
                    <a:pt x="93" y="125"/>
                  </a:cubicBezTo>
                  <a:lnTo>
                    <a:pt x="123" y="1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4" name="Group 33">
            <a:extLst>
              <a:ext uri="{FF2B5EF4-FFF2-40B4-BE49-F238E27FC236}">
                <a16:creationId xmlns:a16="http://schemas.microsoft.com/office/drawing/2014/main" id="{1E144456-2D7B-48EB-9688-41B0756F35F9}"/>
              </a:ext>
            </a:extLst>
          </p:cNvPr>
          <p:cNvGrpSpPr/>
          <p:nvPr/>
        </p:nvGrpSpPr>
        <p:grpSpPr>
          <a:xfrm>
            <a:off x="8783201" y="3838864"/>
            <a:ext cx="891940" cy="877197"/>
            <a:chOff x="10801230" y="1685013"/>
            <a:chExt cx="768350" cy="755650"/>
          </a:xfrm>
        </p:grpSpPr>
        <p:sp>
          <p:nvSpPr>
            <p:cNvPr id="35" name="Freeform 10">
              <a:extLst>
                <a:ext uri="{FF2B5EF4-FFF2-40B4-BE49-F238E27FC236}">
                  <a16:creationId xmlns:a16="http://schemas.microsoft.com/office/drawing/2014/main" id="{4D08E8BB-09D2-43F1-A10E-89613AF73941}"/>
                </a:ext>
              </a:extLst>
            </p:cNvPr>
            <p:cNvSpPr>
              <a:spLocks/>
            </p:cNvSpPr>
            <p:nvPr/>
          </p:nvSpPr>
          <p:spPr bwMode="auto">
            <a:xfrm>
              <a:off x="10801230" y="1685013"/>
              <a:ext cx="768350" cy="755650"/>
            </a:xfrm>
            <a:custGeom>
              <a:avLst/>
              <a:gdLst>
                <a:gd name="T0" fmla="*/ 131 w 201"/>
                <a:gd name="T1" fmla="*/ 10 h 198"/>
                <a:gd name="T2" fmla="*/ 201 w 201"/>
                <a:gd name="T3" fmla="*/ 81 h 198"/>
                <a:gd name="T4" fmla="*/ 84 w 201"/>
                <a:gd name="T5" fmla="*/ 198 h 198"/>
                <a:gd name="T6" fmla="*/ 22 w 201"/>
                <a:gd name="T7" fmla="*/ 136 h 198"/>
                <a:gd name="T8" fmla="*/ 33 w 201"/>
                <a:gd name="T9" fmla="*/ 57 h 198"/>
                <a:gd name="T10" fmla="*/ 33 w 201"/>
                <a:gd name="T11" fmla="*/ 56 h 198"/>
                <a:gd name="T12" fmla="*/ 19 w 201"/>
                <a:gd name="T13" fmla="*/ 42 h 198"/>
                <a:gd name="T14" fmla="*/ 19 w 201"/>
                <a:gd name="T15" fmla="*/ 39 h 198"/>
                <a:gd name="T16" fmla="*/ 38 w 201"/>
                <a:gd name="T17" fmla="*/ 37 h 198"/>
                <a:gd name="T18" fmla="*/ 37 w 201"/>
                <a:gd name="T19" fmla="*/ 37 h 198"/>
                <a:gd name="T20" fmla="*/ 22 w 201"/>
                <a:gd name="T21" fmla="*/ 22 h 198"/>
                <a:gd name="T22" fmla="*/ 42 w 201"/>
                <a:gd name="T23" fmla="*/ 7 h 198"/>
                <a:gd name="T24" fmla="*/ 58 w 201"/>
                <a:gd name="T25" fmla="*/ 23 h 198"/>
                <a:gd name="T26" fmla="*/ 58 w 201"/>
                <a:gd name="T27" fmla="*/ 21 h 198"/>
                <a:gd name="T28" fmla="*/ 46 w 201"/>
                <a:gd name="T29" fmla="*/ 10 h 198"/>
                <a:gd name="T30" fmla="*/ 46 w 201"/>
                <a:gd name="T31" fmla="*/ 6 h 198"/>
                <a:gd name="T32" fmla="*/ 74 w 201"/>
                <a:gd name="T33" fmla="*/ 6 h 198"/>
                <a:gd name="T34" fmla="*/ 80 w 201"/>
                <a:gd name="T35" fmla="*/ 11 h 198"/>
                <a:gd name="T36" fmla="*/ 80 w 201"/>
                <a:gd name="T37" fmla="*/ 6 h 198"/>
                <a:gd name="T38" fmla="*/ 101 w 201"/>
                <a:gd name="T39" fmla="*/ 6 h 198"/>
                <a:gd name="T40" fmla="*/ 109 w 201"/>
                <a:gd name="T41" fmla="*/ 14 h 198"/>
                <a:gd name="T42" fmla="*/ 109 w 201"/>
                <a:gd name="T43" fmla="*/ 7 h 198"/>
                <a:gd name="T44" fmla="*/ 131 w 201"/>
                <a:gd name="T45" fmla="*/ 1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1" h="198">
                  <a:moveTo>
                    <a:pt x="131" y="10"/>
                  </a:moveTo>
                  <a:cubicBezTo>
                    <a:pt x="201" y="81"/>
                    <a:pt x="201" y="81"/>
                    <a:pt x="201" y="81"/>
                  </a:cubicBezTo>
                  <a:cubicBezTo>
                    <a:pt x="84" y="198"/>
                    <a:pt x="84" y="198"/>
                    <a:pt x="84" y="198"/>
                  </a:cubicBezTo>
                  <a:cubicBezTo>
                    <a:pt x="22" y="136"/>
                    <a:pt x="22" y="136"/>
                    <a:pt x="22" y="136"/>
                  </a:cubicBezTo>
                  <a:cubicBezTo>
                    <a:pt x="22" y="136"/>
                    <a:pt x="0" y="74"/>
                    <a:pt x="33" y="57"/>
                  </a:cubicBezTo>
                  <a:cubicBezTo>
                    <a:pt x="33" y="56"/>
                    <a:pt x="33" y="56"/>
                    <a:pt x="33" y="56"/>
                  </a:cubicBezTo>
                  <a:cubicBezTo>
                    <a:pt x="19" y="42"/>
                    <a:pt x="19" y="42"/>
                    <a:pt x="19" y="42"/>
                  </a:cubicBezTo>
                  <a:cubicBezTo>
                    <a:pt x="19" y="39"/>
                    <a:pt x="19" y="39"/>
                    <a:pt x="19" y="39"/>
                  </a:cubicBezTo>
                  <a:cubicBezTo>
                    <a:pt x="19" y="39"/>
                    <a:pt x="34" y="44"/>
                    <a:pt x="38" y="37"/>
                  </a:cubicBezTo>
                  <a:cubicBezTo>
                    <a:pt x="37" y="37"/>
                    <a:pt x="37" y="37"/>
                    <a:pt x="37" y="37"/>
                  </a:cubicBezTo>
                  <a:cubicBezTo>
                    <a:pt x="22" y="22"/>
                    <a:pt x="22" y="22"/>
                    <a:pt x="22" y="22"/>
                  </a:cubicBezTo>
                  <a:cubicBezTo>
                    <a:pt x="22" y="22"/>
                    <a:pt x="16" y="0"/>
                    <a:pt x="42" y="7"/>
                  </a:cubicBezTo>
                  <a:cubicBezTo>
                    <a:pt x="49" y="15"/>
                    <a:pt x="58" y="23"/>
                    <a:pt x="58" y="23"/>
                  </a:cubicBezTo>
                  <a:cubicBezTo>
                    <a:pt x="58" y="21"/>
                    <a:pt x="58" y="21"/>
                    <a:pt x="58" y="21"/>
                  </a:cubicBezTo>
                  <a:cubicBezTo>
                    <a:pt x="46" y="10"/>
                    <a:pt x="46" y="10"/>
                    <a:pt x="46" y="10"/>
                  </a:cubicBezTo>
                  <a:cubicBezTo>
                    <a:pt x="46" y="6"/>
                    <a:pt x="46" y="6"/>
                    <a:pt x="46" y="6"/>
                  </a:cubicBezTo>
                  <a:cubicBezTo>
                    <a:pt x="74" y="6"/>
                    <a:pt x="74" y="6"/>
                    <a:pt x="74" y="6"/>
                  </a:cubicBezTo>
                  <a:cubicBezTo>
                    <a:pt x="80" y="11"/>
                    <a:pt x="80" y="11"/>
                    <a:pt x="80" y="11"/>
                  </a:cubicBezTo>
                  <a:cubicBezTo>
                    <a:pt x="80" y="6"/>
                    <a:pt x="80" y="6"/>
                    <a:pt x="80" y="6"/>
                  </a:cubicBezTo>
                  <a:cubicBezTo>
                    <a:pt x="101" y="6"/>
                    <a:pt x="101" y="6"/>
                    <a:pt x="101" y="6"/>
                  </a:cubicBezTo>
                  <a:cubicBezTo>
                    <a:pt x="109" y="14"/>
                    <a:pt x="109" y="14"/>
                    <a:pt x="109" y="14"/>
                  </a:cubicBezTo>
                  <a:cubicBezTo>
                    <a:pt x="109" y="7"/>
                    <a:pt x="109" y="7"/>
                    <a:pt x="109" y="7"/>
                  </a:cubicBezTo>
                  <a:cubicBezTo>
                    <a:pt x="109" y="7"/>
                    <a:pt x="125" y="5"/>
                    <a:pt x="131" y="10"/>
                  </a:cubicBezTo>
                  <a:close/>
                </a:path>
              </a:pathLst>
            </a:custGeom>
            <a:gradFill flip="none" rotWithShape="1">
              <a:gsLst>
                <a:gs pos="13000">
                  <a:schemeClr val="accent5">
                    <a:lumMod val="50000"/>
                  </a:schemeClr>
                </a:gs>
                <a:gs pos="66000">
                  <a:schemeClr val="accent5">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11">
              <a:extLst>
                <a:ext uri="{FF2B5EF4-FFF2-40B4-BE49-F238E27FC236}">
                  <a16:creationId xmlns:a16="http://schemas.microsoft.com/office/drawing/2014/main" id="{AB1C962D-4540-4AE4-B40B-4B95C855E543}"/>
                </a:ext>
              </a:extLst>
            </p:cNvPr>
            <p:cNvSpPr>
              <a:spLocks noEditPoints="1"/>
            </p:cNvSpPr>
            <p:nvPr/>
          </p:nvSpPr>
          <p:spPr bwMode="auto">
            <a:xfrm>
              <a:off x="10852030" y="1704063"/>
              <a:ext cx="481013" cy="530225"/>
            </a:xfrm>
            <a:custGeom>
              <a:avLst/>
              <a:gdLst>
                <a:gd name="T0" fmla="*/ 26 w 126"/>
                <a:gd name="T1" fmla="*/ 36 h 139"/>
                <a:gd name="T2" fmla="*/ 6 w 126"/>
                <a:gd name="T3" fmla="*/ 37 h 139"/>
                <a:gd name="T4" fmla="*/ 11 w 126"/>
                <a:gd name="T5" fmla="*/ 35 h 139"/>
                <a:gd name="T6" fmla="*/ 23 w 126"/>
                <a:gd name="T7" fmla="*/ 33 h 139"/>
                <a:gd name="T8" fmla="*/ 25 w 126"/>
                <a:gd name="T9" fmla="*/ 26 h 139"/>
                <a:gd name="T10" fmla="*/ 16 w 126"/>
                <a:gd name="T11" fmla="*/ 21 h 139"/>
                <a:gd name="T12" fmla="*/ 6 w 126"/>
                <a:gd name="T13" fmla="*/ 10 h 139"/>
                <a:gd name="T14" fmla="*/ 18 w 126"/>
                <a:gd name="T15" fmla="*/ 0 h 139"/>
                <a:gd name="T16" fmla="*/ 27 w 126"/>
                <a:gd name="T17" fmla="*/ 6 h 139"/>
                <a:gd name="T18" fmla="*/ 13 w 126"/>
                <a:gd name="T19" fmla="*/ 6 h 139"/>
                <a:gd name="T20" fmla="*/ 12 w 126"/>
                <a:gd name="T21" fmla="*/ 13 h 139"/>
                <a:gd name="T22" fmla="*/ 19 w 126"/>
                <a:gd name="T23" fmla="*/ 18 h 139"/>
                <a:gd name="T24" fmla="*/ 30 w 126"/>
                <a:gd name="T25" fmla="*/ 28 h 139"/>
                <a:gd name="T26" fmla="*/ 45 w 126"/>
                <a:gd name="T27" fmla="*/ 38 h 139"/>
                <a:gd name="T28" fmla="*/ 33 w 126"/>
                <a:gd name="T29" fmla="*/ 5 h 139"/>
                <a:gd name="T30" fmla="*/ 61 w 126"/>
                <a:gd name="T31" fmla="*/ 1 h 139"/>
                <a:gd name="T32" fmla="*/ 49 w 126"/>
                <a:gd name="T33" fmla="*/ 5 h 139"/>
                <a:gd name="T34" fmla="*/ 88 w 126"/>
                <a:gd name="T35" fmla="*/ 38 h 139"/>
                <a:gd name="T36" fmla="*/ 67 w 126"/>
                <a:gd name="T37" fmla="*/ 1 h 139"/>
                <a:gd name="T38" fmla="*/ 88 w 126"/>
                <a:gd name="T39" fmla="*/ 5 h 139"/>
                <a:gd name="T40" fmla="*/ 71 w 126"/>
                <a:gd name="T41" fmla="*/ 17 h 139"/>
                <a:gd name="T42" fmla="*/ 87 w 126"/>
                <a:gd name="T43" fmla="*/ 21 h 139"/>
                <a:gd name="T44" fmla="*/ 71 w 126"/>
                <a:gd name="T45" fmla="*/ 34 h 139"/>
                <a:gd name="T46" fmla="*/ 88 w 126"/>
                <a:gd name="T47" fmla="*/ 38 h 139"/>
                <a:gd name="T48" fmla="*/ 116 w 126"/>
                <a:gd name="T49" fmla="*/ 20 h 139"/>
                <a:gd name="T50" fmla="*/ 101 w 126"/>
                <a:gd name="T51" fmla="*/ 24 h 139"/>
                <a:gd name="T52" fmla="*/ 96 w 126"/>
                <a:gd name="T53" fmla="*/ 38 h 139"/>
                <a:gd name="T54" fmla="*/ 106 w 126"/>
                <a:gd name="T55" fmla="*/ 1 h 139"/>
                <a:gd name="T56" fmla="*/ 101 w 126"/>
                <a:gd name="T57" fmla="*/ 20 h 139"/>
                <a:gd name="T58" fmla="*/ 113 w 126"/>
                <a:gd name="T59" fmla="*/ 18 h 139"/>
                <a:gd name="T60" fmla="*/ 113 w 126"/>
                <a:gd name="T61" fmla="*/ 6 h 139"/>
                <a:gd name="T62" fmla="*/ 101 w 126"/>
                <a:gd name="T63" fmla="*/ 4 h 139"/>
                <a:gd name="T64" fmla="*/ 58 w 126"/>
                <a:gd name="T65" fmla="*/ 95 h 139"/>
                <a:gd name="T66" fmla="*/ 29 w 126"/>
                <a:gd name="T67" fmla="*/ 139 h 139"/>
                <a:gd name="T68" fmla="*/ 0 w 126"/>
                <a:gd name="T69" fmla="*/ 95 h 139"/>
                <a:gd name="T70" fmla="*/ 29 w 126"/>
                <a:gd name="T71" fmla="*/ 50 h 139"/>
                <a:gd name="T72" fmla="*/ 58 w 126"/>
                <a:gd name="T73" fmla="*/ 95 h 139"/>
                <a:gd name="T74" fmla="*/ 17 w 126"/>
                <a:gd name="T75" fmla="*/ 120 h 139"/>
                <a:gd name="T76" fmla="*/ 41 w 126"/>
                <a:gd name="T77" fmla="*/ 120 h 139"/>
                <a:gd name="T78" fmla="*/ 41 w 126"/>
                <a:gd name="T79" fmla="*/ 69 h 139"/>
                <a:gd name="T80" fmla="*/ 17 w 126"/>
                <a:gd name="T81" fmla="*/ 69 h 139"/>
                <a:gd name="T82" fmla="*/ 98 w 126"/>
                <a:gd name="T83" fmla="*/ 84 h 139"/>
                <a:gd name="T84" fmla="*/ 126 w 126"/>
                <a:gd name="T85" fmla="*/ 110 h 139"/>
                <a:gd name="T86" fmla="*/ 93 w 126"/>
                <a:gd name="T87" fmla="*/ 139 h 139"/>
                <a:gd name="T88" fmla="*/ 71 w 126"/>
                <a:gd name="T89" fmla="*/ 122 h 139"/>
                <a:gd name="T90" fmla="*/ 93 w 126"/>
                <a:gd name="T91" fmla="*/ 127 h 139"/>
                <a:gd name="T92" fmla="*/ 112 w 126"/>
                <a:gd name="T93" fmla="*/ 111 h 139"/>
                <a:gd name="T94" fmla="*/ 86 w 126"/>
                <a:gd name="T95" fmla="*/ 96 h 139"/>
                <a:gd name="T96" fmla="*/ 72 w 126"/>
                <a:gd name="T97" fmla="*/ 94 h 139"/>
                <a:gd name="T98" fmla="*/ 120 w 126"/>
                <a:gd name="T99" fmla="*/ 51 h 139"/>
                <a:gd name="T100" fmla="*/ 88 w 126"/>
                <a:gd name="T101" fmla="*/ 64 h 139"/>
                <a:gd name="T102" fmla="*/ 91 w 126"/>
                <a:gd name="T103" fmla="*/ 8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6" h="139">
                  <a:moveTo>
                    <a:pt x="30" y="28"/>
                  </a:moveTo>
                  <a:cubicBezTo>
                    <a:pt x="30" y="32"/>
                    <a:pt x="29" y="34"/>
                    <a:pt x="26" y="36"/>
                  </a:cubicBezTo>
                  <a:cubicBezTo>
                    <a:pt x="24" y="38"/>
                    <a:pt x="20" y="39"/>
                    <a:pt x="16" y="39"/>
                  </a:cubicBezTo>
                  <a:cubicBezTo>
                    <a:pt x="12" y="39"/>
                    <a:pt x="8" y="38"/>
                    <a:pt x="6" y="37"/>
                  </a:cubicBezTo>
                  <a:cubicBezTo>
                    <a:pt x="6" y="33"/>
                    <a:pt x="6" y="33"/>
                    <a:pt x="6" y="33"/>
                  </a:cubicBezTo>
                  <a:cubicBezTo>
                    <a:pt x="8" y="34"/>
                    <a:pt x="9" y="34"/>
                    <a:pt x="11" y="35"/>
                  </a:cubicBezTo>
                  <a:cubicBezTo>
                    <a:pt x="13" y="35"/>
                    <a:pt x="15" y="35"/>
                    <a:pt x="16" y="35"/>
                  </a:cubicBezTo>
                  <a:cubicBezTo>
                    <a:pt x="19" y="35"/>
                    <a:pt x="22" y="35"/>
                    <a:pt x="23" y="33"/>
                  </a:cubicBezTo>
                  <a:cubicBezTo>
                    <a:pt x="25" y="32"/>
                    <a:pt x="25" y="31"/>
                    <a:pt x="25" y="29"/>
                  </a:cubicBezTo>
                  <a:cubicBezTo>
                    <a:pt x="25" y="27"/>
                    <a:pt x="25" y="26"/>
                    <a:pt x="25" y="26"/>
                  </a:cubicBezTo>
                  <a:cubicBezTo>
                    <a:pt x="24" y="25"/>
                    <a:pt x="23" y="24"/>
                    <a:pt x="22" y="23"/>
                  </a:cubicBezTo>
                  <a:cubicBezTo>
                    <a:pt x="21" y="23"/>
                    <a:pt x="19" y="22"/>
                    <a:pt x="16" y="21"/>
                  </a:cubicBezTo>
                  <a:cubicBezTo>
                    <a:pt x="13" y="20"/>
                    <a:pt x="10" y="18"/>
                    <a:pt x="9" y="16"/>
                  </a:cubicBezTo>
                  <a:cubicBezTo>
                    <a:pt x="7" y="15"/>
                    <a:pt x="6" y="12"/>
                    <a:pt x="6" y="10"/>
                  </a:cubicBezTo>
                  <a:cubicBezTo>
                    <a:pt x="6" y="7"/>
                    <a:pt x="8" y="4"/>
                    <a:pt x="10" y="3"/>
                  </a:cubicBezTo>
                  <a:cubicBezTo>
                    <a:pt x="12" y="1"/>
                    <a:pt x="15" y="0"/>
                    <a:pt x="18" y="0"/>
                  </a:cubicBezTo>
                  <a:cubicBezTo>
                    <a:pt x="22" y="0"/>
                    <a:pt x="26" y="1"/>
                    <a:pt x="29" y="2"/>
                  </a:cubicBezTo>
                  <a:cubicBezTo>
                    <a:pt x="27" y="6"/>
                    <a:pt x="27" y="6"/>
                    <a:pt x="27" y="6"/>
                  </a:cubicBezTo>
                  <a:cubicBezTo>
                    <a:pt x="24" y="5"/>
                    <a:pt x="21" y="4"/>
                    <a:pt x="18" y="4"/>
                  </a:cubicBezTo>
                  <a:cubicBezTo>
                    <a:pt x="16" y="4"/>
                    <a:pt x="14" y="5"/>
                    <a:pt x="13" y="6"/>
                  </a:cubicBezTo>
                  <a:cubicBezTo>
                    <a:pt x="12" y="6"/>
                    <a:pt x="11" y="8"/>
                    <a:pt x="11" y="10"/>
                  </a:cubicBezTo>
                  <a:cubicBezTo>
                    <a:pt x="11" y="11"/>
                    <a:pt x="11" y="12"/>
                    <a:pt x="12" y="13"/>
                  </a:cubicBezTo>
                  <a:cubicBezTo>
                    <a:pt x="12" y="14"/>
                    <a:pt x="13" y="14"/>
                    <a:pt x="14" y="15"/>
                  </a:cubicBezTo>
                  <a:cubicBezTo>
                    <a:pt x="15" y="16"/>
                    <a:pt x="17" y="17"/>
                    <a:pt x="19" y="18"/>
                  </a:cubicBezTo>
                  <a:cubicBezTo>
                    <a:pt x="23" y="19"/>
                    <a:pt x="26" y="20"/>
                    <a:pt x="28" y="22"/>
                  </a:cubicBezTo>
                  <a:cubicBezTo>
                    <a:pt x="29" y="24"/>
                    <a:pt x="30" y="26"/>
                    <a:pt x="30" y="28"/>
                  </a:cubicBezTo>
                  <a:close/>
                  <a:moveTo>
                    <a:pt x="49" y="38"/>
                  </a:moveTo>
                  <a:cubicBezTo>
                    <a:pt x="45" y="38"/>
                    <a:pt x="45" y="38"/>
                    <a:pt x="45" y="38"/>
                  </a:cubicBezTo>
                  <a:cubicBezTo>
                    <a:pt x="45" y="5"/>
                    <a:pt x="45" y="5"/>
                    <a:pt x="45" y="5"/>
                  </a:cubicBezTo>
                  <a:cubicBezTo>
                    <a:pt x="33" y="5"/>
                    <a:pt x="33" y="5"/>
                    <a:pt x="33" y="5"/>
                  </a:cubicBezTo>
                  <a:cubicBezTo>
                    <a:pt x="33" y="1"/>
                    <a:pt x="33" y="1"/>
                    <a:pt x="33" y="1"/>
                  </a:cubicBezTo>
                  <a:cubicBezTo>
                    <a:pt x="61" y="1"/>
                    <a:pt x="61" y="1"/>
                    <a:pt x="61" y="1"/>
                  </a:cubicBezTo>
                  <a:cubicBezTo>
                    <a:pt x="61" y="5"/>
                    <a:pt x="61" y="5"/>
                    <a:pt x="61" y="5"/>
                  </a:cubicBezTo>
                  <a:cubicBezTo>
                    <a:pt x="49" y="5"/>
                    <a:pt x="49" y="5"/>
                    <a:pt x="49" y="5"/>
                  </a:cubicBezTo>
                  <a:lnTo>
                    <a:pt x="49" y="38"/>
                  </a:lnTo>
                  <a:close/>
                  <a:moveTo>
                    <a:pt x="88" y="38"/>
                  </a:moveTo>
                  <a:cubicBezTo>
                    <a:pt x="67" y="38"/>
                    <a:pt x="67" y="38"/>
                    <a:pt x="67" y="38"/>
                  </a:cubicBezTo>
                  <a:cubicBezTo>
                    <a:pt x="67" y="1"/>
                    <a:pt x="67" y="1"/>
                    <a:pt x="67" y="1"/>
                  </a:cubicBezTo>
                  <a:cubicBezTo>
                    <a:pt x="88" y="1"/>
                    <a:pt x="88" y="1"/>
                    <a:pt x="88" y="1"/>
                  </a:cubicBezTo>
                  <a:cubicBezTo>
                    <a:pt x="88" y="5"/>
                    <a:pt x="88" y="5"/>
                    <a:pt x="88" y="5"/>
                  </a:cubicBezTo>
                  <a:cubicBezTo>
                    <a:pt x="71" y="5"/>
                    <a:pt x="71" y="5"/>
                    <a:pt x="71" y="5"/>
                  </a:cubicBezTo>
                  <a:cubicBezTo>
                    <a:pt x="71" y="17"/>
                    <a:pt x="71" y="17"/>
                    <a:pt x="71" y="17"/>
                  </a:cubicBezTo>
                  <a:cubicBezTo>
                    <a:pt x="87" y="17"/>
                    <a:pt x="87" y="17"/>
                    <a:pt x="87" y="17"/>
                  </a:cubicBezTo>
                  <a:cubicBezTo>
                    <a:pt x="87" y="21"/>
                    <a:pt x="87" y="21"/>
                    <a:pt x="87" y="21"/>
                  </a:cubicBezTo>
                  <a:cubicBezTo>
                    <a:pt x="71" y="21"/>
                    <a:pt x="71" y="21"/>
                    <a:pt x="71" y="21"/>
                  </a:cubicBezTo>
                  <a:cubicBezTo>
                    <a:pt x="71" y="34"/>
                    <a:pt x="71" y="34"/>
                    <a:pt x="71" y="34"/>
                  </a:cubicBezTo>
                  <a:cubicBezTo>
                    <a:pt x="88" y="34"/>
                    <a:pt x="88" y="34"/>
                    <a:pt x="88" y="34"/>
                  </a:cubicBezTo>
                  <a:lnTo>
                    <a:pt x="88" y="38"/>
                  </a:lnTo>
                  <a:close/>
                  <a:moveTo>
                    <a:pt x="120" y="12"/>
                  </a:moveTo>
                  <a:cubicBezTo>
                    <a:pt x="120" y="15"/>
                    <a:pt x="119" y="18"/>
                    <a:pt x="116" y="20"/>
                  </a:cubicBezTo>
                  <a:cubicBezTo>
                    <a:pt x="114" y="23"/>
                    <a:pt x="110" y="24"/>
                    <a:pt x="105" y="24"/>
                  </a:cubicBezTo>
                  <a:cubicBezTo>
                    <a:pt x="101" y="24"/>
                    <a:pt x="101" y="24"/>
                    <a:pt x="101" y="24"/>
                  </a:cubicBezTo>
                  <a:cubicBezTo>
                    <a:pt x="101" y="38"/>
                    <a:pt x="101" y="38"/>
                    <a:pt x="101" y="38"/>
                  </a:cubicBezTo>
                  <a:cubicBezTo>
                    <a:pt x="96" y="38"/>
                    <a:pt x="96" y="38"/>
                    <a:pt x="96" y="38"/>
                  </a:cubicBezTo>
                  <a:cubicBezTo>
                    <a:pt x="96" y="1"/>
                    <a:pt x="96" y="1"/>
                    <a:pt x="96" y="1"/>
                  </a:cubicBezTo>
                  <a:cubicBezTo>
                    <a:pt x="106" y="1"/>
                    <a:pt x="106" y="1"/>
                    <a:pt x="106" y="1"/>
                  </a:cubicBezTo>
                  <a:cubicBezTo>
                    <a:pt x="116" y="1"/>
                    <a:pt x="120" y="4"/>
                    <a:pt x="120" y="12"/>
                  </a:cubicBezTo>
                  <a:close/>
                  <a:moveTo>
                    <a:pt x="101" y="20"/>
                  </a:moveTo>
                  <a:cubicBezTo>
                    <a:pt x="105" y="20"/>
                    <a:pt x="105" y="20"/>
                    <a:pt x="105" y="20"/>
                  </a:cubicBezTo>
                  <a:cubicBezTo>
                    <a:pt x="108" y="20"/>
                    <a:pt x="111" y="19"/>
                    <a:pt x="113" y="18"/>
                  </a:cubicBezTo>
                  <a:cubicBezTo>
                    <a:pt x="115" y="17"/>
                    <a:pt x="116" y="15"/>
                    <a:pt x="116" y="12"/>
                  </a:cubicBezTo>
                  <a:cubicBezTo>
                    <a:pt x="116" y="9"/>
                    <a:pt x="115" y="7"/>
                    <a:pt x="113" y="6"/>
                  </a:cubicBezTo>
                  <a:cubicBezTo>
                    <a:pt x="112" y="5"/>
                    <a:pt x="109" y="4"/>
                    <a:pt x="106" y="4"/>
                  </a:cubicBezTo>
                  <a:cubicBezTo>
                    <a:pt x="101" y="4"/>
                    <a:pt x="101" y="4"/>
                    <a:pt x="101" y="4"/>
                  </a:cubicBezTo>
                  <a:lnTo>
                    <a:pt x="101" y="20"/>
                  </a:lnTo>
                  <a:close/>
                  <a:moveTo>
                    <a:pt x="58" y="95"/>
                  </a:moveTo>
                  <a:cubicBezTo>
                    <a:pt x="58" y="110"/>
                    <a:pt x="56" y="121"/>
                    <a:pt x="51" y="128"/>
                  </a:cubicBezTo>
                  <a:cubicBezTo>
                    <a:pt x="46" y="135"/>
                    <a:pt x="39" y="139"/>
                    <a:pt x="29" y="139"/>
                  </a:cubicBezTo>
                  <a:cubicBezTo>
                    <a:pt x="19" y="139"/>
                    <a:pt x="12" y="135"/>
                    <a:pt x="7" y="128"/>
                  </a:cubicBezTo>
                  <a:cubicBezTo>
                    <a:pt x="2" y="120"/>
                    <a:pt x="0" y="109"/>
                    <a:pt x="0" y="95"/>
                  </a:cubicBezTo>
                  <a:cubicBezTo>
                    <a:pt x="0" y="79"/>
                    <a:pt x="2" y="68"/>
                    <a:pt x="7" y="61"/>
                  </a:cubicBezTo>
                  <a:cubicBezTo>
                    <a:pt x="12" y="54"/>
                    <a:pt x="19" y="50"/>
                    <a:pt x="29" y="50"/>
                  </a:cubicBezTo>
                  <a:cubicBezTo>
                    <a:pt x="39" y="50"/>
                    <a:pt x="46" y="54"/>
                    <a:pt x="51" y="61"/>
                  </a:cubicBezTo>
                  <a:cubicBezTo>
                    <a:pt x="56" y="69"/>
                    <a:pt x="58" y="80"/>
                    <a:pt x="58" y="95"/>
                  </a:cubicBezTo>
                  <a:close/>
                  <a:moveTo>
                    <a:pt x="14" y="95"/>
                  </a:moveTo>
                  <a:cubicBezTo>
                    <a:pt x="14" y="106"/>
                    <a:pt x="15" y="115"/>
                    <a:pt x="17" y="120"/>
                  </a:cubicBezTo>
                  <a:cubicBezTo>
                    <a:pt x="20" y="125"/>
                    <a:pt x="24" y="127"/>
                    <a:pt x="29" y="127"/>
                  </a:cubicBezTo>
                  <a:cubicBezTo>
                    <a:pt x="34" y="127"/>
                    <a:pt x="38" y="125"/>
                    <a:pt x="41" y="120"/>
                  </a:cubicBezTo>
                  <a:cubicBezTo>
                    <a:pt x="43" y="114"/>
                    <a:pt x="44" y="106"/>
                    <a:pt x="44" y="95"/>
                  </a:cubicBezTo>
                  <a:cubicBezTo>
                    <a:pt x="44" y="83"/>
                    <a:pt x="43" y="75"/>
                    <a:pt x="41" y="69"/>
                  </a:cubicBezTo>
                  <a:cubicBezTo>
                    <a:pt x="38" y="64"/>
                    <a:pt x="34" y="62"/>
                    <a:pt x="29" y="62"/>
                  </a:cubicBezTo>
                  <a:cubicBezTo>
                    <a:pt x="24" y="62"/>
                    <a:pt x="20" y="64"/>
                    <a:pt x="17" y="69"/>
                  </a:cubicBezTo>
                  <a:cubicBezTo>
                    <a:pt x="15" y="74"/>
                    <a:pt x="14" y="83"/>
                    <a:pt x="14" y="95"/>
                  </a:cubicBezTo>
                  <a:close/>
                  <a:moveTo>
                    <a:pt x="98" y="84"/>
                  </a:moveTo>
                  <a:cubicBezTo>
                    <a:pt x="107" y="84"/>
                    <a:pt x="114" y="86"/>
                    <a:pt x="119" y="91"/>
                  </a:cubicBezTo>
                  <a:cubicBezTo>
                    <a:pt x="124" y="95"/>
                    <a:pt x="126" y="102"/>
                    <a:pt x="126" y="110"/>
                  </a:cubicBezTo>
                  <a:cubicBezTo>
                    <a:pt x="126" y="119"/>
                    <a:pt x="124" y="126"/>
                    <a:pt x="118" y="131"/>
                  </a:cubicBezTo>
                  <a:cubicBezTo>
                    <a:pt x="112" y="136"/>
                    <a:pt x="104" y="139"/>
                    <a:pt x="93" y="139"/>
                  </a:cubicBezTo>
                  <a:cubicBezTo>
                    <a:pt x="84" y="139"/>
                    <a:pt x="76" y="137"/>
                    <a:pt x="71" y="134"/>
                  </a:cubicBezTo>
                  <a:cubicBezTo>
                    <a:pt x="71" y="122"/>
                    <a:pt x="71" y="122"/>
                    <a:pt x="71" y="122"/>
                  </a:cubicBezTo>
                  <a:cubicBezTo>
                    <a:pt x="74" y="123"/>
                    <a:pt x="77" y="125"/>
                    <a:pt x="81" y="126"/>
                  </a:cubicBezTo>
                  <a:cubicBezTo>
                    <a:pt x="86" y="127"/>
                    <a:pt x="89" y="127"/>
                    <a:pt x="93" y="127"/>
                  </a:cubicBezTo>
                  <a:cubicBezTo>
                    <a:pt x="99" y="127"/>
                    <a:pt x="104" y="126"/>
                    <a:pt x="107" y="123"/>
                  </a:cubicBezTo>
                  <a:cubicBezTo>
                    <a:pt x="111" y="120"/>
                    <a:pt x="112" y="116"/>
                    <a:pt x="112" y="111"/>
                  </a:cubicBezTo>
                  <a:cubicBezTo>
                    <a:pt x="112" y="101"/>
                    <a:pt x="106" y="95"/>
                    <a:pt x="92" y="95"/>
                  </a:cubicBezTo>
                  <a:cubicBezTo>
                    <a:pt x="91" y="95"/>
                    <a:pt x="88" y="96"/>
                    <a:pt x="86" y="96"/>
                  </a:cubicBezTo>
                  <a:cubicBezTo>
                    <a:pt x="83" y="96"/>
                    <a:pt x="81" y="97"/>
                    <a:pt x="78" y="97"/>
                  </a:cubicBezTo>
                  <a:cubicBezTo>
                    <a:pt x="72" y="94"/>
                    <a:pt x="72" y="94"/>
                    <a:pt x="72" y="94"/>
                  </a:cubicBezTo>
                  <a:cubicBezTo>
                    <a:pt x="76" y="51"/>
                    <a:pt x="76" y="51"/>
                    <a:pt x="76" y="51"/>
                  </a:cubicBezTo>
                  <a:cubicBezTo>
                    <a:pt x="120" y="51"/>
                    <a:pt x="120" y="51"/>
                    <a:pt x="120" y="51"/>
                  </a:cubicBezTo>
                  <a:cubicBezTo>
                    <a:pt x="120" y="64"/>
                    <a:pt x="120" y="64"/>
                    <a:pt x="120" y="64"/>
                  </a:cubicBezTo>
                  <a:cubicBezTo>
                    <a:pt x="88" y="64"/>
                    <a:pt x="88" y="64"/>
                    <a:pt x="88" y="64"/>
                  </a:cubicBezTo>
                  <a:cubicBezTo>
                    <a:pt x="86" y="85"/>
                    <a:pt x="86" y="85"/>
                    <a:pt x="86" y="85"/>
                  </a:cubicBezTo>
                  <a:cubicBezTo>
                    <a:pt x="87" y="85"/>
                    <a:pt x="89" y="85"/>
                    <a:pt x="91" y="84"/>
                  </a:cubicBezTo>
                  <a:cubicBezTo>
                    <a:pt x="93" y="84"/>
                    <a:pt x="95" y="84"/>
                    <a:pt x="9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52" name="Rectangle 62">
            <a:extLst>
              <a:ext uri="{FF2B5EF4-FFF2-40B4-BE49-F238E27FC236}">
                <a16:creationId xmlns:a16="http://schemas.microsoft.com/office/drawing/2014/main" id="{3650DC56-1F41-4CF4-A258-9A61552535DE}"/>
              </a:ext>
            </a:extLst>
          </p:cNvPr>
          <p:cNvSpPr>
            <a:spLocks noChangeArrowheads="1"/>
          </p:cNvSpPr>
          <p:nvPr/>
        </p:nvSpPr>
        <p:spPr bwMode="auto">
          <a:xfrm>
            <a:off x="2144713" y="5427974"/>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01</a:t>
            </a:r>
            <a:endParaRPr kumimoji="0" lang="ru-UA" altLang="ru-UA" sz="1800" b="0" i="0" u="none" strike="noStrike" cap="none" normalizeH="0" baseline="0">
              <a:ln>
                <a:noFill/>
              </a:ln>
              <a:effectLst/>
            </a:endParaRPr>
          </a:p>
        </p:txBody>
      </p:sp>
      <p:sp>
        <p:nvSpPr>
          <p:cNvPr id="53" name="Rectangle 63">
            <a:extLst>
              <a:ext uri="{FF2B5EF4-FFF2-40B4-BE49-F238E27FC236}">
                <a16:creationId xmlns:a16="http://schemas.microsoft.com/office/drawing/2014/main" id="{E82EA779-6F79-494E-9D1F-58DB54C42AA0}"/>
              </a:ext>
            </a:extLst>
          </p:cNvPr>
          <p:cNvSpPr>
            <a:spLocks noChangeArrowheads="1"/>
          </p:cNvSpPr>
          <p:nvPr/>
        </p:nvSpPr>
        <p:spPr bwMode="auto">
          <a:xfrm>
            <a:off x="3919538" y="65242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02</a:t>
            </a:r>
            <a:endParaRPr kumimoji="0" lang="ru-UA" altLang="ru-UA" sz="1800" b="0" i="0" u="none" strike="noStrike" cap="none" normalizeH="0" baseline="0">
              <a:ln>
                <a:noFill/>
              </a:ln>
              <a:effectLst/>
            </a:endParaRPr>
          </a:p>
        </p:txBody>
      </p:sp>
      <p:sp>
        <p:nvSpPr>
          <p:cNvPr id="54" name="Rectangle 64">
            <a:extLst>
              <a:ext uri="{FF2B5EF4-FFF2-40B4-BE49-F238E27FC236}">
                <a16:creationId xmlns:a16="http://schemas.microsoft.com/office/drawing/2014/main" id="{B5B29A4C-FC8D-4C48-A0A0-77776D05CBBD}"/>
              </a:ext>
            </a:extLst>
          </p:cNvPr>
          <p:cNvSpPr>
            <a:spLocks noChangeArrowheads="1"/>
          </p:cNvSpPr>
          <p:nvPr/>
        </p:nvSpPr>
        <p:spPr bwMode="auto">
          <a:xfrm>
            <a:off x="7210425" y="65242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04</a:t>
            </a:r>
            <a:endParaRPr kumimoji="0" lang="ru-UA" altLang="ru-UA" sz="1800" b="0" i="0" u="none" strike="noStrike" cap="none" normalizeH="0" baseline="0">
              <a:ln>
                <a:noFill/>
              </a:ln>
              <a:effectLst/>
            </a:endParaRPr>
          </a:p>
        </p:txBody>
      </p:sp>
      <p:sp>
        <p:nvSpPr>
          <p:cNvPr id="55" name="Rectangle 65">
            <a:extLst>
              <a:ext uri="{FF2B5EF4-FFF2-40B4-BE49-F238E27FC236}">
                <a16:creationId xmlns:a16="http://schemas.microsoft.com/office/drawing/2014/main" id="{4E4A4F57-A56D-403D-976F-5A272226C8F9}"/>
              </a:ext>
            </a:extLst>
          </p:cNvPr>
          <p:cNvSpPr>
            <a:spLocks noChangeArrowheads="1"/>
          </p:cNvSpPr>
          <p:nvPr/>
        </p:nvSpPr>
        <p:spPr bwMode="auto">
          <a:xfrm>
            <a:off x="5568950" y="5427974"/>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03</a:t>
            </a:r>
            <a:endParaRPr kumimoji="0" lang="ru-UA" altLang="ru-UA" sz="1800" b="0" i="0" u="none" strike="noStrike" cap="none" normalizeH="0" baseline="0">
              <a:ln>
                <a:noFill/>
              </a:ln>
              <a:effectLst/>
            </a:endParaRPr>
          </a:p>
        </p:txBody>
      </p:sp>
      <p:sp>
        <p:nvSpPr>
          <p:cNvPr id="56" name="Rectangle 66">
            <a:extLst>
              <a:ext uri="{FF2B5EF4-FFF2-40B4-BE49-F238E27FC236}">
                <a16:creationId xmlns:a16="http://schemas.microsoft.com/office/drawing/2014/main" id="{44772D6C-DB8E-465D-8C3B-49F8E13FDAD5}"/>
              </a:ext>
            </a:extLst>
          </p:cNvPr>
          <p:cNvSpPr>
            <a:spLocks noChangeArrowheads="1"/>
          </p:cNvSpPr>
          <p:nvPr/>
        </p:nvSpPr>
        <p:spPr bwMode="auto">
          <a:xfrm>
            <a:off x="8855075" y="5427974"/>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05</a:t>
            </a:r>
            <a:endParaRPr kumimoji="0" lang="ru-UA" altLang="ru-UA" sz="1800" b="0" i="0" u="none" strike="noStrike" cap="none" normalizeH="0" baseline="0">
              <a:ln>
                <a:noFill/>
              </a:ln>
              <a:effectLst/>
            </a:endParaRPr>
          </a:p>
        </p:txBody>
      </p:sp>
      <p:sp>
        <p:nvSpPr>
          <p:cNvPr id="57" name="Text Placeholder 17">
            <a:extLst>
              <a:ext uri="{FF2B5EF4-FFF2-40B4-BE49-F238E27FC236}">
                <a16:creationId xmlns:a16="http://schemas.microsoft.com/office/drawing/2014/main" id="{CC9E7E45-B066-4BE3-8829-748BF938F323}"/>
              </a:ext>
            </a:extLst>
          </p:cNvPr>
          <p:cNvSpPr txBox="1">
            <a:spLocks/>
          </p:cNvSpPr>
          <p:nvPr/>
        </p:nvSpPr>
        <p:spPr>
          <a:xfrm>
            <a:off x="1372616" y="5699437"/>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58" name="Text Placeholder 17">
            <a:extLst>
              <a:ext uri="{FF2B5EF4-FFF2-40B4-BE49-F238E27FC236}">
                <a16:creationId xmlns:a16="http://schemas.microsoft.com/office/drawing/2014/main" id="{D637EB5C-C3EE-46B4-B850-BDFC2AFF8BE6}"/>
              </a:ext>
            </a:extLst>
          </p:cNvPr>
          <p:cNvSpPr txBox="1">
            <a:spLocks/>
          </p:cNvSpPr>
          <p:nvPr/>
        </p:nvSpPr>
        <p:spPr>
          <a:xfrm>
            <a:off x="4830836" y="5699437"/>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59" name="Text Placeholder 17">
            <a:extLst>
              <a:ext uri="{FF2B5EF4-FFF2-40B4-BE49-F238E27FC236}">
                <a16:creationId xmlns:a16="http://schemas.microsoft.com/office/drawing/2014/main" id="{CEDD1B42-215D-4894-AE33-9A3119FE22ED}"/>
              </a:ext>
            </a:extLst>
          </p:cNvPr>
          <p:cNvSpPr txBox="1">
            <a:spLocks/>
          </p:cNvSpPr>
          <p:nvPr/>
        </p:nvSpPr>
        <p:spPr>
          <a:xfrm>
            <a:off x="8144676" y="5699437"/>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 labore et dolore magna aliqua. </a:t>
            </a:r>
            <a:endParaRPr lang="ru-RU" altLang="ru-UA" sz="1050"/>
          </a:p>
        </p:txBody>
      </p:sp>
      <p:sp>
        <p:nvSpPr>
          <p:cNvPr id="60" name="Text Placeholder 17">
            <a:extLst>
              <a:ext uri="{FF2B5EF4-FFF2-40B4-BE49-F238E27FC236}">
                <a16:creationId xmlns:a16="http://schemas.microsoft.com/office/drawing/2014/main" id="{8F0E759C-6E0F-495B-AC06-E443DE6F0727}"/>
              </a:ext>
            </a:extLst>
          </p:cNvPr>
          <p:cNvSpPr txBox="1">
            <a:spLocks/>
          </p:cNvSpPr>
          <p:nvPr/>
        </p:nvSpPr>
        <p:spPr>
          <a:xfrm>
            <a:off x="3287141" y="946029"/>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a:t>
            </a:r>
            <a:endParaRPr lang="ru-RU" altLang="ru-UA" sz="1050"/>
          </a:p>
        </p:txBody>
      </p:sp>
      <p:sp>
        <p:nvSpPr>
          <p:cNvPr id="61" name="Text Placeholder 17">
            <a:extLst>
              <a:ext uri="{FF2B5EF4-FFF2-40B4-BE49-F238E27FC236}">
                <a16:creationId xmlns:a16="http://schemas.microsoft.com/office/drawing/2014/main" id="{9B938C7B-D25B-4BC4-9F7C-71171748A0B3}"/>
              </a:ext>
            </a:extLst>
          </p:cNvPr>
          <p:cNvSpPr txBox="1">
            <a:spLocks/>
          </p:cNvSpPr>
          <p:nvPr/>
        </p:nvSpPr>
        <p:spPr>
          <a:xfrm>
            <a:off x="6511604" y="946029"/>
            <a:ext cx="2258568"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 eiusmod tempor incididunt ut</a:t>
            </a:r>
            <a:endParaRPr lang="ru-RU" altLang="ru-UA" sz="1050"/>
          </a:p>
        </p:txBody>
      </p:sp>
    </p:spTree>
    <p:extLst>
      <p:ext uri="{BB962C8B-B14F-4D97-AF65-F5344CB8AC3E}">
        <p14:creationId xmlns:p14="http://schemas.microsoft.com/office/powerpoint/2010/main" val="240740403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1750"/>
                                            <p:tgtEl>
                                              <p:spTgt spid="21"/>
                                            </p:tgtEl>
                                          </p:cBhvr>
                                        </p:animEffect>
                                      </p:childTnLst>
                                    </p:cTn>
                                  </p:par>
                                  <p:par>
                                    <p:cTn id="8" presetID="53" presetClass="entr" presetSubtype="16"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 calcmode="lin" valueType="num">
                                          <p:cBhvr>
                                            <p:cTn id="10" dur="750" fill="hold"/>
                                            <p:tgtEl>
                                              <p:spTgt spid="11"/>
                                            </p:tgtEl>
                                            <p:attrNameLst>
                                              <p:attrName>ppt_w</p:attrName>
                                            </p:attrNameLst>
                                          </p:cBhvr>
                                          <p:tavLst>
                                            <p:tav tm="0">
                                              <p:val>
                                                <p:fltVal val="0"/>
                                              </p:val>
                                            </p:tav>
                                            <p:tav tm="100000">
                                              <p:val>
                                                <p:strVal val="#ppt_w"/>
                                              </p:val>
                                            </p:tav>
                                          </p:tavLst>
                                        </p:anim>
                                        <p:anim calcmode="lin" valueType="num">
                                          <p:cBhvr>
                                            <p:cTn id="11" dur="750" fill="hold"/>
                                            <p:tgtEl>
                                              <p:spTgt spid="11"/>
                                            </p:tgtEl>
                                            <p:attrNameLst>
                                              <p:attrName>ppt_h</p:attrName>
                                            </p:attrNameLst>
                                          </p:cBhvr>
                                          <p:tavLst>
                                            <p:tav tm="0">
                                              <p:val>
                                                <p:fltVal val="0"/>
                                              </p:val>
                                            </p:tav>
                                            <p:tav tm="100000">
                                              <p:val>
                                                <p:strVal val="#ppt_h"/>
                                              </p:val>
                                            </p:tav>
                                          </p:tavLst>
                                        </p:anim>
                                        <p:animEffect transition="in" filter="fade">
                                          <p:cBhvr>
                                            <p:cTn id="12" dur="750"/>
                                            <p:tgtEl>
                                              <p:spTgt spid="11"/>
                                            </p:tgtEl>
                                          </p:cBhvr>
                                        </p:animEffect>
                                      </p:childTnLst>
                                    </p:cTn>
                                  </p:par>
                                  <p:par>
                                    <p:cTn id="13" presetID="53" presetClass="entr" presetSubtype="16" fill="hold" grpId="0" nodeType="withEffect">
                                      <p:stCondLst>
                                        <p:cond delay="250"/>
                                      </p:stCondLst>
                                      <p:childTnLst>
                                        <p:set>
                                          <p:cBhvr>
                                            <p:cTn id="14" dur="1" fill="hold">
                                              <p:stCondLst>
                                                <p:cond delay="0"/>
                                              </p:stCondLst>
                                            </p:cTn>
                                            <p:tgtEl>
                                              <p:spTgt spid="10"/>
                                            </p:tgtEl>
                                            <p:attrNameLst>
                                              <p:attrName>style.visibility</p:attrName>
                                            </p:attrNameLst>
                                          </p:cBhvr>
                                          <p:to>
                                            <p:strVal val="visible"/>
                                          </p:to>
                                        </p:set>
                                        <p:anim calcmode="lin" valueType="num">
                                          <p:cBhvr>
                                            <p:cTn id="15" dur="750" fill="hold"/>
                                            <p:tgtEl>
                                              <p:spTgt spid="10"/>
                                            </p:tgtEl>
                                            <p:attrNameLst>
                                              <p:attrName>ppt_w</p:attrName>
                                            </p:attrNameLst>
                                          </p:cBhvr>
                                          <p:tavLst>
                                            <p:tav tm="0">
                                              <p:val>
                                                <p:fltVal val="0"/>
                                              </p:val>
                                            </p:tav>
                                            <p:tav tm="100000">
                                              <p:val>
                                                <p:strVal val="#ppt_w"/>
                                              </p:val>
                                            </p:tav>
                                          </p:tavLst>
                                        </p:anim>
                                        <p:anim calcmode="lin" valueType="num">
                                          <p:cBhvr>
                                            <p:cTn id="16" dur="750" fill="hold"/>
                                            <p:tgtEl>
                                              <p:spTgt spid="10"/>
                                            </p:tgtEl>
                                            <p:attrNameLst>
                                              <p:attrName>ppt_h</p:attrName>
                                            </p:attrNameLst>
                                          </p:cBhvr>
                                          <p:tavLst>
                                            <p:tav tm="0">
                                              <p:val>
                                                <p:fltVal val="0"/>
                                              </p:val>
                                            </p:tav>
                                            <p:tav tm="100000">
                                              <p:val>
                                                <p:strVal val="#ppt_h"/>
                                              </p:val>
                                            </p:tav>
                                          </p:tavLst>
                                        </p:anim>
                                        <p:animEffect transition="in" filter="fade">
                                          <p:cBhvr>
                                            <p:cTn id="17" dur="750"/>
                                            <p:tgtEl>
                                              <p:spTgt spid="10"/>
                                            </p:tgtEl>
                                          </p:cBhvr>
                                        </p:animEffect>
                                      </p:childTnLst>
                                    </p:cTn>
                                  </p:par>
                                  <p:par>
                                    <p:cTn id="18" presetID="53" presetClass="entr" presetSubtype="16"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 calcmode="lin" valueType="num">
                                          <p:cBhvr>
                                            <p:cTn id="20" dur="750" fill="hold"/>
                                            <p:tgtEl>
                                              <p:spTgt spid="9"/>
                                            </p:tgtEl>
                                            <p:attrNameLst>
                                              <p:attrName>ppt_w</p:attrName>
                                            </p:attrNameLst>
                                          </p:cBhvr>
                                          <p:tavLst>
                                            <p:tav tm="0">
                                              <p:val>
                                                <p:fltVal val="0"/>
                                              </p:val>
                                            </p:tav>
                                            <p:tav tm="100000">
                                              <p:val>
                                                <p:strVal val="#ppt_w"/>
                                              </p:val>
                                            </p:tav>
                                          </p:tavLst>
                                        </p:anim>
                                        <p:anim calcmode="lin" valueType="num">
                                          <p:cBhvr>
                                            <p:cTn id="21" dur="750" fill="hold"/>
                                            <p:tgtEl>
                                              <p:spTgt spid="9"/>
                                            </p:tgtEl>
                                            <p:attrNameLst>
                                              <p:attrName>ppt_h</p:attrName>
                                            </p:attrNameLst>
                                          </p:cBhvr>
                                          <p:tavLst>
                                            <p:tav tm="0">
                                              <p:val>
                                                <p:fltVal val="0"/>
                                              </p:val>
                                            </p:tav>
                                            <p:tav tm="100000">
                                              <p:val>
                                                <p:strVal val="#ppt_h"/>
                                              </p:val>
                                            </p:tav>
                                          </p:tavLst>
                                        </p:anim>
                                        <p:animEffect transition="in" filter="fade">
                                          <p:cBhvr>
                                            <p:cTn id="22" dur="750"/>
                                            <p:tgtEl>
                                              <p:spTgt spid="9"/>
                                            </p:tgtEl>
                                          </p:cBhvr>
                                        </p:animEffect>
                                      </p:childTnLst>
                                    </p:cTn>
                                  </p:par>
                                  <p:par>
                                    <p:cTn id="23" presetID="53" presetClass="entr" presetSubtype="16" fill="hold" grpId="0" nodeType="withEffect">
                                      <p:stCondLst>
                                        <p:cond delay="750"/>
                                      </p:stCondLst>
                                      <p:childTnLst>
                                        <p:set>
                                          <p:cBhvr>
                                            <p:cTn id="24" dur="1" fill="hold">
                                              <p:stCondLst>
                                                <p:cond delay="0"/>
                                              </p:stCondLst>
                                            </p:cTn>
                                            <p:tgtEl>
                                              <p:spTgt spid="8"/>
                                            </p:tgtEl>
                                            <p:attrNameLst>
                                              <p:attrName>style.visibility</p:attrName>
                                            </p:attrNameLst>
                                          </p:cBhvr>
                                          <p:to>
                                            <p:strVal val="visible"/>
                                          </p:to>
                                        </p:set>
                                        <p:anim calcmode="lin" valueType="num">
                                          <p:cBhvr>
                                            <p:cTn id="25" dur="750" fill="hold"/>
                                            <p:tgtEl>
                                              <p:spTgt spid="8"/>
                                            </p:tgtEl>
                                            <p:attrNameLst>
                                              <p:attrName>ppt_w</p:attrName>
                                            </p:attrNameLst>
                                          </p:cBhvr>
                                          <p:tavLst>
                                            <p:tav tm="0">
                                              <p:val>
                                                <p:fltVal val="0"/>
                                              </p:val>
                                            </p:tav>
                                            <p:tav tm="100000">
                                              <p:val>
                                                <p:strVal val="#ppt_w"/>
                                              </p:val>
                                            </p:tav>
                                          </p:tavLst>
                                        </p:anim>
                                        <p:anim calcmode="lin" valueType="num">
                                          <p:cBhvr>
                                            <p:cTn id="26" dur="750" fill="hold"/>
                                            <p:tgtEl>
                                              <p:spTgt spid="8"/>
                                            </p:tgtEl>
                                            <p:attrNameLst>
                                              <p:attrName>ppt_h</p:attrName>
                                            </p:attrNameLst>
                                          </p:cBhvr>
                                          <p:tavLst>
                                            <p:tav tm="0">
                                              <p:val>
                                                <p:fltVal val="0"/>
                                              </p:val>
                                            </p:tav>
                                            <p:tav tm="100000">
                                              <p:val>
                                                <p:strVal val="#ppt_h"/>
                                              </p:val>
                                            </p:tav>
                                          </p:tavLst>
                                        </p:anim>
                                        <p:animEffect transition="in" filter="fade">
                                          <p:cBhvr>
                                            <p:cTn id="27" dur="750"/>
                                            <p:tgtEl>
                                              <p:spTgt spid="8"/>
                                            </p:tgtEl>
                                          </p:cBhvr>
                                        </p:animEffect>
                                      </p:childTnLst>
                                    </p:cTn>
                                  </p:par>
                                  <p:par>
                                    <p:cTn id="28" presetID="53" presetClass="entr" presetSubtype="16" fill="hold" grpId="0" nodeType="withEffect">
                                      <p:stCondLst>
                                        <p:cond delay="1000"/>
                                      </p:stCondLst>
                                      <p:childTnLst>
                                        <p:set>
                                          <p:cBhvr>
                                            <p:cTn id="29" dur="1" fill="hold">
                                              <p:stCondLst>
                                                <p:cond delay="0"/>
                                              </p:stCondLst>
                                            </p:cTn>
                                            <p:tgtEl>
                                              <p:spTgt spid="7"/>
                                            </p:tgtEl>
                                            <p:attrNameLst>
                                              <p:attrName>style.visibility</p:attrName>
                                            </p:attrNameLst>
                                          </p:cBhvr>
                                          <p:to>
                                            <p:strVal val="visible"/>
                                          </p:to>
                                        </p:set>
                                        <p:anim calcmode="lin" valueType="num">
                                          <p:cBhvr>
                                            <p:cTn id="30" dur="750" fill="hold"/>
                                            <p:tgtEl>
                                              <p:spTgt spid="7"/>
                                            </p:tgtEl>
                                            <p:attrNameLst>
                                              <p:attrName>ppt_w</p:attrName>
                                            </p:attrNameLst>
                                          </p:cBhvr>
                                          <p:tavLst>
                                            <p:tav tm="0">
                                              <p:val>
                                                <p:fltVal val="0"/>
                                              </p:val>
                                            </p:tav>
                                            <p:tav tm="100000">
                                              <p:val>
                                                <p:strVal val="#ppt_w"/>
                                              </p:val>
                                            </p:tav>
                                          </p:tavLst>
                                        </p:anim>
                                        <p:anim calcmode="lin" valueType="num">
                                          <p:cBhvr>
                                            <p:cTn id="31" dur="750" fill="hold"/>
                                            <p:tgtEl>
                                              <p:spTgt spid="7"/>
                                            </p:tgtEl>
                                            <p:attrNameLst>
                                              <p:attrName>ppt_h</p:attrName>
                                            </p:attrNameLst>
                                          </p:cBhvr>
                                          <p:tavLst>
                                            <p:tav tm="0">
                                              <p:val>
                                                <p:fltVal val="0"/>
                                              </p:val>
                                            </p:tav>
                                            <p:tav tm="100000">
                                              <p:val>
                                                <p:strVal val="#ppt_h"/>
                                              </p:val>
                                            </p:tav>
                                          </p:tavLst>
                                        </p:anim>
                                        <p:animEffect transition="in" filter="fade">
                                          <p:cBhvr>
                                            <p:cTn id="32" dur="750"/>
                                            <p:tgtEl>
                                              <p:spTgt spid="7"/>
                                            </p:tgtEl>
                                          </p:cBhvr>
                                        </p:animEffect>
                                      </p:childTnLst>
                                    </p:cTn>
                                  </p:par>
                                  <p:par>
                                    <p:cTn id="33" presetID="53" presetClass="entr" presetSubtype="16" fill="hold" nodeType="withEffect">
                                      <p:stCondLst>
                                        <p:cond delay="250"/>
                                      </p:stCondLst>
                                      <p:childTnLst>
                                        <p:set>
                                          <p:cBhvr>
                                            <p:cTn id="34" dur="1" fill="hold">
                                              <p:stCondLst>
                                                <p:cond delay="0"/>
                                              </p:stCondLst>
                                            </p:cTn>
                                            <p:tgtEl>
                                              <p:spTgt spid="25"/>
                                            </p:tgtEl>
                                            <p:attrNameLst>
                                              <p:attrName>style.visibility</p:attrName>
                                            </p:attrNameLst>
                                          </p:cBhvr>
                                          <p:to>
                                            <p:strVal val="visible"/>
                                          </p:to>
                                        </p:set>
                                        <p:anim calcmode="lin" valueType="num">
                                          <p:cBhvr>
                                            <p:cTn id="35" dur="750" fill="hold"/>
                                            <p:tgtEl>
                                              <p:spTgt spid="25"/>
                                            </p:tgtEl>
                                            <p:attrNameLst>
                                              <p:attrName>ppt_w</p:attrName>
                                            </p:attrNameLst>
                                          </p:cBhvr>
                                          <p:tavLst>
                                            <p:tav tm="0">
                                              <p:val>
                                                <p:fltVal val="0"/>
                                              </p:val>
                                            </p:tav>
                                            <p:tav tm="100000">
                                              <p:val>
                                                <p:strVal val="#ppt_w"/>
                                              </p:val>
                                            </p:tav>
                                          </p:tavLst>
                                        </p:anim>
                                        <p:anim calcmode="lin" valueType="num">
                                          <p:cBhvr>
                                            <p:cTn id="36" dur="750" fill="hold"/>
                                            <p:tgtEl>
                                              <p:spTgt spid="25"/>
                                            </p:tgtEl>
                                            <p:attrNameLst>
                                              <p:attrName>ppt_h</p:attrName>
                                            </p:attrNameLst>
                                          </p:cBhvr>
                                          <p:tavLst>
                                            <p:tav tm="0">
                                              <p:val>
                                                <p:fltVal val="0"/>
                                              </p:val>
                                            </p:tav>
                                            <p:tav tm="100000">
                                              <p:val>
                                                <p:strVal val="#ppt_h"/>
                                              </p:val>
                                            </p:tav>
                                          </p:tavLst>
                                        </p:anim>
                                        <p:animEffect transition="in" filter="fade">
                                          <p:cBhvr>
                                            <p:cTn id="37" dur="750"/>
                                            <p:tgtEl>
                                              <p:spTgt spid="25"/>
                                            </p:tgtEl>
                                          </p:cBhvr>
                                        </p:animEffect>
                                      </p:childTnLst>
                                    </p:cTn>
                                  </p:par>
                                  <p:par>
                                    <p:cTn id="38" presetID="53" presetClass="entr" presetSubtype="16" fill="hold" nodeType="withEffect">
                                      <p:stCondLst>
                                        <p:cond delay="500"/>
                                      </p:stCondLst>
                                      <p:childTnLst>
                                        <p:set>
                                          <p:cBhvr>
                                            <p:cTn id="39" dur="1" fill="hold">
                                              <p:stCondLst>
                                                <p:cond delay="0"/>
                                              </p:stCondLst>
                                            </p:cTn>
                                            <p:tgtEl>
                                              <p:spTgt spid="28"/>
                                            </p:tgtEl>
                                            <p:attrNameLst>
                                              <p:attrName>style.visibility</p:attrName>
                                            </p:attrNameLst>
                                          </p:cBhvr>
                                          <p:to>
                                            <p:strVal val="visible"/>
                                          </p:to>
                                        </p:set>
                                        <p:anim calcmode="lin" valueType="num">
                                          <p:cBhvr>
                                            <p:cTn id="40" dur="750" fill="hold"/>
                                            <p:tgtEl>
                                              <p:spTgt spid="28"/>
                                            </p:tgtEl>
                                            <p:attrNameLst>
                                              <p:attrName>ppt_w</p:attrName>
                                            </p:attrNameLst>
                                          </p:cBhvr>
                                          <p:tavLst>
                                            <p:tav tm="0">
                                              <p:val>
                                                <p:fltVal val="0"/>
                                              </p:val>
                                            </p:tav>
                                            <p:tav tm="100000">
                                              <p:val>
                                                <p:strVal val="#ppt_w"/>
                                              </p:val>
                                            </p:tav>
                                          </p:tavLst>
                                        </p:anim>
                                        <p:anim calcmode="lin" valueType="num">
                                          <p:cBhvr>
                                            <p:cTn id="41" dur="750" fill="hold"/>
                                            <p:tgtEl>
                                              <p:spTgt spid="28"/>
                                            </p:tgtEl>
                                            <p:attrNameLst>
                                              <p:attrName>ppt_h</p:attrName>
                                            </p:attrNameLst>
                                          </p:cBhvr>
                                          <p:tavLst>
                                            <p:tav tm="0">
                                              <p:val>
                                                <p:fltVal val="0"/>
                                              </p:val>
                                            </p:tav>
                                            <p:tav tm="100000">
                                              <p:val>
                                                <p:strVal val="#ppt_h"/>
                                              </p:val>
                                            </p:tav>
                                          </p:tavLst>
                                        </p:anim>
                                        <p:animEffect transition="in" filter="fade">
                                          <p:cBhvr>
                                            <p:cTn id="42" dur="750"/>
                                            <p:tgtEl>
                                              <p:spTgt spid="28"/>
                                            </p:tgtEl>
                                          </p:cBhvr>
                                        </p:animEffect>
                                      </p:childTnLst>
                                    </p:cTn>
                                  </p:par>
                                  <p:par>
                                    <p:cTn id="43" presetID="53" presetClass="entr" presetSubtype="16" fill="hold" nodeType="withEffect">
                                      <p:stCondLst>
                                        <p:cond delay="750"/>
                                      </p:stCondLst>
                                      <p:childTnLst>
                                        <p:set>
                                          <p:cBhvr>
                                            <p:cTn id="44" dur="1" fill="hold">
                                              <p:stCondLst>
                                                <p:cond delay="0"/>
                                              </p:stCondLst>
                                            </p:cTn>
                                            <p:tgtEl>
                                              <p:spTgt spid="22"/>
                                            </p:tgtEl>
                                            <p:attrNameLst>
                                              <p:attrName>style.visibility</p:attrName>
                                            </p:attrNameLst>
                                          </p:cBhvr>
                                          <p:to>
                                            <p:strVal val="visible"/>
                                          </p:to>
                                        </p:set>
                                        <p:anim calcmode="lin" valueType="num">
                                          <p:cBhvr>
                                            <p:cTn id="45" dur="750" fill="hold"/>
                                            <p:tgtEl>
                                              <p:spTgt spid="22"/>
                                            </p:tgtEl>
                                            <p:attrNameLst>
                                              <p:attrName>ppt_w</p:attrName>
                                            </p:attrNameLst>
                                          </p:cBhvr>
                                          <p:tavLst>
                                            <p:tav tm="0">
                                              <p:val>
                                                <p:fltVal val="0"/>
                                              </p:val>
                                            </p:tav>
                                            <p:tav tm="100000">
                                              <p:val>
                                                <p:strVal val="#ppt_w"/>
                                              </p:val>
                                            </p:tav>
                                          </p:tavLst>
                                        </p:anim>
                                        <p:anim calcmode="lin" valueType="num">
                                          <p:cBhvr>
                                            <p:cTn id="46" dur="750" fill="hold"/>
                                            <p:tgtEl>
                                              <p:spTgt spid="22"/>
                                            </p:tgtEl>
                                            <p:attrNameLst>
                                              <p:attrName>ppt_h</p:attrName>
                                            </p:attrNameLst>
                                          </p:cBhvr>
                                          <p:tavLst>
                                            <p:tav tm="0">
                                              <p:val>
                                                <p:fltVal val="0"/>
                                              </p:val>
                                            </p:tav>
                                            <p:tav tm="100000">
                                              <p:val>
                                                <p:strVal val="#ppt_h"/>
                                              </p:val>
                                            </p:tav>
                                          </p:tavLst>
                                        </p:anim>
                                        <p:animEffect transition="in" filter="fade">
                                          <p:cBhvr>
                                            <p:cTn id="47" dur="750"/>
                                            <p:tgtEl>
                                              <p:spTgt spid="22"/>
                                            </p:tgtEl>
                                          </p:cBhvr>
                                        </p:animEffect>
                                      </p:childTnLst>
                                    </p:cTn>
                                  </p:par>
                                  <p:par>
                                    <p:cTn id="48" presetID="53" presetClass="entr" presetSubtype="16" fill="hold" nodeType="withEffect">
                                      <p:stCondLst>
                                        <p:cond delay="1000"/>
                                      </p:stCondLst>
                                      <p:childTnLst>
                                        <p:set>
                                          <p:cBhvr>
                                            <p:cTn id="49" dur="1" fill="hold">
                                              <p:stCondLst>
                                                <p:cond delay="0"/>
                                              </p:stCondLst>
                                            </p:cTn>
                                            <p:tgtEl>
                                              <p:spTgt spid="31"/>
                                            </p:tgtEl>
                                            <p:attrNameLst>
                                              <p:attrName>style.visibility</p:attrName>
                                            </p:attrNameLst>
                                          </p:cBhvr>
                                          <p:to>
                                            <p:strVal val="visible"/>
                                          </p:to>
                                        </p:set>
                                        <p:anim calcmode="lin" valueType="num">
                                          <p:cBhvr>
                                            <p:cTn id="50" dur="750" fill="hold"/>
                                            <p:tgtEl>
                                              <p:spTgt spid="31"/>
                                            </p:tgtEl>
                                            <p:attrNameLst>
                                              <p:attrName>ppt_w</p:attrName>
                                            </p:attrNameLst>
                                          </p:cBhvr>
                                          <p:tavLst>
                                            <p:tav tm="0">
                                              <p:val>
                                                <p:fltVal val="0"/>
                                              </p:val>
                                            </p:tav>
                                            <p:tav tm="100000">
                                              <p:val>
                                                <p:strVal val="#ppt_w"/>
                                              </p:val>
                                            </p:tav>
                                          </p:tavLst>
                                        </p:anim>
                                        <p:anim calcmode="lin" valueType="num">
                                          <p:cBhvr>
                                            <p:cTn id="51" dur="750" fill="hold"/>
                                            <p:tgtEl>
                                              <p:spTgt spid="31"/>
                                            </p:tgtEl>
                                            <p:attrNameLst>
                                              <p:attrName>ppt_h</p:attrName>
                                            </p:attrNameLst>
                                          </p:cBhvr>
                                          <p:tavLst>
                                            <p:tav tm="0">
                                              <p:val>
                                                <p:fltVal val="0"/>
                                              </p:val>
                                            </p:tav>
                                            <p:tav tm="100000">
                                              <p:val>
                                                <p:strVal val="#ppt_h"/>
                                              </p:val>
                                            </p:tav>
                                          </p:tavLst>
                                        </p:anim>
                                        <p:animEffect transition="in" filter="fade">
                                          <p:cBhvr>
                                            <p:cTn id="52" dur="750"/>
                                            <p:tgtEl>
                                              <p:spTgt spid="31"/>
                                            </p:tgtEl>
                                          </p:cBhvr>
                                        </p:animEffect>
                                      </p:childTnLst>
                                    </p:cTn>
                                  </p:par>
                                  <p:par>
                                    <p:cTn id="53" presetID="53" presetClass="entr" presetSubtype="16" fill="hold" nodeType="withEffect">
                                      <p:stCondLst>
                                        <p:cond delay="1250"/>
                                      </p:stCondLst>
                                      <p:childTnLst>
                                        <p:set>
                                          <p:cBhvr>
                                            <p:cTn id="54" dur="1" fill="hold">
                                              <p:stCondLst>
                                                <p:cond delay="0"/>
                                              </p:stCondLst>
                                            </p:cTn>
                                            <p:tgtEl>
                                              <p:spTgt spid="34"/>
                                            </p:tgtEl>
                                            <p:attrNameLst>
                                              <p:attrName>style.visibility</p:attrName>
                                            </p:attrNameLst>
                                          </p:cBhvr>
                                          <p:to>
                                            <p:strVal val="visible"/>
                                          </p:to>
                                        </p:set>
                                        <p:anim calcmode="lin" valueType="num">
                                          <p:cBhvr>
                                            <p:cTn id="55" dur="750" fill="hold"/>
                                            <p:tgtEl>
                                              <p:spTgt spid="34"/>
                                            </p:tgtEl>
                                            <p:attrNameLst>
                                              <p:attrName>ppt_w</p:attrName>
                                            </p:attrNameLst>
                                          </p:cBhvr>
                                          <p:tavLst>
                                            <p:tav tm="0">
                                              <p:val>
                                                <p:fltVal val="0"/>
                                              </p:val>
                                            </p:tav>
                                            <p:tav tm="100000">
                                              <p:val>
                                                <p:strVal val="#ppt_w"/>
                                              </p:val>
                                            </p:tav>
                                          </p:tavLst>
                                        </p:anim>
                                        <p:anim calcmode="lin" valueType="num">
                                          <p:cBhvr>
                                            <p:cTn id="56" dur="750" fill="hold"/>
                                            <p:tgtEl>
                                              <p:spTgt spid="34"/>
                                            </p:tgtEl>
                                            <p:attrNameLst>
                                              <p:attrName>ppt_h</p:attrName>
                                            </p:attrNameLst>
                                          </p:cBhvr>
                                          <p:tavLst>
                                            <p:tav tm="0">
                                              <p:val>
                                                <p:fltVal val="0"/>
                                              </p:val>
                                            </p:tav>
                                            <p:tav tm="100000">
                                              <p:val>
                                                <p:strVal val="#ppt_h"/>
                                              </p:val>
                                            </p:tav>
                                          </p:tavLst>
                                        </p:anim>
                                        <p:animEffect transition="in" filter="fade">
                                          <p:cBhvr>
                                            <p:cTn id="57" dur="750"/>
                                            <p:tgtEl>
                                              <p:spTgt spid="34"/>
                                            </p:tgtEl>
                                          </p:cBhvr>
                                        </p:animEffect>
                                      </p:childTnLst>
                                    </p:cTn>
                                  </p:par>
                                  <p:par>
                                    <p:cTn id="58" presetID="2" presetClass="entr" presetSubtype="4" fill="hold" grpId="0" nodeType="withEffect" p14:presetBounceEnd="67000">
                                      <p:stCondLst>
                                        <p:cond delay="500"/>
                                      </p:stCondLst>
                                      <p:childTnLst>
                                        <p:set>
                                          <p:cBhvr>
                                            <p:cTn id="59" dur="1" fill="hold">
                                              <p:stCondLst>
                                                <p:cond delay="0"/>
                                              </p:stCondLst>
                                            </p:cTn>
                                            <p:tgtEl>
                                              <p:spTgt spid="57"/>
                                            </p:tgtEl>
                                            <p:attrNameLst>
                                              <p:attrName>style.visibility</p:attrName>
                                            </p:attrNameLst>
                                          </p:cBhvr>
                                          <p:to>
                                            <p:strVal val="visible"/>
                                          </p:to>
                                        </p:set>
                                        <p:anim calcmode="lin" valueType="num" p14:bounceEnd="67000">
                                          <p:cBhvr additive="base">
                                            <p:cTn id="60" dur="1000" fill="hold"/>
                                            <p:tgtEl>
                                              <p:spTgt spid="57"/>
                                            </p:tgtEl>
                                            <p:attrNameLst>
                                              <p:attrName>ppt_x</p:attrName>
                                            </p:attrNameLst>
                                          </p:cBhvr>
                                          <p:tavLst>
                                            <p:tav tm="0">
                                              <p:val>
                                                <p:strVal val="#ppt_x"/>
                                              </p:val>
                                            </p:tav>
                                            <p:tav tm="100000">
                                              <p:val>
                                                <p:strVal val="#ppt_x"/>
                                              </p:val>
                                            </p:tav>
                                          </p:tavLst>
                                        </p:anim>
                                        <p:anim calcmode="lin" valueType="num" p14:bounceEnd="67000">
                                          <p:cBhvr additive="base">
                                            <p:cTn id="61" dur="1000" fill="hold"/>
                                            <p:tgtEl>
                                              <p:spTgt spid="57"/>
                                            </p:tgtEl>
                                            <p:attrNameLst>
                                              <p:attrName>ppt_y</p:attrName>
                                            </p:attrNameLst>
                                          </p:cBhvr>
                                          <p:tavLst>
                                            <p:tav tm="0">
                                              <p:val>
                                                <p:strVal val="1+#ppt_h/2"/>
                                              </p:val>
                                            </p:tav>
                                            <p:tav tm="100000">
                                              <p:val>
                                                <p:strVal val="#ppt_y"/>
                                              </p:val>
                                            </p:tav>
                                          </p:tavLst>
                                        </p:anim>
                                      </p:childTnLst>
                                    </p:cTn>
                                  </p:par>
                                  <p:par>
                                    <p:cTn id="62" presetID="2" presetClass="entr" presetSubtype="4" fill="hold" grpId="0" nodeType="withEffect" p14:presetBounceEnd="67000">
                                      <p:stCondLst>
                                        <p:cond delay="500"/>
                                      </p:stCondLst>
                                      <p:childTnLst>
                                        <p:set>
                                          <p:cBhvr>
                                            <p:cTn id="63" dur="1" fill="hold">
                                              <p:stCondLst>
                                                <p:cond delay="0"/>
                                              </p:stCondLst>
                                            </p:cTn>
                                            <p:tgtEl>
                                              <p:spTgt spid="52"/>
                                            </p:tgtEl>
                                            <p:attrNameLst>
                                              <p:attrName>style.visibility</p:attrName>
                                            </p:attrNameLst>
                                          </p:cBhvr>
                                          <p:to>
                                            <p:strVal val="visible"/>
                                          </p:to>
                                        </p:set>
                                        <p:anim calcmode="lin" valueType="num" p14:bounceEnd="67000">
                                          <p:cBhvr additive="base">
                                            <p:cTn id="64" dur="1000" fill="hold"/>
                                            <p:tgtEl>
                                              <p:spTgt spid="52"/>
                                            </p:tgtEl>
                                            <p:attrNameLst>
                                              <p:attrName>ppt_x</p:attrName>
                                            </p:attrNameLst>
                                          </p:cBhvr>
                                          <p:tavLst>
                                            <p:tav tm="0">
                                              <p:val>
                                                <p:strVal val="#ppt_x"/>
                                              </p:val>
                                            </p:tav>
                                            <p:tav tm="100000">
                                              <p:val>
                                                <p:strVal val="#ppt_x"/>
                                              </p:val>
                                            </p:tav>
                                          </p:tavLst>
                                        </p:anim>
                                        <p:anim calcmode="lin" valueType="num" p14:bounceEnd="67000">
                                          <p:cBhvr additive="base">
                                            <p:cTn id="65" dur="1000" fill="hold"/>
                                            <p:tgtEl>
                                              <p:spTgt spid="52"/>
                                            </p:tgtEl>
                                            <p:attrNameLst>
                                              <p:attrName>ppt_y</p:attrName>
                                            </p:attrNameLst>
                                          </p:cBhvr>
                                          <p:tavLst>
                                            <p:tav tm="0">
                                              <p:val>
                                                <p:strVal val="1+#ppt_h/2"/>
                                              </p:val>
                                            </p:tav>
                                            <p:tav tm="100000">
                                              <p:val>
                                                <p:strVal val="#ppt_y"/>
                                              </p:val>
                                            </p:tav>
                                          </p:tavLst>
                                        </p:anim>
                                      </p:childTnLst>
                                    </p:cTn>
                                  </p:par>
                                  <p:par>
                                    <p:cTn id="66" presetID="2" presetClass="entr" presetSubtype="1" fill="hold" grpId="0" nodeType="withEffect" p14:presetBounceEnd="67000">
                                      <p:stCondLst>
                                        <p:cond delay="750"/>
                                      </p:stCondLst>
                                      <p:childTnLst>
                                        <p:set>
                                          <p:cBhvr>
                                            <p:cTn id="67" dur="1" fill="hold">
                                              <p:stCondLst>
                                                <p:cond delay="0"/>
                                              </p:stCondLst>
                                            </p:cTn>
                                            <p:tgtEl>
                                              <p:spTgt spid="53"/>
                                            </p:tgtEl>
                                            <p:attrNameLst>
                                              <p:attrName>style.visibility</p:attrName>
                                            </p:attrNameLst>
                                          </p:cBhvr>
                                          <p:to>
                                            <p:strVal val="visible"/>
                                          </p:to>
                                        </p:set>
                                        <p:anim calcmode="lin" valueType="num" p14:bounceEnd="67000">
                                          <p:cBhvr additive="base">
                                            <p:cTn id="68" dur="1000" fill="hold"/>
                                            <p:tgtEl>
                                              <p:spTgt spid="53"/>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53"/>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14:presetBounceEnd="67000">
                                      <p:stCondLst>
                                        <p:cond delay="750"/>
                                      </p:stCondLst>
                                      <p:childTnLst>
                                        <p:set>
                                          <p:cBhvr>
                                            <p:cTn id="71" dur="1" fill="hold">
                                              <p:stCondLst>
                                                <p:cond delay="0"/>
                                              </p:stCondLst>
                                            </p:cTn>
                                            <p:tgtEl>
                                              <p:spTgt spid="60"/>
                                            </p:tgtEl>
                                            <p:attrNameLst>
                                              <p:attrName>style.visibility</p:attrName>
                                            </p:attrNameLst>
                                          </p:cBhvr>
                                          <p:to>
                                            <p:strVal val="visible"/>
                                          </p:to>
                                        </p:set>
                                        <p:anim calcmode="lin" valueType="num" p14:bounceEnd="67000">
                                          <p:cBhvr additive="base">
                                            <p:cTn id="72" dur="1000" fill="hold"/>
                                            <p:tgtEl>
                                              <p:spTgt spid="60"/>
                                            </p:tgtEl>
                                            <p:attrNameLst>
                                              <p:attrName>ppt_x</p:attrName>
                                            </p:attrNameLst>
                                          </p:cBhvr>
                                          <p:tavLst>
                                            <p:tav tm="0">
                                              <p:val>
                                                <p:strVal val="#ppt_x"/>
                                              </p:val>
                                            </p:tav>
                                            <p:tav tm="100000">
                                              <p:val>
                                                <p:strVal val="#ppt_x"/>
                                              </p:val>
                                            </p:tav>
                                          </p:tavLst>
                                        </p:anim>
                                        <p:anim calcmode="lin" valueType="num" p14:bounceEnd="67000">
                                          <p:cBhvr additive="base">
                                            <p:cTn id="73" dur="1000" fill="hold"/>
                                            <p:tgtEl>
                                              <p:spTgt spid="60"/>
                                            </p:tgtEl>
                                            <p:attrNameLst>
                                              <p:attrName>ppt_y</p:attrName>
                                            </p:attrNameLst>
                                          </p:cBhvr>
                                          <p:tavLst>
                                            <p:tav tm="0">
                                              <p:val>
                                                <p:strVal val="0-#ppt_h/2"/>
                                              </p:val>
                                            </p:tav>
                                            <p:tav tm="100000">
                                              <p:val>
                                                <p:strVal val="#ppt_y"/>
                                              </p:val>
                                            </p:tav>
                                          </p:tavLst>
                                        </p:anim>
                                      </p:childTnLst>
                                    </p:cTn>
                                  </p:par>
                                  <p:par>
                                    <p:cTn id="74" presetID="2" presetClass="entr" presetSubtype="4" fill="hold" grpId="0" nodeType="withEffect" p14:presetBounceEnd="67000">
                                      <p:stCondLst>
                                        <p:cond delay="1000"/>
                                      </p:stCondLst>
                                      <p:childTnLst>
                                        <p:set>
                                          <p:cBhvr>
                                            <p:cTn id="75" dur="1" fill="hold">
                                              <p:stCondLst>
                                                <p:cond delay="0"/>
                                              </p:stCondLst>
                                            </p:cTn>
                                            <p:tgtEl>
                                              <p:spTgt spid="55"/>
                                            </p:tgtEl>
                                            <p:attrNameLst>
                                              <p:attrName>style.visibility</p:attrName>
                                            </p:attrNameLst>
                                          </p:cBhvr>
                                          <p:to>
                                            <p:strVal val="visible"/>
                                          </p:to>
                                        </p:set>
                                        <p:anim calcmode="lin" valueType="num" p14:bounceEnd="67000">
                                          <p:cBhvr additive="base">
                                            <p:cTn id="76" dur="1000" fill="hold"/>
                                            <p:tgtEl>
                                              <p:spTgt spid="55"/>
                                            </p:tgtEl>
                                            <p:attrNameLst>
                                              <p:attrName>ppt_x</p:attrName>
                                            </p:attrNameLst>
                                          </p:cBhvr>
                                          <p:tavLst>
                                            <p:tav tm="0">
                                              <p:val>
                                                <p:strVal val="#ppt_x"/>
                                              </p:val>
                                            </p:tav>
                                            <p:tav tm="100000">
                                              <p:val>
                                                <p:strVal val="#ppt_x"/>
                                              </p:val>
                                            </p:tav>
                                          </p:tavLst>
                                        </p:anim>
                                        <p:anim calcmode="lin" valueType="num" p14:bounceEnd="67000">
                                          <p:cBhvr additive="base">
                                            <p:cTn id="77" dur="1000" fill="hold"/>
                                            <p:tgtEl>
                                              <p:spTgt spid="55"/>
                                            </p:tgtEl>
                                            <p:attrNameLst>
                                              <p:attrName>ppt_y</p:attrName>
                                            </p:attrNameLst>
                                          </p:cBhvr>
                                          <p:tavLst>
                                            <p:tav tm="0">
                                              <p:val>
                                                <p:strVal val="1+#ppt_h/2"/>
                                              </p:val>
                                            </p:tav>
                                            <p:tav tm="100000">
                                              <p:val>
                                                <p:strVal val="#ppt_y"/>
                                              </p:val>
                                            </p:tav>
                                          </p:tavLst>
                                        </p:anim>
                                      </p:childTnLst>
                                    </p:cTn>
                                  </p:par>
                                  <p:par>
                                    <p:cTn id="78" presetID="2" presetClass="entr" presetSubtype="4" fill="hold" grpId="0" nodeType="withEffect" p14:presetBounceEnd="67000">
                                      <p:stCondLst>
                                        <p:cond delay="1000"/>
                                      </p:stCondLst>
                                      <p:childTnLst>
                                        <p:set>
                                          <p:cBhvr>
                                            <p:cTn id="79" dur="1" fill="hold">
                                              <p:stCondLst>
                                                <p:cond delay="0"/>
                                              </p:stCondLst>
                                            </p:cTn>
                                            <p:tgtEl>
                                              <p:spTgt spid="58"/>
                                            </p:tgtEl>
                                            <p:attrNameLst>
                                              <p:attrName>style.visibility</p:attrName>
                                            </p:attrNameLst>
                                          </p:cBhvr>
                                          <p:to>
                                            <p:strVal val="visible"/>
                                          </p:to>
                                        </p:set>
                                        <p:anim calcmode="lin" valueType="num" p14:bounceEnd="67000">
                                          <p:cBhvr additive="base">
                                            <p:cTn id="80" dur="1000" fill="hold"/>
                                            <p:tgtEl>
                                              <p:spTgt spid="58"/>
                                            </p:tgtEl>
                                            <p:attrNameLst>
                                              <p:attrName>ppt_x</p:attrName>
                                            </p:attrNameLst>
                                          </p:cBhvr>
                                          <p:tavLst>
                                            <p:tav tm="0">
                                              <p:val>
                                                <p:strVal val="#ppt_x"/>
                                              </p:val>
                                            </p:tav>
                                            <p:tav tm="100000">
                                              <p:val>
                                                <p:strVal val="#ppt_x"/>
                                              </p:val>
                                            </p:tav>
                                          </p:tavLst>
                                        </p:anim>
                                        <p:anim calcmode="lin" valueType="num" p14:bounceEnd="67000">
                                          <p:cBhvr additive="base">
                                            <p:cTn id="81" dur="1000" fill="hold"/>
                                            <p:tgtEl>
                                              <p:spTgt spid="58"/>
                                            </p:tgtEl>
                                            <p:attrNameLst>
                                              <p:attrName>ppt_y</p:attrName>
                                            </p:attrNameLst>
                                          </p:cBhvr>
                                          <p:tavLst>
                                            <p:tav tm="0">
                                              <p:val>
                                                <p:strVal val="1+#ppt_h/2"/>
                                              </p:val>
                                            </p:tav>
                                            <p:tav tm="100000">
                                              <p:val>
                                                <p:strVal val="#ppt_y"/>
                                              </p:val>
                                            </p:tav>
                                          </p:tavLst>
                                        </p:anim>
                                      </p:childTnLst>
                                    </p:cTn>
                                  </p:par>
                                  <p:par>
                                    <p:cTn id="82" presetID="2" presetClass="entr" presetSubtype="1" fill="hold" grpId="0" nodeType="withEffect" p14:presetBounceEnd="67000">
                                      <p:stCondLst>
                                        <p:cond delay="1250"/>
                                      </p:stCondLst>
                                      <p:childTnLst>
                                        <p:set>
                                          <p:cBhvr>
                                            <p:cTn id="83" dur="1" fill="hold">
                                              <p:stCondLst>
                                                <p:cond delay="0"/>
                                              </p:stCondLst>
                                            </p:cTn>
                                            <p:tgtEl>
                                              <p:spTgt spid="54"/>
                                            </p:tgtEl>
                                            <p:attrNameLst>
                                              <p:attrName>style.visibility</p:attrName>
                                            </p:attrNameLst>
                                          </p:cBhvr>
                                          <p:to>
                                            <p:strVal val="visible"/>
                                          </p:to>
                                        </p:set>
                                        <p:anim calcmode="lin" valueType="num" p14:bounceEnd="67000">
                                          <p:cBhvr additive="base">
                                            <p:cTn id="84" dur="1000" fill="hold"/>
                                            <p:tgtEl>
                                              <p:spTgt spid="54"/>
                                            </p:tgtEl>
                                            <p:attrNameLst>
                                              <p:attrName>ppt_x</p:attrName>
                                            </p:attrNameLst>
                                          </p:cBhvr>
                                          <p:tavLst>
                                            <p:tav tm="0">
                                              <p:val>
                                                <p:strVal val="#ppt_x"/>
                                              </p:val>
                                            </p:tav>
                                            <p:tav tm="100000">
                                              <p:val>
                                                <p:strVal val="#ppt_x"/>
                                              </p:val>
                                            </p:tav>
                                          </p:tavLst>
                                        </p:anim>
                                        <p:anim calcmode="lin" valueType="num" p14:bounceEnd="67000">
                                          <p:cBhvr additive="base">
                                            <p:cTn id="85" dur="1000" fill="hold"/>
                                            <p:tgtEl>
                                              <p:spTgt spid="54"/>
                                            </p:tgtEl>
                                            <p:attrNameLst>
                                              <p:attrName>ppt_y</p:attrName>
                                            </p:attrNameLst>
                                          </p:cBhvr>
                                          <p:tavLst>
                                            <p:tav tm="0">
                                              <p:val>
                                                <p:strVal val="0-#ppt_h/2"/>
                                              </p:val>
                                            </p:tav>
                                            <p:tav tm="100000">
                                              <p:val>
                                                <p:strVal val="#ppt_y"/>
                                              </p:val>
                                            </p:tav>
                                          </p:tavLst>
                                        </p:anim>
                                      </p:childTnLst>
                                    </p:cTn>
                                  </p:par>
                                  <p:par>
                                    <p:cTn id="86" presetID="2" presetClass="entr" presetSubtype="1" fill="hold" grpId="0" nodeType="withEffect" p14:presetBounceEnd="67000">
                                      <p:stCondLst>
                                        <p:cond delay="1250"/>
                                      </p:stCondLst>
                                      <p:childTnLst>
                                        <p:set>
                                          <p:cBhvr>
                                            <p:cTn id="87" dur="1" fill="hold">
                                              <p:stCondLst>
                                                <p:cond delay="0"/>
                                              </p:stCondLst>
                                            </p:cTn>
                                            <p:tgtEl>
                                              <p:spTgt spid="61"/>
                                            </p:tgtEl>
                                            <p:attrNameLst>
                                              <p:attrName>style.visibility</p:attrName>
                                            </p:attrNameLst>
                                          </p:cBhvr>
                                          <p:to>
                                            <p:strVal val="visible"/>
                                          </p:to>
                                        </p:set>
                                        <p:anim calcmode="lin" valueType="num" p14:bounceEnd="67000">
                                          <p:cBhvr additive="base">
                                            <p:cTn id="88" dur="1000" fill="hold"/>
                                            <p:tgtEl>
                                              <p:spTgt spid="61"/>
                                            </p:tgtEl>
                                            <p:attrNameLst>
                                              <p:attrName>ppt_x</p:attrName>
                                            </p:attrNameLst>
                                          </p:cBhvr>
                                          <p:tavLst>
                                            <p:tav tm="0">
                                              <p:val>
                                                <p:strVal val="#ppt_x"/>
                                              </p:val>
                                            </p:tav>
                                            <p:tav tm="100000">
                                              <p:val>
                                                <p:strVal val="#ppt_x"/>
                                              </p:val>
                                            </p:tav>
                                          </p:tavLst>
                                        </p:anim>
                                        <p:anim calcmode="lin" valueType="num" p14:bounceEnd="67000">
                                          <p:cBhvr additive="base">
                                            <p:cTn id="89" dur="1000" fill="hold"/>
                                            <p:tgtEl>
                                              <p:spTgt spid="61"/>
                                            </p:tgtEl>
                                            <p:attrNameLst>
                                              <p:attrName>ppt_y</p:attrName>
                                            </p:attrNameLst>
                                          </p:cBhvr>
                                          <p:tavLst>
                                            <p:tav tm="0">
                                              <p:val>
                                                <p:strVal val="0-#ppt_h/2"/>
                                              </p:val>
                                            </p:tav>
                                            <p:tav tm="100000">
                                              <p:val>
                                                <p:strVal val="#ppt_y"/>
                                              </p:val>
                                            </p:tav>
                                          </p:tavLst>
                                        </p:anim>
                                      </p:childTnLst>
                                    </p:cTn>
                                  </p:par>
                                  <p:par>
                                    <p:cTn id="90" presetID="2" presetClass="entr" presetSubtype="4" fill="hold" grpId="0" nodeType="withEffect" p14:presetBounceEnd="67000">
                                      <p:stCondLst>
                                        <p:cond delay="1500"/>
                                      </p:stCondLst>
                                      <p:childTnLst>
                                        <p:set>
                                          <p:cBhvr>
                                            <p:cTn id="91" dur="1" fill="hold">
                                              <p:stCondLst>
                                                <p:cond delay="0"/>
                                              </p:stCondLst>
                                            </p:cTn>
                                            <p:tgtEl>
                                              <p:spTgt spid="56"/>
                                            </p:tgtEl>
                                            <p:attrNameLst>
                                              <p:attrName>style.visibility</p:attrName>
                                            </p:attrNameLst>
                                          </p:cBhvr>
                                          <p:to>
                                            <p:strVal val="visible"/>
                                          </p:to>
                                        </p:set>
                                        <p:anim calcmode="lin" valueType="num" p14:bounceEnd="67000">
                                          <p:cBhvr additive="base">
                                            <p:cTn id="92" dur="1000" fill="hold"/>
                                            <p:tgtEl>
                                              <p:spTgt spid="56"/>
                                            </p:tgtEl>
                                            <p:attrNameLst>
                                              <p:attrName>ppt_x</p:attrName>
                                            </p:attrNameLst>
                                          </p:cBhvr>
                                          <p:tavLst>
                                            <p:tav tm="0">
                                              <p:val>
                                                <p:strVal val="#ppt_x"/>
                                              </p:val>
                                            </p:tav>
                                            <p:tav tm="100000">
                                              <p:val>
                                                <p:strVal val="#ppt_x"/>
                                              </p:val>
                                            </p:tav>
                                          </p:tavLst>
                                        </p:anim>
                                        <p:anim calcmode="lin" valueType="num" p14:bounceEnd="67000">
                                          <p:cBhvr additive="base">
                                            <p:cTn id="93" dur="1000" fill="hold"/>
                                            <p:tgtEl>
                                              <p:spTgt spid="56"/>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14:presetBounceEnd="67000">
                                      <p:stCondLst>
                                        <p:cond delay="1500"/>
                                      </p:stCondLst>
                                      <p:childTnLst>
                                        <p:set>
                                          <p:cBhvr>
                                            <p:cTn id="95" dur="1" fill="hold">
                                              <p:stCondLst>
                                                <p:cond delay="0"/>
                                              </p:stCondLst>
                                            </p:cTn>
                                            <p:tgtEl>
                                              <p:spTgt spid="59"/>
                                            </p:tgtEl>
                                            <p:attrNameLst>
                                              <p:attrName>style.visibility</p:attrName>
                                            </p:attrNameLst>
                                          </p:cBhvr>
                                          <p:to>
                                            <p:strVal val="visible"/>
                                          </p:to>
                                        </p:set>
                                        <p:anim calcmode="lin" valueType="num" p14:bounceEnd="67000">
                                          <p:cBhvr additive="base">
                                            <p:cTn id="96" dur="1000" fill="hold"/>
                                            <p:tgtEl>
                                              <p:spTgt spid="59"/>
                                            </p:tgtEl>
                                            <p:attrNameLst>
                                              <p:attrName>ppt_x</p:attrName>
                                            </p:attrNameLst>
                                          </p:cBhvr>
                                          <p:tavLst>
                                            <p:tav tm="0">
                                              <p:val>
                                                <p:strVal val="#ppt_x"/>
                                              </p:val>
                                            </p:tav>
                                            <p:tav tm="100000">
                                              <p:val>
                                                <p:strVal val="#ppt_x"/>
                                              </p:val>
                                            </p:tav>
                                          </p:tavLst>
                                        </p:anim>
                                        <p:anim calcmode="lin" valueType="num" p14:bounceEnd="67000">
                                          <p:cBhvr additive="base">
                                            <p:cTn id="97" dur="10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52" grpId="0"/>
          <p:bldP spid="53" grpId="0"/>
          <p:bldP spid="54" grpId="0"/>
          <p:bldP spid="55" grpId="0"/>
          <p:bldP spid="56" grpId="0"/>
          <p:bldP spid="57" grpId="0"/>
          <p:bldP spid="58" grpId="0"/>
          <p:bldP spid="59" grpId="0"/>
          <p:bldP spid="60" grpId="0"/>
          <p:bldP spid="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1750"/>
                                            <p:tgtEl>
                                              <p:spTgt spid="21"/>
                                            </p:tgtEl>
                                          </p:cBhvr>
                                        </p:animEffect>
                                      </p:childTnLst>
                                    </p:cTn>
                                  </p:par>
                                  <p:par>
                                    <p:cTn id="8" presetID="53" presetClass="entr" presetSubtype="16"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 calcmode="lin" valueType="num">
                                          <p:cBhvr>
                                            <p:cTn id="10" dur="750" fill="hold"/>
                                            <p:tgtEl>
                                              <p:spTgt spid="11"/>
                                            </p:tgtEl>
                                            <p:attrNameLst>
                                              <p:attrName>ppt_w</p:attrName>
                                            </p:attrNameLst>
                                          </p:cBhvr>
                                          <p:tavLst>
                                            <p:tav tm="0">
                                              <p:val>
                                                <p:fltVal val="0"/>
                                              </p:val>
                                            </p:tav>
                                            <p:tav tm="100000">
                                              <p:val>
                                                <p:strVal val="#ppt_w"/>
                                              </p:val>
                                            </p:tav>
                                          </p:tavLst>
                                        </p:anim>
                                        <p:anim calcmode="lin" valueType="num">
                                          <p:cBhvr>
                                            <p:cTn id="11" dur="750" fill="hold"/>
                                            <p:tgtEl>
                                              <p:spTgt spid="11"/>
                                            </p:tgtEl>
                                            <p:attrNameLst>
                                              <p:attrName>ppt_h</p:attrName>
                                            </p:attrNameLst>
                                          </p:cBhvr>
                                          <p:tavLst>
                                            <p:tav tm="0">
                                              <p:val>
                                                <p:fltVal val="0"/>
                                              </p:val>
                                            </p:tav>
                                            <p:tav tm="100000">
                                              <p:val>
                                                <p:strVal val="#ppt_h"/>
                                              </p:val>
                                            </p:tav>
                                          </p:tavLst>
                                        </p:anim>
                                        <p:animEffect transition="in" filter="fade">
                                          <p:cBhvr>
                                            <p:cTn id="12" dur="750"/>
                                            <p:tgtEl>
                                              <p:spTgt spid="11"/>
                                            </p:tgtEl>
                                          </p:cBhvr>
                                        </p:animEffect>
                                      </p:childTnLst>
                                    </p:cTn>
                                  </p:par>
                                  <p:par>
                                    <p:cTn id="13" presetID="53" presetClass="entr" presetSubtype="16" fill="hold" grpId="0" nodeType="withEffect">
                                      <p:stCondLst>
                                        <p:cond delay="250"/>
                                      </p:stCondLst>
                                      <p:childTnLst>
                                        <p:set>
                                          <p:cBhvr>
                                            <p:cTn id="14" dur="1" fill="hold">
                                              <p:stCondLst>
                                                <p:cond delay="0"/>
                                              </p:stCondLst>
                                            </p:cTn>
                                            <p:tgtEl>
                                              <p:spTgt spid="10"/>
                                            </p:tgtEl>
                                            <p:attrNameLst>
                                              <p:attrName>style.visibility</p:attrName>
                                            </p:attrNameLst>
                                          </p:cBhvr>
                                          <p:to>
                                            <p:strVal val="visible"/>
                                          </p:to>
                                        </p:set>
                                        <p:anim calcmode="lin" valueType="num">
                                          <p:cBhvr>
                                            <p:cTn id="15" dur="750" fill="hold"/>
                                            <p:tgtEl>
                                              <p:spTgt spid="10"/>
                                            </p:tgtEl>
                                            <p:attrNameLst>
                                              <p:attrName>ppt_w</p:attrName>
                                            </p:attrNameLst>
                                          </p:cBhvr>
                                          <p:tavLst>
                                            <p:tav tm="0">
                                              <p:val>
                                                <p:fltVal val="0"/>
                                              </p:val>
                                            </p:tav>
                                            <p:tav tm="100000">
                                              <p:val>
                                                <p:strVal val="#ppt_w"/>
                                              </p:val>
                                            </p:tav>
                                          </p:tavLst>
                                        </p:anim>
                                        <p:anim calcmode="lin" valueType="num">
                                          <p:cBhvr>
                                            <p:cTn id="16" dur="750" fill="hold"/>
                                            <p:tgtEl>
                                              <p:spTgt spid="10"/>
                                            </p:tgtEl>
                                            <p:attrNameLst>
                                              <p:attrName>ppt_h</p:attrName>
                                            </p:attrNameLst>
                                          </p:cBhvr>
                                          <p:tavLst>
                                            <p:tav tm="0">
                                              <p:val>
                                                <p:fltVal val="0"/>
                                              </p:val>
                                            </p:tav>
                                            <p:tav tm="100000">
                                              <p:val>
                                                <p:strVal val="#ppt_h"/>
                                              </p:val>
                                            </p:tav>
                                          </p:tavLst>
                                        </p:anim>
                                        <p:animEffect transition="in" filter="fade">
                                          <p:cBhvr>
                                            <p:cTn id="17" dur="750"/>
                                            <p:tgtEl>
                                              <p:spTgt spid="10"/>
                                            </p:tgtEl>
                                          </p:cBhvr>
                                        </p:animEffect>
                                      </p:childTnLst>
                                    </p:cTn>
                                  </p:par>
                                  <p:par>
                                    <p:cTn id="18" presetID="53" presetClass="entr" presetSubtype="16"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 calcmode="lin" valueType="num">
                                          <p:cBhvr>
                                            <p:cTn id="20" dur="750" fill="hold"/>
                                            <p:tgtEl>
                                              <p:spTgt spid="9"/>
                                            </p:tgtEl>
                                            <p:attrNameLst>
                                              <p:attrName>ppt_w</p:attrName>
                                            </p:attrNameLst>
                                          </p:cBhvr>
                                          <p:tavLst>
                                            <p:tav tm="0">
                                              <p:val>
                                                <p:fltVal val="0"/>
                                              </p:val>
                                            </p:tav>
                                            <p:tav tm="100000">
                                              <p:val>
                                                <p:strVal val="#ppt_w"/>
                                              </p:val>
                                            </p:tav>
                                          </p:tavLst>
                                        </p:anim>
                                        <p:anim calcmode="lin" valueType="num">
                                          <p:cBhvr>
                                            <p:cTn id="21" dur="750" fill="hold"/>
                                            <p:tgtEl>
                                              <p:spTgt spid="9"/>
                                            </p:tgtEl>
                                            <p:attrNameLst>
                                              <p:attrName>ppt_h</p:attrName>
                                            </p:attrNameLst>
                                          </p:cBhvr>
                                          <p:tavLst>
                                            <p:tav tm="0">
                                              <p:val>
                                                <p:fltVal val="0"/>
                                              </p:val>
                                            </p:tav>
                                            <p:tav tm="100000">
                                              <p:val>
                                                <p:strVal val="#ppt_h"/>
                                              </p:val>
                                            </p:tav>
                                          </p:tavLst>
                                        </p:anim>
                                        <p:animEffect transition="in" filter="fade">
                                          <p:cBhvr>
                                            <p:cTn id="22" dur="750"/>
                                            <p:tgtEl>
                                              <p:spTgt spid="9"/>
                                            </p:tgtEl>
                                          </p:cBhvr>
                                        </p:animEffect>
                                      </p:childTnLst>
                                    </p:cTn>
                                  </p:par>
                                  <p:par>
                                    <p:cTn id="23" presetID="53" presetClass="entr" presetSubtype="16" fill="hold" grpId="0" nodeType="withEffect">
                                      <p:stCondLst>
                                        <p:cond delay="750"/>
                                      </p:stCondLst>
                                      <p:childTnLst>
                                        <p:set>
                                          <p:cBhvr>
                                            <p:cTn id="24" dur="1" fill="hold">
                                              <p:stCondLst>
                                                <p:cond delay="0"/>
                                              </p:stCondLst>
                                            </p:cTn>
                                            <p:tgtEl>
                                              <p:spTgt spid="8"/>
                                            </p:tgtEl>
                                            <p:attrNameLst>
                                              <p:attrName>style.visibility</p:attrName>
                                            </p:attrNameLst>
                                          </p:cBhvr>
                                          <p:to>
                                            <p:strVal val="visible"/>
                                          </p:to>
                                        </p:set>
                                        <p:anim calcmode="lin" valueType="num">
                                          <p:cBhvr>
                                            <p:cTn id="25" dur="750" fill="hold"/>
                                            <p:tgtEl>
                                              <p:spTgt spid="8"/>
                                            </p:tgtEl>
                                            <p:attrNameLst>
                                              <p:attrName>ppt_w</p:attrName>
                                            </p:attrNameLst>
                                          </p:cBhvr>
                                          <p:tavLst>
                                            <p:tav tm="0">
                                              <p:val>
                                                <p:fltVal val="0"/>
                                              </p:val>
                                            </p:tav>
                                            <p:tav tm="100000">
                                              <p:val>
                                                <p:strVal val="#ppt_w"/>
                                              </p:val>
                                            </p:tav>
                                          </p:tavLst>
                                        </p:anim>
                                        <p:anim calcmode="lin" valueType="num">
                                          <p:cBhvr>
                                            <p:cTn id="26" dur="750" fill="hold"/>
                                            <p:tgtEl>
                                              <p:spTgt spid="8"/>
                                            </p:tgtEl>
                                            <p:attrNameLst>
                                              <p:attrName>ppt_h</p:attrName>
                                            </p:attrNameLst>
                                          </p:cBhvr>
                                          <p:tavLst>
                                            <p:tav tm="0">
                                              <p:val>
                                                <p:fltVal val="0"/>
                                              </p:val>
                                            </p:tav>
                                            <p:tav tm="100000">
                                              <p:val>
                                                <p:strVal val="#ppt_h"/>
                                              </p:val>
                                            </p:tav>
                                          </p:tavLst>
                                        </p:anim>
                                        <p:animEffect transition="in" filter="fade">
                                          <p:cBhvr>
                                            <p:cTn id="27" dur="750"/>
                                            <p:tgtEl>
                                              <p:spTgt spid="8"/>
                                            </p:tgtEl>
                                          </p:cBhvr>
                                        </p:animEffect>
                                      </p:childTnLst>
                                    </p:cTn>
                                  </p:par>
                                  <p:par>
                                    <p:cTn id="28" presetID="53" presetClass="entr" presetSubtype="16" fill="hold" grpId="0" nodeType="withEffect">
                                      <p:stCondLst>
                                        <p:cond delay="1000"/>
                                      </p:stCondLst>
                                      <p:childTnLst>
                                        <p:set>
                                          <p:cBhvr>
                                            <p:cTn id="29" dur="1" fill="hold">
                                              <p:stCondLst>
                                                <p:cond delay="0"/>
                                              </p:stCondLst>
                                            </p:cTn>
                                            <p:tgtEl>
                                              <p:spTgt spid="7"/>
                                            </p:tgtEl>
                                            <p:attrNameLst>
                                              <p:attrName>style.visibility</p:attrName>
                                            </p:attrNameLst>
                                          </p:cBhvr>
                                          <p:to>
                                            <p:strVal val="visible"/>
                                          </p:to>
                                        </p:set>
                                        <p:anim calcmode="lin" valueType="num">
                                          <p:cBhvr>
                                            <p:cTn id="30" dur="750" fill="hold"/>
                                            <p:tgtEl>
                                              <p:spTgt spid="7"/>
                                            </p:tgtEl>
                                            <p:attrNameLst>
                                              <p:attrName>ppt_w</p:attrName>
                                            </p:attrNameLst>
                                          </p:cBhvr>
                                          <p:tavLst>
                                            <p:tav tm="0">
                                              <p:val>
                                                <p:fltVal val="0"/>
                                              </p:val>
                                            </p:tav>
                                            <p:tav tm="100000">
                                              <p:val>
                                                <p:strVal val="#ppt_w"/>
                                              </p:val>
                                            </p:tav>
                                          </p:tavLst>
                                        </p:anim>
                                        <p:anim calcmode="lin" valueType="num">
                                          <p:cBhvr>
                                            <p:cTn id="31" dur="750" fill="hold"/>
                                            <p:tgtEl>
                                              <p:spTgt spid="7"/>
                                            </p:tgtEl>
                                            <p:attrNameLst>
                                              <p:attrName>ppt_h</p:attrName>
                                            </p:attrNameLst>
                                          </p:cBhvr>
                                          <p:tavLst>
                                            <p:tav tm="0">
                                              <p:val>
                                                <p:fltVal val="0"/>
                                              </p:val>
                                            </p:tav>
                                            <p:tav tm="100000">
                                              <p:val>
                                                <p:strVal val="#ppt_h"/>
                                              </p:val>
                                            </p:tav>
                                          </p:tavLst>
                                        </p:anim>
                                        <p:animEffect transition="in" filter="fade">
                                          <p:cBhvr>
                                            <p:cTn id="32" dur="750"/>
                                            <p:tgtEl>
                                              <p:spTgt spid="7"/>
                                            </p:tgtEl>
                                          </p:cBhvr>
                                        </p:animEffect>
                                      </p:childTnLst>
                                    </p:cTn>
                                  </p:par>
                                  <p:par>
                                    <p:cTn id="33" presetID="53" presetClass="entr" presetSubtype="16" fill="hold" nodeType="withEffect">
                                      <p:stCondLst>
                                        <p:cond delay="250"/>
                                      </p:stCondLst>
                                      <p:childTnLst>
                                        <p:set>
                                          <p:cBhvr>
                                            <p:cTn id="34" dur="1" fill="hold">
                                              <p:stCondLst>
                                                <p:cond delay="0"/>
                                              </p:stCondLst>
                                            </p:cTn>
                                            <p:tgtEl>
                                              <p:spTgt spid="25"/>
                                            </p:tgtEl>
                                            <p:attrNameLst>
                                              <p:attrName>style.visibility</p:attrName>
                                            </p:attrNameLst>
                                          </p:cBhvr>
                                          <p:to>
                                            <p:strVal val="visible"/>
                                          </p:to>
                                        </p:set>
                                        <p:anim calcmode="lin" valueType="num">
                                          <p:cBhvr>
                                            <p:cTn id="35" dur="750" fill="hold"/>
                                            <p:tgtEl>
                                              <p:spTgt spid="25"/>
                                            </p:tgtEl>
                                            <p:attrNameLst>
                                              <p:attrName>ppt_w</p:attrName>
                                            </p:attrNameLst>
                                          </p:cBhvr>
                                          <p:tavLst>
                                            <p:tav tm="0">
                                              <p:val>
                                                <p:fltVal val="0"/>
                                              </p:val>
                                            </p:tav>
                                            <p:tav tm="100000">
                                              <p:val>
                                                <p:strVal val="#ppt_w"/>
                                              </p:val>
                                            </p:tav>
                                          </p:tavLst>
                                        </p:anim>
                                        <p:anim calcmode="lin" valueType="num">
                                          <p:cBhvr>
                                            <p:cTn id="36" dur="750" fill="hold"/>
                                            <p:tgtEl>
                                              <p:spTgt spid="25"/>
                                            </p:tgtEl>
                                            <p:attrNameLst>
                                              <p:attrName>ppt_h</p:attrName>
                                            </p:attrNameLst>
                                          </p:cBhvr>
                                          <p:tavLst>
                                            <p:tav tm="0">
                                              <p:val>
                                                <p:fltVal val="0"/>
                                              </p:val>
                                            </p:tav>
                                            <p:tav tm="100000">
                                              <p:val>
                                                <p:strVal val="#ppt_h"/>
                                              </p:val>
                                            </p:tav>
                                          </p:tavLst>
                                        </p:anim>
                                        <p:animEffect transition="in" filter="fade">
                                          <p:cBhvr>
                                            <p:cTn id="37" dur="750"/>
                                            <p:tgtEl>
                                              <p:spTgt spid="25"/>
                                            </p:tgtEl>
                                          </p:cBhvr>
                                        </p:animEffect>
                                      </p:childTnLst>
                                    </p:cTn>
                                  </p:par>
                                  <p:par>
                                    <p:cTn id="38" presetID="53" presetClass="entr" presetSubtype="16" fill="hold" nodeType="withEffect">
                                      <p:stCondLst>
                                        <p:cond delay="500"/>
                                      </p:stCondLst>
                                      <p:childTnLst>
                                        <p:set>
                                          <p:cBhvr>
                                            <p:cTn id="39" dur="1" fill="hold">
                                              <p:stCondLst>
                                                <p:cond delay="0"/>
                                              </p:stCondLst>
                                            </p:cTn>
                                            <p:tgtEl>
                                              <p:spTgt spid="28"/>
                                            </p:tgtEl>
                                            <p:attrNameLst>
                                              <p:attrName>style.visibility</p:attrName>
                                            </p:attrNameLst>
                                          </p:cBhvr>
                                          <p:to>
                                            <p:strVal val="visible"/>
                                          </p:to>
                                        </p:set>
                                        <p:anim calcmode="lin" valueType="num">
                                          <p:cBhvr>
                                            <p:cTn id="40" dur="750" fill="hold"/>
                                            <p:tgtEl>
                                              <p:spTgt spid="28"/>
                                            </p:tgtEl>
                                            <p:attrNameLst>
                                              <p:attrName>ppt_w</p:attrName>
                                            </p:attrNameLst>
                                          </p:cBhvr>
                                          <p:tavLst>
                                            <p:tav tm="0">
                                              <p:val>
                                                <p:fltVal val="0"/>
                                              </p:val>
                                            </p:tav>
                                            <p:tav tm="100000">
                                              <p:val>
                                                <p:strVal val="#ppt_w"/>
                                              </p:val>
                                            </p:tav>
                                          </p:tavLst>
                                        </p:anim>
                                        <p:anim calcmode="lin" valueType="num">
                                          <p:cBhvr>
                                            <p:cTn id="41" dur="750" fill="hold"/>
                                            <p:tgtEl>
                                              <p:spTgt spid="28"/>
                                            </p:tgtEl>
                                            <p:attrNameLst>
                                              <p:attrName>ppt_h</p:attrName>
                                            </p:attrNameLst>
                                          </p:cBhvr>
                                          <p:tavLst>
                                            <p:tav tm="0">
                                              <p:val>
                                                <p:fltVal val="0"/>
                                              </p:val>
                                            </p:tav>
                                            <p:tav tm="100000">
                                              <p:val>
                                                <p:strVal val="#ppt_h"/>
                                              </p:val>
                                            </p:tav>
                                          </p:tavLst>
                                        </p:anim>
                                        <p:animEffect transition="in" filter="fade">
                                          <p:cBhvr>
                                            <p:cTn id="42" dur="750"/>
                                            <p:tgtEl>
                                              <p:spTgt spid="28"/>
                                            </p:tgtEl>
                                          </p:cBhvr>
                                        </p:animEffect>
                                      </p:childTnLst>
                                    </p:cTn>
                                  </p:par>
                                  <p:par>
                                    <p:cTn id="43" presetID="53" presetClass="entr" presetSubtype="16" fill="hold" nodeType="withEffect">
                                      <p:stCondLst>
                                        <p:cond delay="750"/>
                                      </p:stCondLst>
                                      <p:childTnLst>
                                        <p:set>
                                          <p:cBhvr>
                                            <p:cTn id="44" dur="1" fill="hold">
                                              <p:stCondLst>
                                                <p:cond delay="0"/>
                                              </p:stCondLst>
                                            </p:cTn>
                                            <p:tgtEl>
                                              <p:spTgt spid="22"/>
                                            </p:tgtEl>
                                            <p:attrNameLst>
                                              <p:attrName>style.visibility</p:attrName>
                                            </p:attrNameLst>
                                          </p:cBhvr>
                                          <p:to>
                                            <p:strVal val="visible"/>
                                          </p:to>
                                        </p:set>
                                        <p:anim calcmode="lin" valueType="num">
                                          <p:cBhvr>
                                            <p:cTn id="45" dur="750" fill="hold"/>
                                            <p:tgtEl>
                                              <p:spTgt spid="22"/>
                                            </p:tgtEl>
                                            <p:attrNameLst>
                                              <p:attrName>ppt_w</p:attrName>
                                            </p:attrNameLst>
                                          </p:cBhvr>
                                          <p:tavLst>
                                            <p:tav tm="0">
                                              <p:val>
                                                <p:fltVal val="0"/>
                                              </p:val>
                                            </p:tav>
                                            <p:tav tm="100000">
                                              <p:val>
                                                <p:strVal val="#ppt_w"/>
                                              </p:val>
                                            </p:tav>
                                          </p:tavLst>
                                        </p:anim>
                                        <p:anim calcmode="lin" valueType="num">
                                          <p:cBhvr>
                                            <p:cTn id="46" dur="750" fill="hold"/>
                                            <p:tgtEl>
                                              <p:spTgt spid="22"/>
                                            </p:tgtEl>
                                            <p:attrNameLst>
                                              <p:attrName>ppt_h</p:attrName>
                                            </p:attrNameLst>
                                          </p:cBhvr>
                                          <p:tavLst>
                                            <p:tav tm="0">
                                              <p:val>
                                                <p:fltVal val="0"/>
                                              </p:val>
                                            </p:tav>
                                            <p:tav tm="100000">
                                              <p:val>
                                                <p:strVal val="#ppt_h"/>
                                              </p:val>
                                            </p:tav>
                                          </p:tavLst>
                                        </p:anim>
                                        <p:animEffect transition="in" filter="fade">
                                          <p:cBhvr>
                                            <p:cTn id="47" dur="750"/>
                                            <p:tgtEl>
                                              <p:spTgt spid="22"/>
                                            </p:tgtEl>
                                          </p:cBhvr>
                                        </p:animEffect>
                                      </p:childTnLst>
                                    </p:cTn>
                                  </p:par>
                                  <p:par>
                                    <p:cTn id="48" presetID="53" presetClass="entr" presetSubtype="16" fill="hold" nodeType="withEffect">
                                      <p:stCondLst>
                                        <p:cond delay="1000"/>
                                      </p:stCondLst>
                                      <p:childTnLst>
                                        <p:set>
                                          <p:cBhvr>
                                            <p:cTn id="49" dur="1" fill="hold">
                                              <p:stCondLst>
                                                <p:cond delay="0"/>
                                              </p:stCondLst>
                                            </p:cTn>
                                            <p:tgtEl>
                                              <p:spTgt spid="31"/>
                                            </p:tgtEl>
                                            <p:attrNameLst>
                                              <p:attrName>style.visibility</p:attrName>
                                            </p:attrNameLst>
                                          </p:cBhvr>
                                          <p:to>
                                            <p:strVal val="visible"/>
                                          </p:to>
                                        </p:set>
                                        <p:anim calcmode="lin" valueType="num">
                                          <p:cBhvr>
                                            <p:cTn id="50" dur="750" fill="hold"/>
                                            <p:tgtEl>
                                              <p:spTgt spid="31"/>
                                            </p:tgtEl>
                                            <p:attrNameLst>
                                              <p:attrName>ppt_w</p:attrName>
                                            </p:attrNameLst>
                                          </p:cBhvr>
                                          <p:tavLst>
                                            <p:tav tm="0">
                                              <p:val>
                                                <p:fltVal val="0"/>
                                              </p:val>
                                            </p:tav>
                                            <p:tav tm="100000">
                                              <p:val>
                                                <p:strVal val="#ppt_w"/>
                                              </p:val>
                                            </p:tav>
                                          </p:tavLst>
                                        </p:anim>
                                        <p:anim calcmode="lin" valueType="num">
                                          <p:cBhvr>
                                            <p:cTn id="51" dur="750" fill="hold"/>
                                            <p:tgtEl>
                                              <p:spTgt spid="31"/>
                                            </p:tgtEl>
                                            <p:attrNameLst>
                                              <p:attrName>ppt_h</p:attrName>
                                            </p:attrNameLst>
                                          </p:cBhvr>
                                          <p:tavLst>
                                            <p:tav tm="0">
                                              <p:val>
                                                <p:fltVal val="0"/>
                                              </p:val>
                                            </p:tav>
                                            <p:tav tm="100000">
                                              <p:val>
                                                <p:strVal val="#ppt_h"/>
                                              </p:val>
                                            </p:tav>
                                          </p:tavLst>
                                        </p:anim>
                                        <p:animEffect transition="in" filter="fade">
                                          <p:cBhvr>
                                            <p:cTn id="52" dur="750"/>
                                            <p:tgtEl>
                                              <p:spTgt spid="31"/>
                                            </p:tgtEl>
                                          </p:cBhvr>
                                        </p:animEffect>
                                      </p:childTnLst>
                                    </p:cTn>
                                  </p:par>
                                  <p:par>
                                    <p:cTn id="53" presetID="53" presetClass="entr" presetSubtype="16" fill="hold" nodeType="withEffect">
                                      <p:stCondLst>
                                        <p:cond delay="1250"/>
                                      </p:stCondLst>
                                      <p:childTnLst>
                                        <p:set>
                                          <p:cBhvr>
                                            <p:cTn id="54" dur="1" fill="hold">
                                              <p:stCondLst>
                                                <p:cond delay="0"/>
                                              </p:stCondLst>
                                            </p:cTn>
                                            <p:tgtEl>
                                              <p:spTgt spid="34"/>
                                            </p:tgtEl>
                                            <p:attrNameLst>
                                              <p:attrName>style.visibility</p:attrName>
                                            </p:attrNameLst>
                                          </p:cBhvr>
                                          <p:to>
                                            <p:strVal val="visible"/>
                                          </p:to>
                                        </p:set>
                                        <p:anim calcmode="lin" valueType="num">
                                          <p:cBhvr>
                                            <p:cTn id="55" dur="750" fill="hold"/>
                                            <p:tgtEl>
                                              <p:spTgt spid="34"/>
                                            </p:tgtEl>
                                            <p:attrNameLst>
                                              <p:attrName>ppt_w</p:attrName>
                                            </p:attrNameLst>
                                          </p:cBhvr>
                                          <p:tavLst>
                                            <p:tav tm="0">
                                              <p:val>
                                                <p:fltVal val="0"/>
                                              </p:val>
                                            </p:tav>
                                            <p:tav tm="100000">
                                              <p:val>
                                                <p:strVal val="#ppt_w"/>
                                              </p:val>
                                            </p:tav>
                                          </p:tavLst>
                                        </p:anim>
                                        <p:anim calcmode="lin" valueType="num">
                                          <p:cBhvr>
                                            <p:cTn id="56" dur="750" fill="hold"/>
                                            <p:tgtEl>
                                              <p:spTgt spid="34"/>
                                            </p:tgtEl>
                                            <p:attrNameLst>
                                              <p:attrName>ppt_h</p:attrName>
                                            </p:attrNameLst>
                                          </p:cBhvr>
                                          <p:tavLst>
                                            <p:tav tm="0">
                                              <p:val>
                                                <p:fltVal val="0"/>
                                              </p:val>
                                            </p:tav>
                                            <p:tav tm="100000">
                                              <p:val>
                                                <p:strVal val="#ppt_h"/>
                                              </p:val>
                                            </p:tav>
                                          </p:tavLst>
                                        </p:anim>
                                        <p:animEffect transition="in" filter="fade">
                                          <p:cBhvr>
                                            <p:cTn id="57" dur="750"/>
                                            <p:tgtEl>
                                              <p:spTgt spid="34"/>
                                            </p:tgtEl>
                                          </p:cBhvr>
                                        </p:animEffect>
                                      </p:childTnLst>
                                    </p:cTn>
                                  </p:par>
                                  <p:par>
                                    <p:cTn id="58" presetID="2" presetClass="entr" presetSubtype="4" fill="hold" grpId="0" nodeType="withEffect">
                                      <p:stCondLst>
                                        <p:cond delay="500"/>
                                      </p:stCondLst>
                                      <p:childTnLst>
                                        <p:set>
                                          <p:cBhvr>
                                            <p:cTn id="59" dur="1" fill="hold">
                                              <p:stCondLst>
                                                <p:cond delay="0"/>
                                              </p:stCondLst>
                                            </p:cTn>
                                            <p:tgtEl>
                                              <p:spTgt spid="57"/>
                                            </p:tgtEl>
                                            <p:attrNameLst>
                                              <p:attrName>style.visibility</p:attrName>
                                            </p:attrNameLst>
                                          </p:cBhvr>
                                          <p:to>
                                            <p:strVal val="visible"/>
                                          </p:to>
                                        </p:set>
                                        <p:anim calcmode="lin" valueType="num">
                                          <p:cBhvr additive="base">
                                            <p:cTn id="60" dur="1000" fill="hold"/>
                                            <p:tgtEl>
                                              <p:spTgt spid="57"/>
                                            </p:tgtEl>
                                            <p:attrNameLst>
                                              <p:attrName>ppt_x</p:attrName>
                                            </p:attrNameLst>
                                          </p:cBhvr>
                                          <p:tavLst>
                                            <p:tav tm="0">
                                              <p:val>
                                                <p:strVal val="#ppt_x"/>
                                              </p:val>
                                            </p:tav>
                                            <p:tav tm="100000">
                                              <p:val>
                                                <p:strVal val="#ppt_x"/>
                                              </p:val>
                                            </p:tav>
                                          </p:tavLst>
                                        </p:anim>
                                        <p:anim calcmode="lin" valueType="num">
                                          <p:cBhvr additive="base">
                                            <p:cTn id="61" dur="1000" fill="hold"/>
                                            <p:tgtEl>
                                              <p:spTgt spid="57"/>
                                            </p:tgtEl>
                                            <p:attrNameLst>
                                              <p:attrName>ppt_y</p:attrName>
                                            </p:attrNameLst>
                                          </p:cBhvr>
                                          <p:tavLst>
                                            <p:tav tm="0">
                                              <p:val>
                                                <p:strVal val="1+#ppt_h/2"/>
                                              </p:val>
                                            </p:tav>
                                            <p:tav tm="100000">
                                              <p:val>
                                                <p:strVal val="#ppt_y"/>
                                              </p:val>
                                            </p:tav>
                                          </p:tavLst>
                                        </p:anim>
                                      </p:childTnLst>
                                    </p:cTn>
                                  </p:par>
                                  <p:par>
                                    <p:cTn id="62" presetID="2" presetClass="entr" presetSubtype="4" fill="hold" grpId="0" nodeType="withEffect">
                                      <p:stCondLst>
                                        <p:cond delay="500"/>
                                      </p:stCondLst>
                                      <p:childTnLst>
                                        <p:set>
                                          <p:cBhvr>
                                            <p:cTn id="63" dur="1" fill="hold">
                                              <p:stCondLst>
                                                <p:cond delay="0"/>
                                              </p:stCondLst>
                                            </p:cTn>
                                            <p:tgtEl>
                                              <p:spTgt spid="52"/>
                                            </p:tgtEl>
                                            <p:attrNameLst>
                                              <p:attrName>style.visibility</p:attrName>
                                            </p:attrNameLst>
                                          </p:cBhvr>
                                          <p:to>
                                            <p:strVal val="visible"/>
                                          </p:to>
                                        </p:set>
                                        <p:anim calcmode="lin" valueType="num">
                                          <p:cBhvr additive="base">
                                            <p:cTn id="64" dur="1000" fill="hold"/>
                                            <p:tgtEl>
                                              <p:spTgt spid="52"/>
                                            </p:tgtEl>
                                            <p:attrNameLst>
                                              <p:attrName>ppt_x</p:attrName>
                                            </p:attrNameLst>
                                          </p:cBhvr>
                                          <p:tavLst>
                                            <p:tav tm="0">
                                              <p:val>
                                                <p:strVal val="#ppt_x"/>
                                              </p:val>
                                            </p:tav>
                                            <p:tav tm="100000">
                                              <p:val>
                                                <p:strVal val="#ppt_x"/>
                                              </p:val>
                                            </p:tav>
                                          </p:tavLst>
                                        </p:anim>
                                        <p:anim calcmode="lin" valueType="num">
                                          <p:cBhvr additive="base">
                                            <p:cTn id="65" dur="1000" fill="hold"/>
                                            <p:tgtEl>
                                              <p:spTgt spid="52"/>
                                            </p:tgtEl>
                                            <p:attrNameLst>
                                              <p:attrName>ppt_y</p:attrName>
                                            </p:attrNameLst>
                                          </p:cBhvr>
                                          <p:tavLst>
                                            <p:tav tm="0">
                                              <p:val>
                                                <p:strVal val="1+#ppt_h/2"/>
                                              </p:val>
                                            </p:tav>
                                            <p:tav tm="100000">
                                              <p:val>
                                                <p:strVal val="#ppt_y"/>
                                              </p:val>
                                            </p:tav>
                                          </p:tavLst>
                                        </p:anim>
                                      </p:childTnLst>
                                    </p:cTn>
                                  </p:par>
                                  <p:par>
                                    <p:cTn id="66" presetID="2" presetClass="entr" presetSubtype="1" fill="hold" grpId="0" nodeType="withEffect">
                                      <p:stCondLst>
                                        <p:cond delay="750"/>
                                      </p:stCondLst>
                                      <p:childTnLst>
                                        <p:set>
                                          <p:cBhvr>
                                            <p:cTn id="67" dur="1" fill="hold">
                                              <p:stCondLst>
                                                <p:cond delay="0"/>
                                              </p:stCondLst>
                                            </p:cTn>
                                            <p:tgtEl>
                                              <p:spTgt spid="53"/>
                                            </p:tgtEl>
                                            <p:attrNameLst>
                                              <p:attrName>style.visibility</p:attrName>
                                            </p:attrNameLst>
                                          </p:cBhvr>
                                          <p:to>
                                            <p:strVal val="visible"/>
                                          </p:to>
                                        </p:set>
                                        <p:anim calcmode="lin" valueType="num">
                                          <p:cBhvr additive="base">
                                            <p:cTn id="68" dur="1000" fill="hold"/>
                                            <p:tgtEl>
                                              <p:spTgt spid="53"/>
                                            </p:tgtEl>
                                            <p:attrNameLst>
                                              <p:attrName>ppt_x</p:attrName>
                                            </p:attrNameLst>
                                          </p:cBhvr>
                                          <p:tavLst>
                                            <p:tav tm="0">
                                              <p:val>
                                                <p:strVal val="#ppt_x"/>
                                              </p:val>
                                            </p:tav>
                                            <p:tav tm="100000">
                                              <p:val>
                                                <p:strVal val="#ppt_x"/>
                                              </p:val>
                                            </p:tav>
                                          </p:tavLst>
                                        </p:anim>
                                        <p:anim calcmode="lin" valueType="num">
                                          <p:cBhvr additive="base">
                                            <p:cTn id="69" dur="1000" fill="hold"/>
                                            <p:tgtEl>
                                              <p:spTgt spid="53"/>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750"/>
                                      </p:stCondLst>
                                      <p:childTnLst>
                                        <p:set>
                                          <p:cBhvr>
                                            <p:cTn id="71" dur="1" fill="hold">
                                              <p:stCondLst>
                                                <p:cond delay="0"/>
                                              </p:stCondLst>
                                            </p:cTn>
                                            <p:tgtEl>
                                              <p:spTgt spid="60"/>
                                            </p:tgtEl>
                                            <p:attrNameLst>
                                              <p:attrName>style.visibility</p:attrName>
                                            </p:attrNameLst>
                                          </p:cBhvr>
                                          <p:to>
                                            <p:strVal val="visible"/>
                                          </p:to>
                                        </p:set>
                                        <p:anim calcmode="lin" valueType="num">
                                          <p:cBhvr additive="base">
                                            <p:cTn id="72" dur="1000" fill="hold"/>
                                            <p:tgtEl>
                                              <p:spTgt spid="60"/>
                                            </p:tgtEl>
                                            <p:attrNameLst>
                                              <p:attrName>ppt_x</p:attrName>
                                            </p:attrNameLst>
                                          </p:cBhvr>
                                          <p:tavLst>
                                            <p:tav tm="0">
                                              <p:val>
                                                <p:strVal val="#ppt_x"/>
                                              </p:val>
                                            </p:tav>
                                            <p:tav tm="100000">
                                              <p:val>
                                                <p:strVal val="#ppt_x"/>
                                              </p:val>
                                            </p:tav>
                                          </p:tavLst>
                                        </p:anim>
                                        <p:anim calcmode="lin" valueType="num">
                                          <p:cBhvr additive="base">
                                            <p:cTn id="73" dur="1000" fill="hold"/>
                                            <p:tgtEl>
                                              <p:spTgt spid="60"/>
                                            </p:tgtEl>
                                            <p:attrNameLst>
                                              <p:attrName>ppt_y</p:attrName>
                                            </p:attrNameLst>
                                          </p:cBhvr>
                                          <p:tavLst>
                                            <p:tav tm="0">
                                              <p:val>
                                                <p:strVal val="0-#ppt_h/2"/>
                                              </p:val>
                                            </p:tav>
                                            <p:tav tm="100000">
                                              <p:val>
                                                <p:strVal val="#ppt_y"/>
                                              </p:val>
                                            </p:tav>
                                          </p:tavLst>
                                        </p:anim>
                                      </p:childTnLst>
                                    </p:cTn>
                                  </p:par>
                                  <p:par>
                                    <p:cTn id="74" presetID="2" presetClass="entr" presetSubtype="4" fill="hold" grpId="0" nodeType="withEffect">
                                      <p:stCondLst>
                                        <p:cond delay="1000"/>
                                      </p:stCondLst>
                                      <p:childTnLst>
                                        <p:set>
                                          <p:cBhvr>
                                            <p:cTn id="75" dur="1" fill="hold">
                                              <p:stCondLst>
                                                <p:cond delay="0"/>
                                              </p:stCondLst>
                                            </p:cTn>
                                            <p:tgtEl>
                                              <p:spTgt spid="55"/>
                                            </p:tgtEl>
                                            <p:attrNameLst>
                                              <p:attrName>style.visibility</p:attrName>
                                            </p:attrNameLst>
                                          </p:cBhvr>
                                          <p:to>
                                            <p:strVal val="visible"/>
                                          </p:to>
                                        </p:set>
                                        <p:anim calcmode="lin" valueType="num">
                                          <p:cBhvr additive="base">
                                            <p:cTn id="76" dur="1000" fill="hold"/>
                                            <p:tgtEl>
                                              <p:spTgt spid="55"/>
                                            </p:tgtEl>
                                            <p:attrNameLst>
                                              <p:attrName>ppt_x</p:attrName>
                                            </p:attrNameLst>
                                          </p:cBhvr>
                                          <p:tavLst>
                                            <p:tav tm="0">
                                              <p:val>
                                                <p:strVal val="#ppt_x"/>
                                              </p:val>
                                            </p:tav>
                                            <p:tav tm="100000">
                                              <p:val>
                                                <p:strVal val="#ppt_x"/>
                                              </p:val>
                                            </p:tav>
                                          </p:tavLst>
                                        </p:anim>
                                        <p:anim calcmode="lin" valueType="num">
                                          <p:cBhvr additive="base">
                                            <p:cTn id="77" dur="1000" fill="hold"/>
                                            <p:tgtEl>
                                              <p:spTgt spid="55"/>
                                            </p:tgtEl>
                                            <p:attrNameLst>
                                              <p:attrName>ppt_y</p:attrName>
                                            </p:attrNameLst>
                                          </p:cBhvr>
                                          <p:tavLst>
                                            <p:tav tm="0">
                                              <p:val>
                                                <p:strVal val="1+#ppt_h/2"/>
                                              </p:val>
                                            </p:tav>
                                            <p:tav tm="100000">
                                              <p:val>
                                                <p:strVal val="#ppt_y"/>
                                              </p:val>
                                            </p:tav>
                                          </p:tavLst>
                                        </p:anim>
                                      </p:childTnLst>
                                    </p:cTn>
                                  </p:par>
                                  <p:par>
                                    <p:cTn id="78" presetID="2" presetClass="entr" presetSubtype="4" fill="hold" grpId="0" nodeType="withEffect">
                                      <p:stCondLst>
                                        <p:cond delay="1000"/>
                                      </p:stCondLst>
                                      <p:childTnLst>
                                        <p:set>
                                          <p:cBhvr>
                                            <p:cTn id="79" dur="1" fill="hold">
                                              <p:stCondLst>
                                                <p:cond delay="0"/>
                                              </p:stCondLst>
                                            </p:cTn>
                                            <p:tgtEl>
                                              <p:spTgt spid="58"/>
                                            </p:tgtEl>
                                            <p:attrNameLst>
                                              <p:attrName>style.visibility</p:attrName>
                                            </p:attrNameLst>
                                          </p:cBhvr>
                                          <p:to>
                                            <p:strVal val="visible"/>
                                          </p:to>
                                        </p:set>
                                        <p:anim calcmode="lin" valueType="num">
                                          <p:cBhvr additive="base">
                                            <p:cTn id="80" dur="1000" fill="hold"/>
                                            <p:tgtEl>
                                              <p:spTgt spid="58"/>
                                            </p:tgtEl>
                                            <p:attrNameLst>
                                              <p:attrName>ppt_x</p:attrName>
                                            </p:attrNameLst>
                                          </p:cBhvr>
                                          <p:tavLst>
                                            <p:tav tm="0">
                                              <p:val>
                                                <p:strVal val="#ppt_x"/>
                                              </p:val>
                                            </p:tav>
                                            <p:tav tm="100000">
                                              <p:val>
                                                <p:strVal val="#ppt_x"/>
                                              </p:val>
                                            </p:tav>
                                          </p:tavLst>
                                        </p:anim>
                                        <p:anim calcmode="lin" valueType="num">
                                          <p:cBhvr additive="base">
                                            <p:cTn id="81" dur="1000" fill="hold"/>
                                            <p:tgtEl>
                                              <p:spTgt spid="58"/>
                                            </p:tgtEl>
                                            <p:attrNameLst>
                                              <p:attrName>ppt_y</p:attrName>
                                            </p:attrNameLst>
                                          </p:cBhvr>
                                          <p:tavLst>
                                            <p:tav tm="0">
                                              <p:val>
                                                <p:strVal val="1+#ppt_h/2"/>
                                              </p:val>
                                            </p:tav>
                                            <p:tav tm="100000">
                                              <p:val>
                                                <p:strVal val="#ppt_y"/>
                                              </p:val>
                                            </p:tav>
                                          </p:tavLst>
                                        </p:anim>
                                      </p:childTnLst>
                                    </p:cTn>
                                  </p:par>
                                  <p:par>
                                    <p:cTn id="82" presetID="2" presetClass="entr" presetSubtype="1" fill="hold" grpId="0" nodeType="withEffect">
                                      <p:stCondLst>
                                        <p:cond delay="1250"/>
                                      </p:stCondLst>
                                      <p:childTnLst>
                                        <p:set>
                                          <p:cBhvr>
                                            <p:cTn id="83" dur="1" fill="hold">
                                              <p:stCondLst>
                                                <p:cond delay="0"/>
                                              </p:stCondLst>
                                            </p:cTn>
                                            <p:tgtEl>
                                              <p:spTgt spid="54"/>
                                            </p:tgtEl>
                                            <p:attrNameLst>
                                              <p:attrName>style.visibility</p:attrName>
                                            </p:attrNameLst>
                                          </p:cBhvr>
                                          <p:to>
                                            <p:strVal val="visible"/>
                                          </p:to>
                                        </p:set>
                                        <p:anim calcmode="lin" valueType="num">
                                          <p:cBhvr additive="base">
                                            <p:cTn id="84" dur="1000" fill="hold"/>
                                            <p:tgtEl>
                                              <p:spTgt spid="54"/>
                                            </p:tgtEl>
                                            <p:attrNameLst>
                                              <p:attrName>ppt_x</p:attrName>
                                            </p:attrNameLst>
                                          </p:cBhvr>
                                          <p:tavLst>
                                            <p:tav tm="0">
                                              <p:val>
                                                <p:strVal val="#ppt_x"/>
                                              </p:val>
                                            </p:tav>
                                            <p:tav tm="100000">
                                              <p:val>
                                                <p:strVal val="#ppt_x"/>
                                              </p:val>
                                            </p:tav>
                                          </p:tavLst>
                                        </p:anim>
                                        <p:anim calcmode="lin" valueType="num">
                                          <p:cBhvr additive="base">
                                            <p:cTn id="85" dur="1000" fill="hold"/>
                                            <p:tgtEl>
                                              <p:spTgt spid="54"/>
                                            </p:tgtEl>
                                            <p:attrNameLst>
                                              <p:attrName>ppt_y</p:attrName>
                                            </p:attrNameLst>
                                          </p:cBhvr>
                                          <p:tavLst>
                                            <p:tav tm="0">
                                              <p:val>
                                                <p:strVal val="0-#ppt_h/2"/>
                                              </p:val>
                                            </p:tav>
                                            <p:tav tm="100000">
                                              <p:val>
                                                <p:strVal val="#ppt_y"/>
                                              </p:val>
                                            </p:tav>
                                          </p:tavLst>
                                        </p:anim>
                                      </p:childTnLst>
                                    </p:cTn>
                                  </p:par>
                                  <p:par>
                                    <p:cTn id="86" presetID="2" presetClass="entr" presetSubtype="1" fill="hold" grpId="0" nodeType="withEffect">
                                      <p:stCondLst>
                                        <p:cond delay="1250"/>
                                      </p:stCondLst>
                                      <p:childTnLst>
                                        <p:set>
                                          <p:cBhvr>
                                            <p:cTn id="87" dur="1" fill="hold">
                                              <p:stCondLst>
                                                <p:cond delay="0"/>
                                              </p:stCondLst>
                                            </p:cTn>
                                            <p:tgtEl>
                                              <p:spTgt spid="61"/>
                                            </p:tgtEl>
                                            <p:attrNameLst>
                                              <p:attrName>style.visibility</p:attrName>
                                            </p:attrNameLst>
                                          </p:cBhvr>
                                          <p:to>
                                            <p:strVal val="visible"/>
                                          </p:to>
                                        </p:set>
                                        <p:anim calcmode="lin" valueType="num">
                                          <p:cBhvr additive="base">
                                            <p:cTn id="88" dur="1000" fill="hold"/>
                                            <p:tgtEl>
                                              <p:spTgt spid="61"/>
                                            </p:tgtEl>
                                            <p:attrNameLst>
                                              <p:attrName>ppt_x</p:attrName>
                                            </p:attrNameLst>
                                          </p:cBhvr>
                                          <p:tavLst>
                                            <p:tav tm="0">
                                              <p:val>
                                                <p:strVal val="#ppt_x"/>
                                              </p:val>
                                            </p:tav>
                                            <p:tav tm="100000">
                                              <p:val>
                                                <p:strVal val="#ppt_x"/>
                                              </p:val>
                                            </p:tav>
                                          </p:tavLst>
                                        </p:anim>
                                        <p:anim calcmode="lin" valueType="num">
                                          <p:cBhvr additive="base">
                                            <p:cTn id="89" dur="1000" fill="hold"/>
                                            <p:tgtEl>
                                              <p:spTgt spid="61"/>
                                            </p:tgtEl>
                                            <p:attrNameLst>
                                              <p:attrName>ppt_y</p:attrName>
                                            </p:attrNameLst>
                                          </p:cBhvr>
                                          <p:tavLst>
                                            <p:tav tm="0">
                                              <p:val>
                                                <p:strVal val="0-#ppt_h/2"/>
                                              </p:val>
                                            </p:tav>
                                            <p:tav tm="100000">
                                              <p:val>
                                                <p:strVal val="#ppt_y"/>
                                              </p:val>
                                            </p:tav>
                                          </p:tavLst>
                                        </p:anim>
                                      </p:childTnLst>
                                    </p:cTn>
                                  </p:par>
                                  <p:par>
                                    <p:cTn id="90" presetID="2" presetClass="entr" presetSubtype="4" fill="hold" grpId="0" nodeType="withEffect">
                                      <p:stCondLst>
                                        <p:cond delay="1500"/>
                                      </p:stCondLst>
                                      <p:childTnLst>
                                        <p:set>
                                          <p:cBhvr>
                                            <p:cTn id="91" dur="1" fill="hold">
                                              <p:stCondLst>
                                                <p:cond delay="0"/>
                                              </p:stCondLst>
                                            </p:cTn>
                                            <p:tgtEl>
                                              <p:spTgt spid="56"/>
                                            </p:tgtEl>
                                            <p:attrNameLst>
                                              <p:attrName>style.visibility</p:attrName>
                                            </p:attrNameLst>
                                          </p:cBhvr>
                                          <p:to>
                                            <p:strVal val="visible"/>
                                          </p:to>
                                        </p:set>
                                        <p:anim calcmode="lin" valueType="num">
                                          <p:cBhvr additive="base">
                                            <p:cTn id="92" dur="1000" fill="hold"/>
                                            <p:tgtEl>
                                              <p:spTgt spid="56"/>
                                            </p:tgtEl>
                                            <p:attrNameLst>
                                              <p:attrName>ppt_x</p:attrName>
                                            </p:attrNameLst>
                                          </p:cBhvr>
                                          <p:tavLst>
                                            <p:tav tm="0">
                                              <p:val>
                                                <p:strVal val="#ppt_x"/>
                                              </p:val>
                                            </p:tav>
                                            <p:tav tm="100000">
                                              <p:val>
                                                <p:strVal val="#ppt_x"/>
                                              </p:val>
                                            </p:tav>
                                          </p:tavLst>
                                        </p:anim>
                                        <p:anim calcmode="lin" valueType="num">
                                          <p:cBhvr additive="base">
                                            <p:cTn id="93" dur="1000" fill="hold"/>
                                            <p:tgtEl>
                                              <p:spTgt spid="56"/>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1500"/>
                                      </p:stCondLst>
                                      <p:childTnLst>
                                        <p:set>
                                          <p:cBhvr>
                                            <p:cTn id="95" dur="1" fill="hold">
                                              <p:stCondLst>
                                                <p:cond delay="0"/>
                                              </p:stCondLst>
                                            </p:cTn>
                                            <p:tgtEl>
                                              <p:spTgt spid="59"/>
                                            </p:tgtEl>
                                            <p:attrNameLst>
                                              <p:attrName>style.visibility</p:attrName>
                                            </p:attrNameLst>
                                          </p:cBhvr>
                                          <p:to>
                                            <p:strVal val="visible"/>
                                          </p:to>
                                        </p:set>
                                        <p:anim calcmode="lin" valueType="num">
                                          <p:cBhvr additive="base">
                                            <p:cTn id="96" dur="1000" fill="hold"/>
                                            <p:tgtEl>
                                              <p:spTgt spid="59"/>
                                            </p:tgtEl>
                                            <p:attrNameLst>
                                              <p:attrName>ppt_x</p:attrName>
                                            </p:attrNameLst>
                                          </p:cBhvr>
                                          <p:tavLst>
                                            <p:tav tm="0">
                                              <p:val>
                                                <p:strVal val="#ppt_x"/>
                                              </p:val>
                                            </p:tav>
                                            <p:tav tm="100000">
                                              <p:val>
                                                <p:strVal val="#ppt_x"/>
                                              </p:val>
                                            </p:tav>
                                          </p:tavLst>
                                        </p:anim>
                                        <p:anim calcmode="lin" valueType="num">
                                          <p:cBhvr additive="base">
                                            <p:cTn id="97" dur="10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52" grpId="0"/>
          <p:bldP spid="53" grpId="0"/>
          <p:bldP spid="54" grpId="0"/>
          <p:bldP spid="55" grpId="0"/>
          <p:bldP spid="56" grpId="0"/>
          <p:bldP spid="57" grpId="0"/>
          <p:bldP spid="58" grpId="0"/>
          <p:bldP spid="59" grpId="0"/>
          <p:bldP spid="60" grpId="0"/>
          <p:bldP spid="61" grpId="0"/>
        </p:bldLst>
      </p:timing>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2D2C395A-72F7-4186-AE02-B4F8CA89AC78}"/>
              </a:ext>
            </a:extLst>
          </p:cNvPr>
          <p:cNvSpPr>
            <a:spLocks/>
          </p:cNvSpPr>
          <p:nvPr/>
        </p:nvSpPr>
        <p:spPr bwMode="auto">
          <a:xfrm>
            <a:off x="4387851" y="3592513"/>
            <a:ext cx="1550988" cy="1543050"/>
          </a:xfrm>
          <a:custGeom>
            <a:avLst/>
            <a:gdLst>
              <a:gd name="T0" fmla="*/ 0 w 376"/>
              <a:gd name="T1" fmla="*/ 0 h 374"/>
              <a:gd name="T2" fmla="*/ 176 w 376"/>
              <a:gd name="T3" fmla="*/ 60 h 374"/>
              <a:gd name="T4" fmla="*/ 255 w 376"/>
              <a:gd name="T5" fmla="*/ 121 h 374"/>
              <a:gd name="T6" fmla="*/ 316 w 376"/>
              <a:gd name="T7" fmla="*/ 198 h 374"/>
              <a:gd name="T8" fmla="*/ 376 w 376"/>
              <a:gd name="T9" fmla="*/ 374 h 374"/>
              <a:gd name="T10" fmla="*/ 0 w 376"/>
              <a:gd name="T11" fmla="*/ 0 h 374"/>
            </a:gdLst>
            <a:ahLst/>
            <a:cxnLst>
              <a:cxn ang="0">
                <a:pos x="T0" y="T1"/>
              </a:cxn>
              <a:cxn ang="0">
                <a:pos x="T2" y="T3"/>
              </a:cxn>
              <a:cxn ang="0">
                <a:pos x="T4" y="T5"/>
              </a:cxn>
              <a:cxn ang="0">
                <a:pos x="T6" y="T7"/>
              </a:cxn>
              <a:cxn ang="0">
                <a:pos x="T8" y="T9"/>
              </a:cxn>
              <a:cxn ang="0">
                <a:pos x="T10" y="T11"/>
              </a:cxn>
            </a:cxnLst>
            <a:rect l="0" t="0" r="r" b="b"/>
            <a:pathLst>
              <a:path w="376" h="374">
                <a:moveTo>
                  <a:pt x="0" y="0"/>
                </a:moveTo>
                <a:cubicBezTo>
                  <a:pt x="61" y="7"/>
                  <a:pt x="122" y="26"/>
                  <a:pt x="176" y="60"/>
                </a:cubicBezTo>
                <a:cubicBezTo>
                  <a:pt x="204" y="77"/>
                  <a:pt x="230" y="97"/>
                  <a:pt x="255" y="121"/>
                </a:cubicBezTo>
                <a:cubicBezTo>
                  <a:pt x="279" y="145"/>
                  <a:pt x="299" y="171"/>
                  <a:pt x="316" y="198"/>
                </a:cubicBezTo>
                <a:cubicBezTo>
                  <a:pt x="350" y="253"/>
                  <a:pt x="370" y="313"/>
                  <a:pt x="376" y="374"/>
                </a:cubicBezTo>
                <a:cubicBezTo>
                  <a:pt x="177" y="355"/>
                  <a:pt x="18" y="198"/>
                  <a:pt x="0" y="0"/>
                </a:cubicBezTo>
                <a:close/>
              </a:path>
            </a:pathLst>
          </a:custGeom>
          <a:solidFill>
            <a:schemeClr val="accent4"/>
          </a:solidFill>
          <a:ln>
            <a:noFill/>
          </a:ln>
          <a:effectLst>
            <a:innerShdw blurRad="63500" dist="50800" dir="8100000">
              <a:prstClr val="black">
                <a:alpha val="30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783B54FB-C80C-42DF-9292-418EAC8C2B2F}"/>
              </a:ext>
            </a:extLst>
          </p:cNvPr>
          <p:cNvSpPr>
            <a:spLocks/>
          </p:cNvSpPr>
          <p:nvPr/>
        </p:nvSpPr>
        <p:spPr bwMode="auto">
          <a:xfrm>
            <a:off x="6261101" y="3592513"/>
            <a:ext cx="1550988" cy="1543050"/>
          </a:xfrm>
          <a:custGeom>
            <a:avLst/>
            <a:gdLst>
              <a:gd name="T0" fmla="*/ 376 w 376"/>
              <a:gd name="T1" fmla="*/ 0 h 374"/>
              <a:gd name="T2" fmla="*/ 200 w 376"/>
              <a:gd name="T3" fmla="*/ 60 h 374"/>
              <a:gd name="T4" fmla="*/ 122 w 376"/>
              <a:gd name="T5" fmla="*/ 121 h 374"/>
              <a:gd name="T6" fmla="*/ 60 w 376"/>
              <a:gd name="T7" fmla="*/ 198 h 374"/>
              <a:gd name="T8" fmla="*/ 0 w 376"/>
              <a:gd name="T9" fmla="*/ 374 h 374"/>
              <a:gd name="T10" fmla="*/ 376 w 376"/>
              <a:gd name="T11" fmla="*/ 0 h 374"/>
            </a:gdLst>
            <a:ahLst/>
            <a:cxnLst>
              <a:cxn ang="0">
                <a:pos x="T0" y="T1"/>
              </a:cxn>
              <a:cxn ang="0">
                <a:pos x="T2" y="T3"/>
              </a:cxn>
              <a:cxn ang="0">
                <a:pos x="T4" y="T5"/>
              </a:cxn>
              <a:cxn ang="0">
                <a:pos x="T6" y="T7"/>
              </a:cxn>
              <a:cxn ang="0">
                <a:pos x="T8" y="T9"/>
              </a:cxn>
              <a:cxn ang="0">
                <a:pos x="T10" y="T11"/>
              </a:cxn>
            </a:cxnLst>
            <a:rect l="0" t="0" r="r" b="b"/>
            <a:pathLst>
              <a:path w="376" h="374">
                <a:moveTo>
                  <a:pt x="376" y="0"/>
                </a:moveTo>
                <a:cubicBezTo>
                  <a:pt x="315" y="7"/>
                  <a:pt x="254" y="26"/>
                  <a:pt x="200" y="60"/>
                </a:cubicBezTo>
                <a:cubicBezTo>
                  <a:pt x="172" y="77"/>
                  <a:pt x="146" y="97"/>
                  <a:pt x="122" y="121"/>
                </a:cubicBezTo>
                <a:cubicBezTo>
                  <a:pt x="97" y="145"/>
                  <a:pt x="77" y="171"/>
                  <a:pt x="60" y="198"/>
                </a:cubicBezTo>
                <a:cubicBezTo>
                  <a:pt x="26" y="253"/>
                  <a:pt x="6" y="313"/>
                  <a:pt x="0" y="374"/>
                </a:cubicBezTo>
                <a:cubicBezTo>
                  <a:pt x="199" y="355"/>
                  <a:pt x="358" y="198"/>
                  <a:pt x="376" y="0"/>
                </a:cubicBezTo>
                <a:close/>
              </a:path>
            </a:pathLst>
          </a:custGeom>
          <a:solidFill>
            <a:schemeClr val="accent3"/>
          </a:solidFill>
          <a:ln>
            <a:noFill/>
          </a:ln>
          <a:effectLst>
            <a:innerShdw blurRad="63500" dist="50800" dir="2700000">
              <a:prstClr val="black">
                <a:alpha val="30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92E3DCD4-35DC-413B-8734-B290A03F4E80}"/>
              </a:ext>
            </a:extLst>
          </p:cNvPr>
          <p:cNvSpPr>
            <a:spLocks/>
          </p:cNvSpPr>
          <p:nvPr/>
        </p:nvSpPr>
        <p:spPr bwMode="auto">
          <a:xfrm>
            <a:off x="6261101" y="1730375"/>
            <a:ext cx="1550988" cy="1544638"/>
          </a:xfrm>
          <a:custGeom>
            <a:avLst/>
            <a:gdLst>
              <a:gd name="T0" fmla="*/ 0 w 376"/>
              <a:gd name="T1" fmla="*/ 0 h 374"/>
              <a:gd name="T2" fmla="*/ 60 w 376"/>
              <a:gd name="T3" fmla="*/ 176 h 374"/>
              <a:gd name="T4" fmla="*/ 122 w 376"/>
              <a:gd name="T5" fmla="*/ 253 h 374"/>
              <a:gd name="T6" fmla="*/ 200 w 376"/>
              <a:gd name="T7" fmla="*/ 314 h 374"/>
              <a:gd name="T8" fmla="*/ 200 w 376"/>
              <a:gd name="T9" fmla="*/ 314 h 374"/>
              <a:gd name="T10" fmla="*/ 376 w 376"/>
              <a:gd name="T11" fmla="*/ 374 h 374"/>
              <a:gd name="T12" fmla="*/ 0 w 376"/>
              <a:gd name="T13" fmla="*/ 0 h 374"/>
            </a:gdLst>
            <a:ahLst/>
            <a:cxnLst>
              <a:cxn ang="0">
                <a:pos x="T0" y="T1"/>
              </a:cxn>
              <a:cxn ang="0">
                <a:pos x="T2" y="T3"/>
              </a:cxn>
              <a:cxn ang="0">
                <a:pos x="T4" y="T5"/>
              </a:cxn>
              <a:cxn ang="0">
                <a:pos x="T6" y="T7"/>
              </a:cxn>
              <a:cxn ang="0">
                <a:pos x="T8" y="T9"/>
              </a:cxn>
              <a:cxn ang="0">
                <a:pos x="T10" y="T11"/>
              </a:cxn>
              <a:cxn ang="0">
                <a:pos x="T12" y="T13"/>
              </a:cxn>
            </a:cxnLst>
            <a:rect l="0" t="0" r="r" b="b"/>
            <a:pathLst>
              <a:path w="376" h="374">
                <a:moveTo>
                  <a:pt x="0" y="0"/>
                </a:moveTo>
                <a:cubicBezTo>
                  <a:pt x="6" y="62"/>
                  <a:pt x="26" y="122"/>
                  <a:pt x="60" y="176"/>
                </a:cubicBezTo>
                <a:cubicBezTo>
                  <a:pt x="77" y="203"/>
                  <a:pt x="97" y="229"/>
                  <a:pt x="122" y="253"/>
                </a:cubicBezTo>
                <a:cubicBezTo>
                  <a:pt x="146" y="277"/>
                  <a:pt x="172" y="298"/>
                  <a:pt x="200" y="314"/>
                </a:cubicBezTo>
                <a:cubicBezTo>
                  <a:pt x="200" y="314"/>
                  <a:pt x="200" y="314"/>
                  <a:pt x="200" y="314"/>
                </a:cubicBezTo>
                <a:cubicBezTo>
                  <a:pt x="254" y="348"/>
                  <a:pt x="315" y="367"/>
                  <a:pt x="376" y="374"/>
                </a:cubicBezTo>
                <a:cubicBezTo>
                  <a:pt x="358" y="176"/>
                  <a:pt x="199" y="19"/>
                  <a:pt x="0" y="0"/>
                </a:cubicBezTo>
                <a:close/>
              </a:path>
            </a:pathLst>
          </a:custGeom>
          <a:solidFill>
            <a:schemeClr val="accent2"/>
          </a:solidFill>
          <a:ln>
            <a:noFill/>
          </a:ln>
          <a:effectLst>
            <a:innerShdw blurRad="63500" dist="50800" dir="18900000">
              <a:prstClr val="black">
                <a:alpha val="30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617470A0-5F58-4A3C-9518-37AFAAB85122}"/>
              </a:ext>
            </a:extLst>
          </p:cNvPr>
          <p:cNvSpPr>
            <a:spLocks/>
          </p:cNvSpPr>
          <p:nvPr/>
        </p:nvSpPr>
        <p:spPr bwMode="auto">
          <a:xfrm>
            <a:off x="3625851" y="3567113"/>
            <a:ext cx="2341563" cy="2324100"/>
          </a:xfrm>
          <a:custGeom>
            <a:avLst/>
            <a:gdLst>
              <a:gd name="T0" fmla="*/ 561 w 568"/>
              <a:gd name="T1" fmla="*/ 380 h 563"/>
              <a:gd name="T2" fmla="*/ 185 w 568"/>
              <a:gd name="T3" fmla="*/ 6 h 563"/>
              <a:gd name="T4" fmla="*/ 0 w 568"/>
              <a:gd name="T5" fmla="*/ 28 h 563"/>
              <a:gd name="T6" fmla="*/ 0 w 568"/>
              <a:gd name="T7" fmla="*/ 420 h 563"/>
              <a:gd name="T8" fmla="*/ 144 w 568"/>
              <a:gd name="T9" fmla="*/ 563 h 563"/>
              <a:gd name="T10" fmla="*/ 539 w 568"/>
              <a:gd name="T11" fmla="*/ 563 h 563"/>
              <a:gd name="T12" fmla="*/ 561 w 568"/>
              <a:gd name="T13" fmla="*/ 380 h 563"/>
            </a:gdLst>
            <a:ahLst/>
            <a:cxnLst>
              <a:cxn ang="0">
                <a:pos x="T0" y="T1"/>
              </a:cxn>
              <a:cxn ang="0">
                <a:pos x="T2" y="T3"/>
              </a:cxn>
              <a:cxn ang="0">
                <a:pos x="T4" y="T5"/>
              </a:cxn>
              <a:cxn ang="0">
                <a:pos x="T6" y="T7"/>
              </a:cxn>
              <a:cxn ang="0">
                <a:pos x="T8" y="T9"/>
              </a:cxn>
              <a:cxn ang="0">
                <a:pos x="T10" y="T11"/>
              </a:cxn>
              <a:cxn ang="0">
                <a:pos x="T12" y="T13"/>
              </a:cxn>
            </a:cxnLst>
            <a:rect l="0" t="0" r="r" b="b"/>
            <a:pathLst>
              <a:path w="568" h="563">
                <a:moveTo>
                  <a:pt x="561" y="380"/>
                </a:moveTo>
                <a:cubicBezTo>
                  <a:pt x="362" y="361"/>
                  <a:pt x="203" y="204"/>
                  <a:pt x="185" y="6"/>
                </a:cubicBezTo>
                <a:cubicBezTo>
                  <a:pt x="123" y="0"/>
                  <a:pt x="60" y="7"/>
                  <a:pt x="0" y="28"/>
                </a:cubicBezTo>
                <a:cubicBezTo>
                  <a:pt x="0" y="420"/>
                  <a:pt x="0" y="420"/>
                  <a:pt x="0" y="420"/>
                </a:cubicBezTo>
                <a:cubicBezTo>
                  <a:pt x="0" y="499"/>
                  <a:pt x="65" y="563"/>
                  <a:pt x="144" y="563"/>
                </a:cubicBezTo>
                <a:cubicBezTo>
                  <a:pt x="539" y="563"/>
                  <a:pt x="539" y="563"/>
                  <a:pt x="539" y="563"/>
                </a:cubicBezTo>
                <a:cubicBezTo>
                  <a:pt x="560" y="504"/>
                  <a:pt x="568" y="441"/>
                  <a:pt x="561" y="38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F00A0049-F8F5-448B-BA52-11F2228FA1C8}"/>
              </a:ext>
            </a:extLst>
          </p:cNvPr>
          <p:cNvSpPr>
            <a:spLocks/>
          </p:cNvSpPr>
          <p:nvPr/>
        </p:nvSpPr>
        <p:spPr bwMode="auto">
          <a:xfrm>
            <a:off x="3625851" y="976313"/>
            <a:ext cx="2338388" cy="2322513"/>
          </a:xfrm>
          <a:custGeom>
            <a:avLst/>
            <a:gdLst>
              <a:gd name="T0" fmla="*/ 539 w 567"/>
              <a:gd name="T1" fmla="*/ 0 h 563"/>
              <a:gd name="T2" fmla="*/ 144 w 567"/>
              <a:gd name="T3" fmla="*/ 0 h 563"/>
              <a:gd name="T4" fmla="*/ 0 w 567"/>
              <a:gd name="T5" fmla="*/ 143 h 563"/>
              <a:gd name="T6" fmla="*/ 0 w 567"/>
              <a:gd name="T7" fmla="*/ 535 h 563"/>
              <a:gd name="T8" fmla="*/ 185 w 567"/>
              <a:gd name="T9" fmla="*/ 557 h 563"/>
              <a:gd name="T10" fmla="*/ 561 w 567"/>
              <a:gd name="T11" fmla="*/ 183 h 563"/>
              <a:gd name="T12" fmla="*/ 539 w 567"/>
              <a:gd name="T13" fmla="*/ 0 h 563"/>
            </a:gdLst>
            <a:ahLst/>
            <a:cxnLst>
              <a:cxn ang="0">
                <a:pos x="T0" y="T1"/>
              </a:cxn>
              <a:cxn ang="0">
                <a:pos x="T2" y="T3"/>
              </a:cxn>
              <a:cxn ang="0">
                <a:pos x="T4" y="T5"/>
              </a:cxn>
              <a:cxn ang="0">
                <a:pos x="T6" y="T7"/>
              </a:cxn>
              <a:cxn ang="0">
                <a:pos x="T8" y="T9"/>
              </a:cxn>
              <a:cxn ang="0">
                <a:pos x="T10" y="T11"/>
              </a:cxn>
              <a:cxn ang="0">
                <a:pos x="T12" y="T13"/>
              </a:cxn>
            </a:cxnLst>
            <a:rect l="0" t="0" r="r" b="b"/>
            <a:pathLst>
              <a:path w="567" h="563">
                <a:moveTo>
                  <a:pt x="539" y="0"/>
                </a:moveTo>
                <a:cubicBezTo>
                  <a:pt x="144" y="0"/>
                  <a:pt x="144" y="0"/>
                  <a:pt x="144" y="0"/>
                </a:cubicBezTo>
                <a:cubicBezTo>
                  <a:pt x="65" y="0"/>
                  <a:pt x="0" y="64"/>
                  <a:pt x="0" y="143"/>
                </a:cubicBezTo>
                <a:cubicBezTo>
                  <a:pt x="0" y="535"/>
                  <a:pt x="0" y="535"/>
                  <a:pt x="0" y="535"/>
                </a:cubicBezTo>
                <a:cubicBezTo>
                  <a:pt x="60" y="556"/>
                  <a:pt x="123" y="563"/>
                  <a:pt x="185" y="557"/>
                </a:cubicBezTo>
                <a:cubicBezTo>
                  <a:pt x="203" y="359"/>
                  <a:pt x="362" y="202"/>
                  <a:pt x="561" y="183"/>
                </a:cubicBezTo>
                <a:cubicBezTo>
                  <a:pt x="567" y="122"/>
                  <a:pt x="560" y="59"/>
                  <a:pt x="539"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E4BB2355-0F9C-48BF-B1C2-E9BB48F57E5F}"/>
              </a:ext>
            </a:extLst>
          </p:cNvPr>
          <p:cNvSpPr>
            <a:spLocks/>
          </p:cNvSpPr>
          <p:nvPr/>
        </p:nvSpPr>
        <p:spPr bwMode="auto">
          <a:xfrm>
            <a:off x="4387851" y="1730375"/>
            <a:ext cx="1550988" cy="1544638"/>
          </a:xfrm>
          <a:custGeom>
            <a:avLst/>
            <a:gdLst>
              <a:gd name="T0" fmla="*/ 0 w 376"/>
              <a:gd name="T1" fmla="*/ 374 h 374"/>
              <a:gd name="T2" fmla="*/ 176 w 376"/>
              <a:gd name="T3" fmla="*/ 314 h 374"/>
              <a:gd name="T4" fmla="*/ 255 w 376"/>
              <a:gd name="T5" fmla="*/ 253 h 374"/>
              <a:gd name="T6" fmla="*/ 316 w 376"/>
              <a:gd name="T7" fmla="*/ 176 h 374"/>
              <a:gd name="T8" fmla="*/ 376 w 376"/>
              <a:gd name="T9" fmla="*/ 0 h 374"/>
              <a:gd name="T10" fmla="*/ 0 w 376"/>
              <a:gd name="T11" fmla="*/ 374 h 374"/>
            </a:gdLst>
            <a:ahLst/>
            <a:cxnLst>
              <a:cxn ang="0">
                <a:pos x="T0" y="T1"/>
              </a:cxn>
              <a:cxn ang="0">
                <a:pos x="T2" y="T3"/>
              </a:cxn>
              <a:cxn ang="0">
                <a:pos x="T4" y="T5"/>
              </a:cxn>
              <a:cxn ang="0">
                <a:pos x="T6" y="T7"/>
              </a:cxn>
              <a:cxn ang="0">
                <a:pos x="T8" y="T9"/>
              </a:cxn>
              <a:cxn ang="0">
                <a:pos x="T10" y="T11"/>
              </a:cxn>
            </a:cxnLst>
            <a:rect l="0" t="0" r="r" b="b"/>
            <a:pathLst>
              <a:path w="376" h="374">
                <a:moveTo>
                  <a:pt x="0" y="374"/>
                </a:moveTo>
                <a:cubicBezTo>
                  <a:pt x="61" y="368"/>
                  <a:pt x="122" y="348"/>
                  <a:pt x="176" y="314"/>
                </a:cubicBezTo>
                <a:cubicBezTo>
                  <a:pt x="204" y="298"/>
                  <a:pt x="230" y="277"/>
                  <a:pt x="255" y="253"/>
                </a:cubicBezTo>
                <a:cubicBezTo>
                  <a:pt x="279" y="229"/>
                  <a:pt x="299" y="203"/>
                  <a:pt x="316" y="176"/>
                </a:cubicBezTo>
                <a:cubicBezTo>
                  <a:pt x="350" y="122"/>
                  <a:pt x="370" y="62"/>
                  <a:pt x="376" y="0"/>
                </a:cubicBezTo>
                <a:cubicBezTo>
                  <a:pt x="177" y="19"/>
                  <a:pt x="18" y="176"/>
                  <a:pt x="0" y="374"/>
                </a:cubicBezTo>
                <a:close/>
              </a:path>
            </a:pathLst>
          </a:custGeom>
          <a:solidFill>
            <a:schemeClr val="accent1"/>
          </a:solidFill>
          <a:ln>
            <a:noFill/>
          </a:ln>
          <a:effectLst>
            <a:innerShdw blurRad="63500" dist="50800" dir="13500000">
              <a:prstClr val="black">
                <a:alpha val="30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4BD74AE7-9C96-4729-8440-27B4D973FC25}"/>
              </a:ext>
            </a:extLst>
          </p:cNvPr>
          <p:cNvSpPr>
            <a:spLocks/>
          </p:cNvSpPr>
          <p:nvPr/>
        </p:nvSpPr>
        <p:spPr bwMode="auto">
          <a:xfrm>
            <a:off x="6232526" y="3567113"/>
            <a:ext cx="2343150" cy="2324100"/>
          </a:xfrm>
          <a:custGeom>
            <a:avLst/>
            <a:gdLst>
              <a:gd name="T0" fmla="*/ 383 w 568"/>
              <a:gd name="T1" fmla="*/ 6 h 563"/>
              <a:gd name="T2" fmla="*/ 7 w 568"/>
              <a:gd name="T3" fmla="*/ 380 h 563"/>
              <a:gd name="T4" fmla="*/ 29 w 568"/>
              <a:gd name="T5" fmla="*/ 563 h 563"/>
              <a:gd name="T6" fmla="*/ 424 w 568"/>
              <a:gd name="T7" fmla="*/ 563 h 563"/>
              <a:gd name="T8" fmla="*/ 568 w 568"/>
              <a:gd name="T9" fmla="*/ 420 h 563"/>
              <a:gd name="T10" fmla="*/ 568 w 568"/>
              <a:gd name="T11" fmla="*/ 28 h 563"/>
              <a:gd name="T12" fmla="*/ 383 w 568"/>
              <a:gd name="T13" fmla="*/ 6 h 563"/>
            </a:gdLst>
            <a:ahLst/>
            <a:cxnLst>
              <a:cxn ang="0">
                <a:pos x="T0" y="T1"/>
              </a:cxn>
              <a:cxn ang="0">
                <a:pos x="T2" y="T3"/>
              </a:cxn>
              <a:cxn ang="0">
                <a:pos x="T4" y="T5"/>
              </a:cxn>
              <a:cxn ang="0">
                <a:pos x="T6" y="T7"/>
              </a:cxn>
              <a:cxn ang="0">
                <a:pos x="T8" y="T9"/>
              </a:cxn>
              <a:cxn ang="0">
                <a:pos x="T10" y="T11"/>
              </a:cxn>
              <a:cxn ang="0">
                <a:pos x="T12" y="T13"/>
              </a:cxn>
            </a:cxnLst>
            <a:rect l="0" t="0" r="r" b="b"/>
            <a:pathLst>
              <a:path w="568" h="563">
                <a:moveTo>
                  <a:pt x="383" y="6"/>
                </a:moveTo>
                <a:cubicBezTo>
                  <a:pt x="365" y="204"/>
                  <a:pt x="206" y="361"/>
                  <a:pt x="7" y="380"/>
                </a:cubicBezTo>
                <a:cubicBezTo>
                  <a:pt x="0" y="441"/>
                  <a:pt x="8" y="504"/>
                  <a:pt x="29" y="563"/>
                </a:cubicBezTo>
                <a:cubicBezTo>
                  <a:pt x="424" y="563"/>
                  <a:pt x="424" y="563"/>
                  <a:pt x="424" y="563"/>
                </a:cubicBezTo>
                <a:cubicBezTo>
                  <a:pt x="503" y="563"/>
                  <a:pt x="568" y="499"/>
                  <a:pt x="568" y="420"/>
                </a:cubicBezTo>
                <a:cubicBezTo>
                  <a:pt x="568" y="28"/>
                  <a:pt x="568" y="28"/>
                  <a:pt x="568" y="28"/>
                </a:cubicBezTo>
                <a:cubicBezTo>
                  <a:pt x="508" y="7"/>
                  <a:pt x="445" y="0"/>
                  <a:pt x="383" y="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E28FDC67-56E8-49F8-A06F-BB29E5CAEDFB}"/>
              </a:ext>
            </a:extLst>
          </p:cNvPr>
          <p:cNvSpPr>
            <a:spLocks/>
          </p:cNvSpPr>
          <p:nvPr/>
        </p:nvSpPr>
        <p:spPr bwMode="auto">
          <a:xfrm>
            <a:off x="6232526" y="976313"/>
            <a:ext cx="2343150" cy="2322513"/>
          </a:xfrm>
          <a:custGeom>
            <a:avLst/>
            <a:gdLst>
              <a:gd name="T0" fmla="*/ 424 w 568"/>
              <a:gd name="T1" fmla="*/ 0 h 563"/>
              <a:gd name="T2" fmla="*/ 29 w 568"/>
              <a:gd name="T3" fmla="*/ 0 h 563"/>
              <a:gd name="T4" fmla="*/ 7 w 568"/>
              <a:gd name="T5" fmla="*/ 183 h 563"/>
              <a:gd name="T6" fmla="*/ 383 w 568"/>
              <a:gd name="T7" fmla="*/ 557 h 563"/>
              <a:gd name="T8" fmla="*/ 568 w 568"/>
              <a:gd name="T9" fmla="*/ 535 h 563"/>
              <a:gd name="T10" fmla="*/ 568 w 568"/>
              <a:gd name="T11" fmla="*/ 143 h 563"/>
              <a:gd name="T12" fmla="*/ 424 w 568"/>
              <a:gd name="T13" fmla="*/ 0 h 563"/>
            </a:gdLst>
            <a:ahLst/>
            <a:cxnLst>
              <a:cxn ang="0">
                <a:pos x="T0" y="T1"/>
              </a:cxn>
              <a:cxn ang="0">
                <a:pos x="T2" y="T3"/>
              </a:cxn>
              <a:cxn ang="0">
                <a:pos x="T4" y="T5"/>
              </a:cxn>
              <a:cxn ang="0">
                <a:pos x="T6" y="T7"/>
              </a:cxn>
              <a:cxn ang="0">
                <a:pos x="T8" y="T9"/>
              </a:cxn>
              <a:cxn ang="0">
                <a:pos x="T10" y="T11"/>
              </a:cxn>
              <a:cxn ang="0">
                <a:pos x="T12" y="T13"/>
              </a:cxn>
            </a:cxnLst>
            <a:rect l="0" t="0" r="r" b="b"/>
            <a:pathLst>
              <a:path w="568" h="563">
                <a:moveTo>
                  <a:pt x="424" y="0"/>
                </a:moveTo>
                <a:cubicBezTo>
                  <a:pt x="29" y="0"/>
                  <a:pt x="29" y="0"/>
                  <a:pt x="29" y="0"/>
                </a:cubicBezTo>
                <a:cubicBezTo>
                  <a:pt x="8" y="59"/>
                  <a:pt x="0" y="122"/>
                  <a:pt x="7" y="183"/>
                </a:cubicBezTo>
                <a:cubicBezTo>
                  <a:pt x="206" y="202"/>
                  <a:pt x="365" y="359"/>
                  <a:pt x="383" y="557"/>
                </a:cubicBezTo>
                <a:cubicBezTo>
                  <a:pt x="445" y="563"/>
                  <a:pt x="508" y="556"/>
                  <a:pt x="568" y="535"/>
                </a:cubicBezTo>
                <a:cubicBezTo>
                  <a:pt x="568" y="143"/>
                  <a:pt x="568" y="143"/>
                  <a:pt x="568" y="143"/>
                </a:cubicBezTo>
                <a:cubicBezTo>
                  <a:pt x="568" y="64"/>
                  <a:pt x="503" y="0"/>
                  <a:pt x="424"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E569A686-C034-4970-894A-1EDD7C2605E0}"/>
              </a:ext>
            </a:extLst>
          </p:cNvPr>
          <p:cNvSpPr>
            <a:spLocks noEditPoints="1"/>
          </p:cNvSpPr>
          <p:nvPr/>
        </p:nvSpPr>
        <p:spPr bwMode="auto">
          <a:xfrm>
            <a:off x="4924426" y="2308225"/>
            <a:ext cx="449263" cy="347663"/>
          </a:xfrm>
          <a:custGeom>
            <a:avLst/>
            <a:gdLst>
              <a:gd name="T0" fmla="*/ 78 w 109"/>
              <a:gd name="T1" fmla="*/ 39 h 84"/>
              <a:gd name="T2" fmla="*/ 96 w 109"/>
              <a:gd name="T3" fmla="*/ 23 h 84"/>
              <a:gd name="T4" fmla="*/ 96 w 109"/>
              <a:gd name="T5" fmla="*/ 84 h 84"/>
              <a:gd name="T6" fmla="*/ 78 w 109"/>
              <a:gd name="T7" fmla="*/ 84 h 84"/>
              <a:gd name="T8" fmla="*/ 78 w 109"/>
              <a:gd name="T9" fmla="*/ 39 h 84"/>
              <a:gd name="T10" fmla="*/ 55 w 109"/>
              <a:gd name="T11" fmla="*/ 84 h 84"/>
              <a:gd name="T12" fmla="*/ 73 w 109"/>
              <a:gd name="T13" fmla="*/ 84 h 84"/>
              <a:gd name="T14" fmla="*/ 73 w 109"/>
              <a:gd name="T15" fmla="*/ 43 h 84"/>
              <a:gd name="T16" fmla="*/ 55 w 109"/>
              <a:gd name="T17" fmla="*/ 59 h 84"/>
              <a:gd name="T18" fmla="*/ 55 w 109"/>
              <a:gd name="T19" fmla="*/ 84 h 84"/>
              <a:gd name="T20" fmla="*/ 31 w 109"/>
              <a:gd name="T21" fmla="*/ 84 h 84"/>
              <a:gd name="T22" fmla="*/ 50 w 109"/>
              <a:gd name="T23" fmla="*/ 84 h 84"/>
              <a:gd name="T24" fmla="*/ 50 w 109"/>
              <a:gd name="T25" fmla="*/ 59 h 84"/>
              <a:gd name="T26" fmla="*/ 31 w 109"/>
              <a:gd name="T27" fmla="*/ 40 h 84"/>
              <a:gd name="T28" fmla="*/ 31 w 109"/>
              <a:gd name="T29" fmla="*/ 84 h 84"/>
              <a:gd name="T30" fmla="*/ 8 w 109"/>
              <a:gd name="T31" fmla="*/ 84 h 84"/>
              <a:gd name="T32" fmla="*/ 26 w 109"/>
              <a:gd name="T33" fmla="*/ 84 h 84"/>
              <a:gd name="T34" fmla="*/ 26 w 109"/>
              <a:gd name="T35" fmla="*/ 37 h 84"/>
              <a:gd name="T36" fmla="*/ 8 w 109"/>
              <a:gd name="T37" fmla="*/ 52 h 84"/>
              <a:gd name="T38" fmla="*/ 8 w 109"/>
              <a:gd name="T39" fmla="*/ 84 h 84"/>
              <a:gd name="T40" fmla="*/ 107 w 109"/>
              <a:gd name="T41" fmla="*/ 0 h 84"/>
              <a:gd name="T42" fmla="*/ 89 w 109"/>
              <a:gd name="T43" fmla="*/ 0 h 84"/>
              <a:gd name="T44" fmla="*/ 88 w 109"/>
              <a:gd name="T45" fmla="*/ 3 h 84"/>
              <a:gd name="T46" fmla="*/ 94 w 109"/>
              <a:gd name="T47" fmla="*/ 9 h 84"/>
              <a:gd name="T48" fmla="*/ 52 w 109"/>
              <a:gd name="T49" fmla="*/ 45 h 84"/>
              <a:gd name="T50" fmla="*/ 31 w 109"/>
              <a:gd name="T51" fmla="*/ 22 h 84"/>
              <a:gd name="T52" fmla="*/ 26 w 109"/>
              <a:gd name="T53" fmla="*/ 22 h 84"/>
              <a:gd name="T54" fmla="*/ 2 w 109"/>
              <a:gd name="T55" fmla="*/ 41 h 84"/>
              <a:gd name="T56" fmla="*/ 1 w 109"/>
              <a:gd name="T57" fmla="*/ 46 h 84"/>
              <a:gd name="T58" fmla="*/ 6 w 109"/>
              <a:gd name="T59" fmla="*/ 46 h 84"/>
              <a:gd name="T60" fmla="*/ 28 w 109"/>
              <a:gd name="T61" fmla="*/ 29 h 84"/>
              <a:gd name="T62" fmla="*/ 50 w 109"/>
              <a:gd name="T63" fmla="*/ 52 h 84"/>
              <a:gd name="T64" fmla="*/ 52 w 109"/>
              <a:gd name="T65" fmla="*/ 53 h 84"/>
              <a:gd name="T66" fmla="*/ 54 w 109"/>
              <a:gd name="T67" fmla="*/ 52 h 84"/>
              <a:gd name="T68" fmla="*/ 98 w 109"/>
              <a:gd name="T69" fmla="*/ 14 h 84"/>
              <a:gd name="T70" fmla="*/ 104 w 109"/>
              <a:gd name="T71" fmla="*/ 21 h 84"/>
              <a:gd name="T72" fmla="*/ 107 w 109"/>
              <a:gd name="T73" fmla="*/ 20 h 84"/>
              <a:gd name="T74" fmla="*/ 109 w 109"/>
              <a:gd name="T75" fmla="*/ 2 h 84"/>
              <a:gd name="T76" fmla="*/ 107 w 109"/>
              <a:gd name="T7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84">
                <a:moveTo>
                  <a:pt x="78" y="39"/>
                </a:moveTo>
                <a:cubicBezTo>
                  <a:pt x="96" y="23"/>
                  <a:pt x="96" y="23"/>
                  <a:pt x="96" y="23"/>
                </a:cubicBezTo>
                <a:cubicBezTo>
                  <a:pt x="96" y="84"/>
                  <a:pt x="96" y="84"/>
                  <a:pt x="96" y="84"/>
                </a:cubicBezTo>
                <a:cubicBezTo>
                  <a:pt x="78" y="84"/>
                  <a:pt x="78" y="84"/>
                  <a:pt x="78" y="84"/>
                </a:cubicBezTo>
                <a:lnTo>
                  <a:pt x="78" y="39"/>
                </a:lnTo>
                <a:close/>
                <a:moveTo>
                  <a:pt x="55" y="84"/>
                </a:moveTo>
                <a:cubicBezTo>
                  <a:pt x="73" y="84"/>
                  <a:pt x="73" y="84"/>
                  <a:pt x="73" y="84"/>
                </a:cubicBezTo>
                <a:cubicBezTo>
                  <a:pt x="73" y="43"/>
                  <a:pt x="73" y="43"/>
                  <a:pt x="73" y="43"/>
                </a:cubicBezTo>
                <a:cubicBezTo>
                  <a:pt x="55" y="59"/>
                  <a:pt x="55" y="59"/>
                  <a:pt x="55" y="59"/>
                </a:cubicBezTo>
                <a:lnTo>
                  <a:pt x="55" y="84"/>
                </a:lnTo>
                <a:close/>
                <a:moveTo>
                  <a:pt x="31" y="84"/>
                </a:moveTo>
                <a:cubicBezTo>
                  <a:pt x="50" y="84"/>
                  <a:pt x="50" y="84"/>
                  <a:pt x="50" y="84"/>
                </a:cubicBezTo>
                <a:cubicBezTo>
                  <a:pt x="50" y="59"/>
                  <a:pt x="50" y="59"/>
                  <a:pt x="50" y="59"/>
                </a:cubicBezTo>
                <a:cubicBezTo>
                  <a:pt x="31" y="40"/>
                  <a:pt x="31" y="40"/>
                  <a:pt x="31" y="40"/>
                </a:cubicBezTo>
                <a:lnTo>
                  <a:pt x="31" y="84"/>
                </a:lnTo>
                <a:close/>
                <a:moveTo>
                  <a:pt x="8" y="84"/>
                </a:moveTo>
                <a:cubicBezTo>
                  <a:pt x="26" y="84"/>
                  <a:pt x="26" y="84"/>
                  <a:pt x="26" y="84"/>
                </a:cubicBezTo>
                <a:cubicBezTo>
                  <a:pt x="26" y="37"/>
                  <a:pt x="26" y="37"/>
                  <a:pt x="26" y="37"/>
                </a:cubicBezTo>
                <a:cubicBezTo>
                  <a:pt x="8" y="52"/>
                  <a:pt x="8" y="52"/>
                  <a:pt x="8" y="52"/>
                </a:cubicBezTo>
                <a:lnTo>
                  <a:pt x="8" y="84"/>
                </a:lnTo>
                <a:close/>
                <a:moveTo>
                  <a:pt x="107" y="0"/>
                </a:moveTo>
                <a:cubicBezTo>
                  <a:pt x="89" y="0"/>
                  <a:pt x="89" y="0"/>
                  <a:pt x="89" y="0"/>
                </a:cubicBezTo>
                <a:cubicBezTo>
                  <a:pt x="88" y="0"/>
                  <a:pt x="87" y="2"/>
                  <a:pt x="88" y="3"/>
                </a:cubicBezTo>
                <a:cubicBezTo>
                  <a:pt x="94" y="9"/>
                  <a:pt x="94" y="9"/>
                  <a:pt x="94" y="9"/>
                </a:cubicBezTo>
                <a:cubicBezTo>
                  <a:pt x="52" y="45"/>
                  <a:pt x="52" y="45"/>
                  <a:pt x="52" y="45"/>
                </a:cubicBezTo>
                <a:cubicBezTo>
                  <a:pt x="31" y="22"/>
                  <a:pt x="31" y="22"/>
                  <a:pt x="31" y="22"/>
                </a:cubicBezTo>
                <a:cubicBezTo>
                  <a:pt x="29" y="21"/>
                  <a:pt x="27" y="21"/>
                  <a:pt x="26" y="22"/>
                </a:cubicBezTo>
                <a:cubicBezTo>
                  <a:pt x="2" y="41"/>
                  <a:pt x="2" y="41"/>
                  <a:pt x="2" y="41"/>
                </a:cubicBezTo>
                <a:cubicBezTo>
                  <a:pt x="0" y="42"/>
                  <a:pt x="0" y="45"/>
                  <a:pt x="1" y="46"/>
                </a:cubicBezTo>
                <a:cubicBezTo>
                  <a:pt x="3" y="47"/>
                  <a:pt x="5" y="48"/>
                  <a:pt x="6" y="46"/>
                </a:cubicBezTo>
                <a:cubicBezTo>
                  <a:pt x="28" y="29"/>
                  <a:pt x="28" y="29"/>
                  <a:pt x="28" y="29"/>
                </a:cubicBezTo>
                <a:cubicBezTo>
                  <a:pt x="50" y="52"/>
                  <a:pt x="50" y="52"/>
                  <a:pt x="50" y="52"/>
                </a:cubicBezTo>
                <a:cubicBezTo>
                  <a:pt x="50" y="53"/>
                  <a:pt x="51" y="53"/>
                  <a:pt x="52" y="53"/>
                </a:cubicBezTo>
                <a:cubicBezTo>
                  <a:pt x="53" y="53"/>
                  <a:pt x="54" y="53"/>
                  <a:pt x="54" y="52"/>
                </a:cubicBezTo>
                <a:cubicBezTo>
                  <a:pt x="98" y="14"/>
                  <a:pt x="98" y="14"/>
                  <a:pt x="98" y="14"/>
                </a:cubicBezTo>
                <a:cubicBezTo>
                  <a:pt x="104" y="21"/>
                  <a:pt x="104" y="21"/>
                  <a:pt x="104" y="21"/>
                </a:cubicBezTo>
                <a:cubicBezTo>
                  <a:pt x="105" y="22"/>
                  <a:pt x="107" y="21"/>
                  <a:pt x="107" y="20"/>
                </a:cubicBezTo>
                <a:cubicBezTo>
                  <a:pt x="109" y="2"/>
                  <a:pt x="109" y="2"/>
                  <a:pt x="109" y="2"/>
                </a:cubicBezTo>
                <a:cubicBezTo>
                  <a:pt x="109" y="1"/>
                  <a:pt x="108" y="0"/>
                  <a:pt x="107"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EC0133D1-C528-4D0C-9C02-8F60B42D41BA}"/>
              </a:ext>
            </a:extLst>
          </p:cNvPr>
          <p:cNvSpPr>
            <a:spLocks noEditPoints="1"/>
          </p:cNvSpPr>
          <p:nvPr/>
        </p:nvSpPr>
        <p:spPr bwMode="auto">
          <a:xfrm>
            <a:off x="4908551" y="4157663"/>
            <a:ext cx="428625" cy="374650"/>
          </a:xfrm>
          <a:custGeom>
            <a:avLst/>
            <a:gdLst>
              <a:gd name="T0" fmla="*/ 73 w 104"/>
              <a:gd name="T1" fmla="*/ 48 h 91"/>
              <a:gd name="T2" fmla="*/ 73 w 104"/>
              <a:gd name="T3" fmla="*/ 51 h 91"/>
              <a:gd name="T4" fmla="*/ 66 w 104"/>
              <a:gd name="T5" fmla="*/ 51 h 91"/>
              <a:gd name="T6" fmla="*/ 66 w 104"/>
              <a:gd name="T7" fmla="*/ 48 h 91"/>
              <a:gd name="T8" fmla="*/ 52 w 104"/>
              <a:gd name="T9" fmla="*/ 38 h 91"/>
              <a:gd name="T10" fmla="*/ 58 w 104"/>
              <a:gd name="T11" fmla="*/ 34 h 91"/>
              <a:gd name="T12" fmla="*/ 70 w 104"/>
              <a:gd name="T13" fmla="*/ 41 h 91"/>
              <a:gd name="T14" fmla="*/ 79 w 104"/>
              <a:gd name="T15" fmla="*/ 35 h 91"/>
              <a:gd name="T16" fmla="*/ 70 w 104"/>
              <a:gd name="T17" fmla="*/ 29 h 91"/>
              <a:gd name="T18" fmla="*/ 54 w 104"/>
              <a:gd name="T19" fmla="*/ 16 h 91"/>
              <a:gd name="T20" fmla="*/ 66 w 104"/>
              <a:gd name="T21" fmla="*/ 5 h 91"/>
              <a:gd name="T22" fmla="*/ 66 w 104"/>
              <a:gd name="T23" fmla="*/ 0 h 91"/>
              <a:gd name="T24" fmla="*/ 73 w 104"/>
              <a:gd name="T25" fmla="*/ 0 h 91"/>
              <a:gd name="T26" fmla="*/ 73 w 104"/>
              <a:gd name="T27" fmla="*/ 5 h 91"/>
              <a:gd name="T28" fmla="*/ 85 w 104"/>
              <a:gd name="T29" fmla="*/ 13 h 91"/>
              <a:gd name="T30" fmla="*/ 79 w 104"/>
              <a:gd name="T31" fmla="*/ 16 h 91"/>
              <a:gd name="T32" fmla="*/ 70 w 104"/>
              <a:gd name="T33" fmla="*/ 11 h 91"/>
              <a:gd name="T34" fmla="*/ 61 w 104"/>
              <a:gd name="T35" fmla="*/ 17 h 91"/>
              <a:gd name="T36" fmla="*/ 70 w 104"/>
              <a:gd name="T37" fmla="*/ 22 h 91"/>
              <a:gd name="T38" fmla="*/ 87 w 104"/>
              <a:gd name="T39" fmla="*/ 35 h 91"/>
              <a:gd name="T40" fmla="*/ 73 w 104"/>
              <a:gd name="T41" fmla="*/ 48 h 91"/>
              <a:gd name="T42" fmla="*/ 100 w 104"/>
              <a:gd name="T43" fmla="*/ 68 h 91"/>
              <a:gd name="T44" fmla="*/ 74 w 104"/>
              <a:gd name="T45" fmla="*/ 75 h 91"/>
              <a:gd name="T46" fmla="*/ 53 w 104"/>
              <a:gd name="T47" fmla="*/ 67 h 91"/>
              <a:gd name="T48" fmla="*/ 76 w 104"/>
              <a:gd name="T49" fmla="*/ 66 h 91"/>
              <a:gd name="T50" fmla="*/ 62 w 104"/>
              <a:gd name="T51" fmla="*/ 58 h 91"/>
              <a:gd name="T52" fmla="*/ 45 w 104"/>
              <a:gd name="T53" fmla="*/ 54 h 91"/>
              <a:gd name="T54" fmla="*/ 21 w 104"/>
              <a:gd name="T55" fmla="*/ 60 h 91"/>
              <a:gd name="T56" fmla="*/ 21 w 104"/>
              <a:gd name="T57" fmla="*/ 85 h 91"/>
              <a:gd name="T58" fmla="*/ 36 w 104"/>
              <a:gd name="T59" fmla="*/ 87 h 91"/>
              <a:gd name="T60" fmla="*/ 77 w 104"/>
              <a:gd name="T61" fmla="*/ 89 h 91"/>
              <a:gd name="T62" fmla="*/ 104 w 104"/>
              <a:gd name="T63" fmla="*/ 71 h 91"/>
              <a:gd name="T64" fmla="*/ 100 w 104"/>
              <a:gd name="T65" fmla="*/ 68 h 91"/>
              <a:gd name="T66" fmla="*/ 0 w 104"/>
              <a:gd name="T67" fmla="*/ 91 h 91"/>
              <a:gd name="T68" fmla="*/ 17 w 104"/>
              <a:gd name="T69" fmla="*/ 91 h 91"/>
              <a:gd name="T70" fmla="*/ 17 w 104"/>
              <a:gd name="T71" fmla="*/ 60 h 91"/>
              <a:gd name="T72" fmla="*/ 0 w 104"/>
              <a:gd name="T73" fmla="*/ 60 h 91"/>
              <a:gd name="T74" fmla="*/ 0 w 104"/>
              <a:gd name="T7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91">
                <a:moveTo>
                  <a:pt x="73" y="48"/>
                </a:moveTo>
                <a:cubicBezTo>
                  <a:pt x="73" y="51"/>
                  <a:pt x="73" y="51"/>
                  <a:pt x="73" y="51"/>
                </a:cubicBezTo>
                <a:cubicBezTo>
                  <a:pt x="66" y="51"/>
                  <a:pt x="66" y="51"/>
                  <a:pt x="66" y="51"/>
                </a:cubicBezTo>
                <a:cubicBezTo>
                  <a:pt x="66" y="48"/>
                  <a:pt x="66" y="48"/>
                  <a:pt x="66" y="48"/>
                </a:cubicBezTo>
                <a:cubicBezTo>
                  <a:pt x="59" y="47"/>
                  <a:pt x="54" y="44"/>
                  <a:pt x="52" y="38"/>
                </a:cubicBezTo>
                <a:cubicBezTo>
                  <a:pt x="58" y="34"/>
                  <a:pt x="58" y="34"/>
                  <a:pt x="58" y="34"/>
                </a:cubicBezTo>
                <a:cubicBezTo>
                  <a:pt x="60" y="39"/>
                  <a:pt x="65" y="41"/>
                  <a:pt x="70" y="41"/>
                </a:cubicBezTo>
                <a:cubicBezTo>
                  <a:pt x="75" y="41"/>
                  <a:pt x="79" y="39"/>
                  <a:pt x="79" y="35"/>
                </a:cubicBezTo>
                <a:cubicBezTo>
                  <a:pt x="79" y="31"/>
                  <a:pt x="75" y="29"/>
                  <a:pt x="70" y="29"/>
                </a:cubicBezTo>
                <a:cubicBezTo>
                  <a:pt x="61" y="28"/>
                  <a:pt x="54" y="25"/>
                  <a:pt x="54" y="16"/>
                </a:cubicBezTo>
                <a:cubicBezTo>
                  <a:pt x="54" y="9"/>
                  <a:pt x="59" y="6"/>
                  <a:pt x="66" y="5"/>
                </a:cubicBezTo>
                <a:cubicBezTo>
                  <a:pt x="66" y="0"/>
                  <a:pt x="66" y="0"/>
                  <a:pt x="66" y="0"/>
                </a:cubicBezTo>
                <a:cubicBezTo>
                  <a:pt x="73" y="0"/>
                  <a:pt x="73" y="0"/>
                  <a:pt x="73" y="0"/>
                </a:cubicBezTo>
                <a:cubicBezTo>
                  <a:pt x="73" y="5"/>
                  <a:pt x="73" y="5"/>
                  <a:pt x="73" y="5"/>
                </a:cubicBezTo>
                <a:cubicBezTo>
                  <a:pt x="78" y="5"/>
                  <a:pt x="83" y="7"/>
                  <a:pt x="85" y="13"/>
                </a:cubicBezTo>
                <a:cubicBezTo>
                  <a:pt x="79" y="16"/>
                  <a:pt x="79" y="16"/>
                  <a:pt x="79" y="16"/>
                </a:cubicBezTo>
                <a:cubicBezTo>
                  <a:pt x="78" y="13"/>
                  <a:pt x="74" y="11"/>
                  <a:pt x="70" y="11"/>
                </a:cubicBezTo>
                <a:cubicBezTo>
                  <a:pt x="64" y="11"/>
                  <a:pt x="61" y="13"/>
                  <a:pt x="61" y="17"/>
                </a:cubicBezTo>
                <a:cubicBezTo>
                  <a:pt x="61" y="20"/>
                  <a:pt x="65" y="21"/>
                  <a:pt x="70" y="22"/>
                </a:cubicBezTo>
                <a:cubicBezTo>
                  <a:pt x="79" y="23"/>
                  <a:pt x="87" y="25"/>
                  <a:pt x="87" y="35"/>
                </a:cubicBezTo>
                <a:cubicBezTo>
                  <a:pt x="87" y="43"/>
                  <a:pt x="81" y="47"/>
                  <a:pt x="73" y="48"/>
                </a:cubicBezTo>
                <a:close/>
                <a:moveTo>
                  <a:pt x="100" y="68"/>
                </a:moveTo>
                <a:cubicBezTo>
                  <a:pt x="93" y="65"/>
                  <a:pt x="87" y="71"/>
                  <a:pt x="74" y="75"/>
                </a:cubicBezTo>
                <a:cubicBezTo>
                  <a:pt x="72" y="76"/>
                  <a:pt x="54" y="70"/>
                  <a:pt x="53" y="67"/>
                </a:cubicBezTo>
                <a:cubicBezTo>
                  <a:pt x="53" y="65"/>
                  <a:pt x="72" y="69"/>
                  <a:pt x="76" y="66"/>
                </a:cubicBezTo>
                <a:cubicBezTo>
                  <a:pt x="83" y="60"/>
                  <a:pt x="75" y="58"/>
                  <a:pt x="62" y="58"/>
                </a:cubicBezTo>
                <a:cubicBezTo>
                  <a:pt x="62" y="58"/>
                  <a:pt x="56" y="57"/>
                  <a:pt x="45" y="54"/>
                </a:cubicBezTo>
                <a:cubicBezTo>
                  <a:pt x="38" y="53"/>
                  <a:pt x="21" y="60"/>
                  <a:pt x="21" y="60"/>
                </a:cubicBezTo>
                <a:cubicBezTo>
                  <a:pt x="21" y="85"/>
                  <a:pt x="21" y="85"/>
                  <a:pt x="21" y="85"/>
                </a:cubicBezTo>
                <a:cubicBezTo>
                  <a:pt x="21" y="85"/>
                  <a:pt x="33" y="87"/>
                  <a:pt x="36" y="87"/>
                </a:cubicBezTo>
                <a:cubicBezTo>
                  <a:pt x="43" y="89"/>
                  <a:pt x="73" y="90"/>
                  <a:pt x="77" y="89"/>
                </a:cubicBezTo>
                <a:cubicBezTo>
                  <a:pt x="81" y="89"/>
                  <a:pt x="102" y="72"/>
                  <a:pt x="104" y="71"/>
                </a:cubicBezTo>
                <a:cubicBezTo>
                  <a:pt x="104" y="70"/>
                  <a:pt x="104" y="69"/>
                  <a:pt x="100" y="68"/>
                </a:cubicBezTo>
                <a:close/>
                <a:moveTo>
                  <a:pt x="0" y="91"/>
                </a:moveTo>
                <a:cubicBezTo>
                  <a:pt x="17" y="91"/>
                  <a:pt x="17" y="91"/>
                  <a:pt x="17" y="91"/>
                </a:cubicBezTo>
                <a:cubicBezTo>
                  <a:pt x="17" y="60"/>
                  <a:pt x="17" y="60"/>
                  <a:pt x="17" y="60"/>
                </a:cubicBezTo>
                <a:cubicBezTo>
                  <a:pt x="0" y="60"/>
                  <a:pt x="0" y="60"/>
                  <a:pt x="0" y="60"/>
                </a:cubicBezTo>
                <a:lnTo>
                  <a:pt x="0" y="91"/>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11F335A2-A9CF-4D7B-A00F-027E8335E289}"/>
              </a:ext>
            </a:extLst>
          </p:cNvPr>
          <p:cNvSpPr>
            <a:spLocks noEditPoints="1"/>
          </p:cNvSpPr>
          <p:nvPr/>
        </p:nvSpPr>
        <p:spPr bwMode="auto">
          <a:xfrm>
            <a:off x="6851651" y="4206875"/>
            <a:ext cx="527050" cy="314325"/>
          </a:xfrm>
          <a:custGeom>
            <a:avLst/>
            <a:gdLst>
              <a:gd name="T0" fmla="*/ 27 w 128"/>
              <a:gd name="T1" fmla="*/ 49 h 76"/>
              <a:gd name="T2" fmla="*/ 27 w 128"/>
              <a:gd name="T3" fmla="*/ 44 h 76"/>
              <a:gd name="T4" fmla="*/ 41 w 128"/>
              <a:gd name="T5" fmla="*/ 33 h 76"/>
              <a:gd name="T6" fmla="*/ 44 w 128"/>
              <a:gd name="T7" fmla="*/ 37 h 76"/>
              <a:gd name="T8" fmla="*/ 32 w 128"/>
              <a:gd name="T9" fmla="*/ 49 h 76"/>
              <a:gd name="T10" fmla="*/ 38 w 128"/>
              <a:gd name="T11" fmla="*/ 59 h 76"/>
              <a:gd name="T12" fmla="*/ 53 w 128"/>
              <a:gd name="T13" fmla="*/ 42 h 76"/>
              <a:gd name="T14" fmla="*/ 48 w 128"/>
              <a:gd name="T15" fmla="*/ 41 h 76"/>
              <a:gd name="T16" fmla="*/ 33 w 128"/>
              <a:gd name="T17" fmla="*/ 58 h 76"/>
              <a:gd name="T18" fmla="*/ 38 w 128"/>
              <a:gd name="T19" fmla="*/ 59 h 76"/>
              <a:gd name="T20" fmla="*/ 57 w 128"/>
              <a:gd name="T21" fmla="*/ 58 h 76"/>
              <a:gd name="T22" fmla="*/ 55 w 128"/>
              <a:gd name="T23" fmla="*/ 52 h 76"/>
              <a:gd name="T24" fmla="*/ 42 w 128"/>
              <a:gd name="T25" fmla="*/ 61 h 76"/>
              <a:gd name="T26" fmla="*/ 44 w 128"/>
              <a:gd name="T27" fmla="*/ 67 h 76"/>
              <a:gd name="T28" fmla="*/ 54 w 128"/>
              <a:gd name="T29" fmla="*/ 75 h 76"/>
              <a:gd name="T30" fmla="*/ 61 w 128"/>
              <a:gd name="T31" fmla="*/ 65 h 76"/>
              <a:gd name="T32" fmla="*/ 56 w 128"/>
              <a:gd name="T33" fmla="*/ 65 h 76"/>
              <a:gd name="T34" fmla="*/ 49 w 128"/>
              <a:gd name="T35" fmla="*/ 75 h 76"/>
              <a:gd name="T36" fmla="*/ 54 w 128"/>
              <a:gd name="T37" fmla="*/ 75 h 76"/>
              <a:gd name="T38" fmla="*/ 128 w 128"/>
              <a:gd name="T39" fmla="*/ 23 h 76"/>
              <a:gd name="T40" fmla="*/ 102 w 128"/>
              <a:gd name="T41" fmla="*/ 11 h 76"/>
              <a:gd name="T42" fmla="*/ 113 w 128"/>
              <a:gd name="T43" fmla="*/ 31 h 76"/>
              <a:gd name="T44" fmla="*/ 102 w 128"/>
              <a:gd name="T45" fmla="*/ 36 h 76"/>
              <a:gd name="T46" fmla="*/ 98 w 128"/>
              <a:gd name="T47" fmla="*/ 13 h 76"/>
              <a:gd name="T48" fmla="*/ 61 w 128"/>
              <a:gd name="T49" fmla="*/ 8 h 76"/>
              <a:gd name="T50" fmla="*/ 60 w 128"/>
              <a:gd name="T51" fmla="*/ 8 h 76"/>
              <a:gd name="T52" fmla="*/ 38 w 128"/>
              <a:gd name="T53" fmla="*/ 20 h 76"/>
              <a:gd name="T54" fmla="*/ 41 w 128"/>
              <a:gd name="T55" fmla="*/ 25 h 76"/>
              <a:gd name="T56" fmla="*/ 63 w 128"/>
              <a:gd name="T57" fmla="*/ 14 h 76"/>
              <a:gd name="T58" fmla="*/ 64 w 128"/>
              <a:gd name="T59" fmla="*/ 14 h 76"/>
              <a:gd name="T60" fmla="*/ 100 w 128"/>
              <a:gd name="T61" fmla="*/ 39 h 76"/>
              <a:gd name="T62" fmla="*/ 69 w 128"/>
              <a:gd name="T63" fmla="*/ 70 h 76"/>
              <a:gd name="T64" fmla="*/ 63 w 128"/>
              <a:gd name="T65" fmla="*/ 73 h 76"/>
              <a:gd name="T66" fmla="*/ 65 w 128"/>
              <a:gd name="T67" fmla="*/ 75 h 76"/>
              <a:gd name="T68" fmla="*/ 78 w 128"/>
              <a:gd name="T69" fmla="*/ 69 h 76"/>
              <a:gd name="T70" fmla="*/ 79 w 128"/>
              <a:gd name="T71" fmla="*/ 65 h 76"/>
              <a:gd name="T72" fmla="*/ 75 w 128"/>
              <a:gd name="T73" fmla="*/ 54 h 76"/>
              <a:gd name="T74" fmla="*/ 84 w 128"/>
              <a:gd name="T75" fmla="*/ 63 h 76"/>
              <a:gd name="T76" fmla="*/ 89 w 128"/>
              <a:gd name="T77" fmla="*/ 64 h 76"/>
              <a:gd name="T78" fmla="*/ 90 w 128"/>
              <a:gd name="T79" fmla="*/ 59 h 76"/>
              <a:gd name="T80" fmla="*/ 85 w 128"/>
              <a:gd name="T81" fmla="*/ 47 h 76"/>
              <a:gd name="T82" fmla="*/ 94 w 128"/>
              <a:gd name="T83" fmla="*/ 57 h 76"/>
              <a:gd name="T84" fmla="*/ 99 w 128"/>
              <a:gd name="T85" fmla="*/ 58 h 76"/>
              <a:gd name="T86" fmla="*/ 92 w 128"/>
              <a:gd name="T87" fmla="*/ 45 h 76"/>
              <a:gd name="T88" fmla="*/ 45 w 128"/>
              <a:gd name="T89" fmla="*/ 28 h 76"/>
              <a:gd name="T90" fmla="*/ 35 w 128"/>
              <a:gd name="T91" fmla="*/ 26 h 76"/>
              <a:gd name="T92" fmla="*/ 38 w 128"/>
              <a:gd name="T93" fmla="*/ 14 h 76"/>
              <a:gd name="T94" fmla="*/ 31 w 128"/>
              <a:gd name="T95" fmla="*/ 14 h 76"/>
              <a:gd name="T96" fmla="*/ 24 w 128"/>
              <a:gd name="T97" fmla="*/ 40 h 76"/>
              <a:gd name="T98" fmla="*/ 41 w 128"/>
              <a:gd name="T99" fmla="*/ 29 h 76"/>
              <a:gd name="T100" fmla="*/ 49 w 128"/>
              <a:gd name="T101" fmla="*/ 36 h 76"/>
              <a:gd name="T102" fmla="*/ 57 w 128"/>
              <a:gd name="T103" fmla="*/ 39 h 76"/>
              <a:gd name="T104" fmla="*/ 61 w 128"/>
              <a:gd name="T105" fmla="*/ 50 h 76"/>
              <a:gd name="T106" fmla="*/ 64 w 128"/>
              <a:gd name="T107" fmla="*/ 62 h 76"/>
              <a:gd name="T108" fmla="*/ 73 w 128"/>
              <a:gd name="T109" fmla="*/ 67 h 76"/>
              <a:gd name="T110" fmla="*/ 76 w 128"/>
              <a:gd name="T111" fmla="*/ 70 h 76"/>
              <a:gd name="T112" fmla="*/ 11 w 128"/>
              <a:gd name="T113" fmla="*/ 28 h 76"/>
              <a:gd name="T114" fmla="*/ 16 w 128"/>
              <a:gd name="T115" fmla="*/ 0 h 76"/>
              <a:gd name="T116" fmla="*/ 11 w 128"/>
              <a:gd name="T11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76">
                <a:moveTo>
                  <a:pt x="29" y="50"/>
                </a:moveTo>
                <a:cubicBezTo>
                  <a:pt x="28" y="50"/>
                  <a:pt x="27" y="49"/>
                  <a:pt x="27" y="49"/>
                </a:cubicBezTo>
                <a:cubicBezTo>
                  <a:pt x="26" y="48"/>
                  <a:pt x="26" y="47"/>
                  <a:pt x="26" y="46"/>
                </a:cubicBezTo>
                <a:cubicBezTo>
                  <a:pt x="26" y="45"/>
                  <a:pt x="26" y="44"/>
                  <a:pt x="27" y="44"/>
                </a:cubicBezTo>
                <a:cubicBezTo>
                  <a:pt x="39" y="34"/>
                  <a:pt x="39" y="34"/>
                  <a:pt x="39" y="34"/>
                </a:cubicBezTo>
                <a:cubicBezTo>
                  <a:pt x="39" y="34"/>
                  <a:pt x="40" y="33"/>
                  <a:pt x="41" y="33"/>
                </a:cubicBezTo>
                <a:cubicBezTo>
                  <a:pt x="42" y="33"/>
                  <a:pt x="43" y="34"/>
                  <a:pt x="44" y="35"/>
                </a:cubicBezTo>
                <a:cubicBezTo>
                  <a:pt x="44" y="35"/>
                  <a:pt x="44" y="36"/>
                  <a:pt x="44" y="37"/>
                </a:cubicBezTo>
                <a:cubicBezTo>
                  <a:pt x="44" y="38"/>
                  <a:pt x="44" y="39"/>
                  <a:pt x="43" y="40"/>
                </a:cubicBezTo>
                <a:cubicBezTo>
                  <a:pt x="32" y="49"/>
                  <a:pt x="32" y="49"/>
                  <a:pt x="32" y="49"/>
                </a:cubicBezTo>
                <a:cubicBezTo>
                  <a:pt x="31" y="50"/>
                  <a:pt x="30" y="50"/>
                  <a:pt x="29" y="50"/>
                </a:cubicBezTo>
                <a:close/>
                <a:moveTo>
                  <a:pt x="38" y="59"/>
                </a:moveTo>
                <a:cubicBezTo>
                  <a:pt x="53" y="46"/>
                  <a:pt x="53" y="46"/>
                  <a:pt x="53" y="46"/>
                </a:cubicBezTo>
                <a:cubicBezTo>
                  <a:pt x="54" y="45"/>
                  <a:pt x="55" y="43"/>
                  <a:pt x="53" y="42"/>
                </a:cubicBezTo>
                <a:cubicBezTo>
                  <a:pt x="53" y="41"/>
                  <a:pt x="52" y="40"/>
                  <a:pt x="51" y="40"/>
                </a:cubicBezTo>
                <a:cubicBezTo>
                  <a:pt x="50" y="40"/>
                  <a:pt x="49" y="41"/>
                  <a:pt x="48" y="41"/>
                </a:cubicBezTo>
                <a:cubicBezTo>
                  <a:pt x="34" y="53"/>
                  <a:pt x="34" y="53"/>
                  <a:pt x="34" y="53"/>
                </a:cubicBezTo>
                <a:cubicBezTo>
                  <a:pt x="32" y="55"/>
                  <a:pt x="32" y="57"/>
                  <a:pt x="33" y="58"/>
                </a:cubicBezTo>
                <a:cubicBezTo>
                  <a:pt x="34" y="59"/>
                  <a:pt x="35" y="59"/>
                  <a:pt x="36" y="59"/>
                </a:cubicBezTo>
                <a:cubicBezTo>
                  <a:pt x="37" y="59"/>
                  <a:pt x="37" y="59"/>
                  <a:pt x="38" y="59"/>
                </a:cubicBezTo>
                <a:close/>
                <a:moveTo>
                  <a:pt x="46" y="67"/>
                </a:moveTo>
                <a:cubicBezTo>
                  <a:pt x="57" y="58"/>
                  <a:pt x="57" y="58"/>
                  <a:pt x="57" y="58"/>
                </a:cubicBezTo>
                <a:cubicBezTo>
                  <a:pt x="59" y="57"/>
                  <a:pt x="59" y="54"/>
                  <a:pt x="58" y="53"/>
                </a:cubicBezTo>
                <a:cubicBezTo>
                  <a:pt x="57" y="52"/>
                  <a:pt x="56" y="52"/>
                  <a:pt x="55" y="52"/>
                </a:cubicBezTo>
                <a:cubicBezTo>
                  <a:pt x="54" y="52"/>
                  <a:pt x="53" y="52"/>
                  <a:pt x="53" y="52"/>
                </a:cubicBezTo>
                <a:cubicBezTo>
                  <a:pt x="42" y="61"/>
                  <a:pt x="42" y="61"/>
                  <a:pt x="42" y="61"/>
                </a:cubicBezTo>
                <a:cubicBezTo>
                  <a:pt x="41" y="63"/>
                  <a:pt x="40" y="65"/>
                  <a:pt x="42" y="66"/>
                </a:cubicBezTo>
                <a:cubicBezTo>
                  <a:pt x="42" y="67"/>
                  <a:pt x="43" y="67"/>
                  <a:pt x="44" y="67"/>
                </a:cubicBezTo>
                <a:cubicBezTo>
                  <a:pt x="45" y="67"/>
                  <a:pt x="46" y="67"/>
                  <a:pt x="46" y="67"/>
                </a:cubicBezTo>
                <a:close/>
                <a:moveTo>
                  <a:pt x="54" y="75"/>
                </a:moveTo>
                <a:cubicBezTo>
                  <a:pt x="60" y="70"/>
                  <a:pt x="60" y="70"/>
                  <a:pt x="60" y="70"/>
                </a:cubicBezTo>
                <a:cubicBezTo>
                  <a:pt x="62" y="69"/>
                  <a:pt x="62" y="67"/>
                  <a:pt x="61" y="65"/>
                </a:cubicBezTo>
                <a:cubicBezTo>
                  <a:pt x="60" y="64"/>
                  <a:pt x="59" y="64"/>
                  <a:pt x="58" y="64"/>
                </a:cubicBezTo>
                <a:cubicBezTo>
                  <a:pt x="57" y="64"/>
                  <a:pt x="57" y="64"/>
                  <a:pt x="56" y="65"/>
                </a:cubicBezTo>
                <a:cubicBezTo>
                  <a:pt x="50" y="70"/>
                  <a:pt x="50" y="70"/>
                  <a:pt x="50" y="70"/>
                </a:cubicBezTo>
                <a:cubicBezTo>
                  <a:pt x="48" y="71"/>
                  <a:pt x="48" y="73"/>
                  <a:pt x="49" y="75"/>
                </a:cubicBezTo>
                <a:cubicBezTo>
                  <a:pt x="50" y="75"/>
                  <a:pt x="51" y="76"/>
                  <a:pt x="52" y="76"/>
                </a:cubicBezTo>
                <a:cubicBezTo>
                  <a:pt x="53" y="76"/>
                  <a:pt x="54" y="76"/>
                  <a:pt x="54" y="75"/>
                </a:cubicBezTo>
                <a:close/>
                <a:moveTo>
                  <a:pt x="113" y="31"/>
                </a:moveTo>
                <a:cubicBezTo>
                  <a:pt x="128" y="23"/>
                  <a:pt x="128" y="23"/>
                  <a:pt x="128" y="23"/>
                </a:cubicBezTo>
                <a:cubicBezTo>
                  <a:pt x="117" y="3"/>
                  <a:pt x="117" y="3"/>
                  <a:pt x="117" y="3"/>
                </a:cubicBezTo>
                <a:cubicBezTo>
                  <a:pt x="111" y="6"/>
                  <a:pt x="104" y="10"/>
                  <a:pt x="102" y="11"/>
                </a:cubicBezTo>
                <a:cubicBezTo>
                  <a:pt x="103" y="14"/>
                  <a:pt x="106" y="19"/>
                  <a:pt x="113" y="30"/>
                </a:cubicBezTo>
                <a:lnTo>
                  <a:pt x="113" y="31"/>
                </a:lnTo>
                <a:close/>
                <a:moveTo>
                  <a:pt x="100" y="39"/>
                </a:moveTo>
                <a:cubicBezTo>
                  <a:pt x="101" y="38"/>
                  <a:pt x="102" y="37"/>
                  <a:pt x="102" y="36"/>
                </a:cubicBezTo>
                <a:cubicBezTo>
                  <a:pt x="103" y="35"/>
                  <a:pt x="107" y="33"/>
                  <a:pt x="109" y="32"/>
                </a:cubicBezTo>
                <a:cubicBezTo>
                  <a:pt x="107" y="28"/>
                  <a:pt x="100" y="17"/>
                  <a:pt x="98" y="13"/>
                </a:cubicBezTo>
                <a:cubicBezTo>
                  <a:pt x="86" y="8"/>
                  <a:pt x="75" y="7"/>
                  <a:pt x="68" y="7"/>
                </a:cubicBezTo>
                <a:cubicBezTo>
                  <a:pt x="66" y="7"/>
                  <a:pt x="64" y="7"/>
                  <a:pt x="61" y="8"/>
                </a:cubicBezTo>
                <a:cubicBezTo>
                  <a:pt x="61" y="8"/>
                  <a:pt x="61" y="8"/>
                  <a:pt x="61" y="8"/>
                </a:cubicBezTo>
                <a:cubicBezTo>
                  <a:pt x="61" y="8"/>
                  <a:pt x="60" y="8"/>
                  <a:pt x="60" y="8"/>
                </a:cubicBezTo>
                <a:cubicBezTo>
                  <a:pt x="40" y="18"/>
                  <a:pt x="40" y="18"/>
                  <a:pt x="40" y="18"/>
                </a:cubicBezTo>
                <a:cubicBezTo>
                  <a:pt x="39" y="18"/>
                  <a:pt x="38" y="19"/>
                  <a:pt x="38" y="20"/>
                </a:cubicBezTo>
                <a:cubicBezTo>
                  <a:pt x="38" y="21"/>
                  <a:pt x="38" y="22"/>
                  <a:pt x="38" y="23"/>
                </a:cubicBezTo>
                <a:cubicBezTo>
                  <a:pt x="39" y="24"/>
                  <a:pt x="40" y="25"/>
                  <a:pt x="41" y="25"/>
                </a:cubicBezTo>
                <a:cubicBezTo>
                  <a:pt x="42" y="25"/>
                  <a:pt x="42" y="24"/>
                  <a:pt x="43" y="24"/>
                </a:cubicBezTo>
                <a:cubicBezTo>
                  <a:pt x="63" y="14"/>
                  <a:pt x="63" y="14"/>
                  <a:pt x="63" y="14"/>
                </a:cubicBezTo>
                <a:cubicBezTo>
                  <a:pt x="64" y="14"/>
                  <a:pt x="64" y="14"/>
                  <a:pt x="64" y="14"/>
                </a:cubicBezTo>
                <a:cubicBezTo>
                  <a:pt x="64" y="14"/>
                  <a:pt x="64" y="14"/>
                  <a:pt x="64" y="14"/>
                </a:cubicBezTo>
                <a:cubicBezTo>
                  <a:pt x="77" y="23"/>
                  <a:pt x="93" y="40"/>
                  <a:pt x="97" y="44"/>
                </a:cubicBezTo>
                <a:cubicBezTo>
                  <a:pt x="98" y="43"/>
                  <a:pt x="99" y="41"/>
                  <a:pt x="100" y="39"/>
                </a:cubicBezTo>
                <a:close/>
                <a:moveTo>
                  <a:pt x="67" y="75"/>
                </a:moveTo>
                <a:cubicBezTo>
                  <a:pt x="69" y="74"/>
                  <a:pt x="69" y="72"/>
                  <a:pt x="69" y="70"/>
                </a:cubicBezTo>
                <a:cubicBezTo>
                  <a:pt x="66" y="68"/>
                  <a:pt x="66" y="68"/>
                  <a:pt x="66" y="68"/>
                </a:cubicBezTo>
                <a:cubicBezTo>
                  <a:pt x="66" y="70"/>
                  <a:pt x="65" y="72"/>
                  <a:pt x="63" y="73"/>
                </a:cubicBezTo>
                <a:cubicBezTo>
                  <a:pt x="63" y="73"/>
                  <a:pt x="63" y="73"/>
                  <a:pt x="63" y="73"/>
                </a:cubicBezTo>
                <a:cubicBezTo>
                  <a:pt x="64" y="74"/>
                  <a:pt x="65" y="75"/>
                  <a:pt x="65" y="75"/>
                </a:cubicBezTo>
                <a:cubicBezTo>
                  <a:pt x="66" y="75"/>
                  <a:pt x="66" y="75"/>
                  <a:pt x="67" y="75"/>
                </a:cubicBezTo>
                <a:close/>
                <a:moveTo>
                  <a:pt x="78" y="69"/>
                </a:moveTo>
                <a:cubicBezTo>
                  <a:pt x="79" y="69"/>
                  <a:pt x="80" y="67"/>
                  <a:pt x="79" y="65"/>
                </a:cubicBezTo>
                <a:cubicBezTo>
                  <a:pt x="79" y="65"/>
                  <a:pt x="79" y="65"/>
                  <a:pt x="79" y="65"/>
                </a:cubicBezTo>
                <a:cubicBezTo>
                  <a:pt x="71" y="57"/>
                  <a:pt x="71" y="57"/>
                  <a:pt x="71" y="57"/>
                </a:cubicBezTo>
                <a:cubicBezTo>
                  <a:pt x="75" y="54"/>
                  <a:pt x="75" y="54"/>
                  <a:pt x="75" y="54"/>
                </a:cubicBezTo>
                <a:cubicBezTo>
                  <a:pt x="84" y="63"/>
                  <a:pt x="84" y="63"/>
                  <a:pt x="84" y="63"/>
                </a:cubicBezTo>
                <a:cubicBezTo>
                  <a:pt x="84" y="63"/>
                  <a:pt x="84" y="63"/>
                  <a:pt x="84" y="63"/>
                </a:cubicBezTo>
                <a:cubicBezTo>
                  <a:pt x="86" y="64"/>
                  <a:pt x="86" y="65"/>
                  <a:pt x="87" y="65"/>
                </a:cubicBezTo>
                <a:cubicBezTo>
                  <a:pt x="88" y="65"/>
                  <a:pt x="88" y="65"/>
                  <a:pt x="89" y="64"/>
                </a:cubicBezTo>
                <a:cubicBezTo>
                  <a:pt x="90" y="64"/>
                  <a:pt x="91" y="63"/>
                  <a:pt x="91" y="61"/>
                </a:cubicBezTo>
                <a:cubicBezTo>
                  <a:pt x="91" y="61"/>
                  <a:pt x="90" y="60"/>
                  <a:pt x="90" y="59"/>
                </a:cubicBezTo>
                <a:cubicBezTo>
                  <a:pt x="81" y="50"/>
                  <a:pt x="81" y="50"/>
                  <a:pt x="81" y="50"/>
                </a:cubicBezTo>
                <a:cubicBezTo>
                  <a:pt x="85" y="47"/>
                  <a:pt x="85" y="47"/>
                  <a:pt x="85" y="47"/>
                </a:cubicBezTo>
                <a:cubicBezTo>
                  <a:pt x="94" y="56"/>
                  <a:pt x="94" y="56"/>
                  <a:pt x="94" y="56"/>
                </a:cubicBezTo>
                <a:cubicBezTo>
                  <a:pt x="94" y="57"/>
                  <a:pt x="94" y="57"/>
                  <a:pt x="94" y="57"/>
                </a:cubicBezTo>
                <a:cubicBezTo>
                  <a:pt x="95" y="58"/>
                  <a:pt x="96" y="59"/>
                  <a:pt x="97" y="59"/>
                </a:cubicBezTo>
                <a:cubicBezTo>
                  <a:pt x="98" y="59"/>
                  <a:pt x="98" y="58"/>
                  <a:pt x="99" y="58"/>
                </a:cubicBezTo>
                <a:cubicBezTo>
                  <a:pt x="100" y="57"/>
                  <a:pt x="101" y="55"/>
                  <a:pt x="100" y="54"/>
                </a:cubicBezTo>
                <a:cubicBezTo>
                  <a:pt x="92" y="45"/>
                  <a:pt x="92" y="45"/>
                  <a:pt x="92" y="45"/>
                </a:cubicBezTo>
                <a:cubicBezTo>
                  <a:pt x="87" y="39"/>
                  <a:pt x="74" y="27"/>
                  <a:pt x="63" y="19"/>
                </a:cubicBezTo>
                <a:cubicBezTo>
                  <a:pt x="45" y="28"/>
                  <a:pt x="45" y="28"/>
                  <a:pt x="45" y="28"/>
                </a:cubicBezTo>
                <a:cubicBezTo>
                  <a:pt x="44" y="29"/>
                  <a:pt x="43" y="29"/>
                  <a:pt x="41" y="29"/>
                </a:cubicBezTo>
                <a:cubicBezTo>
                  <a:pt x="39" y="29"/>
                  <a:pt x="36" y="28"/>
                  <a:pt x="35" y="26"/>
                </a:cubicBezTo>
                <a:cubicBezTo>
                  <a:pt x="34" y="24"/>
                  <a:pt x="33" y="21"/>
                  <a:pt x="34" y="19"/>
                </a:cubicBezTo>
                <a:cubicBezTo>
                  <a:pt x="34" y="17"/>
                  <a:pt x="36" y="15"/>
                  <a:pt x="38" y="14"/>
                </a:cubicBezTo>
                <a:cubicBezTo>
                  <a:pt x="40" y="13"/>
                  <a:pt x="40" y="13"/>
                  <a:pt x="40" y="13"/>
                </a:cubicBezTo>
                <a:cubicBezTo>
                  <a:pt x="31" y="14"/>
                  <a:pt x="31" y="14"/>
                  <a:pt x="31" y="14"/>
                </a:cubicBezTo>
                <a:cubicBezTo>
                  <a:pt x="15" y="30"/>
                  <a:pt x="15" y="30"/>
                  <a:pt x="15" y="30"/>
                </a:cubicBezTo>
                <a:cubicBezTo>
                  <a:pt x="24" y="40"/>
                  <a:pt x="24" y="40"/>
                  <a:pt x="24" y="40"/>
                </a:cubicBezTo>
                <a:cubicBezTo>
                  <a:pt x="24" y="40"/>
                  <a:pt x="36" y="31"/>
                  <a:pt x="36" y="31"/>
                </a:cubicBezTo>
                <a:cubicBezTo>
                  <a:pt x="37" y="30"/>
                  <a:pt x="39" y="29"/>
                  <a:pt x="41" y="29"/>
                </a:cubicBezTo>
                <a:cubicBezTo>
                  <a:pt x="43" y="29"/>
                  <a:pt x="45" y="30"/>
                  <a:pt x="47" y="32"/>
                </a:cubicBezTo>
                <a:cubicBezTo>
                  <a:pt x="48" y="33"/>
                  <a:pt x="49" y="35"/>
                  <a:pt x="49" y="36"/>
                </a:cubicBezTo>
                <a:cubicBezTo>
                  <a:pt x="49" y="36"/>
                  <a:pt x="50" y="36"/>
                  <a:pt x="51" y="36"/>
                </a:cubicBezTo>
                <a:cubicBezTo>
                  <a:pt x="53" y="36"/>
                  <a:pt x="55" y="37"/>
                  <a:pt x="57" y="39"/>
                </a:cubicBezTo>
                <a:cubicBezTo>
                  <a:pt x="59" y="41"/>
                  <a:pt x="59" y="45"/>
                  <a:pt x="57" y="48"/>
                </a:cubicBezTo>
                <a:cubicBezTo>
                  <a:pt x="59" y="48"/>
                  <a:pt x="60" y="49"/>
                  <a:pt x="61" y="50"/>
                </a:cubicBezTo>
                <a:cubicBezTo>
                  <a:pt x="63" y="53"/>
                  <a:pt x="63" y="57"/>
                  <a:pt x="61" y="60"/>
                </a:cubicBezTo>
                <a:cubicBezTo>
                  <a:pt x="62" y="60"/>
                  <a:pt x="63" y="61"/>
                  <a:pt x="64" y="62"/>
                </a:cubicBezTo>
                <a:cubicBezTo>
                  <a:pt x="66" y="61"/>
                  <a:pt x="66" y="61"/>
                  <a:pt x="66" y="61"/>
                </a:cubicBezTo>
                <a:cubicBezTo>
                  <a:pt x="73" y="67"/>
                  <a:pt x="73" y="67"/>
                  <a:pt x="73" y="67"/>
                </a:cubicBezTo>
                <a:cubicBezTo>
                  <a:pt x="73" y="68"/>
                  <a:pt x="74" y="68"/>
                  <a:pt x="74" y="69"/>
                </a:cubicBezTo>
                <a:cubicBezTo>
                  <a:pt x="75" y="69"/>
                  <a:pt x="75" y="70"/>
                  <a:pt x="76" y="70"/>
                </a:cubicBezTo>
                <a:cubicBezTo>
                  <a:pt x="77" y="70"/>
                  <a:pt x="77" y="70"/>
                  <a:pt x="78" y="69"/>
                </a:cubicBezTo>
                <a:close/>
                <a:moveTo>
                  <a:pt x="11" y="28"/>
                </a:moveTo>
                <a:cubicBezTo>
                  <a:pt x="27" y="11"/>
                  <a:pt x="27" y="11"/>
                  <a:pt x="27" y="11"/>
                </a:cubicBezTo>
                <a:cubicBezTo>
                  <a:pt x="16" y="0"/>
                  <a:pt x="16" y="0"/>
                  <a:pt x="16" y="0"/>
                </a:cubicBezTo>
                <a:cubicBezTo>
                  <a:pt x="0" y="17"/>
                  <a:pt x="0" y="17"/>
                  <a:pt x="0" y="17"/>
                </a:cubicBezTo>
                <a:lnTo>
                  <a:pt x="11" y="2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2EC556E4-3392-4558-AE43-9C5853324BE9}"/>
              </a:ext>
            </a:extLst>
          </p:cNvPr>
          <p:cNvSpPr>
            <a:spLocks noEditPoints="1"/>
          </p:cNvSpPr>
          <p:nvPr/>
        </p:nvSpPr>
        <p:spPr bwMode="auto">
          <a:xfrm>
            <a:off x="6810376" y="2349500"/>
            <a:ext cx="403225" cy="247650"/>
          </a:xfrm>
          <a:custGeom>
            <a:avLst/>
            <a:gdLst>
              <a:gd name="T0" fmla="*/ 4 w 98"/>
              <a:gd name="T1" fmla="*/ 0 h 60"/>
              <a:gd name="T2" fmla="*/ 7 w 98"/>
              <a:gd name="T3" fmla="*/ 0 h 60"/>
              <a:gd name="T4" fmla="*/ 91 w 98"/>
              <a:gd name="T5" fmla="*/ 0 h 60"/>
              <a:gd name="T6" fmla="*/ 93 w 98"/>
              <a:gd name="T7" fmla="*/ 0 h 60"/>
              <a:gd name="T8" fmla="*/ 49 w 98"/>
              <a:gd name="T9" fmla="*/ 36 h 60"/>
              <a:gd name="T10" fmla="*/ 4 w 98"/>
              <a:gd name="T11" fmla="*/ 0 h 60"/>
              <a:gd name="T12" fmla="*/ 97 w 98"/>
              <a:gd name="T13" fmla="*/ 56 h 60"/>
              <a:gd name="T14" fmla="*/ 98 w 98"/>
              <a:gd name="T15" fmla="*/ 53 h 60"/>
              <a:gd name="T16" fmla="*/ 98 w 98"/>
              <a:gd name="T17" fmla="*/ 6 h 60"/>
              <a:gd name="T18" fmla="*/ 97 w 98"/>
              <a:gd name="T19" fmla="*/ 4 h 60"/>
              <a:gd name="T20" fmla="*/ 64 w 98"/>
              <a:gd name="T21" fmla="*/ 30 h 60"/>
              <a:gd name="T22" fmla="*/ 97 w 98"/>
              <a:gd name="T23" fmla="*/ 56 h 60"/>
              <a:gd name="T24" fmla="*/ 60 w 98"/>
              <a:gd name="T25" fmla="*/ 33 h 60"/>
              <a:gd name="T26" fmla="*/ 50 w 98"/>
              <a:gd name="T27" fmla="*/ 41 h 60"/>
              <a:gd name="T28" fmla="*/ 49 w 98"/>
              <a:gd name="T29" fmla="*/ 41 h 60"/>
              <a:gd name="T30" fmla="*/ 47 w 98"/>
              <a:gd name="T31" fmla="*/ 41 h 60"/>
              <a:gd name="T32" fmla="*/ 38 w 98"/>
              <a:gd name="T33" fmla="*/ 33 h 60"/>
              <a:gd name="T34" fmla="*/ 4 w 98"/>
              <a:gd name="T35" fmla="*/ 59 h 60"/>
              <a:gd name="T36" fmla="*/ 7 w 98"/>
              <a:gd name="T37" fmla="*/ 60 h 60"/>
              <a:gd name="T38" fmla="*/ 91 w 98"/>
              <a:gd name="T39" fmla="*/ 60 h 60"/>
              <a:gd name="T40" fmla="*/ 93 w 98"/>
              <a:gd name="T41" fmla="*/ 59 h 60"/>
              <a:gd name="T42" fmla="*/ 60 w 98"/>
              <a:gd name="T43" fmla="*/ 33 h 60"/>
              <a:gd name="T44" fmla="*/ 34 w 98"/>
              <a:gd name="T45" fmla="*/ 30 h 60"/>
              <a:gd name="T46" fmla="*/ 1 w 98"/>
              <a:gd name="T47" fmla="*/ 4 h 60"/>
              <a:gd name="T48" fmla="*/ 0 w 98"/>
              <a:gd name="T49" fmla="*/ 6 h 60"/>
              <a:gd name="T50" fmla="*/ 0 w 98"/>
              <a:gd name="T51" fmla="*/ 53 h 60"/>
              <a:gd name="T52" fmla="*/ 1 w 98"/>
              <a:gd name="T53" fmla="*/ 56 h 60"/>
              <a:gd name="T54" fmla="*/ 34 w 98"/>
              <a:gd name="T55"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8" h="60">
                <a:moveTo>
                  <a:pt x="4" y="0"/>
                </a:moveTo>
                <a:cubicBezTo>
                  <a:pt x="5" y="0"/>
                  <a:pt x="6" y="0"/>
                  <a:pt x="7" y="0"/>
                </a:cubicBezTo>
                <a:cubicBezTo>
                  <a:pt x="91" y="0"/>
                  <a:pt x="91" y="0"/>
                  <a:pt x="91" y="0"/>
                </a:cubicBezTo>
                <a:cubicBezTo>
                  <a:pt x="92" y="0"/>
                  <a:pt x="93" y="0"/>
                  <a:pt x="93" y="0"/>
                </a:cubicBezTo>
                <a:cubicBezTo>
                  <a:pt x="49" y="36"/>
                  <a:pt x="49" y="36"/>
                  <a:pt x="49" y="36"/>
                </a:cubicBezTo>
                <a:lnTo>
                  <a:pt x="4" y="0"/>
                </a:lnTo>
                <a:close/>
                <a:moveTo>
                  <a:pt x="97" y="56"/>
                </a:moveTo>
                <a:cubicBezTo>
                  <a:pt x="97" y="55"/>
                  <a:pt x="98" y="54"/>
                  <a:pt x="98" y="53"/>
                </a:cubicBezTo>
                <a:cubicBezTo>
                  <a:pt x="98" y="6"/>
                  <a:pt x="98" y="6"/>
                  <a:pt x="98" y="6"/>
                </a:cubicBezTo>
                <a:cubicBezTo>
                  <a:pt x="98" y="5"/>
                  <a:pt x="97" y="4"/>
                  <a:pt x="97" y="4"/>
                </a:cubicBezTo>
                <a:cubicBezTo>
                  <a:pt x="64" y="30"/>
                  <a:pt x="64" y="30"/>
                  <a:pt x="64" y="30"/>
                </a:cubicBezTo>
                <a:lnTo>
                  <a:pt x="97" y="56"/>
                </a:lnTo>
                <a:close/>
                <a:moveTo>
                  <a:pt x="60" y="33"/>
                </a:moveTo>
                <a:cubicBezTo>
                  <a:pt x="50" y="41"/>
                  <a:pt x="50" y="41"/>
                  <a:pt x="50" y="41"/>
                </a:cubicBezTo>
                <a:cubicBezTo>
                  <a:pt x="50" y="41"/>
                  <a:pt x="49" y="41"/>
                  <a:pt x="49" y="41"/>
                </a:cubicBezTo>
                <a:cubicBezTo>
                  <a:pt x="48" y="41"/>
                  <a:pt x="48" y="41"/>
                  <a:pt x="47" y="41"/>
                </a:cubicBezTo>
                <a:cubicBezTo>
                  <a:pt x="38" y="33"/>
                  <a:pt x="38" y="33"/>
                  <a:pt x="38" y="33"/>
                </a:cubicBezTo>
                <a:cubicBezTo>
                  <a:pt x="4" y="59"/>
                  <a:pt x="4" y="59"/>
                  <a:pt x="4" y="59"/>
                </a:cubicBezTo>
                <a:cubicBezTo>
                  <a:pt x="5" y="60"/>
                  <a:pt x="6" y="60"/>
                  <a:pt x="7" y="60"/>
                </a:cubicBezTo>
                <a:cubicBezTo>
                  <a:pt x="91" y="60"/>
                  <a:pt x="91" y="60"/>
                  <a:pt x="91" y="60"/>
                </a:cubicBezTo>
                <a:cubicBezTo>
                  <a:pt x="92" y="60"/>
                  <a:pt x="93" y="60"/>
                  <a:pt x="93" y="59"/>
                </a:cubicBezTo>
                <a:lnTo>
                  <a:pt x="60" y="33"/>
                </a:lnTo>
                <a:close/>
                <a:moveTo>
                  <a:pt x="34" y="30"/>
                </a:moveTo>
                <a:cubicBezTo>
                  <a:pt x="1" y="4"/>
                  <a:pt x="1" y="4"/>
                  <a:pt x="1" y="4"/>
                </a:cubicBezTo>
                <a:cubicBezTo>
                  <a:pt x="1" y="4"/>
                  <a:pt x="0" y="5"/>
                  <a:pt x="0" y="6"/>
                </a:cubicBezTo>
                <a:cubicBezTo>
                  <a:pt x="0" y="53"/>
                  <a:pt x="0" y="53"/>
                  <a:pt x="0" y="53"/>
                </a:cubicBezTo>
                <a:cubicBezTo>
                  <a:pt x="0" y="54"/>
                  <a:pt x="1" y="55"/>
                  <a:pt x="1" y="56"/>
                </a:cubicBezTo>
                <a:lnTo>
                  <a:pt x="34" y="3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Rectangle 17">
            <a:extLst>
              <a:ext uri="{FF2B5EF4-FFF2-40B4-BE49-F238E27FC236}">
                <a16:creationId xmlns:a16="http://schemas.microsoft.com/office/drawing/2014/main" id="{37160AB0-1A14-4FC6-B2CF-5D19CE948BA6}"/>
              </a:ext>
            </a:extLst>
          </p:cNvPr>
          <p:cNvSpPr>
            <a:spLocks noChangeArrowheads="1"/>
          </p:cNvSpPr>
          <p:nvPr/>
        </p:nvSpPr>
        <p:spPr bwMode="auto">
          <a:xfrm>
            <a:off x="3894138" y="2374900"/>
            <a:ext cx="4392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000" b="1" i="0" u="none" strike="noStrike" cap="none" normalizeH="0" baseline="0">
                <a:ln>
                  <a:noFill/>
                </a:ln>
                <a:solidFill>
                  <a:schemeClr val="bg2"/>
                </a:solidFill>
                <a:effectLst/>
                <a:latin typeface="Open Sans" panose="020B0606030504020204" pitchFamily="34" charset="0"/>
              </a:rPr>
              <a:t>01</a:t>
            </a:r>
            <a:endParaRPr kumimoji="0" lang="ru-UA" altLang="ru-UA" sz="1800" b="0" i="0" u="none" strike="noStrike" cap="none" normalizeH="0" baseline="0">
              <a:ln>
                <a:noFill/>
              </a:ln>
              <a:solidFill>
                <a:schemeClr val="bg2"/>
              </a:solidFill>
              <a:effectLst/>
            </a:endParaRPr>
          </a:p>
        </p:txBody>
      </p:sp>
      <p:sp>
        <p:nvSpPr>
          <p:cNvPr id="19" name="Rectangle 18">
            <a:extLst>
              <a:ext uri="{FF2B5EF4-FFF2-40B4-BE49-F238E27FC236}">
                <a16:creationId xmlns:a16="http://schemas.microsoft.com/office/drawing/2014/main" id="{3C4A333F-05AF-43CF-9B94-8C8470F16802}"/>
              </a:ext>
            </a:extLst>
          </p:cNvPr>
          <p:cNvSpPr>
            <a:spLocks noChangeArrowheads="1"/>
          </p:cNvSpPr>
          <p:nvPr/>
        </p:nvSpPr>
        <p:spPr bwMode="auto">
          <a:xfrm>
            <a:off x="3894138" y="3979863"/>
            <a:ext cx="4392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000" b="1" i="0" u="none" strike="noStrike" cap="none" normalizeH="0" baseline="0">
                <a:ln>
                  <a:noFill/>
                </a:ln>
                <a:solidFill>
                  <a:schemeClr val="bg2"/>
                </a:solidFill>
                <a:effectLst/>
                <a:latin typeface="Open Sans" panose="020B0606030504020204" pitchFamily="34" charset="0"/>
              </a:rPr>
              <a:t>04</a:t>
            </a:r>
            <a:endParaRPr kumimoji="0" lang="ru-UA" altLang="ru-UA" sz="1800" b="0" i="0" u="none" strike="noStrike" cap="none" normalizeH="0" baseline="0">
              <a:ln>
                <a:noFill/>
              </a:ln>
              <a:solidFill>
                <a:schemeClr val="bg2"/>
              </a:solidFill>
              <a:effectLst/>
            </a:endParaRPr>
          </a:p>
        </p:txBody>
      </p:sp>
      <p:sp>
        <p:nvSpPr>
          <p:cNvPr id="20" name="Rectangle 19">
            <a:extLst>
              <a:ext uri="{FF2B5EF4-FFF2-40B4-BE49-F238E27FC236}">
                <a16:creationId xmlns:a16="http://schemas.microsoft.com/office/drawing/2014/main" id="{E8E6EAC4-E386-407E-B701-406732A8B544}"/>
              </a:ext>
            </a:extLst>
          </p:cNvPr>
          <p:cNvSpPr>
            <a:spLocks noChangeArrowheads="1"/>
          </p:cNvSpPr>
          <p:nvPr/>
        </p:nvSpPr>
        <p:spPr bwMode="auto">
          <a:xfrm>
            <a:off x="7899401" y="2374900"/>
            <a:ext cx="4392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000" b="1" i="0" u="none" strike="noStrike" cap="none" normalizeH="0" baseline="0">
                <a:ln>
                  <a:noFill/>
                </a:ln>
                <a:solidFill>
                  <a:schemeClr val="bg2"/>
                </a:solidFill>
                <a:effectLst/>
                <a:latin typeface="Open Sans" panose="020B0606030504020204" pitchFamily="34" charset="0"/>
              </a:rPr>
              <a:t>02</a:t>
            </a:r>
            <a:endParaRPr kumimoji="0" lang="ru-UA" altLang="ru-UA" sz="1800" b="0" i="0" u="none" strike="noStrike" cap="none" normalizeH="0" baseline="0">
              <a:ln>
                <a:noFill/>
              </a:ln>
              <a:solidFill>
                <a:schemeClr val="bg2"/>
              </a:solidFill>
              <a:effectLst/>
            </a:endParaRPr>
          </a:p>
        </p:txBody>
      </p:sp>
      <p:sp>
        <p:nvSpPr>
          <p:cNvPr id="21" name="Rectangle 20">
            <a:extLst>
              <a:ext uri="{FF2B5EF4-FFF2-40B4-BE49-F238E27FC236}">
                <a16:creationId xmlns:a16="http://schemas.microsoft.com/office/drawing/2014/main" id="{ECAF36C1-B8D3-4230-8877-CFDC79A20CA0}"/>
              </a:ext>
            </a:extLst>
          </p:cNvPr>
          <p:cNvSpPr>
            <a:spLocks noChangeArrowheads="1"/>
          </p:cNvSpPr>
          <p:nvPr/>
        </p:nvSpPr>
        <p:spPr bwMode="auto">
          <a:xfrm>
            <a:off x="7899401" y="3979863"/>
            <a:ext cx="4392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000" b="1" i="0" u="none" strike="noStrike" cap="none" normalizeH="0" baseline="0">
                <a:ln>
                  <a:noFill/>
                </a:ln>
                <a:solidFill>
                  <a:schemeClr val="bg2"/>
                </a:solidFill>
                <a:effectLst/>
                <a:latin typeface="Open Sans" panose="020B0606030504020204" pitchFamily="34" charset="0"/>
              </a:rPr>
              <a:t>03</a:t>
            </a:r>
            <a:endParaRPr kumimoji="0" lang="ru-UA" altLang="ru-UA" sz="1800" b="0" i="0" u="none" strike="noStrike" cap="none" normalizeH="0" baseline="0">
              <a:ln>
                <a:noFill/>
              </a:ln>
              <a:solidFill>
                <a:schemeClr val="bg2"/>
              </a:solidFill>
              <a:effectLst/>
            </a:endParaRPr>
          </a:p>
        </p:txBody>
      </p:sp>
      <p:sp>
        <p:nvSpPr>
          <p:cNvPr id="22" name="Text_02">
            <a:extLst>
              <a:ext uri="{FF2B5EF4-FFF2-40B4-BE49-F238E27FC236}">
                <a16:creationId xmlns:a16="http://schemas.microsoft.com/office/drawing/2014/main" id="{ADD3BB55-72AB-4451-BB7E-903577D09195}"/>
              </a:ext>
            </a:extLst>
          </p:cNvPr>
          <p:cNvSpPr txBox="1"/>
          <p:nvPr/>
        </p:nvSpPr>
        <p:spPr>
          <a:xfrm>
            <a:off x="3933172" y="1440875"/>
            <a:ext cx="1435756" cy="584775"/>
          </a:xfrm>
          <a:prstGeom prst="rect">
            <a:avLst/>
          </a:prstGeom>
          <a:noFill/>
        </p:spPr>
        <p:txBody>
          <a:bodyPr wrap="square" rtlCol="0">
            <a:spAutoFit/>
          </a:bodyPr>
          <a:lstStyle/>
          <a:p>
            <a:r>
              <a:rPr lang="en-US" sz="800" dirty="0">
                <a:solidFill>
                  <a:schemeClr val="bg2"/>
                </a:solidFill>
              </a:rPr>
              <a:t>Lorem ipsum dolor sit amet, consectetur adipiscing elit, sed do </a:t>
            </a:r>
            <a:r>
              <a:rPr lang="en-US" sz="800">
                <a:solidFill>
                  <a:schemeClr val="bg2"/>
                </a:solidFill>
              </a:rPr>
              <a:t>eiusmod tempor</a:t>
            </a:r>
            <a:endParaRPr lang="ru-RU" sz="800" dirty="0">
              <a:solidFill>
                <a:schemeClr val="bg2"/>
              </a:solidFill>
            </a:endParaRPr>
          </a:p>
        </p:txBody>
      </p:sp>
      <p:sp>
        <p:nvSpPr>
          <p:cNvPr id="23" name="Text_02">
            <a:extLst>
              <a:ext uri="{FF2B5EF4-FFF2-40B4-BE49-F238E27FC236}">
                <a16:creationId xmlns:a16="http://schemas.microsoft.com/office/drawing/2014/main" id="{4106291F-5050-40BF-B8CA-95662A198E39}"/>
              </a:ext>
            </a:extLst>
          </p:cNvPr>
          <p:cNvSpPr txBox="1"/>
          <p:nvPr/>
        </p:nvSpPr>
        <p:spPr>
          <a:xfrm>
            <a:off x="3933172" y="4843175"/>
            <a:ext cx="1435756" cy="584775"/>
          </a:xfrm>
          <a:prstGeom prst="rect">
            <a:avLst/>
          </a:prstGeom>
          <a:noFill/>
        </p:spPr>
        <p:txBody>
          <a:bodyPr wrap="square" rtlCol="0">
            <a:spAutoFit/>
          </a:bodyPr>
          <a:lstStyle/>
          <a:p>
            <a:r>
              <a:rPr lang="en-US" sz="800" dirty="0">
                <a:solidFill>
                  <a:schemeClr val="bg2"/>
                </a:solidFill>
              </a:rPr>
              <a:t>Lorem ipsum dolor sit amet, consectetur adipiscing elit, sed do </a:t>
            </a:r>
            <a:r>
              <a:rPr lang="en-US" sz="800">
                <a:solidFill>
                  <a:schemeClr val="bg2"/>
                </a:solidFill>
              </a:rPr>
              <a:t>eiusmod tempor</a:t>
            </a:r>
            <a:endParaRPr lang="ru-RU" sz="800" dirty="0">
              <a:solidFill>
                <a:schemeClr val="bg2"/>
              </a:solidFill>
            </a:endParaRPr>
          </a:p>
        </p:txBody>
      </p:sp>
      <p:sp>
        <p:nvSpPr>
          <p:cNvPr id="24" name="Text_02">
            <a:extLst>
              <a:ext uri="{FF2B5EF4-FFF2-40B4-BE49-F238E27FC236}">
                <a16:creationId xmlns:a16="http://schemas.microsoft.com/office/drawing/2014/main" id="{283A04C6-DBA6-4602-B59C-1B7B73E6BEE9}"/>
              </a:ext>
            </a:extLst>
          </p:cNvPr>
          <p:cNvSpPr txBox="1"/>
          <p:nvPr/>
        </p:nvSpPr>
        <p:spPr>
          <a:xfrm>
            <a:off x="7115176" y="4843175"/>
            <a:ext cx="1435756" cy="584775"/>
          </a:xfrm>
          <a:prstGeom prst="rect">
            <a:avLst/>
          </a:prstGeom>
          <a:noFill/>
        </p:spPr>
        <p:txBody>
          <a:bodyPr wrap="square" rtlCol="0">
            <a:spAutoFit/>
          </a:bodyPr>
          <a:lstStyle/>
          <a:p>
            <a:r>
              <a:rPr lang="en-US" sz="800" dirty="0">
                <a:solidFill>
                  <a:schemeClr val="bg2"/>
                </a:solidFill>
              </a:rPr>
              <a:t>Lorem ipsum dolor sit amet, consectetur adipiscing elit, sed do </a:t>
            </a:r>
            <a:r>
              <a:rPr lang="en-US" sz="800">
                <a:solidFill>
                  <a:schemeClr val="bg2"/>
                </a:solidFill>
              </a:rPr>
              <a:t>eiusmod tempor</a:t>
            </a:r>
            <a:endParaRPr lang="ru-RU" sz="800" dirty="0">
              <a:solidFill>
                <a:schemeClr val="bg2"/>
              </a:solidFill>
            </a:endParaRPr>
          </a:p>
        </p:txBody>
      </p:sp>
      <p:sp>
        <p:nvSpPr>
          <p:cNvPr id="25" name="Text_02">
            <a:extLst>
              <a:ext uri="{FF2B5EF4-FFF2-40B4-BE49-F238E27FC236}">
                <a16:creationId xmlns:a16="http://schemas.microsoft.com/office/drawing/2014/main" id="{9596028E-7D8E-4B87-B9DC-775A13CC6DCC}"/>
              </a:ext>
            </a:extLst>
          </p:cNvPr>
          <p:cNvSpPr txBox="1"/>
          <p:nvPr/>
        </p:nvSpPr>
        <p:spPr>
          <a:xfrm>
            <a:off x="7168495" y="1440875"/>
            <a:ext cx="1435756" cy="584775"/>
          </a:xfrm>
          <a:prstGeom prst="rect">
            <a:avLst/>
          </a:prstGeom>
          <a:noFill/>
        </p:spPr>
        <p:txBody>
          <a:bodyPr wrap="square" rtlCol="0">
            <a:spAutoFit/>
          </a:bodyPr>
          <a:lstStyle/>
          <a:p>
            <a:r>
              <a:rPr lang="en-US" sz="800" dirty="0">
                <a:solidFill>
                  <a:schemeClr val="bg2"/>
                </a:solidFill>
              </a:rPr>
              <a:t>Lorem ipsum dolor sit amet, consectetur adipiscing elit, sed do </a:t>
            </a:r>
            <a:r>
              <a:rPr lang="en-US" sz="800">
                <a:solidFill>
                  <a:schemeClr val="bg2"/>
                </a:solidFill>
              </a:rPr>
              <a:t>eiusmod tempor</a:t>
            </a:r>
            <a:endParaRPr lang="ru-RU" sz="800" dirty="0">
              <a:solidFill>
                <a:schemeClr val="bg2"/>
              </a:solidFill>
            </a:endParaRPr>
          </a:p>
        </p:txBody>
      </p:sp>
      <p:sp>
        <p:nvSpPr>
          <p:cNvPr id="26" name="Oval 25">
            <a:extLst>
              <a:ext uri="{FF2B5EF4-FFF2-40B4-BE49-F238E27FC236}">
                <a16:creationId xmlns:a16="http://schemas.microsoft.com/office/drawing/2014/main" id="{71A08A44-D51E-4BBB-8305-1153E34A741F}"/>
              </a:ext>
            </a:extLst>
          </p:cNvPr>
          <p:cNvSpPr/>
          <p:nvPr/>
        </p:nvSpPr>
        <p:spPr>
          <a:xfrm>
            <a:off x="3825350" y="6018985"/>
            <a:ext cx="4511138" cy="451422"/>
          </a:xfrm>
          <a:prstGeom prst="ellipse">
            <a:avLst/>
          </a:prstGeom>
          <a:gradFill flip="none" rotWithShape="1">
            <a:gsLst>
              <a:gs pos="100000">
                <a:schemeClr val="bg2">
                  <a:alpha val="0"/>
                </a:schemeClr>
              </a:gs>
              <a:gs pos="0">
                <a:srgbClr val="000000">
                  <a:alpha val="35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Tree>
    <p:extLst>
      <p:ext uri="{BB962C8B-B14F-4D97-AF65-F5344CB8AC3E}">
        <p14:creationId xmlns:p14="http://schemas.microsoft.com/office/powerpoint/2010/main" val="264239733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14:presetBounceEnd="67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7000">
                                          <p:cBhvr additive="base">
                                            <p:cTn id="7" dur="1000" fill="hold"/>
                                            <p:tgtEl>
                                              <p:spTgt spid="10"/>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3" fill="hold" grpId="0" nodeType="withEffect" p14:presetBounceEnd="67000">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14:bounceEnd="67000">
                                          <p:cBhvr additive="base">
                                            <p:cTn id="11" dur="1000" fill="hold"/>
                                            <p:tgtEl>
                                              <p:spTgt spid="13"/>
                                            </p:tgtEl>
                                            <p:attrNameLst>
                                              <p:attrName>ppt_x</p:attrName>
                                            </p:attrNameLst>
                                          </p:cBhvr>
                                          <p:tavLst>
                                            <p:tav tm="0">
                                              <p:val>
                                                <p:strVal val="1+#ppt_w/2"/>
                                              </p:val>
                                            </p:tav>
                                            <p:tav tm="100000">
                                              <p:val>
                                                <p:strVal val="#ppt_x"/>
                                              </p:val>
                                            </p:tav>
                                          </p:tavLst>
                                        </p:anim>
                                        <p:anim calcmode="lin" valueType="num" p14:bounceEnd="67000">
                                          <p:cBhvr additive="base">
                                            <p:cTn id="12" dur="10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6" fill="hold" grpId="0" nodeType="withEffect" p14:presetBounceEnd="67000">
                                      <p:stCondLst>
                                        <p:cond delay="500"/>
                                      </p:stCondLst>
                                      <p:childTnLst>
                                        <p:set>
                                          <p:cBhvr>
                                            <p:cTn id="14" dur="1" fill="hold">
                                              <p:stCondLst>
                                                <p:cond delay="0"/>
                                              </p:stCondLst>
                                            </p:cTn>
                                            <p:tgtEl>
                                              <p:spTgt spid="12"/>
                                            </p:tgtEl>
                                            <p:attrNameLst>
                                              <p:attrName>style.visibility</p:attrName>
                                            </p:attrNameLst>
                                          </p:cBhvr>
                                          <p:to>
                                            <p:strVal val="visible"/>
                                          </p:to>
                                        </p:set>
                                        <p:anim calcmode="lin" valueType="num" p14:bounceEnd="67000">
                                          <p:cBhvr additive="base">
                                            <p:cTn id="15" dur="1000" fill="hold"/>
                                            <p:tgtEl>
                                              <p:spTgt spid="12"/>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12" fill="hold" grpId="0" nodeType="withEffect" p14:presetBounceEnd="67000">
                                      <p:stCondLst>
                                        <p:cond delay="750"/>
                                      </p:stCondLst>
                                      <p:childTnLst>
                                        <p:set>
                                          <p:cBhvr>
                                            <p:cTn id="18" dur="1" fill="hold">
                                              <p:stCondLst>
                                                <p:cond delay="0"/>
                                              </p:stCondLst>
                                            </p:cTn>
                                            <p:tgtEl>
                                              <p:spTgt spid="9"/>
                                            </p:tgtEl>
                                            <p:attrNameLst>
                                              <p:attrName>style.visibility</p:attrName>
                                            </p:attrNameLst>
                                          </p:cBhvr>
                                          <p:to>
                                            <p:strVal val="visible"/>
                                          </p:to>
                                        </p:set>
                                        <p:anim calcmode="lin" valueType="num" p14:bounceEnd="67000">
                                          <p:cBhvr additive="base">
                                            <p:cTn id="19" dur="1000" fill="hold"/>
                                            <p:tgtEl>
                                              <p:spTgt spid="9"/>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9"/>
                                            </p:tgtEl>
                                            <p:attrNameLst>
                                              <p:attrName>ppt_y</p:attrName>
                                            </p:attrNameLst>
                                          </p:cBhvr>
                                          <p:tavLst>
                                            <p:tav tm="0">
                                              <p:val>
                                                <p:strVal val="1+#ppt_h/2"/>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Effect transition="in" filter="fade">
                                          <p:cBhvr>
                                            <p:cTn id="25" dur="500"/>
                                            <p:tgtEl>
                                              <p:spTgt spid="11"/>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7"/>
                                            </p:tgtEl>
                                            <p:attrNameLst>
                                              <p:attrName>style.visibility</p:attrName>
                                            </p:attrNameLst>
                                          </p:cBhvr>
                                          <p:to>
                                            <p:strVal val="visible"/>
                                          </p:to>
                                        </p:set>
                                        <p:anim calcmode="lin" valueType="num">
                                          <p:cBhvr>
                                            <p:cTn id="33" dur="500" fill="hold"/>
                                            <p:tgtEl>
                                              <p:spTgt spid="7"/>
                                            </p:tgtEl>
                                            <p:attrNameLst>
                                              <p:attrName>ppt_w</p:attrName>
                                            </p:attrNameLst>
                                          </p:cBhvr>
                                          <p:tavLst>
                                            <p:tav tm="0">
                                              <p:val>
                                                <p:fltVal val="0"/>
                                              </p:val>
                                            </p:tav>
                                            <p:tav tm="100000">
                                              <p:val>
                                                <p:strVal val="#ppt_w"/>
                                              </p:val>
                                            </p:tav>
                                          </p:tavLst>
                                        </p:anim>
                                        <p:anim calcmode="lin" valueType="num">
                                          <p:cBhvr>
                                            <p:cTn id="34" dur="500" fill="hold"/>
                                            <p:tgtEl>
                                              <p:spTgt spid="7"/>
                                            </p:tgtEl>
                                            <p:attrNameLst>
                                              <p:attrName>ppt_h</p:attrName>
                                            </p:attrNameLst>
                                          </p:cBhvr>
                                          <p:tavLst>
                                            <p:tav tm="0">
                                              <p:val>
                                                <p:fltVal val="0"/>
                                              </p:val>
                                            </p:tav>
                                            <p:tav tm="100000">
                                              <p:val>
                                                <p:strVal val="#ppt_h"/>
                                              </p:val>
                                            </p:tav>
                                          </p:tavLst>
                                        </p:anim>
                                        <p:animEffect transition="in" filter="fade">
                                          <p:cBhvr>
                                            <p:cTn id="35" dur="500"/>
                                            <p:tgtEl>
                                              <p:spTgt spid="7"/>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6"/>
                                            </p:tgtEl>
                                            <p:attrNameLst>
                                              <p:attrName>style.visibility</p:attrName>
                                            </p:attrNameLst>
                                          </p:cBhvr>
                                          <p:to>
                                            <p:strVal val="visible"/>
                                          </p:to>
                                        </p:set>
                                        <p:anim calcmode="lin" valueType="num">
                                          <p:cBhvr>
                                            <p:cTn id="38" dur="500" fill="hold"/>
                                            <p:tgtEl>
                                              <p:spTgt spid="6"/>
                                            </p:tgtEl>
                                            <p:attrNameLst>
                                              <p:attrName>ppt_w</p:attrName>
                                            </p:attrNameLst>
                                          </p:cBhvr>
                                          <p:tavLst>
                                            <p:tav tm="0">
                                              <p:val>
                                                <p:fltVal val="0"/>
                                              </p:val>
                                            </p:tav>
                                            <p:tav tm="100000">
                                              <p:val>
                                                <p:strVal val="#ppt_w"/>
                                              </p:val>
                                            </p:tav>
                                          </p:tavLst>
                                        </p:anim>
                                        <p:anim calcmode="lin" valueType="num">
                                          <p:cBhvr>
                                            <p:cTn id="39" dur="500" fill="hold"/>
                                            <p:tgtEl>
                                              <p:spTgt spid="6"/>
                                            </p:tgtEl>
                                            <p:attrNameLst>
                                              <p:attrName>ppt_h</p:attrName>
                                            </p:attrNameLst>
                                          </p:cBhvr>
                                          <p:tavLst>
                                            <p:tav tm="0">
                                              <p:val>
                                                <p:fltVal val="0"/>
                                              </p:val>
                                            </p:tav>
                                            <p:tav tm="100000">
                                              <p:val>
                                                <p:strVal val="#ppt_h"/>
                                              </p:val>
                                            </p:tav>
                                          </p:tavLst>
                                        </p:anim>
                                        <p:animEffect transition="in" filter="fade">
                                          <p:cBhvr>
                                            <p:cTn id="40" dur="500"/>
                                            <p:tgtEl>
                                              <p:spTgt spid="6"/>
                                            </p:tgtEl>
                                          </p:cBhvr>
                                        </p:animEffect>
                                      </p:childTnLst>
                                    </p:cTn>
                                  </p:par>
                                  <p:par>
                                    <p:cTn id="41" presetID="10" presetClass="entr" presetSubtype="0"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750"/>
                                            <p:tgtEl>
                                              <p:spTgt spid="18"/>
                                            </p:tgtEl>
                                          </p:cBhvr>
                                        </p:animEffect>
                                      </p:childTnLst>
                                    </p:cTn>
                                  </p:par>
                                  <p:par>
                                    <p:cTn id="44" presetID="10" presetClass="entr" presetSubtype="0" fill="hold" grpId="0" nodeType="withEffect">
                                      <p:stCondLst>
                                        <p:cond delay="25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750"/>
                                            <p:tgtEl>
                                              <p:spTgt spid="22"/>
                                            </p:tgtEl>
                                          </p:cBhvr>
                                        </p:animEffect>
                                      </p:childTnLst>
                                    </p:cTn>
                                  </p:par>
                                  <p:par>
                                    <p:cTn id="47" presetID="10" presetClass="entr" presetSubtype="0" fill="hold" grpId="0" nodeType="withEffect">
                                      <p:stCondLst>
                                        <p:cond delay="25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750"/>
                                            <p:tgtEl>
                                              <p:spTgt spid="14"/>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750"/>
                                            <p:tgtEl>
                                              <p:spTgt spid="17"/>
                                            </p:tgtEl>
                                          </p:cBhvr>
                                        </p:animEffect>
                                      </p:childTnLst>
                                    </p:cTn>
                                  </p:par>
                                  <p:par>
                                    <p:cTn id="53" presetID="10" presetClass="entr" presetSubtype="0" fill="hold" grpId="0" nodeType="withEffect">
                                      <p:stCondLst>
                                        <p:cond delay="50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750"/>
                                            <p:tgtEl>
                                              <p:spTgt spid="25"/>
                                            </p:tgtEl>
                                          </p:cBhvr>
                                        </p:animEffect>
                                      </p:childTnLst>
                                    </p:cTn>
                                  </p:par>
                                  <p:par>
                                    <p:cTn id="56" presetID="10" presetClass="entr" presetSubtype="0" fill="hold" grpId="0" nodeType="withEffect">
                                      <p:stCondLst>
                                        <p:cond delay="50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750"/>
                                            <p:tgtEl>
                                              <p:spTgt spid="20"/>
                                            </p:tgtEl>
                                          </p:cBhvr>
                                        </p:animEffect>
                                      </p:childTnLst>
                                    </p:cTn>
                                  </p:par>
                                  <p:par>
                                    <p:cTn id="59" presetID="10" presetClass="entr" presetSubtype="0" fill="hold" grpId="0" nodeType="withEffect">
                                      <p:stCondLst>
                                        <p:cond delay="75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750"/>
                                            <p:tgtEl>
                                              <p:spTgt spid="21"/>
                                            </p:tgtEl>
                                          </p:cBhvr>
                                        </p:animEffect>
                                      </p:childTnLst>
                                    </p:cTn>
                                  </p:par>
                                  <p:par>
                                    <p:cTn id="62" presetID="10" presetClass="entr" presetSubtype="0" fill="hold" grpId="0" nodeType="withEffect">
                                      <p:stCondLst>
                                        <p:cond delay="750"/>
                                      </p:stCondLst>
                                      <p:childTnLst>
                                        <p:set>
                                          <p:cBhvr>
                                            <p:cTn id="63" dur="1" fill="hold">
                                              <p:stCondLst>
                                                <p:cond delay="0"/>
                                              </p:stCondLst>
                                            </p:cTn>
                                            <p:tgtEl>
                                              <p:spTgt spid="16"/>
                                            </p:tgtEl>
                                            <p:attrNameLst>
                                              <p:attrName>style.visibility</p:attrName>
                                            </p:attrNameLst>
                                          </p:cBhvr>
                                          <p:to>
                                            <p:strVal val="visible"/>
                                          </p:to>
                                        </p:set>
                                        <p:animEffect transition="in" filter="fade">
                                          <p:cBhvr>
                                            <p:cTn id="64" dur="750"/>
                                            <p:tgtEl>
                                              <p:spTgt spid="16"/>
                                            </p:tgtEl>
                                          </p:cBhvr>
                                        </p:animEffect>
                                      </p:childTnLst>
                                    </p:cTn>
                                  </p:par>
                                  <p:par>
                                    <p:cTn id="65" presetID="10" presetClass="entr" presetSubtype="0" fill="hold" grpId="0" nodeType="withEffect">
                                      <p:stCondLst>
                                        <p:cond delay="750"/>
                                      </p:stCondLst>
                                      <p:childTnLst>
                                        <p:set>
                                          <p:cBhvr>
                                            <p:cTn id="66" dur="1" fill="hold">
                                              <p:stCondLst>
                                                <p:cond delay="0"/>
                                              </p:stCondLst>
                                            </p:cTn>
                                            <p:tgtEl>
                                              <p:spTgt spid="24"/>
                                            </p:tgtEl>
                                            <p:attrNameLst>
                                              <p:attrName>style.visibility</p:attrName>
                                            </p:attrNameLst>
                                          </p:cBhvr>
                                          <p:to>
                                            <p:strVal val="visible"/>
                                          </p:to>
                                        </p:set>
                                        <p:animEffect transition="in" filter="fade">
                                          <p:cBhvr>
                                            <p:cTn id="67" dur="750"/>
                                            <p:tgtEl>
                                              <p:spTgt spid="24"/>
                                            </p:tgtEl>
                                          </p:cBhvr>
                                        </p:animEffect>
                                      </p:childTnLst>
                                    </p:cTn>
                                  </p:par>
                                  <p:par>
                                    <p:cTn id="68" presetID="10" presetClass="entr" presetSubtype="0" fill="hold" grpId="0" nodeType="withEffect">
                                      <p:stCondLst>
                                        <p:cond delay="100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750"/>
                                            <p:tgtEl>
                                              <p:spTgt spid="23"/>
                                            </p:tgtEl>
                                          </p:cBhvr>
                                        </p:animEffect>
                                      </p:childTnLst>
                                    </p:cTn>
                                  </p:par>
                                  <p:par>
                                    <p:cTn id="71" presetID="10" presetClass="entr" presetSubtype="0" fill="hold" grpId="0" nodeType="withEffect">
                                      <p:stCondLst>
                                        <p:cond delay="1000"/>
                                      </p:stCondLst>
                                      <p:childTnLst>
                                        <p:set>
                                          <p:cBhvr>
                                            <p:cTn id="72" dur="1" fill="hold">
                                              <p:stCondLst>
                                                <p:cond delay="0"/>
                                              </p:stCondLst>
                                            </p:cTn>
                                            <p:tgtEl>
                                              <p:spTgt spid="19"/>
                                            </p:tgtEl>
                                            <p:attrNameLst>
                                              <p:attrName>style.visibility</p:attrName>
                                            </p:attrNameLst>
                                          </p:cBhvr>
                                          <p:to>
                                            <p:strVal val="visible"/>
                                          </p:to>
                                        </p:set>
                                        <p:animEffect transition="in" filter="fade">
                                          <p:cBhvr>
                                            <p:cTn id="73" dur="750"/>
                                            <p:tgtEl>
                                              <p:spTgt spid="19"/>
                                            </p:tgtEl>
                                          </p:cBhvr>
                                        </p:animEffect>
                                      </p:childTnLst>
                                    </p:cTn>
                                  </p:par>
                                  <p:par>
                                    <p:cTn id="74" presetID="10" presetClass="entr" presetSubtype="0" fill="hold" grpId="0" nodeType="withEffect">
                                      <p:stCondLst>
                                        <p:cond delay="1000"/>
                                      </p:stCondLst>
                                      <p:childTnLst>
                                        <p:set>
                                          <p:cBhvr>
                                            <p:cTn id="75" dur="1" fill="hold">
                                              <p:stCondLst>
                                                <p:cond delay="0"/>
                                              </p:stCondLst>
                                            </p:cTn>
                                            <p:tgtEl>
                                              <p:spTgt spid="15"/>
                                            </p:tgtEl>
                                            <p:attrNameLst>
                                              <p:attrName>style.visibility</p:attrName>
                                            </p:attrNameLst>
                                          </p:cBhvr>
                                          <p:to>
                                            <p:strVal val="visible"/>
                                          </p:to>
                                        </p:set>
                                        <p:animEffect transition="in" filter="fade">
                                          <p:cBhvr>
                                            <p:cTn id="76" dur="750"/>
                                            <p:tgtEl>
                                              <p:spTgt spid="15"/>
                                            </p:tgtEl>
                                          </p:cBhvr>
                                        </p:animEffect>
                                      </p:childTnLst>
                                    </p:cTn>
                                  </p:par>
                                  <p:par>
                                    <p:cTn id="77" presetID="10" presetClass="entr" presetSubtype="0" fill="hold" grpId="0" nodeType="withEffect">
                                      <p:stCondLst>
                                        <p:cond delay="750"/>
                                      </p:stCondLst>
                                      <p:childTnLst>
                                        <p:set>
                                          <p:cBhvr>
                                            <p:cTn id="78" dur="1" fill="hold">
                                              <p:stCondLst>
                                                <p:cond delay="0"/>
                                              </p:stCondLst>
                                            </p:cTn>
                                            <p:tgtEl>
                                              <p:spTgt spid="26"/>
                                            </p:tgtEl>
                                            <p:attrNameLst>
                                              <p:attrName>style.visibility</p:attrName>
                                            </p:attrNameLst>
                                          </p:cBhvr>
                                          <p:to>
                                            <p:strVal val="visible"/>
                                          </p:to>
                                        </p:set>
                                        <p:animEffect transition="in" filter="fade">
                                          <p:cBhvr>
                                            <p:cTn id="79" dur="75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p:bldP spid="19" grpId="0"/>
          <p:bldP spid="20" grpId="0"/>
          <p:bldP spid="21" grpId="0"/>
          <p:bldP spid="22" grpId="0"/>
          <p:bldP spid="23" grpId="0"/>
          <p:bldP spid="24" grpId="0"/>
          <p:bldP spid="25" grpId="0"/>
          <p:bldP spid="2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0-#ppt_w/2"/>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3" fill="hold" grpId="0" nodeType="withEffect">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000" fill="hold"/>
                                            <p:tgtEl>
                                              <p:spTgt spid="13"/>
                                            </p:tgtEl>
                                            <p:attrNameLst>
                                              <p:attrName>ppt_x</p:attrName>
                                            </p:attrNameLst>
                                          </p:cBhvr>
                                          <p:tavLst>
                                            <p:tav tm="0">
                                              <p:val>
                                                <p:strVal val="1+#ppt_w/2"/>
                                              </p:val>
                                            </p:tav>
                                            <p:tav tm="100000">
                                              <p:val>
                                                <p:strVal val="#ppt_x"/>
                                              </p:val>
                                            </p:tav>
                                          </p:tavLst>
                                        </p:anim>
                                        <p:anim calcmode="lin" valueType="num">
                                          <p:cBhvr additive="base">
                                            <p:cTn id="12" dur="10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6" fill="hold" grpId="0" nodeType="withEffect">
                                      <p:stCondLst>
                                        <p:cond delay="5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1+#ppt_w/2"/>
                                              </p:val>
                                            </p:tav>
                                            <p:tav tm="100000">
                                              <p:val>
                                                <p:strVal val="#ppt_x"/>
                                              </p:val>
                                            </p:tav>
                                          </p:tavLst>
                                        </p:anim>
                                        <p:anim calcmode="lin" valueType="num">
                                          <p:cBhvr additive="base">
                                            <p:cTn id="16" dur="10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12" fill="hold" grpId="0" nodeType="withEffect">
                                      <p:stCondLst>
                                        <p:cond delay="75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0-#ppt_w/2"/>
                                              </p:val>
                                            </p:tav>
                                            <p:tav tm="100000">
                                              <p:val>
                                                <p:strVal val="#ppt_x"/>
                                              </p:val>
                                            </p:tav>
                                          </p:tavLst>
                                        </p:anim>
                                        <p:anim calcmode="lin" valueType="num">
                                          <p:cBhvr additive="base">
                                            <p:cTn id="20" dur="1000" fill="hold"/>
                                            <p:tgtEl>
                                              <p:spTgt spid="9"/>
                                            </p:tgtEl>
                                            <p:attrNameLst>
                                              <p:attrName>ppt_y</p:attrName>
                                            </p:attrNameLst>
                                          </p:cBhvr>
                                          <p:tavLst>
                                            <p:tav tm="0">
                                              <p:val>
                                                <p:strVal val="1+#ppt_h/2"/>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Effect transition="in" filter="fade">
                                          <p:cBhvr>
                                            <p:cTn id="25" dur="500"/>
                                            <p:tgtEl>
                                              <p:spTgt spid="11"/>
                                            </p:tgtEl>
                                          </p:cBhvr>
                                        </p:animEffect>
                                      </p:childTnLst>
                                    </p:cTn>
                                  </p:par>
                                  <p:par>
                                    <p:cTn id="26" presetID="53" presetClass="entr" presetSubtype="16" fill="hold" grpId="0" nodeType="withEffect">
                                      <p:stCondLst>
                                        <p:cond delay="50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par>
                                    <p:cTn id="31" presetID="53" presetClass="entr" presetSubtype="16" fill="hold" grpId="0" nodeType="withEffect">
                                      <p:stCondLst>
                                        <p:cond delay="750"/>
                                      </p:stCondLst>
                                      <p:childTnLst>
                                        <p:set>
                                          <p:cBhvr>
                                            <p:cTn id="32" dur="1" fill="hold">
                                              <p:stCondLst>
                                                <p:cond delay="0"/>
                                              </p:stCondLst>
                                            </p:cTn>
                                            <p:tgtEl>
                                              <p:spTgt spid="7"/>
                                            </p:tgtEl>
                                            <p:attrNameLst>
                                              <p:attrName>style.visibility</p:attrName>
                                            </p:attrNameLst>
                                          </p:cBhvr>
                                          <p:to>
                                            <p:strVal val="visible"/>
                                          </p:to>
                                        </p:set>
                                        <p:anim calcmode="lin" valueType="num">
                                          <p:cBhvr>
                                            <p:cTn id="33" dur="500" fill="hold"/>
                                            <p:tgtEl>
                                              <p:spTgt spid="7"/>
                                            </p:tgtEl>
                                            <p:attrNameLst>
                                              <p:attrName>ppt_w</p:attrName>
                                            </p:attrNameLst>
                                          </p:cBhvr>
                                          <p:tavLst>
                                            <p:tav tm="0">
                                              <p:val>
                                                <p:fltVal val="0"/>
                                              </p:val>
                                            </p:tav>
                                            <p:tav tm="100000">
                                              <p:val>
                                                <p:strVal val="#ppt_w"/>
                                              </p:val>
                                            </p:tav>
                                          </p:tavLst>
                                        </p:anim>
                                        <p:anim calcmode="lin" valueType="num">
                                          <p:cBhvr>
                                            <p:cTn id="34" dur="500" fill="hold"/>
                                            <p:tgtEl>
                                              <p:spTgt spid="7"/>
                                            </p:tgtEl>
                                            <p:attrNameLst>
                                              <p:attrName>ppt_h</p:attrName>
                                            </p:attrNameLst>
                                          </p:cBhvr>
                                          <p:tavLst>
                                            <p:tav tm="0">
                                              <p:val>
                                                <p:fltVal val="0"/>
                                              </p:val>
                                            </p:tav>
                                            <p:tav tm="100000">
                                              <p:val>
                                                <p:strVal val="#ppt_h"/>
                                              </p:val>
                                            </p:tav>
                                          </p:tavLst>
                                        </p:anim>
                                        <p:animEffect transition="in" filter="fade">
                                          <p:cBhvr>
                                            <p:cTn id="35" dur="500"/>
                                            <p:tgtEl>
                                              <p:spTgt spid="7"/>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6"/>
                                            </p:tgtEl>
                                            <p:attrNameLst>
                                              <p:attrName>style.visibility</p:attrName>
                                            </p:attrNameLst>
                                          </p:cBhvr>
                                          <p:to>
                                            <p:strVal val="visible"/>
                                          </p:to>
                                        </p:set>
                                        <p:anim calcmode="lin" valueType="num">
                                          <p:cBhvr>
                                            <p:cTn id="38" dur="500" fill="hold"/>
                                            <p:tgtEl>
                                              <p:spTgt spid="6"/>
                                            </p:tgtEl>
                                            <p:attrNameLst>
                                              <p:attrName>ppt_w</p:attrName>
                                            </p:attrNameLst>
                                          </p:cBhvr>
                                          <p:tavLst>
                                            <p:tav tm="0">
                                              <p:val>
                                                <p:fltVal val="0"/>
                                              </p:val>
                                            </p:tav>
                                            <p:tav tm="100000">
                                              <p:val>
                                                <p:strVal val="#ppt_w"/>
                                              </p:val>
                                            </p:tav>
                                          </p:tavLst>
                                        </p:anim>
                                        <p:anim calcmode="lin" valueType="num">
                                          <p:cBhvr>
                                            <p:cTn id="39" dur="500" fill="hold"/>
                                            <p:tgtEl>
                                              <p:spTgt spid="6"/>
                                            </p:tgtEl>
                                            <p:attrNameLst>
                                              <p:attrName>ppt_h</p:attrName>
                                            </p:attrNameLst>
                                          </p:cBhvr>
                                          <p:tavLst>
                                            <p:tav tm="0">
                                              <p:val>
                                                <p:fltVal val="0"/>
                                              </p:val>
                                            </p:tav>
                                            <p:tav tm="100000">
                                              <p:val>
                                                <p:strVal val="#ppt_h"/>
                                              </p:val>
                                            </p:tav>
                                          </p:tavLst>
                                        </p:anim>
                                        <p:animEffect transition="in" filter="fade">
                                          <p:cBhvr>
                                            <p:cTn id="40" dur="500"/>
                                            <p:tgtEl>
                                              <p:spTgt spid="6"/>
                                            </p:tgtEl>
                                          </p:cBhvr>
                                        </p:animEffect>
                                      </p:childTnLst>
                                    </p:cTn>
                                  </p:par>
                                  <p:par>
                                    <p:cTn id="41" presetID="10" presetClass="entr" presetSubtype="0"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750"/>
                                            <p:tgtEl>
                                              <p:spTgt spid="18"/>
                                            </p:tgtEl>
                                          </p:cBhvr>
                                        </p:animEffect>
                                      </p:childTnLst>
                                    </p:cTn>
                                  </p:par>
                                  <p:par>
                                    <p:cTn id="44" presetID="10" presetClass="entr" presetSubtype="0" fill="hold" grpId="0" nodeType="withEffect">
                                      <p:stCondLst>
                                        <p:cond delay="25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750"/>
                                            <p:tgtEl>
                                              <p:spTgt spid="22"/>
                                            </p:tgtEl>
                                          </p:cBhvr>
                                        </p:animEffect>
                                      </p:childTnLst>
                                    </p:cTn>
                                  </p:par>
                                  <p:par>
                                    <p:cTn id="47" presetID="10" presetClass="entr" presetSubtype="0" fill="hold" grpId="0" nodeType="withEffect">
                                      <p:stCondLst>
                                        <p:cond delay="25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750"/>
                                            <p:tgtEl>
                                              <p:spTgt spid="14"/>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750"/>
                                            <p:tgtEl>
                                              <p:spTgt spid="17"/>
                                            </p:tgtEl>
                                          </p:cBhvr>
                                        </p:animEffect>
                                      </p:childTnLst>
                                    </p:cTn>
                                  </p:par>
                                  <p:par>
                                    <p:cTn id="53" presetID="10" presetClass="entr" presetSubtype="0" fill="hold" grpId="0" nodeType="withEffect">
                                      <p:stCondLst>
                                        <p:cond delay="50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750"/>
                                            <p:tgtEl>
                                              <p:spTgt spid="25"/>
                                            </p:tgtEl>
                                          </p:cBhvr>
                                        </p:animEffect>
                                      </p:childTnLst>
                                    </p:cTn>
                                  </p:par>
                                  <p:par>
                                    <p:cTn id="56" presetID="10" presetClass="entr" presetSubtype="0" fill="hold" grpId="0" nodeType="withEffect">
                                      <p:stCondLst>
                                        <p:cond delay="50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750"/>
                                            <p:tgtEl>
                                              <p:spTgt spid="20"/>
                                            </p:tgtEl>
                                          </p:cBhvr>
                                        </p:animEffect>
                                      </p:childTnLst>
                                    </p:cTn>
                                  </p:par>
                                  <p:par>
                                    <p:cTn id="59" presetID="10" presetClass="entr" presetSubtype="0" fill="hold" grpId="0" nodeType="withEffect">
                                      <p:stCondLst>
                                        <p:cond delay="75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750"/>
                                            <p:tgtEl>
                                              <p:spTgt spid="21"/>
                                            </p:tgtEl>
                                          </p:cBhvr>
                                        </p:animEffect>
                                      </p:childTnLst>
                                    </p:cTn>
                                  </p:par>
                                  <p:par>
                                    <p:cTn id="62" presetID="10" presetClass="entr" presetSubtype="0" fill="hold" grpId="0" nodeType="withEffect">
                                      <p:stCondLst>
                                        <p:cond delay="750"/>
                                      </p:stCondLst>
                                      <p:childTnLst>
                                        <p:set>
                                          <p:cBhvr>
                                            <p:cTn id="63" dur="1" fill="hold">
                                              <p:stCondLst>
                                                <p:cond delay="0"/>
                                              </p:stCondLst>
                                            </p:cTn>
                                            <p:tgtEl>
                                              <p:spTgt spid="16"/>
                                            </p:tgtEl>
                                            <p:attrNameLst>
                                              <p:attrName>style.visibility</p:attrName>
                                            </p:attrNameLst>
                                          </p:cBhvr>
                                          <p:to>
                                            <p:strVal val="visible"/>
                                          </p:to>
                                        </p:set>
                                        <p:animEffect transition="in" filter="fade">
                                          <p:cBhvr>
                                            <p:cTn id="64" dur="750"/>
                                            <p:tgtEl>
                                              <p:spTgt spid="16"/>
                                            </p:tgtEl>
                                          </p:cBhvr>
                                        </p:animEffect>
                                      </p:childTnLst>
                                    </p:cTn>
                                  </p:par>
                                  <p:par>
                                    <p:cTn id="65" presetID="10" presetClass="entr" presetSubtype="0" fill="hold" grpId="0" nodeType="withEffect">
                                      <p:stCondLst>
                                        <p:cond delay="750"/>
                                      </p:stCondLst>
                                      <p:childTnLst>
                                        <p:set>
                                          <p:cBhvr>
                                            <p:cTn id="66" dur="1" fill="hold">
                                              <p:stCondLst>
                                                <p:cond delay="0"/>
                                              </p:stCondLst>
                                            </p:cTn>
                                            <p:tgtEl>
                                              <p:spTgt spid="24"/>
                                            </p:tgtEl>
                                            <p:attrNameLst>
                                              <p:attrName>style.visibility</p:attrName>
                                            </p:attrNameLst>
                                          </p:cBhvr>
                                          <p:to>
                                            <p:strVal val="visible"/>
                                          </p:to>
                                        </p:set>
                                        <p:animEffect transition="in" filter="fade">
                                          <p:cBhvr>
                                            <p:cTn id="67" dur="750"/>
                                            <p:tgtEl>
                                              <p:spTgt spid="24"/>
                                            </p:tgtEl>
                                          </p:cBhvr>
                                        </p:animEffect>
                                      </p:childTnLst>
                                    </p:cTn>
                                  </p:par>
                                  <p:par>
                                    <p:cTn id="68" presetID="10" presetClass="entr" presetSubtype="0" fill="hold" grpId="0" nodeType="withEffect">
                                      <p:stCondLst>
                                        <p:cond delay="100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750"/>
                                            <p:tgtEl>
                                              <p:spTgt spid="23"/>
                                            </p:tgtEl>
                                          </p:cBhvr>
                                        </p:animEffect>
                                      </p:childTnLst>
                                    </p:cTn>
                                  </p:par>
                                  <p:par>
                                    <p:cTn id="71" presetID="10" presetClass="entr" presetSubtype="0" fill="hold" grpId="0" nodeType="withEffect">
                                      <p:stCondLst>
                                        <p:cond delay="1000"/>
                                      </p:stCondLst>
                                      <p:childTnLst>
                                        <p:set>
                                          <p:cBhvr>
                                            <p:cTn id="72" dur="1" fill="hold">
                                              <p:stCondLst>
                                                <p:cond delay="0"/>
                                              </p:stCondLst>
                                            </p:cTn>
                                            <p:tgtEl>
                                              <p:spTgt spid="19"/>
                                            </p:tgtEl>
                                            <p:attrNameLst>
                                              <p:attrName>style.visibility</p:attrName>
                                            </p:attrNameLst>
                                          </p:cBhvr>
                                          <p:to>
                                            <p:strVal val="visible"/>
                                          </p:to>
                                        </p:set>
                                        <p:animEffect transition="in" filter="fade">
                                          <p:cBhvr>
                                            <p:cTn id="73" dur="750"/>
                                            <p:tgtEl>
                                              <p:spTgt spid="19"/>
                                            </p:tgtEl>
                                          </p:cBhvr>
                                        </p:animEffect>
                                      </p:childTnLst>
                                    </p:cTn>
                                  </p:par>
                                  <p:par>
                                    <p:cTn id="74" presetID="10" presetClass="entr" presetSubtype="0" fill="hold" grpId="0" nodeType="withEffect">
                                      <p:stCondLst>
                                        <p:cond delay="1000"/>
                                      </p:stCondLst>
                                      <p:childTnLst>
                                        <p:set>
                                          <p:cBhvr>
                                            <p:cTn id="75" dur="1" fill="hold">
                                              <p:stCondLst>
                                                <p:cond delay="0"/>
                                              </p:stCondLst>
                                            </p:cTn>
                                            <p:tgtEl>
                                              <p:spTgt spid="15"/>
                                            </p:tgtEl>
                                            <p:attrNameLst>
                                              <p:attrName>style.visibility</p:attrName>
                                            </p:attrNameLst>
                                          </p:cBhvr>
                                          <p:to>
                                            <p:strVal val="visible"/>
                                          </p:to>
                                        </p:set>
                                        <p:animEffect transition="in" filter="fade">
                                          <p:cBhvr>
                                            <p:cTn id="76" dur="750"/>
                                            <p:tgtEl>
                                              <p:spTgt spid="15"/>
                                            </p:tgtEl>
                                          </p:cBhvr>
                                        </p:animEffect>
                                      </p:childTnLst>
                                    </p:cTn>
                                  </p:par>
                                  <p:par>
                                    <p:cTn id="77" presetID="10" presetClass="entr" presetSubtype="0" fill="hold" grpId="0" nodeType="withEffect">
                                      <p:stCondLst>
                                        <p:cond delay="750"/>
                                      </p:stCondLst>
                                      <p:childTnLst>
                                        <p:set>
                                          <p:cBhvr>
                                            <p:cTn id="78" dur="1" fill="hold">
                                              <p:stCondLst>
                                                <p:cond delay="0"/>
                                              </p:stCondLst>
                                            </p:cTn>
                                            <p:tgtEl>
                                              <p:spTgt spid="26"/>
                                            </p:tgtEl>
                                            <p:attrNameLst>
                                              <p:attrName>style.visibility</p:attrName>
                                            </p:attrNameLst>
                                          </p:cBhvr>
                                          <p:to>
                                            <p:strVal val="visible"/>
                                          </p:to>
                                        </p:set>
                                        <p:animEffect transition="in" filter="fade">
                                          <p:cBhvr>
                                            <p:cTn id="79" dur="75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p:bldP spid="19" grpId="0"/>
          <p:bldP spid="20" grpId="0"/>
          <p:bldP spid="21" grpId="0"/>
          <p:bldP spid="22" grpId="0"/>
          <p:bldP spid="23" grpId="0"/>
          <p:bldP spid="24" grpId="0"/>
          <p:bldP spid="25" grpId="0"/>
          <p:bldP spid="26" grpId="0" animBg="1"/>
        </p:bldLst>
      </p:timing>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DB98EB0-63DD-4DED-8905-7AB7ABA3FE03}"/>
              </a:ext>
            </a:extLst>
          </p:cNvPr>
          <p:cNvGrpSpPr/>
          <p:nvPr/>
        </p:nvGrpSpPr>
        <p:grpSpPr>
          <a:xfrm rot="5400000">
            <a:off x="2585223" y="2560216"/>
            <a:ext cx="1476152" cy="1513054"/>
            <a:chOff x="8569325" y="4751388"/>
            <a:chExt cx="952501" cy="976313"/>
          </a:xfrm>
        </p:grpSpPr>
        <p:sp>
          <p:nvSpPr>
            <p:cNvPr id="13" name="Freeform 200">
              <a:extLst>
                <a:ext uri="{FF2B5EF4-FFF2-40B4-BE49-F238E27FC236}">
                  <a16:creationId xmlns:a16="http://schemas.microsoft.com/office/drawing/2014/main" id="{D606B1D3-9EBF-4E74-9B09-975C48BEE8E1}"/>
                </a:ext>
              </a:extLst>
            </p:cNvPr>
            <p:cNvSpPr>
              <a:spLocks/>
            </p:cNvSpPr>
            <p:nvPr/>
          </p:nvSpPr>
          <p:spPr bwMode="auto">
            <a:xfrm>
              <a:off x="8569325" y="4751388"/>
              <a:ext cx="952500" cy="976313"/>
            </a:xfrm>
            <a:custGeom>
              <a:avLst/>
              <a:gdLst>
                <a:gd name="T0" fmla="*/ 101 w 250"/>
                <a:gd name="T1" fmla="*/ 256 h 256"/>
                <a:gd name="T2" fmla="*/ 101 w 250"/>
                <a:gd name="T3" fmla="*/ 256 h 256"/>
                <a:gd name="T4" fmla="*/ 221 w 250"/>
                <a:gd name="T5" fmla="*/ 162 h 256"/>
                <a:gd name="T6" fmla="*/ 250 w 250"/>
                <a:gd name="T7" fmla="*/ 165 h 256"/>
                <a:gd name="T8" fmla="*/ 250 w 250"/>
                <a:gd name="T9" fmla="*/ 165 h 256"/>
                <a:gd name="T10" fmla="*/ 149 w 250"/>
                <a:gd name="T11" fmla="*/ 0 h 256"/>
                <a:gd name="T12" fmla="*/ 148 w 250"/>
                <a:gd name="T13" fmla="*/ 0 h 256"/>
                <a:gd name="T14" fmla="*/ 29 w 250"/>
                <a:gd name="T15" fmla="*/ 95 h 256"/>
                <a:gd name="T16" fmla="*/ 0 w 250"/>
                <a:gd name="T17" fmla="*/ 91 h 256"/>
                <a:gd name="T18" fmla="*/ 0 w 250"/>
                <a:gd name="T19" fmla="*/ 91 h 256"/>
                <a:gd name="T20" fmla="*/ 101 w 250"/>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56">
                  <a:moveTo>
                    <a:pt x="101" y="256"/>
                  </a:moveTo>
                  <a:cubicBezTo>
                    <a:pt x="101" y="256"/>
                    <a:pt x="101" y="256"/>
                    <a:pt x="101" y="256"/>
                  </a:cubicBezTo>
                  <a:cubicBezTo>
                    <a:pt x="114" y="202"/>
                    <a:pt x="163" y="162"/>
                    <a:pt x="221" y="162"/>
                  </a:cubicBezTo>
                  <a:cubicBezTo>
                    <a:pt x="231" y="162"/>
                    <a:pt x="240" y="163"/>
                    <a:pt x="250" y="165"/>
                  </a:cubicBezTo>
                  <a:cubicBezTo>
                    <a:pt x="250" y="165"/>
                    <a:pt x="250" y="165"/>
                    <a:pt x="250" y="165"/>
                  </a:cubicBezTo>
                  <a:cubicBezTo>
                    <a:pt x="156" y="143"/>
                    <a:pt x="126" y="94"/>
                    <a:pt x="149" y="0"/>
                  </a:cubicBezTo>
                  <a:cubicBezTo>
                    <a:pt x="148" y="0"/>
                    <a:pt x="148" y="0"/>
                    <a:pt x="148" y="0"/>
                  </a:cubicBezTo>
                  <a:cubicBezTo>
                    <a:pt x="136" y="54"/>
                    <a:pt x="87" y="95"/>
                    <a:pt x="29" y="95"/>
                  </a:cubicBezTo>
                  <a:cubicBezTo>
                    <a:pt x="19" y="95"/>
                    <a:pt x="10" y="93"/>
                    <a:pt x="0" y="91"/>
                  </a:cubicBezTo>
                  <a:cubicBezTo>
                    <a:pt x="0" y="91"/>
                    <a:pt x="0" y="91"/>
                    <a:pt x="0" y="91"/>
                  </a:cubicBezTo>
                  <a:cubicBezTo>
                    <a:pt x="94" y="114"/>
                    <a:pt x="124" y="162"/>
                    <a:pt x="101" y="25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203">
              <a:extLst>
                <a:ext uri="{FF2B5EF4-FFF2-40B4-BE49-F238E27FC236}">
                  <a16:creationId xmlns:a16="http://schemas.microsoft.com/office/drawing/2014/main" id="{74876533-1B0C-428D-9046-CE7E29124AC7}"/>
                </a:ext>
              </a:extLst>
            </p:cNvPr>
            <p:cNvSpPr>
              <a:spLocks/>
            </p:cNvSpPr>
            <p:nvPr/>
          </p:nvSpPr>
          <p:spPr bwMode="auto">
            <a:xfrm>
              <a:off x="8923338" y="4751388"/>
              <a:ext cx="598488" cy="687388"/>
            </a:xfrm>
            <a:custGeom>
              <a:avLst/>
              <a:gdLst>
                <a:gd name="T0" fmla="*/ 56 w 157"/>
                <a:gd name="T1" fmla="*/ 0 h 180"/>
                <a:gd name="T2" fmla="*/ 55 w 157"/>
                <a:gd name="T3" fmla="*/ 0 h 180"/>
                <a:gd name="T4" fmla="*/ 0 w 157"/>
                <a:gd name="T5" fmla="*/ 76 h 180"/>
                <a:gd name="T6" fmla="*/ 64 w 157"/>
                <a:gd name="T7" fmla="*/ 180 h 180"/>
                <a:gd name="T8" fmla="*/ 128 w 157"/>
                <a:gd name="T9" fmla="*/ 162 h 180"/>
                <a:gd name="T10" fmla="*/ 157 w 157"/>
                <a:gd name="T11" fmla="*/ 165 h 180"/>
                <a:gd name="T12" fmla="*/ 157 w 157"/>
                <a:gd name="T13" fmla="*/ 165 h 180"/>
                <a:gd name="T14" fmla="*/ 56 w 157"/>
                <a:gd name="T15" fmla="*/ 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80">
                  <a:moveTo>
                    <a:pt x="56" y="0"/>
                  </a:moveTo>
                  <a:cubicBezTo>
                    <a:pt x="55" y="0"/>
                    <a:pt x="55" y="0"/>
                    <a:pt x="55" y="0"/>
                  </a:cubicBezTo>
                  <a:cubicBezTo>
                    <a:pt x="48" y="32"/>
                    <a:pt x="28" y="60"/>
                    <a:pt x="0" y="76"/>
                  </a:cubicBezTo>
                  <a:cubicBezTo>
                    <a:pt x="64" y="180"/>
                    <a:pt x="64" y="180"/>
                    <a:pt x="64" y="180"/>
                  </a:cubicBezTo>
                  <a:cubicBezTo>
                    <a:pt x="82" y="169"/>
                    <a:pt x="104" y="162"/>
                    <a:pt x="128" y="162"/>
                  </a:cubicBezTo>
                  <a:cubicBezTo>
                    <a:pt x="138" y="162"/>
                    <a:pt x="147" y="163"/>
                    <a:pt x="157" y="165"/>
                  </a:cubicBezTo>
                  <a:cubicBezTo>
                    <a:pt x="157" y="165"/>
                    <a:pt x="157" y="165"/>
                    <a:pt x="157" y="165"/>
                  </a:cubicBezTo>
                  <a:cubicBezTo>
                    <a:pt x="63" y="143"/>
                    <a:pt x="33" y="94"/>
                    <a:pt x="56"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05024338-6FC4-4B0B-9FD4-8F4B23112099}"/>
              </a:ext>
            </a:extLst>
          </p:cNvPr>
          <p:cNvGrpSpPr/>
          <p:nvPr/>
        </p:nvGrpSpPr>
        <p:grpSpPr>
          <a:xfrm rot="5400000">
            <a:off x="4432871" y="2560216"/>
            <a:ext cx="1476152" cy="1513054"/>
            <a:chOff x="8569325" y="3559175"/>
            <a:chExt cx="952501" cy="976313"/>
          </a:xfrm>
        </p:grpSpPr>
        <p:sp>
          <p:nvSpPr>
            <p:cNvPr id="11" name="Freeform 201">
              <a:extLst>
                <a:ext uri="{FF2B5EF4-FFF2-40B4-BE49-F238E27FC236}">
                  <a16:creationId xmlns:a16="http://schemas.microsoft.com/office/drawing/2014/main" id="{C4E72D86-9CF4-4026-9127-98675C117C5A}"/>
                </a:ext>
              </a:extLst>
            </p:cNvPr>
            <p:cNvSpPr>
              <a:spLocks/>
            </p:cNvSpPr>
            <p:nvPr/>
          </p:nvSpPr>
          <p:spPr bwMode="auto">
            <a:xfrm>
              <a:off x="8569325" y="3559175"/>
              <a:ext cx="952500" cy="976313"/>
            </a:xfrm>
            <a:custGeom>
              <a:avLst/>
              <a:gdLst>
                <a:gd name="T0" fmla="*/ 221 w 250"/>
                <a:gd name="T1" fmla="*/ 94 h 256"/>
                <a:gd name="T2" fmla="*/ 102 w 250"/>
                <a:gd name="T3" fmla="*/ 0 h 256"/>
                <a:gd name="T4" fmla="*/ 101 w 250"/>
                <a:gd name="T5" fmla="*/ 0 h 256"/>
                <a:gd name="T6" fmla="*/ 0 w 250"/>
                <a:gd name="T7" fmla="*/ 165 h 256"/>
                <a:gd name="T8" fmla="*/ 0 w 250"/>
                <a:gd name="T9" fmla="*/ 165 h 256"/>
                <a:gd name="T10" fmla="*/ 29 w 250"/>
                <a:gd name="T11" fmla="*/ 162 h 256"/>
                <a:gd name="T12" fmla="*/ 148 w 250"/>
                <a:gd name="T13" fmla="*/ 256 h 256"/>
                <a:gd name="T14" fmla="*/ 149 w 250"/>
                <a:gd name="T15" fmla="*/ 256 h 256"/>
                <a:gd name="T16" fmla="*/ 250 w 250"/>
                <a:gd name="T17" fmla="*/ 91 h 256"/>
                <a:gd name="T18" fmla="*/ 250 w 250"/>
                <a:gd name="T19" fmla="*/ 91 h 256"/>
                <a:gd name="T20" fmla="*/ 221 w 250"/>
                <a:gd name="T21" fmla="*/ 9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56">
                  <a:moveTo>
                    <a:pt x="221" y="94"/>
                  </a:moveTo>
                  <a:cubicBezTo>
                    <a:pt x="163" y="94"/>
                    <a:pt x="114" y="54"/>
                    <a:pt x="102" y="0"/>
                  </a:cubicBezTo>
                  <a:cubicBezTo>
                    <a:pt x="101" y="0"/>
                    <a:pt x="101" y="0"/>
                    <a:pt x="101" y="0"/>
                  </a:cubicBezTo>
                  <a:cubicBezTo>
                    <a:pt x="124" y="94"/>
                    <a:pt x="94" y="143"/>
                    <a:pt x="0" y="165"/>
                  </a:cubicBezTo>
                  <a:cubicBezTo>
                    <a:pt x="0" y="165"/>
                    <a:pt x="0" y="165"/>
                    <a:pt x="0" y="165"/>
                  </a:cubicBezTo>
                  <a:cubicBezTo>
                    <a:pt x="10" y="163"/>
                    <a:pt x="19" y="162"/>
                    <a:pt x="29" y="162"/>
                  </a:cubicBezTo>
                  <a:cubicBezTo>
                    <a:pt x="87" y="162"/>
                    <a:pt x="136" y="202"/>
                    <a:pt x="148" y="256"/>
                  </a:cubicBezTo>
                  <a:cubicBezTo>
                    <a:pt x="149" y="256"/>
                    <a:pt x="149" y="256"/>
                    <a:pt x="149" y="256"/>
                  </a:cubicBezTo>
                  <a:cubicBezTo>
                    <a:pt x="126" y="162"/>
                    <a:pt x="156" y="114"/>
                    <a:pt x="250" y="91"/>
                  </a:cubicBezTo>
                  <a:cubicBezTo>
                    <a:pt x="250" y="91"/>
                    <a:pt x="250" y="91"/>
                    <a:pt x="250" y="91"/>
                  </a:cubicBezTo>
                  <a:cubicBezTo>
                    <a:pt x="240" y="93"/>
                    <a:pt x="231" y="94"/>
                    <a:pt x="221" y="9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204">
              <a:extLst>
                <a:ext uri="{FF2B5EF4-FFF2-40B4-BE49-F238E27FC236}">
                  <a16:creationId xmlns:a16="http://schemas.microsoft.com/office/drawing/2014/main" id="{97199FBD-E062-46BD-9C3A-F0BCE987AE8C}"/>
                </a:ext>
              </a:extLst>
            </p:cNvPr>
            <p:cNvSpPr>
              <a:spLocks/>
            </p:cNvSpPr>
            <p:nvPr/>
          </p:nvSpPr>
          <p:spPr bwMode="auto">
            <a:xfrm>
              <a:off x="8923338" y="3849688"/>
              <a:ext cx="598488" cy="685800"/>
            </a:xfrm>
            <a:custGeom>
              <a:avLst/>
              <a:gdLst>
                <a:gd name="T0" fmla="*/ 128 w 157"/>
                <a:gd name="T1" fmla="*/ 18 h 180"/>
                <a:gd name="T2" fmla="*/ 64 w 157"/>
                <a:gd name="T3" fmla="*/ 0 h 180"/>
                <a:gd name="T4" fmla="*/ 0 w 157"/>
                <a:gd name="T5" fmla="*/ 104 h 180"/>
                <a:gd name="T6" fmla="*/ 55 w 157"/>
                <a:gd name="T7" fmla="*/ 180 h 180"/>
                <a:gd name="T8" fmla="*/ 56 w 157"/>
                <a:gd name="T9" fmla="*/ 180 h 180"/>
                <a:gd name="T10" fmla="*/ 157 w 157"/>
                <a:gd name="T11" fmla="*/ 15 h 180"/>
                <a:gd name="T12" fmla="*/ 157 w 157"/>
                <a:gd name="T13" fmla="*/ 15 h 180"/>
                <a:gd name="T14" fmla="*/ 128 w 157"/>
                <a:gd name="T15" fmla="*/ 18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80">
                  <a:moveTo>
                    <a:pt x="128" y="18"/>
                  </a:moveTo>
                  <a:cubicBezTo>
                    <a:pt x="104" y="18"/>
                    <a:pt x="82" y="12"/>
                    <a:pt x="64" y="0"/>
                  </a:cubicBezTo>
                  <a:cubicBezTo>
                    <a:pt x="0" y="104"/>
                    <a:pt x="0" y="104"/>
                    <a:pt x="0" y="104"/>
                  </a:cubicBezTo>
                  <a:cubicBezTo>
                    <a:pt x="28" y="121"/>
                    <a:pt x="48" y="148"/>
                    <a:pt x="55" y="180"/>
                  </a:cubicBezTo>
                  <a:cubicBezTo>
                    <a:pt x="56" y="180"/>
                    <a:pt x="56" y="180"/>
                    <a:pt x="56" y="180"/>
                  </a:cubicBezTo>
                  <a:cubicBezTo>
                    <a:pt x="33" y="86"/>
                    <a:pt x="63" y="38"/>
                    <a:pt x="157" y="15"/>
                  </a:cubicBezTo>
                  <a:cubicBezTo>
                    <a:pt x="157" y="15"/>
                    <a:pt x="157" y="15"/>
                    <a:pt x="157" y="15"/>
                  </a:cubicBezTo>
                  <a:cubicBezTo>
                    <a:pt x="147" y="17"/>
                    <a:pt x="138" y="18"/>
                    <a:pt x="128" y="18"/>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D510B638-DF71-440F-8522-B3402E1D409A}"/>
              </a:ext>
            </a:extLst>
          </p:cNvPr>
          <p:cNvGrpSpPr/>
          <p:nvPr/>
        </p:nvGrpSpPr>
        <p:grpSpPr>
          <a:xfrm rot="5400000">
            <a:off x="8130625" y="2560216"/>
            <a:ext cx="1476152" cy="1513054"/>
            <a:chOff x="8569325" y="1173163"/>
            <a:chExt cx="952501" cy="976313"/>
          </a:xfrm>
        </p:grpSpPr>
        <p:sp>
          <p:nvSpPr>
            <p:cNvPr id="9" name="Freeform 205">
              <a:extLst>
                <a:ext uri="{FF2B5EF4-FFF2-40B4-BE49-F238E27FC236}">
                  <a16:creationId xmlns:a16="http://schemas.microsoft.com/office/drawing/2014/main" id="{9688C3A6-6128-4BEC-9794-56DB69CC10EC}"/>
                </a:ext>
              </a:extLst>
            </p:cNvPr>
            <p:cNvSpPr>
              <a:spLocks/>
            </p:cNvSpPr>
            <p:nvPr/>
          </p:nvSpPr>
          <p:spPr bwMode="auto">
            <a:xfrm>
              <a:off x="8569325" y="1173163"/>
              <a:ext cx="952500" cy="976313"/>
            </a:xfrm>
            <a:custGeom>
              <a:avLst/>
              <a:gdLst>
                <a:gd name="T0" fmla="*/ 250 w 250"/>
                <a:gd name="T1" fmla="*/ 91 h 256"/>
                <a:gd name="T2" fmla="*/ 221 w 250"/>
                <a:gd name="T3" fmla="*/ 94 h 256"/>
                <a:gd name="T4" fmla="*/ 101 w 250"/>
                <a:gd name="T5" fmla="*/ 0 h 256"/>
                <a:gd name="T6" fmla="*/ 101 w 250"/>
                <a:gd name="T7" fmla="*/ 0 h 256"/>
                <a:gd name="T8" fmla="*/ 0 w 250"/>
                <a:gd name="T9" fmla="*/ 165 h 256"/>
                <a:gd name="T10" fmla="*/ 0 w 250"/>
                <a:gd name="T11" fmla="*/ 165 h 256"/>
                <a:gd name="T12" fmla="*/ 29 w 250"/>
                <a:gd name="T13" fmla="*/ 161 h 256"/>
                <a:gd name="T14" fmla="*/ 149 w 250"/>
                <a:gd name="T15" fmla="*/ 256 h 256"/>
                <a:gd name="T16" fmla="*/ 149 w 250"/>
                <a:gd name="T17" fmla="*/ 256 h 256"/>
                <a:gd name="T18" fmla="*/ 250 w 250"/>
                <a:gd name="T19" fmla="*/ 9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256">
                  <a:moveTo>
                    <a:pt x="250" y="91"/>
                  </a:moveTo>
                  <a:cubicBezTo>
                    <a:pt x="240" y="93"/>
                    <a:pt x="231" y="94"/>
                    <a:pt x="221" y="94"/>
                  </a:cubicBezTo>
                  <a:cubicBezTo>
                    <a:pt x="163" y="94"/>
                    <a:pt x="114" y="54"/>
                    <a:pt x="101" y="0"/>
                  </a:cubicBezTo>
                  <a:cubicBezTo>
                    <a:pt x="101" y="0"/>
                    <a:pt x="101" y="0"/>
                    <a:pt x="101" y="0"/>
                  </a:cubicBezTo>
                  <a:cubicBezTo>
                    <a:pt x="124" y="94"/>
                    <a:pt x="94" y="142"/>
                    <a:pt x="0" y="165"/>
                  </a:cubicBezTo>
                  <a:cubicBezTo>
                    <a:pt x="0" y="165"/>
                    <a:pt x="0" y="165"/>
                    <a:pt x="0" y="165"/>
                  </a:cubicBezTo>
                  <a:cubicBezTo>
                    <a:pt x="10" y="163"/>
                    <a:pt x="19" y="161"/>
                    <a:pt x="29" y="161"/>
                  </a:cubicBezTo>
                  <a:cubicBezTo>
                    <a:pt x="87" y="161"/>
                    <a:pt x="136" y="202"/>
                    <a:pt x="149" y="256"/>
                  </a:cubicBezTo>
                  <a:cubicBezTo>
                    <a:pt x="149" y="256"/>
                    <a:pt x="149" y="256"/>
                    <a:pt x="149" y="256"/>
                  </a:cubicBezTo>
                  <a:cubicBezTo>
                    <a:pt x="126" y="162"/>
                    <a:pt x="156" y="113"/>
                    <a:pt x="250" y="9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206">
              <a:extLst>
                <a:ext uri="{FF2B5EF4-FFF2-40B4-BE49-F238E27FC236}">
                  <a16:creationId xmlns:a16="http://schemas.microsoft.com/office/drawing/2014/main" id="{B268220E-E05C-4FE1-8164-674939053F30}"/>
                </a:ext>
              </a:extLst>
            </p:cNvPr>
            <p:cNvSpPr>
              <a:spLocks/>
            </p:cNvSpPr>
            <p:nvPr/>
          </p:nvSpPr>
          <p:spPr bwMode="auto">
            <a:xfrm>
              <a:off x="8923338" y="1463675"/>
              <a:ext cx="598488" cy="685800"/>
            </a:xfrm>
            <a:custGeom>
              <a:avLst/>
              <a:gdLst>
                <a:gd name="T0" fmla="*/ 157 w 157"/>
                <a:gd name="T1" fmla="*/ 15 h 180"/>
                <a:gd name="T2" fmla="*/ 128 w 157"/>
                <a:gd name="T3" fmla="*/ 18 h 180"/>
                <a:gd name="T4" fmla="*/ 64 w 157"/>
                <a:gd name="T5" fmla="*/ 0 h 180"/>
                <a:gd name="T6" fmla="*/ 0 w 157"/>
                <a:gd name="T7" fmla="*/ 104 h 180"/>
                <a:gd name="T8" fmla="*/ 56 w 157"/>
                <a:gd name="T9" fmla="*/ 180 h 180"/>
                <a:gd name="T10" fmla="*/ 56 w 157"/>
                <a:gd name="T11" fmla="*/ 180 h 180"/>
                <a:gd name="T12" fmla="*/ 157 w 157"/>
                <a:gd name="T13" fmla="*/ 15 h 180"/>
              </a:gdLst>
              <a:ahLst/>
              <a:cxnLst>
                <a:cxn ang="0">
                  <a:pos x="T0" y="T1"/>
                </a:cxn>
                <a:cxn ang="0">
                  <a:pos x="T2" y="T3"/>
                </a:cxn>
                <a:cxn ang="0">
                  <a:pos x="T4" y="T5"/>
                </a:cxn>
                <a:cxn ang="0">
                  <a:pos x="T6" y="T7"/>
                </a:cxn>
                <a:cxn ang="0">
                  <a:pos x="T8" y="T9"/>
                </a:cxn>
                <a:cxn ang="0">
                  <a:pos x="T10" y="T11"/>
                </a:cxn>
                <a:cxn ang="0">
                  <a:pos x="T12" y="T13"/>
                </a:cxn>
              </a:cxnLst>
              <a:rect l="0" t="0" r="r" b="b"/>
              <a:pathLst>
                <a:path w="157" h="180">
                  <a:moveTo>
                    <a:pt x="157" y="15"/>
                  </a:moveTo>
                  <a:cubicBezTo>
                    <a:pt x="147" y="17"/>
                    <a:pt x="138" y="18"/>
                    <a:pt x="128" y="18"/>
                  </a:cubicBezTo>
                  <a:cubicBezTo>
                    <a:pt x="104" y="18"/>
                    <a:pt x="82" y="11"/>
                    <a:pt x="64" y="0"/>
                  </a:cubicBezTo>
                  <a:cubicBezTo>
                    <a:pt x="0" y="104"/>
                    <a:pt x="0" y="104"/>
                    <a:pt x="0" y="104"/>
                  </a:cubicBezTo>
                  <a:cubicBezTo>
                    <a:pt x="28" y="120"/>
                    <a:pt x="48" y="148"/>
                    <a:pt x="56" y="180"/>
                  </a:cubicBezTo>
                  <a:cubicBezTo>
                    <a:pt x="56" y="180"/>
                    <a:pt x="56" y="180"/>
                    <a:pt x="56" y="180"/>
                  </a:cubicBezTo>
                  <a:cubicBezTo>
                    <a:pt x="33" y="86"/>
                    <a:pt x="63" y="37"/>
                    <a:pt x="157" y="15"/>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 name="Group 5">
            <a:extLst>
              <a:ext uri="{FF2B5EF4-FFF2-40B4-BE49-F238E27FC236}">
                <a16:creationId xmlns:a16="http://schemas.microsoft.com/office/drawing/2014/main" id="{8177644D-BF08-4014-8EE4-00DB2C79B996}"/>
              </a:ext>
            </a:extLst>
          </p:cNvPr>
          <p:cNvGrpSpPr/>
          <p:nvPr/>
        </p:nvGrpSpPr>
        <p:grpSpPr>
          <a:xfrm rot="5400000">
            <a:off x="6281748" y="2561446"/>
            <a:ext cx="1476152" cy="1510593"/>
            <a:chOff x="8569325" y="2366963"/>
            <a:chExt cx="952501" cy="974725"/>
          </a:xfrm>
        </p:grpSpPr>
        <p:sp>
          <p:nvSpPr>
            <p:cNvPr id="7" name="Freeform 199">
              <a:extLst>
                <a:ext uri="{FF2B5EF4-FFF2-40B4-BE49-F238E27FC236}">
                  <a16:creationId xmlns:a16="http://schemas.microsoft.com/office/drawing/2014/main" id="{8C4268F9-C2C6-4C45-A001-9AD878933E02}"/>
                </a:ext>
              </a:extLst>
            </p:cNvPr>
            <p:cNvSpPr>
              <a:spLocks/>
            </p:cNvSpPr>
            <p:nvPr/>
          </p:nvSpPr>
          <p:spPr bwMode="auto">
            <a:xfrm>
              <a:off x="8569325" y="2366963"/>
              <a:ext cx="952500" cy="974725"/>
            </a:xfrm>
            <a:custGeom>
              <a:avLst/>
              <a:gdLst>
                <a:gd name="T0" fmla="*/ 101 w 250"/>
                <a:gd name="T1" fmla="*/ 256 h 256"/>
                <a:gd name="T2" fmla="*/ 102 w 250"/>
                <a:gd name="T3" fmla="*/ 256 h 256"/>
                <a:gd name="T4" fmla="*/ 221 w 250"/>
                <a:gd name="T5" fmla="*/ 162 h 256"/>
                <a:gd name="T6" fmla="*/ 250 w 250"/>
                <a:gd name="T7" fmla="*/ 165 h 256"/>
                <a:gd name="T8" fmla="*/ 250 w 250"/>
                <a:gd name="T9" fmla="*/ 165 h 256"/>
                <a:gd name="T10" fmla="*/ 149 w 250"/>
                <a:gd name="T11" fmla="*/ 0 h 256"/>
                <a:gd name="T12" fmla="*/ 29 w 250"/>
                <a:gd name="T13" fmla="*/ 94 h 256"/>
                <a:gd name="T14" fmla="*/ 0 w 250"/>
                <a:gd name="T15" fmla="*/ 91 h 256"/>
                <a:gd name="T16" fmla="*/ 0 w 250"/>
                <a:gd name="T17" fmla="*/ 91 h 256"/>
                <a:gd name="T18" fmla="*/ 101 w 250"/>
                <a:gd name="T19"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256">
                  <a:moveTo>
                    <a:pt x="101" y="256"/>
                  </a:moveTo>
                  <a:cubicBezTo>
                    <a:pt x="102" y="256"/>
                    <a:pt x="102" y="256"/>
                    <a:pt x="102" y="256"/>
                  </a:cubicBezTo>
                  <a:cubicBezTo>
                    <a:pt x="114" y="202"/>
                    <a:pt x="163" y="162"/>
                    <a:pt x="221" y="162"/>
                  </a:cubicBezTo>
                  <a:cubicBezTo>
                    <a:pt x="231" y="162"/>
                    <a:pt x="240" y="163"/>
                    <a:pt x="250" y="165"/>
                  </a:cubicBezTo>
                  <a:cubicBezTo>
                    <a:pt x="250" y="165"/>
                    <a:pt x="250" y="165"/>
                    <a:pt x="250" y="165"/>
                  </a:cubicBezTo>
                  <a:cubicBezTo>
                    <a:pt x="156" y="142"/>
                    <a:pt x="126" y="94"/>
                    <a:pt x="149" y="0"/>
                  </a:cubicBezTo>
                  <a:cubicBezTo>
                    <a:pt x="136" y="54"/>
                    <a:pt x="87" y="94"/>
                    <a:pt x="29" y="94"/>
                  </a:cubicBezTo>
                  <a:cubicBezTo>
                    <a:pt x="19" y="94"/>
                    <a:pt x="10" y="93"/>
                    <a:pt x="0" y="91"/>
                  </a:cubicBezTo>
                  <a:cubicBezTo>
                    <a:pt x="0" y="91"/>
                    <a:pt x="0" y="91"/>
                    <a:pt x="0" y="91"/>
                  </a:cubicBezTo>
                  <a:cubicBezTo>
                    <a:pt x="94" y="113"/>
                    <a:pt x="124" y="162"/>
                    <a:pt x="101" y="25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202">
              <a:extLst>
                <a:ext uri="{FF2B5EF4-FFF2-40B4-BE49-F238E27FC236}">
                  <a16:creationId xmlns:a16="http://schemas.microsoft.com/office/drawing/2014/main" id="{F05EED03-9652-4FAC-BE90-9D0764BCDD9D}"/>
                </a:ext>
              </a:extLst>
            </p:cNvPr>
            <p:cNvSpPr>
              <a:spLocks/>
            </p:cNvSpPr>
            <p:nvPr/>
          </p:nvSpPr>
          <p:spPr bwMode="auto">
            <a:xfrm>
              <a:off x="8923338" y="2366963"/>
              <a:ext cx="598488" cy="685800"/>
            </a:xfrm>
            <a:custGeom>
              <a:avLst/>
              <a:gdLst>
                <a:gd name="T0" fmla="*/ 56 w 157"/>
                <a:gd name="T1" fmla="*/ 0 h 180"/>
                <a:gd name="T2" fmla="*/ 0 w 157"/>
                <a:gd name="T3" fmla="*/ 76 h 180"/>
                <a:gd name="T4" fmla="*/ 64 w 157"/>
                <a:gd name="T5" fmla="*/ 180 h 180"/>
                <a:gd name="T6" fmla="*/ 128 w 157"/>
                <a:gd name="T7" fmla="*/ 162 h 180"/>
                <a:gd name="T8" fmla="*/ 157 w 157"/>
                <a:gd name="T9" fmla="*/ 165 h 180"/>
                <a:gd name="T10" fmla="*/ 157 w 157"/>
                <a:gd name="T11" fmla="*/ 165 h 180"/>
                <a:gd name="T12" fmla="*/ 56 w 157"/>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7" h="180">
                  <a:moveTo>
                    <a:pt x="56" y="0"/>
                  </a:moveTo>
                  <a:cubicBezTo>
                    <a:pt x="48" y="32"/>
                    <a:pt x="28" y="59"/>
                    <a:pt x="0" y="76"/>
                  </a:cubicBezTo>
                  <a:cubicBezTo>
                    <a:pt x="64" y="180"/>
                    <a:pt x="64" y="180"/>
                    <a:pt x="64" y="180"/>
                  </a:cubicBezTo>
                  <a:cubicBezTo>
                    <a:pt x="82" y="168"/>
                    <a:pt x="104" y="162"/>
                    <a:pt x="128" y="162"/>
                  </a:cubicBezTo>
                  <a:cubicBezTo>
                    <a:pt x="138" y="162"/>
                    <a:pt x="147" y="163"/>
                    <a:pt x="157" y="165"/>
                  </a:cubicBezTo>
                  <a:cubicBezTo>
                    <a:pt x="157" y="165"/>
                    <a:pt x="157" y="165"/>
                    <a:pt x="157" y="165"/>
                  </a:cubicBezTo>
                  <a:cubicBezTo>
                    <a:pt x="63" y="142"/>
                    <a:pt x="33" y="94"/>
                    <a:pt x="56"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5" name="Group 14">
            <a:extLst>
              <a:ext uri="{FF2B5EF4-FFF2-40B4-BE49-F238E27FC236}">
                <a16:creationId xmlns:a16="http://schemas.microsoft.com/office/drawing/2014/main" id="{3B53EA41-FEBD-486C-B8E7-8BFB338BD7AC}"/>
              </a:ext>
            </a:extLst>
          </p:cNvPr>
          <p:cNvGrpSpPr/>
          <p:nvPr/>
        </p:nvGrpSpPr>
        <p:grpSpPr>
          <a:xfrm>
            <a:off x="7221565" y="2025112"/>
            <a:ext cx="1451548" cy="1451547"/>
            <a:chOff x="7221565" y="2025112"/>
            <a:chExt cx="1451548" cy="1451547"/>
          </a:xfrm>
          <a:effectLst>
            <a:outerShdw blurRad="254000" dist="190500" dir="2700000" algn="tl" rotWithShape="0">
              <a:prstClr val="black">
                <a:alpha val="25000"/>
              </a:prstClr>
            </a:outerShdw>
          </a:effectLst>
        </p:grpSpPr>
        <p:sp>
          <p:nvSpPr>
            <p:cNvPr id="27" name="Oval 182">
              <a:extLst>
                <a:ext uri="{FF2B5EF4-FFF2-40B4-BE49-F238E27FC236}">
                  <a16:creationId xmlns:a16="http://schemas.microsoft.com/office/drawing/2014/main" id="{E7B5360A-E358-44D9-B85A-439EA95E14F3}"/>
                </a:ext>
              </a:extLst>
            </p:cNvPr>
            <p:cNvSpPr>
              <a:spLocks noChangeArrowheads="1"/>
            </p:cNvSpPr>
            <p:nvPr/>
          </p:nvSpPr>
          <p:spPr bwMode="auto">
            <a:xfrm>
              <a:off x="7221565" y="2025112"/>
              <a:ext cx="1451548" cy="1451547"/>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183">
              <a:extLst>
                <a:ext uri="{FF2B5EF4-FFF2-40B4-BE49-F238E27FC236}">
                  <a16:creationId xmlns:a16="http://schemas.microsoft.com/office/drawing/2014/main" id="{1121C6D0-76CB-4EE0-9278-4827208D2FA2}"/>
                </a:ext>
              </a:extLst>
            </p:cNvPr>
            <p:cNvSpPr>
              <a:spLocks/>
            </p:cNvSpPr>
            <p:nvPr/>
          </p:nvSpPr>
          <p:spPr bwMode="auto">
            <a:xfrm>
              <a:off x="7428226" y="2231773"/>
              <a:ext cx="1244887" cy="1244886"/>
            </a:xfrm>
            <a:custGeom>
              <a:avLst/>
              <a:gdLst>
                <a:gd name="T0" fmla="*/ 174 w 211"/>
                <a:gd name="T1" fmla="*/ 0 h 211"/>
                <a:gd name="T2" fmla="*/ 209 w 211"/>
                <a:gd name="T3" fmla="*/ 86 h 211"/>
                <a:gd name="T4" fmla="*/ 86 w 211"/>
                <a:gd name="T5" fmla="*/ 209 h 211"/>
                <a:gd name="T6" fmla="*/ 0 w 211"/>
                <a:gd name="T7" fmla="*/ 174 h 211"/>
                <a:gd name="T8" fmla="*/ 88 w 211"/>
                <a:gd name="T9" fmla="*/ 211 h 211"/>
                <a:gd name="T10" fmla="*/ 211 w 211"/>
                <a:gd name="T11" fmla="*/ 88 h 211"/>
                <a:gd name="T12" fmla="*/ 174 w 211"/>
                <a:gd name="T13" fmla="*/ 0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174" y="0"/>
                  </a:moveTo>
                  <a:cubicBezTo>
                    <a:pt x="195" y="23"/>
                    <a:pt x="209" y="53"/>
                    <a:pt x="209" y="86"/>
                  </a:cubicBezTo>
                  <a:cubicBezTo>
                    <a:pt x="209" y="154"/>
                    <a:pt x="154" y="209"/>
                    <a:pt x="86" y="209"/>
                  </a:cubicBezTo>
                  <a:cubicBezTo>
                    <a:pt x="52" y="209"/>
                    <a:pt x="22" y="196"/>
                    <a:pt x="0" y="174"/>
                  </a:cubicBezTo>
                  <a:cubicBezTo>
                    <a:pt x="22" y="197"/>
                    <a:pt x="53" y="211"/>
                    <a:pt x="88" y="211"/>
                  </a:cubicBezTo>
                  <a:cubicBezTo>
                    <a:pt x="156" y="211"/>
                    <a:pt x="211" y="156"/>
                    <a:pt x="211" y="88"/>
                  </a:cubicBezTo>
                  <a:cubicBezTo>
                    <a:pt x="211" y="54"/>
                    <a:pt x="197" y="23"/>
                    <a:pt x="174"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184">
              <a:extLst>
                <a:ext uri="{FF2B5EF4-FFF2-40B4-BE49-F238E27FC236}">
                  <a16:creationId xmlns:a16="http://schemas.microsoft.com/office/drawing/2014/main" id="{20E70E83-089F-4345-B06B-FE9DCD0B5D2E}"/>
                </a:ext>
              </a:extLst>
            </p:cNvPr>
            <p:cNvSpPr>
              <a:spLocks/>
            </p:cNvSpPr>
            <p:nvPr/>
          </p:nvSpPr>
          <p:spPr bwMode="auto">
            <a:xfrm>
              <a:off x="7221565" y="2025112"/>
              <a:ext cx="1244887" cy="1252268"/>
            </a:xfrm>
            <a:custGeom>
              <a:avLst/>
              <a:gdLst>
                <a:gd name="T0" fmla="*/ 3 w 211"/>
                <a:gd name="T1" fmla="*/ 126 h 212"/>
                <a:gd name="T2" fmla="*/ 126 w 211"/>
                <a:gd name="T3" fmla="*/ 3 h 212"/>
                <a:gd name="T4" fmla="*/ 211 w 211"/>
                <a:gd name="T5" fmla="*/ 38 h 212"/>
                <a:gd name="T6" fmla="*/ 123 w 211"/>
                <a:gd name="T7" fmla="*/ 0 h 212"/>
                <a:gd name="T8" fmla="*/ 0 w 211"/>
                <a:gd name="T9" fmla="*/ 123 h 212"/>
                <a:gd name="T10" fmla="*/ 38 w 211"/>
                <a:gd name="T11" fmla="*/ 212 h 212"/>
                <a:gd name="T12" fmla="*/ 3 w 211"/>
                <a:gd name="T13" fmla="*/ 126 h 212"/>
              </a:gdLst>
              <a:ahLst/>
              <a:cxnLst>
                <a:cxn ang="0">
                  <a:pos x="T0" y="T1"/>
                </a:cxn>
                <a:cxn ang="0">
                  <a:pos x="T2" y="T3"/>
                </a:cxn>
                <a:cxn ang="0">
                  <a:pos x="T4" y="T5"/>
                </a:cxn>
                <a:cxn ang="0">
                  <a:pos x="T6" y="T7"/>
                </a:cxn>
                <a:cxn ang="0">
                  <a:pos x="T8" y="T9"/>
                </a:cxn>
                <a:cxn ang="0">
                  <a:pos x="T10" y="T11"/>
                </a:cxn>
                <a:cxn ang="0">
                  <a:pos x="T12" y="T13"/>
                </a:cxn>
              </a:cxnLst>
              <a:rect l="0" t="0" r="r" b="b"/>
              <a:pathLst>
                <a:path w="211" h="212">
                  <a:moveTo>
                    <a:pt x="3" y="126"/>
                  </a:moveTo>
                  <a:cubicBezTo>
                    <a:pt x="3" y="58"/>
                    <a:pt x="58" y="3"/>
                    <a:pt x="126" y="3"/>
                  </a:cubicBezTo>
                  <a:cubicBezTo>
                    <a:pt x="159" y="3"/>
                    <a:pt x="189" y="17"/>
                    <a:pt x="211" y="38"/>
                  </a:cubicBezTo>
                  <a:cubicBezTo>
                    <a:pt x="189" y="15"/>
                    <a:pt x="158" y="0"/>
                    <a:pt x="123" y="0"/>
                  </a:cubicBezTo>
                  <a:cubicBezTo>
                    <a:pt x="55" y="0"/>
                    <a:pt x="0" y="55"/>
                    <a:pt x="0" y="123"/>
                  </a:cubicBezTo>
                  <a:cubicBezTo>
                    <a:pt x="0" y="158"/>
                    <a:pt x="15" y="189"/>
                    <a:pt x="38" y="212"/>
                  </a:cubicBezTo>
                  <a:cubicBezTo>
                    <a:pt x="16" y="190"/>
                    <a:pt x="3" y="159"/>
                    <a:pt x="3" y="1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6" name="Group 15">
            <a:extLst>
              <a:ext uri="{FF2B5EF4-FFF2-40B4-BE49-F238E27FC236}">
                <a16:creationId xmlns:a16="http://schemas.microsoft.com/office/drawing/2014/main" id="{97F4EA0A-4E24-4926-B077-86872522B1AC}"/>
              </a:ext>
            </a:extLst>
          </p:cNvPr>
          <p:cNvGrpSpPr/>
          <p:nvPr/>
        </p:nvGrpSpPr>
        <p:grpSpPr>
          <a:xfrm>
            <a:off x="5367767" y="3160518"/>
            <a:ext cx="1454009" cy="1446627"/>
            <a:chOff x="8942388" y="2984500"/>
            <a:chExt cx="938213" cy="933450"/>
          </a:xfrm>
          <a:effectLst>
            <a:outerShdw blurRad="254000" dist="190500" dir="2700000" algn="tl" rotWithShape="0">
              <a:prstClr val="black">
                <a:alpha val="25000"/>
              </a:prstClr>
            </a:outerShdw>
          </a:effectLst>
        </p:grpSpPr>
        <p:sp>
          <p:nvSpPr>
            <p:cNvPr id="33" name="Oval 174">
              <a:extLst>
                <a:ext uri="{FF2B5EF4-FFF2-40B4-BE49-F238E27FC236}">
                  <a16:creationId xmlns:a16="http://schemas.microsoft.com/office/drawing/2014/main" id="{6AA62085-5514-41E7-B66A-A35F9D96B37C}"/>
                </a:ext>
              </a:extLst>
            </p:cNvPr>
            <p:cNvSpPr>
              <a:spLocks noChangeArrowheads="1"/>
            </p:cNvSpPr>
            <p:nvPr/>
          </p:nvSpPr>
          <p:spPr bwMode="auto">
            <a:xfrm>
              <a:off x="8942388" y="2984500"/>
              <a:ext cx="938213" cy="93345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175">
              <a:extLst>
                <a:ext uri="{FF2B5EF4-FFF2-40B4-BE49-F238E27FC236}">
                  <a16:creationId xmlns:a16="http://schemas.microsoft.com/office/drawing/2014/main" id="{80B95A67-EC99-4C58-8C56-2C08DE632978}"/>
                </a:ext>
              </a:extLst>
            </p:cNvPr>
            <p:cNvSpPr>
              <a:spLocks/>
            </p:cNvSpPr>
            <p:nvPr/>
          </p:nvSpPr>
          <p:spPr bwMode="auto">
            <a:xfrm>
              <a:off x="9075738" y="3117850"/>
              <a:ext cx="804863" cy="800100"/>
            </a:xfrm>
            <a:custGeom>
              <a:avLst/>
              <a:gdLst>
                <a:gd name="T0" fmla="*/ 174 w 211"/>
                <a:gd name="T1" fmla="*/ 0 h 210"/>
                <a:gd name="T2" fmla="*/ 209 w 211"/>
                <a:gd name="T3" fmla="*/ 85 h 210"/>
                <a:gd name="T4" fmla="*/ 86 w 211"/>
                <a:gd name="T5" fmla="*/ 208 h 210"/>
                <a:gd name="T6" fmla="*/ 0 w 211"/>
                <a:gd name="T7" fmla="*/ 173 h 210"/>
                <a:gd name="T8" fmla="*/ 88 w 211"/>
                <a:gd name="T9" fmla="*/ 210 h 210"/>
                <a:gd name="T10" fmla="*/ 211 w 211"/>
                <a:gd name="T11" fmla="*/ 87 h 210"/>
                <a:gd name="T12" fmla="*/ 174 w 211"/>
                <a:gd name="T13" fmla="*/ 0 h 210"/>
              </a:gdLst>
              <a:ahLst/>
              <a:cxnLst>
                <a:cxn ang="0">
                  <a:pos x="T0" y="T1"/>
                </a:cxn>
                <a:cxn ang="0">
                  <a:pos x="T2" y="T3"/>
                </a:cxn>
                <a:cxn ang="0">
                  <a:pos x="T4" y="T5"/>
                </a:cxn>
                <a:cxn ang="0">
                  <a:pos x="T6" y="T7"/>
                </a:cxn>
                <a:cxn ang="0">
                  <a:pos x="T8" y="T9"/>
                </a:cxn>
                <a:cxn ang="0">
                  <a:pos x="T10" y="T11"/>
                </a:cxn>
                <a:cxn ang="0">
                  <a:pos x="T12" y="T13"/>
                </a:cxn>
              </a:cxnLst>
              <a:rect l="0" t="0" r="r" b="b"/>
              <a:pathLst>
                <a:path w="211" h="210">
                  <a:moveTo>
                    <a:pt x="174" y="0"/>
                  </a:moveTo>
                  <a:cubicBezTo>
                    <a:pt x="195" y="22"/>
                    <a:pt x="209" y="52"/>
                    <a:pt x="209" y="85"/>
                  </a:cubicBezTo>
                  <a:cubicBezTo>
                    <a:pt x="209" y="153"/>
                    <a:pt x="154" y="208"/>
                    <a:pt x="86" y="208"/>
                  </a:cubicBezTo>
                  <a:cubicBezTo>
                    <a:pt x="52" y="208"/>
                    <a:pt x="22" y="195"/>
                    <a:pt x="0" y="173"/>
                  </a:cubicBezTo>
                  <a:cubicBezTo>
                    <a:pt x="22" y="196"/>
                    <a:pt x="53" y="210"/>
                    <a:pt x="88" y="210"/>
                  </a:cubicBezTo>
                  <a:cubicBezTo>
                    <a:pt x="156" y="210"/>
                    <a:pt x="211" y="155"/>
                    <a:pt x="211" y="87"/>
                  </a:cubicBezTo>
                  <a:cubicBezTo>
                    <a:pt x="211" y="53"/>
                    <a:pt x="197" y="22"/>
                    <a:pt x="174"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176">
              <a:extLst>
                <a:ext uri="{FF2B5EF4-FFF2-40B4-BE49-F238E27FC236}">
                  <a16:creationId xmlns:a16="http://schemas.microsoft.com/office/drawing/2014/main" id="{4EEDECCD-A902-4CAA-B612-3E4AB52D78A3}"/>
                </a:ext>
              </a:extLst>
            </p:cNvPr>
            <p:cNvSpPr>
              <a:spLocks/>
            </p:cNvSpPr>
            <p:nvPr/>
          </p:nvSpPr>
          <p:spPr bwMode="auto">
            <a:xfrm>
              <a:off x="8942388" y="2984500"/>
              <a:ext cx="804863" cy="803275"/>
            </a:xfrm>
            <a:custGeom>
              <a:avLst/>
              <a:gdLst>
                <a:gd name="T0" fmla="*/ 3 w 211"/>
                <a:gd name="T1" fmla="*/ 125 h 211"/>
                <a:gd name="T2" fmla="*/ 126 w 211"/>
                <a:gd name="T3" fmla="*/ 3 h 211"/>
                <a:gd name="T4" fmla="*/ 211 w 211"/>
                <a:gd name="T5" fmla="*/ 37 h 211"/>
                <a:gd name="T6" fmla="*/ 123 w 211"/>
                <a:gd name="T7" fmla="*/ 0 h 211"/>
                <a:gd name="T8" fmla="*/ 0 w 211"/>
                <a:gd name="T9" fmla="*/ 122 h 211"/>
                <a:gd name="T10" fmla="*/ 38 w 211"/>
                <a:gd name="T11" fmla="*/ 211 h 211"/>
                <a:gd name="T12" fmla="*/ 3 w 211"/>
                <a:gd name="T13" fmla="*/ 125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3" y="125"/>
                  </a:moveTo>
                  <a:cubicBezTo>
                    <a:pt x="3" y="58"/>
                    <a:pt x="58" y="3"/>
                    <a:pt x="126" y="3"/>
                  </a:cubicBezTo>
                  <a:cubicBezTo>
                    <a:pt x="159" y="3"/>
                    <a:pt x="189" y="16"/>
                    <a:pt x="211" y="37"/>
                  </a:cubicBezTo>
                  <a:cubicBezTo>
                    <a:pt x="189" y="14"/>
                    <a:pt x="158" y="0"/>
                    <a:pt x="123" y="0"/>
                  </a:cubicBezTo>
                  <a:cubicBezTo>
                    <a:pt x="55" y="0"/>
                    <a:pt x="0" y="55"/>
                    <a:pt x="0" y="122"/>
                  </a:cubicBezTo>
                  <a:cubicBezTo>
                    <a:pt x="0" y="157"/>
                    <a:pt x="15" y="188"/>
                    <a:pt x="38" y="211"/>
                  </a:cubicBezTo>
                  <a:cubicBezTo>
                    <a:pt x="16" y="189"/>
                    <a:pt x="3" y="159"/>
                    <a:pt x="3" y="12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7" name="Oval 177">
            <a:extLst>
              <a:ext uri="{FF2B5EF4-FFF2-40B4-BE49-F238E27FC236}">
                <a16:creationId xmlns:a16="http://schemas.microsoft.com/office/drawing/2014/main" id="{E5F132B4-75F5-47E2-A7BD-F3A7A5D5E592}"/>
              </a:ext>
            </a:extLst>
          </p:cNvPr>
          <p:cNvSpPr>
            <a:spLocks noChangeArrowheads="1"/>
          </p:cNvSpPr>
          <p:nvPr/>
        </p:nvSpPr>
        <p:spPr bwMode="auto">
          <a:xfrm>
            <a:off x="5535063" y="3325356"/>
            <a:ext cx="1119415" cy="1116953"/>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grpSp>
        <p:nvGrpSpPr>
          <p:cNvPr id="17" name="Group 16">
            <a:extLst>
              <a:ext uri="{FF2B5EF4-FFF2-40B4-BE49-F238E27FC236}">
                <a16:creationId xmlns:a16="http://schemas.microsoft.com/office/drawing/2014/main" id="{AF491924-BC02-403D-B965-24397CC15954}"/>
              </a:ext>
            </a:extLst>
          </p:cNvPr>
          <p:cNvGrpSpPr/>
          <p:nvPr/>
        </p:nvGrpSpPr>
        <p:grpSpPr>
          <a:xfrm>
            <a:off x="1668782" y="3156828"/>
            <a:ext cx="1454009" cy="1454008"/>
            <a:chOff x="8942388" y="5368925"/>
            <a:chExt cx="938213" cy="938213"/>
          </a:xfrm>
          <a:effectLst>
            <a:outerShdw blurRad="254000" dist="190500" dir="2700000" algn="tl" rotWithShape="0">
              <a:prstClr val="black">
                <a:alpha val="25000"/>
              </a:prstClr>
            </a:outerShdw>
          </a:effectLst>
        </p:grpSpPr>
        <p:sp>
          <p:nvSpPr>
            <p:cNvPr id="30" name="Oval 178">
              <a:extLst>
                <a:ext uri="{FF2B5EF4-FFF2-40B4-BE49-F238E27FC236}">
                  <a16:creationId xmlns:a16="http://schemas.microsoft.com/office/drawing/2014/main" id="{47C2D20E-8805-47AB-8923-69259B414A80}"/>
                </a:ext>
              </a:extLst>
            </p:cNvPr>
            <p:cNvSpPr>
              <a:spLocks noChangeArrowheads="1"/>
            </p:cNvSpPr>
            <p:nvPr/>
          </p:nvSpPr>
          <p:spPr bwMode="auto">
            <a:xfrm>
              <a:off x="8942388" y="5368925"/>
              <a:ext cx="938213" cy="938213"/>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179">
              <a:extLst>
                <a:ext uri="{FF2B5EF4-FFF2-40B4-BE49-F238E27FC236}">
                  <a16:creationId xmlns:a16="http://schemas.microsoft.com/office/drawing/2014/main" id="{AAE3EF52-9B22-4F4E-AD58-CA15B6E5B5F9}"/>
                </a:ext>
              </a:extLst>
            </p:cNvPr>
            <p:cNvSpPr>
              <a:spLocks/>
            </p:cNvSpPr>
            <p:nvPr/>
          </p:nvSpPr>
          <p:spPr bwMode="auto">
            <a:xfrm>
              <a:off x="9075738" y="5502275"/>
              <a:ext cx="804863" cy="804863"/>
            </a:xfrm>
            <a:custGeom>
              <a:avLst/>
              <a:gdLst>
                <a:gd name="T0" fmla="*/ 174 w 211"/>
                <a:gd name="T1" fmla="*/ 0 h 211"/>
                <a:gd name="T2" fmla="*/ 209 w 211"/>
                <a:gd name="T3" fmla="*/ 86 h 211"/>
                <a:gd name="T4" fmla="*/ 86 w 211"/>
                <a:gd name="T5" fmla="*/ 209 h 211"/>
                <a:gd name="T6" fmla="*/ 0 w 211"/>
                <a:gd name="T7" fmla="*/ 174 h 211"/>
                <a:gd name="T8" fmla="*/ 88 w 211"/>
                <a:gd name="T9" fmla="*/ 211 h 211"/>
                <a:gd name="T10" fmla="*/ 211 w 211"/>
                <a:gd name="T11" fmla="*/ 88 h 211"/>
                <a:gd name="T12" fmla="*/ 174 w 211"/>
                <a:gd name="T13" fmla="*/ 0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174" y="0"/>
                  </a:moveTo>
                  <a:cubicBezTo>
                    <a:pt x="195" y="22"/>
                    <a:pt x="209" y="52"/>
                    <a:pt x="209" y="86"/>
                  </a:cubicBezTo>
                  <a:cubicBezTo>
                    <a:pt x="209" y="154"/>
                    <a:pt x="154" y="209"/>
                    <a:pt x="86" y="209"/>
                  </a:cubicBezTo>
                  <a:cubicBezTo>
                    <a:pt x="52" y="209"/>
                    <a:pt x="22" y="195"/>
                    <a:pt x="0" y="174"/>
                  </a:cubicBezTo>
                  <a:cubicBezTo>
                    <a:pt x="22" y="197"/>
                    <a:pt x="53" y="211"/>
                    <a:pt x="88" y="211"/>
                  </a:cubicBezTo>
                  <a:cubicBezTo>
                    <a:pt x="156" y="211"/>
                    <a:pt x="211" y="156"/>
                    <a:pt x="211" y="88"/>
                  </a:cubicBezTo>
                  <a:cubicBezTo>
                    <a:pt x="211" y="53"/>
                    <a:pt x="197" y="22"/>
                    <a:pt x="174" y="0"/>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180">
              <a:extLst>
                <a:ext uri="{FF2B5EF4-FFF2-40B4-BE49-F238E27FC236}">
                  <a16:creationId xmlns:a16="http://schemas.microsoft.com/office/drawing/2014/main" id="{C9F6768E-D7D8-4B89-903F-B6A72AFC4F4A}"/>
                </a:ext>
              </a:extLst>
            </p:cNvPr>
            <p:cNvSpPr>
              <a:spLocks/>
            </p:cNvSpPr>
            <p:nvPr/>
          </p:nvSpPr>
          <p:spPr bwMode="auto">
            <a:xfrm>
              <a:off x="8942388" y="5368925"/>
              <a:ext cx="804863" cy="804863"/>
            </a:xfrm>
            <a:custGeom>
              <a:avLst/>
              <a:gdLst>
                <a:gd name="T0" fmla="*/ 3 w 211"/>
                <a:gd name="T1" fmla="*/ 126 h 211"/>
                <a:gd name="T2" fmla="*/ 126 w 211"/>
                <a:gd name="T3" fmla="*/ 3 h 211"/>
                <a:gd name="T4" fmla="*/ 211 w 211"/>
                <a:gd name="T5" fmla="*/ 37 h 211"/>
                <a:gd name="T6" fmla="*/ 123 w 211"/>
                <a:gd name="T7" fmla="*/ 0 h 211"/>
                <a:gd name="T8" fmla="*/ 0 w 211"/>
                <a:gd name="T9" fmla="*/ 123 h 211"/>
                <a:gd name="T10" fmla="*/ 38 w 211"/>
                <a:gd name="T11" fmla="*/ 211 h 211"/>
                <a:gd name="T12" fmla="*/ 3 w 211"/>
                <a:gd name="T13" fmla="*/ 126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3" y="126"/>
                  </a:moveTo>
                  <a:cubicBezTo>
                    <a:pt x="3" y="58"/>
                    <a:pt x="58" y="3"/>
                    <a:pt x="126" y="3"/>
                  </a:cubicBezTo>
                  <a:cubicBezTo>
                    <a:pt x="159" y="3"/>
                    <a:pt x="189" y="16"/>
                    <a:pt x="211" y="37"/>
                  </a:cubicBezTo>
                  <a:cubicBezTo>
                    <a:pt x="189" y="14"/>
                    <a:pt x="158" y="0"/>
                    <a:pt x="123" y="0"/>
                  </a:cubicBezTo>
                  <a:cubicBezTo>
                    <a:pt x="55" y="0"/>
                    <a:pt x="0" y="55"/>
                    <a:pt x="0" y="123"/>
                  </a:cubicBezTo>
                  <a:cubicBezTo>
                    <a:pt x="0" y="158"/>
                    <a:pt x="15" y="189"/>
                    <a:pt x="38" y="211"/>
                  </a:cubicBezTo>
                  <a:cubicBezTo>
                    <a:pt x="16" y="189"/>
                    <a:pt x="3" y="159"/>
                    <a:pt x="3" y="126"/>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8" name="Oval 181">
            <a:extLst>
              <a:ext uri="{FF2B5EF4-FFF2-40B4-BE49-F238E27FC236}">
                <a16:creationId xmlns:a16="http://schemas.microsoft.com/office/drawing/2014/main" id="{742CC0E4-3B22-4106-A4F4-10CE0C617D64}"/>
              </a:ext>
            </a:extLst>
          </p:cNvPr>
          <p:cNvSpPr>
            <a:spLocks noChangeArrowheads="1"/>
          </p:cNvSpPr>
          <p:nvPr/>
        </p:nvSpPr>
        <p:spPr bwMode="auto">
          <a:xfrm>
            <a:off x="1834849" y="3322895"/>
            <a:ext cx="1119415" cy="1121874"/>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39" name="Oval 185">
            <a:extLst>
              <a:ext uri="{FF2B5EF4-FFF2-40B4-BE49-F238E27FC236}">
                <a16:creationId xmlns:a16="http://schemas.microsoft.com/office/drawing/2014/main" id="{9185C8D6-CD09-4D97-B3B6-1D53C7BFE1C7}"/>
              </a:ext>
            </a:extLst>
          </p:cNvPr>
          <p:cNvSpPr>
            <a:spLocks noChangeArrowheads="1"/>
          </p:cNvSpPr>
          <p:nvPr/>
        </p:nvSpPr>
        <p:spPr bwMode="auto">
          <a:xfrm>
            <a:off x="7383941" y="2192409"/>
            <a:ext cx="1121874" cy="1116953"/>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grpSp>
        <p:nvGrpSpPr>
          <p:cNvPr id="19" name="Group 18">
            <a:extLst>
              <a:ext uri="{FF2B5EF4-FFF2-40B4-BE49-F238E27FC236}">
                <a16:creationId xmlns:a16="http://schemas.microsoft.com/office/drawing/2014/main" id="{B1FE72C4-6951-4D3A-8198-323655B1E47C}"/>
              </a:ext>
            </a:extLst>
          </p:cNvPr>
          <p:cNvGrpSpPr/>
          <p:nvPr/>
        </p:nvGrpSpPr>
        <p:grpSpPr>
          <a:xfrm>
            <a:off x="9069212" y="3156828"/>
            <a:ext cx="1454009" cy="1454008"/>
            <a:chOff x="8942388" y="593725"/>
            <a:chExt cx="938213" cy="938213"/>
          </a:xfrm>
          <a:effectLst>
            <a:outerShdw blurRad="254000" dist="190500" dir="2700000" algn="tl" rotWithShape="0">
              <a:prstClr val="black">
                <a:alpha val="25000"/>
              </a:prstClr>
            </a:outerShdw>
          </a:effectLst>
        </p:grpSpPr>
        <p:sp>
          <p:nvSpPr>
            <p:cNvPr id="24" name="Oval 186">
              <a:extLst>
                <a:ext uri="{FF2B5EF4-FFF2-40B4-BE49-F238E27FC236}">
                  <a16:creationId xmlns:a16="http://schemas.microsoft.com/office/drawing/2014/main" id="{04E5F34C-8F8F-43A5-ADE7-E20869D6CFDE}"/>
                </a:ext>
              </a:extLst>
            </p:cNvPr>
            <p:cNvSpPr>
              <a:spLocks noChangeArrowheads="1"/>
            </p:cNvSpPr>
            <p:nvPr/>
          </p:nvSpPr>
          <p:spPr bwMode="auto">
            <a:xfrm>
              <a:off x="8942388" y="593725"/>
              <a:ext cx="938213" cy="93821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187">
              <a:extLst>
                <a:ext uri="{FF2B5EF4-FFF2-40B4-BE49-F238E27FC236}">
                  <a16:creationId xmlns:a16="http://schemas.microsoft.com/office/drawing/2014/main" id="{EA9F8CF0-8133-4C5C-BA83-B9FC4107FEA4}"/>
                </a:ext>
              </a:extLst>
            </p:cNvPr>
            <p:cNvSpPr>
              <a:spLocks/>
            </p:cNvSpPr>
            <p:nvPr/>
          </p:nvSpPr>
          <p:spPr bwMode="auto">
            <a:xfrm>
              <a:off x="9075738" y="728663"/>
              <a:ext cx="804863" cy="803275"/>
            </a:xfrm>
            <a:custGeom>
              <a:avLst/>
              <a:gdLst>
                <a:gd name="T0" fmla="*/ 174 w 211"/>
                <a:gd name="T1" fmla="*/ 0 h 211"/>
                <a:gd name="T2" fmla="*/ 209 w 211"/>
                <a:gd name="T3" fmla="*/ 86 h 211"/>
                <a:gd name="T4" fmla="*/ 86 w 211"/>
                <a:gd name="T5" fmla="*/ 209 h 211"/>
                <a:gd name="T6" fmla="*/ 0 w 211"/>
                <a:gd name="T7" fmla="*/ 174 h 211"/>
                <a:gd name="T8" fmla="*/ 88 w 211"/>
                <a:gd name="T9" fmla="*/ 211 h 211"/>
                <a:gd name="T10" fmla="*/ 211 w 211"/>
                <a:gd name="T11" fmla="*/ 88 h 211"/>
                <a:gd name="T12" fmla="*/ 174 w 211"/>
                <a:gd name="T13" fmla="*/ 0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174" y="0"/>
                  </a:moveTo>
                  <a:cubicBezTo>
                    <a:pt x="195" y="22"/>
                    <a:pt x="209" y="53"/>
                    <a:pt x="209" y="86"/>
                  </a:cubicBezTo>
                  <a:cubicBezTo>
                    <a:pt x="209" y="154"/>
                    <a:pt x="154" y="209"/>
                    <a:pt x="86" y="209"/>
                  </a:cubicBezTo>
                  <a:cubicBezTo>
                    <a:pt x="52" y="209"/>
                    <a:pt x="22" y="196"/>
                    <a:pt x="0" y="174"/>
                  </a:cubicBezTo>
                  <a:cubicBezTo>
                    <a:pt x="22" y="197"/>
                    <a:pt x="53" y="211"/>
                    <a:pt x="88" y="211"/>
                  </a:cubicBezTo>
                  <a:cubicBezTo>
                    <a:pt x="156" y="211"/>
                    <a:pt x="211" y="156"/>
                    <a:pt x="211" y="88"/>
                  </a:cubicBezTo>
                  <a:cubicBezTo>
                    <a:pt x="211" y="54"/>
                    <a:pt x="197" y="23"/>
                    <a:pt x="174"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188">
              <a:extLst>
                <a:ext uri="{FF2B5EF4-FFF2-40B4-BE49-F238E27FC236}">
                  <a16:creationId xmlns:a16="http://schemas.microsoft.com/office/drawing/2014/main" id="{C8D12BB3-DC05-493B-8BDE-30DB23F8807D}"/>
                </a:ext>
              </a:extLst>
            </p:cNvPr>
            <p:cNvSpPr>
              <a:spLocks/>
            </p:cNvSpPr>
            <p:nvPr/>
          </p:nvSpPr>
          <p:spPr bwMode="auto">
            <a:xfrm>
              <a:off x="8942388" y="593725"/>
              <a:ext cx="804863" cy="808038"/>
            </a:xfrm>
            <a:custGeom>
              <a:avLst/>
              <a:gdLst>
                <a:gd name="T0" fmla="*/ 3 w 211"/>
                <a:gd name="T1" fmla="*/ 126 h 212"/>
                <a:gd name="T2" fmla="*/ 126 w 211"/>
                <a:gd name="T3" fmla="*/ 3 h 212"/>
                <a:gd name="T4" fmla="*/ 211 w 211"/>
                <a:gd name="T5" fmla="*/ 38 h 212"/>
                <a:gd name="T6" fmla="*/ 123 w 211"/>
                <a:gd name="T7" fmla="*/ 0 h 212"/>
                <a:gd name="T8" fmla="*/ 0 w 211"/>
                <a:gd name="T9" fmla="*/ 123 h 212"/>
                <a:gd name="T10" fmla="*/ 38 w 211"/>
                <a:gd name="T11" fmla="*/ 212 h 212"/>
                <a:gd name="T12" fmla="*/ 3 w 211"/>
                <a:gd name="T13" fmla="*/ 126 h 212"/>
              </a:gdLst>
              <a:ahLst/>
              <a:cxnLst>
                <a:cxn ang="0">
                  <a:pos x="T0" y="T1"/>
                </a:cxn>
                <a:cxn ang="0">
                  <a:pos x="T2" y="T3"/>
                </a:cxn>
                <a:cxn ang="0">
                  <a:pos x="T4" y="T5"/>
                </a:cxn>
                <a:cxn ang="0">
                  <a:pos x="T6" y="T7"/>
                </a:cxn>
                <a:cxn ang="0">
                  <a:pos x="T8" y="T9"/>
                </a:cxn>
                <a:cxn ang="0">
                  <a:pos x="T10" y="T11"/>
                </a:cxn>
                <a:cxn ang="0">
                  <a:pos x="T12" y="T13"/>
                </a:cxn>
              </a:cxnLst>
              <a:rect l="0" t="0" r="r" b="b"/>
              <a:pathLst>
                <a:path w="211" h="212">
                  <a:moveTo>
                    <a:pt x="3" y="126"/>
                  </a:moveTo>
                  <a:cubicBezTo>
                    <a:pt x="3" y="58"/>
                    <a:pt x="58" y="3"/>
                    <a:pt x="126" y="3"/>
                  </a:cubicBezTo>
                  <a:cubicBezTo>
                    <a:pt x="159" y="3"/>
                    <a:pt x="189" y="16"/>
                    <a:pt x="211" y="38"/>
                  </a:cubicBezTo>
                  <a:cubicBezTo>
                    <a:pt x="189" y="15"/>
                    <a:pt x="158" y="0"/>
                    <a:pt x="123" y="0"/>
                  </a:cubicBezTo>
                  <a:cubicBezTo>
                    <a:pt x="55" y="0"/>
                    <a:pt x="0" y="55"/>
                    <a:pt x="0" y="123"/>
                  </a:cubicBezTo>
                  <a:cubicBezTo>
                    <a:pt x="0" y="158"/>
                    <a:pt x="15" y="189"/>
                    <a:pt x="38" y="212"/>
                  </a:cubicBezTo>
                  <a:cubicBezTo>
                    <a:pt x="16" y="189"/>
                    <a:pt x="3" y="159"/>
                    <a:pt x="3" y="126"/>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0" name="Oval 189">
            <a:extLst>
              <a:ext uri="{FF2B5EF4-FFF2-40B4-BE49-F238E27FC236}">
                <a16:creationId xmlns:a16="http://schemas.microsoft.com/office/drawing/2014/main" id="{1FD0E01B-E399-410A-ADEB-53252817D323}"/>
              </a:ext>
            </a:extLst>
          </p:cNvPr>
          <p:cNvSpPr>
            <a:spLocks noChangeArrowheads="1"/>
          </p:cNvSpPr>
          <p:nvPr/>
        </p:nvSpPr>
        <p:spPr bwMode="auto">
          <a:xfrm>
            <a:off x="9235279" y="3322895"/>
            <a:ext cx="1119415" cy="1121874"/>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grpSp>
        <p:nvGrpSpPr>
          <p:cNvPr id="20" name="Group 19">
            <a:extLst>
              <a:ext uri="{FF2B5EF4-FFF2-40B4-BE49-F238E27FC236}">
                <a16:creationId xmlns:a16="http://schemas.microsoft.com/office/drawing/2014/main" id="{AB5867C1-4B29-4047-AF0D-FF44290899A8}"/>
              </a:ext>
            </a:extLst>
          </p:cNvPr>
          <p:cNvGrpSpPr/>
          <p:nvPr/>
        </p:nvGrpSpPr>
        <p:grpSpPr>
          <a:xfrm>
            <a:off x="3517659" y="2023882"/>
            <a:ext cx="1451548" cy="1454008"/>
            <a:chOff x="8212138" y="4176713"/>
            <a:chExt cx="936625" cy="938213"/>
          </a:xfrm>
          <a:effectLst>
            <a:outerShdw blurRad="254000" dist="190500" dir="2700000" algn="tl" rotWithShape="0">
              <a:prstClr val="black">
                <a:alpha val="25000"/>
              </a:prstClr>
            </a:outerShdw>
          </a:effectLst>
        </p:grpSpPr>
        <p:sp>
          <p:nvSpPr>
            <p:cNvPr id="21" name="Oval 190">
              <a:extLst>
                <a:ext uri="{FF2B5EF4-FFF2-40B4-BE49-F238E27FC236}">
                  <a16:creationId xmlns:a16="http://schemas.microsoft.com/office/drawing/2014/main" id="{0705C4B9-6782-40C6-B1A3-21601E280310}"/>
                </a:ext>
              </a:extLst>
            </p:cNvPr>
            <p:cNvSpPr>
              <a:spLocks noChangeArrowheads="1"/>
            </p:cNvSpPr>
            <p:nvPr/>
          </p:nvSpPr>
          <p:spPr bwMode="auto">
            <a:xfrm>
              <a:off x="8212138" y="4176713"/>
              <a:ext cx="936625" cy="938213"/>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2" name="Freeform 191">
              <a:extLst>
                <a:ext uri="{FF2B5EF4-FFF2-40B4-BE49-F238E27FC236}">
                  <a16:creationId xmlns:a16="http://schemas.microsoft.com/office/drawing/2014/main" id="{1FC8274B-C759-4F43-A722-6D5F4428205B}"/>
                </a:ext>
              </a:extLst>
            </p:cNvPr>
            <p:cNvSpPr>
              <a:spLocks/>
            </p:cNvSpPr>
            <p:nvPr/>
          </p:nvSpPr>
          <p:spPr bwMode="auto">
            <a:xfrm>
              <a:off x="8345488" y="4310063"/>
              <a:ext cx="803275" cy="804863"/>
            </a:xfrm>
            <a:custGeom>
              <a:avLst/>
              <a:gdLst>
                <a:gd name="T0" fmla="*/ 174 w 211"/>
                <a:gd name="T1" fmla="*/ 0 h 211"/>
                <a:gd name="T2" fmla="*/ 209 w 211"/>
                <a:gd name="T3" fmla="*/ 86 h 211"/>
                <a:gd name="T4" fmla="*/ 86 w 211"/>
                <a:gd name="T5" fmla="*/ 208 h 211"/>
                <a:gd name="T6" fmla="*/ 0 w 211"/>
                <a:gd name="T7" fmla="*/ 173 h 211"/>
                <a:gd name="T8" fmla="*/ 88 w 211"/>
                <a:gd name="T9" fmla="*/ 211 h 211"/>
                <a:gd name="T10" fmla="*/ 211 w 211"/>
                <a:gd name="T11" fmla="*/ 88 h 211"/>
                <a:gd name="T12" fmla="*/ 174 w 211"/>
                <a:gd name="T13" fmla="*/ 0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174" y="0"/>
                  </a:moveTo>
                  <a:cubicBezTo>
                    <a:pt x="195" y="22"/>
                    <a:pt x="209" y="52"/>
                    <a:pt x="209" y="86"/>
                  </a:cubicBezTo>
                  <a:cubicBezTo>
                    <a:pt x="209" y="153"/>
                    <a:pt x="154" y="208"/>
                    <a:pt x="86" y="208"/>
                  </a:cubicBezTo>
                  <a:cubicBezTo>
                    <a:pt x="52" y="208"/>
                    <a:pt x="22" y="195"/>
                    <a:pt x="0" y="173"/>
                  </a:cubicBezTo>
                  <a:cubicBezTo>
                    <a:pt x="22" y="196"/>
                    <a:pt x="53" y="211"/>
                    <a:pt x="88" y="211"/>
                  </a:cubicBezTo>
                  <a:cubicBezTo>
                    <a:pt x="156" y="211"/>
                    <a:pt x="211" y="156"/>
                    <a:pt x="211" y="88"/>
                  </a:cubicBezTo>
                  <a:cubicBezTo>
                    <a:pt x="211" y="53"/>
                    <a:pt x="197" y="22"/>
                    <a:pt x="174"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192">
              <a:extLst>
                <a:ext uri="{FF2B5EF4-FFF2-40B4-BE49-F238E27FC236}">
                  <a16:creationId xmlns:a16="http://schemas.microsoft.com/office/drawing/2014/main" id="{469DACD0-EA74-449A-B0E4-AD360DB02A8E}"/>
                </a:ext>
              </a:extLst>
            </p:cNvPr>
            <p:cNvSpPr>
              <a:spLocks/>
            </p:cNvSpPr>
            <p:nvPr/>
          </p:nvSpPr>
          <p:spPr bwMode="auto">
            <a:xfrm>
              <a:off x="8212138" y="4176713"/>
              <a:ext cx="803275" cy="804863"/>
            </a:xfrm>
            <a:custGeom>
              <a:avLst/>
              <a:gdLst>
                <a:gd name="T0" fmla="*/ 3 w 211"/>
                <a:gd name="T1" fmla="*/ 126 h 211"/>
                <a:gd name="T2" fmla="*/ 126 w 211"/>
                <a:gd name="T3" fmla="*/ 3 h 211"/>
                <a:gd name="T4" fmla="*/ 211 w 211"/>
                <a:gd name="T5" fmla="*/ 37 h 211"/>
                <a:gd name="T6" fmla="*/ 123 w 211"/>
                <a:gd name="T7" fmla="*/ 0 h 211"/>
                <a:gd name="T8" fmla="*/ 0 w 211"/>
                <a:gd name="T9" fmla="*/ 123 h 211"/>
                <a:gd name="T10" fmla="*/ 38 w 211"/>
                <a:gd name="T11" fmla="*/ 211 h 211"/>
                <a:gd name="T12" fmla="*/ 3 w 211"/>
                <a:gd name="T13" fmla="*/ 126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3" y="126"/>
                  </a:moveTo>
                  <a:cubicBezTo>
                    <a:pt x="3" y="58"/>
                    <a:pt x="58" y="3"/>
                    <a:pt x="126" y="3"/>
                  </a:cubicBezTo>
                  <a:cubicBezTo>
                    <a:pt x="159" y="3"/>
                    <a:pt x="189" y="16"/>
                    <a:pt x="211" y="37"/>
                  </a:cubicBezTo>
                  <a:cubicBezTo>
                    <a:pt x="189" y="14"/>
                    <a:pt x="158" y="0"/>
                    <a:pt x="123" y="0"/>
                  </a:cubicBezTo>
                  <a:cubicBezTo>
                    <a:pt x="55" y="0"/>
                    <a:pt x="0" y="55"/>
                    <a:pt x="0" y="123"/>
                  </a:cubicBezTo>
                  <a:cubicBezTo>
                    <a:pt x="0" y="157"/>
                    <a:pt x="15" y="189"/>
                    <a:pt x="38" y="211"/>
                  </a:cubicBezTo>
                  <a:cubicBezTo>
                    <a:pt x="16" y="189"/>
                    <a:pt x="3" y="159"/>
                    <a:pt x="3" y="126"/>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1" name="Oval 193">
            <a:extLst>
              <a:ext uri="{FF2B5EF4-FFF2-40B4-BE49-F238E27FC236}">
                <a16:creationId xmlns:a16="http://schemas.microsoft.com/office/drawing/2014/main" id="{52E3DF1A-A98C-48C1-BE2B-61C434233120}"/>
              </a:ext>
            </a:extLst>
          </p:cNvPr>
          <p:cNvSpPr>
            <a:spLocks noChangeArrowheads="1"/>
          </p:cNvSpPr>
          <p:nvPr/>
        </p:nvSpPr>
        <p:spPr bwMode="auto">
          <a:xfrm>
            <a:off x="3686187" y="2192409"/>
            <a:ext cx="1121874" cy="1116953"/>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43" name="Freeform 194">
            <a:extLst>
              <a:ext uri="{FF2B5EF4-FFF2-40B4-BE49-F238E27FC236}">
                <a16:creationId xmlns:a16="http://schemas.microsoft.com/office/drawing/2014/main" id="{0A50B17E-730D-41D0-95E8-2A3149EF5C08}"/>
              </a:ext>
            </a:extLst>
          </p:cNvPr>
          <p:cNvSpPr>
            <a:spLocks noEditPoints="1"/>
          </p:cNvSpPr>
          <p:nvPr/>
        </p:nvSpPr>
        <p:spPr bwMode="auto">
          <a:xfrm>
            <a:off x="3976496" y="2445814"/>
            <a:ext cx="541255" cy="610142"/>
          </a:xfrm>
          <a:custGeom>
            <a:avLst/>
            <a:gdLst>
              <a:gd name="T0" fmla="*/ 30 w 92"/>
              <a:gd name="T1" fmla="*/ 81 h 103"/>
              <a:gd name="T2" fmla="*/ 22 w 92"/>
              <a:gd name="T3" fmla="*/ 62 h 103"/>
              <a:gd name="T4" fmla="*/ 18 w 92"/>
              <a:gd name="T5" fmla="*/ 46 h 103"/>
              <a:gd name="T6" fmla="*/ 46 w 92"/>
              <a:gd name="T7" fmla="*/ 18 h 103"/>
              <a:gd name="T8" fmla="*/ 74 w 92"/>
              <a:gd name="T9" fmla="*/ 46 h 103"/>
              <a:gd name="T10" fmla="*/ 70 w 92"/>
              <a:gd name="T11" fmla="*/ 62 h 103"/>
              <a:gd name="T12" fmla="*/ 62 w 92"/>
              <a:gd name="T13" fmla="*/ 77 h 103"/>
              <a:gd name="T14" fmla="*/ 46 w 92"/>
              <a:gd name="T15" fmla="*/ 29 h 103"/>
              <a:gd name="T16" fmla="*/ 29 w 92"/>
              <a:gd name="T17" fmla="*/ 46 h 103"/>
              <a:gd name="T18" fmla="*/ 46 w 92"/>
              <a:gd name="T19" fmla="*/ 63 h 103"/>
              <a:gd name="T20" fmla="*/ 63 w 92"/>
              <a:gd name="T21" fmla="*/ 46 h 103"/>
              <a:gd name="T22" fmla="*/ 46 w 92"/>
              <a:gd name="T23" fmla="*/ 29 h 103"/>
              <a:gd name="T24" fmla="*/ 39 w 92"/>
              <a:gd name="T25" fmla="*/ 49 h 103"/>
              <a:gd name="T26" fmla="*/ 44 w 92"/>
              <a:gd name="T27" fmla="*/ 55 h 103"/>
              <a:gd name="T28" fmla="*/ 53 w 92"/>
              <a:gd name="T29" fmla="*/ 41 h 103"/>
              <a:gd name="T30" fmla="*/ 46 w 92"/>
              <a:gd name="T31" fmla="*/ 9 h 103"/>
              <a:gd name="T32" fmla="*/ 46 w 92"/>
              <a:gd name="T33" fmla="*/ 0 h 103"/>
              <a:gd name="T34" fmla="*/ 28 w 92"/>
              <a:gd name="T35" fmla="*/ 14 h 103"/>
              <a:gd name="T36" fmla="*/ 23 w 92"/>
              <a:gd name="T37" fmla="*/ 6 h 103"/>
              <a:gd name="T38" fmla="*/ 6 w 92"/>
              <a:gd name="T39" fmla="*/ 23 h 103"/>
              <a:gd name="T40" fmla="*/ 14 w 92"/>
              <a:gd name="T41" fmla="*/ 27 h 103"/>
              <a:gd name="T42" fmla="*/ 0 w 92"/>
              <a:gd name="T43" fmla="*/ 46 h 103"/>
              <a:gd name="T44" fmla="*/ 9 w 92"/>
              <a:gd name="T45" fmla="*/ 46 h 103"/>
              <a:gd name="T46" fmla="*/ 69 w 92"/>
              <a:gd name="T47" fmla="*/ 6 h 103"/>
              <a:gd name="T48" fmla="*/ 64 w 92"/>
              <a:gd name="T49" fmla="*/ 14 h 103"/>
              <a:gd name="T50" fmla="*/ 85 w 92"/>
              <a:gd name="T51" fmla="*/ 23 h 103"/>
              <a:gd name="T52" fmla="*/ 78 w 92"/>
              <a:gd name="T53" fmla="*/ 27 h 103"/>
              <a:gd name="T54" fmla="*/ 83 w 92"/>
              <a:gd name="T55" fmla="*/ 46 h 103"/>
              <a:gd name="T56" fmla="*/ 92 w 92"/>
              <a:gd name="T57" fmla="*/ 46 h 103"/>
              <a:gd name="T58" fmla="*/ 56 w 92"/>
              <a:gd name="T59" fmla="*/ 83 h 103"/>
              <a:gd name="T60" fmla="*/ 34 w 92"/>
              <a:gd name="T61" fmla="*/ 89 h 103"/>
              <a:gd name="T62" fmla="*/ 31 w 92"/>
              <a:gd name="T63" fmla="*/ 93 h 103"/>
              <a:gd name="T64" fmla="*/ 35 w 92"/>
              <a:gd name="T65" fmla="*/ 97 h 103"/>
              <a:gd name="T66" fmla="*/ 37 w 92"/>
              <a:gd name="T67" fmla="*/ 96 h 103"/>
              <a:gd name="T68" fmla="*/ 56 w 92"/>
              <a:gd name="T69" fmla="*/ 91 h 103"/>
              <a:gd name="T70" fmla="*/ 56 w 92"/>
              <a:gd name="T71" fmla="*/ 91 h 103"/>
              <a:gd name="T72" fmla="*/ 57 w 92"/>
              <a:gd name="T73" fmla="*/ 91 h 103"/>
              <a:gd name="T74" fmla="*/ 61 w 92"/>
              <a:gd name="T75" fmla="*/ 94 h 103"/>
              <a:gd name="T76" fmla="*/ 58 w 92"/>
              <a:gd name="T77" fmla="*/ 98 h 103"/>
              <a:gd name="T78" fmla="*/ 39 w 92"/>
              <a:gd name="T7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2" h="103">
                <a:moveTo>
                  <a:pt x="30" y="81"/>
                </a:moveTo>
                <a:cubicBezTo>
                  <a:pt x="30" y="76"/>
                  <a:pt x="28" y="71"/>
                  <a:pt x="22" y="62"/>
                </a:cubicBezTo>
                <a:cubicBezTo>
                  <a:pt x="19" y="57"/>
                  <a:pt x="18" y="52"/>
                  <a:pt x="18" y="46"/>
                </a:cubicBezTo>
                <a:cubicBezTo>
                  <a:pt x="18" y="31"/>
                  <a:pt x="30" y="18"/>
                  <a:pt x="46" y="18"/>
                </a:cubicBezTo>
                <a:cubicBezTo>
                  <a:pt x="62" y="18"/>
                  <a:pt x="74" y="31"/>
                  <a:pt x="74" y="46"/>
                </a:cubicBezTo>
                <a:cubicBezTo>
                  <a:pt x="74" y="52"/>
                  <a:pt x="73" y="57"/>
                  <a:pt x="70" y="62"/>
                </a:cubicBezTo>
                <a:cubicBezTo>
                  <a:pt x="65" y="69"/>
                  <a:pt x="63" y="74"/>
                  <a:pt x="62" y="77"/>
                </a:cubicBezTo>
                <a:moveTo>
                  <a:pt x="46" y="29"/>
                </a:moveTo>
                <a:cubicBezTo>
                  <a:pt x="37" y="29"/>
                  <a:pt x="29" y="36"/>
                  <a:pt x="29" y="46"/>
                </a:cubicBezTo>
                <a:cubicBezTo>
                  <a:pt x="29" y="55"/>
                  <a:pt x="37" y="63"/>
                  <a:pt x="46" y="63"/>
                </a:cubicBezTo>
                <a:cubicBezTo>
                  <a:pt x="55" y="63"/>
                  <a:pt x="63" y="55"/>
                  <a:pt x="63" y="46"/>
                </a:cubicBezTo>
                <a:cubicBezTo>
                  <a:pt x="63" y="36"/>
                  <a:pt x="55" y="29"/>
                  <a:pt x="46" y="29"/>
                </a:cubicBezTo>
                <a:close/>
                <a:moveTo>
                  <a:pt x="39" y="49"/>
                </a:moveTo>
                <a:cubicBezTo>
                  <a:pt x="44" y="55"/>
                  <a:pt x="44" y="55"/>
                  <a:pt x="44" y="55"/>
                </a:cubicBezTo>
                <a:cubicBezTo>
                  <a:pt x="53" y="41"/>
                  <a:pt x="53" y="41"/>
                  <a:pt x="53" y="41"/>
                </a:cubicBezTo>
                <a:moveTo>
                  <a:pt x="46" y="9"/>
                </a:moveTo>
                <a:cubicBezTo>
                  <a:pt x="46" y="0"/>
                  <a:pt x="46" y="0"/>
                  <a:pt x="46" y="0"/>
                </a:cubicBezTo>
                <a:moveTo>
                  <a:pt x="28" y="14"/>
                </a:moveTo>
                <a:cubicBezTo>
                  <a:pt x="23" y="6"/>
                  <a:pt x="23" y="6"/>
                  <a:pt x="23" y="6"/>
                </a:cubicBezTo>
                <a:moveTo>
                  <a:pt x="6" y="23"/>
                </a:moveTo>
                <a:cubicBezTo>
                  <a:pt x="14" y="27"/>
                  <a:pt x="14" y="27"/>
                  <a:pt x="14" y="27"/>
                </a:cubicBezTo>
                <a:moveTo>
                  <a:pt x="0" y="46"/>
                </a:moveTo>
                <a:cubicBezTo>
                  <a:pt x="9" y="46"/>
                  <a:pt x="9" y="46"/>
                  <a:pt x="9" y="46"/>
                </a:cubicBezTo>
                <a:moveTo>
                  <a:pt x="69" y="6"/>
                </a:moveTo>
                <a:cubicBezTo>
                  <a:pt x="64" y="14"/>
                  <a:pt x="64" y="14"/>
                  <a:pt x="64" y="14"/>
                </a:cubicBezTo>
                <a:moveTo>
                  <a:pt x="85" y="23"/>
                </a:moveTo>
                <a:cubicBezTo>
                  <a:pt x="78" y="27"/>
                  <a:pt x="78" y="27"/>
                  <a:pt x="78" y="27"/>
                </a:cubicBezTo>
                <a:moveTo>
                  <a:pt x="83" y="46"/>
                </a:moveTo>
                <a:cubicBezTo>
                  <a:pt x="92" y="46"/>
                  <a:pt x="92" y="46"/>
                  <a:pt x="92" y="46"/>
                </a:cubicBezTo>
                <a:moveTo>
                  <a:pt x="56" y="83"/>
                </a:moveTo>
                <a:cubicBezTo>
                  <a:pt x="56" y="83"/>
                  <a:pt x="34" y="89"/>
                  <a:pt x="34" y="89"/>
                </a:cubicBezTo>
                <a:cubicBezTo>
                  <a:pt x="32" y="90"/>
                  <a:pt x="31" y="91"/>
                  <a:pt x="31" y="93"/>
                </a:cubicBezTo>
                <a:cubicBezTo>
                  <a:pt x="31" y="95"/>
                  <a:pt x="33" y="97"/>
                  <a:pt x="35" y="97"/>
                </a:cubicBezTo>
                <a:cubicBezTo>
                  <a:pt x="35" y="97"/>
                  <a:pt x="37" y="96"/>
                  <a:pt x="37" y="96"/>
                </a:cubicBezTo>
                <a:cubicBezTo>
                  <a:pt x="56" y="91"/>
                  <a:pt x="56" y="91"/>
                  <a:pt x="56" y="91"/>
                </a:cubicBezTo>
                <a:cubicBezTo>
                  <a:pt x="56" y="91"/>
                  <a:pt x="56" y="91"/>
                  <a:pt x="56" y="91"/>
                </a:cubicBezTo>
                <a:cubicBezTo>
                  <a:pt x="57" y="91"/>
                  <a:pt x="57" y="91"/>
                  <a:pt x="57" y="91"/>
                </a:cubicBezTo>
                <a:cubicBezTo>
                  <a:pt x="59" y="91"/>
                  <a:pt x="61" y="92"/>
                  <a:pt x="61" y="94"/>
                </a:cubicBezTo>
                <a:cubicBezTo>
                  <a:pt x="61" y="96"/>
                  <a:pt x="60" y="97"/>
                  <a:pt x="58" y="98"/>
                </a:cubicBezTo>
                <a:cubicBezTo>
                  <a:pt x="39" y="103"/>
                  <a:pt x="39" y="103"/>
                  <a:pt x="39" y="103"/>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Freeform 195">
            <a:extLst>
              <a:ext uri="{FF2B5EF4-FFF2-40B4-BE49-F238E27FC236}">
                <a16:creationId xmlns:a16="http://schemas.microsoft.com/office/drawing/2014/main" id="{E4590FED-57E8-40DA-A7BF-CF8DF0D3F010}"/>
              </a:ext>
            </a:extLst>
          </p:cNvPr>
          <p:cNvSpPr>
            <a:spLocks noEditPoints="1"/>
          </p:cNvSpPr>
          <p:nvPr/>
        </p:nvSpPr>
        <p:spPr bwMode="auto">
          <a:xfrm>
            <a:off x="7674252" y="2440893"/>
            <a:ext cx="600301" cy="619983"/>
          </a:xfrm>
          <a:custGeom>
            <a:avLst/>
            <a:gdLst>
              <a:gd name="T0" fmla="*/ 38 w 102"/>
              <a:gd name="T1" fmla="*/ 11 h 105"/>
              <a:gd name="T2" fmla="*/ 89 w 102"/>
              <a:gd name="T3" fmla="*/ 42 h 105"/>
              <a:gd name="T4" fmla="*/ 102 w 102"/>
              <a:gd name="T5" fmla="*/ 68 h 105"/>
              <a:gd name="T6" fmla="*/ 91 w 102"/>
              <a:gd name="T7" fmla="*/ 68 h 105"/>
              <a:gd name="T8" fmla="*/ 91 w 102"/>
              <a:gd name="T9" fmla="*/ 85 h 105"/>
              <a:gd name="T10" fmla="*/ 86 w 102"/>
              <a:gd name="T11" fmla="*/ 91 h 105"/>
              <a:gd name="T12" fmla="*/ 74 w 102"/>
              <a:gd name="T13" fmla="*/ 91 h 105"/>
              <a:gd name="T14" fmla="*/ 74 w 102"/>
              <a:gd name="T15" fmla="*/ 105 h 105"/>
              <a:gd name="T16" fmla="*/ 28 w 102"/>
              <a:gd name="T17" fmla="*/ 105 h 105"/>
              <a:gd name="T18" fmla="*/ 28 w 102"/>
              <a:gd name="T19" fmla="*/ 90 h 105"/>
              <a:gd name="T20" fmla="*/ 22 w 102"/>
              <a:gd name="T21" fmla="*/ 79 h 105"/>
              <a:gd name="T22" fmla="*/ 57 w 102"/>
              <a:gd name="T23" fmla="*/ 48 h 105"/>
              <a:gd name="T24" fmla="*/ 57 w 102"/>
              <a:gd name="T25" fmla="*/ 41 h 105"/>
              <a:gd name="T26" fmla="*/ 49 w 102"/>
              <a:gd name="T27" fmla="*/ 37 h 105"/>
              <a:gd name="T28" fmla="*/ 48 w 102"/>
              <a:gd name="T29" fmla="*/ 35 h 105"/>
              <a:gd name="T30" fmla="*/ 51 w 102"/>
              <a:gd name="T31" fmla="*/ 27 h 105"/>
              <a:gd name="T32" fmla="*/ 46 w 102"/>
              <a:gd name="T33" fmla="*/ 22 h 105"/>
              <a:gd name="T34" fmla="*/ 38 w 102"/>
              <a:gd name="T35" fmla="*/ 25 h 105"/>
              <a:gd name="T36" fmla="*/ 35 w 102"/>
              <a:gd name="T37" fmla="*/ 24 h 105"/>
              <a:gd name="T38" fmla="*/ 32 w 102"/>
              <a:gd name="T39" fmla="*/ 16 h 105"/>
              <a:gd name="T40" fmla="*/ 25 w 102"/>
              <a:gd name="T41" fmla="*/ 16 h 105"/>
              <a:gd name="T42" fmla="*/ 22 w 102"/>
              <a:gd name="T43" fmla="*/ 24 h 105"/>
              <a:gd name="T44" fmla="*/ 19 w 102"/>
              <a:gd name="T45" fmla="*/ 25 h 105"/>
              <a:gd name="T46" fmla="*/ 11 w 102"/>
              <a:gd name="T47" fmla="*/ 22 h 105"/>
              <a:gd name="T48" fmla="*/ 6 w 102"/>
              <a:gd name="T49" fmla="*/ 27 h 105"/>
              <a:gd name="T50" fmla="*/ 10 w 102"/>
              <a:gd name="T51" fmla="*/ 35 h 105"/>
              <a:gd name="T52" fmla="*/ 8 w 102"/>
              <a:gd name="T53" fmla="*/ 37 h 105"/>
              <a:gd name="T54" fmla="*/ 0 w 102"/>
              <a:gd name="T55" fmla="*/ 41 h 105"/>
              <a:gd name="T56" fmla="*/ 0 w 102"/>
              <a:gd name="T57" fmla="*/ 48 h 105"/>
              <a:gd name="T58" fmla="*/ 8 w 102"/>
              <a:gd name="T59" fmla="*/ 51 h 105"/>
              <a:gd name="T60" fmla="*/ 10 w 102"/>
              <a:gd name="T61" fmla="*/ 54 h 105"/>
              <a:gd name="T62" fmla="*/ 6 w 102"/>
              <a:gd name="T63" fmla="*/ 62 h 105"/>
              <a:gd name="T64" fmla="*/ 11 w 102"/>
              <a:gd name="T65" fmla="*/ 67 h 105"/>
              <a:gd name="T66" fmla="*/ 19 w 102"/>
              <a:gd name="T67" fmla="*/ 63 h 105"/>
              <a:gd name="T68" fmla="*/ 22 w 102"/>
              <a:gd name="T69" fmla="*/ 64 h 105"/>
              <a:gd name="T70" fmla="*/ 25 w 102"/>
              <a:gd name="T71" fmla="*/ 72 h 105"/>
              <a:gd name="T72" fmla="*/ 32 w 102"/>
              <a:gd name="T73" fmla="*/ 72 h 105"/>
              <a:gd name="T74" fmla="*/ 35 w 102"/>
              <a:gd name="T75" fmla="*/ 64 h 105"/>
              <a:gd name="T76" fmla="*/ 38 w 102"/>
              <a:gd name="T77" fmla="*/ 63 h 105"/>
              <a:gd name="T78" fmla="*/ 46 w 102"/>
              <a:gd name="T79" fmla="*/ 67 h 105"/>
              <a:gd name="T80" fmla="*/ 51 w 102"/>
              <a:gd name="T81" fmla="*/ 62 h 105"/>
              <a:gd name="T82" fmla="*/ 48 w 102"/>
              <a:gd name="T83" fmla="*/ 54 h 105"/>
              <a:gd name="T84" fmla="*/ 49 w 102"/>
              <a:gd name="T85" fmla="*/ 51 h 105"/>
              <a:gd name="T86" fmla="*/ 57 w 102"/>
              <a:gd name="T87" fmla="*/ 48 h 105"/>
              <a:gd name="T88" fmla="*/ 29 w 102"/>
              <a:gd name="T89" fmla="*/ 32 h 105"/>
              <a:gd name="T90" fmla="*/ 17 w 102"/>
              <a:gd name="T91" fmla="*/ 44 h 105"/>
              <a:gd name="T92" fmla="*/ 29 w 102"/>
              <a:gd name="T93" fmla="*/ 56 h 105"/>
              <a:gd name="T94" fmla="*/ 41 w 102"/>
              <a:gd name="T95" fmla="*/ 44 h 105"/>
              <a:gd name="T96" fmla="*/ 29 w 102"/>
              <a:gd name="T97" fmla="*/ 32 h 105"/>
              <a:gd name="T98" fmla="*/ 74 w 102"/>
              <a:gd name="T99" fmla="*/ 91 h 105"/>
              <a:gd name="T100" fmla="*/ 67 w 102"/>
              <a:gd name="T101" fmla="*/ 9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2" h="105">
                <a:moveTo>
                  <a:pt x="38" y="11"/>
                </a:moveTo>
                <a:cubicBezTo>
                  <a:pt x="94" y="0"/>
                  <a:pt x="89" y="42"/>
                  <a:pt x="89" y="42"/>
                </a:cubicBezTo>
                <a:cubicBezTo>
                  <a:pt x="102" y="68"/>
                  <a:pt x="102" y="68"/>
                  <a:pt x="102" y="68"/>
                </a:cubicBezTo>
                <a:cubicBezTo>
                  <a:pt x="91" y="68"/>
                  <a:pt x="91" y="68"/>
                  <a:pt x="91" y="68"/>
                </a:cubicBezTo>
                <a:cubicBezTo>
                  <a:pt x="91" y="85"/>
                  <a:pt x="91" y="85"/>
                  <a:pt x="91" y="85"/>
                </a:cubicBezTo>
                <a:cubicBezTo>
                  <a:pt x="91" y="88"/>
                  <a:pt x="89" y="91"/>
                  <a:pt x="86" y="91"/>
                </a:cubicBezTo>
                <a:cubicBezTo>
                  <a:pt x="74" y="91"/>
                  <a:pt x="74" y="91"/>
                  <a:pt x="74" y="91"/>
                </a:cubicBezTo>
                <a:cubicBezTo>
                  <a:pt x="74" y="105"/>
                  <a:pt x="74" y="105"/>
                  <a:pt x="74" y="105"/>
                </a:cubicBezTo>
                <a:moveTo>
                  <a:pt x="28" y="105"/>
                </a:moveTo>
                <a:cubicBezTo>
                  <a:pt x="28" y="90"/>
                  <a:pt x="28" y="90"/>
                  <a:pt x="28" y="90"/>
                </a:cubicBezTo>
                <a:cubicBezTo>
                  <a:pt x="22" y="79"/>
                  <a:pt x="22" y="79"/>
                  <a:pt x="22" y="79"/>
                </a:cubicBezTo>
                <a:moveTo>
                  <a:pt x="57" y="48"/>
                </a:moveTo>
                <a:cubicBezTo>
                  <a:pt x="57" y="41"/>
                  <a:pt x="57" y="41"/>
                  <a:pt x="57" y="41"/>
                </a:cubicBezTo>
                <a:cubicBezTo>
                  <a:pt x="49" y="37"/>
                  <a:pt x="49" y="37"/>
                  <a:pt x="49" y="37"/>
                </a:cubicBezTo>
                <a:cubicBezTo>
                  <a:pt x="49" y="37"/>
                  <a:pt x="48" y="36"/>
                  <a:pt x="48" y="35"/>
                </a:cubicBezTo>
                <a:cubicBezTo>
                  <a:pt x="51" y="27"/>
                  <a:pt x="51" y="27"/>
                  <a:pt x="51" y="27"/>
                </a:cubicBezTo>
                <a:cubicBezTo>
                  <a:pt x="46" y="22"/>
                  <a:pt x="46" y="22"/>
                  <a:pt x="46" y="22"/>
                </a:cubicBezTo>
                <a:cubicBezTo>
                  <a:pt x="38" y="25"/>
                  <a:pt x="38" y="25"/>
                  <a:pt x="38" y="25"/>
                </a:cubicBezTo>
                <a:cubicBezTo>
                  <a:pt x="37" y="25"/>
                  <a:pt x="36" y="24"/>
                  <a:pt x="35" y="24"/>
                </a:cubicBezTo>
                <a:cubicBezTo>
                  <a:pt x="32" y="16"/>
                  <a:pt x="32" y="16"/>
                  <a:pt x="32" y="16"/>
                </a:cubicBezTo>
                <a:cubicBezTo>
                  <a:pt x="25" y="16"/>
                  <a:pt x="25" y="16"/>
                  <a:pt x="25" y="16"/>
                </a:cubicBezTo>
                <a:cubicBezTo>
                  <a:pt x="22" y="24"/>
                  <a:pt x="22" y="24"/>
                  <a:pt x="22" y="24"/>
                </a:cubicBezTo>
                <a:cubicBezTo>
                  <a:pt x="21" y="24"/>
                  <a:pt x="20" y="25"/>
                  <a:pt x="19" y="25"/>
                </a:cubicBezTo>
                <a:cubicBezTo>
                  <a:pt x="11" y="22"/>
                  <a:pt x="11" y="22"/>
                  <a:pt x="11" y="22"/>
                </a:cubicBezTo>
                <a:cubicBezTo>
                  <a:pt x="6" y="27"/>
                  <a:pt x="6" y="27"/>
                  <a:pt x="6" y="27"/>
                </a:cubicBezTo>
                <a:cubicBezTo>
                  <a:pt x="10" y="35"/>
                  <a:pt x="10" y="35"/>
                  <a:pt x="10" y="35"/>
                </a:cubicBezTo>
                <a:cubicBezTo>
                  <a:pt x="9" y="36"/>
                  <a:pt x="9" y="37"/>
                  <a:pt x="8" y="37"/>
                </a:cubicBezTo>
                <a:cubicBezTo>
                  <a:pt x="0" y="41"/>
                  <a:pt x="0" y="41"/>
                  <a:pt x="0" y="41"/>
                </a:cubicBezTo>
                <a:cubicBezTo>
                  <a:pt x="0" y="48"/>
                  <a:pt x="0" y="48"/>
                  <a:pt x="0" y="48"/>
                </a:cubicBezTo>
                <a:cubicBezTo>
                  <a:pt x="8" y="51"/>
                  <a:pt x="8" y="51"/>
                  <a:pt x="8" y="51"/>
                </a:cubicBezTo>
                <a:cubicBezTo>
                  <a:pt x="9" y="52"/>
                  <a:pt x="9" y="53"/>
                  <a:pt x="10" y="54"/>
                </a:cubicBezTo>
                <a:cubicBezTo>
                  <a:pt x="6" y="62"/>
                  <a:pt x="6" y="62"/>
                  <a:pt x="6" y="62"/>
                </a:cubicBezTo>
                <a:cubicBezTo>
                  <a:pt x="11" y="67"/>
                  <a:pt x="11" y="67"/>
                  <a:pt x="11" y="67"/>
                </a:cubicBezTo>
                <a:cubicBezTo>
                  <a:pt x="19" y="63"/>
                  <a:pt x="19" y="63"/>
                  <a:pt x="19" y="63"/>
                </a:cubicBezTo>
                <a:cubicBezTo>
                  <a:pt x="20" y="64"/>
                  <a:pt x="21" y="64"/>
                  <a:pt x="22" y="64"/>
                </a:cubicBezTo>
                <a:cubicBezTo>
                  <a:pt x="25" y="72"/>
                  <a:pt x="25" y="72"/>
                  <a:pt x="25" y="72"/>
                </a:cubicBezTo>
                <a:cubicBezTo>
                  <a:pt x="32" y="72"/>
                  <a:pt x="32" y="72"/>
                  <a:pt x="32" y="72"/>
                </a:cubicBezTo>
                <a:cubicBezTo>
                  <a:pt x="35" y="64"/>
                  <a:pt x="35" y="64"/>
                  <a:pt x="35" y="64"/>
                </a:cubicBezTo>
                <a:cubicBezTo>
                  <a:pt x="36" y="64"/>
                  <a:pt x="37" y="64"/>
                  <a:pt x="38" y="63"/>
                </a:cubicBezTo>
                <a:cubicBezTo>
                  <a:pt x="46" y="67"/>
                  <a:pt x="46" y="67"/>
                  <a:pt x="46" y="67"/>
                </a:cubicBezTo>
                <a:cubicBezTo>
                  <a:pt x="51" y="62"/>
                  <a:pt x="51" y="62"/>
                  <a:pt x="51" y="62"/>
                </a:cubicBezTo>
                <a:cubicBezTo>
                  <a:pt x="48" y="54"/>
                  <a:pt x="48" y="54"/>
                  <a:pt x="48" y="54"/>
                </a:cubicBezTo>
                <a:cubicBezTo>
                  <a:pt x="48" y="53"/>
                  <a:pt x="49" y="52"/>
                  <a:pt x="49" y="51"/>
                </a:cubicBezTo>
                <a:lnTo>
                  <a:pt x="57" y="48"/>
                </a:lnTo>
                <a:close/>
                <a:moveTo>
                  <a:pt x="29" y="32"/>
                </a:moveTo>
                <a:cubicBezTo>
                  <a:pt x="22" y="32"/>
                  <a:pt x="17" y="38"/>
                  <a:pt x="17" y="44"/>
                </a:cubicBezTo>
                <a:cubicBezTo>
                  <a:pt x="17" y="51"/>
                  <a:pt x="22" y="56"/>
                  <a:pt x="29" y="56"/>
                </a:cubicBezTo>
                <a:cubicBezTo>
                  <a:pt x="35" y="56"/>
                  <a:pt x="41" y="51"/>
                  <a:pt x="41" y="44"/>
                </a:cubicBezTo>
                <a:cubicBezTo>
                  <a:pt x="41" y="38"/>
                  <a:pt x="35" y="32"/>
                  <a:pt x="29" y="32"/>
                </a:cubicBezTo>
                <a:close/>
                <a:moveTo>
                  <a:pt x="74" y="91"/>
                </a:moveTo>
                <a:cubicBezTo>
                  <a:pt x="67" y="91"/>
                  <a:pt x="67" y="91"/>
                  <a:pt x="67" y="91"/>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Freeform 196">
            <a:extLst>
              <a:ext uri="{FF2B5EF4-FFF2-40B4-BE49-F238E27FC236}">
                <a16:creationId xmlns:a16="http://schemas.microsoft.com/office/drawing/2014/main" id="{A2D42BC6-2426-4C20-AC46-C3E651DDF3D2}"/>
              </a:ext>
            </a:extLst>
          </p:cNvPr>
          <p:cNvSpPr>
            <a:spLocks noEditPoints="1"/>
          </p:cNvSpPr>
          <p:nvPr/>
        </p:nvSpPr>
        <p:spPr bwMode="auto">
          <a:xfrm>
            <a:off x="9397655" y="3662408"/>
            <a:ext cx="789741" cy="442845"/>
          </a:xfrm>
          <a:custGeom>
            <a:avLst/>
            <a:gdLst>
              <a:gd name="T0" fmla="*/ 32 w 134"/>
              <a:gd name="T1" fmla="*/ 61 h 75"/>
              <a:gd name="T2" fmla="*/ 31 w 134"/>
              <a:gd name="T3" fmla="*/ 55 h 75"/>
              <a:gd name="T4" fmla="*/ 39 w 134"/>
              <a:gd name="T5" fmla="*/ 48 h 75"/>
              <a:gd name="T6" fmla="*/ 44 w 134"/>
              <a:gd name="T7" fmla="*/ 52 h 75"/>
              <a:gd name="T8" fmla="*/ 37 w 134"/>
              <a:gd name="T9" fmla="*/ 61 h 75"/>
              <a:gd name="T10" fmla="*/ 81 w 134"/>
              <a:gd name="T11" fmla="*/ 54 h 75"/>
              <a:gd name="T12" fmla="*/ 97 w 134"/>
              <a:gd name="T13" fmla="*/ 61 h 75"/>
              <a:gd name="T14" fmla="*/ 98 w 134"/>
              <a:gd name="T15" fmla="*/ 54 h 75"/>
              <a:gd name="T16" fmla="*/ 82 w 134"/>
              <a:gd name="T17" fmla="*/ 66 h 75"/>
              <a:gd name="T18" fmla="*/ 89 w 134"/>
              <a:gd name="T19" fmla="*/ 67 h 75"/>
              <a:gd name="T20" fmla="*/ 91 w 134"/>
              <a:gd name="T21" fmla="*/ 61 h 75"/>
              <a:gd name="T22" fmla="*/ 73 w 134"/>
              <a:gd name="T23" fmla="*/ 72 h 75"/>
              <a:gd name="T24" fmla="*/ 80 w 134"/>
              <a:gd name="T25" fmla="*/ 72 h 75"/>
              <a:gd name="T26" fmla="*/ 82 w 134"/>
              <a:gd name="T27" fmla="*/ 66 h 75"/>
              <a:gd name="T28" fmla="*/ 63 w 134"/>
              <a:gd name="T29" fmla="*/ 73 h 75"/>
              <a:gd name="T30" fmla="*/ 71 w 134"/>
              <a:gd name="T31" fmla="*/ 72 h 75"/>
              <a:gd name="T32" fmla="*/ 43 w 134"/>
              <a:gd name="T33" fmla="*/ 67 h 75"/>
              <a:gd name="T34" fmla="*/ 52 w 134"/>
              <a:gd name="T35" fmla="*/ 51 h 75"/>
              <a:gd name="T36" fmla="*/ 46 w 134"/>
              <a:gd name="T37" fmla="*/ 51 h 75"/>
              <a:gd name="T38" fmla="*/ 37 w 134"/>
              <a:gd name="T39" fmla="*/ 67 h 75"/>
              <a:gd name="T40" fmla="*/ 43 w 134"/>
              <a:gd name="T41" fmla="*/ 67 h 75"/>
              <a:gd name="T42" fmla="*/ 59 w 134"/>
              <a:gd name="T43" fmla="*/ 61 h 75"/>
              <a:gd name="T44" fmla="*/ 55 w 134"/>
              <a:gd name="T45" fmla="*/ 54 h 75"/>
              <a:gd name="T46" fmla="*/ 44 w 134"/>
              <a:gd name="T47" fmla="*/ 65 h 75"/>
              <a:gd name="T48" fmla="*/ 48 w 134"/>
              <a:gd name="T49" fmla="*/ 71 h 75"/>
              <a:gd name="T50" fmla="*/ 62 w 134"/>
              <a:gd name="T51" fmla="*/ 69 h 75"/>
              <a:gd name="T52" fmla="*/ 63 w 134"/>
              <a:gd name="T53" fmla="*/ 62 h 75"/>
              <a:gd name="T54" fmla="*/ 57 w 134"/>
              <a:gd name="T55" fmla="*/ 63 h 75"/>
              <a:gd name="T56" fmla="*/ 52 w 134"/>
              <a:gd name="T57" fmla="*/ 74 h 75"/>
              <a:gd name="T58" fmla="*/ 58 w 134"/>
              <a:gd name="T59" fmla="*/ 73 h 75"/>
              <a:gd name="T60" fmla="*/ 115 w 134"/>
              <a:gd name="T61" fmla="*/ 0 h 75"/>
              <a:gd name="T62" fmla="*/ 111 w 134"/>
              <a:gd name="T63" fmla="*/ 45 h 75"/>
              <a:gd name="T64" fmla="*/ 134 w 134"/>
              <a:gd name="T65" fmla="*/ 35 h 75"/>
              <a:gd name="T66" fmla="*/ 72 w 134"/>
              <a:gd name="T67" fmla="*/ 19 h 75"/>
              <a:gd name="T68" fmla="*/ 66 w 134"/>
              <a:gd name="T69" fmla="*/ 19 h 75"/>
              <a:gd name="T70" fmla="*/ 46 w 134"/>
              <a:gd name="T71" fmla="*/ 29 h 75"/>
              <a:gd name="T72" fmla="*/ 64 w 134"/>
              <a:gd name="T73" fmla="*/ 33 h 75"/>
              <a:gd name="T74" fmla="*/ 98 w 134"/>
              <a:gd name="T75" fmla="*/ 54 h 75"/>
              <a:gd name="T76" fmla="*/ 104 w 134"/>
              <a:gd name="T77" fmla="*/ 47 h 75"/>
              <a:gd name="T78" fmla="*/ 98 w 134"/>
              <a:gd name="T79" fmla="*/ 54 h 75"/>
              <a:gd name="T80" fmla="*/ 34 w 134"/>
              <a:gd name="T81" fmla="*/ 53 h 75"/>
              <a:gd name="T82" fmla="*/ 20 w 134"/>
              <a:gd name="T83" fmla="*/ 49 h 75"/>
              <a:gd name="T84" fmla="*/ 28 w 134"/>
              <a:gd name="T85" fmla="*/ 0 h 75"/>
              <a:gd name="T86" fmla="*/ 32 w 134"/>
              <a:gd name="T87" fmla="*/ 54 h 75"/>
              <a:gd name="T88" fmla="*/ 44 w 134"/>
              <a:gd name="T89"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4" h="75">
                <a:moveTo>
                  <a:pt x="35" y="62"/>
                </a:moveTo>
                <a:cubicBezTo>
                  <a:pt x="34" y="62"/>
                  <a:pt x="33" y="62"/>
                  <a:pt x="32" y="61"/>
                </a:cubicBezTo>
                <a:cubicBezTo>
                  <a:pt x="31" y="60"/>
                  <a:pt x="30" y="59"/>
                  <a:pt x="30" y="58"/>
                </a:cubicBezTo>
                <a:cubicBezTo>
                  <a:pt x="30" y="57"/>
                  <a:pt x="31" y="56"/>
                  <a:pt x="31" y="55"/>
                </a:cubicBezTo>
                <a:cubicBezTo>
                  <a:pt x="37" y="49"/>
                  <a:pt x="37" y="49"/>
                  <a:pt x="37" y="49"/>
                </a:cubicBezTo>
                <a:cubicBezTo>
                  <a:pt x="37" y="49"/>
                  <a:pt x="38" y="48"/>
                  <a:pt x="39" y="48"/>
                </a:cubicBezTo>
                <a:cubicBezTo>
                  <a:pt x="40" y="48"/>
                  <a:pt x="41" y="48"/>
                  <a:pt x="42" y="49"/>
                </a:cubicBezTo>
                <a:cubicBezTo>
                  <a:pt x="43" y="50"/>
                  <a:pt x="43" y="51"/>
                  <a:pt x="44" y="52"/>
                </a:cubicBezTo>
                <a:cubicBezTo>
                  <a:pt x="44" y="53"/>
                  <a:pt x="43" y="54"/>
                  <a:pt x="43" y="55"/>
                </a:cubicBezTo>
                <a:cubicBezTo>
                  <a:pt x="37" y="61"/>
                  <a:pt x="37" y="61"/>
                  <a:pt x="37" y="61"/>
                </a:cubicBezTo>
                <a:cubicBezTo>
                  <a:pt x="37" y="61"/>
                  <a:pt x="36" y="62"/>
                  <a:pt x="35" y="62"/>
                </a:cubicBezTo>
                <a:close/>
                <a:moveTo>
                  <a:pt x="81" y="54"/>
                </a:moveTo>
                <a:cubicBezTo>
                  <a:pt x="81" y="54"/>
                  <a:pt x="91" y="62"/>
                  <a:pt x="94" y="62"/>
                </a:cubicBezTo>
                <a:cubicBezTo>
                  <a:pt x="96" y="63"/>
                  <a:pt x="96" y="62"/>
                  <a:pt x="97" y="61"/>
                </a:cubicBezTo>
                <a:cubicBezTo>
                  <a:pt x="99" y="60"/>
                  <a:pt x="99" y="58"/>
                  <a:pt x="99" y="57"/>
                </a:cubicBezTo>
                <a:cubicBezTo>
                  <a:pt x="99" y="56"/>
                  <a:pt x="99" y="55"/>
                  <a:pt x="98" y="54"/>
                </a:cubicBezTo>
                <a:moveTo>
                  <a:pt x="73" y="59"/>
                </a:moveTo>
                <a:cubicBezTo>
                  <a:pt x="82" y="66"/>
                  <a:pt x="82" y="66"/>
                  <a:pt x="82" y="66"/>
                </a:cubicBezTo>
                <a:cubicBezTo>
                  <a:pt x="83" y="67"/>
                  <a:pt x="84" y="68"/>
                  <a:pt x="85" y="68"/>
                </a:cubicBezTo>
                <a:cubicBezTo>
                  <a:pt x="87" y="68"/>
                  <a:pt x="88" y="68"/>
                  <a:pt x="89" y="67"/>
                </a:cubicBezTo>
                <a:cubicBezTo>
                  <a:pt x="90" y="66"/>
                  <a:pt x="91" y="64"/>
                  <a:pt x="91" y="63"/>
                </a:cubicBezTo>
                <a:cubicBezTo>
                  <a:pt x="91" y="62"/>
                  <a:pt x="91" y="61"/>
                  <a:pt x="91" y="61"/>
                </a:cubicBezTo>
                <a:moveTo>
                  <a:pt x="69" y="68"/>
                </a:moveTo>
                <a:cubicBezTo>
                  <a:pt x="73" y="72"/>
                  <a:pt x="73" y="72"/>
                  <a:pt x="73" y="72"/>
                </a:cubicBezTo>
                <a:cubicBezTo>
                  <a:pt x="74" y="73"/>
                  <a:pt x="75" y="73"/>
                  <a:pt x="77" y="73"/>
                </a:cubicBezTo>
                <a:cubicBezTo>
                  <a:pt x="78" y="73"/>
                  <a:pt x="79" y="73"/>
                  <a:pt x="80" y="72"/>
                </a:cubicBezTo>
                <a:cubicBezTo>
                  <a:pt x="81" y="71"/>
                  <a:pt x="82" y="69"/>
                  <a:pt x="82" y="68"/>
                </a:cubicBezTo>
                <a:cubicBezTo>
                  <a:pt x="82" y="67"/>
                  <a:pt x="82" y="67"/>
                  <a:pt x="82" y="66"/>
                </a:cubicBezTo>
                <a:moveTo>
                  <a:pt x="60" y="71"/>
                </a:moveTo>
                <a:cubicBezTo>
                  <a:pt x="63" y="73"/>
                  <a:pt x="63" y="73"/>
                  <a:pt x="63" y="73"/>
                </a:cubicBezTo>
                <a:cubicBezTo>
                  <a:pt x="63" y="73"/>
                  <a:pt x="65" y="74"/>
                  <a:pt x="67" y="74"/>
                </a:cubicBezTo>
                <a:cubicBezTo>
                  <a:pt x="69" y="74"/>
                  <a:pt x="70" y="73"/>
                  <a:pt x="71" y="72"/>
                </a:cubicBezTo>
                <a:cubicBezTo>
                  <a:pt x="72" y="72"/>
                  <a:pt x="72" y="72"/>
                  <a:pt x="72" y="71"/>
                </a:cubicBezTo>
                <a:moveTo>
                  <a:pt x="43" y="67"/>
                </a:moveTo>
                <a:cubicBezTo>
                  <a:pt x="52" y="56"/>
                  <a:pt x="52" y="56"/>
                  <a:pt x="52" y="56"/>
                </a:cubicBezTo>
                <a:cubicBezTo>
                  <a:pt x="53" y="55"/>
                  <a:pt x="53" y="52"/>
                  <a:pt x="52" y="51"/>
                </a:cubicBezTo>
                <a:cubicBezTo>
                  <a:pt x="51" y="50"/>
                  <a:pt x="49" y="50"/>
                  <a:pt x="48" y="50"/>
                </a:cubicBezTo>
                <a:cubicBezTo>
                  <a:pt x="47" y="50"/>
                  <a:pt x="47" y="50"/>
                  <a:pt x="46" y="51"/>
                </a:cubicBezTo>
                <a:cubicBezTo>
                  <a:pt x="37" y="61"/>
                  <a:pt x="37" y="61"/>
                  <a:pt x="37" y="61"/>
                </a:cubicBezTo>
                <a:cubicBezTo>
                  <a:pt x="35" y="63"/>
                  <a:pt x="35" y="65"/>
                  <a:pt x="37" y="67"/>
                </a:cubicBezTo>
                <a:cubicBezTo>
                  <a:pt x="38" y="68"/>
                  <a:pt x="39" y="68"/>
                  <a:pt x="40" y="68"/>
                </a:cubicBezTo>
                <a:cubicBezTo>
                  <a:pt x="41" y="68"/>
                  <a:pt x="42" y="67"/>
                  <a:pt x="43" y="67"/>
                </a:cubicBezTo>
                <a:close/>
                <a:moveTo>
                  <a:pt x="50" y="70"/>
                </a:moveTo>
                <a:cubicBezTo>
                  <a:pt x="59" y="61"/>
                  <a:pt x="59" y="61"/>
                  <a:pt x="59" y="61"/>
                </a:cubicBezTo>
                <a:cubicBezTo>
                  <a:pt x="60" y="59"/>
                  <a:pt x="60" y="57"/>
                  <a:pt x="58" y="55"/>
                </a:cubicBezTo>
                <a:cubicBezTo>
                  <a:pt x="57" y="54"/>
                  <a:pt x="56" y="54"/>
                  <a:pt x="55" y="54"/>
                </a:cubicBezTo>
                <a:cubicBezTo>
                  <a:pt x="54" y="54"/>
                  <a:pt x="53" y="55"/>
                  <a:pt x="53" y="55"/>
                </a:cubicBezTo>
                <a:cubicBezTo>
                  <a:pt x="44" y="65"/>
                  <a:pt x="44" y="65"/>
                  <a:pt x="44" y="65"/>
                </a:cubicBezTo>
                <a:cubicBezTo>
                  <a:pt x="43" y="66"/>
                  <a:pt x="43" y="69"/>
                  <a:pt x="45" y="70"/>
                </a:cubicBezTo>
                <a:cubicBezTo>
                  <a:pt x="45" y="71"/>
                  <a:pt x="47" y="72"/>
                  <a:pt x="48" y="71"/>
                </a:cubicBezTo>
                <a:cubicBezTo>
                  <a:pt x="49" y="71"/>
                  <a:pt x="50" y="71"/>
                  <a:pt x="50" y="70"/>
                </a:cubicBezTo>
                <a:close/>
                <a:moveTo>
                  <a:pt x="62" y="69"/>
                </a:moveTo>
                <a:cubicBezTo>
                  <a:pt x="63" y="68"/>
                  <a:pt x="63" y="68"/>
                  <a:pt x="63" y="68"/>
                </a:cubicBezTo>
                <a:cubicBezTo>
                  <a:pt x="64" y="66"/>
                  <a:pt x="64" y="64"/>
                  <a:pt x="63" y="62"/>
                </a:cubicBezTo>
                <a:cubicBezTo>
                  <a:pt x="62" y="61"/>
                  <a:pt x="61" y="61"/>
                  <a:pt x="59" y="61"/>
                </a:cubicBezTo>
                <a:cubicBezTo>
                  <a:pt x="59" y="61"/>
                  <a:pt x="58" y="62"/>
                  <a:pt x="57" y="63"/>
                </a:cubicBezTo>
                <a:cubicBezTo>
                  <a:pt x="52" y="68"/>
                  <a:pt x="52" y="68"/>
                  <a:pt x="52" y="68"/>
                </a:cubicBezTo>
                <a:cubicBezTo>
                  <a:pt x="51" y="70"/>
                  <a:pt x="51" y="72"/>
                  <a:pt x="52" y="74"/>
                </a:cubicBezTo>
                <a:cubicBezTo>
                  <a:pt x="53" y="74"/>
                  <a:pt x="55" y="75"/>
                  <a:pt x="56" y="75"/>
                </a:cubicBezTo>
                <a:cubicBezTo>
                  <a:pt x="57" y="74"/>
                  <a:pt x="57" y="74"/>
                  <a:pt x="58" y="73"/>
                </a:cubicBezTo>
                <a:lnTo>
                  <a:pt x="62" y="69"/>
                </a:lnTo>
                <a:close/>
                <a:moveTo>
                  <a:pt x="115" y="0"/>
                </a:moveTo>
                <a:cubicBezTo>
                  <a:pt x="106" y="4"/>
                  <a:pt x="94" y="11"/>
                  <a:pt x="92" y="12"/>
                </a:cubicBezTo>
                <a:cubicBezTo>
                  <a:pt x="94" y="15"/>
                  <a:pt x="102" y="28"/>
                  <a:pt x="111" y="45"/>
                </a:cubicBezTo>
                <a:cubicBezTo>
                  <a:pt x="112" y="47"/>
                  <a:pt x="112" y="47"/>
                  <a:pt x="112" y="47"/>
                </a:cubicBezTo>
                <a:cubicBezTo>
                  <a:pt x="134" y="35"/>
                  <a:pt x="134" y="35"/>
                  <a:pt x="134" y="35"/>
                </a:cubicBezTo>
                <a:moveTo>
                  <a:pt x="95" y="17"/>
                </a:moveTo>
                <a:cubicBezTo>
                  <a:pt x="84" y="13"/>
                  <a:pt x="79" y="19"/>
                  <a:pt x="72" y="19"/>
                </a:cubicBezTo>
                <a:cubicBezTo>
                  <a:pt x="70" y="19"/>
                  <a:pt x="68" y="19"/>
                  <a:pt x="66" y="19"/>
                </a:cubicBezTo>
                <a:cubicBezTo>
                  <a:pt x="66" y="19"/>
                  <a:pt x="66" y="19"/>
                  <a:pt x="66" y="19"/>
                </a:cubicBezTo>
                <a:cubicBezTo>
                  <a:pt x="65" y="19"/>
                  <a:pt x="65" y="19"/>
                  <a:pt x="64" y="20"/>
                </a:cubicBezTo>
                <a:cubicBezTo>
                  <a:pt x="46" y="29"/>
                  <a:pt x="46" y="29"/>
                  <a:pt x="46" y="29"/>
                </a:cubicBezTo>
                <a:cubicBezTo>
                  <a:pt x="38" y="33"/>
                  <a:pt x="46" y="39"/>
                  <a:pt x="49" y="39"/>
                </a:cubicBezTo>
                <a:cubicBezTo>
                  <a:pt x="52" y="38"/>
                  <a:pt x="59" y="35"/>
                  <a:pt x="64" y="33"/>
                </a:cubicBezTo>
                <a:cubicBezTo>
                  <a:pt x="66" y="32"/>
                  <a:pt x="70" y="33"/>
                  <a:pt x="72" y="34"/>
                </a:cubicBezTo>
                <a:cubicBezTo>
                  <a:pt x="80" y="40"/>
                  <a:pt x="97" y="53"/>
                  <a:pt x="98" y="54"/>
                </a:cubicBezTo>
                <a:moveTo>
                  <a:pt x="110" y="43"/>
                </a:moveTo>
                <a:cubicBezTo>
                  <a:pt x="109" y="44"/>
                  <a:pt x="105" y="46"/>
                  <a:pt x="104" y="47"/>
                </a:cubicBezTo>
                <a:cubicBezTo>
                  <a:pt x="104" y="47"/>
                  <a:pt x="103" y="48"/>
                  <a:pt x="102" y="49"/>
                </a:cubicBezTo>
                <a:cubicBezTo>
                  <a:pt x="101" y="51"/>
                  <a:pt x="100" y="53"/>
                  <a:pt x="98" y="54"/>
                </a:cubicBezTo>
                <a:moveTo>
                  <a:pt x="34" y="53"/>
                </a:moveTo>
                <a:cubicBezTo>
                  <a:pt x="34" y="53"/>
                  <a:pt x="34" y="53"/>
                  <a:pt x="34" y="53"/>
                </a:cubicBezTo>
                <a:moveTo>
                  <a:pt x="0" y="33"/>
                </a:moveTo>
                <a:cubicBezTo>
                  <a:pt x="20" y="49"/>
                  <a:pt x="20" y="49"/>
                  <a:pt x="20" y="49"/>
                </a:cubicBezTo>
                <a:cubicBezTo>
                  <a:pt x="47" y="15"/>
                  <a:pt x="47" y="15"/>
                  <a:pt x="47" y="15"/>
                </a:cubicBezTo>
                <a:cubicBezTo>
                  <a:pt x="28" y="0"/>
                  <a:pt x="28" y="0"/>
                  <a:pt x="28" y="0"/>
                </a:cubicBezTo>
                <a:moveTo>
                  <a:pt x="22" y="47"/>
                </a:moveTo>
                <a:cubicBezTo>
                  <a:pt x="27" y="51"/>
                  <a:pt x="32" y="54"/>
                  <a:pt x="32" y="54"/>
                </a:cubicBezTo>
                <a:moveTo>
                  <a:pt x="58" y="23"/>
                </a:moveTo>
                <a:cubicBezTo>
                  <a:pt x="55" y="22"/>
                  <a:pt x="49" y="19"/>
                  <a:pt x="44" y="18"/>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6" name="Freeform 197">
            <a:extLst>
              <a:ext uri="{FF2B5EF4-FFF2-40B4-BE49-F238E27FC236}">
                <a16:creationId xmlns:a16="http://schemas.microsoft.com/office/drawing/2014/main" id="{60ED1069-CAE1-44FD-8B42-AECABE40915D}"/>
              </a:ext>
            </a:extLst>
          </p:cNvPr>
          <p:cNvSpPr>
            <a:spLocks noEditPoints="1"/>
          </p:cNvSpPr>
          <p:nvPr/>
        </p:nvSpPr>
        <p:spPr bwMode="auto">
          <a:xfrm>
            <a:off x="2094405" y="3641495"/>
            <a:ext cx="602762" cy="484670"/>
          </a:xfrm>
          <a:custGeom>
            <a:avLst/>
            <a:gdLst>
              <a:gd name="T0" fmla="*/ 102 w 102"/>
              <a:gd name="T1" fmla="*/ 82 h 82"/>
              <a:gd name="T2" fmla="*/ 0 w 102"/>
              <a:gd name="T3" fmla="*/ 82 h 82"/>
              <a:gd name="T4" fmla="*/ 25 w 102"/>
              <a:gd name="T5" fmla="*/ 60 h 82"/>
              <a:gd name="T6" fmla="*/ 11 w 102"/>
              <a:gd name="T7" fmla="*/ 60 h 82"/>
              <a:gd name="T8" fmla="*/ 11 w 102"/>
              <a:gd name="T9" fmla="*/ 82 h 82"/>
              <a:gd name="T10" fmla="*/ 25 w 102"/>
              <a:gd name="T11" fmla="*/ 82 h 82"/>
              <a:gd name="T12" fmla="*/ 25 w 102"/>
              <a:gd name="T13" fmla="*/ 60 h 82"/>
              <a:gd name="T14" fmla="*/ 47 w 102"/>
              <a:gd name="T15" fmla="*/ 38 h 82"/>
              <a:gd name="T16" fmla="*/ 33 w 102"/>
              <a:gd name="T17" fmla="*/ 38 h 82"/>
              <a:gd name="T18" fmla="*/ 33 w 102"/>
              <a:gd name="T19" fmla="*/ 82 h 82"/>
              <a:gd name="T20" fmla="*/ 47 w 102"/>
              <a:gd name="T21" fmla="*/ 82 h 82"/>
              <a:gd name="T22" fmla="*/ 47 w 102"/>
              <a:gd name="T23" fmla="*/ 38 h 82"/>
              <a:gd name="T24" fmla="*/ 69 w 102"/>
              <a:gd name="T25" fmla="*/ 47 h 82"/>
              <a:gd name="T26" fmla="*/ 55 w 102"/>
              <a:gd name="T27" fmla="*/ 47 h 82"/>
              <a:gd name="T28" fmla="*/ 55 w 102"/>
              <a:gd name="T29" fmla="*/ 82 h 82"/>
              <a:gd name="T30" fmla="*/ 69 w 102"/>
              <a:gd name="T31" fmla="*/ 82 h 82"/>
              <a:gd name="T32" fmla="*/ 69 w 102"/>
              <a:gd name="T33" fmla="*/ 47 h 82"/>
              <a:gd name="T34" fmla="*/ 91 w 102"/>
              <a:gd name="T35" fmla="*/ 25 h 82"/>
              <a:gd name="T36" fmla="*/ 77 w 102"/>
              <a:gd name="T37" fmla="*/ 25 h 82"/>
              <a:gd name="T38" fmla="*/ 77 w 102"/>
              <a:gd name="T39" fmla="*/ 82 h 82"/>
              <a:gd name="T40" fmla="*/ 91 w 102"/>
              <a:gd name="T41" fmla="*/ 82 h 82"/>
              <a:gd name="T42" fmla="*/ 91 w 102"/>
              <a:gd name="T43" fmla="*/ 25 h 82"/>
              <a:gd name="T44" fmla="*/ 18 w 102"/>
              <a:gd name="T45" fmla="*/ 36 h 82"/>
              <a:gd name="T46" fmla="*/ 14 w 102"/>
              <a:gd name="T47" fmla="*/ 40 h 82"/>
              <a:gd name="T48" fmla="*/ 18 w 102"/>
              <a:gd name="T49" fmla="*/ 44 h 82"/>
              <a:gd name="T50" fmla="*/ 22 w 102"/>
              <a:gd name="T51" fmla="*/ 40 h 82"/>
              <a:gd name="T52" fmla="*/ 18 w 102"/>
              <a:gd name="T53" fmla="*/ 36 h 82"/>
              <a:gd name="T54" fmla="*/ 40 w 102"/>
              <a:gd name="T55" fmla="*/ 15 h 82"/>
              <a:gd name="T56" fmla="*/ 36 w 102"/>
              <a:gd name="T57" fmla="*/ 19 h 82"/>
              <a:gd name="T58" fmla="*/ 40 w 102"/>
              <a:gd name="T59" fmla="*/ 23 h 82"/>
              <a:gd name="T60" fmla="*/ 44 w 102"/>
              <a:gd name="T61" fmla="*/ 19 h 82"/>
              <a:gd name="T62" fmla="*/ 40 w 102"/>
              <a:gd name="T63" fmla="*/ 15 h 82"/>
              <a:gd name="T64" fmla="*/ 62 w 102"/>
              <a:gd name="T65" fmla="*/ 25 h 82"/>
              <a:gd name="T66" fmla="*/ 58 w 102"/>
              <a:gd name="T67" fmla="*/ 29 h 82"/>
              <a:gd name="T68" fmla="*/ 62 w 102"/>
              <a:gd name="T69" fmla="*/ 33 h 82"/>
              <a:gd name="T70" fmla="*/ 66 w 102"/>
              <a:gd name="T71" fmla="*/ 29 h 82"/>
              <a:gd name="T72" fmla="*/ 62 w 102"/>
              <a:gd name="T73" fmla="*/ 25 h 82"/>
              <a:gd name="T74" fmla="*/ 84 w 102"/>
              <a:gd name="T75" fmla="*/ 0 h 82"/>
              <a:gd name="T76" fmla="*/ 80 w 102"/>
              <a:gd name="T77" fmla="*/ 4 h 82"/>
              <a:gd name="T78" fmla="*/ 84 w 102"/>
              <a:gd name="T79" fmla="*/ 8 h 82"/>
              <a:gd name="T80" fmla="*/ 88 w 102"/>
              <a:gd name="T81" fmla="*/ 4 h 82"/>
              <a:gd name="T82" fmla="*/ 84 w 102"/>
              <a:gd name="T83" fmla="*/ 0 h 82"/>
              <a:gd name="T84" fmla="*/ 64 w 102"/>
              <a:gd name="T85" fmla="*/ 26 h 82"/>
              <a:gd name="T86" fmla="*/ 81 w 102"/>
              <a:gd name="T87" fmla="*/ 7 h 82"/>
              <a:gd name="T88" fmla="*/ 43 w 102"/>
              <a:gd name="T89" fmla="*/ 20 h 82"/>
              <a:gd name="T90" fmla="*/ 58 w 102"/>
              <a:gd name="T91" fmla="*/ 27 h 82"/>
              <a:gd name="T92" fmla="*/ 37 w 102"/>
              <a:gd name="T93" fmla="*/ 21 h 82"/>
              <a:gd name="T94" fmla="*/ 21 w 102"/>
              <a:gd name="T95"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82">
                <a:moveTo>
                  <a:pt x="102" y="82"/>
                </a:moveTo>
                <a:cubicBezTo>
                  <a:pt x="0" y="82"/>
                  <a:pt x="0" y="82"/>
                  <a:pt x="0" y="82"/>
                </a:cubicBezTo>
                <a:moveTo>
                  <a:pt x="25" y="60"/>
                </a:moveTo>
                <a:cubicBezTo>
                  <a:pt x="11" y="60"/>
                  <a:pt x="11" y="60"/>
                  <a:pt x="11" y="60"/>
                </a:cubicBezTo>
                <a:cubicBezTo>
                  <a:pt x="11" y="82"/>
                  <a:pt x="11" y="82"/>
                  <a:pt x="11" y="82"/>
                </a:cubicBezTo>
                <a:cubicBezTo>
                  <a:pt x="25" y="82"/>
                  <a:pt x="25" y="82"/>
                  <a:pt x="25" y="82"/>
                </a:cubicBezTo>
                <a:lnTo>
                  <a:pt x="25" y="60"/>
                </a:lnTo>
                <a:close/>
                <a:moveTo>
                  <a:pt x="47" y="38"/>
                </a:moveTo>
                <a:cubicBezTo>
                  <a:pt x="33" y="38"/>
                  <a:pt x="33" y="38"/>
                  <a:pt x="33" y="38"/>
                </a:cubicBezTo>
                <a:cubicBezTo>
                  <a:pt x="33" y="82"/>
                  <a:pt x="33" y="82"/>
                  <a:pt x="33" y="82"/>
                </a:cubicBezTo>
                <a:cubicBezTo>
                  <a:pt x="47" y="82"/>
                  <a:pt x="47" y="82"/>
                  <a:pt x="47" y="82"/>
                </a:cubicBezTo>
                <a:lnTo>
                  <a:pt x="47" y="38"/>
                </a:lnTo>
                <a:close/>
                <a:moveTo>
                  <a:pt x="69" y="47"/>
                </a:moveTo>
                <a:cubicBezTo>
                  <a:pt x="55" y="47"/>
                  <a:pt x="55" y="47"/>
                  <a:pt x="55" y="47"/>
                </a:cubicBezTo>
                <a:cubicBezTo>
                  <a:pt x="55" y="82"/>
                  <a:pt x="55" y="82"/>
                  <a:pt x="55" y="82"/>
                </a:cubicBezTo>
                <a:cubicBezTo>
                  <a:pt x="69" y="82"/>
                  <a:pt x="69" y="82"/>
                  <a:pt x="69" y="82"/>
                </a:cubicBezTo>
                <a:lnTo>
                  <a:pt x="69" y="47"/>
                </a:lnTo>
                <a:close/>
                <a:moveTo>
                  <a:pt x="91" y="25"/>
                </a:moveTo>
                <a:cubicBezTo>
                  <a:pt x="77" y="25"/>
                  <a:pt x="77" y="25"/>
                  <a:pt x="77" y="25"/>
                </a:cubicBezTo>
                <a:cubicBezTo>
                  <a:pt x="77" y="82"/>
                  <a:pt x="77" y="82"/>
                  <a:pt x="77" y="82"/>
                </a:cubicBezTo>
                <a:cubicBezTo>
                  <a:pt x="91" y="82"/>
                  <a:pt x="91" y="82"/>
                  <a:pt x="91" y="82"/>
                </a:cubicBezTo>
                <a:lnTo>
                  <a:pt x="91" y="25"/>
                </a:lnTo>
                <a:close/>
                <a:moveTo>
                  <a:pt x="18" y="36"/>
                </a:moveTo>
                <a:cubicBezTo>
                  <a:pt x="16" y="36"/>
                  <a:pt x="14" y="37"/>
                  <a:pt x="14" y="40"/>
                </a:cubicBezTo>
                <a:cubicBezTo>
                  <a:pt x="14" y="42"/>
                  <a:pt x="16" y="44"/>
                  <a:pt x="18" y="44"/>
                </a:cubicBezTo>
                <a:cubicBezTo>
                  <a:pt x="20" y="44"/>
                  <a:pt x="22" y="42"/>
                  <a:pt x="22" y="40"/>
                </a:cubicBezTo>
                <a:cubicBezTo>
                  <a:pt x="22" y="37"/>
                  <a:pt x="20" y="36"/>
                  <a:pt x="18" y="36"/>
                </a:cubicBezTo>
                <a:close/>
                <a:moveTo>
                  <a:pt x="40" y="15"/>
                </a:moveTo>
                <a:cubicBezTo>
                  <a:pt x="38" y="15"/>
                  <a:pt x="36" y="16"/>
                  <a:pt x="36" y="19"/>
                </a:cubicBezTo>
                <a:cubicBezTo>
                  <a:pt x="36" y="21"/>
                  <a:pt x="38" y="23"/>
                  <a:pt x="40" y="23"/>
                </a:cubicBezTo>
                <a:cubicBezTo>
                  <a:pt x="42" y="23"/>
                  <a:pt x="44" y="21"/>
                  <a:pt x="44" y="19"/>
                </a:cubicBezTo>
                <a:cubicBezTo>
                  <a:pt x="44" y="16"/>
                  <a:pt x="42" y="15"/>
                  <a:pt x="40" y="15"/>
                </a:cubicBezTo>
                <a:close/>
                <a:moveTo>
                  <a:pt x="62" y="25"/>
                </a:moveTo>
                <a:cubicBezTo>
                  <a:pt x="60" y="25"/>
                  <a:pt x="58" y="27"/>
                  <a:pt x="58" y="29"/>
                </a:cubicBezTo>
                <a:cubicBezTo>
                  <a:pt x="58" y="31"/>
                  <a:pt x="60" y="33"/>
                  <a:pt x="62" y="33"/>
                </a:cubicBezTo>
                <a:cubicBezTo>
                  <a:pt x="64" y="33"/>
                  <a:pt x="66" y="31"/>
                  <a:pt x="66" y="29"/>
                </a:cubicBezTo>
                <a:cubicBezTo>
                  <a:pt x="66" y="27"/>
                  <a:pt x="64" y="25"/>
                  <a:pt x="62" y="25"/>
                </a:cubicBezTo>
                <a:close/>
                <a:moveTo>
                  <a:pt x="84" y="0"/>
                </a:moveTo>
                <a:cubicBezTo>
                  <a:pt x="82" y="0"/>
                  <a:pt x="80" y="2"/>
                  <a:pt x="80" y="4"/>
                </a:cubicBezTo>
                <a:cubicBezTo>
                  <a:pt x="80" y="6"/>
                  <a:pt x="82" y="8"/>
                  <a:pt x="84" y="8"/>
                </a:cubicBezTo>
                <a:cubicBezTo>
                  <a:pt x="86" y="8"/>
                  <a:pt x="88" y="6"/>
                  <a:pt x="88" y="4"/>
                </a:cubicBezTo>
                <a:cubicBezTo>
                  <a:pt x="88" y="2"/>
                  <a:pt x="86" y="0"/>
                  <a:pt x="84" y="0"/>
                </a:cubicBezTo>
                <a:close/>
                <a:moveTo>
                  <a:pt x="64" y="26"/>
                </a:moveTo>
                <a:cubicBezTo>
                  <a:pt x="81" y="7"/>
                  <a:pt x="81" y="7"/>
                  <a:pt x="81" y="7"/>
                </a:cubicBezTo>
                <a:moveTo>
                  <a:pt x="43" y="20"/>
                </a:moveTo>
                <a:cubicBezTo>
                  <a:pt x="58" y="27"/>
                  <a:pt x="58" y="27"/>
                  <a:pt x="58" y="27"/>
                </a:cubicBezTo>
                <a:moveTo>
                  <a:pt x="37" y="21"/>
                </a:moveTo>
                <a:cubicBezTo>
                  <a:pt x="21" y="37"/>
                  <a:pt x="21" y="37"/>
                  <a:pt x="21" y="37"/>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Freeform 198">
            <a:extLst>
              <a:ext uri="{FF2B5EF4-FFF2-40B4-BE49-F238E27FC236}">
                <a16:creationId xmlns:a16="http://schemas.microsoft.com/office/drawing/2014/main" id="{A3643802-085F-4543-818D-97D2BF41636B}"/>
              </a:ext>
            </a:extLst>
          </p:cNvPr>
          <p:cNvSpPr>
            <a:spLocks noEditPoints="1"/>
          </p:cNvSpPr>
          <p:nvPr/>
        </p:nvSpPr>
        <p:spPr bwMode="auto">
          <a:xfrm>
            <a:off x="5865968" y="3609513"/>
            <a:ext cx="460068" cy="548636"/>
          </a:xfrm>
          <a:custGeom>
            <a:avLst/>
            <a:gdLst>
              <a:gd name="T0" fmla="*/ 187 w 187"/>
              <a:gd name="T1" fmla="*/ 91 h 223"/>
              <a:gd name="T2" fmla="*/ 187 w 187"/>
              <a:gd name="T3" fmla="*/ 223 h 223"/>
              <a:gd name="T4" fmla="*/ 0 w 187"/>
              <a:gd name="T5" fmla="*/ 223 h 223"/>
              <a:gd name="T6" fmla="*/ 0 w 187"/>
              <a:gd name="T7" fmla="*/ 91 h 223"/>
              <a:gd name="T8" fmla="*/ 187 w 187"/>
              <a:gd name="T9" fmla="*/ 223 h 223"/>
              <a:gd name="T10" fmla="*/ 94 w 187"/>
              <a:gd name="T11" fmla="*/ 159 h 223"/>
              <a:gd name="T12" fmla="*/ 0 w 187"/>
              <a:gd name="T13" fmla="*/ 223 h 223"/>
              <a:gd name="T14" fmla="*/ 187 w 187"/>
              <a:gd name="T15" fmla="*/ 91 h 223"/>
              <a:gd name="T16" fmla="*/ 125 w 187"/>
              <a:gd name="T17" fmla="*/ 159 h 223"/>
              <a:gd name="T18" fmla="*/ 0 w 187"/>
              <a:gd name="T19" fmla="*/ 91 h 223"/>
              <a:gd name="T20" fmla="*/ 62 w 187"/>
              <a:gd name="T21" fmla="*/ 159 h 223"/>
              <a:gd name="T22" fmla="*/ 166 w 187"/>
              <a:gd name="T23" fmla="*/ 89 h 223"/>
              <a:gd name="T24" fmla="*/ 166 w 187"/>
              <a:gd name="T25" fmla="*/ 41 h 223"/>
              <a:gd name="T26" fmla="*/ 125 w 187"/>
              <a:gd name="T27" fmla="*/ 0 h 223"/>
              <a:gd name="T28" fmla="*/ 22 w 187"/>
              <a:gd name="T29" fmla="*/ 0 h 223"/>
              <a:gd name="T30" fmla="*/ 22 w 187"/>
              <a:gd name="T31" fmla="*/ 89 h 223"/>
              <a:gd name="T32" fmla="*/ 166 w 187"/>
              <a:gd name="T33" fmla="*/ 41 h 223"/>
              <a:gd name="T34" fmla="*/ 125 w 187"/>
              <a:gd name="T35" fmla="*/ 0 h 223"/>
              <a:gd name="T36" fmla="*/ 125 w 187"/>
              <a:gd name="T37" fmla="*/ 41 h 223"/>
              <a:gd name="T38" fmla="*/ 166 w 187"/>
              <a:gd name="T39" fmla="*/ 41 h 223"/>
              <a:gd name="T40" fmla="*/ 62 w 187"/>
              <a:gd name="T41" fmla="*/ 65 h 223"/>
              <a:gd name="T42" fmla="*/ 43 w 187"/>
              <a:gd name="T43" fmla="*/ 65 h 223"/>
              <a:gd name="T44" fmla="*/ 139 w 187"/>
              <a:gd name="T45" fmla="*/ 65 h 223"/>
              <a:gd name="T46" fmla="*/ 82 w 187"/>
              <a:gd name="T47" fmla="*/ 65 h 223"/>
              <a:gd name="T48" fmla="*/ 43 w 187"/>
              <a:gd name="T49" fmla="*/ 86 h 223"/>
              <a:gd name="T50" fmla="*/ 96 w 187"/>
              <a:gd name="T51" fmla="*/ 86 h 223"/>
              <a:gd name="T52" fmla="*/ 139 w 187"/>
              <a:gd name="T53" fmla="*/ 86 h 223"/>
              <a:gd name="T54" fmla="*/ 118 w 187"/>
              <a:gd name="T55" fmla="*/ 8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7" h="223">
                <a:moveTo>
                  <a:pt x="187" y="91"/>
                </a:moveTo>
                <a:lnTo>
                  <a:pt x="187" y="223"/>
                </a:lnTo>
                <a:lnTo>
                  <a:pt x="0" y="223"/>
                </a:lnTo>
                <a:lnTo>
                  <a:pt x="0" y="91"/>
                </a:lnTo>
                <a:moveTo>
                  <a:pt x="187" y="223"/>
                </a:moveTo>
                <a:lnTo>
                  <a:pt x="94" y="159"/>
                </a:lnTo>
                <a:lnTo>
                  <a:pt x="0" y="223"/>
                </a:lnTo>
                <a:moveTo>
                  <a:pt x="187" y="91"/>
                </a:moveTo>
                <a:lnTo>
                  <a:pt x="125" y="159"/>
                </a:lnTo>
                <a:moveTo>
                  <a:pt x="0" y="91"/>
                </a:moveTo>
                <a:lnTo>
                  <a:pt x="62" y="159"/>
                </a:lnTo>
                <a:moveTo>
                  <a:pt x="166" y="89"/>
                </a:moveTo>
                <a:lnTo>
                  <a:pt x="166" y="41"/>
                </a:lnTo>
                <a:moveTo>
                  <a:pt x="125" y="0"/>
                </a:moveTo>
                <a:lnTo>
                  <a:pt x="22" y="0"/>
                </a:lnTo>
                <a:lnTo>
                  <a:pt x="22" y="89"/>
                </a:lnTo>
                <a:moveTo>
                  <a:pt x="166" y="41"/>
                </a:moveTo>
                <a:lnTo>
                  <a:pt x="125" y="0"/>
                </a:lnTo>
                <a:lnTo>
                  <a:pt x="125" y="41"/>
                </a:lnTo>
                <a:lnTo>
                  <a:pt x="166" y="41"/>
                </a:lnTo>
                <a:moveTo>
                  <a:pt x="62" y="65"/>
                </a:moveTo>
                <a:lnTo>
                  <a:pt x="43" y="65"/>
                </a:lnTo>
                <a:moveTo>
                  <a:pt x="139" y="65"/>
                </a:moveTo>
                <a:lnTo>
                  <a:pt x="82" y="65"/>
                </a:lnTo>
                <a:moveTo>
                  <a:pt x="43" y="86"/>
                </a:moveTo>
                <a:lnTo>
                  <a:pt x="96" y="86"/>
                </a:lnTo>
                <a:moveTo>
                  <a:pt x="139" y="86"/>
                </a:moveTo>
                <a:lnTo>
                  <a:pt x="118" y="86"/>
                </a:ln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4" name="Group 53">
            <a:extLst>
              <a:ext uri="{FF2B5EF4-FFF2-40B4-BE49-F238E27FC236}">
                <a16:creationId xmlns:a16="http://schemas.microsoft.com/office/drawing/2014/main" id="{8ABB669F-3FE4-4A7F-90F0-893B06A2B23D}"/>
              </a:ext>
            </a:extLst>
          </p:cNvPr>
          <p:cNvGrpSpPr/>
          <p:nvPr/>
        </p:nvGrpSpPr>
        <p:grpSpPr>
          <a:xfrm>
            <a:off x="1490316" y="5087663"/>
            <a:ext cx="1808480" cy="1022121"/>
            <a:chOff x="2011681" y="5491075"/>
            <a:chExt cx="1808480" cy="1022121"/>
          </a:xfrm>
        </p:grpSpPr>
        <p:sp>
          <p:nvSpPr>
            <p:cNvPr id="55" name="Rectangle 62">
              <a:extLst>
                <a:ext uri="{FF2B5EF4-FFF2-40B4-BE49-F238E27FC236}">
                  <a16:creationId xmlns:a16="http://schemas.microsoft.com/office/drawing/2014/main" id="{7CA739BB-4DB5-4E57-8D14-51C93A28C0D1}"/>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01</a:t>
              </a:r>
              <a:endParaRPr kumimoji="0" lang="ru-UA" altLang="ru-UA" sz="1800" b="0" i="0" u="none" strike="noStrike" cap="none" normalizeH="0" baseline="0">
                <a:ln>
                  <a:noFill/>
                </a:ln>
                <a:effectLst/>
              </a:endParaRPr>
            </a:p>
          </p:txBody>
        </p:sp>
        <p:sp>
          <p:nvSpPr>
            <p:cNvPr id="56" name="Text Placeholder 17">
              <a:extLst>
                <a:ext uri="{FF2B5EF4-FFF2-40B4-BE49-F238E27FC236}">
                  <a16:creationId xmlns:a16="http://schemas.microsoft.com/office/drawing/2014/main" id="{085B641E-D6A5-4E5E-97D8-2A60BD29F4E9}"/>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57" name="Group 56">
            <a:extLst>
              <a:ext uri="{FF2B5EF4-FFF2-40B4-BE49-F238E27FC236}">
                <a16:creationId xmlns:a16="http://schemas.microsoft.com/office/drawing/2014/main" id="{D86B793E-C108-4114-86C9-5933936FCFDD}"/>
              </a:ext>
            </a:extLst>
          </p:cNvPr>
          <p:cNvGrpSpPr/>
          <p:nvPr/>
        </p:nvGrpSpPr>
        <p:grpSpPr>
          <a:xfrm>
            <a:off x="5190530" y="5087663"/>
            <a:ext cx="1808480" cy="1022121"/>
            <a:chOff x="2011681" y="5491075"/>
            <a:chExt cx="1808480" cy="1022121"/>
          </a:xfrm>
        </p:grpSpPr>
        <p:sp>
          <p:nvSpPr>
            <p:cNvPr id="58" name="Rectangle 62">
              <a:extLst>
                <a:ext uri="{FF2B5EF4-FFF2-40B4-BE49-F238E27FC236}">
                  <a16:creationId xmlns:a16="http://schemas.microsoft.com/office/drawing/2014/main" id="{D2FBA060-5207-415B-994E-BAD124FDFE9A}"/>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3</a:t>
              </a:r>
              <a:endParaRPr kumimoji="0" lang="ru-UA" altLang="ru-UA" sz="1800" b="0" i="0" u="none" strike="noStrike" cap="none" normalizeH="0" baseline="0">
                <a:ln>
                  <a:noFill/>
                </a:ln>
                <a:effectLst/>
              </a:endParaRPr>
            </a:p>
          </p:txBody>
        </p:sp>
        <p:sp>
          <p:nvSpPr>
            <p:cNvPr id="59" name="Text Placeholder 17">
              <a:extLst>
                <a:ext uri="{FF2B5EF4-FFF2-40B4-BE49-F238E27FC236}">
                  <a16:creationId xmlns:a16="http://schemas.microsoft.com/office/drawing/2014/main" id="{6F334CE8-1EF2-4AE8-B0AF-CA2E274D01CC}"/>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60" name="Group 59">
            <a:extLst>
              <a:ext uri="{FF2B5EF4-FFF2-40B4-BE49-F238E27FC236}">
                <a16:creationId xmlns:a16="http://schemas.microsoft.com/office/drawing/2014/main" id="{BA126F1E-6FFF-4495-9E84-D1B7F5C45F67}"/>
              </a:ext>
            </a:extLst>
          </p:cNvPr>
          <p:cNvGrpSpPr/>
          <p:nvPr/>
        </p:nvGrpSpPr>
        <p:grpSpPr>
          <a:xfrm>
            <a:off x="8868701" y="5087663"/>
            <a:ext cx="1808480" cy="1022121"/>
            <a:chOff x="2011681" y="5491075"/>
            <a:chExt cx="1808480" cy="1022121"/>
          </a:xfrm>
        </p:grpSpPr>
        <p:sp>
          <p:nvSpPr>
            <p:cNvPr id="61" name="Rectangle 62">
              <a:extLst>
                <a:ext uri="{FF2B5EF4-FFF2-40B4-BE49-F238E27FC236}">
                  <a16:creationId xmlns:a16="http://schemas.microsoft.com/office/drawing/2014/main" id="{34CB19B8-0497-403F-A5CB-0AC051634A75}"/>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5</a:t>
              </a:r>
              <a:endParaRPr kumimoji="0" lang="ru-UA" altLang="ru-UA" sz="1800" b="0" i="0" u="none" strike="noStrike" cap="none" normalizeH="0" baseline="0">
                <a:ln>
                  <a:noFill/>
                </a:ln>
                <a:effectLst/>
              </a:endParaRPr>
            </a:p>
          </p:txBody>
        </p:sp>
        <p:sp>
          <p:nvSpPr>
            <p:cNvPr id="62" name="Text Placeholder 17">
              <a:extLst>
                <a:ext uri="{FF2B5EF4-FFF2-40B4-BE49-F238E27FC236}">
                  <a16:creationId xmlns:a16="http://schemas.microsoft.com/office/drawing/2014/main" id="{83F80FA9-BC23-47EE-83D6-82BD66A337D0}"/>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63" name="Group 62">
            <a:extLst>
              <a:ext uri="{FF2B5EF4-FFF2-40B4-BE49-F238E27FC236}">
                <a16:creationId xmlns:a16="http://schemas.microsoft.com/office/drawing/2014/main" id="{0A4781C8-813D-44FE-8986-9CE7FE73228D}"/>
              </a:ext>
            </a:extLst>
          </p:cNvPr>
          <p:cNvGrpSpPr/>
          <p:nvPr/>
        </p:nvGrpSpPr>
        <p:grpSpPr>
          <a:xfrm>
            <a:off x="3358739" y="834893"/>
            <a:ext cx="1808480" cy="1022121"/>
            <a:chOff x="2011681" y="5491075"/>
            <a:chExt cx="1808480" cy="1022121"/>
          </a:xfrm>
        </p:grpSpPr>
        <p:sp>
          <p:nvSpPr>
            <p:cNvPr id="64" name="Rectangle 62">
              <a:extLst>
                <a:ext uri="{FF2B5EF4-FFF2-40B4-BE49-F238E27FC236}">
                  <a16:creationId xmlns:a16="http://schemas.microsoft.com/office/drawing/2014/main" id="{E642DA0C-92B3-458B-AE98-6FEEEB0F5792}"/>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a:t>
              </a:r>
              <a:r>
                <a:rPr kumimoji="0" lang="en-US" altLang="ru-UA" sz="1800" b="1" i="0" u="none" strike="noStrike" cap="none" normalizeH="0" baseline="0">
                  <a:ln>
                    <a:noFill/>
                  </a:ln>
                  <a:effectLst/>
                  <a:latin typeface="Open Sans" panose="020B0606030504020204" pitchFamily="34" charset="0"/>
                </a:rPr>
                <a:t>02</a:t>
              </a:r>
              <a:endParaRPr kumimoji="0" lang="ru-UA" altLang="ru-UA" sz="1800" b="0" i="0" u="none" strike="noStrike" cap="none" normalizeH="0" baseline="0">
                <a:ln>
                  <a:noFill/>
                </a:ln>
                <a:effectLst/>
              </a:endParaRPr>
            </a:p>
          </p:txBody>
        </p:sp>
        <p:sp>
          <p:nvSpPr>
            <p:cNvPr id="65" name="Text Placeholder 17">
              <a:extLst>
                <a:ext uri="{FF2B5EF4-FFF2-40B4-BE49-F238E27FC236}">
                  <a16:creationId xmlns:a16="http://schemas.microsoft.com/office/drawing/2014/main" id="{DE889FB0-E99D-4E39-988A-388C31E9FA99}"/>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66" name="Group 65">
            <a:extLst>
              <a:ext uri="{FF2B5EF4-FFF2-40B4-BE49-F238E27FC236}">
                <a16:creationId xmlns:a16="http://schemas.microsoft.com/office/drawing/2014/main" id="{067B6B2F-22B3-4C56-A5A3-E57CF19C8CF4}"/>
              </a:ext>
            </a:extLst>
          </p:cNvPr>
          <p:cNvGrpSpPr/>
          <p:nvPr/>
        </p:nvGrpSpPr>
        <p:grpSpPr>
          <a:xfrm>
            <a:off x="7019824" y="834893"/>
            <a:ext cx="1808480" cy="1022121"/>
            <a:chOff x="2011681" y="5491075"/>
            <a:chExt cx="1808480" cy="1022121"/>
          </a:xfrm>
        </p:grpSpPr>
        <p:sp>
          <p:nvSpPr>
            <p:cNvPr id="67" name="Rectangle 62">
              <a:extLst>
                <a:ext uri="{FF2B5EF4-FFF2-40B4-BE49-F238E27FC236}">
                  <a16:creationId xmlns:a16="http://schemas.microsoft.com/office/drawing/2014/main" id="{26202A97-01F3-4C2E-ADFC-007363C81F36}"/>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4</a:t>
              </a:r>
              <a:endParaRPr kumimoji="0" lang="ru-UA" altLang="ru-UA" sz="1800" b="0" i="0" u="none" strike="noStrike" cap="none" normalizeH="0" baseline="0">
                <a:ln>
                  <a:noFill/>
                </a:ln>
                <a:effectLst/>
              </a:endParaRPr>
            </a:p>
          </p:txBody>
        </p:sp>
        <p:sp>
          <p:nvSpPr>
            <p:cNvPr id="68" name="Text Placeholder 17">
              <a:extLst>
                <a:ext uri="{FF2B5EF4-FFF2-40B4-BE49-F238E27FC236}">
                  <a16:creationId xmlns:a16="http://schemas.microsoft.com/office/drawing/2014/main" id="{6FC77429-CBF2-4EE7-8B42-3AE0125B98B3}"/>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spTree>
    <p:extLst>
      <p:ext uri="{BB962C8B-B14F-4D97-AF65-F5344CB8AC3E}">
        <p14:creationId xmlns:p14="http://schemas.microsoft.com/office/powerpoint/2010/main" val="253671818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750" fill="hold"/>
                                            <p:tgtEl>
                                              <p:spTgt spid="17"/>
                                            </p:tgtEl>
                                            <p:attrNameLst>
                                              <p:attrName>ppt_w</p:attrName>
                                            </p:attrNameLst>
                                          </p:cBhvr>
                                          <p:tavLst>
                                            <p:tav tm="0">
                                              <p:val>
                                                <p:fltVal val="0"/>
                                              </p:val>
                                            </p:tav>
                                            <p:tav tm="100000">
                                              <p:val>
                                                <p:strVal val="#ppt_w"/>
                                              </p:val>
                                            </p:tav>
                                          </p:tavLst>
                                        </p:anim>
                                        <p:anim calcmode="lin" valueType="num">
                                          <p:cBhvr>
                                            <p:cTn id="8" dur="750" fill="hold"/>
                                            <p:tgtEl>
                                              <p:spTgt spid="17"/>
                                            </p:tgtEl>
                                            <p:attrNameLst>
                                              <p:attrName>ppt_h</p:attrName>
                                            </p:attrNameLst>
                                          </p:cBhvr>
                                          <p:tavLst>
                                            <p:tav tm="0">
                                              <p:val>
                                                <p:fltVal val="0"/>
                                              </p:val>
                                            </p:tav>
                                            <p:tav tm="100000">
                                              <p:val>
                                                <p:strVal val="#ppt_h"/>
                                              </p:val>
                                            </p:tav>
                                          </p:tavLst>
                                        </p:anim>
                                        <p:animEffect transition="in" filter="fade">
                                          <p:cBhvr>
                                            <p:cTn id="9" dur="750"/>
                                            <p:tgtEl>
                                              <p:spTgt spid="17"/>
                                            </p:tgtEl>
                                          </p:cBhvr>
                                        </p:animEffect>
                                      </p:childTnLst>
                                    </p:cTn>
                                  </p:par>
                                  <p:par>
                                    <p:cTn id="10" presetID="53" presetClass="entr" presetSubtype="16" fill="hold" grpId="0" nodeType="withEffect">
                                      <p:stCondLst>
                                        <p:cond delay="200"/>
                                      </p:stCondLst>
                                      <p:childTnLst>
                                        <p:set>
                                          <p:cBhvr>
                                            <p:cTn id="11" dur="1" fill="hold">
                                              <p:stCondLst>
                                                <p:cond delay="0"/>
                                              </p:stCondLst>
                                            </p:cTn>
                                            <p:tgtEl>
                                              <p:spTgt spid="38"/>
                                            </p:tgtEl>
                                            <p:attrNameLst>
                                              <p:attrName>style.visibility</p:attrName>
                                            </p:attrNameLst>
                                          </p:cBhvr>
                                          <p:to>
                                            <p:strVal val="visible"/>
                                          </p:to>
                                        </p:set>
                                        <p:anim calcmode="lin" valueType="num">
                                          <p:cBhvr>
                                            <p:cTn id="12" dur="750" fill="hold"/>
                                            <p:tgtEl>
                                              <p:spTgt spid="38"/>
                                            </p:tgtEl>
                                            <p:attrNameLst>
                                              <p:attrName>ppt_w</p:attrName>
                                            </p:attrNameLst>
                                          </p:cBhvr>
                                          <p:tavLst>
                                            <p:tav tm="0">
                                              <p:val>
                                                <p:fltVal val="0"/>
                                              </p:val>
                                            </p:tav>
                                            <p:tav tm="100000">
                                              <p:val>
                                                <p:strVal val="#ppt_w"/>
                                              </p:val>
                                            </p:tav>
                                          </p:tavLst>
                                        </p:anim>
                                        <p:anim calcmode="lin" valueType="num">
                                          <p:cBhvr>
                                            <p:cTn id="13" dur="750" fill="hold"/>
                                            <p:tgtEl>
                                              <p:spTgt spid="38"/>
                                            </p:tgtEl>
                                            <p:attrNameLst>
                                              <p:attrName>ppt_h</p:attrName>
                                            </p:attrNameLst>
                                          </p:cBhvr>
                                          <p:tavLst>
                                            <p:tav tm="0">
                                              <p:val>
                                                <p:fltVal val="0"/>
                                              </p:val>
                                            </p:tav>
                                            <p:tav tm="100000">
                                              <p:val>
                                                <p:strVal val="#ppt_h"/>
                                              </p:val>
                                            </p:tav>
                                          </p:tavLst>
                                        </p:anim>
                                        <p:animEffect transition="in" filter="fade">
                                          <p:cBhvr>
                                            <p:cTn id="14" dur="750"/>
                                            <p:tgtEl>
                                              <p:spTgt spid="38"/>
                                            </p:tgtEl>
                                          </p:cBhvr>
                                        </p:animEffect>
                                      </p:childTnLst>
                                    </p:cTn>
                                  </p:par>
                                  <p:par>
                                    <p:cTn id="15" presetID="53" presetClass="entr" presetSubtype="16" fill="hold" nodeType="withEffect">
                                      <p:stCondLst>
                                        <p:cond delay="400"/>
                                      </p:stCondLst>
                                      <p:childTnLst>
                                        <p:set>
                                          <p:cBhvr>
                                            <p:cTn id="16" dur="1" fill="hold">
                                              <p:stCondLst>
                                                <p:cond delay="0"/>
                                              </p:stCondLst>
                                            </p:cTn>
                                            <p:tgtEl>
                                              <p:spTgt spid="20"/>
                                            </p:tgtEl>
                                            <p:attrNameLst>
                                              <p:attrName>style.visibility</p:attrName>
                                            </p:attrNameLst>
                                          </p:cBhvr>
                                          <p:to>
                                            <p:strVal val="visible"/>
                                          </p:to>
                                        </p:set>
                                        <p:anim calcmode="lin" valueType="num">
                                          <p:cBhvr>
                                            <p:cTn id="17" dur="750" fill="hold"/>
                                            <p:tgtEl>
                                              <p:spTgt spid="20"/>
                                            </p:tgtEl>
                                            <p:attrNameLst>
                                              <p:attrName>ppt_w</p:attrName>
                                            </p:attrNameLst>
                                          </p:cBhvr>
                                          <p:tavLst>
                                            <p:tav tm="0">
                                              <p:val>
                                                <p:fltVal val="0"/>
                                              </p:val>
                                            </p:tav>
                                            <p:tav tm="100000">
                                              <p:val>
                                                <p:strVal val="#ppt_w"/>
                                              </p:val>
                                            </p:tav>
                                          </p:tavLst>
                                        </p:anim>
                                        <p:anim calcmode="lin" valueType="num">
                                          <p:cBhvr>
                                            <p:cTn id="18" dur="750" fill="hold"/>
                                            <p:tgtEl>
                                              <p:spTgt spid="20"/>
                                            </p:tgtEl>
                                            <p:attrNameLst>
                                              <p:attrName>ppt_h</p:attrName>
                                            </p:attrNameLst>
                                          </p:cBhvr>
                                          <p:tavLst>
                                            <p:tav tm="0">
                                              <p:val>
                                                <p:fltVal val="0"/>
                                              </p:val>
                                            </p:tav>
                                            <p:tav tm="100000">
                                              <p:val>
                                                <p:strVal val="#ppt_h"/>
                                              </p:val>
                                            </p:tav>
                                          </p:tavLst>
                                        </p:anim>
                                        <p:animEffect transition="in" filter="fade">
                                          <p:cBhvr>
                                            <p:cTn id="19" dur="750"/>
                                            <p:tgtEl>
                                              <p:spTgt spid="20"/>
                                            </p:tgtEl>
                                          </p:cBhvr>
                                        </p:animEffect>
                                      </p:childTnLst>
                                    </p:cTn>
                                  </p:par>
                                  <p:par>
                                    <p:cTn id="20" presetID="53" presetClass="entr" presetSubtype="16" fill="hold" grpId="0" nodeType="withEffect">
                                      <p:stCondLst>
                                        <p:cond delay="600"/>
                                      </p:stCondLst>
                                      <p:childTnLst>
                                        <p:set>
                                          <p:cBhvr>
                                            <p:cTn id="21" dur="1" fill="hold">
                                              <p:stCondLst>
                                                <p:cond delay="0"/>
                                              </p:stCondLst>
                                            </p:cTn>
                                            <p:tgtEl>
                                              <p:spTgt spid="41"/>
                                            </p:tgtEl>
                                            <p:attrNameLst>
                                              <p:attrName>style.visibility</p:attrName>
                                            </p:attrNameLst>
                                          </p:cBhvr>
                                          <p:to>
                                            <p:strVal val="visible"/>
                                          </p:to>
                                        </p:set>
                                        <p:anim calcmode="lin" valueType="num">
                                          <p:cBhvr>
                                            <p:cTn id="22" dur="750" fill="hold"/>
                                            <p:tgtEl>
                                              <p:spTgt spid="41"/>
                                            </p:tgtEl>
                                            <p:attrNameLst>
                                              <p:attrName>ppt_w</p:attrName>
                                            </p:attrNameLst>
                                          </p:cBhvr>
                                          <p:tavLst>
                                            <p:tav tm="0">
                                              <p:val>
                                                <p:fltVal val="0"/>
                                              </p:val>
                                            </p:tav>
                                            <p:tav tm="100000">
                                              <p:val>
                                                <p:strVal val="#ppt_w"/>
                                              </p:val>
                                            </p:tav>
                                          </p:tavLst>
                                        </p:anim>
                                        <p:anim calcmode="lin" valueType="num">
                                          <p:cBhvr>
                                            <p:cTn id="23" dur="750" fill="hold"/>
                                            <p:tgtEl>
                                              <p:spTgt spid="41"/>
                                            </p:tgtEl>
                                            <p:attrNameLst>
                                              <p:attrName>ppt_h</p:attrName>
                                            </p:attrNameLst>
                                          </p:cBhvr>
                                          <p:tavLst>
                                            <p:tav tm="0">
                                              <p:val>
                                                <p:fltVal val="0"/>
                                              </p:val>
                                            </p:tav>
                                            <p:tav tm="100000">
                                              <p:val>
                                                <p:strVal val="#ppt_h"/>
                                              </p:val>
                                            </p:tav>
                                          </p:tavLst>
                                        </p:anim>
                                        <p:animEffect transition="in" filter="fade">
                                          <p:cBhvr>
                                            <p:cTn id="24" dur="750"/>
                                            <p:tgtEl>
                                              <p:spTgt spid="41"/>
                                            </p:tgtEl>
                                          </p:cBhvr>
                                        </p:animEffect>
                                      </p:childTnLst>
                                    </p:cTn>
                                  </p:par>
                                  <p:par>
                                    <p:cTn id="25" presetID="53" presetClass="entr" presetSubtype="16" fill="hold" nodeType="withEffect">
                                      <p:stCondLst>
                                        <p:cond delay="800"/>
                                      </p:stCondLst>
                                      <p:childTnLst>
                                        <p:set>
                                          <p:cBhvr>
                                            <p:cTn id="26" dur="1" fill="hold">
                                              <p:stCondLst>
                                                <p:cond delay="0"/>
                                              </p:stCondLst>
                                            </p:cTn>
                                            <p:tgtEl>
                                              <p:spTgt spid="16"/>
                                            </p:tgtEl>
                                            <p:attrNameLst>
                                              <p:attrName>style.visibility</p:attrName>
                                            </p:attrNameLst>
                                          </p:cBhvr>
                                          <p:to>
                                            <p:strVal val="visible"/>
                                          </p:to>
                                        </p:set>
                                        <p:anim calcmode="lin" valueType="num">
                                          <p:cBhvr>
                                            <p:cTn id="27" dur="750" fill="hold"/>
                                            <p:tgtEl>
                                              <p:spTgt spid="16"/>
                                            </p:tgtEl>
                                            <p:attrNameLst>
                                              <p:attrName>ppt_w</p:attrName>
                                            </p:attrNameLst>
                                          </p:cBhvr>
                                          <p:tavLst>
                                            <p:tav tm="0">
                                              <p:val>
                                                <p:fltVal val="0"/>
                                              </p:val>
                                            </p:tav>
                                            <p:tav tm="100000">
                                              <p:val>
                                                <p:strVal val="#ppt_w"/>
                                              </p:val>
                                            </p:tav>
                                          </p:tavLst>
                                        </p:anim>
                                        <p:anim calcmode="lin" valueType="num">
                                          <p:cBhvr>
                                            <p:cTn id="28" dur="750" fill="hold"/>
                                            <p:tgtEl>
                                              <p:spTgt spid="16"/>
                                            </p:tgtEl>
                                            <p:attrNameLst>
                                              <p:attrName>ppt_h</p:attrName>
                                            </p:attrNameLst>
                                          </p:cBhvr>
                                          <p:tavLst>
                                            <p:tav tm="0">
                                              <p:val>
                                                <p:fltVal val="0"/>
                                              </p:val>
                                            </p:tav>
                                            <p:tav tm="100000">
                                              <p:val>
                                                <p:strVal val="#ppt_h"/>
                                              </p:val>
                                            </p:tav>
                                          </p:tavLst>
                                        </p:anim>
                                        <p:animEffect transition="in" filter="fade">
                                          <p:cBhvr>
                                            <p:cTn id="29" dur="750"/>
                                            <p:tgtEl>
                                              <p:spTgt spid="16"/>
                                            </p:tgtEl>
                                          </p:cBhvr>
                                        </p:animEffect>
                                      </p:childTnLst>
                                    </p:cTn>
                                  </p:par>
                                  <p:par>
                                    <p:cTn id="30" presetID="53" presetClass="entr" presetSubtype="16" fill="hold" grpId="0" nodeType="withEffect">
                                      <p:stCondLst>
                                        <p:cond delay="1000"/>
                                      </p:stCondLst>
                                      <p:childTnLst>
                                        <p:set>
                                          <p:cBhvr>
                                            <p:cTn id="31" dur="1" fill="hold">
                                              <p:stCondLst>
                                                <p:cond delay="0"/>
                                              </p:stCondLst>
                                            </p:cTn>
                                            <p:tgtEl>
                                              <p:spTgt spid="37"/>
                                            </p:tgtEl>
                                            <p:attrNameLst>
                                              <p:attrName>style.visibility</p:attrName>
                                            </p:attrNameLst>
                                          </p:cBhvr>
                                          <p:to>
                                            <p:strVal val="visible"/>
                                          </p:to>
                                        </p:set>
                                        <p:anim calcmode="lin" valueType="num">
                                          <p:cBhvr>
                                            <p:cTn id="32" dur="750" fill="hold"/>
                                            <p:tgtEl>
                                              <p:spTgt spid="37"/>
                                            </p:tgtEl>
                                            <p:attrNameLst>
                                              <p:attrName>ppt_w</p:attrName>
                                            </p:attrNameLst>
                                          </p:cBhvr>
                                          <p:tavLst>
                                            <p:tav tm="0">
                                              <p:val>
                                                <p:fltVal val="0"/>
                                              </p:val>
                                            </p:tav>
                                            <p:tav tm="100000">
                                              <p:val>
                                                <p:strVal val="#ppt_w"/>
                                              </p:val>
                                            </p:tav>
                                          </p:tavLst>
                                        </p:anim>
                                        <p:anim calcmode="lin" valueType="num">
                                          <p:cBhvr>
                                            <p:cTn id="33" dur="750" fill="hold"/>
                                            <p:tgtEl>
                                              <p:spTgt spid="37"/>
                                            </p:tgtEl>
                                            <p:attrNameLst>
                                              <p:attrName>ppt_h</p:attrName>
                                            </p:attrNameLst>
                                          </p:cBhvr>
                                          <p:tavLst>
                                            <p:tav tm="0">
                                              <p:val>
                                                <p:fltVal val="0"/>
                                              </p:val>
                                            </p:tav>
                                            <p:tav tm="100000">
                                              <p:val>
                                                <p:strVal val="#ppt_h"/>
                                              </p:val>
                                            </p:tav>
                                          </p:tavLst>
                                        </p:anim>
                                        <p:animEffect transition="in" filter="fade">
                                          <p:cBhvr>
                                            <p:cTn id="34" dur="750"/>
                                            <p:tgtEl>
                                              <p:spTgt spid="37"/>
                                            </p:tgtEl>
                                          </p:cBhvr>
                                        </p:animEffect>
                                      </p:childTnLst>
                                    </p:cTn>
                                  </p:par>
                                  <p:par>
                                    <p:cTn id="35" presetID="53" presetClass="entr" presetSubtype="16" fill="hold" nodeType="withEffect">
                                      <p:stCondLst>
                                        <p:cond delay="1200"/>
                                      </p:stCondLst>
                                      <p:childTnLst>
                                        <p:set>
                                          <p:cBhvr>
                                            <p:cTn id="36" dur="1" fill="hold">
                                              <p:stCondLst>
                                                <p:cond delay="0"/>
                                              </p:stCondLst>
                                            </p:cTn>
                                            <p:tgtEl>
                                              <p:spTgt spid="15"/>
                                            </p:tgtEl>
                                            <p:attrNameLst>
                                              <p:attrName>style.visibility</p:attrName>
                                            </p:attrNameLst>
                                          </p:cBhvr>
                                          <p:to>
                                            <p:strVal val="visible"/>
                                          </p:to>
                                        </p:set>
                                        <p:anim calcmode="lin" valueType="num">
                                          <p:cBhvr>
                                            <p:cTn id="37" dur="750" fill="hold"/>
                                            <p:tgtEl>
                                              <p:spTgt spid="15"/>
                                            </p:tgtEl>
                                            <p:attrNameLst>
                                              <p:attrName>ppt_w</p:attrName>
                                            </p:attrNameLst>
                                          </p:cBhvr>
                                          <p:tavLst>
                                            <p:tav tm="0">
                                              <p:val>
                                                <p:fltVal val="0"/>
                                              </p:val>
                                            </p:tav>
                                            <p:tav tm="100000">
                                              <p:val>
                                                <p:strVal val="#ppt_w"/>
                                              </p:val>
                                            </p:tav>
                                          </p:tavLst>
                                        </p:anim>
                                        <p:anim calcmode="lin" valueType="num">
                                          <p:cBhvr>
                                            <p:cTn id="38" dur="750" fill="hold"/>
                                            <p:tgtEl>
                                              <p:spTgt spid="15"/>
                                            </p:tgtEl>
                                            <p:attrNameLst>
                                              <p:attrName>ppt_h</p:attrName>
                                            </p:attrNameLst>
                                          </p:cBhvr>
                                          <p:tavLst>
                                            <p:tav tm="0">
                                              <p:val>
                                                <p:fltVal val="0"/>
                                              </p:val>
                                            </p:tav>
                                            <p:tav tm="100000">
                                              <p:val>
                                                <p:strVal val="#ppt_h"/>
                                              </p:val>
                                            </p:tav>
                                          </p:tavLst>
                                        </p:anim>
                                        <p:animEffect transition="in" filter="fade">
                                          <p:cBhvr>
                                            <p:cTn id="39" dur="750"/>
                                            <p:tgtEl>
                                              <p:spTgt spid="15"/>
                                            </p:tgtEl>
                                          </p:cBhvr>
                                        </p:animEffect>
                                      </p:childTnLst>
                                    </p:cTn>
                                  </p:par>
                                  <p:par>
                                    <p:cTn id="40" presetID="53" presetClass="entr" presetSubtype="16" fill="hold" grpId="0" nodeType="withEffect">
                                      <p:stCondLst>
                                        <p:cond delay="1400"/>
                                      </p:stCondLst>
                                      <p:childTnLst>
                                        <p:set>
                                          <p:cBhvr>
                                            <p:cTn id="41" dur="1" fill="hold">
                                              <p:stCondLst>
                                                <p:cond delay="0"/>
                                              </p:stCondLst>
                                            </p:cTn>
                                            <p:tgtEl>
                                              <p:spTgt spid="39"/>
                                            </p:tgtEl>
                                            <p:attrNameLst>
                                              <p:attrName>style.visibility</p:attrName>
                                            </p:attrNameLst>
                                          </p:cBhvr>
                                          <p:to>
                                            <p:strVal val="visible"/>
                                          </p:to>
                                        </p:set>
                                        <p:anim calcmode="lin" valueType="num">
                                          <p:cBhvr>
                                            <p:cTn id="42" dur="750" fill="hold"/>
                                            <p:tgtEl>
                                              <p:spTgt spid="39"/>
                                            </p:tgtEl>
                                            <p:attrNameLst>
                                              <p:attrName>ppt_w</p:attrName>
                                            </p:attrNameLst>
                                          </p:cBhvr>
                                          <p:tavLst>
                                            <p:tav tm="0">
                                              <p:val>
                                                <p:fltVal val="0"/>
                                              </p:val>
                                            </p:tav>
                                            <p:tav tm="100000">
                                              <p:val>
                                                <p:strVal val="#ppt_w"/>
                                              </p:val>
                                            </p:tav>
                                          </p:tavLst>
                                        </p:anim>
                                        <p:anim calcmode="lin" valueType="num">
                                          <p:cBhvr>
                                            <p:cTn id="43" dur="750" fill="hold"/>
                                            <p:tgtEl>
                                              <p:spTgt spid="39"/>
                                            </p:tgtEl>
                                            <p:attrNameLst>
                                              <p:attrName>ppt_h</p:attrName>
                                            </p:attrNameLst>
                                          </p:cBhvr>
                                          <p:tavLst>
                                            <p:tav tm="0">
                                              <p:val>
                                                <p:fltVal val="0"/>
                                              </p:val>
                                            </p:tav>
                                            <p:tav tm="100000">
                                              <p:val>
                                                <p:strVal val="#ppt_h"/>
                                              </p:val>
                                            </p:tav>
                                          </p:tavLst>
                                        </p:anim>
                                        <p:animEffect transition="in" filter="fade">
                                          <p:cBhvr>
                                            <p:cTn id="44" dur="750"/>
                                            <p:tgtEl>
                                              <p:spTgt spid="39"/>
                                            </p:tgtEl>
                                          </p:cBhvr>
                                        </p:animEffect>
                                      </p:childTnLst>
                                    </p:cTn>
                                  </p:par>
                                  <p:par>
                                    <p:cTn id="45" presetID="53" presetClass="entr" presetSubtype="16" fill="hold" nodeType="withEffect">
                                      <p:stCondLst>
                                        <p:cond delay="1600"/>
                                      </p:stCondLst>
                                      <p:childTnLst>
                                        <p:set>
                                          <p:cBhvr>
                                            <p:cTn id="46" dur="1" fill="hold">
                                              <p:stCondLst>
                                                <p:cond delay="0"/>
                                              </p:stCondLst>
                                            </p:cTn>
                                            <p:tgtEl>
                                              <p:spTgt spid="19"/>
                                            </p:tgtEl>
                                            <p:attrNameLst>
                                              <p:attrName>style.visibility</p:attrName>
                                            </p:attrNameLst>
                                          </p:cBhvr>
                                          <p:to>
                                            <p:strVal val="visible"/>
                                          </p:to>
                                        </p:set>
                                        <p:anim calcmode="lin" valueType="num">
                                          <p:cBhvr>
                                            <p:cTn id="47" dur="750" fill="hold"/>
                                            <p:tgtEl>
                                              <p:spTgt spid="19"/>
                                            </p:tgtEl>
                                            <p:attrNameLst>
                                              <p:attrName>ppt_w</p:attrName>
                                            </p:attrNameLst>
                                          </p:cBhvr>
                                          <p:tavLst>
                                            <p:tav tm="0">
                                              <p:val>
                                                <p:fltVal val="0"/>
                                              </p:val>
                                            </p:tav>
                                            <p:tav tm="100000">
                                              <p:val>
                                                <p:strVal val="#ppt_w"/>
                                              </p:val>
                                            </p:tav>
                                          </p:tavLst>
                                        </p:anim>
                                        <p:anim calcmode="lin" valueType="num">
                                          <p:cBhvr>
                                            <p:cTn id="48" dur="750" fill="hold"/>
                                            <p:tgtEl>
                                              <p:spTgt spid="19"/>
                                            </p:tgtEl>
                                            <p:attrNameLst>
                                              <p:attrName>ppt_h</p:attrName>
                                            </p:attrNameLst>
                                          </p:cBhvr>
                                          <p:tavLst>
                                            <p:tav tm="0">
                                              <p:val>
                                                <p:fltVal val="0"/>
                                              </p:val>
                                            </p:tav>
                                            <p:tav tm="100000">
                                              <p:val>
                                                <p:strVal val="#ppt_h"/>
                                              </p:val>
                                            </p:tav>
                                          </p:tavLst>
                                        </p:anim>
                                        <p:animEffect transition="in" filter="fade">
                                          <p:cBhvr>
                                            <p:cTn id="49" dur="750"/>
                                            <p:tgtEl>
                                              <p:spTgt spid="19"/>
                                            </p:tgtEl>
                                          </p:cBhvr>
                                        </p:animEffect>
                                      </p:childTnLst>
                                    </p:cTn>
                                  </p:par>
                                  <p:par>
                                    <p:cTn id="50" presetID="53" presetClass="entr" presetSubtype="16" fill="hold" grpId="0" nodeType="withEffect">
                                      <p:stCondLst>
                                        <p:cond delay="1800"/>
                                      </p:stCondLst>
                                      <p:childTnLst>
                                        <p:set>
                                          <p:cBhvr>
                                            <p:cTn id="51" dur="1" fill="hold">
                                              <p:stCondLst>
                                                <p:cond delay="0"/>
                                              </p:stCondLst>
                                            </p:cTn>
                                            <p:tgtEl>
                                              <p:spTgt spid="40"/>
                                            </p:tgtEl>
                                            <p:attrNameLst>
                                              <p:attrName>style.visibility</p:attrName>
                                            </p:attrNameLst>
                                          </p:cBhvr>
                                          <p:to>
                                            <p:strVal val="visible"/>
                                          </p:to>
                                        </p:set>
                                        <p:anim calcmode="lin" valueType="num">
                                          <p:cBhvr>
                                            <p:cTn id="52" dur="750" fill="hold"/>
                                            <p:tgtEl>
                                              <p:spTgt spid="40"/>
                                            </p:tgtEl>
                                            <p:attrNameLst>
                                              <p:attrName>ppt_w</p:attrName>
                                            </p:attrNameLst>
                                          </p:cBhvr>
                                          <p:tavLst>
                                            <p:tav tm="0">
                                              <p:val>
                                                <p:fltVal val="0"/>
                                              </p:val>
                                            </p:tav>
                                            <p:tav tm="100000">
                                              <p:val>
                                                <p:strVal val="#ppt_w"/>
                                              </p:val>
                                            </p:tav>
                                          </p:tavLst>
                                        </p:anim>
                                        <p:anim calcmode="lin" valueType="num">
                                          <p:cBhvr>
                                            <p:cTn id="53" dur="750" fill="hold"/>
                                            <p:tgtEl>
                                              <p:spTgt spid="40"/>
                                            </p:tgtEl>
                                            <p:attrNameLst>
                                              <p:attrName>ppt_h</p:attrName>
                                            </p:attrNameLst>
                                          </p:cBhvr>
                                          <p:tavLst>
                                            <p:tav tm="0">
                                              <p:val>
                                                <p:fltVal val="0"/>
                                              </p:val>
                                            </p:tav>
                                            <p:tav tm="100000">
                                              <p:val>
                                                <p:strVal val="#ppt_h"/>
                                              </p:val>
                                            </p:tav>
                                          </p:tavLst>
                                        </p:anim>
                                        <p:animEffect transition="in" filter="fade">
                                          <p:cBhvr>
                                            <p:cTn id="54" dur="750"/>
                                            <p:tgtEl>
                                              <p:spTgt spid="40"/>
                                            </p:tgtEl>
                                          </p:cBhvr>
                                        </p:animEffect>
                                      </p:childTnLst>
                                    </p:cTn>
                                  </p:par>
                                  <p:par>
                                    <p:cTn id="55" presetID="22" presetClass="entr" presetSubtype="8" fill="hold" nodeType="withEffect">
                                      <p:stCondLst>
                                        <p:cond delay="400"/>
                                      </p:stCondLst>
                                      <p:childTnLst>
                                        <p:set>
                                          <p:cBhvr>
                                            <p:cTn id="56" dur="1" fill="hold">
                                              <p:stCondLst>
                                                <p:cond delay="0"/>
                                              </p:stCondLst>
                                            </p:cTn>
                                            <p:tgtEl>
                                              <p:spTgt spid="3"/>
                                            </p:tgtEl>
                                            <p:attrNameLst>
                                              <p:attrName>style.visibility</p:attrName>
                                            </p:attrNameLst>
                                          </p:cBhvr>
                                          <p:to>
                                            <p:strVal val="visible"/>
                                          </p:to>
                                        </p:set>
                                        <p:animEffect transition="in" filter="wipe(left)">
                                          <p:cBhvr>
                                            <p:cTn id="57" dur="750"/>
                                            <p:tgtEl>
                                              <p:spTgt spid="3"/>
                                            </p:tgtEl>
                                          </p:cBhvr>
                                        </p:animEffect>
                                      </p:childTnLst>
                                    </p:cTn>
                                  </p:par>
                                  <p:par>
                                    <p:cTn id="58" presetID="22" presetClass="entr" presetSubtype="8" fill="hold" nodeType="withEffect">
                                      <p:stCondLst>
                                        <p:cond delay="800"/>
                                      </p:stCondLst>
                                      <p:childTnLst>
                                        <p:set>
                                          <p:cBhvr>
                                            <p:cTn id="59" dur="1" fill="hold">
                                              <p:stCondLst>
                                                <p:cond delay="0"/>
                                              </p:stCondLst>
                                            </p:cTn>
                                            <p:tgtEl>
                                              <p:spTgt spid="4"/>
                                            </p:tgtEl>
                                            <p:attrNameLst>
                                              <p:attrName>style.visibility</p:attrName>
                                            </p:attrNameLst>
                                          </p:cBhvr>
                                          <p:to>
                                            <p:strVal val="visible"/>
                                          </p:to>
                                        </p:set>
                                        <p:animEffect transition="in" filter="wipe(left)">
                                          <p:cBhvr>
                                            <p:cTn id="60" dur="750"/>
                                            <p:tgtEl>
                                              <p:spTgt spid="4"/>
                                            </p:tgtEl>
                                          </p:cBhvr>
                                        </p:animEffect>
                                      </p:childTnLst>
                                    </p:cTn>
                                  </p:par>
                                  <p:par>
                                    <p:cTn id="61" presetID="22" presetClass="entr" presetSubtype="8" fill="hold" nodeType="withEffect">
                                      <p:stCondLst>
                                        <p:cond delay="1200"/>
                                      </p:stCondLst>
                                      <p:childTnLst>
                                        <p:set>
                                          <p:cBhvr>
                                            <p:cTn id="62" dur="1" fill="hold">
                                              <p:stCondLst>
                                                <p:cond delay="0"/>
                                              </p:stCondLst>
                                            </p:cTn>
                                            <p:tgtEl>
                                              <p:spTgt spid="6"/>
                                            </p:tgtEl>
                                            <p:attrNameLst>
                                              <p:attrName>style.visibility</p:attrName>
                                            </p:attrNameLst>
                                          </p:cBhvr>
                                          <p:to>
                                            <p:strVal val="visible"/>
                                          </p:to>
                                        </p:set>
                                        <p:animEffect transition="in" filter="wipe(left)">
                                          <p:cBhvr>
                                            <p:cTn id="63" dur="750"/>
                                            <p:tgtEl>
                                              <p:spTgt spid="6"/>
                                            </p:tgtEl>
                                          </p:cBhvr>
                                        </p:animEffect>
                                      </p:childTnLst>
                                    </p:cTn>
                                  </p:par>
                                  <p:par>
                                    <p:cTn id="64" presetID="22" presetClass="entr" presetSubtype="8" fill="hold" nodeType="withEffect">
                                      <p:stCondLst>
                                        <p:cond delay="1600"/>
                                      </p:stCondLst>
                                      <p:childTnLst>
                                        <p:set>
                                          <p:cBhvr>
                                            <p:cTn id="65" dur="1" fill="hold">
                                              <p:stCondLst>
                                                <p:cond delay="0"/>
                                              </p:stCondLst>
                                            </p:cTn>
                                            <p:tgtEl>
                                              <p:spTgt spid="5"/>
                                            </p:tgtEl>
                                            <p:attrNameLst>
                                              <p:attrName>style.visibility</p:attrName>
                                            </p:attrNameLst>
                                          </p:cBhvr>
                                          <p:to>
                                            <p:strVal val="visible"/>
                                          </p:to>
                                        </p:set>
                                        <p:animEffect transition="in" filter="wipe(left)">
                                          <p:cBhvr>
                                            <p:cTn id="66" dur="750"/>
                                            <p:tgtEl>
                                              <p:spTgt spid="5"/>
                                            </p:tgtEl>
                                          </p:cBhvr>
                                        </p:animEffect>
                                      </p:childTnLst>
                                    </p:cTn>
                                  </p:par>
                                  <p:par>
                                    <p:cTn id="67" presetID="53" presetClass="entr" presetSubtype="16" fill="hold" grpId="0" nodeType="withEffect">
                                      <p:stCondLst>
                                        <p:cond delay="700"/>
                                      </p:stCondLst>
                                      <p:childTnLst>
                                        <p:set>
                                          <p:cBhvr>
                                            <p:cTn id="68" dur="1" fill="hold">
                                              <p:stCondLst>
                                                <p:cond delay="0"/>
                                              </p:stCondLst>
                                            </p:cTn>
                                            <p:tgtEl>
                                              <p:spTgt spid="46"/>
                                            </p:tgtEl>
                                            <p:attrNameLst>
                                              <p:attrName>style.visibility</p:attrName>
                                            </p:attrNameLst>
                                          </p:cBhvr>
                                          <p:to>
                                            <p:strVal val="visible"/>
                                          </p:to>
                                        </p:set>
                                        <p:anim calcmode="lin" valueType="num">
                                          <p:cBhvr>
                                            <p:cTn id="69" dur="750" fill="hold"/>
                                            <p:tgtEl>
                                              <p:spTgt spid="46"/>
                                            </p:tgtEl>
                                            <p:attrNameLst>
                                              <p:attrName>ppt_w</p:attrName>
                                            </p:attrNameLst>
                                          </p:cBhvr>
                                          <p:tavLst>
                                            <p:tav tm="0">
                                              <p:val>
                                                <p:fltVal val="0"/>
                                              </p:val>
                                            </p:tav>
                                            <p:tav tm="100000">
                                              <p:val>
                                                <p:strVal val="#ppt_w"/>
                                              </p:val>
                                            </p:tav>
                                          </p:tavLst>
                                        </p:anim>
                                        <p:anim calcmode="lin" valueType="num">
                                          <p:cBhvr>
                                            <p:cTn id="70" dur="750" fill="hold"/>
                                            <p:tgtEl>
                                              <p:spTgt spid="46"/>
                                            </p:tgtEl>
                                            <p:attrNameLst>
                                              <p:attrName>ppt_h</p:attrName>
                                            </p:attrNameLst>
                                          </p:cBhvr>
                                          <p:tavLst>
                                            <p:tav tm="0">
                                              <p:val>
                                                <p:fltVal val="0"/>
                                              </p:val>
                                            </p:tav>
                                            <p:tav tm="100000">
                                              <p:val>
                                                <p:strVal val="#ppt_h"/>
                                              </p:val>
                                            </p:tav>
                                          </p:tavLst>
                                        </p:anim>
                                        <p:animEffect transition="in" filter="fade">
                                          <p:cBhvr>
                                            <p:cTn id="71" dur="750"/>
                                            <p:tgtEl>
                                              <p:spTgt spid="46"/>
                                            </p:tgtEl>
                                          </p:cBhvr>
                                        </p:animEffect>
                                      </p:childTnLst>
                                    </p:cTn>
                                  </p:par>
                                  <p:par>
                                    <p:cTn id="72" presetID="53" presetClass="entr" presetSubtype="16" fill="hold" grpId="0" nodeType="withEffect">
                                      <p:stCondLst>
                                        <p:cond delay="1100"/>
                                      </p:stCondLst>
                                      <p:childTnLst>
                                        <p:set>
                                          <p:cBhvr>
                                            <p:cTn id="73" dur="1" fill="hold">
                                              <p:stCondLst>
                                                <p:cond delay="0"/>
                                              </p:stCondLst>
                                            </p:cTn>
                                            <p:tgtEl>
                                              <p:spTgt spid="43"/>
                                            </p:tgtEl>
                                            <p:attrNameLst>
                                              <p:attrName>style.visibility</p:attrName>
                                            </p:attrNameLst>
                                          </p:cBhvr>
                                          <p:to>
                                            <p:strVal val="visible"/>
                                          </p:to>
                                        </p:set>
                                        <p:anim calcmode="lin" valueType="num">
                                          <p:cBhvr>
                                            <p:cTn id="74" dur="750" fill="hold"/>
                                            <p:tgtEl>
                                              <p:spTgt spid="43"/>
                                            </p:tgtEl>
                                            <p:attrNameLst>
                                              <p:attrName>ppt_w</p:attrName>
                                            </p:attrNameLst>
                                          </p:cBhvr>
                                          <p:tavLst>
                                            <p:tav tm="0">
                                              <p:val>
                                                <p:fltVal val="0"/>
                                              </p:val>
                                            </p:tav>
                                            <p:tav tm="100000">
                                              <p:val>
                                                <p:strVal val="#ppt_w"/>
                                              </p:val>
                                            </p:tav>
                                          </p:tavLst>
                                        </p:anim>
                                        <p:anim calcmode="lin" valueType="num">
                                          <p:cBhvr>
                                            <p:cTn id="75" dur="750" fill="hold"/>
                                            <p:tgtEl>
                                              <p:spTgt spid="43"/>
                                            </p:tgtEl>
                                            <p:attrNameLst>
                                              <p:attrName>ppt_h</p:attrName>
                                            </p:attrNameLst>
                                          </p:cBhvr>
                                          <p:tavLst>
                                            <p:tav tm="0">
                                              <p:val>
                                                <p:fltVal val="0"/>
                                              </p:val>
                                            </p:tav>
                                            <p:tav tm="100000">
                                              <p:val>
                                                <p:strVal val="#ppt_h"/>
                                              </p:val>
                                            </p:tav>
                                          </p:tavLst>
                                        </p:anim>
                                        <p:animEffect transition="in" filter="fade">
                                          <p:cBhvr>
                                            <p:cTn id="76" dur="750"/>
                                            <p:tgtEl>
                                              <p:spTgt spid="43"/>
                                            </p:tgtEl>
                                          </p:cBhvr>
                                        </p:animEffect>
                                      </p:childTnLst>
                                    </p:cTn>
                                  </p:par>
                                  <p:par>
                                    <p:cTn id="77" presetID="53" presetClass="entr" presetSubtype="16" fill="hold" grpId="0" nodeType="withEffect">
                                      <p:stCondLst>
                                        <p:cond delay="1500"/>
                                      </p:stCondLst>
                                      <p:childTnLst>
                                        <p:set>
                                          <p:cBhvr>
                                            <p:cTn id="78" dur="1" fill="hold">
                                              <p:stCondLst>
                                                <p:cond delay="0"/>
                                              </p:stCondLst>
                                            </p:cTn>
                                            <p:tgtEl>
                                              <p:spTgt spid="47"/>
                                            </p:tgtEl>
                                            <p:attrNameLst>
                                              <p:attrName>style.visibility</p:attrName>
                                            </p:attrNameLst>
                                          </p:cBhvr>
                                          <p:to>
                                            <p:strVal val="visible"/>
                                          </p:to>
                                        </p:set>
                                        <p:anim calcmode="lin" valueType="num">
                                          <p:cBhvr>
                                            <p:cTn id="79" dur="750" fill="hold"/>
                                            <p:tgtEl>
                                              <p:spTgt spid="47"/>
                                            </p:tgtEl>
                                            <p:attrNameLst>
                                              <p:attrName>ppt_w</p:attrName>
                                            </p:attrNameLst>
                                          </p:cBhvr>
                                          <p:tavLst>
                                            <p:tav tm="0">
                                              <p:val>
                                                <p:fltVal val="0"/>
                                              </p:val>
                                            </p:tav>
                                            <p:tav tm="100000">
                                              <p:val>
                                                <p:strVal val="#ppt_w"/>
                                              </p:val>
                                            </p:tav>
                                          </p:tavLst>
                                        </p:anim>
                                        <p:anim calcmode="lin" valueType="num">
                                          <p:cBhvr>
                                            <p:cTn id="80" dur="750" fill="hold"/>
                                            <p:tgtEl>
                                              <p:spTgt spid="47"/>
                                            </p:tgtEl>
                                            <p:attrNameLst>
                                              <p:attrName>ppt_h</p:attrName>
                                            </p:attrNameLst>
                                          </p:cBhvr>
                                          <p:tavLst>
                                            <p:tav tm="0">
                                              <p:val>
                                                <p:fltVal val="0"/>
                                              </p:val>
                                            </p:tav>
                                            <p:tav tm="100000">
                                              <p:val>
                                                <p:strVal val="#ppt_h"/>
                                              </p:val>
                                            </p:tav>
                                          </p:tavLst>
                                        </p:anim>
                                        <p:animEffect transition="in" filter="fade">
                                          <p:cBhvr>
                                            <p:cTn id="81" dur="750"/>
                                            <p:tgtEl>
                                              <p:spTgt spid="47"/>
                                            </p:tgtEl>
                                          </p:cBhvr>
                                        </p:animEffect>
                                      </p:childTnLst>
                                    </p:cTn>
                                  </p:par>
                                  <p:par>
                                    <p:cTn id="82" presetID="53" presetClass="entr" presetSubtype="16" fill="hold" grpId="0" nodeType="withEffect">
                                      <p:stCondLst>
                                        <p:cond delay="1900"/>
                                      </p:stCondLst>
                                      <p:childTnLst>
                                        <p:set>
                                          <p:cBhvr>
                                            <p:cTn id="83" dur="1" fill="hold">
                                              <p:stCondLst>
                                                <p:cond delay="0"/>
                                              </p:stCondLst>
                                            </p:cTn>
                                            <p:tgtEl>
                                              <p:spTgt spid="44"/>
                                            </p:tgtEl>
                                            <p:attrNameLst>
                                              <p:attrName>style.visibility</p:attrName>
                                            </p:attrNameLst>
                                          </p:cBhvr>
                                          <p:to>
                                            <p:strVal val="visible"/>
                                          </p:to>
                                        </p:set>
                                        <p:anim calcmode="lin" valueType="num">
                                          <p:cBhvr>
                                            <p:cTn id="84" dur="750" fill="hold"/>
                                            <p:tgtEl>
                                              <p:spTgt spid="44"/>
                                            </p:tgtEl>
                                            <p:attrNameLst>
                                              <p:attrName>ppt_w</p:attrName>
                                            </p:attrNameLst>
                                          </p:cBhvr>
                                          <p:tavLst>
                                            <p:tav tm="0">
                                              <p:val>
                                                <p:fltVal val="0"/>
                                              </p:val>
                                            </p:tav>
                                            <p:tav tm="100000">
                                              <p:val>
                                                <p:strVal val="#ppt_w"/>
                                              </p:val>
                                            </p:tav>
                                          </p:tavLst>
                                        </p:anim>
                                        <p:anim calcmode="lin" valueType="num">
                                          <p:cBhvr>
                                            <p:cTn id="85" dur="750" fill="hold"/>
                                            <p:tgtEl>
                                              <p:spTgt spid="44"/>
                                            </p:tgtEl>
                                            <p:attrNameLst>
                                              <p:attrName>ppt_h</p:attrName>
                                            </p:attrNameLst>
                                          </p:cBhvr>
                                          <p:tavLst>
                                            <p:tav tm="0">
                                              <p:val>
                                                <p:fltVal val="0"/>
                                              </p:val>
                                            </p:tav>
                                            <p:tav tm="100000">
                                              <p:val>
                                                <p:strVal val="#ppt_h"/>
                                              </p:val>
                                            </p:tav>
                                          </p:tavLst>
                                        </p:anim>
                                        <p:animEffect transition="in" filter="fade">
                                          <p:cBhvr>
                                            <p:cTn id="86" dur="750"/>
                                            <p:tgtEl>
                                              <p:spTgt spid="44"/>
                                            </p:tgtEl>
                                          </p:cBhvr>
                                        </p:animEffect>
                                      </p:childTnLst>
                                    </p:cTn>
                                  </p:par>
                                  <p:par>
                                    <p:cTn id="87" presetID="53" presetClass="entr" presetSubtype="16" fill="hold" grpId="0" nodeType="withEffect">
                                      <p:stCondLst>
                                        <p:cond delay="2300"/>
                                      </p:stCondLst>
                                      <p:childTnLst>
                                        <p:set>
                                          <p:cBhvr>
                                            <p:cTn id="88" dur="1" fill="hold">
                                              <p:stCondLst>
                                                <p:cond delay="0"/>
                                              </p:stCondLst>
                                            </p:cTn>
                                            <p:tgtEl>
                                              <p:spTgt spid="45"/>
                                            </p:tgtEl>
                                            <p:attrNameLst>
                                              <p:attrName>style.visibility</p:attrName>
                                            </p:attrNameLst>
                                          </p:cBhvr>
                                          <p:to>
                                            <p:strVal val="visible"/>
                                          </p:to>
                                        </p:set>
                                        <p:anim calcmode="lin" valueType="num">
                                          <p:cBhvr>
                                            <p:cTn id="89" dur="750" fill="hold"/>
                                            <p:tgtEl>
                                              <p:spTgt spid="45"/>
                                            </p:tgtEl>
                                            <p:attrNameLst>
                                              <p:attrName>ppt_w</p:attrName>
                                            </p:attrNameLst>
                                          </p:cBhvr>
                                          <p:tavLst>
                                            <p:tav tm="0">
                                              <p:val>
                                                <p:fltVal val="0"/>
                                              </p:val>
                                            </p:tav>
                                            <p:tav tm="100000">
                                              <p:val>
                                                <p:strVal val="#ppt_w"/>
                                              </p:val>
                                            </p:tav>
                                          </p:tavLst>
                                        </p:anim>
                                        <p:anim calcmode="lin" valueType="num">
                                          <p:cBhvr>
                                            <p:cTn id="90" dur="750" fill="hold"/>
                                            <p:tgtEl>
                                              <p:spTgt spid="45"/>
                                            </p:tgtEl>
                                            <p:attrNameLst>
                                              <p:attrName>ppt_h</p:attrName>
                                            </p:attrNameLst>
                                          </p:cBhvr>
                                          <p:tavLst>
                                            <p:tav tm="0">
                                              <p:val>
                                                <p:fltVal val="0"/>
                                              </p:val>
                                            </p:tav>
                                            <p:tav tm="100000">
                                              <p:val>
                                                <p:strVal val="#ppt_h"/>
                                              </p:val>
                                            </p:tav>
                                          </p:tavLst>
                                        </p:anim>
                                        <p:animEffect transition="in" filter="fade">
                                          <p:cBhvr>
                                            <p:cTn id="91" dur="750"/>
                                            <p:tgtEl>
                                              <p:spTgt spid="45"/>
                                            </p:tgtEl>
                                          </p:cBhvr>
                                        </p:animEffect>
                                      </p:childTnLst>
                                    </p:cTn>
                                  </p:par>
                                  <p:par>
                                    <p:cTn id="92" presetID="2" presetClass="entr" presetSubtype="4" fill="hold" nodeType="withEffect" p14:presetBounceEnd="67000">
                                      <p:stCondLst>
                                        <p:cond delay="2500"/>
                                      </p:stCondLst>
                                      <p:childTnLst>
                                        <p:set>
                                          <p:cBhvr>
                                            <p:cTn id="93" dur="1" fill="hold">
                                              <p:stCondLst>
                                                <p:cond delay="0"/>
                                              </p:stCondLst>
                                            </p:cTn>
                                            <p:tgtEl>
                                              <p:spTgt spid="54"/>
                                            </p:tgtEl>
                                            <p:attrNameLst>
                                              <p:attrName>style.visibility</p:attrName>
                                            </p:attrNameLst>
                                          </p:cBhvr>
                                          <p:to>
                                            <p:strVal val="visible"/>
                                          </p:to>
                                        </p:set>
                                        <p:anim calcmode="lin" valueType="num" p14:bounceEnd="67000">
                                          <p:cBhvr additive="base">
                                            <p:cTn id="94" dur="1000" fill="hold"/>
                                            <p:tgtEl>
                                              <p:spTgt spid="54"/>
                                            </p:tgtEl>
                                            <p:attrNameLst>
                                              <p:attrName>ppt_x</p:attrName>
                                            </p:attrNameLst>
                                          </p:cBhvr>
                                          <p:tavLst>
                                            <p:tav tm="0">
                                              <p:val>
                                                <p:strVal val="#ppt_x"/>
                                              </p:val>
                                            </p:tav>
                                            <p:tav tm="100000">
                                              <p:val>
                                                <p:strVal val="#ppt_x"/>
                                              </p:val>
                                            </p:tav>
                                          </p:tavLst>
                                        </p:anim>
                                        <p:anim calcmode="lin" valueType="num" p14:bounceEnd="67000">
                                          <p:cBhvr additive="base">
                                            <p:cTn id="95" dur="1000" fill="hold"/>
                                            <p:tgtEl>
                                              <p:spTgt spid="54"/>
                                            </p:tgtEl>
                                            <p:attrNameLst>
                                              <p:attrName>ppt_y</p:attrName>
                                            </p:attrNameLst>
                                          </p:cBhvr>
                                          <p:tavLst>
                                            <p:tav tm="0">
                                              <p:val>
                                                <p:strVal val="1+#ppt_h/2"/>
                                              </p:val>
                                            </p:tav>
                                            <p:tav tm="100000">
                                              <p:val>
                                                <p:strVal val="#ppt_y"/>
                                              </p:val>
                                            </p:tav>
                                          </p:tavLst>
                                        </p:anim>
                                      </p:childTnLst>
                                    </p:cTn>
                                  </p:par>
                                  <p:par>
                                    <p:cTn id="96" presetID="2" presetClass="entr" presetSubtype="4" fill="hold" nodeType="withEffect" p14:presetBounceEnd="67000">
                                      <p:stCondLst>
                                        <p:cond delay="2500"/>
                                      </p:stCondLst>
                                      <p:childTnLst>
                                        <p:set>
                                          <p:cBhvr>
                                            <p:cTn id="97" dur="1" fill="hold">
                                              <p:stCondLst>
                                                <p:cond delay="0"/>
                                              </p:stCondLst>
                                            </p:cTn>
                                            <p:tgtEl>
                                              <p:spTgt spid="57"/>
                                            </p:tgtEl>
                                            <p:attrNameLst>
                                              <p:attrName>style.visibility</p:attrName>
                                            </p:attrNameLst>
                                          </p:cBhvr>
                                          <p:to>
                                            <p:strVal val="visible"/>
                                          </p:to>
                                        </p:set>
                                        <p:anim calcmode="lin" valueType="num" p14:bounceEnd="67000">
                                          <p:cBhvr additive="base">
                                            <p:cTn id="98" dur="1000" fill="hold"/>
                                            <p:tgtEl>
                                              <p:spTgt spid="57"/>
                                            </p:tgtEl>
                                            <p:attrNameLst>
                                              <p:attrName>ppt_x</p:attrName>
                                            </p:attrNameLst>
                                          </p:cBhvr>
                                          <p:tavLst>
                                            <p:tav tm="0">
                                              <p:val>
                                                <p:strVal val="#ppt_x"/>
                                              </p:val>
                                            </p:tav>
                                            <p:tav tm="100000">
                                              <p:val>
                                                <p:strVal val="#ppt_x"/>
                                              </p:val>
                                            </p:tav>
                                          </p:tavLst>
                                        </p:anim>
                                        <p:anim calcmode="lin" valueType="num" p14:bounceEnd="67000">
                                          <p:cBhvr additive="base">
                                            <p:cTn id="99" dur="1000" fill="hold"/>
                                            <p:tgtEl>
                                              <p:spTgt spid="57"/>
                                            </p:tgtEl>
                                            <p:attrNameLst>
                                              <p:attrName>ppt_y</p:attrName>
                                            </p:attrNameLst>
                                          </p:cBhvr>
                                          <p:tavLst>
                                            <p:tav tm="0">
                                              <p:val>
                                                <p:strVal val="1+#ppt_h/2"/>
                                              </p:val>
                                            </p:tav>
                                            <p:tav tm="100000">
                                              <p:val>
                                                <p:strVal val="#ppt_y"/>
                                              </p:val>
                                            </p:tav>
                                          </p:tavLst>
                                        </p:anim>
                                      </p:childTnLst>
                                    </p:cTn>
                                  </p:par>
                                  <p:par>
                                    <p:cTn id="100" presetID="2" presetClass="entr" presetSubtype="4" fill="hold" nodeType="withEffect" p14:presetBounceEnd="67000">
                                      <p:stCondLst>
                                        <p:cond delay="2500"/>
                                      </p:stCondLst>
                                      <p:childTnLst>
                                        <p:set>
                                          <p:cBhvr>
                                            <p:cTn id="101" dur="1" fill="hold">
                                              <p:stCondLst>
                                                <p:cond delay="0"/>
                                              </p:stCondLst>
                                            </p:cTn>
                                            <p:tgtEl>
                                              <p:spTgt spid="60"/>
                                            </p:tgtEl>
                                            <p:attrNameLst>
                                              <p:attrName>style.visibility</p:attrName>
                                            </p:attrNameLst>
                                          </p:cBhvr>
                                          <p:to>
                                            <p:strVal val="visible"/>
                                          </p:to>
                                        </p:set>
                                        <p:anim calcmode="lin" valueType="num" p14:bounceEnd="67000">
                                          <p:cBhvr additive="base">
                                            <p:cTn id="102" dur="1000" fill="hold"/>
                                            <p:tgtEl>
                                              <p:spTgt spid="60"/>
                                            </p:tgtEl>
                                            <p:attrNameLst>
                                              <p:attrName>ppt_x</p:attrName>
                                            </p:attrNameLst>
                                          </p:cBhvr>
                                          <p:tavLst>
                                            <p:tav tm="0">
                                              <p:val>
                                                <p:strVal val="#ppt_x"/>
                                              </p:val>
                                            </p:tav>
                                            <p:tav tm="100000">
                                              <p:val>
                                                <p:strVal val="#ppt_x"/>
                                              </p:val>
                                            </p:tav>
                                          </p:tavLst>
                                        </p:anim>
                                        <p:anim calcmode="lin" valueType="num" p14:bounceEnd="67000">
                                          <p:cBhvr additive="base">
                                            <p:cTn id="103" dur="1000" fill="hold"/>
                                            <p:tgtEl>
                                              <p:spTgt spid="60"/>
                                            </p:tgtEl>
                                            <p:attrNameLst>
                                              <p:attrName>ppt_y</p:attrName>
                                            </p:attrNameLst>
                                          </p:cBhvr>
                                          <p:tavLst>
                                            <p:tav tm="0">
                                              <p:val>
                                                <p:strVal val="1+#ppt_h/2"/>
                                              </p:val>
                                            </p:tav>
                                            <p:tav tm="100000">
                                              <p:val>
                                                <p:strVal val="#ppt_y"/>
                                              </p:val>
                                            </p:tav>
                                          </p:tavLst>
                                        </p:anim>
                                      </p:childTnLst>
                                    </p:cTn>
                                  </p:par>
                                  <p:par>
                                    <p:cTn id="104" presetID="2" presetClass="entr" presetSubtype="1" fill="hold" nodeType="withEffect" p14:presetBounceEnd="67000">
                                      <p:stCondLst>
                                        <p:cond delay="2500"/>
                                      </p:stCondLst>
                                      <p:childTnLst>
                                        <p:set>
                                          <p:cBhvr>
                                            <p:cTn id="105" dur="1" fill="hold">
                                              <p:stCondLst>
                                                <p:cond delay="0"/>
                                              </p:stCondLst>
                                            </p:cTn>
                                            <p:tgtEl>
                                              <p:spTgt spid="63"/>
                                            </p:tgtEl>
                                            <p:attrNameLst>
                                              <p:attrName>style.visibility</p:attrName>
                                            </p:attrNameLst>
                                          </p:cBhvr>
                                          <p:to>
                                            <p:strVal val="visible"/>
                                          </p:to>
                                        </p:set>
                                        <p:anim calcmode="lin" valueType="num" p14:bounceEnd="67000">
                                          <p:cBhvr additive="base">
                                            <p:cTn id="106" dur="1000" fill="hold"/>
                                            <p:tgtEl>
                                              <p:spTgt spid="63"/>
                                            </p:tgtEl>
                                            <p:attrNameLst>
                                              <p:attrName>ppt_x</p:attrName>
                                            </p:attrNameLst>
                                          </p:cBhvr>
                                          <p:tavLst>
                                            <p:tav tm="0">
                                              <p:val>
                                                <p:strVal val="#ppt_x"/>
                                              </p:val>
                                            </p:tav>
                                            <p:tav tm="100000">
                                              <p:val>
                                                <p:strVal val="#ppt_x"/>
                                              </p:val>
                                            </p:tav>
                                          </p:tavLst>
                                        </p:anim>
                                        <p:anim calcmode="lin" valueType="num" p14:bounceEnd="67000">
                                          <p:cBhvr additive="base">
                                            <p:cTn id="107" dur="1000" fill="hold"/>
                                            <p:tgtEl>
                                              <p:spTgt spid="63"/>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14:presetBounceEnd="67000">
                                      <p:stCondLst>
                                        <p:cond delay="2500"/>
                                      </p:stCondLst>
                                      <p:childTnLst>
                                        <p:set>
                                          <p:cBhvr>
                                            <p:cTn id="109" dur="1" fill="hold">
                                              <p:stCondLst>
                                                <p:cond delay="0"/>
                                              </p:stCondLst>
                                            </p:cTn>
                                            <p:tgtEl>
                                              <p:spTgt spid="66"/>
                                            </p:tgtEl>
                                            <p:attrNameLst>
                                              <p:attrName>style.visibility</p:attrName>
                                            </p:attrNameLst>
                                          </p:cBhvr>
                                          <p:to>
                                            <p:strVal val="visible"/>
                                          </p:to>
                                        </p:set>
                                        <p:anim calcmode="lin" valueType="num" p14:bounceEnd="67000">
                                          <p:cBhvr additive="base">
                                            <p:cTn id="110" dur="1000" fill="hold"/>
                                            <p:tgtEl>
                                              <p:spTgt spid="66"/>
                                            </p:tgtEl>
                                            <p:attrNameLst>
                                              <p:attrName>ppt_x</p:attrName>
                                            </p:attrNameLst>
                                          </p:cBhvr>
                                          <p:tavLst>
                                            <p:tav tm="0">
                                              <p:val>
                                                <p:strVal val="#ppt_x"/>
                                              </p:val>
                                            </p:tav>
                                            <p:tav tm="100000">
                                              <p:val>
                                                <p:strVal val="#ppt_x"/>
                                              </p:val>
                                            </p:tav>
                                          </p:tavLst>
                                        </p:anim>
                                        <p:anim calcmode="lin" valueType="num" p14:bounceEnd="67000">
                                          <p:cBhvr additive="base">
                                            <p:cTn id="111" dur="1000" fill="hold"/>
                                            <p:tgtEl>
                                              <p:spTgt spid="6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9" grpId="0" animBg="1"/>
          <p:bldP spid="40" grpId="0" animBg="1"/>
          <p:bldP spid="41" grpId="0" animBg="1"/>
          <p:bldP spid="43" grpId="0" animBg="1"/>
          <p:bldP spid="44" grpId="0" animBg="1"/>
          <p:bldP spid="45" grpId="0" animBg="1"/>
          <p:bldP spid="46" grpId="0" animBg="1"/>
          <p:bldP spid="4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750" fill="hold"/>
                                            <p:tgtEl>
                                              <p:spTgt spid="17"/>
                                            </p:tgtEl>
                                            <p:attrNameLst>
                                              <p:attrName>ppt_w</p:attrName>
                                            </p:attrNameLst>
                                          </p:cBhvr>
                                          <p:tavLst>
                                            <p:tav tm="0">
                                              <p:val>
                                                <p:fltVal val="0"/>
                                              </p:val>
                                            </p:tav>
                                            <p:tav tm="100000">
                                              <p:val>
                                                <p:strVal val="#ppt_w"/>
                                              </p:val>
                                            </p:tav>
                                          </p:tavLst>
                                        </p:anim>
                                        <p:anim calcmode="lin" valueType="num">
                                          <p:cBhvr>
                                            <p:cTn id="8" dur="750" fill="hold"/>
                                            <p:tgtEl>
                                              <p:spTgt spid="17"/>
                                            </p:tgtEl>
                                            <p:attrNameLst>
                                              <p:attrName>ppt_h</p:attrName>
                                            </p:attrNameLst>
                                          </p:cBhvr>
                                          <p:tavLst>
                                            <p:tav tm="0">
                                              <p:val>
                                                <p:fltVal val="0"/>
                                              </p:val>
                                            </p:tav>
                                            <p:tav tm="100000">
                                              <p:val>
                                                <p:strVal val="#ppt_h"/>
                                              </p:val>
                                            </p:tav>
                                          </p:tavLst>
                                        </p:anim>
                                        <p:animEffect transition="in" filter="fade">
                                          <p:cBhvr>
                                            <p:cTn id="9" dur="750"/>
                                            <p:tgtEl>
                                              <p:spTgt spid="17"/>
                                            </p:tgtEl>
                                          </p:cBhvr>
                                        </p:animEffect>
                                      </p:childTnLst>
                                    </p:cTn>
                                  </p:par>
                                  <p:par>
                                    <p:cTn id="10" presetID="53" presetClass="entr" presetSubtype="16" fill="hold" grpId="0" nodeType="withEffect">
                                      <p:stCondLst>
                                        <p:cond delay="200"/>
                                      </p:stCondLst>
                                      <p:childTnLst>
                                        <p:set>
                                          <p:cBhvr>
                                            <p:cTn id="11" dur="1" fill="hold">
                                              <p:stCondLst>
                                                <p:cond delay="0"/>
                                              </p:stCondLst>
                                            </p:cTn>
                                            <p:tgtEl>
                                              <p:spTgt spid="38"/>
                                            </p:tgtEl>
                                            <p:attrNameLst>
                                              <p:attrName>style.visibility</p:attrName>
                                            </p:attrNameLst>
                                          </p:cBhvr>
                                          <p:to>
                                            <p:strVal val="visible"/>
                                          </p:to>
                                        </p:set>
                                        <p:anim calcmode="lin" valueType="num">
                                          <p:cBhvr>
                                            <p:cTn id="12" dur="750" fill="hold"/>
                                            <p:tgtEl>
                                              <p:spTgt spid="38"/>
                                            </p:tgtEl>
                                            <p:attrNameLst>
                                              <p:attrName>ppt_w</p:attrName>
                                            </p:attrNameLst>
                                          </p:cBhvr>
                                          <p:tavLst>
                                            <p:tav tm="0">
                                              <p:val>
                                                <p:fltVal val="0"/>
                                              </p:val>
                                            </p:tav>
                                            <p:tav tm="100000">
                                              <p:val>
                                                <p:strVal val="#ppt_w"/>
                                              </p:val>
                                            </p:tav>
                                          </p:tavLst>
                                        </p:anim>
                                        <p:anim calcmode="lin" valueType="num">
                                          <p:cBhvr>
                                            <p:cTn id="13" dur="750" fill="hold"/>
                                            <p:tgtEl>
                                              <p:spTgt spid="38"/>
                                            </p:tgtEl>
                                            <p:attrNameLst>
                                              <p:attrName>ppt_h</p:attrName>
                                            </p:attrNameLst>
                                          </p:cBhvr>
                                          <p:tavLst>
                                            <p:tav tm="0">
                                              <p:val>
                                                <p:fltVal val="0"/>
                                              </p:val>
                                            </p:tav>
                                            <p:tav tm="100000">
                                              <p:val>
                                                <p:strVal val="#ppt_h"/>
                                              </p:val>
                                            </p:tav>
                                          </p:tavLst>
                                        </p:anim>
                                        <p:animEffect transition="in" filter="fade">
                                          <p:cBhvr>
                                            <p:cTn id="14" dur="750"/>
                                            <p:tgtEl>
                                              <p:spTgt spid="38"/>
                                            </p:tgtEl>
                                          </p:cBhvr>
                                        </p:animEffect>
                                      </p:childTnLst>
                                    </p:cTn>
                                  </p:par>
                                  <p:par>
                                    <p:cTn id="15" presetID="53" presetClass="entr" presetSubtype="16" fill="hold" nodeType="withEffect">
                                      <p:stCondLst>
                                        <p:cond delay="400"/>
                                      </p:stCondLst>
                                      <p:childTnLst>
                                        <p:set>
                                          <p:cBhvr>
                                            <p:cTn id="16" dur="1" fill="hold">
                                              <p:stCondLst>
                                                <p:cond delay="0"/>
                                              </p:stCondLst>
                                            </p:cTn>
                                            <p:tgtEl>
                                              <p:spTgt spid="20"/>
                                            </p:tgtEl>
                                            <p:attrNameLst>
                                              <p:attrName>style.visibility</p:attrName>
                                            </p:attrNameLst>
                                          </p:cBhvr>
                                          <p:to>
                                            <p:strVal val="visible"/>
                                          </p:to>
                                        </p:set>
                                        <p:anim calcmode="lin" valueType="num">
                                          <p:cBhvr>
                                            <p:cTn id="17" dur="750" fill="hold"/>
                                            <p:tgtEl>
                                              <p:spTgt spid="20"/>
                                            </p:tgtEl>
                                            <p:attrNameLst>
                                              <p:attrName>ppt_w</p:attrName>
                                            </p:attrNameLst>
                                          </p:cBhvr>
                                          <p:tavLst>
                                            <p:tav tm="0">
                                              <p:val>
                                                <p:fltVal val="0"/>
                                              </p:val>
                                            </p:tav>
                                            <p:tav tm="100000">
                                              <p:val>
                                                <p:strVal val="#ppt_w"/>
                                              </p:val>
                                            </p:tav>
                                          </p:tavLst>
                                        </p:anim>
                                        <p:anim calcmode="lin" valueType="num">
                                          <p:cBhvr>
                                            <p:cTn id="18" dur="750" fill="hold"/>
                                            <p:tgtEl>
                                              <p:spTgt spid="20"/>
                                            </p:tgtEl>
                                            <p:attrNameLst>
                                              <p:attrName>ppt_h</p:attrName>
                                            </p:attrNameLst>
                                          </p:cBhvr>
                                          <p:tavLst>
                                            <p:tav tm="0">
                                              <p:val>
                                                <p:fltVal val="0"/>
                                              </p:val>
                                            </p:tav>
                                            <p:tav tm="100000">
                                              <p:val>
                                                <p:strVal val="#ppt_h"/>
                                              </p:val>
                                            </p:tav>
                                          </p:tavLst>
                                        </p:anim>
                                        <p:animEffect transition="in" filter="fade">
                                          <p:cBhvr>
                                            <p:cTn id="19" dur="750"/>
                                            <p:tgtEl>
                                              <p:spTgt spid="20"/>
                                            </p:tgtEl>
                                          </p:cBhvr>
                                        </p:animEffect>
                                      </p:childTnLst>
                                    </p:cTn>
                                  </p:par>
                                  <p:par>
                                    <p:cTn id="20" presetID="53" presetClass="entr" presetSubtype="16" fill="hold" grpId="0" nodeType="withEffect">
                                      <p:stCondLst>
                                        <p:cond delay="600"/>
                                      </p:stCondLst>
                                      <p:childTnLst>
                                        <p:set>
                                          <p:cBhvr>
                                            <p:cTn id="21" dur="1" fill="hold">
                                              <p:stCondLst>
                                                <p:cond delay="0"/>
                                              </p:stCondLst>
                                            </p:cTn>
                                            <p:tgtEl>
                                              <p:spTgt spid="41"/>
                                            </p:tgtEl>
                                            <p:attrNameLst>
                                              <p:attrName>style.visibility</p:attrName>
                                            </p:attrNameLst>
                                          </p:cBhvr>
                                          <p:to>
                                            <p:strVal val="visible"/>
                                          </p:to>
                                        </p:set>
                                        <p:anim calcmode="lin" valueType="num">
                                          <p:cBhvr>
                                            <p:cTn id="22" dur="750" fill="hold"/>
                                            <p:tgtEl>
                                              <p:spTgt spid="41"/>
                                            </p:tgtEl>
                                            <p:attrNameLst>
                                              <p:attrName>ppt_w</p:attrName>
                                            </p:attrNameLst>
                                          </p:cBhvr>
                                          <p:tavLst>
                                            <p:tav tm="0">
                                              <p:val>
                                                <p:fltVal val="0"/>
                                              </p:val>
                                            </p:tav>
                                            <p:tav tm="100000">
                                              <p:val>
                                                <p:strVal val="#ppt_w"/>
                                              </p:val>
                                            </p:tav>
                                          </p:tavLst>
                                        </p:anim>
                                        <p:anim calcmode="lin" valueType="num">
                                          <p:cBhvr>
                                            <p:cTn id="23" dur="750" fill="hold"/>
                                            <p:tgtEl>
                                              <p:spTgt spid="41"/>
                                            </p:tgtEl>
                                            <p:attrNameLst>
                                              <p:attrName>ppt_h</p:attrName>
                                            </p:attrNameLst>
                                          </p:cBhvr>
                                          <p:tavLst>
                                            <p:tav tm="0">
                                              <p:val>
                                                <p:fltVal val="0"/>
                                              </p:val>
                                            </p:tav>
                                            <p:tav tm="100000">
                                              <p:val>
                                                <p:strVal val="#ppt_h"/>
                                              </p:val>
                                            </p:tav>
                                          </p:tavLst>
                                        </p:anim>
                                        <p:animEffect transition="in" filter="fade">
                                          <p:cBhvr>
                                            <p:cTn id="24" dur="750"/>
                                            <p:tgtEl>
                                              <p:spTgt spid="41"/>
                                            </p:tgtEl>
                                          </p:cBhvr>
                                        </p:animEffect>
                                      </p:childTnLst>
                                    </p:cTn>
                                  </p:par>
                                  <p:par>
                                    <p:cTn id="25" presetID="53" presetClass="entr" presetSubtype="16" fill="hold" nodeType="withEffect">
                                      <p:stCondLst>
                                        <p:cond delay="800"/>
                                      </p:stCondLst>
                                      <p:childTnLst>
                                        <p:set>
                                          <p:cBhvr>
                                            <p:cTn id="26" dur="1" fill="hold">
                                              <p:stCondLst>
                                                <p:cond delay="0"/>
                                              </p:stCondLst>
                                            </p:cTn>
                                            <p:tgtEl>
                                              <p:spTgt spid="16"/>
                                            </p:tgtEl>
                                            <p:attrNameLst>
                                              <p:attrName>style.visibility</p:attrName>
                                            </p:attrNameLst>
                                          </p:cBhvr>
                                          <p:to>
                                            <p:strVal val="visible"/>
                                          </p:to>
                                        </p:set>
                                        <p:anim calcmode="lin" valueType="num">
                                          <p:cBhvr>
                                            <p:cTn id="27" dur="750" fill="hold"/>
                                            <p:tgtEl>
                                              <p:spTgt spid="16"/>
                                            </p:tgtEl>
                                            <p:attrNameLst>
                                              <p:attrName>ppt_w</p:attrName>
                                            </p:attrNameLst>
                                          </p:cBhvr>
                                          <p:tavLst>
                                            <p:tav tm="0">
                                              <p:val>
                                                <p:fltVal val="0"/>
                                              </p:val>
                                            </p:tav>
                                            <p:tav tm="100000">
                                              <p:val>
                                                <p:strVal val="#ppt_w"/>
                                              </p:val>
                                            </p:tav>
                                          </p:tavLst>
                                        </p:anim>
                                        <p:anim calcmode="lin" valueType="num">
                                          <p:cBhvr>
                                            <p:cTn id="28" dur="750" fill="hold"/>
                                            <p:tgtEl>
                                              <p:spTgt spid="16"/>
                                            </p:tgtEl>
                                            <p:attrNameLst>
                                              <p:attrName>ppt_h</p:attrName>
                                            </p:attrNameLst>
                                          </p:cBhvr>
                                          <p:tavLst>
                                            <p:tav tm="0">
                                              <p:val>
                                                <p:fltVal val="0"/>
                                              </p:val>
                                            </p:tav>
                                            <p:tav tm="100000">
                                              <p:val>
                                                <p:strVal val="#ppt_h"/>
                                              </p:val>
                                            </p:tav>
                                          </p:tavLst>
                                        </p:anim>
                                        <p:animEffect transition="in" filter="fade">
                                          <p:cBhvr>
                                            <p:cTn id="29" dur="750"/>
                                            <p:tgtEl>
                                              <p:spTgt spid="16"/>
                                            </p:tgtEl>
                                          </p:cBhvr>
                                        </p:animEffect>
                                      </p:childTnLst>
                                    </p:cTn>
                                  </p:par>
                                  <p:par>
                                    <p:cTn id="30" presetID="53" presetClass="entr" presetSubtype="16" fill="hold" grpId="0" nodeType="withEffect">
                                      <p:stCondLst>
                                        <p:cond delay="1000"/>
                                      </p:stCondLst>
                                      <p:childTnLst>
                                        <p:set>
                                          <p:cBhvr>
                                            <p:cTn id="31" dur="1" fill="hold">
                                              <p:stCondLst>
                                                <p:cond delay="0"/>
                                              </p:stCondLst>
                                            </p:cTn>
                                            <p:tgtEl>
                                              <p:spTgt spid="37"/>
                                            </p:tgtEl>
                                            <p:attrNameLst>
                                              <p:attrName>style.visibility</p:attrName>
                                            </p:attrNameLst>
                                          </p:cBhvr>
                                          <p:to>
                                            <p:strVal val="visible"/>
                                          </p:to>
                                        </p:set>
                                        <p:anim calcmode="lin" valueType="num">
                                          <p:cBhvr>
                                            <p:cTn id="32" dur="750" fill="hold"/>
                                            <p:tgtEl>
                                              <p:spTgt spid="37"/>
                                            </p:tgtEl>
                                            <p:attrNameLst>
                                              <p:attrName>ppt_w</p:attrName>
                                            </p:attrNameLst>
                                          </p:cBhvr>
                                          <p:tavLst>
                                            <p:tav tm="0">
                                              <p:val>
                                                <p:fltVal val="0"/>
                                              </p:val>
                                            </p:tav>
                                            <p:tav tm="100000">
                                              <p:val>
                                                <p:strVal val="#ppt_w"/>
                                              </p:val>
                                            </p:tav>
                                          </p:tavLst>
                                        </p:anim>
                                        <p:anim calcmode="lin" valueType="num">
                                          <p:cBhvr>
                                            <p:cTn id="33" dur="750" fill="hold"/>
                                            <p:tgtEl>
                                              <p:spTgt spid="37"/>
                                            </p:tgtEl>
                                            <p:attrNameLst>
                                              <p:attrName>ppt_h</p:attrName>
                                            </p:attrNameLst>
                                          </p:cBhvr>
                                          <p:tavLst>
                                            <p:tav tm="0">
                                              <p:val>
                                                <p:fltVal val="0"/>
                                              </p:val>
                                            </p:tav>
                                            <p:tav tm="100000">
                                              <p:val>
                                                <p:strVal val="#ppt_h"/>
                                              </p:val>
                                            </p:tav>
                                          </p:tavLst>
                                        </p:anim>
                                        <p:animEffect transition="in" filter="fade">
                                          <p:cBhvr>
                                            <p:cTn id="34" dur="750"/>
                                            <p:tgtEl>
                                              <p:spTgt spid="37"/>
                                            </p:tgtEl>
                                          </p:cBhvr>
                                        </p:animEffect>
                                      </p:childTnLst>
                                    </p:cTn>
                                  </p:par>
                                  <p:par>
                                    <p:cTn id="35" presetID="53" presetClass="entr" presetSubtype="16" fill="hold" nodeType="withEffect">
                                      <p:stCondLst>
                                        <p:cond delay="1200"/>
                                      </p:stCondLst>
                                      <p:childTnLst>
                                        <p:set>
                                          <p:cBhvr>
                                            <p:cTn id="36" dur="1" fill="hold">
                                              <p:stCondLst>
                                                <p:cond delay="0"/>
                                              </p:stCondLst>
                                            </p:cTn>
                                            <p:tgtEl>
                                              <p:spTgt spid="15"/>
                                            </p:tgtEl>
                                            <p:attrNameLst>
                                              <p:attrName>style.visibility</p:attrName>
                                            </p:attrNameLst>
                                          </p:cBhvr>
                                          <p:to>
                                            <p:strVal val="visible"/>
                                          </p:to>
                                        </p:set>
                                        <p:anim calcmode="lin" valueType="num">
                                          <p:cBhvr>
                                            <p:cTn id="37" dur="750" fill="hold"/>
                                            <p:tgtEl>
                                              <p:spTgt spid="15"/>
                                            </p:tgtEl>
                                            <p:attrNameLst>
                                              <p:attrName>ppt_w</p:attrName>
                                            </p:attrNameLst>
                                          </p:cBhvr>
                                          <p:tavLst>
                                            <p:tav tm="0">
                                              <p:val>
                                                <p:fltVal val="0"/>
                                              </p:val>
                                            </p:tav>
                                            <p:tav tm="100000">
                                              <p:val>
                                                <p:strVal val="#ppt_w"/>
                                              </p:val>
                                            </p:tav>
                                          </p:tavLst>
                                        </p:anim>
                                        <p:anim calcmode="lin" valueType="num">
                                          <p:cBhvr>
                                            <p:cTn id="38" dur="750" fill="hold"/>
                                            <p:tgtEl>
                                              <p:spTgt spid="15"/>
                                            </p:tgtEl>
                                            <p:attrNameLst>
                                              <p:attrName>ppt_h</p:attrName>
                                            </p:attrNameLst>
                                          </p:cBhvr>
                                          <p:tavLst>
                                            <p:tav tm="0">
                                              <p:val>
                                                <p:fltVal val="0"/>
                                              </p:val>
                                            </p:tav>
                                            <p:tav tm="100000">
                                              <p:val>
                                                <p:strVal val="#ppt_h"/>
                                              </p:val>
                                            </p:tav>
                                          </p:tavLst>
                                        </p:anim>
                                        <p:animEffect transition="in" filter="fade">
                                          <p:cBhvr>
                                            <p:cTn id="39" dur="750"/>
                                            <p:tgtEl>
                                              <p:spTgt spid="15"/>
                                            </p:tgtEl>
                                          </p:cBhvr>
                                        </p:animEffect>
                                      </p:childTnLst>
                                    </p:cTn>
                                  </p:par>
                                  <p:par>
                                    <p:cTn id="40" presetID="53" presetClass="entr" presetSubtype="16" fill="hold" grpId="0" nodeType="withEffect">
                                      <p:stCondLst>
                                        <p:cond delay="1400"/>
                                      </p:stCondLst>
                                      <p:childTnLst>
                                        <p:set>
                                          <p:cBhvr>
                                            <p:cTn id="41" dur="1" fill="hold">
                                              <p:stCondLst>
                                                <p:cond delay="0"/>
                                              </p:stCondLst>
                                            </p:cTn>
                                            <p:tgtEl>
                                              <p:spTgt spid="39"/>
                                            </p:tgtEl>
                                            <p:attrNameLst>
                                              <p:attrName>style.visibility</p:attrName>
                                            </p:attrNameLst>
                                          </p:cBhvr>
                                          <p:to>
                                            <p:strVal val="visible"/>
                                          </p:to>
                                        </p:set>
                                        <p:anim calcmode="lin" valueType="num">
                                          <p:cBhvr>
                                            <p:cTn id="42" dur="750" fill="hold"/>
                                            <p:tgtEl>
                                              <p:spTgt spid="39"/>
                                            </p:tgtEl>
                                            <p:attrNameLst>
                                              <p:attrName>ppt_w</p:attrName>
                                            </p:attrNameLst>
                                          </p:cBhvr>
                                          <p:tavLst>
                                            <p:tav tm="0">
                                              <p:val>
                                                <p:fltVal val="0"/>
                                              </p:val>
                                            </p:tav>
                                            <p:tav tm="100000">
                                              <p:val>
                                                <p:strVal val="#ppt_w"/>
                                              </p:val>
                                            </p:tav>
                                          </p:tavLst>
                                        </p:anim>
                                        <p:anim calcmode="lin" valueType="num">
                                          <p:cBhvr>
                                            <p:cTn id="43" dur="750" fill="hold"/>
                                            <p:tgtEl>
                                              <p:spTgt spid="39"/>
                                            </p:tgtEl>
                                            <p:attrNameLst>
                                              <p:attrName>ppt_h</p:attrName>
                                            </p:attrNameLst>
                                          </p:cBhvr>
                                          <p:tavLst>
                                            <p:tav tm="0">
                                              <p:val>
                                                <p:fltVal val="0"/>
                                              </p:val>
                                            </p:tav>
                                            <p:tav tm="100000">
                                              <p:val>
                                                <p:strVal val="#ppt_h"/>
                                              </p:val>
                                            </p:tav>
                                          </p:tavLst>
                                        </p:anim>
                                        <p:animEffect transition="in" filter="fade">
                                          <p:cBhvr>
                                            <p:cTn id="44" dur="750"/>
                                            <p:tgtEl>
                                              <p:spTgt spid="39"/>
                                            </p:tgtEl>
                                          </p:cBhvr>
                                        </p:animEffect>
                                      </p:childTnLst>
                                    </p:cTn>
                                  </p:par>
                                  <p:par>
                                    <p:cTn id="45" presetID="53" presetClass="entr" presetSubtype="16" fill="hold" nodeType="withEffect">
                                      <p:stCondLst>
                                        <p:cond delay="1600"/>
                                      </p:stCondLst>
                                      <p:childTnLst>
                                        <p:set>
                                          <p:cBhvr>
                                            <p:cTn id="46" dur="1" fill="hold">
                                              <p:stCondLst>
                                                <p:cond delay="0"/>
                                              </p:stCondLst>
                                            </p:cTn>
                                            <p:tgtEl>
                                              <p:spTgt spid="19"/>
                                            </p:tgtEl>
                                            <p:attrNameLst>
                                              <p:attrName>style.visibility</p:attrName>
                                            </p:attrNameLst>
                                          </p:cBhvr>
                                          <p:to>
                                            <p:strVal val="visible"/>
                                          </p:to>
                                        </p:set>
                                        <p:anim calcmode="lin" valueType="num">
                                          <p:cBhvr>
                                            <p:cTn id="47" dur="750" fill="hold"/>
                                            <p:tgtEl>
                                              <p:spTgt spid="19"/>
                                            </p:tgtEl>
                                            <p:attrNameLst>
                                              <p:attrName>ppt_w</p:attrName>
                                            </p:attrNameLst>
                                          </p:cBhvr>
                                          <p:tavLst>
                                            <p:tav tm="0">
                                              <p:val>
                                                <p:fltVal val="0"/>
                                              </p:val>
                                            </p:tav>
                                            <p:tav tm="100000">
                                              <p:val>
                                                <p:strVal val="#ppt_w"/>
                                              </p:val>
                                            </p:tav>
                                          </p:tavLst>
                                        </p:anim>
                                        <p:anim calcmode="lin" valueType="num">
                                          <p:cBhvr>
                                            <p:cTn id="48" dur="750" fill="hold"/>
                                            <p:tgtEl>
                                              <p:spTgt spid="19"/>
                                            </p:tgtEl>
                                            <p:attrNameLst>
                                              <p:attrName>ppt_h</p:attrName>
                                            </p:attrNameLst>
                                          </p:cBhvr>
                                          <p:tavLst>
                                            <p:tav tm="0">
                                              <p:val>
                                                <p:fltVal val="0"/>
                                              </p:val>
                                            </p:tav>
                                            <p:tav tm="100000">
                                              <p:val>
                                                <p:strVal val="#ppt_h"/>
                                              </p:val>
                                            </p:tav>
                                          </p:tavLst>
                                        </p:anim>
                                        <p:animEffect transition="in" filter="fade">
                                          <p:cBhvr>
                                            <p:cTn id="49" dur="750"/>
                                            <p:tgtEl>
                                              <p:spTgt spid="19"/>
                                            </p:tgtEl>
                                          </p:cBhvr>
                                        </p:animEffect>
                                      </p:childTnLst>
                                    </p:cTn>
                                  </p:par>
                                  <p:par>
                                    <p:cTn id="50" presetID="53" presetClass="entr" presetSubtype="16" fill="hold" grpId="0" nodeType="withEffect">
                                      <p:stCondLst>
                                        <p:cond delay="1800"/>
                                      </p:stCondLst>
                                      <p:childTnLst>
                                        <p:set>
                                          <p:cBhvr>
                                            <p:cTn id="51" dur="1" fill="hold">
                                              <p:stCondLst>
                                                <p:cond delay="0"/>
                                              </p:stCondLst>
                                            </p:cTn>
                                            <p:tgtEl>
                                              <p:spTgt spid="40"/>
                                            </p:tgtEl>
                                            <p:attrNameLst>
                                              <p:attrName>style.visibility</p:attrName>
                                            </p:attrNameLst>
                                          </p:cBhvr>
                                          <p:to>
                                            <p:strVal val="visible"/>
                                          </p:to>
                                        </p:set>
                                        <p:anim calcmode="lin" valueType="num">
                                          <p:cBhvr>
                                            <p:cTn id="52" dur="750" fill="hold"/>
                                            <p:tgtEl>
                                              <p:spTgt spid="40"/>
                                            </p:tgtEl>
                                            <p:attrNameLst>
                                              <p:attrName>ppt_w</p:attrName>
                                            </p:attrNameLst>
                                          </p:cBhvr>
                                          <p:tavLst>
                                            <p:tav tm="0">
                                              <p:val>
                                                <p:fltVal val="0"/>
                                              </p:val>
                                            </p:tav>
                                            <p:tav tm="100000">
                                              <p:val>
                                                <p:strVal val="#ppt_w"/>
                                              </p:val>
                                            </p:tav>
                                          </p:tavLst>
                                        </p:anim>
                                        <p:anim calcmode="lin" valueType="num">
                                          <p:cBhvr>
                                            <p:cTn id="53" dur="750" fill="hold"/>
                                            <p:tgtEl>
                                              <p:spTgt spid="40"/>
                                            </p:tgtEl>
                                            <p:attrNameLst>
                                              <p:attrName>ppt_h</p:attrName>
                                            </p:attrNameLst>
                                          </p:cBhvr>
                                          <p:tavLst>
                                            <p:tav tm="0">
                                              <p:val>
                                                <p:fltVal val="0"/>
                                              </p:val>
                                            </p:tav>
                                            <p:tav tm="100000">
                                              <p:val>
                                                <p:strVal val="#ppt_h"/>
                                              </p:val>
                                            </p:tav>
                                          </p:tavLst>
                                        </p:anim>
                                        <p:animEffect transition="in" filter="fade">
                                          <p:cBhvr>
                                            <p:cTn id="54" dur="750"/>
                                            <p:tgtEl>
                                              <p:spTgt spid="40"/>
                                            </p:tgtEl>
                                          </p:cBhvr>
                                        </p:animEffect>
                                      </p:childTnLst>
                                    </p:cTn>
                                  </p:par>
                                  <p:par>
                                    <p:cTn id="55" presetID="22" presetClass="entr" presetSubtype="8" fill="hold" nodeType="withEffect">
                                      <p:stCondLst>
                                        <p:cond delay="400"/>
                                      </p:stCondLst>
                                      <p:childTnLst>
                                        <p:set>
                                          <p:cBhvr>
                                            <p:cTn id="56" dur="1" fill="hold">
                                              <p:stCondLst>
                                                <p:cond delay="0"/>
                                              </p:stCondLst>
                                            </p:cTn>
                                            <p:tgtEl>
                                              <p:spTgt spid="3"/>
                                            </p:tgtEl>
                                            <p:attrNameLst>
                                              <p:attrName>style.visibility</p:attrName>
                                            </p:attrNameLst>
                                          </p:cBhvr>
                                          <p:to>
                                            <p:strVal val="visible"/>
                                          </p:to>
                                        </p:set>
                                        <p:animEffect transition="in" filter="wipe(left)">
                                          <p:cBhvr>
                                            <p:cTn id="57" dur="750"/>
                                            <p:tgtEl>
                                              <p:spTgt spid="3"/>
                                            </p:tgtEl>
                                          </p:cBhvr>
                                        </p:animEffect>
                                      </p:childTnLst>
                                    </p:cTn>
                                  </p:par>
                                  <p:par>
                                    <p:cTn id="58" presetID="22" presetClass="entr" presetSubtype="8" fill="hold" nodeType="withEffect">
                                      <p:stCondLst>
                                        <p:cond delay="800"/>
                                      </p:stCondLst>
                                      <p:childTnLst>
                                        <p:set>
                                          <p:cBhvr>
                                            <p:cTn id="59" dur="1" fill="hold">
                                              <p:stCondLst>
                                                <p:cond delay="0"/>
                                              </p:stCondLst>
                                            </p:cTn>
                                            <p:tgtEl>
                                              <p:spTgt spid="4"/>
                                            </p:tgtEl>
                                            <p:attrNameLst>
                                              <p:attrName>style.visibility</p:attrName>
                                            </p:attrNameLst>
                                          </p:cBhvr>
                                          <p:to>
                                            <p:strVal val="visible"/>
                                          </p:to>
                                        </p:set>
                                        <p:animEffect transition="in" filter="wipe(left)">
                                          <p:cBhvr>
                                            <p:cTn id="60" dur="750"/>
                                            <p:tgtEl>
                                              <p:spTgt spid="4"/>
                                            </p:tgtEl>
                                          </p:cBhvr>
                                        </p:animEffect>
                                      </p:childTnLst>
                                    </p:cTn>
                                  </p:par>
                                  <p:par>
                                    <p:cTn id="61" presetID="22" presetClass="entr" presetSubtype="8" fill="hold" nodeType="withEffect">
                                      <p:stCondLst>
                                        <p:cond delay="1200"/>
                                      </p:stCondLst>
                                      <p:childTnLst>
                                        <p:set>
                                          <p:cBhvr>
                                            <p:cTn id="62" dur="1" fill="hold">
                                              <p:stCondLst>
                                                <p:cond delay="0"/>
                                              </p:stCondLst>
                                            </p:cTn>
                                            <p:tgtEl>
                                              <p:spTgt spid="6"/>
                                            </p:tgtEl>
                                            <p:attrNameLst>
                                              <p:attrName>style.visibility</p:attrName>
                                            </p:attrNameLst>
                                          </p:cBhvr>
                                          <p:to>
                                            <p:strVal val="visible"/>
                                          </p:to>
                                        </p:set>
                                        <p:animEffect transition="in" filter="wipe(left)">
                                          <p:cBhvr>
                                            <p:cTn id="63" dur="750"/>
                                            <p:tgtEl>
                                              <p:spTgt spid="6"/>
                                            </p:tgtEl>
                                          </p:cBhvr>
                                        </p:animEffect>
                                      </p:childTnLst>
                                    </p:cTn>
                                  </p:par>
                                  <p:par>
                                    <p:cTn id="64" presetID="22" presetClass="entr" presetSubtype="8" fill="hold" nodeType="withEffect">
                                      <p:stCondLst>
                                        <p:cond delay="1600"/>
                                      </p:stCondLst>
                                      <p:childTnLst>
                                        <p:set>
                                          <p:cBhvr>
                                            <p:cTn id="65" dur="1" fill="hold">
                                              <p:stCondLst>
                                                <p:cond delay="0"/>
                                              </p:stCondLst>
                                            </p:cTn>
                                            <p:tgtEl>
                                              <p:spTgt spid="5"/>
                                            </p:tgtEl>
                                            <p:attrNameLst>
                                              <p:attrName>style.visibility</p:attrName>
                                            </p:attrNameLst>
                                          </p:cBhvr>
                                          <p:to>
                                            <p:strVal val="visible"/>
                                          </p:to>
                                        </p:set>
                                        <p:animEffect transition="in" filter="wipe(left)">
                                          <p:cBhvr>
                                            <p:cTn id="66" dur="750"/>
                                            <p:tgtEl>
                                              <p:spTgt spid="5"/>
                                            </p:tgtEl>
                                          </p:cBhvr>
                                        </p:animEffect>
                                      </p:childTnLst>
                                    </p:cTn>
                                  </p:par>
                                  <p:par>
                                    <p:cTn id="67" presetID="53" presetClass="entr" presetSubtype="16" fill="hold" grpId="0" nodeType="withEffect">
                                      <p:stCondLst>
                                        <p:cond delay="700"/>
                                      </p:stCondLst>
                                      <p:childTnLst>
                                        <p:set>
                                          <p:cBhvr>
                                            <p:cTn id="68" dur="1" fill="hold">
                                              <p:stCondLst>
                                                <p:cond delay="0"/>
                                              </p:stCondLst>
                                            </p:cTn>
                                            <p:tgtEl>
                                              <p:spTgt spid="46"/>
                                            </p:tgtEl>
                                            <p:attrNameLst>
                                              <p:attrName>style.visibility</p:attrName>
                                            </p:attrNameLst>
                                          </p:cBhvr>
                                          <p:to>
                                            <p:strVal val="visible"/>
                                          </p:to>
                                        </p:set>
                                        <p:anim calcmode="lin" valueType="num">
                                          <p:cBhvr>
                                            <p:cTn id="69" dur="750" fill="hold"/>
                                            <p:tgtEl>
                                              <p:spTgt spid="46"/>
                                            </p:tgtEl>
                                            <p:attrNameLst>
                                              <p:attrName>ppt_w</p:attrName>
                                            </p:attrNameLst>
                                          </p:cBhvr>
                                          <p:tavLst>
                                            <p:tav tm="0">
                                              <p:val>
                                                <p:fltVal val="0"/>
                                              </p:val>
                                            </p:tav>
                                            <p:tav tm="100000">
                                              <p:val>
                                                <p:strVal val="#ppt_w"/>
                                              </p:val>
                                            </p:tav>
                                          </p:tavLst>
                                        </p:anim>
                                        <p:anim calcmode="lin" valueType="num">
                                          <p:cBhvr>
                                            <p:cTn id="70" dur="750" fill="hold"/>
                                            <p:tgtEl>
                                              <p:spTgt spid="46"/>
                                            </p:tgtEl>
                                            <p:attrNameLst>
                                              <p:attrName>ppt_h</p:attrName>
                                            </p:attrNameLst>
                                          </p:cBhvr>
                                          <p:tavLst>
                                            <p:tav tm="0">
                                              <p:val>
                                                <p:fltVal val="0"/>
                                              </p:val>
                                            </p:tav>
                                            <p:tav tm="100000">
                                              <p:val>
                                                <p:strVal val="#ppt_h"/>
                                              </p:val>
                                            </p:tav>
                                          </p:tavLst>
                                        </p:anim>
                                        <p:animEffect transition="in" filter="fade">
                                          <p:cBhvr>
                                            <p:cTn id="71" dur="750"/>
                                            <p:tgtEl>
                                              <p:spTgt spid="46"/>
                                            </p:tgtEl>
                                          </p:cBhvr>
                                        </p:animEffect>
                                      </p:childTnLst>
                                    </p:cTn>
                                  </p:par>
                                  <p:par>
                                    <p:cTn id="72" presetID="53" presetClass="entr" presetSubtype="16" fill="hold" grpId="0" nodeType="withEffect">
                                      <p:stCondLst>
                                        <p:cond delay="1100"/>
                                      </p:stCondLst>
                                      <p:childTnLst>
                                        <p:set>
                                          <p:cBhvr>
                                            <p:cTn id="73" dur="1" fill="hold">
                                              <p:stCondLst>
                                                <p:cond delay="0"/>
                                              </p:stCondLst>
                                            </p:cTn>
                                            <p:tgtEl>
                                              <p:spTgt spid="43"/>
                                            </p:tgtEl>
                                            <p:attrNameLst>
                                              <p:attrName>style.visibility</p:attrName>
                                            </p:attrNameLst>
                                          </p:cBhvr>
                                          <p:to>
                                            <p:strVal val="visible"/>
                                          </p:to>
                                        </p:set>
                                        <p:anim calcmode="lin" valueType="num">
                                          <p:cBhvr>
                                            <p:cTn id="74" dur="750" fill="hold"/>
                                            <p:tgtEl>
                                              <p:spTgt spid="43"/>
                                            </p:tgtEl>
                                            <p:attrNameLst>
                                              <p:attrName>ppt_w</p:attrName>
                                            </p:attrNameLst>
                                          </p:cBhvr>
                                          <p:tavLst>
                                            <p:tav tm="0">
                                              <p:val>
                                                <p:fltVal val="0"/>
                                              </p:val>
                                            </p:tav>
                                            <p:tav tm="100000">
                                              <p:val>
                                                <p:strVal val="#ppt_w"/>
                                              </p:val>
                                            </p:tav>
                                          </p:tavLst>
                                        </p:anim>
                                        <p:anim calcmode="lin" valueType="num">
                                          <p:cBhvr>
                                            <p:cTn id="75" dur="750" fill="hold"/>
                                            <p:tgtEl>
                                              <p:spTgt spid="43"/>
                                            </p:tgtEl>
                                            <p:attrNameLst>
                                              <p:attrName>ppt_h</p:attrName>
                                            </p:attrNameLst>
                                          </p:cBhvr>
                                          <p:tavLst>
                                            <p:tav tm="0">
                                              <p:val>
                                                <p:fltVal val="0"/>
                                              </p:val>
                                            </p:tav>
                                            <p:tav tm="100000">
                                              <p:val>
                                                <p:strVal val="#ppt_h"/>
                                              </p:val>
                                            </p:tav>
                                          </p:tavLst>
                                        </p:anim>
                                        <p:animEffect transition="in" filter="fade">
                                          <p:cBhvr>
                                            <p:cTn id="76" dur="750"/>
                                            <p:tgtEl>
                                              <p:spTgt spid="43"/>
                                            </p:tgtEl>
                                          </p:cBhvr>
                                        </p:animEffect>
                                      </p:childTnLst>
                                    </p:cTn>
                                  </p:par>
                                  <p:par>
                                    <p:cTn id="77" presetID="53" presetClass="entr" presetSubtype="16" fill="hold" grpId="0" nodeType="withEffect">
                                      <p:stCondLst>
                                        <p:cond delay="1500"/>
                                      </p:stCondLst>
                                      <p:childTnLst>
                                        <p:set>
                                          <p:cBhvr>
                                            <p:cTn id="78" dur="1" fill="hold">
                                              <p:stCondLst>
                                                <p:cond delay="0"/>
                                              </p:stCondLst>
                                            </p:cTn>
                                            <p:tgtEl>
                                              <p:spTgt spid="47"/>
                                            </p:tgtEl>
                                            <p:attrNameLst>
                                              <p:attrName>style.visibility</p:attrName>
                                            </p:attrNameLst>
                                          </p:cBhvr>
                                          <p:to>
                                            <p:strVal val="visible"/>
                                          </p:to>
                                        </p:set>
                                        <p:anim calcmode="lin" valueType="num">
                                          <p:cBhvr>
                                            <p:cTn id="79" dur="750" fill="hold"/>
                                            <p:tgtEl>
                                              <p:spTgt spid="47"/>
                                            </p:tgtEl>
                                            <p:attrNameLst>
                                              <p:attrName>ppt_w</p:attrName>
                                            </p:attrNameLst>
                                          </p:cBhvr>
                                          <p:tavLst>
                                            <p:tav tm="0">
                                              <p:val>
                                                <p:fltVal val="0"/>
                                              </p:val>
                                            </p:tav>
                                            <p:tav tm="100000">
                                              <p:val>
                                                <p:strVal val="#ppt_w"/>
                                              </p:val>
                                            </p:tav>
                                          </p:tavLst>
                                        </p:anim>
                                        <p:anim calcmode="lin" valueType="num">
                                          <p:cBhvr>
                                            <p:cTn id="80" dur="750" fill="hold"/>
                                            <p:tgtEl>
                                              <p:spTgt spid="47"/>
                                            </p:tgtEl>
                                            <p:attrNameLst>
                                              <p:attrName>ppt_h</p:attrName>
                                            </p:attrNameLst>
                                          </p:cBhvr>
                                          <p:tavLst>
                                            <p:tav tm="0">
                                              <p:val>
                                                <p:fltVal val="0"/>
                                              </p:val>
                                            </p:tav>
                                            <p:tav tm="100000">
                                              <p:val>
                                                <p:strVal val="#ppt_h"/>
                                              </p:val>
                                            </p:tav>
                                          </p:tavLst>
                                        </p:anim>
                                        <p:animEffect transition="in" filter="fade">
                                          <p:cBhvr>
                                            <p:cTn id="81" dur="750"/>
                                            <p:tgtEl>
                                              <p:spTgt spid="47"/>
                                            </p:tgtEl>
                                          </p:cBhvr>
                                        </p:animEffect>
                                      </p:childTnLst>
                                    </p:cTn>
                                  </p:par>
                                  <p:par>
                                    <p:cTn id="82" presetID="53" presetClass="entr" presetSubtype="16" fill="hold" grpId="0" nodeType="withEffect">
                                      <p:stCondLst>
                                        <p:cond delay="1900"/>
                                      </p:stCondLst>
                                      <p:childTnLst>
                                        <p:set>
                                          <p:cBhvr>
                                            <p:cTn id="83" dur="1" fill="hold">
                                              <p:stCondLst>
                                                <p:cond delay="0"/>
                                              </p:stCondLst>
                                            </p:cTn>
                                            <p:tgtEl>
                                              <p:spTgt spid="44"/>
                                            </p:tgtEl>
                                            <p:attrNameLst>
                                              <p:attrName>style.visibility</p:attrName>
                                            </p:attrNameLst>
                                          </p:cBhvr>
                                          <p:to>
                                            <p:strVal val="visible"/>
                                          </p:to>
                                        </p:set>
                                        <p:anim calcmode="lin" valueType="num">
                                          <p:cBhvr>
                                            <p:cTn id="84" dur="750" fill="hold"/>
                                            <p:tgtEl>
                                              <p:spTgt spid="44"/>
                                            </p:tgtEl>
                                            <p:attrNameLst>
                                              <p:attrName>ppt_w</p:attrName>
                                            </p:attrNameLst>
                                          </p:cBhvr>
                                          <p:tavLst>
                                            <p:tav tm="0">
                                              <p:val>
                                                <p:fltVal val="0"/>
                                              </p:val>
                                            </p:tav>
                                            <p:tav tm="100000">
                                              <p:val>
                                                <p:strVal val="#ppt_w"/>
                                              </p:val>
                                            </p:tav>
                                          </p:tavLst>
                                        </p:anim>
                                        <p:anim calcmode="lin" valueType="num">
                                          <p:cBhvr>
                                            <p:cTn id="85" dur="750" fill="hold"/>
                                            <p:tgtEl>
                                              <p:spTgt spid="44"/>
                                            </p:tgtEl>
                                            <p:attrNameLst>
                                              <p:attrName>ppt_h</p:attrName>
                                            </p:attrNameLst>
                                          </p:cBhvr>
                                          <p:tavLst>
                                            <p:tav tm="0">
                                              <p:val>
                                                <p:fltVal val="0"/>
                                              </p:val>
                                            </p:tav>
                                            <p:tav tm="100000">
                                              <p:val>
                                                <p:strVal val="#ppt_h"/>
                                              </p:val>
                                            </p:tav>
                                          </p:tavLst>
                                        </p:anim>
                                        <p:animEffect transition="in" filter="fade">
                                          <p:cBhvr>
                                            <p:cTn id="86" dur="750"/>
                                            <p:tgtEl>
                                              <p:spTgt spid="44"/>
                                            </p:tgtEl>
                                          </p:cBhvr>
                                        </p:animEffect>
                                      </p:childTnLst>
                                    </p:cTn>
                                  </p:par>
                                  <p:par>
                                    <p:cTn id="87" presetID="53" presetClass="entr" presetSubtype="16" fill="hold" grpId="0" nodeType="withEffect">
                                      <p:stCondLst>
                                        <p:cond delay="2300"/>
                                      </p:stCondLst>
                                      <p:childTnLst>
                                        <p:set>
                                          <p:cBhvr>
                                            <p:cTn id="88" dur="1" fill="hold">
                                              <p:stCondLst>
                                                <p:cond delay="0"/>
                                              </p:stCondLst>
                                            </p:cTn>
                                            <p:tgtEl>
                                              <p:spTgt spid="45"/>
                                            </p:tgtEl>
                                            <p:attrNameLst>
                                              <p:attrName>style.visibility</p:attrName>
                                            </p:attrNameLst>
                                          </p:cBhvr>
                                          <p:to>
                                            <p:strVal val="visible"/>
                                          </p:to>
                                        </p:set>
                                        <p:anim calcmode="lin" valueType="num">
                                          <p:cBhvr>
                                            <p:cTn id="89" dur="750" fill="hold"/>
                                            <p:tgtEl>
                                              <p:spTgt spid="45"/>
                                            </p:tgtEl>
                                            <p:attrNameLst>
                                              <p:attrName>ppt_w</p:attrName>
                                            </p:attrNameLst>
                                          </p:cBhvr>
                                          <p:tavLst>
                                            <p:tav tm="0">
                                              <p:val>
                                                <p:fltVal val="0"/>
                                              </p:val>
                                            </p:tav>
                                            <p:tav tm="100000">
                                              <p:val>
                                                <p:strVal val="#ppt_w"/>
                                              </p:val>
                                            </p:tav>
                                          </p:tavLst>
                                        </p:anim>
                                        <p:anim calcmode="lin" valueType="num">
                                          <p:cBhvr>
                                            <p:cTn id="90" dur="750" fill="hold"/>
                                            <p:tgtEl>
                                              <p:spTgt spid="45"/>
                                            </p:tgtEl>
                                            <p:attrNameLst>
                                              <p:attrName>ppt_h</p:attrName>
                                            </p:attrNameLst>
                                          </p:cBhvr>
                                          <p:tavLst>
                                            <p:tav tm="0">
                                              <p:val>
                                                <p:fltVal val="0"/>
                                              </p:val>
                                            </p:tav>
                                            <p:tav tm="100000">
                                              <p:val>
                                                <p:strVal val="#ppt_h"/>
                                              </p:val>
                                            </p:tav>
                                          </p:tavLst>
                                        </p:anim>
                                        <p:animEffect transition="in" filter="fade">
                                          <p:cBhvr>
                                            <p:cTn id="91" dur="750"/>
                                            <p:tgtEl>
                                              <p:spTgt spid="45"/>
                                            </p:tgtEl>
                                          </p:cBhvr>
                                        </p:animEffect>
                                      </p:childTnLst>
                                    </p:cTn>
                                  </p:par>
                                  <p:par>
                                    <p:cTn id="92" presetID="2" presetClass="entr" presetSubtype="4" fill="hold" nodeType="withEffect">
                                      <p:stCondLst>
                                        <p:cond delay="2500"/>
                                      </p:stCondLst>
                                      <p:childTnLst>
                                        <p:set>
                                          <p:cBhvr>
                                            <p:cTn id="93" dur="1" fill="hold">
                                              <p:stCondLst>
                                                <p:cond delay="0"/>
                                              </p:stCondLst>
                                            </p:cTn>
                                            <p:tgtEl>
                                              <p:spTgt spid="54"/>
                                            </p:tgtEl>
                                            <p:attrNameLst>
                                              <p:attrName>style.visibility</p:attrName>
                                            </p:attrNameLst>
                                          </p:cBhvr>
                                          <p:to>
                                            <p:strVal val="visible"/>
                                          </p:to>
                                        </p:set>
                                        <p:anim calcmode="lin" valueType="num">
                                          <p:cBhvr additive="base">
                                            <p:cTn id="94" dur="1000" fill="hold"/>
                                            <p:tgtEl>
                                              <p:spTgt spid="54"/>
                                            </p:tgtEl>
                                            <p:attrNameLst>
                                              <p:attrName>ppt_x</p:attrName>
                                            </p:attrNameLst>
                                          </p:cBhvr>
                                          <p:tavLst>
                                            <p:tav tm="0">
                                              <p:val>
                                                <p:strVal val="#ppt_x"/>
                                              </p:val>
                                            </p:tav>
                                            <p:tav tm="100000">
                                              <p:val>
                                                <p:strVal val="#ppt_x"/>
                                              </p:val>
                                            </p:tav>
                                          </p:tavLst>
                                        </p:anim>
                                        <p:anim calcmode="lin" valueType="num">
                                          <p:cBhvr additive="base">
                                            <p:cTn id="95" dur="1000" fill="hold"/>
                                            <p:tgtEl>
                                              <p:spTgt spid="54"/>
                                            </p:tgtEl>
                                            <p:attrNameLst>
                                              <p:attrName>ppt_y</p:attrName>
                                            </p:attrNameLst>
                                          </p:cBhvr>
                                          <p:tavLst>
                                            <p:tav tm="0">
                                              <p:val>
                                                <p:strVal val="1+#ppt_h/2"/>
                                              </p:val>
                                            </p:tav>
                                            <p:tav tm="100000">
                                              <p:val>
                                                <p:strVal val="#ppt_y"/>
                                              </p:val>
                                            </p:tav>
                                          </p:tavLst>
                                        </p:anim>
                                      </p:childTnLst>
                                    </p:cTn>
                                  </p:par>
                                  <p:par>
                                    <p:cTn id="96" presetID="2" presetClass="entr" presetSubtype="4" fill="hold" nodeType="withEffect">
                                      <p:stCondLst>
                                        <p:cond delay="2500"/>
                                      </p:stCondLst>
                                      <p:childTnLst>
                                        <p:set>
                                          <p:cBhvr>
                                            <p:cTn id="97" dur="1" fill="hold">
                                              <p:stCondLst>
                                                <p:cond delay="0"/>
                                              </p:stCondLst>
                                            </p:cTn>
                                            <p:tgtEl>
                                              <p:spTgt spid="57"/>
                                            </p:tgtEl>
                                            <p:attrNameLst>
                                              <p:attrName>style.visibility</p:attrName>
                                            </p:attrNameLst>
                                          </p:cBhvr>
                                          <p:to>
                                            <p:strVal val="visible"/>
                                          </p:to>
                                        </p:set>
                                        <p:anim calcmode="lin" valueType="num">
                                          <p:cBhvr additive="base">
                                            <p:cTn id="98" dur="1000" fill="hold"/>
                                            <p:tgtEl>
                                              <p:spTgt spid="57"/>
                                            </p:tgtEl>
                                            <p:attrNameLst>
                                              <p:attrName>ppt_x</p:attrName>
                                            </p:attrNameLst>
                                          </p:cBhvr>
                                          <p:tavLst>
                                            <p:tav tm="0">
                                              <p:val>
                                                <p:strVal val="#ppt_x"/>
                                              </p:val>
                                            </p:tav>
                                            <p:tav tm="100000">
                                              <p:val>
                                                <p:strVal val="#ppt_x"/>
                                              </p:val>
                                            </p:tav>
                                          </p:tavLst>
                                        </p:anim>
                                        <p:anim calcmode="lin" valueType="num">
                                          <p:cBhvr additive="base">
                                            <p:cTn id="99" dur="1000" fill="hold"/>
                                            <p:tgtEl>
                                              <p:spTgt spid="57"/>
                                            </p:tgtEl>
                                            <p:attrNameLst>
                                              <p:attrName>ppt_y</p:attrName>
                                            </p:attrNameLst>
                                          </p:cBhvr>
                                          <p:tavLst>
                                            <p:tav tm="0">
                                              <p:val>
                                                <p:strVal val="1+#ppt_h/2"/>
                                              </p:val>
                                            </p:tav>
                                            <p:tav tm="100000">
                                              <p:val>
                                                <p:strVal val="#ppt_y"/>
                                              </p:val>
                                            </p:tav>
                                          </p:tavLst>
                                        </p:anim>
                                      </p:childTnLst>
                                    </p:cTn>
                                  </p:par>
                                  <p:par>
                                    <p:cTn id="100" presetID="2" presetClass="entr" presetSubtype="4" fill="hold" nodeType="withEffect">
                                      <p:stCondLst>
                                        <p:cond delay="2500"/>
                                      </p:stCondLst>
                                      <p:childTnLst>
                                        <p:set>
                                          <p:cBhvr>
                                            <p:cTn id="101" dur="1" fill="hold">
                                              <p:stCondLst>
                                                <p:cond delay="0"/>
                                              </p:stCondLst>
                                            </p:cTn>
                                            <p:tgtEl>
                                              <p:spTgt spid="60"/>
                                            </p:tgtEl>
                                            <p:attrNameLst>
                                              <p:attrName>style.visibility</p:attrName>
                                            </p:attrNameLst>
                                          </p:cBhvr>
                                          <p:to>
                                            <p:strVal val="visible"/>
                                          </p:to>
                                        </p:set>
                                        <p:anim calcmode="lin" valueType="num">
                                          <p:cBhvr additive="base">
                                            <p:cTn id="102" dur="1000" fill="hold"/>
                                            <p:tgtEl>
                                              <p:spTgt spid="60"/>
                                            </p:tgtEl>
                                            <p:attrNameLst>
                                              <p:attrName>ppt_x</p:attrName>
                                            </p:attrNameLst>
                                          </p:cBhvr>
                                          <p:tavLst>
                                            <p:tav tm="0">
                                              <p:val>
                                                <p:strVal val="#ppt_x"/>
                                              </p:val>
                                            </p:tav>
                                            <p:tav tm="100000">
                                              <p:val>
                                                <p:strVal val="#ppt_x"/>
                                              </p:val>
                                            </p:tav>
                                          </p:tavLst>
                                        </p:anim>
                                        <p:anim calcmode="lin" valueType="num">
                                          <p:cBhvr additive="base">
                                            <p:cTn id="103" dur="1000" fill="hold"/>
                                            <p:tgtEl>
                                              <p:spTgt spid="60"/>
                                            </p:tgtEl>
                                            <p:attrNameLst>
                                              <p:attrName>ppt_y</p:attrName>
                                            </p:attrNameLst>
                                          </p:cBhvr>
                                          <p:tavLst>
                                            <p:tav tm="0">
                                              <p:val>
                                                <p:strVal val="1+#ppt_h/2"/>
                                              </p:val>
                                            </p:tav>
                                            <p:tav tm="100000">
                                              <p:val>
                                                <p:strVal val="#ppt_y"/>
                                              </p:val>
                                            </p:tav>
                                          </p:tavLst>
                                        </p:anim>
                                      </p:childTnLst>
                                    </p:cTn>
                                  </p:par>
                                  <p:par>
                                    <p:cTn id="104" presetID="2" presetClass="entr" presetSubtype="1" fill="hold" nodeType="withEffect">
                                      <p:stCondLst>
                                        <p:cond delay="2500"/>
                                      </p:stCondLst>
                                      <p:childTnLst>
                                        <p:set>
                                          <p:cBhvr>
                                            <p:cTn id="105" dur="1" fill="hold">
                                              <p:stCondLst>
                                                <p:cond delay="0"/>
                                              </p:stCondLst>
                                            </p:cTn>
                                            <p:tgtEl>
                                              <p:spTgt spid="63"/>
                                            </p:tgtEl>
                                            <p:attrNameLst>
                                              <p:attrName>style.visibility</p:attrName>
                                            </p:attrNameLst>
                                          </p:cBhvr>
                                          <p:to>
                                            <p:strVal val="visible"/>
                                          </p:to>
                                        </p:set>
                                        <p:anim calcmode="lin" valueType="num">
                                          <p:cBhvr additive="base">
                                            <p:cTn id="106" dur="1000" fill="hold"/>
                                            <p:tgtEl>
                                              <p:spTgt spid="63"/>
                                            </p:tgtEl>
                                            <p:attrNameLst>
                                              <p:attrName>ppt_x</p:attrName>
                                            </p:attrNameLst>
                                          </p:cBhvr>
                                          <p:tavLst>
                                            <p:tav tm="0">
                                              <p:val>
                                                <p:strVal val="#ppt_x"/>
                                              </p:val>
                                            </p:tav>
                                            <p:tav tm="100000">
                                              <p:val>
                                                <p:strVal val="#ppt_x"/>
                                              </p:val>
                                            </p:tav>
                                          </p:tavLst>
                                        </p:anim>
                                        <p:anim calcmode="lin" valueType="num">
                                          <p:cBhvr additive="base">
                                            <p:cTn id="107" dur="1000" fill="hold"/>
                                            <p:tgtEl>
                                              <p:spTgt spid="63"/>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stCondLst>
                                        <p:cond delay="2500"/>
                                      </p:stCondLst>
                                      <p:childTnLst>
                                        <p:set>
                                          <p:cBhvr>
                                            <p:cTn id="109" dur="1" fill="hold">
                                              <p:stCondLst>
                                                <p:cond delay="0"/>
                                              </p:stCondLst>
                                            </p:cTn>
                                            <p:tgtEl>
                                              <p:spTgt spid="66"/>
                                            </p:tgtEl>
                                            <p:attrNameLst>
                                              <p:attrName>style.visibility</p:attrName>
                                            </p:attrNameLst>
                                          </p:cBhvr>
                                          <p:to>
                                            <p:strVal val="visible"/>
                                          </p:to>
                                        </p:set>
                                        <p:anim calcmode="lin" valueType="num">
                                          <p:cBhvr additive="base">
                                            <p:cTn id="110" dur="1000" fill="hold"/>
                                            <p:tgtEl>
                                              <p:spTgt spid="66"/>
                                            </p:tgtEl>
                                            <p:attrNameLst>
                                              <p:attrName>ppt_x</p:attrName>
                                            </p:attrNameLst>
                                          </p:cBhvr>
                                          <p:tavLst>
                                            <p:tav tm="0">
                                              <p:val>
                                                <p:strVal val="#ppt_x"/>
                                              </p:val>
                                            </p:tav>
                                            <p:tav tm="100000">
                                              <p:val>
                                                <p:strVal val="#ppt_x"/>
                                              </p:val>
                                            </p:tav>
                                          </p:tavLst>
                                        </p:anim>
                                        <p:anim calcmode="lin" valueType="num">
                                          <p:cBhvr additive="base">
                                            <p:cTn id="111" dur="1000" fill="hold"/>
                                            <p:tgtEl>
                                              <p:spTgt spid="6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9" grpId="0" animBg="1"/>
          <p:bldP spid="40" grpId="0" animBg="1"/>
          <p:bldP spid="41" grpId="0" animBg="1"/>
          <p:bldP spid="43" grpId="0" animBg="1"/>
          <p:bldP spid="44" grpId="0" animBg="1"/>
          <p:bldP spid="45" grpId="0" animBg="1"/>
          <p:bldP spid="46" grpId="0" animBg="1"/>
          <p:bldP spid="47" grpId="0" animBg="1"/>
        </p:bldLst>
      </p:timing>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8CA706D9-60CC-4D04-B714-90CF6300C5AD}"/>
              </a:ext>
            </a:extLst>
          </p:cNvPr>
          <p:cNvGrpSpPr/>
          <p:nvPr/>
        </p:nvGrpSpPr>
        <p:grpSpPr>
          <a:xfrm>
            <a:off x="5451476" y="815975"/>
            <a:ext cx="1527175" cy="5226050"/>
            <a:chOff x="5451476" y="815975"/>
            <a:chExt cx="1527175" cy="5226050"/>
          </a:xfrm>
        </p:grpSpPr>
        <p:sp>
          <p:nvSpPr>
            <p:cNvPr id="8" name="Freeform 5">
              <a:extLst>
                <a:ext uri="{FF2B5EF4-FFF2-40B4-BE49-F238E27FC236}">
                  <a16:creationId xmlns:a16="http://schemas.microsoft.com/office/drawing/2014/main" id="{43776E58-3B8E-42FE-BF1C-E350C7BBA2E4}"/>
                </a:ext>
              </a:extLst>
            </p:cNvPr>
            <p:cNvSpPr>
              <a:spLocks/>
            </p:cNvSpPr>
            <p:nvPr/>
          </p:nvSpPr>
          <p:spPr bwMode="auto">
            <a:xfrm>
              <a:off x="5451476" y="815975"/>
              <a:ext cx="762000" cy="1527175"/>
            </a:xfrm>
            <a:custGeom>
              <a:avLst/>
              <a:gdLst>
                <a:gd name="T0" fmla="*/ 212 w 212"/>
                <a:gd name="T1" fmla="*/ 0 h 425"/>
                <a:gd name="T2" fmla="*/ 212 w 212"/>
                <a:gd name="T3" fmla="*/ 82 h 425"/>
                <a:gd name="T4" fmla="*/ 82 w 212"/>
                <a:gd name="T5" fmla="*/ 213 h 425"/>
                <a:gd name="T6" fmla="*/ 212 w 212"/>
                <a:gd name="T7" fmla="*/ 343 h 425"/>
                <a:gd name="T8" fmla="*/ 212 w 212"/>
                <a:gd name="T9" fmla="*/ 425 h 425"/>
                <a:gd name="T10" fmla="*/ 0 w 212"/>
                <a:gd name="T11" fmla="*/ 213 h 425"/>
                <a:gd name="T12" fmla="*/ 212 w 212"/>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212" h="425">
                  <a:moveTo>
                    <a:pt x="212" y="0"/>
                  </a:moveTo>
                  <a:cubicBezTo>
                    <a:pt x="212" y="82"/>
                    <a:pt x="212" y="82"/>
                    <a:pt x="212" y="82"/>
                  </a:cubicBezTo>
                  <a:cubicBezTo>
                    <a:pt x="140" y="82"/>
                    <a:pt x="82" y="141"/>
                    <a:pt x="82" y="213"/>
                  </a:cubicBezTo>
                  <a:cubicBezTo>
                    <a:pt x="82" y="285"/>
                    <a:pt x="140" y="343"/>
                    <a:pt x="212" y="343"/>
                  </a:cubicBezTo>
                  <a:cubicBezTo>
                    <a:pt x="212" y="425"/>
                    <a:pt x="212" y="425"/>
                    <a:pt x="212" y="425"/>
                  </a:cubicBezTo>
                  <a:cubicBezTo>
                    <a:pt x="95" y="425"/>
                    <a:pt x="0" y="330"/>
                    <a:pt x="0" y="213"/>
                  </a:cubicBezTo>
                  <a:cubicBezTo>
                    <a:pt x="0" y="95"/>
                    <a:pt x="95" y="0"/>
                    <a:pt x="212" y="0"/>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6">
              <a:extLst>
                <a:ext uri="{FF2B5EF4-FFF2-40B4-BE49-F238E27FC236}">
                  <a16:creationId xmlns:a16="http://schemas.microsoft.com/office/drawing/2014/main" id="{BADD9136-7E05-417B-A1AA-1F4254CB3261}"/>
                </a:ext>
              </a:extLst>
            </p:cNvPr>
            <p:cNvSpPr>
              <a:spLocks/>
            </p:cNvSpPr>
            <p:nvPr/>
          </p:nvSpPr>
          <p:spPr bwMode="auto">
            <a:xfrm>
              <a:off x="6213476" y="2047875"/>
              <a:ext cx="765175" cy="1528763"/>
            </a:xfrm>
            <a:custGeom>
              <a:avLst/>
              <a:gdLst>
                <a:gd name="T0" fmla="*/ 213 w 213"/>
                <a:gd name="T1" fmla="*/ 213 h 425"/>
                <a:gd name="T2" fmla="*/ 0 w 213"/>
                <a:gd name="T3" fmla="*/ 425 h 425"/>
                <a:gd name="T4" fmla="*/ 0 w 213"/>
                <a:gd name="T5" fmla="*/ 343 h 425"/>
                <a:gd name="T6" fmla="*/ 131 w 213"/>
                <a:gd name="T7" fmla="*/ 213 h 425"/>
                <a:gd name="T8" fmla="*/ 0 w 213"/>
                <a:gd name="T9" fmla="*/ 82 h 425"/>
                <a:gd name="T10" fmla="*/ 0 w 213"/>
                <a:gd name="T11" fmla="*/ 0 h 425"/>
                <a:gd name="T12" fmla="*/ 213 w 213"/>
                <a:gd name="T13" fmla="*/ 213 h 425"/>
              </a:gdLst>
              <a:ahLst/>
              <a:cxnLst>
                <a:cxn ang="0">
                  <a:pos x="T0" y="T1"/>
                </a:cxn>
                <a:cxn ang="0">
                  <a:pos x="T2" y="T3"/>
                </a:cxn>
                <a:cxn ang="0">
                  <a:pos x="T4" y="T5"/>
                </a:cxn>
                <a:cxn ang="0">
                  <a:pos x="T6" y="T7"/>
                </a:cxn>
                <a:cxn ang="0">
                  <a:pos x="T8" y="T9"/>
                </a:cxn>
                <a:cxn ang="0">
                  <a:pos x="T10" y="T11"/>
                </a:cxn>
                <a:cxn ang="0">
                  <a:pos x="T12" y="T13"/>
                </a:cxn>
              </a:cxnLst>
              <a:rect l="0" t="0" r="r" b="b"/>
              <a:pathLst>
                <a:path w="213" h="425">
                  <a:moveTo>
                    <a:pt x="213" y="213"/>
                  </a:moveTo>
                  <a:cubicBezTo>
                    <a:pt x="213" y="330"/>
                    <a:pt x="118" y="425"/>
                    <a:pt x="0" y="425"/>
                  </a:cubicBezTo>
                  <a:cubicBezTo>
                    <a:pt x="0" y="343"/>
                    <a:pt x="0" y="343"/>
                    <a:pt x="0" y="343"/>
                  </a:cubicBezTo>
                  <a:cubicBezTo>
                    <a:pt x="72" y="343"/>
                    <a:pt x="131" y="285"/>
                    <a:pt x="131" y="213"/>
                  </a:cubicBezTo>
                  <a:cubicBezTo>
                    <a:pt x="131" y="141"/>
                    <a:pt x="72" y="82"/>
                    <a:pt x="0" y="82"/>
                  </a:cubicBezTo>
                  <a:cubicBezTo>
                    <a:pt x="0" y="0"/>
                    <a:pt x="0" y="0"/>
                    <a:pt x="0" y="0"/>
                  </a:cubicBezTo>
                  <a:cubicBezTo>
                    <a:pt x="118" y="0"/>
                    <a:pt x="213" y="95"/>
                    <a:pt x="213" y="213"/>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7">
              <a:extLst>
                <a:ext uri="{FF2B5EF4-FFF2-40B4-BE49-F238E27FC236}">
                  <a16:creationId xmlns:a16="http://schemas.microsoft.com/office/drawing/2014/main" id="{C4E1300A-BDDC-47D4-9D52-08D98956BA1F}"/>
                </a:ext>
              </a:extLst>
            </p:cNvPr>
            <p:cNvSpPr>
              <a:spLocks/>
            </p:cNvSpPr>
            <p:nvPr/>
          </p:nvSpPr>
          <p:spPr bwMode="auto">
            <a:xfrm>
              <a:off x="5451476" y="3281363"/>
              <a:ext cx="762000" cy="1527175"/>
            </a:xfrm>
            <a:custGeom>
              <a:avLst/>
              <a:gdLst>
                <a:gd name="T0" fmla="*/ 212 w 212"/>
                <a:gd name="T1" fmla="*/ 0 h 425"/>
                <a:gd name="T2" fmla="*/ 212 w 212"/>
                <a:gd name="T3" fmla="*/ 82 h 425"/>
                <a:gd name="T4" fmla="*/ 82 w 212"/>
                <a:gd name="T5" fmla="*/ 213 h 425"/>
                <a:gd name="T6" fmla="*/ 212 w 212"/>
                <a:gd name="T7" fmla="*/ 343 h 425"/>
                <a:gd name="T8" fmla="*/ 212 w 212"/>
                <a:gd name="T9" fmla="*/ 425 h 425"/>
                <a:gd name="T10" fmla="*/ 0 w 212"/>
                <a:gd name="T11" fmla="*/ 213 h 425"/>
                <a:gd name="T12" fmla="*/ 212 w 212"/>
                <a:gd name="T13" fmla="*/ 0 h 425"/>
              </a:gdLst>
              <a:ahLst/>
              <a:cxnLst>
                <a:cxn ang="0">
                  <a:pos x="T0" y="T1"/>
                </a:cxn>
                <a:cxn ang="0">
                  <a:pos x="T2" y="T3"/>
                </a:cxn>
                <a:cxn ang="0">
                  <a:pos x="T4" y="T5"/>
                </a:cxn>
                <a:cxn ang="0">
                  <a:pos x="T6" y="T7"/>
                </a:cxn>
                <a:cxn ang="0">
                  <a:pos x="T8" y="T9"/>
                </a:cxn>
                <a:cxn ang="0">
                  <a:pos x="T10" y="T11"/>
                </a:cxn>
                <a:cxn ang="0">
                  <a:pos x="T12" y="T13"/>
                </a:cxn>
              </a:cxnLst>
              <a:rect l="0" t="0" r="r" b="b"/>
              <a:pathLst>
                <a:path w="212" h="425">
                  <a:moveTo>
                    <a:pt x="212" y="0"/>
                  </a:moveTo>
                  <a:cubicBezTo>
                    <a:pt x="212" y="82"/>
                    <a:pt x="212" y="82"/>
                    <a:pt x="212" y="82"/>
                  </a:cubicBezTo>
                  <a:cubicBezTo>
                    <a:pt x="140" y="82"/>
                    <a:pt x="82" y="141"/>
                    <a:pt x="82" y="213"/>
                  </a:cubicBezTo>
                  <a:cubicBezTo>
                    <a:pt x="82" y="285"/>
                    <a:pt x="140" y="343"/>
                    <a:pt x="212" y="343"/>
                  </a:cubicBezTo>
                  <a:cubicBezTo>
                    <a:pt x="212" y="425"/>
                    <a:pt x="212" y="425"/>
                    <a:pt x="212" y="425"/>
                  </a:cubicBezTo>
                  <a:cubicBezTo>
                    <a:pt x="95" y="425"/>
                    <a:pt x="0" y="330"/>
                    <a:pt x="0" y="213"/>
                  </a:cubicBezTo>
                  <a:cubicBezTo>
                    <a:pt x="0" y="95"/>
                    <a:pt x="95" y="0"/>
                    <a:pt x="212" y="0"/>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8">
              <a:extLst>
                <a:ext uri="{FF2B5EF4-FFF2-40B4-BE49-F238E27FC236}">
                  <a16:creationId xmlns:a16="http://schemas.microsoft.com/office/drawing/2014/main" id="{51535216-DD2A-467C-A18C-F9B80C136A10}"/>
                </a:ext>
              </a:extLst>
            </p:cNvPr>
            <p:cNvSpPr>
              <a:spLocks/>
            </p:cNvSpPr>
            <p:nvPr/>
          </p:nvSpPr>
          <p:spPr bwMode="auto">
            <a:xfrm>
              <a:off x="6213476" y="4514850"/>
              <a:ext cx="765175" cy="1527175"/>
            </a:xfrm>
            <a:custGeom>
              <a:avLst/>
              <a:gdLst>
                <a:gd name="T0" fmla="*/ 213 w 213"/>
                <a:gd name="T1" fmla="*/ 213 h 425"/>
                <a:gd name="T2" fmla="*/ 0 w 213"/>
                <a:gd name="T3" fmla="*/ 425 h 425"/>
                <a:gd name="T4" fmla="*/ 0 w 213"/>
                <a:gd name="T5" fmla="*/ 343 h 425"/>
                <a:gd name="T6" fmla="*/ 131 w 213"/>
                <a:gd name="T7" fmla="*/ 213 h 425"/>
                <a:gd name="T8" fmla="*/ 0 w 213"/>
                <a:gd name="T9" fmla="*/ 82 h 425"/>
                <a:gd name="T10" fmla="*/ 0 w 213"/>
                <a:gd name="T11" fmla="*/ 0 h 425"/>
                <a:gd name="T12" fmla="*/ 213 w 213"/>
                <a:gd name="T13" fmla="*/ 213 h 425"/>
              </a:gdLst>
              <a:ahLst/>
              <a:cxnLst>
                <a:cxn ang="0">
                  <a:pos x="T0" y="T1"/>
                </a:cxn>
                <a:cxn ang="0">
                  <a:pos x="T2" y="T3"/>
                </a:cxn>
                <a:cxn ang="0">
                  <a:pos x="T4" y="T5"/>
                </a:cxn>
                <a:cxn ang="0">
                  <a:pos x="T6" y="T7"/>
                </a:cxn>
                <a:cxn ang="0">
                  <a:pos x="T8" y="T9"/>
                </a:cxn>
                <a:cxn ang="0">
                  <a:pos x="T10" y="T11"/>
                </a:cxn>
                <a:cxn ang="0">
                  <a:pos x="T12" y="T13"/>
                </a:cxn>
              </a:cxnLst>
              <a:rect l="0" t="0" r="r" b="b"/>
              <a:pathLst>
                <a:path w="213" h="425">
                  <a:moveTo>
                    <a:pt x="213" y="213"/>
                  </a:moveTo>
                  <a:cubicBezTo>
                    <a:pt x="213" y="330"/>
                    <a:pt x="118" y="425"/>
                    <a:pt x="0" y="425"/>
                  </a:cubicBezTo>
                  <a:cubicBezTo>
                    <a:pt x="0" y="343"/>
                    <a:pt x="0" y="343"/>
                    <a:pt x="0" y="343"/>
                  </a:cubicBezTo>
                  <a:cubicBezTo>
                    <a:pt x="72" y="343"/>
                    <a:pt x="131" y="285"/>
                    <a:pt x="131" y="213"/>
                  </a:cubicBezTo>
                  <a:cubicBezTo>
                    <a:pt x="131" y="141"/>
                    <a:pt x="72" y="82"/>
                    <a:pt x="0" y="82"/>
                  </a:cubicBezTo>
                  <a:cubicBezTo>
                    <a:pt x="0" y="0"/>
                    <a:pt x="0" y="0"/>
                    <a:pt x="0" y="0"/>
                  </a:cubicBezTo>
                  <a:cubicBezTo>
                    <a:pt x="118" y="0"/>
                    <a:pt x="213" y="96"/>
                    <a:pt x="213" y="213"/>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2" name="Freeform 9">
            <a:extLst>
              <a:ext uri="{FF2B5EF4-FFF2-40B4-BE49-F238E27FC236}">
                <a16:creationId xmlns:a16="http://schemas.microsoft.com/office/drawing/2014/main" id="{C880E9C2-5155-4F22-9D02-FC0E945BE25A}"/>
              </a:ext>
            </a:extLst>
          </p:cNvPr>
          <p:cNvSpPr>
            <a:spLocks noEditPoints="1"/>
          </p:cNvSpPr>
          <p:nvPr/>
        </p:nvSpPr>
        <p:spPr bwMode="auto">
          <a:xfrm>
            <a:off x="4405313" y="2789238"/>
            <a:ext cx="1139825" cy="46038"/>
          </a:xfrm>
          <a:custGeom>
            <a:avLst/>
            <a:gdLst>
              <a:gd name="T0" fmla="*/ 309 w 317"/>
              <a:gd name="T1" fmla="*/ 12 h 13"/>
              <a:gd name="T2" fmla="*/ 305 w 317"/>
              <a:gd name="T3" fmla="*/ 7 h 13"/>
              <a:gd name="T4" fmla="*/ 315 w 317"/>
              <a:gd name="T5" fmla="*/ 2 h 13"/>
              <a:gd name="T6" fmla="*/ 317 w 317"/>
              <a:gd name="T7" fmla="*/ 4 h 13"/>
              <a:gd name="T8" fmla="*/ 317 w 317"/>
              <a:gd name="T9" fmla="*/ 7 h 13"/>
              <a:gd name="T10" fmla="*/ 313 w 317"/>
              <a:gd name="T11" fmla="*/ 12 h 13"/>
              <a:gd name="T12" fmla="*/ 273 w 317"/>
              <a:gd name="T13" fmla="*/ 13 h 13"/>
              <a:gd name="T14" fmla="*/ 279 w 317"/>
              <a:gd name="T15" fmla="*/ 7 h 13"/>
              <a:gd name="T16" fmla="*/ 267 w 317"/>
              <a:gd name="T17" fmla="*/ 7 h 13"/>
              <a:gd name="T18" fmla="*/ 235 w 317"/>
              <a:gd name="T19" fmla="*/ 13 h 13"/>
              <a:gd name="T20" fmla="*/ 241 w 317"/>
              <a:gd name="T21" fmla="*/ 7 h 13"/>
              <a:gd name="T22" fmla="*/ 229 w 317"/>
              <a:gd name="T23" fmla="*/ 7 h 13"/>
              <a:gd name="T24" fmla="*/ 197 w 317"/>
              <a:gd name="T25" fmla="*/ 13 h 13"/>
              <a:gd name="T26" fmla="*/ 203 w 317"/>
              <a:gd name="T27" fmla="*/ 7 h 13"/>
              <a:gd name="T28" fmla="*/ 191 w 317"/>
              <a:gd name="T29" fmla="*/ 7 h 13"/>
              <a:gd name="T30" fmla="*/ 158 w 317"/>
              <a:gd name="T31" fmla="*/ 13 h 13"/>
              <a:gd name="T32" fmla="*/ 164 w 317"/>
              <a:gd name="T33" fmla="*/ 7 h 13"/>
              <a:gd name="T34" fmla="*/ 152 w 317"/>
              <a:gd name="T35" fmla="*/ 7 h 13"/>
              <a:gd name="T36" fmla="*/ 120 w 317"/>
              <a:gd name="T37" fmla="*/ 13 h 13"/>
              <a:gd name="T38" fmla="*/ 126 w 317"/>
              <a:gd name="T39" fmla="*/ 7 h 13"/>
              <a:gd name="T40" fmla="*/ 114 w 317"/>
              <a:gd name="T41" fmla="*/ 7 h 13"/>
              <a:gd name="T42" fmla="*/ 82 w 317"/>
              <a:gd name="T43" fmla="*/ 13 h 13"/>
              <a:gd name="T44" fmla="*/ 88 w 317"/>
              <a:gd name="T45" fmla="*/ 7 h 13"/>
              <a:gd name="T46" fmla="*/ 76 w 317"/>
              <a:gd name="T47" fmla="*/ 7 h 13"/>
              <a:gd name="T48" fmla="*/ 44 w 317"/>
              <a:gd name="T49" fmla="*/ 13 h 13"/>
              <a:gd name="T50" fmla="*/ 50 w 317"/>
              <a:gd name="T51" fmla="*/ 7 h 13"/>
              <a:gd name="T52" fmla="*/ 38 w 317"/>
              <a:gd name="T53" fmla="*/ 7 h 13"/>
              <a:gd name="T54" fmla="*/ 8 w 317"/>
              <a:gd name="T55" fmla="*/ 12 h 13"/>
              <a:gd name="T56" fmla="*/ 12 w 317"/>
              <a:gd name="T57" fmla="*/ 7 h 13"/>
              <a:gd name="T58" fmla="*/ 9 w 317"/>
              <a:gd name="T59" fmla="*/ 2 h 13"/>
              <a:gd name="T60" fmla="*/ 7 w 317"/>
              <a:gd name="T61" fmla="*/ 1 h 13"/>
              <a:gd name="T62" fmla="*/ 3 w 317"/>
              <a:gd name="T63" fmla="*/ 1 h 13"/>
              <a:gd name="T64" fmla="*/ 2 w 317"/>
              <a:gd name="T65" fmla="*/ 2 h 13"/>
              <a:gd name="T66" fmla="*/ 2 w 317"/>
              <a:gd name="T67" fmla="*/ 11 h 13"/>
              <a:gd name="T68" fmla="*/ 8 w 317"/>
              <a:gd name="T6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7" h="13">
                <a:moveTo>
                  <a:pt x="311" y="13"/>
                </a:moveTo>
                <a:cubicBezTo>
                  <a:pt x="310" y="13"/>
                  <a:pt x="309" y="12"/>
                  <a:pt x="309" y="12"/>
                </a:cubicBezTo>
                <a:cubicBezTo>
                  <a:pt x="308" y="12"/>
                  <a:pt x="307" y="11"/>
                  <a:pt x="307" y="11"/>
                </a:cubicBezTo>
                <a:cubicBezTo>
                  <a:pt x="306" y="10"/>
                  <a:pt x="305" y="8"/>
                  <a:pt x="305" y="7"/>
                </a:cubicBezTo>
                <a:cubicBezTo>
                  <a:pt x="305" y="5"/>
                  <a:pt x="306" y="3"/>
                  <a:pt x="307" y="2"/>
                </a:cubicBezTo>
                <a:cubicBezTo>
                  <a:pt x="309" y="0"/>
                  <a:pt x="313" y="0"/>
                  <a:pt x="315" y="2"/>
                </a:cubicBezTo>
                <a:cubicBezTo>
                  <a:pt x="316" y="3"/>
                  <a:pt x="316" y="3"/>
                  <a:pt x="316" y="3"/>
                </a:cubicBezTo>
                <a:cubicBezTo>
                  <a:pt x="317" y="4"/>
                  <a:pt x="317" y="4"/>
                  <a:pt x="317" y="4"/>
                </a:cubicBezTo>
                <a:cubicBezTo>
                  <a:pt x="317" y="5"/>
                  <a:pt x="317" y="5"/>
                  <a:pt x="317" y="5"/>
                </a:cubicBezTo>
                <a:cubicBezTo>
                  <a:pt x="317" y="6"/>
                  <a:pt x="317" y="6"/>
                  <a:pt x="317" y="7"/>
                </a:cubicBezTo>
                <a:cubicBezTo>
                  <a:pt x="317" y="8"/>
                  <a:pt x="316" y="10"/>
                  <a:pt x="315" y="11"/>
                </a:cubicBezTo>
                <a:cubicBezTo>
                  <a:pt x="315" y="11"/>
                  <a:pt x="314" y="12"/>
                  <a:pt x="313" y="12"/>
                </a:cubicBezTo>
                <a:cubicBezTo>
                  <a:pt x="313" y="12"/>
                  <a:pt x="312" y="13"/>
                  <a:pt x="311" y="13"/>
                </a:cubicBezTo>
                <a:close/>
                <a:moveTo>
                  <a:pt x="273" y="13"/>
                </a:moveTo>
                <a:cubicBezTo>
                  <a:pt x="273" y="13"/>
                  <a:pt x="273" y="13"/>
                  <a:pt x="273" y="13"/>
                </a:cubicBezTo>
                <a:cubicBezTo>
                  <a:pt x="276" y="13"/>
                  <a:pt x="279" y="10"/>
                  <a:pt x="279" y="7"/>
                </a:cubicBezTo>
                <a:cubicBezTo>
                  <a:pt x="279" y="3"/>
                  <a:pt x="276" y="1"/>
                  <a:pt x="273" y="1"/>
                </a:cubicBezTo>
                <a:cubicBezTo>
                  <a:pt x="270" y="1"/>
                  <a:pt x="267" y="3"/>
                  <a:pt x="267" y="7"/>
                </a:cubicBezTo>
                <a:cubicBezTo>
                  <a:pt x="267" y="10"/>
                  <a:pt x="270" y="13"/>
                  <a:pt x="273" y="13"/>
                </a:cubicBezTo>
                <a:close/>
                <a:moveTo>
                  <a:pt x="235" y="13"/>
                </a:moveTo>
                <a:cubicBezTo>
                  <a:pt x="235" y="13"/>
                  <a:pt x="235" y="13"/>
                  <a:pt x="235" y="13"/>
                </a:cubicBezTo>
                <a:cubicBezTo>
                  <a:pt x="238" y="13"/>
                  <a:pt x="241" y="10"/>
                  <a:pt x="241" y="7"/>
                </a:cubicBezTo>
                <a:cubicBezTo>
                  <a:pt x="241" y="3"/>
                  <a:pt x="238" y="1"/>
                  <a:pt x="235" y="1"/>
                </a:cubicBezTo>
                <a:cubicBezTo>
                  <a:pt x="231" y="1"/>
                  <a:pt x="229" y="3"/>
                  <a:pt x="229" y="7"/>
                </a:cubicBezTo>
                <a:cubicBezTo>
                  <a:pt x="229" y="10"/>
                  <a:pt x="231" y="13"/>
                  <a:pt x="235" y="13"/>
                </a:cubicBezTo>
                <a:close/>
                <a:moveTo>
                  <a:pt x="197" y="13"/>
                </a:moveTo>
                <a:cubicBezTo>
                  <a:pt x="197" y="13"/>
                  <a:pt x="197" y="13"/>
                  <a:pt x="197" y="13"/>
                </a:cubicBezTo>
                <a:cubicBezTo>
                  <a:pt x="200" y="13"/>
                  <a:pt x="203" y="10"/>
                  <a:pt x="203" y="7"/>
                </a:cubicBezTo>
                <a:cubicBezTo>
                  <a:pt x="203" y="3"/>
                  <a:pt x="200" y="1"/>
                  <a:pt x="197" y="1"/>
                </a:cubicBezTo>
                <a:cubicBezTo>
                  <a:pt x="193" y="1"/>
                  <a:pt x="191" y="3"/>
                  <a:pt x="191" y="7"/>
                </a:cubicBezTo>
                <a:cubicBezTo>
                  <a:pt x="191" y="10"/>
                  <a:pt x="193" y="13"/>
                  <a:pt x="197" y="13"/>
                </a:cubicBezTo>
                <a:close/>
                <a:moveTo>
                  <a:pt x="158" y="13"/>
                </a:moveTo>
                <a:cubicBezTo>
                  <a:pt x="158" y="13"/>
                  <a:pt x="158" y="13"/>
                  <a:pt x="158" y="13"/>
                </a:cubicBezTo>
                <a:cubicBezTo>
                  <a:pt x="162" y="13"/>
                  <a:pt x="164" y="10"/>
                  <a:pt x="164" y="7"/>
                </a:cubicBezTo>
                <a:cubicBezTo>
                  <a:pt x="164" y="3"/>
                  <a:pt x="162" y="1"/>
                  <a:pt x="158" y="1"/>
                </a:cubicBezTo>
                <a:cubicBezTo>
                  <a:pt x="155" y="1"/>
                  <a:pt x="152" y="3"/>
                  <a:pt x="152" y="7"/>
                </a:cubicBezTo>
                <a:cubicBezTo>
                  <a:pt x="152" y="10"/>
                  <a:pt x="155" y="13"/>
                  <a:pt x="158" y="13"/>
                </a:cubicBezTo>
                <a:close/>
                <a:moveTo>
                  <a:pt x="120" y="13"/>
                </a:moveTo>
                <a:cubicBezTo>
                  <a:pt x="120" y="13"/>
                  <a:pt x="120" y="13"/>
                  <a:pt x="120" y="13"/>
                </a:cubicBezTo>
                <a:cubicBezTo>
                  <a:pt x="124" y="13"/>
                  <a:pt x="126" y="10"/>
                  <a:pt x="126" y="7"/>
                </a:cubicBezTo>
                <a:cubicBezTo>
                  <a:pt x="126" y="3"/>
                  <a:pt x="124" y="1"/>
                  <a:pt x="120" y="1"/>
                </a:cubicBezTo>
                <a:cubicBezTo>
                  <a:pt x="117" y="1"/>
                  <a:pt x="114" y="3"/>
                  <a:pt x="114" y="7"/>
                </a:cubicBezTo>
                <a:cubicBezTo>
                  <a:pt x="114" y="10"/>
                  <a:pt x="117" y="13"/>
                  <a:pt x="120" y="13"/>
                </a:cubicBezTo>
                <a:close/>
                <a:moveTo>
                  <a:pt x="82" y="13"/>
                </a:moveTo>
                <a:cubicBezTo>
                  <a:pt x="82" y="13"/>
                  <a:pt x="82" y="13"/>
                  <a:pt x="82" y="13"/>
                </a:cubicBezTo>
                <a:cubicBezTo>
                  <a:pt x="85" y="13"/>
                  <a:pt x="88" y="10"/>
                  <a:pt x="88" y="7"/>
                </a:cubicBezTo>
                <a:cubicBezTo>
                  <a:pt x="88" y="3"/>
                  <a:pt x="85" y="1"/>
                  <a:pt x="82" y="1"/>
                </a:cubicBezTo>
                <a:cubicBezTo>
                  <a:pt x="79" y="1"/>
                  <a:pt x="76" y="3"/>
                  <a:pt x="76" y="7"/>
                </a:cubicBezTo>
                <a:cubicBezTo>
                  <a:pt x="76" y="10"/>
                  <a:pt x="79" y="13"/>
                  <a:pt x="82" y="13"/>
                </a:cubicBezTo>
                <a:close/>
                <a:moveTo>
                  <a:pt x="44" y="13"/>
                </a:moveTo>
                <a:cubicBezTo>
                  <a:pt x="44" y="13"/>
                  <a:pt x="44" y="13"/>
                  <a:pt x="44" y="13"/>
                </a:cubicBezTo>
                <a:cubicBezTo>
                  <a:pt x="47" y="13"/>
                  <a:pt x="50" y="10"/>
                  <a:pt x="50" y="7"/>
                </a:cubicBezTo>
                <a:cubicBezTo>
                  <a:pt x="50" y="3"/>
                  <a:pt x="47" y="1"/>
                  <a:pt x="44" y="1"/>
                </a:cubicBezTo>
                <a:cubicBezTo>
                  <a:pt x="41" y="1"/>
                  <a:pt x="38" y="3"/>
                  <a:pt x="38" y="7"/>
                </a:cubicBezTo>
                <a:cubicBezTo>
                  <a:pt x="38" y="10"/>
                  <a:pt x="41" y="13"/>
                  <a:pt x="44" y="13"/>
                </a:cubicBezTo>
                <a:close/>
                <a:moveTo>
                  <a:pt x="8" y="12"/>
                </a:moveTo>
                <a:cubicBezTo>
                  <a:pt x="9" y="12"/>
                  <a:pt x="9" y="11"/>
                  <a:pt x="10" y="11"/>
                </a:cubicBezTo>
                <a:cubicBezTo>
                  <a:pt x="11" y="10"/>
                  <a:pt x="12" y="8"/>
                  <a:pt x="12" y="7"/>
                </a:cubicBezTo>
                <a:cubicBezTo>
                  <a:pt x="12" y="5"/>
                  <a:pt x="11" y="3"/>
                  <a:pt x="10" y="2"/>
                </a:cubicBezTo>
                <a:cubicBezTo>
                  <a:pt x="9" y="2"/>
                  <a:pt x="9" y="2"/>
                  <a:pt x="9" y="2"/>
                </a:cubicBezTo>
                <a:cubicBezTo>
                  <a:pt x="8" y="1"/>
                  <a:pt x="8" y="1"/>
                  <a:pt x="8" y="1"/>
                </a:cubicBezTo>
                <a:cubicBezTo>
                  <a:pt x="8" y="1"/>
                  <a:pt x="7" y="1"/>
                  <a:pt x="7" y="1"/>
                </a:cubicBezTo>
                <a:cubicBezTo>
                  <a:pt x="6" y="1"/>
                  <a:pt x="5" y="1"/>
                  <a:pt x="5" y="1"/>
                </a:cubicBezTo>
                <a:cubicBezTo>
                  <a:pt x="3" y="1"/>
                  <a:pt x="3" y="1"/>
                  <a:pt x="3" y="1"/>
                </a:cubicBezTo>
                <a:cubicBezTo>
                  <a:pt x="2" y="2"/>
                  <a:pt x="2" y="2"/>
                  <a:pt x="2" y="2"/>
                </a:cubicBezTo>
                <a:cubicBezTo>
                  <a:pt x="2" y="2"/>
                  <a:pt x="2" y="2"/>
                  <a:pt x="2" y="2"/>
                </a:cubicBezTo>
                <a:cubicBezTo>
                  <a:pt x="0" y="3"/>
                  <a:pt x="0" y="5"/>
                  <a:pt x="0" y="7"/>
                </a:cubicBezTo>
                <a:cubicBezTo>
                  <a:pt x="0" y="8"/>
                  <a:pt x="0" y="10"/>
                  <a:pt x="2" y="11"/>
                </a:cubicBezTo>
                <a:cubicBezTo>
                  <a:pt x="3" y="12"/>
                  <a:pt x="4" y="13"/>
                  <a:pt x="6" y="13"/>
                </a:cubicBezTo>
                <a:cubicBezTo>
                  <a:pt x="7" y="13"/>
                  <a:pt x="7" y="12"/>
                  <a:pt x="8" y="1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0">
            <a:extLst>
              <a:ext uri="{FF2B5EF4-FFF2-40B4-BE49-F238E27FC236}">
                <a16:creationId xmlns:a16="http://schemas.microsoft.com/office/drawing/2014/main" id="{2E5305BF-5FD5-4BE1-BBB4-AE58AA7D805F}"/>
              </a:ext>
            </a:extLst>
          </p:cNvPr>
          <p:cNvSpPr>
            <a:spLocks noEditPoints="1"/>
          </p:cNvSpPr>
          <p:nvPr/>
        </p:nvSpPr>
        <p:spPr bwMode="auto">
          <a:xfrm>
            <a:off x="4405313" y="5257800"/>
            <a:ext cx="1139825" cy="44450"/>
          </a:xfrm>
          <a:custGeom>
            <a:avLst/>
            <a:gdLst>
              <a:gd name="T0" fmla="*/ 309 w 317"/>
              <a:gd name="T1" fmla="*/ 11 h 12"/>
              <a:gd name="T2" fmla="*/ 305 w 317"/>
              <a:gd name="T3" fmla="*/ 8 h 12"/>
              <a:gd name="T4" fmla="*/ 305 w 317"/>
              <a:gd name="T5" fmla="*/ 5 h 12"/>
              <a:gd name="T6" fmla="*/ 306 w 317"/>
              <a:gd name="T7" fmla="*/ 2 h 12"/>
              <a:gd name="T8" fmla="*/ 308 w 317"/>
              <a:gd name="T9" fmla="*/ 1 h 12"/>
              <a:gd name="T10" fmla="*/ 310 w 317"/>
              <a:gd name="T11" fmla="*/ 0 h 12"/>
              <a:gd name="T12" fmla="*/ 313 w 317"/>
              <a:gd name="T13" fmla="*/ 0 h 12"/>
              <a:gd name="T14" fmla="*/ 315 w 317"/>
              <a:gd name="T15" fmla="*/ 1 h 12"/>
              <a:gd name="T16" fmla="*/ 317 w 317"/>
              <a:gd name="T17" fmla="*/ 3 h 12"/>
              <a:gd name="T18" fmla="*/ 317 w 317"/>
              <a:gd name="T19" fmla="*/ 6 h 12"/>
              <a:gd name="T20" fmla="*/ 315 w 317"/>
              <a:gd name="T21" fmla="*/ 10 h 12"/>
              <a:gd name="T22" fmla="*/ 311 w 317"/>
              <a:gd name="T23" fmla="*/ 12 h 12"/>
              <a:gd name="T24" fmla="*/ 273 w 317"/>
              <a:gd name="T25" fmla="*/ 12 h 12"/>
              <a:gd name="T26" fmla="*/ 273 w 317"/>
              <a:gd name="T27" fmla="*/ 0 h 12"/>
              <a:gd name="T28" fmla="*/ 273 w 317"/>
              <a:gd name="T29" fmla="*/ 12 h 12"/>
              <a:gd name="T30" fmla="*/ 235 w 317"/>
              <a:gd name="T31" fmla="*/ 12 h 12"/>
              <a:gd name="T32" fmla="*/ 235 w 317"/>
              <a:gd name="T33" fmla="*/ 0 h 12"/>
              <a:gd name="T34" fmla="*/ 235 w 317"/>
              <a:gd name="T35" fmla="*/ 12 h 12"/>
              <a:gd name="T36" fmla="*/ 197 w 317"/>
              <a:gd name="T37" fmla="*/ 12 h 12"/>
              <a:gd name="T38" fmla="*/ 197 w 317"/>
              <a:gd name="T39" fmla="*/ 0 h 12"/>
              <a:gd name="T40" fmla="*/ 197 w 317"/>
              <a:gd name="T41" fmla="*/ 12 h 12"/>
              <a:gd name="T42" fmla="*/ 158 w 317"/>
              <a:gd name="T43" fmla="*/ 12 h 12"/>
              <a:gd name="T44" fmla="*/ 158 w 317"/>
              <a:gd name="T45" fmla="*/ 0 h 12"/>
              <a:gd name="T46" fmla="*/ 158 w 317"/>
              <a:gd name="T47" fmla="*/ 12 h 12"/>
              <a:gd name="T48" fmla="*/ 120 w 317"/>
              <a:gd name="T49" fmla="*/ 12 h 12"/>
              <a:gd name="T50" fmla="*/ 120 w 317"/>
              <a:gd name="T51" fmla="*/ 0 h 12"/>
              <a:gd name="T52" fmla="*/ 120 w 317"/>
              <a:gd name="T53" fmla="*/ 12 h 12"/>
              <a:gd name="T54" fmla="*/ 82 w 317"/>
              <a:gd name="T55" fmla="*/ 12 h 12"/>
              <a:gd name="T56" fmla="*/ 82 w 317"/>
              <a:gd name="T57" fmla="*/ 0 h 12"/>
              <a:gd name="T58" fmla="*/ 82 w 317"/>
              <a:gd name="T59" fmla="*/ 12 h 12"/>
              <a:gd name="T60" fmla="*/ 44 w 317"/>
              <a:gd name="T61" fmla="*/ 12 h 12"/>
              <a:gd name="T62" fmla="*/ 44 w 317"/>
              <a:gd name="T63" fmla="*/ 0 h 12"/>
              <a:gd name="T64" fmla="*/ 44 w 317"/>
              <a:gd name="T65" fmla="*/ 12 h 12"/>
              <a:gd name="T66" fmla="*/ 11 w 317"/>
              <a:gd name="T67" fmla="*/ 8 h 12"/>
              <a:gd name="T68" fmla="*/ 12 w 317"/>
              <a:gd name="T69" fmla="*/ 5 h 12"/>
              <a:gd name="T70" fmla="*/ 11 w 317"/>
              <a:gd name="T71" fmla="*/ 2 h 12"/>
              <a:gd name="T72" fmla="*/ 9 w 317"/>
              <a:gd name="T73" fmla="*/ 1 h 12"/>
              <a:gd name="T74" fmla="*/ 7 w 317"/>
              <a:gd name="T75" fmla="*/ 0 h 12"/>
              <a:gd name="T76" fmla="*/ 3 w 317"/>
              <a:gd name="T77" fmla="*/ 0 h 12"/>
              <a:gd name="T78" fmla="*/ 2 w 317"/>
              <a:gd name="T79" fmla="*/ 1 h 12"/>
              <a:gd name="T80" fmla="*/ 0 w 317"/>
              <a:gd name="T81" fmla="*/ 3 h 12"/>
              <a:gd name="T82" fmla="*/ 0 w 317"/>
              <a:gd name="T83" fmla="*/ 6 h 12"/>
              <a:gd name="T84" fmla="*/ 2 w 317"/>
              <a:gd name="T85" fmla="*/ 10 h 12"/>
              <a:gd name="T86" fmla="*/ 6 w 317"/>
              <a:gd name="T8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7" h="12">
                <a:moveTo>
                  <a:pt x="311" y="12"/>
                </a:moveTo>
                <a:cubicBezTo>
                  <a:pt x="310" y="12"/>
                  <a:pt x="309" y="12"/>
                  <a:pt x="309" y="11"/>
                </a:cubicBezTo>
                <a:cubicBezTo>
                  <a:pt x="308" y="11"/>
                  <a:pt x="307" y="11"/>
                  <a:pt x="307" y="10"/>
                </a:cubicBezTo>
                <a:cubicBezTo>
                  <a:pt x="306" y="9"/>
                  <a:pt x="306" y="9"/>
                  <a:pt x="305" y="8"/>
                </a:cubicBezTo>
                <a:cubicBezTo>
                  <a:pt x="305" y="7"/>
                  <a:pt x="305" y="6"/>
                  <a:pt x="305" y="6"/>
                </a:cubicBezTo>
                <a:cubicBezTo>
                  <a:pt x="305" y="5"/>
                  <a:pt x="305" y="5"/>
                  <a:pt x="305" y="5"/>
                </a:cubicBezTo>
                <a:cubicBezTo>
                  <a:pt x="305" y="4"/>
                  <a:pt x="305" y="4"/>
                  <a:pt x="305" y="3"/>
                </a:cubicBezTo>
                <a:cubicBezTo>
                  <a:pt x="306" y="2"/>
                  <a:pt x="306" y="2"/>
                  <a:pt x="306" y="2"/>
                </a:cubicBezTo>
                <a:cubicBezTo>
                  <a:pt x="307" y="1"/>
                  <a:pt x="307" y="1"/>
                  <a:pt x="307" y="1"/>
                </a:cubicBezTo>
                <a:cubicBezTo>
                  <a:pt x="308" y="1"/>
                  <a:pt x="308" y="1"/>
                  <a:pt x="308" y="1"/>
                </a:cubicBezTo>
                <a:cubicBezTo>
                  <a:pt x="309" y="0"/>
                  <a:pt x="309" y="0"/>
                  <a:pt x="309" y="0"/>
                </a:cubicBezTo>
                <a:cubicBezTo>
                  <a:pt x="309" y="0"/>
                  <a:pt x="309" y="0"/>
                  <a:pt x="310" y="0"/>
                </a:cubicBezTo>
                <a:cubicBezTo>
                  <a:pt x="311" y="0"/>
                  <a:pt x="311" y="0"/>
                  <a:pt x="312" y="0"/>
                </a:cubicBezTo>
                <a:cubicBezTo>
                  <a:pt x="313" y="0"/>
                  <a:pt x="313" y="0"/>
                  <a:pt x="313" y="0"/>
                </a:cubicBezTo>
                <a:cubicBezTo>
                  <a:pt x="314" y="1"/>
                  <a:pt x="314" y="1"/>
                  <a:pt x="314" y="1"/>
                </a:cubicBezTo>
                <a:cubicBezTo>
                  <a:pt x="315" y="1"/>
                  <a:pt x="315" y="1"/>
                  <a:pt x="315" y="1"/>
                </a:cubicBezTo>
                <a:cubicBezTo>
                  <a:pt x="316" y="2"/>
                  <a:pt x="316" y="2"/>
                  <a:pt x="316" y="2"/>
                </a:cubicBezTo>
                <a:cubicBezTo>
                  <a:pt x="317" y="3"/>
                  <a:pt x="317" y="3"/>
                  <a:pt x="317" y="3"/>
                </a:cubicBezTo>
                <a:cubicBezTo>
                  <a:pt x="317" y="4"/>
                  <a:pt x="317" y="4"/>
                  <a:pt x="317" y="5"/>
                </a:cubicBezTo>
                <a:cubicBezTo>
                  <a:pt x="317" y="5"/>
                  <a:pt x="317" y="5"/>
                  <a:pt x="317" y="6"/>
                </a:cubicBezTo>
                <a:cubicBezTo>
                  <a:pt x="317" y="6"/>
                  <a:pt x="317" y="7"/>
                  <a:pt x="317" y="8"/>
                </a:cubicBezTo>
                <a:cubicBezTo>
                  <a:pt x="316" y="9"/>
                  <a:pt x="316" y="9"/>
                  <a:pt x="315" y="10"/>
                </a:cubicBezTo>
                <a:cubicBezTo>
                  <a:pt x="315" y="11"/>
                  <a:pt x="314" y="11"/>
                  <a:pt x="313" y="11"/>
                </a:cubicBezTo>
                <a:cubicBezTo>
                  <a:pt x="313" y="12"/>
                  <a:pt x="312" y="12"/>
                  <a:pt x="311" y="12"/>
                </a:cubicBezTo>
                <a:close/>
                <a:moveTo>
                  <a:pt x="273" y="12"/>
                </a:moveTo>
                <a:cubicBezTo>
                  <a:pt x="273" y="12"/>
                  <a:pt x="273" y="12"/>
                  <a:pt x="273" y="12"/>
                </a:cubicBezTo>
                <a:cubicBezTo>
                  <a:pt x="276" y="12"/>
                  <a:pt x="279" y="9"/>
                  <a:pt x="279" y="6"/>
                </a:cubicBezTo>
                <a:cubicBezTo>
                  <a:pt x="279" y="2"/>
                  <a:pt x="276" y="0"/>
                  <a:pt x="273" y="0"/>
                </a:cubicBezTo>
                <a:cubicBezTo>
                  <a:pt x="270" y="0"/>
                  <a:pt x="267" y="2"/>
                  <a:pt x="267" y="6"/>
                </a:cubicBezTo>
                <a:cubicBezTo>
                  <a:pt x="267" y="9"/>
                  <a:pt x="270" y="12"/>
                  <a:pt x="273" y="12"/>
                </a:cubicBezTo>
                <a:close/>
                <a:moveTo>
                  <a:pt x="235" y="12"/>
                </a:moveTo>
                <a:cubicBezTo>
                  <a:pt x="235" y="12"/>
                  <a:pt x="235" y="12"/>
                  <a:pt x="235" y="12"/>
                </a:cubicBezTo>
                <a:cubicBezTo>
                  <a:pt x="238" y="12"/>
                  <a:pt x="241" y="9"/>
                  <a:pt x="241" y="6"/>
                </a:cubicBezTo>
                <a:cubicBezTo>
                  <a:pt x="241" y="2"/>
                  <a:pt x="238" y="0"/>
                  <a:pt x="235" y="0"/>
                </a:cubicBezTo>
                <a:cubicBezTo>
                  <a:pt x="231" y="0"/>
                  <a:pt x="229" y="2"/>
                  <a:pt x="229" y="6"/>
                </a:cubicBezTo>
                <a:cubicBezTo>
                  <a:pt x="229" y="9"/>
                  <a:pt x="231" y="12"/>
                  <a:pt x="235" y="12"/>
                </a:cubicBezTo>
                <a:close/>
                <a:moveTo>
                  <a:pt x="197" y="12"/>
                </a:moveTo>
                <a:cubicBezTo>
                  <a:pt x="197" y="12"/>
                  <a:pt x="197" y="12"/>
                  <a:pt x="197" y="12"/>
                </a:cubicBezTo>
                <a:cubicBezTo>
                  <a:pt x="200" y="12"/>
                  <a:pt x="203" y="9"/>
                  <a:pt x="203" y="6"/>
                </a:cubicBezTo>
                <a:cubicBezTo>
                  <a:pt x="203" y="2"/>
                  <a:pt x="200" y="0"/>
                  <a:pt x="197" y="0"/>
                </a:cubicBezTo>
                <a:cubicBezTo>
                  <a:pt x="193" y="0"/>
                  <a:pt x="191" y="2"/>
                  <a:pt x="191" y="6"/>
                </a:cubicBezTo>
                <a:cubicBezTo>
                  <a:pt x="191" y="9"/>
                  <a:pt x="193" y="12"/>
                  <a:pt x="197" y="12"/>
                </a:cubicBezTo>
                <a:close/>
                <a:moveTo>
                  <a:pt x="158" y="12"/>
                </a:moveTo>
                <a:cubicBezTo>
                  <a:pt x="158" y="12"/>
                  <a:pt x="158" y="12"/>
                  <a:pt x="158" y="12"/>
                </a:cubicBezTo>
                <a:cubicBezTo>
                  <a:pt x="162" y="12"/>
                  <a:pt x="164" y="9"/>
                  <a:pt x="164" y="6"/>
                </a:cubicBezTo>
                <a:cubicBezTo>
                  <a:pt x="164" y="2"/>
                  <a:pt x="162" y="0"/>
                  <a:pt x="158" y="0"/>
                </a:cubicBezTo>
                <a:cubicBezTo>
                  <a:pt x="155" y="0"/>
                  <a:pt x="152" y="2"/>
                  <a:pt x="152" y="6"/>
                </a:cubicBezTo>
                <a:cubicBezTo>
                  <a:pt x="152" y="9"/>
                  <a:pt x="155" y="12"/>
                  <a:pt x="158" y="12"/>
                </a:cubicBezTo>
                <a:close/>
                <a:moveTo>
                  <a:pt x="120" y="12"/>
                </a:moveTo>
                <a:cubicBezTo>
                  <a:pt x="120" y="12"/>
                  <a:pt x="120" y="12"/>
                  <a:pt x="120" y="12"/>
                </a:cubicBezTo>
                <a:cubicBezTo>
                  <a:pt x="124" y="12"/>
                  <a:pt x="126" y="9"/>
                  <a:pt x="126" y="6"/>
                </a:cubicBezTo>
                <a:cubicBezTo>
                  <a:pt x="126" y="2"/>
                  <a:pt x="124" y="0"/>
                  <a:pt x="120" y="0"/>
                </a:cubicBezTo>
                <a:cubicBezTo>
                  <a:pt x="117" y="0"/>
                  <a:pt x="114" y="2"/>
                  <a:pt x="114" y="6"/>
                </a:cubicBezTo>
                <a:cubicBezTo>
                  <a:pt x="114" y="9"/>
                  <a:pt x="117" y="12"/>
                  <a:pt x="120" y="12"/>
                </a:cubicBezTo>
                <a:close/>
                <a:moveTo>
                  <a:pt x="82" y="12"/>
                </a:moveTo>
                <a:cubicBezTo>
                  <a:pt x="82" y="12"/>
                  <a:pt x="82" y="12"/>
                  <a:pt x="82" y="12"/>
                </a:cubicBezTo>
                <a:cubicBezTo>
                  <a:pt x="85" y="12"/>
                  <a:pt x="88" y="9"/>
                  <a:pt x="88" y="6"/>
                </a:cubicBezTo>
                <a:cubicBezTo>
                  <a:pt x="88" y="2"/>
                  <a:pt x="85" y="0"/>
                  <a:pt x="82" y="0"/>
                </a:cubicBezTo>
                <a:cubicBezTo>
                  <a:pt x="79" y="0"/>
                  <a:pt x="76" y="2"/>
                  <a:pt x="76" y="6"/>
                </a:cubicBezTo>
                <a:cubicBezTo>
                  <a:pt x="76" y="9"/>
                  <a:pt x="79" y="12"/>
                  <a:pt x="82" y="12"/>
                </a:cubicBezTo>
                <a:close/>
                <a:moveTo>
                  <a:pt x="44" y="12"/>
                </a:moveTo>
                <a:cubicBezTo>
                  <a:pt x="44" y="12"/>
                  <a:pt x="44" y="12"/>
                  <a:pt x="44" y="12"/>
                </a:cubicBezTo>
                <a:cubicBezTo>
                  <a:pt x="47" y="12"/>
                  <a:pt x="50" y="9"/>
                  <a:pt x="50" y="6"/>
                </a:cubicBezTo>
                <a:cubicBezTo>
                  <a:pt x="50" y="2"/>
                  <a:pt x="47" y="0"/>
                  <a:pt x="44" y="0"/>
                </a:cubicBezTo>
                <a:cubicBezTo>
                  <a:pt x="41" y="0"/>
                  <a:pt x="38" y="2"/>
                  <a:pt x="38" y="6"/>
                </a:cubicBezTo>
                <a:cubicBezTo>
                  <a:pt x="38" y="9"/>
                  <a:pt x="41" y="12"/>
                  <a:pt x="44" y="12"/>
                </a:cubicBezTo>
                <a:close/>
                <a:moveTo>
                  <a:pt x="10" y="10"/>
                </a:moveTo>
                <a:cubicBezTo>
                  <a:pt x="11" y="9"/>
                  <a:pt x="11" y="9"/>
                  <a:pt x="11" y="8"/>
                </a:cubicBezTo>
                <a:cubicBezTo>
                  <a:pt x="12" y="7"/>
                  <a:pt x="12" y="6"/>
                  <a:pt x="12" y="6"/>
                </a:cubicBezTo>
                <a:cubicBezTo>
                  <a:pt x="12" y="5"/>
                  <a:pt x="12" y="5"/>
                  <a:pt x="12" y="5"/>
                </a:cubicBezTo>
                <a:cubicBezTo>
                  <a:pt x="12" y="4"/>
                  <a:pt x="11" y="4"/>
                  <a:pt x="11" y="3"/>
                </a:cubicBezTo>
                <a:cubicBezTo>
                  <a:pt x="11" y="2"/>
                  <a:pt x="11" y="2"/>
                  <a:pt x="11" y="2"/>
                </a:cubicBezTo>
                <a:cubicBezTo>
                  <a:pt x="10" y="1"/>
                  <a:pt x="10" y="1"/>
                  <a:pt x="10" y="1"/>
                </a:cubicBezTo>
                <a:cubicBezTo>
                  <a:pt x="9" y="1"/>
                  <a:pt x="9" y="1"/>
                  <a:pt x="9" y="1"/>
                </a:cubicBezTo>
                <a:cubicBezTo>
                  <a:pt x="8" y="0"/>
                  <a:pt x="8" y="0"/>
                  <a:pt x="8" y="0"/>
                </a:cubicBezTo>
                <a:cubicBezTo>
                  <a:pt x="8" y="0"/>
                  <a:pt x="7" y="0"/>
                  <a:pt x="7" y="0"/>
                </a:cubicBezTo>
                <a:cubicBezTo>
                  <a:pt x="6" y="0"/>
                  <a:pt x="5" y="0"/>
                  <a:pt x="5" y="0"/>
                </a:cubicBezTo>
                <a:cubicBezTo>
                  <a:pt x="3" y="0"/>
                  <a:pt x="3" y="0"/>
                  <a:pt x="3" y="0"/>
                </a:cubicBezTo>
                <a:cubicBezTo>
                  <a:pt x="3" y="0"/>
                  <a:pt x="3" y="0"/>
                  <a:pt x="2" y="1"/>
                </a:cubicBezTo>
                <a:cubicBezTo>
                  <a:pt x="2" y="1"/>
                  <a:pt x="2" y="1"/>
                  <a:pt x="2" y="1"/>
                </a:cubicBezTo>
                <a:cubicBezTo>
                  <a:pt x="1" y="2"/>
                  <a:pt x="1" y="2"/>
                  <a:pt x="1" y="2"/>
                </a:cubicBezTo>
                <a:cubicBezTo>
                  <a:pt x="0" y="3"/>
                  <a:pt x="0" y="3"/>
                  <a:pt x="0" y="3"/>
                </a:cubicBezTo>
                <a:cubicBezTo>
                  <a:pt x="0" y="4"/>
                  <a:pt x="0" y="4"/>
                  <a:pt x="0" y="5"/>
                </a:cubicBezTo>
                <a:cubicBezTo>
                  <a:pt x="0" y="5"/>
                  <a:pt x="0" y="5"/>
                  <a:pt x="0" y="6"/>
                </a:cubicBezTo>
                <a:cubicBezTo>
                  <a:pt x="0" y="7"/>
                  <a:pt x="0" y="7"/>
                  <a:pt x="0" y="8"/>
                </a:cubicBezTo>
                <a:cubicBezTo>
                  <a:pt x="1" y="9"/>
                  <a:pt x="1" y="9"/>
                  <a:pt x="2" y="10"/>
                </a:cubicBezTo>
                <a:cubicBezTo>
                  <a:pt x="2" y="11"/>
                  <a:pt x="3" y="11"/>
                  <a:pt x="3" y="11"/>
                </a:cubicBezTo>
                <a:cubicBezTo>
                  <a:pt x="4" y="12"/>
                  <a:pt x="5" y="12"/>
                  <a:pt x="6" y="12"/>
                </a:cubicBezTo>
                <a:cubicBezTo>
                  <a:pt x="7" y="12"/>
                  <a:pt x="9" y="11"/>
                  <a:pt x="10" y="1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1">
            <a:extLst>
              <a:ext uri="{FF2B5EF4-FFF2-40B4-BE49-F238E27FC236}">
                <a16:creationId xmlns:a16="http://schemas.microsoft.com/office/drawing/2014/main" id="{4AA2D7A7-ABE1-472C-AEBC-B016B2CC7627}"/>
              </a:ext>
            </a:extLst>
          </p:cNvPr>
          <p:cNvSpPr>
            <a:spLocks noEditPoints="1"/>
          </p:cNvSpPr>
          <p:nvPr/>
        </p:nvSpPr>
        <p:spPr bwMode="auto">
          <a:xfrm>
            <a:off x="6884988" y="4022725"/>
            <a:ext cx="898525" cy="46038"/>
          </a:xfrm>
          <a:custGeom>
            <a:avLst/>
            <a:gdLst>
              <a:gd name="T0" fmla="*/ 6 w 250"/>
              <a:gd name="T1" fmla="*/ 13 h 13"/>
              <a:gd name="T2" fmla="*/ 2 w 250"/>
              <a:gd name="T3" fmla="*/ 11 h 13"/>
              <a:gd name="T4" fmla="*/ 0 w 250"/>
              <a:gd name="T5" fmla="*/ 7 h 13"/>
              <a:gd name="T6" fmla="*/ 2 w 250"/>
              <a:gd name="T7" fmla="*/ 2 h 13"/>
              <a:gd name="T8" fmla="*/ 10 w 250"/>
              <a:gd name="T9" fmla="*/ 2 h 13"/>
              <a:gd name="T10" fmla="*/ 12 w 250"/>
              <a:gd name="T11" fmla="*/ 7 h 13"/>
              <a:gd name="T12" fmla="*/ 10 w 250"/>
              <a:gd name="T13" fmla="*/ 11 h 13"/>
              <a:gd name="T14" fmla="*/ 6 w 250"/>
              <a:gd name="T15" fmla="*/ 13 h 13"/>
              <a:gd name="T16" fmla="*/ 210 w 250"/>
              <a:gd name="T17" fmla="*/ 13 h 13"/>
              <a:gd name="T18" fmla="*/ 210 w 250"/>
              <a:gd name="T19" fmla="*/ 13 h 13"/>
              <a:gd name="T20" fmla="*/ 216 w 250"/>
              <a:gd name="T21" fmla="*/ 7 h 13"/>
              <a:gd name="T22" fmla="*/ 210 w 250"/>
              <a:gd name="T23" fmla="*/ 1 h 13"/>
              <a:gd name="T24" fmla="*/ 204 w 250"/>
              <a:gd name="T25" fmla="*/ 7 h 13"/>
              <a:gd name="T26" fmla="*/ 210 w 250"/>
              <a:gd name="T27" fmla="*/ 13 h 13"/>
              <a:gd name="T28" fmla="*/ 176 w 250"/>
              <a:gd name="T29" fmla="*/ 13 h 13"/>
              <a:gd name="T30" fmla="*/ 176 w 250"/>
              <a:gd name="T31" fmla="*/ 13 h 13"/>
              <a:gd name="T32" fmla="*/ 182 w 250"/>
              <a:gd name="T33" fmla="*/ 7 h 13"/>
              <a:gd name="T34" fmla="*/ 176 w 250"/>
              <a:gd name="T35" fmla="*/ 1 h 13"/>
              <a:gd name="T36" fmla="*/ 170 w 250"/>
              <a:gd name="T37" fmla="*/ 7 h 13"/>
              <a:gd name="T38" fmla="*/ 176 w 250"/>
              <a:gd name="T39" fmla="*/ 13 h 13"/>
              <a:gd name="T40" fmla="*/ 142 w 250"/>
              <a:gd name="T41" fmla="*/ 13 h 13"/>
              <a:gd name="T42" fmla="*/ 142 w 250"/>
              <a:gd name="T43" fmla="*/ 13 h 13"/>
              <a:gd name="T44" fmla="*/ 148 w 250"/>
              <a:gd name="T45" fmla="*/ 7 h 13"/>
              <a:gd name="T46" fmla="*/ 142 w 250"/>
              <a:gd name="T47" fmla="*/ 1 h 13"/>
              <a:gd name="T48" fmla="*/ 136 w 250"/>
              <a:gd name="T49" fmla="*/ 7 h 13"/>
              <a:gd name="T50" fmla="*/ 142 w 250"/>
              <a:gd name="T51" fmla="*/ 13 h 13"/>
              <a:gd name="T52" fmla="*/ 108 w 250"/>
              <a:gd name="T53" fmla="*/ 13 h 13"/>
              <a:gd name="T54" fmla="*/ 108 w 250"/>
              <a:gd name="T55" fmla="*/ 13 h 13"/>
              <a:gd name="T56" fmla="*/ 114 w 250"/>
              <a:gd name="T57" fmla="*/ 7 h 13"/>
              <a:gd name="T58" fmla="*/ 108 w 250"/>
              <a:gd name="T59" fmla="*/ 1 h 13"/>
              <a:gd name="T60" fmla="*/ 102 w 250"/>
              <a:gd name="T61" fmla="*/ 7 h 13"/>
              <a:gd name="T62" fmla="*/ 108 w 250"/>
              <a:gd name="T63" fmla="*/ 13 h 13"/>
              <a:gd name="T64" fmla="*/ 74 w 250"/>
              <a:gd name="T65" fmla="*/ 13 h 13"/>
              <a:gd name="T66" fmla="*/ 74 w 250"/>
              <a:gd name="T67" fmla="*/ 13 h 13"/>
              <a:gd name="T68" fmla="*/ 80 w 250"/>
              <a:gd name="T69" fmla="*/ 7 h 13"/>
              <a:gd name="T70" fmla="*/ 74 w 250"/>
              <a:gd name="T71" fmla="*/ 1 h 13"/>
              <a:gd name="T72" fmla="*/ 68 w 250"/>
              <a:gd name="T73" fmla="*/ 7 h 13"/>
              <a:gd name="T74" fmla="*/ 74 w 250"/>
              <a:gd name="T75" fmla="*/ 13 h 13"/>
              <a:gd name="T76" fmla="*/ 40 w 250"/>
              <a:gd name="T77" fmla="*/ 13 h 13"/>
              <a:gd name="T78" fmla="*/ 40 w 250"/>
              <a:gd name="T79" fmla="*/ 13 h 13"/>
              <a:gd name="T80" fmla="*/ 46 w 250"/>
              <a:gd name="T81" fmla="*/ 7 h 13"/>
              <a:gd name="T82" fmla="*/ 40 w 250"/>
              <a:gd name="T83" fmla="*/ 1 h 13"/>
              <a:gd name="T84" fmla="*/ 34 w 250"/>
              <a:gd name="T85" fmla="*/ 7 h 13"/>
              <a:gd name="T86" fmla="*/ 40 w 250"/>
              <a:gd name="T87" fmla="*/ 13 h 13"/>
              <a:gd name="T88" fmla="*/ 248 w 250"/>
              <a:gd name="T89" fmla="*/ 11 h 13"/>
              <a:gd name="T90" fmla="*/ 249 w 250"/>
              <a:gd name="T91" fmla="*/ 9 h 13"/>
              <a:gd name="T92" fmla="*/ 250 w 250"/>
              <a:gd name="T93" fmla="*/ 7 h 13"/>
              <a:gd name="T94" fmla="*/ 248 w 250"/>
              <a:gd name="T95" fmla="*/ 2 h 13"/>
              <a:gd name="T96" fmla="*/ 239 w 250"/>
              <a:gd name="T97" fmla="*/ 2 h 13"/>
              <a:gd name="T98" fmla="*/ 238 w 250"/>
              <a:gd name="T99" fmla="*/ 7 h 13"/>
              <a:gd name="T100" fmla="*/ 239 w 250"/>
              <a:gd name="T101" fmla="*/ 11 h 13"/>
              <a:gd name="T102" fmla="*/ 244 w 250"/>
              <a:gd name="T103" fmla="*/ 13 h 13"/>
              <a:gd name="T104" fmla="*/ 248 w 250"/>
              <a:gd name="T10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0" h="13">
                <a:moveTo>
                  <a:pt x="6" y="13"/>
                </a:moveTo>
                <a:cubicBezTo>
                  <a:pt x="4" y="13"/>
                  <a:pt x="3" y="12"/>
                  <a:pt x="2" y="11"/>
                </a:cubicBezTo>
                <a:cubicBezTo>
                  <a:pt x="1" y="10"/>
                  <a:pt x="0" y="8"/>
                  <a:pt x="0" y="7"/>
                </a:cubicBezTo>
                <a:cubicBezTo>
                  <a:pt x="0" y="5"/>
                  <a:pt x="1" y="4"/>
                  <a:pt x="2" y="2"/>
                </a:cubicBezTo>
                <a:cubicBezTo>
                  <a:pt x="4" y="0"/>
                  <a:pt x="8" y="0"/>
                  <a:pt x="10" y="2"/>
                </a:cubicBezTo>
                <a:cubicBezTo>
                  <a:pt x="11" y="4"/>
                  <a:pt x="12" y="5"/>
                  <a:pt x="12" y="7"/>
                </a:cubicBezTo>
                <a:cubicBezTo>
                  <a:pt x="12" y="8"/>
                  <a:pt x="11" y="10"/>
                  <a:pt x="10" y="11"/>
                </a:cubicBezTo>
                <a:cubicBezTo>
                  <a:pt x="9" y="12"/>
                  <a:pt x="7" y="13"/>
                  <a:pt x="6" y="13"/>
                </a:cubicBezTo>
                <a:close/>
                <a:moveTo>
                  <a:pt x="210" y="13"/>
                </a:moveTo>
                <a:cubicBezTo>
                  <a:pt x="210" y="13"/>
                  <a:pt x="210" y="13"/>
                  <a:pt x="210" y="13"/>
                </a:cubicBezTo>
                <a:cubicBezTo>
                  <a:pt x="213" y="13"/>
                  <a:pt x="216" y="10"/>
                  <a:pt x="216" y="7"/>
                </a:cubicBezTo>
                <a:cubicBezTo>
                  <a:pt x="216" y="3"/>
                  <a:pt x="213" y="1"/>
                  <a:pt x="210" y="1"/>
                </a:cubicBezTo>
                <a:cubicBezTo>
                  <a:pt x="206" y="1"/>
                  <a:pt x="204" y="3"/>
                  <a:pt x="204" y="7"/>
                </a:cubicBezTo>
                <a:cubicBezTo>
                  <a:pt x="204" y="10"/>
                  <a:pt x="206" y="13"/>
                  <a:pt x="210" y="13"/>
                </a:cubicBezTo>
                <a:close/>
                <a:moveTo>
                  <a:pt x="176" y="13"/>
                </a:moveTo>
                <a:cubicBezTo>
                  <a:pt x="176" y="13"/>
                  <a:pt x="176" y="13"/>
                  <a:pt x="176" y="13"/>
                </a:cubicBezTo>
                <a:cubicBezTo>
                  <a:pt x="179" y="13"/>
                  <a:pt x="182" y="10"/>
                  <a:pt x="182" y="7"/>
                </a:cubicBezTo>
                <a:cubicBezTo>
                  <a:pt x="182" y="3"/>
                  <a:pt x="179" y="1"/>
                  <a:pt x="176" y="1"/>
                </a:cubicBezTo>
                <a:cubicBezTo>
                  <a:pt x="172" y="1"/>
                  <a:pt x="170" y="3"/>
                  <a:pt x="170" y="7"/>
                </a:cubicBezTo>
                <a:cubicBezTo>
                  <a:pt x="170" y="10"/>
                  <a:pt x="172" y="13"/>
                  <a:pt x="176" y="13"/>
                </a:cubicBezTo>
                <a:close/>
                <a:moveTo>
                  <a:pt x="142" y="13"/>
                </a:moveTo>
                <a:cubicBezTo>
                  <a:pt x="142" y="13"/>
                  <a:pt x="142" y="13"/>
                  <a:pt x="142" y="13"/>
                </a:cubicBezTo>
                <a:cubicBezTo>
                  <a:pt x="145" y="13"/>
                  <a:pt x="148" y="10"/>
                  <a:pt x="148" y="7"/>
                </a:cubicBezTo>
                <a:cubicBezTo>
                  <a:pt x="148" y="3"/>
                  <a:pt x="145" y="1"/>
                  <a:pt x="142" y="1"/>
                </a:cubicBezTo>
                <a:cubicBezTo>
                  <a:pt x="138" y="1"/>
                  <a:pt x="136" y="3"/>
                  <a:pt x="136" y="7"/>
                </a:cubicBezTo>
                <a:cubicBezTo>
                  <a:pt x="136" y="10"/>
                  <a:pt x="138" y="13"/>
                  <a:pt x="142" y="13"/>
                </a:cubicBezTo>
                <a:close/>
                <a:moveTo>
                  <a:pt x="108" y="13"/>
                </a:moveTo>
                <a:cubicBezTo>
                  <a:pt x="108" y="13"/>
                  <a:pt x="108" y="13"/>
                  <a:pt x="108" y="13"/>
                </a:cubicBezTo>
                <a:cubicBezTo>
                  <a:pt x="111" y="13"/>
                  <a:pt x="114" y="10"/>
                  <a:pt x="114" y="7"/>
                </a:cubicBezTo>
                <a:cubicBezTo>
                  <a:pt x="114" y="3"/>
                  <a:pt x="111" y="1"/>
                  <a:pt x="108" y="1"/>
                </a:cubicBezTo>
                <a:cubicBezTo>
                  <a:pt x="104" y="1"/>
                  <a:pt x="102" y="3"/>
                  <a:pt x="102" y="7"/>
                </a:cubicBezTo>
                <a:cubicBezTo>
                  <a:pt x="102" y="10"/>
                  <a:pt x="104" y="13"/>
                  <a:pt x="108" y="13"/>
                </a:cubicBezTo>
                <a:close/>
                <a:moveTo>
                  <a:pt x="74" y="13"/>
                </a:moveTo>
                <a:cubicBezTo>
                  <a:pt x="74" y="13"/>
                  <a:pt x="74" y="13"/>
                  <a:pt x="74" y="13"/>
                </a:cubicBezTo>
                <a:cubicBezTo>
                  <a:pt x="77" y="13"/>
                  <a:pt x="80" y="10"/>
                  <a:pt x="80" y="7"/>
                </a:cubicBezTo>
                <a:cubicBezTo>
                  <a:pt x="80" y="3"/>
                  <a:pt x="77" y="1"/>
                  <a:pt x="74" y="1"/>
                </a:cubicBezTo>
                <a:cubicBezTo>
                  <a:pt x="71" y="1"/>
                  <a:pt x="68" y="3"/>
                  <a:pt x="68" y="7"/>
                </a:cubicBezTo>
                <a:cubicBezTo>
                  <a:pt x="68" y="10"/>
                  <a:pt x="71" y="13"/>
                  <a:pt x="74" y="13"/>
                </a:cubicBezTo>
                <a:close/>
                <a:moveTo>
                  <a:pt x="40" y="13"/>
                </a:moveTo>
                <a:cubicBezTo>
                  <a:pt x="40" y="13"/>
                  <a:pt x="40" y="13"/>
                  <a:pt x="40" y="13"/>
                </a:cubicBezTo>
                <a:cubicBezTo>
                  <a:pt x="43" y="13"/>
                  <a:pt x="46" y="10"/>
                  <a:pt x="46" y="7"/>
                </a:cubicBezTo>
                <a:cubicBezTo>
                  <a:pt x="46" y="3"/>
                  <a:pt x="43" y="1"/>
                  <a:pt x="40" y="1"/>
                </a:cubicBezTo>
                <a:cubicBezTo>
                  <a:pt x="37" y="1"/>
                  <a:pt x="34" y="3"/>
                  <a:pt x="34" y="7"/>
                </a:cubicBezTo>
                <a:cubicBezTo>
                  <a:pt x="34" y="10"/>
                  <a:pt x="37" y="13"/>
                  <a:pt x="40" y="13"/>
                </a:cubicBezTo>
                <a:close/>
                <a:moveTo>
                  <a:pt x="248" y="11"/>
                </a:moveTo>
                <a:cubicBezTo>
                  <a:pt x="248" y="10"/>
                  <a:pt x="249" y="10"/>
                  <a:pt x="249" y="9"/>
                </a:cubicBezTo>
                <a:cubicBezTo>
                  <a:pt x="250" y="8"/>
                  <a:pt x="250" y="7"/>
                  <a:pt x="250" y="7"/>
                </a:cubicBezTo>
                <a:cubicBezTo>
                  <a:pt x="250" y="5"/>
                  <a:pt x="249" y="4"/>
                  <a:pt x="248" y="2"/>
                </a:cubicBezTo>
                <a:cubicBezTo>
                  <a:pt x="246" y="0"/>
                  <a:pt x="242" y="0"/>
                  <a:pt x="239" y="2"/>
                </a:cubicBezTo>
                <a:cubicBezTo>
                  <a:pt x="238" y="4"/>
                  <a:pt x="238" y="5"/>
                  <a:pt x="238" y="7"/>
                </a:cubicBezTo>
                <a:cubicBezTo>
                  <a:pt x="238" y="8"/>
                  <a:pt x="238" y="10"/>
                  <a:pt x="239" y="11"/>
                </a:cubicBezTo>
                <a:cubicBezTo>
                  <a:pt x="241" y="12"/>
                  <a:pt x="242" y="13"/>
                  <a:pt x="244" y="13"/>
                </a:cubicBezTo>
                <a:cubicBezTo>
                  <a:pt x="245" y="13"/>
                  <a:pt x="247" y="12"/>
                  <a:pt x="248" y="1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2">
            <a:extLst>
              <a:ext uri="{FF2B5EF4-FFF2-40B4-BE49-F238E27FC236}">
                <a16:creationId xmlns:a16="http://schemas.microsoft.com/office/drawing/2014/main" id="{A01C39A1-379C-47AA-B540-E492C2BF96F4}"/>
              </a:ext>
            </a:extLst>
          </p:cNvPr>
          <p:cNvSpPr>
            <a:spLocks noEditPoints="1"/>
          </p:cNvSpPr>
          <p:nvPr/>
        </p:nvSpPr>
        <p:spPr bwMode="auto">
          <a:xfrm>
            <a:off x="6884988" y="1555750"/>
            <a:ext cx="898525" cy="47625"/>
          </a:xfrm>
          <a:custGeom>
            <a:avLst/>
            <a:gdLst>
              <a:gd name="T0" fmla="*/ 4 w 250"/>
              <a:gd name="T1" fmla="*/ 12 h 13"/>
              <a:gd name="T2" fmla="*/ 0 w 250"/>
              <a:gd name="T3" fmla="*/ 7 h 13"/>
              <a:gd name="T4" fmla="*/ 0 w 250"/>
              <a:gd name="T5" fmla="*/ 4 h 13"/>
              <a:gd name="T6" fmla="*/ 2 w 250"/>
              <a:gd name="T7" fmla="*/ 2 h 13"/>
              <a:gd name="T8" fmla="*/ 4 w 250"/>
              <a:gd name="T9" fmla="*/ 1 h 13"/>
              <a:gd name="T10" fmla="*/ 7 w 250"/>
              <a:gd name="T11" fmla="*/ 1 h 13"/>
              <a:gd name="T12" fmla="*/ 9 w 250"/>
              <a:gd name="T13" fmla="*/ 2 h 13"/>
              <a:gd name="T14" fmla="*/ 11 w 250"/>
              <a:gd name="T15" fmla="*/ 3 h 13"/>
              <a:gd name="T16" fmla="*/ 12 w 250"/>
              <a:gd name="T17" fmla="*/ 5 h 13"/>
              <a:gd name="T18" fmla="*/ 10 w 250"/>
              <a:gd name="T19" fmla="*/ 11 h 13"/>
              <a:gd name="T20" fmla="*/ 210 w 250"/>
              <a:gd name="T21" fmla="*/ 13 h 13"/>
              <a:gd name="T22" fmla="*/ 216 w 250"/>
              <a:gd name="T23" fmla="*/ 7 h 13"/>
              <a:gd name="T24" fmla="*/ 204 w 250"/>
              <a:gd name="T25" fmla="*/ 7 h 13"/>
              <a:gd name="T26" fmla="*/ 176 w 250"/>
              <a:gd name="T27" fmla="*/ 13 h 13"/>
              <a:gd name="T28" fmla="*/ 182 w 250"/>
              <a:gd name="T29" fmla="*/ 7 h 13"/>
              <a:gd name="T30" fmla="*/ 170 w 250"/>
              <a:gd name="T31" fmla="*/ 7 h 13"/>
              <a:gd name="T32" fmla="*/ 142 w 250"/>
              <a:gd name="T33" fmla="*/ 13 h 13"/>
              <a:gd name="T34" fmla="*/ 148 w 250"/>
              <a:gd name="T35" fmla="*/ 7 h 13"/>
              <a:gd name="T36" fmla="*/ 136 w 250"/>
              <a:gd name="T37" fmla="*/ 7 h 13"/>
              <a:gd name="T38" fmla="*/ 108 w 250"/>
              <a:gd name="T39" fmla="*/ 13 h 13"/>
              <a:gd name="T40" fmla="*/ 114 w 250"/>
              <a:gd name="T41" fmla="*/ 7 h 13"/>
              <a:gd name="T42" fmla="*/ 102 w 250"/>
              <a:gd name="T43" fmla="*/ 7 h 13"/>
              <a:gd name="T44" fmla="*/ 74 w 250"/>
              <a:gd name="T45" fmla="*/ 13 h 13"/>
              <a:gd name="T46" fmla="*/ 80 w 250"/>
              <a:gd name="T47" fmla="*/ 7 h 13"/>
              <a:gd name="T48" fmla="*/ 68 w 250"/>
              <a:gd name="T49" fmla="*/ 7 h 13"/>
              <a:gd name="T50" fmla="*/ 40 w 250"/>
              <a:gd name="T51" fmla="*/ 13 h 13"/>
              <a:gd name="T52" fmla="*/ 46 w 250"/>
              <a:gd name="T53" fmla="*/ 7 h 13"/>
              <a:gd name="T54" fmla="*/ 34 w 250"/>
              <a:gd name="T55" fmla="*/ 7 h 13"/>
              <a:gd name="T56" fmla="*/ 246 w 250"/>
              <a:gd name="T57" fmla="*/ 12 h 13"/>
              <a:gd name="T58" fmla="*/ 250 w 250"/>
              <a:gd name="T59" fmla="*/ 7 h 13"/>
              <a:gd name="T60" fmla="*/ 249 w 250"/>
              <a:gd name="T61" fmla="*/ 4 h 13"/>
              <a:gd name="T62" fmla="*/ 248 w 250"/>
              <a:gd name="T63" fmla="*/ 2 h 13"/>
              <a:gd name="T64" fmla="*/ 246 w 250"/>
              <a:gd name="T65" fmla="*/ 1 h 13"/>
              <a:gd name="T66" fmla="*/ 243 w 250"/>
              <a:gd name="T67" fmla="*/ 1 h 13"/>
              <a:gd name="T68" fmla="*/ 240 w 250"/>
              <a:gd name="T69" fmla="*/ 2 h 13"/>
              <a:gd name="T70" fmla="*/ 239 w 250"/>
              <a:gd name="T71" fmla="*/ 3 h 13"/>
              <a:gd name="T72" fmla="*/ 238 w 250"/>
              <a:gd name="T73" fmla="*/ 5 h 13"/>
              <a:gd name="T74" fmla="*/ 238 w 250"/>
              <a:gd name="T75" fmla="*/ 9 h 13"/>
              <a:gd name="T76" fmla="*/ 241 w 250"/>
              <a:gd name="T77" fmla="*/ 12 h 13"/>
              <a:gd name="T78" fmla="*/ 246 w 250"/>
              <a:gd name="T7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0" h="13">
                <a:moveTo>
                  <a:pt x="6" y="13"/>
                </a:moveTo>
                <a:cubicBezTo>
                  <a:pt x="5" y="13"/>
                  <a:pt x="4" y="12"/>
                  <a:pt x="4" y="12"/>
                </a:cubicBezTo>
                <a:cubicBezTo>
                  <a:pt x="3" y="12"/>
                  <a:pt x="2" y="11"/>
                  <a:pt x="2" y="11"/>
                </a:cubicBezTo>
                <a:cubicBezTo>
                  <a:pt x="1" y="10"/>
                  <a:pt x="0" y="8"/>
                  <a:pt x="0" y="7"/>
                </a:cubicBezTo>
                <a:cubicBezTo>
                  <a:pt x="0" y="6"/>
                  <a:pt x="0" y="6"/>
                  <a:pt x="0" y="5"/>
                </a:cubicBezTo>
                <a:cubicBezTo>
                  <a:pt x="0" y="5"/>
                  <a:pt x="0" y="5"/>
                  <a:pt x="0" y="4"/>
                </a:cubicBezTo>
                <a:cubicBezTo>
                  <a:pt x="1" y="3"/>
                  <a:pt x="1" y="3"/>
                  <a:pt x="1" y="3"/>
                </a:cubicBezTo>
                <a:cubicBezTo>
                  <a:pt x="2" y="2"/>
                  <a:pt x="2" y="2"/>
                  <a:pt x="2" y="2"/>
                </a:cubicBezTo>
                <a:cubicBezTo>
                  <a:pt x="3" y="2"/>
                  <a:pt x="3" y="2"/>
                  <a:pt x="3" y="2"/>
                </a:cubicBezTo>
                <a:cubicBezTo>
                  <a:pt x="4" y="1"/>
                  <a:pt x="4" y="1"/>
                  <a:pt x="4" y="1"/>
                </a:cubicBezTo>
                <a:cubicBezTo>
                  <a:pt x="4" y="1"/>
                  <a:pt x="4" y="1"/>
                  <a:pt x="5" y="1"/>
                </a:cubicBezTo>
                <a:cubicBezTo>
                  <a:pt x="5" y="0"/>
                  <a:pt x="6" y="0"/>
                  <a:pt x="7" y="1"/>
                </a:cubicBezTo>
                <a:cubicBezTo>
                  <a:pt x="7" y="1"/>
                  <a:pt x="8" y="1"/>
                  <a:pt x="8" y="1"/>
                </a:cubicBezTo>
                <a:cubicBezTo>
                  <a:pt x="9" y="1"/>
                  <a:pt x="9" y="1"/>
                  <a:pt x="9" y="2"/>
                </a:cubicBezTo>
                <a:cubicBezTo>
                  <a:pt x="10" y="2"/>
                  <a:pt x="10" y="2"/>
                  <a:pt x="10" y="2"/>
                </a:cubicBezTo>
                <a:cubicBezTo>
                  <a:pt x="11" y="3"/>
                  <a:pt x="11" y="3"/>
                  <a:pt x="11" y="3"/>
                </a:cubicBezTo>
                <a:cubicBezTo>
                  <a:pt x="11" y="4"/>
                  <a:pt x="11" y="4"/>
                  <a:pt x="11" y="4"/>
                </a:cubicBezTo>
                <a:cubicBezTo>
                  <a:pt x="12" y="5"/>
                  <a:pt x="12" y="5"/>
                  <a:pt x="12" y="5"/>
                </a:cubicBezTo>
                <a:cubicBezTo>
                  <a:pt x="12" y="6"/>
                  <a:pt x="12" y="6"/>
                  <a:pt x="12" y="7"/>
                </a:cubicBezTo>
                <a:cubicBezTo>
                  <a:pt x="12" y="8"/>
                  <a:pt x="11" y="10"/>
                  <a:pt x="10" y="11"/>
                </a:cubicBezTo>
                <a:cubicBezTo>
                  <a:pt x="9" y="12"/>
                  <a:pt x="7" y="13"/>
                  <a:pt x="6" y="13"/>
                </a:cubicBezTo>
                <a:close/>
                <a:moveTo>
                  <a:pt x="210" y="13"/>
                </a:moveTo>
                <a:cubicBezTo>
                  <a:pt x="210" y="13"/>
                  <a:pt x="210" y="13"/>
                  <a:pt x="210" y="13"/>
                </a:cubicBezTo>
                <a:cubicBezTo>
                  <a:pt x="213" y="13"/>
                  <a:pt x="216" y="10"/>
                  <a:pt x="216" y="7"/>
                </a:cubicBezTo>
                <a:cubicBezTo>
                  <a:pt x="216" y="3"/>
                  <a:pt x="213" y="1"/>
                  <a:pt x="210" y="1"/>
                </a:cubicBezTo>
                <a:cubicBezTo>
                  <a:pt x="206" y="1"/>
                  <a:pt x="204" y="3"/>
                  <a:pt x="204" y="7"/>
                </a:cubicBezTo>
                <a:cubicBezTo>
                  <a:pt x="204" y="10"/>
                  <a:pt x="206" y="13"/>
                  <a:pt x="210" y="13"/>
                </a:cubicBezTo>
                <a:close/>
                <a:moveTo>
                  <a:pt x="176" y="13"/>
                </a:moveTo>
                <a:cubicBezTo>
                  <a:pt x="176" y="13"/>
                  <a:pt x="176" y="13"/>
                  <a:pt x="176" y="13"/>
                </a:cubicBezTo>
                <a:cubicBezTo>
                  <a:pt x="179" y="13"/>
                  <a:pt x="182" y="10"/>
                  <a:pt x="182" y="7"/>
                </a:cubicBezTo>
                <a:cubicBezTo>
                  <a:pt x="182" y="3"/>
                  <a:pt x="179" y="1"/>
                  <a:pt x="176" y="1"/>
                </a:cubicBezTo>
                <a:cubicBezTo>
                  <a:pt x="172" y="1"/>
                  <a:pt x="170" y="3"/>
                  <a:pt x="170" y="7"/>
                </a:cubicBezTo>
                <a:cubicBezTo>
                  <a:pt x="170" y="10"/>
                  <a:pt x="172" y="13"/>
                  <a:pt x="176" y="13"/>
                </a:cubicBezTo>
                <a:close/>
                <a:moveTo>
                  <a:pt x="142" y="13"/>
                </a:moveTo>
                <a:cubicBezTo>
                  <a:pt x="142" y="13"/>
                  <a:pt x="142" y="13"/>
                  <a:pt x="142" y="13"/>
                </a:cubicBezTo>
                <a:cubicBezTo>
                  <a:pt x="145" y="13"/>
                  <a:pt x="148" y="10"/>
                  <a:pt x="148" y="7"/>
                </a:cubicBezTo>
                <a:cubicBezTo>
                  <a:pt x="148" y="3"/>
                  <a:pt x="145" y="1"/>
                  <a:pt x="142" y="1"/>
                </a:cubicBezTo>
                <a:cubicBezTo>
                  <a:pt x="138" y="1"/>
                  <a:pt x="136" y="3"/>
                  <a:pt x="136" y="7"/>
                </a:cubicBezTo>
                <a:cubicBezTo>
                  <a:pt x="136" y="10"/>
                  <a:pt x="138" y="13"/>
                  <a:pt x="142" y="13"/>
                </a:cubicBezTo>
                <a:close/>
                <a:moveTo>
                  <a:pt x="108" y="13"/>
                </a:moveTo>
                <a:cubicBezTo>
                  <a:pt x="108" y="13"/>
                  <a:pt x="108" y="13"/>
                  <a:pt x="108" y="13"/>
                </a:cubicBezTo>
                <a:cubicBezTo>
                  <a:pt x="111" y="13"/>
                  <a:pt x="114" y="10"/>
                  <a:pt x="114" y="7"/>
                </a:cubicBezTo>
                <a:cubicBezTo>
                  <a:pt x="114" y="3"/>
                  <a:pt x="111" y="1"/>
                  <a:pt x="108" y="1"/>
                </a:cubicBezTo>
                <a:cubicBezTo>
                  <a:pt x="104" y="1"/>
                  <a:pt x="102" y="3"/>
                  <a:pt x="102" y="7"/>
                </a:cubicBezTo>
                <a:cubicBezTo>
                  <a:pt x="102" y="10"/>
                  <a:pt x="104" y="13"/>
                  <a:pt x="108" y="13"/>
                </a:cubicBezTo>
                <a:close/>
                <a:moveTo>
                  <a:pt x="74" y="13"/>
                </a:moveTo>
                <a:cubicBezTo>
                  <a:pt x="74" y="13"/>
                  <a:pt x="74" y="13"/>
                  <a:pt x="74" y="13"/>
                </a:cubicBezTo>
                <a:cubicBezTo>
                  <a:pt x="77" y="13"/>
                  <a:pt x="80" y="10"/>
                  <a:pt x="80" y="7"/>
                </a:cubicBezTo>
                <a:cubicBezTo>
                  <a:pt x="80" y="3"/>
                  <a:pt x="77" y="1"/>
                  <a:pt x="74" y="1"/>
                </a:cubicBezTo>
                <a:cubicBezTo>
                  <a:pt x="71" y="1"/>
                  <a:pt x="68" y="3"/>
                  <a:pt x="68" y="7"/>
                </a:cubicBezTo>
                <a:cubicBezTo>
                  <a:pt x="68" y="10"/>
                  <a:pt x="71" y="13"/>
                  <a:pt x="74" y="13"/>
                </a:cubicBezTo>
                <a:close/>
                <a:moveTo>
                  <a:pt x="40" y="13"/>
                </a:moveTo>
                <a:cubicBezTo>
                  <a:pt x="40" y="13"/>
                  <a:pt x="40" y="13"/>
                  <a:pt x="40" y="13"/>
                </a:cubicBezTo>
                <a:cubicBezTo>
                  <a:pt x="43" y="13"/>
                  <a:pt x="46" y="10"/>
                  <a:pt x="46" y="7"/>
                </a:cubicBezTo>
                <a:cubicBezTo>
                  <a:pt x="46" y="3"/>
                  <a:pt x="43" y="1"/>
                  <a:pt x="40" y="1"/>
                </a:cubicBezTo>
                <a:cubicBezTo>
                  <a:pt x="37" y="1"/>
                  <a:pt x="34" y="3"/>
                  <a:pt x="34" y="7"/>
                </a:cubicBezTo>
                <a:cubicBezTo>
                  <a:pt x="34" y="10"/>
                  <a:pt x="37" y="13"/>
                  <a:pt x="40" y="13"/>
                </a:cubicBezTo>
                <a:close/>
                <a:moveTo>
                  <a:pt x="246" y="12"/>
                </a:moveTo>
                <a:cubicBezTo>
                  <a:pt x="247" y="12"/>
                  <a:pt x="247" y="11"/>
                  <a:pt x="248" y="11"/>
                </a:cubicBezTo>
                <a:cubicBezTo>
                  <a:pt x="249" y="10"/>
                  <a:pt x="250" y="8"/>
                  <a:pt x="250" y="7"/>
                </a:cubicBezTo>
                <a:cubicBezTo>
                  <a:pt x="250" y="6"/>
                  <a:pt x="250" y="6"/>
                  <a:pt x="250" y="5"/>
                </a:cubicBezTo>
                <a:cubicBezTo>
                  <a:pt x="249" y="5"/>
                  <a:pt x="249" y="5"/>
                  <a:pt x="249" y="4"/>
                </a:cubicBezTo>
                <a:cubicBezTo>
                  <a:pt x="249" y="3"/>
                  <a:pt x="249" y="3"/>
                  <a:pt x="249" y="3"/>
                </a:cubicBezTo>
                <a:cubicBezTo>
                  <a:pt x="248" y="2"/>
                  <a:pt x="248" y="2"/>
                  <a:pt x="248" y="2"/>
                </a:cubicBezTo>
                <a:cubicBezTo>
                  <a:pt x="247" y="2"/>
                  <a:pt x="247" y="2"/>
                  <a:pt x="247" y="2"/>
                </a:cubicBezTo>
                <a:cubicBezTo>
                  <a:pt x="246" y="1"/>
                  <a:pt x="246" y="1"/>
                  <a:pt x="246" y="1"/>
                </a:cubicBezTo>
                <a:cubicBezTo>
                  <a:pt x="246" y="1"/>
                  <a:pt x="245" y="1"/>
                  <a:pt x="245" y="1"/>
                </a:cubicBezTo>
                <a:cubicBezTo>
                  <a:pt x="244" y="0"/>
                  <a:pt x="243" y="0"/>
                  <a:pt x="243" y="1"/>
                </a:cubicBezTo>
                <a:cubicBezTo>
                  <a:pt x="242" y="1"/>
                  <a:pt x="242" y="1"/>
                  <a:pt x="241" y="1"/>
                </a:cubicBezTo>
                <a:cubicBezTo>
                  <a:pt x="240" y="2"/>
                  <a:pt x="240" y="2"/>
                  <a:pt x="240" y="2"/>
                </a:cubicBezTo>
                <a:cubicBezTo>
                  <a:pt x="239" y="2"/>
                  <a:pt x="239" y="2"/>
                  <a:pt x="239" y="2"/>
                </a:cubicBezTo>
                <a:cubicBezTo>
                  <a:pt x="239" y="3"/>
                  <a:pt x="239" y="3"/>
                  <a:pt x="239" y="3"/>
                </a:cubicBezTo>
                <a:cubicBezTo>
                  <a:pt x="238" y="4"/>
                  <a:pt x="238" y="4"/>
                  <a:pt x="238" y="4"/>
                </a:cubicBezTo>
                <a:cubicBezTo>
                  <a:pt x="238" y="5"/>
                  <a:pt x="238" y="5"/>
                  <a:pt x="238" y="5"/>
                </a:cubicBezTo>
                <a:cubicBezTo>
                  <a:pt x="238" y="6"/>
                  <a:pt x="238" y="6"/>
                  <a:pt x="238" y="7"/>
                </a:cubicBezTo>
                <a:cubicBezTo>
                  <a:pt x="238" y="7"/>
                  <a:pt x="238" y="8"/>
                  <a:pt x="238" y="9"/>
                </a:cubicBezTo>
                <a:cubicBezTo>
                  <a:pt x="238" y="10"/>
                  <a:pt x="239" y="10"/>
                  <a:pt x="239" y="11"/>
                </a:cubicBezTo>
                <a:cubicBezTo>
                  <a:pt x="240" y="11"/>
                  <a:pt x="241" y="12"/>
                  <a:pt x="241" y="12"/>
                </a:cubicBezTo>
                <a:cubicBezTo>
                  <a:pt x="242" y="12"/>
                  <a:pt x="243" y="13"/>
                  <a:pt x="244" y="13"/>
                </a:cubicBezTo>
                <a:cubicBezTo>
                  <a:pt x="244" y="13"/>
                  <a:pt x="245" y="12"/>
                  <a:pt x="246" y="1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56" name="Group 55">
            <a:extLst>
              <a:ext uri="{FF2B5EF4-FFF2-40B4-BE49-F238E27FC236}">
                <a16:creationId xmlns:a16="http://schemas.microsoft.com/office/drawing/2014/main" id="{D0C5849B-4061-45B3-82D7-DC90B74E1DF6}"/>
              </a:ext>
            </a:extLst>
          </p:cNvPr>
          <p:cNvGrpSpPr/>
          <p:nvPr/>
        </p:nvGrpSpPr>
        <p:grpSpPr>
          <a:xfrm>
            <a:off x="5724526" y="2320925"/>
            <a:ext cx="981075" cy="982663"/>
            <a:chOff x="5724526" y="2320925"/>
            <a:chExt cx="981075" cy="982663"/>
          </a:xfrm>
          <a:effectLst>
            <a:outerShdw blurRad="165100" dist="101600" dir="2700000" sx="99000" sy="99000" algn="tl" rotWithShape="0">
              <a:prstClr val="black">
                <a:alpha val="34000"/>
              </a:prstClr>
            </a:outerShdw>
          </a:effectLst>
        </p:grpSpPr>
        <p:sp>
          <p:nvSpPr>
            <p:cNvPr id="16" name="Oval 13">
              <a:extLst>
                <a:ext uri="{FF2B5EF4-FFF2-40B4-BE49-F238E27FC236}">
                  <a16:creationId xmlns:a16="http://schemas.microsoft.com/office/drawing/2014/main" id="{79DFB6AE-F7E5-40C3-958C-B17FD5D7E444}"/>
                </a:ext>
              </a:extLst>
            </p:cNvPr>
            <p:cNvSpPr>
              <a:spLocks noChangeArrowheads="1"/>
            </p:cNvSpPr>
            <p:nvPr/>
          </p:nvSpPr>
          <p:spPr bwMode="auto">
            <a:xfrm>
              <a:off x="5724526" y="2320925"/>
              <a:ext cx="981075" cy="9826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4">
              <a:extLst>
                <a:ext uri="{FF2B5EF4-FFF2-40B4-BE49-F238E27FC236}">
                  <a16:creationId xmlns:a16="http://schemas.microsoft.com/office/drawing/2014/main" id="{422DC42E-8833-470D-A11F-1FC2FCB3F014}"/>
                </a:ext>
              </a:extLst>
            </p:cNvPr>
            <p:cNvSpPr>
              <a:spLocks/>
            </p:cNvSpPr>
            <p:nvPr/>
          </p:nvSpPr>
          <p:spPr bwMode="auto">
            <a:xfrm>
              <a:off x="5864226" y="2462213"/>
              <a:ext cx="841375" cy="841375"/>
            </a:xfrm>
            <a:custGeom>
              <a:avLst/>
              <a:gdLst>
                <a:gd name="T0" fmla="*/ 193 w 234"/>
                <a:gd name="T1" fmla="*/ 0 h 234"/>
                <a:gd name="T2" fmla="*/ 232 w 234"/>
                <a:gd name="T3" fmla="*/ 95 h 234"/>
                <a:gd name="T4" fmla="*/ 95 w 234"/>
                <a:gd name="T5" fmla="*/ 232 h 234"/>
                <a:gd name="T6" fmla="*/ 0 w 234"/>
                <a:gd name="T7" fmla="*/ 193 h 234"/>
                <a:gd name="T8" fmla="*/ 97 w 234"/>
                <a:gd name="T9" fmla="*/ 234 h 234"/>
                <a:gd name="T10" fmla="*/ 234 w 234"/>
                <a:gd name="T11" fmla="*/ 98 h 234"/>
                <a:gd name="T12" fmla="*/ 193 w 234"/>
                <a:gd name="T13" fmla="*/ 0 h 234"/>
              </a:gdLst>
              <a:ahLst/>
              <a:cxnLst>
                <a:cxn ang="0">
                  <a:pos x="T0" y="T1"/>
                </a:cxn>
                <a:cxn ang="0">
                  <a:pos x="T2" y="T3"/>
                </a:cxn>
                <a:cxn ang="0">
                  <a:pos x="T4" y="T5"/>
                </a:cxn>
                <a:cxn ang="0">
                  <a:pos x="T6" y="T7"/>
                </a:cxn>
                <a:cxn ang="0">
                  <a:pos x="T8" y="T9"/>
                </a:cxn>
                <a:cxn ang="0">
                  <a:pos x="T10" y="T11"/>
                </a:cxn>
                <a:cxn ang="0">
                  <a:pos x="T12" y="T13"/>
                </a:cxn>
              </a:cxnLst>
              <a:rect l="0" t="0" r="r" b="b"/>
              <a:pathLst>
                <a:path w="234" h="234">
                  <a:moveTo>
                    <a:pt x="193" y="0"/>
                  </a:moveTo>
                  <a:cubicBezTo>
                    <a:pt x="217" y="25"/>
                    <a:pt x="232" y="58"/>
                    <a:pt x="232" y="95"/>
                  </a:cubicBezTo>
                  <a:cubicBezTo>
                    <a:pt x="232" y="171"/>
                    <a:pt x="170" y="232"/>
                    <a:pt x="95" y="232"/>
                  </a:cubicBezTo>
                  <a:cubicBezTo>
                    <a:pt x="58" y="232"/>
                    <a:pt x="24" y="217"/>
                    <a:pt x="0" y="193"/>
                  </a:cubicBezTo>
                  <a:cubicBezTo>
                    <a:pt x="25" y="218"/>
                    <a:pt x="59" y="234"/>
                    <a:pt x="97" y="234"/>
                  </a:cubicBezTo>
                  <a:cubicBezTo>
                    <a:pt x="173" y="234"/>
                    <a:pt x="234" y="173"/>
                    <a:pt x="234" y="98"/>
                  </a:cubicBezTo>
                  <a:cubicBezTo>
                    <a:pt x="234" y="59"/>
                    <a:pt x="218" y="25"/>
                    <a:pt x="193" y="0"/>
                  </a:cubicBezTo>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5">
              <a:extLst>
                <a:ext uri="{FF2B5EF4-FFF2-40B4-BE49-F238E27FC236}">
                  <a16:creationId xmlns:a16="http://schemas.microsoft.com/office/drawing/2014/main" id="{14905F3C-BFCE-43EC-9341-16E7953290AE}"/>
                </a:ext>
              </a:extLst>
            </p:cNvPr>
            <p:cNvSpPr>
              <a:spLocks noEditPoints="1"/>
            </p:cNvSpPr>
            <p:nvPr/>
          </p:nvSpPr>
          <p:spPr bwMode="auto">
            <a:xfrm>
              <a:off x="5724526" y="28146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17">
              <a:extLst>
                <a:ext uri="{FF2B5EF4-FFF2-40B4-BE49-F238E27FC236}">
                  <a16:creationId xmlns:a16="http://schemas.microsoft.com/office/drawing/2014/main" id="{B45EB6FE-92BB-4031-A2B9-3F7BE1130983}"/>
                </a:ext>
              </a:extLst>
            </p:cNvPr>
            <p:cNvSpPr>
              <a:spLocks/>
            </p:cNvSpPr>
            <p:nvPr/>
          </p:nvSpPr>
          <p:spPr bwMode="auto">
            <a:xfrm>
              <a:off x="5724526" y="2320925"/>
              <a:ext cx="839788" cy="841375"/>
            </a:xfrm>
            <a:custGeom>
              <a:avLst/>
              <a:gdLst>
                <a:gd name="T0" fmla="*/ 136 w 234"/>
                <a:gd name="T1" fmla="*/ 0 h 234"/>
                <a:gd name="T2" fmla="*/ 0 w 234"/>
                <a:gd name="T3" fmla="*/ 137 h 234"/>
                <a:gd name="T4" fmla="*/ 0 w 234"/>
                <a:gd name="T5" fmla="*/ 137 h 234"/>
                <a:gd name="T6" fmla="*/ 0 w 234"/>
                <a:gd name="T7" fmla="*/ 137 h 234"/>
                <a:gd name="T8" fmla="*/ 0 w 234"/>
                <a:gd name="T9" fmla="*/ 137 h 234"/>
                <a:gd name="T10" fmla="*/ 0 w 234"/>
                <a:gd name="T11" fmla="*/ 137 h 234"/>
                <a:gd name="T12" fmla="*/ 0 w 234"/>
                <a:gd name="T13" fmla="*/ 137 h 234"/>
                <a:gd name="T14" fmla="*/ 0 w 234"/>
                <a:gd name="T15" fmla="*/ 137 h 234"/>
                <a:gd name="T16" fmla="*/ 40 w 234"/>
                <a:gd name="T17" fmla="*/ 233 h 234"/>
                <a:gd name="T18" fmla="*/ 41 w 234"/>
                <a:gd name="T19" fmla="*/ 234 h 234"/>
                <a:gd name="T20" fmla="*/ 3 w 234"/>
                <a:gd name="T21" fmla="*/ 140 h 234"/>
                <a:gd name="T22" fmla="*/ 140 w 234"/>
                <a:gd name="T23" fmla="*/ 3 h 234"/>
                <a:gd name="T24" fmla="*/ 234 w 234"/>
                <a:gd name="T25" fmla="*/ 41 h 234"/>
                <a:gd name="T26" fmla="*/ 232 w 234"/>
                <a:gd name="T27" fmla="*/ 40 h 234"/>
                <a:gd name="T28" fmla="*/ 137 w 234"/>
                <a:gd name="T29" fmla="*/ 0 h 234"/>
                <a:gd name="T30" fmla="*/ 137 w 234"/>
                <a:gd name="T31" fmla="*/ 0 h 234"/>
                <a:gd name="T32" fmla="*/ 137 w 234"/>
                <a:gd name="T33" fmla="*/ 0 h 234"/>
                <a:gd name="T34" fmla="*/ 137 w 234"/>
                <a:gd name="T35" fmla="*/ 0 h 234"/>
                <a:gd name="T36" fmla="*/ 137 w 234"/>
                <a:gd name="T37" fmla="*/ 0 h 234"/>
                <a:gd name="T38" fmla="*/ 137 w 234"/>
                <a:gd name="T39" fmla="*/ 0 h 234"/>
                <a:gd name="T40" fmla="*/ 136 w 234"/>
                <a:gd name="T41" fmla="*/ 0 h 234"/>
                <a:gd name="T42" fmla="*/ 136 w 234"/>
                <a:gd name="T43"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4" h="234">
                  <a:moveTo>
                    <a:pt x="136" y="0"/>
                  </a:moveTo>
                  <a:cubicBezTo>
                    <a:pt x="61" y="0"/>
                    <a:pt x="0" y="61"/>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75"/>
                    <a:pt x="15" y="208"/>
                    <a:pt x="40" y="233"/>
                  </a:cubicBezTo>
                  <a:cubicBezTo>
                    <a:pt x="40" y="233"/>
                    <a:pt x="41" y="234"/>
                    <a:pt x="41" y="234"/>
                  </a:cubicBezTo>
                  <a:cubicBezTo>
                    <a:pt x="18" y="209"/>
                    <a:pt x="3" y="176"/>
                    <a:pt x="3" y="140"/>
                  </a:cubicBezTo>
                  <a:cubicBezTo>
                    <a:pt x="3" y="64"/>
                    <a:pt x="64" y="3"/>
                    <a:pt x="140" y="3"/>
                  </a:cubicBezTo>
                  <a:cubicBezTo>
                    <a:pt x="176" y="3"/>
                    <a:pt x="209" y="18"/>
                    <a:pt x="234" y="41"/>
                  </a:cubicBezTo>
                  <a:cubicBezTo>
                    <a:pt x="233" y="40"/>
                    <a:pt x="233" y="40"/>
                    <a:pt x="232" y="40"/>
                  </a:cubicBezTo>
                  <a:cubicBezTo>
                    <a:pt x="208" y="15"/>
                    <a:pt x="174" y="0"/>
                    <a:pt x="137" y="0"/>
                  </a:cubicBezTo>
                  <a:cubicBezTo>
                    <a:pt x="137" y="0"/>
                    <a:pt x="137" y="0"/>
                    <a:pt x="137" y="0"/>
                  </a:cubicBezTo>
                  <a:cubicBezTo>
                    <a:pt x="137" y="0"/>
                    <a:pt x="137" y="0"/>
                    <a:pt x="137" y="0"/>
                  </a:cubicBezTo>
                  <a:cubicBezTo>
                    <a:pt x="137" y="0"/>
                    <a:pt x="137" y="0"/>
                    <a:pt x="137" y="0"/>
                  </a:cubicBezTo>
                  <a:cubicBezTo>
                    <a:pt x="137" y="0"/>
                    <a:pt x="137" y="0"/>
                    <a:pt x="137" y="0"/>
                  </a:cubicBezTo>
                  <a:cubicBezTo>
                    <a:pt x="137" y="0"/>
                    <a:pt x="137" y="0"/>
                    <a:pt x="137" y="0"/>
                  </a:cubicBezTo>
                  <a:cubicBezTo>
                    <a:pt x="137" y="0"/>
                    <a:pt x="136" y="0"/>
                    <a:pt x="136" y="0"/>
                  </a:cubicBezTo>
                  <a:cubicBezTo>
                    <a:pt x="136" y="0"/>
                    <a:pt x="136" y="0"/>
                    <a:pt x="136"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18">
              <a:extLst>
                <a:ext uri="{FF2B5EF4-FFF2-40B4-BE49-F238E27FC236}">
                  <a16:creationId xmlns:a16="http://schemas.microsoft.com/office/drawing/2014/main" id="{B1E44ACC-214B-47B5-80A3-3225843F1CF3}"/>
                </a:ext>
              </a:extLst>
            </p:cNvPr>
            <p:cNvSpPr>
              <a:spLocks noEditPoints="1"/>
            </p:cNvSpPr>
            <p:nvPr/>
          </p:nvSpPr>
          <p:spPr bwMode="auto">
            <a:xfrm>
              <a:off x="5867401" y="2465388"/>
              <a:ext cx="696913" cy="701675"/>
            </a:xfrm>
            <a:custGeom>
              <a:avLst/>
              <a:gdLst>
                <a:gd name="T0" fmla="*/ 0 w 194"/>
                <a:gd name="T1" fmla="*/ 193 h 195"/>
                <a:gd name="T2" fmla="*/ 2 w 194"/>
                <a:gd name="T3" fmla="*/ 195 h 195"/>
                <a:gd name="T4" fmla="*/ 1 w 194"/>
                <a:gd name="T5" fmla="*/ 194 h 195"/>
                <a:gd name="T6" fmla="*/ 0 w 194"/>
                <a:gd name="T7" fmla="*/ 193 h 195"/>
                <a:gd name="T8" fmla="*/ 192 w 194"/>
                <a:gd name="T9" fmla="*/ 0 h 195"/>
                <a:gd name="T10" fmla="*/ 194 w 194"/>
                <a:gd name="T11" fmla="*/ 1 h 195"/>
                <a:gd name="T12" fmla="*/ 194 w 194"/>
                <a:gd name="T13" fmla="*/ 2 h 195"/>
                <a:gd name="T14" fmla="*/ 192 w 194"/>
                <a:gd name="T15" fmla="*/ 0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95">
                  <a:moveTo>
                    <a:pt x="0" y="193"/>
                  </a:moveTo>
                  <a:cubicBezTo>
                    <a:pt x="0" y="193"/>
                    <a:pt x="1" y="194"/>
                    <a:pt x="2" y="195"/>
                  </a:cubicBezTo>
                  <a:cubicBezTo>
                    <a:pt x="1" y="194"/>
                    <a:pt x="1" y="194"/>
                    <a:pt x="1" y="194"/>
                  </a:cubicBezTo>
                  <a:cubicBezTo>
                    <a:pt x="1" y="194"/>
                    <a:pt x="0" y="193"/>
                    <a:pt x="0" y="193"/>
                  </a:cubicBezTo>
                  <a:moveTo>
                    <a:pt x="192" y="0"/>
                  </a:moveTo>
                  <a:cubicBezTo>
                    <a:pt x="193" y="0"/>
                    <a:pt x="193" y="0"/>
                    <a:pt x="194" y="1"/>
                  </a:cubicBezTo>
                  <a:cubicBezTo>
                    <a:pt x="194" y="1"/>
                    <a:pt x="194" y="1"/>
                    <a:pt x="194" y="2"/>
                  </a:cubicBezTo>
                  <a:cubicBezTo>
                    <a:pt x="194" y="1"/>
                    <a:pt x="193" y="0"/>
                    <a:pt x="192" y="0"/>
                  </a:cubicBezTo>
                </a:path>
              </a:pathLst>
            </a:custGeom>
            <a:solidFill>
              <a:srgbClr val="FE6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4" name="Group 53">
            <a:extLst>
              <a:ext uri="{FF2B5EF4-FFF2-40B4-BE49-F238E27FC236}">
                <a16:creationId xmlns:a16="http://schemas.microsoft.com/office/drawing/2014/main" id="{B1A157D4-B3A2-45C5-AE5B-D9B9AFA342EE}"/>
              </a:ext>
            </a:extLst>
          </p:cNvPr>
          <p:cNvGrpSpPr/>
          <p:nvPr/>
        </p:nvGrpSpPr>
        <p:grpSpPr>
          <a:xfrm>
            <a:off x="5724526" y="4787900"/>
            <a:ext cx="981075" cy="981075"/>
            <a:chOff x="5724526" y="4787900"/>
            <a:chExt cx="981075" cy="981075"/>
          </a:xfrm>
          <a:effectLst>
            <a:outerShdw blurRad="165100" dist="101600" dir="2700000" sx="99000" sy="99000" algn="tl" rotWithShape="0">
              <a:prstClr val="black">
                <a:alpha val="34000"/>
              </a:prstClr>
            </a:outerShdw>
          </a:effectLst>
        </p:grpSpPr>
        <p:sp>
          <p:nvSpPr>
            <p:cNvPr id="22" name="Oval 19">
              <a:extLst>
                <a:ext uri="{FF2B5EF4-FFF2-40B4-BE49-F238E27FC236}">
                  <a16:creationId xmlns:a16="http://schemas.microsoft.com/office/drawing/2014/main" id="{3A0F014D-6F78-4F24-8186-29A49F465B91}"/>
                </a:ext>
              </a:extLst>
            </p:cNvPr>
            <p:cNvSpPr>
              <a:spLocks noChangeArrowheads="1"/>
            </p:cNvSpPr>
            <p:nvPr/>
          </p:nvSpPr>
          <p:spPr bwMode="auto">
            <a:xfrm>
              <a:off x="5724526" y="4787900"/>
              <a:ext cx="981075" cy="98107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0">
              <a:extLst>
                <a:ext uri="{FF2B5EF4-FFF2-40B4-BE49-F238E27FC236}">
                  <a16:creationId xmlns:a16="http://schemas.microsoft.com/office/drawing/2014/main" id="{181AAED4-F716-4BE4-8F4E-00FD3F342957}"/>
                </a:ext>
              </a:extLst>
            </p:cNvPr>
            <p:cNvSpPr>
              <a:spLocks/>
            </p:cNvSpPr>
            <p:nvPr/>
          </p:nvSpPr>
          <p:spPr bwMode="auto">
            <a:xfrm>
              <a:off x="5864226" y="4927600"/>
              <a:ext cx="841375" cy="841375"/>
            </a:xfrm>
            <a:custGeom>
              <a:avLst/>
              <a:gdLst>
                <a:gd name="T0" fmla="*/ 193 w 234"/>
                <a:gd name="T1" fmla="*/ 0 h 234"/>
                <a:gd name="T2" fmla="*/ 232 w 234"/>
                <a:gd name="T3" fmla="*/ 95 h 234"/>
                <a:gd name="T4" fmla="*/ 95 w 234"/>
                <a:gd name="T5" fmla="*/ 232 h 234"/>
                <a:gd name="T6" fmla="*/ 0 w 234"/>
                <a:gd name="T7" fmla="*/ 193 h 234"/>
                <a:gd name="T8" fmla="*/ 97 w 234"/>
                <a:gd name="T9" fmla="*/ 234 h 234"/>
                <a:gd name="T10" fmla="*/ 234 w 234"/>
                <a:gd name="T11" fmla="*/ 98 h 234"/>
                <a:gd name="T12" fmla="*/ 193 w 234"/>
                <a:gd name="T13" fmla="*/ 0 h 234"/>
              </a:gdLst>
              <a:ahLst/>
              <a:cxnLst>
                <a:cxn ang="0">
                  <a:pos x="T0" y="T1"/>
                </a:cxn>
                <a:cxn ang="0">
                  <a:pos x="T2" y="T3"/>
                </a:cxn>
                <a:cxn ang="0">
                  <a:pos x="T4" y="T5"/>
                </a:cxn>
                <a:cxn ang="0">
                  <a:pos x="T6" y="T7"/>
                </a:cxn>
                <a:cxn ang="0">
                  <a:pos x="T8" y="T9"/>
                </a:cxn>
                <a:cxn ang="0">
                  <a:pos x="T10" y="T11"/>
                </a:cxn>
                <a:cxn ang="0">
                  <a:pos x="T12" y="T13"/>
                </a:cxn>
              </a:cxnLst>
              <a:rect l="0" t="0" r="r" b="b"/>
              <a:pathLst>
                <a:path w="234" h="234">
                  <a:moveTo>
                    <a:pt x="193" y="0"/>
                  </a:moveTo>
                  <a:cubicBezTo>
                    <a:pt x="217" y="25"/>
                    <a:pt x="232" y="58"/>
                    <a:pt x="232" y="95"/>
                  </a:cubicBezTo>
                  <a:cubicBezTo>
                    <a:pt x="232" y="171"/>
                    <a:pt x="170" y="232"/>
                    <a:pt x="95" y="232"/>
                  </a:cubicBezTo>
                  <a:cubicBezTo>
                    <a:pt x="58" y="232"/>
                    <a:pt x="24" y="217"/>
                    <a:pt x="0" y="193"/>
                  </a:cubicBezTo>
                  <a:cubicBezTo>
                    <a:pt x="25" y="218"/>
                    <a:pt x="59" y="234"/>
                    <a:pt x="97" y="234"/>
                  </a:cubicBezTo>
                  <a:cubicBezTo>
                    <a:pt x="173" y="234"/>
                    <a:pt x="234" y="173"/>
                    <a:pt x="234" y="98"/>
                  </a:cubicBezTo>
                  <a:cubicBezTo>
                    <a:pt x="234" y="59"/>
                    <a:pt x="218" y="25"/>
                    <a:pt x="193" y="0"/>
                  </a:cubicBezTo>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1">
              <a:extLst>
                <a:ext uri="{FF2B5EF4-FFF2-40B4-BE49-F238E27FC236}">
                  <a16:creationId xmlns:a16="http://schemas.microsoft.com/office/drawing/2014/main" id="{27364BCA-5366-4DAD-83CC-D6FA159A1EC7}"/>
                </a:ext>
              </a:extLst>
            </p:cNvPr>
            <p:cNvSpPr>
              <a:spLocks noEditPoints="1"/>
            </p:cNvSpPr>
            <p:nvPr/>
          </p:nvSpPr>
          <p:spPr bwMode="auto">
            <a:xfrm>
              <a:off x="5724526" y="52800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0653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3">
              <a:extLst>
                <a:ext uri="{FF2B5EF4-FFF2-40B4-BE49-F238E27FC236}">
                  <a16:creationId xmlns:a16="http://schemas.microsoft.com/office/drawing/2014/main" id="{AAB9252F-490A-49FE-9755-9EBF0D22C286}"/>
                </a:ext>
              </a:extLst>
            </p:cNvPr>
            <p:cNvSpPr>
              <a:spLocks/>
            </p:cNvSpPr>
            <p:nvPr/>
          </p:nvSpPr>
          <p:spPr bwMode="auto">
            <a:xfrm>
              <a:off x="5724526" y="4787900"/>
              <a:ext cx="839788" cy="841375"/>
            </a:xfrm>
            <a:custGeom>
              <a:avLst/>
              <a:gdLst>
                <a:gd name="T0" fmla="*/ 136 w 234"/>
                <a:gd name="T1" fmla="*/ 0 h 234"/>
                <a:gd name="T2" fmla="*/ 0 w 234"/>
                <a:gd name="T3" fmla="*/ 137 h 234"/>
                <a:gd name="T4" fmla="*/ 0 w 234"/>
                <a:gd name="T5" fmla="*/ 137 h 234"/>
                <a:gd name="T6" fmla="*/ 0 w 234"/>
                <a:gd name="T7" fmla="*/ 137 h 234"/>
                <a:gd name="T8" fmla="*/ 0 w 234"/>
                <a:gd name="T9" fmla="*/ 137 h 234"/>
                <a:gd name="T10" fmla="*/ 0 w 234"/>
                <a:gd name="T11" fmla="*/ 137 h 234"/>
                <a:gd name="T12" fmla="*/ 0 w 234"/>
                <a:gd name="T13" fmla="*/ 137 h 234"/>
                <a:gd name="T14" fmla="*/ 0 w 234"/>
                <a:gd name="T15" fmla="*/ 137 h 234"/>
                <a:gd name="T16" fmla="*/ 40 w 234"/>
                <a:gd name="T17" fmla="*/ 233 h 234"/>
                <a:gd name="T18" fmla="*/ 41 w 234"/>
                <a:gd name="T19" fmla="*/ 234 h 234"/>
                <a:gd name="T20" fmla="*/ 3 w 234"/>
                <a:gd name="T21" fmla="*/ 140 h 234"/>
                <a:gd name="T22" fmla="*/ 140 w 234"/>
                <a:gd name="T23" fmla="*/ 3 h 234"/>
                <a:gd name="T24" fmla="*/ 234 w 234"/>
                <a:gd name="T25" fmla="*/ 41 h 234"/>
                <a:gd name="T26" fmla="*/ 232 w 234"/>
                <a:gd name="T27" fmla="*/ 40 h 234"/>
                <a:gd name="T28" fmla="*/ 137 w 234"/>
                <a:gd name="T29" fmla="*/ 0 h 234"/>
                <a:gd name="T30" fmla="*/ 137 w 234"/>
                <a:gd name="T31" fmla="*/ 0 h 234"/>
                <a:gd name="T32" fmla="*/ 137 w 234"/>
                <a:gd name="T33" fmla="*/ 0 h 234"/>
                <a:gd name="T34" fmla="*/ 137 w 234"/>
                <a:gd name="T35" fmla="*/ 0 h 234"/>
                <a:gd name="T36" fmla="*/ 137 w 234"/>
                <a:gd name="T37" fmla="*/ 0 h 234"/>
                <a:gd name="T38" fmla="*/ 137 w 234"/>
                <a:gd name="T39" fmla="*/ 0 h 234"/>
                <a:gd name="T40" fmla="*/ 136 w 234"/>
                <a:gd name="T41" fmla="*/ 0 h 234"/>
                <a:gd name="T42" fmla="*/ 136 w 234"/>
                <a:gd name="T43"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4" h="234">
                  <a:moveTo>
                    <a:pt x="136" y="0"/>
                  </a:moveTo>
                  <a:cubicBezTo>
                    <a:pt x="61" y="0"/>
                    <a:pt x="0" y="61"/>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75"/>
                    <a:pt x="15" y="208"/>
                    <a:pt x="40" y="233"/>
                  </a:cubicBezTo>
                  <a:cubicBezTo>
                    <a:pt x="40" y="233"/>
                    <a:pt x="40" y="234"/>
                    <a:pt x="41" y="234"/>
                  </a:cubicBezTo>
                  <a:cubicBezTo>
                    <a:pt x="18" y="209"/>
                    <a:pt x="3" y="176"/>
                    <a:pt x="3" y="140"/>
                  </a:cubicBezTo>
                  <a:cubicBezTo>
                    <a:pt x="3" y="65"/>
                    <a:pt x="64" y="3"/>
                    <a:pt x="140" y="3"/>
                  </a:cubicBezTo>
                  <a:cubicBezTo>
                    <a:pt x="176" y="3"/>
                    <a:pt x="209" y="18"/>
                    <a:pt x="234" y="41"/>
                  </a:cubicBezTo>
                  <a:cubicBezTo>
                    <a:pt x="233" y="41"/>
                    <a:pt x="233" y="40"/>
                    <a:pt x="232" y="40"/>
                  </a:cubicBezTo>
                  <a:cubicBezTo>
                    <a:pt x="208" y="16"/>
                    <a:pt x="174" y="0"/>
                    <a:pt x="137" y="0"/>
                  </a:cubicBezTo>
                  <a:cubicBezTo>
                    <a:pt x="137" y="0"/>
                    <a:pt x="137" y="0"/>
                    <a:pt x="137" y="0"/>
                  </a:cubicBezTo>
                  <a:cubicBezTo>
                    <a:pt x="137" y="0"/>
                    <a:pt x="137" y="0"/>
                    <a:pt x="137" y="0"/>
                  </a:cubicBezTo>
                  <a:cubicBezTo>
                    <a:pt x="137" y="0"/>
                    <a:pt x="137" y="0"/>
                    <a:pt x="137" y="0"/>
                  </a:cubicBezTo>
                  <a:cubicBezTo>
                    <a:pt x="137" y="0"/>
                    <a:pt x="137" y="0"/>
                    <a:pt x="137" y="0"/>
                  </a:cubicBezTo>
                  <a:cubicBezTo>
                    <a:pt x="137" y="0"/>
                    <a:pt x="137" y="0"/>
                    <a:pt x="137" y="0"/>
                  </a:cubicBezTo>
                  <a:cubicBezTo>
                    <a:pt x="137" y="0"/>
                    <a:pt x="136" y="0"/>
                    <a:pt x="136" y="0"/>
                  </a:cubicBezTo>
                  <a:cubicBezTo>
                    <a:pt x="136" y="0"/>
                    <a:pt x="136" y="0"/>
                    <a:pt x="136" y="0"/>
                  </a:cubicBezTo>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4">
              <a:extLst>
                <a:ext uri="{FF2B5EF4-FFF2-40B4-BE49-F238E27FC236}">
                  <a16:creationId xmlns:a16="http://schemas.microsoft.com/office/drawing/2014/main" id="{9215512C-4616-4908-BD3F-0E4916AB20D9}"/>
                </a:ext>
              </a:extLst>
            </p:cNvPr>
            <p:cNvSpPr>
              <a:spLocks noEditPoints="1"/>
            </p:cNvSpPr>
            <p:nvPr/>
          </p:nvSpPr>
          <p:spPr bwMode="auto">
            <a:xfrm>
              <a:off x="5867401" y="4930775"/>
              <a:ext cx="696913" cy="701675"/>
            </a:xfrm>
            <a:custGeom>
              <a:avLst/>
              <a:gdLst>
                <a:gd name="T0" fmla="*/ 0 w 194"/>
                <a:gd name="T1" fmla="*/ 193 h 195"/>
                <a:gd name="T2" fmla="*/ 2 w 194"/>
                <a:gd name="T3" fmla="*/ 195 h 195"/>
                <a:gd name="T4" fmla="*/ 1 w 194"/>
                <a:gd name="T5" fmla="*/ 194 h 195"/>
                <a:gd name="T6" fmla="*/ 0 w 194"/>
                <a:gd name="T7" fmla="*/ 193 h 195"/>
                <a:gd name="T8" fmla="*/ 192 w 194"/>
                <a:gd name="T9" fmla="*/ 0 h 195"/>
                <a:gd name="T10" fmla="*/ 194 w 194"/>
                <a:gd name="T11" fmla="*/ 1 h 195"/>
                <a:gd name="T12" fmla="*/ 194 w 194"/>
                <a:gd name="T13" fmla="*/ 2 h 195"/>
                <a:gd name="T14" fmla="*/ 192 w 194"/>
                <a:gd name="T15" fmla="*/ 0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95">
                  <a:moveTo>
                    <a:pt x="0" y="193"/>
                  </a:moveTo>
                  <a:cubicBezTo>
                    <a:pt x="0" y="194"/>
                    <a:pt x="1" y="194"/>
                    <a:pt x="2" y="195"/>
                  </a:cubicBezTo>
                  <a:cubicBezTo>
                    <a:pt x="1" y="195"/>
                    <a:pt x="1" y="194"/>
                    <a:pt x="1" y="194"/>
                  </a:cubicBezTo>
                  <a:cubicBezTo>
                    <a:pt x="0" y="194"/>
                    <a:pt x="0" y="193"/>
                    <a:pt x="0" y="193"/>
                  </a:cubicBezTo>
                  <a:moveTo>
                    <a:pt x="192" y="0"/>
                  </a:moveTo>
                  <a:cubicBezTo>
                    <a:pt x="193" y="0"/>
                    <a:pt x="193" y="1"/>
                    <a:pt x="194" y="1"/>
                  </a:cubicBezTo>
                  <a:cubicBezTo>
                    <a:pt x="194" y="1"/>
                    <a:pt x="194" y="2"/>
                    <a:pt x="194" y="2"/>
                  </a:cubicBezTo>
                  <a:cubicBezTo>
                    <a:pt x="194" y="1"/>
                    <a:pt x="193" y="0"/>
                    <a:pt x="192" y="0"/>
                  </a:cubicBezTo>
                </a:path>
              </a:pathLst>
            </a:custGeom>
            <a:solidFill>
              <a:srgbClr val="5187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31" name="Freeform 28">
            <a:extLst>
              <a:ext uri="{FF2B5EF4-FFF2-40B4-BE49-F238E27FC236}">
                <a16:creationId xmlns:a16="http://schemas.microsoft.com/office/drawing/2014/main" id="{762D0B37-5889-4A30-9FBB-4BCDB0CE5614}"/>
              </a:ext>
            </a:extLst>
          </p:cNvPr>
          <p:cNvSpPr>
            <a:spLocks noEditPoints="1"/>
          </p:cNvSpPr>
          <p:nvPr/>
        </p:nvSpPr>
        <p:spPr bwMode="auto">
          <a:xfrm>
            <a:off x="5724526" y="158115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3" name="Group 52">
            <a:extLst>
              <a:ext uri="{FF2B5EF4-FFF2-40B4-BE49-F238E27FC236}">
                <a16:creationId xmlns:a16="http://schemas.microsoft.com/office/drawing/2014/main" id="{97F97147-A904-4A03-B457-67BCF3294DE9}"/>
              </a:ext>
            </a:extLst>
          </p:cNvPr>
          <p:cNvGrpSpPr/>
          <p:nvPr/>
        </p:nvGrpSpPr>
        <p:grpSpPr>
          <a:xfrm>
            <a:off x="5724526" y="1089025"/>
            <a:ext cx="981075" cy="981075"/>
            <a:chOff x="5724526" y="1089025"/>
            <a:chExt cx="981075" cy="981075"/>
          </a:xfrm>
          <a:effectLst>
            <a:outerShdw blurRad="165100" dist="101600" dir="2700000" sx="99000" sy="99000" algn="tl" rotWithShape="0">
              <a:prstClr val="black">
                <a:alpha val="34000"/>
              </a:prstClr>
            </a:outerShdw>
          </a:effectLst>
        </p:grpSpPr>
        <p:sp>
          <p:nvSpPr>
            <p:cNvPr id="28" name="Oval 25">
              <a:extLst>
                <a:ext uri="{FF2B5EF4-FFF2-40B4-BE49-F238E27FC236}">
                  <a16:creationId xmlns:a16="http://schemas.microsoft.com/office/drawing/2014/main" id="{DF66DFCD-FE75-4D06-97A6-EA6E6A5D5374}"/>
                </a:ext>
              </a:extLst>
            </p:cNvPr>
            <p:cNvSpPr>
              <a:spLocks noChangeArrowheads="1"/>
            </p:cNvSpPr>
            <p:nvPr/>
          </p:nvSpPr>
          <p:spPr bwMode="auto">
            <a:xfrm>
              <a:off x="5724526" y="1089025"/>
              <a:ext cx="981075" cy="9810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6">
              <a:extLst>
                <a:ext uri="{FF2B5EF4-FFF2-40B4-BE49-F238E27FC236}">
                  <a16:creationId xmlns:a16="http://schemas.microsoft.com/office/drawing/2014/main" id="{F99B072A-61F6-4A98-A69E-157EC11113B8}"/>
                </a:ext>
              </a:extLst>
            </p:cNvPr>
            <p:cNvSpPr>
              <a:spLocks/>
            </p:cNvSpPr>
            <p:nvPr/>
          </p:nvSpPr>
          <p:spPr bwMode="auto">
            <a:xfrm>
              <a:off x="5864226" y="1228725"/>
              <a:ext cx="841375" cy="841375"/>
            </a:xfrm>
            <a:custGeom>
              <a:avLst/>
              <a:gdLst>
                <a:gd name="T0" fmla="*/ 193 w 234"/>
                <a:gd name="T1" fmla="*/ 0 h 234"/>
                <a:gd name="T2" fmla="*/ 232 w 234"/>
                <a:gd name="T3" fmla="*/ 95 h 234"/>
                <a:gd name="T4" fmla="*/ 95 w 234"/>
                <a:gd name="T5" fmla="*/ 232 h 234"/>
                <a:gd name="T6" fmla="*/ 0 w 234"/>
                <a:gd name="T7" fmla="*/ 193 h 234"/>
                <a:gd name="T8" fmla="*/ 97 w 234"/>
                <a:gd name="T9" fmla="*/ 234 h 234"/>
                <a:gd name="T10" fmla="*/ 234 w 234"/>
                <a:gd name="T11" fmla="*/ 98 h 234"/>
                <a:gd name="T12" fmla="*/ 193 w 234"/>
                <a:gd name="T13" fmla="*/ 0 h 234"/>
              </a:gdLst>
              <a:ahLst/>
              <a:cxnLst>
                <a:cxn ang="0">
                  <a:pos x="T0" y="T1"/>
                </a:cxn>
                <a:cxn ang="0">
                  <a:pos x="T2" y="T3"/>
                </a:cxn>
                <a:cxn ang="0">
                  <a:pos x="T4" y="T5"/>
                </a:cxn>
                <a:cxn ang="0">
                  <a:pos x="T6" y="T7"/>
                </a:cxn>
                <a:cxn ang="0">
                  <a:pos x="T8" y="T9"/>
                </a:cxn>
                <a:cxn ang="0">
                  <a:pos x="T10" y="T11"/>
                </a:cxn>
                <a:cxn ang="0">
                  <a:pos x="T12" y="T13"/>
                </a:cxn>
              </a:cxnLst>
              <a:rect l="0" t="0" r="r" b="b"/>
              <a:pathLst>
                <a:path w="234" h="234">
                  <a:moveTo>
                    <a:pt x="193" y="0"/>
                  </a:moveTo>
                  <a:cubicBezTo>
                    <a:pt x="217" y="24"/>
                    <a:pt x="232" y="58"/>
                    <a:pt x="232" y="95"/>
                  </a:cubicBezTo>
                  <a:cubicBezTo>
                    <a:pt x="232" y="171"/>
                    <a:pt x="170" y="232"/>
                    <a:pt x="95" y="232"/>
                  </a:cubicBezTo>
                  <a:cubicBezTo>
                    <a:pt x="58" y="232"/>
                    <a:pt x="24" y="217"/>
                    <a:pt x="0" y="193"/>
                  </a:cubicBezTo>
                  <a:cubicBezTo>
                    <a:pt x="25" y="218"/>
                    <a:pt x="59" y="234"/>
                    <a:pt x="97" y="234"/>
                  </a:cubicBezTo>
                  <a:cubicBezTo>
                    <a:pt x="173" y="234"/>
                    <a:pt x="234" y="173"/>
                    <a:pt x="234" y="98"/>
                  </a:cubicBezTo>
                  <a:cubicBezTo>
                    <a:pt x="234" y="59"/>
                    <a:pt x="218" y="25"/>
                    <a:pt x="193" y="0"/>
                  </a:cubicBezTo>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29">
              <a:extLst>
                <a:ext uri="{FF2B5EF4-FFF2-40B4-BE49-F238E27FC236}">
                  <a16:creationId xmlns:a16="http://schemas.microsoft.com/office/drawing/2014/main" id="{BEBD2F8F-305A-4B78-B359-0A6D252DAA49}"/>
                </a:ext>
              </a:extLst>
            </p:cNvPr>
            <p:cNvSpPr>
              <a:spLocks/>
            </p:cNvSpPr>
            <p:nvPr/>
          </p:nvSpPr>
          <p:spPr bwMode="auto">
            <a:xfrm>
              <a:off x="5724526" y="1089025"/>
              <a:ext cx="839788" cy="841375"/>
            </a:xfrm>
            <a:custGeom>
              <a:avLst/>
              <a:gdLst>
                <a:gd name="T0" fmla="*/ 136 w 234"/>
                <a:gd name="T1" fmla="*/ 0 h 234"/>
                <a:gd name="T2" fmla="*/ 0 w 234"/>
                <a:gd name="T3" fmla="*/ 137 h 234"/>
                <a:gd name="T4" fmla="*/ 0 w 234"/>
                <a:gd name="T5" fmla="*/ 137 h 234"/>
                <a:gd name="T6" fmla="*/ 0 w 234"/>
                <a:gd name="T7" fmla="*/ 137 h 234"/>
                <a:gd name="T8" fmla="*/ 0 w 234"/>
                <a:gd name="T9" fmla="*/ 137 h 234"/>
                <a:gd name="T10" fmla="*/ 0 w 234"/>
                <a:gd name="T11" fmla="*/ 137 h 234"/>
                <a:gd name="T12" fmla="*/ 0 w 234"/>
                <a:gd name="T13" fmla="*/ 137 h 234"/>
                <a:gd name="T14" fmla="*/ 0 w 234"/>
                <a:gd name="T15" fmla="*/ 137 h 234"/>
                <a:gd name="T16" fmla="*/ 40 w 234"/>
                <a:gd name="T17" fmla="*/ 233 h 234"/>
                <a:gd name="T18" fmla="*/ 41 w 234"/>
                <a:gd name="T19" fmla="*/ 234 h 234"/>
                <a:gd name="T20" fmla="*/ 3 w 234"/>
                <a:gd name="T21" fmla="*/ 140 h 234"/>
                <a:gd name="T22" fmla="*/ 140 w 234"/>
                <a:gd name="T23" fmla="*/ 3 h 234"/>
                <a:gd name="T24" fmla="*/ 234 w 234"/>
                <a:gd name="T25" fmla="*/ 41 h 234"/>
                <a:gd name="T26" fmla="*/ 232 w 234"/>
                <a:gd name="T27" fmla="*/ 40 h 234"/>
                <a:gd name="T28" fmla="*/ 137 w 234"/>
                <a:gd name="T29" fmla="*/ 0 h 234"/>
                <a:gd name="T30" fmla="*/ 137 w 234"/>
                <a:gd name="T31" fmla="*/ 0 h 234"/>
                <a:gd name="T32" fmla="*/ 137 w 234"/>
                <a:gd name="T33" fmla="*/ 0 h 234"/>
                <a:gd name="T34" fmla="*/ 137 w 234"/>
                <a:gd name="T35" fmla="*/ 0 h 234"/>
                <a:gd name="T36" fmla="*/ 137 w 234"/>
                <a:gd name="T37" fmla="*/ 0 h 234"/>
                <a:gd name="T38" fmla="*/ 137 w 234"/>
                <a:gd name="T39" fmla="*/ 0 h 234"/>
                <a:gd name="T40" fmla="*/ 136 w 234"/>
                <a:gd name="T41" fmla="*/ 0 h 234"/>
                <a:gd name="T42" fmla="*/ 136 w 234"/>
                <a:gd name="T43"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4" h="234">
                  <a:moveTo>
                    <a:pt x="136" y="0"/>
                  </a:moveTo>
                  <a:cubicBezTo>
                    <a:pt x="61" y="0"/>
                    <a:pt x="0" y="61"/>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75"/>
                    <a:pt x="15" y="208"/>
                    <a:pt x="40" y="233"/>
                  </a:cubicBezTo>
                  <a:cubicBezTo>
                    <a:pt x="40" y="233"/>
                    <a:pt x="41" y="233"/>
                    <a:pt x="41" y="234"/>
                  </a:cubicBezTo>
                  <a:cubicBezTo>
                    <a:pt x="18" y="209"/>
                    <a:pt x="3" y="176"/>
                    <a:pt x="3" y="140"/>
                  </a:cubicBezTo>
                  <a:cubicBezTo>
                    <a:pt x="3" y="64"/>
                    <a:pt x="64" y="3"/>
                    <a:pt x="140" y="3"/>
                  </a:cubicBezTo>
                  <a:cubicBezTo>
                    <a:pt x="176" y="3"/>
                    <a:pt x="209" y="18"/>
                    <a:pt x="234" y="41"/>
                  </a:cubicBezTo>
                  <a:cubicBezTo>
                    <a:pt x="233" y="40"/>
                    <a:pt x="233" y="40"/>
                    <a:pt x="232" y="40"/>
                  </a:cubicBezTo>
                  <a:cubicBezTo>
                    <a:pt x="208" y="15"/>
                    <a:pt x="174" y="0"/>
                    <a:pt x="137" y="0"/>
                  </a:cubicBezTo>
                  <a:cubicBezTo>
                    <a:pt x="137" y="0"/>
                    <a:pt x="137" y="0"/>
                    <a:pt x="137" y="0"/>
                  </a:cubicBezTo>
                  <a:cubicBezTo>
                    <a:pt x="137" y="0"/>
                    <a:pt x="137" y="0"/>
                    <a:pt x="137" y="0"/>
                  </a:cubicBezTo>
                  <a:cubicBezTo>
                    <a:pt x="137" y="0"/>
                    <a:pt x="137" y="0"/>
                    <a:pt x="137" y="0"/>
                  </a:cubicBezTo>
                  <a:cubicBezTo>
                    <a:pt x="137" y="0"/>
                    <a:pt x="137" y="0"/>
                    <a:pt x="137" y="0"/>
                  </a:cubicBezTo>
                  <a:cubicBezTo>
                    <a:pt x="137" y="0"/>
                    <a:pt x="137" y="0"/>
                    <a:pt x="137" y="0"/>
                  </a:cubicBezTo>
                  <a:cubicBezTo>
                    <a:pt x="137" y="0"/>
                    <a:pt x="136" y="0"/>
                    <a:pt x="136" y="0"/>
                  </a:cubicBezTo>
                  <a:cubicBezTo>
                    <a:pt x="136" y="0"/>
                    <a:pt x="136" y="0"/>
                    <a:pt x="136" y="0"/>
                  </a:cubicBezTo>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5" name="Group 54">
            <a:extLst>
              <a:ext uri="{FF2B5EF4-FFF2-40B4-BE49-F238E27FC236}">
                <a16:creationId xmlns:a16="http://schemas.microsoft.com/office/drawing/2014/main" id="{CF726A4C-263D-4725-AF6B-FBBC78ED3087}"/>
              </a:ext>
            </a:extLst>
          </p:cNvPr>
          <p:cNvGrpSpPr/>
          <p:nvPr/>
        </p:nvGrpSpPr>
        <p:grpSpPr>
          <a:xfrm>
            <a:off x="5724526" y="3554413"/>
            <a:ext cx="981075" cy="981075"/>
            <a:chOff x="5724526" y="3554413"/>
            <a:chExt cx="981075" cy="981075"/>
          </a:xfrm>
          <a:effectLst>
            <a:outerShdw blurRad="165100" dist="101600" dir="2700000" sx="99000" sy="99000" algn="tl" rotWithShape="0">
              <a:prstClr val="black">
                <a:alpha val="34000"/>
              </a:prstClr>
            </a:outerShdw>
          </a:effectLst>
        </p:grpSpPr>
        <p:sp>
          <p:nvSpPr>
            <p:cNvPr id="34" name="Oval 31">
              <a:extLst>
                <a:ext uri="{FF2B5EF4-FFF2-40B4-BE49-F238E27FC236}">
                  <a16:creationId xmlns:a16="http://schemas.microsoft.com/office/drawing/2014/main" id="{A3C51618-4388-4B1A-900A-3B4D61D4FFD9}"/>
                </a:ext>
              </a:extLst>
            </p:cNvPr>
            <p:cNvSpPr>
              <a:spLocks noChangeArrowheads="1"/>
            </p:cNvSpPr>
            <p:nvPr/>
          </p:nvSpPr>
          <p:spPr bwMode="auto">
            <a:xfrm>
              <a:off x="5724526" y="3554413"/>
              <a:ext cx="981075" cy="9810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2">
              <a:extLst>
                <a:ext uri="{FF2B5EF4-FFF2-40B4-BE49-F238E27FC236}">
                  <a16:creationId xmlns:a16="http://schemas.microsoft.com/office/drawing/2014/main" id="{D61618D1-0DCB-420A-8051-AFC87816A26C}"/>
                </a:ext>
              </a:extLst>
            </p:cNvPr>
            <p:cNvSpPr>
              <a:spLocks/>
            </p:cNvSpPr>
            <p:nvPr/>
          </p:nvSpPr>
          <p:spPr bwMode="auto">
            <a:xfrm>
              <a:off x="5864226" y="3694113"/>
              <a:ext cx="841375" cy="841375"/>
            </a:xfrm>
            <a:custGeom>
              <a:avLst/>
              <a:gdLst>
                <a:gd name="T0" fmla="*/ 193 w 234"/>
                <a:gd name="T1" fmla="*/ 0 h 234"/>
                <a:gd name="T2" fmla="*/ 232 w 234"/>
                <a:gd name="T3" fmla="*/ 95 h 234"/>
                <a:gd name="T4" fmla="*/ 95 w 234"/>
                <a:gd name="T5" fmla="*/ 232 h 234"/>
                <a:gd name="T6" fmla="*/ 0 w 234"/>
                <a:gd name="T7" fmla="*/ 193 h 234"/>
                <a:gd name="T8" fmla="*/ 97 w 234"/>
                <a:gd name="T9" fmla="*/ 234 h 234"/>
                <a:gd name="T10" fmla="*/ 234 w 234"/>
                <a:gd name="T11" fmla="*/ 98 h 234"/>
                <a:gd name="T12" fmla="*/ 193 w 234"/>
                <a:gd name="T13" fmla="*/ 0 h 234"/>
              </a:gdLst>
              <a:ahLst/>
              <a:cxnLst>
                <a:cxn ang="0">
                  <a:pos x="T0" y="T1"/>
                </a:cxn>
                <a:cxn ang="0">
                  <a:pos x="T2" y="T3"/>
                </a:cxn>
                <a:cxn ang="0">
                  <a:pos x="T4" y="T5"/>
                </a:cxn>
                <a:cxn ang="0">
                  <a:pos x="T6" y="T7"/>
                </a:cxn>
                <a:cxn ang="0">
                  <a:pos x="T8" y="T9"/>
                </a:cxn>
                <a:cxn ang="0">
                  <a:pos x="T10" y="T11"/>
                </a:cxn>
                <a:cxn ang="0">
                  <a:pos x="T12" y="T13"/>
                </a:cxn>
              </a:cxnLst>
              <a:rect l="0" t="0" r="r" b="b"/>
              <a:pathLst>
                <a:path w="234" h="234">
                  <a:moveTo>
                    <a:pt x="193" y="0"/>
                  </a:moveTo>
                  <a:cubicBezTo>
                    <a:pt x="217" y="25"/>
                    <a:pt x="232" y="58"/>
                    <a:pt x="232" y="95"/>
                  </a:cubicBezTo>
                  <a:cubicBezTo>
                    <a:pt x="232" y="171"/>
                    <a:pt x="170" y="232"/>
                    <a:pt x="95" y="232"/>
                  </a:cubicBezTo>
                  <a:cubicBezTo>
                    <a:pt x="58" y="232"/>
                    <a:pt x="24" y="217"/>
                    <a:pt x="0" y="193"/>
                  </a:cubicBezTo>
                  <a:cubicBezTo>
                    <a:pt x="25" y="218"/>
                    <a:pt x="59" y="234"/>
                    <a:pt x="97" y="234"/>
                  </a:cubicBezTo>
                  <a:cubicBezTo>
                    <a:pt x="173" y="234"/>
                    <a:pt x="234" y="173"/>
                    <a:pt x="234" y="98"/>
                  </a:cubicBezTo>
                  <a:cubicBezTo>
                    <a:pt x="234" y="59"/>
                    <a:pt x="218" y="25"/>
                    <a:pt x="193" y="0"/>
                  </a:cubicBezTo>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34">
              <a:extLst>
                <a:ext uri="{FF2B5EF4-FFF2-40B4-BE49-F238E27FC236}">
                  <a16:creationId xmlns:a16="http://schemas.microsoft.com/office/drawing/2014/main" id="{30292669-0009-43A8-8AF3-664E01DF5FBF}"/>
                </a:ext>
              </a:extLst>
            </p:cNvPr>
            <p:cNvSpPr>
              <a:spLocks noEditPoints="1"/>
            </p:cNvSpPr>
            <p:nvPr/>
          </p:nvSpPr>
          <p:spPr bwMode="auto">
            <a:xfrm>
              <a:off x="5724526" y="40465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00F6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Freeform 35">
              <a:extLst>
                <a:ext uri="{FF2B5EF4-FFF2-40B4-BE49-F238E27FC236}">
                  <a16:creationId xmlns:a16="http://schemas.microsoft.com/office/drawing/2014/main" id="{004ECB5C-548E-45CB-AD13-E29AD53BADDF}"/>
                </a:ext>
              </a:extLst>
            </p:cNvPr>
            <p:cNvSpPr>
              <a:spLocks/>
            </p:cNvSpPr>
            <p:nvPr/>
          </p:nvSpPr>
          <p:spPr bwMode="auto">
            <a:xfrm>
              <a:off x="5724526" y="3554413"/>
              <a:ext cx="839788" cy="841375"/>
            </a:xfrm>
            <a:custGeom>
              <a:avLst/>
              <a:gdLst>
                <a:gd name="T0" fmla="*/ 136 w 234"/>
                <a:gd name="T1" fmla="*/ 0 h 234"/>
                <a:gd name="T2" fmla="*/ 0 w 234"/>
                <a:gd name="T3" fmla="*/ 137 h 234"/>
                <a:gd name="T4" fmla="*/ 0 w 234"/>
                <a:gd name="T5" fmla="*/ 137 h 234"/>
                <a:gd name="T6" fmla="*/ 0 w 234"/>
                <a:gd name="T7" fmla="*/ 137 h 234"/>
                <a:gd name="T8" fmla="*/ 0 w 234"/>
                <a:gd name="T9" fmla="*/ 137 h 234"/>
                <a:gd name="T10" fmla="*/ 0 w 234"/>
                <a:gd name="T11" fmla="*/ 137 h 234"/>
                <a:gd name="T12" fmla="*/ 0 w 234"/>
                <a:gd name="T13" fmla="*/ 137 h 234"/>
                <a:gd name="T14" fmla="*/ 0 w 234"/>
                <a:gd name="T15" fmla="*/ 137 h 234"/>
                <a:gd name="T16" fmla="*/ 40 w 234"/>
                <a:gd name="T17" fmla="*/ 233 h 234"/>
                <a:gd name="T18" fmla="*/ 41 w 234"/>
                <a:gd name="T19" fmla="*/ 234 h 234"/>
                <a:gd name="T20" fmla="*/ 3 w 234"/>
                <a:gd name="T21" fmla="*/ 140 h 234"/>
                <a:gd name="T22" fmla="*/ 140 w 234"/>
                <a:gd name="T23" fmla="*/ 3 h 234"/>
                <a:gd name="T24" fmla="*/ 234 w 234"/>
                <a:gd name="T25" fmla="*/ 41 h 234"/>
                <a:gd name="T26" fmla="*/ 232 w 234"/>
                <a:gd name="T27" fmla="*/ 40 h 234"/>
                <a:gd name="T28" fmla="*/ 137 w 234"/>
                <a:gd name="T29" fmla="*/ 0 h 234"/>
                <a:gd name="T30" fmla="*/ 137 w 234"/>
                <a:gd name="T31" fmla="*/ 0 h 234"/>
                <a:gd name="T32" fmla="*/ 137 w 234"/>
                <a:gd name="T33" fmla="*/ 0 h 234"/>
                <a:gd name="T34" fmla="*/ 137 w 234"/>
                <a:gd name="T35" fmla="*/ 0 h 234"/>
                <a:gd name="T36" fmla="*/ 137 w 234"/>
                <a:gd name="T37" fmla="*/ 0 h 234"/>
                <a:gd name="T38" fmla="*/ 137 w 234"/>
                <a:gd name="T39" fmla="*/ 0 h 234"/>
                <a:gd name="T40" fmla="*/ 136 w 234"/>
                <a:gd name="T41" fmla="*/ 0 h 234"/>
                <a:gd name="T42" fmla="*/ 136 w 234"/>
                <a:gd name="T43"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4" h="234">
                  <a:moveTo>
                    <a:pt x="136" y="0"/>
                  </a:moveTo>
                  <a:cubicBezTo>
                    <a:pt x="61" y="0"/>
                    <a:pt x="0" y="61"/>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75"/>
                    <a:pt x="15" y="208"/>
                    <a:pt x="40" y="233"/>
                  </a:cubicBezTo>
                  <a:cubicBezTo>
                    <a:pt x="40" y="233"/>
                    <a:pt x="40" y="234"/>
                    <a:pt x="41" y="234"/>
                  </a:cubicBezTo>
                  <a:cubicBezTo>
                    <a:pt x="18" y="209"/>
                    <a:pt x="3" y="176"/>
                    <a:pt x="3" y="140"/>
                  </a:cubicBezTo>
                  <a:cubicBezTo>
                    <a:pt x="3" y="65"/>
                    <a:pt x="64" y="3"/>
                    <a:pt x="140" y="3"/>
                  </a:cubicBezTo>
                  <a:cubicBezTo>
                    <a:pt x="176" y="3"/>
                    <a:pt x="209" y="18"/>
                    <a:pt x="234" y="41"/>
                  </a:cubicBezTo>
                  <a:cubicBezTo>
                    <a:pt x="233" y="41"/>
                    <a:pt x="233" y="40"/>
                    <a:pt x="232" y="40"/>
                  </a:cubicBezTo>
                  <a:cubicBezTo>
                    <a:pt x="208" y="15"/>
                    <a:pt x="174" y="0"/>
                    <a:pt x="137" y="0"/>
                  </a:cubicBezTo>
                  <a:cubicBezTo>
                    <a:pt x="137" y="0"/>
                    <a:pt x="137" y="0"/>
                    <a:pt x="137" y="0"/>
                  </a:cubicBezTo>
                  <a:cubicBezTo>
                    <a:pt x="137" y="0"/>
                    <a:pt x="137" y="0"/>
                    <a:pt x="137" y="0"/>
                  </a:cubicBezTo>
                  <a:cubicBezTo>
                    <a:pt x="137" y="0"/>
                    <a:pt x="137" y="0"/>
                    <a:pt x="137" y="0"/>
                  </a:cubicBezTo>
                  <a:cubicBezTo>
                    <a:pt x="137" y="0"/>
                    <a:pt x="137" y="0"/>
                    <a:pt x="137" y="0"/>
                  </a:cubicBezTo>
                  <a:cubicBezTo>
                    <a:pt x="137" y="0"/>
                    <a:pt x="137" y="0"/>
                    <a:pt x="137" y="0"/>
                  </a:cubicBezTo>
                  <a:cubicBezTo>
                    <a:pt x="137" y="0"/>
                    <a:pt x="136" y="0"/>
                    <a:pt x="136" y="0"/>
                  </a:cubicBezTo>
                  <a:cubicBezTo>
                    <a:pt x="136" y="0"/>
                    <a:pt x="136" y="0"/>
                    <a:pt x="136" y="0"/>
                  </a:cubicBezTo>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Freeform 36">
              <a:extLst>
                <a:ext uri="{FF2B5EF4-FFF2-40B4-BE49-F238E27FC236}">
                  <a16:creationId xmlns:a16="http://schemas.microsoft.com/office/drawing/2014/main" id="{B47FC37A-86EA-43E9-AE36-54452337B952}"/>
                </a:ext>
              </a:extLst>
            </p:cNvPr>
            <p:cNvSpPr>
              <a:spLocks noEditPoints="1"/>
            </p:cNvSpPr>
            <p:nvPr/>
          </p:nvSpPr>
          <p:spPr bwMode="auto">
            <a:xfrm>
              <a:off x="5867401" y="3698875"/>
              <a:ext cx="696913" cy="700088"/>
            </a:xfrm>
            <a:custGeom>
              <a:avLst/>
              <a:gdLst>
                <a:gd name="T0" fmla="*/ 0 w 194"/>
                <a:gd name="T1" fmla="*/ 193 h 195"/>
                <a:gd name="T2" fmla="*/ 2 w 194"/>
                <a:gd name="T3" fmla="*/ 195 h 195"/>
                <a:gd name="T4" fmla="*/ 1 w 194"/>
                <a:gd name="T5" fmla="*/ 194 h 195"/>
                <a:gd name="T6" fmla="*/ 0 w 194"/>
                <a:gd name="T7" fmla="*/ 193 h 195"/>
                <a:gd name="T8" fmla="*/ 192 w 194"/>
                <a:gd name="T9" fmla="*/ 0 h 195"/>
                <a:gd name="T10" fmla="*/ 194 w 194"/>
                <a:gd name="T11" fmla="*/ 1 h 195"/>
                <a:gd name="T12" fmla="*/ 194 w 194"/>
                <a:gd name="T13" fmla="*/ 2 h 195"/>
                <a:gd name="T14" fmla="*/ 192 w 194"/>
                <a:gd name="T15" fmla="*/ 0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95">
                  <a:moveTo>
                    <a:pt x="0" y="193"/>
                  </a:moveTo>
                  <a:cubicBezTo>
                    <a:pt x="0" y="194"/>
                    <a:pt x="1" y="194"/>
                    <a:pt x="2" y="195"/>
                  </a:cubicBezTo>
                  <a:cubicBezTo>
                    <a:pt x="1" y="195"/>
                    <a:pt x="1" y="194"/>
                    <a:pt x="1" y="194"/>
                  </a:cubicBezTo>
                  <a:cubicBezTo>
                    <a:pt x="0" y="194"/>
                    <a:pt x="0" y="193"/>
                    <a:pt x="0" y="193"/>
                  </a:cubicBezTo>
                  <a:moveTo>
                    <a:pt x="192" y="0"/>
                  </a:moveTo>
                  <a:cubicBezTo>
                    <a:pt x="193" y="0"/>
                    <a:pt x="193" y="1"/>
                    <a:pt x="194" y="1"/>
                  </a:cubicBezTo>
                  <a:cubicBezTo>
                    <a:pt x="194" y="1"/>
                    <a:pt x="194" y="1"/>
                    <a:pt x="194" y="2"/>
                  </a:cubicBezTo>
                  <a:cubicBezTo>
                    <a:pt x="194" y="1"/>
                    <a:pt x="193" y="0"/>
                    <a:pt x="192" y="0"/>
                  </a:cubicBezTo>
                </a:path>
              </a:pathLst>
            </a:custGeom>
            <a:solidFill>
              <a:srgbClr val="4DDD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40" name="Oval 37">
            <a:extLst>
              <a:ext uri="{FF2B5EF4-FFF2-40B4-BE49-F238E27FC236}">
                <a16:creationId xmlns:a16="http://schemas.microsoft.com/office/drawing/2014/main" id="{A3743F76-E995-4B55-A083-D711F3AED492}"/>
              </a:ext>
            </a:extLst>
          </p:cNvPr>
          <p:cNvSpPr>
            <a:spLocks noChangeArrowheads="1"/>
          </p:cNvSpPr>
          <p:nvPr/>
        </p:nvSpPr>
        <p:spPr bwMode="auto">
          <a:xfrm>
            <a:off x="5832476" y="2433638"/>
            <a:ext cx="760413" cy="762000"/>
          </a:xfrm>
          <a:prstGeom prst="ellipse">
            <a:avLst/>
          </a:prstGeom>
          <a:solidFill>
            <a:schemeClr val="bg2"/>
          </a:solidFill>
          <a:ln>
            <a:noFill/>
          </a:ln>
          <a:effectLst>
            <a:outerShdw blurRad="76200" dist="508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41" name="Oval 38">
            <a:extLst>
              <a:ext uri="{FF2B5EF4-FFF2-40B4-BE49-F238E27FC236}">
                <a16:creationId xmlns:a16="http://schemas.microsoft.com/office/drawing/2014/main" id="{B8A1AB9B-14DD-4239-A980-D0BD4B38DEEE}"/>
              </a:ext>
            </a:extLst>
          </p:cNvPr>
          <p:cNvSpPr>
            <a:spLocks noChangeArrowheads="1"/>
          </p:cNvSpPr>
          <p:nvPr/>
        </p:nvSpPr>
        <p:spPr bwMode="auto">
          <a:xfrm>
            <a:off x="5832476" y="4899025"/>
            <a:ext cx="760413" cy="762000"/>
          </a:xfrm>
          <a:prstGeom prst="ellipse">
            <a:avLst/>
          </a:prstGeom>
          <a:solidFill>
            <a:schemeClr val="bg2"/>
          </a:solidFill>
          <a:ln>
            <a:noFill/>
          </a:ln>
          <a:effectLst>
            <a:outerShdw blurRad="76200" dist="508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42" name="Oval 39">
            <a:extLst>
              <a:ext uri="{FF2B5EF4-FFF2-40B4-BE49-F238E27FC236}">
                <a16:creationId xmlns:a16="http://schemas.microsoft.com/office/drawing/2014/main" id="{35B61F63-73AC-4E52-806C-66FE0A6AA9AC}"/>
              </a:ext>
            </a:extLst>
          </p:cNvPr>
          <p:cNvSpPr>
            <a:spLocks noChangeArrowheads="1"/>
          </p:cNvSpPr>
          <p:nvPr/>
        </p:nvSpPr>
        <p:spPr bwMode="auto">
          <a:xfrm>
            <a:off x="5832476" y="1200150"/>
            <a:ext cx="760413" cy="758825"/>
          </a:xfrm>
          <a:prstGeom prst="ellipse">
            <a:avLst/>
          </a:prstGeom>
          <a:solidFill>
            <a:schemeClr val="bg2"/>
          </a:solidFill>
          <a:ln>
            <a:noFill/>
          </a:ln>
          <a:effectLst>
            <a:outerShdw blurRad="76200" dist="508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43" name="Oval 40">
            <a:extLst>
              <a:ext uri="{FF2B5EF4-FFF2-40B4-BE49-F238E27FC236}">
                <a16:creationId xmlns:a16="http://schemas.microsoft.com/office/drawing/2014/main" id="{E42874C4-D482-4CF5-BA67-0E2F85947AF5}"/>
              </a:ext>
            </a:extLst>
          </p:cNvPr>
          <p:cNvSpPr>
            <a:spLocks noChangeArrowheads="1"/>
          </p:cNvSpPr>
          <p:nvPr/>
        </p:nvSpPr>
        <p:spPr bwMode="auto">
          <a:xfrm>
            <a:off x="5832476" y="3665538"/>
            <a:ext cx="760413" cy="762000"/>
          </a:xfrm>
          <a:prstGeom prst="ellipse">
            <a:avLst/>
          </a:prstGeom>
          <a:solidFill>
            <a:schemeClr val="bg2"/>
          </a:solidFill>
          <a:ln>
            <a:noFill/>
          </a:ln>
          <a:effectLst>
            <a:outerShdw blurRad="76200" dist="508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30" name="Freeform 27">
            <a:extLst>
              <a:ext uri="{FF2B5EF4-FFF2-40B4-BE49-F238E27FC236}">
                <a16:creationId xmlns:a16="http://schemas.microsoft.com/office/drawing/2014/main" id="{4FFAFCC2-7F50-4D23-AF10-7334AE12DF9F}"/>
              </a:ext>
            </a:extLst>
          </p:cNvPr>
          <p:cNvSpPr>
            <a:spLocks noEditPoints="1"/>
          </p:cNvSpPr>
          <p:nvPr/>
        </p:nvSpPr>
        <p:spPr bwMode="auto">
          <a:xfrm>
            <a:off x="6216651" y="10890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D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3" name="Freeform 30">
            <a:extLst>
              <a:ext uri="{FF2B5EF4-FFF2-40B4-BE49-F238E27FC236}">
                <a16:creationId xmlns:a16="http://schemas.microsoft.com/office/drawing/2014/main" id="{0FACA83F-57EA-41C4-9E84-21C03ACB4D3B}"/>
              </a:ext>
            </a:extLst>
          </p:cNvPr>
          <p:cNvSpPr>
            <a:spLocks noEditPoints="1"/>
          </p:cNvSpPr>
          <p:nvPr/>
        </p:nvSpPr>
        <p:spPr bwMode="auto">
          <a:xfrm>
            <a:off x="5867401" y="1231900"/>
            <a:ext cx="696913" cy="701675"/>
          </a:xfrm>
          <a:custGeom>
            <a:avLst/>
            <a:gdLst>
              <a:gd name="T0" fmla="*/ 0 w 194"/>
              <a:gd name="T1" fmla="*/ 193 h 195"/>
              <a:gd name="T2" fmla="*/ 2 w 194"/>
              <a:gd name="T3" fmla="*/ 195 h 195"/>
              <a:gd name="T4" fmla="*/ 1 w 194"/>
              <a:gd name="T5" fmla="*/ 194 h 195"/>
              <a:gd name="T6" fmla="*/ 0 w 194"/>
              <a:gd name="T7" fmla="*/ 193 h 195"/>
              <a:gd name="T8" fmla="*/ 192 w 194"/>
              <a:gd name="T9" fmla="*/ 0 h 195"/>
              <a:gd name="T10" fmla="*/ 194 w 194"/>
              <a:gd name="T11" fmla="*/ 1 h 195"/>
              <a:gd name="T12" fmla="*/ 194 w 194"/>
              <a:gd name="T13" fmla="*/ 2 h 195"/>
              <a:gd name="T14" fmla="*/ 192 w 194"/>
              <a:gd name="T15" fmla="*/ 0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95">
                <a:moveTo>
                  <a:pt x="0" y="193"/>
                </a:moveTo>
                <a:cubicBezTo>
                  <a:pt x="0" y="193"/>
                  <a:pt x="1" y="194"/>
                  <a:pt x="2" y="195"/>
                </a:cubicBezTo>
                <a:cubicBezTo>
                  <a:pt x="1" y="194"/>
                  <a:pt x="1" y="194"/>
                  <a:pt x="1" y="194"/>
                </a:cubicBezTo>
                <a:cubicBezTo>
                  <a:pt x="1" y="193"/>
                  <a:pt x="0" y="193"/>
                  <a:pt x="0" y="193"/>
                </a:cubicBezTo>
                <a:moveTo>
                  <a:pt x="192" y="0"/>
                </a:moveTo>
                <a:cubicBezTo>
                  <a:pt x="193" y="0"/>
                  <a:pt x="193" y="0"/>
                  <a:pt x="194" y="1"/>
                </a:cubicBezTo>
                <a:cubicBezTo>
                  <a:pt x="194" y="1"/>
                  <a:pt x="194" y="1"/>
                  <a:pt x="194" y="2"/>
                </a:cubicBezTo>
                <a:cubicBezTo>
                  <a:pt x="194" y="1"/>
                  <a:pt x="193" y="0"/>
                  <a:pt x="192" y="0"/>
                </a:cubicBezTo>
              </a:path>
            </a:pathLst>
          </a:custGeom>
          <a:solidFill>
            <a:srgbClr val="FFD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7" name="Freeform 25">
            <a:extLst>
              <a:ext uri="{FF2B5EF4-FFF2-40B4-BE49-F238E27FC236}">
                <a16:creationId xmlns:a16="http://schemas.microsoft.com/office/drawing/2014/main" id="{44B8C388-03EA-466F-93FA-AA87FF45B98E}"/>
              </a:ext>
            </a:extLst>
          </p:cNvPr>
          <p:cNvSpPr>
            <a:spLocks noEditPoints="1"/>
          </p:cNvSpPr>
          <p:nvPr/>
        </p:nvSpPr>
        <p:spPr bwMode="auto">
          <a:xfrm>
            <a:off x="6048375" y="5087614"/>
            <a:ext cx="354492" cy="402832"/>
          </a:xfrm>
          <a:custGeom>
            <a:avLst/>
            <a:gdLst>
              <a:gd name="T0" fmla="*/ 34 w 108"/>
              <a:gd name="T1" fmla="*/ 96 h 123"/>
              <a:gd name="T2" fmla="*/ 26 w 108"/>
              <a:gd name="T3" fmla="*/ 74 h 123"/>
              <a:gd name="T4" fmla="*/ 20 w 108"/>
              <a:gd name="T5" fmla="*/ 56 h 123"/>
              <a:gd name="T6" fmla="*/ 54 w 108"/>
              <a:gd name="T7" fmla="*/ 21 h 123"/>
              <a:gd name="T8" fmla="*/ 88 w 108"/>
              <a:gd name="T9" fmla="*/ 56 h 123"/>
              <a:gd name="T10" fmla="*/ 82 w 108"/>
              <a:gd name="T11" fmla="*/ 74 h 123"/>
              <a:gd name="T12" fmla="*/ 74 w 108"/>
              <a:gd name="T13" fmla="*/ 93 h 123"/>
              <a:gd name="T14" fmla="*/ 54 w 108"/>
              <a:gd name="T15" fmla="*/ 34 h 123"/>
              <a:gd name="T16" fmla="*/ 34 w 108"/>
              <a:gd name="T17" fmla="*/ 55 h 123"/>
              <a:gd name="T18" fmla="*/ 54 w 108"/>
              <a:gd name="T19" fmla="*/ 75 h 123"/>
              <a:gd name="T20" fmla="*/ 74 w 108"/>
              <a:gd name="T21" fmla="*/ 55 h 123"/>
              <a:gd name="T22" fmla="*/ 54 w 108"/>
              <a:gd name="T23" fmla="*/ 34 h 123"/>
              <a:gd name="T24" fmla="*/ 46 w 108"/>
              <a:gd name="T25" fmla="*/ 58 h 123"/>
              <a:gd name="T26" fmla="*/ 52 w 108"/>
              <a:gd name="T27" fmla="*/ 65 h 123"/>
              <a:gd name="T28" fmla="*/ 62 w 108"/>
              <a:gd name="T29" fmla="*/ 49 h 123"/>
              <a:gd name="T30" fmla="*/ 54 w 108"/>
              <a:gd name="T31" fmla="*/ 11 h 123"/>
              <a:gd name="T32" fmla="*/ 54 w 108"/>
              <a:gd name="T33" fmla="*/ 0 h 123"/>
              <a:gd name="T34" fmla="*/ 32 w 108"/>
              <a:gd name="T35" fmla="*/ 17 h 123"/>
              <a:gd name="T36" fmla="*/ 27 w 108"/>
              <a:gd name="T37" fmla="*/ 8 h 123"/>
              <a:gd name="T38" fmla="*/ 7 w 108"/>
              <a:gd name="T39" fmla="*/ 28 h 123"/>
              <a:gd name="T40" fmla="*/ 16 w 108"/>
              <a:gd name="T41" fmla="*/ 33 h 123"/>
              <a:gd name="T42" fmla="*/ 0 w 108"/>
              <a:gd name="T43" fmla="*/ 55 h 123"/>
              <a:gd name="T44" fmla="*/ 10 w 108"/>
              <a:gd name="T45" fmla="*/ 55 h 123"/>
              <a:gd name="T46" fmla="*/ 81 w 108"/>
              <a:gd name="T47" fmla="*/ 8 h 123"/>
              <a:gd name="T48" fmla="*/ 76 w 108"/>
              <a:gd name="T49" fmla="*/ 17 h 123"/>
              <a:gd name="T50" fmla="*/ 101 w 108"/>
              <a:gd name="T51" fmla="*/ 28 h 123"/>
              <a:gd name="T52" fmla="*/ 92 w 108"/>
              <a:gd name="T53" fmla="*/ 33 h 123"/>
              <a:gd name="T54" fmla="*/ 98 w 108"/>
              <a:gd name="T55" fmla="*/ 55 h 123"/>
              <a:gd name="T56" fmla="*/ 108 w 108"/>
              <a:gd name="T57" fmla="*/ 55 h 123"/>
              <a:gd name="T58" fmla="*/ 66 w 108"/>
              <a:gd name="T59" fmla="*/ 99 h 123"/>
              <a:gd name="T60" fmla="*/ 39 w 108"/>
              <a:gd name="T61" fmla="*/ 107 h 123"/>
              <a:gd name="T62" fmla="*/ 36 w 108"/>
              <a:gd name="T63" fmla="*/ 111 h 123"/>
              <a:gd name="T64" fmla="*/ 41 w 108"/>
              <a:gd name="T65" fmla="*/ 115 h 123"/>
              <a:gd name="T66" fmla="*/ 43 w 108"/>
              <a:gd name="T67" fmla="*/ 115 h 123"/>
              <a:gd name="T68" fmla="*/ 66 w 108"/>
              <a:gd name="T69" fmla="*/ 109 h 123"/>
              <a:gd name="T70" fmla="*/ 66 w 108"/>
              <a:gd name="T71" fmla="*/ 108 h 123"/>
              <a:gd name="T72" fmla="*/ 67 w 108"/>
              <a:gd name="T73" fmla="*/ 108 h 123"/>
              <a:gd name="T74" fmla="*/ 72 w 108"/>
              <a:gd name="T75" fmla="*/ 113 h 123"/>
              <a:gd name="T76" fmla="*/ 69 w 108"/>
              <a:gd name="T77" fmla="*/ 117 h 123"/>
              <a:gd name="T78" fmla="*/ 46 w 108"/>
              <a:gd name="T79"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 h="123">
                <a:moveTo>
                  <a:pt x="34" y="96"/>
                </a:moveTo>
                <a:cubicBezTo>
                  <a:pt x="35" y="91"/>
                  <a:pt x="33" y="85"/>
                  <a:pt x="26" y="74"/>
                </a:cubicBezTo>
                <a:cubicBezTo>
                  <a:pt x="22" y="69"/>
                  <a:pt x="20" y="62"/>
                  <a:pt x="20" y="56"/>
                </a:cubicBezTo>
                <a:cubicBezTo>
                  <a:pt x="20" y="37"/>
                  <a:pt x="35" y="21"/>
                  <a:pt x="54" y="21"/>
                </a:cubicBezTo>
                <a:cubicBezTo>
                  <a:pt x="73" y="21"/>
                  <a:pt x="88" y="37"/>
                  <a:pt x="88" y="56"/>
                </a:cubicBezTo>
                <a:cubicBezTo>
                  <a:pt x="88" y="62"/>
                  <a:pt x="86" y="69"/>
                  <a:pt x="82" y="74"/>
                </a:cubicBezTo>
                <a:cubicBezTo>
                  <a:pt x="77" y="83"/>
                  <a:pt x="74" y="88"/>
                  <a:pt x="74" y="93"/>
                </a:cubicBezTo>
                <a:moveTo>
                  <a:pt x="54" y="34"/>
                </a:moveTo>
                <a:cubicBezTo>
                  <a:pt x="43" y="34"/>
                  <a:pt x="34" y="44"/>
                  <a:pt x="34" y="55"/>
                </a:cubicBezTo>
                <a:cubicBezTo>
                  <a:pt x="34" y="66"/>
                  <a:pt x="43" y="75"/>
                  <a:pt x="54" y="75"/>
                </a:cubicBezTo>
                <a:cubicBezTo>
                  <a:pt x="65" y="75"/>
                  <a:pt x="74" y="66"/>
                  <a:pt x="74" y="55"/>
                </a:cubicBezTo>
                <a:cubicBezTo>
                  <a:pt x="74" y="44"/>
                  <a:pt x="65" y="34"/>
                  <a:pt x="54" y="34"/>
                </a:cubicBezTo>
                <a:close/>
                <a:moveTo>
                  <a:pt x="46" y="58"/>
                </a:moveTo>
                <a:cubicBezTo>
                  <a:pt x="52" y="65"/>
                  <a:pt x="52" y="65"/>
                  <a:pt x="52" y="65"/>
                </a:cubicBezTo>
                <a:cubicBezTo>
                  <a:pt x="62" y="49"/>
                  <a:pt x="62" y="49"/>
                  <a:pt x="62" y="49"/>
                </a:cubicBezTo>
                <a:moveTo>
                  <a:pt x="54" y="11"/>
                </a:moveTo>
                <a:cubicBezTo>
                  <a:pt x="54" y="0"/>
                  <a:pt x="54" y="0"/>
                  <a:pt x="54" y="0"/>
                </a:cubicBezTo>
                <a:moveTo>
                  <a:pt x="32" y="17"/>
                </a:moveTo>
                <a:cubicBezTo>
                  <a:pt x="27" y="8"/>
                  <a:pt x="27" y="8"/>
                  <a:pt x="27" y="8"/>
                </a:cubicBezTo>
                <a:moveTo>
                  <a:pt x="7" y="28"/>
                </a:moveTo>
                <a:cubicBezTo>
                  <a:pt x="16" y="33"/>
                  <a:pt x="16" y="33"/>
                  <a:pt x="16" y="33"/>
                </a:cubicBezTo>
                <a:moveTo>
                  <a:pt x="0" y="55"/>
                </a:moveTo>
                <a:cubicBezTo>
                  <a:pt x="10" y="55"/>
                  <a:pt x="10" y="55"/>
                  <a:pt x="10" y="55"/>
                </a:cubicBezTo>
                <a:moveTo>
                  <a:pt x="81" y="8"/>
                </a:moveTo>
                <a:cubicBezTo>
                  <a:pt x="76" y="17"/>
                  <a:pt x="76" y="17"/>
                  <a:pt x="76" y="17"/>
                </a:cubicBezTo>
                <a:moveTo>
                  <a:pt x="101" y="28"/>
                </a:moveTo>
                <a:cubicBezTo>
                  <a:pt x="92" y="33"/>
                  <a:pt x="92" y="33"/>
                  <a:pt x="92" y="33"/>
                </a:cubicBezTo>
                <a:moveTo>
                  <a:pt x="98" y="55"/>
                </a:moveTo>
                <a:cubicBezTo>
                  <a:pt x="108" y="55"/>
                  <a:pt x="108" y="55"/>
                  <a:pt x="108" y="55"/>
                </a:cubicBezTo>
                <a:moveTo>
                  <a:pt x="66" y="99"/>
                </a:moveTo>
                <a:cubicBezTo>
                  <a:pt x="66" y="99"/>
                  <a:pt x="39" y="107"/>
                  <a:pt x="39" y="107"/>
                </a:cubicBezTo>
                <a:cubicBezTo>
                  <a:pt x="38" y="107"/>
                  <a:pt x="36" y="109"/>
                  <a:pt x="36" y="111"/>
                </a:cubicBezTo>
                <a:cubicBezTo>
                  <a:pt x="36" y="113"/>
                  <a:pt x="38" y="115"/>
                  <a:pt x="41" y="115"/>
                </a:cubicBezTo>
                <a:cubicBezTo>
                  <a:pt x="41" y="115"/>
                  <a:pt x="43" y="115"/>
                  <a:pt x="43" y="115"/>
                </a:cubicBezTo>
                <a:cubicBezTo>
                  <a:pt x="66" y="109"/>
                  <a:pt x="66" y="109"/>
                  <a:pt x="66" y="109"/>
                </a:cubicBezTo>
                <a:cubicBezTo>
                  <a:pt x="66" y="108"/>
                  <a:pt x="66" y="108"/>
                  <a:pt x="66" y="108"/>
                </a:cubicBezTo>
                <a:cubicBezTo>
                  <a:pt x="67" y="108"/>
                  <a:pt x="67" y="108"/>
                  <a:pt x="67" y="108"/>
                </a:cubicBezTo>
                <a:cubicBezTo>
                  <a:pt x="70" y="108"/>
                  <a:pt x="72" y="110"/>
                  <a:pt x="72" y="113"/>
                </a:cubicBezTo>
                <a:cubicBezTo>
                  <a:pt x="72" y="115"/>
                  <a:pt x="70" y="116"/>
                  <a:pt x="69" y="117"/>
                </a:cubicBezTo>
                <a:cubicBezTo>
                  <a:pt x="46" y="123"/>
                  <a:pt x="46" y="123"/>
                  <a:pt x="46" y="123"/>
                </a:cubicBez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8" name="Freeform 26">
            <a:extLst>
              <a:ext uri="{FF2B5EF4-FFF2-40B4-BE49-F238E27FC236}">
                <a16:creationId xmlns:a16="http://schemas.microsoft.com/office/drawing/2014/main" id="{A8D26289-468C-49F5-BA0C-F7619D5E85BD}"/>
              </a:ext>
            </a:extLst>
          </p:cNvPr>
          <p:cNvSpPr>
            <a:spLocks noEditPoints="1"/>
          </p:cNvSpPr>
          <p:nvPr/>
        </p:nvSpPr>
        <p:spPr bwMode="auto">
          <a:xfrm>
            <a:off x="5982486" y="1472047"/>
            <a:ext cx="465940" cy="261940"/>
          </a:xfrm>
          <a:custGeom>
            <a:avLst/>
            <a:gdLst>
              <a:gd name="T0" fmla="*/ 37 w 158"/>
              <a:gd name="T1" fmla="*/ 73 h 89"/>
              <a:gd name="T2" fmla="*/ 37 w 158"/>
              <a:gd name="T3" fmla="*/ 66 h 89"/>
              <a:gd name="T4" fmla="*/ 46 w 158"/>
              <a:gd name="T5" fmla="*/ 58 h 89"/>
              <a:gd name="T6" fmla="*/ 51 w 158"/>
              <a:gd name="T7" fmla="*/ 62 h 89"/>
              <a:gd name="T8" fmla="*/ 44 w 158"/>
              <a:gd name="T9" fmla="*/ 72 h 89"/>
              <a:gd name="T10" fmla="*/ 96 w 158"/>
              <a:gd name="T11" fmla="*/ 65 h 89"/>
              <a:gd name="T12" fmla="*/ 115 w 158"/>
              <a:gd name="T13" fmla="*/ 73 h 89"/>
              <a:gd name="T14" fmla="*/ 116 w 158"/>
              <a:gd name="T15" fmla="*/ 65 h 89"/>
              <a:gd name="T16" fmla="*/ 97 w 158"/>
              <a:gd name="T17" fmla="*/ 79 h 89"/>
              <a:gd name="T18" fmla="*/ 106 w 158"/>
              <a:gd name="T19" fmla="*/ 80 h 89"/>
              <a:gd name="T20" fmla="*/ 107 w 158"/>
              <a:gd name="T21" fmla="*/ 73 h 89"/>
              <a:gd name="T22" fmla="*/ 86 w 158"/>
              <a:gd name="T23" fmla="*/ 86 h 89"/>
              <a:gd name="T24" fmla="*/ 95 w 158"/>
              <a:gd name="T25" fmla="*/ 86 h 89"/>
              <a:gd name="T26" fmla="*/ 97 w 158"/>
              <a:gd name="T27" fmla="*/ 79 h 89"/>
              <a:gd name="T28" fmla="*/ 74 w 158"/>
              <a:gd name="T29" fmla="*/ 87 h 89"/>
              <a:gd name="T30" fmla="*/ 84 w 158"/>
              <a:gd name="T31" fmla="*/ 86 h 89"/>
              <a:gd name="T32" fmla="*/ 50 w 158"/>
              <a:gd name="T33" fmla="*/ 80 h 89"/>
              <a:gd name="T34" fmla="*/ 61 w 158"/>
              <a:gd name="T35" fmla="*/ 61 h 89"/>
              <a:gd name="T36" fmla="*/ 54 w 158"/>
              <a:gd name="T37" fmla="*/ 61 h 89"/>
              <a:gd name="T38" fmla="*/ 43 w 158"/>
              <a:gd name="T39" fmla="*/ 80 h 89"/>
              <a:gd name="T40" fmla="*/ 50 w 158"/>
              <a:gd name="T41" fmla="*/ 80 h 89"/>
              <a:gd name="T42" fmla="*/ 69 w 158"/>
              <a:gd name="T43" fmla="*/ 73 h 89"/>
              <a:gd name="T44" fmla="*/ 65 w 158"/>
              <a:gd name="T45" fmla="*/ 65 h 89"/>
              <a:gd name="T46" fmla="*/ 52 w 158"/>
              <a:gd name="T47" fmla="*/ 77 h 89"/>
              <a:gd name="T48" fmla="*/ 56 w 158"/>
              <a:gd name="T49" fmla="*/ 85 h 89"/>
              <a:gd name="T50" fmla="*/ 73 w 158"/>
              <a:gd name="T51" fmla="*/ 83 h 89"/>
              <a:gd name="T52" fmla="*/ 74 w 158"/>
              <a:gd name="T53" fmla="*/ 74 h 89"/>
              <a:gd name="T54" fmla="*/ 67 w 158"/>
              <a:gd name="T55" fmla="*/ 75 h 89"/>
              <a:gd name="T56" fmla="*/ 62 w 158"/>
              <a:gd name="T57" fmla="*/ 88 h 89"/>
              <a:gd name="T58" fmla="*/ 68 w 158"/>
              <a:gd name="T59" fmla="*/ 88 h 89"/>
              <a:gd name="T60" fmla="*/ 136 w 158"/>
              <a:gd name="T61" fmla="*/ 0 h 89"/>
              <a:gd name="T62" fmla="*/ 132 w 158"/>
              <a:gd name="T63" fmla="*/ 53 h 89"/>
              <a:gd name="T64" fmla="*/ 158 w 158"/>
              <a:gd name="T65" fmla="*/ 42 h 89"/>
              <a:gd name="T66" fmla="*/ 85 w 158"/>
              <a:gd name="T67" fmla="*/ 23 h 89"/>
              <a:gd name="T68" fmla="*/ 78 w 158"/>
              <a:gd name="T69" fmla="*/ 23 h 89"/>
              <a:gd name="T70" fmla="*/ 54 w 158"/>
              <a:gd name="T71" fmla="*/ 34 h 89"/>
              <a:gd name="T72" fmla="*/ 75 w 158"/>
              <a:gd name="T73" fmla="*/ 40 h 89"/>
              <a:gd name="T74" fmla="*/ 116 w 158"/>
              <a:gd name="T75" fmla="*/ 65 h 89"/>
              <a:gd name="T76" fmla="*/ 123 w 158"/>
              <a:gd name="T77" fmla="*/ 56 h 89"/>
              <a:gd name="T78" fmla="*/ 116 w 158"/>
              <a:gd name="T79" fmla="*/ 65 h 89"/>
              <a:gd name="T80" fmla="*/ 40 w 158"/>
              <a:gd name="T81" fmla="*/ 63 h 89"/>
              <a:gd name="T82" fmla="*/ 22 w 158"/>
              <a:gd name="T83" fmla="*/ 59 h 89"/>
              <a:gd name="T84" fmla="*/ 32 w 158"/>
              <a:gd name="T85" fmla="*/ 0 h 89"/>
              <a:gd name="T86" fmla="*/ 38 w 158"/>
              <a:gd name="T87" fmla="*/ 65 h 89"/>
              <a:gd name="T88" fmla="*/ 52 w 158"/>
              <a:gd name="T89" fmla="*/ 2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 h="89">
                <a:moveTo>
                  <a:pt x="41" y="74"/>
                </a:moveTo>
                <a:cubicBezTo>
                  <a:pt x="39" y="74"/>
                  <a:pt x="38" y="74"/>
                  <a:pt x="37" y="73"/>
                </a:cubicBezTo>
                <a:cubicBezTo>
                  <a:pt x="36" y="72"/>
                  <a:pt x="35" y="71"/>
                  <a:pt x="35" y="69"/>
                </a:cubicBezTo>
                <a:cubicBezTo>
                  <a:pt x="35" y="68"/>
                  <a:pt x="36" y="67"/>
                  <a:pt x="37" y="66"/>
                </a:cubicBezTo>
                <a:cubicBezTo>
                  <a:pt x="43" y="59"/>
                  <a:pt x="43" y="59"/>
                  <a:pt x="43" y="59"/>
                </a:cubicBezTo>
                <a:cubicBezTo>
                  <a:pt x="44" y="58"/>
                  <a:pt x="45" y="58"/>
                  <a:pt x="46" y="58"/>
                </a:cubicBezTo>
                <a:cubicBezTo>
                  <a:pt x="47" y="57"/>
                  <a:pt x="48" y="58"/>
                  <a:pt x="49" y="59"/>
                </a:cubicBezTo>
                <a:cubicBezTo>
                  <a:pt x="50" y="60"/>
                  <a:pt x="51" y="61"/>
                  <a:pt x="51" y="62"/>
                </a:cubicBezTo>
                <a:cubicBezTo>
                  <a:pt x="51" y="63"/>
                  <a:pt x="51" y="65"/>
                  <a:pt x="50" y="66"/>
                </a:cubicBezTo>
                <a:cubicBezTo>
                  <a:pt x="44" y="72"/>
                  <a:pt x="44" y="72"/>
                  <a:pt x="44" y="72"/>
                </a:cubicBezTo>
                <a:cubicBezTo>
                  <a:pt x="43" y="73"/>
                  <a:pt x="42" y="74"/>
                  <a:pt x="41" y="74"/>
                </a:cubicBezTo>
                <a:close/>
                <a:moveTo>
                  <a:pt x="96" y="65"/>
                </a:moveTo>
                <a:cubicBezTo>
                  <a:pt x="96" y="65"/>
                  <a:pt x="108" y="74"/>
                  <a:pt x="111" y="75"/>
                </a:cubicBezTo>
                <a:cubicBezTo>
                  <a:pt x="113" y="75"/>
                  <a:pt x="114" y="74"/>
                  <a:pt x="115" y="73"/>
                </a:cubicBezTo>
                <a:cubicBezTo>
                  <a:pt x="117" y="72"/>
                  <a:pt x="117" y="70"/>
                  <a:pt x="117" y="68"/>
                </a:cubicBezTo>
                <a:cubicBezTo>
                  <a:pt x="117" y="67"/>
                  <a:pt x="117" y="66"/>
                  <a:pt x="116" y="65"/>
                </a:cubicBezTo>
                <a:moveTo>
                  <a:pt x="87" y="71"/>
                </a:moveTo>
                <a:cubicBezTo>
                  <a:pt x="97" y="79"/>
                  <a:pt x="97" y="79"/>
                  <a:pt x="97" y="79"/>
                </a:cubicBezTo>
                <a:cubicBezTo>
                  <a:pt x="98" y="81"/>
                  <a:pt x="99" y="81"/>
                  <a:pt x="101" y="81"/>
                </a:cubicBezTo>
                <a:cubicBezTo>
                  <a:pt x="103" y="81"/>
                  <a:pt x="104" y="81"/>
                  <a:pt x="106" y="80"/>
                </a:cubicBezTo>
                <a:cubicBezTo>
                  <a:pt x="107" y="79"/>
                  <a:pt x="108" y="77"/>
                  <a:pt x="108" y="75"/>
                </a:cubicBezTo>
                <a:cubicBezTo>
                  <a:pt x="108" y="74"/>
                  <a:pt x="107" y="73"/>
                  <a:pt x="107" y="73"/>
                </a:cubicBezTo>
                <a:moveTo>
                  <a:pt x="81" y="81"/>
                </a:moveTo>
                <a:cubicBezTo>
                  <a:pt x="86" y="86"/>
                  <a:pt x="86" y="86"/>
                  <a:pt x="86" y="86"/>
                </a:cubicBezTo>
                <a:cubicBezTo>
                  <a:pt x="87" y="87"/>
                  <a:pt x="89" y="88"/>
                  <a:pt x="90" y="88"/>
                </a:cubicBezTo>
                <a:cubicBezTo>
                  <a:pt x="92" y="88"/>
                  <a:pt x="94" y="87"/>
                  <a:pt x="95" y="86"/>
                </a:cubicBezTo>
                <a:cubicBezTo>
                  <a:pt x="96" y="85"/>
                  <a:pt x="97" y="83"/>
                  <a:pt x="97" y="81"/>
                </a:cubicBezTo>
                <a:cubicBezTo>
                  <a:pt x="97" y="81"/>
                  <a:pt x="97" y="80"/>
                  <a:pt x="97" y="79"/>
                </a:cubicBezTo>
                <a:moveTo>
                  <a:pt x="70" y="85"/>
                </a:moveTo>
                <a:cubicBezTo>
                  <a:pt x="74" y="87"/>
                  <a:pt x="74" y="87"/>
                  <a:pt x="74" y="87"/>
                </a:cubicBezTo>
                <a:cubicBezTo>
                  <a:pt x="75" y="88"/>
                  <a:pt x="77" y="88"/>
                  <a:pt x="79" y="88"/>
                </a:cubicBezTo>
                <a:cubicBezTo>
                  <a:pt x="81" y="88"/>
                  <a:pt x="83" y="88"/>
                  <a:pt x="84" y="86"/>
                </a:cubicBezTo>
                <a:cubicBezTo>
                  <a:pt x="85" y="86"/>
                  <a:pt x="85" y="85"/>
                  <a:pt x="85" y="85"/>
                </a:cubicBezTo>
                <a:moveTo>
                  <a:pt x="50" y="80"/>
                </a:moveTo>
                <a:cubicBezTo>
                  <a:pt x="61" y="67"/>
                  <a:pt x="61" y="67"/>
                  <a:pt x="61" y="67"/>
                </a:cubicBezTo>
                <a:cubicBezTo>
                  <a:pt x="63" y="65"/>
                  <a:pt x="63" y="62"/>
                  <a:pt x="61" y="61"/>
                </a:cubicBezTo>
                <a:cubicBezTo>
                  <a:pt x="60" y="60"/>
                  <a:pt x="58" y="59"/>
                  <a:pt x="57" y="59"/>
                </a:cubicBezTo>
                <a:cubicBezTo>
                  <a:pt x="56" y="60"/>
                  <a:pt x="55" y="60"/>
                  <a:pt x="54" y="61"/>
                </a:cubicBezTo>
                <a:cubicBezTo>
                  <a:pt x="43" y="73"/>
                  <a:pt x="43" y="73"/>
                  <a:pt x="43" y="73"/>
                </a:cubicBezTo>
                <a:cubicBezTo>
                  <a:pt x="41" y="75"/>
                  <a:pt x="41" y="78"/>
                  <a:pt x="43" y="80"/>
                </a:cubicBezTo>
                <a:cubicBezTo>
                  <a:pt x="44" y="81"/>
                  <a:pt x="46" y="81"/>
                  <a:pt x="47" y="81"/>
                </a:cubicBezTo>
                <a:cubicBezTo>
                  <a:pt x="48" y="81"/>
                  <a:pt x="49" y="80"/>
                  <a:pt x="50" y="80"/>
                </a:cubicBezTo>
                <a:close/>
                <a:moveTo>
                  <a:pt x="59" y="84"/>
                </a:moveTo>
                <a:cubicBezTo>
                  <a:pt x="69" y="73"/>
                  <a:pt x="69" y="73"/>
                  <a:pt x="69" y="73"/>
                </a:cubicBezTo>
                <a:cubicBezTo>
                  <a:pt x="71" y="71"/>
                  <a:pt x="71" y="68"/>
                  <a:pt x="69" y="66"/>
                </a:cubicBezTo>
                <a:cubicBezTo>
                  <a:pt x="68" y="65"/>
                  <a:pt x="66" y="65"/>
                  <a:pt x="65" y="65"/>
                </a:cubicBezTo>
                <a:cubicBezTo>
                  <a:pt x="64" y="65"/>
                  <a:pt x="63" y="65"/>
                  <a:pt x="62" y="66"/>
                </a:cubicBezTo>
                <a:cubicBezTo>
                  <a:pt x="52" y="77"/>
                  <a:pt x="52" y="77"/>
                  <a:pt x="52" y="77"/>
                </a:cubicBezTo>
                <a:cubicBezTo>
                  <a:pt x="50" y="79"/>
                  <a:pt x="50" y="82"/>
                  <a:pt x="52" y="84"/>
                </a:cubicBezTo>
                <a:cubicBezTo>
                  <a:pt x="53" y="85"/>
                  <a:pt x="55" y="86"/>
                  <a:pt x="56" y="85"/>
                </a:cubicBezTo>
                <a:cubicBezTo>
                  <a:pt x="57" y="85"/>
                  <a:pt x="58" y="85"/>
                  <a:pt x="59" y="84"/>
                </a:cubicBezTo>
                <a:close/>
                <a:moveTo>
                  <a:pt x="73" y="83"/>
                </a:moveTo>
                <a:cubicBezTo>
                  <a:pt x="74" y="81"/>
                  <a:pt x="74" y="81"/>
                  <a:pt x="74" y="81"/>
                </a:cubicBezTo>
                <a:cubicBezTo>
                  <a:pt x="76" y="79"/>
                  <a:pt x="76" y="76"/>
                  <a:pt x="74" y="74"/>
                </a:cubicBezTo>
                <a:cubicBezTo>
                  <a:pt x="73" y="73"/>
                  <a:pt x="71" y="73"/>
                  <a:pt x="70" y="73"/>
                </a:cubicBezTo>
                <a:cubicBezTo>
                  <a:pt x="69" y="73"/>
                  <a:pt x="68" y="74"/>
                  <a:pt x="67" y="75"/>
                </a:cubicBezTo>
                <a:cubicBezTo>
                  <a:pt x="61" y="81"/>
                  <a:pt x="61" y="81"/>
                  <a:pt x="61" y="81"/>
                </a:cubicBezTo>
                <a:cubicBezTo>
                  <a:pt x="60" y="83"/>
                  <a:pt x="60" y="86"/>
                  <a:pt x="62" y="88"/>
                </a:cubicBezTo>
                <a:cubicBezTo>
                  <a:pt x="63" y="89"/>
                  <a:pt x="64" y="89"/>
                  <a:pt x="66" y="89"/>
                </a:cubicBezTo>
                <a:cubicBezTo>
                  <a:pt x="67" y="89"/>
                  <a:pt x="68" y="88"/>
                  <a:pt x="68" y="88"/>
                </a:cubicBezTo>
                <a:lnTo>
                  <a:pt x="73" y="83"/>
                </a:lnTo>
                <a:close/>
                <a:moveTo>
                  <a:pt x="136" y="0"/>
                </a:moveTo>
                <a:cubicBezTo>
                  <a:pt x="126" y="5"/>
                  <a:pt x="111" y="13"/>
                  <a:pt x="109" y="15"/>
                </a:cubicBezTo>
                <a:cubicBezTo>
                  <a:pt x="111" y="18"/>
                  <a:pt x="120" y="33"/>
                  <a:pt x="132" y="53"/>
                </a:cubicBezTo>
                <a:cubicBezTo>
                  <a:pt x="133" y="56"/>
                  <a:pt x="133" y="56"/>
                  <a:pt x="133" y="56"/>
                </a:cubicBezTo>
                <a:cubicBezTo>
                  <a:pt x="158" y="42"/>
                  <a:pt x="158" y="42"/>
                  <a:pt x="158" y="42"/>
                </a:cubicBezTo>
                <a:moveTo>
                  <a:pt x="112" y="20"/>
                </a:moveTo>
                <a:cubicBezTo>
                  <a:pt x="99" y="15"/>
                  <a:pt x="93" y="23"/>
                  <a:pt x="85" y="23"/>
                </a:cubicBezTo>
                <a:cubicBezTo>
                  <a:pt x="82" y="23"/>
                  <a:pt x="80" y="23"/>
                  <a:pt x="78" y="23"/>
                </a:cubicBezTo>
                <a:cubicBezTo>
                  <a:pt x="78" y="23"/>
                  <a:pt x="78" y="23"/>
                  <a:pt x="78" y="23"/>
                </a:cubicBezTo>
                <a:cubicBezTo>
                  <a:pt x="77" y="23"/>
                  <a:pt x="76" y="23"/>
                  <a:pt x="76" y="24"/>
                </a:cubicBezTo>
                <a:cubicBezTo>
                  <a:pt x="54" y="34"/>
                  <a:pt x="54" y="34"/>
                  <a:pt x="54" y="34"/>
                </a:cubicBezTo>
                <a:cubicBezTo>
                  <a:pt x="44" y="40"/>
                  <a:pt x="54" y="47"/>
                  <a:pt x="57" y="46"/>
                </a:cubicBezTo>
                <a:cubicBezTo>
                  <a:pt x="61" y="46"/>
                  <a:pt x="69" y="42"/>
                  <a:pt x="75" y="40"/>
                </a:cubicBezTo>
                <a:cubicBezTo>
                  <a:pt x="78" y="38"/>
                  <a:pt x="82" y="39"/>
                  <a:pt x="85" y="41"/>
                </a:cubicBezTo>
                <a:cubicBezTo>
                  <a:pt x="95" y="48"/>
                  <a:pt x="115" y="63"/>
                  <a:pt x="116" y="65"/>
                </a:cubicBezTo>
                <a:moveTo>
                  <a:pt x="130" y="51"/>
                </a:moveTo>
                <a:cubicBezTo>
                  <a:pt x="129" y="52"/>
                  <a:pt x="124" y="55"/>
                  <a:pt x="123" y="56"/>
                </a:cubicBezTo>
                <a:cubicBezTo>
                  <a:pt x="123" y="56"/>
                  <a:pt x="122" y="57"/>
                  <a:pt x="121" y="59"/>
                </a:cubicBezTo>
                <a:cubicBezTo>
                  <a:pt x="120" y="61"/>
                  <a:pt x="118" y="64"/>
                  <a:pt x="116" y="65"/>
                </a:cubicBezTo>
                <a:moveTo>
                  <a:pt x="40" y="63"/>
                </a:moveTo>
                <a:cubicBezTo>
                  <a:pt x="40" y="63"/>
                  <a:pt x="40" y="63"/>
                  <a:pt x="40" y="63"/>
                </a:cubicBezTo>
                <a:moveTo>
                  <a:pt x="0" y="40"/>
                </a:moveTo>
                <a:cubicBezTo>
                  <a:pt x="22" y="59"/>
                  <a:pt x="22" y="59"/>
                  <a:pt x="22" y="59"/>
                </a:cubicBezTo>
                <a:cubicBezTo>
                  <a:pt x="55" y="18"/>
                  <a:pt x="55" y="18"/>
                  <a:pt x="55" y="18"/>
                </a:cubicBezTo>
                <a:cubicBezTo>
                  <a:pt x="32" y="0"/>
                  <a:pt x="32" y="0"/>
                  <a:pt x="32" y="0"/>
                </a:cubicBezTo>
                <a:moveTo>
                  <a:pt x="25" y="56"/>
                </a:moveTo>
                <a:cubicBezTo>
                  <a:pt x="31" y="61"/>
                  <a:pt x="38" y="65"/>
                  <a:pt x="38" y="65"/>
                </a:cubicBezTo>
                <a:moveTo>
                  <a:pt x="68" y="28"/>
                </a:moveTo>
                <a:cubicBezTo>
                  <a:pt x="65" y="26"/>
                  <a:pt x="58" y="23"/>
                  <a:pt x="52" y="22"/>
                </a:cubicBez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9" name="Freeform 27">
            <a:extLst>
              <a:ext uri="{FF2B5EF4-FFF2-40B4-BE49-F238E27FC236}">
                <a16:creationId xmlns:a16="http://schemas.microsoft.com/office/drawing/2014/main" id="{36A258AB-6D6B-4BCF-8429-15E5E296A90A}"/>
              </a:ext>
            </a:extLst>
          </p:cNvPr>
          <p:cNvSpPr>
            <a:spLocks noEditPoints="1"/>
          </p:cNvSpPr>
          <p:nvPr/>
        </p:nvSpPr>
        <p:spPr bwMode="auto">
          <a:xfrm>
            <a:off x="6011863" y="3875710"/>
            <a:ext cx="400146" cy="320923"/>
          </a:xfrm>
          <a:custGeom>
            <a:avLst/>
            <a:gdLst>
              <a:gd name="T0" fmla="*/ 122 w 122"/>
              <a:gd name="T1" fmla="*/ 98 h 98"/>
              <a:gd name="T2" fmla="*/ 0 w 122"/>
              <a:gd name="T3" fmla="*/ 98 h 98"/>
              <a:gd name="T4" fmla="*/ 30 w 122"/>
              <a:gd name="T5" fmla="*/ 72 h 98"/>
              <a:gd name="T6" fmla="*/ 13 w 122"/>
              <a:gd name="T7" fmla="*/ 72 h 98"/>
              <a:gd name="T8" fmla="*/ 13 w 122"/>
              <a:gd name="T9" fmla="*/ 98 h 98"/>
              <a:gd name="T10" fmla="*/ 30 w 122"/>
              <a:gd name="T11" fmla="*/ 98 h 98"/>
              <a:gd name="T12" fmla="*/ 30 w 122"/>
              <a:gd name="T13" fmla="*/ 72 h 98"/>
              <a:gd name="T14" fmla="*/ 56 w 122"/>
              <a:gd name="T15" fmla="*/ 46 h 98"/>
              <a:gd name="T16" fmla="*/ 39 w 122"/>
              <a:gd name="T17" fmla="*/ 46 h 98"/>
              <a:gd name="T18" fmla="*/ 39 w 122"/>
              <a:gd name="T19" fmla="*/ 98 h 98"/>
              <a:gd name="T20" fmla="*/ 56 w 122"/>
              <a:gd name="T21" fmla="*/ 98 h 98"/>
              <a:gd name="T22" fmla="*/ 56 w 122"/>
              <a:gd name="T23" fmla="*/ 46 h 98"/>
              <a:gd name="T24" fmla="*/ 82 w 122"/>
              <a:gd name="T25" fmla="*/ 57 h 98"/>
              <a:gd name="T26" fmla="*/ 66 w 122"/>
              <a:gd name="T27" fmla="*/ 57 h 98"/>
              <a:gd name="T28" fmla="*/ 66 w 122"/>
              <a:gd name="T29" fmla="*/ 98 h 98"/>
              <a:gd name="T30" fmla="*/ 82 w 122"/>
              <a:gd name="T31" fmla="*/ 98 h 98"/>
              <a:gd name="T32" fmla="*/ 82 w 122"/>
              <a:gd name="T33" fmla="*/ 57 h 98"/>
              <a:gd name="T34" fmla="*/ 109 w 122"/>
              <a:gd name="T35" fmla="*/ 30 h 98"/>
              <a:gd name="T36" fmla="*/ 92 w 122"/>
              <a:gd name="T37" fmla="*/ 30 h 98"/>
              <a:gd name="T38" fmla="*/ 92 w 122"/>
              <a:gd name="T39" fmla="*/ 98 h 98"/>
              <a:gd name="T40" fmla="*/ 109 w 122"/>
              <a:gd name="T41" fmla="*/ 98 h 98"/>
              <a:gd name="T42" fmla="*/ 109 w 122"/>
              <a:gd name="T43" fmla="*/ 30 h 98"/>
              <a:gd name="T44" fmla="*/ 21 w 122"/>
              <a:gd name="T45" fmla="*/ 43 h 98"/>
              <a:gd name="T46" fmla="*/ 17 w 122"/>
              <a:gd name="T47" fmla="*/ 48 h 98"/>
              <a:gd name="T48" fmla="*/ 21 w 122"/>
              <a:gd name="T49" fmla="*/ 52 h 98"/>
              <a:gd name="T50" fmla="*/ 26 w 122"/>
              <a:gd name="T51" fmla="*/ 48 h 98"/>
              <a:gd name="T52" fmla="*/ 21 w 122"/>
              <a:gd name="T53" fmla="*/ 43 h 98"/>
              <a:gd name="T54" fmla="*/ 48 w 122"/>
              <a:gd name="T55" fmla="*/ 18 h 98"/>
              <a:gd name="T56" fmla="*/ 43 w 122"/>
              <a:gd name="T57" fmla="*/ 23 h 98"/>
              <a:gd name="T58" fmla="*/ 48 w 122"/>
              <a:gd name="T59" fmla="*/ 27 h 98"/>
              <a:gd name="T60" fmla="*/ 52 w 122"/>
              <a:gd name="T61" fmla="*/ 23 h 98"/>
              <a:gd name="T62" fmla="*/ 48 w 122"/>
              <a:gd name="T63" fmla="*/ 18 h 98"/>
              <a:gd name="T64" fmla="*/ 74 w 122"/>
              <a:gd name="T65" fmla="*/ 30 h 98"/>
              <a:gd name="T66" fmla="*/ 69 w 122"/>
              <a:gd name="T67" fmla="*/ 35 h 98"/>
              <a:gd name="T68" fmla="*/ 74 w 122"/>
              <a:gd name="T69" fmla="*/ 40 h 98"/>
              <a:gd name="T70" fmla="*/ 79 w 122"/>
              <a:gd name="T71" fmla="*/ 35 h 98"/>
              <a:gd name="T72" fmla="*/ 74 w 122"/>
              <a:gd name="T73" fmla="*/ 30 h 98"/>
              <a:gd name="T74" fmla="*/ 100 w 122"/>
              <a:gd name="T75" fmla="*/ 0 h 98"/>
              <a:gd name="T76" fmla="*/ 95 w 122"/>
              <a:gd name="T77" fmla="*/ 5 h 98"/>
              <a:gd name="T78" fmla="*/ 100 w 122"/>
              <a:gd name="T79" fmla="*/ 10 h 98"/>
              <a:gd name="T80" fmla="*/ 105 w 122"/>
              <a:gd name="T81" fmla="*/ 5 h 98"/>
              <a:gd name="T82" fmla="*/ 100 w 122"/>
              <a:gd name="T83" fmla="*/ 0 h 98"/>
              <a:gd name="T84" fmla="*/ 77 w 122"/>
              <a:gd name="T85" fmla="*/ 31 h 98"/>
              <a:gd name="T86" fmla="*/ 97 w 122"/>
              <a:gd name="T87" fmla="*/ 9 h 98"/>
              <a:gd name="T88" fmla="*/ 52 w 122"/>
              <a:gd name="T89" fmla="*/ 25 h 98"/>
              <a:gd name="T90" fmla="*/ 70 w 122"/>
              <a:gd name="T91" fmla="*/ 33 h 98"/>
              <a:gd name="T92" fmla="*/ 44 w 122"/>
              <a:gd name="T93" fmla="*/ 26 h 98"/>
              <a:gd name="T94" fmla="*/ 25 w 122"/>
              <a:gd name="T95" fmla="*/ 4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2" h="98">
                <a:moveTo>
                  <a:pt x="122" y="98"/>
                </a:moveTo>
                <a:cubicBezTo>
                  <a:pt x="0" y="98"/>
                  <a:pt x="0" y="98"/>
                  <a:pt x="0" y="98"/>
                </a:cubicBezTo>
                <a:moveTo>
                  <a:pt x="30" y="72"/>
                </a:moveTo>
                <a:cubicBezTo>
                  <a:pt x="13" y="72"/>
                  <a:pt x="13" y="72"/>
                  <a:pt x="13" y="72"/>
                </a:cubicBezTo>
                <a:cubicBezTo>
                  <a:pt x="13" y="98"/>
                  <a:pt x="13" y="98"/>
                  <a:pt x="13" y="98"/>
                </a:cubicBezTo>
                <a:cubicBezTo>
                  <a:pt x="30" y="98"/>
                  <a:pt x="30" y="98"/>
                  <a:pt x="30" y="98"/>
                </a:cubicBezTo>
                <a:lnTo>
                  <a:pt x="30" y="72"/>
                </a:lnTo>
                <a:close/>
                <a:moveTo>
                  <a:pt x="56" y="46"/>
                </a:moveTo>
                <a:cubicBezTo>
                  <a:pt x="39" y="46"/>
                  <a:pt x="39" y="46"/>
                  <a:pt x="39" y="46"/>
                </a:cubicBezTo>
                <a:cubicBezTo>
                  <a:pt x="39" y="98"/>
                  <a:pt x="39" y="98"/>
                  <a:pt x="39" y="98"/>
                </a:cubicBezTo>
                <a:cubicBezTo>
                  <a:pt x="56" y="98"/>
                  <a:pt x="56" y="98"/>
                  <a:pt x="56" y="98"/>
                </a:cubicBezTo>
                <a:lnTo>
                  <a:pt x="56" y="46"/>
                </a:lnTo>
                <a:close/>
                <a:moveTo>
                  <a:pt x="82" y="57"/>
                </a:moveTo>
                <a:cubicBezTo>
                  <a:pt x="66" y="57"/>
                  <a:pt x="66" y="57"/>
                  <a:pt x="66" y="57"/>
                </a:cubicBezTo>
                <a:cubicBezTo>
                  <a:pt x="66" y="98"/>
                  <a:pt x="66" y="98"/>
                  <a:pt x="66" y="98"/>
                </a:cubicBezTo>
                <a:cubicBezTo>
                  <a:pt x="82" y="98"/>
                  <a:pt x="82" y="98"/>
                  <a:pt x="82" y="98"/>
                </a:cubicBezTo>
                <a:lnTo>
                  <a:pt x="82" y="57"/>
                </a:lnTo>
                <a:close/>
                <a:moveTo>
                  <a:pt x="109" y="30"/>
                </a:moveTo>
                <a:cubicBezTo>
                  <a:pt x="92" y="30"/>
                  <a:pt x="92" y="30"/>
                  <a:pt x="92" y="30"/>
                </a:cubicBezTo>
                <a:cubicBezTo>
                  <a:pt x="92" y="98"/>
                  <a:pt x="92" y="98"/>
                  <a:pt x="92" y="98"/>
                </a:cubicBezTo>
                <a:cubicBezTo>
                  <a:pt x="109" y="98"/>
                  <a:pt x="109" y="98"/>
                  <a:pt x="109" y="98"/>
                </a:cubicBezTo>
                <a:lnTo>
                  <a:pt x="109" y="30"/>
                </a:lnTo>
                <a:close/>
                <a:moveTo>
                  <a:pt x="21" y="43"/>
                </a:moveTo>
                <a:cubicBezTo>
                  <a:pt x="19" y="43"/>
                  <a:pt x="17" y="45"/>
                  <a:pt x="17" y="48"/>
                </a:cubicBezTo>
                <a:cubicBezTo>
                  <a:pt x="17" y="50"/>
                  <a:pt x="19" y="52"/>
                  <a:pt x="21" y="52"/>
                </a:cubicBezTo>
                <a:cubicBezTo>
                  <a:pt x="24" y="52"/>
                  <a:pt x="26" y="50"/>
                  <a:pt x="26" y="48"/>
                </a:cubicBezTo>
                <a:cubicBezTo>
                  <a:pt x="26" y="45"/>
                  <a:pt x="24" y="43"/>
                  <a:pt x="21" y="43"/>
                </a:cubicBezTo>
                <a:close/>
                <a:moveTo>
                  <a:pt x="48" y="18"/>
                </a:moveTo>
                <a:cubicBezTo>
                  <a:pt x="45" y="18"/>
                  <a:pt x="43" y="20"/>
                  <a:pt x="43" y="23"/>
                </a:cubicBezTo>
                <a:cubicBezTo>
                  <a:pt x="43" y="25"/>
                  <a:pt x="45" y="27"/>
                  <a:pt x="48" y="27"/>
                </a:cubicBezTo>
                <a:cubicBezTo>
                  <a:pt x="50" y="27"/>
                  <a:pt x="52" y="25"/>
                  <a:pt x="52" y="23"/>
                </a:cubicBezTo>
                <a:cubicBezTo>
                  <a:pt x="52" y="20"/>
                  <a:pt x="50" y="18"/>
                  <a:pt x="48" y="18"/>
                </a:cubicBezTo>
                <a:close/>
                <a:moveTo>
                  <a:pt x="74" y="30"/>
                </a:moveTo>
                <a:cubicBezTo>
                  <a:pt x="71" y="30"/>
                  <a:pt x="69" y="32"/>
                  <a:pt x="69" y="35"/>
                </a:cubicBezTo>
                <a:cubicBezTo>
                  <a:pt x="69" y="38"/>
                  <a:pt x="71" y="40"/>
                  <a:pt x="74" y="40"/>
                </a:cubicBezTo>
                <a:cubicBezTo>
                  <a:pt x="77" y="40"/>
                  <a:pt x="79" y="38"/>
                  <a:pt x="79" y="35"/>
                </a:cubicBezTo>
                <a:cubicBezTo>
                  <a:pt x="79" y="32"/>
                  <a:pt x="77" y="30"/>
                  <a:pt x="74" y="30"/>
                </a:cubicBezTo>
                <a:close/>
                <a:moveTo>
                  <a:pt x="100" y="0"/>
                </a:moveTo>
                <a:cubicBezTo>
                  <a:pt x="98" y="0"/>
                  <a:pt x="95" y="2"/>
                  <a:pt x="95" y="5"/>
                </a:cubicBezTo>
                <a:cubicBezTo>
                  <a:pt x="95" y="8"/>
                  <a:pt x="98" y="10"/>
                  <a:pt x="100" y="10"/>
                </a:cubicBezTo>
                <a:cubicBezTo>
                  <a:pt x="103" y="10"/>
                  <a:pt x="105" y="8"/>
                  <a:pt x="105" y="5"/>
                </a:cubicBezTo>
                <a:cubicBezTo>
                  <a:pt x="105" y="2"/>
                  <a:pt x="103" y="0"/>
                  <a:pt x="100" y="0"/>
                </a:cubicBezTo>
                <a:close/>
                <a:moveTo>
                  <a:pt x="77" y="31"/>
                </a:moveTo>
                <a:cubicBezTo>
                  <a:pt x="97" y="9"/>
                  <a:pt x="97" y="9"/>
                  <a:pt x="97" y="9"/>
                </a:cubicBezTo>
                <a:moveTo>
                  <a:pt x="52" y="25"/>
                </a:moveTo>
                <a:cubicBezTo>
                  <a:pt x="70" y="33"/>
                  <a:pt x="70" y="33"/>
                  <a:pt x="70" y="33"/>
                </a:cubicBezTo>
                <a:moveTo>
                  <a:pt x="44" y="26"/>
                </a:moveTo>
                <a:cubicBezTo>
                  <a:pt x="25" y="44"/>
                  <a:pt x="25" y="44"/>
                  <a:pt x="25" y="44"/>
                </a:cubicBez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0" name="Freeform 28">
            <a:extLst>
              <a:ext uri="{FF2B5EF4-FFF2-40B4-BE49-F238E27FC236}">
                <a16:creationId xmlns:a16="http://schemas.microsoft.com/office/drawing/2014/main" id="{A8C37DFF-CCEF-43F0-BED5-A6C9B82F21D7}"/>
              </a:ext>
            </a:extLst>
          </p:cNvPr>
          <p:cNvSpPr>
            <a:spLocks noEditPoints="1"/>
          </p:cNvSpPr>
          <p:nvPr/>
        </p:nvSpPr>
        <p:spPr bwMode="auto">
          <a:xfrm>
            <a:off x="6076950" y="2631249"/>
            <a:ext cx="307495" cy="365234"/>
          </a:xfrm>
          <a:custGeom>
            <a:avLst/>
            <a:gdLst>
              <a:gd name="T0" fmla="*/ 229 w 229"/>
              <a:gd name="T1" fmla="*/ 110 h 272"/>
              <a:gd name="T2" fmla="*/ 229 w 229"/>
              <a:gd name="T3" fmla="*/ 272 h 272"/>
              <a:gd name="T4" fmla="*/ 0 w 229"/>
              <a:gd name="T5" fmla="*/ 272 h 272"/>
              <a:gd name="T6" fmla="*/ 0 w 229"/>
              <a:gd name="T7" fmla="*/ 110 h 272"/>
              <a:gd name="T8" fmla="*/ 229 w 229"/>
              <a:gd name="T9" fmla="*/ 272 h 272"/>
              <a:gd name="T10" fmla="*/ 114 w 229"/>
              <a:gd name="T11" fmla="*/ 191 h 272"/>
              <a:gd name="T12" fmla="*/ 0 w 229"/>
              <a:gd name="T13" fmla="*/ 272 h 272"/>
              <a:gd name="T14" fmla="*/ 229 w 229"/>
              <a:gd name="T15" fmla="*/ 110 h 272"/>
              <a:gd name="T16" fmla="*/ 151 w 229"/>
              <a:gd name="T17" fmla="*/ 191 h 272"/>
              <a:gd name="T18" fmla="*/ 0 w 229"/>
              <a:gd name="T19" fmla="*/ 110 h 272"/>
              <a:gd name="T20" fmla="*/ 78 w 229"/>
              <a:gd name="T21" fmla="*/ 191 h 272"/>
              <a:gd name="T22" fmla="*/ 200 w 229"/>
              <a:gd name="T23" fmla="*/ 106 h 272"/>
              <a:gd name="T24" fmla="*/ 200 w 229"/>
              <a:gd name="T25" fmla="*/ 52 h 272"/>
              <a:gd name="T26" fmla="*/ 151 w 229"/>
              <a:gd name="T27" fmla="*/ 0 h 272"/>
              <a:gd name="T28" fmla="*/ 29 w 229"/>
              <a:gd name="T29" fmla="*/ 0 h 272"/>
              <a:gd name="T30" fmla="*/ 29 w 229"/>
              <a:gd name="T31" fmla="*/ 106 h 272"/>
              <a:gd name="T32" fmla="*/ 200 w 229"/>
              <a:gd name="T33" fmla="*/ 52 h 272"/>
              <a:gd name="T34" fmla="*/ 151 w 229"/>
              <a:gd name="T35" fmla="*/ 0 h 272"/>
              <a:gd name="T36" fmla="*/ 151 w 229"/>
              <a:gd name="T37" fmla="*/ 52 h 272"/>
              <a:gd name="T38" fmla="*/ 200 w 229"/>
              <a:gd name="T39" fmla="*/ 52 h 272"/>
              <a:gd name="T40" fmla="*/ 75 w 229"/>
              <a:gd name="T41" fmla="*/ 79 h 272"/>
              <a:gd name="T42" fmla="*/ 53 w 229"/>
              <a:gd name="T43" fmla="*/ 79 h 272"/>
              <a:gd name="T44" fmla="*/ 171 w 229"/>
              <a:gd name="T45" fmla="*/ 79 h 272"/>
              <a:gd name="T46" fmla="*/ 100 w 229"/>
              <a:gd name="T47" fmla="*/ 79 h 272"/>
              <a:gd name="T48" fmla="*/ 53 w 229"/>
              <a:gd name="T49" fmla="*/ 106 h 272"/>
              <a:gd name="T50" fmla="*/ 117 w 229"/>
              <a:gd name="T51" fmla="*/ 106 h 272"/>
              <a:gd name="T52" fmla="*/ 171 w 229"/>
              <a:gd name="T53" fmla="*/ 106 h 272"/>
              <a:gd name="T54" fmla="*/ 144 w 229"/>
              <a:gd name="T55" fmla="*/ 10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272">
                <a:moveTo>
                  <a:pt x="229" y="110"/>
                </a:moveTo>
                <a:lnTo>
                  <a:pt x="229" y="272"/>
                </a:lnTo>
                <a:lnTo>
                  <a:pt x="0" y="272"/>
                </a:lnTo>
                <a:lnTo>
                  <a:pt x="0" y="110"/>
                </a:lnTo>
                <a:moveTo>
                  <a:pt x="229" y="272"/>
                </a:moveTo>
                <a:lnTo>
                  <a:pt x="114" y="191"/>
                </a:lnTo>
                <a:lnTo>
                  <a:pt x="0" y="272"/>
                </a:lnTo>
                <a:moveTo>
                  <a:pt x="229" y="110"/>
                </a:moveTo>
                <a:lnTo>
                  <a:pt x="151" y="191"/>
                </a:lnTo>
                <a:moveTo>
                  <a:pt x="0" y="110"/>
                </a:moveTo>
                <a:lnTo>
                  <a:pt x="78" y="191"/>
                </a:lnTo>
                <a:moveTo>
                  <a:pt x="200" y="106"/>
                </a:moveTo>
                <a:lnTo>
                  <a:pt x="200" y="52"/>
                </a:lnTo>
                <a:moveTo>
                  <a:pt x="151" y="0"/>
                </a:moveTo>
                <a:lnTo>
                  <a:pt x="29" y="0"/>
                </a:lnTo>
                <a:lnTo>
                  <a:pt x="29" y="106"/>
                </a:lnTo>
                <a:moveTo>
                  <a:pt x="200" y="52"/>
                </a:moveTo>
                <a:lnTo>
                  <a:pt x="151" y="0"/>
                </a:lnTo>
                <a:lnTo>
                  <a:pt x="151" y="52"/>
                </a:lnTo>
                <a:lnTo>
                  <a:pt x="200" y="52"/>
                </a:lnTo>
                <a:moveTo>
                  <a:pt x="75" y="79"/>
                </a:moveTo>
                <a:lnTo>
                  <a:pt x="53" y="79"/>
                </a:lnTo>
                <a:moveTo>
                  <a:pt x="171" y="79"/>
                </a:moveTo>
                <a:lnTo>
                  <a:pt x="100" y="79"/>
                </a:lnTo>
                <a:moveTo>
                  <a:pt x="53" y="106"/>
                </a:moveTo>
                <a:lnTo>
                  <a:pt x="117" y="106"/>
                </a:lnTo>
                <a:moveTo>
                  <a:pt x="171" y="106"/>
                </a:moveTo>
                <a:lnTo>
                  <a:pt x="144" y="106"/>
                </a:lnTo>
              </a:path>
            </a:pathLst>
          </a:custGeom>
          <a:noFill/>
          <a:ln w="12700" cap="rnd">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EA835DC9-0CDA-49CD-B5CF-116F1C3C8980}"/>
              </a:ext>
            </a:extLst>
          </p:cNvPr>
          <p:cNvGrpSpPr/>
          <p:nvPr/>
        </p:nvGrpSpPr>
        <p:grpSpPr>
          <a:xfrm>
            <a:off x="7875905" y="1003300"/>
            <a:ext cx="2874645" cy="1122722"/>
            <a:chOff x="7875905" y="1003300"/>
            <a:chExt cx="2874645" cy="1122722"/>
          </a:xfrm>
        </p:grpSpPr>
        <p:sp>
          <p:nvSpPr>
            <p:cNvPr id="48" name="Rectangle 45">
              <a:extLst>
                <a:ext uri="{FF2B5EF4-FFF2-40B4-BE49-F238E27FC236}">
                  <a16:creationId xmlns:a16="http://schemas.microsoft.com/office/drawing/2014/main" id="{74F703AE-2DDE-4E65-82FF-E5081C5C25EA}"/>
                </a:ext>
              </a:extLst>
            </p:cNvPr>
            <p:cNvSpPr>
              <a:spLocks noChangeArrowheads="1"/>
            </p:cNvSpPr>
            <p:nvPr/>
          </p:nvSpPr>
          <p:spPr bwMode="auto">
            <a:xfrm>
              <a:off x="7988301" y="1003300"/>
              <a:ext cx="14828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2"/>
                  </a:solidFill>
                  <a:effectLst/>
                  <a:latin typeface="Open Sans" panose="020B0606030504020204" pitchFamily="34" charset="0"/>
                </a:rPr>
                <a:t>INFODATA 01</a:t>
              </a:r>
              <a:endParaRPr kumimoji="0" lang="ru-UA" altLang="ru-UA" sz="1800" b="0" i="0" u="none" strike="noStrike" cap="none" normalizeH="0" baseline="0">
                <a:ln>
                  <a:noFill/>
                </a:ln>
                <a:solidFill>
                  <a:schemeClr val="accent2"/>
                </a:solidFill>
                <a:effectLst/>
              </a:endParaRPr>
            </a:p>
          </p:txBody>
        </p:sp>
        <p:sp>
          <p:nvSpPr>
            <p:cNvPr id="62" name="Text Placeholder 33">
              <a:extLst>
                <a:ext uri="{FF2B5EF4-FFF2-40B4-BE49-F238E27FC236}">
                  <a16:creationId xmlns:a16="http://schemas.microsoft.com/office/drawing/2014/main" id="{03D2DE41-D2DA-413D-AF61-077D77FD58F3}"/>
                </a:ext>
              </a:extLst>
            </p:cNvPr>
            <p:cNvSpPr txBox="1">
              <a:spLocks/>
            </p:cNvSpPr>
            <p:nvPr/>
          </p:nvSpPr>
          <p:spPr>
            <a:xfrm>
              <a:off x="7875905" y="1304668"/>
              <a:ext cx="2874645"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endParaRPr lang="en-US" sz="900" dirty="0"/>
            </a:p>
          </p:txBody>
        </p:sp>
      </p:grpSp>
      <p:grpSp>
        <p:nvGrpSpPr>
          <p:cNvPr id="5" name="Group 4">
            <a:extLst>
              <a:ext uri="{FF2B5EF4-FFF2-40B4-BE49-F238E27FC236}">
                <a16:creationId xmlns:a16="http://schemas.microsoft.com/office/drawing/2014/main" id="{4D9A745E-0818-4111-BE2C-BAA4220F0DDF}"/>
              </a:ext>
            </a:extLst>
          </p:cNvPr>
          <p:cNvGrpSpPr/>
          <p:nvPr/>
        </p:nvGrpSpPr>
        <p:grpSpPr>
          <a:xfrm>
            <a:off x="7875905" y="3362325"/>
            <a:ext cx="2874645" cy="1132247"/>
            <a:chOff x="7875905" y="3362325"/>
            <a:chExt cx="2874645" cy="1132247"/>
          </a:xfrm>
        </p:grpSpPr>
        <p:sp>
          <p:nvSpPr>
            <p:cNvPr id="49" name="Rectangle 46">
              <a:extLst>
                <a:ext uri="{FF2B5EF4-FFF2-40B4-BE49-F238E27FC236}">
                  <a16:creationId xmlns:a16="http://schemas.microsoft.com/office/drawing/2014/main" id="{91AC4FDD-CEF7-4125-BB0B-79E06745ED31}"/>
                </a:ext>
              </a:extLst>
            </p:cNvPr>
            <p:cNvSpPr>
              <a:spLocks noChangeArrowheads="1"/>
            </p:cNvSpPr>
            <p:nvPr/>
          </p:nvSpPr>
          <p:spPr bwMode="auto">
            <a:xfrm>
              <a:off x="7988301" y="3362325"/>
              <a:ext cx="14828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3"/>
                  </a:solidFill>
                  <a:effectLst/>
                  <a:latin typeface="Open Sans" panose="020B0606030504020204" pitchFamily="34" charset="0"/>
                </a:rPr>
                <a:t>INFODATA 03</a:t>
              </a:r>
              <a:endParaRPr kumimoji="0" lang="ru-UA" altLang="ru-UA" sz="1800" b="0" i="0" u="none" strike="noStrike" cap="none" normalizeH="0" baseline="0">
                <a:ln>
                  <a:noFill/>
                </a:ln>
                <a:solidFill>
                  <a:schemeClr val="accent3"/>
                </a:solidFill>
                <a:effectLst/>
              </a:endParaRPr>
            </a:p>
          </p:txBody>
        </p:sp>
        <p:sp>
          <p:nvSpPr>
            <p:cNvPr id="63" name="Text Placeholder 33">
              <a:extLst>
                <a:ext uri="{FF2B5EF4-FFF2-40B4-BE49-F238E27FC236}">
                  <a16:creationId xmlns:a16="http://schemas.microsoft.com/office/drawing/2014/main" id="{E9328ACF-1CB8-46C0-B48A-33C4FC16AAA8}"/>
                </a:ext>
              </a:extLst>
            </p:cNvPr>
            <p:cNvSpPr txBox="1">
              <a:spLocks/>
            </p:cNvSpPr>
            <p:nvPr/>
          </p:nvSpPr>
          <p:spPr>
            <a:xfrm>
              <a:off x="7875905" y="3673218"/>
              <a:ext cx="2874645"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endParaRPr lang="en-US" sz="900" dirty="0"/>
            </a:p>
          </p:txBody>
        </p:sp>
      </p:grpSp>
      <p:grpSp>
        <p:nvGrpSpPr>
          <p:cNvPr id="4" name="Group 3">
            <a:extLst>
              <a:ext uri="{FF2B5EF4-FFF2-40B4-BE49-F238E27FC236}">
                <a16:creationId xmlns:a16="http://schemas.microsoft.com/office/drawing/2014/main" id="{6C452CEA-9C63-4D33-A398-36084DA98FD8}"/>
              </a:ext>
            </a:extLst>
          </p:cNvPr>
          <p:cNvGrpSpPr/>
          <p:nvPr/>
        </p:nvGrpSpPr>
        <p:grpSpPr>
          <a:xfrm>
            <a:off x="1390334" y="2247900"/>
            <a:ext cx="2874645" cy="1121160"/>
            <a:chOff x="1390334" y="2247900"/>
            <a:chExt cx="2874645" cy="1121160"/>
          </a:xfrm>
        </p:grpSpPr>
        <p:sp>
          <p:nvSpPr>
            <p:cNvPr id="50" name="Rectangle 47">
              <a:extLst>
                <a:ext uri="{FF2B5EF4-FFF2-40B4-BE49-F238E27FC236}">
                  <a16:creationId xmlns:a16="http://schemas.microsoft.com/office/drawing/2014/main" id="{75EB857D-51E4-4267-B693-6F6A0AAFCE24}"/>
                </a:ext>
              </a:extLst>
            </p:cNvPr>
            <p:cNvSpPr>
              <a:spLocks noChangeArrowheads="1"/>
            </p:cNvSpPr>
            <p:nvPr/>
          </p:nvSpPr>
          <p:spPr bwMode="auto">
            <a:xfrm>
              <a:off x="2678113" y="2247900"/>
              <a:ext cx="14828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1"/>
                  </a:solidFill>
                  <a:effectLst/>
                  <a:latin typeface="Open Sans" panose="020B0606030504020204" pitchFamily="34" charset="0"/>
                </a:rPr>
                <a:t>INFODATA 02</a:t>
              </a:r>
              <a:endParaRPr kumimoji="0" lang="ru-UA" altLang="ru-UA" sz="1800" b="0" i="0" u="none" strike="noStrike" cap="none" normalizeH="0" baseline="0">
                <a:ln>
                  <a:noFill/>
                </a:ln>
                <a:solidFill>
                  <a:schemeClr val="accent1"/>
                </a:solidFill>
                <a:effectLst/>
              </a:endParaRPr>
            </a:p>
          </p:txBody>
        </p:sp>
        <p:sp>
          <p:nvSpPr>
            <p:cNvPr id="64" name="Text Placeholder 33">
              <a:extLst>
                <a:ext uri="{FF2B5EF4-FFF2-40B4-BE49-F238E27FC236}">
                  <a16:creationId xmlns:a16="http://schemas.microsoft.com/office/drawing/2014/main" id="{A8351625-C6B0-443F-A6F2-AB56DE584A77}"/>
                </a:ext>
              </a:extLst>
            </p:cNvPr>
            <p:cNvSpPr txBox="1">
              <a:spLocks/>
            </p:cNvSpPr>
            <p:nvPr/>
          </p:nvSpPr>
          <p:spPr>
            <a:xfrm>
              <a:off x="1390334" y="2547706"/>
              <a:ext cx="2874645"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endParaRPr lang="en-US" sz="900" dirty="0"/>
            </a:p>
          </p:txBody>
        </p:sp>
      </p:grpSp>
      <p:grpSp>
        <p:nvGrpSpPr>
          <p:cNvPr id="6" name="Group 5">
            <a:extLst>
              <a:ext uri="{FF2B5EF4-FFF2-40B4-BE49-F238E27FC236}">
                <a16:creationId xmlns:a16="http://schemas.microsoft.com/office/drawing/2014/main" id="{47B94DA6-532D-4368-B6E6-6FBCCF968F50}"/>
              </a:ext>
            </a:extLst>
          </p:cNvPr>
          <p:cNvGrpSpPr/>
          <p:nvPr/>
        </p:nvGrpSpPr>
        <p:grpSpPr>
          <a:xfrm>
            <a:off x="1390334" y="4602163"/>
            <a:ext cx="2874645" cy="1110047"/>
            <a:chOff x="1390334" y="4602163"/>
            <a:chExt cx="2874645" cy="1110047"/>
          </a:xfrm>
        </p:grpSpPr>
        <p:sp>
          <p:nvSpPr>
            <p:cNvPr id="51" name="Rectangle 48">
              <a:extLst>
                <a:ext uri="{FF2B5EF4-FFF2-40B4-BE49-F238E27FC236}">
                  <a16:creationId xmlns:a16="http://schemas.microsoft.com/office/drawing/2014/main" id="{2CCFEB05-BEE5-400B-A61E-9123E982BF97}"/>
                </a:ext>
              </a:extLst>
            </p:cNvPr>
            <p:cNvSpPr>
              <a:spLocks noChangeArrowheads="1"/>
            </p:cNvSpPr>
            <p:nvPr/>
          </p:nvSpPr>
          <p:spPr bwMode="auto">
            <a:xfrm>
              <a:off x="2678113" y="4602163"/>
              <a:ext cx="14828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5"/>
                  </a:solidFill>
                  <a:effectLst/>
                  <a:latin typeface="Open Sans" panose="020B0606030504020204" pitchFamily="34" charset="0"/>
                </a:rPr>
                <a:t>INFODATA 04</a:t>
              </a:r>
              <a:endParaRPr kumimoji="0" lang="ru-UA" altLang="ru-UA" sz="1800" b="0" i="0" u="none" strike="noStrike" cap="none" normalizeH="0" baseline="0">
                <a:ln>
                  <a:noFill/>
                </a:ln>
                <a:solidFill>
                  <a:schemeClr val="accent5"/>
                </a:solidFill>
                <a:effectLst/>
              </a:endParaRPr>
            </a:p>
          </p:txBody>
        </p:sp>
        <p:sp>
          <p:nvSpPr>
            <p:cNvPr id="65" name="Text Placeholder 33">
              <a:extLst>
                <a:ext uri="{FF2B5EF4-FFF2-40B4-BE49-F238E27FC236}">
                  <a16:creationId xmlns:a16="http://schemas.microsoft.com/office/drawing/2014/main" id="{D3A83A8D-54C5-42CC-9102-BDD5E0AE1E1E}"/>
                </a:ext>
              </a:extLst>
            </p:cNvPr>
            <p:cNvSpPr txBox="1">
              <a:spLocks/>
            </p:cNvSpPr>
            <p:nvPr/>
          </p:nvSpPr>
          <p:spPr>
            <a:xfrm>
              <a:off x="1390334" y="4890856"/>
              <a:ext cx="2874645"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endParaRPr lang="en-US" sz="900" dirty="0"/>
            </a:p>
          </p:txBody>
        </p:sp>
      </p:grpSp>
    </p:spTree>
    <p:extLst>
      <p:ext uri="{BB962C8B-B14F-4D97-AF65-F5344CB8AC3E}">
        <p14:creationId xmlns:p14="http://schemas.microsoft.com/office/powerpoint/2010/main" val="196951298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1500"/>
                                            <p:tgtEl>
                                              <p:spTgt spid="2"/>
                                            </p:tgtEl>
                                          </p:cBhvr>
                                        </p:animEffect>
                                      </p:childTnLst>
                                    </p:cTn>
                                  </p:par>
                                  <p:par>
                                    <p:cTn id="8" presetID="2" presetClass="entr" presetSubtype="2" fill="hold" nodeType="withEffect" p14:presetBounceEnd="67000">
                                      <p:stCondLst>
                                        <p:cond delay="0"/>
                                      </p:stCondLst>
                                      <p:childTnLst>
                                        <p:set>
                                          <p:cBhvr>
                                            <p:cTn id="9" dur="1" fill="hold">
                                              <p:stCondLst>
                                                <p:cond delay="0"/>
                                              </p:stCondLst>
                                            </p:cTn>
                                            <p:tgtEl>
                                              <p:spTgt spid="53"/>
                                            </p:tgtEl>
                                            <p:attrNameLst>
                                              <p:attrName>style.visibility</p:attrName>
                                            </p:attrNameLst>
                                          </p:cBhvr>
                                          <p:to>
                                            <p:strVal val="visible"/>
                                          </p:to>
                                        </p:set>
                                        <p:anim calcmode="lin" valueType="num" p14:bounceEnd="67000">
                                          <p:cBhvr additive="base">
                                            <p:cTn id="10" dur="1000" fill="hold"/>
                                            <p:tgtEl>
                                              <p:spTgt spid="53"/>
                                            </p:tgtEl>
                                            <p:attrNameLst>
                                              <p:attrName>ppt_x</p:attrName>
                                            </p:attrNameLst>
                                          </p:cBhvr>
                                          <p:tavLst>
                                            <p:tav tm="0">
                                              <p:val>
                                                <p:strVal val="1+#ppt_w/2"/>
                                              </p:val>
                                            </p:tav>
                                            <p:tav tm="100000">
                                              <p:val>
                                                <p:strVal val="#ppt_x"/>
                                              </p:val>
                                            </p:tav>
                                          </p:tavLst>
                                        </p:anim>
                                        <p:anim calcmode="lin" valueType="num" p14:bounceEnd="67000">
                                          <p:cBhvr additive="base">
                                            <p:cTn id="11" dur="1000" fill="hold"/>
                                            <p:tgtEl>
                                              <p:spTgt spid="53"/>
                                            </p:tgtEl>
                                            <p:attrNameLst>
                                              <p:attrName>ppt_y</p:attrName>
                                            </p:attrNameLst>
                                          </p:cBhvr>
                                          <p:tavLst>
                                            <p:tav tm="0">
                                              <p:val>
                                                <p:strVal val="#ppt_y"/>
                                              </p:val>
                                            </p:tav>
                                            <p:tav tm="100000">
                                              <p:val>
                                                <p:strVal val="#ppt_y"/>
                                              </p:val>
                                            </p:tav>
                                          </p:tavLst>
                                        </p:anim>
                                      </p:childTnLst>
                                    </p:cTn>
                                  </p:par>
                                  <p:par>
                                    <p:cTn id="12" presetID="2" presetClass="entr" presetSubtype="8" fill="hold" nodeType="withEffect" p14:presetBounceEnd="67000">
                                      <p:stCondLst>
                                        <p:cond delay="500"/>
                                      </p:stCondLst>
                                      <p:childTnLst>
                                        <p:set>
                                          <p:cBhvr>
                                            <p:cTn id="13" dur="1" fill="hold">
                                              <p:stCondLst>
                                                <p:cond delay="0"/>
                                              </p:stCondLst>
                                            </p:cTn>
                                            <p:tgtEl>
                                              <p:spTgt spid="56"/>
                                            </p:tgtEl>
                                            <p:attrNameLst>
                                              <p:attrName>style.visibility</p:attrName>
                                            </p:attrNameLst>
                                          </p:cBhvr>
                                          <p:to>
                                            <p:strVal val="visible"/>
                                          </p:to>
                                        </p:set>
                                        <p:anim calcmode="lin" valueType="num" p14:bounceEnd="67000">
                                          <p:cBhvr additive="base">
                                            <p:cTn id="14" dur="1000" fill="hold"/>
                                            <p:tgtEl>
                                              <p:spTgt spid="56"/>
                                            </p:tgtEl>
                                            <p:attrNameLst>
                                              <p:attrName>ppt_x</p:attrName>
                                            </p:attrNameLst>
                                          </p:cBhvr>
                                          <p:tavLst>
                                            <p:tav tm="0">
                                              <p:val>
                                                <p:strVal val="0-#ppt_w/2"/>
                                              </p:val>
                                            </p:tav>
                                            <p:tav tm="100000">
                                              <p:val>
                                                <p:strVal val="#ppt_x"/>
                                              </p:val>
                                            </p:tav>
                                          </p:tavLst>
                                        </p:anim>
                                        <p:anim calcmode="lin" valueType="num" p14:bounceEnd="67000">
                                          <p:cBhvr additive="base">
                                            <p:cTn id="15" dur="1000" fill="hold"/>
                                            <p:tgtEl>
                                              <p:spTgt spid="56"/>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14:presetBounceEnd="67000">
                                      <p:stCondLst>
                                        <p:cond delay="1000"/>
                                      </p:stCondLst>
                                      <p:childTnLst>
                                        <p:set>
                                          <p:cBhvr>
                                            <p:cTn id="17" dur="1" fill="hold">
                                              <p:stCondLst>
                                                <p:cond delay="0"/>
                                              </p:stCondLst>
                                            </p:cTn>
                                            <p:tgtEl>
                                              <p:spTgt spid="55"/>
                                            </p:tgtEl>
                                            <p:attrNameLst>
                                              <p:attrName>style.visibility</p:attrName>
                                            </p:attrNameLst>
                                          </p:cBhvr>
                                          <p:to>
                                            <p:strVal val="visible"/>
                                          </p:to>
                                        </p:set>
                                        <p:anim calcmode="lin" valueType="num" p14:bounceEnd="67000">
                                          <p:cBhvr additive="base">
                                            <p:cTn id="18" dur="1000" fill="hold"/>
                                            <p:tgtEl>
                                              <p:spTgt spid="55"/>
                                            </p:tgtEl>
                                            <p:attrNameLst>
                                              <p:attrName>ppt_x</p:attrName>
                                            </p:attrNameLst>
                                          </p:cBhvr>
                                          <p:tavLst>
                                            <p:tav tm="0">
                                              <p:val>
                                                <p:strVal val="1+#ppt_w/2"/>
                                              </p:val>
                                            </p:tav>
                                            <p:tav tm="100000">
                                              <p:val>
                                                <p:strVal val="#ppt_x"/>
                                              </p:val>
                                            </p:tav>
                                          </p:tavLst>
                                        </p:anim>
                                        <p:anim calcmode="lin" valueType="num" p14:bounceEnd="67000">
                                          <p:cBhvr additive="base">
                                            <p:cTn id="19" dur="1000" fill="hold"/>
                                            <p:tgtEl>
                                              <p:spTgt spid="55"/>
                                            </p:tgtEl>
                                            <p:attrNameLst>
                                              <p:attrName>ppt_y</p:attrName>
                                            </p:attrNameLst>
                                          </p:cBhvr>
                                          <p:tavLst>
                                            <p:tav tm="0">
                                              <p:val>
                                                <p:strVal val="#ppt_y"/>
                                              </p:val>
                                            </p:tav>
                                            <p:tav tm="100000">
                                              <p:val>
                                                <p:strVal val="#ppt_y"/>
                                              </p:val>
                                            </p:tav>
                                          </p:tavLst>
                                        </p:anim>
                                      </p:childTnLst>
                                    </p:cTn>
                                  </p:par>
                                  <p:par>
                                    <p:cTn id="20" presetID="2" presetClass="entr" presetSubtype="8" fill="hold" nodeType="withEffect" p14:presetBounceEnd="67000">
                                      <p:stCondLst>
                                        <p:cond delay="1500"/>
                                      </p:stCondLst>
                                      <p:childTnLst>
                                        <p:set>
                                          <p:cBhvr>
                                            <p:cTn id="21" dur="1" fill="hold">
                                              <p:stCondLst>
                                                <p:cond delay="0"/>
                                              </p:stCondLst>
                                            </p:cTn>
                                            <p:tgtEl>
                                              <p:spTgt spid="54"/>
                                            </p:tgtEl>
                                            <p:attrNameLst>
                                              <p:attrName>style.visibility</p:attrName>
                                            </p:attrNameLst>
                                          </p:cBhvr>
                                          <p:to>
                                            <p:strVal val="visible"/>
                                          </p:to>
                                        </p:set>
                                        <p:anim calcmode="lin" valueType="num" p14:bounceEnd="67000">
                                          <p:cBhvr additive="base">
                                            <p:cTn id="22" dur="1000" fill="hold"/>
                                            <p:tgtEl>
                                              <p:spTgt spid="54"/>
                                            </p:tgtEl>
                                            <p:attrNameLst>
                                              <p:attrName>ppt_x</p:attrName>
                                            </p:attrNameLst>
                                          </p:cBhvr>
                                          <p:tavLst>
                                            <p:tav tm="0">
                                              <p:val>
                                                <p:strVal val="0-#ppt_w/2"/>
                                              </p:val>
                                            </p:tav>
                                            <p:tav tm="100000">
                                              <p:val>
                                                <p:strVal val="#ppt_x"/>
                                              </p:val>
                                            </p:tav>
                                          </p:tavLst>
                                        </p:anim>
                                        <p:anim calcmode="lin" valueType="num" p14:bounceEnd="67000">
                                          <p:cBhvr additive="base">
                                            <p:cTn id="23" dur="1000" fill="hold"/>
                                            <p:tgtEl>
                                              <p:spTgt spid="54"/>
                                            </p:tgtEl>
                                            <p:attrNameLst>
                                              <p:attrName>ppt_y</p:attrName>
                                            </p:attrNameLst>
                                          </p:cBhvr>
                                          <p:tavLst>
                                            <p:tav tm="0">
                                              <p:val>
                                                <p:strVal val="#ppt_y"/>
                                              </p:val>
                                            </p:tav>
                                            <p:tav tm="100000">
                                              <p:val>
                                                <p:strVal val="#ppt_y"/>
                                              </p:val>
                                            </p:tav>
                                          </p:tavLst>
                                        </p:anim>
                                      </p:childTnLst>
                                    </p:cTn>
                                  </p:par>
                                  <p:par>
                                    <p:cTn id="24" presetID="53" presetClass="entr" presetSubtype="16" fill="hold" grpId="0" nodeType="withEffect">
                                      <p:stCondLst>
                                        <p:cond delay="250"/>
                                      </p:stCondLst>
                                      <p:childTnLst>
                                        <p:set>
                                          <p:cBhvr>
                                            <p:cTn id="25" dur="1" fill="hold">
                                              <p:stCondLst>
                                                <p:cond delay="0"/>
                                              </p:stCondLst>
                                            </p:cTn>
                                            <p:tgtEl>
                                              <p:spTgt spid="42"/>
                                            </p:tgtEl>
                                            <p:attrNameLst>
                                              <p:attrName>style.visibility</p:attrName>
                                            </p:attrNameLst>
                                          </p:cBhvr>
                                          <p:to>
                                            <p:strVal val="visible"/>
                                          </p:to>
                                        </p:set>
                                        <p:anim calcmode="lin" valueType="num">
                                          <p:cBhvr>
                                            <p:cTn id="26" dur="750" fill="hold"/>
                                            <p:tgtEl>
                                              <p:spTgt spid="42"/>
                                            </p:tgtEl>
                                            <p:attrNameLst>
                                              <p:attrName>ppt_w</p:attrName>
                                            </p:attrNameLst>
                                          </p:cBhvr>
                                          <p:tavLst>
                                            <p:tav tm="0">
                                              <p:val>
                                                <p:fltVal val="0"/>
                                              </p:val>
                                            </p:tav>
                                            <p:tav tm="100000">
                                              <p:val>
                                                <p:strVal val="#ppt_w"/>
                                              </p:val>
                                            </p:tav>
                                          </p:tavLst>
                                        </p:anim>
                                        <p:anim calcmode="lin" valueType="num">
                                          <p:cBhvr>
                                            <p:cTn id="27" dur="750" fill="hold"/>
                                            <p:tgtEl>
                                              <p:spTgt spid="42"/>
                                            </p:tgtEl>
                                            <p:attrNameLst>
                                              <p:attrName>ppt_h</p:attrName>
                                            </p:attrNameLst>
                                          </p:cBhvr>
                                          <p:tavLst>
                                            <p:tav tm="0">
                                              <p:val>
                                                <p:fltVal val="0"/>
                                              </p:val>
                                            </p:tav>
                                            <p:tav tm="100000">
                                              <p:val>
                                                <p:strVal val="#ppt_h"/>
                                              </p:val>
                                            </p:tav>
                                          </p:tavLst>
                                        </p:anim>
                                        <p:animEffect transition="in" filter="fade">
                                          <p:cBhvr>
                                            <p:cTn id="28" dur="750"/>
                                            <p:tgtEl>
                                              <p:spTgt spid="42"/>
                                            </p:tgtEl>
                                          </p:cBhvr>
                                        </p:animEffect>
                                      </p:childTnLst>
                                    </p:cTn>
                                  </p:par>
                                  <p:par>
                                    <p:cTn id="29" presetID="53" presetClass="entr" presetSubtype="16" fill="hold" grpId="0" nodeType="withEffect">
                                      <p:stCondLst>
                                        <p:cond delay="750"/>
                                      </p:stCondLst>
                                      <p:childTnLst>
                                        <p:set>
                                          <p:cBhvr>
                                            <p:cTn id="30" dur="1" fill="hold">
                                              <p:stCondLst>
                                                <p:cond delay="0"/>
                                              </p:stCondLst>
                                            </p:cTn>
                                            <p:tgtEl>
                                              <p:spTgt spid="40"/>
                                            </p:tgtEl>
                                            <p:attrNameLst>
                                              <p:attrName>style.visibility</p:attrName>
                                            </p:attrNameLst>
                                          </p:cBhvr>
                                          <p:to>
                                            <p:strVal val="visible"/>
                                          </p:to>
                                        </p:set>
                                        <p:anim calcmode="lin" valueType="num">
                                          <p:cBhvr>
                                            <p:cTn id="31" dur="750" fill="hold"/>
                                            <p:tgtEl>
                                              <p:spTgt spid="40"/>
                                            </p:tgtEl>
                                            <p:attrNameLst>
                                              <p:attrName>ppt_w</p:attrName>
                                            </p:attrNameLst>
                                          </p:cBhvr>
                                          <p:tavLst>
                                            <p:tav tm="0">
                                              <p:val>
                                                <p:fltVal val="0"/>
                                              </p:val>
                                            </p:tav>
                                            <p:tav tm="100000">
                                              <p:val>
                                                <p:strVal val="#ppt_w"/>
                                              </p:val>
                                            </p:tav>
                                          </p:tavLst>
                                        </p:anim>
                                        <p:anim calcmode="lin" valueType="num">
                                          <p:cBhvr>
                                            <p:cTn id="32" dur="750" fill="hold"/>
                                            <p:tgtEl>
                                              <p:spTgt spid="40"/>
                                            </p:tgtEl>
                                            <p:attrNameLst>
                                              <p:attrName>ppt_h</p:attrName>
                                            </p:attrNameLst>
                                          </p:cBhvr>
                                          <p:tavLst>
                                            <p:tav tm="0">
                                              <p:val>
                                                <p:fltVal val="0"/>
                                              </p:val>
                                            </p:tav>
                                            <p:tav tm="100000">
                                              <p:val>
                                                <p:strVal val="#ppt_h"/>
                                              </p:val>
                                            </p:tav>
                                          </p:tavLst>
                                        </p:anim>
                                        <p:animEffect transition="in" filter="fade">
                                          <p:cBhvr>
                                            <p:cTn id="33" dur="750"/>
                                            <p:tgtEl>
                                              <p:spTgt spid="40"/>
                                            </p:tgtEl>
                                          </p:cBhvr>
                                        </p:animEffect>
                                      </p:childTnLst>
                                    </p:cTn>
                                  </p:par>
                                  <p:par>
                                    <p:cTn id="34" presetID="53" presetClass="entr" presetSubtype="16" fill="hold" grpId="0" nodeType="withEffect">
                                      <p:stCondLst>
                                        <p:cond delay="1250"/>
                                      </p:stCondLst>
                                      <p:childTnLst>
                                        <p:set>
                                          <p:cBhvr>
                                            <p:cTn id="35" dur="1" fill="hold">
                                              <p:stCondLst>
                                                <p:cond delay="0"/>
                                              </p:stCondLst>
                                            </p:cTn>
                                            <p:tgtEl>
                                              <p:spTgt spid="43"/>
                                            </p:tgtEl>
                                            <p:attrNameLst>
                                              <p:attrName>style.visibility</p:attrName>
                                            </p:attrNameLst>
                                          </p:cBhvr>
                                          <p:to>
                                            <p:strVal val="visible"/>
                                          </p:to>
                                        </p:set>
                                        <p:anim calcmode="lin" valueType="num">
                                          <p:cBhvr>
                                            <p:cTn id="36" dur="750" fill="hold"/>
                                            <p:tgtEl>
                                              <p:spTgt spid="43"/>
                                            </p:tgtEl>
                                            <p:attrNameLst>
                                              <p:attrName>ppt_w</p:attrName>
                                            </p:attrNameLst>
                                          </p:cBhvr>
                                          <p:tavLst>
                                            <p:tav tm="0">
                                              <p:val>
                                                <p:fltVal val="0"/>
                                              </p:val>
                                            </p:tav>
                                            <p:tav tm="100000">
                                              <p:val>
                                                <p:strVal val="#ppt_w"/>
                                              </p:val>
                                            </p:tav>
                                          </p:tavLst>
                                        </p:anim>
                                        <p:anim calcmode="lin" valueType="num">
                                          <p:cBhvr>
                                            <p:cTn id="37" dur="750" fill="hold"/>
                                            <p:tgtEl>
                                              <p:spTgt spid="43"/>
                                            </p:tgtEl>
                                            <p:attrNameLst>
                                              <p:attrName>ppt_h</p:attrName>
                                            </p:attrNameLst>
                                          </p:cBhvr>
                                          <p:tavLst>
                                            <p:tav tm="0">
                                              <p:val>
                                                <p:fltVal val="0"/>
                                              </p:val>
                                            </p:tav>
                                            <p:tav tm="100000">
                                              <p:val>
                                                <p:strVal val="#ppt_h"/>
                                              </p:val>
                                            </p:tav>
                                          </p:tavLst>
                                        </p:anim>
                                        <p:animEffect transition="in" filter="fade">
                                          <p:cBhvr>
                                            <p:cTn id="38" dur="750"/>
                                            <p:tgtEl>
                                              <p:spTgt spid="43"/>
                                            </p:tgtEl>
                                          </p:cBhvr>
                                        </p:animEffect>
                                      </p:childTnLst>
                                    </p:cTn>
                                  </p:par>
                                  <p:par>
                                    <p:cTn id="39" presetID="53" presetClass="entr" presetSubtype="16" fill="hold" grpId="0" nodeType="withEffect">
                                      <p:stCondLst>
                                        <p:cond delay="1750"/>
                                      </p:stCondLst>
                                      <p:childTnLst>
                                        <p:set>
                                          <p:cBhvr>
                                            <p:cTn id="40" dur="1" fill="hold">
                                              <p:stCondLst>
                                                <p:cond delay="0"/>
                                              </p:stCondLst>
                                            </p:cTn>
                                            <p:tgtEl>
                                              <p:spTgt spid="41"/>
                                            </p:tgtEl>
                                            <p:attrNameLst>
                                              <p:attrName>style.visibility</p:attrName>
                                            </p:attrNameLst>
                                          </p:cBhvr>
                                          <p:to>
                                            <p:strVal val="visible"/>
                                          </p:to>
                                        </p:set>
                                        <p:anim calcmode="lin" valueType="num">
                                          <p:cBhvr>
                                            <p:cTn id="41" dur="750" fill="hold"/>
                                            <p:tgtEl>
                                              <p:spTgt spid="41"/>
                                            </p:tgtEl>
                                            <p:attrNameLst>
                                              <p:attrName>ppt_w</p:attrName>
                                            </p:attrNameLst>
                                          </p:cBhvr>
                                          <p:tavLst>
                                            <p:tav tm="0">
                                              <p:val>
                                                <p:fltVal val="0"/>
                                              </p:val>
                                            </p:tav>
                                            <p:tav tm="100000">
                                              <p:val>
                                                <p:strVal val="#ppt_w"/>
                                              </p:val>
                                            </p:tav>
                                          </p:tavLst>
                                        </p:anim>
                                        <p:anim calcmode="lin" valueType="num">
                                          <p:cBhvr>
                                            <p:cTn id="42" dur="750" fill="hold"/>
                                            <p:tgtEl>
                                              <p:spTgt spid="41"/>
                                            </p:tgtEl>
                                            <p:attrNameLst>
                                              <p:attrName>ppt_h</p:attrName>
                                            </p:attrNameLst>
                                          </p:cBhvr>
                                          <p:tavLst>
                                            <p:tav tm="0">
                                              <p:val>
                                                <p:fltVal val="0"/>
                                              </p:val>
                                            </p:tav>
                                            <p:tav tm="100000">
                                              <p:val>
                                                <p:strVal val="#ppt_h"/>
                                              </p:val>
                                            </p:tav>
                                          </p:tavLst>
                                        </p:anim>
                                        <p:animEffect transition="in" filter="fade">
                                          <p:cBhvr>
                                            <p:cTn id="43" dur="750"/>
                                            <p:tgtEl>
                                              <p:spTgt spid="41"/>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58"/>
                                            </p:tgtEl>
                                            <p:attrNameLst>
                                              <p:attrName>style.visibility</p:attrName>
                                            </p:attrNameLst>
                                          </p:cBhvr>
                                          <p:to>
                                            <p:strVal val="visible"/>
                                          </p:to>
                                        </p:set>
                                        <p:animEffect transition="in" filter="fade">
                                          <p:cBhvr>
                                            <p:cTn id="46" dur="750"/>
                                            <p:tgtEl>
                                              <p:spTgt spid="58"/>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60"/>
                                            </p:tgtEl>
                                            <p:attrNameLst>
                                              <p:attrName>style.visibility</p:attrName>
                                            </p:attrNameLst>
                                          </p:cBhvr>
                                          <p:to>
                                            <p:strVal val="visible"/>
                                          </p:to>
                                        </p:set>
                                        <p:animEffect transition="in" filter="fade">
                                          <p:cBhvr>
                                            <p:cTn id="49" dur="750"/>
                                            <p:tgtEl>
                                              <p:spTgt spid="60"/>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750"/>
                                            <p:tgtEl>
                                              <p:spTgt spid="59"/>
                                            </p:tgtEl>
                                          </p:cBhvr>
                                        </p:animEffect>
                                      </p:childTnLst>
                                    </p:cTn>
                                  </p:par>
                                  <p:par>
                                    <p:cTn id="53" presetID="10" presetClass="entr" presetSubtype="0" fill="hold" grpId="0" nodeType="withEffect">
                                      <p:stCondLst>
                                        <p:cond delay="2000"/>
                                      </p:stCondLst>
                                      <p:childTnLst>
                                        <p:set>
                                          <p:cBhvr>
                                            <p:cTn id="54" dur="1" fill="hold">
                                              <p:stCondLst>
                                                <p:cond delay="0"/>
                                              </p:stCondLst>
                                            </p:cTn>
                                            <p:tgtEl>
                                              <p:spTgt spid="57"/>
                                            </p:tgtEl>
                                            <p:attrNameLst>
                                              <p:attrName>style.visibility</p:attrName>
                                            </p:attrNameLst>
                                          </p:cBhvr>
                                          <p:to>
                                            <p:strVal val="visible"/>
                                          </p:to>
                                        </p:set>
                                        <p:animEffect transition="in" filter="fade">
                                          <p:cBhvr>
                                            <p:cTn id="55" dur="750"/>
                                            <p:tgtEl>
                                              <p:spTgt spid="57"/>
                                            </p:tgtEl>
                                          </p:cBhvr>
                                        </p:animEffect>
                                      </p:childTnLst>
                                    </p:cTn>
                                  </p:par>
                                  <p:par>
                                    <p:cTn id="56" presetID="22" presetClass="entr" presetSubtype="8" fill="hold" grpId="0" nodeType="withEffect">
                                      <p:stCondLst>
                                        <p:cond delay="500"/>
                                      </p:stCondLst>
                                      <p:childTnLst>
                                        <p:set>
                                          <p:cBhvr>
                                            <p:cTn id="57" dur="1" fill="hold">
                                              <p:stCondLst>
                                                <p:cond delay="0"/>
                                              </p:stCondLst>
                                            </p:cTn>
                                            <p:tgtEl>
                                              <p:spTgt spid="15"/>
                                            </p:tgtEl>
                                            <p:attrNameLst>
                                              <p:attrName>style.visibility</p:attrName>
                                            </p:attrNameLst>
                                          </p:cBhvr>
                                          <p:to>
                                            <p:strVal val="visible"/>
                                          </p:to>
                                        </p:set>
                                        <p:animEffect transition="in" filter="wipe(left)">
                                          <p:cBhvr>
                                            <p:cTn id="58" dur="750"/>
                                            <p:tgtEl>
                                              <p:spTgt spid="15"/>
                                            </p:tgtEl>
                                          </p:cBhvr>
                                        </p:animEffect>
                                      </p:childTnLst>
                                    </p:cTn>
                                  </p:par>
                                  <p:par>
                                    <p:cTn id="59" presetID="22" presetClass="entr" presetSubtype="2" fill="hold" grpId="0" nodeType="withEffect">
                                      <p:stCondLst>
                                        <p:cond delay="1000"/>
                                      </p:stCondLst>
                                      <p:childTnLst>
                                        <p:set>
                                          <p:cBhvr>
                                            <p:cTn id="60" dur="1" fill="hold">
                                              <p:stCondLst>
                                                <p:cond delay="0"/>
                                              </p:stCondLst>
                                            </p:cTn>
                                            <p:tgtEl>
                                              <p:spTgt spid="12"/>
                                            </p:tgtEl>
                                            <p:attrNameLst>
                                              <p:attrName>style.visibility</p:attrName>
                                            </p:attrNameLst>
                                          </p:cBhvr>
                                          <p:to>
                                            <p:strVal val="visible"/>
                                          </p:to>
                                        </p:set>
                                        <p:animEffect transition="in" filter="wipe(right)">
                                          <p:cBhvr>
                                            <p:cTn id="61" dur="750"/>
                                            <p:tgtEl>
                                              <p:spTgt spid="12"/>
                                            </p:tgtEl>
                                          </p:cBhvr>
                                        </p:animEffect>
                                      </p:childTnLst>
                                    </p:cTn>
                                  </p:par>
                                  <p:par>
                                    <p:cTn id="62" presetID="22" presetClass="entr" presetSubtype="8" fill="hold" grpId="0" nodeType="withEffect">
                                      <p:stCondLst>
                                        <p:cond delay="1500"/>
                                      </p:stCondLst>
                                      <p:childTnLst>
                                        <p:set>
                                          <p:cBhvr>
                                            <p:cTn id="63" dur="1" fill="hold">
                                              <p:stCondLst>
                                                <p:cond delay="0"/>
                                              </p:stCondLst>
                                            </p:cTn>
                                            <p:tgtEl>
                                              <p:spTgt spid="14"/>
                                            </p:tgtEl>
                                            <p:attrNameLst>
                                              <p:attrName>style.visibility</p:attrName>
                                            </p:attrNameLst>
                                          </p:cBhvr>
                                          <p:to>
                                            <p:strVal val="visible"/>
                                          </p:to>
                                        </p:set>
                                        <p:animEffect transition="in" filter="wipe(left)">
                                          <p:cBhvr>
                                            <p:cTn id="64" dur="750"/>
                                            <p:tgtEl>
                                              <p:spTgt spid="14"/>
                                            </p:tgtEl>
                                          </p:cBhvr>
                                        </p:animEffect>
                                      </p:childTnLst>
                                    </p:cTn>
                                  </p:par>
                                  <p:par>
                                    <p:cTn id="65" presetID="22" presetClass="entr" presetSubtype="2" fill="hold" grpId="0" nodeType="withEffect">
                                      <p:stCondLst>
                                        <p:cond delay="2000"/>
                                      </p:stCondLst>
                                      <p:childTnLst>
                                        <p:set>
                                          <p:cBhvr>
                                            <p:cTn id="66" dur="1" fill="hold">
                                              <p:stCondLst>
                                                <p:cond delay="0"/>
                                              </p:stCondLst>
                                            </p:cTn>
                                            <p:tgtEl>
                                              <p:spTgt spid="13"/>
                                            </p:tgtEl>
                                            <p:attrNameLst>
                                              <p:attrName>style.visibility</p:attrName>
                                            </p:attrNameLst>
                                          </p:cBhvr>
                                          <p:to>
                                            <p:strVal val="visible"/>
                                          </p:to>
                                        </p:set>
                                        <p:animEffect transition="in" filter="wipe(right)">
                                          <p:cBhvr>
                                            <p:cTn id="67" dur="750"/>
                                            <p:tgtEl>
                                              <p:spTgt spid="13"/>
                                            </p:tgtEl>
                                          </p:cBhvr>
                                        </p:animEffect>
                                      </p:childTnLst>
                                    </p:cTn>
                                  </p:par>
                                  <p:par>
                                    <p:cTn id="68" presetID="2" presetClass="entr" presetSubtype="2" fill="hold" nodeType="withEffect" p14:presetBounceEnd="67000">
                                      <p:stCondLst>
                                        <p:cond delay="750"/>
                                      </p:stCondLst>
                                      <p:childTnLst>
                                        <p:set>
                                          <p:cBhvr>
                                            <p:cTn id="69" dur="1" fill="hold">
                                              <p:stCondLst>
                                                <p:cond delay="0"/>
                                              </p:stCondLst>
                                            </p:cTn>
                                            <p:tgtEl>
                                              <p:spTgt spid="3"/>
                                            </p:tgtEl>
                                            <p:attrNameLst>
                                              <p:attrName>style.visibility</p:attrName>
                                            </p:attrNameLst>
                                          </p:cBhvr>
                                          <p:to>
                                            <p:strVal val="visible"/>
                                          </p:to>
                                        </p:set>
                                        <p:anim calcmode="lin" valueType="num" p14:bounceEnd="67000">
                                          <p:cBhvr additive="base">
                                            <p:cTn id="70" dur="1000" fill="hold"/>
                                            <p:tgtEl>
                                              <p:spTgt spid="3"/>
                                            </p:tgtEl>
                                            <p:attrNameLst>
                                              <p:attrName>ppt_x</p:attrName>
                                            </p:attrNameLst>
                                          </p:cBhvr>
                                          <p:tavLst>
                                            <p:tav tm="0">
                                              <p:val>
                                                <p:strVal val="1+#ppt_w/2"/>
                                              </p:val>
                                            </p:tav>
                                            <p:tav tm="100000">
                                              <p:val>
                                                <p:strVal val="#ppt_x"/>
                                              </p:val>
                                            </p:tav>
                                          </p:tavLst>
                                        </p:anim>
                                        <p:anim calcmode="lin" valueType="num" p14:bounceEnd="67000">
                                          <p:cBhvr additive="base">
                                            <p:cTn id="71" dur="1000" fill="hold"/>
                                            <p:tgtEl>
                                              <p:spTgt spid="3"/>
                                            </p:tgtEl>
                                            <p:attrNameLst>
                                              <p:attrName>ppt_y</p:attrName>
                                            </p:attrNameLst>
                                          </p:cBhvr>
                                          <p:tavLst>
                                            <p:tav tm="0">
                                              <p:val>
                                                <p:strVal val="#ppt_y"/>
                                              </p:val>
                                            </p:tav>
                                            <p:tav tm="100000">
                                              <p:val>
                                                <p:strVal val="#ppt_y"/>
                                              </p:val>
                                            </p:tav>
                                          </p:tavLst>
                                        </p:anim>
                                      </p:childTnLst>
                                    </p:cTn>
                                  </p:par>
                                  <p:par>
                                    <p:cTn id="72" presetID="2" presetClass="entr" presetSubtype="8" fill="hold" nodeType="withEffect" p14:presetBounceEnd="67000">
                                      <p:stCondLst>
                                        <p:cond delay="1250"/>
                                      </p:stCondLst>
                                      <p:childTnLst>
                                        <p:set>
                                          <p:cBhvr>
                                            <p:cTn id="73" dur="1" fill="hold">
                                              <p:stCondLst>
                                                <p:cond delay="0"/>
                                              </p:stCondLst>
                                            </p:cTn>
                                            <p:tgtEl>
                                              <p:spTgt spid="4"/>
                                            </p:tgtEl>
                                            <p:attrNameLst>
                                              <p:attrName>style.visibility</p:attrName>
                                            </p:attrNameLst>
                                          </p:cBhvr>
                                          <p:to>
                                            <p:strVal val="visible"/>
                                          </p:to>
                                        </p:set>
                                        <p:anim calcmode="lin" valueType="num" p14:bounceEnd="67000">
                                          <p:cBhvr additive="base">
                                            <p:cTn id="74" dur="1000" fill="hold"/>
                                            <p:tgtEl>
                                              <p:spTgt spid="4"/>
                                            </p:tgtEl>
                                            <p:attrNameLst>
                                              <p:attrName>ppt_x</p:attrName>
                                            </p:attrNameLst>
                                          </p:cBhvr>
                                          <p:tavLst>
                                            <p:tav tm="0">
                                              <p:val>
                                                <p:strVal val="0-#ppt_w/2"/>
                                              </p:val>
                                            </p:tav>
                                            <p:tav tm="100000">
                                              <p:val>
                                                <p:strVal val="#ppt_x"/>
                                              </p:val>
                                            </p:tav>
                                          </p:tavLst>
                                        </p:anim>
                                        <p:anim calcmode="lin" valueType="num" p14:bounceEnd="67000">
                                          <p:cBhvr additive="base">
                                            <p:cTn id="75" dur="1000" fill="hold"/>
                                            <p:tgtEl>
                                              <p:spTgt spid="4"/>
                                            </p:tgtEl>
                                            <p:attrNameLst>
                                              <p:attrName>ppt_y</p:attrName>
                                            </p:attrNameLst>
                                          </p:cBhvr>
                                          <p:tavLst>
                                            <p:tav tm="0">
                                              <p:val>
                                                <p:strVal val="#ppt_y"/>
                                              </p:val>
                                            </p:tav>
                                            <p:tav tm="100000">
                                              <p:val>
                                                <p:strVal val="#ppt_y"/>
                                              </p:val>
                                            </p:tav>
                                          </p:tavLst>
                                        </p:anim>
                                      </p:childTnLst>
                                    </p:cTn>
                                  </p:par>
                                  <p:par>
                                    <p:cTn id="76" presetID="2" presetClass="entr" presetSubtype="2" fill="hold" nodeType="withEffect" p14:presetBounceEnd="67000">
                                      <p:stCondLst>
                                        <p:cond delay="1750"/>
                                      </p:stCondLst>
                                      <p:childTnLst>
                                        <p:set>
                                          <p:cBhvr>
                                            <p:cTn id="77" dur="1" fill="hold">
                                              <p:stCondLst>
                                                <p:cond delay="0"/>
                                              </p:stCondLst>
                                            </p:cTn>
                                            <p:tgtEl>
                                              <p:spTgt spid="5"/>
                                            </p:tgtEl>
                                            <p:attrNameLst>
                                              <p:attrName>style.visibility</p:attrName>
                                            </p:attrNameLst>
                                          </p:cBhvr>
                                          <p:to>
                                            <p:strVal val="visible"/>
                                          </p:to>
                                        </p:set>
                                        <p:anim calcmode="lin" valueType="num" p14:bounceEnd="67000">
                                          <p:cBhvr additive="base">
                                            <p:cTn id="78" dur="1000" fill="hold"/>
                                            <p:tgtEl>
                                              <p:spTgt spid="5"/>
                                            </p:tgtEl>
                                            <p:attrNameLst>
                                              <p:attrName>ppt_x</p:attrName>
                                            </p:attrNameLst>
                                          </p:cBhvr>
                                          <p:tavLst>
                                            <p:tav tm="0">
                                              <p:val>
                                                <p:strVal val="1+#ppt_w/2"/>
                                              </p:val>
                                            </p:tav>
                                            <p:tav tm="100000">
                                              <p:val>
                                                <p:strVal val="#ppt_x"/>
                                              </p:val>
                                            </p:tav>
                                          </p:tavLst>
                                        </p:anim>
                                        <p:anim calcmode="lin" valueType="num" p14:bounceEnd="67000">
                                          <p:cBhvr additive="base">
                                            <p:cTn id="79" dur="1000" fill="hold"/>
                                            <p:tgtEl>
                                              <p:spTgt spid="5"/>
                                            </p:tgtEl>
                                            <p:attrNameLst>
                                              <p:attrName>ppt_y</p:attrName>
                                            </p:attrNameLst>
                                          </p:cBhvr>
                                          <p:tavLst>
                                            <p:tav tm="0">
                                              <p:val>
                                                <p:strVal val="#ppt_y"/>
                                              </p:val>
                                            </p:tav>
                                            <p:tav tm="100000">
                                              <p:val>
                                                <p:strVal val="#ppt_y"/>
                                              </p:val>
                                            </p:tav>
                                          </p:tavLst>
                                        </p:anim>
                                      </p:childTnLst>
                                    </p:cTn>
                                  </p:par>
                                  <p:par>
                                    <p:cTn id="80" presetID="2" presetClass="entr" presetSubtype="8" fill="hold" nodeType="withEffect" p14:presetBounceEnd="67000">
                                      <p:stCondLst>
                                        <p:cond delay="2250"/>
                                      </p:stCondLst>
                                      <p:childTnLst>
                                        <p:set>
                                          <p:cBhvr>
                                            <p:cTn id="81" dur="1" fill="hold">
                                              <p:stCondLst>
                                                <p:cond delay="0"/>
                                              </p:stCondLst>
                                            </p:cTn>
                                            <p:tgtEl>
                                              <p:spTgt spid="6"/>
                                            </p:tgtEl>
                                            <p:attrNameLst>
                                              <p:attrName>style.visibility</p:attrName>
                                            </p:attrNameLst>
                                          </p:cBhvr>
                                          <p:to>
                                            <p:strVal val="visible"/>
                                          </p:to>
                                        </p:set>
                                        <p:anim calcmode="lin" valueType="num" p14:bounceEnd="67000">
                                          <p:cBhvr additive="base">
                                            <p:cTn id="82" dur="1000" fill="hold"/>
                                            <p:tgtEl>
                                              <p:spTgt spid="6"/>
                                            </p:tgtEl>
                                            <p:attrNameLst>
                                              <p:attrName>ppt_x</p:attrName>
                                            </p:attrNameLst>
                                          </p:cBhvr>
                                          <p:tavLst>
                                            <p:tav tm="0">
                                              <p:val>
                                                <p:strVal val="0-#ppt_w/2"/>
                                              </p:val>
                                            </p:tav>
                                            <p:tav tm="100000">
                                              <p:val>
                                                <p:strVal val="#ppt_x"/>
                                              </p:val>
                                            </p:tav>
                                          </p:tavLst>
                                        </p:anim>
                                        <p:anim calcmode="lin" valueType="num" p14:bounceEnd="67000">
                                          <p:cBhvr additive="base">
                                            <p:cTn id="83" dur="10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40" grpId="0" animBg="1"/>
          <p:bldP spid="41" grpId="0" animBg="1"/>
          <p:bldP spid="42" grpId="0" animBg="1"/>
          <p:bldP spid="43" grpId="0" animBg="1"/>
          <p:bldP spid="57" grpId="0" animBg="1"/>
          <p:bldP spid="58" grpId="0" animBg="1"/>
          <p:bldP spid="59" grpId="0" animBg="1"/>
          <p:bldP spid="6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1500"/>
                                            <p:tgtEl>
                                              <p:spTgt spid="2"/>
                                            </p:tgtEl>
                                          </p:cBhvr>
                                        </p:animEffect>
                                      </p:childTnLst>
                                    </p:cTn>
                                  </p:par>
                                  <p:par>
                                    <p:cTn id="8" presetID="2" presetClass="entr" presetSubtype="2" fill="hold" nodeType="withEffect">
                                      <p:stCondLst>
                                        <p:cond delay="0"/>
                                      </p:stCondLst>
                                      <p:childTnLst>
                                        <p:set>
                                          <p:cBhvr>
                                            <p:cTn id="9" dur="1" fill="hold">
                                              <p:stCondLst>
                                                <p:cond delay="0"/>
                                              </p:stCondLst>
                                            </p:cTn>
                                            <p:tgtEl>
                                              <p:spTgt spid="53"/>
                                            </p:tgtEl>
                                            <p:attrNameLst>
                                              <p:attrName>style.visibility</p:attrName>
                                            </p:attrNameLst>
                                          </p:cBhvr>
                                          <p:to>
                                            <p:strVal val="visible"/>
                                          </p:to>
                                        </p:set>
                                        <p:anim calcmode="lin" valueType="num">
                                          <p:cBhvr additive="base">
                                            <p:cTn id="10" dur="1000" fill="hold"/>
                                            <p:tgtEl>
                                              <p:spTgt spid="53"/>
                                            </p:tgtEl>
                                            <p:attrNameLst>
                                              <p:attrName>ppt_x</p:attrName>
                                            </p:attrNameLst>
                                          </p:cBhvr>
                                          <p:tavLst>
                                            <p:tav tm="0">
                                              <p:val>
                                                <p:strVal val="1+#ppt_w/2"/>
                                              </p:val>
                                            </p:tav>
                                            <p:tav tm="100000">
                                              <p:val>
                                                <p:strVal val="#ppt_x"/>
                                              </p:val>
                                            </p:tav>
                                          </p:tavLst>
                                        </p:anim>
                                        <p:anim calcmode="lin" valueType="num">
                                          <p:cBhvr additive="base">
                                            <p:cTn id="11" dur="1000" fill="hold"/>
                                            <p:tgtEl>
                                              <p:spTgt spid="53"/>
                                            </p:tgtEl>
                                            <p:attrNameLst>
                                              <p:attrName>ppt_y</p:attrName>
                                            </p:attrNameLst>
                                          </p:cBhvr>
                                          <p:tavLst>
                                            <p:tav tm="0">
                                              <p:val>
                                                <p:strVal val="#ppt_y"/>
                                              </p:val>
                                            </p:tav>
                                            <p:tav tm="100000">
                                              <p:val>
                                                <p:strVal val="#ppt_y"/>
                                              </p:val>
                                            </p:tav>
                                          </p:tavLst>
                                        </p:anim>
                                      </p:childTnLst>
                                    </p:cTn>
                                  </p:par>
                                  <p:par>
                                    <p:cTn id="12" presetID="2" presetClass="entr" presetSubtype="8" fill="hold" nodeType="withEffect">
                                      <p:stCondLst>
                                        <p:cond delay="500"/>
                                      </p:stCondLst>
                                      <p:childTnLst>
                                        <p:set>
                                          <p:cBhvr>
                                            <p:cTn id="13" dur="1" fill="hold">
                                              <p:stCondLst>
                                                <p:cond delay="0"/>
                                              </p:stCondLst>
                                            </p:cTn>
                                            <p:tgtEl>
                                              <p:spTgt spid="56"/>
                                            </p:tgtEl>
                                            <p:attrNameLst>
                                              <p:attrName>style.visibility</p:attrName>
                                            </p:attrNameLst>
                                          </p:cBhvr>
                                          <p:to>
                                            <p:strVal val="visible"/>
                                          </p:to>
                                        </p:set>
                                        <p:anim calcmode="lin" valueType="num">
                                          <p:cBhvr additive="base">
                                            <p:cTn id="14" dur="1000" fill="hold"/>
                                            <p:tgtEl>
                                              <p:spTgt spid="56"/>
                                            </p:tgtEl>
                                            <p:attrNameLst>
                                              <p:attrName>ppt_x</p:attrName>
                                            </p:attrNameLst>
                                          </p:cBhvr>
                                          <p:tavLst>
                                            <p:tav tm="0">
                                              <p:val>
                                                <p:strVal val="0-#ppt_w/2"/>
                                              </p:val>
                                            </p:tav>
                                            <p:tav tm="100000">
                                              <p:val>
                                                <p:strVal val="#ppt_x"/>
                                              </p:val>
                                            </p:tav>
                                          </p:tavLst>
                                        </p:anim>
                                        <p:anim calcmode="lin" valueType="num">
                                          <p:cBhvr additive="base">
                                            <p:cTn id="15" dur="1000" fill="hold"/>
                                            <p:tgtEl>
                                              <p:spTgt spid="56"/>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stCondLst>
                                        <p:cond delay="1000"/>
                                      </p:stCondLst>
                                      <p:childTnLst>
                                        <p:set>
                                          <p:cBhvr>
                                            <p:cTn id="17" dur="1" fill="hold">
                                              <p:stCondLst>
                                                <p:cond delay="0"/>
                                              </p:stCondLst>
                                            </p:cTn>
                                            <p:tgtEl>
                                              <p:spTgt spid="55"/>
                                            </p:tgtEl>
                                            <p:attrNameLst>
                                              <p:attrName>style.visibility</p:attrName>
                                            </p:attrNameLst>
                                          </p:cBhvr>
                                          <p:to>
                                            <p:strVal val="visible"/>
                                          </p:to>
                                        </p:set>
                                        <p:anim calcmode="lin" valueType="num">
                                          <p:cBhvr additive="base">
                                            <p:cTn id="18" dur="1000" fill="hold"/>
                                            <p:tgtEl>
                                              <p:spTgt spid="55"/>
                                            </p:tgtEl>
                                            <p:attrNameLst>
                                              <p:attrName>ppt_x</p:attrName>
                                            </p:attrNameLst>
                                          </p:cBhvr>
                                          <p:tavLst>
                                            <p:tav tm="0">
                                              <p:val>
                                                <p:strVal val="1+#ppt_w/2"/>
                                              </p:val>
                                            </p:tav>
                                            <p:tav tm="100000">
                                              <p:val>
                                                <p:strVal val="#ppt_x"/>
                                              </p:val>
                                            </p:tav>
                                          </p:tavLst>
                                        </p:anim>
                                        <p:anim calcmode="lin" valueType="num">
                                          <p:cBhvr additive="base">
                                            <p:cTn id="19" dur="1000" fill="hold"/>
                                            <p:tgtEl>
                                              <p:spTgt spid="55"/>
                                            </p:tgtEl>
                                            <p:attrNameLst>
                                              <p:attrName>ppt_y</p:attrName>
                                            </p:attrNameLst>
                                          </p:cBhvr>
                                          <p:tavLst>
                                            <p:tav tm="0">
                                              <p:val>
                                                <p:strVal val="#ppt_y"/>
                                              </p:val>
                                            </p:tav>
                                            <p:tav tm="100000">
                                              <p:val>
                                                <p:strVal val="#ppt_y"/>
                                              </p:val>
                                            </p:tav>
                                          </p:tavLst>
                                        </p:anim>
                                      </p:childTnLst>
                                    </p:cTn>
                                  </p:par>
                                  <p:par>
                                    <p:cTn id="20" presetID="2" presetClass="entr" presetSubtype="8" fill="hold" nodeType="withEffect">
                                      <p:stCondLst>
                                        <p:cond delay="1500"/>
                                      </p:stCondLst>
                                      <p:childTnLst>
                                        <p:set>
                                          <p:cBhvr>
                                            <p:cTn id="21" dur="1" fill="hold">
                                              <p:stCondLst>
                                                <p:cond delay="0"/>
                                              </p:stCondLst>
                                            </p:cTn>
                                            <p:tgtEl>
                                              <p:spTgt spid="54"/>
                                            </p:tgtEl>
                                            <p:attrNameLst>
                                              <p:attrName>style.visibility</p:attrName>
                                            </p:attrNameLst>
                                          </p:cBhvr>
                                          <p:to>
                                            <p:strVal val="visible"/>
                                          </p:to>
                                        </p:set>
                                        <p:anim calcmode="lin" valueType="num">
                                          <p:cBhvr additive="base">
                                            <p:cTn id="22" dur="1000" fill="hold"/>
                                            <p:tgtEl>
                                              <p:spTgt spid="54"/>
                                            </p:tgtEl>
                                            <p:attrNameLst>
                                              <p:attrName>ppt_x</p:attrName>
                                            </p:attrNameLst>
                                          </p:cBhvr>
                                          <p:tavLst>
                                            <p:tav tm="0">
                                              <p:val>
                                                <p:strVal val="0-#ppt_w/2"/>
                                              </p:val>
                                            </p:tav>
                                            <p:tav tm="100000">
                                              <p:val>
                                                <p:strVal val="#ppt_x"/>
                                              </p:val>
                                            </p:tav>
                                          </p:tavLst>
                                        </p:anim>
                                        <p:anim calcmode="lin" valueType="num">
                                          <p:cBhvr additive="base">
                                            <p:cTn id="23" dur="1000" fill="hold"/>
                                            <p:tgtEl>
                                              <p:spTgt spid="54"/>
                                            </p:tgtEl>
                                            <p:attrNameLst>
                                              <p:attrName>ppt_y</p:attrName>
                                            </p:attrNameLst>
                                          </p:cBhvr>
                                          <p:tavLst>
                                            <p:tav tm="0">
                                              <p:val>
                                                <p:strVal val="#ppt_y"/>
                                              </p:val>
                                            </p:tav>
                                            <p:tav tm="100000">
                                              <p:val>
                                                <p:strVal val="#ppt_y"/>
                                              </p:val>
                                            </p:tav>
                                          </p:tavLst>
                                        </p:anim>
                                      </p:childTnLst>
                                    </p:cTn>
                                  </p:par>
                                  <p:par>
                                    <p:cTn id="24" presetID="53" presetClass="entr" presetSubtype="16" fill="hold" grpId="0" nodeType="withEffect">
                                      <p:stCondLst>
                                        <p:cond delay="250"/>
                                      </p:stCondLst>
                                      <p:childTnLst>
                                        <p:set>
                                          <p:cBhvr>
                                            <p:cTn id="25" dur="1" fill="hold">
                                              <p:stCondLst>
                                                <p:cond delay="0"/>
                                              </p:stCondLst>
                                            </p:cTn>
                                            <p:tgtEl>
                                              <p:spTgt spid="42"/>
                                            </p:tgtEl>
                                            <p:attrNameLst>
                                              <p:attrName>style.visibility</p:attrName>
                                            </p:attrNameLst>
                                          </p:cBhvr>
                                          <p:to>
                                            <p:strVal val="visible"/>
                                          </p:to>
                                        </p:set>
                                        <p:anim calcmode="lin" valueType="num">
                                          <p:cBhvr>
                                            <p:cTn id="26" dur="750" fill="hold"/>
                                            <p:tgtEl>
                                              <p:spTgt spid="42"/>
                                            </p:tgtEl>
                                            <p:attrNameLst>
                                              <p:attrName>ppt_w</p:attrName>
                                            </p:attrNameLst>
                                          </p:cBhvr>
                                          <p:tavLst>
                                            <p:tav tm="0">
                                              <p:val>
                                                <p:fltVal val="0"/>
                                              </p:val>
                                            </p:tav>
                                            <p:tav tm="100000">
                                              <p:val>
                                                <p:strVal val="#ppt_w"/>
                                              </p:val>
                                            </p:tav>
                                          </p:tavLst>
                                        </p:anim>
                                        <p:anim calcmode="lin" valueType="num">
                                          <p:cBhvr>
                                            <p:cTn id="27" dur="750" fill="hold"/>
                                            <p:tgtEl>
                                              <p:spTgt spid="42"/>
                                            </p:tgtEl>
                                            <p:attrNameLst>
                                              <p:attrName>ppt_h</p:attrName>
                                            </p:attrNameLst>
                                          </p:cBhvr>
                                          <p:tavLst>
                                            <p:tav tm="0">
                                              <p:val>
                                                <p:fltVal val="0"/>
                                              </p:val>
                                            </p:tav>
                                            <p:tav tm="100000">
                                              <p:val>
                                                <p:strVal val="#ppt_h"/>
                                              </p:val>
                                            </p:tav>
                                          </p:tavLst>
                                        </p:anim>
                                        <p:animEffect transition="in" filter="fade">
                                          <p:cBhvr>
                                            <p:cTn id="28" dur="750"/>
                                            <p:tgtEl>
                                              <p:spTgt spid="42"/>
                                            </p:tgtEl>
                                          </p:cBhvr>
                                        </p:animEffect>
                                      </p:childTnLst>
                                    </p:cTn>
                                  </p:par>
                                  <p:par>
                                    <p:cTn id="29" presetID="53" presetClass="entr" presetSubtype="16" fill="hold" grpId="0" nodeType="withEffect">
                                      <p:stCondLst>
                                        <p:cond delay="750"/>
                                      </p:stCondLst>
                                      <p:childTnLst>
                                        <p:set>
                                          <p:cBhvr>
                                            <p:cTn id="30" dur="1" fill="hold">
                                              <p:stCondLst>
                                                <p:cond delay="0"/>
                                              </p:stCondLst>
                                            </p:cTn>
                                            <p:tgtEl>
                                              <p:spTgt spid="40"/>
                                            </p:tgtEl>
                                            <p:attrNameLst>
                                              <p:attrName>style.visibility</p:attrName>
                                            </p:attrNameLst>
                                          </p:cBhvr>
                                          <p:to>
                                            <p:strVal val="visible"/>
                                          </p:to>
                                        </p:set>
                                        <p:anim calcmode="lin" valueType="num">
                                          <p:cBhvr>
                                            <p:cTn id="31" dur="750" fill="hold"/>
                                            <p:tgtEl>
                                              <p:spTgt spid="40"/>
                                            </p:tgtEl>
                                            <p:attrNameLst>
                                              <p:attrName>ppt_w</p:attrName>
                                            </p:attrNameLst>
                                          </p:cBhvr>
                                          <p:tavLst>
                                            <p:tav tm="0">
                                              <p:val>
                                                <p:fltVal val="0"/>
                                              </p:val>
                                            </p:tav>
                                            <p:tav tm="100000">
                                              <p:val>
                                                <p:strVal val="#ppt_w"/>
                                              </p:val>
                                            </p:tav>
                                          </p:tavLst>
                                        </p:anim>
                                        <p:anim calcmode="lin" valueType="num">
                                          <p:cBhvr>
                                            <p:cTn id="32" dur="750" fill="hold"/>
                                            <p:tgtEl>
                                              <p:spTgt spid="40"/>
                                            </p:tgtEl>
                                            <p:attrNameLst>
                                              <p:attrName>ppt_h</p:attrName>
                                            </p:attrNameLst>
                                          </p:cBhvr>
                                          <p:tavLst>
                                            <p:tav tm="0">
                                              <p:val>
                                                <p:fltVal val="0"/>
                                              </p:val>
                                            </p:tav>
                                            <p:tav tm="100000">
                                              <p:val>
                                                <p:strVal val="#ppt_h"/>
                                              </p:val>
                                            </p:tav>
                                          </p:tavLst>
                                        </p:anim>
                                        <p:animEffect transition="in" filter="fade">
                                          <p:cBhvr>
                                            <p:cTn id="33" dur="750"/>
                                            <p:tgtEl>
                                              <p:spTgt spid="40"/>
                                            </p:tgtEl>
                                          </p:cBhvr>
                                        </p:animEffect>
                                      </p:childTnLst>
                                    </p:cTn>
                                  </p:par>
                                  <p:par>
                                    <p:cTn id="34" presetID="53" presetClass="entr" presetSubtype="16" fill="hold" grpId="0" nodeType="withEffect">
                                      <p:stCondLst>
                                        <p:cond delay="1250"/>
                                      </p:stCondLst>
                                      <p:childTnLst>
                                        <p:set>
                                          <p:cBhvr>
                                            <p:cTn id="35" dur="1" fill="hold">
                                              <p:stCondLst>
                                                <p:cond delay="0"/>
                                              </p:stCondLst>
                                            </p:cTn>
                                            <p:tgtEl>
                                              <p:spTgt spid="43"/>
                                            </p:tgtEl>
                                            <p:attrNameLst>
                                              <p:attrName>style.visibility</p:attrName>
                                            </p:attrNameLst>
                                          </p:cBhvr>
                                          <p:to>
                                            <p:strVal val="visible"/>
                                          </p:to>
                                        </p:set>
                                        <p:anim calcmode="lin" valueType="num">
                                          <p:cBhvr>
                                            <p:cTn id="36" dur="750" fill="hold"/>
                                            <p:tgtEl>
                                              <p:spTgt spid="43"/>
                                            </p:tgtEl>
                                            <p:attrNameLst>
                                              <p:attrName>ppt_w</p:attrName>
                                            </p:attrNameLst>
                                          </p:cBhvr>
                                          <p:tavLst>
                                            <p:tav tm="0">
                                              <p:val>
                                                <p:fltVal val="0"/>
                                              </p:val>
                                            </p:tav>
                                            <p:tav tm="100000">
                                              <p:val>
                                                <p:strVal val="#ppt_w"/>
                                              </p:val>
                                            </p:tav>
                                          </p:tavLst>
                                        </p:anim>
                                        <p:anim calcmode="lin" valueType="num">
                                          <p:cBhvr>
                                            <p:cTn id="37" dur="750" fill="hold"/>
                                            <p:tgtEl>
                                              <p:spTgt spid="43"/>
                                            </p:tgtEl>
                                            <p:attrNameLst>
                                              <p:attrName>ppt_h</p:attrName>
                                            </p:attrNameLst>
                                          </p:cBhvr>
                                          <p:tavLst>
                                            <p:tav tm="0">
                                              <p:val>
                                                <p:fltVal val="0"/>
                                              </p:val>
                                            </p:tav>
                                            <p:tav tm="100000">
                                              <p:val>
                                                <p:strVal val="#ppt_h"/>
                                              </p:val>
                                            </p:tav>
                                          </p:tavLst>
                                        </p:anim>
                                        <p:animEffect transition="in" filter="fade">
                                          <p:cBhvr>
                                            <p:cTn id="38" dur="750"/>
                                            <p:tgtEl>
                                              <p:spTgt spid="43"/>
                                            </p:tgtEl>
                                          </p:cBhvr>
                                        </p:animEffect>
                                      </p:childTnLst>
                                    </p:cTn>
                                  </p:par>
                                  <p:par>
                                    <p:cTn id="39" presetID="53" presetClass="entr" presetSubtype="16" fill="hold" grpId="0" nodeType="withEffect">
                                      <p:stCondLst>
                                        <p:cond delay="1750"/>
                                      </p:stCondLst>
                                      <p:childTnLst>
                                        <p:set>
                                          <p:cBhvr>
                                            <p:cTn id="40" dur="1" fill="hold">
                                              <p:stCondLst>
                                                <p:cond delay="0"/>
                                              </p:stCondLst>
                                            </p:cTn>
                                            <p:tgtEl>
                                              <p:spTgt spid="41"/>
                                            </p:tgtEl>
                                            <p:attrNameLst>
                                              <p:attrName>style.visibility</p:attrName>
                                            </p:attrNameLst>
                                          </p:cBhvr>
                                          <p:to>
                                            <p:strVal val="visible"/>
                                          </p:to>
                                        </p:set>
                                        <p:anim calcmode="lin" valueType="num">
                                          <p:cBhvr>
                                            <p:cTn id="41" dur="750" fill="hold"/>
                                            <p:tgtEl>
                                              <p:spTgt spid="41"/>
                                            </p:tgtEl>
                                            <p:attrNameLst>
                                              <p:attrName>ppt_w</p:attrName>
                                            </p:attrNameLst>
                                          </p:cBhvr>
                                          <p:tavLst>
                                            <p:tav tm="0">
                                              <p:val>
                                                <p:fltVal val="0"/>
                                              </p:val>
                                            </p:tav>
                                            <p:tav tm="100000">
                                              <p:val>
                                                <p:strVal val="#ppt_w"/>
                                              </p:val>
                                            </p:tav>
                                          </p:tavLst>
                                        </p:anim>
                                        <p:anim calcmode="lin" valueType="num">
                                          <p:cBhvr>
                                            <p:cTn id="42" dur="750" fill="hold"/>
                                            <p:tgtEl>
                                              <p:spTgt spid="41"/>
                                            </p:tgtEl>
                                            <p:attrNameLst>
                                              <p:attrName>ppt_h</p:attrName>
                                            </p:attrNameLst>
                                          </p:cBhvr>
                                          <p:tavLst>
                                            <p:tav tm="0">
                                              <p:val>
                                                <p:fltVal val="0"/>
                                              </p:val>
                                            </p:tav>
                                            <p:tav tm="100000">
                                              <p:val>
                                                <p:strVal val="#ppt_h"/>
                                              </p:val>
                                            </p:tav>
                                          </p:tavLst>
                                        </p:anim>
                                        <p:animEffect transition="in" filter="fade">
                                          <p:cBhvr>
                                            <p:cTn id="43" dur="750"/>
                                            <p:tgtEl>
                                              <p:spTgt spid="41"/>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58"/>
                                            </p:tgtEl>
                                            <p:attrNameLst>
                                              <p:attrName>style.visibility</p:attrName>
                                            </p:attrNameLst>
                                          </p:cBhvr>
                                          <p:to>
                                            <p:strVal val="visible"/>
                                          </p:to>
                                        </p:set>
                                        <p:animEffect transition="in" filter="fade">
                                          <p:cBhvr>
                                            <p:cTn id="46" dur="750"/>
                                            <p:tgtEl>
                                              <p:spTgt spid="58"/>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60"/>
                                            </p:tgtEl>
                                            <p:attrNameLst>
                                              <p:attrName>style.visibility</p:attrName>
                                            </p:attrNameLst>
                                          </p:cBhvr>
                                          <p:to>
                                            <p:strVal val="visible"/>
                                          </p:to>
                                        </p:set>
                                        <p:animEffect transition="in" filter="fade">
                                          <p:cBhvr>
                                            <p:cTn id="49" dur="750"/>
                                            <p:tgtEl>
                                              <p:spTgt spid="60"/>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750"/>
                                            <p:tgtEl>
                                              <p:spTgt spid="59"/>
                                            </p:tgtEl>
                                          </p:cBhvr>
                                        </p:animEffect>
                                      </p:childTnLst>
                                    </p:cTn>
                                  </p:par>
                                  <p:par>
                                    <p:cTn id="53" presetID="10" presetClass="entr" presetSubtype="0" fill="hold" grpId="0" nodeType="withEffect">
                                      <p:stCondLst>
                                        <p:cond delay="2000"/>
                                      </p:stCondLst>
                                      <p:childTnLst>
                                        <p:set>
                                          <p:cBhvr>
                                            <p:cTn id="54" dur="1" fill="hold">
                                              <p:stCondLst>
                                                <p:cond delay="0"/>
                                              </p:stCondLst>
                                            </p:cTn>
                                            <p:tgtEl>
                                              <p:spTgt spid="57"/>
                                            </p:tgtEl>
                                            <p:attrNameLst>
                                              <p:attrName>style.visibility</p:attrName>
                                            </p:attrNameLst>
                                          </p:cBhvr>
                                          <p:to>
                                            <p:strVal val="visible"/>
                                          </p:to>
                                        </p:set>
                                        <p:animEffect transition="in" filter="fade">
                                          <p:cBhvr>
                                            <p:cTn id="55" dur="750"/>
                                            <p:tgtEl>
                                              <p:spTgt spid="57"/>
                                            </p:tgtEl>
                                          </p:cBhvr>
                                        </p:animEffect>
                                      </p:childTnLst>
                                    </p:cTn>
                                  </p:par>
                                  <p:par>
                                    <p:cTn id="56" presetID="22" presetClass="entr" presetSubtype="8" fill="hold" grpId="0" nodeType="withEffect">
                                      <p:stCondLst>
                                        <p:cond delay="500"/>
                                      </p:stCondLst>
                                      <p:childTnLst>
                                        <p:set>
                                          <p:cBhvr>
                                            <p:cTn id="57" dur="1" fill="hold">
                                              <p:stCondLst>
                                                <p:cond delay="0"/>
                                              </p:stCondLst>
                                            </p:cTn>
                                            <p:tgtEl>
                                              <p:spTgt spid="15"/>
                                            </p:tgtEl>
                                            <p:attrNameLst>
                                              <p:attrName>style.visibility</p:attrName>
                                            </p:attrNameLst>
                                          </p:cBhvr>
                                          <p:to>
                                            <p:strVal val="visible"/>
                                          </p:to>
                                        </p:set>
                                        <p:animEffect transition="in" filter="wipe(left)">
                                          <p:cBhvr>
                                            <p:cTn id="58" dur="750"/>
                                            <p:tgtEl>
                                              <p:spTgt spid="15"/>
                                            </p:tgtEl>
                                          </p:cBhvr>
                                        </p:animEffect>
                                      </p:childTnLst>
                                    </p:cTn>
                                  </p:par>
                                  <p:par>
                                    <p:cTn id="59" presetID="22" presetClass="entr" presetSubtype="2" fill="hold" grpId="0" nodeType="withEffect">
                                      <p:stCondLst>
                                        <p:cond delay="1000"/>
                                      </p:stCondLst>
                                      <p:childTnLst>
                                        <p:set>
                                          <p:cBhvr>
                                            <p:cTn id="60" dur="1" fill="hold">
                                              <p:stCondLst>
                                                <p:cond delay="0"/>
                                              </p:stCondLst>
                                            </p:cTn>
                                            <p:tgtEl>
                                              <p:spTgt spid="12"/>
                                            </p:tgtEl>
                                            <p:attrNameLst>
                                              <p:attrName>style.visibility</p:attrName>
                                            </p:attrNameLst>
                                          </p:cBhvr>
                                          <p:to>
                                            <p:strVal val="visible"/>
                                          </p:to>
                                        </p:set>
                                        <p:animEffect transition="in" filter="wipe(right)">
                                          <p:cBhvr>
                                            <p:cTn id="61" dur="750"/>
                                            <p:tgtEl>
                                              <p:spTgt spid="12"/>
                                            </p:tgtEl>
                                          </p:cBhvr>
                                        </p:animEffect>
                                      </p:childTnLst>
                                    </p:cTn>
                                  </p:par>
                                  <p:par>
                                    <p:cTn id="62" presetID="22" presetClass="entr" presetSubtype="8" fill="hold" grpId="0" nodeType="withEffect">
                                      <p:stCondLst>
                                        <p:cond delay="1500"/>
                                      </p:stCondLst>
                                      <p:childTnLst>
                                        <p:set>
                                          <p:cBhvr>
                                            <p:cTn id="63" dur="1" fill="hold">
                                              <p:stCondLst>
                                                <p:cond delay="0"/>
                                              </p:stCondLst>
                                            </p:cTn>
                                            <p:tgtEl>
                                              <p:spTgt spid="14"/>
                                            </p:tgtEl>
                                            <p:attrNameLst>
                                              <p:attrName>style.visibility</p:attrName>
                                            </p:attrNameLst>
                                          </p:cBhvr>
                                          <p:to>
                                            <p:strVal val="visible"/>
                                          </p:to>
                                        </p:set>
                                        <p:animEffect transition="in" filter="wipe(left)">
                                          <p:cBhvr>
                                            <p:cTn id="64" dur="750"/>
                                            <p:tgtEl>
                                              <p:spTgt spid="14"/>
                                            </p:tgtEl>
                                          </p:cBhvr>
                                        </p:animEffect>
                                      </p:childTnLst>
                                    </p:cTn>
                                  </p:par>
                                  <p:par>
                                    <p:cTn id="65" presetID="22" presetClass="entr" presetSubtype="2" fill="hold" grpId="0" nodeType="withEffect">
                                      <p:stCondLst>
                                        <p:cond delay="2000"/>
                                      </p:stCondLst>
                                      <p:childTnLst>
                                        <p:set>
                                          <p:cBhvr>
                                            <p:cTn id="66" dur="1" fill="hold">
                                              <p:stCondLst>
                                                <p:cond delay="0"/>
                                              </p:stCondLst>
                                            </p:cTn>
                                            <p:tgtEl>
                                              <p:spTgt spid="13"/>
                                            </p:tgtEl>
                                            <p:attrNameLst>
                                              <p:attrName>style.visibility</p:attrName>
                                            </p:attrNameLst>
                                          </p:cBhvr>
                                          <p:to>
                                            <p:strVal val="visible"/>
                                          </p:to>
                                        </p:set>
                                        <p:animEffect transition="in" filter="wipe(right)">
                                          <p:cBhvr>
                                            <p:cTn id="67" dur="750"/>
                                            <p:tgtEl>
                                              <p:spTgt spid="13"/>
                                            </p:tgtEl>
                                          </p:cBhvr>
                                        </p:animEffect>
                                      </p:childTnLst>
                                    </p:cTn>
                                  </p:par>
                                  <p:par>
                                    <p:cTn id="68" presetID="2" presetClass="entr" presetSubtype="2" fill="hold" nodeType="withEffect">
                                      <p:stCondLst>
                                        <p:cond delay="750"/>
                                      </p:stCondLst>
                                      <p:childTnLst>
                                        <p:set>
                                          <p:cBhvr>
                                            <p:cTn id="69" dur="1" fill="hold">
                                              <p:stCondLst>
                                                <p:cond delay="0"/>
                                              </p:stCondLst>
                                            </p:cTn>
                                            <p:tgtEl>
                                              <p:spTgt spid="3"/>
                                            </p:tgtEl>
                                            <p:attrNameLst>
                                              <p:attrName>style.visibility</p:attrName>
                                            </p:attrNameLst>
                                          </p:cBhvr>
                                          <p:to>
                                            <p:strVal val="visible"/>
                                          </p:to>
                                        </p:set>
                                        <p:anim calcmode="lin" valueType="num">
                                          <p:cBhvr additive="base">
                                            <p:cTn id="70" dur="1000" fill="hold"/>
                                            <p:tgtEl>
                                              <p:spTgt spid="3"/>
                                            </p:tgtEl>
                                            <p:attrNameLst>
                                              <p:attrName>ppt_x</p:attrName>
                                            </p:attrNameLst>
                                          </p:cBhvr>
                                          <p:tavLst>
                                            <p:tav tm="0">
                                              <p:val>
                                                <p:strVal val="1+#ppt_w/2"/>
                                              </p:val>
                                            </p:tav>
                                            <p:tav tm="100000">
                                              <p:val>
                                                <p:strVal val="#ppt_x"/>
                                              </p:val>
                                            </p:tav>
                                          </p:tavLst>
                                        </p:anim>
                                        <p:anim calcmode="lin" valueType="num">
                                          <p:cBhvr additive="base">
                                            <p:cTn id="71" dur="1000" fill="hold"/>
                                            <p:tgtEl>
                                              <p:spTgt spid="3"/>
                                            </p:tgtEl>
                                            <p:attrNameLst>
                                              <p:attrName>ppt_y</p:attrName>
                                            </p:attrNameLst>
                                          </p:cBhvr>
                                          <p:tavLst>
                                            <p:tav tm="0">
                                              <p:val>
                                                <p:strVal val="#ppt_y"/>
                                              </p:val>
                                            </p:tav>
                                            <p:tav tm="100000">
                                              <p:val>
                                                <p:strVal val="#ppt_y"/>
                                              </p:val>
                                            </p:tav>
                                          </p:tavLst>
                                        </p:anim>
                                      </p:childTnLst>
                                    </p:cTn>
                                  </p:par>
                                  <p:par>
                                    <p:cTn id="72" presetID="2" presetClass="entr" presetSubtype="8" fill="hold" nodeType="withEffect">
                                      <p:stCondLst>
                                        <p:cond delay="125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1000" fill="hold"/>
                                            <p:tgtEl>
                                              <p:spTgt spid="4"/>
                                            </p:tgtEl>
                                            <p:attrNameLst>
                                              <p:attrName>ppt_x</p:attrName>
                                            </p:attrNameLst>
                                          </p:cBhvr>
                                          <p:tavLst>
                                            <p:tav tm="0">
                                              <p:val>
                                                <p:strVal val="0-#ppt_w/2"/>
                                              </p:val>
                                            </p:tav>
                                            <p:tav tm="100000">
                                              <p:val>
                                                <p:strVal val="#ppt_x"/>
                                              </p:val>
                                            </p:tav>
                                          </p:tavLst>
                                        </p:anim>
                                        <p:anim calcmode="lin" valueType="num">
                                          <p:cBhvr additive="base">
                                            <p:cTn id="75" dur="1000" fill="hold"/>
                                            <p:tgtEl>
                                              <p:spTgt spid="4"/>
                                            </p:tgtEl>
                                            <p:attrNameLst>
                                              <p:attrName>ppt_y</p:attrName>
                                            </p:attrNameLst>
                                          </p:cBhvr>
                                          <p:tavLst>
                                            <p:tav tm="0">
                                              <p:val>
                                                <p:strVal val="#ppt_y"/>
                                              </p:val>
                                            </p:tav>
                                            <p:tav tm="100000">
                                              <p:val>
                                                <p:strVal val="#ppt_y"/>
                                              </p:val>
                                            </p:tav>
                                          </p:tavLst>
                                        </p:anim>
                                      </p:childTnLst>
                                    </p:cTn>
                                  </p:par>
                                  <p:par>
                                    <p:cTn id="76" presetID="2" presetClass="entr" presetSubtype="2" fill="hold" nodeType="withEffect">
                                      <p:stCondLst>
                                        <p:cond delay="1750"/>
                                      </p:stCondLst>
                                      <p:childTnLst>
                                        <p:set>
                                          <p:cBhvr>
                                            <p:cTn id="77" dur="1" fill="hold">
                                              <p:stCondLst>
                                                <p:cond delay="0"/>
                                              </p:stCondLst>
                                            </p:cTn>
                                            <p:tgtEl>
                                              <p:spTgt spid="5"/>
                                            </p:tgtEl>
                                            <p:attrNameLst>
                                              <p:attrName>style.visibility</p:attrName>
                                            </p:attrNameLst>
                                          </p:cBhvr>
                                          <p:to>
                                            <p:strVal val="visible"/>
                                          </p:to>
                                        </p:set>
                                        <p:anim calcmode="lin" valueType="num">
                                          <p:cBhvr additive="base">
                                            <p:cTn id="78" dur="1000" fill="hold"/>
                                            <p:tgtEl>
                                              <p:spTgt spid="5"/>
                                            </p:tgtEl>
                                            <p:attrNameLst>
                                              <p:attrName>ppt_x</p:attrName>
                                            </p:attrNameLst>
                                          </p:cBhvr>
                                          <p:tavLst>
                                            <p:tav tm="0">
                                              <p:val>
                                                <p:strVal val="1+#ppt_w/2"/>
                                              </p:val>
                                            </p:tav>
                                            <p:tav tm="100000">
                                              <p:val>
                                                <p:strVal val="#ppt_x"/>
                                              </p:val>
                                            </p:tav>
                                          </p:tavLst>
                                        </p:anim>
                                        <p:anim calcmode="lin" valueType="num">
                                          <p:cBhvr additive="base">
                                            <p:cTn id="79" dur="1000" fill="hold"/>
                                            <p:tgtEl>
                                              <p:spTgt spid="5"/>
                                            </p:tgtEl>
                                            <p:attrNameLst>
                                              <p:attrName>ppt_y</p:attrName>
                                            </p:attrNameLst>
                                          </p:cBhvr>
                                          <p:tavLst>
                                            <p:tav tm="0">
                                              <p:val>
                                                <p:strVal val="#ppt_y"/>
                                              </p:val>
                                            </p:tav>
                                            <p:tav tm="100000">
                                              <p:val>
                                                <p:strVal val="#ppt_y"/>
                                              </p:val>
                                            </p:tav>
                                          </p:tavLst>
                                        </p:anim>
                                      </p:childTnLst>
                                    </p:cTn>
                                  </p:par>
                                  <p:par>
                                    <p:cTn id="80" presetID="2" presetClass="entr" presetSubtype="8" fill="hold" nodeType="withEffect">
                                      <p:stCondLst>
                                        <p:cond delay="2250"/>
                                      </p:stCondLst>
                                      <p:childTnLst>
                                        <p:set>
                                          <p:cBhvr>
                                            <p:cTn id="81" dur="1" fill="hold">
                                              <p:stCondLst>
                                                <p:cond delay="0"/>
                                              </p:stCondLst>
                                            </p:cTn>
                                            <p:tgtEl>
                                              <p:spTgt spid="6"/>
                                            </p:tgtEl>
                                            <p:attrNameLst>
                                              <p:attrName>style.visibility</p:attrName>
                                            </p:attrNameLst>
                                          </p:cBhvr>
                                          <p:to>
                                            <p:strVal val="visible"/>
                                          </p:to>
                                        </p:set>
                                        <p:anim calcmode="lin" valueType="num">
                                          <p:cBhvr additive="base">
                                            <p:cTn id="82" dur="1000" fill="hold"/>
                                            <p:tgtEl>
                                              <p:spTgt spid="6"/>
                                            </p:tgtEl>
                                            <p:attrNameLst>
                                              <p:attrName>ppt_x</p:attrName>
                                            </p:attrNameLst>
                                          </p:cBhvr>
                                          <p:tavLst>
                                            <p:tav tm="0">
                                              <p:val>
                                                <p:strVal val="0-#ppt_w/2"/>
                                              </p:val>
                                            </p:tav>
                                            <p:tav tm="100000">
                                              <p:val>
                                                <p:strVal val="#ppt_x"/>
                                              </p:val>
                                            </p:tav>
                                          </p:tavLst>
                                        </p:anim>
                                        <p:anim calcmode="lin" valueType="num">
                                          <p:cBhvr additive="base">
                                            <p:cTn id="83" dur="10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40" grpId="0" animBg="1"/>
          <p:bldP spid="41" grpId="0" animBg="1"/>
          <p:bldP spid="42" grpId="0" animBg="1"/>
          <p:bldP spid="43" grpId="0" animBg="1"/>
          <p:bldP spid="57" grpId="0" animBg="1"/>
          <p:bldP spid="58" grpId="0" animBg="1"/>
          <p:bldP spid="59" grpId="0" animBg="1"/>
          <p:bldP spid="60" grpId="0" animBg="1"/>
        </p:bldLst>
      </p:timing>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8814C543-04E4-4F2F-A677-D91CFFB53FE5}"/>
              </a:ext>
            </a:extLst>
          </p:cNvPr>
          <p:cNvGrpSpPr/>
          <p:nvPr/>
        </p:nvGrpSpPr>
        <p:grpSpPr>
          <a:xfrm rot="16200000" flipH="1">
            <a:off x="6294862" y="1991653"/>
            <a:ext cx="2028394" cy="2060561"/>
            <a:chOff x="7131050" y="3673476"/>
            <a:chExt cx="1701800" cy="1728788"/>
          </a:xfrm>
        </p:grpSpPr>
        <p:sp>
          <p:nvSpPr>
            <p:cNvPr id="3" name="Freeform 6">
              <a:extLst>
                <a:ext uri="{FF2B5EF4-FFF2-40B4-BE49-F238E27FC236}">
                  <a16:creationId xmlns:a16="http://schemas.microsoft.com/office/drawing/2014/main" id="{49F79DB2-A6F2-48D2-AC24-6362944BDE4A}"/>
                </a:ext>
              </a:extLst>
            </p:cNvPr>
            <p:cNvSpPr>
              <a:spLocks/>
            </p:cNvSpPr>
            <p:nvPr/>
          </p:nvSpPr>
          <p:spPr bwMode="auto">
            <a:xfrm>
              <a:off x="7131050" y="3673476"/>
              <a:ext cx="1701800" cy="1728788"/>
            </a:xfrm>
            <a:custGeom>
              <a:avLst/>
              <a:gdLst>
                <a:gd name="T0" fmla="*/ 447 w 447"/>
                <a:gd name="T1" fmla="*/ 284 h 454"/>
                <a:gd name="T2" fmla="*/ 234 w 447"/>
                <a:gd name="T3" fmla="*/ 454 h 454"/>
                <a:gd name="T4" fmla="*/ 0 w 447"/>
                <a:gd name="T5" fmla="*/ 204 h 454"/>
                <a:gd name="T6" fmla="*/ 256 w 447"/>
                <a:gd name="T7" fmla="*/ 0 h 454"/>
                <a:gd name="T8" fmla="*/ 447 w 447"/>
                <a:gd name="T9" fmla="*/ 284 h 454"/>
              </a:gdLst>
              <a:ahLst/>
              <a:cxnLst>
                <a:cxn ang="0">
                  <a:pos x="T0" y="T1"/>
                </a:cxn>
                <a:cxn ang="0">
                  <a:pos x="T2" y="T3"/>
                </a:cxn>
                <a:cxn ang="0">
                  <a:pos x="T4" y="T5"/>
                </a:cxn>
                <a:cxn ang="0">
                  <a:pos x="T6" y="T7"/>
                </a:cxn>
                <a:cxn ang="0">
                  <a:pos x="T8" y="T9"/>
                </a:cxn>
              </a:cxnLst>
              <a:rect l="0" t="0" r="r" b="b"/>
              <a:pathLst>
                <a:path w="447" h="454">
                  <a:moveTo>
                    <a:pt x="447" y="284"/>
                  </a:moveTo>
                  <a:cubicBezTo>
                    <a:pt x="234" y="454"/>
                    <a:pt x="234" y="454"/>
                    <a:pt x="234" y="454"/>
                  </a:cubicBezTo>
                  <a:cubicBezTo>
                    <a:pt x="256" y="309"/>
                    <a:pt x="195" y="203"/>
                    <a:pt x="0" y="204"/>
                  </a:cubicBezTo>
                  <a:cubicBezTo>
                    <a:pt x="256" y="0"/>
                    <a:pt x="256" y="0"/>
                    <a:pt x="256" y="0"/>
                  </a:cubicBezTo>
                  <a:cubicBezTo>
                    <a:pt x="211" y="190"/>
                    <a:pt x="301" y="273"/>
                    <a:pt x="447" y="28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 name="Freeform 7">
              <a:extLst>
                <a:ext uri="{FF2B5EF4-FFF2-40B4-BE49-F238E27FC236}">
                  <a16:creationId xmlns:a16="http://schemas.microsoft.com/office/drawing/2014/main" id="{DBFF42E3-DEBE-431F-88EF-C6B199926AFD}"/>
                </a:ext>
              </a:extLst>
            </p:cNvPr>
            <p:cNvSpPr>
              <a:spLocks/>
            </p:cNvSpPr>
            <p:nvPr/>
          </p:nvSpPr>
          <p:spPr bwMode="auto">
            <a:xfrm>
              <a:off x="7131050" y="4060825"/>
              <a:ext cx="1298575" cy="1341438"/>
            </a:xfrm>
            <a:custGeom>
              <a:avLst/>
              <a:gdLst>
                <a:gd name="T0" fmla="*/ 0 w 341"/>
                <a:gd name="T1" fmla="*/ 102 h 352"/>
                <a:gd name="T2" fmla="*/ 234 w 341"/>
                <a:gd name="T3" fmla="*/ 352 h 352"/>
                <a:gd name="T4" fmla="*/ 341 w 341"/>
                <a:gd name="T5" fmla="*/ 267 h 352"/>
                <a:gd name="T6" fmla="*/ 128 w 341"/>
                <a:gd name="T7" fmla="*/ 0 h 352"/>
                <a:gd name="T8" fmla="*/ 0 w 341"/>
                <a:gd name="T9" fmla="*/ 102 h 352"/>
              </a:gdLst>
              <a:ahLst/>
              <a:cxnLst>
                <a:cxn ang="0">
                  <a:pos x="T0" y="T1"/>
                </a:cxn>
                <a:cxn ang="0">
                  <a:pos x="T2" y="T3"/>
                </a:cxn>
                <a:cxn ang="0">
                  <a:pos x="T4" y="T5"/>
                </a:cxn>
                <a:cxn ang="0">
                  <a:pos x="T6" y="T7"/>
                </a:cxn>
                <a:cxn ang="0">
                  <a:pos x="T8" y="T9"/>
                </a:cxn>
              </a:cxnLst>
              <a:rect l="0" t="0" r="r" b="b"/>
              <a:pathLst>
                <a:path w="341" h="352">
                  <a:moveTo>
                    <a:pt x="0" y="102"/>
                  </a:moveTo>
                  <a:cubicBezTo>
                    <a:pt x="195" y="101"/>
                    <a:pt x="256" y="207"/>
                    <a:pt x="234" y="352"/>
                  </a:cubicBezTo>
                  <a:cubicBezTo>
                    <a:pt x="341" y="267"/>
                    <a:pt x="341" y="267"/>
                    <a:pt x="341" y="267"/>
                  </a:cubicBezTo>
                  <a:cubicBezTo>
                    <a:pt x="128" y="0"/>
                    <a:pt x="128" y="0"/>
                    <a:pt x="128" y="0"/>
                  </a:cubicBezTo>
                  <a:lnTo>
                    <a:pt x="0" y="102"/>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5423ECB9-7AEB-419E-BFA2-ADA4128C18DA}"/>
              </a:ext>
            </a:extLst>
          </p:cNvPr>
          <p:cNvGrpSpPr/>
          <p:nvPr/>
        </p:nvGrpSpPr>
        <p:grpSpPr>
          <a:xfrm rot="16200000" flipH="1">
            <a:off x="3669451" y="1988816"/>
            <a:ext cx="2028398" cy="2066238"/>
            <a:chOff x="7131048" y="1470024"/>
            <a:chExt cx="1701803" cy="1733551"/>
          </a:xfrm>
        </p:grpSpPr>
        <p:sp>
          <p:nvSpPr>
            <p:cNvPr id="6" name="Freeform 9">
              <a:extLst>
                <a:ext uri="{FF2B5EF4-FFF2-40B4-BE49-F238E27FC236}">
                  <a16:creationId xmlns:a16="http://schemas.microsoft.com/office/drawing/2014/main" id="{9C0F1B8B-D070-4F16-9162-E1F20AA6727A}"/>
                </a:ext>
              </a:extLst>
            </p:cNvPr>
            <p:cNvSpPr>
              <a:spLocks/>
            </p:cNvSpPr>
            <p:nvPr/>
          </p:nvSpPr>
          <p:spPr bwMode="auto">
            <a:xfrm>
              <a:off x="7131048" y="1470024"/>
              <a:ext cx="1701800" cy="1733550"/>
            </a:xfrm>
            <a:custGeom>
              <a:avLst/>
              <a:gdLst>
                <a:gd name="T0" fmla="*/ 447 w 447"/>
                <a:gd name="T1" fmla="*/ 170 h 455"/>
                <a:gd name="T2" fmla="*/ 341 w 447"/>
                <a:gd name="T3" fmla="*/ 85 h 455"/>
                <a:gd name="T4" fmla="*/ 234 w 447"/>
                <a:gd name="T5" fmla="*/ 0 h 455"/>
                <a:gd name="T6" fmla="*/ 0 w 447"/>
                <a:gd name="T7" fmla="*/ 250 h 455"/>
                <a:gd name="T8" fmla="*/ 128 w 447"/>
                <a:gd name="T9" fmla="*/ 352 h 455"/>
                <a:gd name="T10" fmla="*/ 256 w 447"/>
                <a:gd name="T11" fmla="*/ 455 h 455"/>
                <a:gd name="T12" fmla="*/ 447 w 447"/>
                <a:gd name="T13" fmla="*/ 170 h 455"/>
              </a:gdLst>
              <a:ahLst/>
              <a:cxnLst>
                <a:cxn ang="0">
                  <a:pos x="T0" y="T1"/>
                </a:cxn>
                <a:cxn ang="0">
                  <a:pos x="T2" y="T3"/>
                </a:cxn>
                <a:cxn ang="0">
                  <a:pos x="T4" y="T5"/>
                </a:cxn>
                <a:cxn ang="0">
                  <a:pos x="T6" y="T7"/>
                </a:cxn>
                <a:cxn ang="0">
                  <a:pos x="T8" y="T9"/>
                </a:cxn>
                <a:cxn ang="0">
                  <a:pos x="T10" y="T11"/>
                </a:cxn>
                <a:cxn ang="0">
                  <a:pos x="T12" y="T13"/>
                </a:cxn>
              </a:cxnLst>
              <a:rect l="0" t="0" r="r" b="b"/>
              <a:pathLst>
                <a:path w="447" h="455">
                  <a:moveTo>
                    <a:pt x="447" y="170"/>
                  </a:moveTo>
                  <a:cubicBezTo>
                    <a:pt x="341" y="85"/>
                    <a:pt x="341" y="85"/>
                    <a:pt x="341" y="85"/>
                  </a:cubicBezTo>
                  <a:cubicBezTo>
                    <a:pt x="234" y="0"/>
                    <a:pt x="234" y="0"/>
                    <a:pt x="234" y="0"/>
                  </a:cubicBezTo>
                  <a:cubicBezTo>
                    <a:pt x="256" y="146"/>
                    <a:pt x="195" y="252"/>
                    <a:pt x="0" y="250"/>
                  </a:cubicBezTo>
                  <a:cubicBezTo>
                    <a:pt x="128" y="352"/>
                    <a:pt x="128" y="352"/>
                    <a:pt x="128" y="352"/>
                  </a:cubicBezTo>
                  <a:cubicBezTo>
                    <a:pt x="256" y="455"/>
                    <a:pt x="256" y="455"/>
                    <a:pt x="256" y="455"/>
                  </a:cubicBezTo>
                  <a:cubicBezTo>
                    <a:pt x="211" y="264"/>
                    <a:pt x="301" y="182"/>
                    <a:pt x="447" y="1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11">
              <a:extLst>
                <a:ext uri="{FF2B5EF4-FFF2-40B4-BE49-F238E27FC236}">
                  <a16:creationId xmlns:a16="http://schemas.microsoft.com/office/drawing/2014/main" id="{C36765D3-9E8C-4833-91FF-4917770E8123}"/>
                </a:ext>
              </a:extLst>
            </p:cNvPr>
            <p:cNvSpPr>
              <a:spLocks/>
            </p:cNvSpPr>
            <p:nvPr/>
          </p:nvSpPr>
          <p:spPr bwMode="auto">
            <a:xfrm>
              <a:off x="7618413" y="1793875"/>
              <a:ext cx="1214438" cy="1409700"/>
            </a:xfrm>
            <a:custGeom>
              <a:avLst/>
              <a:gdLst>
                <a:gd name="T0" fmla="*/ 319 w 319"/>
                <a:gd name="T1" fmla="*/ 85 h 370"/>
                <a:gd name="T2" fmla="*/ 213 w 319"/>
                <a:gd name="T3" fmla="*/ 0 h 370"/>
                <a:gd name="T4" fmla="*/ 213 w 319"/>
                <a:gd name="T5" fmla="*/ 0 h 370"/>
                <a:gd name="T6" fmla="*/ 0 w 319"/>
                <a:gd name="T7" fmla="*/ 267 h 370"/>
                <a:gd name="T8" fmla="*/ 0 w 319"/>
                <a:gd name="T9" fmla="*/ 267 h 370"/>
                <a:gd name="T10" fmla="*/ 128 w 319"/>
                <a:gd name="T11" fmla="*/ 370 h 370"/>
                <a:gd name="T12" fmla="*/ 319 w 319"/>
                <a:gd name="T13" fmla="*/ 85 h 370"/>
              </a:gdLst>
              <a:ahLst/>
              <a:cxnLst>
                <a:cxn ang="0">
                  <a:pos x="T0" y="T1"/>
                </a:cxn>
                <a:cxn ang="0">
                  <a:pos x="T2" y="T3"/>
                </a:cxn>
                <a:cxn ang="0">
                  <a:pos x="T4" y="T5"/>
                </a:cxn>
                <a:cxn ang="0">
                  <a:pos x="T6" y="T7"/>
                </a:cxn>
                <a:cxn ang="0">
                  <a:pos x="T8" y="T9"/>
                </a:cxn>
                <a:cxn ang="0">
                  <a:pos x="T10" y="T11"/>
                </a:cxn>
                <a:cxn ang="0">
                  <a:pos x="T12" y="T13"/>
                </a:cxn>
              </a:cxnLst>
              <a:rect l="0" t="0" r="r" b="b"/>
              <a:pathLst>
                <a:path w="319" h="370">
                  <a:moveTo>
                    <a:pt x="319" y="85"/>
                  </a:moveTo>
                  <a:cubicBezTo>
                    <a:pt x="213" y="0"/>
                    <a:pt x="213" y="0"/>
                    <a:pt x="213" y="0"/>
                  </a:cubicBezTo>
                  <a:cubicBezTo>
                    <a:pt x="213" y="0"/>
                    <a:pt x="213" y="0"/>
                    <a:pt x="213" y="0"/>
                  </a:cubicBezTo>
                  <a:cubicBezTo>
                    <a:pt x="0" y="267"/>
                    <a:pt x="0" y="267"/>
                    <a:pt x="0" y="267"/>
                  </a:cubicBezTo>
                  <a:cubicBezTo>
                    <a:pt x="0" y="267"/>
                    <a:pt x="0" y="267"/>
                    <a:pt x="0" y="267"/>
                  </a:cubicBezTo>
                  <a:cubicBezTo>
                    <a:pt x="128" y="370"/>
                    <a:pt x="128" y="370"/>
                    <a:pt x="128" y="370"/>
                  </a:cubicBezTo>
                  <a:cubicBezTo>
                    <a:pt x="83" y="179"/>
                    <a:pt x="173" y="97"/>
                    <a:pt x="319" y="85"/>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 name="Group 7">
            <a:extLst>
              <a:ext uri="{FF2B5EF4-FFF2-40B4-BE49-F238E27FC236}">
                <a16:creationId xmlns:a16="http://schemas.microsoft.com/office/drawing/2014/main" id="{3219E73F-BACF-4810-98CE-D14816B55235}"/>
              </a:ext>
            </a:extLst>
          </p:cNvPr>
          <p:cNvGrpSpPr/>
          <p:nvPr/>
        </p:nvGrpSpPr>
        <p:grpSpPr>
          <a:xfrm rot="16200000" flipH="1">
            <a:off x="5220114" y="2975363"/>
            <a:ext cx="1545894" cy="1494805"/>
            <a:chOff x="7920038" y="2811463"/>
            <a:chExt cx="1296988" cy="1254125"/>
          </a:xfrm>
        </p:grpSpPr>
        <p:sp>
          <p:nvSpPr>
            <p:cNvPr id="9" name="Freeform 8">
              <a:extLst>
                <a:ext uri="{FF2B5EF4-FFF2-40B4-BE49-F238E27FC236}">
                  <a16:creationId xmlns:a16="http://schemas.microsoft.com/office/drawing/2014/main" id="{D0202A00-8368-4287-A3CC-F7C9FB260E8C}"/>
                </a:ext>
              </a:extLst>
            </p:cNvPr>
            <p:cNvSpPr>
              <a:spLocks/>
            </p:cNvSpPr>
            <p:nvPr/>
          </p:nvSpPr>
          <p:spPr bwMode="auto">
            <a:xfrm>
              <a:off x="7920038" y="2811463"/>
              <a:ext cx="1296988" cy="1249363"/>
            </a:xfrm>
            <a:custGeom>
              <a:avLst/>
              <a:gdLst>
                <a:gd name="T0" fmla="*/ 0 w 341"/>
                <a:gd name="T1" fmla="*/ 0 h 328"/>
                <a:gd name="T2" fmla="*/ 0 w 341"/>
                <a:gd name="T3" fmla="*/ 328 h 328"/>
                <a:gd name="T4" fmla="*/ 341 w 341"/>
                <a:gd name="T5" fmla="*/ 301 h 328"/>
                <a:gd name="T6" fmla="*/ 341 w 341"/>
                <a:gd name="T7" fmla="*/ 28 h 328"/>
                <a:gd name="T8" fmla="*/ 0 w 341"/>
                <a:gd name="T9" fmla="*/ 0 h 328"/>
              </a:gdLst>
              <a:ahLst/>
              <a:cxnLst>
                <a:cxn ang="0">
                  <a:pos x="T0" y="T1"/>
                </a:cxn>
                <a:cxn ang="0">
                  <a:pos x="T2" y="T3"/>
                </a:cxn>
                <a:cxn ang="0">
                  <a:pos x="T4" y="T5"/>
                </a:cxn>
                <a:cxn ang="0">
                  <a:pos x="T6" y="T7"/>
                </a:cxn>
                <a:cxn ang="0">
                  <a:pos x="T8" y="T9"/>
                </a:cxn>
              </a:cxnLst>
              <a:rect l="0" t="0" r="r" b="b"/>
              <a:pathLst>
                <a:path w="341" h="328">
                  <a:moveTo>
                    <a:pt x="0" y="0"/>
                  </a:moveTo>
                  <a:cubicBezTo>
                    <a:pt x="0" y="328"/>
                    <a:pt x="0" y="328"/>
                    <a:pt x="0" y="328"/>
                  </a:cubicBezTo>
                  <a:cubicBezTo>
                    <a:pt x="120" y="174"/>
                    <a:pt x="241" y="193"/>
                    <a:pt x="341" y="301"/>
                  </a:cubicBezTo>
                  <a:cubicBezTo>
                    <a:pt x="341" y="28"/>
                    <a:pt x="341" y="28"/>
                    <a:pt x="341" y="28"/>
                  </a:cubicBezTo>
                  <a:cubicBezTo>
                    <a:pt x="241" y="135"/>
                    <a:pt x="120" y="154"/>
                    <a:pt x="0"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10">
              <a:extLst>
                <a:ext uri="{FF2B5EF4-FFF2-40B4-BE49-F238E27FC236}">
                  <a16:creationId xmlns:a16="http://schemas.microsoft.com/office/drawing/2014/main" id="{E9351F77-0D38-4841-AFE6-332842FB9BCD}"/>
                </a:ext>
              </a:extLst>
            </p:cNvPr>
            <p:cNvSpPr>
              <a:spLocks/>
            </p:cNvSpPr>
            <p:nvPr/>
          </p:nvSpPr>
          <p:spPr bwMode="auto">
            <a:xfrm>
              <a:off x="7920038" y="3440113"/>
              <a:ext cx="1296988" cy="625475"/>
            </a:xfrm>
            <a:custGeom>
              <a:avLst/>
              <a:gdLst>
                <a:gd name="T0" fmla="*/ 341 w 341"/>
                <a:gd name="T1" fmla="*/ 136 h 164"/>
                <a:gd name="T2" fmla="*/ 0 w 341"/>
                <a:gd name="T3" fmla="*/ 164 h 164"/>
                <a:gd name="T4" fmla="*/ 0 w 341"/>
                <a:gd name="T5" fmla="*/ 0 h 164"/>
                <a:gd name="T6" fmla="*/ 341 w 341"/>
                <a:gd name="T7" fmla="*/ 0 h 164"/>
                <a:gd name="T8" fmla="*/ 341 w 341"/>
                <a:gd name="T9" fmla="*/ 136 h 164"/>
              </a:gdLst>
              <a:ahLst/>
              <a:cxnLst>
                <a:cxn ang="0">
                  <a:pos x="T0" y="T1"/>
                </a:cxn>
                <a:cxn ang="0">
                  <a:pos x="T2" y="T3"/>
                </a:cxn>
                <a:cxn ang="0">
                  <a:pos x="T4" y="T5"/>
                </a:cxn>
                <a:cxn ang="0">
                  <a:pos x="T6" y="T7"/>
                </a:cxn>
                <a:cxn ang="0">
                  <a:pos x="T8" y="T9"/>
                </a:cxn>
              </a:cxnLst>
              <a:rect l="0" t="0" r="r" b="b"/>
              <a:pathLst>
                <a:path w="341" h="164">
                  <a:moveTo>
                    <a:pt x="341" y="136"/>
                  </a:moveTo>
                  <a:cubicBezTo>
                    <a:pt x="241" y="29"/>
                    <a:pt x="120" y="10"/>
                    <a:pt x="0" y="164"/>
                  </a:cubicBezTo>
                  <a:cubicBezTo>
                    <a:pt x="0" y="0"/>
                    <a:pt x="0" y="0"/>
                    <a:pt x="0" y="0"/>
                  </a:cubicBezTo>
                  <a:cubicBezTo>
                    <a:pt x="341" y="0"/>
                    <a:pt x="341" y="0"/>
                    <a:pt x="341" y="0"/>
                  </a:cubicBezTo>
                  <a:lnTo>
                    <a:pt x="341" y="136"/>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2" name="Group 31">
            <a:extLst>
              <a:ext uri="{FF2B5EF4-FFF2-40B4-BE49-F238E27FC236}">
                <a16:creationId xmlns:a16="http://schemas.microsoft.com/office/drawing/2014/main" id="{954EBDEB-56DE-429C-9BE3-0EA35D53534B}"/>
              </a:ext>
            </a:extLst>
          </p:cNvPr>
          <p:cNvGrpSpPr/>
          <p:nvPr/>
        </p:nvGrpSpPr>
        <p:grpSpPr>
          <a:xfrm>
            <a:off x="4776242" y="784735"/>
            <a:ext cx="2424326" cy="2428073"/>
            <a:chOff x="6345238" y="4948238"/>
            <a:chExt cx="1027113" cy="1028700"/>
          </a:xfrm>
          <a:effectLst>
            <a:outerShdw blurRad="241300" dist="152400" dir="2700000" sx="102000" sy="102000" algn="tl" rotWithShape="0">
              <a:prstClr val="black">
                <a:alpha val="28000"/>
              </a:prstClr>
            </a:outerShdw>
          </a:effectLst>
        </p:grpSpPr>
        <p:sp>
          <p:nvSpPr>
            <p:cNvPr id="33" name="Oval 56">
              <a:extLst>
                <a:ext uri="{FF2B5EF4-FFF2-40B4-BE49-F238E27FC236}">
                  <a16:creationId xmlns:a16="http://schemas.microsoft.com/office/drawing/2014/main" id="{C8360F07-E279-4DDC-93F1-A7E3BADFA9A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4" name="Oval 57">
              <a:extLst>
                <a:ext uri="{FF2B5EF4-FFF2-40B4-BE49-F238E27FC236}">
                  <a16:creationId xmlns:a16="http://schemas.microsoft.com/office/drawing/2014/main" id="{343A523A-C5EA-449C-AC4B-A3C88E97EDF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5" name="Group 34">
            <a:extLst>
              <a:ext uri="{FF2B5EF4-FFF2-40B4-BE49-F238E27FC236}">
                <a16:creationId xmlns:a16="http://schemas.microsoft.com/office/drawing/2014/main" id="{221ABD70-A3BF-406F-97BC-C1893CC86D3F}"/>
              </a:ext>
            </a:extLst>
          </p:cNvPr>
          <p:cNvGrpSpPr/>
          <p:nvPr/>
        </p:nvGrpSpPr>
        <p:grpSpPr>
          <a:xfrm>
            <a:off x="5053175" y="1630066"/>
            <a:ext cx="1952458" cy="737409"/>
            <a:chOff x="6297613" y="3111947"/>
            <a:chExt cx="1638091" cy="618678"/>
          </a:xfrm>
        </p:grpSpPr>
        <p:sp>
          <p:nvSpPr>
            <p:cNvPr id="36" name="Rectangle 35">
              <a:extLst>
                <a:ext uri="{FF2B5EF4-FFF2-40B4-BE49-F238E27FC236}">
                  <a16:creationId xmlns:a16="http://schemas.microsoft.com/office/drawing/2014/main" id="{4F8AFDFD-E837-409A-9BB1-370F112712B7}"/>
                </a:ext>
              </a:extLst>
            </p:cNvPr>
            <p:cNvSpPr>
              <a:spLocks noChangeArrowheads="1"/>
            </p:cNvSpPr>
            <p:nvPr/>
          </p:nvSpPr>
          <p:spPr bwMode="auto">
            <a:xfrm>
              <a:off x="6556375" y="3111947"/>
              <a:ext cx="1087650" cy="284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200" b="1" i="0" u="none" strike="noStrike" cap="none" normalizeH="0" baseline="0">
                  <a:ln>
                    <a:noFill/>
                  </a:ln>
                  <a:effectLst/>
                  <a:latin typeface="Open Sans" panose="020B0606030504020204" pitchFamily="34" charset="0"/>
                </a:rPr>
                <a:t>CREATIVE</a:t>
              </a:r>
              <a:endParaRPr kumimoji="0" lang="ru-UA" altLang="ru-UA" sz="2200" b="0" i="0" u="none" strike="noStrike" cap="none" normalizeH="0" baseline="0">
                <a:ln>
                  <a:noFill/>
                </a:ln>
                <a:effectLst/>
              </a:endParaRPr>
            </a:p>
          </p:txBody>
        </p:sp>
        <p:sp>
          <p:nvSpPr>
            <p:cNvPr id="37" name="Rectangle 36">
              <a:extLst>
                <a:ext uri="{FF2B5EF4-FFF2-40B4-BE49-F238E27FC236}">
                  <a16:creationId xmlns:a16="http://schemas.microsoft.com/office/drawing/2014/main" id="{F3E799EE-315F-445C-A9D7-B3174559FA6F}"/>
                </a:ext>
              </a:extLst>
            </p:cNvPr>
            <p:cNvSpPr>
              <a:spLocks noChangeArrowheads="1"/>
            </p:cNvSpPr>
            <p:nvPr/>
          </p:nvSpPr>
          <p:spPr bwMode="auto">
            <a:xfrm>
              <a:off x="6297613" y="3308797"/>
              <a:ext cx="1638091" cy="284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200" b="1" i="0" u="none" strike="noStrike" cap="none" normalizeH="0" baseline="0">
                  <a:ln>
                    <a:noFill/>
                  </a:ln>
                  <a:effectLst/>
                  <a:latin typeface="Open Sans" panose="020B0606030504020204" pitchFamily="34" charset="0"/>
                </a:rPr>
                <a:t>INFOGRAPHIC</a:t>
              </a:r>
              <a:endParaRPr kumimoji="0" lang="ru-UA" altLang="ru-UA" sz="2200" b="0" i="0" u="none" strike="noStrike" cap="none" normalizeH="0" baseline="0">
                <a:ln>
                  <a:noFill/>
                </a:ln>
                <a:effectLst/>
              </a:endParaRPr>
            </a:p>
          </p:txBody>
        </p:sp>
        <p:sp>
          <p:nvSpPr>
            <p:cNvPr id="38" name="Oval 37">
              <a:extLst>
                <a:ext uri="{FF2B5EF4-FFF2-40B4-BE49-F238E27FC236}">
                  <a16:creationId xmlns:a16="http://schemas.microsoft.com/office/drawing/2014/main" id="{5A5871F1-B09A-4D6F-B745-591C526464D7}"/>
                </a:ext>
              </a:extLst>
            </p:cNvPr>
            <p:cNvSpPr>
              <a:spLocks noChangeArrowheads="1"/>
            </p:cNvSpPr>
            <p:nvPr/>
          </p:nvSpPr>
          <p:spPr bwMode="auto">
            <a:xfrm>
              <a:off x="6472238" y="3638550"/>
              <a:ext cx="92075" cy="920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Oval 38">
              <a:extLst>
                <a:ext uri="{FF2B5EF4-FFF2-40B4-BE49-F238E27FC236}">
                  <a16:creationId xmlns:a16="http://schemas.microsoft.com/office/drawing/2014/main" id="{4508FC24-B420-436C-8A5D-4DE44D7B9109}"/>
                </a:ext>
              </a:extLst>
            </p:cNvPr>
            <p:cNvSpPr>
              <a:spLocks noChangeArrowheads="1"/>
            </p:cNvSpPr>
            <p:nvPr/>
          </p:nvSpPr>
          <p:spPr bwMode="auto">
            <a:xfrm>
              <a:off x="7070725" y="3638550"/>
              <a:ext cx="87313" cy="920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0" name="Oval 39">
              <a:extLst>
                <a:ext uri="{FF2B5EF4-FFF2-40B4-BE49-F238E27FC236}">
                  <a16:creationId xmlns:a16="http://schemas.microsoft.com/office/drawing/2014/main" id="{811A9041-C374-408C-9DD4-F339B12DF582}"/>
                </a:ext>
              </a:extLst>
            </p:cNvPr>
            <p:cNvSpPr>
              <a:spLocks noChangeArrowheads="1"/>
            </p:cNvSpPr>
            <p:nvPr/>
          </p:nvSpPr>
          <p:spPr bwMode="auto">
            <a:xfrm>
              <a:off x="7664450" y="3638550"/>
              <a:ext cx="90488" cy="920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4" name="Group 43">
            <a:extLst>
              <a:ext uri="{FF2B5EF4-FFF2-40B4-BE49-F238E27FC236}">
                <a16:creationId xmlns:a16="http://schemas.microsoft.com/office/drawing/2014/main" id="{2B6E3302-8421-4EF9-BA91-105E01CB411D}"/>
              </a:ext>
            </a:extLst>
          </p:cNvPr>
          <p:cNvGrpSpPr/>
          <p:nvPr/>
        </p:nvGrpSpPr>
        <p:grpSpPr>
          <a:xfrm>
            <a:off x="2597152" y="3054915"/>
            <a:ext cx="1828453" cy="1831280"/>
            <a:chOff x="6345238" y="4948238"/>
            <a:chExt cx="1027113" cy="1028700"/>
          </a:xfrm>
          <a:effectLst>
            <a:outerShdw blurRad="266700" dist="279400" dir="2700000" sx="93000" sy="93000" algn="tl" rotWithShape="0">
              <a:prstClr val="black">
                <a:alpha val="26000"/>
              </a:prstClr>
            </a:outerShdw>
          </a:effectLst>
        </p:grpSpPr>
        <p:sp>
          <p:nvSpPr>
            <p:cNvPr id="45" name="Oval 56">
              <a:extLst>
                <a:ext uri="{FF2B5EF4-FFF2-40B4-BE49-F238E27FC236}">
                  <a16:creationId xmlns:a16="http://schemas.microsoft.com/office/drawing/2014/main" id="{66403517-A309-41A6-9616-C63A1C14335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6" name="Oval 57">
              <a:extLst>
                <a:ext uri="{FF2B5EF4-FFF2-40B4-BE49-F238E27FC236}">
                  <a16:creationId xmlns:a16="http://schemas.microsoft.com/office/drawing/2014/main" id="{06294560-215B-4B41-82F5-4DC33B19E06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7" name="Group 46">
            <a:extLst>
              <a:ext uri="{FF2B5EF4-FFF2-40B4-BE49-F238E27FC236}">
                <a16:creationId xmlns:a16="http://schemas.microsoft.com/office/drawing/2014/main" id="{F7B4C486-DB84-4EC3-8BC8-A1AD7F5796C9}"/>
              </a:ext>
            </a:extLst>
          </p:cNvPr>
          <p:cNvGrpSpPr/>
          <p:nvPr/>
        </p:nvGrpSpPr>
        <p:grpSpPr>
          <a:xfrm>
            <a:off x="5080726" y="4255407"/>
            <a:ext cx="1828453" cy="1831280"/>
            <a:chOff x="6345238" y="4948238"/>
            <a:chExt cx="1027113" cy="1028700"/>
          </a:xfrm>
          <a:effectLst>
            <a:outerShdw blurRad="266700" dist="279400" dir="2700000" sx="93000" sy="93000" algn="tl" rotWithShape="0">
              <a:prstClr val="black">
                <a:alpha val="26000"/>
              </a:prstClr>
            </a:outerShdw>
          </a:effectLst>
        </p:grpSpPr>
        <p:sp>
          <p:nvSpPr>
            <p:cNvPr id="48" name="Oval 56">
              <a:extLst>
                <a:ext uri="{FF2B5EF4-FFF2-40B4-BE49-F238E27FC236}">
                  <a16:creationId xmlns:a16="http://schemas.microsoft.com/office/drawing/2014/main" id="{6BEC9AE4-360A-48D5-8F75-6A0FBCD0AF21}"/>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9" name="Oval 57">
              <a:extLst>
                <a:ext uri="{FF2B5EF4-FFF2-40B4-BE49-F238E27FC236}">
                  <a16:creationId xmlns:a16="http://schemas.microsoft.com/office/drawing/2014/main" id="{22C88F98-8095-4F42-AEFC-2029A6875DF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631E9787-051E-42FB-9730-05F0D0116243}"/>
              </a:ext>
            </a:extLst>
          </p:cNvPr>
          <p:cNvGrpSpPr/>
          <p:nvPr/>
        </p:nvGrpSpPr>
        <p:grpSpPr>
          <a:xfrm>
            <a:off x="7555518" y="3061456"/>
            <a:ext cx="1828453" cy="1831280"/>
            <a:chOff x="6345238" y="4948238"/>
            <a:chExt cx="1027113" cy="1028700"/>
          </a:xfrm>
          <a:effectLst>
            <a:outerShdw blurRad="266700" dist="279400" dir="2700000" sx="93000" sy="93000" algn="tl" rotWithShape="0">
              <a:prstClr val="black">
                <a:alpha val="26000"/>
              </a:prstClr>
            </a:outerShdw>
          </a:effectLst>
        </p:grpSpPr>
        <p:sp>
          <p:nvSpPr>
            <p:cNvPr id="51" name="Oval 56">
              <a:extLst>
                <a:ext uri="{FF2B5EF4-FFF2-40B4-BE49-F238E27FC236}">
                  <a16:creationId xmlns:a16="http://schemas.microsoft.com/office/drawing/2014/main" id="{9329BA90-F524-40FE-ADA9-69811FB25196}"/>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2" name="Oval 57">
              <a:extLst>
                <a:ext uri="{FF2B5EF4-FFF2-40B4-BE49-F238E27FC236}">
                  <a16:creationId xmlns:a16="http://schemas.microsoft.com/office/drawing/2014/main" id="{2335F08D-E940-44FE-A8CB-AC7526A285D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 name="Group 10">
            <a:extLst>
              <a:ext uri="{FF2B5EF4-FFF2-40B4-BE49-F238E27FC236}">
                <a16:creationId xmlns:a16="http://schemas.microsoft.com/office/drawing/2014/main" id="{FA876A13-A952-422F-8168-FF30F0824594}"/>
              </a:ext>
            </a:extLst>
          </p:cNvPr>
          <p:cNvGrpSpPr/>
          <p:nvPr/>
        </p:nvGrpSpPr>
        <p:grpSpPr>
          <a:xfrm>
            <a:off x="5303705" y="4487640"/>
            <a:ext cx="1399603" cy="1399603"/>
            <a:chOff x="9015413" y="2674938"/>
            <a:chExt cx="1524000" cy="1524000"/>
          </a:xfrm>
          <a:effectLst>
            <a:outerShdw blurRad="101600" dist="76200" dir="2700000" algn="tl" rotWithShape="0">
              <a:prstClr val="black">
                <a:alpha val="38000"/>
              </a:prstClr>
            </a:outerShdw>
          </a:effectLst>
        </p:grpSpPr>
        <p:sp>
          <p:nvSpPr>
            <p:cNvPr id="12" name="Oval 11">
              <a:extLst>
                <a:ext uri="{FF2B5EF4-FFF2-40B4-BE49-F238E27FC236}">
                  <a16:creationId xmlns:a16="http://schemas.microsoft.com/office/drawing/2014/main" id="{DC5E80CE-7175-41E9-A305-F5E3286AF547}"/>
                </a:ext>
              </a:extLst>
            </p:cNvPr>
            <p:cNvSpPr>
              <a:spLocks noChangeArrowheads="1"/>
            </p:cNvSpPr>
            <p:nvPr/>
          </p:nvSpPr>
          <p:spPr bwMode="auto">
            <a:xfrm>
              <a:off x="9015413" y="2674938"/>
              <a:ext cx="1524000" cy="15240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3">
              <a:extLst>
                <a:ext uri="{FF2B5EF4-FFF2-40B4-BE49-F238E27FC236}">
                  <a16:creationId xmlns:a16="http://schemas.microsoft.com/office/drawing/2014/main" id="{521F3657-DE24-400B-A01E-7602C5ACCDC8}"/>
                </a:ext>
              </a:extLst>
            </p:cNvPr>
            <p:cNvSpPr>
              <a:spLocks/>
            </p:cNvSpPr>
            <p:nvPr/>
          </p:nvSpPr>
          <p:spPr bwMode="auto">
            <a:xfrm>
              <a:off x="9229725" y="2892425"/>
              <a:ext cx="1309688" cy="1306513"/>
            </a:xfrm>
            <a:custGeom>
              <a:avLst/>
              <a:gdLst>
                <a:gd name="T0" fmla="*/ 283 w 344"/>
                <a:gd name="T1" fmla="*/ 0 h 343"/>
                <a:gd name="T2" fmla="*/ 340 w 344"/>
                <a:gd name="T3" fmla="*/ 140 h 343"/>
                <a:gd name="T4" fmla="*/ 140 w 344"/>
                <a:gd name="T5" fmla="*/ 340 h 343"/>
                <a:gd name="T6" fmla="*/ 0 w 344"/>
                <a:gd name="T7" fmla="*/ 283 h 343"/>
                <a:gd name="T8" fmla="*/ 144 w 344"/>
                <a:gd name="T9" fmla="*/ 343 h 343"/>
                <a:gd name="T10" fmla="*/ 344 w 344"/>
                <a:gd name="T11" fmla="*/ 143 h 343"/>
                <a:gd name="T12" fmla="*/ 283 w 344"/>
                <a:gd name="T13" fmla="*/ 0 h 343"/>
              </a:gdLst>
              <a:ahLst/>
              <a:cxnLst>
                <a:cxn ang="0">
                  <a:pos x="T0" y="T1"/>
                </a:cxn>
                <a:cxn ang="0">
                  <a:pos x="T2" y="T3"/>
                </a:cxn>
                <a:cxn ang="0">
                  <a:pos x="T4" y="T5"/>
                </a:cxn>
                <a:cxn ang="0">
                  <a:pos x="T6" y="T7"/>
                </a:cxn>
                <a:cxn ang="0">
                  <a:pos x="T8" y="T9"/>
                </a:cxn>
                <a:cxn ang="0">
                  <a:pos x="T10" y="T11"/>
                </a:cxn>
                <a:cxn ang="0">
                  <a:pos x="T12" y="T13"/>
                </a:cxn>
              </a:cxnLst>
              <a:rect l="0" t="0" r="r" b="b"/>
              <a:pathLst>
                <a:path w="344" h="343">
                  <a:moveTo>
                    <a:pt x="283" y="0"/>
                  </a:moveTo>
                  <a:cubicBezTo>
                    <a:pt x="319" y="36"/>
                    <a:pt x="340" y="85"/>
                    <a:pt x="340" y="140"/>
                  </a:cubicBezTo>
                  <a:cubicBezTo>
                    <a:pt x="340" y="250"/>
                    <a:pt x="251" y="340"/>
                    <a:pt x="140" y="340"/>
                  </a:cubicBezTo>
                  <a:cubicBezTo>
                    <a:pt x="86" y="340"/>
                    <a:pt x="37" y="318"/>
                    <a:pt x="0" y="283"/>
                  </a:cubicBezTo>
                  <a:cubicBezTo>
                    <a:pt x="37" y="320"/>
                    <a:pt x="88" y="343"/>
                    <a:pt x="144" y="343"/>
                  </a:cubicBezTo>
                  <a:cubicBezTo>
                    <a:pt x="254" y="343"/>
                    <a:pt x="344" y="254"/>
                    <a:pt x="344" y="143"/>
                  </a:cubicBezTo>
                  <a:cubicBezTo>
                    <a:pt x="344" y="87"/>
                    <a:pt x="321" y="36"/>
                    <a:pt x="283"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4">
              <a:extLst>
                <a:ext uri="{FF2B5EF4-FFF2-40B4-BE49-F238E27FC236}">
                  <a16:creationId xmlns:a16="http://schemas.microsoft.com/office/drawing/2014/main" id="{9E26B26B-784E-4E5F-96DC-C0E5AC2354F0}"/>
                </a:ext>
              </a:extLst>
            </p:cNvPr>
            <p:cNvSpPr>
              <a:spLocks/>
            </p:cNvSpPr>
            <p:nvPr/>
          </p:nvSpPr>
          <p:spPr bwMode="auto">
            <a:xfrm>
              <a:off x="9015413" y="2674938"/>
              <a:ext cx="1306513" cy="1309688"/>
            </a:xfrm>
            <a:custGeom>
              <a:avLst/>
              <a:gdLst>
                <a:gd name="T0" fmla="*/ 4 w 343"/>
                <a:gd name="T1" fmla="*/ 205 h 344"/>
                <a:gd name="T2" fmla="*/ 205 w 343"/>
                <a:gd name="T3" fmla="*/ 5 h 344"/>
                <a:gd name="T4" fmla="*/ 343 w 343"/>
                <a:gd name="T5" fmla="*/ 61 h 344"/>
                <a:gd name="T6" fmla="*/ 200 w 343"/>
                <a:gd name="T7" fmla="*/ 0 h 344"/>
                <a:gd name="T8" fmla="*/ 0 w 343"/>
                <a:gd name="T9" fmla="*/ 200 h 344"/>
                <a:gd name="T10" fmla="*/ 61 w 343"/>
                <a:gd name="T11" fmla="*/ 344 h 344"/>
                <a:gd name="T12" fmla="*/ 4 w 343"/>
                <a:gd name="T13" fmla="*/ 205 h 344"/>
              </a:gdLst>
              <a:ahLst/>
              <a:cxnLst>
                <a:cxn ang="0">
                  <a:pos x="T0" y="T1"/>
                </a:cxn>
                <a:cxn ang="0">
                  <a:pos x="T2" y="T3"/>
                </a:cxn>
                <a:cxn ang="0">
                  <a:pos x="T4" y="T5"/>
                </a:cxn>
                <a:cxn ang="0">
                  <a:pos x="T6" y="T7"/>
                </a:cxn>
                <a:cxn ang="0">
                  <a:pos x="T8" y="T9"/>
                </a:cxn>
                <a:cxn ang="0">
                  <a:pos x="T10" y="T11"/>
                </a:cxn>
                <a:cxn ang="0">
                  <a:pos x="T12" y="T13"/>
                </a:cxn>
              </a:cxnLst>
              <a:rect l="0" t="0" r="r" b="b"/>
              <a:pathLst>
                <a:path w="343" h="344">
                  <a:moveTo>
                    <a:pt x="4" y="205"/>
                  </a:moveTo>
                  <a:cubicBezTo>
                    <a:pt x="4" y="94"/>
                    <a:pt x="94" y="5"/>
                    <a:pt x="205" y="5"/>
                  </a:cubicBezTo>
                  <a:cubicBezTo>
                    <a:pt x="259" y="5"/>
                    <a:pt x="307" y="26"/>
                    <a:pt x="343" y="61"/>
                  </a:cubicBezTo>
                  <a:cubicBezTo>
                    <a:pt x="307" y="23"/>
                    <a:pt x="256" y="0"/>
                    <a:pt x="200" y="0"/>
                  </a:cubicBezTo>
                  <a:cubicBezTo>
                    <a:pt x="89" y="0"/>
                    <a:pt x="0" y="90"/>
                    <a:pt x="0" y="200"/>
                  </a:cubicBezTo>
                  <a:cubicBezTo>
                    <a:pt x="0" y="257"/>
                    <a:pt x="23" y="308"/>
                    <a:pt x="61" y="344"/>
                  </a:cubicBezTo>
                  <a:cubicBezTo>
                    <a:pt x="26" y="308"/>
                    <a:pt x="4" y="259"/>
                    <a:pt x="4" y="20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5" name="Group 14">
            <a:extLst>
              <a:ext uri="{FF2B5EF4-FFF2-40B4-BE49-F238E27FC236}">
                <a16:creationId xmlns:a16="http://schemas.microsoft.com/office/drawing/2014/main" id="{D617D9D1-4B76-42A9-B10C-D991013167A3}"/>
              </a:ext>
            </a:extLst>
          </p:cNvPr>
          <p:cNvGrpSpPr/>
          <p:nvPr/>
        </p:nvGrpSpPr>
        <p:grpSpPr>
          <a:xfrm>
            <a:off x="2813354" y="3265668"/>
            <a:ext cx="1399604" cy="1402519"/>
            <a:chOff x="8013700" y="4751388"/>
            <a:chExt cx="1524001" cy="1527175"/>
          </a:xfrm>
          <a:effectLst>
            <a:outerShdw blurRad="101600" dist="76200" dir="2700000" algn="tl" rotWithShape="0">
              <a:prstClr val="black">
                <a:alpha val="38000"/>
              </a:prstClr>
            </a:outerShdw>
          </a:effectLst>
        </p:grpSpPr>
        <p:sp>
          <p:nvSpPr>
            <p:cNvPr id="16" name="Oval 15">
              <a:extLst>
                <a:ext uri="{FF2B5EF4-FFF2-40B4-BE49-F238E27FC236}">
                  <a16:creationId xmlns:a16="http://schemas.microsoft.com/office/drawing/2014/main" id="{CA331D3B-BC44-41DB-8316-E6C8587DD70E}"/>
                </a:ext>
              </a:extLst>
            </p:cNvPr>
            <p:cNvSpPr>
              <a:spLocks noChangeArrowheads="1"/>
            </p:cNvSpPr>
            <p:nvPr/>
          </p:nvSpPr>
          <p:spPr bwMode="auto">
            <a:xfrm>
              <a:off x="8013700" y="4751388"/>
              <a:ext cx="1524000" cy="15271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FF860079-3024-4EC9-BB92-5681CD41A58F}"/>
                </a:ext>
              </a:extLst>
            </p:cNvPr>
            <p:cNvSpPr>
              <a:spLocks/>
            </p:cNvSpPr>
            <p:nvPr/>
          </p:nvSpPr>
          <p:spPr bwMode="auto">
            <a:xfrm>
              <a:off x="8231188" y="4968875"/>
              <a:ext cx="1306513" cy="1309688"/>
            </a:xfrm>
            <a:custGeom>
              <a:avLst/>
              <a:gdLst>
                <a:gd name="T0" fmla="*/ 283 w 343"/>
                <a:gd name="T1" fmla="*/ 0 h 344"/>
                <a:gd name="T2" fmla="*/ 340 w 343"/>
                <a:gd name="T3" fmla="*/ 140 h 344"/>
                <a:gd name="T4" fmla="*/ 140 w 343"/>
                <a:gd name="T5" fmla="*/ 340 h 344"/>
                <a:gd name="T6" fmla="*/ 0 w 343"/>
                <a:gd name="T7" fmla="*/ 283 h 344"/>
                <a:gd name="T8" fmla="*/ 143 w 343"/>
                <a:gd name="T9" fmla="*/ 344 h 344"/>
                <a:gd name="T10" fmla="*/ 343 w 343"/>
                <a:gd name="T11" fmla="*/ 144 h 344"/>
                <a:gd name="T12" fmla="*/ 283 w 343"/>
                <a:gd name="T13" fmla="*/ 0 h 344"/>
              </a:gdLst>
              <a:ahLst/>
              <a:cxnLst>
                <a:cxn ang="0">
                  <a:pos x="T0" y="T1"/>
                </a:cxn>
                <a:cxn ang="0">
                  <a:pos x="T2" y="T3"/>
                </a:cxn>
                <a:cxn ang="0">
                  <a:pos x="T4" y="T5"/>
                </a:cxn>
                <a:cxn ang="0">
                  <a:pos x="T6" y="T7"/>
                </a:cxn>
                <a:cxn ang="0">
                  <a:pos x="T8" y="T9"/>
                </a:cxn>
                <a:cxn ang="0">
                  <a:pos x="T10" y="T11"/>
                </a:cxn>
                <a:cxn ang="0">
                  <a:pos x="T12" y="T13"/>
                </a:cxn>
              </a:cxnLst>
              <a:rect l="0" t="0" r="r" b="b"/>
              <a:pathLst>
                <a:path w="343" h="344">
                  <a:moveTo>
                    <a:pt x="283" y="0"/>
                  </a:moveTo>
                  <a:cubicBezTo>
                    <a:pt x="318" y="36"/>
                    <a:pt x="340" y="86"/>
                    <a:pt x="340" y="140"/>
                  </a:cubicBezTo>
                  <a:cubicBezTo>
                    <a:pt x="340" y="251"/>
                    <a:pt x="250" y="340"/>
                    <a:pt x="140" y="340"/>
                  </a:cubicBezTo>
                  <a:cubicBezTo>
                    <a:pt x="85" y="340"/>
                    <a:pt x="36" y="318"/>
                    <a:pt x="0" y="283"/>
                  </a:cubicBezTo>
                  <a:cubicBezTo>
                    <a:pt x="36" y="321"/>
                    <a:pt x="87" y="344"/>
                    <a:pt x="143" y="344"/>
                  </a:cubicBezTo>
                  <a:cubicBezTo>
                    <a:pt x="254" y="344"/>
                    <a:pt x="343" y="254"/>
                    <a:pt x="343" y="144"/>
                  </a:cubicBezTo>
                  <a:cubicBezTo>
                    <a:pt x="343" y="87"/>
                    <a:pt x="320" y="37"/>
                    <a:pt x="283"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D5623007-D006-47CA-A59B-E7BC56FD6E19}"/>
                </a:ext>
              </a:extLst>
            </p:cNvPr>
            <p:cNvSpPr>
              <a:spLocks/>
            </p:cNvSpPr>
            <p:nvPr/>
          </p:nvSpPr>
          <p:spPr bwMode="auto">
            <a:xfrm>
              <a:off x="8013700" y="4751388"/>
              <a:ext cx="1309688" cy="1309688"/>
            </a:xfrm>
            <a:custGeom>
              <a:avLst/>
              <a:gdLst>
                <a:gd name="T0" fmla="*/ 5 w 344"/>
                <a:gd name="T1" fmla="*/ 205 h 344"/>
                <a:gd name="T2" fmla="*/ 205 w 344"/>
                <a:gd name="T3" fmla="*/ 5 h 344"/>
                <a:gd name="T4" fmla="*/ 344 w 344"/>
                <a:gd name="T5" fmla="*/ 61 h 344"/>
                <a:gd name="T6" fmla="*/ 200 w 344"/>
                <a:gd name="T7" fmla="*/ 0 h 344"/>
                <a:gd name="T8" fmla="*/ 0 w 344"/>
                <a:gd name="T9" fmla="*/ 201 h 344"/>
                <a:gd name="T10" fmla="*/ 61 w 344"/>
                <a:gd name="T11" fmla="*/ 344 h 344"/>
                <a:gd name="T12" fmla="*/ 5 w 344"/>
                <a:gd name="T13" fmla="*/ 205 h 344"/>
              </a:gdLst>
              <a:ahLst/>
              <a:cxnLst>
                <a:cxn ang="0">
                  <a:pos x="T0" y="T1"/>
                </a:cxn>
                <a:cxn ang="0">
                  <a:pos x="T2" y="T3"/>
                </a:cxn>
                <a:cxn ang="0">
                  <a:pos x="T4" y="T5"/>
                </a:cxn>
                <a:cxn ang="0">
                  <a:pos x="T6" y="T7"/>
                </a:cxn>
                <a:cxn ang="0">
                  <a:pos x="T8" y="T9"/>
                </a:cxn>
                <a:cxn ang="0">
                  <a:pos x="T10" y="T11"/>
                </a:cxn>
                <a:cxn ang="0">
                  <a:pos x="T12" y="T13"/>
                </a:cxn>
              </a:cxnLst>
              <a:rect l="0" t="0" r="r" b="b"/>
              <a:pathLst>
                <a:path w="344" h="344">
                  <a:moveTo>
                    <a:pt x="5" y="205"/>
                  </a:moveTo>
                  <a:cubicBezTo>
                    <a:pt x="5" y="95"/>
                    <a:pt x="94" y="5"/>
                    <a:pt x="205" y="5"/>
                  </a:cubicBezTo>
                  <a:cubicBezTo>
                    <a:pt x="259" y="5"/>
                    <a:pt x="308" y="27"/>
                    <a:pt x="344" y="61"/>
                  </a:cubicBezTo>
                  <a:cubicBezTo>
                    <a:pt x="307" y="24"/>
                    <a:pt x="257" y="0"/>
                    <a:pt x="200" y="0"/>
                  </a:cubicBezTo>
                  <a:cubicBezTo>
                    <a:pt x="90" y="0"/>
                    <a:pt x="0" y="90"/>
                    <a:pt x="0" y="201"/>
                  </a:cubicBezTo>
                  <a:cubicBezTo>
                    <a:pt x="0" y="257"/>
                    <a:pt x="23" y="308"/>
                    <a:pt x="61" y="344"/>
                  </a:cubicBezTo>
                  <a:cubicBezTo>
                    <a:pt x="26" y="308"/>
                    <a:pt x="5" y="259"/>
                    <a:pt x="5" y="20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9" name="Group 18">
            <a:extLst>
              <a:ext uri="{FF2B5EF4-FFF2-40B4-BE49-F238E27FC236}">
                <a16:creationId xmlns:a16="http://schemas.microsoft.com/office/drawing/2014/main" id="{0A32D674-9CBA-4CEB-9D3E-22C281E55398}"/>
              </a:ext>
            </a:extLst>
          </p:cNvPr>
          <p:cNvGrpSpPr/>
          <p:nvPr/>
        </p:nvGrpSpPr>
        <p:grpSpPr>
          <a:xfrm>
            <a:off x="7759800" y="3275204"/>
            <a:ext cx="1399604" cy="1399603"/>
            <a:chOff x="8013700" y="598488"/>
            <a:chExt cx="1524001" cy="1524000"/>
          </a:xfrm>
          <a:effectLst>
            <a:outerShdw blurRad="101600" dist="76200" dir="2700000" algn="tl" rotWithShape="0">
              <a:prstClr val="black">
                <a:alpha val="38000"/>
              </a:prstClr>
            </a:outerShdw>
          </a:effectLst>
        </p:grpSpPr>
        <p:sp>
          <p:nvSpPr>
            <p:cNvPr id="20" name="Oval 19">
              <a:extLst>
                <a:ext uri="{FF2B5EF4-FFF2-40B4-BE49-F238E27FC236}">
                  <a16:creationId xmlns:a16="http://schemas.microsoft.com/office/drawing/2014/main" id="{EEC5246A-E6E0-45AE-B071-C2ACAF5365E2}"/>
                </a:ext>
              </a:extLst>
            </p:cNvPr>
            <p:cNvSpPr>
              <a:spLocks noChangeArrowheads="1"/>
            </p:cNvSpPr>
            <p:nvPr/>
          </p:nvSpPr>
          <p:spPr bwMode="auto">
            <a:xfrm>
              <a:off x="8013700" y="598488"/>
              <a:ext cx="1524000" cy="152400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19">
              <a:extLst>
                <a:ext uri="{FF2B5EF4-FFF2-40B4-BE49-F238E27FC236}">
                  <a16:creationId xmlns:a16="http://schemas.microsoft.com/office/drawing/2014/main" id="{B04E37C7-40E5-40B0-A2C4-45108991AEE2}"/>
                </a:ext>
              </a:extLst>
            </p:cNvPr>
            <p:cNvSpPr>
              <a:spLocks/>
            </p:cNvSpPr>
            <p:nvPr/>
          </p:nvSpPr>
          <p:spPr bwMode="auto">
            <a:xfrm>
              <a:off x="8231188" y="815975"/>
              <a:ext cx="1306513" cy="1306513"/>
            </a:xfrm>
            <a:custGeom>
              <a:avLst/>
              <a:gdLst>
                <a:gd name="T0" fmla="*/ 283 w 343"/>
                <a:gd name="T1" fmla="*/ 0 h 343"/>
                <a:gd name="T2" fmla="*/ 340 w 343"/>
                <a:gd name="T3" fmla="*/ 139 h 343"/>
                <a:gd name="T4" fmla="*/ 140 w 343"/>
                <a:gd name="T5" fmla="*/ 340 h 343"/>
                <a:gd name="T6" fmla="*/ 0 w 343"/>
                <a:gd name="T7" fmla="*/ 283 h 343"/>
                <a:gd name="T8" fmla="*/ 143 w 343"/>
                <a:gd name="T9" fmla="*/ 343 h 343"/>
                <a:gd name="T10" fmla="*/ 343 w 343"/>
                <a:gd name="T11" fmla="*/ 143 h 343"/>
                <a:gd name="T12" fmla="*/ 283 w 343"/>
                <a:gd name="T13" fmla="*/ 0 h 343"/>
              </a:gdLst>
              <a:ahLst/>
              <a:cxnLst>
                <a:cxn ang="0">
                  <a:pos x="T0" y="T1"/>
                </a:cxn>
                <a:cxn ang="0">
                  <a:pos x="T2" y="T3"/>
                </a:cxn>
                <a:cxn ang="0">
                  <a:pos x="T4" y="T5"/>
                </a:cxn>
                <a:cxn ang="0">
                  <a:pos x="T6" y="T7"/>
                </a:cxn>
                <a:cxn ang="0">
                  <a:pos x="T8" y="T9"/>
                </a:cxn>
                <a:cxn ang="0">
                  <a:pos x="T10" y="T11"/>
                </a:cxn>
                <a:cxn ang="0">
                  <a:pos x="T12" y="T13"/>
                </a:cxn>
              </a:cxnLst>
              <a:rect l="0" t="0" r="r" b="b"/>
              <a:pathLst>
                <a:path w="343" h="343">
                  <a:moveTo>
                    <a:pt x="283" y="0"/>
                  </a:moveTo>
                  <a:cubicBezTo>
                    <a:pt x="318" y="36"/>
                    <a:pt x="340" y="85"/>
                    <a:pt x="340" y="139"/>
                  </a:cubicBezTo>
                  <a:cubicBezTo>
                    <a:pt x="340" y="250"/>
                    <a:pt x="250" y="340"/>
                    <a:pt x="140" y="340"/>
                  </a:cubicBezTo>
                  <a:cubicBezTo>
                    <a:pt x="85" y="340"/>
                    <a:pt x="36" y="318"/>
                    <a:pt x="0" y="283"/>
                  </a:cubicBezTo>
                  <a:cubicBezTo>
                    <a:pt x="36" y="320"/>
                    <a:pt x="87" y="343"/>
                    <a:pt x="143" y="343"/>
                  </a:cubicBezTo>
                  <a:cubicBezTo>
                    <a:pt x="254" y="343"/>
                    <a:pt x="343" y="253"/>
                    <a:pt x="343" y="143"/>
                  </a:cubicBezTo>
                  <a:cubicBezTo>
                    <a:pt x="343" y="87"/>
                    <a:pt x="320" y="36"/>
                    <a:pt x="283"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2" name="Freeform 20">
              <a:extLst>
                <a:ext uri="{FF2B5EF4-FFF2-40B4-BE49-F238E27FC236}">
                  <a16:creationId xmlns:a16="http://schemas.microsoft.com/office/drawing/2014/main" id="{D43FD369-00C6-484E-856D-379B7E3F4DC7}"/>
                </a:ext>
              </a:extLst>
            </p:cNvPr>
            <p:cNvSpPr>
              <a:spLocks/>
            </p:cNvSpPr>
            <p:nvPr/>
          </p:nvSpPr>
          <p:spPr bwMode="auto">
            <a:xfrm>
              <a:off x="8013700" y="598488"/>
              <a:ext cx="1309688" cy="1309688"/>
            </a:xfrm>
            <a:custGeom>
              <a:avLst/>
              <a:gdLst>
                <a:gd name="T0" fmla="*/ 5 w 344"/>
                <a:gd name="T1" fmla="*/ 205 h 344"/>
                <a:gd name="T2" fmla="*/ 205 w 344"/>
                <a:gd name="T3" fmla="*/ 4 h 344"/>
                <a:gd name="T4" fmla="*/ 344 w 344"/>
                <a:gd name="T5" fmla="*/ 61 h 344"/>
                <a:gd name="T6" fmla="*/ 200 w 344"/>
                <a:gd name="T7" fmla="*/ 0 h 344"/>
                <a:gd name="T8" fmla="*/ 0 w 344"/>
                <a:gd name="T9" fmla="*/ 200 h 344"/>
                <a:gd name="T10" fmla="*/ 61 w 344"/>
                <a:gd name="T11" fmla="*/ 344 h 344"/>
                <a:gd name="T12" fmla="*/ 5 w 344"/>
                <a:gd name="T13" fmla="*/ 205 h 344"/>
              </a:gdLst>
              <a:ahLst/>
              <a:cxnLst>
                <a:cxn ang="0">
                  <a:pos x="T0" y="T1"/>
                </a:cxn>
                <a:cxn ang="0">
                  <a:pos x="T2" y="T3"/>
                </a:cxn>
                <a:cxn ang="0">
                  <a:pos x="T4" y="T5"/>
                </a:cxn>
                <a:cxn ang="0">
                  <a:pos x="T6" y="T7"/>
                </a:cxn>
                <a:cxn ang="0">
                  <a:pos x="T8" y="T9"/>
                </a:cxn>
                <a:cxn ang="0">
                  <a:pos x="T10" y="T11"/>
                </a:cxn>
                <a:cxn ang="0">
                  <a:pos x="T12" y="T13"/>
                </a:cxn>
              </a:cxnLst>
              <a:rect l="0" t="0" r="r" b="b"/>
              <a:pathLst>
                <a:path w="344" h="344">
                  <a:moveTo>
                    <a:pt x="5" y="205"/>
                  </a:moveTo>
                  <a:cubicBezTo>
                    <a:pt x="5" y="94"/>
                    <a:pt x="94" y="4"/>
                    <a:pt x="205" y="4"/>
                  </a:cubicBezTo>
                  <a:cubicBezTo>
                    <a:pt x="259" y="4"/>
                    <a:pt x="308" y="26"/>
                    <a:pt x="344" y="61"/>
                  </a:cubicBezTo>
                  <a:cubicBezTo>
                    <a:pt x="307" y="23"/>
                    <a:pt x="257" y="0"/>
                    <a:pt x="200" y="0"/>
                  </a:cubicBezTo>
                  <a:cubicBezTo>
                    <a:pt x="89" y="0"/>
                    <a:pt x="0" y="89"/>
                    <a:pt x="0" y="200"/>
                  </a:cubicBezTo>
                  <a:cubicBezTo>
                    <a:pt x="0" y="256"/>
                    <a:pt x="23" y="307"/>
                    <a:pt x="61" y="344"/>
                  </a:cubicBezTo>
                  <a:cubicBezTo>
                    <a:pt x="26" y="308"/>
                    <a:pt x="5" y="259"/>
                    <a:pt x="5" y="20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1" name="Freeform 33">
            <a:extLst>
              <a:ext uri="{FF2B5EF4-FFF2-40B4-BE49-F238E27FC236}">
                <a16:creationId xmlns:a16="http://schemas.microsoft.com/office/drawing/2014/main" id="{95B79D30-6618-405E-8B1C-08F85B560A81}"/>
              </a:ext>
            </a:extLst>
          </p:cNvPr>
          <p:cNvSpPr>
            <a:spLocks noEditPoints="1"/>
          </p:cNvSpPr>
          <p:nvPr/>
        </p:nvSpPr>
        <p:spPr bwMode="auto">
          <a:xfrm>
            <a:off x="3205911" y="3598828"/>
            <a:ext cx="654687" cy="741726"/>
          </a:xfrm>
          <a:custGeom>
            <a:avLst/>
            <a:gdLst>
              <a:gd name="T0" fmla="*/ 46 w 144"/>
              <a:gd name="T1" fmla="*/ 127 h 163"/>
              <a:gd name="T2" fmla="*/ 34 w 144"/>
              <a:gd name="T3" fmla="*/ 98 h 163"/>
              <a:gd name="T4" fmla="*/ 27 w 144"/>
              <a:gd name="T5" fmla="*/ 73 h 163"/>
              <a:gd name="T6" fmla="*/ 72 w 144"/>
              <a:gd name="T7" fmla="*/ 28 h 163"/>
              <a:gd name="T8" fmla="*/ 117 w 144"/>
              <a:gd name="T9" fmla="*/ 73 h 163"/>
              <a:gd name="T10" fmla="*/ 110 w 144"/>
              <a:gd name="T11" fmla="*/ 98 h 163"/>
              <a:gd name="T12" fmla="*/ 98 w 144"/>
              <a:gd name="T13" fmla="*/ 122 h 163"/>
              <a:gd name="T14" fmla="*/ 72 w 144"/>
              <a:gd name="T15" fmla="*/ 45 h 163"/>
              <a:gd name="T16" fmla="*/ 45 w 144"/>
              <a:gd name="T17" fmla="*/ 72 h 163"/>
              <a:gd name="T18" fmla="*/ 72 w 144"/>
              <a:gd name="T19" fmla="*/ 99 h 163"/>
              <a:gd name="T20" fmla="*/ 99 w 144"/>
              <a:gd name="T21" fmla="*/ 72 h 163"/>
              <a:gd name="T22" fmla="*/ 72 w 144"/>
              <a:gd name="T23" fmla="*/ 45 h 163"/>
              <a:gd name="T24" fmla="*/ 62 w 144"/>
              <a:gd name="T25" fmla="*/ 77 h 163"/>
              <a:gd name="T26" fmla="*/ 69 w 144"/>
              <a:gd name="T27" fmla="*/ 86 h 163"/>
              <a:gd name="T28" fmla="*/ 82 w 144"/>
              <a:gd name="T29" fmla="*/ 64 h 163"/>
              <a:gd name="T30" fmla="*/ 72 w 144"/>
              <a:gd name="T31" fmla="*/ 14 h 163"/>
              <a:gd name="T32" fmla="*/ 72 w 144"/>
              <a:gd name="T33" fmla="*/ 0 h 163"/>
              <a:gd name="T34" fmla="*/ 43 w 144"/>
              <a:gd name="T35" fmla="*/ 22 h 163"/>
              <a:gd name="T36" fmla="*/ 36 w 144"/>
              <a:gd name="T37" fmla="*/ 10 h 163"/>
              <a:gd name="T38" fmla="*/ 10 w 144"/>
              <a:gd name="T39" fmla="*/ 36 h 163"/>
              <a:gd name="T40" fmla="*/ 22 w 144"/>
              <a:gd name="T41" fmla="*/ 43 h 163"/>
              <a:gd name="T42" fmla="*/ 0 w 144"/>
              <a:gd name="T43" fmla="*/ 72 h 163"/>
              <a:gd name="T44" fmla="*/ 14 w 144"/>
              <a:gd name="T45" fmla="*/ 72 h 163"/>
              <a:gd name="T46" fmla="*/ 108 w 144"/>
              <a:gd name="T47" fmla="*/ 10 h 163"/>
              <a:gd name="T48" fmla="*/ 101 w 144"/>
              <a:gd name="T49" fmla="*/ 22 h 163"/>
              <a:gd name="T50" fmla="*/ 134 w 144"/>
              <a:gd name="T51" fmla="*/ 36 h 163"/>
              <a:gd name="T52" fmla="*/ 122 w 144"/>
              <a:gd name="T53" fmla="*/ 43 h 163"/>
              <a:gd name="T54" fmla="*/ 130 w 144"/>
              <a:gd name="T55" fmla="*/ 72 h 163"/>
              <a:gd name="T56" fmla="*/ 144 w 144"/>
              <a:gd name="T57" fmla="*/ 72 h 163"/>
              <a:gd name="T58" fmla="*/ 88 w 144"/>
              <a:gd name="T59" fmla="*/ 131 h 163"/>
              <a:gd name="T60" fmla="*/ 53 w 144"/>
              <a:gd name="T61" fmla="*/ 141 h 163"/>
              <a:gd name="T62" fmla="*/ 49 w 144"/>
              <a:gd name="T63" fmla="*/ 147 h 163"/>
              <a:gd name="T64" fmla="*/ 55 w 144"/>
              <a:gd name="T65" fmla="*/ 153 h 163"/>
              <a:gd name="T66" fmla="*/ 57 w 144"/>
              <a:gd name="T67" fmla="*/ 152 h 163"/>
              <a:gd name="T68" fmla="*/ 88 w 144"/>
              <a:gd name="T69" fmla="*/ 143 h 163"/>
              <a:gd name="T70" fmla="*/ 88 w 144"/>
              <a:gd name="T71" fmla="*/ 143 h 163"/>
              <a:gd name="T72" fmla="*/ 90 w 144"/>
              <a:gd name="T73" fmla="*/ 143 h 163"/>
              <a:gd name="T74" fmla="*/ 96 w 144"/>
              <a:gd name="T75" fmla="*/ 149 h 163"/>
              <a:gd name="T76" fmla="*/ 92 w 144"/>
              <a:gd name="T77" fmla="*/ 155 h 163"/>
              <a:gd name="T78" fmla="*/ 61 w 144"/>
              <a:gd name="T7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163">
                <a:moveTo>
                  <a:pt x="46" y="127"/>
                </a:moveTo>
                <a:cubicBezTo>
                  <a:pt x="47" y="120"/>
                  <a:pt x="44" y="113"/>
                  <a:pt x="34" y="98"/>
                </a:cubicBezTo>
                <a:cubicBezTo>
                  <a:pt x="30" y="90"/>
                  <a:pt x="27" y="82"/>
                  <a:pt x="27" y="73"/>
                </a:cubicBezTo>
                <a:cubicBezTo>
                  <a:pt x="27" y="48"/>
                  <a:pt x="47" y="28"/>
                  <a:pt x="72" y="28"/>
                </a:cubicBezTo>
                <a:cubicBezTo>
                  <a:pt x="97" y="28"/>
                  <a:pt x="117" y="48"/>
                  <a:pt x="117" y="73"/>
                </a:cubicBezTo>
                <a:cubicBezTo>
                  <a:pt x="117" y="82"/>
                  <a:pt x="115" y="90"/>
                  <a:pt x="110" y="98"/>
                </a:cubicBezTo>
                <a:cubicBezTo>
                  <a:pt x="102" y="109"/>
                  <a:pt x="99" y="116"/>
                  <a:pt x="98" y="122"/>
                </a:cubicBezTo>
                <a:moveTo>
                  <a:pt x="72" y="45"/>
                </a:moveTo>
                <a:cubicBezTo>
                  <a:pt x="57" y="45"/>
                  <a:pt x="45" y="57"/>
                  <a:pt x="45" y="72"/>
                </a:cubicBezTo>
                <a:cubicBezTo>
                  <a:pt x="45" y="87"/>
                  <a:pt x="57" y="99"/>
                  <a:pt x="72" y="99"/>
                </a:cubicBezTo>
                <a:cubicBezTo>
                  <a:pt x="87" y="99"/>
                  <a:pt x="99" y="87"/>
                  <a:pt x="99" y="72"/>
                </a:cubicBezTo>
                <a:cubicBezTo>
                  <a:pt x="99" y="57"/>
                  <a:pt x="87" y="45"/>
                  <a:pt x="72" y="45"/>
                </a:cubicBezTo>
                <a:close/>
                <a:moveTo>
                  <a:pt x="62" y="77"/>
                </a:moveTo>
                <a:cubicBezTo>
                  <a:pt x="69" y="86"/>
                  <a:pt x="69" y="86"/>
                  <a:pt x="69" y="86"/>
                </a:cubicBezTo>
                <a:cubicBezTo>
                  <a:pt x="82" y="64"/>
                  <a:pt x="82" y="64"/>
                  <a:pt x="82" y="64"/>
                </a:cubicBezTo>
                <a:moveTo>
                  <a:pt x="72" y="14"/>
                </a:moveTo>
                <a:cubicBezTo>
                  <a:pt x="72" y="0"/>
                  <a:pt x="72" y="0"/>
                  <a:pt x="72" y="0"/>
                </a:cubicBezTo>
                <a:moveTo>
                  <a:pt x="43" y="22"/>
                </a:moveTo>
                <a:cubicBezTo>
                  <a:pt x="36" y="10"/>
                  <a:pt x="36" y="10"/>
                  <a:pt x="36" y="10"/>
                </a:cubicBezTo>
                <a:moveTo>
                  <a:pt x="10" y="36"/>
                </a:moveTo>
                <a:cubicBezTo>
                  <a:pt x="22" y="43"/>
                  <a:pt x="22" y="43"/>
                  <a:pt x="22" y="43"/>
                </a:cubicBezTo>
                <a:moveTo>
                  <a:pt x="0" y="72"/>
                </a:moveTo>
                <a:cubicBezTo>
                  <a:pt x="14" y="72"/>
                  <a:pt x="14" y="72"/>
                  <a:pt x="14" y="72"/>
                </a:cubicBezTo>
                <a:moveTo>
                  <a:pt x="108" y="10"/>
                </a:moveTo>
                <a:cubicBezTo>
                  <a:pt x="101" y="22"/>
                  <a:pt x="101" y="22"/>
                  <a:pt x="101" y="22"/>
                </a:cubicBezTo>
                <a:moveTo>
                  <a:pt x="134" y="36"/>
                </a:moveTo>
                <a:cubicBezTo>
                  <a:pt x="122" y="43"/>
                  <a:pt x="122" y="43"/>
                  <a:pt x="122" y="43"/>
                </a:cubicBezTo>
                <a:moveTo>
                  <a:pt x="130" y="72"/>
                </a:moveTo>
                <a:cubicBezTo>
                  <a:pt x="144" y="72"/>
                  <a:pt x="144" y="72"/>
                  <a:pt x="144" y="72"/>
                </a:cubicBezTo>
                <a:moveTo>
                  <a:pt x="88" y="131"/>
                </a:moveTo>
                <a:cubicBezTo>
                  <a:pt x="88" y="131"/>
                  <a:pt x="53" y="141"/>
                  <a:pt x="53" y="141"/>
                </a:cubicBezTo>
                <a:cubicBezTo>
                  <a:pt x="50" y="142"/>
                  <a:pt x="49" y="144"/>
                  <a:pt x="49" y="147"/>
                </a:cubicBezTo>
                <a:cubicBezTo>
                  <a:pt x="49" y="150"/>
                  <a:pt x="51" y="153"/>
                  <a:pt x="55" y="153"/>
                </a:cubicBezTo>
                <a:cubicBezTo>
                  <a:pt x="56" y="153"/>
                  <a:pt x="57" y="152"/>
                  <a:pt x="57" y="152"/>
                </a:cubicBezTo>
                <a:cubicBezTo>
                  <a:pt x="88" y="143"/>
                  <a:pt x="88" y="143"/>
                  <a:pt x="88" y="143"/>
                </a:cubicBezTo>
                <a:cubicBezTo>
                  <a:pt x="88" y="143"/>
                  <a:pt x="88" y="143"/>
                  <a:pt x="88" y="143"/>
                </a:cubicBezTo>
                <a:cubicBezTo>
                  <a:pt x="89" y="143"/>
                  <a:pt x="89" y="143"/>
                  <a:pt x="90" y="143"/>
                </a:cubicBezTo>
                <a:cubicBezTo>
                  <a:pt x="93" y="143"/>
                  <a:pt x="96" y="146"/>
                  <a:pt x="96" y="149"/>
                </a:cubicBezTo>
                <a:cubicBezTo>
                  <a:pt x="96" y="152"/>
                  <a:pt x="94" y="154"/>
                  <a:pt x="92" y="155"/>
                </a:cubicBezTo>
                <a:cubicBezTo>
                  <a:pt x="61" y="163"/>
                  <a:pt x="61" y="163"/>
                  <a:pt x="61" y="163"/>
                </a:cubicBezTo>
              </a:path>
            </a:pathLst>
          </a:custGeom>
          <a:noFill/>
          <a:ln w="15875"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2" name="Freeform 34">
            <a:extLst>
              <a:ext uri="{FF2B5EF4-FFF2-40B4-BE49-F238E27FC236}">
                <a16:creationId xmlns:a16="http://schemas.microsoft.com/office/drawing/2014/main" id="{B54DEC3F-3689-4350-AF3F-2357EF5854BD}"/>
              </a:ext>
            </a:extLst>
          </p:cNvPr>
          <p:cNvSpPr>
            <a:spLocks noEditPoints="1"/>
          </p:cNvSpPr>
          <p:nvPr/>
        </p:nvSpPr>
        <p:spPr bwMode="auto">
          <a:xfrm>
            <a:off x="8134983" y="3581799"/>
            <a:ext cx="681177" cy="707667"/>
          </a:xfrm>
          <a:custGeom>
            <a:avLst/>
            <a:gdLst>
              <a:gd name="T0" fmla="*/ 56 w 150"/>
              <a:gd name="T1" fmla="*/ 16 h 156"/>
              <a:gd name="T2" fmla="*/ 132 w 150"/>
              <a:gd name="T3" fmla="*/ 63 h 156"/>
              <a:gd name="T4" fmla="*/ 150 w 150"/>
              <a:gd name="T5" fmla="*/ 100 h 156"/>
              <a:gd name="T6" fmla="*/ 134 w 150"/>
              <a:gd name="T7" fmla="*/ 100 h 156"/>
              <a:gd name="T8" fmla="*/ 134 w 150"/>
              <a:gd name="T9" fmla="*/ 126 h 156"/>
              <a:gd name="T10" fmla="*/ 126 w 150"/>
              <a:gd name="T11" fmla="*/ 134 h 156"/>
              <a:gd name="T12" fmla="*/ 109 w 150"/>
              <a:gd name="T13" fmla="*/ 134 h 156"/>
              <a:gd name="T14" fmla="*/ 109 w 150"/>
              <a:gd name="T15" fmla="*/ 156 h 156"/>
              <a:gd name="T16" fmla="*/ 40 w 150"/>
              <a:gd name="T17" fmla="*/ 156 h 156"/>
              <a:gd name="T18" fmla="*/ 40 w 150"/>
              <a:gd name="T19" fmla="*/ 133 h 156"/>
              <a:gd name="T20" fmla="*/ 33 w 150"/>
              <a:gd name="T21" fmla="*/ 117 h 156"/>
              <a:gd name="T22" fmla="*/ 84 w 150"/>
              <a:gd name="T23" fmla="*/ 71 h 156"/>
              <a:gd name="T24" fmla="*/ 84 w 150"/>
              <a:gd name="T25" fmla="*/ 60 h 156"/>
              <a:gd name="T26" fmla="*/ 72 w 150"/>
              <a:gd name="T27" fmla="*/ 55 h 156"/>
              <a:gd name="T28" fmla="*/ 70 w 150"/>
              <a:gd name="T29" fmla="*/ 51 h 156"/>
              <a:gd name="T30" fmla="*/ 75 w 150"/>
              <a:gd name="T31" fmla="*/ 40 h 156"/>
              <a:gd name="T32" fmla="*/ 68 w 150"/>
              <a:gd name="T33" fmla="*/ 32 h 156"/>
              <a:gd name="T34" fmla="*/ 56 w 150"/>
              <a:gd name="T35" fmla="*/ 37 h 156"/>
              <a:gd name="T36" fmla="*/ 52 w 150"/>
              <a:gd name="T37" fmla="*/ 36 h 156"/>
              <a:gd name="T38" fmla="*/ 47 w 150"/>
              <a:gd name="T39" fmla="*/ 24 h 156"/>
              <a:gd name="T40" fmla="*/ 37 w 150"/>
              <a:gd name="T41" fmla="*/ 24 h 156"/>
              <a:gd name="T42" fmla="*/ 32 w 150"/>
              <a:gd name="T43" fmla="*/ 36 h 156"/>
              <a:gd name="T44" fmla="*/ 28 w 150"/>
              <a:gd name="T45" fmla="*/ 37 h 156"/>
              <a:gd name="T46" fmla="*/ 16 w 150"/>
              <a:gd name="T47" fmla="*/ 32 h 156"/>
              <a:gd name="T48" fmla="*/ 9 w 150"/>
              <a:gd name="T49" fmla="*/ 40 h 156"/>
              <a:gd name="T50" fmla="*/ 14 w 150"/>
              <a:gd name="T51" fmla="*/ 51 h 156"/>
              <a:gd name="T52" fmla="*/ 12 w 150"/>
              <a:gd name="T53" fmla="*/ 55 h 156"/>
              <a:gd name="T54" fmla="*/ 0 w 150"/>
              <a:gd name="T55" fmla="*/ 60 h 156"/>
              <a:gd name="T56" fmla="*/ 0 w 150"/>
              <a:gd name="T57" fmla="*/ 71 h 156"/>
              <a:gd name="T58" fmla="*/ 12 w 150"/>
              <a:gd name="T59" fmla="*/ 75 h 156"/>
              <a:gd name="T60" fmla="*/ 14 w 150"/>
              <a:gd name="T61" fmla="*/ 80 h 156"/>
              <a:gd name="T62" fmla="*/ 9 w 150"/>
              <a:gd name="T63" fmla="*/ 91 h 156"/>
              <a:gd name="T64" fmla="*/ 16 w 150"/>
              <a:gd name="T65" fmla="*/ 99 h 156"/>
              <a:gd name="T66" fmla="*/ 28 w 150"/>
              <a:gd name="T67" fmla="*/ 94 h 156"/>
              <a:gd name="T68" fmla="*/ 32 w 150"/>
              <a:gd name="T69" fmla="*/ 95 h 156"/>
              <a:gd name="T70" fmla="*/ 37 w 150"/>
              <a:gd name="T71" fmla="*/ 107 h 156"/>
              <a:gd name="T72" fmla="*/ 47 w 150"/>
              <a:gd name="T73" fmla="*/ 107 h 156"/>
              <a:gd name="T74" fmla="*/ 52 w 150"/>
              <a:gd name="T75" fmla="*/ 95 h 156"/>
              <a:gd name="T76" fmla="*/ 56 w 150"/>
              <a:gd name="T77" fmla="*/ 94 h 156"/>
              <a:gd name="T78" fmla="*/ 68 w 150"/>
              <a:gd name="T79" fmla="*/ 99 h 156"/>
              <a:gd name="T80" fmla="*/ 75 w 150"/>
              <a:gd name="T81" fmla="*/ 91 h 156"/>
              <a:gd name="T82" fmla="*/ 70 w 150"/>
              <a:gd name="T83" fmla="*/ 80 h 156"/>
              <a:gd name="T84" fmla="*/ 72 w 150"/>
              <a:gd name="T85" fmla="*/ 75 h 156"/>
              <a:gd name="T86" fmla="*/ 84 w 150"/>
              <a:gd name="T87" fmla="*/ 71 h 156"/>
              <a:gd name="T88" fmla="*/ 42 w 150"/>
              <a:gd name="T89" fmla="*/ 48 h 156"/>
              <a:gd name="T90" fmla="*/ 24 w 150"/>
              <a:gd name="T91" fmla="*/ 65 h 156"/>
              <a:gd name="T92" fmla="*/ 42 w 150"/>
              <a:gd name="T93" fmla="*/ 83 h 156"/>
              <a:gd name="T94" fmla="*/ 60 w 150"/>
              <a:gd name="T95" fmla="*/ 65 h 156"/>
              <a:gd name="T96" fmla="*/ 42 w 150"/>
              <a:gd name="T97" fmla="*/ 48 h 156"/>
              <a:gd name="T98" fmla="*/ 109 w 150"/>
              <a:gd name="T99" fmla="*/ 134 h 156"/>
              <a:gd name="T100" fmla="*/ 100 w 150"/>
              <a:gd name="T101" fmla="*/ 13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6">
                <a:moveTo>
                  <a:pt x="56" y="16"/>
                </a:moveTo>
                <a:cubicBezTo>
                  <a:pt x="139" y="0"/>
                  <a:pt x="132" y="63"/>
                  <a:pt x="132" y="63"/>
                </a:cubicBezTo>
                <a:cubicBezTo>
                  <a:pt x="150" y="100"/>
                  <a:pt x="150" y="100"/>
                  <a:pt x="150" y="100"/>
                </a:cubicBezTo>
                <a:cubicBezTo>
                  <a:pt x="134" y="100"/>
                  <a:pt x="134" y="100"/>
                  <a:pt x="134" y="100"/>
                </a:cubicBezTo>
                <a:cubicBezTo>
                  <a:pt x="134" y="126"/>
                  <a:pt x="134" y="126"/>
                  <a:pt x="134" y="126"/>
                </a:cubicBezTo>
                <a:cubicBezTo>
                  <a:pt x="134" y="130"/>
                  <a:pt x="131" y="134"/>
                  <a:pt x="126" y="134"/>
                </a:cubicBezTo>
                <a:cubicBezTo>
                  <a:pt x="109" y="134"/>
                  <a:pt x="109" y="134"/>
                  <a:pt x="109" y="134"/>
                </a:cubicBezTo>
                <a:cubicBezTo>
                  <a:pt x="109" y="156"/>
                  <a:pt x="109" y="156"/>
                  <a:pt x="109" y="156"/>
                </a:cubicBezTo>
                <a:moveTo>
                  <a:pt x="40" y="156"/>
                </a:moveTo>
                <a:cubicBezTo>
                  <a:pt x="40" y="133"/>
                  <a:pt x="40" y="133"/>
                  <a:pt x="40" y="133"/>
                </a:cubicBezTo>
                <a:cubicBezTo>
                  <a:pt x="33" y="117"/>
                  <a:pt x="33" y="117"/>
                  <a:pt x="33" y="117"/>
                </a:cubicBezTo>
                <a:moveTo>
                  <a:pt x="84" y="71"/>
                </a:moveTo>
                <a:cubicBezTo>
                  <a:pt x="84" y="60"/>
                  <a:pt x="84" y="60"/>
                  <a:pt x="84" y="60"/>
                </a:cubicBezTo>
                <a:cubicBezTo>
                  <a:pt x="72" y="55"/>
                  <a:pt x="72" y="55"/>
                  <a:pt x="72" y="55"/>
                </a:cubicBezTo>
                <a:cubicBezTo>
                  <a:pt x="71" y="54"/>
                  <a:pt x="71" y="53"/>
                  <a:pt x="70" y="51"/>
                </a:cubicBezTo>
                <a:cubicBezTo>
                  <a:pt x="75" y="40"/>
                  <a:pt x="75" y="40"/>
                  <a:pt x="75" y="40"/>
                </a:cubicBezTo>
                <a:cubicBezTo>
                  <a:pt x="68" y="32"/>
                  <a:pt x="68" y="32"/>
                  <a:pt x="68" y="32"/>
                </a:cubicBezTo>
                <a:cubicBezTo>
                  <a:pt x="56" y="37"/>
                  <a:pt x="56" y="37"/>
                  <a:pt x="56" y="37"/>
                </a:cubicBezTo>
                <a:cubicBezTo>
                  <a:pt x="55" y="37"/>
                  <a:pt x="53" y="36"/>
                  <a:pt x="52" y="36"/>
                </a:cubicBezTo>
                <a:cubicBezTo>
                  <a:pt x="47" y="24"/>
                  <a:pt x="47" y="24"/>
                  <a:pt x="47" y="24"/>
                </a:cubicBezTo>
                <a:cubicBezTo>
                  <a:pt x="37" y="24"/>
                  <a:pt x="37" y="24"/>
                  <a:pt x="37" y="24"/>
                </a:cubicBezTo>
                <a:cubicBezTo>
                  <a:pt x="32" y="36"/>
                  <a:pt x="32" y="36"/>
                  <a:pt x="32" y="36"/>
                </a:cubicBezTo>
                <a:cubicBezTo>
                  <a:pt x="31" y="36"/>
                  <a:pt x="29" y="37"/>
                  <a:pt x="28" y="37"/>
                </a:cubicBezTo>
                <a:cubicBezTo>
                  <a:pt x="16" y="32"/>
                  <a:pt x="16" y="32"/>
                  <a:pt x="16" y="32"/>
                </a:cubicBezTo>
                <a:cubicBezTo>
                  <a:pt x="9" y="40"/>
                  <a:pt x="9" y="40"/>
                  <a:pt x="9" y="40"/>
                </a:cubicBezTo>
                <a:cubicBezTo>
                  <a:pt x="14" y="51"/>
                  <a:pt x="14" y="51"/>
                  <a:pt x="14" y="51"/>
                </a:cubicBezTo>
                <a:cubicBezTo>
                  <a:pt x="13" y="53"/>
                  <a:pt x="13" y="54"/>
                  <a:pt x="12" y="55"/>
                </a:cubicBezTo>
                <a:cubicBezTo>
                  <a:pt x="0" y="60"/>
                  <a:pt x="0" y="60"/>
                  <a:pt x="0" y="60"/>
                </a:cubicBezTo>
                <a:cubicBezTo>
                  <a:pt x="0" y="71"/>
                  <a:pt x="0" y="71"/>
                  <a:pt x="0" y="71"/>
                </a:cubicBezTo>
                <a:cubicBezTo>
                  <a:pt x="12" y="75"/>
                  <a:pt x="12" y="75"/>
                  <a:pt x="12" y="75"/>
                </a:cubicBezTo>
                <a:cubicBezTo>
                  <a:pt x="13" y="77"/>
                  <a:pt x="13" y="78"/>
                  <a:pt x="14" y="80"/>
                </a:cubicBezTo>
                <a:cubicBezTo>
                  <a:pt x="9" y="91"/>
                  <a:pt x="9" y="91"/>
                  <a:pt x="9" y="91"/>
                </a:cubicBezTo>
                <a:cubicBezTo>
                  <a:pt x="16" y="99"/>
                  <a:pt x="16" y="99"/>
                  <a:pt x="16" y="99"/>
                </a:cubicBezTo>
                <a:cubicBezTo>
                  <a:pt x="28" y="94"/>
                  <a:pt x="28" y="94"/>
                  <a:pt x="28" y="94"/>
                </a:cubicBezTo>
                <a:cubicBezTo>
                  <a:pt x="29" y="94"/>
                  <a:pt x="31" y="95"/>
                  <a:pt x="32" y="95"/>
                </a:cubicBezTo>
                <a:cubicBezTo>
                  <a:pt x="37" y="107"/>
                  <a:pt x="37" y="107"/>
                  <a:pt x="37" y="107"/>
                </a:cubicBezTo>
                <a:cubicBezTo>
                  <a:pt x="47" y="107"/>
                  <a:pt x="47" y="107"/>
                  <a:pt x="47" y="107"/>
                </a:cubicBezTo>
                <a:cubicBezTo>
                  <a:pt x="52" y="95"/>
                  <a:pt x="52" y="95"/>
                  <a:pt x="52" y="95"/>
                </a:cubicBezTo>
                <a:cubicBezTo>
                  <a:pt x="53" y="95"/>
                  <a:pt x="55" y="94"/>
                  <a:pt x="56" y="94"/>
                </a:cubicBezTo>
                <a:cubicBezTo>
                  <a:pt x="68" y="99"/>
                  <a:pt x="68" y="99"/>
                  <a:pt x="68" y="99"/>
                </a:cubicBezTo>
                <a:cubicBezTo>
                  <a:pt x="75" y="91"/>
                  <a:pt x="75" y="91"/>
                  <a:pt x="75" y="91"/>
                </a:cubicBezTo>
                <a:cubicBezTo>
                  <a:pt x="70" y="80"/>
                  <a:pt x="70" y="80"/>
                  <a:pt x="70" y="80"/>
                </a:cubicBezTo>
                <a:cubicBezTo>
                  <a:pt x="71" y="78"/>
                  <a:pt x="71" y="77"/>
                  <a:pt x="72" y="75"/>
                </a:cubicBezTo>
                <a:lnTo>
                  <a:pt x="84" y="71"/>
                </a:lnTo>
                <a:close/>
                <a:moveTo>
                  <a:pt x="42" y="48"/>
                </a:moveTo>
                <a:cubicBezTo>
                  <a:pt x="32" y="48"/>
                  <a:pt x="24" y="56"/>
                  <a:pt x="24" y="65"/>
                </a:cubicBezTo>
                <a:cubicBezTo>
                  <a:pt x="24" y="75"/>
                  <a:pt x="32" y="83"/>
                  <a:pt x="42" y="83"/>
                </a:cubicBezTo>
                <a:cubicBezTo>
                  <a:pt x="52" y="83"/>
                  <a:pt x="60" y="75"/>
                  <a:pt x="60" y="65"/>
                </a:cubicBezTo>
                <a:cubicBezTo>
                  <a:pt x="60" y="56"/>
                  <a:pt x="52" y="48"/>
                  <a:pt x="42" y="48"/>
                </a:cubicBezTo>
                <a:close/>
                <a:moveTo>
                  <a:pt x="109" y="134"/>
                </a:moveTo>
                <a:cubicBezTo>
                  <a:pt x="100" y="134"/>
                  <a:pt x="100" y="134"/>
                  <a:pt x="100" y="134"/>
                </a:cubicBezTo>
              </a:path>
            </a:pathLst>
          </a:custGeom>
          <a:noFill/>
          <a:ln w="15875"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3" name="Freeform 35">
            <a:extLst>
              <a:ext uri="{FF2B5EF4-FFF2-40B4-BE49-F238E27FC236}">
                <a16:creationId xmlns:a16="http://schemas.microsoft.com/office/drawing/2014/main" id="{4B81A6B6-6374-40B1-854F-6F3A18480BDC}"/>
              </a:ext>
            </a:extLst>
          </p:cNvPr>
          <p:cNvSpPr>
            <a:spLocks noEditPoints="1"/>
          </p:cNvSpPr>
          <p:nvPr/>
        </p:nvSpPr>
        <p:spPr bwMode="auto">
          <a:xfrm>
            <a:off x="5688423" y="4885495"/>
            <a:ext cx="635765" cy="508991"/>
          </a:xfrm>
          <a:custGeom>
            <a:avLst/>
            <a:gdLst>
              <a:gd name="T0" fmla="*/ 140 w 140"/>
              <a:gd name="T1" fmla="*/ 112 h 112"/>
              <a:gd name="T2" fmla="*/ 0 w 140"/>
              <a:gd name="T3" fmla="*/ 112 h 112"/>
              <a:gd name="T4" fmla="*/ 34 w 140"/>
              <a:gd name="T5" fmla="*/ 82 h 112"/>
              <a:gd name="T6" fmla="*/ 15 w 140"/>
              <a:gd name="T7" fmla="*/ 82 h 112"/>
              <a:gd name="T8" fmla="*/ 15 w 140"/>
              <a:gd name="T9" fmla="*/ 112 h 112"/>
              <a:gd name="T10" fmla="*/ 34 w 140"/>
              <a:gd name="T11" fmla="*/ 112 h 112"/>
              <a:gd name="T12" fmla="*/ 34 w 140"/>
              <a:gd name="T13" fmla="*/ 82 h 112"/>
              <a:gd name="T14" fmla="*/ 64 w 140"/>
              <a:gd name="T15" fmla="*/ 52 h 112"/>
              <a:gd name="T16" fmla="*/ 45 w 140"/>
              <a:gd name="T17" fmla="*/ 52 h 112"/>
              <a:gd name="T18" fmla="*/ 45 w 140"/>
              <a:gd name="T19" fmla="*/ 112 h 112"/>
              <a:gd name="T20" fmla="*/ 64 w 140"/>
              <a:gd name="T21" fmla="*/ 112 h 112"/>
              <a:gd name="T22" fmla="*/ 64 w 140"/>
              <a:gd name="T23" fmla="*/ 52 h 112"/>
              <a:gd name="T24" fmla="*/ 94 w 140"/>
              <a:gd name="T25" fmla="*/ 65 h 112"/>
              <a:gd name="T26" fmla="*/ 75 w 140"/>
              <a:gd name="T27" fmla="*/ 65 h 112"/>
              <a:gd name="T28" fmla="*/ 75 w 140"/>
              <a:gd name="T29" fmla="*/ 112 h 112"/>
              <a:gd name="T30" fmla="*/ 94 w 140"/>
              <a:gd name="T31" fmla="*/ 112 h 112"/>
              <a:gd name="T32" fmla="*/ 94 w 140"/>
              <a:gd name="T33" fmla="*/ 65 h 112"/>
              <a:gd name="T34" fmla="*/ 124 w 140"/>
              <a:gd name="T35" fmla="*/ 35 h 112"/>
              <a:gd name="T36" fmla="*/ 105 w 140"/>
              <a:gd name="T37" fmla="*/ 35 h 112"/>
              <a:gd name="T38" fmla="*/ 105 w 140"/>
              <a:gd name="T39" fmla="*/ 112 h 112"/>
              <a:gd name="T40" fmla="*/ 124 w 140"/>
              <a:gd name="T41" fmla="*/ 112 h 112"/>
              <a:gd name="T42" fmla="*/ 124 w 140"/>
              <a:gd name="T43" fmla="*/ 35 h 112"/>
              <a:gd name="T44" fmla="*/ 24 w 140"/>
              <a:gd name="T45" fmla="*/ 49 h 112"/>
              <a:gd name="T46" fmla="*/ 19 w 140"/>
              <a:gd name="T47" fmla="*/ 54 h 112"/>
              <a:gd name="T48" fmla="*/ 24 w 140"/>
              <a:gd name="T49" fmla="*/ 60 h 112"/>
              <a:gd name="T50" fmla="*/ 30 w 140"/>
              <a:gd name="T51" fmla="*/ 54 h 112"/>
              <a:gd name="T52" fmla="*/ 24 w 140"/>
              <a:gd name="T53" fmla="*/ 49 h 112"/>
              <a:gd name="T54" fmla="*/ 54 w 140"/>
              <a:gd name="T55" fmla="*/ 20 h 112"/>
              <a:gd name="T56" fmla="*/ 49 w 140"/>
              <a:gd name="T57" fmla="*/ 26 h 112"/>
              <a:gd name="T58" fmla="*/ 54 w 140"/>
              <a:gd name="T59" fmla="*/ 31 h 112"/>
              <a:gd name="T60" fmla="*/ 60 w 140"/>
              <a:gd name="T61" fmla="*/ 26 h 112"/>
              <a:gd name="T62" fmla="*/ 54 w 140"/>
              <a:gd name="T63" fmla="*/ 20 h 112"/>
              <a:gd name="T64" fmla="*/ 84 w 140"/>
              <a:gd name="T65" fmla="*/ 35 h 112"/>
              <a:gd name="T66" fmla="*/ 79 w 140"/>
              <a:gd name="T67" fmla="*/ 40 h 112"/>
              <a:gd name="T68" fmla="*/ 84 w 140"/>
              <a:gd name="T69" fmla="*/ 46 h 112"/>
              <a:gd name="T70" fmla="*/ 90 w 140"/>
              <a:gd name="T71" fmla="*/ 40 h 112"/>
              <a:gd name="T72" fmla="*/ 84 w 140"/>
              <a:gd name="T73" fmla="*/ 35 h 112"/>
              <a:gd name="T74" fmla="*/ 115 w 140"/>
              <a:gd name="T75" fmla="*/ 0 h 112"/>
              <a:gd name="T76" fmla="*/ 109 w 140"/>
              <a:gd name="T77" fmla="*/ 6 h 112"/>
              <a:gd name="T78" fmla="*/ 115 w 140"/>
              <a:gd name="T79" fmla="*/ 11 h 112"/>
              <a:gd name="T80" fmla="*/ 120 w 140"/>
              <a:gd name="T81" fmla="*/ 6 h 112"/>
              <a:gd name="T82" fmla="*/ 115 w 140"/>
              <a:gd name="T83" fmla="*/ 0 h 112"/>
              <a:gd name="T84" fmla="*/ 88 w 140"/>
              <a:gd name="T85" fmla="*/ 36 h 112"/>
              <a:gd name="T86" fmla="*/ 111 w 140"/>
              <a:gd name="T87" fmla="*/ 10 h 112"/>
              <a:gd name="T88" fmla="*/ 59 w 140"/>
              <a:gd name="T89" fmla="*/ 28 h 112"/>
              <a:gd name="T90" fmla="*/ 80 w 140"/>
              <a:gd name="T91" fmla="*/ 38 h 112"/>
              <a:gd name="T92" fmla="*/ 50 w 140"/>
              <a:gd name="T93" fmla="*/ 30 h 112"/>
              <a:gd name="T94" fmla="*/ 28 w 140"/>
              <a:gd name="T95" fmla="*/ 5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112">
                <a:moveTo>
                  <a:pt x="140" y="112"/>
                </a:moveTo>
                <a:cubicBezTo>
                  <a:pt x="0" y="112"/>
                  <a:pt x="0" y="112"/>
                  <a:pt x="0" y="112"/>
                </a:cubicBezTo>
                <a:moveTo>
                  <a:pt x="34" y="82"/>
                </a:moveTo>
                <a:cubicBezTo>
                  <a:pt x="15" y="82"/>
                  <a:pt x="15" y="82"/>
                  <a:pt x="15" y="82"/>
                </a:cubicBezTo>
                <a:cubicBezTo>
                  <a:pt x="15" y="112"/>
                  <a:pt x="15" y="112"/>
                  <a:pt x="15" y="112"/>
                </a:cubicBezTo>
                <a:cubicBezTo>
                  <a:pt x="34" y="112"/>
                  <a:pt x="34" y="112"/>
                  <a:pt x="34" y="112"/>
                </a:cubicBezTo>
                <a:lnTo>
                  <a:pt x="34" y="82"/>
                </a:lnTo>
                <a:close/>
                <a:moveTo>
                  <a:pt x="64" y="52"/>
                </a:moveTo>
                <a:cubicBezTo>
                  <a:pt x="45" y="52"/>
                  <a:pt x="45" y="52"/>
                  <a:pt x="45" y="52"/>
                </a:cubicBezTo>
                <a:cubicBezTo>
                  <a:pt x="45" y="112"/>
                  <a:pt x="45" y="112"/>
                  <a:pt x="45" y="112"/>
                </a:cubicBezTo>
                <a:cubicBezTo>
                  <a:pt x="64" y="112"/>
                  <a:pt x="64" y="112"/>
                  <a:pt x="64" y="112"/>
                </a:cubicBezTo>
                <a:lnTo>
                  <a:pt x="64" y="52"/>
                </a:lnTo>
                <a:close/>
                <a:moveTo>
                  <a:pt x="94" y="65"/>
                </a:moveTo>
                <a:cubicBezTo>
                  <a:pt x="75" y="65"/>
                  <a:pt x="75" y="65"/>
                  <a:pt x="75" y="65"/>
                </a:cubicBezTo>
                <a:cubicBezTo>
                  <a:pt x="75" y="112"/>
                  <a:pt x="75" y="112"/>
                  <a:pt x="75" y="112"/>
                </a:cubicBezTo>
                <a:cubicBezTo>
                  <a:pt x="94" y="112"/>
                  <a:pt x="94" y="112"/>
                  <a:pt x="94" y="112"/>
                </a:cubicBezTo>
                <a:lnTo>
                  <a:pt x="94" y="65"/>
                </a:lnTo>
                <a:close/>
                <a:moveTo>
                  <a:pt x="124" y="35"/>
                </a:moveTo>
                <a:cubicBezTo>
                  <a:pt x="105" y="35"/>
                  <a:pt x="105" y="35"/>
                  <a:pt x="105" y="35"/>
                </a:cubicBezTo>
                <a:cubicBezTo>
                  <a:pt x="105" y="112"/>
                  <a:pt x="105" y="112"/>
                  <a:pt x="105" y="112"/>
                </a:cubicBezTo>
                <a:cubicBezTo>
                  <a:pt x="124" y="112"/>
                  <a:pt x="124" y="112"/>
                  <a:pt x="124" y="112"/>
                </a:cubicBezTo>
                <a:lnTo>
                  <a:pt x="124" y="35"/>
                </a:lnTo>
                <a:close/>
                <a:moveTo>
                  <a:pt x="24" y="49"/>
                </a:moveTo>
                <a:cubicBezTo>
                  <a:pt x="21" y="49"/>
                  <a:pt x="19" y="51"/>
                  <a:pt x="19" y="54"/>
                </a:cubicBezTo>
                <a:cubicBezTo>
                  <a:pt x="19" y="57"/>
                  <a:pt x="21" y="60"/>
                  <a:pt x="24" y="60"/>
                </a:cubicBezTo>
                <a:cubicBezTo>
                  <a:pt x="27" y="60"/>
                  <a:pt x="30" y="57"/>
                  <a:pt x="30" y="54"/>
                </a:cubicBezTo>
                <a:cubicBezTo>
                  <a:pt x="30" y="51"/>
                  <a:pt x="27" y="49"/>
                  <a:pt x="24" y="49"/>
                </a:cubicBezTo>
                <a:close/>
                <a:moveTo>
                  <a:pt x="54" y="20"/>
                </a:moveTo>
                <a:cubicBezTo>
                  <a:pt x="51" y="20"/>
                  <a:pt x="49" y="23"/>
                  <a:pt x="49" y="26"/>
                </a:cubicBezTo>
                <a:cubicBezTo>
                  <a:pt x="49" y="29"/>
                  <a:pt x="51" y="31"/>
                  <a:pt x="54" y="31"/>
                </a:cubicBezTo>
                <a:cubicBezTo>
                  <a:pt x="57" y="31"/>
                  <a:pt x="60" y="29"/>
                  <a:pt x="60" y="26"/>
                </a:cubicBezTo>
                <a:cubicBezTo>
                  <a:pt x="60" y="23"/>
                  <a:pt x="57" y="20"/>
                  <a:pt x="54" y="20"/>
                </a:cubicBezTo>
                <a:close/>
                <a:moveTo>
                  <a:pt x="84" y="35"/>
                </a:moveTo>
                <a:cubicBezTo>
                  <a:pt x="81" y="35"/>
                  <a:pt x="79" y="37"/>
                  <a:pt x="79" y="40"/>
                </a:cubicBezTo>
                <a:cubicBezTo>
                  <a:pt x="79" y="43"/>
                  <a:pt x="81" y="46"/>
                  <a:pt x="84" y="46"/>
                </a:cubicBezTo>
                <a:cubicBezTo>
                  <a:pt x="88" y="46"/>
                  <a:pt x="90" y="43"/>
                  <a:pt x="90" y="40"/>
                </a:cubicBezTo>
                <a:cubicBezTo>
                  <a:pt x="90" y="37"/>
                  <a:pt x="88" y="35"/>
                  <a:pt x="84" y="35"/>
                </a:cubicBezTo>
                <a:close/>
                <a:moveTo>
                  <a:pt x="115" y="0"/>
                </a:moveTo>
                <a:cubicBezTo>
                  <a:pt x="112" y="0"/>
                  <a:pt x="109" y="3"/>
                  <a:pt x="109" y="6"/>
                </a:cubicBezTo>
                <a:cubicBezTo>
                  <a:pt x="109" y="9"/>
                  <a:pt x="112" y="11"/>
                  <a:pt x="115" y="11"/>
                </a:cubicBezTo>
                <a:cubicBezTo>
                  <a:pt x="118" y="11"/>
                  <a:pt x="120" y="9"/>
                  <a:pt x="120" y="6"/>
                </a:cubicBezTo>
                <a:cubicBezTo>
                  <a:pt x="120" y="3"/>
                  <a:pt x="118" y="0"/>
                  <a:pt x="115" y="0"/>
                </a:cubicBezTo>
                <a:close/>
                <a:moveTo>
                  <a:pt x="88" y="36"/>
                </a:moveTo>
                <a:cubicBezTo>
                  <a:pt x="111" y="10"/>
                  <a:pt x="111" y="10"/>
                  <a:pt x="111" y="10"/>
                </a:cubicBezTo>
                <a:moveTo>
                  <a:pt x="59" y="28"/>
                </a:moveTo>
                <a:cubicBezTo>
                  <a:pt x="80" y="38"/>
                  <a:pt x="80" y="38"/>
                  <a:pt x="80" y="38"/>
                </a:cubicBezTo>
                <a:moveTo>
                  <a:pt x="50" y="30"/>
                </a:moveTo>
                <a:cubicBezTo>
                  <a:pt x="28" y="51"/>
                  <a:pt x="28" y="51"/>
                  <a:pt x="28" y="51"/>
                </a:cubicBezTo>
              </a:path>
            </a:pathLst>
          </a:custGeom>
          <a:noFill/>
          <a:ln w="15875"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2998733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750" fill="hold"/>
                                        <p:tgtEl>
                                          <p:spTgt spid="32"/>
                                        </p:tgtEl>
                                        <p:attrNameLst>
                                          <p:attrName>ppt_w</p:attrName>
                                        </p:attrNameLst>
                                      </p:cBhvr>
                                      <p:tavLst>
                                        <p:tav tm="0">
                                          <p:val>
                                            <p:fltVal val="0"/>
                                          </p:val>
                                        </p:tav>
                                        <p:tav tm="100000">
                                          <p:val>
                                            <p:strVal val="#ppt_w"/>
                                          </p:val>
                                        </p:tav>
                                      </p:tavLst>
                                    </p:anim>
                                    <p:anim calcmode="lin" valueType="num">
                                      <p:cBhvr>
                                        <p:cTn id="8" dur="750" fill="hold"/>
                                        <p:tgtEl>
                                          <p:spTgt spid="32"/>
                                        </p:tgtEl>
                                        <p:attrNameLst>
                                          <p:attrName>ppt_h</p:attrName>
                                        </p:attrNameLst>
                                      </p:cBhvr>
                                      <p:tavLst>
                                        <p:tav tm="0">
                                          <p:val>
                                            <p:fltVal val="0"/>
                                          </p:val>
                                        </p:tav>
                                        <p:tav tm="100000">
                                          <p:val>
                                            <p:strVal val="#ppt_h"/>
                                          </p:val>
                                        </p:tav>
                                      </p:tavLst>
                                    </p:anim>
                                    <p:animEffect transition="in" filter="fade">
                                      <p:cBhvr>
                                        <p:cTn id="9" dur="750"/>
                                        <p:tgtEl>
                                          <p:spTgt spid="32"/>
                                        </p:tgtEl>
                                      </p:cBhvr>
                                    </p:animEffect>
                                  </p:childTnLst>
                                </p:cTn>
                              </p:par>
                              <p:par>
                                <p:cTn id="10" presetID="53" presetClass="entr" presetSubtype="16" fill="hold" nodeType="withEffect">
                                  <p:stCondLst>
                                    <p:cond delay="250"/>
                                  </p:stCondLst>
                                  <p:childTnLst>
                                    <p:set>
                                      <p:cBhvr>
                                        <p:cTn id="11" dur="1" fill="hold">
                                          <p:stCondLst>
                                            <p:cond delay="0"/>
                                          </p:stCondLst>
                                        </p:cTn>
                                        <p:tgtEl>
                                          <p:spTgt spid="35"/>
                                        </p:tgtEl>
                                        <p:attrNameLst>
                                          <p:attrName>style.visibility</p:attrName>
                                        </p:attrNameLst>
                                      </p:cBhvr>
                                      <p:to>
                                        <p:strVal val="visible"/>
                                      </p:to>
                                    </p:set>
                                    <p:anim calcmode="lin" valueType="num">
                                      <p:cBhvr>
                                        <p:cTn id="12" dur="750" fill="hold"/>
                                        <p:tgtEl>
                                          <p:spTgt spid="35"/>
                                        </p:tgtEl>
                                        <p:attrNameLst>
                                          <p:attrName>ppt_w</p:attrName>
                                        </p:attrNameLst>
                                      </p:cBhvr>
                                      <p:tavLst>
                                        <p:tav tm="0">
                                          <p:val>
                                            <p:fltVal val="0"/>
                                          </p:val>
                                        </p:tav>
                                        <p:tav tm="100000">
                                          <p:val>
                                            <p:strVal val="#ppt_w"/>
                                          </p:val>
                                        </p:tav>
                                      </p:tavLst>
                                    </p:anim>
                                    <p:anim calcmode="lin" valueType="num">
                                      <p:cBhvr>
                                        <p:cTn id="13" dur="750" fill="hold"/>
                                        <p:tgtEl>
                                          <p:spTgt spid="35"/>
                                        </p:tgtEl>
                                        <p:attrNameLst>
                                          <p:attrName>ppt_h</p:attrName>
                                        </p:attrNameLst>
                                      </p:cBhvr>
                                      <p:tavLst>
                                        <p:tav tm="0">
                                          <p:val>
                                            <p:fltVal val="0"/>
                                          </p:val>
                                        </p:tav>
                                        <p:tav tm="100000">
                                          <p:val>
                                            <p:strVal val="#ppt_h"/>
                                          </p:val>
                                        </p:tav>
                                      </p:tavLst>
                                    </p:anim>
                                    <p:animEffect transition="in" filter="fade">
                                      <p:cBhvr>
                                        <p:cTn id="14" dur="750"/>
                                        <p:tgtEl>
                                          <p:spTgt spid="35"/>
                                        </p:tgtEl>
                                      </p:cBhvr>
                                    </p:animEffect>
                                  </p:childTnLst>
                                </p:cTn>
                              </p:par>
                              <p:par>
                                <p:cTn id="15" presetID="53" presetClass="entr" presetSubtype="16" fill="hold" nodeType="withEffect">
                                  <p:stCondLst>
                                    <p:cond delay="500"/>
                                  </p:stCondLst>
                                  <p:childTnLst>
                                    <p:set>
                                      <p:cBhvr>
                                        <p:cTn id="16" dur="1" fill="hold">
                                          <p:stCondLst>
                                            <p:cond delay="0"/>
                                          </p:stCondLst>
                                        </p:cTn>
                                        <p:tgtEl>
                                          <p:spTgt spid="44"/>
                                        </p:tgtEl>
                                        <p:attrNameLst>
                                          <p:attrName>style.visibility</p:attrName>
                                        </p:attrNameLst>
                                      </p:cBhvr>
                                      <p:to>
                                        <p:strVal val="visible"/>
                                      </p:to>
                                    </p:set>
                                    <p:anim calcmode="lin" valueType="num">
                                      <p:cBhvr>
                                        <p:cTn id="17" dur="750" fill="hold"/>
                                        <p:tgtEl>
                                          <p:spTgt spid="44"/>
                                        </p:tgtEl>
                                        <p:attrNameLst>
                                          <p:attrName>ppt_w</p:attrName>
                                        </p:attrNameLst>
                                      </p:cBhvr>
                                      <p:tavLst>
                                        <p:tav tm="0">
                                          <p:val>
                                            <p:fltVal val="0"/>
                                          </p:val>
                                        </p:tav>
                                        <p:tav tm="100000">
                                          <p:val>
                                            <p:strVal val="#ppt_w"/>
                                          </p:val>
                                        </p:tav>
                                      </p:tavLst>
                                    </p:anim>
                                    <p:anim calcmode="lin" valueType="num">
                                      <p:cBhvr>
                                        <p:cTn id="18" dur="750" fill="hold"/>
                                        <p:tgtEl>
                                          <p:spTgt spid="44"/>
                                        </p:tgtEl>
                                        <p:attrNameLst>
                                          <p:attrName>ppt_h</p:attrName>
                                        </p:attrNameLst>
                                      </p:cBhvr>
                                      <p:tavLst>
                                        <p:tav tm="0">
                                          <p:val>
                                            <p:fltVal val="0"/>
                                          </p:val>
                                        </p:tav>
                                        <p:tav tm="100000">
                                          <p:val>
                                            <p:strVal val="#ppt_h"/>
                                          </p:val>
                                        </p:tav>
                                      </p:tavLst>
                                    </p:anim>
                                    <p:animEffect transition="in" filter="fade">
                                      <p:cBhvr>
                                        <p:cTn id="19" dur="750"/>
                                        <p:tgtEl>
                                          <p:spTgt spid="44"/>
                                        </p:tgtEl>
                                      </p:cBhvr>
                                    </p:animEffect>
                                  </p:childTnLst>
                                </p:cTn>
                              </p:par>
                              <p:par>
                                <p:cTn id="20" presetID="53" presetClass="entr" presetSubtype="16" fill="hold" nodeType="withEffect">
                                  <p:stCondLst>
                                    <p:cond delay="750"/>
                                  </p:stCondLst>
                                  <p:childTnLst>
                                    <p:set>
                                      <p:cBhvr>
                                        <p:cTn id="21" dur="1" fill="hold">
                                          <p:stCondLst>
                                            <p:cond delay="0"/>
                                          </p:stCondLst>
                                        </p:cTn>
                                        <p:tgtEl>
                                          <p:spTgt spid="15"/>
                                        </p:tgtEl>
                                        <p:attrNameLst>
                                          <p:attrName>style.visibility</p:attrName>
                                        </p:attrNameLst>
                                      </p:cBhvr>
                                      <p:to>
                                        <p:strVal val="visible"/>
                                      </p:to>
                                    </p:set>
                                    <p:anim calcmode="lin" valueType="num">
                                      <p:cBhvr>
                                        <p:cTn id="22" dur="750" fill="hold"/>
                                        <p:tgtEl>
                                          <p:spTgt spid="15"/>
                                        </p:tgtEl>
                                        <p:attrNameLst>
                                          <p:attrName>ppt_w</p:attrName>
                                        </p:attrNameLst>
                                      </p:cBhvr>
                                      <p:tavLst>
                                        <p:tav tm="0">
                                          <p:val>
                                            <p:fltVal val="0"/>
                                          </p:val>
                                        </p:tav>
                                        <p:tav tm="100000">
                                          <p:val>
                                            <p:strVal val="#ppt_w"/>
                                          </p:val>
                                        </p:tav>
                                      </p:tavLst>
                                    </p:anim>
                                    <p:anim calcmode="lin" valueType="num">
                                      <p:cBhvr>
                                        <p:cTn id="23" dur="750" fill="hold"/>
                                        <p:tgtEl>
                                          <p:spTgt spid="15"/>
                                        </p:tgtEl>
                                        <p:attrNameLst>
                                          <p:attrName>ppt_h</p:attrName>
                                        </p:attrNameLst>
                                      </p:cBhvr>
                                      <p:tavLst>
                                        <p:tav tm="0">
                                          <p:val>
                                            <p:fltVal val="0"/>
                                          </p:val>
                                        </p:tav>
                                        <p:tav tm="100000">
                                          <p:val>
                                            <p:strVal val="#ppt_h"/>
                                          </p:val>
                                        </p:tav>
                                      </p:tavLst>
                                    </p:anim>
                                    <p:animEffect transition="in" filter="fade">
                                      <p:cBhvr>
                                        <p:cTn id="24" dur="750"/>
                                        <p:tgtEl>
                                          <p:spTgt spid="15"/>
                                        </p:tgtEl>
                                      </p:cBhvr>
                                    </p:animEffect>
                                  </p:childTnLst>
                                </p:cTn>
                              </p:par>
                              <p:par>
                                <p:cTn id="25" presetID="53" presetClass="entr" presetSubtype="16" fill="hold" nodeType="withEffect">
                                  <p:stCondLst>
                                    <p:cond delay="1000"/>
                                  </p:stCondLst>
                                  <p:childTnLst>
                                    <p:set>
                                      <p:cBhvr>
                                        <p:cTn id="26" dur="1" fill="hold">
                                          <p:stCondLst>
                                            <p:cond delay="0"/>
                                          </p:stCondLst>
                                        </p:cTn>
                                        <p:tgtEl>
                                          <p:spTgt spid="47"/>
                                        </p:tgtEl>
                                        <p:attrNameLst>
                                          <p:attrName>style.visibility</p:attrName>
                                        </p:attrNameLst>
                                      </p:cBhvr>
                                      <p:to>
                                        <p:strVal val="visible"/>
                                      </p:to>
                                    </p:set>
                                    <p:anim calcmode="lin" valueType="num">
                                      <p:cBhvr>
                                        <p:cTn id="27" dur="750" fill="hold"/>
                                        <p:tgtEl>
                                          <p:spTgt spid="47"/>
                                        </p:tgtEl>
                                        <p:attrNameLst>
                                          <p:attrName>ppt_w</p:attrName>
                                        </p:attrNameLst>
                                      </p:cBhvr>
                                      <p:tavLst>
                                        <p:tav tm="0">
                                          <p:val>
                                            <p:fltVal val="0"/>
                                          </p:val>
                                        </p:tav>
                                        <p:tav tm="100000">
                                          <p:val>
                                            <p:strVal val="#ppt_w"/>
                                          </p:val>
                                        </p:tav>
                                      </p:tavLst>
                                    </p:anim>
                                    <p:anim calcmode="lin" valueType="num">
                                      <p:cBhvr>
                                        <p:cTn id="28" dur="750" fill="hold"/>
                                        <p:tgtEl>
                                          <p:spTgt spid="47"/>
                                        </p:tgtEl>
                                        <p:attrNameLst>
                                          <p:attrName>ppt_h</p:attrName>
                                        </p:attrNameLst>
                                      </p:cBhvr>
                                      <p:tavLst>
                                        <p:tav tm="0">
                                          <p:val>
                                            <p:fltVal val="0"/>
                                          </p:val>
                                        </p:tav>
                                        <p:tav tm="100000">
                                          <p:val>
                                            <p:strVal val="#ppt_h"/>
                                          </p:val>
                                        </p:tav>
                                      </p:tavLst>
                                    </p:anim>
                                    <p:animEffect transition="in" filter="fade">
                                      <p:cBhvr>
                                        <p:cTn id="29" dur="750"/>
                                        <p:tgtEl>
                                          <p:spTgt spid="47"/>
                                        </p:tgtEl>
                                      </p:cBhvr>
                                    </p:animEffect>
                                  </p:childTnLst>
                                </p:cTn>
                              </p:par>
                              <p:par>
                                <p:cTn id="30" presetID="53" presetClass="entr" presetSubtype="16" fill="hold" nodeType="withEffect">
                                  <p:stCondLst>
                                    <p:cond delay="1250"/>
                                  </p:stCondLst>
                                  <p:childTnLst>
                                    <p:set>
                                      <p:cBhvr>
                                        <p:cTn id="31" dur="1" fill="hold">
                                          <p:stCondLst>
                                            <p:cond delay="0"/>
                                          </p:stCondLst>
                                        </p:cTn>
                                        <p:tgtEl>
                                          <p:spTgt spid="11"/>
                                        </p:tgtEl>
                                        <p:attrNameLst>
                                          <p:attrName>style.visibility</p:attrName>
                                        </p:attrNameLst>
                                      </p:cBhvr>
                                      <p:to>
                                        <p:strVal val="visible"/>
                                      </p:to>
                                    </p:set>
                                    <p:anim calcmode="lin" valueType="num">
                                      <p:cBhvr>
                                        <p:cTn id="32" dur="750" fill="hold"/>
                                        <p:tgtEl>
                                          <p:spTgt spid="11"/>
                                        </p:tgtEl>
                                        <p:attrNameLst>
                                          <p:attrName>ppt_w</p:attrName>
                                        </p:attrNameLst>
                                      </p:cBhvr>
                                      <p:tavLst>
                                        <p:tav tm="0">
                                          <p:val>
                                            <p:fltVal val="0"/>
                                          </p:val>
                                        </p:tav>
                                        <p:tav tm="100000">
                                          <p:val>
                                            <p:strVal val="#ppt_w"/>
                                          </p:val>
                                        </p:tav>
                                      </p:tavLst>
                                    </p:anim>
                                    <p:anim calcmode="lin" valueType="num">
                                      <p:cBhvr>
                                        <p:cTn id="33" dur="750" fill="hold"/>
                                        <p:tgtEl>
                                          <p:spTgt spid="11"/>
                                        </p:tgtEl>
                                        <p:attrNameLst>
                                          <p:attrName>ppt_h</p:attrName>
                                        </p:attrNameLst>
                                      </p:cBhvr>
                                      <p:tavLst>
                                        <p:tav tm="0">
                                          <p:val>
                                            <p:fltVal val="0"/>
                                          </p:val>
                                        </p:tav>
                                        <p:tav tm="100000">
                                          <p:val>
                                            <p:strVal val="#ppt_h"/>
                                          </p:val>
                                        </p:tav>
                                      </p:tavLst>
                                    </p:anim>
                                    <p:animEffect transition="in" filter="fade">
                                      <p:cBhvr>
                                        <p:cTn id="34" dur="750"/>
                                        <p:tgtEl>
                                          <p:spTgt spid="11"/>
                                        </p:tgtEl>
                                      </p:cBhvr>
                                    </p:animEffect>
                                  </p:childTnLst>
                                </p:cTn>
                              </p:par>
                              <p:par>
                                <p:cTn id="35" presetID="53" presetClass="entr" presetSubtype="16" fill="hold" nodeType="withEffect">
                                  <p:stCondLst>
                                    <p:cond delay="1500"/>
                                  </p:stCondLst>
                                  <p:childTnLst>
                                    <p:set>
                                      <p:cBhvr>
                                        <p:cTn id="36" dur="1" fill="hold">
                                          <p:stCondLst>
                                            <p:cond delay="0"/>
                                          </p:stCondLst>
                                        </p:cTn>
                                        <p:tgtEl>
                                          <p:spTgt spid="50"/>
                                        </p:tgtEl>
                                        <p:attrNameLst>
                                          <p:attrName>style.visibility</p:attrName>
                                        </p:attrNameLst>
                                      </p:cBhvr>
                                      <p:to>
                                        <p:strVal val="visible"/>
                                      </p:to>
                                    </p:set>
                                    <p:anim calcmode="lin" valueType="num">
                                      <p:cBhvr>
                                        <p:cTn id="37" dur="750" fill="hold"/>
                                        <p:tgtEl>
                                          <p:spTgt spid="50"/>
                                        </p:tgtEl>
                                        <p:attrNameLst>
                                          <p:attrName>ppt_w</p:attrName>
                                        </p:attrNameLst>
                                      </p:cBhvr>
                                      <p:tavLst>
                                        <p:tav tm="0">
                                          <p:val>
                                            <p:fltVal val="0"/>
                                          </p:val>
                                        </p:tav>
                                        <p:tav tm="100000">
                                          <p:val>
                                            <p:strVal val="#ppt_w"/>
                                          </p:val>
                                        </p:tav>
                                      </p:tavLst>
                                    </p:anim>
                                    <p:anim calcmode="lin" valueType="num">
                                      <p:cBhvr>
                                        <p:cTn id="38" dur="750" fill="hold"/>
                                        <p:tgtEl>
                                          <p:spTgt spid="50"/>
                                        </p:tgtEl>
                                        <p:attrNameLst>
                                          <p:attrName>ppt_h</p:attrName>
                                        </p:attrNameLst>
                                      </p:cBhvr>
                                      <p:tavLst>
                                        <p:tav tm="0">
                                          <p:val>
                                            <p:fltVal val="0"/>
                                          </p:val>
                                        </p:tav>
                                        <p:tav tm="100000">
                                          <p:val>
                                            <p:strVal val="#ppt_h"/>
                                          </p:val>
                                        </p:tav>
                                      </p:tavLst>
                                    </p:anim>
                                    <p:animEffect transition="in" filter="fade">
                                      <p:cBhvr>
                                        <p:cTn id="39" dur="750"/>
                                        <p:tgtEl>
                                          <p:spTgt spid="50"/>
                                        </p:tgtEl>
                                      </p:cBhvr>
                                    </p:animEffect>
                                  </p:childTnLst>
                                </p:cTn>
                              </p:par>
                              <p:par>
                                <p:cTn id="40" presetID="53" presetClass="entr" presetSubtype="16" fill="hold" nodeType="withEffect">
                                  <p:stCondLst>
                                    <p:cond delay="1750"/>
                                  </p:stCondLst>
                                  <p:childTnLst>
                                    <p:set>
                                      <p:cBhvr>
                                        <p:cTn id="41" dur="1" fill="hold">
                                          <p:stCondLst>
                                            <p:cond delay="0"/>
                                          </p:stCondLst>
                                        </p:cTn>
                                        <p:tgtEl>
                                          <p:spTgt spid="19"/>
                                        </p:tgtEl>
                                        <p:attrNameLst>
                                          <p:attrName>style.visibility</p:attrName>
                                        </p:attrNameLst>
                                      </p:cBhvr>
                                      <p:to>
                                        <p:strVal val="visible"/>
                                      </p:to>
                                    </p:set>
                                    <p:anim calcmode="lin" valueType="num">
                                      <p:cBhvr>
                                        <p:cTn id="42" dur="750" fill="hold"/>
                                        <p:tgtEl>
                                          <p:spTgt spid="19"/>
                                        </p:tgtEl>
                                        <p:attrNameLst>
                                          <p:attrName>ppt_w</p:attrName>
                                        </p:attrNameLst>
                                      </p:cBhvr>
                                      <p:tavLst>
                                        <p:tav tm="0">
                                          <p:val>
                                            <p:fltVal val="0"/>
                                          </p:val>
                                        </p:tav>
                                        <p:tav tm="100000">
                                          <p:val>
                                            <p:strVal val="#ppt_w"/>
                                          </p:val>
                                        </p:tav>
                                      </p:tavLst>
                                    </p:anim>
                                    <p:anim calcmode="lin" valueType="num">
                                      <p:cBhvr>
                                        <p:cTn id="43" dur="750" fill="hold"/>
                                        <p:tgtEl>
                                          <p:spTgt spid="19"/>
                                        </p:tgtEl>
                                        <p:attrNameLst>
                                          <p:attrName>ppt_h</p:attrName>
                                        </p:attrNameLst>
                                      </p:cBhvr>
                                      <p:tavLst>
                                        <p:tav tm="0">
                                          <p:val>
                                            <p:fltVal val="0"/>
                                          </p:val>
                                        </p:tav>
                                        <p:tav tm="100000">
                                          <p:val>
                                            <p:strVal val="#ppt_h"/>
                                          </p:val>
                                        </p:tav>
                                      </p:tavLst>
                                    </p:anim>
                                    <p:animEffect transition="in" filter="fade">
                                      <p:cBhvr>
                                        <p:cTn id="44" dur="750"/>
                                        <p:tgtEl>
                                          <p:spTgt spid="19"/>
                                        </p:tgtEl>
                                      </p:cBhvr>
                                    </p:animEffect>
                                  </p:childTnLst>
                                </p:cTn>
                              </p:par>
                              <p:par>
                                <p:cTn id="45" presetID="10" presetClass="entr" presetSubtype="0" fill="hold" nodeType="withEffect">
                                  <p:stCondLst>
                                    <p:cond delay="750"/>
                                  </p:stCondLst>
                                  <p:childTnLst>
                                    <p:set>
                                      <p:cBhvr>
                                        <p:cTn id="46" dur="1" fill="hold">
                                          <p:stCondLst>
                                            <p:cond delay="0"/>
                                          </p:stCondLst>
                                        </p:cTn>
                                        <p:tgtEl>
                                          <p:spTgt spid="5"/>
                                        </p:tgtEl>
                                        <p:attrNameLst>
                                          <p:attrName>style.visibility</p:attrName>
                                        </p:attrNameLst>
                                      </p:cBhvr>
                                      <p:to>
                                        <p:strVal val="visible"/>
                                      </p:to>
                                    </p:set>
                                    <p:animEffect transition="in" filter="fade">
                                      <p:cBhvr>
                                        <p:cTn id="47" dur="1250"/>
                                        <p:tgtEl>
                                          <p:spTgt spid="5"/>
                                        </p:tgtEl>
                                      </p:cBhvr>
                                    </p:animEffect>
                                  </p:childTnLst>
                                </p:cTn>
                              </p:par>
                              <p:par>
                                <p:cTn id="48" presetID="10" presetClass="entr" presetSubtype="0" fill="hold" nodeType="withEffect">
                                  <p:stCondLst>
                                    <p:cond delay="1250"/>
                                  </p:stCondLst>
                                  <p:childTnLst>
                                    <p:set>
                                      <p:cBhvr>
                                        <p:cTn id="49" dur="1" fill="hold">
                                          <p:stCondLst>
                                            <p:cond delay="0"/>
                                          </p:stCondLst>
                                        </p:cTn>
                                        <p:tgtEl>
                                          <p:spTgt spid="8"/>
                                        </p:tgtEl>
                                        <p:attrNameLst>
                                          <p:attrName>style.visibility</p:attrName>
                                        </p:attrNameLst>
                                      </p:cBhvr>
                                      <p:to>
                                        <p:strVal val="visible"/>
                                      </p:to>
                                    </p:set>
                                    <p:animEffect transition="in" filter="fade">
                                      <p:cBhvr>
                                        <p:cTn id="50" dur="1250"/>
                                        <p:tgtEl>
                                          <p:spTgt spid="8"/>
                                        </p:tgtEl>
                                      </p:cBhvr>
                                    </p:animEffect>
                                  </p:childTnLst>
                                </p:cTn>
                              </p:par>
                              <p:par>
                                <p:cTn id="51" presetID="10" presetClass="entr" presetSubtype="0" fill="hold" nodeType="withEffect">
                                  <p:stCondLst>
                                    <p:cond delay="1750"/>
                                  </p:stCondLst>
                                  <p:childTnLst>
                                    <p:set>
                                      <p:cBhvr>
                                        <p:cTn id="52" dur="1" fill="hold">
                                          <p:stCondLst>
                                            <p:cond delay="0"/>
                                          </p:stCondLst>
                                        </p:cTn>
                                        <p:tgtEl>
                                          <p:spTgt spid="2"/>
                                        </p:tgtEl>
                                        <p:attrNameLst>
                                          <p:attrName>style.visibility</p:attrName>
                                        </p:attrNameLst>
                                      </p:cBhvr>
                                      <p:to>
                                        <p:strVal val="visible"/>
                                      </p:to>
                                    </p:set>
                                    <p:animEffect transition="in" filter="fade">
                                      <p:cBhvr>
                                        <p:cTn id="53" dur="1250"/>
                                        <p:tgtEl>
                                          <p:spTgt spid="2"/>
                                        </p:tgtEl>
                                      </p:cBhvr>
                                    </p:animEffect>
                                  </p:childTnLst>
                                </p:cTn>
                              </p:par>
                              <p:par>
                                <p:cTn id="54" presetID="53" presetClass="entr" presetSubtype="16" fill="hold" grpId="0" nodeType="withEffect">
                                  <p:stCondLst>
                                    <p:cond delay="750"/>
                                  </p:stCondLst>
                                  <p:childTnLst>
                                    <p:set>
                                      <p:cBhvr>
                                        <p:cTn id="55" dur="1" fill="hold">
                                          <p:stCondLst>
                                            <p:cond delay="0"/>
                                          </p:stCondLst>
                                        </p:cTn>
                                        <p:tgtEl>
                                          <p:spTgt spid="41"/>
                                        </p:tgtEl>
                                        <p:attrNameLst>
                                          <p:attrName>style.visibility</p:attrName>
                                        </p:attrNameLst>
                                      </p:cBhvr>
                                      <p:to>
                                        <p:strVal val="visible"/>
                                      </p:to>
                                    </p:set>
                                    <p:anim calcmode="lin" valueType="num">
                                      <p:cBhvr>
                                        <p:cTn id="56" dur="750" fill="hold"/>
                                        <p:tgtEl>
                                          <p:spTgt spid="41"/>
                                        </p:tgtEl>
                                        <p:attrNameLst>
                                          <p:attrName>ppt_w</p:attrName>
                                        </p:attrNameLst>
                                      </p:cBhvr>
                                      <p:tavLst>
                                        <p:tav tm="0">
                                          <p:val>
                                            <p:fltVal val="0"/>
                                          </p:val>
                                        </p:tav>
                                        <p:tav tm="100000">
                                          <p:val>
                                            <p:strVal val="#ppt_w"/>
                                          </p:val>
                                        </p:tav>
                                      </p:tavLst>
                                    </p:anim>
                                    <p:anim calcmode="lin" valueType="num">
                                      <p:cBhvr>
                                        <p:cTn id="57" dur="750" fill="hold"/>
                                        <p:tgtEl>
                                          <p:spTgt spid="41"/>
                                        </p:tgtEl>
                                        <p:attrNameLst>
                                          <p:attrName>ppt_h</p:attrName>
                                        </p:attrNameLst>
                                      </p:cBhvr>
                                      <p:tavLst>
                                        <p:tav tm="0">
                                          <p:val>
                                            <p:fltVal val="0"/>
                                          </p:val>
                                        </p:tav>
                                        <p:tav tm="100000">
                                          <p:val>
                                            <p:strVal val="#ppt_h"/>
                                          </p:val>
                                        </p:tav>
                                      </p:tavLst>
                                    </p:anim>
                                    <p:animEffect transition="in" filter="fade">
                                      <p:cBhvr>
                                        <p:cTn id="58" dur="750"/>
                                        <p:tgtEl>
                                          <p:spTgt spid="41"/>
                                        </p:tgtEl>
                                      </p:cBhvr>
                                    </p:animEffect>
                                  </p:childTnLst>
                                </p:cTn>
                              </p:par>
                              <p:par>
                                <p:cTn id="59" presetID="53" presetClass="entr" presetSubtype="16" fill="hold" grpId="0" nodeType="withEffect">
                                  <p:stCondLst>
                                    <p:cond delay="1500"/>
                                  </p:stCondLst>
                                  <p:childTnLst>
                                    <p:set>
                                      <p:cBhvr>
                                        <p:cTn id="60" dur="1" fill="hold">
                                          <p:stCondLst>
                                            <p:cond delay="0"/>
                                          </p:stCondLst>
                                        </p:cTn>
                                        <p:tgtEl>
                                          <p:spTgt spid="43"/>
                                        </p:tgtEl>
                                        <p:attrNameLst>
                                          <p:attrName>style.visibility</p:attrName>
                                        </p:attrNameLst>
                                      </p:cBhvr>
                                      <p:to>
                                        <p:strVal val="visible"/>
                                      </p:to>
                                    </p:set>
                                    <p:anim calcmode="lin" valueType="num">
                                      <p:cBhvr>
                                        <p:cTn id="61" dur="750" fill="hold"/>
                                        <p:tgtEl>
                                          <p:spTgt spid="43"/>
                                        </p:tgtEl>
                                        <p:attrNameLst>
                                          <p:attrName>ppt_w</p:attrName>
                                        </p:attrNameLst>
                                      </p:cBhvr>
                                      <p:tavLst>
                                        <p:tav tm="0">
                                          <p:val>
                                            <p:fltVal val="0"/>
                                          </p:val>
                                        </p:tav>
                                        <p:tav tm="100000">
                                          <p:val>
                                            <p:strVal val="#ppt_w"/>
                                          </p:val>
                                        </p:tav>
                                      </p:tavLst>
                                    </p:anim>
                                    <p:anim calcmode="lin" valueType="num">
                                      <p:cBhvr>
                                        <p:cTn id="62" dur="750" fill="hold"/>
                                        <p:tgtEl>
                                          <p:spTgt spid="43"/>
                                        </p:tgtEl>
                                        <p:attrNameLst>
                                          <p:attrName>ppt_h</p:attrName>
                                        </p:attrNameLst>
                                      </p:cBhvr>
                                      <p:tavLst>
                                        <p:tav tm="0">
                                          <p:val>
                                            <p:fltVal val="0"/>
                                          </p:val>
                                        </p:tav>
                                        <p:tav tm="100000">
                                          <p:val>
                                            <p:strVal val="#ppt_h"/>
                                          </p:val>
                                        </p:tav>
                                      </p:tavLst>
                                    </p:anim>
                                    <p:animEffect transition="in" filter="fade">
                                      <p:cBhvr>
                                        <p:cTn id="63" dur="750"/>
                                        <p:tgtEl>
                                          <p:spTgt spid="43"/>
                                        </p:tgtEl>
                                      </p:cBhvr>
                                    </p:animEffect>
                                  </p:childTnLst>
                                </p:cTn>
                              </p:par>
                              <p:par>
                                <p:cTn id="64" presetID="53" presetClass="entr" presetSubtype="16" fill="hold" grpId="0" nodeType="withEffect">
                                  <p:stCondLst>
                                    <p:cond delay="2250"/>
                                  </p:stCondLst>
                                  <p:childTnLst>
                                    <p:set>
                                      <p:cBhvr>
                                        <p:cTn id="65" dur="1" fill="hold">
                                          <p:stCondLst>
                                            <p:cond delay="0"/>
                                          </p:stCondLst>
                                        </p:cTn>
                                        <p:tgtEl>
                                          <p:spTgt spid="42"/>
                                        </p:tgtEl>
                                        <p:attrNameLst>
                                          <p:attrName>style.visibility</p:attrName>
                                        </p:attrNameLst>
                                      </p:cBhvr>
                                      <p:to>
                                        <p:strVal val="visible"/>
                                      </p:to>
                                    </p:set>
                                    <p:anim calcmode="lin" valueType="num">
                                      <p:cBhvr>
                                        <p:cTn id="66" dur="750" fill="hold"/>
                                        <p:tgtEl>
                                          <p:spTgt spid="42"/>
                                        </p:tgtEl>
                                        <p:attrNameLst>
                                          <p:attrName>ppt_w</p:attrName>
                                        </p:attrNameLst>
                                      </p:cBhvr>
                                      <p:tavLst>
                                        <p:tav tm="0">
                                          <p:val>
                                            <p:fltVal val="0"/>
                                          </p:val>
                                        </p:tav>
                                        <p:tav tm="100000">
                                          <p:val>
                                            <p:strVal val="#ppt_w"/>
                                          </p:val>
                                        </p:tav>
                                      </p:tavLst>
                                    </p:anim>
                                    <p:anim calcmode="lin" valueType="num">
                                      <p:cBhvr>
                                        <p:cTn id="67" dur="750" fill="hold"/>
                                        <p:tgtEl>
                                          <p:spTgt spid="42"/>
                                        </p:tgtEl>
                                        <p:attrNameLst>
                                          <p:attrName>ppt_h</p:attrName>
                                        </p:attrNameLst>
                                      </p:cBhvr>
                                      <p:tavLst>
                                        <p:tav tm="0">
                                          <p:val>
                                            <p:fltVal val="0"/>
                                          </p:val>
                                        </p:tav>
                                        <p:tav tm="100000">
                                          <p:val>
                                            <p:strVal val="#ppt_h"/>
                                          </p:val>
                                        </p:tav>
                                      </p:tavLst>
                                    </p:anim>
                                    <p:animEffect transition="in" filter="fade">
                                      <p:cBhvr>
                                        <p:cTn id="68" dur="75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4D7DC02A-209C-4036-9503-EE958DDE2DB4}"/>
              </a:ext>
            </a:extLst>
          </p:cNvPr>
          <p:cNvSpPr>
            <a:spLocks/>
          </p:cNvSpPr>
          <p:nvPr/>
        </p:nvSpPr>
        <p:spPr bwMode="auto">
          <a:xfrm>
            <a:off x="5700713" y="2976563"/>
            <a:ext cx="793750" cy="904875"/>
          </a:xfrm>
          <a:custGeom>
            <a:avLst/>
            <a:gdLst>
              <a:gd name="T0" fmla="*/ 104 w 209"/>
              <a:gd name="T1" fmla="*/ 53 h 240"/>
              <a:gd name="T2" fmla="*/ 0 w 209"/>
              <a:gd name="T3" fmla="*/ 0 h 240"/>
              <a:gd name="T4" fmla="*/ 0 w 209"/>
              <a:gd name="T5" fmla="*/ 0 h 240"/>
              <a:gd name="T6" fmla="*/ 0 w 209"/>
              <a:gd name="T7" fmla="*/ 240 h 240"/>
              <a:gd name="T8" fmla="*/ 0 w 209"/>
              <a:gd name="T9" fmla="*/ 240 h 240"/>
              <a:gd name="T10" fmla="*/ 104 w 209"/>
              <a:gd name="T11" fmla="*/ 187 h 240"/>
              <a:gd name="T12" fmla="*/ 209 w 209"/>
              <a:gd name="T13" fmla="*/ 240 h 240"/>
              <a:gd name="T14" fmla="*/ 209 w 209"/>
              <a:gd name="T15" fmla="*/ 240 h 240"/>
              <a:gd name="T16" fmla="*/ 209 w 209"/>
              <a:gd name="T17" fmla="*/ 0 h 240"/>
              <a:gd name="T18" fmla="*/ 209 w 209"/>
              <a:gd name="T19" fmla="*/ 0 h 240"/>
              <a:gd name="T20" fmla="*/ 104 w 209"/>
              <a:gd name="T21"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 h="240">
                <a:moveTo>
                  <a:pt x="104" y="53"/>
                </a:moveTo>
                <a:cubicBezTo>
                  <a:pt x="62" y="53"/>
                  <a:pt x="24" y="32"/>
                  <a:pt x="0" y="0"/>
                </a:cubicBezTo>
                <a:cubicBezTo>
                  <a:pt x="0" y="0"/>
                  <a:pt x="0" y="0"/>
                  <a:pt x="0" y="0"/>
                </a:cubicBezTo>
                <a:cubicBezTo>
                  <a:pt x="71" y="97"/>
                  <a:pt x="71" y="143"/>
                  <a:pt x="0" y="240"/>
                </a:cubicBezTo>
                <a:cubicBezTo>
                  <a:pt x="0" y="240"/>
                  <a:pt x="0" y="240"/>
                  <a:pt x="0" y="240"/>
                </a:cubicBezTo>
                <a:cubicBezTo>
                  <a:pt x="24" y="208"/>
                  <a:pt x="62" y="187"/>
                  <a:pt x="104" y="187"/>
                </a:cubicBezTo>
                <a:cubicBezTo>
                  <a:pt x="147" y="187"/>
                  <a:pt x="185" y="208"/>
                  <a:pt x="209" y="240"/>
                </a:cubicBezTo>
                <a:cubicBezTo>
                  <a:pt x="209" y="240"/>
                  <a:pt x="209" y="240"/>
                  <a:pt x="209" y="240"/>
                </a:cubicBezTo>
                <a:cubicBezTo>
                  <a:pt x="138" y="143"/>
                  <a:pt x="138" y="97"/>
                  <a:pt x="209" y="0"/>
                </a:cubicBezTo>
                <a:cubicBezTo>
                  <a:pt x="209" y="0"/>
                  <a:pt x="209" y="0"/>
                  <a:pt x="209" y="0"/>
                </a:cubicBezTo>
                <a:cubicBezTo>
                  <a:pt x="185" y="32"/>
                  <a:pt x="147" y="53"/>
                  <a:pt x="104" y="5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DFD11DE0-0FE0-48D5-9792-78A969B6C1BF}"/>
              </a:ext>
            </a:extLst>
          </p:cNvPr>
          <p:cNvSpPr>
            <a:spLocks/>
          </p:cNvSpPr>
          <p:nvPr/>
        </p:nvSpPr>
        <p:spPr bwMode="auto">
          <a:xfrm>
            <a:off x="5700713" y="4451351"/>
            <a:ext cx="793750" cy="904875"/>
          </a:xfrm>
          <a:custGeom>
            <a:avLst/>
            <a:gdLst>
              <a:gd name="T0" fmla="*/ 104 w 209"/>
              <a:gd name="T1" fmla="*/ 53 h 240"/>
              <a:gd name="T2" fmla="*/ 0 w 209"/>
              <a:gd name="T3" fmla="*/ 0 h 240"/>
              <a:gd name="T4" fmla="*/ 0 w 209"/>
              <a:gd name="T5" fmla="*/ 0 h 240"/>
              <a:gd name="T6" fmla="*/ 0 w 209"/>
              <a:gd name="T7" fmla="*/ 240 h 240"/>
              <a:gd name="T8" fmla="*/ 0 w 209"/>
              <a:gd name="T9" fmla="*/ 240 h 240"/>
              <a:gd name="T10" fmla="*/ 104 w 209"/>
              <a:gd name="T11" fmla="*/ 187 h 240"/>
              <a:gd name="T12" fmla="*/ 209 w 209"/>
              <a:gd name="T13" fmla="*/ 240 h 240"/>
              <a:gd name="T14" fmla="*/ 209 w 209"/>
              <a:gd name="T15" fmla="*/ 240 h 240"/>
              <a:gd name="T16" fmla="*/ 209 w 209"/>
              <a:gd name="T17" fmla="*/ 0 h 240"/>
              <a:gd name="T18" fmla="*/ 209 w 209"/>
              <a:gd name="T19" fmla="*/ 0 h 240"/>
              <a:gd name="T20" fmla="*/ 104 w 209"/>
              <a:gd name="T21"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 h="240">
                <a:moveTo>
                  <a:pt x="104" y="53"/>
                </a:moveTo>
                <a:cubicBezTo>
                  <a:pt x="62" y="53"/>
                  <a:pt x="24" y="32"/>
                  <a:pt x="0" y="0"/>
                </a:cubicBezTo>
                <a:cubicBezTo>
                  <a:pt x="0" y="0"/>
                  <a:pt x="0" y="0"/>
                  <a:pt x="0" y="0"/>
                </a:cubicBezTo>
                <a:cubicBezTo>
                  <a:pt x="71" y="97"/>
                  <a:pt x="71" y="143"/>
                  <a:pt x="0" y="240"/>
                </a:cubicBezTo>
                <a:cubicBezTo>
                  <a:pt x="0" y="240"/>
                  <a:pt x="0" y="240"/>
                  <a:pt x="0" y="240"/>
                </a:cubicBezTo>
                <a:cubicBezTo>
                  <a:pt x="24" y="208"/>
                  <a:pt x="62" y="187"/>
                  <a:pt x="104" y="187"/>
                </a:cubicBezTo>
                <a:cubicBezTo>
                  <a:pt x="147" y="187"/>
                  <a:pt x="185" y="208"/>
                  <a:pt x="209" y="240"/>
                </a:cubicBezTo>
                <a:cubicBezTo>
                  <a:pt x="209" y="240"/>
                  <a:pt x="209" y="240"/>
                  <a:pt x="209" y="240"/>
                </a:cubicBezTo>
                <a:cubicBezTo>
                  <a:pt x="138" y="143"/>
                  <a:pt x="138" y="97"/>
                  <a:pt x="209" y="0"/>
                </a:cubicBezTo>
                <a:cubicBezTo>
                  <a:pt x="209" y="0"/>
                  <a:pt x="209" y="0"/>
                  <a:pt x="209" y="0"/>
                </a:cubicBezTo>
                <a:cubicBezTo>
                  <a:pt x="185" y="32"/>
                  <a:pt x="147" y="53"/>
                  <a:pt x="104" y="5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9B10C0F2-B8E9-40EA-A13B-06049E8CC981}"/>
              </a:ext>
            </a:extLst>
          </p:cNvPr>
          <p:cNvSpPr>
            <a:spLocks/>
          </p:cNvSpPr>
          <p:nvPr/>
        </p:nvSpPr>
        <p:spPr bwMode="auto">
          <a:xfrm>
            <a:off x="5700713" y="1498601"/>
            <a:ext cx="793750" cy="904875"/>
          </a:xfrm>
          <a:custGeom>
            <a:avLst/>
            <a:gdLst>
              <a:gd name="T0" fmla="*/ 104 w 209"/>
              <a:gd name="T1" fmla="*/ 54 h 240"/>
              <a:gd name="T2" fmla="*/ 0 w 209"/>
              <a:gd name="T3" fmla="*/ 0 h 240"/>
              <a:gd name="T4" fmla="*/ 0 w 209"/>
              <a:gd name="T5" fmla="*/ 0 h 240"/>
              <a:gd name="T6" fmla="*/ 0 w 209"/>
              <a:gd name="T7" fmla="*/ 240 h 240"/>
              <a:gd name="T8" fmla="*/ 0 w 209"/>
              <a:gd name="T9" fmla="*/ 240 h 240"/>
              <a:gd name="T10" fmla="*/ 104 w 209"/>
              <a:gd name="T11" fmla="*/ 187 h 240"/>
              <a:gd name="T12" fmla="*/ 209 w 209"/>
              <a:gd name="T13" fmla="*/ 240 h 240"/>
              <a:gd name="T14" fmla="*/ 209 w 209"/>
              <a:gd name="T15" fmla="*/ 240 h 240"/>
              <a:gd name="T16" fmla="*/ 209 w 209"/>
              <a:gd name="T17" fmla="*/ 0 h 240"/>
              <a:gd name="T18" fmla="*/ 209 w 209"/>
              <a:gd name="T19" fmla="*/ 0 h 240"/>
              <a:gd name="T20" fmla="*/ 104 w 209"/>
              <a:gd name="T21" fmla="*/ 5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 h="240">
                <a:moveTo>
                  <a:pt x="104" y="54"/>
                </a:moveTo>
                <a:cubicBezTo>
                  <a:pt x="62" y="54"/>
                  <a:pt x="24" y="33"/>
                  <a:pt x="0" y="0"/>
                </a:cubicBezTo>
                <a:cubicBezTo>
                  <a:pt x="0" y="0"/>
                  <a:pt x="0" y="0"/>
                  <a:pt x="0" y="0"/>
                </a:cubicBezTo>
                <a:cubicBezTo>
                  <a:pt x="71" y="98"/>
                  <a:pt x="71" y="143"/>
                  <a:pt x="0" y="240"/>
                </a:cubicBezTo>
                <a:cubicBezTo>
                  <a:pt x="0" y="240"/>
                  <a:pt x="0" y="240"/>
                  <a:pt x="0" y="240"/>
                </a:cubicBezTo>
                <a:cubicBezTo>
                  <a:pt x="24" y="208"/>
                  <a:pt x="62" y="187"/>
                  <a:pt x="104" y="187"/>
                </a:cubicBezTo>
                <a:cubicBezTo>
                  <a:pt x="147" y="187"/>
                  <a:pt x="185" y="208"/>
                  <a:pt x="209" y="240"/>
                </a:cubicBezTo>
                <a:cubicBezTo>
                  <a:pt x="209" y="240"/>
                  <a:pt x="209" y="240"/>
                  <a:pt x="209" y="240"/>
                </a:cubicBezTo>
                <a:cubicBezTo>
                  <a:pt x="138" y="143"/>
                  <a:pt x="138" y="98"/>
                  <a:pt x="209" y="0"/>
                </a:cubicBezTo>
                <a:cubicBezTo>
                  <a:pt x="209" y="0"/>
                  <a:pt x="209" y="0"/>
                  <a:pt x="209" y="0"/>
                </a:cubicBezTo>
                <a:cubicBezTo>
                  <a:pt x="185" y="33"/>
                  <a:pt x="147" y="54"/>
                  <a:pt x="104" y="5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26" name="Group 25">
            <a:extLst>
              <a:ext uri="{FF2B5EF4-FFF2-40B4-BE49-F238E27FC236}">
                <a16:creationId xmlns:a16="http://schemas.microsoft.com/office/drawing/2014/main" id="{2F5714E2-FAF2-4545-AE80-7117CB0806C8}"/>
              </a:ext>
            </a:extLst>
          </p:cNvPr>
          <p:cNvGrpSpPr/>
          <p:nvPr/>
        </p:nvGrpSpPr>
        <p:grpSpPr>
          <a:xfrm>
            <a:off x="5608638" y="5156201"/>
            <a:ext cx="977901" cy="973138"/>
            <a:chOff x="5608638" y="5156201"/>
            <a:chExt cx="977901" cy="973138"/>
          </a:xfrm>
          <a:effectLst>
            <a:outerShdw blurRad="177800" dist="114300" dir="2700000" sx="99000" sy="99000" algn="tl" rotWithShape="0">
              <a:prstClr val="black">
                <a:alpha val="31000"/>
              </a:prstClr>
            </a:outerShdw>
          </a:effectLst>
        </p:grpSpPr>
        <p:sp>
          <p:nvSpPr>
            <p:cNvPr id="9" name="Oval 8">
              <a:extLst>
                <a:ext uri="{FF2B5EF4-FFF2-40B4-BE49-F238E27FC236}">
                  <a16:creationId xmlns:a16="http://schemas.microsoft.com/office/drawing/2014/main" id="{D0274C16-E84A-4186-8C53-80753323401B}"/>
                </a:ext>
              </a:extLst>
            </p:cNvPr>
            <p:cNvSpPr>
              <a:spLocks noChangeArrowheads="1"/>
            </p:cNvSpPr>
            <p:nvPr/>
          </p:nvSpPr>
          <p:spPr bwMode="auto">
            <a:xfrm>
              <a:off x="5608638" y="5156201"/>
              <a:ext cx="977900" cy="97313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A38F7EE7-2B76-46FB-ACB1-FD436FFF2487}"/>
                </a:ext>
              </a:extLst>
            </p:cNvPr>
            <p:cNvSpPr>
              <a:spLocks/>
            </p:cNvSpPr>
            <p:nvPr/>
          </p:nvSpPr>
          <p:spPr bwMode="auto">
            <a:xfrm>
              <a:off x="5746751" y="5295901"/>
              <a:ext cx="839788" cy="833438"/>
            </a:xfrm>
            <a:custGeom>
              <a:avLst/>
              <a:gdLst>
                <a:gd name="T0" fmla="*/ 182 w 221"/>
                <a:gd name="T1" fmla="*/ 0 h 221"/>
                <a:gd name="T2" fmla="*/ 219 w 221"/>
                <a:gd name="T3" fmla="*/ 90 h 221"/>
                <a:gd name="T4" fmla="*/ 90 w 221"/>
                <a:gd name="T5" fmla="*/ 218 h 221"/>
                <a:gd name="T6" fmla="*/ 0 w 221"/>
                <a:gd name="T7" fmla="*/ 182 h 221"/>
                <a:gd name="T8" fmla="*/ 92 w 221"/>
                <a:gd name="T9" fmla="*/ 221 h 221"/>
                <a:gd name="T10" fmla="*/ 221 w 221"/>
                <a:gd name="T11" fmla="*/ 92 h 221"/>
                <a:gd name="T12" fmla="*/ 182 w 221"/>
                <a:gd name="T13" fmla="*/ 0 h 221"/>
              </a:gdLst>
              <a:ahLst/>
              <a:cxnLst>
                <a:cxn ang="0">
                  <a:pos x="T0" y="T1"/>
                </a:cxn>
                <a:cxn ang="0">
                  <a:pos x="T2" y="T3"/>
                </a:cxn>
                <a:cxn ang="0">
                  <a:pos x="T4" y="T5"/>
                </a:cxn>
                <a:cxn ang="0">
                  <a:pos x="T6" y="T7"/>
                </a:cxn>
                <a:cxn ang="0">
                  <a:pos x="T8" y="T9"/>
                </a:cxn>
                <a:cxn ang="0">
                  <a:pos x="T10" y="T11"/>
                </a:cxn>
                <a:cxn ang="0">
                  <a:pos x="T12" y="T13"/>
                </a:cxn>
              </a:cxnLst>
              <a:rect l="0" t="0" r="r" b="b"/>
              <a:pathLst>
                <a:path w="221" h="221">
                  <a:moveTo>
                    <a:pt x="182" y="0"/>
                  </a:moveTo>
                  <a:cubicBezTo>
                    <a:pt x="205" y="23"/>
                    <a:pt x="219" y="55"/>
                    <a:pt x="219" y="90"/>
                  </a:cubicBezTo>
                  <a:cubicBezTo>
                    <a:pt x="219" y="161"/>
                    <a:pt x="161" y="218"/>
                    <a:pt x="90" y="218"/>
                  </a:cubicBezTo>
                  <a:cubicBezTo>
                    <a:pt x="55" y="218"/>
                    <a:pt x="23" y="204"/>
                    <a:pt x="0" y="182"/>
                  </a:cubicBezTo>
                  <a:cubicBezTo>
                    <a:pt x="24" y="206"/>
                    <a:pt x="56" y="221"/>
                    <a:pt x="92" y="221"/>
                  </a:cubicBezTo>
                  <a:cubicBezTo>
                    <a:pt x="163" y="221"/>
                    <a:pt x="221" y="163"/>
                    <a:pt x="221" y="92"/>
                  </a:cubicBezTo>
                  <a:cubicBezTo>
                    <a:pt x="221" y="56"/>
                    <a:pt x="206" y="23"/>
                    <a:pt x="182" y="0"/>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A4C2C5F1-D828-40FB-A0E2-1F2A46A35838}"/>
                </a:ext>
              </a:extLst>
            </p:cNvPr>
            <p:cNvSpPr>
              <a:spLocks/>
            </p:cNvSpPr>
            <p:nvPr/>
          </p:nvSpPr>
          <p:spPr bwMode="auto">
            <a:xfrm>
              <a:off x="5608638" y="5156201"/>
              <a:ext cx="841375" cy="836613"/>
            </a:xfrm>
            <a:custGeom>
              <a:avLst/>
              <a:gdLst>
                <a:gd name="T0" fmla="*/ 3 w 221"/>
                <a:gd name="T1" fmla="*/ 132 h 222"/>
                <a:gd name="T2" fmla="*/ 131 w 221"/>
                <a:gd name="T3" fmla="*/ 3 h 222"/>
                <a:gd name="T4" fmla="*/ 221 w 221"/>
                <a:gd name="T5" fmla="*/ 39 h 222"/>
                <a:gd name="T6" fmla="*/ 128 w 221"/>
                <a:gd name="T7" fmla="*/ 0 h 222"/>
                <a:gd name="T8" fmla="*/ 0 w 221"/>
                <a:gd name="T9" fmla="*/ 129 h 222"/>
                <a:gd name="T10" fmla="*/ 39 w 221"/>
                <a:gd name="T11" fmla="*/ 222 h 222"/>
                <a:gd name="T12" fmla="*/ 3 w 221"/>
                <a:gd name="T13" fmla="*/ 132 h 222"/>
              </a:gdLst>
              <a:ahLst/>
              <a:cxnLst>
                <a:cxn ang="0">
                  <a:pos x="T0" y="T1"/>
                </a:cxn>
                <a:cxn ang="0">
                  <a:pos x="T2" y="T3"/>
                </a:cxn>
                <a:cxn ang="0">
                  <a:pos x="T4" y="T5"/>
                </a:cxn>
                <a:cxn ang="0">
                  <a:pos x="T6" y="T7"/>
                </a:cxn>
                <a:cxn ang="0">
                  <a:pos x="T8" y="T9"/>
                </a:cxn>
                <a:cxn ang="0">
                  <a:pos x="T10" y="T11"/>
                </a:cxn>
                <a:cxn ang="0">
                  <a:pos x="T12" y="T13"/>
                </a:cxn>
              </a:cxnLst>
              <a:rect l="0" t="0" r="r" b="b"/>
              <a:pathLst>
                <a:path w="221" h="222">
                  <a:moveTo>
                    <a:pt x="3" y="132"/>
                  </a:moveTo>
                  <a:cubicBezTo>
                    <a:pt x="3" y="61"/>
                    <a:pt x="60" y="3"/>
                    <a:pt x="131" y="3"/>
                  </a:cubicBezTo>
                  <a:cubicBezTo>
                    <a:pt x="166" y="3"/>
                    <a:pt x="198" y="17"/>
                    <a:pt x="221" y="39"/>
                  </a:cubicBezTo>
                  <a:cubicBezTo>
                    <a:pt x="197" y="15"/>
                    <a:pt x="165" y="0"/>
                    <a:pt x="128" y="0"/>
                  </a:cubicBezTo>
                  <a:cubicBezTo>
                    <a:pt x="57" y="0"/>
                    <a:pt x="0" y="58"/>
                    <a:pt x="0" y="129"/>
                  </a:cubicBezTo>
                  <a:cubicBezTo>
                    <a:pt x="0" y="165"/>
                    <a:pt x="15" y="198"/>
                    <a:pt x="39" y="222"/>
                  </a:cubicBezTo>
                  <a:cubicBezTo>
                    <a:pt x="16" y="198"/>
                    <a:pt x="3" y="167"/>
                    <a:pt x="3" y="132"/>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58FE331D-F2FE-4B45-8B57-FC4797776F43}"/>
                </a:ext>
              </a:extLst>
            </p:cNvPr>
            <p:cNvSpPr>
              <a:spLocks/>
            </p:cNvSpPr>
            <p:nvPr/>
          </p:nvSpPr>
          <p:spPr bwMode="auto">
            <a:xfrm>
              <a:off x="5697538" y="5241926"/>
              <a:ext cx="801688" cy="800100"/>
            </a:xfrm>
            <a:custGeom>
              <a:avLst/>
              <a:gdLst>
                <a:gd name="T0" fmla="*/ 211 w 211"/>
                <a:gd name="T1" fmla="*/ 107 h 212"/>
                <a:gd name="T2" fmla="*/ 105 w 211"/>
                <a:gd name="T3" fmla="*/ 211 h 212"/>
                <a:gd name="T4" fmla="*/ 0 w 211"/>
                <a:gd name="T5" fmla="*/ 105 h 212"/>
                <a:gd name="T6" fmla="*/ 106 w 211"/>
                <a:gd name="T7" fmla="*/ 1 h 212"/>
                <a:gd name="T8" fmla="*/ 211 w 211"/>
                <a:gd name="T9" fmla="*/ 107 h 212"/>
              </a:gdLst>
              <a:ahLst/>
              <a:cxnLst>
                <a:cxn ang="0">
                  <a:pos x="T0" y="T1"/>
                </a:cxn>
                <a:cxn ang="0">
                  <a:pos x="T2" y="T3"/>
                </a:cxn>
                <a:cxn ang="0">
                  <a:pos x="T4" y="T5"/>
                </a:cxn>
                <a:cxn ang="0">
                  <a:pos x="T6" y="T7"/>
                </a:cxn>
                <a:cxn ang="0">
                  <a:pos x="T8" y="T9"/>
                </a:cxn>
              </a:cxnLst>
              <a:rect l="0" t="0" r="r" b="b"/>
              <a:pathLst>
                <a:path w="211" h="212">
                  <a:moveTo>
                    <a:pt x="211" y="107"/>
                  </a:moveTo>
                  <a:cubicBezTo>
                    <a:pt x="210" y="165"/>
                    <a:pt x="163" y="212"/>
                    <a:pt x="105" y="211"/>
                  </a:cubicBezTo>
                  <a:cubicBezTo>
                    <a:pt x="47" y="211"/>
                    <a:pt x="0" y="163"/>
                    <a:pt x="0" y="105"/>
                  </a:cubicBezTo>
                  <a:cubicBezTo>
                    <a:pt x="1" y="47"/>
                    <a:pt x="48" y="0"/>
                    <a:pt x="106" y="1"/>
                  </a:cubicBezTo>
                  <a:cubicBezTo>
                    <a:pt x="164" y="1"/>
                    <a:pt x="211" y="48"/>
                    <a:pt x="211" y="107"/>
                  </a:cubicBezTo>
                  <a:close/>
                </a:path>
              </a:pathLst>
            </a:custGeom>
            <a:solidFill>
              <a:schemeClr val="accent4"/>
            </a:solidFill>
            <a:ln>
              <a:noFill/>
            </a:ln>
            <a:effectLst>
              <a:innerShdw blurRad="101600" dist="254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25" name="Group 24">
            <a:extLst>
              <a:ext uri="{FF2B5EF4-FFF2-40B4-BE49-F238E27FC236}">
                <a16:creationId xmlns:a16="http://schemas.microsoft.com/office/drawing/2014/main" id="{1EC0DFDA-2113-4270-8330-96477AE7C9F0}"/>
              </a:ext>
            </a:extLst>
          </p:cNvPr>
          <p:cNvGrpSpPr/>
          <p:nvPr/>
        </p:nvGrpSpPr>
        <p:grpSpPr>
          <a:xfrm>
            <a:off x="5608638" y="3681413"/>
            <a:ext cx="977901" cy="968375"/>
            <a:chOff x="5608638" y="3681413"/>
            <a:chExt cx="977901" cy="968375"/>
          </a:xfrm>
          <a:effectLst>
            <a:outerShdw blurRad="177800" dist="114300" dir="2700000" sx="99000" sy="99000" algn="tl" rotWithShape="0">
              <a:prstClr val="black">
                <a:alpha val="31000"/>
              </a:prstClr>
            </a:outerShdw>
          </a:effectLst>
        </p:grpSpPr>
        <p:sp>
          <p:nvSpPr>
            <p:cNvPr id="6" name="Oval 5">
              <a:extLst>
                <a:ext uri="{FF2B5EF4-FFF2-40B4-BE49-F238E27FC236}">
                  <a16:creationId xmlns:a16="http://schemas.microsoft.com/office/drawing/2014/main" id="{9344C791-4453-452D-AC29-1C54D1FC3CA3}"/>
                </a:ext>
              </a:extLst>
            </p:cNvPr>
            <p:cNvSpPr>
              <a:spLocks noChangeArrowheads="1"/>
            </p:cNvSpPr>
            <p:nvPr/>
          </p:nvSpPr>
          <p:spPr bwMode="auto">
            <a:xfrm>
              <a:off x="5608638" y="3681413"/>
              <a:ext cx="977900" cy="9683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3EC2CB51-566B-484B-8465-0EBDDA3941E8}"/>
                </a:ext>
              </a:extLst>
            </p:cNvPr>
            <p:cNvSpPr>
              <a:spLocks/>
            </p:cNvSpPr>
            <p:nvPr/>
          </p:nvSpPr>
          <p:spPr bwMode="auto">
            <a:xfrm>
              <a:off x="5746751" y="3817938"/>
              <a:ext cx="839788" cy="831850"/>
            </a:xfrm>
            <a:custGeom>
              <a:avLst/>
              <a:gdLst>
                <a:gd name="T0" fmla="*/ 182 w 221"/>
                <a:gd name="T1" fmla="*/ 0 h 221"/>
                <a:gd name="T2" fmla="*/ 219 w 221"/>
                <a:gd name="T3" fmla="*/ 90 h 221"/>
                <a:gd name="T4" fmla="*/ 90 w 221"/>
                <a:gd name="T5" fmla="*/ 219 h 221"/>
                <a:gd name="T6" fmla="*/ 0 w 221"/>
                <a:gd name="T7" fmla="*/ 182 h 221"/>
                <a:gd name="T8" fmla="*/ 92 w 221"/>
                <a:gd name="T9" fmla="*/ 221 h 221"/>
                <a:gd name="T10" fmla="*/ 221 w 221"/>
                <a:gd name="T11" fmla="*/ 93 h 221"/>
                <a:gd name="T12" fmla="*/ 182 w 221"/>
                <a:gd name="T13" fmla="*/ 0 h 221"/>
              </a:gdLst>
              <a:ahLst/>
              <a:cxnLst>
                <a:cxn ang="0">
                  <a:pos x="T0" y="T1"/>
                </a:cxn>
                <a:cxn ang="0">
                  <a:pos x="T2" y="T3"/>
                </a:cxn>
                <a:cxn ang="0">
                  <a:pos x="T4" y="T5"/>
                </a:cxn>
                <a:cxn ang="0">
                  <a:pos x="T6" y="T7"/>
                </a:cxn>
                <a:cxn ang="0">
                  <a:pos x="T8" y="T9"/>
                </a:cxn>
                <a:cxn ang="0">
                  <a:pos x="T10" y="T11"/>
                </a:cxn>
                <a:cxn ang="0">
                  <a:pos x="T12" y="T13"/>
                </a:cxn>
              </a:cxnLst>
              <a:rect l="0" t="0" r="r" b="b"/>
              <a:pathLst>
                <a:path w="221" h="221">
                  <a:moveTo>
                    <a:pt x="182" y="0"/>
                  </a:moveTo>
                  <a:cubicBezTo>
                    <a:pt x="205" y="24"/>
                    <a:pt x="219" y="55"/>
                    <a:pt x="219" y="90"/>
                  </a:cubicBezTo>
                  <a:cubicBezTo>
                    <a:pt x="219" y="161"/>
                    <a:pt x="161" y="219"/>
                    <a:pt x="90" y="219"/>
                  </a:cubicBezTo>
                  <a:cubicBezTo>
                    <a:pt x="55" y="219"/>
                    <a:pt x="23" y="205"/>
                    <a:pt x="0" y="182"/>
                  </a:cubicBezTo>
                  <a:cubicBezTo>
                    <a:pt x="24" y="206"/>
                    <a:pt x="56" y="221"/>
                    <a:pt x="92" y="221"/>
                  </a:cubicBezTo>
                  <a:cubicBezTo>
                    <a:pt x="163" y="221"/>
                    <a:pt x="221" y="164"/>
                    <a:pt x="221" y="93"/>
                  </a:cubicBezTo>
                  <a:cubicBezTo>
                    <a:pt x="221" y="56"/>
                    <a:pt x="206" y="24"/>
                    <a:pt x="182"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E22E9C4D-B163-49F3-80FE-302217A3B903}"/>
                </a:ext>
              </a:extLst>
            </p:cNvPr>
            <p:cNvSpPr>
              <a:spLocks/>
            </p:cNvSpPr>
            <p:nvPr/>
          </p:nvSpPr>
          <p:spPr bwMode="auto">
            <a:xfrm>
              <a:off x="5608638" y="3681413"/>
              <a:ext cx="841375" cy="833438"/>
            </a:xfrm>
            <a:custGeom>
              <a:avLst/>
              <a:gdLst>
                <a:gd name="T0" fmla="*/ 3 w 221"/>
                <a:gd name="T1" fmla="*/ 132 h 221"/>
                <a:gd name="T2" fmla="*/ 131 w 221"/>
                <a:gd name="T3" fmla="*/ 3 h 221"/>
                <a:gd name="T4" fmla="*/ 221 w 221"/>
                <a:gd name="T5" fmla="*/ 39 h 221"/>
                <a:gd name="T6" fmla="*/ 128 w 221"/>
                <a:gd name="T7" fmla="*/ 0 h 221"/>
                <a:gd name="T8" fmla="*/ 0 w 221"/>
                <a:gd name="T9" fmla="*/ 129 h 221"/>
                <a:gd name="T10" fmla="*/ 39 w 221"/>
                <a:gd name="T11" fmla="*/ 221 h 221"/>
                <a:gd name="T12" fmla="*/ 3 w 221"/>
                <a:gd name="T13" fmla="*/ 132 h 221"/>
              </a:gdLst>
              <a:ahLst/>
              <a:cxnLst>
                <a:cxn ang="0">
                  <a:pos x="T0" y="T1"/>
                </a:cxn>
                <a:cxn ang="0">
                  <a:pos x="T2" y="T3"/>
                </a:cxn>
                <a:cxn ang="0">
                  <a:pos x="T4" y="T5"/>
                </a:cxn>
                <a:cxn ang="0">
                  <a:pos x="T6" y="T7"/>
                </a:cxn>
                <a:cxn ang="0">
                  <a:pos x="T8" y="T9"/>
                </a:cxn>
                <a:cxn ang="0">
                  <a:pos x="T10" y="T11"/>
                </a:cxn>
                <a:cxn ang="0">
                  <a:pos x="T12" y="T13"/>
                </a:cxn>
              </a:cxnLst>
              <a:rect l="0" t="0" r="r" b="b"/>
              <a:pathLst>
                <a:path w="221" h="221">
                  <a:moveTo>
                    <a:pt x="3" y="132"/>
                  </a:moveTo>
                  <a:cubicBezTo>
                    <a:pt x="3" y="60"/>
                    <a:pt x="60" y="3"/>
                    <a:pt x="131" y="3"/>
                  </a:cubicBezTo>
                  <a:cubicBezTo>
                    <a:pt x="166" y="3"/>
                    <a:pt x="198" y="17"/>
                    <a:pt x="221" y="39"/>
                  </a:cubicBezTo>
                  <a:cubicBezTo>
                    <a:pt x="197" y="15"/>
                    <a:pt x="165" y="0"/>
                    <a:pt x="128" y="0"/>
                  </a:cubicBezTo>
                  <a:cubicBezTo>
                    <a:pt x="57" y="0"/>
                    <a:pt x="0" y="57"/>
                    <a:pt x="0" y="129"/>
                  </a:cubicBezTo>
                  <a:cubicBezTo>
                    <a:pt x="0" y="165"/>
                    <a:pt x="15" y="198"/>
                    <a:pt x="39" y="221"/>
                  </a:cubicBezTo>
                  <a:cubicBezTo>
                    <a:pt x="16" y="198"/>
                    <a:pt x="3" y="166"/>
                    <a:pt x="3" y="132"/>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C7DA76CA-580D-4C57-8C6C-A7812AE485F9}"/>
                </a:ext>
              </a:extLst>
            </p:cNvPr>
            <p:cNvSpPr>
              <a:spLocks/>
            </p:cNvSpPr>
            <p:nvPr/>
          </p:nvSpPr>
          <p:spPr bwMode="auto">
            <a:xfrm>
              <a:off x="5697538" y="3768726"/>
              <a:ext cx="801688" cy="795338"/>
            </a:xfrm>
            <a:custGeom>
              <a:avLst/>
              <a:gdLst>
                <a:gd name="T0" fmla="*/ 211 w 211"/>
                <a:gd name="T1" fmla="*/ 106 h 211"/>
                <a:gd name="T2" fmla="*/ 105 w 211"/>
                <a:gd name="T3" fmla="*/ 211 h 211"/>
                <a:gd name="T4" fmla="*/ 0 w 211"/>
                <a:gd name="T5" fmla="*/ 105 h 211"/>
                <a:gd name="T6" fmla="*/ 106 w 211"/>
                <a:gd name="T7" fmla="*/ 0 h 211"/>
                <a:gd name="T8" fmla="*/ 211 w 211"/>
                <a:gd name="T9" fmla="*/ 106 h 211"/>
              </a:gdLst>
              <a:ahLst/>
              <a:cxnLst>
                <a:cxn ang="0">
                  <a:pos x="T0" y="T1"/>
                </a:cxn>
                <a:cxn ang="0">
                  <a:pos x="T2" y="T3"/>
                </a:cxn>
                <a:cxn ang="0">
                  <a:pos x="T4" y="T5"/>
                </a:cxn>
                <a:cxn ang="0">
                  <a:pos x="T6" y="T7"/>
                </a:cxn>
                <a:cxn ang="0">
                  <a:pos x="T8" y="T9"/>
                </a:cxn>
              </a:cxnLst>
              <a:rect l="0" t="0" r="r" b="b"/>
              <a:pathLst>
                <a:path w="211" h="211">
                  <a:moveTo>
                    <a:pt x="211" y="106"/>
                  </a:moveTo>
                  <a:cubicBezTo>
                    <a:pt x="210" y="164"/>
                    <a:pt x="163" y="211"/>
                    <a:pt x="105" y="211"/>
                  </a:cubicBezTo>
                  <a:cubicBezTo>
                    <a:pt x="47" y="210"/>
                    <a:pt x="0" y="163"/>
                    <a:pt x="0" y="105"/>
                  </a:cubicBezTo>
                  <a:cubicBezTo>
                    <a:pt x="1" y="47"/>
                    <a:pt x="48" y="0"/>
                    <a:pt x="106" y="0"/>
                  </a:cubicBezTo>
                  <a:cubicBezTo>
                    <a:pt x="164" y="1"/>
                    <a:pt x="211" y="48"/>
                    <a:pt x="211" y="106"/>
                  </a:cubicBezTo>
                  <a:close/>
                </a:path>
              </a:pathLst>
            </a:custGeom>
            <a:solidFill>
              <a:schemeClr val="accent3"/>
            </a:solidFill>
            <a:ln>
              <a:noFill/>
            </a:ln>
            <a:effectLst>
              <a:innerShdw blurRad="101600" dist="254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27" name="Group 26">
            <a:extLst>
              <a:ext uri="{FF2B5EF4-FFF2-40B4-BE49-F238E27FC236}">
                <a16:creationId xmlns:a16="http://schemas.microsoft.com/office/drawing/2014/main" id="{6DC131EB-AEA6-4E86-A103-774FB08EBEBF}"/>
              </a:ext>
            </a:extLst>
          </p:cNvPr>
          <p:cNvGrpSpPr/>
          <p:nvPr/>
        </p:nvGrpSpPr>
        <p:grpSpPr>
          <a:xfrm>
            <a:off x="5608638" y="2203451"/>
            <a:ext cx="977901" cy="973138"/>
            <a:chOff x="5608638" y="2203451"/>
            <a:chExt cx="977901" cy="973138"/>
          </a:xfrm>
          <a:effectLst>
            <a:outerShdw blurRad="177800" dist="114300" dir="2700000" sx="99000" sy="99000" algn="tl" rotWithShape="0">
              <a:prstClr val="black">
                <a:alpha val="31000"/>
              </a:prstClr>
            </a:outerShdw>
          </a:effectLst>
        </p:grpSpPr>
        <p:sp>
          <p:nvSpPr>
            <p:cNvPr id="15" name="Oval 14">
              <a:extLst>
                <a:ext uri="{FF2B5EF4-FFF2-40B4-BE49-F238E27FC236}">
                  <a16:creationId xmlns:a16="http://schemas.microsoft.com/office/drawing/2014/main" id="{04F0A3EC-3649-41A2-9252-955CE12A6AAE}"/>
                </a:ext>
              </a:extLst>
            </p:cNvPr>
            <p:cNvSpPr>
              <a:spLocks noChangeArrowheads="1"/>
            </p:cNvSpPr>
            <p:nvPr/>
          </p:nvSpPr>
          <p:spPr bwMode="auto">
            <a:xfrm>
              <a:off x="5608638" y="2203451"/>
              <a:ext cx="977900" cy="9731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5DA16D20-7449-47FC-A228-9A6D8BB0F2A7}"/>
                </a:ext>
              </a:extLst>
            </p:cNvPr>
            <p:cNvSpPr>
              <a:spLocks/>
            </p:cNvSpPr>
            <p:nvPr/>
          </p:nvSpPr>
          <p:spPr bwMode="auto">
            <a:xfrm>
              <a:off x="5746751" y="2343151"/>
              <a:ext cx="839788" cy="833438"/>
            </a:xfrm>
            <a:custGeom>
              <a:avLst/>
              <a:gdLst>
                <a:gd name="T0" fmla="*/ 182 w 221"/>
                <a:gd name="T1" fmla="*/ 0 h 221"/>
                <a:gd name="T2" fmla="*/ 219 w 221"/>
                <a:gd name="T3" fmla="*/ 90 h 221"/>
                <a:gd name="T4" fmla="*/ 90 w 221"/>
                <a:gd name="T5" fmla="*/ 219 h 221"/>
                <a:gd name="T6" fmla="*/ 0 w 221"/>
                <a:gd name="T7" fmla="*/ 182 h 221"/>
                <a:gd name="T8" fmla="*/ 92 w 221"/>
                <a:gd name="T9" fmla="*/ 221 h 221"/>
                <a:gd name="T10" fmla="*/ 221 w 221"/>
                <a:gd name="T11" fmla="*/ 92 h 221"/>
                <a:gd name="T12" fmla="*/ 182 w 221"/>
                <a:gd name="T13" fmla="*/ 0 h 221"/>
              </a:gdLst>
              <a:ahLst/>
              <a:cxnLst>
                <a:cxn ang="0">
                  <a:pos x="T0" y="T1"/>
                </a:cxn>
                <a:cxn ang="0">
                  <a:pos x="T2" y="T3"/>
                </a:cxn>
                <a:cxn ang="0">
                  <a:pos x="T4" y="T5"/>
                </a:cxn>
                <a:cxn ang="0">
                  <a:pos x="T6" y="T7"/>
                </a:cxn>
                <a:cxn ang="0">
                  <a:pos x="T8" y="T9"/>
                </a:cxn>
                <a:cxn ang="0">
                  <a:pos x="T10" y="T11"/>
                </a:cxn>
                <a:cxn ang="0">
                  <a:pos x="T12" y="T13"/>
                </a:cxn>
              </a:cxnLst>
              <a:rect l="0" t="0" r="r" b="b"/>
              <a:pathLst>
                <a:path w="221" h="221">
                  <a:moveTo>
                    <a:pt x="182" y="0"/>
                  </a:moveTo>
                  <a:cubicBezTo>
                    <a:pt x="205" y="23"/>
                    <a:pt x="219" y="55"/>
                    <a:pt x="219" y="90"/>
                  </a:cubicBezTo>
                  <a:cubicBezTo>
                    <a:pt x="219" y="161"/>
                    <a:pt x="161" y="219"/>
                    <a:pt x="90" y="219"/>
                  </a:cubicBezTo>
                  <a:cubicBezTo>
                    <a:pt x="55" y="219"/>
                    <a:pt x="23" y="205"/>
                    <a:pt x="0" y="182"/>
                  </a:cubicBezTo>
                  <a:cubicBezTo>
                    <a:pt x="24" y="206"/>
                    <a:pt x="56" y="221"/>
                    <a:pt x="92" y="221"/>
                  </a:cubicBezTo>
                  <a:cubicBezTo>
                    <a:pt x="163" y="221"/>
                    <a:pt x="221" y="163"/>
                    <a:pt x="221" y="92"/>
                  </a:cubicBezTo>
                  <a:cubicBezTo>
                    <a:pt x="221" y="56"/>
                    <a:pt x="206" y="23"/>
                    <a:pt x="182"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8E769118-D552-4D37-800E-1901699F51BC}"/>
                </a:ext>
              </a:extLst>
            </p:cNvPr>
            <p:cNvSpPr>
              <a:spLocks/>
            </p:cNvSpPr>
            <p:nvPr/>
          </p:nvSpPr>
          <p:spPr bwMode="auto">
            <a:xfrm>
              <a:off x="5608638" y="2203451"/>
              <a:ext cx="841375" cy="836613"/>
            </a:xfrm>
            <a:custGeom>
              <a:avLst/>
              <a:gdLst>
                <a:gd name="T0" fmla="*/ 3 w 221"/>
                <a:gd name="T1" fmla="*/ 132 h 222"/>
                <a:gd name="T2" fmla="*/ 131 w 221"/>
                <a:gd name="T3" fmla="*/ 3 h 222"/>
                <a:gd name="T4" fmla="*/ 221 w 221"/>
                <a:gd name="T5" fmla="*/ 40 h 222"/>
                <a:gd name="T6" fmla="*/ 128 w 221"/>
                <a:gd name="T7" fmla="*/ 0 h 222"/>
                <a:gd name="T8" fmla="*/ 0 w 221"/>
                <a:gd name="T9" fmla="*/ 129 h 222"/>
                <a:gd name="T10" fmla="*/ 39 w 221"/>
                <a:gd name="T11" fmla="*/ 222 h 222"/>
                <a:gd name="T12" fmla="*/ 3 w 221"/>
                <a:gd name="T13" fmla="*/ 132 h 222"/>
              </a:gdLst>
              <a:ahLst/>
              <a:cxnLst>
                <a:cxn ang="0">
                  <a:pos x="T0" y="T1"/>
                </a:cxn>
                <a:cxn ang="0">
                  <a:pos x="T2" y="T3"/>
                </a:cxn>
                <a:cxn ang="0">
                  <a:pos x="T4" y="T5"/>
                </a:cxn>
                <a:cxn ang="0">
                  <a:pos x="T6" y="T7"/>
                </a:cxn>
                <a:cxn ang="0">
                  <a:pos x="T8" y="T9"/>
                </a:cxn>
                <a:cxn ang="0">
                  <a:pos x="T10" y="T11"/>
                </a:cxn>
                <a:cxn ang="0">
                  <a:pos x="T12" y="T13"/>
                </a:cxn>
              </a:cxnLst>
              <a:rect l="0" t="0" r="r" b="b"/>
              <a:pathLst>
                <a:path w="221" h="222">
                  <a:moveTo>
                    <a:pt x="3" y="132"/>
                  </a:moveTo>
                  <a:cubicBezTo>
                    <a:pt x="3" y="61"/>
                    <a:pt x="60" y="3"/>
                    <a:pt x="131" y="3"/>
                  </a:cubicBezTo>
                  <a:cubicBezTo>
                    <a:pt x="166" y="3"/>
                    <a:pt x="198" y="17"/>
                    <a:pt x="221" y="40"/>
                  </a:cubicBezTo>
                  <a:cubicBezTo>
                    <a:pt x="197" y="15"/>
                    <a:pt x="165" y="0"/>
                    <a:pt x="128" y="0"/>
                  </a:cubicBezTo>
                  <a:cubicBezTo>
                    <a:pt x="57" y="0"/>
                    <a:pt x="0" y="58"/>
                    <a:pt x="0" y="129"/>
                  </a:cubicBezTo>
                  <a:cubicBezTo>
                    <a:pt x="0" y="166"/>
                    <a:pt x="15" y="198"/>
                    <a:pt x="39" y="222"/>
                  </a:cubicBezTo>
                  <a:cubicBezTo>
                    <a:pt x="16" y="199"/>
                    <a:pt x="3" y="167"/>
                    <a:pt x="3" y="13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800E4E95-B497-4093-808D-21C0C8E6C3A1}"/>
                </a:ext>
              </a:extLst>
            </p:cNvPr>
            <p:cNvSpPr>
              <a:spLocks/>
            </p:cNvSpPr>
            <p:nvPr/>
          </p:nvSpPr>
          <p:spPr bwMode="auto">
            <a:xfrm>
              <a:off x="5697538" y="2293938"/>
              <a:ext cx="801688" cy="795338"/>
            </a:xfrm>
            <a:custGeom>
              <a:avLst/>
              <a:gdLst>
                <a:gd name="T0" fmla="*/ 211 w 211"/>
                <a:gd name="T1" fmla="*/ 106 h 211"/>
                <a:gd name="T2" fmla="*/ 105 w 211"/>
                <a:gd name="T3" fmla="*/ 210 h 211"/>
                <a:gd name="T4" fmla="*/ 0 w 211"/>
                <a:gd name="T5" fmla="*/ 104 h 211"/>
                <a:gd name="T6" fmla="*/ 106 w 211"/>
                <a:gd name="T7" fmla="*/ 0 h 211"/>
                <a:gd name="T8" fmla="*/ 211 w 211"/>
                <a:gd name="T9" fmla="*/ 106 h 211"/>
              </a:gdLst>
              <a:ahLst/>
              <a:cxnLst>
                <a:cxn ang="0">
                  <a:pos x="T0" y="T1"/>
                </a:cxn>
                <a:cxn ang="0">
                  <a:pos x="T2" y="T3"/>
                </a:cxn>
                <a:cxn ang="0">
                  <a:pos x="T4" y="T5"/>
                </a:cxn>
                <a:cxn ang="0">
                  <a:pos x="T6" y="T7"/>
                </a:cxn>
                <a:cxn ang="0">
                  <a:pos x="T8" y="T9"/>
                </a:cxn>
              </a:cxnLst>
              <a:rect l="0" t="0" r="r" b="b"/>
              <a:pathLst>
                <a:path w="211" h="211">
                  <a:moveTo>
                    <a:pt x="211" y="106"/>
                  </a:moveTo>
                  <a:cubicBezTo>
                    <a:pt x="210" y="164"/>
                    <a:pt x="163" y="211"/>
                    <a:pt x="105" y="210"/>
                  </a:cubicBezTo>
                  <a:cubicBezTo>
                    <a:pt x="47" y="210"/>
                    <a:pt x="0" y="163"/>
                    <a:pt x="0" y="104"/>
                  </a:cubicBezTo>
                  <a:cubicBezTo>
                    <a:pt x="1" y="46"/>
                    <a:pt x="48" y="0"/>
                    <a:pt x="106" y="0"/>
                  </a:cubicBezTo>
                  <a:cubicBezTo>
                    <a:pt x="164" y="0"/>
                    <a:pt x="211" y="48"/>
                    <a:pt x="211" y="106"/>
                  </a:cubicBezTo>
                  <a:close/>
                </a:path>
              </a:pathLst>
            </a:custGeom>
            <a:solidFill>
              <a:schemeClr val="accent1"/>
            </a:solidFill>
            <a:ln>
              <a:noFill/>
            </a:ln>
            <a:effectLst>
              <a:innerShdw blurRad="101600" dist="254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5F2042F0-9BA8-4A93-8BB0-CF7DEFBBCCED}"/>
              </a:ext>
            </a:extLst>
          </p:cNvPr>
          <p:cNvGrpSpPr/>
          <p:nvPr/>
        </p:nvGrpSpPr>
        <p:grpSpPr>
          <a:xfrm>
            <a:off x="5608638" y="728663"/>
            <a:ext cx="977901" cy="973138"/>
            <a:chOff x="5608638" y="728663"/>
            <a:chExt cx="977901" cy="973138"/>
          </a:xfrm>
          <a:effectLst>
            <a:outerShdw blurRad="177800" dist="114300" dir="2700000" sx="99000" sy="99000" algn="tl" rotWithShape="0">
              <a:prstClr val="black">
                <a:alpha val="31000"/>
              </a:prstClr>
            </a:outerShdw>
          </a:effectLst>
        </p:grpSpPr>
        <p:sp>
          <p:nvSpPr>
            <p:cNvPr id="12" name="Oval 11">
              <a:extLst>
                <a:ext uri="{FF2B5EF4-FFF2-40B4-BE49-F238E27FC236}">
                  <a16:creationId xmlns:a16="http://schemas.microsoft.com/office/drawing/2014/main" id="{6FE3A593-FF02-48B2-A47D-FBD851512B52}"/>
                </a:ext>
              </a:extLst>
            </p:cNvPr>
            <p:cNvSpPr>
              <a:spLocks noChangeArrowheads="1"/>
            </p:cNvSpPr>
            <p:nvPr/>
          </p:nvSpPr>
          <p:spPr bwMode="auto">
            <a:xfrm>
              <a:off x="5608638" y="728663"/>
              <a:ext cx="977900" cy="973138"/>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E58F308B-0BE7-4BFA-AF3D-DBC4A271F757}"/>
                </a:ext>
              </a:extLst>
            </p:cNvPr>
            <p:cNvSpPr>
              <a:spLocks/>
            </p:cNvSpPr>
            <p:nvPr/>
          </p:nvSpPr>
          <p:spPr bwMode="auto">
            <a:xfrm>
              <a:off x="5746751" y="868363"/>
              <a:ext cx="839788" cy="833438"/>
            </a:xfrm>
            <a:custGeom>
              <a:avLst/>
              <a:gdLst>
                <a:gd name="T0" fmla="*/ 182 w 221"/>
                <a:gd name="T1" fmla="*/ 0 h 221"/>
                <a:gd name="T2" fmla="*/ 219 w 221"/>
                <a:gd name="T3" fmla="*/ 90 h 221"/>
                <a:gd name="T4" fmla="*/ 90 w 221"/>
                <a:gd name="T5" fmla="*/ 218 h 221"/>
                <a:gd name="T6" fmla="*/ 0 w 221"/>
                <a:gd name="T7" fmla="*/ 182 h 221"/>
                <a:gd name="T8" fmla="*/ 92 w 221"/>
                <a:gd name="T9" fmla="*/ 221 h 221"/>
                <a:gd name="T10" fmla="*/ 221 w 221"/>
                <a:gd name="T11" fmla="*/ 92 h 221"/>
                <a:gd name="T12" fmla="*/ 182 w 221"/>
                <a:gd name="T13" fmla="*/ 0 h 221"/>
              </a:gdLst>
              <a:ahLst/>
              <a:cxnLst>
                <a:cxn ang="0">
                  <a:pos x="T0" y="T1"/>
                </a:cxn>
                <a:cxn ang="0">
                  <a:pos x="T2" y="T3"/>
                </a:cxn>
                <a:cxn ang="0">
                  <a:pos x="T4" y="T5"/>
                </a:cxn>
                <a:cxn ang="0">
                  <a:pos x="T6" y="T7"/>
                </a:cxn>
                <a:cxn ang="0">
                  <a:pos x="T8" y="T9"/>
                </a:cxn>
                <a:cxn ang="0">
                  <a:pos x="T10" y="T11"/>
                </a:cxn>
                <a:cxn ang="0">
                  <a:pos x="T12" y="T13"/>
                </a:cxn>
              </a:cxnLst>
              <a:rect l="0" t="0" r="r" b="b"/>
              <a:pathLst>
                <a:path w="221" h="221">
                  <a:moveTo>
                    <a:pt x="182" y="0"/>
                  </a:moveTo>
                  <a:cubicBezTo>
                    <a:pt x="205" y="23"/>
                    <a:pt x="219" y="55"/>
                    <a:pt x="219" y="90"/>
                  </a:cubicBezTo>
                  <a:cubicBezTo>
                    <a:pt x="219" y="161"/>
                    <a:pt x="161" y="218"/>
                    <a:pt x="90" y="218"/>
                  </a:cubicBezTo>
                  <a:cubicBezTo>
                    <a:pt x="55" y="218"/>
                    <a:pt x="23" y="204"/>
                    <a:pt x="0" y="182"/>
                  </a:cubicBezTo>
                  <a:cubicBezTo>
                    <a:pt x="24" y="206"/>
                    <a:pt x="56" y="221"/>
                    <a:pt x="92" y="221"/>
                  </a:cubicBezTo>
                  <a:cubicBezTo>
                    <a:pt x="163" y="221"/>
                    <a:pt x="221" y="163"/>
                    <a:pt x="221" y="92"/>
                  </a:cubicBezTo>
                  <a:cubicBezTo>
                    <a:pt x="221" y="56"/>
                    <a:pt x="206" y="23"/>
                    <a:pt x="182"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1A7DA1C5-A747-437B-B8F3-0AE4427818B3}"/>
                </a:ext>
              </a:extLst>
            </p:cNvPr>
            <p:cNvSpPr>
              <a:spLocks/>
            </p:cNvSpPr>
            <p:nvPr/>
          </p:nvSpPr>
          <p:spPr bwMode="auto">
            <a:xfrm>
              <a:off x="5608638" y="728663"/>
              <a:ext cx="841375" cy="833438"/>
            </a:xfrm>
            <a:custGeom>
              <a:avLst/>
              <a:gdLst>
                <a:gd name="T0" fmla="*/ 3 w 221"/>
                <a:gd name="T1" fmla="*/ 132 h 221"/>
                <a:gd name="T2" fmla="*/ 131 w 221"/>
                <a:gd name="T3" fmla="*/ 3 h 221"/>
                <a:gd name="T4" fmla="*/ 221 w 221"/>
                <a:gd name="T5" fmla="*/ 39 h 221"/>
                <a:gd name="T6" fmla="*/ 128 w 221"/>
                <a:gd name="T7" fmla="*/ 0 h 221"/>
                <a:gd name="T8" fmla="*/ 0 w 221"/>
                <a:gd name="T9" fmla="*/ 129 h 221"/>
                <a:gd name="T10" fmla="*/ 39 w 221"/>
                <a:gd name="T11" fmla="*/ 221 h 221"/>
                <a:gd name="T12" fmla="*/ 3 w 221"/>
                <a:gd name="T13" fmla="*/ 132 h 221"/>
              </a:gdLst>
              <a:ahLst/>
              <a:cxnLst>
                <a:cxn ang="0">
                  <a:pos x="T0" y="T1"/>
                </a:cxn>
                <a:cxn ang="0">
                  <a:pos x="T2" y="T3"/>
                </a:cxn>
                <a:cxn ang="0">
                  <a:pos x="T4" y="T5"/>
                </a:cxn>
                <a:cxn ang="0">
                  <a:pos x="T6" y="T7"/>
                </a:cxn>
                <a:cxn ang="0">
                  <a:pos x="T8" y="T9"/>
                </a:cxn>
                <a:cxn ang="0">
                  <a:pos x="T10" y="T11"/>
                </a:cxn>
                <a:cxn ang="0">
                  <a:pos x="T12" y="T13"/>
                </a:cxn>
              </a:cxnLst>
              <a:rect l="0" t="0" r="r" b="b"/>
              <a:pathLst>
                <a:path w="221" h="221">
                  <a:moveTo>
                    <a:pt x="3" y="132"/>
                  </a:moveTo>
                  <a:cubicBezTo>
                    <a:pt x="3" y="61"/>
                    <a:pt x="60" y="3"/>
                    <a:pt x="131" y="3"/>
                  </a:cubicBezTo>
                  <a:cubicBezTo>
                    <a:pt x="166" y="3"/>
                    <a:pt x="198" y="17"/>
                    <a:pt x="221" y="39"/>
                  </a:cubicBezTo>
                  <a:cubicBezTo>
                    <a:pt x="197" y="15"/>
                    <a:pt x="165" y="0"/>
                    <a:pt x="128" y="0"/>
                  </a:cubicBezTo>
                  <a:cubicBezTo>
                    <a:pt x="57" y="0"/>
                    <a:pt x="0" y="58"/>
                    <a:pt x="0" y="129"/>
                  </a:cubicBezTo>
                  <a:cubicBezTo>
                    <a:pt x="0" y="165"/>
                    <a:pt x="15" y="198"/>
                    <a:pt x="39" y="221"/>
                  </a:cubicBezTo>
                  <a:cubicBezTo>
                    <a:pt x="16" y="198"/>
                    <a:pt x="3" y="167"/>
                    <a:pt x="3" y="132"/>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645D9B0C-AF13-4CE5-ADCD-61878845430D}"/>
                </a:ext>
              </a:extLst>
            </p:cNvPr>
            <p:cNvSpPr>
              <a:spLocks/>
            </p:cNvSpPr>
            <p:nvPr/>
          </p:nvSpPr>
          <p:spPr bwMode="auto">
            <a:xfrm>
              <a:off x="5697538" y="815976"/>
              <a:ext cx="801688" cy="795338"/>
            </a:xfrm>
            <a:custGeom>
              <a:avLst/>
              <a:gdLst>
                <a:gd name="T0" fmla="*/ 211 w 211"/>
                <a:gd name="T1" fmla="*/ 106 h 211"/>
                <a:gd name="T2" fmla="*/ 105 w 211"/>
                <a:gd name="T3" fmla="*/ 211 h 211"/>
                <a:gd name="T4" fmla="*/ 0 w 211"/>
                <a:gd name="T5" fmla="*/ 105 h 211"/>
                <a:gd name="T6" fmla="*/ 106 w 211"/>
                <a:gd name="T7" fmla="*/ 1 h 211"/>
                <a:gd name="T8" fmla="*/ 211 w 211"/>
                <a:gd name="T9" fmla="*/ 106 h 211"/>
              </a:gdLst>
              <a:ahLst/>
              <a:cxnLst>
                <a:cxn ang="0">
                  <a:pos x="T0" y="T1"/>
                </a:cxn>
                <a:cxn ang="0">
                  <a:pos x="T2" y="T3"/>
                </a:cxn>
                <a:cxn ang="0">
                  <a:pos x="T4" y="T5"/>
                </a:cxn>
                <a:cxn ang="0">
                  <a:pos x="T6" y="T7"/>
                </a:cxn>
                <a:cxn ang="0">
                  <a:pos x="T8" y="T9"/>
                </a:cxn>
              </a:cxnLst>
              <a:rect l="0" t="0" r="r" b="b"/>
              <a:pathLst>
                <a:path w="211" h="211">
                  <a:moveTo>
                    <a:pt x="211" y="106"/>
                  </a:moveTo>
                  <a:cubicBezTo>
                    <a:pt x="210" y="165"/>
                    <a:pt x="163" y="211"/>
                    <a:pt x="105" y="211"/>
                  </a:cubicBezTo>
                  <a:cubicBezTo>
                    <a:pt x="47" y="211"/>
                    <a:pt x="0" y="163"/>
                    <a:pt x="0" y="105"/>
                  </a:cubicBezTo>
                  <a:cubicBezTo>
                    <a:pt x="1" y="47"/>
                    <a:pt x="48" y="0"/>
                    <a:pt x="106" y="1"/>
                  </a:cubicBezTo>
                  <a:cubicBezTo>
                    <a:pt x="164" y="1"/>
                    <a:pt x="211" y="48"/>
                    <a:pt x="211" y="106"/>
                  </a:cubicBezTo>
                  <a:close/>
                </a:path>
              </a:pathLst>
            </a:custGeom>
            <a:solidFill>
              <a:schemeClr val="accent2"/>
            </a:solidFill>
            <a:ln>
              <a:noFill/>
            </a:ln>
            <a:effectLst>
              <a:innerShdw blurRad="101600" dist="254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31" name="Group 30">
            <a:extLst>
              <a:ext uri="{FF2B5EF4-FFF2-40B4-BE49-F238E27FC236}">
                <a16:creationId xmlns:a16="http://schemas.microsoft.com/office/drawing/2014/main" id="{146F09B9-885D-4818-9EBE-050561F4969C}"/>
              </a:ext>
            </a:extLst>
          </p:cNvPr>
          <p:cNvGrpSpPr/>
          <p:nvPr/>
        </p:nvGrpSpPr>
        <p:grpSpPr>
          <a:xfrm>
            <a:off x="5838140" y="3935435"/>
            <a:ext cx="695862" cy="670279"/>
            <a:chOff x="6715125" y="2906713"/>
            <a:chExt cx="863600" cy="831850"/>
          </a:xfrm>
        </p:grpSpPr>
        <p:sp>
          <p:nvSpPr>
            <p:cNvPr id="41" name="Freeform 184">
              <a:extLst>
                <a:ext uri="{FF2B5EF4-FFF2-40B4-BE49-F238E27FC236}">
                  <a16:creationId xmlns:a16="http://schemas.microsoft.com/office/drawing/2014/main" id="{B55B1171-AA4D-4A2D-B94B-242EDA9C8088}"/>
                </a:ext>
              </a:extLst>
            </p:cNvPr>
            <p:cNvSpPr>
              <a:spLocks/>
            </p:cNvSpPr>
            <p:nvPr/>
          </p:nvSpPr>
          <p:spPr bwMode="auto">
            <a:xfrm>
              <a:off x="6715125" y="2906713"/>
              <a:ext cx="863600" cy="831850"/>
            </a:xfrm>
            <a:custGeom>
              <a:avLst/>
              <a:gdLst>
                <a:gd name="T0" fmla="*/ 151 w 241"/>
                <a:gd name="T1" fmla="*/ 6 h 232"/>
                <a:gd name="T2" fmla="*/ 241 w 241"/>
                <a:gd name="T3" fmla="*/ 95 h 232"/>
                <a:gd name="T4" fmla="*/ 104 w 241"/>
                <a:gd name="T5" fmla="*/ 232 h 232"/>
                <a:gd name="T6" fmla="*/ 24 w 241"/>
                <a:gd name="T7" fmla="*/ 152 h 232"/>
                <a:gd name="T8" fmla="*/ 38 w 241"/>
                <a:gd name="T9" fmla="*/ 61 h 232"/>
                <a:gd name="T10" fmla="*/ 37 w 241"/>
                <a:gd name="T11" fmla="*/ 61 h 232"/>
                <a:gd name="T12" fmla="*/ 21 w 241"/>
                <a:gd name="T13" fmla="*/ 44 h 232"/>
                <a:gd name="T14" fmla="*/ 21 w 241"/>
                <a:gd name="T15" fmla="*/ 41 h 232"/>
                <a:gd name="T16" fmla="*/ 42 w 241"/>
                <a:gd name="T17" fmla="*/ 38 h 232"/>
                <a:gd name="T18" fmla="*/ 24 w 241"/>
                <a:gd name="T19" fmla="*/ 20 h 232"/>
                <a:gd name="T20" fmla="*/ 26 w 241"/>
                <a:gd name="T21" fmla="*/ 4 h 232"/>
                <a:gd name="T22" fmla="*/ 47 w 241"/>
                <a:gd name="T23" fmla="*/ 3 h 232"/>
                <a:gd name="T24" fmla="*/ 66 w 241"/>
                <a:gd name="T25" fmla="*/ 22 h 232"/>
                <a:gd name="T26" fmla="*/ 66 w 241"/>
                <a:gd name="T27" fmla="*/ 20 h 232"/>
                <a:gd name="T28" fmla="*/ 52 w 241"/>
                <a:gd name="T29" fmla="*/ 6 h 232"/>
                <a:gd name="T30" fmla="*/ 52 w 241"/>
                <a:gd name="T31" fmla="*/ 2 h 232"/>
                <a:gd name="T32" fmla="*/ 85 w 241"/>
                <a:gd name="T33" fmla="*/ 2 h 232"/>
                <a:gd name="T34" fmla="*/ 92 w 241"/>
                <a:gd name="T35" fmla="*/ 8 h 232"/>
                <a:gd name="T36" fmla="*/ 92 w 241"/>
                <a:gd name="T37" fmla="*/ 2 h 232"/>
                <a:gd name="T38" fmla="*/ 116 w 241"/>
                <a:gd name="T39" fmla="*/ 2 h 232"/>
                <a:gd name="T40" fmla="*/ 126 w 241"/>
                <a:gd name="T41" fmla="*/ 12 h 232"/>
                <a:gd name="T42" fmla="*/ 126 w 241"/>
                <a:gd name="T43" fmla="*/ 3 h 232"/>
                <a:gd name="T44" fmla="*/ 151 w 241"/>
                <a:gd name="T45" fmla="*/ 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1" h="232">
                  <a:moveTo>
                    <a:pt x="151" y="6"/>
                  </a:moveTo>
                  <a:cubicBezTo>
                    <a:pt x="241" y="95"/>
                    <a:pt x="241" y="95"/>
                    <a:pt x="241" y="95"/>
                  </a:cubicBezTo>
                  <a:cubicBezTo>
                    <a:pt x="104" y="232"/>
                    <a:pt x="104" y="232"/>
                    <a:pt x="104" y="232"/>
                  </a:cubicBezTo>
                  <a:cubicBezTo>
                    <a:pt x="24" y="152"/>
                    <a:pt x="24" y="152"/>
                    <a:pt x="24" y="152"/>
                  </a:cubicBezTo>
                  <a:cubicBezTo>
                    <a:pt x="24" y="152"/>
                    <a:pt x="0" y="80"/>
                    <a:pt x="38" y="61"/>
                  </a:cubicBezTo>
                  <a:cubicBezTo>
                    <a:pt x="37" y="61"/>
                    <a:pt x="37" y="61"/>
                    <a:pt x="37" y="61"/>
                  </a:cubicBezTo>
                  <a:cubicBezTo>
                    <a:pt x="21" y="44"/>
                    <a:pt x="21" y="44"/>
                    <a:pt x="21" y="44"/>
                  </a:cubicBezTo>
                  <a:cubicBezTo>
                    <a:pt x="21" y="41"/>
                    <a:pt x="21" y="41"/>
                    <a:pt x="21" y="41"/>
                  </a:cubicBezTo>
                  <a:cubicBezTo>
                    <a:pt x="21" y="41"/>
                    <a:pt x="39" y="46"/>
                    <a:pt x="42" y="38"/>
                  </a:cubicBezTo>
                  <a:cubicBezTo>
                    <a:pt x="39" y="35"/>
                    <a:pt x="24" y="20"/>
                    <a:pt x="24" y="20"/>
                  </a:cubicBezTo>
                  <a:cubicBezTo>
                    <a:pt x="24" y="20"/>
                    <a:pt x="20" y="8"/>
                    <a:pt x="26" y="4"/>
                  </a:cubicBezTo>
                  <a:cubicBezTo>
                    <a:pt x="29" y="3"/>
                    <a:pt x="30" y="0"/>
                    <a:pt x="47" y="3"/>
                  </a:cubicBezTo>
                  <a:cubicBezTo>
                    <a:pt x="56" y="12"/>
                    <a:pt x="66" y="22"/>
                    <a:pt x="66" y="22"/>
                  </a:cubicBezTo>
                  <a:cubicBezTo>
                    <a:pt x="66" y="20"/>
                    <a:pt x="66" y="20"/>
                    <a:pt x="66" y="20"/>
                  </a:cubicBezTo>
                  <a:cubicBezTo>
                    <a:pt x="52" y="6"/>
                    <a:pt x="52" y="6"/>
                    <a:pt x="52" y="6"/>
                  </a:cubicBezTo>
                  <a:cubicBezTo>
                    <a:pt x="52" y="2"/>
                    <a:pt x="52" y="2"/>
                    <a:pt x="52" y="2"/>
                  </a:cubicBezTo>
                  <a:cubicBezTo>
                    <a:pt x="85" y="2"/>
                    <a:pt x="85" y="2"/>
                    <a:pt x="85" y="2"/>
                  </a:cubicBezTo>
                  <a:cubicBezTo>
                    <a:pt x="92" y="8"/>
                    <a:pt x="92" y="8"/>
                    <a:pt x="92" y="8"/>
                  </a:cubicBezTo>
                  <a:cubicBezTo>
                    <a:pt x="92" y="2"/>
                    <a:pt x="92" y="2"/>
                    <a:pt x="92" y="2"/>
                  </a:cubicBezTo>
                  <a:cubicBezTo>
                    <a:pt x="116" y="2"/>
                    <a:pt x="116" y="2"/>
                    <a:pt x="116" y="2"/>
                  </a:cubicBezTo>
                  <a:cubicBezTo>
                    <a:pt x="126" y="12"/>
                    <a:pt x="126" y="12"/>
                    <a:pt x="126" y="12"/>
                  </a:cubicBezTo>
                  <a:cubicBezTo>
                    <a:pt x="126" y="3"/>
                    <a:pt x="126" y="3"/>
                    <a:pt x="126" y="3"/>
                  </a:cubicBezTo>
                  <a:cubicBezTo>
                    <a:pt x="126" y="3"/>
                    <a:pt x="140" y="1"/>
                    <a:pt x="151" y="6"/>
                  </a:cubicBezTo>
                  <a:close/>
                </a:path>
              </a:pathLst>
            </a:custGeom>
            <a:gradFill flip="none" rotWithShape="1">
              <a:gsLst>
                <a:gs pos="13000">
                  <a:schemeClr val="accent3">
                    <a:lumMod val="50000"/>
                  </a:schemeClr>
                </a:gs>
                <a:gs pos="74000">
                  <a:schemeClr val="accent3">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2" name="Freeform 185">
              <a:extLst>
                <a:ext uri="{FF2B5EF4-FFF2-40B4-BE49-F238E27FC236}">
                  <a16:creationId xmlns:a16="http://schemas.microsoft.com/office/drawing/2014/main" id="{C9FF3571-A278-4FBF-96E0-D73C94518772}"/>
                </a:ext>
              </a:extLst>
            </p:cNvPr>
            <p:cNvSpPr>
              <a:spLocks noEditPoints="1"/>
            </p:cNvSpPr>
            <p:nvPr/>
          </p:nvSpPr>
          <p:spPr bwMode="auto">
            <a:xfrm>
              <a:off x="6761163" y="2909888"/>
              <a:ext cx="530225" cy="582613"/>
            </a:xfrm>
            <a:custGeom>
              <a:avLst/>
              <a:gdLst>
                <a:gd name="T0" fmla="*/ 31 w 148"/>
                <a:gd name="T1" fmla="*/ 42 h 162"/>
                <a:gd name="T2" fmla="*/ 8 w 148"/>
                <a:gd name="T3" fmla="*/ 43 h 162"/>
                <a:gd name="T4" fmla="*/ 13 w 148"/>
                <a:gd name="T5" fmla="*/ 40 h 162"/>
                <a:gd name="T6" fmla="*/ 28 w 148"/>
                <a:gd name="T7" fmla="*/ 39 h 162"/>
                <a:gd name="T8" fmla="*/ 29 w 148"/>
                <a:gd name="T9" fmla="*/ 30 h 162"/>
                <a:gd name="T10" fmla="*/ 20 w 148"/>
                <a:gd name="T11" fmla="*/ 24 h 162"/>
                <a:gd name="T12" fmla="*/ 8 w 148"/>
                <a:gd name="T13" fmla="*/ 11 h 162"/>
                <a:gd name="T14" fmla="*/ 22 w 148"/>
                <a:gd name="T15" fmla="*/ 0 h 162"/>
                <a:gd name="T16" fmla="*/ 33 w 148"/>
                <a:gd name="T17" fmla="*/ 7 h 162"/>
                <a:gd name="T18" fmla="*/ 16 w 148"/>
                <a:gd name="T19" fmla="*/ 6 h 162"/>
                <a:gd name="T20" fmla="*/ 14 w 148"/>
                <a:gd name="T21" fmla="*/ 15 h 162"/>
                <a:gd name="T22" fmla="*/ 23 w 148"/>
                <a:gd name="T23" fmla="*/ 20 h 162"/>
                <a:gd name="T24" fmla="*/ 35 w 148"/>
                <a:gd name="T25" fmla="*/ 33 h 162"/>
                <a:gd name="T26" fmla="*/ 53 w 148"/>
                <a:gd name="T27" fmla="*/ 45 h 162"/>
                <a:gd name="T28" fmla="*/ 39 w 148"/>
                <a:gd name="T29" fmla="*/ 5 h 162"/>
                <a:gd name="T30" fmla="*/ 72 w 148"/>
                <a:gd name="T31" fmla="*/ 1 h 162"/>
                <a:gd name="T32" fmla="*/ 58 w 148"/>
                <a:gd name="T33" fmla="*/ 5 h 162"/>
                <a:gd name="T34" fmla="*/ 103 w 148"/>
                <a:gd name="T35" fmla="*/ 45 h 162"/>
                <a:gd name="T36" fmla="*/ 79 w 148"/>
                <a:gd name="T37" fmla="*/ 1 h 162"/>
                <a:gd name="T38" fmla="*/ 103 w 148"/>
                <a:gd name="T39" fmla="*/ 5 h 162"/>
                <a:gd name="T40" fmla="*/ 84 w 148"/>
                <a:gd name="T41" fmla="*/ 19 h 162"/>
                <a:gd name="T42" fmla="*/ 102 w 148"/>
                <a:gd name="T43" fmla="*/ 24 h 162"/>
                <a:gd name="T44" fmla="*/ 84 w 148"/>
                <a:gd name="T45" fmla="*/ 40 h 162"/>
                <a:gd name="T46" fmla="*/ 103 w 148"/>
                <a:gd name="T47" fmla="*/ 45 h 162"/>
                <a:gd name="T48" fmla="*/ 136 w 148"/>
                <a:gd name="T49" fmla="*/ 24 h 162"/>
                <a:gd name="T50" fmla="*/ 118 w 148"/>
                <a:gd name="T51" fmla="*/ 27 h 162"/>
                <a:gd name="T52" fmla="*/ 113 w 148"/>
                <a:gd name="T53" fmla="*/ 45 h 162"/>
                <a:gd name="T54" fmla="*/ 124 w 148"/>
                <a:gd name="T55" fmla="*/ 1 h 162"/>
                <a:gd name="T56" fmla="*/ 118 w 148"/>
                <a:gd name="T57" fmla="*/ 23 h 162"/>
                <a:gd name="T58" fmla="*/ 133 w 148"/>
                <a:gd name="T59" fmla="*/ 21 h 162"/>
                <a:gd name="T60" fmla="*/ 133 w 148"/>
                <a:gd name="T61" fmla="*/ 7 h 162"/>
                <a:gd name="T62" fmla="*/ 118 w 148"/>
                <a:gd name="T63" fmla="*/ 5 h 162"/>
                <a:gd name="T64" fmla="*/ 69 w 148"/>
                <a:gd name="T65" fmla="*/ 110 h 162"/>
                <a:gd name="T66" fmla="*/ 34 w 148"/>
                <a:gd name="T67" fmla="*/ 162 h 162"/>
                <a:gd name="T68" fmla="*/ 0 w 148"/>
                <a:gd name="T69" fmla="*/ 110 h 162"/>
                <a:gd name="T70" fmla="*/ 34 w 148"/>
                <a:gd name="T71" fmla="*/ 58 h 162"/>
                <a:gd name="T72" fmla="*/ 69 w 148"/>
                <a:gd name="T73" fmla="*/ 110 h 162"/>
                <a:gd name="T74" fmla="*/ 21 w 148"/>
                <a:gd name="T75" fmla="*/ 140 h 162"/>
                <a:gd name="T76" fmla="*/ 48 w 148"/>
                <a:gd name="T77" fmla="*/ 140 h 162"/>
                <a:gd name="T78" fmla="*/ 48 w 148"/>
                <a:gd name="T79" fmla="*/ 81 h 162"/>
                <a:gd name="T80" fmla="*/ 21 w 148"/>
                <a:gd name="T81" fmla="*/ 81 h 162"/>
                <a:gd name="T82" fmla="*/ 145 w 148"/>
                <a:gd name="T83" fmla="*/ 83 h 162"/>
                <a:gd name="T84" fmla="*/ 124 w 148"/>
                <a:gd name="T85" fmla="*/ 108 h 162"/>
                <a:gd name="T86" fmla="*/ 142 w 148"/>
                <a:gd name="T87" fmla="*/ 116 h 162"/>
                <a:gd name="T88" fmla="*/ 138 w 148"/>
                <a:gd name="T89" fmla="*/ 154 h 162"/>
                <a:gd name="T90" fmla="*/ 81 w 148"/>
                <a:gd name="T91" fmla="*/ 157 h 162"/>
                <a:gd name="T92" fmla="*/ 94 w 148"/>
                <a:gd name="T93" fmla="*/ 147 h 162"/>
                <a:gd name="T94" fmla="*/ 126 w 148"/>
                <a:gd name="T95" fmla="*/ 145 h 162"/>
                <a:gd name="T96" fmla="*/ 125 w 148"/>
                <a:gd name="T97" fmla="*/ 119 h 162"/>
                <a:gd name="T98" fmla="*/ 96 w 148"/>
                <a:gd name="T99" fmla="*/ 115 h 162"/>
                <a:gd name="T100" fmla="*/ 105 w 148"/>
                <a:gd name="T101" fmla="*/ 102 h 162"/>
                <a:gd name="T102" fmla="*/ 125 w 148"/>
                <a:gd name="T103" fmla="*/ 76 h 162"/>
                <a:gd name="T104" fmla="*/ 101 w 148"/>
                <a:gd name="T105" fmla="*/ 74 h 162"/>
                <a:gd name="T106" fmla="*/ 81 w 148"/>
                <a:gd name="T107" fmla="*/ 69 h 162"/>
                <a:gd name="T108" fmla="*/ 137 w 148"/>
                <a:gd name="T109" fmla="*/ 6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 h="162">
                  <a:moveTo>
                    <a:pt x="35" y="33"/>
                  </a:moveTo>
                  <a:cubicBezTo>
                    <a:pt x="35" y="37"/>
                    <a:pt x="34" y="40"/>
                    <a:pt x="31" y="42"/>
                  </a:cubicBezTo>
                  <a:cubicBezTo>
                    <a:pt x="28" y="44"/>
                    <a:pt x="24" y="45"/>
                    <a:pt x="20" y="45"/>
                  </a:cubicBezTo>
                  <a:cubicBezTo>
                    <a:pt x="14" y="45"/>
                    <a:pt x="10" y="45"/>
                    <a:pt x="8" y="43"/>
                  </a:cubicBezTo>
                  <a:cubicBezTo>
                    <a:pt x="8" y="38"/>
                    <a:pt x="8" y="38"/>
                    <a:pt x="8" y="38"/>
                  </a:cubicBezTo>
                  <a:cubicBezTo>
                    <a:pt x="9" y="39"/>
                    <a:pt x="11" y="40"/>
                    <a:pt x="13" y="40"/>
                  </a:cubicBezTo>
                  <a:cubicBezTo>
                    <a:pt x="16" y="41"/>
                    <a:pt x="18" y="41"/>
                    <a:pt x="20" y="41"/>
                  </a:cubicBezTo>
                  <a:cubicBezTo>
                    <a:pt x="23" y="41"/>
                    <a:pt x="26" y="40"/>
                    <a:pt x="28" y="39"/>
                  </a:cubicBezTo>
                  <a:cubicBezTo>
                    <a:pt x="29" y="38"/>
                    <a:pt x="30" y="36"/>
                    <a:pt x="30" y="34"/>
                  </a:cubicBezTo>
                  <a:cubicBezTo>
                    <a:pt x="30" y="32"/>
                    <a:pt x="30" y="31"/>
                    <a:pt x="29" y="30"/>
                  </a:cubicBezTo>
                  <a:cubicBezTo>
                    <a:pt x="29" y="29"/>
                    <a:pt x="28" y="28"/>
                    <a:pt x="26" y="27"/>
                  </a:cubicBezTo>
                  <a:cubicBezTo>
                    <a:pt x="25" y="26"/>
                    <a:pt x="23" y="25"/>
                    <a:pt x="20" y="24"/>
                  </a:cubicBezTo>
                  <a:cubicBezTo>
                    <a:pt x="15" y="23"/>
                    <a:pt x="12" y="21"/>
                    <a:pt x="11" y="19"/>
                  </a:cubicBezTo>
                  <a:cubicBezTo>
                    <a:pt x="9" y="17"/>
                    <a:pt x="8" y="14"/>
                    <a:pt x="8" y="11"/>
                  </a:cubicBezTo>
                  <a:cubicBezTo>
                    <a:pt x="8" y="8"/>
                    <a:pt x="9" y="5"/>
                    <a:pt x="12" y="3"/>
                  </a:cubicBezTo>
                  <a:cubicBezTo>
                    <a:pt x="15" y="1"/>
                    <a:pt x="18" y="0"/>
                    <a:pt x="22" y="0"/>
                  </a:cubicBezTo>
                  <a:cubicBezTo>
                    <a:pt x="26" y="0"/>
                    <a:pt x="31" y="1"/>
                    <a:pt x="34" y="2"/>
                  </a:cubicBezTo>
                  <a:cubicBezTo>
                    <a:pt x="33" y="7"/>
                    <a:pt x="33" y="7"/>
                    <a:pt x="33" y="7"/>
                  </a:cubicBezTo>
                  <a:cubicBezTo>
                    <a:pt x="29" y="5"/>
                    <a:pt x="25" y="5"/>
                    <a:pt x="22" y="5"/>
                  </a:cubicBezTo>
                  <a:cubicBezTo>
                    <a:pt x="19" y="5"/>
                    <a:pt x="17" y="5"/>
                    <a:pt x="16" y="6"/>
                  </a:cubicBezTo>
                  <a:cubicBezTo>
                    <a:pt x="14" y="8"/>
                    <a:pt x="13" y="9"/>
                    <a:pt x="13" y="11"/>
                  </a:cubicBezTo>
                  <a:cubicBezTo>
                    <a:pt x="13" y="13"/>
                    <a:pt x="14" y="14"/>
                    <a:pt x="14" y="15"/>
                  </a:cubicBezTo>
                  <a:cubicBezTo>
                    <a:pt x="15" y="16"/>
                    <a:pt x="16" y="17"/>
                    <a:pt x="17" y="18"/>
                  </a:cubicBezTo>
                  <a:cubicBezTo>
                    <a:pt x="18" y="18"/>
                    <a:pt x="20" y="19"/>
                    <a:pt x="23" y="20"/>
                  </a:cubicBezTo>
                  <a:cubicBezTo>
                    <a:pt x="28" y="22"/>
                    <a:pt x="31" y="24"/>
                    <a:pt x="33" y="26"/>
                  </a:cubicBezTo>
                  <a:cubicBezTo>
                    <a:pt x="34" y="28"/>
                    <a:pt x="35" y="30"/>
                    <a:pt x="35"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4"/>
                  </a:moveTo>
                  <a:cubicBezTo>
                    <a:pt x="141" y="18"/>
                    <a:pt x="139" y="21"/>
                    <a:pt x="136" y="24"/>
                  </a:cubicBezTo>
                  <a:cubicBezTo>
                    <a:pt x="133"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4" y="1"/>
                    <a:pt x="124" y="1"/>
                    <a:pt x="124" y="1"/>
                  </a:cubicBezTo>
                  <a:cubicBezTo>
                    <a:pt x="135" y="1"/>
                    <a:pt x="141" y="5"/>
                    <a:pt x="141" y="14"/>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2"/>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45" y="83"/>
                  </a:moveTo>
                  <a:cubicBezTo>
                    <a:pt x="145" y="89"/>
                    <a:pt x="144" y="95"/>
                    <a:pt x="140" y="99"/>
                  </a:cubicBezTo>
                  <a:cubicBezTo>
                    <a:pt x="136" y="103"/>
                    <a:pt x="131" y="106"/>
                    <a:pt x="124" y="108"/>
                  </a:cubicBezTo>
                  <a:cubicBezTo>
                    <a:pt x="124" y="108"/>
                    <a:pt x="124" y="108"/>
                    <a:pt x="124" y="108"/>
                  </a:cubicBezTo>
                  <a:cubicBezTo>
                    <a:pt x="132" y="109"/>
                    <a:pt x="138" y="112"/>
                    <a:pt x="142" y="116"/>
                  </a:cubicBezTo>
                  <a:cubicBezTo>
                    <a:pt x="146" y="120"/>
                    <a:pt x="148" y="125"/>
                    <a:pt x="148" y="132"/>
                  </a:cubicBezTo>
                  <a:cubicBezTo>
                    <a:pt x="148" y="141"/>
                    <a:pt x="145" y="149"/>
                    <a:pt x="138" y="154"/>
                  </a:cubicBezTo>
                  <a:cubicBezTo>
                    <a:pt x="131" y="159"/>
                    <a:pt x="122" y="162"/>
                    <a:pt x="109" y="162"/>
                  </a:cubicBezTo>
                  <a:cubicBezTo>
                    <a:pt x="98" y="162"/>
                    <a:pt x="88" y="160"/>
                    <a:pt x="81" y="157"/>
                  </a:cubicBezTo>
                  <a:cubicBezTo>
                    <a:pt x="81" y="142"/>
                    <a:pt x="81" y="142"/>
                    <a:pt x="81" y="142"/>
                  </a:cubicBezTo>
                  <a:cubicBezTo>
                    <a:pt x="85" y="144"/>
                    <a:pt x="89" y="146"/>
                    <a:pt x="94" y="147"/>
                  </a:cubicBezTo>
                  <a:cubicBezTo>
                    <a:pt x="99" y="148"/>
                    <a:pt x="104" y="149"/>
                    <a:pt x="108" y="149"/>
                  </a:cubicBezTo>
                  <a:cubicBezTo>
                    <a:pt x="116" y="149"/>
                    <a:pt x="122" y="147"/>
                    <a:pt x="126" y="145"/>
                  </a:cubicBezTo>
                  <a:cubicBezTo>
                    <a:pt x="129" y="142"/>
                    <a:pt x="131" y="137"/>
                    <a:pt x="131" y="131"/>
                  </a:cubicBezTo>
                  <a:cubicBezTo>
                    <a:pt x="131" y="126"/>
                    <a:pt x="129" y="122"/>
                    <a:pt x="125" y="119"/>
                  </a:cubicBezTo>
                  <a:cubicBezTo>
                    <a:pt x="121" y="117"/>
                    <a:pt x="114" y="115"/>
                    <a:pt x="105" y="115"/>
                  </a:cubicBezTo>
                  <a:cubicBezTo>
                    <a:pt x="96" y="115"/>
                    <a:pt x="96" y="115"/>
                    <a:pt x="96" y="115"/>
                  </a:cubicBezTo>
                  <a:cubicBezTo>
                    <a:pt x="96" y="102"/>
                    <a:pt x="96" y="102"/>
                    <a:pt x="96" y="102"/>
                  </a:cubicBezTo>
                  <a:cubicBezTo>
                    <a:pt x="105" y="102"/>
                    <a:pt x="105" y="102"/>
                    <a:pt x="105" y="102"/>
                  </a:cubicBezTo>
                  <a:cubicBezTo>
                    <a:pt x="121" y="102"/>
                    <a:pt x="129" y="97"/>
                    <a:pt x="129" y="85"/>
                  </a:cubicBezTo>
                  <a:cubicBezTo>
                    <a:pt x="129" y="81"/>
                    <a:pt x="128" y="78"/>
                    <a:pt x="125" y="76"/>
                  </a:cubicBezTo>
                  <a:cubicBezTo>
                    <a:pt x="122" y="73"/>
                    <a:pt x="118" y="72"/>
                    <a:pt x="112" y="72"/>
                  </a:cubicBezTo>
                  <a:cubicBezTo>
                    <a:pt x="109" y="72"/>
                    <a:pt x="105" y="73"/>
                    <a:pt x="101" y="74"/>
                  </a:cubicBezTo>
                  <a:cubicBezTo>
                    <a:pt x="98" y="75"/>
                    <a:pt x="94" y="77"/>
                    <a:pt x="89" y="80"/>
                  </a:cubicBezTo>
                  <a:cubicBezTo>
                    <a:pt x="81" y="69"/>
                    <a:pt x="81" y="69"/>
                    <a:pt x="81" y="69"/>
                  </a:cubicBezTo>
                  <a:cubicBezTo>
                    <a:pt x="90" y="62"/>
                    <a:pt x="101" y="58"/>
                    <a:pt x="113" y="58"/>
                  </a:cubicBezTo>
                  <a:cubicBezTo>
                    <a:pt x="123" y="58"/>
                    <a:pt x="131" y="61"/>
                    <a:pt x="137" y="65"/>
                  </a:cubicBezTo>
                  <a:cubicBezTo>
                    <a:pt x="143" y="69"/>
                    <a:pt x="145" y="75"/>
                    <a:pt x="145"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2" name="Group 31">
            <a:extLst>
              <a:ext uri="{FF2B5EF4-FFF2-40B4-BE49-F238E27FC236}">
                <a16:creationId xmlns:a16="http://schemas.microsoft.com/office/drawing/2014/main" id="{8474FC23-D15C-4C04-A7ED-147C1B606BAF}"/>
              </a:ext>
            </a:extLst>
          </p:cNvPr>
          <p:cNvGrpSpPr/>
          <p:nvPr/>
        </p:nvGrpSpPr>
        <p:grpSpPr>
          <a:xfrm>
            <a:off x="5864228" y="967582"/>
            <a:ext cx="657487" cy="681791"/>
            <a:chOff x="2974975" y="2886075"/>
            <a:chExt cx="815975" cy="846138"/>
          </a:xfrm>
        </p:grpSpPr>
        <p:sp>
          <p:nvSpPr>
            <p:cNvPr id="39" name="Freeform 186">
              <a:extLst>
                <a:ext uri="{FF2B5EF4-FFF2-40B4-BE49-F238E27FC236}">
                  <a16:creationId xmlns:a16="http://schemas.microsoft.com/office/drawing/2014/main" id="{8AE02428-884F-47A8-837B-C4AF67FCF977}"/>
                </a:ext>
              </a:extLst>
            </p:cNvPr>
            <p:cNvSpPr>
              <a:spLocks/>
            </p:cNvSpPr>
            <p:nvPr/>
          </p:nvSpPr>
          <p:spPr bwMode="auto">
            <a:xfrm>
              <a:off x="2974975" y="2886075"/>
              <a:ext cx="815975" cy="846138"/>
            </a:xfrm>
            <a:custGeom>
              <a:avLst/>
              <a:gdLst>
                <a:gd name="T0" fmla="*/ 138 w 228"/>
                <a:gd name="T1" fmla="*/ 13 h 236"/>
                <a:gd name="T2" fmla="*/ 228 w 228"/>
                <a:gd name="T3" fmla="*/ 104 h 236"/>
                <a:gd name="T4" fmla="*/ 95 w 228"/>
                <a:gd name="T5" fmla="*/ 236 h 236"/>
                <a:gd name="T6" fmla="*/ 20 w 228"/>
                <a:gd name="T7" fmla="*/ 159 h 236"/>
                <a:gd name="T8" fmla="*/ 26 w 228"/>
                <a:gd name="T9" fmla="*/ 70 h 236"/>
                <a:gd name="T10" fmla="*/ 7 w 228"/>
                <a:gd name="T11" fmla="*/ 50 h 236"/>
                <a:gd name="T12" fmla="*/ 8 w 228"/>
                <a:gd name="T13" fmla="*/ 46 h 236"/>
                <a:gd name="T14" fmla="*/ 29 w 228"/>
                <a:gd name="T15" fmla="*/ 45 h 236"/>
                <a:gd name="T16" fmla="*/ 11 w 228"/>
                <a:gd name="T17" fmla="*/ 27 h 236"/>
                <a:gd name="T18" fmla="*/ 33 w 228"/>
                <a:gd name="T19" fmla="*/ 10 h 236"/>
                <a:gd name="T20" fmla="*/ 52 w 228"/>
                <a:gd name="T21" fmla="*/ 29 h 236"/>
                <a:gd name="T22" fmla="*/ 52 w 228"/>
                <a:gd name="T23" fmla="*/ 25 h 236"/>
                <a:gd name="T24" fmla="*/ 38 w 228"/>
                <a:gd name="T25" fmla="*/ 12 h 236"/>
                <a:gd name="T26" fmla="*/ 38 w 228"/>
                <a:gd name="T27" fmla="*/ 8 h 236"/>
                <a:gd name="T28" fmla="*/ 71 w 228"/>
                <a:gd name="T29" fmla="*/ 8 h 236"/>
                <a:gd name="T30" fmla="*/ 79 w 228"/>
                <a:gd name="T31" fmla="*/ 15 h 236"/>
                <a:gd name="T32" fmla="*/ 79 w 228"/>
                <a:gd name="T33" fmla="*/ 8 h 236"/>
                <a:gd name="T34" fmla="*/ 103 w 228"/>
                <a:gd name="T35" fmla="*/ 8 h 236"/>
                <a:gd name="T36" fmla="*/ 113 w 228"/>
                <a:gd name="T37" fmla="*/ 19 h 236"/>
                <a:gd name="T38" fmla="*/ 113 w 228"/>
                <a:gd name="T39" fmla="*/ 8 h 236"/>
                <a:gd name="T40" fmla="*/ 138 w 228"/>
                <a:gd name="T41"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236">
                  <a:moveTo>
                    <a:pt x="138" y="13"/>
                  </a:moveTo>
                  <a:cubicBezTo>
                    <a:pt x="228" y="104"/>
                    <a:pt x="228" y="104"/>
                    <a:pt x="228" y="104"/>
                  </a:cubicBezTo>
                  <a:cubicBezTo>
                    <a:pt x="95" y="236"/>
                    <a:pt x="95" y="236"/>
                    <a:pt x="95" y="236"/>
                  </a:cubicBezTo>
                  <a:cubicBezTo>
                    <a:pt x="20" y="159"/>
                    <a:pt x="20" y="159"/>
                    <a:pt x="20" y="159"/>
                  </a:cubicBezTo>
                  <a:cubicBezTo>
                    <a:pt x="20" y="159"/>
                    <a:pt x="0" y="108"/>
                    <a:pt x="26" y="70"/>
                  </a:cubicBezTo>
                  <a:cubicBezTo>
                    <a:pt x="21" y="64"/>
                    <a:pt x="7" y="50"/>
                    <a:pt x="7" y="50"/>
                  </a:cubicBezTo>
                  <a:cubicBezTo>
                    <a:pt x="8" y="46"/>
                    <a:pt x="8" y="46"/>
                    <a:pt x="8" y="46"/>
                  </a:cubicBezTo>
                  <a:cubicBezTo>
                    <a:pt x="8" y="46"/>
                    <a:pt x="23" y="53"/>
                    <a:pt x="29" y="45"/>
                  </a:cubicBezTo>
                  <a:cubicBezTo>
                    <a:pt x="29" y="44"/>
                    <a:pt x="11" y="27"/>
                    <a:pt x="11" y="27"/>
                  </a:cubicBezTo>
                  <a:cubicBezTo>
                    <a:pt x="11" y="27"/>
                    <a:pt x="0" y="0"/>
                    <a:pt x="33" y="10"/>
                  </a:cubicBezTo>
                  <a:cubicBezTo>
                    <a:pt x="34" y="11"/>
                    <a:pt x="52" y="29"/>
                    <a:pt x="52" y="29"/>
                  </a:cubicBezTo>
                  <a:cubicBezTo>
                    <a:pt x="52" y="25"/>
                    <a:pt x="52" y="25"/>
                    <a:pt x="52" y="25"/>
                  </a:cubicBezTo>
                  <a:cubicBezTo>
                    <a:pt x="38" y="12"/>
                    <a:pt x="38" y="12"/>
                    <a:pt x="38" y="12"/>
                  </a:cubicBezTo>
                  <a:cubicBezTo>
                    <a:pt x="38" y="8"/>
                    <a:pt x="38" y="8"/>
                    <a:pt x="38" y="8"/>
                  </a:cubicBezTo>
                  <a:cubicBezTo>
                    <a:pt x="71" y="8"/>
                    <a:pt x="71" y="8"/>
                    <a:pt x="71" y="8"/>
                  </a:cubicBezTo>
                  <a:cubicBezTo>
                    <a:pt x="79" y="15"/>
                    <a:pt x="79" y="15"/>
                    <a:pt x="79" y="15"/>
                  </a:cubicBezTo>
                  <a:cubicBezTo>
                    <a:pt x="79" y="8"/>
                    <a:pt x="79" y="8"/>
                    <a:pt x="79" y="8"/>
                  </a:cubicBezTo>
                  <a:cubicBezTo>
                    <a:pt x="103" y="8"/>
                    <a:pt x="103" y="8"/>
                    <a:pt x="103" y="8"/>
                  </a:cubicBezTo>
                  <a:cubicBezTo>
                    <a:pt x="113" y="19"/>
                    <a:pt x="113" y="19"/>
                    <a:pt x="113" y="19"/>
                  </a:cubicBezTo>
                  <a:cubicBezTo>
                    <a:pt x="113" y="8"/>
                    <a:pt x="113" y="8"/>
                    <a:pt x="113" y="8"/>
                  </a:cubicBezTo>
                  <a:cubicBezTo>
                    <a:pt x="113" y="8"/>
                    <a:pt x="125" y="8"/>
                    <a:pt x="138" y="13"/>
                  </a:cubicBezTo>
                  <a:close/>
                </a:path>
              </a:pathLst>
            </a:custGeom>
            <a:gradFill flip="none" rotWithShape="1">
              <a:gsLst>
                <a:gs pos="0">
                  <a:schemeClr val="accent2">
                    <a:lumMod val="50000"/>
                  </a:schemeClr>
                </a:gs>
                <a:gs pos="100000">
                  <a:schemeClr val="accent2">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0" name="Freeform 187">
              <a:extLst>
                <a:ext uri="{FF2B5EF4-FFF2-40B4-BE49-F238E27FC236}">
                  <a16:creationId xmlns:a16="http://schemas.microsoft.com/office/drawing/2014/main" id="{670F8DE0-30AA-4452-AAE3-CB54E08D2121}"/>
                </a:ext>
              </a:extLst>
            </p:cNvPr>
            <p:cNvSpPr>
              <a:spLocks noEditPoints="1"/>
            </p:cNvSpPr>
            <p:nvPr/>
          </p:nvSpPr>
          <p:spPr bwMode="auto">
            <a:xfrm>
              <a:off x="3000375" y="2909888"/>
              <a:ext cx="474663" cy="582613"/>
            </a:xfrm>
            <a:custGeom>
              <a:avLst/>
              <a:gdLst>
                <a:gd name="T0" fmla="*/ 24 w 133"/>
                <a:gd name="T1" fmla="*/ 42 h 162"/>
                <a:gd name="T2" fmla="*/ 0 w 133"/>
                <a:gd name="T3" fmla="*/ 43 h 162"/>
                <a:gd name="T4" fmla="*/ 6 w 133"/>
                <a:gd name="T5" fmla="*/ 40 h 162"/>
                <a:gd name="T6" fmla="*/ 20 w 133"/>
                <a:gd name="T7" fmla="*/ 39 h 162"/>
                <a:gd name="T8" fmla="*/ 22 w 133"/>
                <a:gd name="T9" fmla="*/ 30 h 162"/>
                <a:gd name="T10" fmla="*/ 12 w 133"/>
                <a:gd name="T11" fmla="*/ 24 h 162"/>
                <a:gd name="T12" fmla="*/ 1 w 133"/>
                <a:gd name="T13" fmla="*/ 11 h 162"/>
                <a:gd name="T14" fmla="*/ 14 w 133"/>
                <a:gd name="T15" fmla="*/ 0 h 162"/>
                <a:gd name="T16" fmla="*/ 25 w 133"/>
                <a:gd name="T17" fmla="*/ 7 h 162"/>
                <a:gd name="T18" fmla="*/ 8 w 133"/>
                <a:gd name="T19" fmla="*/ 6 h 162"/>
                <a:gd name="T20" fmla="*/ 7 w 133"/>
                <a:gd name="T21" fmla="*/ 15 h 162"/>
                <a:gd name="T22" fmla="*/ 16 w 133"/>
                <a:gd name="T23" fmla="*/ 20 h 162"/>
                <a:gd name="T24" fmla="*/ 28 w 133"/>
                <a:gd name="T25" fmla="*/ 33 h 162"/>
                <a:gd name="T26" fmla="*/ 45 w 133"/>
                <a:gd name="T27" fmla="*/ 45 h 162"/>
                <a:gd name="T28" fmla="*/ 31 w 133"/>
                <a:gd name="T29" fmla="*/ 5 h 162"/>
                <a:gd name="T30" fmla="*/ 64 w 133"/>
                <a:gd name="T31" fmla="*/ 1 h 162"/>
                <a:gd name="T32" fmla="*/ 50 w 133"/>
                <a:gd name="T33" fmla="*/ 5 h 162"/>
                <a:gd name="T34" fmla="*/ 96 w 133"/>
                <a:gd name="T35" fmla="*/ 45 h 162"/>
                <a:gd name="T36" fmla="*/ 71 w 133"/>
                <a:gd name="T37" fmla="*/ 1 h 162"/>
                <a:gd name="T38" fmla="*/ 96 w 133"/>
                <a:gd name="T39" fmla="*/ 5 h 162"/>
                <a:gd name="T40" fmla="*/ 76 w 133"/>
                <a:gd name="T41" fmla="*/ 19 h 162"/>
                <a:gd name="T42" fmla="*/ 94 w 133"/>
                <a:gd name="T43" fmla="*/ 24 h 162"/>
                <a:gd name="T44" fmla="*/ 76 w 133"/>
                <a:gd name="T45" fmla="*/ 40 h 162"/>
                <a:gd name="T46" fmla="*/ 96 w 133"/>
                <a:gd name="T47" fmla="*/ 45 h 162"/>
                <a:gd name="T48" fmla="*/ 129 w 133"/>
                <a:gd name="T49" fmla="*/ 24 h 162"/>
                <a:gd name="T50" fmla="*/ 111 w 133"/>
                <a:gd name="T51" fmla="*/ 27 h 162"/>
                <a:gd name="T52" fmla="*/ 105 w 133"/>
                <a:gd name="T53" fmla="*/ 45 h 162"/>
                <a:gd name="T54" fmla="*/ 117 w 133"/>
                <a:gd name="T55" fmla="*/ 1 h 162"/>
                <a:gd name="T56" fmla="*/ 111 w 133"/>
                <a:gd name="T57" fmla="*/ 23 h 162"/>
                <a:gd name="T58" fmla="*/ 125 w 133"/>
                <a:gd name="T59" fmla="*/ 21 h 162"/>
                <a:gd name="T60" fmla="*/ 125 w 133"/>
                <a:gd name="T61" fmla="*/ 7 h 162"/>
                <a:gd name="T62" fmla="*/ 111 w 133"/>
                <a:gd name="T63" fmla="*/ 5 h 162"/>
                <a:gd name="T64" fmla="*/ 71 w 133"/>
                <a:gd name="T65" fmla="*/ 110 h 162"/>
                <a:gd name="T66" fmla="*/ 37 w 133"/>
                <a:gd name="T67" fmla="*/ 162 h 162"/>
                <a:gd name="T68" fmla="*/ 2 w 133"/>
                <a:gd name="T69" fmla="*/ 110 h 162"/>
                <a:gd name="T70" fmla="*/ 37 w 133"/>
                <a:gd name="T71" fmla="*/ 58 h 162"/>
                <a:gd name="T72" fmla="*/ 71 w 133"/>
                <a:gd name="T73" fmla="*/ 110 h 162"/>
                <a:gd name="T74" fmla="*/ 23 w 133"/>
                <a:gd name="T75" fmla="*/ 140 h 162"/>
                <a:gd name="T76" fmla="*/ 50 w 133"/>
                <a:gd name="T77" fmla="*/ 140 h 162"/>
                <a:gd name="T78" fmla="*/ 50 w 133"/>
                <a:gd name="T79" fmla="*/ 81 h 162"/>
                <a:gd name="T80" fmla="*/ 23 w 133"/>
                <a:gd name="T81" fmla="*/ 81 h 162"/>
                <a:gd name="T82" fmla="*/ 131 w 133"/>
                <a:gd name="T83" fmla="*/ 161 h 162"/>
                <a:gd name="T84" fmla="*/ 115 w 133"/>
                <a:gd name="T85" fmla="*/ 96 h 162"/>
                <a:gd name="T86" fmla="*/ 111 w 133"/>
                <a:gd name="T87" fmla="*/ 81 h 162"/>
                <a:gd name="T88" fmla="*/ 88 w 133"/>
                <a:gd name="T89" fmla="*/ 83 h 162"/>
                <a:gd name="T90" fmla="*/ 131 w 133"/>
                <a:gd name="T91"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62">
                  <a:moveTo>
                    <a:pt x="28" y="33"/>
                  </a:moveTo>
                  <a:cubicBezTo>
                    <a:pt x="28" y="37"/>
                    <a:pt x="26" y="40"/>
                    <a:pt x="24" y="42"/>
                  </a:cubicBezTo>
                  <a:cubicBezTo>
                    <a:pt x="21" y="44"/>
                    <a:pt x="17" y="45"/>
                    <a:pt x="12" y="45"/>
                  </a:cubicBezTo>
                  <a:cubicBezTo>
                    <a:pt x="7" y="45"/>
                    <a:pt x="3" y="45"/>
                    <a:pt x="0" y="43"/>
                  </a:cubicBezTo>
                  <a:cubicBezTo>
                    <a:pt x="0" y="38"/>
                    <a:pt x="0" y="38"/>
                    <a:pt x="0" y="38"/>
                  </a:cubicBezTo>
                  <a:cubicBezTo>
                    <a:pt x="2" y="39"/>
                    <a:pt x="4" y="40"/>
                    <a:pt x="6" y="40"/>
                  </a:cubicBezTo>
                  <a:cubicBezTo>
                    <a:pt x="8" y="41"/>
                    <a:pt x="10" y="41"/>
                    <a:pt x="12" y="41"/>
                  </a:cubicBezTo>
                  <a:cubicBezTo>
                    <a:pt x="16" y="41"/>
                    <a:pt x="18" y="40"/>
                    <a:pt x="20" y="39"/>
                  </a:cubicBezTo>
                  <a:cubicBezTo>
                    <a:pt x="22" y="38"/>
                    <a:pt x="23" y="36"/>
                    <a:pt x="23" y="33"/>
                  </a:cubicBezTo>
                  <a:cubicBezTo>
                    <a:pt x="23" y="32"/>
                    <a:pt x="22" y="31"/>
                    <a:pt x="22" y="30"/>
                  </a:cubicBezTo>
                  <a:cubicBezTo>
                    <a:pt x="21" y="29"/>
                    <a:pt x="20" y="28"/>
                    <a:pt x="19" y="27"/>
                  </a:cubicBezTo>
                  <a:cubicBezTo>
                    <a:pt x="17" y="26"/>
                    <a:pt x="15" y="25"/>
                    <a:pt x="12" y="24"/>
                  </a:cubicBezTo>
                  <a:cubicBezTo>
                    <a:pt x="8" y="23"/>
                    <a:pt x="5" y="21"/>
                    <a:pt x="3" y="19"/>
                  </a:cubicBezTo>
                  <a:cubicBezTo>
                    <a:pt x="1" y="17"/>
                    <a:pt x="1" y="14"/>
                    <a:pt x="1" y="11"/>
                  </a:cubicBezTo>
                  <a:cubicBezTo>
                    <a:pt x="1" y="8"/>
                    <a:pt x="2" y="5"/>
                    <a:pt x="4" y="3"/>
                  </a:cubicBezTo>
                  <a:cubicBezTo>
                    <a:pt x="7" y="1"/>
                    <a:pt x="10" y="0"/>
                    <a:pt x="14" y="0"/>
                  </a:cubicBezTo>
                  <a:cubicBezTo>
                    <a:pt x="19" y="0"/>
                    <a:pt x="23" y="1"/>
                    <a:pt x="27" y="2"/>
                  </a:cubicBezTo>
                  <a:cubicBezTo>
                    <a:pt x="25" y="7"/>
                    <a:pt x="25" y="7"/>
                    <a:pt x="25" y="7"/>
                  </a:cubicBezTo>
                  <a:cubicBezTo>
                    <a:pt x="21" y="5"/>
                    <a:pt x="18" y="5"/>
                    <a:pt x="14" y="5"/>
                  </a:cubicBezTo>
                  <a:cubicBezTo>
                    <a:pt x="12" y="5"/>
                    <a:pt x="10" y="5"/>
                    <a:pt x="8" y="6"/>
                  </a:cubicBezTo>
                  <a:cubicBezTo>
                    <a:pt x="6" y="7"/>
                    <a:pt x="6" y="9"/>
                    <a:pt x="6" y="11"/>
                  </a:cubicBezTo>
                  <a:cubicBezTo>
                    <a:pt x="6" y="13"/>
                    <a:pt x="6" y="14"/>
                    <a:pt x="7" y="15"/>
                  </a:cubicBezTo>
                  <a:cubicBezTo>
                    <a:pt x="7" y="16"/>
                    <a:pt x="8" y="17"/>
                    <a:pt x="9" y="18"/>
                  </a:cubicBezTo>
                  <a:cubicBezTo>
                    <a:pt x="11" y="18"/>
                    <a:pt x="13" y="19"/>
                    <a:pt x="16" y="20"/>
                  </a:cubicBezTo>
                  <a:cubicBezTo>
                    <a:pt x="20" y="22"/>
                    <a:pt x="23" y="24"/>
                    <a:pt x="25" y="26"/>
                  </a:cubicBezTo>
                  <a:cubicBezTo>
                    <a:pt x="27" y="28"/>
                    <a:pt x="28" y="30"/>
                    <a:pt x="28" y="33"/>
                  </a:cubicBezTo>
                  <a:close/>
                  <a:moveTo>
                    <a:pt x="50" y="45"/>
                  </a:moveTo>
                  <a:cubicBezTo>
                    <a:pt x="45" y="45"/>
                    <a:pt x="45" y="45"/>
                    <a:pt x="45" y="45"/>
                  </a:cubicBezTo>
                  <a:cubicBezTo>
                    <a:pt x="45" y="5"/>
                    <a:pt x="45" y="5"/>
                    <a:pt x="45" y="5"/>
                  </a:cubicBezTo>
                  <a:cubicBezTo>
                    <a:pt x="31" y="5"/>
                    <a:pt x="31" y="5"/>
                    <a:pt x="31" y="5"/>
                  </a:cubicBezTo>
                  <a:cubicBezTo>
                    <a:pt x="31" y="1"/>
                    <a:pt x="31" y="1"/>
                    <a:pt x="31" y="1"/>
                  </a:cubicBezTo>
                  <a:cubicBezTo>
                    <a:pt x="64" y="1"/>
                    <a:pt x="64" y="1"/>
                    <a:pt x="64" y="1"/>
                  </a:cubicBezTo>
                  <a:cubicBezTo>
                    <a:pt x="64" y="5"/>
                    <a:pt x="64" y="5"/>
                    <a:pt x="64" y="5"/>
                  </a:cubicBezTo>
                  <a:cubicBezTo>
                    <a:pt x="50" y="5"/>
                    <a:pt x="50" y="5"/>
                    <a:pt x="50" y="5"/>
                  </a:cubicBezTo>
                  <a:lnTo>
                    <a:pt x="50" y="45"/>
                  </a:lnTo>
                  <a:close/>
                  <a:moveTo>
                    <a:pt x="96" y="45"/>
                  </a:moveTo>
                  <a:cubicBezTo>
                    <a:pt x="71" y="45"/>
                    <a:pt x="71" y="45"/>
                    <a:pt x="71" y="45"/>
                  </a:cubicBezTo>
                  <a:cubicBezTo>
                    <a:pt x="71" y="1"/>
                    <a:pt x="71" y="1"/>
                    <a:pt x="71" y="1"/>
                  </a:cubicBezTo>
                  <a:cubicBezTo>
                    <a:pt x="96" y="1"/>
                    <a:pt x="96" y="1"/>
                    <a:pt x="96" y="1"/>
                  </a:cubicBezTo>
                  <a:cubicBezTo>
                    <a:pt x="96" y="5"/>
                    <a:pt x="96" y="5"/>
                    <a:pt x="96" y="5"/>
                  </a:cubicBezTo>
                  <a:cubicBezTo>
                    <a:pt x="76" y="5"/>
                    <a:pt x="76" y="5"/>
                    <a:pt x="76" y="5"/>
                  </a:cubicBezTo>
                  <a:cubicBezTo>
                    <a:pt x="76" y="19"/>
                    <a:pt x="76" y="19"/>
                    <a:pt x="76" y="19"/>
                  </a:cubicBezTo>
                  <a:cubicBezTo>
                    <a:pt x="94" y="19"/>
                    <a:pt x="94" y="19"/>
                    <a:pt x="94" y="19"/>
                  </a:cubicBezTo>
                  <a:cubicBezTo>
                    <a:pt x="94" y="24"/>
                    <a:pt x="94" y="24"/>
                    <a:pt x="94" y="24"/>
                  </a:cubicBezTo>
                  <a:cubicBezTo>
                    <a:pt x="76" y="24"/>
                    <a:pt x="76" y="24"/>
                    <a:pt x="76" y="24"/>
                  </a:cubicBezTo>
                  <a:cubicBezTo>
                    <a:pt x="76" y="40"/>
                    <a:pt x="76" y="40"/>
                    <a:pt x="76" y="40"/>
                  </a:cubicBezTo>
                  <a:cubicBezTo>
                    <a:pt x="96" y="40"/>
                    <a:pt x="96" y="40"/>
                    <a:pt x="96" y="40"/>
                  </a:cubicBezTo>
                  <a:lnTo>
                    <a:pt x="96" y="45"/>
                  </a:lnTo>
                  <a:close/>
                  <a:moveTo>
                    <a:pt x="133" y="13"/>
                  </a:moveTo>
                  <a:cubicBezTo>
                    <a:pt x="133" y="18"/>
                    <a:pt x="132" y="21"/>
                    <a:pt x="129" y="24"/>
                  </a:cubicBezTo>
                  <a:cubicBezTo>
                    <a:pt x="126" y="26"/>
                    <a:pt x="121" y="27"/>
                    <a:pt x="116" y="27"/>
                  </a:cubicBezTo>
                  <a:cubicBezTo>
                    <a:pt x="111" y="27"/>
                    <a:pt x="111" y="27"/>
                    <a:pt x="111" y="27"/>
                  </a:cubicBezTo>
                  <a:cubicBezTo>
                    <a:pt x="111" y="45"/>
                    <a:pt x="111" y="45"/>
                    <a:pt x="111" y="45"/>
                  </a:cubicBezTo>
                  <a:cubicBezTo>
                    <a:pt x="105" y="45"/>
                    <a:pt x="105" y="45"/>
                    <a:pt x="105" y="45"/>
                  </a:cubicBezTo>
                  <a:cubicBezTo>
                    <a:pt x="105" y="1"/>
                    <a:pt x="105" y="1"/>
                    <a:pt x="105" y="1"/>
                  </a:cubicBezTo>
                  <a:cubicBezTo>
                    <a:pt x="117" y="1"/>
                    <a:pt x="117" y="1"/>
                    <a:pt x="117" y="1"/>
                  </a:cubicBezTo>
                  <a:cubicBezTo>
                    <a:pt x="128" y="1"/>
                    <a:pt x="133" y="5"/>
                    <a:pt x="133" y="13"/>
                  </a:cubicBezTo>
                  <a:close/>
                  <a:moveTo>
                    <a:pt x="111" y="23"/>
                  </a:moveTo>
                  <a:cubicBezTo>
                    <a:pt x="115" y="23"/>
                    <a:pt x="115" y="23"/>
                    <a:pt x="115" y="23"/>
                  </a:cubicBezTo>
                  <a:cubicBezTo>
                    <a:pt x="120" y="23"/>
                    <a:pt x="123" y="22"/>
                    <a:pt x="125" y="21"/>
                  </a:cubicBezTo>
                  <a:cubicBezTo>
                    <a:pt x="127" y="19"/>
                    <a:pt x="128" y="17"/>
                    <a:pt x="128" y="14"/>
                  </a:cubicBezTo>
                  <a:cubicBezTo>
                    <a:pt x="128" y="11"/>
                    <a:pt x="127" y="9"/>
                    <a:pt x="125" y="7"/>
                  </a:cubicBezTo>
                  <a:cubicBezTo>
                    <a:pt x="123" y="6"/>
                    <a:pt x="120" y="5"/>
                    <a:pt x="116" y="5"/>
                  </a:cubicBezTo>
                  <a:cubicBezTo>
                    <a:pt x="111" y="5"/>
                    <a:pt x="111" y="5"/>
                    <a:pt x="111" y="5"/>
                  </a:cubicBezTo>
                  <a:lnTo>
                    <a:pt x="111" y="23"/>
                  </a:lnTo>
                  <a:close/>
                  <a:moveTo>
                    <a:pt x="71" y="110"/>
                  </a:moveTo>
                  <a:cubicBezTo>
                    <a:pt x="71" y="128"/>
                    <a:pt x="68" y="141"/>
                    <a:pt x="63" y="149"/>
                  </a:cubicBezTo>
                  <a:cubicBezTo>
                    <a:pt x="57" y="158"/>
                    <a:pt x="48" y="162"/>
                    <a:pt x="37" y="162"/>
                  </a:cubicBezTo>
                  <a:cubicBezTo>
                    <a:pt x="25" y="162"/>
                    <a:pt x="17" y="158"/>
                    <a:pt x="11" y="149"/>
                  </a:cubicBezTo>
                  <a:cubicBezTo>
                    <a:pt x="5" y="140"/>
                    <a:pt x="2" y="127"/>
                    <a:pt x="2" y="110"/>
                  </a:cubicBezTo>
                  <a:cubicBezTo>
                    <a:pt x="2" y="92"/>
                    <a:pt x="5" y="79"/>
                    <a:pt x="11" y="71"/>
                  </a:cubicBezTo>
                  <a:cubicBezTo>
                    <a:pt x="17" y="62"/>
                    <a:pt x="25" y="58"/>
                    <a:pt x="37" y="58"/>
                  </a:cubicBezTo>
                  <a:cubicBezTo>
                    <a:pt x="48" y="58"/>
                    <a:pt x="56" y="63"/>
                    <a:pt x="62" y="71"/>
                  </a:cubicBezTo>
                  <a:cubicBezTo>
                    <a:pt x="68" y="80"/>
                    <a:pt x="71" y="93"/>
                    <a:pt x="71" y="110"/>
                  </a:cubicBezTo>
                  <a:close/>
                  <a:moveTo>
                    <a:pt x="19" y="110"/>
                  </a:moveTo>
                  <a:cubicBezTo>
                    <a:pt x="19" y="124"/>
                    <a:pt x="20" y="134"/>
                    <a:pt x="23" y="140"/>
                  </a:cubicBezTo>
                  <a:cubicBezTo>
                    <a:pt x="26" y="146"/>
                    <a:pt x="30" y="149"/>
                    <a:pt x="37" y="149"/>
                  </a:cubicBezTo>
                  <a:cubicBezTo>
                    <a:pt x="43" y="149"/>
                    <a:pt x="47" y="146"/>
                    <a:pt x="50" y="140"/>
                  </a:cubicBezTo>
                  <a:cubicBezTo>
                    <a:pt x="53" y="134"/>
                    <a:pt x="55" y="124"/>
                    <a:pt x="55" y="110"/>
                  </a:cubicBezTo>
                  <a:cubicBezTo>
                    <a:pt x="55" y="97"/>
                    <a:pt x="53" y="87"/>
                    <a:pt x="50" y="81"/>
                  </a:cubicBezTo>
                  <a:cubicBezTo>
                    <a:pt x="47" y="75"/>
                    <a:pt x="43" y="72"/>
                    <a:pt x="37" y="72"/>
                  </a:cubicBezTo>
                  <a:cubicBezTo>
                    <a:pt x="30" y="72"/>
                    <a:pt x="26" y="75"/>
                    <a:pt x="23" y="81"/>
                  </a:cubicBezTo>
                  <a:cubicBezTo>
                    <a:pt x="20" y="87"/>
                    <a:pt x="19" y="97"/>
                    <a:pt x="19" y="110"/>
                  </a:cubicBezTo>
                  <a:close/>
                  <a:moveTo>
                    <a:pt x="131" y="161"/>
                  </a:moveTo>
                  <a:cubicBezTo>
                    <a:pt x="115" y="161"/>
                    <a:pt x="115" y="161"/>
                    <a:pt x="115" y="161"/>
                  </a:cubicBezTo>
                  <a:cubicBezTo>
                    <a:pt x="115" y="96"/>
                    <a:pt x="115" y="96"/>
                    <a:pt x="115" y="96"/>
                  </a:cubicBezTo>
                  <a:cubicBezTo>
                    <a:pt x="115" y="88"/>
                    <a:pt x="115" y="82"/>
                    <a:pt x="115" y="77"/>
                  </a:cubicBezTo>
                  <a:cubicBezTo>
                    <a:pt x="114" y="78"/>
                    <a:pt x="113" y="79"/>
                    <a:pt x="111" y="81"/>
                  </a:cubicBezTo>
                  <a:cubicBezTo>
                    <a:pt x="110" y="82"/>
                    <a:pt x="105" y="86"/>
                    <a:pt x="96" y="93"/>
                  </a:cubicBezTo>
                  <a:cubicBezTo>
                    <a:pt x="88" y="83"/>
                    <a:pt x="88" y="83"/>
                    <a:pt x="88" y="83"/>
                  </a:cubicBezTo>
                  <a:cubicBezTo>
                    <a:pt x="117" y="60"/>
                    <a:pt x="117" y="60"/>
                    <a:pt x="117" y="60"/>
                  </a:cubicBezTo>
                  <a:cubicBezTo>
                    <a:pt x="131" y="60"/>
                    <a:pt x="131" y="60"/>
                    <a:pt x="131" y="60"/>
                  </a:cubicBezTo>
                  <a:lnTo>
                    <a:pt x="131"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3" name="Group 32">
            <a:extLst>
              <a:ext uri="{FF2B5EF4-FFF2-40B4-BE49-F238E27FC236}">
                <a16:creationId xmlns:a16="http://schemas.microsoft.com/office/drawing/2014/main" id="{B2B3810A-0D2A-4A62-89CC-C0940E917516}"/>
              </a:ext>
            </a:extLst>
          </p:cNvPr>
          <p:cNvGrpSpPr/>
          <p:nvPr/>
        </p:nvGrpSpPr>
        <p:grpSpPr>
          <a:xfrm>
            <a:off x="5835649" y="2461422"/>
            <a:ext cx="712491" cy="667720"/>
            <a:chOff x="4843463" y="2909888"/>
            <a:chExt cx="884238" cy="828675"/>
          </a:xfrm>
        </p:grpSpPr>
        <p:sp>
          <p:nvSpPr>
            <p:cNvPr id="37" name="Freeform 188">
              <a:extLst>
                <a:ext uri="{FF2B5EF4-FFF2-40B4-BE49-F238E27FC236}">
                  <a16:creationId xmlns:a16="http://schemas.microsoft.com/office/drawing/2014/main" id="{55310504-45E8-409A-8DAB-F863D65E2A96}"/>
                </a:ext>
              </a:extLst>
            </p:cNvPr>
            <p:cNvSpPr>
              <a:spLocks/>
            </p:cNvSpPr>
            <p:nvPr/>
          </p:nvSpPr>
          <p:spPr bwMode="auto">
            <a:xfrm>
              <a:off x="4843463" y="2909888"/>
              <a:ext cx="884238" cy="828675"/>
            </a:xfrm>
            <a:custGeom>
              <a:avLst/>
              <a:gdLst>
                <a:gd name="T0" fmla="*/ 154 w 247"/>
                <a:gd name="T1" fmla="*/ 5 h 231"/>
                <a:gd name="T2" fmla="*/ 247 w 247"/>
                <a:gd name="T3" fmla="*/ 93 h 231"/>
                <a:gd name="T4" fmla="*/ 110 w 247"/>
                <a:gd name="T5" fmla="*/ 231 h 231"/>
                <a:gd name="T6" fmla="*/ 27 w 247"/>
                <a:gd name="T7" fmla="*/ 153 h 231"/>
                <a:gd name="T8" fmla="*/ 40 w 247"/>
                <a:gd name="T9" fmla="*/ 59 h 231"/>
                <a:gd name="T10" fmla="*/ 23 w 247"/>
                <a:gd name="T11" fmla="*/ 43 h 231"/>
                <a:gd name="T12" fmla="*/ 23 w 247"/>
                <a:gd name="T13" fmla="*/ 39 h 231"/>
                <a:gd name="T14" fmla="*/ 45 w 247"/>
                <a:gd name="T15" fmla="*/ 38 h 231"/>
                <a:gd name="T16" fmla="*/ 44 w 247"/>
                <a:gd name="T17" fmla="*/ 37 h 231"/>
                <a:gd name="T18" fmla="*/ 27 w 247"/>
                <a:gd name="T19" fmla="*/ 20 h 231"/>
                <a:gd name="T20" fmla="*/ 30 w 247"/>
                <a:gd name="T21" fmla="*/ 2 h 231"/>
                <a:gd name="T22" fmla="*/ 49 w 247"/>
                <a:gd name="T23" fmla="*/ 2 h 231"/>
                <a:gd name="T24" fmla="*/ 68 w 247"/>
                <a:gd name="T25" fmla="*/ 21 h 231"/>
                <a:gd name="T26" fmla="*/ 68 w 247"/>
                <a:gd name="T27" fmla="*/ 18 h 231"/>
                <a:gd name="T28" fmla="*/ 54 w 247"/>
                <a:gd name="T29" fmla="*/ 5 h 231"/>
                <a:gd name="T30" fmla="*/ 54 w 247"/>
                <a:gd name="T31" fmla="*/ 1 h 231"/>
                <a:gd name="T32" fmla="*/ 87 w 247"/>
                <a:gd name="T33" fmla="*/ 1 h 231"/>
                <a:gd name="T34" fmla="*/ 94 w 247"/>
                <a:gd name="T35" fmla="*/ 8 h 231"/>
                <a:gd name="T36" fmla="*/ 94 w 247"/>
                <a:gd name="T37" fmla="*/ 1 h 231"/>
                <a:gd name="T38" fmla="*/ 118 w 247"/>
                <a:gd name="T39" fmla="*/ 1 h 231"/>
                <a:gd name="T40" fmla="*/ 129 w 247"/>
                <a:gd name="T41" fmla="*/ 11 h 231"/>
                <a:gd name="T42" fmla="*/ 129 w 247"/>
                <a:gd name="T43" fmla="*/ 1 h 231"/>
                <a:gd name="T44" fmla="*/ 154 w 247"/>
                <a:gd name="T45"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7" h="231">
                  <a:moveTo>
                    <a:pt x="154" y="5"/>
                  </a:moveTo>
                  <a:cubicBezTo>
                    <a:pt x="247" y="93"/>
                    <a:pt x="247" y="93"/>
                    <a:pt x="247" y="93"/>
                  </a:cubicBezTo>
                  <a:cubicBezTo>
                    <a:pt x="110" y="231"/>
                    <a:pt x="110" y="231"/>
                    <a:pt x="110" y="231"/>
                  </a:cubicBezTo>
                  <a:cubicBezTo>
                    <a:pt x="27" y="153"/>
                    <a:pt x="27" y="153"/>
                    <a:pt x="27" y="153"/>
                  </a:cubicBezTo>
                  <a:cubicBezTo>
                    <a:pt x="27" y="153"/>
                    <a:pt x="0" y="84"/>
                    <a:pt x="40" y="59"/>
                  </a:cubicBezTo>
                  <a:cubicBezTo>
                    <a:pt x="27" y="46"/>
                    <a:pt x="23" y="43"/>
                    <a:pt x="23" y="43"/>
                  </a:cubicBezTo>
                  <a:cubicBezTo>
                    <a:pt x="23" y="39"/>
                    <a:pt x="23" y="39"/>
                    <a:pt x="23" y="39"/>
                  </a:cubicBezTo>
                  <a:cubicBezTo>
                    <a:pt x="23" y="39"/>
                    <a:pt x="38" y="45"/>
                    <a:pt x="45" y="38"/>
                  </a:cubicBezTo>
                  <a:cubicBezTo>
                    <a:pt x="44" y="37"/>
                    <a:pt x="44" y="37"/>
                    <a:pt x="44" y="37"/>
                  </a:cubicBezTo>
                  <a:cubicBezTo>
                    <a:pt x="27" y="20"/>
                    <a:pt x="27" y="20"/>
                    <a:pt x="27" y="20"/>
                  </a:cubicBezTo>
                  <a:cubicBezTo>
                    <a:pt x="27" y="20"/>
                    <a:pt x="20" y="8"/>
                    <a:pt x="30" y="2"/>
                  </a:cubicBezTo>
                  <a:cubicBezTo>
                    <a:pt x="34" y="1"/>
                    <a:pt x="41" y="0"/>
                    <a:pt x="49" y="2"/>
                  </a:cubicBezTo>
                  <a:cubicBezTo>
                    <a:pt x="54" y="8"/>
                    <a:pt x="68" y="21"/>
                    <a:pt x="68" y="21"/>
                  </a:cubicBezTo>
                  <a:cubicBezTo>
                    <a:pt x="68" y="18"/>
                    <a:pt x="68" y="18"/>
                    <a:pt x="68" y="18"/>
                  </a:cubicBezTo>
                  <a:cubicBezTo>
                    <a:pt x="54" y="5"/>
                    <a:pt x="54" y="5"/>
                    <a:pt x="54" y="5"/>
                  </a:cubicBezTo>
                  <a:cubicBezTo>
                    <a:pt x="54" y="1"/>
                    <a:pt x="54" y="1"/>
                    <a:pt x="54" y="1"/>
                  </a:cubicBezTo>
                  <a:cubicBezTo>
                    <a:pt x="87" y="1"/>
                    <a:pt x="87" y="1"/>
                    <a:pt x="87" y="1"/>
                  </a:cubicBezTo>
                  <a:cubicBezTo>
                    <a:pt x="94" y="8"/>
                    <a:pt x="94" y="8"/>
                    <a:pt x="94" y="8"/>
                  </a:cubicBezTo>
                  <a:cubicBezTo>
                    <a:pt x="94" y="1"/>
                    <a:pt x="94" y="1"/>
                    <a:pt x="94" y="1"/>
                  </a:cubicBezTo>
                  <a:cubicBezTo>
                    <a:pt x="118" y="1"/>
                    <a:pt x="118" y="1"/>
                    <a:pt x="118" y="1"/>
                  </a:cubicBezTo>
                  <a:cubicBezTo>
                    <a:pt x="129" y="11"/>
                    <a:pt x="129" y="11"/>
                    <a:pt x="129" y="11"/>
                  </a:cubicBezTo>
                  <a:cubicBezTo>
                    <a:pt x="129" y="1"/>
                    <a:pt x="129" y="1"/>
                    <a:pt x="129" y="1"/>
                  </a:cubicBezTo>
                  <a:lnTo>
                    <a:pt x="154" y="5"/>
                  </a:lnTo>
                  <a:close/>
                </a:path>
              </a:pathLst>
            </a:custGeom>
            <a:gradFill flip="none" rotWithShape="1">
              <a:gsLst>
                <a:gs pos="22000">
                  <a:schemeClr val="accent1">
                    <a:lumMod val="50000"/>
                  </a:schemeClr>
                </a:gs>
                <a:gs pos="78000">
                  <a:schemeClr val="accent1">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189">
              <a:extLst>
                <a:ext uri="{FF2B5EF4-FFF2-40B4-BE49-F238E27FC236}">
                  <a16:creationId xmlns:a16="http://schemas.microsoft.com/office/drawing/2014/main" id="{E38233F9-F383-4084-99E3-7D5A56D25B9E}"/>
                </a:ext>
              </a:extLst>
            </p:cNvPr>
            <p:cNvSpPr>
              <a:spLocks noEditPoints="1"/>
            </p:cNvSpPr>
            <p:nvPr/>
          </p:nvSpPr>
          <p:spPr bwMode="auto">
            <a:xfrm>
              <a:off x="4897438" y="2909888"/>
              <a:ext cx="533400" cy="582613"/>
            </a:xfrm>
            <a:custGeom>
              <a:avLst/>
              <a:gdLst>
                <a:gd name="T0" fmla="*/ 31 w 149"/>
                <a:gd name="T1" fmla="*/ 42 h 162"/>
                <a:gd name="T2" fmla="*/ 8 w 149"/>
                <a:gd name="T3" fmla="*/ 43 h 162"/>
                <a:gd name="T4" fmla="*/ 14 w 149"/>
                <a:gd name="T5" fmla="*/ 40 h 162"/>
                <a:gd name="T6" fmla="*/ 28 w 149"/>
                <a:gd name="T7" fmla="*/ 39 h 162"/>
                <a:gd name="T8" fmla="*/ 29 w 149"/>
                <a:gd name="T9" fmla="*/ 30 h 162"/>
                <a:gd name="T10" fmla="*/ 20 w 149"/>
                <a:gd name="T11" fmla="*/ 24 h 162"/>
                <a:gd name="T12" fmla="*/ 8 w 149"/>
                <a:gd name="T13" fmla="*/ 11 h 162"/>
                <a:gd name="T14" fmla="*/ 22 w 149"/>
                <a:gd name="T15" fmla="*/ 0 h 162"/>
                <a:gd name="T16" fmla="*/ 33 w 149"/>
                <a:gd name="T17" fmla="*/ 7 h 162"/>
                <a:gd name="T18" fmla="*/ 16 w 149"/>
                <a:gd name="T19" fmla="*/ 6 h 162"/>
                <a:gd name="T20" fmla="*/ 14 w 149"/>
                <a:gd name="T21" fmla="*/ 15 h 162"/>
                <a:gd name="T22" fmla="*/ 23 w 149"/>
                <a:gd name="T23" fmla="*/ 20 h 162"/>
                <a:gd name="T24" fmla="*/ 36 w 149"/>
                <a:gd name="T25" fmla="*/ 33 h 162"/>
                <a:gd name="T26" fmla="*/ 53 w 149"/>
                <a:gd name="T27" fmla="*/ 45 h 162"/>
                <a:gd name="T28" fmla="*/ 39 w 149"/>
                <a:gd name="T29" fmla="*/ 5 h 162"/>
                <a:gd name="T30" fmla="*/ 72 w 149"/>
                <a:gd name="T31" fmla="*/ 1 h 162"/>
                <a:gd name="T32" fmla="*/ 58 w 149"/>
                <a:gd name="T33" fmla="*/ 5 h 162"/>
                <a:gd name="T34" fmla="*/ 103 w 149"/>
                <a:gd name="T35" fmla="*/ 45 h 162"/>
                <a:gd name="T36" fmla="*/ 79 w 149"/>
                <a:gd name="T37" fmla="*/ 1 h 162"/>
                <a:gd name="T38" fmla="*/ 103 w 149"/>
                <a:gd name="T39" fmla="*/ 5 h 162"/>
                <a:gd name="T40" fmla="*/ 84 w 149"/>
                <a:gd name="T41" fmla="*/ 19 h 162"/>
                <a:gd name="T42" fmla="*/ 102 w 149"/>
                <a:gd name="T43" fmla="*/ 24 h 162"/>
                <a:gd name="T44" fmla="*/ 84 w 149"/>
                <a:gd name="T45" fmla="*/ 40 h 162"/>
                <a:gd name="T46" fmla="*/ 103 w 149"/>
                <a:gd name="T47" fmla="*/ 45 h 162"/>
                <a:gd name="T48" fmla="*/ 137 w 149"/>
                <a:gd name="T49" fmla="*/ 24 h 162"/>
                <a:gd name="T50" fmla="*/ 118 w 149"/>
                <a:gd name="T51" fmla="*/ 27 h 162"/>
                <a:gd name="T52" fmla="*/ 113 w 149"/>
                <a:gd name="T53" fmla="*/ 45 h 162"/>
                <a:gd name="T54" fmla="*/ 125 w 149"/>
                <a:gd name="T55" fmla="*/ 1 h 162"/>
                <a:gd name="T56" fmla="*/ 118 w 149"/>
                <a:gd name="T57" fmla="*/ 23 h 162"/>
                <a:gd name="T58" fmla="*/ 133 w 149"/>
                <a:gd name="T59" fmla="*/ 21 h 162"/>
                <a:gd name="T60" fmla="*/ 133 w 149"/>
                <a:gd name="T61" fmla="*/ 7 h 162"/>
                <a:gd name="T62" fmla="*/ 118 w 149"/>
                <a:gd name="T63" fmla="*/ 5 h 162"/>
                <a:gd name="T64" fmla="*/ 68 w 149"/>
                <a:gd name="T65" fmla="*/ 110 h 162"/>
                <a:gd name="T66" fmla="*/ 34 w 149"/>
                <a:gd name="T67" fmla="*/ 162 h 162"/>
                <a:gd name="T68" fmla="*/ 0 w 149"/>
                <a:gd name="T69" fmla="*/ 110 h 162"/>
                <a:gd name="T70" fmla="*/ 34 w 149"/>
                <a:gd name="T71" fmla="*/ 58 h 162"/>
                <a:gd name="T72" fmla="*/ 68 w 149"/>
                <a:gd name="T73" fmla="*/ 110 h 162"/>
                <a:gd name="T74" fmla="*/ 21 w 149"/>
                <a:gd name="T75" fmla="*/ 140 h 162"/>
                <a:gd name="T76" fmla="*/ 48 w 149"/>
                <a:gd name="T77" fmla="*/ 140 h 162"/>
                <a:gd name="T78" fmla="*/ 48 w 149"/>
                <a:gd name="T79" fmla="*/ 81 h 162"/>
                <a:gd name="T80" fmla="*/ 21 w 149"/>
                <a:gd name="T81" fmla="*/ 81 h 162"/>
                <a:gd name="T82" fmla="*/ 149 w 149"/>
                <a:gd name="T83" fmla="*/ 161 h 162"/>
                <a:gd name="T84" fmla="*/ 81 w 149"/>
                <a:gd name="T85" fmla="*/ 148 h 162"/>
                <a:gd name="T86" fmla="*/ 122 w 149"/>
                <a:gd name="T87" fmla="*/ 106 h 162"/>
                <a:gd name="T88" fmla="*/ 129 w 149"/>
                <a:gd name="T89" fmla="*/ 87 h 162"/>
                <a:gd name="T90" fmla="*/ 114 w 149"/>
                <a:gd name="T91" fmla="*/ 72 h 162"/>
                <a:gd name="T92" fmla="*/ 90 w 149"/>
                <a:gd name="T93" fmla="*/ 82 h 162"/>
                <a:gd name="T94" fmla="*/ 98 w 149"/>
                <a:gd name="T95" fmla="*/ 61 h 162"/>
                <a:gd name="T96" fmla="*/ 137 w 149"/>
                <a:gd name="T97" fmla="*/ 66 h 162"/>
                <a:gd name="T98" fmla="*/ 143 w 149"/>
                <a:gd name="T99" fmla="*/ 98 h 162"/>
                <a:gd name="T100" fmla="*/ 119 w 149"/>
                <a:gd name="T101" fmla="*/ 129 h 162"/>
                <a:gd name="T102" fmla="*/ 101 w 149"/>
                <a:gd name="T103" fmla="*/ 146 h 162"/>
                <a:gd name="T104" fmla="*/ 149 w 149"/>
                <a:gd name="T105"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162">
                  <a:moveTo>
                    <a:pt x="36" y="33"/>
                  </a:moveTo>
                  <a:cubicBezTo>
                    <a:pt x="36" y="37"/>
                    <a:pt x="34" y="40"/>
                    <a:pt x="31" y="42"/>
                  </a:cubicBezTo>
                  <a:cubicBezTo>
                    <a:pt x="29" y="44"/>
                    <a:pt x="25" y="45"/>
                    <a:pt x="20" y="45"/>
                  </a:cubicBezTo>
                  <a:cubicBezTo>
                    <a:pt x="15" y="45"/>
                    <a:pt x="11" y="45"/>
                    <a:pt x="8" y="43"/>
                  </a:cubicBezTo>
                  <a:cubicBezTo>
                    <a:pt x="8" y="38"/>
                    <a:pt x="8" y="38"/>
                    <a:pt x="8" y="38"/>
                  </a:cubicBezTo>
                  <a:cubicBezTo>
                    <a:pt x="10" y="39"/>
                    <a:pt x="11" y="40"/>
                    <a:pt x="14" y="40"/>
                  </a:cubicBezTo>
                  <a:cubicBezTo>
                    <a:pt x="16" y="41"/>
                    <a:pt x="18" y="41"/>
                    <a:pt x="20" y="41"/>
                  </a:cubicBezTo>
                  <a:cubicBezTo>
                    <a:pt x="23" y="41"/>
                    <a:pt x="26" y="40"/>
                    <a:pt x="28" y="39"/>
                  </a:cubicBezTo>
                  <a:cubicBezTo>
                    <a:pt x="29" y="38"/>
                    <a:pt x="30" y="36"/>
                    <a:pt x="30" y="33"/>
                  </a:cubicBezTo>
                  <a:cubicBezTo>
                    <a:pt x="30" y="32"/>
                    <a:pt x="30" y="31"/>
                    <a:pt x="29" y="30"/>
                  </a:cubicBezTo>
                  <a:cubicBezTo>
                    <a:pt x="29" y="29"/>
                    <a:pt x="28" y="28"/>
                    <a:pt x="26" y="27"/>
                  </a:cubicBezTo>
                  <a:cubicBezTo>
                    <a:pt x="25" y="26"/>
                    <a:pt x="23" y="25"/>
                    <a:pt x="20" y="24"/>
                  </a:cubicBezTo>
                  <a:cubicBezTo>
                    <a:pt x="16" y="23"/>
                    <a:pt x="13" y="21"/>
                    <a:pt x="11" y="19"/>
                  </a:cubicBezTo>
                  <a:cubicBezTo>
                    <a:pt x="9" y="17"/>
                    <a:pt x="8" y="14"/>
                    <a:pt x="8" y="11"/>
                  </a:cubicBezTo>
                  <a:cubicBezTo>
                    <a:pt x="8" y="8"/>
                    <a:pt x="10" y="5"/>
                    <a:pt x="12" y="3"/>
                  </a:cubicBezTo>
                  <a:cubicBezTo>
                    <a:pt x="15" y="1"/>
                    <a:pt x="18" y="0"/>
                    <a:pt x="22" y="0"/>
                  </a:cubicBezTo>
                  <a:cubicBezTo>
                    <a:pt x="27" y="0"/>
                    <a:pt x="31" y="1"/>
                    <a:pt x="34" y="2"/>
                  </a:cubicBezTo>
                  <a:cubicBezTo>
                    <a:pt x="33" y="7"/>
                    <a:pt x="33" y="7"/>
                    <a:pt x="33" y="7"/>
                  </a:cubicBezTo>
                  <a:cubicBezTo>
                    <a:pt x="29" y="5"/>
                    <a:pt x="26" y="4"/>
                    <a:pt x="22" y="4"/>
                  </a:cubicBezTo>
                  <a:cubicBezTo>
                    <a:pt x="19" y="4"/>
                    <a:pt x="17" y="5"/>
                    <a:pt x="16" y="6"/>
                  </a:cubicBezTo>
                  <a:cubicBezTo>
                    <a:pt x="14" y="7"/>
                    <a:pt x="14" y="9"/>
                    <a:pt x="14" y="11"/>
                  </a:cubicBezTo>
                  <a:cubicBezTo>
                    <a:pt x="14" y="13"/>
                    <a:pt x="14" y="14"/>
                    <a:pt x="14" y="15"/>
                  </a:cubicBezTo>
                  <a:cubicBezTo>
                    <a:pt x="15" y="16"/>
                    <a:pt x="16" y="17"/>
                    <a:pt x="17" y="18"/>
                  </a:cubicBezTo>
                  <a:cubicBezTo>
                    <a:pt x="19" y="18"/>
                    <a:pt x="21" y="19"/>
                    <a:pt x="23" y="20"/>
                  </a:cubicBezTo>
                  <a:cubicBezTo>
                    <a:pt x="28" y="22"/>
                    <a:pt x="31" y="24"/>
                    <a:pt x="33" y="26"/>
                  </a:cubicBezTo>
                  <a:cubicBezTo>
                    <a:pt x="35" y="28"/>
                    <a:pt x="36" y="30"/>
                    <a:pt x="36"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3"/>
                  </a:moveTo>
                  <a:cubicBezTo>
                    <a:pt x="141" y="18"/>
                    <a:pt x="140" y="21"/>
                    <a:pt x="137" y="24"/>
                  </a:cubicBezTo>
                  <a:cubicBezTo>
                    <a:pt x="134"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5" y="1"/>
                    <a:pt x="125" y="1"/>
                    <a:pt x="125" y="1"/>
                  </a:cubicBezTo>
                  <a:cubicBezTo>
                    <a:pt x="136" y="1"/>
                    <a:pt x="141" y="5"/>
                    <a:pt x="141" y="13"/>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8" y="110"/>
                  </a:moveTo>
                  <a:cubicBezTo>
                    <a:pt x="68" y="128"/>
                    <a:pt x="66" y="141"/>
                    <a:pt x="60" y="149"/>
                  </a:cubicBezTo>
                  <a:cubicBezTo>
                    <a:pt x="54" y="158"/>
                    <a:pt x="46" y="162"/>
                    <a:pt x="34" y="162"/>
                  </a:cubicBezTo>
                  <a:cubicBezTo>
                    <a:pt x="23" y="162"/>
                    <a:pt x="14" y="158"/>
                    <a:pt x="9" y="149"/>
                  </a:cubicBezTo>
                  <a:cubicBezTo>
                    <a:pt x="3" y="140"/>
                    <a:pt x="0" y="127"/>
                    <a:pt x="0" y="110"/>
                  </a:cubicBezTo>
                  <a:cubicBezTo>
                    <a:pt x="0" y="93"/>
                    <a:pt x="3" y="79"/>
                    <a:pt x="8" y="71"/>
                  </a:cubicBezTo>
                  <a:cubicBezTo>
                    <a:pt x="14" y="62"/>
                    <a:pt x="23" y="58"/>
                    <a:pt x="34" y="58"/>
                  </a:cubicBezTo>
                  <a:cubicBezTo>
                    <a:pt x="45" y="58"/>
                    <a:pt x="54" y="63"/>
                    <a:pt x="60" y="71"/>
                  </a:cubicBezTo>
                  <a:cubicBezTo>
                    <a:pt x="65" y="80"/>
                    <a:pt x="68" y="93"/>
                    <a:pt x="68" y="110"/>
                  </a:cubicBezTo>
                  <a:close/>
                  <a:moveTo>
                    <a:pt x="16" y="110"/>
                  </a:moveTo>
                  <a:cubicBezTo>
                    <a:pt x="16" y="124"/>
                    <a:pt x="18" y="134"/>
                    <a:pt x="21" y="140"/>
                  </a:cubicBezTo>
                  <a:cubicBezTo>
                    <a:pt x="23" y="146"/>
                    <a:pt x="28" y="149"/>
                    <a:pt x="34" y="149"/>
                  </a:cubicBezTo>
                  <a:cubicBezTo>
                    <a:pt x="40" y="149"/>
                    <a:pt x="45" y="146"/>
                    <a:pt x="48" y="140"/>
                  </a:cubicBezTo>
                  <a:cubicBezTo>
                    <a:pt x="51" y="134"/>
                    <a:pt x="52" y="124"/>
                    <a:pt x="52" y="110"/>
                  </a:cubicBezTo>
                  <a:cubicBezTo>
                    <a:pt x="52" y="97"/>
                    <a:pt x="51" y="87"/>
                    <a:pt x="48" y="81"/>
                  </a:cubicBezTo>
                  <a:cubicBezTo>
                    <a:pt x="45" y="75"/>
                    <a:pt x="40" y="72"/>
                    <a:pt x="34" y="72"/>
                  </a:cubicBezTo>
                  <a:cubicBezTo>
                    <a:pt x="28" y="72"/>
                    <a:pt x="23" y="75"/>
                    <a:pt x="21" y="81"/>
                  </a:cubicBezTo>
                  <a:cubicBezTo>
                    <a:pt x="18" y="87"/>
                    <a:pt x="16" y="96"/>
                    <a:pt x="16" y="110"/>
                  </a:cubicBezTo>
                  <a:close/>
                  <a:moveTo>
                    <a:pt x="149" y="161"/>
                  </a:moveTo>
                  <a:cubicBezTo>
                    <a:pt x="81" y="161"/>
                    <a:pt x="81" y="161"/>
                    <a:pt x="81" y="161"/>
                  </a:cubicBezTo>
                  <a:cubicBezTo>
                    <a:pt x="81" y="148"/>
                    <a:pt x="81" y="148"/>
                    <a:pt x="81" y="148"/>
                  </a:cubicBezTo>
                  <a:cubicBezTo>
                    <a:pt x="107" y="122"/>
                    <a:pt x="107" y="122"/>
                    <a:pt x="107" y="122"/>
                  </a:cubicBezTo>
                  <a:cubicBezTo>
                    <a:pt x="114" y="114"/>
                    <a:pt x="119" y="109"/>
                    <a:pt x="122" y="106"/>
                  </a:cubicBezTo>
                  <a:cubicBezTo>
                    <a:pt x="124" y="102"/>
                    <a:pt x="126" y="99"/>
                    <a:pt x="127" y="96"/>
                  </a:cubicBezTo>
                  <a:cubicBezTo>
                    <a:pt x="129" y="93"/>
                    <a:pt x="129" y="90"/>
                    <a:pt x="129" y="87"/>
                  </a:cubicBezTo>
                  <a:cubicBezTo>
                    <a:pt x="129" y="82"/>
                    <a:pt x="128" y="79"/>
                    <a:pt x="125" y="76"/>
                  </a:cubicBezTo>
                  <a:cubicBezTo>
                    <a:pt x="122" y="74"/>
                    <a:pt x="119" y="72"/>
                    <a:pt x="114" y="72"/>
                  </a:cubicBezTo>
                  <a:cubicBezTo>
                    <a:pt x="110" y="72"/>
                    <a:pt x="106" y="73"/>
                    <a:pt x="103" y="74"/>
                  </a:cubicBezTo>
                  <a:cubicBezTo>
                    <a:pt x="99" y="76"/>
                    <a:pt x="95" y="78"/>
                    <a:pt x="90" y="82"/>
                  </a:cubicBezTo>
                  <a:cubicBezTo>
                    <a:pt x="81" y="71"/>
                    <a:pt x="81" y="71"/>
                    <a:pt x="81" y="71"/>
                  </a:cubicBezTo>
                  <a:cubicBezTo>
                    <a:pt x="87" y="67"/>
                    <a:pt x="92" y="63"/>
                    <a:pt x="98" y="61"/>
                  </a:cubicBezTo>
                  <a:cubicBezTo>
                    <a:pt x="103" y="59"/>
                    <a:pt x="108" y="58"/>
                    <a:pt x="114" y="58"/>
                  </a:cubicBezTo>
                  <a:cubicBezTo>
                    <a:pt x="124" y="58"/>
                    <a:pt x="131" y="61"/>
                    <a:pt x="137" y="66"/>
                  </a:cubicBezTo>
                  <a:cubicBezTo>
                    <a:pt x="143" y="71"/>
                    <a:pt x="146" y="77"/>
                    <a:pt x="146" y="85"/>
                  </a:cubicBezTo>
                  <a:cubicBezTo>
                    <a:pt x="146" y="90"/>
                    <a:pt x="145" y="94"/>
                    <a:pt x="143" y="98"/>
                  </a:cubicBezTo>
                  <a:cubicBezTo>
                    <a:pt x="141" y="103"/>
                    <a:pt x="139" y="107"/>
                    <a:pt x="135" y="111"/>
                  </a:cubicBezTo>
                  <a:cubicBezTo>
                    <a:pt x="132" y="115"/>
                    <a:pt x="127" y="121"/>
                    <a:pt x="119" y="129"/>
                  </a:cubicBezTo>
                  <a:cubicBezTo>
                    <a:pt x="101" y="146"/>
                    <a:pt x="101" y="146"/>
                    <a:pt x="101" y="146"/>
                  </a:cubicBezTo>
                  <a:cubicBezTo>
                    <a:pt x="101" y="146"/>
                    <a:pt x="101" y="146"/>
                    <a:pt x="101" y="146"/>
                  </a:cubicBezTo>
                  <a:cubicBezTo>
                    <a:pt x="149" y="146"/>
                    <a:pt x="149" y="146"/>
                    <a:pt x="149" y="146"/>
                  </a:cubicBezTo>
                  <a:lnTo>
                    <a:pt x="149"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4" name="Group 33">
            <a:extLst>
              <a:ext uri="{FF2B5EF4-FFF2-40B4-BE49-F238E27FC236}">
                <a16:creationId xmlns:a16="http://schemas.microsoft.com/office/drawing/2014/main" id="{F61F75F8-37F4-41C4-A82A-BDEE64472D48}"/>
              </a:ext>
            </a:extLst>
          </p:cNvPr>
          <p:cNvGrpSpPr/>
          <p:nvPr/>
        </p:nvGrpSpPr>
        <p:grpSpPr>
          <a:xfrm>
            <a:off x="5829849" y="5414170"/>
            <a:ext cx="700978" cy="665162"/>
            <a:chOff x="8605838" y="2909888"/>
            <a:chExt cx="869950" cy="825500"/>
          </a:xfrm>
        </p:grpSpPr>
        <p:sp>
          <p:nvSpPr>
            <p:cNvPr id="35" name="Freeform 190">
              <a:extLst>
                <a:ext uri="{FF2B5EF4-FFF2-40B4-BE49-F238E27FC236}">
                  <a16:creationId xmlns:a16="http://schemas.microsoft.com/office/drawing/2014/main" id="{9F1DBAD8-0FE9-4531-8AFE-9737D3921B1A}"/>
                </a:ext>
              </a:extLst>
            </p:cNvPr>
            <p:cNvSpPr>
              <a:spLocks/>
            </p:cNvSpPr>
            <p:nvPr/>
          </p:nvSpPr>
          <p:spPr bwMode="auto">
            <a:xfrm>
              <a:off x="8605838" y="2909888"/>
              <a:ext cx="869950" cy="825500"/>
            </a:xfrm>
            <a:custGeom>
              <a:avLst/>
              <a:gdLst>
                <a:gd name="T0" fmla="*/ 154 w 243"/>
                <a:gd name="T1" fmla="*/ 5 h 230"/>
                <a:gd name="T2" fmla="*/ 243 w 243"/>
                <a:gd name="T3" fmla="*/ 92 h 230"/>
                <a:gd name="T4" fmla="*/ 104 w 243"/>
                <a:gd name="T5" fmla="*/ 230 h 230"/>
                <a:gd name="T6" fmla="*/ 25 w 243"/>
                <a:gd name="T7" fmla="*/ 152 h 230"/>
                <a:gd name="T8" fmla="*/ 41 w 243"/>
                <a:gd name="T9" fmla="*/ 60 h 230"/>
                <a:gd name="T10" fmla="*/ 40 w 243"/>
                <a:gd name="T11" fmla="*/ 59 h 230"/>
                <a:gd name="T12" fmla="*/ 24 w 243"/>
                <a:gd name="T13" fmla="*/ 43 h 230"/>
                <a:gd name="T14" fmla="*/ 24 w 243"/>
                <a:gd name="T15" fmla="*/ 40 h 230"/>
                <a:gd name="T16" fmla="*/ 46 w 243"/>
                <a:gd name="T17" fmla="*/ 38 h 230"/>
                <a:gd name="T18" fmla="*/ 27 w 243"/>
                <a:gd name="T19" fmla="*/ 20 h 230"/>
                <a:gd name="T20" fmla="*/ 33 w 243"/>
                <a:gd name="T21" fmla="*/ 2 h 230"/>
                <a:gd name="T22" fmla="*/ 50 w 243"/>
                <a:gd name="T23" fmla="*/ 2 h 230"/>
                <a:gd name="T24" fmla="*/ 69 w 243"/>
                <a:gd name="T25" fmla="*/ 21 h 230"/>
                <a:gd name="T26" fmla="*/ 69 w 243"/>
                <a:gd name="T27" fmla="*/ 19 h 230"/>
                <a:gd name="T28" fmla="*/ 55 w 243"/>
                <a:gd name="T29" fmla="*/ 5 h 230"/>
                <a:gd name="T30" fmla="*/ 55 w 243"/>
                <a:gd name="T31" fmla="*/ 1 h 230"/>
                <a:gd name="T32" fmla="*/ 88 w 243"/>
                <a:gd name="T33" fmla="*/ 1 h 230"/>
                <a:gd name="T34" fmla="*/ 95 w 243"/>
                <a:gd name="T35" fmla="*/ 7 h 230"/>
                <a:gd name="T36" fmla="*/ 95 w 243"/>
                <a:gd name="T37" fmla="*/ 1 h 230"/>
                <a:gd name="T38" fmla="*/ 119 w 243"/>
                <a:gd name="T39" fmla="*/ 1 h 230"/>
                <a:gd name="T40" fmla="*/ 129 w 243"/>
                <a:gd name="T41" fmla="*/ 10 h 230"/>
                <a:gd name="T42" fmla="*/ 129 w 243"/>
                <a:gd name="T43" fmla="*/ 2 h 230"/>
                <a:gd name="T44" fmla="*/ 154 w 243"/>
                <a:gd name="T45" fmla="*/ 5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3" h="230">
                  <a:moveTo>
                    <a:pt x="154" y="5"/>
                  </a:moveTo>
                  <a:cubicBezTo>
                    <a:pt x="243" y="92"/>
                    <a:pt x="243" y="92"/>
                    <a:pt x="243" y="92"/>
                  </a:cubicBezTo>
                  <a:cubicBezTo>
                    <a:pt x="104" y="230"/>
                    <a:pt x="104" y="230"/>
                    <a:pt x="104" y="230"/>
                  </a:cubicBezTo>
                  <a:cubicBezTo>
                    <a:pt x="25" y="152"/>
                    <a:pt x="25" y="152"/>
                    <a:pt x="25" y="152"/>
                  </a:cubicBezTo>
                  <a:cubicBezTo>
                    <a:pt x="25" y="152"/>
                    <a:pt x="0" y="78"/>
                    <a:pt x="41" y="60"/>
                  </a:cubicBezTo>
                  <a:cubicBezTo>
                    <a:pt x="40" y="59"/>
                    <a:pt x="40" y="59"/>
                    <a:pt x="40" y="59"/>
                  </a:cubicBezTo>
                  <a:cubicBezTo>
                    <a:pt x="24" y="43"/>
                    <a:pt x="24" y="43"/>
                    <a:pt x="24" y="43"/>
                  </a:cubicBezTo>
                  <a:cubicBezTo>
                    <a:pt x="24" y="40"/>
                    <a:pt x="24" y="40"/>
                    <a:pt x="24" y="40"/>
                  </a:cubicBezTo>
                  <a:cubicBezTo>
                    <a:pt x="24" y="40"/>
                    <a:pt x="39" y="46"/>
                    <a:pt x="46" y="38"/>
                  </a:cubicBezTo>
                  <a:cubicBezTo>
                    <a:pt x="27" y="20"/>
                    <a:pt x="27" y="20"/>
                    <a:pt x="27" y="20"/>
                  </a:cubicBezTo>
                  <a:cubicBezTo>
                    <a:pt x="27" y="20"/>
                    <a:pt x="23" y="4"/>
                    <a:pt x="33" y="2"/>
                  </a:cubicBezTo>
                  <a:cubicBezTo>
                    <a:pt x="40" y="1"/>
                    <a:pt x="50" y="2"/>
                    <a:pt x="50" y="2"/>
                  </a:cubicBezTo>
                  <a:cubicBezTo>
                    <a:pt x="69" y="21"/>
                    <a:pt x="69" y="21"/>
                    <a:pt x="69" y="21"/>
                  </a:cubicBezTo>
                  <a:cubicBezTo>
                    <a:pt x="69" y="19"/>
                    <a:pt x="69" y="19"/>
                    <a:pt x="69" y="19"/>
                  </a:cubicBezTo>
                  <a:cubicBezTo>
                    <a:pt x="55" y="5"/>
                    <a:pt x="55" y="5"/>
                    <a:pt x="55" y="5"/>
                  </a:cubicBezTo>
                  <a:cubicBezTo>
                    <a:pt x="55" y="1"/>
                    <a:pt x="55" y="1"/>
                    <a:pt x="55" y="1"/>
                  </a:cubicBezTo>
                  <a:cubicBezTo>
                    <a:pt x="88" y="1"/>
                    <a:pt x="88" y="1"/>
                    <a:pt x="88" y="1"/>
                  </a:cubicBezTo>
                  <a:cubicBezTo>
                    <a:pt x="95" y="7"/>
                    <a:pt x="95" y="7"/>
                    <a:pt x="95" y="7"/>
                  </a:cubicBezTo>
                  <a:cubicBezTo>
                    <a:pt x="95" y="1"/>
                    <a:pt x="95" y="1"/>
                    <a:pt x="95" y="1"/>
                  </a:cubicBezTo>
                  <a:cubicBezTo>
                    <a:pt x="119" y="1"/>
                    <a:pt x="119" y="1"/>
                    <a:pt x="119" y="1"/>
                  </a:cubicBezTo>
                  <a:cubicBezTo>
                    <a:pt x="129" y="10"/>
                    <a:pt x="129" y="10"/>
                    <a:pt x="129" y="10"/>
                  </a:cubicBezTo>
                  <a:cubicBezTo>
                    <a:pt x="129" y="2"/>
                    <a:pt x="129" y="2"/>
                    <a:pt x="129" y="2"/>
                  </a:cubicBezTo>
                  <a:cubicBezTo>
                    <a:pt x="129" y="2"/>
                    <a:pt x="143" y="0"/>
                    <a:pt x="154" y="5"/>
                  </a:cubicBezTo>
                  <a:close/>
                </a:path>
              </a:pathLst>
            </a:custGeom>
            <a:gradFill flip="none" rotWithShape="1">
              <a:gsLst>
                <a:gs pos="13000">
                  <a:schemeClr val="accent4">
                    <a:lumMod val="50000"/>
                  </a:schemeClr>
                </a:gs>
                <a:gs pos="74000">
                  <a:schemeClr val="accent4">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191">
              <a:extLst>
                <a:ext uri="{FF2B5EF4-FFF2-40B4-BE49-F238E27FC236}">
                  <a16:creationId xmlns:a16="http://schemas.microsoft.com/office/drawing/2014/main" id="{3547B8A3-6BE6-44C3-940E-F8A8F763C7AF}"/>
                </a:ext>
              </a:extLst>
            </p:cNvPr>
            <p:cNvSpPr>
              <a:spLocks noEditPoints="1"/>
            </p:cNvSpPr>
            <p:nvPr/>
          </p:nvSpPr>
          <p:spPr bwMode="auto">
            <a:xfrm>
              <a:off x="8655050" y="2909888"/>
              <a:ext cx="547688" cy="582613"/>
            </a:xfrm>
            <a:custGeom>
              <a:avLst/>
              <a:gdLst>
                <a:gd name="T0" fmla="*/ 33 w 153"/>
                <a:gd name="T1" fmla="*/ 42 h 162"/>
                <a:gd name="T2" fmla="*/ 10 w 153"/>
                <a:gd name="T3" fmla="*/ 43 h 162"/>
                <a:gd name="T4" fmla="*/ 16 w 153"/>
                <a:gd name="T5" fmla="*/ 40 h 162"/>
                <a:gd name="T6" fmla="*/ 30 w 153"/>
                <a:gd name="T7" fmla="*/ 39 h 162"/>
                <a:gd name="T8" fmla="*/ 31 w 153"/>
                <a:gd name="T9" fmla="*/ 30 h 162"/>
                <a:gd name="T10" fmla="*/ 22 w 153"/>
                <a:gd name="T11" fmla="*/ 24 h 162"/>
                <a:gd name="T12" fmla="*/ 10 w 153"/>
                <a:gd name="T13" fmla="*/ 11 h 162"/>
                <a:gd name="T14" fmla="*/ 24 w 153"/>
                <a:gd name="T15" fmla="*/ 0 h 162"/>
                <a:gd name="T16" fmla="*/ 35 w 153"/>
                <a:gd name="T17" fmla="*/ 7 h 162"/>
                <a:gd name="T18" fmla="*/ 18 w 153"/>
                <a:gd name="T19" fmla="*/ 6 h 162"/>
                <a:gd name="T20" fmla="*/ 16 w 153"/>
                <a:gd name="T21" fmla="*/ 15 h 162"/>
                <a:gd name="T22" fmla="*/ 25 w 153"/>
                <a:gd name="T23" fmla="*/ 20 h 162"/>
                <a:gd name="T24" fmla="*/ 38 w 153"/>
                <a:gd name="T25" fmla="*/ 33 h 162"/>
                <a:gd name="T26" fmla="*/ 55 w 153"/>
                <a:gd name="T27" fmla="*/ 45 h 162"/>
                <a:gd name="T28" fmla="*/ 41 w 153"/>
                <a:gd name="T29" fmla="*/ 5 h 162"/>
                <a:gd name="T30" fmla="*/ 74 w 153"/>
                <a:gd name="T31" fmla="*/ 1 h 162"/>
                <a:gd name="T32" fmla="*/ 60 w 153"/>
                <a:gd name="T33" fmla="*/ 5 h 162"/>
                <a:gd name="T34" fmla="*/ 105 w 153"/>
                <a:gd name="T35" fmla="*/ 45 h 162"/>
                <a:gd name="T36" fmla="*/ 81 w 153"/>
                <a:gd name="T37" fmla="*/ 1 h 162"/>
                <a:gd name="T38" fmla="*/ 105 w 153"/>
                <a:gd name="T39" fmla="*/ 5 h 162"/>
                <a:gd name="T40" fmla="*/ 86 w 153"/>
                <a:gd name="T41" fmla="*/ 19 h 162"/>
                <a:gd name="T42" fmla="*/ 104 w 153"/>
                <a:gd name="T43" fmla="*/ 24 h 162"/>
                <a:gd name="T44" fmla="*/ 86 w 153"/>
                <a:gd name="T45" fmla="*/ 40 h 162"/>
                <a:gd name="T46" fmla="*/ 105 w 153"/>
                <a:gd name="T47" fmla="*/ 45 h 162"/>
                <a:gd name="T48" fmla="*/ 139 w 153"/>
                <a:gd name="T49" fmla="*/ 24 h 162"/>
                <a:gd name="T50" fmla="*/ 120 w 153"/>
                <a:gd name="T51" fmla="*/ 27 h 162"/>
                <a:gd name="T52" fmla="*/ 115 w 153"/>
                <a:gd name="T53" fmla="*/ 45 h 162"/>
                <a:gd name="T54" fmla="*/ 127 w 153"/>
                <a:gd name="T55" fmla="*/ 1 h 162"/>
                <a:gd name="T56" fmla="*/ 120 w 153"/>
                <a:gd name="T57" fmla="*/ 23 h 162"/>
                <a:gd name="T58" fmla="*/ 135 w 153"/>
                <a:gd name="T59" fmla="*/ 21 h 162"/>
                <a:gd name="T60" fmla="*/ 135 w 153"/>
                <a:gd name="T61" fmla="*/ 7 h 162"/>
                <a:gd name="T62" fmla="*/ 120 w 153"/>
                <a:gd name="T63" fmla="*/ 5 h 162"/>
                <a:gd name="T64" fmla="*/ 69 w 153"/>
                <a:gd name="T65" fmla="*/ 110 h 162"/>
                <a:gd name="T66" fmla="*/ 34 w 153"/>
                <a:gd name="T67" fmla="*/ 162 h 162"/>
                <a:gd name="T68" fmla="*/ 0 w 153"/>
                <a:gd name="T69" fmla="*/ 110 h 162"/>
                <a:gd name="T70" fmla="*/ 34 w 153"/>
                <a:gd name="T71" fmla="*/ 58 h 162"/>
                <a:gd name="T72" fmla="*/ 69 w 153"/>
                <a:gd name="T73" fmla="*/ 110 h 162"/>
                <a:gd name="T74" fmla="*/ 21 w 153"/>
                <a:gd name="T75" fmla="*/ 140 h 162"/>
                <a:gd name="T76" fmla="*/ 48 w 153"/>
                <a:gd name="T77" fmla="*/ 140 h 162"/>
                <a:gd name="T78" fmla="*/ 48 w 153"/>
                <a:gd name="T79" fmla="*/ 81 h 162"/>
                <a:gd name="T80" fmla="*/ 21 w 153"/>
                <a:gd name="T81" fmla="*/ 81 h 162"/>
                <a:gd name="T82" fmla="*/ 153 w 153"/>
                <a:gd name="T83" fmla="*/ 139 h 162"/>
                <a:gd name="T84" fmla="*/ 139 w 153"/>
                <a:gd name="T85" fmla="*/ 161 h 162"/>
                <a:gd name="T86" fmla="*/ 123 w 153"/>
                <a:gd name="T87" fmla="*/ 139 h 162"/>
                <a:gd name="T88" fmla="*/ 77 w 153"/>
                <a:gd name="T89" fmla="*/ 126 h 162"/>
                <a:gd name="T90" fmla="*/ 139 w 153"/>
                <a:gd name="T91" fmla="*/ 60 h 162"/>
                <a:gd name="T92" fmla="*/ 153 w 153"/>
                <a:gd name="T93" fmla="*/ 125 h 162"/>
                <a:gd name="T94" fmla="*/ 123 w 153"/>
                <a:gd name="T95" fmla="*/ 125 h 162"/>
                <a:gd name="T96" fmla="*/ 124 w 153"/>
                <a:gd name="T97" fmla="*/ 78 h 162"/>
                <a:gd name="T98" fmla="*/ 118 w 153"/>
                <a:gd name="T99" fmla="*/ 89 h 162"/>
                <a:gd name="T100" fmla="*/ 123 w 153"/>
                <a:gd name="T101" fmla="*/ 12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62">
                  <a:moveTo>
                    <a:pt x="38" y="33"/>
                  </a:moveTo>
                  <a:cubicBezTo>
                    <a:pt x="38" y="37"/>
                    <a:pt x="36" y="40"/>
                    <a:pt x="33" y="42"/>
                  </a:cubicBezTo>
                  <a:cubicBezTo>
                    <a:pt x="31" y="44"/>
                    <a:pt x="27" y="45"/>
                    <a:pt x="22" y="45"/>
                  </a:cubicBezTo>
                  <a:cubicBezTo>
                    <a:pt x="17" y="45"/>
                    <a:pt x="13" y="45"/>
                    <a:pt x="10" y="43"/>
                  </a:cubicBezTo>
                  <a:cubicBezTo>
                    <a:pt x="10" y="38"/>
                    <a:pt x="10" y="38"/>
                    <a:pt x="10" y="38"/>
                  </a:cubicBezTo>
                  <a:cubicBezTo>
                    <a:pt x="12" y="39"/>
                    <a:pt x="14" y="40"/>
                    <a:pt x="16" y="40"/>
                  </a:cubicBezTo>
                  <a:cubicBezTo>
                    <a:pt x="18" y="41"/>
                    <a:pt x="20" y="41"/>
                    <a:pt x="22" y="41"/>
                  </a:cubicBezTo>
                  <a:cubicBezTo>
                    <a:pt x="25" y="41"/>
                    <a:pt x="28" y="40"/>
                    <a:pt x="30" y="39"/>
                  </a:cubicBezTo>
                  <a:cubicBezTo>
                    <a:pt x="32" y="38"/>
                    <a:pt x="32" y="36"/>
                    <a:pt x="32" y="34"/>
                  </a:cubicBezTo>
                  <a:cubicBezTo>
                    <a:pt x="32" y="32"/>
                    <a:pt x="32" y="31"/>
                    <a:pt x="31" y="30"/>
                  </a:cubicBezTo>
                  <a:cubicBezTo>
                    <a:pt x="31" y="29"/>
                    <a:pt x="30" y="28"/>
                    <a:pt x="28" y="27"/>
                  </a:cubicBezTo>
                  <a:cubicBezTo>
                    <a:pt x="27" y="26"/>
                    <a:pt x="25" y="25"/>
                    <a:pt x="22" y="24"/>
                  </a:cubicBezTo>
                  <a:cubicBezTo>
                    <a:pt x="18" y="23"/>
                    <a:pt x="15" y="21"/>
                    <a:pt x="13" y="19"/>
                  </a:cubicBezTo>
                  <a:cubicBezTo>
                    <a:pt x="11" y="17"/>
                    <a:pt x="10" y="14"/>
                    <a:pt x="10" y="11"/>
                  </a:cubicBezTo>
                  <a:cubicBezTo>
                    <a:pt x="10" y="8"/>
                    <a:pt x="12" y="5"/>
                    <a:pt x="14" y="3"/>
                  </a:cubicBezTo>
                  <a:cubicBezTo>
                    <a:pt x="17" y="1"/>
                    <a:pt x="20" y="0"/>
                    <a:pt x="24" y="0"/>
                  </a:cubicBezTo>
                  <a:cubicBezTo>
                    <a:pt x="29" y="0"/>
                    <a:pt x="33" y="1"/>
                    <a:pt x="36" y="2"/>
                  </a:cubicBezTo>
                  <a:cubicBezTo>
                    <a:pt x="35" y="7"/>
                    <a:pt x="35" y="7"/>
                    <a:pt x="35" y="7"/>
                  </a:cubicBezTo>
                  <a:cubicBezTo>
                    <a:pt x="31" y="5"/>
                    <a:pt x="28" y="5"/>
                    <a:pt x="24" y="5"/>
                  </a:cubicBezTo>
                  <a:cubicBezTo>
                    <a:pt x="21" y="5"/>
                    <a:pt x="19" y="5"/>
                    <a:pt x="18" y="6"/>
                  </a:cubicBezTo>
                  <a:cubicBezTo>
                    <a:pt x="16" y="8"/>
                    <a:pt x="16" y="9"/>
                    <a:pt x="16" y="11"/>
                  </a:cubicBezTo>
                  <a:cubicBezTo>
                    <a:pt x="16" y="13"/>
                    <a:pt x="16" y="14"/>
                    <a:pt x="16" y="15"/>
                  </a:cubicBezTo>
                  <a:cubicBezTo>
                    <a:pt x="17" y="16"/>
                    <a:pt x="18" y="17"/>
                    <a:pt x="19" y="18"/>
                  </a:cubicBezTo>
                  <a:cubicBezTo>
                    <a:pt x="21" y="19"/>
                    <a:pt x="23" y="19"/>
                    <a:pt x="25" y="20"/>
                  </a:cubicBezTo>
                  <a:cubicBezTo>
                    <a:pt x="30" y="22"/>
                    <a:pt x="33" y="24"/>
                    <a:pt x="35" y="26"/>
                  </a:cubicBezTo>
                  <a:cubicBezTo>
                    <a:pt x="37" y="28"/>
                    <a:pt x="38" y="30"/>
                    <a:pt x="38" y="33"/>
                  </a:cubicBezTo>
                  <a:close/>
                  <a:moveTo>
                    <a:pt x="60" y="45"/>
                  </a:moveTo>
                  <a:cubicBezTo>
                    <a:pt x="55" y="45"/>
                    <a:pt x="55" y="45"/>
                    <a:pt x="55" y="45"/>
                  </a:cubicBezTo>
                  <a:cubicBezTo>
                    <a:pt x="55" y="5"/>
                    <a:pt x="55" y="5"/>
                    <a:pt x="55" y="5"/>
                  </a:cubicBezTo>
                  <a:cubicBezTo>
                    <a:pt x="41" y="5"/>
                    <a:pt x="41" y="5"/>
                    <a:pt x="41" y="5"/>
                  </a:cubicBezTo>
                  <a:cubicBezTo>
                    <a:pt x="41" y="1"/>
                    <a:pt x="41" y="1"/>
                    <a:pt x="41" y="1"/>
                  </a:cubicBezTo>
                  <a:cubicBezTo>
                    <a:pt x="74" y="1"/>
                    <a:pt x="74" y="1"/>
                    <a:pt x="74" y="1"/>
                  </a:cubicBezTo>
                  <a:cubicBezTo>
                    <a:pt x="74" y="5"/>
                    <a:pt x="74" y="5"/>
                    <a:pt x="74" y="5"/>
                  </a:cubicBezTo>
                  <a:cubicBezTo>
                    <a:pt x="60" y="5"/>
                    <a:pt x="60" y="5"/>
                    <a:pt x="60" y="5"/>
                  </a:cubicBezTo>
                  <a:lnTo>
                    <a:pt x="60" y="45"/>
                  </a:lnTo>
                  <a:close/>
                  <a:moveTo>
                    <a:pt x="105" y="45"/>
                  </a:moveTo>
                  <a:cubicBezTo>
                    <a:pt x="81" y="45"/>
                    <a:pt x="81" y="45"/>
                    <a:pt x="81" y="45"/>
                  </a:cubicBezTo>
                  <a:cubicBezTo>
                    <a:pt x="81" y="1"/>
                    <a:pt x="81" y="1"/>
                    <a:pt x="81" y="1"/>
                  </a:cubicBezTo>
                  <a:cubicBezTo>
                    <a:pt x="105" y="1"/>
                    <a:pt x="105" y="1"/>
                    <a:pt x="105" y="1"/>
                  </a:cubicBezTo>
                  <a:cubicBezTo>
                    <a:pt x="105" y="5"/>
                    <a:pt x="105" y="5"/>
                    <a:pt x="105" y="5"/>
                  </a:cubicBezTo>
                  <a:cubicBezTo>
                    <a:pt x="86" y="5"/>
                    <a:pt x="86" y="5"/>
                    <a:pt x="86" y="5"/>
                  </a:cubicBezTo>
                  <a:cubicBezTo>
                    <a:pt x="86" y="19"/>
                    <a:pt x="86" y="19"/>
                    <a:pt x="86" y="19"/>
                  </a:cubicBezTo>
                  <a:cubicBezTo>
                    <a:pt x="104" y="19"/>
                    <a:pt x="104" y="19"/>
                    <a:pt x="104" y="19"/>
                  </a:cubicBezTo>
                  <a:cubicBezTo>
                    <a:pt x="104" y="24"/>
                    <a:pt x="104" y="24"/>
                    <a:pt x="104" y="24"/>
                  </a:cubicBezTo>
                  <a:cubicBezTo>
                    <a:pt x="86" y="24"/>
                    <a:pt x="86" y="24"/>
                    <a:pt x="86" y="24"/>
                  </a:cubicBezTo>
                  <a:cubicBezTo>
                    <a:pt x="86" y="40"/>
                    <a:pt x="86" y="40"/>
                    <a:pt x="86" y="40"/>
                  </a:cubicBezTo>
                  <a:cubicBezTo>
                    <a:pt x="105" y="40"/>
                    <a:pt x="105" y="40"/>
                    <a:pt x="105" y="40"/>
                  </a:cubicBezTo>
                  <a:lnTo>
                    <a:pt x="105" y="45"/>
                  </a:lnTo>
                  <a:close/>
                  <a:moveTo>
                    <a:pt x="143" y="14"/>
                  </a:moveTo>
                  <a:cubicBezTo>
                    <a:pt x="143" y="18"/>
                    <a:pt x="142" y="21"/>
                    <a:pt x="139" y="24"/>
                  </a:cubicBezTo>
                  <a:cubicBezTo>
                    <a:pt x="136" y="26"/>
                    <a:pt x="131" y="27"/>
                    <a:pt x="126" y="27"/>
                  </a:cubicBezTo>
                  <a:cubicBezTo>
                    <a:pt x="120" y="27"/>
                    <a:pt x="120" y="27"/>
                    <a:pt x="120" y="27"/>
                  </a:cubicBezTo>
                  <a:cubicBezTo>
                    <a:pt x="120" y="45"/>
                    <a:pt x="120" y="45"/>
                    <a:pt x="120" y="45"/>
                  </a:cubicBezTo>
                  <a:cubicBezTo>
                    <a:pt x="115" y="45"/>
                    <a:pt x="115" y="45"/>
                    <a:pt x="115" y="45"/>
                  </a:cubicBezTo>
                  <a:cubicBezTo>
                    <a:pt x="115" y="1"/>
                    <a:pt x="115" y="1"/>
                    <a:pt x="115" y="1"/>
                  </a:cubicBezTo>
                  <a:cubicBezTo>
                    <a:pt x="127" y="1"/>
                    <a:pt x="127" y="1"/>
                    <a:pt x="127" y="1"/>
                  </a:cubicBezTo>
                  <a:cubicBezTo>
                    <a:pt x="138" y="1"/>
                    <a:pt x="143" y="5"/>
                    <a:pt x="143" y="14"/>
                  </a:cubicBezTo>
                  <a:close/>
                  <a:moveTo>
                    <a:pt x="120" y="23"/>
                  </a:moveTo>
                  <a:cubicBezTo>
                    <a:pt x="125" y="23"/>
                    <a:pt x="125" y="23"/>
                    <a:pt x="125" y="23"/>
                  </a:cubicBezTo>
                  <a:cubicBezTo>
                    <a:pt x="130" y="23"/>
                    <a:pt x="133" y="22"/>
                    <a:pt x="135" y="21"/>
                  </a:cubicBezTo>
                  <a:cubicBezTo>
                    <a:pt x="137" y="19"/>
                    <a:pt x="138" y="17"/>
                    <a:pt x="138" y="14"/>
                  </a:cubicBezTo>
                  <a:cubicBezTo>
                    <a:pt x="138" y="11"/>
                    <a:pt x="137" y="9"/>
                    <a:pt x="135" y="7"/>
                  </a:cubicBezTo>
                  <a:cubicBezTo>
                    <a:pt x="133" y="6"/>
                    <a:pt x="130" y="5"/>
                    <a:pt x="126" y="5"/>
                  </a:cubicBezTo>
                  <a:cubicBezTo>
                    <a:pt x="120" y="5"/>
                    <a:pt x="120" y="5"/>
                    <a:pt x="120" y="5"/>
                  </a:cubicBezTo>
                  <a:lnTo>
                    <a:pt x="120"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3"/>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53" y="139"/>
                  </a:moveTo>
                  <a:cubicBezTo>
                    <a:pt x="139" y="139"/>
                    <a:pt x="139" y="139"/>
                    <a:pt x="139" y="139"/>
                  </a:cubicBezTo>
                  <a:cubicBezTo>
                    <a:pt x="139" y="161"/>
                    <a:pt x="139" y="161"/>
                    <a:pt x="139" y="161"/>
                  </a:cubicBezTo>
                  <a:cubicBezTo>
                    <a:pt x="123" y="161"/>
                    <a:pt x="123" y="161"/>
                    <a:pt x="123" y="161"/>
                  </a:cubicBezTo>
                  <a:cubicBezTo>
                    <a:pt x="123" y="139"/>
                    <a:pt x="123" y="139"/>
                    <a:pt x="123" y="139"/>
                  </a:cubicBezTo>
                  <a:cubicBezTo>
                    <a:pt x="77" y="139"/>
                    <a:pt x="77" y="139"/>
                    <a:pt x="77" y="139"/>
                  </a:cubicBezTo>
                  <a:cubicBezTo>
                    <a:pt x="77" y="126"/>
                    <a:pt x="77" y="126"/>
                    <a:pt x="77" y="126"/>
                  </a:cubicBezTo>
                  <a:cubicBezTo>
                    <a:pt x="123" y="60"/>
                    <a:pt x="123" y="60"/>
                    <a:pt x="123" y="60"/>
                  </a:cubicBezTo>
                  <a:cubicBezTo>
                    <a:pt x="139" y="60"/>
                    <a:pt x="139" y="60"/>
                    <a:pt x="139" y="60"/>
                  </a:cubicBezTo>
                  <a:cubicBezTo>
                    <a:pt x="139" y="125"/>
                    <a:pt x="139" y="125"/>
                    <a:pt x="139" y="125"/>
                  </a:cubicBezTo>
                  <a:cubicBezTo>
                    <a:pt x="153" y="125"/>
                    <a:pt x="153" y="125"/>
                    <a:pt x="153" y="125"/>
                  </a:cubicBezTo>
                  <a:lnTo>
                    <a:pt x="153" y="139"/>
                  </a:lnTo>
                  <a:close/>
                  <a:moveTo>
                    <a:pt x="123" y="125"/>
                  </a:moveTo>
                  <a:cubicBezTo>
                    <a:pt x="123" y="100"/>
                    <a:pt x="123" y="100"/>
                    <a:pt x="123" y="100"/>
                  </a:cubicBezTo>
                  <a:cubicBezTo>
                    <a:pt x="123" y="91"/>
                    <a:pt x="124" y="84"/>
                    <a:pt x="124" y="78"/>
                  </a:cubicBezTo>
                  <a:cubicBezTo>
                    <a:pt x="124" y="78"/>
                    <a:pt x="124" y="78"/>
                    <a:pt x="124" y="78"/>
                  </a:cubicBezTo>
                  <a:cubicBezTo>
                    <a:pt x="122" y="81"/>
                    <a:pt x="120" y="84"/>
                    <a:pt x="118" y="89"/>
                  </a:cubicBezTo>
                  <a:cubicBezTo>
                    <a:pt x="93" y="125"/>
                    <a:pt x="93" y="125"/>
                    <a:pt x="93" y="125"/>
                  </a:cubicBezTo>
                  <a:lnTo>
                    <a:pt x="123" y="1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8587F107-BAB1-4DFD-A8C8-297F95F15205}"/>
              </a:ext>
            </a:extLst>
          </p:cNvPr>
          <p:cNvGrpSpPr/>
          <p:nvPr/>
        </p:nvGrpSpPr>
        <p:grpSpPr>
          <a:xfrm>
            <a:off x="7697671" y="1003300"/>
            <a:ext cx="2874645" cy="1122722"/>
            <a:chOff x="7697671" y="1003300"/>
            <a:chExt cx="2874645" cy="1122722"/>
          </a:xfrm>
        </p:grpSpPr>
        <p:sp>
          <p:nvSpPr>
            <p:cNvPr id="43" name="Rectangle 45">
              <a:extLst>
                <a:ext uri="{FF2B5EF4-FFF2-40B4-BE49-F238E27FC236}">
                  <a16:creationId xmlns:a16="http://schemas.microsoft.com/office/drawing/2014/main" id="{5C1C497F-AB92-4E32-9977-D32AECBD1FCA}"/>
                </a:ext>
              </a:extLst>
            </p:cNvPr>
            <p:cNvSpPr>
              <a:spLocks noChangeArrowheads="1"/>
            </p:cNvSpPr>
            <p:nvPr/>
          </p:nvSpPr>
          <p:spPr bwMode="auto">
            <a:xfrm>
              <a:off x="7810067" y="1003300"/>
              <a:ext cx="14828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2"/>
                  </a:solidFill>
                  <a:effectLst/>
                  <a:latin typeface="Open Sans" panose="020B0606030504020204" pitchFamily="34" charset="0"/>
                </a:rPr>
                <a:t>INFODATA 01</a:t>
              </a:r>
              <a:endParaRPr kumimoji="0" lang="ru-UA" altLang="ru-UA" sz="1800" b="0" i="0" u="none" strike="noStrike" cap="none" normalizeH="0" baseline="0">
                <a:ln>
                  <a:noFill/>
                </a:ln>
                <a:solidFill>
                  <a:schemeClr val="accent2"/>
                </a:solidFill>
                <a:effectLst/>
              </a:endParaRPr>
            </a:p>
          </p:txBody>
        </p:sp>
        <p:sp>
          <p:nvSpPr>
            <p:cNvPr id="47" name="Text Placeholder 33">
              <a:extLst>
                <a:ext uri="{FF2B5EF4-FFF2-40B4-BE49-F238E27FC236}">
                  <a16:creationId xmlns:a16="http://schemas.microsoft.com/office/drawing/2014/main" id="{D7CAABF7-502D-4407-89FC-25660B786CB7}"/>
                </a:ext>
              </a:extLst>
            </p:cNvPr>
            <p:cNvSpPr txBox="1">
              <a:spLocks/>
            </p:cNvSpPr>
            <p:nvPr/>
          </p:nvSpPr>
          <p:spPr>
            <a:xfrm>
              <a:off x="7697671" y="1304668"/>
              <a:ext cx="2874645"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endParaRPr lang="en-US" sz="900" dirty="0"/>
            </a:p>
          </p:txBody>
        </p:sp>
      </p:grpSp>
      <p:grpSp>
        <p:nvGrpSpPr>
          <p:cNvPr id="4" name="Group 3">
            <a:extLst>
              <a:ext uri="{FF2B5EF4-FFF2-40B4-BE49-F238E27FC236}">
                <a16:creationId xmlns:a16="http://schemas.microsoft.com/office/drawing/2014/main" id="{E981AA70-0A29-4DD8-AD6D-CAECC7543DCF}"/>
              </a:ext>
            </a:extLst>
          </p:cNvPr>
          <p:cNvGrpSpPr/>
          <p:nvPr/>
        </p:nvGrpSpPr>
        <p:grpSpPr>
          <a:xfrm>
            <a:off x="7697671" y="3362325"/>
            <a:ext cx="2874645" cy="1132247"/>
            <a:chOff x="7697671" y="3362325"/>
            <a:chExt cx="2874645" cy="1132247"/>
          </a:xfrm>
        </p:grpSpPr>
        <p:sp>
          <p:nvSpPr>
            <p:cNvPr id="44" name="Rectangle 46">
              <a:extLst>
                <a:ext uri="{FF2B5EF4-FFF2-40B4-BE49-F238E27FC236}">
                  <a16:creationId xmlns:a16="http://schemas.microsoft.com/office/drawing/2014/main" id="{515D032A-1796-4089-95A6-9E5DEC8FB74D}"/>
                </a:ext>
              </a:extLst>
            </p:cNvPr>
            <p:cNvSpPr>
              <a:spLocks noChangeArrowheads="1"/>
            </p:cNvSpPr>
            <p:nvPr/>
          </p:nvSpPr>
          <p:spPr bwMode="auto">
            <a:xfrm>
              <a:off x="7810067" y="3362325"/>
              <a:ext cx="14828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3"/>
                  </a:solidFill>
                  <a:effectLst/>
                  <a:latin typeface="Open Sans" panose="020B0606030504020204" pitchFamily="34" charset="0"/>
                </a:rPr>
                <a:t>INFODATA 03</a:t>
              </a:r>
              <a:endParaRPr kumimoji="0" lang="ru-UA" altLang="ru-UA" sz="1800" b="0" i="0" u="none" strike="noStrike" cap="none" normalizeH="0" baseline="0">
                <a:ln>
                  <a:noFill/>
                </a:ln>
                <a:solidFill>
                  <a:schemeClr val="accent3"/>
                </a:solidFill>
                <a:effectLst/>
              </a:endParaRPr>
            </a:p>
          </p:txBody>
        </p:sp>
        <p:sp>
          <p:nvSpPr>
            <p:cNvPr id="48" name="Text Placeholder 33">
              <a:extLst>
                <a:ext uri="{FF2B5EF4-FFF2-40B4-BE49-F238E27FC236}">
                  <a16:creationId xmlns:a16="http://schemas.microsoft.com/office/drawing/2014/main" id="{8CD4045F-F97A-45FB-B4F6-904DF8BD0B29}"/>
                </a:ext>
              </a:extLst>
            </p:cNvPr>
            <p:cNvSpPr txBox="1">
              <a:spLocks/>
            </p:cNvSpPr>
            <p:nvPr/>
          </p:nvSpPr>
          <p:spPr>
            <a:xfrm>
              <a:off x="7697671" y="3673218"/>
              <a:ext cx="2874645"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endParaRPr lang="en-US" sz="900" dirty="0"/>
            </a:p>
          </p:txBody>
        </p:sp>
      </p:grpSp>
      <p:grpSp>
        <p:nvGrpSpPr>
          <p:cNvPr id="3" name="Group 2">
            <a:extLst>
              <a:ext uri="{FF2B5EF4-FFF2-40B4-BE49-F238E27FC236}">
                <a16:creationId xmlns:a16="http://schemas.microsoft.com/office/drawing/2014/main" id="{434D3BFB-72FF-4A93-9B15-B202A0FFBE7A}"/>
              </a:ext>
            </a:extLst>
          </p:cNvPr>
          <p:cNvGrpSpPr/>
          <p:nvPr/>
        </p:nvGrpSpPr>
        <p:grpSpPr>
          <a:xfrm>
            <a:off x="1682434" y="2247900"/>
            <a:ext cx="2874645" cy="1121160"/>
            <a:chOff x="1682434" y="2247900"/>
            <a:chExt cx="2874645" cy="1121160"/>
          </a:xfrm>
        </p:grpSpPr>
        <p:sp>
          <p:nvSpPr>
            <p:cNvPr id="45" name="Rectangle 47">
              <a:extLst>
                <a:ext uri="{FF2B5EF4-FFF2-40B4-BE49-F238E27FC236}">
                  <a16:creationId xmlns:a16="http://schemas.microsoft.com/office/drawing/2014/main" id="{3E886487-75FB-405B-B478-CE27F31A6A0F}"/>
                </a:ext>
              </a:extLst>
            </p:cNvPr>
            <p:cNvSpPr>
              <a:spLocks noChangeArrowheads="1"/>
            </p:cNvSpPr>
            <p:nvPr/>
          </p:nvSpPr>
          <p:spPr bwMode="auto">
            <a:xfrm>
              <a:off x="2970213" y="2247900"/>
              <a:ext cx="14828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1"/>
                  </a:solidFill>
                  <a:effectLst/>
                  <a:latin typeface="Open Sans" panose="020B0606030504020204" pitchFamily="34" charset="0"/>
                </a:rPr>
                <a:t>INFODATA 02</a:t>
              </a:r>
              <a:endParaRPr kumimoji="0" lang="ru-UA" altLang="ru-UA" sz="1800" b="0" i="0" u="none" strike="noStrike" cap="none" normalizeH="0" baseline="0">
                <a:ln>
                  <a:noFill/>
                </a:ln>
                <a:solidFill>
                  <a:schemeClr val="accent1"/>
                </a:solidFill>
                <a:effectLst/>
              </a:endParaRPr>
            </a:p>
          </p:txBody>
        </p:sp>
        <p:sp>
          <p:nvSpPr>
            <p:cNvPr id="49" name="Text Placeholder 33">
              <a:extLst>
                <a:ext uri="{FF2B5EF4-FFF2-40B4-BE49-F238E27FC236}">
                  <a16:creationId xmlns:a16="http://schemas.microsoft.com/office/drawing/2014/main" id="{0D8DFA6E-DE9A-4610-8D51-DA9060D81AC7}"/>
                </a:ext>
              </a:extLst>
            </p:cNvPr>
            <p:cNvSpPr txBox="1">
              <a:spLocks/>
            </p:cNvSpPr>
            <p:nvPr/>
          </p:nvSpPr>
          <p:spPr>
            <a:xfrm>
              <a:off x="1682434" y="2547706"/>
              <a:ext cx="2874645"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endParaRPr lang="en-US" sz="900" dirty="0"/>
            </a:p>
          </p:txBody>
        </p:sp>
      </p:grpSp>
      <p:grpSp>
        <p:nvGrpSpPr>
          <p:cNvPr id="5" name="Group 4">
            <a:extLst>
              <a:ext uri="{FF2B5EF4-FFF2-40B4-BE49-F238E27FC236}">
                <a16:creationId xmlns:a16="http://schemas.microsoft.com/office/drawing/2014/main" id="{95596CA9-C711-4375-9EF0-C2167C84F19F}"/>
              </a:ext>
            </a:extLst>
          </p:cNvPr>
          <p:cNvGrpSpPr/>
          <p:nvPr/>
        </p:nvGrpSpPr>
        <p:grpSpPr>
          <a:xfrm>
            <a:off x="1682434" y="4602163"/>
            <a:ext cx="2874645" cy="1110047"/>
            <a:chOff x="1682434" y="4602163"/>
            <a:chExt cx="2874645" cy="1110047"/>
          </a:xfrm>
        </p:grpSpPr>
        <p:sp>
          <p:nvSpPr>
            <p:cNvPr id="46" name="Rectangle 48">
              <a:extLst>
                <a:ext uri="{FF2B5EF4-FFF2-40B4-BE49-F238E27FC236}">
                  <a16:creationId xmlns:a16="http://schemas.microsoft.com/office/drawing/2014/main" id="{A7CC4F02-E3F6-4741-94F4-18B12BC445AE}"/>
                </a:ext>
              </a:extLst>
            </p:cNvPr>
            <p:cNvSpPr>
              <a:spLocks noChangeArrowheads="1"/>
            </p:cNvSpPr>
            <p:nvPr/>
          </p:nvSpPr>
          <p:spPr bwMode="auto">
            <a:xfrm>
              <a:off x="2970213" y="4602163"/>
              <a:ext cx="14828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4"/>
                  </a:solidFill>
                  <a:effectLst/>
                  <a:latin typeface="Open Sans" panose="020B0606030504020204" pitchFamily="34" charset="0"/>
                </a:rPr>
                <a:t>INFODATA 04</a:t>
              </a:r>
              <a:endParaRPr kumimoji="0" lang="ru-UA" altLang="ru-UA" sz="1800" b="0" i="0" u="none" strike="noStrike" cap="none" normalizeH="0" baseline="0">
                <a:ln>
                  <a:noFill/>
                </a:ln>
                <a:solidFill>
                  <a:schemeClr val="accent4"/>
                </a:solidFill>
                <a:effectLst/>
              </a:endParaRPr>
            </a:p>
          </p:txBody>
        </p:sp>
        <p:sp>
          <p:nvSpPr>
            <p:cNvPr id="50" name="Text Placeholder 33">
              <a:extLst>
                <a:ext uri="{FF2B5EF4-FFF2-40B4-BE49-F238E27FC236}">
                  <a16:creationId xmlns:a16="http://schemas.microsoft.com/office/drawing/2014/main" id="{4A9773BA-2E27-4F73-9E06-6C55DD6D51F7}"/>
                </a:ext>
              </a:extLst>
            </p:cNvPr>
            <p:cNvSpPr txBox="1">
              <a:spLocks/>
            </p:cNvSpPr>
            <p:nvPr/>
          </p:nvSpPr>
          <p:spPr>
            <a:xfrm>
              <a:off x="1682434" y="4890856"/>
              <a:ext cx="2874645"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endParaRPr lang="en-US" sz="900" dirty="0"/>
            </a:p>
          </p:txBody>
        </p:sp>
      </p:grpSp>
    </p:spTree>
    <p:extLst>
      <p:ext uri="{BB962C8B-B14F-4D97-AF65-F5344CB8AC3E}">
        <p14:creationId xmlns:p14="http://schemas.microsoft.com/office/powerpoint/2010/main" val="78777917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750" fill="hold"/>
                                            <p:tgtEl>
                                              <p:spTgt spid="26"/>
                                            </p:tgtEl>
                                            <p:attrNameLst>
                                              <p:attrName>ppt_w</p:attrName>
                                            </p:attrNameLst>
                                          </p:cBhvr>
                                          <p:tavLst>
                                            <p:tav tm="0">
                                              <p:val>
                                                <p:fltVal val="0"/>
                                              </p:val>
                                            </p:tav>
                                            <p:tav tm="100000">
                                              <p:val>
                                                <p:strVal val="#ppt_w"/>
                                              </p:val>
                                            </p:tav>
                                          </p:tavLst>
                                        </p:anim>
                                        <p:anim calcmode="lin" valueType="num">
                                          <p:cBhvr>
                                            <p:cTn id="8" dur="750" fill="hold"/>
                                            <p:tgtEl>
                                              <p:spTgt spid="26"/>
                                            </p:tgtEl>
                                            <p:attrNameLst>
                                              <p:attrName>ppt_h</p:attrName>
                                            </p:attrNameLst>
                                          </p:cBhvr>
                                          <p:tavLst>
                                            <p:tav tm="0">
                                              <p:val>
                                                <p:fltVal val="0"/>
                                              </p:val>
                                            </p:tav>
                                            <p:tav tm="100000">
                                              <p:val>
                                                <p:strVal val="#ppt_h"/>
                                              </p:val>
                                            </p:tav>
                                          </p:tavLst>
                                        </p:anim>
                                        <p:animEffect transition="in" filter="fade">
                                          <p:cBhvr>
                                            <p:cTn id="9" dur="750"/>
                                            <p:tgtEl>
                                              <p:spTgt spid="26"/>
                                            </p:tgtEl>
                                          </p:cBhvr>
                                        </p:animEffect>
                                      </p:childTnLst>
                                    </p:cTn>
                                  </p:par>
                                  <p:par>
                                    <p:cTn id="10" presetID="53" presetClass="entr" presetSubtype="16" fill="hold" nodeType="withEffect">
                                      <p:stCondLst>
                                        <p:cond delay="500"/>
                                      </p:stCondLst>
                                      <p:childTnLst>
                                        <p:set>
                                          <p:cBhvr>
                                            <p:cTn id="11" dur="1" fill="hold">
                                              <p:stCondLst>
                                                <p:cond delay="0"/>
                                              </p:stCondLst>
                                            </p:cTn>
                                            <p:tgtEl>
                                              <p:spTgt spid="25"/>
                                            </p:tgtEl>
                                            <p:attrNameLst>
                                              <p:attrName>style.visibility</p:attrName>
                                            </p:attrNameLst>
                                          </p:cBhvr>
                                          <p:to>
                                            <p:strVal val="visible"/>
                                          </p:to>
                                        </p:set>
                                        <p:anim calcmode="lin" valueType="num">
                                          <p:cBhvr>
                                            <p:cTn id="12" dur="750" fill="hold"/>
                                            <p:tgtEl>
                                              <p:spTgt spid="25"/>
                                            </p:tgtEl>
                                            <p:attrNameLst>
                                              <p:attrName>ppt_w</p:attrName>
                                            </p:attrNameLst>
                                          </p:cBhvr>
                                          <p:tavLst>
                                            <p:tav tm="0">
                                              <p:val>
                                                <p:fltVal val="0"/>
                                              </p:val>
                                            </p:tav>
                                            <p:tav tm="100000">
                                              <p:val>
                                                <p:strVal val="#ppt_w"/>
                                              </p:val>
                                            </p:tav>
                                          </p:tavLst>
                                        </p:anim>
                                        <p:anim calcmode="lin" valueType="num">
                                          <p:cBhvr>
                                            <p:cTn id="13" dur="750" fill="hold"/>
                                            <p:tgtEl>
                                              <p:spTgt spid="25"/>
                                            </p:tgtEl>
                                            <p:attrNameLst>
                                              <p:attrName>ppt_h</p:attrName>
                                            </p:attrNameLst>
                                          </p:cBhvr>
                                          <p:tavLst>
                                            <p:tav tm="0">
                                              <p:val>
                                                <p:fltVal val="0"/>
                                              </p:val>
                                            </p:tav>
                                            <p:tav tm="100000">
                                              <p:val>
                                                <p:strVal val="#ppt_h"/>
                                              </p:val>
                                            </p:tav>
                                          </p:tavLst>
                                        </p:anim>
                                        <p:animEffect transition="in" filter="fade">
                                          <p:cBhvr>
                                            <p:cTn id="14" dur="750"/>
                                            <p:tgtEl>
                                              <p:spTgt spid="25"/>
                                            </p:tgtEl>
                                          </p:cBhvr>
                                        </p:animEffect>
                                      </p:childTnLst>
                                    </p:cTn>
                                  </p:par>
                                  <p:par>
                                    <p:cTn id="15" presetID="53" presetClass="entr" presetSubtype="16" fill="hold" nodeType="withEffect">
                                      <p:stCondLst>
                                        <p:cond delay="1000"/>
                                      </p:stCondLst>
                                      <p:childTnLst>
                                        <p:set>
                                          <p:cBhvr>
                                            <p:cTn id="16" dur="1" fill="hold">
                                              <p:stCondLst>
                                                <p:cond delay="0"/>
                                              </p:stCondLst>
                                            </p:cTn>
                                            <p:tgtEl>
                                              <p:spTgt spid="27"/>
                                            </p:tgtEl>
                                            <p:attrNameLst>
                                              <p:attrName>style.visibility</p:attrName>
                                            </p:attrNameLst>
                                          </p:cBhvr>
                                          <p:to>
                                            <p:strVal val="visible"/>
                                          </p:to>
                                        </p:set>
                                        <p:anim calcmode="lin" valueType="num">
                                          <p:cBhvr>
                                            <p:cTn id="17" dur="750" fill="hold"/>
                                            <p:tgtEl>
                                              <p:spTgt spid="27"/>
                                            </p:tgtEl>
                                            <p:attrNameLst>
                                              <p:attrName>ppt_w</p:attrName>
                                            </p:attrNameLst>
                                          </p:cBhvr>
                                          <p:tavLst>
                                            <p:tav tm="0">
                                              <p:val>
                                                <p:fltVal val="0"/>
                                              </p:val>
                                            </p:tav>
                                            <p:tav tm="100000">
                                              <p:val>
                                                <p:strVal val="#ppt_w"/>
                                              </p:val>
                                            </p:tav>
                                          </p:tavLst>
                                        </p:anim>
                                        <p:anim calcmode="lin" valueType="num">
                                          <p:cBhvr>
                                            <p:cTn id="18" dur="750" fill="hold"/>
                                            <p:tgtEl>
                                              <p:spTgt spid="27"/>
                                            </p:tgtEl>
                                            <p:attrNameLst>
                                              <p:attrName>ppt_h</p:attrName>
                                            </p:attrNameLst>
                                          </p:cBhvr>
                                          <p:tavLst>
                                            <p:tav tm="0">
                                              <p:val>
                                                <p:fltVal val="0"/>
                                              </p:val>
                                            </p:tav>
                                            <p:tav tm="100000">
                                              <p:val>
                                                <p:strVal val="#ppt_h"/>
                                              </p:val>
                                            </p:tav>
                                          </p:tavLst>
                                        </p:anim>
                                        <p:animEffect transition="in" filter="fade">
                                          <p:cBhvr>
                                            <p:cTn id="19" dur="750"/>
                                            <p:tgtEl>
                                              <p:spTgt spid="27"/>
                                            </p:tgtEl>
                                          </p:cBhvr>
                                        </p:animEffect>
                                      </p:childTnLst>
                                    </p:cTn>
                                  </p:par>
                                  <p:par>
                                    <p:cTn id="20" presetID="53" presetClass="entr" presetSubtype="16" fill="hold" nodeType="withEffect">
                                      <p:stCondLst>
                                        <p:cond delay="1500"/>
                                      </p:stCondLst>
                                      <p:childTnLst>
                                        <p:set>
                                          <p:cBhvr>
                                            <p:cTn id="21" dur="1" fill="hold">
                                              <p:stCondLst>
                                                <p:cond delay="0"/>
                                              </p:stCondLst>
                                            </p:cTn>
                                            <p:tgtEl>
                                              <p:spTgt spid="28"/>
                                            </p:tgtEl>
                                            <p:attrNameLst>
                                              <p:attrName>style.visibility</p:attrName>
                                            </p:attrNameLst>
                                          </p:cBhvr>
                                          <p:to>
                                            <p:strVal val="visible"/>
                                          </p:to>
                                        </p:set>
                                        <p:anim calcmode="lin" valueType="num">
                                          <p:cBhvr>
                                            <p:cTn id="22" dur="750" fill="hold"/>
                                            <p:tgtEl>
                                              <p:spTgt spid="28"/>
                                            </p:tgtEl>
                                            <p:attrNameLst>
                                              <p:attrName>ppt_w</p:attrName>
                                            </p:attrNameLst>
                                          </p:cBhvr>
                                          <p:tavLst>
                                            <p:tav tm="0">
                                              <p:val>
                                                <p:fltVal val="0"/>
                                              </p:val>
                                            </p:tav>
                                            <p:tav tm="100000">
                                              <p:val>
                                                <p:strVal val="#ppt_w"/>
                                              </p:val>
                                            </p:tav>
                                          </p:tavLst>
                                        </p:anim>
                                        <p:anim calcmode="lin" valueType="num">
                                          <p:cBhvr>
                                            <p:cTn id="23" dur="750" fill="hold"/>
                                            <p:tgtEl>
                                              <p:spTgt spid="28"/>
                                            </p:tgtEl>
                                            <p:attrNameLst>
                                              <p:attrName>ppt_h</p:attrName>
                                            </p:attrNameLst>
                                          </p:cBhvr>
                                          <p:tavLst>
                                            <p:tav tm="0">
                                              <p:val>
                                                <p:fltVal val="0"/>
                                              </p:val>
                                            </p:tav>
                                            <p:tav tm="100000">
                                              <p:val>
                                                <p:strVal val="#ppt_h"/>
                                              </p:val>
                                            </p:tav>
                                          </p:tavLst>
                                        </p:anim>
                                        <p:animEffect transition="in" filter="fade">
                                          <p:cBhvr>
                                            <p:cTn id="24" dur="750"/>
                                            <p:tgtEl>
                                              <p:spTgt spid="28"/>
                                            </p:tgtEl>
                                          </p:cBhvr>
                                        </p:animEffect>
                                      </p:childTnLst>
                                    </p:cTn>
                                  </p:par>
                                  <p:par>
                                    <p:cTn id="25" presetID="22" presetClass="entr" presetSubtype="4" fill="hold" grpId="0" nodeType="withEffect">
                                      <p:stCondLst>
                                        <p:cond delay="250"/>
                                      </p:stCondLst>
                                      <p:childTnLst>
                                        <p:set>
                                          <p:cBhvr>
                                            <p:cTn id="26" dur="1" fill="hold">
                                              <p:stCondLst>
                                                <p:cond delay="0"/>
                                              </p:stCondLst>
                                            </p:cTn>
                                            <p:tgtEl>
                                              <p:spTgt spid="23"/>
                                            </p:tgtEl>
                                            <p:attrNameLst>
                                              <p:attrName>style.visibility</p:attrName>
                                            </p:attrNameLst>
                                          </p:cBhvr>
                                          <p:to>
                                            <p:strVal val="visible"/>
                                          </p:to>
                                        </p:set>
                                        <p:animEffect transition="in" filter="wipe(down)">
                                          <p:cBhvr>
                                            <p:cTn id="27" dur="750"/>
                                            <p:tgtEl>
                                              <p:spTgt spid="23"/>
                                            </p:tgtEl>
                                          </p:cBhvr>
                                        </p:animEffect>
                                      </p:childTnLst>
                                    </p:cTn>
                                  </p:par>
                                  <p:par>
                                    <p:cTn id="28" presetID="22" presetClass="entr" presetSubtype="4" fill="hold" grpId="0" nodeType="withEffect">
                                      <p:stCondLst>
                                        <p:cond delay="1000"/>
                                      </p:stCondLst>
                                      <p:childTnLst>
                                        <p:set>
                                          <p:cBhvr>
                                            <p:cTn id="29" dur="1" fill="hold">
                                              <p:stCondLst>
                                                <p:cond delay="0"/>
                                              </p:stCondLst>
                                            </p:cTn>
                                            <p:tgtEl>
                                              <p:spTgt spid="22"/>
                                            </p:tgtEl>
                                            <p:attrNameLst>
                                              <p:attrName>style.visibility</p:attrName>
                                            </p:attrNameLst>
                                          </p:cBhvr>
                                          <p:to>
                                            <p:strVal val="visible"/>
                                          </p:to>
                                        </p:set>
                                        <p:animEffect transition="in" filter="wipe(down)">
                                          <p:cBhvr>
                                            <p:cTn id="30" dur="750"/>
                                            <p:tgtEl>
                                              <p:spTgt spid="22"/>
                                            </p:tgtEl>
                                          </p:cBhvr>
                                        </p:animEffect>
                                      </p:childTnLst>
                                    </p:cTn>
                                  </p:par>
                                  <p:par>
                                    <p:cTn id="31" presetID="22" presetClass="entr" presetSubtype="4" fill="hold" grpId="0" nodeType="withEffect">
                                      <p:stCondLst>
                                        <p:cond delay="2000"/>
                                      </p:stCondLst>
                                      <p:childTnLst>
                                        <p:set>
                                          <p:cBhvr>
                                            <p:cTn id="32" dur="1" fill="hold">
                                              <p:stCondLst>
                                                <p:cond delay="0"/>
                                              </p:stCondLst>
                                            </p:cTn>
                                            <p:tgtEl>
                                              <p:spTgt spid="24"/>
                                            </p:tgtEl>
                                            <p:attrNameLst>
                                              <p:attrName>style.visibility</p:attrName>
                                            </p:attrNameLst>
                                          </p:cBhvr>
                                          <p:to>
                                            <p:strVal val="visible"/>
                                          </p:to>
                                        </p:set>
                                        <p:animEffect transition="in" filter="wipe(down)">
                                          <p:cBhvr>
                                            <p:cTn id="33" dur="750"/>
                                            <p:tgtEl>
                                              <p:spTgt spid="24"/>
                                            </p:tgtEl>
                                          </p:cBhvr>
                                        </p:animEffect>
                                      </p:childTnLst>
                                    </p:cTn>
                                  </p:par>
                                  <p:par>
                                    <p:cTn id="34" presetID="10" presetClass="entr" presetSubtype="0" fill="hold" nodeType="withEffect">
                                      <p:stCondLst>
                                        <p:cond delay="750"/>
                                      </p:stCondLst>
                                      <p:childTnLst>
                                        <p:set>
                                          <p:cBhvr>
                                            <p:cTn id="35" dur="1" fill="hold">
                                              <p:stCondLst>
                                                <p:cond delay="0"/>
                                              </p:stCondLst>
                                            </p:cTn>
                                            <p:tgtEl>
                                              <p:spTgt spid="34"/>
                                            </p:tgtEl>
                                            <p:attrNameLst>
                                              <p:attrName>style.visibility</p:attrName>
                                            </p:attrNameLst>
                                          </p:cBhvr>
                                          <p:to>
                                            <p:strVal val="visible"/>
                                          </p:to>
                                        </p:set>
                                        <p:animEffect transition="in" filter="fade">
                                          <p:cBhvr>
                                            <p:cTn id="36" dur="750"/>
                                            <p:tgtEl>
                                              <p:spTgt spid="34"/>
                                            </p:tgtEl>
                                          </p:cBhvr>
                                        </p:animEffect>
                                      </p:childTnLst>
                                    </p:cTn>
                                  </p:par>
                                  <p:par>
                                    <p:cTn id="37" presetID="10" presetClass="entr" presetSubtype="0" fill="hold" nodeType="withEffect">
                                      <p:stCondLst>
                                        <p:cond delay="1250"/>
                                      </p:stCondLst>
                                      <p:childTnLst>
                                        <p:set>
                                          <p:cBhvr>
                                            <p:cTn id="38" dur="1" fill="hold">
                                              <p:stCondLst>
                                                <p:cond delay="0"/>
                                              </p:stCondLst>
                                            </p:cTn>
                                            <p:tgtEl>
                                              <p:spTgt spid="31"/>
                                            </p:tgtEl>
                                            <p:attrNameLst>
                                              <p:attrName>style.visibility</p:attrName>
                                            </p:attrNameLst>
                                          </p:cBhvr>
                                          <p:to>
                                            <p:strVal val="visible"/>
                                          </p:to>
                                        </p:set>
                                        <p:animEffect transition="in" filter="fade">
                                          <p:cBhvr>
                                            <p:cTn id="39" dur="750"/>
                                            <p:tgtEl>
                                              <p:spTgt spid="31"/>
                                            </p:tgtEl>
                                          </p:cBhvr>
                                        </p:animEffect>
                                      </p:childTnLst>
                                    </p:cTn>
                                  </p:par>
                                  <p:par>
                                    <p:cTn id="40" presetID="10" presetClass="entr" presetSubtype="0" fill="hold" nodeType="withEffect">
                                      <p:stCondLst>
                                        <p:cond delay="2000"/>
                                      </p:stCondLst>
                                      <p:childTnLst>
                                        <p:set>
                                          <p:cBhvr>
                                            <p:cTn id="41" dur="1" fill="hold">
                                              <p:stCondLst>
                                                <p:cond delay="0"/>
                                              </p:stCondLst>
                                            </p:cTn>
                                            <p:tgtEl>
                                              <p:spTgt spid="33"/>
                                            </p:tgtEl>
                                            <p:attrNameLst>
                                              <p:attrName>style.visibility</p:attrName>
                                            </p:attrNameLst>
                                          </p:cBhvr>
                                          <p:to>
                                            <p:strVal val="visible"/>
                                          </p:to>
                                        </p:set>
                                        <p:animEffect transition="in" filter="fade">
                                          <p:cBhvr>
                                            <p:cTn id="42" dur="750"/>
                                            <p:tgtEl>
                                              <p:spTgt spid="33"/>
                                            </p:tgtEl>
                                          </p:cBhvr>
                                        </p:animEffect>
                                      </p:childTnLst>
                                    </p:cTn>
                                  </p:par>
                                  <p:par>
                                    <p:cTn id="43" presetID="10" presetClass="entr" presetSubtype="0" fill="hold" nodeType="withEffect">
                                      <p:stCondLst>
                                        <p:cond delay="2750"/>
                                      </p:stCondLst>
                                      <p:childTnLst>
                                        <p:set>
                                          <p:cBhvr>
                                            <p:cTn id="44" dur="1" fill="hold">
                                              <p:stCondLst>
                                                <p:cond delay="0"/>
                                              </p:stCondLst>
                                            </p:cTn>
                                            <p:tgtEl>
                                              <p:spTgt spid="32"/>
                                            </p:tgtEl>
                                            <p:attrNameLst>
                                              <p:attrName>style.visibility</p:attrName>
                                            </p:attrNameLst>
                                          </p:cBhvr>
                                          <p:to>
                                            <p:strVal val="visible"/>
                                          </p:to>
                                        </p:set>
                                        <p:animEffect transition="in" filter="fade">
                                          <p:cBhvr>
                                            <p:cTn id="45" dur="750"/>
                                            <p:tgtEl>
                                              <p:spTgt spid="32"/>
                                            </p:tgtEl>
                                          </p:cBhvr>
                                        </p:animEffect>
                                      </p:childTnLst>
                                    </p:cTn>
                                  </p:par>
                                  <p:par>
                                    <p:cTn id="46" presetID="2" presetClass="entr" presetSubtype="2" fill="hold" nodeType="withEffect" p14:presetBounceEnd="67000">
                                      <p:stCondLst>
                                        <p:cond delay="750"/>
                                      </p:stCondLst>
                                      <p:childTnLst>
                                        <p:set>
                                          <p:cBhvr>
                                            <p:cTn id="47" dur="1" fill="hold">
                                              <p:stCondLst>
                                                <p:cond delay="0"/>
                                              </p:stCondLst>
                                            </p:cTn>
                                            <p:tgtEl>
                                              <p:spTgt spid="2"/>
                                            </p:tgtEl>
                                            <p:attrNameLst>
                                              <p:attrName>style.visibility</p:attrName>
                                            </p:attrNameLst>
                                          </p:cBhvr>
                                          <p:to>
                                            <p:strVal val="visible"/>
                                          </p:to>
                                        </p:set>
                                        <p:anim calcmode="lin" valueType="num" p14:bounceEnd="67000">
                                          <p:cBhvr additive="base">
                                            <p:cTn id="48" dur="1000" fill="hold"/>
                                            <p:tgtEl>
                                              <p:spTgt spid="2"/>
                                            </p:tgtEl>
                                            <p:attrNameLst>
                                              <p:attrName>ppt_x</p:attrName>
                                            </p:attrNameLst>
                                          </p:cBhvr>
                                          <p:tavLst>
                                            <p:tav tm="0">
                                              <p:val>
                                                <p:strVal val="1+#ppt_w/2"/>
                                              </p:val>
                                            </p:tav>
                                            <p:tav tm="100000">
                                              <p:val>
                                                <p:strVal val="#ppt_x"/>
                                              </p:val>
                                            </p:tav>
                                          </p:tavLst>
                                        </p:anim>
                                        <p:anim calcmode="lin" valueType="num" p14:bounceEnd="67000">
                                          <p:cBhvr additive="base">
                                            <p:cTn id="49" dur="1000" fill="hold"/>
                                            <p:tgtEl>
                                              <p:spTgt spid="2"/>
                                            </p:tgtEl>
                                            <p:attrNameLst>
                                              <p:attrName>ppt_y</p:attrName>
                                            </p:attrNameLst>
                                          </p:cBhvr>
                                          <p:tavLst>
                                            <p:tav tm="0">
                                              <p:val>
                                                <p:strVal val="#ppt_y"/>
                                              </p:val>
                                            </p:tav>
                                            <p:tav tm="100000">
                                              <p:val>
                                                <p:strVal val="#ppt_y"/>
                                              </p:val>
                                            </p:tav>
                                          </p:tavLst>
                                        </p:anim>
                                      </p:childTnLst>
                                    </p:cTn>
                                  </p:par>
                                  <p:par>
                                    <p:cTn id="50" presetID="2" presetClass="entr" presetSubtype="8" fill="hold" nodeType="withEffect" p14:presetBounceEnd="67000">
                                      <p:stCondLst>
                                        <p:cond delay="1250"/>
                                      </p:stCondLst>
                                      <p:childTnLst>
                                        <p:set>
                                          <p:cBhvr>
                                            <p:cTn id="51" dur="1" fill="hold">
                                              <p:stCondLst>
                                                <p:cond delay="0"/>
                                              </p:stCondLst>
                                            </p:cTn>
                                            <p:tgtEl>
                                              <p:spTgt spid="3"/>
                                            </p:tgtEl>
                                            <p:attrNameLst>
                                              <p:attrName>style.visibility</p:attrName>
                                            </p:attrNameLst>
                                          </p:cBhvr>
                                          <p:to>
                                            <p:strVal val="visible"/>
                                          </p:to>
                                        </p:set>
                                        <p:anim calcmode="lin" valueType="num" p14:bounceEnd="67000">
                                          <p:cBhvr additive="base">
                                            <p:cTn id="52" dur="1000" fill="hold"/>
                                            <p:tgtEl>
                                              <p:spTgt spid="3"/>
                                            </p:tgtEl>
                                            <p:attrNameLst>
                                              <p:attrName>ppt_x</p:attrName>
                                            </p:attrNameLst>
                                          </p:cBhvr>
                                          <p:tavLst>
                                            <p:tav tm="0">
                                              <p:val>
                                                <p:strVal val="0-#ppt_w/2"/>
                                              </p:val>
                                            </p:tav>
                                            <p:tav tm="100000">
                                              <p:val>
                                                <p:strVal val="#ppt_x"/>
                                              </p:val>
                                            </p:tav>
                                          </p:tavLst>
                                        </p:anim>
                                        <p:anim calcmode="lin" valueType="num" p14:bounceEnd="67000">
                                          <p:cBhvr additive="base">
                                            <p:cTn id="53" dur="1000" fill="hold"/>
                                            <p:tgtEl>
                                              <p:spTgt spid="3"/>
                                            </p:tgtEl>
                                            <p:attrNameLst>
                                              <p:attrName>ppt_y</p:attrName>
                                            </p:attrNameLst>
                                          </p:cBhvr>
                                          <p:tavLst>
                                            <p:tav tm="0">
                                              <p:val>
                                                <p:strVal val="#ppt_y"/>
                                              </p:val>
                                            </p:tav>
                                            <p:tav tm="100000">
                                              <p:val>
                                                <p:strVal val="#ppt_y"/>
                                              </p:val>
                                            </p:tav>
                                          </p:tavLst>
                                        </p:anim>
                                      </p:childTnLst>
                                    </p:cTn>
                                  </p:par>
                                  <p:par>
                                    <p:cTn id="54" presetID="2" presetClass="entr" presetSubtype="2" fill="hold" nodeType="withEffect" p14:presetBounceEnd="67000">
                                      <p:stCondLst>
                                        <p:cond delay="1750"/>
                                      </p:stCondLst>
                                      <p:childTnLst>
                                        <p:set>
                                          <p:cBhvr>
                                            <p:cTn id="55" dur="1" fill="hold">
                                              <p:stCondLst>
                                                <p:cond delay="0"/>
                                              </p:stCondLst>
                                            </p:cTn>
                                            <p:tgtEl>
                                              <p:spTgt spid="4"/>
                                            </p:tgtEl>
                                            <p:attrNameLst>
                                              <p:attrName>style.visibility</p:attrName>
                                            </p:attrNameLst>
                                          </p:cBhvr>
                                          <p:to>
                                            <p:strVal val="visible"/>
                                          </p:to>
                                        </p:set>
                                        <p:anim calcmode="lin" valueType="num" p14:bounceEnd="67000">
                                          <p:cBhvr additive="base">
                                            <p:cTn id="56" dur="1000" fill="hold"/>
                                            <p:tgtEl>
                                              <p:spTgt spid="4"/>
                                            </p:tgtEl>
                                            <p:attrNameLst>
                                              <p:attrName>ppt_x</p:attrName>
                                            </p:attrNameLst>
                                          </p:cBhvr>
                                          <p:tavLst>
                                            <p:tav tm="0">
                                              <p:val>
                                                <p:strVal val="1+#ppt_w/2"/>
                                              </p:val>
                                            </p:tav>
                                            <p:tav tm="100000">
                                              <p:val>
                                                <p:strVal val="#ppt_x"/>
                                              </p:val>
                                            </p:tav>
                                          </p:tavLst>
                                        </p:anim>
                                        <p:anim calcmode="lin" valueType="num" p14:bounceEnd="67000">
                                          <p:cBhvr additive="base">
                                            <p:cTn id="57" dur="1000" fill="hold"/>
                                            <p:tgtEl>
                                              <p:spTgt spid="4"/>
                                            </p:tgtEl>
                                            <p:attrNameLst>
                                              <p:attrName>ppt_y</p:attrName>
                                            </p:attrNameLst>
                                          </p:cBhvr>
                                          <p:tavLst>
                                            <p:tav tm="0">
                                              <p:val>
                                                <p:strVal val="#ppt_y"/>
                                              </p:val>
                                            </p:tav>
                                            <p:tav tm="100000">
                                              <p:val>
                                                <p:strVal val="#ppt_y"/>
                                              </p:val>
                                            </p:tav>
                                          </p:tavLst>
                                        </p:anim>
                                      </p:childTnLst>
                                    </p:cTn>
                                  </p:par>
                                  <p:par>
                                    <p:cTn id="58" presetID="2" presetClass="entr" presetSubtype="8" fill="hold" nodeType="withEffect" p14:presetBounceEnd="67000">
                                      <p:stCondLst>
                                        <p:cond delay="2250"/>
                                      </p:stCondLst>
                                      <p:childTnLst>
                                        <p:set>
                                          <p:cBhvr>
                                            <p:cTn id="59" dur="1" fill="hold">
                                              <p:stCondLst>
                                                <p:cond delay="0"/>
                                              </p:stCondLst>
                                            </p:cTn>
                                            <p:tgtEl>
                                              <p:spTgt spid="5"/>
                                            </p:tgtEl>
                                            <p:attrNameLst>
                                              <p:attrName>style.visibility</p:attrName>
                                            </p:attrNameLst>
                                          </p:cBhvr>
                                          <p:to>
                                            <p:strVal val="visible"/>
                                          </p:to>
                                        </p:set>
                                        <p:anim calcmode="lin" valueType="num" p14:bounceEnd="67000">
                                          <p:cBhvr additive="base">
                                            <p:cTn id="60" dur="1000" fill="hold"/>
                                            <p:tgtEl>
                                              <p:spTgt spid="5"/>
                                            </p:tgtEl>
                                            <p:attrNameLst>
                                              <p:attrName>ppt_x</p:attrName>
                                            </p:attrNameLst>
                                          </p:cBhvr>
                                          <p:tavLst>
                                            <p:tav tm="0">
                                              <p:val>
                                                <p:strVal val="0-#ppt_w/2"/>
                                              </p:val>
                                            </p:tav>
                                            <p:tav tm="100000">
                                              <p:val>
                                                <p:strVal val="#ppt_x"/>
                                              </p:val>
                                            </p:tav>
                                          </p:tavLst>
                                        </p:anim>
                                        <p:anim calcmode="lin" valueType="num" p14:bounceEnd="67000">
                                          <p:cBhvr additive="base">
                                            <p:cTn id="61"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750" fill="hold"/>
                                            <p:tgtEl>
                                              <p:spTgt spid="26"/>
                                            </p:tgtEl>
                                            <p:attrNameLst>
                                              <p:attrName>ppt_w</p:attrName>
                                            </p:attrNameLst>
                                          </p:cBhvr>
                                          <p:tavLst>
                                            <p:tav tm="0">
                                              <p:val>
                                                <p:fltVal val="0"/>
                                              </p:val>
                                            </p:tav>
                                            <p:tav tm="100000">
                                              <p:val>
                                                <p:strVal val="#ppt_w"/>
                                              </p:val>
                                            </p:tav>
                                          </p:tavLst>
                                        </p:anim>
                                        <p:anim calcmode="lin" valueType="num">
                                          <p:cBhvr>
                                            <p:cTn id="8" dur="750" fill="hold"/>
                                            <p:tgtEl>
                                              <p:spTgt spid="26"/>
                                            </p:tgtEl>
                                            <p:attrNameLst>
                                              <p:attrName>ppt_h</p:attrName>
                                            </p:attrNameLst>
                                          </p:cBhvr>
                                          <p:tavLst>
                                            <p:tav tm="0">
                                              <p:val>
                                                <p:fltVal val="0"/>
                                              </p:val>
                                            </p:tav>
                                            <p:tav tm="100000">
                                              <p:val>
                                                <p:strVal val="#ppt_h"/>
                                              </p:val>
                                            </p:tav>
                                          </p:tavLst>
                                        </p:anim>
                                        <p:animEffect transition="in" filter="fade">
                                          <p:cBhvr>
                                            <p:cTn id="9" dur="750"/>
                                            <p:tgtEl>
                                              <p:spTgt spid="26"/>
                                            </p:tgtEl>
                                          </p:cBhvr>
                                        </p:animEffect>
                                      </p:childTnLst>
                                    </p:cTn>
                                  </p:par>
                                  <p:par>
                                    <p:cTn id="10" presetID="53" presetClass="entr" presetSubtype="16" fill="hold" nodeType="withEffect">
                                      <p:stCondLst>
                                        <p:cond delay="500"/>
                                      </p:stCondLst>
                                      <p:childTnLst>
                                        <p:set>
                                          <p:cBhvr>
                                            <p:cTn id="11" dur="1" fill="hold">
                                              <p:stCondLst>
                                                <p:cond delay="0"/>
                                              </p:stCondLst>
                                            </p:cTn>
                                            <p:tgtEl>
                                              <p:spTgt spid="25"/>
                                            </p:tgtEl>
                                            <p:attrNameLst>
                                              <p:attrName>style.visibility</p:attrName>
                                            </p:attrNameLst>
                                          </p:cBhvr>
                                          <p:to>
                                            <p:strVal val="visible"/>
                                          </p:to>
                                        </p:set>
                                        <p:anim calcmode="lin" valueType="num">
                                          <p:cBhvr>
                                            <p:cTn id="12" dur="750" fill="hold"/>
                                            <p:tgtEl>
                                              <p:spTgt spid="25"/>
                                            </p:tgtEl>
                                            <p:attrNameLst>
                                              <p:attrName>ppt_w</p:attrName>
                                            </p:attrNameLst>
                                          </p:cBhvr>
                                          <p:tavLst>
                                            <p:tav tm="0">
                                              <p:val>
                                                <p:fltVal val="0"/>
                                              </p:val>
                                            </p:tav>
                                            <p:tav tm="100000">
                                              <p:val>
                                                <p:strVal val="#ppt_w"/>
                                              </p:val>
                                            </p:tav>
                                          </p:tavLst>
                                        </p:anim>
                                        <p:anim calcmode="lin" valueType="num">
                                          <p:cBhvr>
                                            <p:cTn id="13" dur="750" fill="hold"/>
                                            <p:tgtEl>
                                              <p:spTgt spid="25"/>
                                            </p:tgtEl>
                                            <p:attrNameLst>
                                              <p:attrName>ppt_h</p:attrName>
                                            </p:attrNameLst>
                                          </p:cBhvr>
                                          <p:tavLst>
                                            <p:tav tm="0">
                                              <p:val>
                                                <p:fltVal val="0"/>
                                              </p:val>
                                            </p:tav>
                                            <p:tav tm="100000">
                                              <p:val>
                                                <p:strVal val="#ppt_h"/>
                                              </p:val>
                                            </p:tav>
                                          </p:tavLst>
                                        </p:anim>
                                        <p:animEffect transition="in" filter="fade">
                                          <p:cBhvr>
                                            <p:cTn id="14" dur="750"/>
                                            <p:tgtEl>
                                              <p:spTgt spid="25"/>
                                            </p:tgtEl>
                                          </p:cBhvr>
                                        </p:animEffect>
                                      </p:childTnLst>
                                    </p:cTn>
                                  </p:par>
                                  <p:par>
                                    <p:cTn id="15" presetID="53" presetClass="entr" presetSubtype="16" fill="hold" nodeType="withEffect">
                                      <p:stCondLst>
                                        <p:cond delay="1000"/>
                                      </p:stCondLst>
                                      <p:childTnLst>
                                        <p:set>
                                          <p:cBhvr>
                                            <p:cTn id="16" dur="1" fill="hold">
                                              <p:stCondLst>
                                                <p:cond delay="0"/>
                                              </p:stCondLst>
                                            </p:cTn>
                                            <p:tgtEl>
                                              <p:spTgt spid="27"/>
                                            </p:tgtEl>
                                            <p:attrNameLst>
                                              <p:attrName>style.visibility</p:attrName>
                                            </p:attrNameLst>
                                          </p:cBhvr>
                                          <p:to>
                                            <p:strVal val="visible"/>
                                          </p:to>
                                        </p:set>
                                        <p:anim calcmode="lin" valueType="num">
                                          <p:cBhvr>
                                            <p:cTn id="17" dur="750" fill="hold"/>
                                            <p:tgtEl>
                                              <p:spTgt spid="27"/>
                                            </p:tgtEl>
                                            <p:attrNameLst>
                                              <p:attrName>ppt_w</p:attrName>
                                            </p:attrNameLst>
                                          </p:cBhvr>
                                          <p:tavLst>
                                            <p:tav tm="0">
                                              <p:val>
                                                <p:fltVal val="0"/>
                                              </p:val>
                                            </p:tav>
                                            <p:tav tm="100000">
                                              <p:val>
                                                <p:strVal val="#ppt_w"/>
                                              </p:val>
                                            </p:tav>
                                          </p:tavLst>
                                        </p:anim>
                                        <p:anim calcmode="lin" valueType="num">
                                          <p:cBhvr>
                                            <p:cTn id="18" dur="750" fill="hold"/>
                                            <p:tgtEl>
                                              <p:spTgt spid="27"/>
                                            </p:tgtEl>
                                            <p:attrNameLst>
                                              <p:attrName>ppt_h</p:attrName>
                                            </p:attrNameLst>
                                          </p:cBhvr>
                                          <p:tavLst>
                                            <p:tav tm="0">
                                              <p:val>
                                                <p:fltVal val="0"/>
                                              </p:val>
                                            </p:tav>
                                            <p:tav tm="100000">
                                              <p:val>
                                                <p:strVal val="#ppt_h"/>
                                              </p:val>
                                            </p:tav>
                                          </p:tavLst>
                                        </p:anim>
                                        <p:animEffect transition="in" filter="fade">
                                          <p:cBhvr>
                                            <p:cTn id="19" dur="750"/>
                                            <p:tgtEl>
                                              <p:spTgt spid="27"/>
                                            </p:tgtEl>
                                          </p:cBhvr>
                                        </p:animEffect>
                                      </p:childTnLst>
                                    </p:cTn>
                                  </p:par>
                                  <p:par>
                                    <p:cTn id="20" presetID="53" presetClass="entr" presetSubtype="16" fill="hold" nodeType="withEffect">
                                      <p:stCondLst>
                                        <p:cond delay="1500"/>
                                      </p:stCondLst>
                                      <p:childTnLst>
                                        <p:set>
                                          <p:cBhvr>
                                            <p:cTn id="21" dur="1" fill="hold">
                                              <p:stCondLst>
                                                <p:cond delay="0"/>
                                              </p:stCondLst>
                                            </p:cTn>
                                            <p:tgtEl>
                                              <p:spTgt spid="28"/>
                                            </p:tgtEl>
                                            <p:attrNameLst>
                                              <p:attrName>style.visibility</p:attrName>
                                            </p:attrNameLst>
                                          </p:cBhvr>
                                          <p:to>
                                            <p:strVal val="visible"/>
                                          </p:to>
                                        </p:set>
                                        <p:anim calcmode="lin" valueType="num">
                                          <p:cBhvr>
                                            <p:cTn id="22" dur="750" fill="hold"/>
                                            <p:tgtEl>
                                              <p:spTgt spid="28"/>
                                            </p:tgtEl>
                                            <p:attrNameLst>
                                              <p:attrName>ppt_w</p:attrName>
                                            </p:attrNameLst>
                                          </p:cBhvr>
                                          <p:tavLst>
                                            <p:tav tm="0">
                                              <p:val>
                                                <p:fltVal val="0"/>
                                              </p:val>
                                            </p:tav>
                                            <p:tav tm="100000">
                                              <p:val>
                                                <p:strVal val="#ppt_w"/>
                                              </p:val>
                                            </p:tav>
                                          </p:tavLst>
                                        </p:anim>
                                        <p:anim calcmode="lin" valueType="num">
                                          <p:cBhvr>
                                            <p:cTn id="23" dur="750" fill="hold"/>
                                            <p:tgtEl>
                                              <p:spTgt spid="28"/>
                                            </p:tgtEl>
                                            <p:attrNameLst>
                                              <p:attrName>ppt_h</p:attrName>
                                            </p:attrNameLst>
                                          </p:cBhvr>
                                          <p:tavLst>
                                            <p:tav tm="0">
                                              <p:val>
                                                <p:fltVal val="0"/>
                                              </p:val>
                                            </p:tav>
                                            <p:tav tm="100000">
                                              <p:val>
                                                <p:strVal val="#ppt_h"/>
                                              </p:val>
                                            </p:tav>
                                          </p:tavLst>
                                        </p:anim>
                                        <p:animEffect transition="in" filter="fade">
                                          <p:cBhvr>
                                            <p:cTn id="24" dur="750"/>
                                            <p:tgtEl>
                                              <p:spTgt spid="28"/>
                                            </p:tgtEl>
                                          </p:cBhvr>
                                        </p:animEffect>
                                      </p:childTnLst>
                                    </p:cTn>
                                  </p:par>
                                  <p:par>
                                    <p:cTn id="25" presetID="22" presetClass="entr" presetSubtype="4" fill="hold" grpId="0" nodeType="withEffect">
                                      <p:stCondLst>
                                        <p:cond delay="250"/>
                                      </p:stCondLst>
                                      <p:childTnLst>
                                        <p:set>
                                          <p:cBhvr>
                                            <p:cTn id="26" dur="1" fill="hold">
                                              <p:stCondLst>
                                                <p:cond delay="0"/>
                                              </p:stCondLst>
                                            </p:cTn>
                                            <p:tgtEl>
                                              <p:spTgt spid="23"/>
                                            </p:tgtEl>
                                            <p:attrNameLst>
                                              <p:attrName>style.visibility</p:attrName>
                                            </p:attrNameLst>
                                          </p:cBhvr>
                                          <p:to>
                                            <p:strVal val="visible"/>
                                          </p:to>
                                        </p:set>
                                        <p:animEffect transition="in" filter="wipe(down)">
                                          <p:cBhvr>
                                            <p:cTn id="27" dur="750"/>
                                            <p:tgtEl>
                                              <p:spTgt spid="23"/>
                                            </p:tgtEl>
                                          </p:cBhvr>
                                        </p:animEffect>
                                      </p:childTnLst>
                                    </p:cTn>
                                  </p:par>
                                  <p:par>
                                    <p:cTn id="28" presetID="22" presetClass="entr" presetSubtype="4" fill="hold" grpId="0" nodeType="withEffect">
                                      <p:stCondLst>
                                        <p:cond delay="1000"/>
                                      </p:stCondLst>
                                      <p:childTnLst>
                                        <p:set>
                                          <p:cBhvr>
                                            <p:cTn id="29" dur="1" fill="hold">
                                              <p:stCondLst>
                                                <p:cond delay="0"/>
                                              </p:stCondLst>
                                            </p:cTn>
                                            <p:tgtEl>
                                              <p:spTgt spid="22"/>
                                            </p:tgtEl>
                                            <p:attrNameLst>
                                              <p:attrName>style.visibility</p:attrName>
                                            </p:attrNameLst>
                                          </p:cBhvr>
                                          <p:to>
                                            <p:strVal val="visible"/>
                                          </p:to>
                                        </p:set>
                                        <p:animEffect transition="in" filter="wipe(down)">
                                          <p:cBhvr>
                                            <p:cTn id="30" dur="750"/>
                                            <p:tgtEl>
                                              <p:spTgt spid="22"/>
                                            </p:tgtEl>
                                          </p:cBhvr>
                                        </p:animEffect>
                                      </p:childTnLst>
                                    </p:cTn>
                                  </p:par>
                                  <p:par>
                                    <p:cTn id="31" presetID="22" presetClass="entr" presetSubtype="4" fill="hold" grpId="0" nodeType="withEffect">
                                      <p:stCondLst>
                                        <p:cond delay="2000"/>
                                      </p:stCondLst>
                                      <p:childTnLst>
                                        <p:set>
                                          <p:cBhvr>
                                            <p:cTn id="32" dur="1" fill="hold">
                                              <p:stCondLst>
                                                <p:cond delay="0"/>
                                              </p:stCondLst>
                                            </p:cTn>
                                            <p:tgtEl>
                                              <p:spTgt spid="24"/>
                                            </p:tgtEl>
                                            <p:attrNameLst>
                                              <p:attrName>style.visibility</p:attrName>
                                            </p:attrNameLst>
                                          </p:cBhvr>
                                          <p:to>
                                            <p:strVal val="visible"/>
                                          </p:to>
                                        </p:set>
                                        <p:animEffect transition="in" filter="wipe(down)">
                                          <p:cBhvr>
                                            <p:cTn id="33" dur="750"/>
                                            <p:tgtEl>
                                              <p:spTgt spid="24"/>
                                            </p:tgtEl>
                                          </p:cBhvr>
                                        </p:animEffect>
                                      </p:childTnLst>
                                    </p:cTn>
                                  </p:par>
                                  <p:par>
                                    <p:cTn id="34" presetID="10" presetClass="entr" presetSubtype="0" fill="hold" nodeType="withEffect">
                                      <p:stCondLst>
                                        <p:cond delay="750"/>
                                      </p:stCondLst>
                                      <p:childTnLst>
                                        <p:set>
                                          <p:cBhvr>
                                            <p:cTn id="35" dur="1" fill="hold">
                                              <p:stCondLst>
                                                <p:cond delay="0"/>
                                              </p:stCondLst>
                                            </p:cTn>
                                            <p:tgtEl>
                                              <p:spTgt spid="34"/>
                                            </p:tgtEl>
                                            <p:attrNameLst>
                                              <p:attrName>style.visibility</p:attrName>
                                            </p:attrNameLst>
                                          </p:cBhvr>
                                          <p:to>
                                            <p:strVal val="visible"/>
                                          </p:to>
                                        </p:set>
                                        <p:animEffect transition="in" filter="fade">
                                          <p:cBhvr>
                                            <p:cTn id="36" dur="750"/>
                                            <p:tgtEl>
                                              <p:spTgt spid="34"/>
                                            </p:tgtEl>
                                          </p:cBhvr>
                                        </p:animEffect>
                                      </p:childTnLst>
                                    </p:cTn>
                                  </p:par>
                                  <p:par>
                                    <p:cTn id="37" presetID="10" presetClass="entr" presetSubtype="0" fill="hold" nodeType="withEffect">
                                      <p:stCondLst>
                                        <p:cond delay="1250"/>
                                      </p:stCondLst>
                                      <p:childTnLst>
                                        <p:set>
                                          <p:cBhvr>
                                            <p:cTn id="38" dur="1" fill="hold">
                                              <p:stCondLst>
                                                <p:cond delay="0"/>
                                              </p:stCondLst>
                                            </p:cTn>
                                            <p:tgtEl>
                                              <p:spTgt spid="31"/>
                                            </p:tgtEl>
                                            <p:attrNameLst>
                                              <p:attrName>style.visibility</p:attrName>
                                            </p:attrNameLst>
                                          </p:cBhvr>
                                          <p:to>
                                            <p:strVal val="visible"/>
                                          </p:to>
                                        </p:set>
                                        <p:animEffect transition="in" filter="fade">
                                          <p:cBhvr>
                                            <p:cTn id="39" dur="750"/>
                                            <p:tgtEl>
                                              <p:spTgt spid="31"/>
                                            </p:tgtEl>
                                          </p:cBhvr>
                                        </p:animEffect>
                                      </p:childTnLst>
                                    </p:cTn>
                                  </p:par>
                                  <p:par>
                                    <p:cTn id="40" presetID="10" presetClass="entr" presetSubtype="0" fill="hold" nodeType="withEffect">
                                      <p:stCondLst>
                                        <p:cond delay="2000"/>
                                      </p:stCondLst>
                                      <p:childTnLst>
                                        <p:set>
                                          <p:cBhvr>
                                            <p:cTn id="41" dur="1" fill="hold">
                                              <p:stCondLst>
                                                <p:cond delay="0"/>
                                              </p:stCondLst>
                                            </p:cTn>
                                            <p:tgtEl>
                                              <p:spTgt spid="33"/>
                                            </p:tgtEl>
                                            <p:attrNameLst>
                                              <p:attrName>style.visibility</p:attrName>
                                            </p:attrNameLst>
                                          </p:cBhvr>
                                          <p:to>
                                            <p:strVal val="visible"/>
                                          </p:to>
                                        </p:set>
                                        <p:animEffect transition="in" filter="fade">
                                          <p:cBhvr>
                                            <p:cTn id="42" dur="750"/>
                                            <p:tgtEl>
                                              <p:spTgt spid="33"/>
                                            </p:tgtEl>
                                          </p:cBhvr>
                                        </p:animEffect>
                                      </p:childTnLst>
                                    </p:cTn>
                                  </p:par>
                                  <p:par>
                                    <p:cTn id="43" presetID="10" presetClass="entr" presetSubtype="0" fill="hold" nodeType="withEffect">
                                      <p:stCondLst>
                                        <p:cond delay="2750"/>
                                      </p:stCondLst>
                                      <p:childTnLst>
                                        <p:set>
                                          <p:cBhvr>
                                            <p:cTn id="44" dur="1" fill="hold">
                                              <p:stCondLst>
                                                <p:cond delay="0"/>
                                              </p:stCondLst>
                                            </p:cTn>
                                            <p:tgtEl>
                                              <p:spTgt spid="32"/>
                                            </p:tgtEl>
                                            <p:attrNameLst>
                                              <p:attrName>style.visibility</p:attrName>
                                            </p:attrNameLst>
                                          </p:cBhvr>
                                          <p:to>
                                            <p:strVal val="visible"/>
                                          </p:to>
                                        </p:set>
                                        <p:animEffect transition="in" filter="fade">
                                          <p:cBhvr>
                                            <p:cTn id="45" dur="750"/>
                                            <p:tgtEl>
                                              <p:spTgt spid="32"/>
                                            </p:tgtEl>
                                          </p:cBhvr>
                                        </p:animEffect>
                                      </p:childTnLst>
                                    </p:cTn>
                                  </p:par>
                                  <p:par>
                                    <p:cTn id="46" presetID="2" presetClass="entr" presetSubtype="2" fill="hold" nodeType="withEffect">
                                      <p:stCondLst>
                                        <p:cond delay="750"/>
                                      </p:stCondLst>
                                      <p:childTnLst>
                                        <p:set>
                                          <p:cBhvr>
                                            <p:cTn id="47" dur="1" fill="hold">
                                              <p:stCondLst>
                                                <p:cond delay="0"/>
                                              </p:stCondLst>
                                            </p:cTn>
                                            <p:tgtEl>
                                              <p:spTgt spid="2"/>
                                            </p:tgtEl>
                                            <p:attrNameLst>
                                              <p:attrName>style.visibility</p:attrName>
                                            </p:attrNameLst>
                                          </p:cBhvr>
                                          <p:to>
                                            <p:strVal val="visible"/>
                                          </p:to>
                                        </p:set>
                                        <p:anim calcmode="lin" valueType="num">
                                          <p:cBhvr additive="base">
                                            <p:cTn id="48" dur="1000" fill="hold"/>
                                            <p:tgtEl>
                                              <p:spTgt spid="2"/>
                                            </p:tgtEl>
                                            <p:attrNameLst>
                                              <p:attrName>ppt_x</p:attrName>
                                            </p:attrNameLst>
                                          </p:cBhvr>
                                          <p:tavLst>
                                            <p:tav tm="0">
                                              <p:val>
                                                <p:strVal val="1+#ppt_w/2"/>
                                              </p:val>
                                            </p:tav>
                                            <p:tav tm="100000">
                                              <p:val>
                                                <p:strVal val="#ppt_x"/>
                                              </p:val>
                                            </p:tav>
                                          </p:tavLst>
                                        </p:anim>
                                        <p:anim calcmode="lin" valueType="num">
                                          <p:cBhvr additive="base">
                                            <p:cTn id="49" dur="1000" fill="hold"/>
                                            <p:tgtEl>
                                              <p:spTgt spid="2"/>
                                            </p:tgtEl>
                                            <p:attrNameLst>
                                              <p:attrName>ppt_y</p:attrName>
                                            </p:attrNameLst>
                                          </p:cBhvr>
                                          <p:tavLst>
                                            <p:tav tm="0">
                                              <p:val>
                                                <p:strVal val="#ppt_y"/>
                                              </p:val>
                                            </p:tav>
                                            <p:tav tm="100000">
                                              <p:val>
                                                <p:strVal val="#ppt_y"/>
                                              </p:val>
                                            </p:tav>
                                          </p:tavLst>
                                        </p:anim>
                                      </p:childTnLst>
                                    </p:cTn>
                                  </p:par>
                                  <p:par>
                                    <p:cTn id="50" presetID="2" presetClass="entr" presetSubtype="8" fill="hold" nodeType="withEffect">
                                      <p:stCondLst>
                                        <p:cond delay="125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1000" fill="hold"/>
                                            <p:tgtEl>
                                              <p:spTgt spid="3"/>
                                            </p:tgtEl>
                                            <p:attrNameLst>
                                              <p:attrName>ppt_x</p:attrName>
                                            </p:attrNameLst>
                                          </p:cBhvr>
                                          <p:tavLst>
                                            <p:tav tm="0">
                                              <p:val>
                                                <p:strVal val="0-#ppt_w/2"/>
                                              </p:val>
                                            </p:tav>
                                            <p:tav tm="100000">
                                              <p:val>
                                                <p:strVal val="#ppt_x"/>
                                              </p:val>
                                            </p:tav>
                                          </p:tavLst>
                                        </p:anim>
                                        <p:anim calcmode="lin" valueType="num">
                                          <p:cBhvr additive="base">
                                            <p:cTn id="53" dur="1000" fill="hold"/>
                                            <p:tgtEl>
                                              <p:spTgt spid="3"/>
                                            </p:tgtEl>
                                            <p:attrNameLst>
                                              <p:attrName>ppt_y</p:attrName>
                                            </p:attrNameLst>
                                          </p:cBhvr>
                                          <p:tavLst>
                                            <p:tav tm="0">
                                              <p:val>
                                                <p:strVal val="#ppt_y"/>
                                              </p:val>
                                            </p:tav>
                                            <p:tav tm="100000">
                                              <p:val>
                                                <p:strVal val="#ppt_y"/>
                                              </p:val>
                                            </p:tav>
                                          </p:tavLst>
                                        </p:anim>
                                      </p:childTnLst>
                                    </p:cTn>
                                  </p:par>
                                  <p:par>
                                    <p:cTn id="54" presetID="2" presetClass="entr" presetSubtype="2" fill="hold" nodeType="withEffect">
                                      <p:stCondLst>
                                        <p:cond delay="1750"/>
                                      </p:stCondLst>
                                      <p:childTnLst>
                                        <p:set>
                                          <p:cBhvr>
                                            <p:cTn id="55" dur="1" fill="hold">
                                              <p:stCondLst>
                                                <p:cond delay="0"/>
                                              </p:stCondLst>
                                            </p:cTn>
                                            <p:tgtEl>
                                              <p:spTgt spid="4"/>
                                            </p:tgtEl>
                                            <p:attrNameLst>
                                              <p:attrName>style.visibility</p:attrName>
                                            </p:attrNameLst>
                                          </p:cBhvr>
                                          <p:to>
                                            <p:strVal val="visible"/>
                                          </p:to>
                                        </p:set>
                                        <p:anim calcmode="lin" valueType="num">
                                          <p:cBhvr additive="base">
                                            <p:cTn id="56" dur="1000" fill="hold"/>
                                            <p:tgtEl>
                                              <p:spTgt spid="4"/>
                                            </p:tgtEl>
                                            <p:attrNameLst>
                                              <p:attrName>ppt_x</p:attrName>
                                            </p:attrNameLst>
                                          </p:cBhvr>
                                          <p:tavLst>
                                            <p:tav tm="0">
                                              <p:val>
                                                <p:strVal val="1+#ppt_w/2"/>
                                              </p:val>
                                            </p:tav>
                                            <p:tav tm="100000">
                                              <p:val>
                                                <p:strVal val="#ppt_x"/>
                                              </p:val>
                                            </p:tav>
                                          </p:tavLst>
                                        </p:anim>
                                        <p:anim calcmode="lin" valueType="num">
                                          <p:cBhvr additive="base">
                                            <p:cTn id="57" dur="1000" fill="hold"/>
                                            <p:tgtEl>
                                              <p:spTgt spid="4"/>
                                            </p:tgtEl>
                                            <p:attrNameLst>
                                              <p:attrName>ppt_y</p:attrName>
                                            </p:attrNameLst>
                                          </p:cBhvr>
                                          <p:tavLst>
                                            <p:tav tm="0">
                                              <p:val>
                                                <p:strVal val="#ppt_y"/>
                                              </p:val>
                                            </p:tav>
                                            <p:tav tm="100000">
                                              <p:val>
                                                <p:strVal val="#ppt_y"/>
                                              </p:val>
                                            </p:tav>
                                          </p:tavLst>
                                        </p:anim>
                                      </p:childTnLst>
                                    </p:cTn>
                                  </p:par>
                                  <p:par>
                                    <p:cTn id="58" presetID="2" presetClass="entr" presetSubtype="8" fill="hold" nodeType="withEffect">
                                      <p:stCondLst>
                                        <p:cond delay="2250"/>
                                      </p:stCondLst>
                                      <p:childTnLst>
                                        <p:set>
                                          <p:cBhvr>
                                            <p:cTn id="59" dur="1" fill="hold">
                                              <p:stCondLst>
                                                <p:cond delay="0"/>
                                              </p:stCondLst>
                                            </p:cTn>
                                            <p:tgtEl>
                                              <p:spTgt spid="5"/>
                                            </p:tgtEl>
                                            <p:attrNameLst>
                                              <p:attrName>style.visibility</p:attrName>
                                            </p:attrNameLst>
                                          </p:cBhvr>
                                          <p:to>
                                            <p:strVal val="visible"/>
                                          </p:to>
                                        </p:set>
                                        <p:anim calcmode="lin" valueType="num">
                                          <p:cBhvr additive="base">
                                            <p:cTn id="60" dur="1000" fill="hold"/>
                                            <p:tgtEl>
                                              <p:spTgt spid="5"/>
                                            </p:tgtEl>
                                            <p:attrNameLst>
                                              <p:attrName>ppt_x</p:attrName>
                                            </p:attrNameLst>
                                          </p:cBhvr>
                                          <p:tavLst>
                                            <p:tav tm="0">
                                              <p:val>
                                                <p:strVal val="0-#ppt_w/2"/>
                                              </p:val>
                                            </p:tav>
                                            <p:tav tm="100000">
                                              <p:val>
                                                <p:strVal val="#ppt_x"/>
                                              </p:val>
                                            </p:tav>
                                          </p:tavLst>
                                        </p:anim>
                                        <p:anim calcmode="lin" valueType="num">
                                          <p:cBhvr additive="base">
                                            <p:cTn id="61"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4" grpId="0" animBg="1"/>
        </p:bldLst>
      </p:timing>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884898BE-2EC2-4985-9D0B-5E4D3265034F}"/>
              </a:ext>
            </a:extLst>
          </p:cNvPr>
          <p:cNvSpPr>
            <a:spLocks noChangeArrowheads="1"/>
          </p:cNvSpPr>
          <p:nvPr/>
        </p:nvSpPr>
        <p:spPr bwMode="auto">
          <a:xfrm>
            <a:off x="4867276" y="2200276"/>
            <a:ext cx="2454275" cy="2457450"/>
          </a:xfrm>
          <a:prstGeom prst="ellipse">
            <a:avLst/>
          </a:prstGeom>
          <a:noFill/>
          <a:ln w="14288"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8D07DDFA-4B8F-4B21-81E1-5E208576D572}"/>
              </a:ext>
            </a:extLst>
          </p:cNvPr>
          <p:cNvSpPr>
            <a:spLocks/>
          </p:cNvSpPr>
          <p:nvPr/>
        </p:nvSpPr>
        <p:spPr bwMode="auto">
          <a:xfrm>
            <a:off x="6969126" y="1917701"/>
            <a:ext cx="936625" cy="649288"/>
          </a:xfrm>
          <a:custGeom>
            <a:avLst/>
            <a:gdLst>
              <a:gd name="T0" fmla="*/ 0 w 590"/>
              <a:gd name="T1" fmla="*/ 409 h 409"/>
              <a:gd name="T2" fmla="*/ 208 w 590"/>
              <a:gd name="T3" fmla="*/ 0 h 409"/>
              <a:gd name="T4" fmla="*/ 590 w 590"/>
              <a:gd name="T5" fmla="*/ 0 h 409"/>
            </a:gdLst>
            <a:ahLst/>
            <a:cxnLst>
              <a:cxn ang="0">
                <a:pos x="T0" y="T1"/>
              </a:cxn>
              <a:cxn ang="0">
                <a:pos x="T2" y="T3"/>
              </a:cxn>
              <a:cxn ang="0">
                <a:pos x="T4" y="T5"/>
              </a:cxn>
            </a:cxnLst>
            <a:rect l="0" t="0" r="r" b="b"/>
            <a:pathLst>
              <a:path w="590" h="409">
                <a:moveTo>
                  <a:pt x="0" y="409"/>
                </a:moveTo>
                <a:lnTo>
                  <a:pt x="208" y="0"/>
                </a:lnTo>
                <a:lnTo>
                  <a:pt x="590" y="0"/>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97FD4CED-5C57-4553-877C-F0ACB71C6A43}"/>
              </a:ext>
            </a:extLst>
          </p:cNvPr>
          <p:cNvSpPr>
            <a:spLocks/>
          </p:cNvSpPr>
          <p:nvPr/>
        </p:nvSpPr>
        <p:spPr bwMode="auto">
          <a:xfrm>
            <a:off x="6969126" y="4289426"/>
            <a:ext cx="936625" cy="650875"/>
          </a:xfrm>
          <a:custGeom>
            <a:avLst/>
            <a:gdLst>
              <a:gd name="T0" fmla="*/ 0 w 590"/>
              <a:gd name="T1" fmla="*/ 0 h 410"/>
              <a:gd name="T2" fmla="*/ 208 w 590"/>
              <a:gd name="T3" fmla="*/ 410 h 410"/>
              <a:gd name="T4" fmla="*/ 590 w 590"/>
              <a:gd name="T5" fmla="*/ 410 h 410"/>
            </a:gdLst>
            <a:ahLst/>
            <a:cxnLst>
              <a:cxn ang="0">
                <a:pos x="T0" y="T1"/>
              </a:cxn>
              <a:cxn ang="0">
                <a:pos x="T2" y="T3"/>
              </a:cxn>
              <a:cxn ang="0">
                <a:pos x="T4" y="T5"/>
              </a:cxn>
            </a:cxnLst>
            <a:rect l="0" t="0" r="r" b="b"/>
            <a:pathLst>
              <a:path w="590" h="410">
                <a:moveTo>
                  <a:pt x="0" y="0"/>
                </a:moveTo>
                <a:lnTo>
                  <a:pt x="208" y="410"/>
                </a:lnTo>
                <a:lnTo>
                  <a:pt x="590" y="410"/>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Line 8">
            <a:extLst>
              <a:ext uri="{FF2B5EF4-FFF2-40B4-BE49-F238E27FC236}">
                <a16:creationId xmlns:a16="http://schemas.microsoft.com/office/drawing/2014/main" id="{9C687DDB-C4BD-460D-A06B-BB443F8318B0}"/>
              </a:ext>
            </a:extLst>
          </p:cNvPr>
          <p:cNvSpPr>
            <a:spLocks noChangeShapeType="1"/>
          </p:cNvSpPr>
          <p:nvPr/>
        </p:nvSpPr>
        <p:spPr bwMode="auto">
          <a:xfrm>
            <a:off x="7321551" y="3429001"/>
            <a:ext cx="584200" cy="0"/>
          </a:xfrm>
          <a:prstGeom prst="line">
            <a:avLst/>
          </a:prstGeom>
          <a:noFill/>
          <a:ln w="14288"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Oval 9">
            <a:extLst>
              <a:ext uri="{FF2B5EF4-FFF2-40B4-BE49-F238E27FC236}">
                <a16:creationId xmlns:a16="http://schemas.microsoft.com/office/drawing/2014/main" id="{D348FE6E-F92D-42D1-BE95-351A76643992}"/>
              </a:ext>
            </a:extLst>
          </p:cNvPr>
          <p:cNvSpPr>
            <a:spLocks noChangeArrowheads="1"/>
          </p:cNvSpPr>
          <p:nvPr/>
        </p:nvSpPr>
        <p:spPr bwMode="auto">
          <a:xfrm>
            <a:off x="6924676" y="2522538"/>
            <a:ext cx="88900" cy="889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Oval 10">
            <a:extLst>
              <a:ext uri="{FF2B5EF4-FFF2-40B4-BE49-F238E27FC236}">
                <a16:creationId xmlns:a16="http://schemas.microsoft.com/office/drawing/2014/main" id="{6C4CAE64-CE53-46C5-99FE-49756B5622FC}"/>
              </a:ext>
            </a:extLst>
          </p:cNvPr>
          <p:cNvSpPr>
            <a:spLocks noChangeArrowheads="1"/>
          </p:cNvSpPr>
          <p:nvPr/>
        </p:nvSpPr>
        <p:spPr bwMode="auto">
          <a:xfrm>
            <a:off x="7861301" y="1870076"/>
            <a:ext cx="88900" cy="920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Oval 11">
            <a:extLst>
              <a:ext uri="{FF2B5EF4-FFF2-40B4-BE49-F238E27FC236}">
                <a16:creationId xmlns:a16="http://schemas.microsoft.com/office/drawing/2014/main" id="{FA3947AA-FEE9-47D4-90CB-C3A2F7220AF1}"/>
              </a:ext>
            </a:extLst>
          </p:cNvPr>
          <p:cNvSpPr>
            <a:spLocks noChangeArrowheads="1"/>
          </p:cNvSpPr>
          <p:nvPr/>
        </p:nvSpPr>
        <p:spPr bwMode="auto">
          <a:xfrm>
            <a:off x="7861301" y="3384551"/>
            <a:ext cx="88900" cy="889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Oval 12">
            <a:extLst>
              <a:ext uri="{FF2B5EF4-FFF2-40B4-BE49-F238E27FC236}">
                <a16:creationId xmlns:a16="http://schemas.microsoft.com/office/drawing/2014/main" id="{9FC09B4F-4694-4AC4-9017-E49B2562ED39}"/>
              </a:ext>
            </a:extLst>
          </p:cNvPr>
          <p:cNvSpPr>
            <a:spLocks noChangeArrowheads="1"/>
          </p:cNvSpPr>
          <p:nvPr/>
        </p:nvSpPr>
        <p:spPr bwMode="auto">
          <a:xfrm>
            <a:off x="7861301" y="4895851"/>
            <a:ext cx="88900" cy="9207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Oval 13">
            <a:extLst>
              <a:ext uri="{FF2B5EF4-FFF2-40B4-BE49-F238E27FC236}">
                <a16:creationId xmlns:a16="http://schemas.microsoft.com/office/drawing/2014/main" id="{F95D1028-6ACC-44FB-93BC-BB85FE799E47}"/>
              </a:ext>
            </a:extLst>
          </p:cNvPr>
          <p:cNvSpPr>
            <a:spLocks noChangeArrowheads="1"/>
          </p:cNvSpPr>
          <p:nvPr/>
        </p:nvSpPr>
        <p:spPr bwMode="auto">
          <a:xfrm>
            <a:off x="7277101" y="3384551"/>
            <a:ext cx="88900" cy="889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Oval 14">
            <a:extLst>
              <a:ext uri="{FF2B5EF4-FFF2-40B4-BE49-F238E27FC236}">
                <a16:creationId xmlns:a16="http://schemas.microsoft.com/office/drawing/2014/main" id="{37A56358-0006-4F56-AAF3-653AAB53B0B7}"/>
              </a:ext>
            </a:extLst>
          </p:cNvPr>
          <p:cNvSpPr>
            <a:spLocks noChangeArrowheads="1"/>
          </p:cNvSpPr>
          <p:nvPr/>
        </p:nvSpPr>
        <p:spPr bwMode="auto">
          <a:xfrm>
            <a:off x="6924676" y="4244976"/>
            <a:ext cx="88900" cy="90488"/>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7743DFE5-CC86-43D3-8BC1-6F8A6F919036}"/>
              </a:ext>
            </a:extLst>
          </p:cNvPr>
          <p:cNvSpPr>
            <a:spLocks/>
          </p:cNvSpPr>
          <p:nvPr/>
        </p:nvSpPr>
        <p:spPr bwMode="auto">
          <a:xfrm>
            <a:off x="8885238" y="1404938"/>
            <a:ext cx="2082800" cy="1020763"/>
          </a:xfrm>
          <a:custGeom>
            <a:avLst/>
            <a:gdLst>
              <a:gd name="T0" fmla="*/ 424 w 562"/>
              <a:gd name="T1" fmla="*/ 0 h 275"/>
              <a:gd name="T2" fmla="*/ 0 w 562"/>
              <a:gd name="T3" fmla="*/ 0 h 275"/>
              <a:gd name="T4" fmla="*/ 69 w 562"/>
              <a:gd name="T5" fmla="*/ 138 h 275"/>
              <a:gd name="T6" fmla="*/ 0 w 562"/>
              <a:gd name="T7" fmla="*/ 275 h 275"/>
              <a:gd name="T8" fmla="*/ 424 w 562"/>
              <a:gd name="T9" fmla="*/ 275 h 275"/>
              <a:gd name="T10" fmla="*/ 562 w 562"/>
              <a:gd name="T11" fmla="*/ 138 h 275"/>
              <a:gd name="T12" fmla="*/ 562 w 562"/>
              <a:gd name="T13" fmla="*/ 138 h 275"/>
              <a:gd name="T14" fmla="*/ 424 w 562"/>
              <a:gd name="T15" fmla="*/ 0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275">
                <a:moveTo>
                  <a:pt x="424" y="0"/>
                </a:moveTo>
                <a:cubicBezTo>
                  <a:pt x="0" y="0"/>
                  <a:pt x="0" y="0"/>
                  <a:pt x="0" y="0"/>
                </a:cubicBezTo>
                <a:cubicBezTo>
                  <a:pt x="42" y="31"/>
                  <a:pt x="69" y="81"/>
                  <a:pt x="69" y="138"/>
                </a:cubicBezTo>
                <a:cubicBezTo>
                  <a:pt x="69" y="194"/>
                  <a:pt x="42" y="244"/>
                  <a:pt x="0" y="275"/>
                </a:cubicBezTo>
                <a:cubicBezTo>
                  <a:pt x="424" y="275"/>
                  <a:pt x="424" y="275"/>
                  <a:pt x="424" y="275"/>
                </a:cubicBezTo>
                <a:cubicBezTo>
                  <a:pt x="500" y="275"/>
                  <a:pt x="562" y="214"/>
                  <a:pt x="562" y="138"/>
                </a:cubicBezTo>
                <a:cubicBezTo>
                  <a:pt x="562" y="138"/>
                  <a:pt x="562" y="138"/>
                  <a:pt x="562" y="138"/>
                </a:cubicBezTo>
                <a:cubicBezTo>
                  <a:pt x="562" y="62"/>
                  <a:pt x="500" y="0"/>
                  <a:pt x="424"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0C5CA1CB-6E11-4D49-8460-A59EE7117ABA}"/>
              </a:ext>
            </a:extLst>
          </p:cNvPr>
          <p:cNvSpPr>
            <a:spLocks/>
          </p:cNvSpPr>
          <p:nvPr/>
        </p:nvSpPr>
        <p:spPr bwMode="auto">
          <a:xfrm>
            <a:off x="8885238" y="2916238"/>
            <a:ext cx="2082800" cy="1025525"/>
          </a:xfrm>
          <a:custGeom>
            <a:avLst/>
            <a:gdLst>
              <a:gd name="T0" fmla="*/ 424 w 562"/>
              <a:gd name="T1" fmla="*/ 0 h 276"/>
              <a:gd name="T2" fmla="*/ 0 w 562"/>
              <a:gd name="T3" fmla="*/ 0 h 276"/>
              <a:gd name="T4" fmla="*/ 69 w 562"/>
              <a:gd name="T5" fmla="*/ 138 h 276"/>
              <a:gd name="T6" fmla="*/ 0 w 562"/>
              <a:gd name="T7" fmla="*/ 276 h 276"/>
              <a:gd name="T8" fmla="*/ 424 w 562"/>
              <a:gd name="T9" fmla="*/ 276 h 276"/>
              <a:gd name="T10" fmla="*/ 562 w 562"/>
              <a:gd name="T11" fmla="*/ 138 h 276"/>
              <a:gd name="T12" fmla="*/ 562 w 562"/>
              <a:gd name="T13" fmla="*/ 138 h 276"/>
              <a:gd name="T14" fmla="*/ 424 w 562"/>
              <a:gd name="T15" fmla="*/ 0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276">
                <a:moveTo>
                  <a:pt x="424" y="0"/>
                </a:moveTo>
                <a:cubicBezTo>
                  <a:pt x="0" y="0"/>
                  <a:pt x="0" y="0"/>
                  <a:pt x="0" y="0"/>
                </a:cubicBezTo>
                <a:cubicBezTo>
                  <a:pt x="42" y="32"/>
                  <a:pt x="69" y="82"/>
                  <a:pt x="69" y="138"/>
                </a:cubicBezTo>
                <a:cubicBezTo>
                  <a:pt x="69" y="194"/>
                  <a:pt x="42" y="244"/>
                  <a:pt x="0" y="276"/>
                </a:cubicBezTo>
                <a:cubicBezTo>
                  <a:pt x="424" y="276"/>
                  <a:pt x="424" y="276"/>
                  <a:pt x="424" y="276"/>
                </a:cubicBezTo>
                <a:cubicBezTo>
                  <a:pt x="500" y="276"/>
                  <a:pt x="562" y="214"/>
                  <a:pt x="562" y="138"/>
                </a:cubicBezTo>
                <a:cubicBezTo>
                  <a:pt x="562" y="138"/>
                  <a:pt x="562" y="138"/>
                  <a:pt x="562" y="138"/>
                </a:cubicBezTo>
                <a:cubicBezTo>
                  <a:pt x="562" y="62"/>
                  <a:pt x="500" y="0"/>
                  <a:pt x="42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6054713F-1B7C-47CC-928B-E98F82C3AAEC}"/>
              </a:ext>
            </a:extLst>
          </p:cNvPr>
          <p:cNvSpPr>
            <a:spLocks/>
          </p:cNvSpPr>
          <p:nvPr/>
        </p:nvSpPr>
        <p:spPr bwMode="auto">
          <a:xfrm>
            <a:off x="8885238" y="4430713"/>
            <a:ext cx="2082800" cy="1022350"/>
          </a:xfrm>
          <a:custGeom>
            <a:avLst/>
            <a:gdLst>
              <a:gd name="T0" fmla="*/ 424 w 562"/>
              <a:gd name="T1" fmla="*/ 0 h 275"/>
              <a:gd name="T2" fmla="*/ 0 w 562"/>
              <a:gd name="T3" fmla="*/ 0 h 275"/>
              <a:gd name="T4" fmla="*/ 69 w 562"/>
              <a:gd name="T5" fmla="*/ 137 h 275"/>
              <a:gd name="T6" fmla="*/ 0 w 562"/>
              <a:gd name="T7" fmla="*/ 275 h 275"/>
              <a:gd name="T8" fmla="*/ 424 w 562"/>
              <a:gd name="T9" fmla="*/ 275 h 275"/>
              <a:gd name="T10" fmla="*/ 562 w 562"/>
              <a:gd name="T11" fmla="*/ 137 h 275"/>
              <a:gd name="T12" fmla="*/ 562 w 562"/>
              <a:gd name="T13" fmla="*/ 137 h 275"/>
              <a:gd name="T14" fmla="*/ 424 w 562"/>
              <a:gd name="T15" fmla="*/ 0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275">
                <a:moveTo>
                  <a:pt x="424" y="0"/>
                </a:moveTo>
                <a:cubicBezTo>
                  <a:pt x="0" y="0"/>
                  <a:pt x="0" y="0"/>
                  <a:pt x="0" y="0"/>
                </a:cubicBezTo>
                <a:cubicBezTo>
                  <a:pt x="42" y="31"/>
                  <a:pt x="69" y="81"/>
                  <a:pt x="69" y="137"/>
                </a:cubicBezTo>
                <a:cubicBezTo>
                  <a:pt x="69" y="194"/>
                  <a:pt x="42" y="243"/>
                  <a:pt x="0" y="275"/>
                </a:cubicBezTo>
                <a:cubicBezTo>
                  <a:pt x="424" y="275"/>
                  <a:pt x="424" y="275"/>
                  <a:pt x="424" y="275"/>
                </a:cubicBezTo>
                <a:cubicBezTo>
                  <a:pt x="500" y="275"/>
                  <a:pt x="562" y="213"/>
                  <a:pt x="562" y="137"/>
                </a:cubicBezTo>
                <a:cubicBezTo>
                  <a:pt x="562" y="137"/>
                  <a:pt x="562" y="137"/>
                  <a:pt x="562" y="137"/>
                </a:cubicBezTo>
                <a:cubicBezTo>
                  <a:pt x="562" y="61"/>
                  <a:pt x="500" y="0"/>
                  <a:pt x="424"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254745B5-9C4B-4CB0-98FE-0C95395096E7}"/>
              </a:ext>
            </a:extLst>
          </p:cNvPr>
          <p:cNvSpPr>
            <a:spLocks/>
          </p:cNvSpPr>
          <p:nvPr/>
        </p:nvSpPr>
        <p:spPr bwMode="auto">
          <a:xfrm>
            <a:off x="4281488" y="1917701"/>
            <a:ext cx="938213" cy="649288"/>
          </a:xfrm>
          <a:custGeom>
            <a:avLst/>
            <a:gdLst>
              <a:gd name="T0" fmla="*/ 591 w 591"/>
              <a:gd name="T1" fmla="*/ 409 h 409"/>
              <a:gd name="T2" fmla="*/ 383 w 591"/>
              <a:gd name="T3" fmla="*/ 0 h 409"/>
              <a:gd name="T4" fmla="*/ 0 w 591"/>
              <a:gd name="T5" fmla="*/ 0 h 409"/>
            </a:gdLst>
            <a:ahLst/>
            <a:cxnLst>
              <a:cxn ang="0">
                <a:pos x="T0" y="T1"/>
              </a:cxn>
              <a:cxn ang="0">
                <a:pos x="T2" y="T3"/>
              </a:cxn>
              <a:cxn ang="0">
                <a:pos x="T4" y="T5"/>
              </a:cxn>
            </a:cxnLst>
            <a:rect l="0" t="0" r="r" b="b"/>
            <a:pathLst>
              <a:path w="591" h="409">
                <a:moveTo>
                  <a:pt x="591" y="409"/>
                </a:moveTo>
                <a:lnTo>
                  <a:pt x="383" y="0"/>
                </a:lnTo>
                <a:lnTo>
                  <a:pt x="0" y="0"/>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62261471-E4E1-49B3-BEE7-58A230B26C75}"/>
              </a:ext>
            </a:extLst>
          </p:cNvPr>
          <p:cNvSpPr>
            <a:spLocks/>
          </p:cNvSpPr>
          <p:nvPr/>
        </p:nvSpPr>
        <p:spPr bwMode="auto">
          <a:xfrm>
            <a:off x="4281488" y="4294188"/>
            <a:ext cx="941388" cy="646113"/>
          </a:xfrm>
          <a:custGeom>
            <a:avLst/>
            <a:gdLst>
              <a:gd name="T0" fmla="*/ 593 w 593"/>
              <a:gd name="T1" fmla="*/ 0 h 407"/>
              <a:gd name="T2" fmla="*/ 383 w 593"/>
              <a:gd name="T3" fmla="*/ 407 h 407"/>
              <a:gd name="T4" fmla="*/ 0 w 593"/>
              <a:gd name="T5" fmla="*/ 407 h 407"/>
            </a:gdLst>
            <a:ahLst/>
            <a:cxnLst>
              <a:cxn ang="0">
                <a:pos x="T0" y="T1"/>
              </a:cxn>
              <a:cxn ang="0">
                <a:pos x="T2" y="T3"/>
              </a:cxn>
              <a:cxn ang="0">
                <a:pos x="T4" y="T5"/>
              </a:cxn>
            </a:cxnLst>
            <a:rect l="0" t="0" r="r" b="b"/>
            <a:pathLst>
              <a:path w="593" h="407">
                <a:moveTo>
                  <a:pt x="593" y="0"/>
                </a:moveTo>
                <a:lnTo>
                  <a:pt x="383" y="407"/>
                </a:lnTo>
                <a:lnTo>
                  <a:pt x="0" y="407"/>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7" name="Line 26">
            <a:extLst>
              <a:ext uri="{FF2B5EF4-FFF2-40B4-BE49-F238E27FC236}">
                <a16:creationId xmlns:a16="http://schemas.microsoft.com/office/drawing/2014/main" id="{5FB214FA-568A-4F10-BAF9-02AC0C91B5E3}"/>
              </a:ext>
            </a:extLst>
          </p:cNvPr>
          <p:cNvSpPr>
            <a:spLocks noChangeShapeType="1"/>
          </p:cNvSpPr>
          <p:nvPr/>
        </p:nvSpPr>
        <p:spPr bwMode="auto">
          <a:xfrm flipH="1">
            <a:off x="4281488" y="3429001"/>
            <a:ext cx="585788" cy="0"/>
          </a:xfrm>
          <a:prstGeom prst="line">
            <a:avLst/>
          </a:prstGeom>
          <a:noFill/>
          <a:ln w="14288"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8" name="Oval 27">
            <a:extLst>
              <a:ext uri="{FF2B5EF4-FFF2-40B4-BE49-F238E27FC236}">
                <a16:creationId xmlns:a16="http://schemas.microsoft.com/office/drawing/2014/main" id="{71455548-1043-4AE2-BC4B-680A60293CFA}"/>
              </a:ext>
            </a:extLst>
          </p:cNvPr>
          <p:cNvSpPr>
            <a:spLocks noChangeArrowheads="1"/>
          </p:cNvSpPr>
          <p:nvPr/>
        </p:nvSpPr>
        <p:spPr bwMode="auto">
          <a:xfrm>
            <a:off x="5175251" y="2522538"/>
            <a:ext cx="88900" cy="889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Oval 28">
            <a:extLst>
              <a:ext uri="{FF2B5EF4-FFF2-40B4-BE49-F238E27FC236}">
                <a16:creationId xmlns:a16="http://schemas.microsoft.com/office/drawing/2014/main" id="{47590718-D6BA-4921-B741-F611F47EBB1C}"/>
              </a:ext>
            </a:extLst>
          </p:cNvPr>
          <p:cNvSpPr>
            <a:spLocks noChangeArrowheads="1"/>
          </p:cNvSpPr>
          <p:nvPr/>
        </p:nvSpPr>
        <p:spPr bwMode="auto">
          <a:xfrm>
            <a:off x="4237038" y="1870076"/>
            <a:ext cx="88900" cy="920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Oval 29">
            <a:extLst>
              <a:ext uri="{FF2B5EF4-FFF2-40B4-BE49-F238E27FC236}">
                <a16:creationId xmlns:a16="http://schemas.microsoft.com/office/drawing/2014/main" id="{9F348919-45E5-4C63-96A5-846CA6E7551A}"/>
              </a:ext>
            </a:extLst>
          </p:cNvPr>
          <p:cNvSpPr>
            <a:spLocks noChangeArrowheads="1"/>
          </p:cNvSpPr>
          <p:nvPr/>
        </p:nvSpPr>
        <p:spPr bwMode="auto">
          <a:xfrm>
            <a:off x="4237038" y="3384551"/>
            <a:ext cx="88900" cy="889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Oval 30">
            <a:extLst>
              <a:ext uri="{FF2B5EF4-FFF2-40B4-BE49-F238E27FC236}">
                <a16:creationId xmlns:a16="http://schemas.microsoft.com/office/drawing/2014/main" id="{CE59C0EE-3710-4C8A-AD64-5FFECC6956FE}"/>
              </a:ext>
            </a:extLst>
          </p:cNvPr>
          <p:cNvSpPr>
            <a:spLocks noChangeArrowheads="1"/>
          </p:cNvSpPr>
          <p:nvPr/>
        </p:nvSpPr>
        <p:spPr bwMode="auto">
          <a:xfrm>
            <a:off x="4237038" y="4895851"/>
            <a:ext cx="88900" cy="9207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Oval 31">
            <a:extLst>
              <a:ext uri="{FF2B5EF4-FFF2-40B4-BE49-F238E27FC236}">
                <a16:creationId xmlns:a16="http://schemas.microsoft.com/office/drawing/2014/main" id="{B93EEC37-5D77-423B-8683-6CB1C310872A}"/>
              </a:ext>
            </a:extLst>
          </p:cNvPr>
          <p:cNvSpPr>
            <a:spLocks noChangeArrowheads="1"/>
          </p:cNvSpPr>
          <p:nvPr/>
        </p:nvSpPr>
        <p:spPr bwMode="auto">
          <a:xfrm>
            <a:off x="4822826" y="3384551"/>
            <a:ext cx="88900" cy="889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Oval 32">
            <a:extLst>
              <a:ext uri="{FF2B5EF4-FFF2-40B4-BE49-F238E27FC236}">
                <a16:creationId xmlns:a16="http://schemas.microsoft.com/office/drawing/2014/main" id="{8012B006-9BE9-46F5-BA7D-0E058354BA46}"/>
              </a:ext>
            </a:extLst>
          </p:cNvPr>
          <p:cNvSpPr>
            <a:spLocks noChangeArrowheads="1"/>
          </p:cNvSpPr>
          <p:nvPr/>
        </p:nvSpPr>
        <p:spPr bwMode="auto">
          <a:xfrm>
            <a:off x="5178426" y="4244976"/>
            <a:ext cx="88900" cy="93663"/>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32FDC5B8-0E8B-4200-9015-BD0E29BBC66A}"/>
              </a:ext>
            </a:extLst>
          </p:cNvPr>
          <p:cNvSpPr>
            <a:spLocks/>
          </p:cNvSpPr>
          <p:nvPr/>
        </p:nvSpPr>
        <p:spPr bwMode="auto">
          <a:xfrm>
            <a:off x="1220788" y="1404938"/>
            <a:ext cx="2082800" cy="1020763"/>
          </a:xfrm>
          <a:custGeom>
            <a:avLst/>
            <a:gdLst>
              <a:gd name="T0" fmla="*/ 138 w 562"/>
              <a:gd name="T1" fmla="*/ 0 h 275"/>
              <a:gd name="T2" fmla="*/ 562 w 562"/>
              <a:gd name="T3" fmla="*/ 0 h 275"/>
              <a:gd name="T4" fmla="*/ 493 w 562"/>
              <a:gd name="T5" fmla="*/ 138 h 275"/>
              <a:gd name="T6" fmla="*/ 562 w 562"/>
              <a:gd name="T7" fmla="*/ 275 h 275"/>
              <a:gd name="T8" fmla="*/ 138 w 562"/>
              <a:gd name="T9" fmla="*/ 275 h 275"/>
              <a:gd name="T10" fmla="*/ 0 w 562"/>
              <a:gd name="T11" fmla="*/ 138 h 275"/>
              <a:gd name="T12" fmla="*/ 0 w 562"/>
              <a:gd name="T13" fmla="*/ 138 h 275"/>
              <a:gd name="T14" fmla="*/ 138 w 562"/>
              <a:gd name="T15" fmla="*/ 0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275">
                <a:moveTo>
                  <a:pt x="138" y="0"/>
                </a:moveTo>
                <a:cubicBezTo>
                  <a:pt x="562" y="0"/>
                  <a:pt x="562" y="0"/>
                  <a:pt x="562" y="0"/>
                </a:cubicBezTo>
                <a:cubicBezTo>
                  <a:pt x="520" y="31"/>
                  <a:pt x="493" y="81"/>
                  <a:pt x="493" y="138"/>
                </a:cubicBezTo>
                <a:cubicBezTo>
                  <a:pt x="493" y="194"/>
                  <a:pt x="520" y="244"/>
                  <a:pt x="562" y="275"/>
                </a:cubicBezTo>
                <a:cubicBezTo>
                  <a:pt x="138" y="275"/>
                  <a:pt x="138" y="275"/>
                  <a:pt x="138" y="275"/>
                </a:cubicBezTo>
                <a:cubicBezTo>
                  <a:pt x="62" y="275"/>
                  <a:pt x="0" y="214"/>
                  <a:pt x="0" y="138"/>
                </a:cubicBezTo>
                <a:cubicBezTo>
                  <a:pt x="0" y="138"/>
                  <a:pt x="0" y="138"/>
                  <a:pt x="0" y="138"/>
                </a:cubicBezTo>
                <a:cubicBezTo>
                  <a:pt x="0" y="62"/>
                  <a:pt x="62" y="0"/>
                  <a:pt x="138"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36">
            <a:extLst>
              <a:ext uri="{FF2B5EF4-FFF2-40B4-BE49-F238E27FC236}">
                <a16:creationId xmlns:a16="http://schemas.microsoft.com/office/drawing/2014/main" id="{594403FE-F0C9-4228-BB87-2FC67A89E55F}"/>
              </a:ext>
            </a:extLst>
          </p:cNvPr>
          <p:cNvSpPr>
            <a:spLocks/>
          </p:cNvSpPr>
          <p:nvPr/>
        </p:nvSpPr>
        <p:spPr bwMode="auto">
          <a:xfrm>
            <a:off x="1220788" y="2916238"/>
            <a:ext cx="2082800" cy="1025525"/>
          </a:xfrm>
          <a:custGeom>
            <a:avLst/>
            <a:gdLst>
              <a:gd name="T0" fmla="*/ 138 w 562"/>
              <a:gd name="T1" fmla="*/ 0 h 276"/>
              <a:gd name="T2" fmla="*/ 562 w 562"/>
              <a:gd name="T3" fmla="*/ 0 h 276"/>
              <a:gd name="T4" fmla="*/ 493 w 562"/>
              <a:gd name="T5" fmla="*/ 138 h 276"/>
              <a:gd name="T6" fmla="*/ 562 w 562"/>
              <a:gd name="T7" fmla="*/ 276 h 276"/>
              <a:gd name="T8" fmla="*/ 138 w 562"/>
              <a:gd name="T9" fmla="*/ 276 h 276"/>
              <a:gd name="T10" fmla="*/ 0 w 562"/>
              <a:gd name="T11" fmla="*/ 138 h 276"/>
              <a:gd name="T12" fmla="*/ 0 w 562"/>
              <a:gd name="T13" fmla="*/ 138 h 276"/>
              <a:gd name="T14" fmla="*/ 138 w 562"/>
              <a:gd name="T15" fmla="*/ 0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276">
                <a:moveTo>
                  <a:pt x="138" y="0"/>
                </a:moveTo>
                <a:cubicBezTo>
                  <a:pt x="562" y="0"/>
                  <a:pt x="562" y="0"/>
                  <a:pt x="562" y="0"/>
                </a:cubicBezTo>
                <a:cubicBezTo>
                  <a:pt x="520" y="32"/>
                  <a:pt x="493" y="82"/>
                  <a:pt x="493" y="138"/>
                </a:cubicBezTo>
                <a:cubicBezTo>
                  <a:pt x="493" y="194"/>
                  <a:pt x="520" y="244"/>
                  <a:pt x="562" y="276"/>
                </a:cubicBezTo>
                <a:cubicBezTo>
                  <a:pt x="138" y="276"/>
                  <a:pt x="138" y="276"/>
                  <a:pt x="138" y="276"/>
                </a:cubicBezTo>
                <a:cubicBezTo>
                  <a:pt x="62" y="276"/>
                  <a:pt x="0" y="214"/>
                  <a:pt x="0" y="138"/>
                </a:cubicBezTo>
                <a:cubicBezTo>
                  <a:pt x="0" y="138"/>
                  <a:pt x="0" y="138"/>
                  <a:pt x="0" y="138"/>
                </a:cubicBezTo>
                <a:cubicBezTo>
                  <a:pt x="0" y="62"/>
                  <a:pt x="62" y="0"/>
                  <a:pt x="138"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Freeform 38">
            <a:extLst>
              <a:ext uri="{FF2B5EF4-FFF2-40B4-BE49-F238E27FC236}">
                <a16:creationId xmlns:a16="http://schemas.microsoft.com/office/drawing/2014/main" id="{C79B4770-0697-4E12-97A3-BE2B1370CE97}"/>
              </a:ext>
            </a:extLst>
          </p:cNvPr>
          <p:cNvSpPr>
            <a:spLocks/>
          </p:cNvSpPr>
          <p:nvPr/>
        </p:nvSpPr>
        <p:spPr bwMode="auto">
          <a:xfrm>
            <a:off x="1220788" y="4430713"/>
            <a:ext cx="2082800" cy="1022350"/>
          </a:xfrm>
          <a:custGeom>
            <a:avLst/>
            <a:gdLst>
              <a:gd name="T0" fmla="*/ 138 w 562"/>
              <a:gd name="T1" fmla="*/ 0 h 275"/>
              <a:gd name="T2" fmla="*/ 562 w 562"/>
              <a:gd name="T3" fmla="*/ 0 h 275"/>
              <a:gd name="T4" fmla="*/ 493 w 562"/>
              <a:gd name="T5" fmla="*/ 137 h 275"/>
              <a:gd name="T6" fmla="*/ 562 w 562"/>
              <a:gd name="T7" fmla="*/ 275 h 275"/>
              <a:gd name="T8" fmla="*/ 138 w 562"/>
              <a:gd name="T9" fmla="*/ 275 h 275"/>
              <a:gd name="T10" fmla="*/ 0 w 562"/>
              <a:gd name="T11" fmla="*/ 137 h 275"/>
              <a:gd name="T12" fmla="*/ 0 w 562"/>
              <a:gd name="T13" fmla="*/ 137 h 275"/>
              <a:gd name="T14" fmla="*/ 138 w 562"/>
              <a:gd name="T15" fmla="*/ 0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275">
                <a:moveTo>
                  <a:pt x="138" y="0"/>
                </a:moveTo>
                <a:cubicBezTo>
                  <a:pt x="562" y="0"/>
                  <a:pt x="562" y="0"/>
                  <a:pt x="562" y="0"/>
                </a:cubicBezTo>
                <a:cubicBezTo>
                  <a:pt x="520" y="31"/>
                  <a:pt x="493" y="81"/>
                  <a:pt x="493" y="137"/>
                </a:cubicBezTo>
                <a:cubicBezTo>
                  <a:pt x="493" y="194"/>
                  <a:pt x="520" y="243"/>
                  <a:pt x="562" y="275"/>
                </a:cubicBezTo>
                <a:cubicBezTo>
                  <a:pt x="138" y="275"/>
                  <a:pt x="138" y="275"/>
                  <a:pt x="138" y="275"/>
                </a:cubicBezTo>
                <a:cubicBezTo>
                  <a:pt x="62" y="275"/>
                  <a:pt x="0" y="213"/>
                  <a:pt x="0" y="137"/>
                </a:cubicBezTo>
                <a:cubicBezTo>
                  <a:pt x="0" y="137"/>
                  <a:pt x="0" y="137"/>
                  <a:pt x="0" y="137"/>
                </a:cubicBezTo>
                <a:cubicBezTo>
                  <a:pt x="0" y="61"/>
                  <a:pt x="62" y="0"/>
                  <a:pt x="138"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81" name="Group 80">
            <a:extLst>
              <a:ext uri="{FF2B5EF4-FFF2-40B4-BE49-F238E27FC236}">
                <a16:creationId xmlns:a16="http://schemas.microsoft.com/office/drawing/2014/main" id="{B675DECA-CE40-4790-9F9D-85A166338BB2}"/>
              </a:ext>
            </a:extLst>
          </p:cNvPr>
          <p:cNvGrpSpPr/>
          <p:nvPr/>
        </p:nvGrpSpPr>
        <p:grpSpPr>
          <a:xfrm>
            <a:off x="3178176" y="1404938"/>
            <a:ext cx="1019175" cy="1020763"/>
            <a:chOff x="3178176" y="1404938"/>
            <a:chExt cx="1019175" cy="1020763"/>
          </a:xfrm>
        </p:grpSpPr>
        <p:sp>
          <p:nvSpPr>
            <p:cNvPr id="34" name="Oval 33">
              <a:extLst>
                <a:ext uri="{FF2B5EF4-FFF2-40B4-BE49-F238E27FC236}">
                  <a16:creationId xmlns:a16="http://schemas.microsoft.com/office/drawing/2014/main" id="{6E0D96CE-DC98-4C2E-86E2-6767A84953BB}"/>
                </a:ext>
              </a:extLst>
            </p:cNvPr>
            <p:cNvSpPr>
              <a:spLocks noChangeArrowheads="1"/>
            </p:cNvSpPr>
            <p:nvPr/>
          </p:nvSpPr>
          <p:spPr bwMode="auto">
            <a:xfrm>
              <a:off x="3178176" y="1404938"/>
              <a:ext cx="1019175" cy="10207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62" name="Group 61">
              <a:extLst>
                <a:ext uri="{FF2B5EF4-FFF2-40B4-BE49-F238E27FC236}">
                  <a16:creationId xmlns:a16="http://schemas.microsoft.com/office/drawing/2014/main" id="{838193D5-0449-4C53-9240-F918C6557C09}"/>
                </a:ext>
              </a:extLst>
            </p:cNvPr>
            <p:cNvGrpSpPr/>
            <p:nvPr/>
          </p:nvGrpSpPr>
          <p:grpSpPr>
            <a:xfrm>
              <a:off x="3314511" y="1546227"/>
              <a:ext cx="741010" cy="742154"/>
              <a:chOff x="6345238" y="4948238"/>
              <a:chExt cx="1027113" cy="1028700"/>
            </a:xfrm>
            <a:effectLst>
              <a:outerShdw blurRad="152400" dist="127000" dir="2700000" sx="102000" sy="102000" algn="tl" rotWithShape="0">
                <a:prstClr val="black">
                  <a:alpha val="47000"/>
                </a:prstClr>
              </a:outerShdw>
            </a:effectLst>
          </p:grpSpPr>
          <p:sp>
            <p:nvSpPr>
              <p:cNvPr id="63" name="Oval 56">
                <a:extLst>
                  <a:ext uri="{FF2B5EF4-FFF2-40B4-BE49-F238E27FC236}">
                    <a16:creationId xmlns:a16="http://schemas.microsoft.com/office/drawing/2014/main" id="{0074BC02-C1A8-4ABD-AD5C-E84FC713CA9E}"/>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4" name="Oval 57">
                <a:extLst>
                  <a:ext uri="{FF2B5EF4-FFF2-40B4-BE49-F238E27FC236}">
                    <a16:creationId xmlns:a16="http://schemas.microsoft.com/office/drawing/2014/main" id="{086A3C40-3BBC-4677-9DDD-15F0A15F90A6}"/>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6" name="Group 15">
            <a:extLst>
              <a:ext uri="{FF2B5EF4-FFF2-40B4-BE49-F238E27FC236}">
                <a16:creationId xmlns:a16="http://schemas.microsoft.com/office/drawing/2014/main" id="{C7A8ADDE-1714-40C2-973B-FF5152E6CEE6}"/>
              </a:ext>
            </a:extLst>
          </p:cNvPr>
          <p:cNvGrpSpPr/>
          <p:nvPr/>
        </p:nvGrpSpPr>
        <p:grpSpPr>
          <a:xfrm>
            <a:off x="3178176" y="2916238"/>
            <a:ext cx="1019175" cy="1025525"/>
            <a:chOff x="3178176" y="2916238"/>
            <a:chExt cx="1019175" cy="1025525"/>
          </a:xfrm>
        </p:grpSpPr>
        <p:sp>
          <p:nvSpPr>
            <p:cNvPr id="36" name="Oval 35">
              <a:extLst>
                <a:ext uri="{FF2B5EF4-FFF2-40B4-BE49-F238E27FC236}">
                  <a16:creationId xmlns:a16="http://schemas.microsoft.com/office/drawing/2014/main" id="{B48CD443-EA16-4468-B406-D16A521A274F}"/>
                </a:ext>
              </a:extLst>
            </p:cNvPr>
            <p:cNvSpPr>
              <a:spLocks noChangeArrowheads="1"/>
            </p:cNvSpPr>
            <p:nvPr/>
          </p:nvSpPr>
          <p:spPr bwMode="auto">
            <a:xfrm>
              <a:off x="3178176" y="2916238"/>
              <a:ext cx="1019175" cy="102552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66" name="Group 65">
              <a:extLst>
                <a:ext uri="{FF2B5EF4-FFF2-40B4-BE49-F238E27FC236}">
                  <a16:creationId xmlns:a16="http://schemas.microsoft.com/office/drawing/2014/main" id="{55BD87CE-F8D5-44BA-99FF-630646DD80D2}"/>
                </a:ext>
              </a:extLst>
            </p:cNvPr>
            <p:cNvGrpSpPr/>
            <p:nvPr/>
          </p:nvGrpSpPr>
          <p:grpSpPr>
            <a:xfrm>
              <a:off x="3314511" y="3057130"/>
              <a:ext cx="741010" cy="742154"/>
              <a:chOff x="6345238" y="4948238"/>
              <a:chExt cx="1027113" cy="1028700"/>
            </a:xfrm>
            <a:effectLst>
              <a:outerShdw blurRad="152400" dist="127000" dir="2700000" sx="102000" sy="102000" algn="tl" rotWithShape="0">
                <a:prstClr val="black">
                  <a:alpha val="47000"/>
                </a:prstClr>
              </a:outerShdw>
            </a:effectLst>
          </p:grpSpPr>
          <p:sp>
            <p:nvSpPr>
              <p:cNvPr id="67" name="Oval 56">
                <a:extLst>
                  <a:ext uri="{FF2B5EF4-FFF2-40B4-BE49-F238E27FC236}">
                    <a16:creationId xmlns:a16="http://schemas.microsoft.com/office/drawing/2014/main" id="{CFCF0B9D-34A5-4784-BEFC-F885D0D8AC68}"/>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8" name="Oval 57">
                <a:extLst>
                  <a:ext uri="{FF2B5EF4-FFF2-40B4-BE49-F238E27FC236}">
                    <a16:creationId xmlns:a16="http://schemas.microsoft.com/office/drawing/2014/main" id="{FA840950-50C3-4AFE-984A-B668D548585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5" name="Group 4">
            <a:extLst>
              <a:ext uri="{FF2B5EF4-FFF2-40B4-BE49-F238E27FC236}">
                <a16:creationId xmlns:a16="http://schemas.microsoft.com/office/drawing/2014/main" id="{23C8CCC0-3EC5-42C0-A16A-A94AAD03AA84}"/>
              </a:ext>
            </a:extLst>
          </p:cNvPr>
          <p:cNvGrpSpPr/>
          <p:nvPr/>
        </p:nvGrpSpPr>
        <p:grpSpPr>
          <a:xfrm>
            <a:off x="3178176" y="4430713"/>
            <a:ext cx="1019175" cy="1022350"/>
            <a:chOff x="3178176" y="4430713"/>
            <a:chExt cx="1019175" cy="1022350"/>
          </a:xfrm>
        </p:grpSpPr>
        <p:sp>
          <p:nvSpPr>
            <p:cNvPr id="38" name="Oval 37">
              <a:extLst>
                <a:ext uri="{FF2B5EF4-FFF2-40B4-BE49-F238E27FC236}">
                  <a16:creationId xmlns:a16="http://schemas.microsoft.com/office/drawing/2014/main" id="{C2C4FE6F-2AAA-429E-9AB1-5FF99F2E99A9}"/>
                </a:ext>
              </a:extLst>
            </p:cNvPr>
            <p:cNvSpPr>
              <a:spLocks noChangeArrowheads="1"/>
            </p:cNvSpPr>
            <p:nvPr/>
          </p:nvSpPr>
          <p:spPr bwMode="auto">
            <a:xfrm>
              <a:off x="3178176" y="4430713"/>
              <a:ext cx="1019175" cy="10223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69" name="Group 68">
              <a:extLst>
                <a:ext uri="{FF2B5EF4-FFF2-40B4-BE49-F238E27FC236}">
                  <a16:creationId xmlns:a16="http://schemas.microsoft.com/office/drawing/2014/main" id="{509D8C29-6E5F-4F64-8A7E-AD7A9E1AF587}"/>
                </a:ext>
              </a:extLst>
            </p:cNvPr>
            <p:cNvGrpSpPr/>
            <p:nvPr/>
          </p:nvGrpSpPr>
          <p:grpSpPr>
            <a:xfrm>
              <a:off x="3314511" y="4572001"/>
              <a:ext cx="741010" cy="742154"/>
              <a:chOff x="6345238" y="4948238"/>
              <a:chExt cx="1027113" cy="1028700"/>
            </a:xfrm>
            <a:effectLst>
              <a:outerShdw blurRad="152400" dist="127000" dir="2700000" sx="102000" sy="102000" algn="tl" rotWithShape="0">
                <a:prstClr val="black">
                  <a:alpha val="47000"/>
                </a:prstClr>
              </a:outerShdw>
            </a:effectLst>
          </p:grpSpPr>
          <p:sp>
            <p:nvSpPr>
              <p:cNvPr id="70" name="Oval 56">
                <a:extLst>
                  <a:ext uri="{FF2B5EF4-FFF2-40B4-BE49-F238E27FC236}">
                    <a16:creationId xmlns:a16="http://schemas.microsoft.com/office/drawing/2014/main" id="{C0678AF6-1162-45D9-A000-EC66F1EECE5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1" name="Oval 57">
                <a:extLst>
                  <a:ext uri="{FF2B5EF4-FFF2-40B4-BE49-F238E27FC236}">
                    <a16:creationId xmlns:a16="http://schemas.microsoft.com/office/drawing/2014/main" id="{D35796E6-74E3-45B8-853C-4D5DAFBCE930}"/>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2" name="Group 1">
            <a:extLst>
              <a:ext uri="{FF2B5EF4-FFF2-40B4-BE49-F238E27FC236}">
                <a16:creationId xmlns:a16="http://schemas.microsoft.com/office/drawing/2014/main" id="{3B4AAA8C-33FE-457D-A01E-E32DCFC87146}"/>
              </a:ext>
            </a:extLst>
          </p:cNvPr>
          <p:cNvGrpSpPr/>
          <p:nvPr/>
        </p:nvGrpSpPr>
        <p:grpSpPr>
          <a:xfrm>
            <a:off x="7991476" y="1404938"/>
            <a:ext cx="1019175" cy="1020763"/>
            <a:chOff x="7991476" y="1404938"/>
            <a:chExt cx="1019175" cy="1020763"/>
          </a:xfrm>
        </p:grpSpPr>
        <p:sp>
          <p:nvSpPr>
            <p:cNvPr id="17" name="Oval 16">
              <a:extLst>
                <a:ext uri="{FF2B5EF4-FFF2-40B4-BE49-F238E27FC236}">
                  <a16:creationId xmlns:a16="http://schemas.microsoft.com/office/drawing/2014/main" id="{8B37AFEE-84D8-42AB-B382-5D4298308D78}"/>
                </a:ext>
              </a:extLst>
            </p:cNvPr>
            <p:cNvSpPr>
              <a:spLocks noChangeArrowheads="1"/>
            </p:cNvSpPr>
            <p:nvPr/>
          </p:nvSpPr>
          <p:spPr bwMode="auto">
            <a:xfrm>
              <a:off x="7991476" y="1404938"/>
              <a:ext cx="1019175" cy="10207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72" name="Group 71">
              <a:extLst>
                <a:ext uri="{FF2B5EF4-FFF2-40B4-BE49-F238E27FC236}">
                  <a16:creationId xmlns:a16="http://schemas.microsoft.com/office/drawing/2014/main" id="{CF500212-9C77-4AE5-9721-010C8B623BD5}"/>
                </a:ext>
              </a:extLst>
            </p:cNvPr>
            <p:cNvGrpSpPr/>
            <p:nvPr/>
          </p:nvGrpSpPr>
          <p:grpSpPr>
            <a:xfrm>
              <a:off x="8129588" y="1546227"/>
              <a:ext cx="741010" cy="742154"/>
              <a:chOff x="6345238" y="4948238"/>
              <a:chExt cx="1027113" cy="1028700"/>
            </a:xfrm>
            <a:effectLst>
              <a:outerShdw blurRad="152400" dist="127000" dir="2700000" sx="102000" sy="102000" algn="tl" rotWithShape="0">
                <a:prstClr val="black">
                  <a:alpha val="47000"/>
                </a:prstClr>
              </a:outerShdw>
            </a:effectLst>
          </p:grpSpPr>
          <p:sp>
            <p:nvSpPr>
              <p:cNvPr id="73" name="Oval 56">
                <a:extLst>
                  <a:ext uri="{FF2B5EF4-FFF2-40B4-BE49-F238E27FC236}">
                    <a16:creationId xmlns:a16="http://schemas.microsoft.com/office/drawing/2014/main" id="{210CBC77-ED23-4756-B396-2B775836659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4" name="Oval 57">
                <a:extLst>
                  <a:ext uri="{FF2B5EF4-FFF2-40B4-BE49-F238E27FC236}">
                    <a16:creationId xmlns:a16="http://schemas.microsoft.com/office/drawing/2014/main" id="{A48FE37B-D78F-4D21-8B5B-390BB9CA9EB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3" name="Group 2">
            <a:extLst>
              <a:ext uri="{FF2B5EF4-FFF2-40B4-BE49-F238E27FC236}">
                <a16:creationId xmlns:a16="http://schemas.microsoft.com/office/drawing/2014/main" id="{8BD106F2-5229-439D-B533-12215FC81E41}"/>
              </a:ext>
            </a:extLst>
          </p:cNvPr>
          <p:cNvGrpSpPr/>
          <p:nvPr/>
        </p:nvGrpSpPr>
        <p:grpSpPr>
          <a:xfrm>
            <a:off x="7991476" y="2916238"/>
            <a:ext cx="1019175" cy="1025525"/>
            <a:chOff x="7991476" y="2916238"/>
            <a:chExt cx="1019175" cy="1025525"/>
          </a:xfrm>
        </p:grpSpPr>
        <p:sp>
          <p:nvSpPr>
            <p:cNvPr id="20" name="Oval 19">
              <a:extLst>
                <a:ext uri="{FF2B5EF4-FFF2-40B4-BE49-F238E27FC236}">
                  <a16:creationId xmlns:a16="http://schemas.microsoft.com/office/drawing/2014/main" id="{64E21E28-3283-42E7-A295-28A0A9D0C167}"/>
                </a:ext>
              </a:extLst>
            </p:cNvPr>
            <p:cNvSpPr>
              <a:spLocks noChangeArrowheads="1"/>
            </p:cNvSpPr>
            <p:nvPr/>
          </p:nvSpPr>
          <p:spPr bwMode="auto">
            <a:xfrm>
              <a:off x="7991476" y="2916238"/>
              <a:ext cx="1019175" cy="102552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75" name="Group 74">
              <a:extLst>
                <a:ext uri="{FF2B5EF4-FFF2-40B4-BE49-F238E27FC236}">
                  <a16:creationId xmlns:a16="http://schemas.microsoft.com/office/drawing/2014/main" id="{45DDDB28-6B4C-4C41-B57A-F54ED699493B}"/>
                </a:ext>
              </a:extLst>
            </p:cNvPr>
            <p:cNvGrpSpPr/>
            <p:nvPr/>
          </p:nvGrpSpPr>
          <p:grpSpPr>
            <a:xfrm>
              <a:off x="8129588" y="3057130"/>
              <a:ext cx="741010" cy="742154"/>
              <a:chOff x="6345238" y="4948238"/>
              <a:chExt cx="1027113" cy="1028700"/>
            </a:xfrm>
            <a:effectLst>
              <a:outerShdw blurRad="152400" dist="127000" dir="2700000" sx="102000" sy="102000" algn="tl" rotWithShape="0">
                <a:prstClr val="black">
                  <a:alpha val="47000"/>
                </a:prstClr>
              </a:outerShdw>
            </a:effectLst>
          </p:grpSpPr>
          <p:sp>
            <p:nvSpPr>
              <p:cNvPr id="76" name="Oval 56">
                <a:extLst>
                  <a:ext uri="{FF2B5EF4-FFF2-40B4-BE49-F238E27FC236}">
                    <a16:creationId xmlns:a16="http://schemas.microsoft.com/office/drawing/2014/main" id="{5087D8A7-4E5D-4876-852C-87CF8BA91741}"/>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7" name="Oval 57">
                <a:extLst>
                  <a:ext uri="{FF2B5EF4-FFF2-40B4-BE49-F238E27FC236}">
                    <a16:creationId xmlns:a16="http://schemas.microsoft.com/office/drawing/2014/main" id="{3AA2363C-E40F-4A5E-8445-624DD7E45C2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4" name="Group 3">
            <a:extLst>
              <a:ext uri="{FF2B5EF4-FFF2-40B4-BE49-F238E27FC236}">
                <a16:creationId xmlns:a16="http://schemas.microsoft.com/office/drawing/2014/main" id="{DED65156-D9B6-4B94-A6A6-BA9A0A8AC025}"/>
              </a:ext>
            </a:extLst>
          </p:cNvPr>
          <p:cNvGrpSpPr/>
          <p:nvPr/>
        </p:nvGrpSpPr>
        <p:grpSpPr>
          <a:xfrm>
            <a:off x="7991476" y="4430713"/>
            <a:ext cx="1019175" cy="1022350"/>
            <a:chOff x="7991476" y="4430713"/>
            <a:chExt cx="1019175" cy="1022350"/>
          </a:xfrm>
        </p:grpSpPr>
        <p:sp>
          <p:nvSpPr>
            <p:cNvPr id="23" name="Oval 22">
              <a:extLst>
                <a:ext uri="{FF2B5EF4-FFF2-40B4-BE49-F238E27FC236}">
                  <a16:creationId xmlns:a16="http://schemas.microsoft.com/office/drawing/2014/main" id="{A6579B4B-ACFC-4498-B5DE-5380C3C64017}"/>
                </a:ext>
              </a:extLst>
            </p:cNvPr>
            <p:cNvSpPr>
              <a:spLocks noChangeArrowheads="1"/>
            </p:cNvSpPr>
            <p:nvPr/>
          </p:nvSpPr>
          <p:spPr bwMode="auto">
            <a:xfrm>
              <a:off x="7991476" y="4430713"/>
              <a:ext cx="1019175" cy="10223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78" name="Group 77">
              <a:extLst>
                <a:ext uri="{FF2B5EF4-FFF2-40B4-BE49-F238E27FC236}">
                  <a16:creationId xmlns:a16="http://schemas.microsoft.com/office/drawing/2014/main" id="{B77E4531-6D6A-4980-AE9E-BEE68740A14C}"/>
                </a:ext>
              </a:extLst>
            </p:cNvPr>
            <p:cNvGrpSpPr/>
            <p:nvPr/>
          </p:nvGrpSpPr>
          <p:grpSpPr>
            <a:xfrm>
              <a:off x="8129588" y="4572001"/>
              <a:ext cx="741010" cy="742154"/>
              <a:chOff x="6345238" y="4948238"/>
              <a:chExt cx="1027113" cy="1028700"/>
            </a:xfrm>
            <a:effectLst>
              <a:outerShdw blurRad="152400" dist="127000" dir="2700000" sx="102000" sy="102000" algn="tl" rotWithShape="0">
                <a:prstClr val="black">
                  <a:alpha val="47000"/>
                </a:prstClr>
              </a:outerShdw>
            </a:effectLst>
          </p:grpSpPr>
          <p:sp>
            <p:nvSpPr>
              <p:cNvPr id="79" name="Oval 56">
                <a:extLst>
                  <a:ext uri="{FF2B5EF4-FFF2-40B4-BE49-F238E27FC236}">
                    <a16:creationId xmlns:a16="http://schemas.microsoft.com/office/drawing/2014/main" id="{A4718A47-3A31-4B23-BBBD-E4B540A10E4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0" name="Oval 57">
                <a:extLst>
                  <a:ext uri="{FF2B5EF4-FFF2-40B4-BE49-F238E27FC236}">
                    <a16:creationId xmlns:a16="http://schemas.microsoft.com/office/drawing/2014/main" id="{9FDF6D47-2A1A-4504-8196-834495BAB95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sp>
        <p:nvSpPr>
          <p:cNvPr id="50" name="Freeform 49">
            <a:extLst>
              <a:ext uri="{FF2B5EF4-FFF2-40B4-BE49-F238E27FC236}">
                <a16:creationId xmlns:a16="http://schemas.microsoft.com/office/drawing/2014/main" id="{D30134D4-004F-4F93-B13D-A1A8D5281EE3}"/>
              </a:ext>
            </a:extLst>
          </p:cNvPr>
          <p:cNvSpPr>
            <a:spLocks noEditPoints="1"/>
          </p:cNvSpPr>
          <p:nvPr/>
        </p:nvSpPr>
        <p:spPr bwMode="auto">
          <a:xfrm>
            <a:off x="3514726" y="3232151"/>
            <a:ext cx="347663" cy="393700"/>
          </a:xfrm>
          <a:custGeom>
            <a:avLst/>
            <a:gdLst>
              <a:gd name="T0" fmla="*/ 30 w 94"/>
              <a:gd name="T1" fmla="*/ 83 h 106"/>
              <a:gd name="T2" fmla="*/ 22 w 94"/>
              <a:gd name="T3" fmla="*/ 64 h 106"/>
              <a:gd name="T4" fmla="*/ 18 w 94"/>
              <a:gd name="T5" fmla="*/ 48 h 106"/>
              <a:gd name="T6" fmla="*/ 47 w 94"/>
              <a:gd name="T7" fmla="*/ 18 h 106"/>
              <a:gd name="T8" fmla="*/ 76 w 94"/>
              <a:gd name="T9" fmla="*/ 48 h 106"/>
              <a:gd name="T10" fmla="*/ 71 w 94"/>
              <a:gd name="T11" fmla="*/ 64 h 106"/>
              <a:gd name="T12" fmla="*/ 64 w 94"/>
              <a:gd name="T13" fmla="*/ 79 h 106"/>
              <a:gd name="T14" fmla="*/ 47 w 94"/>
              <a:gd name="T15" fmla="*/ 29 h 106"/>
              <a:gd name="T16" fmla="*/ 29 w 94"/>
              <a:gd name="T17" fmla="*/ 47 h 106"/>
              <a:gd name="T18" fmla="*/ 47 w 94"/>
              <a:gd name="T19" fmla="*/ 65 h 106"/>
              <a:gd name="T20" fmla="*/ 64 w 94"/>
              <a:gd name="T21" fmla="*/ 47 h 106"/>
              <a:gd name="T22" fmla="*/ 47 w 94"/>
              <a:gd name="T23" fmla="*/ 29 h 106"/>
              <a:gd name="T24" fmla="*/ 40 w 94"/>
              <a:gd name="T25" fmla="*/ 50 h 106"/>
              <a:gd name="T26" fmla="*/ 45 w 94"/>
              <a:gd name="T27" fmla="*/ 56 h 106"/>
              <a:gd name="T28" fmla="*/ 54 w 94"/>
              <a:gd name="T29" fmla="*/ 42 h 106"/>
              <a:gd name="T30" fmla="*/ 47 w 94"/>
              <a:gd name="T31" fmla="*/ 9 h 106"/>
              <a:gd name="T32" fmla="*/ 47 w 94"/>
              <a:gd name="T33" fmla="*/ 0 h 106"/>
              <a:gd name="T34" fmla="*/ 28 w 94"/>
              <a:gd name="T35" fmla="*/ 14 h 106"/>
              <a:gd name="T36" fmla="*/ 23 w 94"/>
              <a:gd name="T37" fmla="*/ 6 h 106"/>
              <a:gd name="T38" fmla="*/ 6 w 94"/>
              <a:gd name="T39" fmla="*/ 24 h 106"/>
              <a:gd name="T40" fmla="*/ 14 w 94"/>
              <a:gd name="T41" fmla="*/ 28 h 106"/>
              <a:gd name="T42" fmla="*/ 0 w 94"/>
              <a:gd name="T43" fmla="*/ 47 h 106"/>
              <a:gd name="T44" fmla="*/ 9 w 94"/>
              <a:gd name="T45" fmla="*/ 47 h 106"/>
              <a:gd name="T46" fmla="*/ 70 w 94"/>
              <a:gd name="T47" fmla="*/ 6 h 106"/>
              <a:gd name="T48" fmla="*/ 66 w 94"/>
              <a:gd name="T49" fmla="*/ 14 h 106"/>
              <a:gd name="T50" fmla="*/ 87 w 94"/>
              <a:gd name="T51" fmla="*/ 24 h 106"/>
              <a:gd name="T52" fmla="*/ 79 w 94"/>
              <a:gd name="T53" fmla="*/ 28 h 106"/>
              <a:gd name="T54" fmla="*/ 85 w 94"/>
              <a:gd name="T55" fmla="*/ 47 h 106"/>
              <a:gd name="T56" fmla="*/ 94 w 94"/>
              <a:gd name="T57" fmla="*/ 47 h 106"/>
              <a:gd name="T58" fmla="*/ 57 w 94"/>
              <a:gd name="T59" fmla="*/ 85 h 106"/>
              <a:gd name="T60" fmla="*/ 34 w 94"/>
              <a:gd name="T61" fmla="*/ 92 h 106"/>
              <a:gd name="T62" fmla="*/ 32 w 94"/>
              <a:gd name="T63" fmla="*/ 95 h 106"/>
              <a:gd name="T64" fmla="*/ 35 w 94"/>
              <a:gd name="T65" fmla="*/ 99 h 106"/>
              <a:gd name="T66" fmla="*/ 37 w 94"/>
              <a:gd name="T67" fmla="*/ 99 h 106"/>
              <a:gd name="T68" fmla="*/ 57 w 94"/>
              <a:gd name="T69" fmla="*/ 93 h 106"/>
              <a:gd name="T70" fmla="*/ 57 w 94"/>
              <a:gd name="T71" fmla="*/ 93 h 106"/>
              <a:gd name="T72" fmla="*/ 58 w 94"/>
              <a:gd name="T73" fmla="*/ 93 h 106"/>
              <a:gd name="T74" fmla="*/ 62 w 94"/>
              <a:gd name="T75" fmla="*/ 97 h 106"/>
              <a:gd name="T76" fmla="*/ 59 w 94"/>
              <a:gd name="T77" fmla="*/ 101 h 106"/>
              <a:gd name="T78" fmla="*/ 40 w 94"/>
              <a:gd name="T79"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106">
                <a:moveTo>
                  <a:pt x="30" y="83"/>
                </a:moveTo>
                <a:cubicBezTo>
                  <a:pt x="30" y="78"/>
                  <a:pt x="29" y="73"/>
                  <a:pt x="22" y="64"/>
                </a:cubicBezTo>
                <a:cubicBezTo>
                  <a:pt x="19" y="59"/>
                  <a:pt x="18" y="53"/>
                  <a:pt x="18" y="48"/>
                </a:cubicBezTo>
                <a:cubicBezTo>
                  <a:pt x="18" y="31"/>
                  <a:pt x="31" y="18"/>
                  <a:pt x="47" y="18"/>
                </a:cubicBezTo>
                <a:cubicBezTo>
                  <a:pt x="63" y="18"/>
                  <a:pt x="76" y="31"/>
                  <a:pt x="76" y="48"/>
                </a:cubicBezTo>
                <a:cubicBezTo>
                  <a:pt x="76" y="53"/>
                  <a:pt x="74" y="59"/>
                  <a:pt x="71" y="64"/>
                </a:cubicBezTo>
                <a:cubicBezTo>
                  <a:pt x="66" y="71"/>
                  <a:pt x="64" y="75"/>
                  <a:pt x="64" y="79"/>
                </a:cubicBezTo>
                <a:moveTo>
                  <a:pt x="47" y="29"/>
                </a:moveTo>
                <a:cubicBezTo>
                  <a:pt x="37" y="29"/>
                  <a:pt x="29" y="37"/>
                  <a:pt x="29" y="47"/>
                </a:cubicBezTo>
                <a:cubicBezTo>
                  <a:pt x="29" y="57"/>
                  <a:pt x="37" y="65"/>
                  <a:pt x="47" y="65"/>
                </a:cubicBezTo>
                <a:cubicBezTo>
                  <a:pt x="56" y="65"/>
                  <a:pt x="64" y="57"/>
                  <a:pt x="64" y="47"/>
                </a:cubicBezTo>
                <a:cubicBezTo>
                  <a:pt x="64" y="37"/>
                  <a:pt x="56" y="29"/>
                  <a:pt x="47" y="29"/>
                </a:cubicBezTo>
                <a:close/>
                <a:moveTo>
                  <a:pt x="40" y="50"/>
                </a:moveTo>
                <a:cubicBezTo>
                  <a:pt x="45" y="56"/>
                  <a:pt x="45" y="56"/>
                  <a:pt x="45" y="56"/>
                </a:cubicBezTo>
                <a:cubicBezTo>
                  <a:pt x="54" y="42"/>
                  <a:pt x="54" y="42"/>
                  <a:pt x="54" y="42"/>
                </a:cubicBezTo>
                <a:moveTo>
                  <a:pt x="47" y="9"/>
                </a:moveTo>
                <a:cubicBezTo>
                  <a:pt x="47" y="0"/>
                  <a:pt x="47" y="0"/>
                  <a:pt x="47" y="0"/>
                </a:cubicBezTo>
                <a:moveTo>
                  <a:pt x="28" y="14"/>
                </a:moveTo>
                <a:cubicBezTo>
                  <a:pt x="23" y="6"/>
                  <a:pt x="23" y="6"/>
                  <a:pt x="23" y="6"/>
                </a:cubicBezTo>
                <a:moveTo>
                  <a:pt x="6" y="24"/>
                </a:moveTo>
                <a:cubicBezTo>
                  <a:pt x="14" y="28"/>
                  <a:pt x="14" y="28"/>
                  <a:pt x="14" y="28"/>
                </a:cubicBezTo>
                <a:moveTo>
                  <a:pt x="0" y="47"/>
                </a:moveTo>
                <a:cubicBezTo>
                  <a:pt x="9" y="47"/>
                  <a:pt x="9" y="47"/>
                  <a:pt x="9" y="47"/>
                </a:cubicBezTo>
                <a:moveTo>
                  <a:pt x="70" y="6"/>
                </a:moveTo>
                <a:cubicBezTo>
                  <a:pt x="66" y="14"/>
                  <a:pt x="66" y="14"/>
                  <a:pt x="66" y="14"/>
                </a:cubicBezTo>
                <a:moveTo>
                  <a:pt x="87" y="24"/>
                </a:moveTo>
                <a:cubicBezTo>
                  <a:pt x="79" y="28"/>
                  <a:pt x="79" y="28"/>
                  <a:pt x="79" y="28"/>
                </a:cubicBezTo>
                <a:moveTo>
                  <a:pt x="85" y="47"/>
                </a:moveTo>
                <a:cubicBezTo>
                  <a:pt x="94" y="47"/>
                  <a:pt x="94" y="47"/>
                  <a:pt x="94" y="47"/>
                </a:cubicBezTo>
                <a:moveTo>
                  <a:pt x="57" y="85"/>
                </a:moveTo>
                <a:cubicBezTo>
                  <a:pt x="57" y="85"/>
                  <a:pt x="34" y="92"/>
                  <a:pt x="34" y="92"/>
                </a:cubicBezTo>
                <a:cubicBezTo>
                  <a:pt x="33" y="92"/>
                  <a:pt x="32" y="94"/>
                  <a:pt x="32" y="95"/>
                </a:cubicBezTo>
                <a:cubicBezTo>
                  <a:pt x="32" y="97"/>
                  <a:pt x="33" y="99"/>
                  <a:pt x="35" y="99"/>
                </a:cubicBezTo>
                <a:cubicBezTo>
                  <a:pt x="36" y="99"/>
                  <a:pt x="37" y="99"/>
                  <a:pt x="37" y="99"/>
                </a:cubicBezTo>
                <a:cubicBezTo>
                  <a:pt x="57" y="93"/>
                  <a:pt x="57" y="93"/>
                  <a:pt x="57" y="93"/>
                </a:cubicBezTo>
                <a:cubicBezTo>
                  <a:pt x="57" y="93"/>
                  <a:pt x="57" y="93"/>
                  <a:pt x="57" y="93"/>
                </a:cubicBezTo>
                <a:cubicBezTo>
                  <a:pt x="58" y="93"/>
                  <a:pt x="58" y="93"/>
                  <a:pt x="58" y="93"/>
                </a:cubicBezTo>
                <a:cubicBezTo>
                  <a:pt x="60" y="93"/>
                  <a:pt x="62" y="95"/>
                  <a:pt x="62" y="97"/>
                </a:cubicBezTo>
                <a:cubicBezTo>
                  <a:pt x="62" y="99"/>
                  <a:pt x="61" y="100"/>
                  <a:pt x="59" y="101"/>
                </a:cubicBezTo>
                <a:cubicBezTo>
                  <a:pt x="40" y="106"/>
                  <a:pt x="40" y="106"/>
                  <a:pt x="40" y="106"/>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1" name="Freeform 50">
            <a:extLst>
              <a:ext uri="{FF2B5EF4-FFF2-40B4-BE49-F238E27FC236}">
                <a16:creationId xmlns:a16="http://schemas.microsoft.com/office/drawing/2014/main" id="{FA770B6E-70D9-48C7-ADE7-65764285CC73}"/>
              </a:ext>
            </a:extLst>
          </p:cNvPr>
          <p:cNvSpPr>
            <a:spLocks noEditPoints="1"/>
          </p:cNvSpPr>
          <p:nvPr/>
        </p:nvSpPr>
        <p:spPr bwMode="auto">
          <a:xfrm>
            <a:off x="3495676" y="4724401"/>
            <a:ext cx="385763" cy="401638"/>
          </a:xfrm>
          <a:custGeom>
            <a:avLst/>
            <a:gdLst>
              <a:gd name="T0" fmla="*/ 38 w 104"/>
              <a:gd name="T1" fmla="*/ 11 h 108"/>
              <a:gd name="T2" fmla="*/ 91 w 104"/>
              <a:gd name="T3" fmla="*/ 43 h 108"/>
              <a:gd name="T4" fmla="*/ 104 w 104"/>
              <a:gd name="T5" fmla="*/ 69 h 108"/>
              <a:gd name="T6" fmla="*/ 93 w 104"/>
              <a:gd name="T7" fmla="*/ 69 h 108"/>
              <a:gd name="T8" fmla="*/ 93 w 104"/>
              <a:gd name="T9" fmla="*/ 87 h 108"/>
              <a:gd name="T10" fmla="*/ 87 w 104"/>
              <a:gd name="T11" fmla="*/ 92 h 108"/>
              <a:gd name="T12" fmla="*/ 75 w 104"/>
              <a:gd name="T13" fmla="*/ 92 h 108"/>
              <a:gd name="T14" fmla="*/ 75 w 104"/>
              <a:gd name="T15" fmla="*/ 108 h 108"/>
              <a:gd name="T16" fmla="*/ 28 w 104"/>
              <a:gd name="T17" fmla="*/ 108 h 108"/>
              <a:gd name="T18" fmla="*/ 28 w 104"/>
              <a:gd name="T19" fmla="*/ 92 h 108"/>
              <a:gd name="T20" fmla="*/ 23 w 104"/>
              <a:gd name="T21" fmla="*/ 81 h 108"/>
              <a:gd name="T22" fmla="*/ 58 w 104"/>
              <a:gd name="T23" fmla="*/ 49 h 108"/>
              <a:gd name="T24" fmla="*/ 58 w 104"/>
              <a:gd name="T25" fmla="*/ 41 h 108"/>
              <a:gd name="T26" fmla="*/ 50 w 104"/>
              <a:gd name="T27" fmla="*/ 38 h 108"/>
              <a:gd name="T28" fmla="*/ 48 w 104"/>
              <a:gd name="T29" fmla="*/ 35 h 108"/>
              <a:gd name="T30" fmla="*/ 52 w 104"/>
              <a:gd name="T31" fmla="*/ 27 h 108"/>
              <a:gd name="T32" fmla="*/ 47 w 104"/>
              <a:gd name="T33" fmla="*/ 22 h 108"/>
              <a:gd name="T34" fmla="*/ 39 w 104"/>
              <a:gd name="T35" fmla="*/ 25 h 108"/>
              <a:gd name="T36" fmla="*/ 36 w 104"/>
              <a:gd name="T37" fmla="*/ 24 h 108"/>
              <a:gd name="T38" fmla="*/ 33 w 104"/>
              <a:gd name="T39" fmla="*/ 16 h 108"/>
              <a:gd name="T40" fmla="*/ 25 w 104"/>
              <a:gd name="T41" fmla="*/ 16 h 108"/>
              <a:gd name="T42" fmla="*/ 22 w 104"/>
              <a:gd name="T43" fmla="*/ 24 h 108"/>
              <a:gd name="T44" fmla="*/ 19 w 104"/>
              <a:gd name="T45" fmla="*/ 25 h 108"/>
              <a:gd name="T46" fmla="*/ 11 w 104"/>
              <a:gd name="T47" fmla="*/ 22 h 108"/>
              <a:gd name="T48" fmla="*/ 6 w 104"/>
              <a:gd name="T49" fmla="*/ 27 h 108"/>
              <a:gd name="T50" fmla="*/ 9 w 104"/>
              <a:gd name="T51" fmla="*/ 35 h 108"/>
              <a:gd name="T52" fmla="*/ 8 w 104"/>
              <a:gd name="T53" fmla="*/ 38 h 108"/>
              <a:gd name="T54" fmla="*/ 0 w 104"/>
              <a:gd name="T55" fmla="*/ 41 h 108"/>
              <a:gd name="T56" fmla="*/ 0 w 104"/>
              <a:gd name="T57" fmla="*/ 49 h 108"/>
              <a:gd name="T58" fmla="*/ 8 w 104"/>
              <a:gd name="T59" fmla="*/ 52 h 108"/>
              <a:gd name="T60" fmla="*/ 9 w 104"/>
              <a:gd name="T61" fmla="*/ 55 h 108"/>
              <a:gd name="T62" fmla="*/ 6 w 104"/>
              <a:gd name="T63" fmla="*/ 63 h 108"/>
              <a:gd name="T64" fmla="*/ 11 w 104"/>
              <a:gd name="T65" fmla="*/ 68 h 108"/>
              <a:gd name="T66" fmla="*/ 19 w 104"/>
              <a:gd name="T67" fmla="*/ 64 h 108"/>
              <a:gd name="T68" fmla="*/ 22 w 104"/>
              <a:gd name="T69" fmla="*/ 66 h 108"/>
              <a:gd name="T70" fmla="*/ 25 w 104"/>
              <a:gd name="T71" fmla="*/ 74 h 108"/>
              <a:gd name="T72" fmla="*/ 33 w 104"/>
              <a:gd name="T73" fmla="*/ 74 h 108"/>
              <a:gd name="T74" fmla="*/ 36 w 104"/>
              <a:gd name="T75" fmla="*/ 66 h 108"/>
              <a:gd name="T76" fmla="*/ 39 w 104"/>
              <a:gd name="T77" fmla="*/ 64 h 108"/>
              <a:gd name="T78" fmla="*/ 47 w 104"/>
              <a:gd name="T79" fmla="*/ 68 h 108"/>
              <a:gd name="T80" fmla="*/ 52 w 104"/>
              <a:gd name="T81" fmla="*/ 63 h 108"/>
              <a:gd name="T82" fmla="*/ 48 w 104"/>
              <a:gd name="T83" fmla="*/ 55 h 108"/>
              <a:gd name="T84" fmla="*/ 50 w 104"/>
              <a:gd name="T85" fmla="*/ 52 h 108"/>
              <a:gd name="T86" fmla="*/ 58 w 104"/>
              <a:gd name="T87" fmla="*/ 49 h 108"/>
              <a:gd name="T88" fmla="*/ 29 w 104"/>
              <a:gd name="T89" fmla="*/ 33 h 108"/>
              <a:gd name="T90" fmla="*/ 17 w 104"/>
              <a:gd name="T91" fmla="*/ 45 h 108"/>
              <a:gd name="T92" fmla="*/ 29 w 104"/>
              <a:gd name="T93" fmla="*/ 57 h 108"/>
              <a:gd name="T94" fmla="*/ 41 w 104"/>
              <a:gd name="T95" fmla="*/ 45 h 108"/>
              <a:gd name="T96" fmla="*/ 29 w 104"/>
              <a:gd name="T97" fmla="*/ 33 h 108"/>
              <a:gd name="T98" fmla="*/ 75 w 104"/>
              <a:gd name="T99" fmla="*/ 92 h 108"/>
              <a:gd name="T100" fmla="*/ 69 w 104"/>
              <a:gd name="T101" fmla="*/ 9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108">
                <a:moveTo>
                  <a:pt x="38" y="11"/>
                </a:moveTo>
                <a:cubicBezTo>
                  <a:pt x="96" y="0"/>
                  <a:pt x="91" y="43"/>
                  <a:pt x="91" y="43"/>
                </a:cubicBezTo>
                <a:cubicBezTo>
                  <a:pt x="104" y="69"/>
                  <a:pt x="104" y="69"/>
                  <a:pt x="104" y="69"/>
                </a:cubicBezTo>
                <a:cubicBezTo>
                  <a:pt x="93" y="69"/>
                  <a:pt x="93" y="69"/>
                  <a:pt x="93" y="69"/>
                </a:cubicBezTo>
                <a:cubicBezTo>
                  <a:pt x="93" y="87"/>
                  <a:pt x="93" y="87"/>
                  <a:pt x="93" y="87"/>
                </a:cubicBezTo>
                <a:cubicBezTo>
                  <a:pt x="93" y="90"/>
                  <a:pt x="90" y="92"/>
                  <a:pt x="87" y="92"/>
                </a:cubicBezTo>
                <a:cubicBezTo>
                  <a:pt x="75" y="92"/>
                  <a:pt x="75" y="92"/>
                  <a:pt x="75" y="92"/>
                </a:cubicBezTo>
                <a:cubicBezTo>
                  <a:pt x="75" y="108"/>
                  <a:pt x="75" y="108"/>
                  <a:pt x="75" y="108"/>
                </a:cubicBezTo>
                <a:moveTo>
                  <a:pt x="28" y="108"/>
                </a:moveTo>
                <a:cubicBezTo>
                  <a:pt x="28" y="92"/>
                  <a:pt x="28" y="92"/>
                  <a:pt x="28" y="92"/>
                </a:cubicBezTo>
                <a:cubicBezTo>
                  <a:pt x="23" y="81"/>
                  <a:pt x="23" y="81"/>
                  <a:pt x="23" y="81"/>
                </a:cubicBezTo>
                <a:moveTo>
                  <a:pt x="58" y="49"/>
                </a:moveTo>
                <a:cubicBezTo>
                  <a:pt x="58" y="41"/>
                  <a:pt x="58" y="41"/>
                  <a:pt x="58" y="41"/>
                </a:cubicBezTo>
                <a:cubicBezTo>
                  <a:pt x="50" y="38"/>
                  <a:pt x="50" y="38"/>
                  <a:pt x="50" y="38"/>
                </a:cubicBezTo>
                <a:cubicBezTo>
                  <a:pt x="49" y="37"/>
                  <a:pt x="49" y="36"/>
                  <a:pt x="48" y="35"/>
                </a:cubicBezTo>
                <a:cubicBezTo>
                  <a:pt x="52" y="27"/>
                  <a:pt x="52" y="27"/>
                  <a:pt x="52" y="27"/>
                </a:cubicBezTo>
                <a:cubicBezTo>
                  <a:pt x="47" y="22"/>
                  <a:pt x="47" y="22"/>
                  <a:pt x="47" y="22"/>
                </a:cubicBezTo>
                <a:cubicBezTo>
                  <a:pt x="39" y="25"/>
                  <a:pt x="39" y="25"/>
                  <a:pt x="39" y="25"/>
                </a:cubicBezTo>
                <a:cubicBezTo>
                  <a:pt x="38" y="25"/>
                  <a:pt x="37" y="25"/>
                  <a:pt x="36" y="24"/>
                </a:cubicBezTo>
                <a:cubicBezTo>
                  <a:pt x="33" y="16"/>
                  <a:pt x="33" y="16"/>
                  <a:pt x="33" y="16"/>
                </a:cubicBezTo>
                <a:cubicBezTo>
                  <a:pt x="25" y="16"/>
                  <a:pt x="25" y="16"/>
                  <a:pt x="25" y="16"/>
                </a:cubicBezTo>
                <a:cubicBezTo>
                  <a:pt x="22" y="24"/>
                  <a:pt x="22" y="24"/>
                  <a:pt x="22" y="24"/>
                </a:cubicBezTo>
                <a:cubicBezTo>
                  <a:pt x="21" y="25"/>
                  <a:pt x="20" y="25"/>
                  <a:pt x="19" y="25"/>
                </a:cubicBezTo>
                <a:cubicBezTo>
                  <a:pt x="11" y="22"/>
                  <a:pt x="11" y="22"/>
                  <a:pt x="11" y="22"/>
                </a:cubicBezTo>
                <a:cubicBezTo>
                  <a:pt x="6" y="27"/>
                  <a:pt x="6" y="27"/>
                  <a:pt x="6" y="27"/>
                </a:cubicBezTo>
                <a:cubicBezTo>
                  <a:pt x="9" y="35"/>
                  <a:pt x="9" y="35"/>
                  <a:pt x="9" y="35"/>
                </a:cubicBezTo>
                <a:cubicBezTo>
                  <a:pt x="9" y="36"/>
                  <a:pt x="9" y="37"/>
                  <a:pt x="8" y="38"/>
                </a:cubicBezTo>
                <a:cubicBezTo>
                  <a:pt x="0" y="41"/>
                  <a:pt x="0" y="41"/>
                  <a:pt x="0" y="41"/>
                </a:cubicBezTo>
                <a:cubicBezTo>
                  <a:pt x="0" y="49"/>
                  <a:pt x="0" y="49"/>
                  <a:pt x="0" y="49"/>
                </a:cubicBezTo>
                <a:cubicBezTo>
                  <a:pt x="8" y="52"/>
                  <a:pt x="8" y="52"/>
                  <a:pt x="8" y="52"/>
                </a:cubicBezTo>
                <a:cubicBezTo>
                  <a:pt x="9" y="53"/>
                  <a:pt x="9" y="54"/>
                  <a:pt x="9" y="55"/>
                </a:cubicBezTo>
                <a:cubicBezTo>
                  <a:pt x="6" y="63"/>
                  <a:pt x="6" y="63"/>
                  <a:pt x="6" y="63"/>
                </a:cubicBezTo>
                <a:cubicBezTo>
                  <a:pt x="11" y="68"/>
                  <a:pt x="11" y="68"/>
                  <a:pt x="11" y="68"/>
                </a:cubicBezTo>
                <a:cubicBezTo>
                  <a:pt x="19" y="64"/>
                  <a:pt x="19" y="64"/>
                  <a:pt x="19" y="64"/>
                </a:cubicBezTo>
                <a:cubicBezTo>
                  <a:pt x="20" y="65"/>
                  <a:pt x="21" y="65"/>
                  <a:pt x="22" y="66"/>
                </a:cubicBezTo>
                <a:cubicBezTo>
                  <a:pt x="25" y="74"/>
                  <a:pt x="25" y="74"/>
                  <a:pt x="25" y="74"/>
                </a:cubicBezTo>
                <a:cubicBezTo>
                  <a:pt x="33" y="74"/>
                  <a:pt x="33" y="74"/>
                  <a:pt x="33" y="74"/>
                </a:cubicBezTo>
                <a:cubicBezTo>
                  <a:pt x="36" y="66"/>
                  <a:pt x="36" y="66"/>
                  <a:pt x="36" y="66"/>
                </a:cubicBezTo>
                <a:cubicBezTo>
                  <a:pt x="37" y="65"/>
                  <a:pt x="38" y="65"/>
                  <a:pt x="39" y="64"/>
                </a:cubicBezTo>
                <a:cubicBezTo>
                  <a:pt x="47" y="68"/>
                  <a:pt x="47" y="68"/>
                  <a:pt x="47" y="68"/>
                </a:cubicBezTo>
                <a:cubicBezTo>
                  <a:pt x="52" y="63"/>
                  <a:pt x="52" y="63"/>
                  <a:pt x="52" y="63"/>
                </a:cubicBezTo>
                <a:cubicBezTo>
                  <a:pt x="48" y="55"/>
                  <a:pt x="48" y="55"/>
                  <a:pt x="48" y="55"/>
                </a:cubicBezTo>
                <a:cubicBezTo>
                  <a:pt x="49" y="54"/>
                  <a:pt x="49" y="53"/>
                  <a:pt x="50" y="52"/>
                </a:cubicBezTo>
                <a:lnTo>
                  <a:pt x="58" y="49"/>
                </a:lnTo>
                <a:close/>
                <a:moveTo>
                  <a:pt x="29" y="33"/>
                </a:moveTo>
                <a:cubicBezTo>
                  <a:pt x="22" y="33"/>
                  <a:pt x="17" y="38"/>
                  <a:pt x="17" y="45"/>
                </a:cubicBezTo>
                <a:cubicBezTo>
                  <a:pt x="17" y="52"/>
                  <a:pt x="22" y="57"/>
                  <a:pt x="29" y="57"/>
                </a:cubicBezTo>
                <a:cubicBezTo>
                  <a:pt x="36" y="57"/>
                  <a:pt x="41" y="52"/>
                  <a:pt x="41" y="45"/>
                </a:cubicBezTo>
                <a:cubicBezTo>
                  <a:pt x="41" y="38"/>
                  <a:pt x="36" y="33"/>
                  <a:pt x="29" y="33"/>
                </a:cubicBezTo>
                <a:close/>
                <a:moveTo>
                  <a:pt x="75" y="92"/>
                </a:moveTo>
                <a:cubicBezTo>
                  <a:pt x="69" y="92"/>
                  <a:pt x="69" y="92"/>
                  <a:pt x="69" y="92"/>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2" name="Freeform 51">
            <a:extLst>
              <a:ext uri="{FF2B5EF4-FFF2-40B4-BE49-F238E27FC236}">
                <a16:creationId xmlns:a16="http://schemas.microsoft.com/office/drawing/2014/main" id="{80AE25AE-0418-4875-B2ED-8AAE48026E68}"/>
              </a:ext>
            </a:extLst>
          </p:cNvPr>
          <p:cNvSpPr>
            <a:spLocks noEditPoints="1"/>
          </p:cNvSpPr>
          <p:nvPr/>
        </p:nvSpPr>
        <p:spPr bwMode="auto">
          <a:xfrm>
            <a:off x="3433763" y="1773238"/>
            <a:ext cx="506413" cy="285750"/>
          </a:xfrm>
          <a:custGeom>
            <a:avLst/>
            <a:gdLst>
              <a:gd name="T0" fmla="*/ 33 w 137"/>
              <a:gd name="T1" fmla="*/ 63 h 77"/>
              <a:gd name="T2" fmla="*/ 32 w 137"/>
              <a:gd name="T3" fmla="*/ 57 h 77"/>
              <a:gd name="T4" fmla="*/ 40 w 137"/>
              <a:gd name="T5" fmla="*/ 50 h 77"/>
              <a:gd name="T6" fmla="*/ 45 w 137"/>
              <a:gd name="T7" fmla="*/ 54 h 77"/>
              <a:gd name="T8" fmla="*/ 38 w 137"/>
              <a:gd name="T9" fmla="*/ 63 h 77"/>
              <a:gd name="T10" fmla="*/ 83 w 137"/>
              <a:gd name="T11" fmla="*/ 56 h 77"/>
              <a:gd name="T12" fmla="*/ 100 w 137"/>
              <a:gd name="T13" fmla="*/ 63 h 77"/>
              <a:gd name="T14" fmla="*/ 101 w 137"/>
              <a:gd name="T15" fmla="*/ 56 h 77"/>
              <a:gd name="T16" fmla="*/ 84 w 137"/>
              <a:gd name="T17" fmla="*/ 69 h 77"/>
              <a:gd name="T18" fmla="*/ 92 w 137"/>
              <a:gd name="T19" fmla="*/ 69 h 77"/>
              <a:gd name="T20" fmla="*/ 93 w 137"/>
              <a:gd name="T21" fmla="*/ 63 h 77"/>
              <a:gd name="T22" fmla="*/ 75 w 137"/>
              <a:gd name="T23" fmla="*/ 74 h 77"/>
              <a:gd name="T24" fmla="*/ 82 w 137"/>
              <a:gd name="T25" fmla="*/ 74 h 77"/>
              <a:gd name="T26" fmla="*/ 84 w 137"/>
              <a:gd name="T27" fmla="*/ 69 h 77"/>
              <a:gd name="T28" fmla="*/ 64 w 137"/>
              <a:gd name="T29" fmla="*/ 75 h 77"/>
              <a:gd name="T30" fmla="*/ 73 w 137"/>
              <a:gd name="T31" fmla="*/ 75 h 77"/>
              <a:gd name="T32" fmla="*/ 44 w 137"/>
              <a:gd name="T33" fmla="*/ 69 h 77"/>
              <a:gd name="T34" fmla="*/ 53 w 137"/>
              <a:gd name="T35" fmla="*/ 52 h 77"/>
              <a:gd name="T36" fmla="*/ 47 w 137"/>
              <a:gd name="T37" fmla="*/ 53 h 77"/>
              <a:gd name="T38" fmla="*/ 38 w 137"/>
              <a:gd name="T39" fmla="*/ 69 h 77"/>
              <a:gd name="T40" fmla="*/ 44 w 137"/>
              <a:gd name="T41" fmla="*/ 69 h 77"/>
              <a:gd name="T42" fmla="*/ 60 w 137"/>
              <a:gd name="T43" fmla="*/ 63 h 77"/>
              <a:gd name="T44" fmla="*/ 57 w 137"/>
              <a:gd name="T45" fmla="*/ 56 h 77"/>
              <a:gd name="T46" fmla="*/ 46 w 137"/>
              <a:gd name="T47" fmla="*/ 67 h 77"/>
              <a:gd name="T48" fmla="*/ 49 w 137"/>
              <a:gd name="T49" fmla="*/ 74 h 77"/>
              <a:gd name="T50" fmla="*/ 63 w 137"/>
              <a:gd name="T51" fmla="*/ 71 h 77"/>
              <a:gd name="T52" fmla="*/ 64 w 137"/>
              <a:gd name="T53" fmla="*/ 64 h 77"/>
              <a:gd name="T54" fmla="*/ 59 w 137"/>
              <a:gd name="T55" fmla="*/ 65 h 77"/>
              <a:gd name="T56" fmla="*/ 54 w 137"/>
              <a:gd name="T57" fmla="*/ 76 h 77"/>
              <a:gd name="T58" fmla="*/ 60 w 137"/>
              <a:gd name="T59" fmla="*/ 76 h 77"/>
              <a:gd name="T60" fmla="*/ 118 w 137"/>
              <a:gd name="T61" fmla="*/ 0 h 77"/>
              <a:gd name="T62" fmla="*/ 114 w 137"/>
              <a:gd name="T63" fmla="*/ 46 h 77"/>
              <a:gd name="T64" fmla="*/ 137 w 137"/>
              <a:gd name="T65" fmla="*/ 37 h 77"/>
              <a:gd name="T66" fmla="*/ 74 w 137"/>
              <a:gd name="T67" fmla="*/ 20 h 77"/>
              <a:gd name="T68" fmla="*/ 68 w 137"/>
              <a:gd name="T69" fmla="*/ 20 h 77"/>
              <a:gd name="T70" fmla="*/ 47 w 137"/>
              <a:gd name="T71" fmla="*/ 30 h 77"/>
              <a:gd name="T72" fmla="*/ 65 w 137"/>
              <a:gd name="T73" fmla="*/ 35 h 77"/>
              <a:gd name="T74" fmla="*/ 101 w 137"/>
              <a:gd name="T75" fmla="*/ 56 h 77"/>
              <a:gd name="T76" fmla="*/ 107 w 137"/>
              <a:gd name="T77" fmla="*/ 48 h 77"/>
              <a:gd name="T78" fmla="*/ 101 w 137"/>
              <a:gd name="T79" fmla="*/ 56 h 77"/>
              <a:gd name="T80" fmla="*/ 35 w 137"/>
              <a:gd name="T81" fmla="*/ 55 h 77"/>
              <a:gd name="T82" fmla="*/ 20 w 137"/>
              <a:gd name="T83" fmla="*/ 51 h 77"/>
              <a:gd name="T84" fmla="*/ 29 w 137"/>
              <a:gd name="T85" fmla="*/ 0 h 77"/>
              <a:gd name="T86" fmla="*/ 33 w 137"/>
              <a:gd name="T87" fmla="*/ 56 h 77"/>
              <a:gd name="T88" fmla="*/ 46 w 137"/>
              <a:gd name="T89" fmla="*/ 1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7" h="77">
                <a:moveTo>
                  <a:pt x="36" y="64"/>
                </a:moveTo>
                <a:cubicBezTo>
                  <a:pt x="35" y="64"/>
                  <a:pt x="34" y="64"/>
                  <a:pt x="33" y="63"/>
                </a:cubicBezTo>
                <a:cubicBezTo>
                  <a:pt x="32" y="62"/>
                  <a:pt x="31" y="61"/>
                  <a:pt x="31" y="60"/>
                </a:cubicBezTo>
                <a:cubicBezTo>
                  <a:pt x="31" y="59"/>
                  <a:pt x="32" y="58"/>
                  <a:pt x="32" y="57"/>
                </a:cubicBezTo>
                <a:cubicBezTo>
                  <a:pt x="38" y="51"/>
                  <a:pt x="38" y="51"/>
                  <a:pt x="38" y="51"/>
                </a:cubicBezTo>
                <a:cubicBezTo>
                  <a:pt x="38" y="50"/>
                  <a:pt x="39" y="50"/>
                  <a:pt x="40" y="50"/>
                </a:cubicBezTo>
                <a:cubicBezTo>
                  <a:pt x="41" y="50"/>
                  <a:pt x="43" y="50"/>
                  <a:pt x="43" y="51"/>
                </a:cubicBezTo>
                <a:cubicBezTo>
                  <a:pt x="44" y="52"/>
                  <a:pt x="45" y="53"/>
                  <a:pt x="45" y="54"/>
                </a:cubicBezTo>
                <a:cubicBezTo>
                  <a:pt x="45" y="55"/>
                  <a:pt x="44" y="56"/>
                  <a:pt x="44" y="57"/>
                </a:cubicBezTo>
                <a:cubicBezTo>
                  <a:pt x="38" y="63"/>
                  <a:pt x="38" y="63"/>
                  <a:pt x="38" y="63"/>
                </a:cubicBezTo>
                <a:cubicBezTo>
                  <a:pt x="38" y="63"/>
                  <a:pt x="37" y="64"/>
                  <a:pt x="36" y="64"/>
                </a:cubicBezTo>
                <a:close/>
                <a:moveTo>
                  <a:pt x="83" y="56"/>
                </a:moveTo>
                <a:cubicBezTo>
                  <a:pt x="83" y="56"/>
                  <a:pt x="93" y="64"/>
                  <a:pt x="96" y="64"/>
                </a:cubicBezTo>
                <a:cubicBezTo>
                  <a:pt x="98" y="65"/>
                  <a:pt x="99" y="64"/>
                  <a:pt x="100" y="63"/>
                </a:cubicBezTo>
                <a:cubicBezTo>
                  <a:pt x="101" y="62"/>
                  <a:pt x="102" y="60"/>
                  <a:pt x="102" y="59"/>
                </a:cubicBezTo>
                <a:cubicBezTo>
                  <a:pt x="102" y="58"/>
                  <a:pt x="101" y="57"/>
                  <a:pt x="101" y="56"/>
                </a:cubicBezTo>
                <a:moveTo>
                  <a:pt x="75" y="61"/>
                </a:moveTo>
                <a:cubicBezTo>
                  <a:pt x="84" y="69"/>
                  <a:pt x="84" y="69"/>
                  <a:pt x="84" y="69"/>
                </a:cubicBezTo>
                <a:cubicBezTo>
                  <a:pt x="85" y="70"/>
                  <a:pt x="86" y="70"/>
                  <a:pt x="88" y="70"/>
                </a:cubicBezTo>
                <a:cubicBezTo>
                  <a:pt x="89" y="70"/>
                  <a:pt x="91" y="70"/>
                  <a:pt x="92" y="69"/>
                </a:cubicBezTo>
                <a:cubicBezTo>
                  <a:pt x="93" y="68"/>
                  <a:pt x="93" y="66"/>
                  <a:pt x="93" y="65"/>
                </a:cubicBezTo>
                <a:cubicBezTo>
                  <a:pt x="93" y="64"/>
                  <a:pt x="93" y="63"/>
                  <a:pt x="93" y="63"/>
                </a:cubicBezTo>
                <a:moveTo>
                  <a:pt x="71" y="70"/>
                </a:moveTo>
                <a:cubicBezTo>
                  <a:pt x="75" y="74"/>
                  <a:pt x="75" y="74"/>
                  <a:pt x="75" y="74"/>
                </a:cubicBezTo>
                <a:cubicBezTo>
                  <a:pt x="76" y="75"/>
                  <a:pt x="77" y="76"/>
                  <a:pt x="79" y="76"/>
                </a:cubicBezTo>
                <a:cubicBezTo>
                  <a:pt x="80" y="76"/>
                  <a:pt x="81" y="75"/>
                  <a:pt x="82" y="74"/>
                </a:cubicBezTo>
                <a:cubicBezTo>
                  <a:pt x="84" y="73"/>
                  <a:pt x="84" y="72"/>
                  <a:pt x="84" y="70"/>
                </a:cubicBezTo>
                <a:cubicBezTo>
                  <a:pt x="84" y="70"/>
                  <a:pt x="84" y="69"/>
                  <a:pt x="84" y="69"/>
                </a:cubicBezTo>
                <a:moveTo>
                  <a:pt x="61" y="74"/>
                </a:moveTo>
                <a:cubicBezTo>
                  <a:pt x="64" y="75"/>
                  <a:pt x="64" y="75"/>
                  <a:pt x="64" y="75"/>
                </a:cubicBezTo>
                <a:cubicBezTo>
                  <a:pt x="65" y="76"/>
                  <a:pt x="67" y="76"/>
                  <a:pt x="69" y="76"/>
                </a:cubicBezTo>
                <a:cubicBezTo>
                  <a:pt x="71" y="76"/>
                  <a:pt x="72" y="76"/>
                  <a:pt x="73" y="75"/>
                </a:cubicBezTo>
                <a:cubicBezTo>
                  <a:pt x="74" y="74"/>
                  <a:pt x="74" y="74"/>
                  <a:pt x="74" y="73"/>
                </a:cubicBezTo>
                <a:moveTo>
                  <a:pt x="44" y="69"/>
                </a:moveTo>
                <a:cubicBezTo>
                  <a:pt x="53" y="58"/>
                  <a:pt x="53" y="58"/>
                  <a:pt x="53" y="58"/>
                </a:cubicBezTo>
                <a:cubicBezTo>
                  <a:pt x="55" y="57"/>
                  <a:pt x="55" y="54"/>
                  <a:pt x="53" y="52"/>
                </a:cubicBezTo>
                <a:cubicBezTo>
                  <a:pt x="52" y="52"/>
                  <a:pt x="51" y="51"/>
                  <a:pt x="50" y="51"/>
                </a:cubicBezTo>
                <a:cubicBezTo>
                  <a:pt x="49" y="52"/>
                  <a:pt x="48" y="52"/>
                  <a:pt x="47" y="53"/>
                </a:cubicBezTo>
                <a:cubicBezTo>
                  <a:pt x="38" y="63"/>
                  <a:pt x="38" y="63"/>
                  <a:pt x="38" y="63"/>
                </a:cubicBezTo>
                <a:cubicBezTo>
                  <a:pt x="36" y="65"/>
                  <a:pt x="36" y="67"/>
                  <a:pt x="38" y="69"/>
                </a:cubicBezTo>
                <a:cubicBezTo>
                  <a:pt x="39" y="70"/>
                  <a:pt x="40" y="70"/>
                  <a:pt x="41" y="70"/>
                </a:cubicBezTo>
                <a:cubicBezTo>
                  <a:pt x="42" y="70"/>
                  <a:pt x="43" y="69"/>
                  <a:pt x="44" y="69"/>
                </a:cubicBezTo>
                <a:close/>
                <a:moveTo>
                  <a:pt x="52" y="72"/>
                </a:moveTo>
                <a:cubicBezTo>
                  <a:pt x="60" y="63"/>
                  <a:pt x="60" y="63"/>
                  <a:pt x="60" y="63"/>
                </a:cubicBezTo>
                <a:cubicBezTo>
                  <a:pt x="62" y="61"/>
                  <a:pt x="62" y="59"/>
                  <a:pt x="60" y="57"/>
                </a:cubicBezTo>
                <a:cubicBezTo>
                  <a:pt x="59" y="56"/>
                  <a:pt x="58" y="56"/>
                  <a:pt x="57" y="56"/>
                </a:cubicBezTo>
                <a:cubicBezTo>
                  <a:pt x="56" y="56"/>
                  <a:pt x="55" y="57"/>
                  <a:pt x="54" y="57"/>
                </a:cubicBezTo>
                <a:cubicBezTo>
                  <a:pt x="46" y="67"/>
                  <a:pt x="46" y="67"/>
                  <a:pt x="46" y="67"/>
                </a:cubicBezTo>
                <a:cubicBezTo>
                  <a:pt x="44" y="69"/>
                  <a:pt x="44" y="71"/>
                  <a:pt x="46" y="73"/>
                </a:cubicBezTo>
                <a:cubicBezTo>
                  <a:pt x="47" y="74"/>
                  <a:pt x="48" y="74"/>
                  <a:pt x="49" y="74"/>
                </a:cubicBezTo>
                <a:cubicBezTo>
                  <a:pt x="50" y="74"/>
                  <a:pt x="51" y="73"/>
                  <a:pt x="52" y="72"/>
                </a:cubicBezTo>
                <a:close/>
                <a:moveTo>
                  <a:pt x="63" y="71"/>
                </a:moveTo>
                <a:cubicBezTo>
                  <a:pt x="65" y="70"/>
                  <a:pt x="65" y="70"/>
                  <a:pt x="65" y="70"/>
                </a:cubicBezTo>
                <a:cubicBezTo>
                  <a:pt x="66" y="68"/>
                  <a:pt x="66" y="66"/>
                  <a:pt x="64" y="64"/>
                </a:cubicBezTo>
                <a:cubicBezTo>
                  <a:pt x="63" y="63"/>
                  <a:pt x="62" y="63"/>
                  <a:pt x="61" y="63"/>
                </a:cubicBezTo>
                <a:cubicBezTo>
                  <a:pt x="60" y="63"/>
                  <a:pt x="59" y="64"/>
                  <a:pt x="59" y="65"/>
                </a:cubicBezTo>
                <a:cubicBezTo>
                  <a:pt x="54" y="70"/>
                  <a:pt x="54" y="70"/>
                  <a:pt x="54" y="70"/>
                </a:cubicBezTo>
                <a:cubicBezTo>
                  <a:pt x="52" y="72"/>
                  <a:pt x="52" y="74"/>
                  <a:pt x="54" y="76"/>
                </a:cubicBezTo>
                <a:cubicBezTo>
                  <a:pt x="55" y="77"/>
                  <a:pt x="56" y="77"/>
                  <a:pt x="57" y="77"/>
                </a:cubicBezTo>
                <a:cubicBezTo>
                  <a:pt x="58" y="77"/>
                  <a:pt x="59" y="76"/>
                  <a:pt x="60" y="76"/>
                </a:cubicBezTo>
                <a:lnTo>
                  <a:pt x="63" y="71"/>
                </a:lnTo>
                <a:close/>
                <a:moveTo>
                  <a:pt x="118" y="0"/>
                </a:moveTo>
                <a:cubicBezTo>
                  <a:pt x="109" y="5"/>
                  <a:pt x="97" y="12"/>
                  <a:pt x="94" y="13"/>
                </a:cubicBezTo>
                <a:cubicBezTo>
                  <a:pt x="96" y="16"/>
                  <a:pt x="104" y="29"/>
                  <a:pt x="114" y="46"/>
                </a:cubicBezTo>
                <a:cubicBezTo>
                  <a:pt x="115" y="48"/>
                  <a:pt x="115" y="48"/>
                  <a:pt x="115" y="48"/>
                </a:cubicBezTo>
                <a:cubicBezTo>
                  <a:pt x="137" y="37"/>
                  <a:pt x="137" y="37"/>
                  <a:pt x="137" y="37"/>
                </a:cubicBezTo>
                <a:moveTo>
                  <a:pt x="97" y="18"/>
                </a:moveTo>
                <a:cubicBezTo>
                  <a:pt x="86" y="13"/>
                  <a:pt x="81" y="20"/>
                  <a:pt x="74" y="20"/>
                </a:cubicBezTo>
                <a:cubicBezTo>
                  <a:pt x="71" y="20"/>
                  <a:pt x="69" y="20"/>
                  <a:pt x="68" y="20"/>
                </a:cubicBezTo>
                <a:cubicBezTo>
                  <a:pt x="68" y="20"/>
                  <a:pt x="68" y="20"/>
                  <a:pt x="68" y="20"/>
                </a:cubicBezTo>
                <a:cubicBezTo>
                  <a:pt x="67" y="20"/>
                  <a:pt x="66" y="20"/>
                  <a:pt x="66" y="21"/>
                </a:cubicBezTo>
                <a:cubicBezTo>
                  <a:pt x="47" y="30"/>
                  <a:pt x="47" y="30"/>
                  <a:pt x="47" y="30"/>
                </a:cubicBezTo>
                <a:cubicBezTo>
                  <a:pt x="39" y="34"/>
                  <a:pt x="47" y="41"/>
                  <a:pt x="50" y="40"/>
                </a:cubicBezTo>
                <a:cubicBezTo>
                  <a:pt x="53" y="40"/>
                  <a:pt x="60" y="37"/>
                  <a:pt x="65" y="35"/>
                </a:cubicBezTo>
                <a:cubicBezTo>
                  <a:pt x="68" y="33"/>
                  <a:pt x="72" y="34"/>
                  <a:pt x="74" y="36"/>
                </a:cubicBezTo>
                <a:cubicBezTo>
                  <a:pt x="82" y="42"/>
                  <a:pt x="100" y="54"/>
                  <a:pt x="101" y="56"/>
                </a:cubicBezTo>
                <a:moveTo>
                  <a:pt x="113" y="44"/>
                </a:moveTo>
                <a:cubicBezTo>
                  <a:pt x="112" y="45"/>
                  <a:pt x="108" y="47"/>
                  <a:pt x="107" y="48"/>
                </a:cubicBezTo>
                <a:cubicBezTo>
                  <a:pt x="106" y="49"/>
                  <a:pt x="106" y="50"/>
                  <a:pt x="105" y="51"/>
                </a:cubicBezTo>
                <a:cubicBezTo>
                  <a:pt x="104" y="53"/>
                  <a:pt x="102" y="55"/>
                  <a:pt x="101" y="56"/>
                </a:cubicBezTo>
                <a:moveTo>
                  <a:pt x="35" y="55"/>
                </a:moveTo>
                <a:cubicBezTo>
                  <a:pt x="35" y="55"/>
                  <a:pt x="35" y="55"/>
                  <a:pt x="35" y="55"/>
                </a:cubicBezTo>
                <a:moveTo>
                  <a:pt x="0" y="35"/>
                </a:moveTo>
                <a:cubicBezTo>
                  <a:pt x="20" y="51"/>
                  <a:pt x="20" y="51"/>
                  <a:pt x="20" y="51"/>
                </a:cubicBezTo>
                <a:cubicBezTo>
                  <a:pt x="48" y="16"/>
                  <a:pt x="48" y="16"/>
                  <a:pt x="48" y="16"/>
                </a:cubicBezTo>
                <a:cubicBezTo>
                  <a:pt x="29" y="0"/>
                  <a:pt x="29" y="0"/>
                  <a:pt x="29" y="0"/>
                </a:cubicBezTo>
                <a:moveTo>
                  <a:pt x="22" y="48"/>
                </a:moveTo>
                <a:cubicBezTo>
                  <a:pt x="28" y="53"/>
                  <a:pt x="33" y="56"/>
                  <a:pt x="33" y="56"/>
                </a:cubicBezTo>
                <a:moveTo>
                  <a:pt x="59" y="24"/>
                </a:moveTo>
                <a:cubicBezTo>
                  <a:pt x="57" y="23"/>
                  <a:pt x="51" y="20"/>
                  <a:pt x="46" y="19"/>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3" name="Freeform 52">
            <a:extLst>
              <a:ext uri="{FF2B5EF4-FFF2-40B4-BE49-F238E27FC236}">
                <a16:creationId xmlns:a16="http://schemas.microsoft.com/office/drawing/2014/main" id="{C6072D6D-8360-441E-89F4-22C4D7D06258}"/>
              </a:ext>
            </a:extLst>
          </p:cNvPr>
          <p:cNvSpPr>
            <a:spLocks noEditPoints="1"/>
          </p:cNvSpPr>
          <p:nvPr/>
        </p:nvSpPr>
        <p:spPr bwMode="auto">
          <a:xfrm>
            <a:off x="8307388" y="3273426"/>
            <a:ext cx="388938" cy="311150"/>
          </a:xfrm>
          <a:custGeom>
            <a:avLst/>
            <a:gdLst>
              <a:gd name="T0" fmla="*/ 105 w 105"/>
              <a:gd name="T1" fmla="*/ 84 h 84"/>
              <a:gd name="T2" fmla="*/ 0 w 105"/>
              <a:gd name="T3" fmla="*/ 84 h 84"/>
              <a:gd name="T4" fmla="*/ 25 w 105"/>
              <a:gd name="T5" fmla="*/ 61 h 84"/>
              <a:gd name="T6" fmla="*/ 11 w 105"/>
              <a:gd name="T7" fmla="*/ 61 h 84"/>
              <a:gd name="T8" fmla="*/ 11 w 105"/>
              <a:gd name="T9" fmla="*/ 84 h 84"/>
              <a:gd name="T10" fmla="*/ 25 w 105"/>
              <a:gd name="T11" fmla="*/ 84 h 84"/>
              <a:gd name="T12" fmla="*/ 25 w 105"/>
              <a:gd name="T13" fmla="*/ 61 h 84"/>
              <a:gd name="T14" fmla="*/ 48 w 105"/>
              <a:gd name="T15" fmla="*/ 39 h 84"/>
              <a:gd name="T16" fmla="*/ 33 w 105"/>
              <a:gd name="T17" fmla="*/ 39 h 84"/>
              <a:gd name="T18" fmla="*/ 33 w 105"/>
              <a:gd name="T19" fmla="*/ 84 h 84"/>
              <a:gd name="T20" fmla="*/ 48 w 105"/>
              <a:gd name="T21" fmla="*/ 84 h 84"/>
              <a:gd name="T22" fmla="*/ 48 w 105"/>
              <a:gd name="T23" fmla="*/ 39 h 84"/>
              <a:gd name="T24" fmla="*/ 70 w 105"/>
              <a:gd name="T25" fmla="*/ 49 h 84"/>
              <a:gd name="T26" fmla="*/ 56 w 105"/>
              <a:gd name="T27" fmla="*/ 49 h 84"/>
              <a:gd name="T28" fmla="*/ 56 w 105"/>
              <a:gd name="T29" fmla="*/ 84 h 84"/>
              <a:gd name="T30" fmla="*/ 70 w 105"/>
              <a:gd name="T31" fmla="*/ 84 h 84"/>
              <a:gd name="T32" fmla="*/ 70 w 105"/>
              <a:gd name="T33" fmla="*/ 49 h 84"/>
              <a:gd name="T34" fmla="*/ 93 w 105"/>
              <a:gd name="T35" fmla="*/ 26 h 84"/>
              <a:gd name="T36" fmla="*/ 79 w 105"/>
              <a:gd name="T37" fmla="*/ 26 h 84"/>
              <a:gd name="T38" fmla="*/ 79 w 105"/>
              <a:gd name="T39" fmla="*/ 84 h 84"/>
              <a:gd name="T40" fmla="*/ 93 w 105"/>
              <a:gd name="T41" fmla="*/ 84 h 84"/>
              <a:gd name="T42" fmla="*/ 93 w 105"/>
              <a:gd name="T43" fmla="*/ 26 h 84"/>
              <a:gd name="T44" fmla="*/ 18 w 105"/>
              <a:gd name="T45" fmla="*/ 37 h 84"/>
              <a:gd name="T46" fmla="*/ 14 w 105"/>
              <a:gd name="T47" fmla="*/ 41 h 84"/>
              <a:gd name="T48" fmla="*/ 18 w 105"/>
              <a:gd name="T49" fmla="*/ 45 h 84"/>
              <a:gd name="T50" fmla="*/ 22 w 105"/>
              <a:gd name="T51" fmla="*/ 41 h 84"/>
              <a:gd name="T52" fmla="*/ 18 w 105"/>
              <a:gd name="T53" fmla="*/ 37 h 84"/>
              <a:gd name="T54" fmla="*/ 41 w 105"/>
              <a:gd name="T55" fmla="*/ 15 h 84"/>
              <a:gd name="T56" fmla="*/ 37 w 105"/>
              <a:gd name="T57" fmla="*/ 19 h 84"/>
              <a:gd name="T58" fmla="*/ 41 w 105"/>
              <a:gd name="T59" fmla="*/ 23 h 84"/>
              <a:gd name="T60" fmla="*/ 45 w 105"/>
              <a:gd name="T61" fmla="*/ 19 h 84"/>
              <a:gd name="T62" fmla="*/ 41 w 105"/>
              <a:gd name="T63" fmla="*/ 15 h 84"/>
              <a:gd name="T64" fmla="*/ 63 w 105"/>
              <a:gd name="T65" fmla="*/ 26 h 84"/>
              <a:gd name="T66" fmla="*/ 59 w 105"/>
              <a:gd name="T67" fmla="*/ 30 h 84"/>
              <a:gd name="T68" fmla="*/ 63 w 105"/>
              <a:gd name="T69" fmla="*/ 34 h 84"/>
              <a:gd name="T70" fmla="*/ 67 w 105"/>
              <a:gd name="T71" fmla="*/ 30 h 84"/>
              <a:gd name="T72" fmla="*/ 63 w 105"/>
              <a:gd name="T73" fmla="*/ 26 h 84"/>
              <a:gd name="T74" fmla="*/ 86 w 105"/>
              <a:gd name="T75" fmla="*/ 0 h 84"/>
              <a:gd name="T76" fmla="*/ 82 w 105"/>
              <a:gd name="T77" fmla="*/ 4 h 84"/>
              <a:gd name="T78" fmla="*/ 86 w 105"/>
              <a:gd name="T79" fmla="*/ 8 h 84"/>
              <a:gd name="T80" fmla="*/ 90 w 105"/>
              <a:gd name="T81" fmla="*/ 4 h 84"/>
              <a:gd name="T82" fmla="*/ 86 w 105"/>
              <a:gd name="T83" fmla="*/ 0 h 84"/>
              <a:gd name="T84" fmla="*/ 66 w 105"/>
              <a:gd name="T85" fmla="*/ 27 h 84"/>
              <a:gd name="T86" fmla="*/ 83 w 105"/>
              <a:gd name="T87" fmla="*/ 7 h 84"/>
              <a:gd name="T88" fmla="*/ 44 w 105"/>
              <a:gd name="T89" fmla="*/ 21 h 84"/>
              <a:gd name="T90" fmla="*/ 60 w 105"/>
              <a:gd name="T91" fmla="*/ 28 h 84"/>
              <a:gd name="T92" fmla="*/ 38 w 105"/>
              <a:gd name="T93" fmla="*/ 22 h 84"/>
              <a:gd name="T94" fmla="*/ 21 w 105"/>
              <a:gd name="T95" fmla="*/ 3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84">
                <a:moveTo>
                  <a:pt x="105" y="84"/>
                </a:moveTo>
                <a:cubicBezTo>
                  <a:pt x="0" y="84"/>
                  <a:pt x="0" y="84"/>
                  <a:pt x="0" y="84"/>
                </a:cubicBezTo>
                <a:moveTo>
                  <a:pt x="25" y="61"/>
                </a:moveTo>
                <a:cubicBezTo>
                  <a:pt x="11" y="61"/>
                  <a:pt x="11" y="61"/>
                  <a:pt x="11" y="61"/>
                </a:cubicBezTo>
                <a:cubicBezTo>
                  <a:pt x="11" y="84"/>
                  <a:pt x="11" y="84"/>
                  <a:pt x="11" y="84"/>
                </a:cubicBezTo>
                <a:cubicBezTo>
                  <a:pt x="25" y="84"/>
                  <a:pt x="25" y="84"/>
                  <a:pt x="25" y="84"/>
                </a:cubicBezTo>
                <a:lnTo>
                  <a:pt x="25" y="61"/>
                </a:lnTo>
                <a:close/>
                <a:moveTo>
                  <a:pt x="48" y="39"/>
                </a:moveTo>
                <a:cubicBezTo>
                  <a:pt x="33" y="39"/>
                  <a:pt x="33" y="39"/>
                  <a:pt x="33" y="39"/>
                </a:cubicBezTo>
                <a:cubicBezTo>
                  <a:pt x="33" y="84"/>
                  <a:pt x="33" y="84"/>
                  <a:pt x="33" y="84"/>
                </a:cubicBezTo>
                <a:cubicBezTo>
                  <a:pt x="48" y="84"/>
                  <a:pt x="48" y="84"/>
                  <a:pt x="48" y="84"/>
                </a:cubicBezTo>
                <a:lnTo>
                  <a:pt x="48" y="39"/>
                </a:lnTo>
                <a:close/>
                <a:moveTo>
                  <a:pt x="70" y="49"/>
                </a:moveTo>
                <a:cubicBezTo>
                  <a:pt x="56" y="49"/>
                  <a:pt x="56" y="49"/>
                  <a:pt x="56" y="49"/>
                </a:cubicBezTo>
                <a:cubicBezTo>
                  <a:pt x="56" y="84"/>
                  <a:pt x="56" y="84"/>
                  <a:pt x="56" y="84"/>
                </a:cubicBezTo>
                <a:cubicBezTo>
                  <a:pt x="70" y="84"/>
                  <a:pt x="70" y="84"/>
                  <a:pt x="70" y="84"/>
                </a:cubicBezTo>
                <a:lnTo>
                  <a:pt x="70" y="49"/>
                </a:lnTo>
                <a:close/>
                <a:moveTo>
                  <a:pt x="93" y="26"/>
                </a:moveTo>
                <a:cubicBezTo>
                  <a:pt x="79" y="26"/>
                  <a:pt x="79" y="26"/>
                  <a:pt x="79" y="26"/>
                </a:cubicBezTo>
                <a:cubicBezTo>
                  <a:pt x="79" y="84"/>
                  <a:pt x="79" y="84"/>
                  <a:pt x="79" y="84"/>
                </a:cubicBezTo>
                <a:cubicBezTo>
                  <a:pt x="93" y="84"/>
                  <a:pt x="93" y="84"/>
                  <a:pt x="93" y="84"/>
                </a:cubicBezTo>
                <a:lnTo>
                  <a:pt x="93" y="26"/>
                </a:lnTo>
                <a:close/>
                <a:moveTo>
                  <a:pt x="18" y="37"/>
                </a:moveTo>
                <a:cubicBezTo>
                  <a:pt x="16" y="37"/>
                  <a:pt x="14" y="38"/>
                  <a:pt x="14" y="41"/>
                </a:cubicBezTo>
                <a:cubicBezTo>
                  <a:pt x="14" y="43"/>
                  <a:pt x="16" y="45"/>
                  <a:pt x="18" y="45"/>
                </a:cubicBezTo>
                <a:cubicBezTo>
                  <a:pt x="20" y="45"/>
                  <a:pt x="22" y="43"/>
                  <a:pt x="22" y="41"/>
                </a:cubicBezTo>
                <a:cubicBezTo>
                  <a:pt x="22" y="38"/>
                  <a:pt x="20" y="37"/>
                  <a:pt x="18" y="37"/>
                </a:cubicBezTo>
                <a:close/>
                <a:moveTo>
                  <a:pt x="41" y="15"/>
                </a:moveTo>
                <a:cubicBezTo>
                  <a:pt x="38" y="15"/>
                  <a:pt x="37" y="17"/>
                  <a:pt x="37" y="19"/>
                </a:cubicBezTo>
                <a:cubicBezTo>
                  <a:pt x="37" y="21"/>
                  <a:pt x="38" y="23"/>
                  <a:pt x="41" y="23"/>
                </a:cubicBezTo>
                <a:cubicBezTo>
                  <a:pt x="43" y="23"/>
                  <a:pt x="45" y="21"/>
                  <a:pt x="45" y="19"/>
                </a:cubicBezTo>
                <a:cubicBezTo>
                  <a:pt x="45" y="17"/>
                  <a:pt x="43" y="15"/>
                  <a:pt x="41" y="15"/>
                </a:cubicBezTo>
                <a:close/>
                <a:moveTo>
                  <a:pt x="63" y="26"/>
                </a:moveTo>
                <a:cubicBezTo>
                  <a:pt x="61" y="26"/>
                  <a:pt x="59" y="28"/>
                  <a:pt x="59" y="30"/>
                </a:cubicBezTo>
                <a:cubicBezTo>
                  <a:pt x="59" y="32"/>
                  <a:pt x="61" y="34"/>
                  <a:pt x="63" y="34"/>
                </a:cubicBezTo>
                <a:cubicBezTo>
                  <a:pt x="66" y="34"/>
                  <a:pt x="67" y="32"/>
                  <a:pt x="67" y="30"/>
                </a:cubicBezTo>
                <a:cubicBezTo>
                  <a:pt x="67" y="28"/>
                  <a:pt x="66" y="26"/>
                  <a:pt x="63" y="26"/>
                </a:cubicBezTo>
                <a:close/>
                <a:moveTo>
                  <a:pt x="86" y="0"/>
                </a:moveTo>
                <a:cubicBezTo>
                  <a:pt x="84" y="0"/>
                  <a:pt x="82" y="2"/>
                  <a:pt x="82" y="4"/>
                </a:cubicBezTo>
                <a:cubicBezTo>
                  <a:pt x="82" y="6"/>
                  <a:pt x="84" y="8"/>
                  <a:pt x="86" y="8"/>
                </a:cubicBezTo>
                <a:cubicBezTo>
                  <a:pt x="88" y="8"/>
                  <a:pt x="90" y="6"/>
                  <a:pt x="90" y="4"/>
                </a:cubicBezTo>
                <a:cubicBezTo>
                  <a:pt x="90" y="2"/>
                  <a:pt x="88" y="0"/>
                  <a:pt x="86" y="0"/>
                </a:cubicBezTo>
                <a:close/>
                <a:moveTo>
                  <a:pt x="66" y="27"/>
                </a:moveTo>
                <a:cubicBezTo>
                  <a:pt x="83" y="7"/>
                  <a:pt x="83" y="7"/>
                  <a:pt x="83" y="7"/>
                </a:cubicBezTo>
                <a:moveTo>
                  <a:pt x="44" y="21"/>
                </a:moveTo>
                <a:cubicBezTo>
                  <a:pt x="60" y="28"/>
                  <a:pt x="60" y="28"/>
                  <a:pt x="60" y="28"/>
                </a:cubicBezTo>
                <a:moveTo>
                  <a:pt x="38" y="22"/>
                </a:moveTo>
                <a:cubicBezTo>
                  <a:pt x="21" y="38"/>
                  <a:pt x="21" y="38"/>
                  <a:pt x="21" y="38"/>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4" name="Freeform 53">
            <a:extLst>
              <a:ext uri="{FF2B5EF4-FFF2-40B4-BE49-F238E27FC236}">
                <a16:creationId xmlns:a16="http://schemas.microsoft.com/office/drawing/2014/main" id="{A10EEB23-B4BF-4016-897E-84728BE30930}"/>
              </a:ext>
            </a:extLst>
          </p:cNvPr>
          <p:cNvSpPr>
            <a:spLocks noEditPoints="1"/>
          </p:cNvSpPr>
          <p:nvPr/>
        </p:nvSpPr>
        <p:spPr bwMode="auto">
          <a:xfrm>
            <a:off x="8351838" y="1739901"/>
            <a:ext cx="300038" cy="352425"/>
          </a:xfrm>
          <a:custGeom>
            <a:avLst/>
            <a:gdLst>
              <a:gd name="T0" fmla="*/ 189 w 189"/>
              <a:gd name="T1" fmla="*/ 91 h 222"/>
              <a:gd name="T2" fmla="*/ 189 w 189"/>
              <a:gd name="T3" fmla="*/ 222 h 222"/>
              <a:gd name="T4" fmla="*/ 0 w 189"/>
              <a:gd name="T5" fmla="*/ 222 h 222"/>
              <a:gd name="T6" fmla="*/ 0 w 189"/>
              <a:gd name="T7" fmla="*/ 91 h 222"/>
              <a:gd name="T8" fmla="*/ 189 w 189"/>
              <a:gd name="T9" fmla="*/ 222 h 222"/>
              <a:gd name="T10" fmla="*/ 93 w 189"/>
              <a:gd name="T11" fmla="*/ 156 h 222"/>
              <a:gd name="T12" fmla="*/ 0 w 189"/>
              <a:gd name="T13" fmla="*/ 222 h 222"/>
              <a:gd name="T14" fmla="*/ 189 w 189"/>
              <a:gd name="T15" fmla="*/ 91 h 222"/>
              <a:gd name="T16" fmla="*/ 123 w 189"/>
              <a:gd name="T17" fmla="*/ 156 h 222"/>
              <a:gd name="T18" fmla="*/ 0 w 189"/>
              <a:gd name="T19" fmla="*/ 91 h 222"/>
              <a:gd name="T20" fmla="*/ 63 w 189"/>
              <a:gd name="T21" fmla="*/ 156 h 222"/>
              <a:gd name="T22" fmla="*/ 165 w 189"/>
              <a:gd name="T23" fmla="*/ 86 h 222"/>
              <a:gd name="T24" fmla="*/ 165 w 189"/>
              <a:gd name="T25" fmla="*/ 42 h 222"/>
              <a:gd name="T26" fmla="*/ 123 w 189"/>
              <a:gd name="T27" fmla="*/ 0 h 222"/>
              <a:gd name="T28" fmla="*/ 23 w 189"/>
              <a:gd name="T29" fmla="*/ 0 h 222"/>
              <a:gd name="T30" fmla="*/ 23 w 189"/>
              <a:gd name="T31" fmla="*/ 86 h 222"/>
              <a:gd name="T32" fmla="*/ 165 w 189"/>
              <a:gd name="T33" fmla="*/ 42 h 222"/>
              <a:gd name="T34" fmla="*/ 123 w 189"/>
              <a:gd name="T35" fmla="*/ 0 h 222"/>
              <a:gd name="T36" fmla="*/ 123 w 189"/>
              <a:gd name="T37" fmla="*/ 42 h 222"/>
              <a:gd name="T38" fmla="*/ 165 w 189"/>
              <a:gd name="T39" fmla="*/ 42 h 222"/>
              <a:gd name="T40" fmla="*/ 63 w 189"/>
              <a:gd name="T41" fmla="*/ 65 h 222"/>
              <a:gd name="T42" fmla="*/ 42 w 189"/>
              <a:gd name="T43" fmla="*/ 65 h 222"/>
              <a:gd name="T44" fmla="*/ 140 w 189"/>
              <a:gd name="T45" fmla="*/ 65 h 222"/>
              <a:gd name="T46" fmla="*/ 81 w 189"/>
              <a:gd name="T47" fmla="*/ 65 h 222"/>
              <a:gd name="T48" fmla="*/ 42 w 189"/>
              <a:gd name="T49" fmla="*/ 86 h 222"/>
              <a:gd name="T50" fmla="*/ 95 w 189"/>
              <a:gd name="T51" fmla="*/ 86 h 222"/>
              <a:gd name="T52" fmla="*/ 140 w 189"/>
              <a:gd name="T53" fmla="*/ 86 h 222"/>
              <a:gd name="T54" fmla="*/ 119 w 189"/>
              <a:gd name="T55" fmla="*/ 86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9" h="222">
                <a:moveTo>
                  <a:pt x="189" y="91"/>
                </a:moveTo>
                <a:lnTo>
                  <a:pt x="189" y="222"/>
                </a:lnTo>
                <a:lnTo>
                  <a:pt x="0" y="222"/>
                </a:lnTo>
                <a:lnTo>
                  <a:pt x="0" y="91"/>
                </a:lnTo>
                <a:moveTo>
                  <a:pt x="189" y="222"/>
                </a:moveTo>
                <a:lnTo>
                  <a:pt x="93" y="156"/>
                </a:lnTo>
                <a:lnTo>
                  <a:pt x="0" y="222"/>
                </a:lnTo>
                <a:moveTo>
                  <a:pt x="189" y="91"/>
                </a:moveTo>
                <a:lnTo>
                  <a:pt x="123" y="156"/>
                </a:lnTo>
                <a:moveTo>
                  <a:pt x="0" y="91"/>
                </a:moveTo>
                <a:lnTo>
                  <a:pt x="63" y="156"/>
                </a:lnTo>
                <a:moveTo>
                  <a:pt x="165" y="86"/>
                </a:moveTo>
                <a:lnTo>
                  <a:pt x="165" y="42"/>
                </a:lnTo>
                <a:moveTo>
                  <a:pt x="123" y="0"/>
                </a:moveTo>
                <a:lnTo>
                  <a:pt x="23" y="0"/>
                </a:lnTo>
                <a:lnTo>
                  <a:pt x="23" y="86"/>
                </a:lnTo>
                <a:moveTo>
                  <a:pt x="165" y="42"/>
                </a:moveTo>
                <a:lnTo>
                  <a:pt x="123" y="0"/>
                </a:lnTo>
                <a:lnTo>
                  <a:pt x="123" y="42"/>
                </a:lnTo>
                <a:lnTo>
                  <a:pt x="165" y="42"/>
                </a:lnTo>
                <a:moveTo>
                  <a:pt x="63" y="65"/>
                </a:moveTo>
                <a:lnTo>
                  <a:pt x="42" y="65"/>
                </a:lnTo>
                <a:moveTo>
                  <a:pt x="140" y="65"/>
                </a:moveTo>
                <a:lnTo>
                  <a:pt x="81" y="65"/>
                </a:lnTo>
                <a:moveTo>
                  <a:pt x="42" y="86"/>
                </a:moveTo>
                <a:lnTo>
                  <a:pt x="95" y="86"/>
                </a:lnTo>
                <a:moveTo>
                  <a:pt x="140" y="86"/>
                </a:moveTo>
                <a:lnTo>
                  <a:pt x="119" y="86"/>
                </a:ln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5" name="Freeform 54">
            <a:extLst>
              <a:ext uri="{FF2B5EF4-FFF2-40B4-BE49-F238E27FC236}">
                <a16:creationId xmlns:a16="http://schemas.microsoft.com/office/drawing/2014/main" id="{A2B1D35C-565F-4DDC-890F-AEF7235FE12A}"/>
              </a:ext>
            </a:extLst>
          </p:cNvPr>
          <p:cNvSpPr>
            <a:spLocks noEditPoints="1"/>
          </p:cNvSpPr>
          <p:nvPr/>
        </p:nvSpPr>
        <p:spPr bwMode="auto">
          <a:xfrm>
            <a:off x="8347076" y="4765676"/>
            <a:ext cx="333375" cy="338138"/>
          </a:xfrm>
          <a:custGeom>
            <a:avLst/>
            <a:gdLst>
              <a:gd name="T0" fmla="*/ 77 w 90"/>
              <a:gd name="T1" fmla="*/ 25 h 91"/>
              <a:gd name="T2" fmla="*/ 84 w 90"/>
              <a:gd name="T3" fmla="*/ 48 h 91"/>
              <a:gd name="T4" fmla="*/ 42 w 90"/>
              <a:gd name="T5" fmla="*/ 91 h 91"/>
              <a:gd name="T6" fmla="*/ 0 w 90"/>
              <a:gd name="T7" fmla="*/ 48 h 91"/>
              <a:gd name="T8" fmla="*/ 42 w 90"/>
              <a:gd name="T9" fmla="*/ 6 h 91"/>
              <a:gd name="T10" fmla="*/ 65 w 90"/>
              <a:gd name="T11" fmla="*/ 13 h 91"/>
              <a:gd name="T12" fmla="*/ 58 w 90"/>
              <a:gd name="T13" fmla="*/ 21 h 91"/>
              <a:gd name="T14" fmla="*/ 42 w 90"/>
              <a:gd name="T15" fmla="*/ 16 h 91"/>
              <a:gd name="T16" fmla="*/ 10 w 90"/>
              <a:gd name="T17" fmla="*/ 48 h 91"/>
              <a:gd name="T18" fmla="*/ 42 w 90"/>
              <a:gd name="T19" fmla="*/ 80 h 91"/>
              <a:gd name="T20" fmla="*/ 74 w 90"/>
              <a:gd name="T21" fmla="*/ 48 h 91"/>
              <a:gd name="T22" fmla="*/ 70 w 90"/>
              <a:gd name="T23" fmla="*/ 32 h 91"/>
              <a:gd name="T24" fmla="*/ 50 w 90"/>
              <a:gd name="T25" fmla="*/ 29 h 91"/>
              <a:gd name="T26" fmla="*/ 42 w 90"/>
              <a:gd name="T27" fmla="*/ 27 h 91"/>
              <a:gd name="T28" fmla="*/ 21 w 90"/>
              <a:gd name="T29" fmla="*/ 48 h 91"/>
              <a:gd name="T30" fmla="*/ 42 w 90"/>
              <a:gd name="T31" fmla="*/ 69 h 91"/>
              <a:gd name="T32" fmla="*/ 63 w 90"/>
              <a:gd name="T33" fmla="*/ 48 h 91"/>
              <a:gd name="T34" fmla="*/ 61 w 90"/>
              <a:gd name="T35" fmla="*/ 39 h 91"/>
              <a:gd name="T36" fmla="*/ 42 w 90"/>
              <a:gd name="T37" fmla="*/ 48 h 91"/>
              <a:gd name="T38" fmla="*/ 88 w 90"/>
              <a:gd name="T39" fmla="*/ 2 h 91"/>
              <a:gd name="T40" fmla="*/ 77 w 90"/>
              <a:gd name="T41" fmla="*/ 0 h 91"/>
              <a:gd name="T42" fmla="*/ 77 w 90"/>
              <a:gd name="T43" fmla="*/ 13 h 91"/>
              <a:gd name="T44" fmla="*/ 90 w 90"/>
              <a:gd name="T45" fmla="*/ 13 h 91"/>
              <a:gd name="T46" fmla="*/ 7 w 90"/>
              <a:gd name="T47" fmla="*/ 91 h 91"/>
              <a:gd name="T48" fmla="*/ 16 w 90"/>
              <a:gd name="T49" fmla="*/ 81 h 91"/>
              <a:gd name="T50" fmla="*/ 69 w 90"/>
              <a:gd name="T51" fmla="*/ 81 h 91"/>
              <a:gd name="T52" fmla="*/ 77 w 90"/>
              <a:gd name="T5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 h="91">
                <a:moveTo>
                  <a:pt x="77" y="25"/>
                </a:moveTo>
                <a:cubicBezTo>
                  <a:pt x="82" y="31"/>
                  <a:pt x="84" y="39"/>
                  <a:pt x="84" y="48"/>
                </a:cubicBezTo>
                <a:cubicBezTo>
                  <a:pt x="84" y="72"/>
                  <a:pt x="66" y="91"/>
                  <a:pt x="42" y="91"/>
                </a:cubicBezTo>
                <a:cubicBezTo>
                  <a:pt x="19" y="91"/>
                  <a:pt x="0" y="72"/>
                  <a:pt x="0" y="48"/>
                </a:cubicBezTo>
                <a:cubicBezTo>
                  <a:pt x="0" y="25"/>
                  <a:pt x="19" y="6"/>
                  <a:pt x="42" y="6"/>
                </a:cubicBezTo>
                <a:cubicBezTo>
                  <a:pt x="51" y="6"/>
                  <a:pt x="59" y="8"/>
                  <a:pt x="65" y="13"/>
                </a:cubicBezTo>
                <a:moveTo>
                  <a:pt x="58" y="21"/>
                </a:moveTo>
                <a:cubicBezTo>
                  <a:pt x="54" y="18"/>
                  <a:pt x="48" y="16"/>
                  <a:pt x="42" y="16"/>
                </a:cubicBezTo>
                <a:cubicBezTo>
                  <a:pt x="25" y="16"/>
                  <a:pt x="10" y="30"/>
                  <a:pt x="10" y="48"/>
                </a:cubicBezTo>
                <a:cubicBezTo>
                  <a:pt x="10" y="66"/>
                  <a:pt x="25" y="80"/>
                  <a:pt x="42" y="80"/>
                </a:cubicBezTo>
                <a:cubicBezTo>
                  <a:pt x="60" y="80"/>
                  <a:pt x="74" y="66"/>
                  <a:pt x="74" y="48"/>
                </a:cubicBezTo>
                <a:cubicBezTo>
                  <a:pt x="74" y="42"/>
                  <a:pt x="72" y="37"/>
                  <a:pt x="70" y="32"/>
                </a:cubicBezTo>
                <a:moveTo>
                  <a:pt x="50" y="29"/>
                </a:moveTo>
                <a:cubicBezTo>
                  <a:pt x="48" y="28"/>
                  <a:pt x="45" y="27"/>
                  <a:pt x="42" y="27"/>
                </a:cubicBezTo>
                <a:cubicBezTo>
                  <a:pt x="31" y="27"/>
                  <a:pt x="21" y="37"/>
                  <a:pt x="21" y="48"/>
                </a:cubicBezTo>
                <a:cubicBezTo>
                  <a:pt x="21" y="60"/>
                  <a:pt x="31" y="69"/>
                  <a:pt x="42" y="69"/>
                </a:cubicBezTo>
                <a:cubicBezTo>
                  <a:pt x="54" y="69"/>
                  <a:pt x="63" y="60"/>
                  <a:pt x="63" y="48"/>
                </a:cubicBezTo>
                <a:cubicBezTo>
                  <a:pt x="63" y="45"/>
                  <a:pt x="62" y="42"/>
                  <a:pt x="61" y="39"/>
                </a:cubicBezTo>
                <a:moveTo>
                  <a:pt x="42" y="48"/>
                </a:moveTo>
                <a:cubicBezTo>
                  <a:pt x="88" y="2"/>
                  <a:pt x="88" y="2"/>
                  <a:pt x="88" y="2"/>
                </a:cubicBezTo>
                <a:moveTo>
                  <a:pt x="77" y="0"/>
                </a:moveTo>
                <a:cubicBezTo>
                  <a:pt x="77" y="13"/>
                  <a:pt x="77" y="13"/>
                  <a:pt x="77" y="13"/>
                </a:cubicBezTo>
                <a:cubicBezTo>
                  <a:pt x="90" y="13"/>
                  <a:pt x="90" y="13"/>
                  <a:pt x="90" y="13"/>
                </a:cubicBezTo>
                <a:moveTo>
                  <a:pt x="7" y="91"/>
                </a:moveTo>
                <a:cubicBezTo>
                  <a:pt x="16" y="81"/>
                  <a:pt x="16" y="81"/>
                  <a:pt x="16" y="81"/>
                </a:cubicBezTo>
                <a:moveTo>
                  <a:pt x="69" y="81"/>
                </a:moveTo>
                <a:cubicBezTo>
                  <a:pt x="77" y="91"/>
                  <a:pt x="77" y="91"/>
                  <a:pt x="77" y="9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82" name="Group 81">
            <a:extLst>
              <a:ext uri="{FF2B5EF4-FFF2-40B4-BE49-F238E27FC236}">
                <a16:creationId xmlns:a16="http://schemas.microsoft.com/office/drawing/2014/main" id="{CB51AF4E-ED1D-4322-B7D9-785C4CCBEDF5}"/>
              </a:ext>
            </a:extLst>
          </p:cNvPr>
          <p:cNvGrpSpPr/>
          <p:nvPr/>
        </p:nvGrpSpPr>
        <p:grpSpPr>
          <a:xfrm>
            <a:off x="5048865" y="2379662"/>
            <a:ext cx="2089099" cy="2092325"/>
            <a:chOff x="6345238" y="4948238"/>
            <a:chExt cx="1027113" cy="1028700"/>
          </a:xfrm>
          <a:effectLst>
            <a:outerShdw blurRad="279400" dist="393700" dir="2700000" sx="99000" sy="99000" algn="tl" rotWithShape="0">
              <a:prstClr val="black">
                <a:alpha val="35000"/>
              </a:prstClr>
            </a:outerShdw>
          </a:effectLst>
        </p:grpSpPr>
        <p:sp>
          <p:nvSpPr>
            <p:cNvPr id="83" name="Oval 56">
              <a:extLst>
                <a:ext uri="{FF2B5EF4-FFF2-40B4-BE49-F238E27FC236}">
                  <a16:creationId xmlns:a16="http://schemas.microsoft.com/office/drawing/2014/main" id="{1B8C2F2F-E2E6-4A06-9354-81965497C51E}"/>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4" name="Oval 57">
              <a:extLst>
                <a:ext uri="{FF2B5EF4-FFF2-40B4-BE49-F238E27FC236}">
                  <a16:creationId xmlns:a16="http://schemas.microsoft.com/office/drawing/2014/main" id="{A8287F53-AA63-46EF-BD26-6BEE8616F09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1" name="Group 60">
            <a:extLst>
              <a:ext uri="{FF2B5EF4-FFF2-40B4-BE49-F238E27FC236}">
                <a16:creationId xmlns:a16="http://schemas.microsoft.com/office/drawing/2014/main" id="{1FEBEB6A-021B-4578-B2DC-D36FA4683023}"/>
              </a:ext>
            </a:extLst>
          </p:cNvPr>
          <p:cNvGrpSpPr/>
          <p:nvPr/>
        </p:nvGrpSpPr>
        <p:grpSpPr>
          <a:xfrm>
            <a:off x="5297488" y="3140076"/>
            <a:ext cx="1598194" cy="592138"/>
            <a:chOff x="5316538" y="3108326"/>
            <a:chExt cx="1598194" cy="592138"/>
          </a:xfrm>
        </p:grpSpPr>
        <p:sp>
          <p:nvSpPr>
            <p:cNvPr id="56" name="Rectangle 55">
              <a:extLst>
                <a:ext uri="{FF2B5EF4-FFF2-40B4-BE49-F238E27FC236}">
                  <a16:creationId xmlns:a16="http://schemas.microsoft.com/office/drawing/2014/main" id="{87CB3EDE-FEFE-4BE0-91D3-8669CC6AED22}"/>
                </a:ext>
              </a:extLst>
            </p:cNvPr>
            <p:cNvSpPr>
              <a:spLocks noChangeArrowheads="1"/>
            </p:cNvSpPr>
            <p:nvPr/>
          </p:nvSpPr>
          <p:spPr bwMode="auto">
            <a:xfrm>
              <a:off x="5567363" y="3108326"/>
              <a:ext cx="10627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CREATIVE</a:t>
              </a:r>
              <a:endParaRPr kumimoji="0" lang="ru-UA" altLang="ru-UA" sz="1800" b="0" i="0" u="none" strike="noStrike" cap="none" normalizeH="0" baseline="0">
                <a:ln>
                  <a:noFill/>
                </a:ln>
                <a:effectLst/>
              </a:endParaRPr>
            </a:p>
          </p:txBody>
        </p:sp>
        <p:sp>
          <p:nvSpPr>
            <p:cNvPr id="57" name="Rectangle 56">
              <a:extLst>
                <a:ext uri="{FF2B5EF4-FFF2-40B4-BE49-F238E27FC236}">
                  <a16:creationId xmlns:a16="http://schemas.microsoft.com/office/drawing/2014/main" id="{00160C74-D27E-4068-82F7-B6E1EBA0CC16}"/>
                </a:ext>
              </a:extLst>
            </p:cNvPr>
            <p:cNvSpPr>
              <a:spLocks noChangeArrowheads="1"/>
            </p:cNvSpPr>
            <p:nvPr/>
          </p:nvSpPr>
          <p:spPr bwMode="auto">
            <a:xfrm>
              <a:off x="5316538" y="3302001"/>
              <a:ext cx="15981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INFOGRAPHIC</a:t>
              </a:r>
              <a:endParaRPr kumimoji="0" lang="ru-UA" altLang="ru-UA" sz="1800" b="0" i="0" u="none" strike="noStrike" cap="none" normalizeH="0" baseline="0">
                <a:ln>
                  <a:noFill/>
                </a:ln>
                <a:effectLst/>
              </a:endParaRPr>
            </a:p>
          </p:txBody>
        </p:sp>
        <p:sp>
          <p:nvSpPr>
            <p:cNvPr id="58" name="Oval 57">
              <a:extLst>
                <a:ext uri="{FF2B5EF4-FFF2-40B4-BE49-F238E27FC236}">
                  <a16:creationId xmlns:a16="http://schemas.microsoft.com/office/drawing/2014/main" id="{6C5BDC0E-41A4-40E6-836E-59A204E5B66B}"/>
                </a:ext>
              </a:extLst>
            </p:cNvPr>
            <p:cNvSpPr>
              <a:spLocks noChangeArrowheads="1"/>
            </p:cNvSpPr>
            <p:nvPr/>
          </p:nvSpPr>
          <p:spPr bwMode="auto">
            <a:xfrm>
              <a:off x="5489576" y="3609976"/>
              <a:ext cx="88900" cy="9048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59" name="Oval 58">
              <a:extLst>
                <a:ext uri="{FF2B5EF4-FFF2-40B4-BE49-F238E27FC236}">
                  <a16:creationId xmlns:a16="http://schemas.microsoft.com/office/drawing/2014/main" id="{AC602090-65D9-473E-9CF8-ACF349F23B8F}"/>
                </a:ext>
              </a:extLst>
            </p:cNvPr>
            <p:cNvSpPr>
              <a:spLocks noChangeArrowheads="1"/>
            </p:cNvSpPr>
            <p:nvPr/>
          </p:nvSpPr>
          <p:spPr bwMode="auto">
            <a:xfrm>
              <a:off x="6072188" y="3609976"/>
              <a:ext cx="92075" cy="904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60" name="Oval 59">
              <a:extLst>
                <a:ext uri="{FF2B5EF4-FFF2-40B4-BE49-F238E27FC236}">
                  <a16:creationId xmlns:a16="http://schemas.microsoft.com/office/drawing/2014/main" id="{D915599D-E53A-4785-ABCB-C26F5949902F}"/>
                </a:ext>
              </a:extLst>
            </p:cNvPr>
            <p:cNvSpPr>
              <a:spLocks noChangeArrowheads="1"/>
            </p:cNvSpPr>
            <p:nvPr/>
          </p:nvSpPr>
          <p:spPr bwMode="auto">
            <a:xfrm>
              <a:off x="6657976" y="3609976"/>
              <a:ext cx="88900" cy="90488"/>
            </a:xfrm>
            <a:prstGeom prst="ellipse">
              <a:avLst/>
            </a:prstGeom>
            <a:solidFill>
              <a:srgbClr val="03A9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95" name="Group 94">
            <a:extLst>
              <a:ext uri="{FF2B5EF4-FFF2-40B4-BE49-F238E27FC236}">
                <a16:creationId xmlns:a16="http://schemas.microsoft.com/office/drawing/2014/main" id="{3C78F858-08FA-4746-B550-B1151E6F8C09}"/>
              </a:ext>
            </a:extLst>
          </p:cNvPr>
          <p:cNvGrpSpPr/>
          <p:nvPr/>
        </p:nvGrpSpPr>
        <p:grpSpPr>
          <a:xfrm>
            <a:off x="1624014" y="4621213"/>
            <a:ext cx="1431663" cy="808037"/>
            <a:chOff x="1624014" y="4621213"/>
            <a:chExt cx="1431663" cy="808037"/>
          </a:xfrm>
        </p:grpSpPr>
        <p:sp>
          <p:nvSpPr>
            <p:cNvPr id="49" name="Rectangle 48">
              <a:extLst>
                <a:ext uri="{FF2B5EF4-FFF2-40B4-BE49-F238E27FC236}">
                  <a16:creationId xmlns:a16="http://schemas.microsoft.com/office/drawing/2014/main" id="{62E0EDBF-DA6E-4748-8F1B-346C449705EA}"/>
                </a:ext>
              </a:extLst>
            </p:cNvPr>
            <p:cNvSpPr>
              <a:spLocks noChangeArrowheads="1"/>
            </p:cNvSpPr>
            <p:nvPr/>
          </p:nvSpPr>
          <p:spPr bwMode="auto">
            <a:xfrm>
              <a:off x="1701801" y="4621213"/>
              <a:ext cx="10713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INFODATA 03</a:t>
              </a:r>
              <a:endParaRPr kumimoji="0" lang="ru-UA" altLang="ru-UA" sz="1800" b="0" i="0" u="none" strike="noStrike" cap="none" normalizeH="0" baseline="0">
                <a:ln>
                  <a:noFill/>
                </a:ln>
                <a:solidFill>
                  <a:schemeClr val="bg2"/>
                </a:solidFill>
                <a:effectLst/>
              </a:endParaRPr>
            </a:p>
          </p:txBody>
        </p:sp>
        <p:sp>
          <p:nvSpPr>
            <p:cNvPr id="85" name="Text Placeholder 33">
              <a:extLst>
                <a:ext uri="{FF2B5EF4-FFF2-40B4-BE49-F238E27FC236}">
                  <a16:creationId xmlns:a16="http://schemas.microsoft.com/office/drawing/2014/main" id="{B4399F9B-467C-4B99-94BC-7DFCB4BBA75F}"/>
                </a:ext>
              </a:extLst>
            </p:cNvPr>
            <p:cNvSpPr txBox="1">
              <a:spLocks/>
            </p:cNvSpPr>
            <p:nvPr/>
          </p:nvSpPr>
          <p:spPr>
            <a:xfrm>
              <a:off x="1624014" y="4862871"/>
              <a:ext cx="1431663" cy="566379"/>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96" name="Group 95">
            <a:extLst>
              <a:ext uri="{FF2B5EF4-FFF2-40B4-BE49-F238E27FC236}">
                <a16:creationId xmlns:a16="http://schemas.microsoft.com/office/drawing/2014/main" id="{C8AFC480-5DFF-4EE2-B063-D97B9B40D753}"/>
              </a:ext>
            </a:extLst>
          </p:cNvPr>
          <p:cNvGrpSpPr/>
          <p:nvPr/>
        </p:nvGrpSpPr>
        <p:grpSpPr>
          <a:xfrm>
            <a:off x="1624014" y="3109913"/>
            <a:ext cx="1431663" cy="790217"/>
            <a:chOff x="1624014" y="3109913"/>
            <a:chExt cx="1431663" cy="790217"/>
          </a:xfrm>
        </p:grpSpPr>
        <p:sp>
          <p:nvSpPr>
            <p:cNvPr id="48" name="Rectangle 47">
              <a:extLst>
                <a:ext uri="{FF2B5EF4-FFF2-40B4-BE49-F238E27FC236}">
                  <a16:creationId xmlns:a16="http://schemas.microsoft.com/office/drawing/2014/main" id="{29E92BF9-D32A-46FE-92DE-B5B557A13A6A}"/>
                </a:ext>
              </a:extLst>
            </p:cNvPr>
            <p:cNvSpPr>
              <a:spLocks noChangeArrowheads="1"/>
            </p:cNvSpPr>
            <p:nvPr/>
          </p:nvSpPr>
          <p:spPr bwMode="auto">
            <a:xfrm>
              <a:off x="1701801" y="3109913"/>
              <a:ext cx="10713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INFODATA 02</a:t>
              </a:r>
              <a:endParaRPr kumimoji="0" lang="ru-UA" altLang="ru-UA" sz="1800" b="0" i="0" u="none" strike="noStrike" cap="none" normalizeH="0" baseline="0">
                <a:ln>
                  <a:noFill/>
                </a:ln>
                <a:solidFill>
                  <a:schemeClr val="bg2"/>
                </a:solidFill>
                <a:effectLst/>
              </a:endParaRPr>
            </a:p>
          </p:txBody>
        </p:sp>
        <p:sp>
          <p:nvSpPr>
            <p:cNvPr id="86" name="Text Placeholder 33">
              <a:extLst>
                <a:ext uri="{FF2B5EF4-FFF2-40B4-BE49-F238E27FC236}">
                  <a16:creationId xmlns:a16="http://schemas.microsoft.com/office/drawing/2014/main" id="{691CF93A-F637-4E5B-82E7-A2875E6F03AE}"/>
                </a:ext>
              </a:extLst>
            </p:cNvPr>
            <p:cNvSpPr txBox="1">
              <a:spLocks/>
            </p:cNvSpPr>
            <p:nvPr/>
          </p:nvSpPr>
          <p:spPr>
            <a:xfrm>
              <a:off x="1624014" y="3333751"/>
              <a:ext cx="1431663" cy="566379"/>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97" name="Group 96">
            <a:extLst>
              <a:ext uri="{FF2B5EF4-FFF2-40B4-BE49-F238E27FC236}">
                <a16:creationId xmlns:a16="http://schemas.microsoft.com/office/drawing/2014/main" id="{D7B69C6F-E6BF-49DD-97D6-6E1B8EBE4B49}"/>
              </a:ext>
            </a:extLst>
          </p:cNvPr>
          <p:cNvGrpSpPr/>
          <p:nvPr/>
        </p:nvGrpSpPr>
        <p:grpSpPr>
          <a:xfrm>
            <a:off x="1624014" y="1593851"/>
            <a:ext cx="1431663" cy="766435"/>
            <a:chOff x="1624014" y="1593851"/>
            <a:chExt cx="1431663" cy="766435"/>
          </a:xfrm>
        </p:grpSpPr>
        <p:sp>
          <p:nvSpPr>
            <p:cNvPr id="47" name="Rectangle 46">
              <a:extLst>
                <a:ext uri="{FF2B5EF4-FFF2-40B4-BE49-F238E27FC236}">
                  <a16:creationId xmlns:a16="http://schemas.microsoft.com/office/drawing/2014/main" id="{3CB7D56D-C51B-4958-9ACD-AC9A8637F5E0}"/>
                </a:ext>
              </a:extLst>
            </p:cNvPr>
            <p:cNvSpPr>
              <a:spLocks noChangeArrowheads="1"/>
            </p:cNvSpPr>
            <p:nvPr/>
          </p:nvSpPr>
          <p:spPr bwMode="auto">
            <a:xfrm>
              <a:off x="1701801" y="1593851"/>
              <a:ext cx="10713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INFODATA 01</a:t>
              </a:r>
              <a:endParaRPr kumimoji="0" lang="ru-UA" altLang="ru-UA" sz="1800" b="0" i="0" u="none" strike="noStrike" cap="none" normalizeH="0" baseline="0">
                <a:ln>
                  <a:noFill/>
                </a:ln>
                <a:solidFill>
                  <a:schemeClr val="bg2"/>
                </a:solidFill>
                <a:effectLst/>
              </a:endParaRPr>
            </a:p>
          </p:txBody>
        </p:sp>
        <p:sp>
          <p:nvSpPr>
            <p:cNvPr id="87" name="Text Placeholder 33">
              <a:extLst>
                <a:ext uri="{FF2B5EF4-FFF2-40B4-BE49-F238E27FC236}">
                  <a16:creationId xmlns:a16="http://schemas.microsoft.com/office/drawing/2014/main" id="{6BB3B8A1-2E6A-4553-BBAD-2B43696684A3}"/>
                </a:ext>
              </a:extLst>
            </p:cNvPr>
            <p:cNvSpPr txBox="1">
              <a:spLocks/>
            </p:cNvSpPr>
            <p:nvPr/>
          </p:nvSpPr>
          <p:spPr>
            <a:xfrm>
              <a:off x="1624014" y="1793907"/>
              <a:ext cx="1431663" cy="566379"/>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94" name="Group 93">
            <a:extLst>
              <a:ext uri="{FF2B5EF4-FFF2-40B4-BE49-F238E27FC236}">
                <a16:creationId xmlns:a16="http://schemas.microsoft.com/office/drawing/2014/main" id="{FECE4F02-45B8-4D82-AF7D-18EAE578963C}"/>
              </a:ext>
            </a:extLst>
          </p:cNvPr>
          <p:cNvGrpSpPr/>
          <p:nvPr/>
        </p:nvGrpSpPr>
        <p:grpSpPr>
          <a:xfrm>
            <a:off x="9288594" y="4621213"/>
            <a:ext cx="1431663" cy="808037"/>
            <a:chOff x="9288594" y="4621213"/>
            <a:chExt cx="1431663" cy="808037"/>
          </a:xfrm>
        </p:grpSpPr>
        <p:sp>
          <p:nvSpPr>
            <p:cNvPr id="46" name="Rectangle 45">
              <a:extLst>
                <a:ext uri="{FF2B5EF4-FFF2-40B4-BE49-F238E27FC236}">
                  <a16:creationId xmlns:a16="http://schemas.microsoft.com/office/drawing/2014/main" id="{22C511A4-0929-45C4-9C81-04C145DA2D4D}"/>
                </a:ext>
              </a:extLst>
            </p:cNvPr>
            <p:cNvSpPr>
              <a:spLocks noChangeArrowheads="1"/>
            </p:cNvSpPr>
            <p:nvPr/>
          </p:nvSpPr>
          <p:spPr bwMode="auto">
            <a:xfrm>
              <a:off x="9366251" y="4621213"/>
              <a:ext cx="10713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INFODATA 06</a:t>
              </a:r>
              <a:endParaRPr kumimoji="0" lang="ru-UA" altLang="ru-UA" sz="1800" b="0" i="0" u="none" strike="noStrike" cap="none" normalizeH="0" baseline="0">
                <a:ln>
                  <a:noFill/>
                </a:ln>
                <a:solidFill>
                  <a:schemeClr val="bg2"/>
                </a:solidFill>
                <a:effectLst/>
              </a:endParaRPr>
            </a:p>
          </p:txBody>
        </p:sp>
        <p:sp>
          <p:nvSpPr>
            <p:cNvPr id="88" name="Text Placeholder 33">
              <a:extLst>
                <a:ext uri="{FF2B5EF4-FFF2-40B4-BE49-F238E27FC236}">
                  <a16:creationId xmlns:a16="http://schemas.microsoft.com/office/drawing/2014/main" id="{7B6D5C57-B107-4EF6-B7A9-91355AF54092}"/>
                </a:ext>
              </a:extLst>
            </p:cNvPr>
            <p:cNvSpPr txBox="1">
              <a:spLocks/>
            </p:cNvSpPr>
            <p:nvPr/>
          </p:nvSpPr>
          <p:spPr>
            <a:xfrm>
              <a:off x="9288594" y="4862871"/>
              <a:ext cx="1431663" cy="566379"/>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93" name="Group 92">
            <a:extLst>
              <a:ext uri="{FF2B5EF4-FFF2-40B4-BE49-F238E27FC236}">
                <a16:creationId xmlns:a16="http://schemas.microsoft.com/office/drawing/2014/main" id="{E6B1A00B-4ACD-481E-BE9A-071091BEF122}"/>
              </a:ext>
            </a:extLst>
          </p:cNvPr>
          <p:cNvGrpSpPr/>
          <p:nvPr/>
        </p:nvGrpSpPr>
        <p:grpSpPr>
          <a:xfrm>
            <a:off x="9288594" y="3109913"/>
            <a:ext cx="1431663" cy="790217"/>
            <a:chOff x="9288594" y="3109913"/>
            <a:chExt cx="1431663" cy="790217"/>
          </a:xfrm>
        </p:grpSpPr>
        <p:sp>
          <p:nvSpPr>
            <p:cNvPr id="45" name="Rectangle 44">
              <a:extLst>
                <a:ext uri="{FF2B5EF4-FFF2-40B4-BE49-F238E27FC236}">
                  <a16:creationId xmlns:a16="http://schemas.microsoft.com/office/drawing/2014/main" id="{B0B89199-8ED0-4BD4-A9BE-09FAA3BF5CA7}"/>
                </a:ext>
              </a:extLst>
            </p:cNvPr>
            <p:cNvSpPr>
              <a:spLocks noChangeArrowheads="1"/>
            </p:cNvSpPr>
            <p:nvPr/>
          </p:nvSpPr>
          <p:spPr bwMode="auto">
            <a:xfrm>
              <a:off x="9366251" y="3109913"/>
              <a:ext cx="10713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INFODATA 05</a:t>
              </a:r>
              <a:endParaRPr kumimoji="0" lang="ru-UA" altLang="ru-UA" sz="1800" b="0" i="0" u="none" strike="noStrike" cap="none" normalizeH="0" baseline="0">
                <a:ln>
                  <a:noFill/>
                </a:ln>
                <a:solidFill>
                  <a:schemeClr val="bg2"/>
                </a:solidFill>
                <a:effectLst/>
              </a:endParaRPr>
            </a:p>
          </p:txBody>
        </p:sp>
        <p:sp>
          <p:nvSpPr>
            <p:cNvPr id="89" name="Text Placeholder 33">
              <a:extLst>
                <a:ext uri="{FF2B5EF4-FFF2-40B4-BE49-F238E27FC236}">
                  <a16:creationId xmlns:a16="http://schemas.microsoft.com/office/drawing/2014/main" id="{26D460D2-B1B5-4AE9-B18F-B3A2BC6FB947}"/>
                </a:ext>
              </a:extLst>
            </p:cNvPr>
            <p:cNvSpPr txBox="1">
              <a:spLocks/>
            </p:cNvSpPr>
            <p:nvPr/>
          </p:nvSpPr>
          <p:spPr>
            <a:xfrm>
              <a:off x="9288594" y="3333751"/>
              <a:ext cx="1431663" cy="566379"/>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92" name="Group 91">
            <a:extLst>
              <a:ext uri="{FF2B5EF4-FFF2-40B4-BE49-F238E27FC236}">
                <a16:creationId xmlns:a16="http://schemas.microsoft.com/office/drawing/2014/main" id="{1451BF76-0692-4BE9-B883-3A8434DB2C80}"/>
              </a:ext>
            </a:extLst>
          </p:cNvPr>
          <p:cNvGrpSpPr/>
          <p:nvPr/>
        </p:nvGrpSpPr>
        <p:grpSpPr>
          <a:xfrm>
            <a:off x="9288594" y="1593851"/>
            <a:ext cx="1431663" cy="766435"/>
            <a:chOff x="9288594" y="1593851"/>
            <a:chExt cx="1431663" cy="766435"/>
          </a:xfrm>
        </p:grpSpPr>
        <p:sp>
          <p:nvSpPr>
            <p:cNvPr id="44" name="Rectangle 43">
              <a:extLst>
                <a:ext uri="{FF2B5EF4-FFF2-40B4-BE49-F238E27FC236}">
                  <a16:creationId xmlns:a16="http://schemas.microsoft.com/office/drawing/2014/main" id="{5160A88F-5330-4A30-9F27-5D33CDA321BE}"/>
                </a:ext>
              </a:extLst>
            </p:cNvPr>
            <p:cNvSpPr>
              <a:spLocks noChangeArrowheads="1"/>
            </p:cNvSpPr>
            <p:nvPr/>
          </p:nvSpPr>
          <p:spPr bwMode="auto">
            <a:xfrm>
              <a:off x="9366251" y="1593851"/>
              <a:ext cx="10713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INFODATA 04</a:t>
              </a:r>
              <a:endParaRPr kumimoji="0" lang="ru-UA" altLang="ru-UA" sz="1800" b="0" i="0" u="none" strike="noStrike" cap="none" normalizeH="0" baseline="0">
                <a:ln>
                  <a:noFill/>
                </a:ln>
                <a:solidFill>
                  <a:schemeClr val="bg2"/>
                </a:solidFill>
                <a:effectLst/>
              </a:endParaRPr>
            </a:p>
          </p:txBody>
        </p:sp>
        <p:sp>
          <p:nvSpPr>
            <p:cNvPr id="90" name="Text Placeholder 33">
              <a:extLst>
                <a:ext uri="{FF2B5EF4-FFF2-40B4-BE49-F238E27FC236}">
                  <a16:creationId xmlns:a16="http://schemas.microsoft.com/office/drawing/2014/main" id="{ADE0DFD5-0E3B-4062-A9B2-25FC7A65C6E2}"/>
                </a:ext>
              </a:extLst>
            </p:cNvPr>
            <p:cNvSpPr txBox="1">
              <a:spLocks/>
            </p:cNvSpPr>
            <p:nvPr/>
          </p:nvSpPr>
          <p:spPr>
            <a:xfrm>
              <a:off x="9288594" y="1793907"/>
              <a:ext cx="1431663" cy="566379"/>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spTree>
    <p:extLst>
      <p:ext uri="{BB962C8B-B14F-4D97-AF65-F5344CB8AC3E}">
        <p14:creationId xmlns:p14="http://schemas.microsoft.com/office/powerpoint/2010/main" val="38114340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82"/>
                                            </p:tgtEl>
                                            <p:attrNameLst>
                                              <p:attrName>style.visibility</p:attrName>
                                            </p:attrNameLst>
                                          </p:cBhvr>
                                          <p:to>
                                            <p:strVal val="visible"/>
                                          </p:to>
                                        </p:set>
                                        <p:anim calcmode="lin" valueType="num">
                                          <p:cBhvr>
                                            <p:cTn id="7" dur="750" fill="hold"/>
                                            <p:tgtEl>
                                              <p:spTgt spid="82"/>
                                            </p:tgtEl>
                                            <p:attrNameLst>
                                              <p:attrName>ppt_w</p:attrName>
                                            </p:attrNameLst>
                                          </p:cBhvr>
                                          <p:tavLst>
                                            <p:tav tm="0">
                                              <p:val>
                                                <p:fltVal val="0"/>
                                              </p:val>
                                            </p:tav>
                                            <p:tav tm="100000">
                                              <p:val>
                                                <p:strVal val="#ppt_w"/>
                                              </p:val>
                                            </p:tav>
                                          </p:tavLst>
                                        </p:anim>
                                        <p:anim calcmode="lin" valueType="num">
                                          <p:cBhvr>
                                            <p:cTn id="8" dur="750" fill="hold"/>
                                            <p:tgtEl>
                                              <p:spTgt spid="82"/>
                                            </p:tgtEl>
                                            <p:attrNameLst>
                                              <p:attrName>ppt_h</p:attrName>
                                            </p:attrNameLst>
                                          </p:cBhvr>
                                          <p:tavLst>
                                            <p:tav tm="0">
                                              <p:val>
                                                <p:fltVal val="0"/>
                                              </p:val>
                                            </p:tav>
                                            <p:tav tm="100000">
                                              <p:val>
                                                <p:strVal val="#ppt_h"/>
                                              </p:val>
                                            </p:tav>
                                          </p:tavLst>
                                        </p:anim>
                                        <p:animEffect transition="in" filter="fade">
                                          <p:cBhvr>
                                            <p:cTn id="9" dur="750"/>
                                            <p:tgtEl>
                                              <p:spTgt spid="82"/>
                                            </p:tgtEl>
                                          </p:cBhvr>
                                        </p:animEffect>
                                      </p:childTnLst>
                                    </p:cTn>
                                  </p:par>
                                  <p:par>
                                    <p:cTn id="10" presetID="53" presetClass="entr" presetSubtype="16" fill="hold" nodeType="withEffect">
                                      <p:stCondLst>
                                        <p:cond delay="250"/>
                                      </p:stCondLst>
                                      <p:childTnLst>
                                        <p:set>
                                          <p:cBhvr>
                                            <p:cTn id="11" dur="1" fill="hold">
                                              <p:stCondLst>
                                                <p:cond delay="0"/>
                                              </p:stCondLst>
                                            </p:cTn>
                                            <p:tgtEl>
                                              <p:spTgt spid="61"/>
                                            </p:tgtEl>
                                            <p:attrNameLst>
                                              <p:attrName>style.visibility</p:attrName>
                                            </p:attrNameLst>
                                          </p:cBhvr>
                                          <p:to>
                                            <p:strVal val="visible"/>
                                          </p:to>
                                        </p:set>
                                        <p:anim calcmode="lin" valueType="num">
                                          <p:cBhvr>
                                            <p:cTn id="12" dur="750" fill="hold"/>
                                            <p:tgtEl>
                                              <p:spTgt spid="61"/>
                                            </p:tgtEl>
                                            <p:attrNameLst>
                                              <p:attrName>ppt_w</p:attrName>
                                            </p:attrNameLst>
                                          </p:cBhvr>
                                          <p:tavLst>
                                            <p:tav tm="0">
                                              <p:val>
                                                <p:fltVal val="0"/>
                                              </p:val>
                                            </p:tav>
                                            <p:tav tm="100000">
                                              <p:val>
                                                <p:strVal val="#ppt_w"/>
                                              </p:val>
                                            </p:tav>
                                          </p:tavLst>
                                        </p:anim>
                                        <p:anim calcmode="lin" valueType="num">
                                          <p:cBhvr>
                                            <p:cTn id="13" dur="750" fill="hold"/>
                                            <p:tgtEl>
                                              <p:spTgt spid="61"/>
                                            </p:tgtEl>
                                            <p:attrNameLst>
                                              <p:attrName>ppt_h</p:attrName>
                                            </p:attrNameLst>
                                          </p:cBhvr>
                                          <p:tavLst>
                                            <p:tav tm="0">
                                              <p:val>
                                                <p:fltVal val="0"/>
                                              </p:val>
                                            </p:tav>
                                            <p:tav tm="100000">
                                              <p:val>
                                                <p:strVal val="#ppt_h"/>
                                              </p:val>
                                            </p:tav>
                                          </p:tavLst>
                                        </p:anim>
                                        <p:animEffect transition="in" filter="fade">
                                          <p:cBhvr>
                                            <p:cTn id="14" dur="750"/>
                                            <p:tgtEl>
                                              <p:spTgt spid="61"/>
                                            </p:tgtEl>
                                          </p:cBhvr>
                                        </p:animEffect>
                                      </p:childTnLst>
                                    </p:cTn>
                                  </p:par>
                                  <p:par>
                                    <p:cTn id="15" presetID="21" presetClass="entr" presetSubtype="1" fill="hold" grpId="0" nodeType="withEffect">
                                      <p:stCondLst>
                                        <p:cond delay="500"/>
                                      </p:stCondLst>
                                      <p:childTnLst>
                                        <p:set>
                                          <p:cBhvr>
                                            <p:cTn id="16" dur="1" fill="hold">
                                              <p:stCondLst>
                                                <p:cond delay="0"/>
                                              </p:stCondLst>
                                            </p:cTn>
                                            <p:tgtEl>
                                              <p:spTgt spid="6"/>
                                            </p:tgtEl>
                                            <p:attrNameLst>
                                              <p:attrName>style.visibility</p:attrName>
                                            </p:attrNameLst>
                                          </p:cBhvr>
                                          <p:to>
                                            <p:strVal val="visible"/>
                                          </p:to>
                                        </p:set>
                                        <p:animEffect transition="in" filter="wheel(1)">
                                          <p:cBhvr>
                                            <p:cTn id="17" dur="2000"/>
                                            <p:tgtEl>
                                              <p:spTgt spid="6"/>
                                            </p:tgtEl>
                                          </p:cBhvr>
                                        </p:animEffect>
                                      </p:childTnLst>
                                    </p:cTn>
                                  </p:par>
                                  <p:par>
                                    <p:cTn id="18" presetID="53" presetClass="entr" presetSubtype="16" fill="hold" grpId="0" nodeType="withEffect">
                                      <p:stCondLst>
                                        <p:cond delay="500"/>
                                      </p:stCondLst>
                                      <p:childTnLst>
                                        <p:set>
                                          <p:cBhvr>
                                            <p:cTn id="19" dur="1" fill="hold">
                                              <p:stCondLst>
                                                <p:cond delay="0"/>
                                              </p:stCondLst>
                                            </p:cTn>
                                            <p:tgtEl>
                                              <p:spTgt spid="10"/>
                                            </p:tgtEl>
                                            <p:attrNameLst>
                                              <p:attrName>style.visibility</p:attrName>
                                            </p:attrNameLst>
                                          </p:cBhvr>
                                          <p:to>
                                            <p:strVal val="visible"/>
                                          </p:to>
                                        </p:set>
                                        <p:anim calcmode="lin" valueType="num">
                                          <p:cBhvr>
                                            <p:cTn id="20" dur="500" fill="hold"/>
                                            <p:tgtEl>
                                              <p:spTgt spid="10"/>
                                            </p:tgtEl>
                                            <p:attrNameLst>
                                              <p:attrName>ppt_w</p:attrName>
                                            </p:attrNameLst>
                                          </p:cBhvr>
                                          <p:tavLst>
                                            <p:tav tm="0">
                                              <p:val>
                                                <p:fltVal val="0"/>
                                              </p:val>
                                            </p:tav>
                                            <p:tav tm="100000">
                                              <p:val>
                                                <p:strVal val="#ppt_w"/>
                                              </p:val>
                                            </p:tav>
                                          </p:tavLst>
                                        </p:anim>
                                        <p:anim calcmode="lin" valueType="num">
                                          <p:cBhvr>
                                            <p:cTn id="21" dur="500" fill="hold"/>
                                            <p:tgtEl>
                                              <p:spTgt spid="10"/>
                                            </p:tgtEl>
                                            <p:attrNameLst>
                                              <p:attrName>ppt_h</p:attrName>
                                            </p:attrNameLst>
                                          </p:cBhvr>
                                          <p:tavLst>
                                            <p:tav tm="0">
                                              <p:val>
                                                <p:fltVal val="0"/>
                                              </p:val>
                                            </p:tav>
                                            <p:tav tm="100000">
                                              <p:val>
                                                <p:strVal val="#ppt_h"/>
                                              </p:val>
                                            </p:tav>
                                          </p:tavLst>
                                        </p:anim>
                                        <p:animEffect transition="in" filter="fade">
                                          <p:cBhvr>
                                            <p:cTn id="22" dur="500"/>
                                            <p:tgtEl>
                                              <p:spTgt spid="10"/>
                                            </p:tgtEl>
                                          </p:cBhvr>
                                        </p:animEffect>
                                      </p:childTnLst>
                                    </p:cTn>
                                  </p:par>
                                  <p:par>
                                    <p:cTn id="23" presetID="53" presetClass="entr" presetSubtype="16" fill="hold" grpId="0" nodeType="withEffect">
                                      <p:stCondLst>
                                        <p:cond delay="750"/>
                                      </p:stCondLst>
                                      <p:childTnLst>
                                        <p:set>
                                          <p:cBhvr>
                                            <p:cTn id="24" dur="1" fill="hold">
                                              <p:stCondLst>
                                                <p:cond delay="0"/>
                                              </p:stCondLst>
                                            </p:cTn>
                                            <p:tgtEl>
                                              <p:spTgt spid="14"/>
                                            </p:tgtEl>
                                            <p:attrNameLst>
                                              <p:attrName>style.visibility</p:attrName>
                                            </p:attrNameLst>
                                          </p:cBhvr>
                                          <p:to>
                                            <p:strVal val="visible"/>
                                          </p:to>
                                        </p:set>
                                        <p:anim calcmode="lin" valueType="num">
                                          <p:cBhvr>
                                            <p:cTn id="25" dur="500" fill="hold"/>
                                            <p:tgtEl>
                                              <p:spTgt spid="14"/>
                                            </p:tgtEl>
                                            <p:attrNameLst>
                                              <p:attrName>ppt_w</p:attrName>
                                            </p:attrNameLst>
                                          </p:cBhvr>
                                          <p:tavLst>
                                            <p:tav tm="0">
                                              <p:val>
                                                <p:fltVal val="0"/>
                                              </p:val>
                                            </p:tav>
                                            <p:tav tm="100000">
                                              <p:val>
                                                <p:strVal val="#ppt_w"/>
                                              </p:val>
                                            </p:tav>
                                          </p:tavLst>
                                        </p:anim>
                                        <p:anim calcmode="lin" valueType="num">
                                          <p:cBhvr>
                                            <p:cTn id="26" dur="500" fill="hold"/>
                                            <p:tgtEl>
                                              <p:spTgt spid="14"/>
                                            </p:tgtEl>
                                            <p:attrNameLst>
                                              <p:attrName>ppt_h</p:attrName>
                                            </p:attrNameLst>
                                          </p:cBhvr>
                                          <p:tavLst>
                                            <p:tav tm="0">
                                              <p:val>
                                                <p:fltVal val="0"/>
                                              </p:val>
                                            </p:tav>
                                            <p:tav tm="100000">
                                              <p:val>
                                                <p:strVal val="#ppt_h"/>
                                              </p:val>
                                            </p:tav>
                                          </p:tavLst>
                                        </p:anim>
                                        <p:animEffect transition="in" filter="fade">
                                          <p:cBhvr>
                                            <p:cTn id="27" dur="500"/>
                                            <p:tgtEl>
                                              <p:spTgt spid="14"/>
                                            </p:tgtEl>
                                          </p:cBhvr>
                                        </p:animEffect>
                                      </p:childTnLst>
                                    </p:cTn>
                                  </p:par>
                                  <p:par>
                                    <p:cTn id="28" presetID="53" presetClass="entr" presetSubtype="16" fill="hold" grpId="0" nodeType="withEffect">
                                      <p:stCondLst>
                                        <p:cond delay="1000"/>
                                      </p:stCondLst>
                                      <p:childTnLst>
                                        <p:set>
                                          <p:cBhvr>
                                            <p:cTn id="29" dur="1" fill="hold">
                                              <p:stCondLst>
                                                <p:cond delay="0"/>
                                              </p:stCondLst>
                                            </p:cTn>
                                            <p:tgtEl>
                                              <p:spTgt spid="15"/>
                                            </p:tgtEl>
                                            <p:attrNameLst>
                                              <p:attrName>style.visibility</p:attrName>
                                            </p:attrNameLst>
                                          </p:cBhvr>
                                          <p:to>
                                            <p:strVal val="visible"/>
                                          </p:to>
                                        </p:set>
                                        <p:anim calcmode="lin" valueType="num">
                                          <p:cBhvr>
                                            <p:cTn id="30" dur="500" fill="hold"/>
                                            <p:tgtEl>
                                              <p:spTgt spid="15"/>
                                            </p:tgtEl>
                                            <p:attrNameLst>
                                              <p:attrName>ppt_w</p:attrName>
                                            </p:attrNameLst>
                                          </p:cBhvr>
                                          <p:tavLst>
                                            <p:tav tm="0">
                                              <p:val>
                                                <p:fltVal val="0"/>
                                              </p:val>
                                            </p:tav>
                                            <p:tav tm="100000">
                                              <p:val>
                                                <p:strVal val="#ppt_w"/>
                                              </p:val>
                                            </p:tav>
                                          </p:tavLst>
                                        </p:anim>
                                        <p:anim calcmode="lin" valueType="num">
                                          <p:cBhvr>
                                            <p:cTn id="31" dur="500" fill="hold"/>
                                            <p:tgtEl>
                                              <p:spTgt spid="15"/>
                                            </p:tgtEl>
                                            <p:attrNameLst>
                                              <p:attrName>ppt_h</p:attrName>
                                            </p:attrNameLst>
                                          </p:cBhvr>
                                          <p:tavLst>
                                            <p:tav tm="0">
                                              <p:val>
                                                <p:fltVal val="0"/>
                                              </p:val>
                                            </p:tav>
                                            <p:tav tm="100000">
                                              <p:val>
                                                <p:strVal val="#ppt_h"/>
                                              </p:val>
                                            </p:tav>
                                          </p:tavLst>
                                        </p:anim>
                                        <p:animEffect transition="in" filter="fade">
                                          <p:cBhvr>
                                            <p:cTn id="32" dur="500"/>
                                            <p:tgtEl>
                                              <p:spTgt spid="15"/>
                                            </p:tgtEl>
                                          </p:cBhvr>
                                        </p:animEffect>
                                      </p:childTnLst>
                                    </p:cTn>
                                  </p:par>
                                  <p:par>
                                    <p:cTn id="33" presetID="53" presetClass="entr" presetSubtype="16" fill="hold" grpId="0" nodeType="withEffect">
                                      <p:stCondLst>
                                        <p:cond delay="1250"/>
                                      </p:stCondLst>
                                      <p:childTnLst>
                                        <p:set>
                                          <p:cBhvr>
                                            <p:cTn id="34" dur="1" fill="hold">
                                              <p:stCondLst>
                                                <p:cond delay="0"/>
                                              </p:stCondLst>
                                            </p:cTn>
                                            <p:tgtEl>
                                              <p:spTgt spid="33"/>
                                            </p:tgtEl>
                                            <p:attrNameLst>
                                              <p:attrName>style.visibility</p:attrName>
                                            </p:attrNameLst>
                                          </p:cBhvr>
                                          <p:to>
                                            <p:strVal val="visible"/>
                                          </p:to>
                                        </p:set>
                                        <p:anim calcmode="lin" valueType="num">
                                          <p:cBhvr>
                                            <p:cTn id="35" dur="500" fill="hold"/>
                                            <p:tgtEl>
                                              <p:spTgt spid="33"/>
                                            </p:tgtEl>
                                            <p:attrNameLst>
                                              <p:attrName>ppt_w</p:attrName>
                                            </p:attrNameLst>
                                          </p:cBhvr>
                                          <p:tavLst>
                                            <p:tav tm="0">
                                              <p:val>
                                                <p:fltVal val="0"/>
                                              </p:val>
                                            </p:tav>
                                            <p:tav tm="100000">
                                              <p:val>
                                                <p:strVal val="#ppt_w"/>
                                              </p:val>
                                            </p:tav>
                                          </p:tavLst>
                                        </p:anim>
                                        <p:anim calcmode="lin" valueType="num">
                                          <p:cBhvr>
                                            <p:cTn id="36" dur="500" fill="hold"/>
                                            <p:tgtEl>
                                              <p:spTgt spid="33"/>
                                            </p:tgtEl>
                                            <p:attrNameLst>
                                              <p:attrName>ppt_h</p:attrName>
                                            </p:attrNameLst>
                                          </p:cBhvr>
                                          <p:tavLst>
                                            <p:tav tm="0">
                                              <p:val>
                                                <p:fltVal val="0"/>
                                              </p:val>
                                            </p:tav>
                                            <p:tav tm="100000">
                                              <p:val>
                                                <p:strVal val="#ppt_h"/>
                                              </p:val>
                                            </p:tav>
                                          </p:tavLst>
                                        </p:anim>
                                        <p:animEffect transition="in" filter="fade">
                                          <p:cBhvr>
                                            <p:cTn id="37" dur="500"/>
                                            <p:tgtEl>
                                              <p:spTgt spid="33"/>
                                            </p:tgtEl>
                                          </p:cBhvr>
                                        </p:animEffect>
                                      </p:childTnLst>
                                    </p:cTn>
                                  </p:par>
                                  <p:par>
                                    <p:cTn id="38" presetID="53" presetClass="entr" presetSubtype="16" fill="hold" grpId="0" nodeType="withEffect">
                                      <p:stCondLst>
                                        <p:cond delay="1500"/>
                                      </p:stCondLst>
                                      <p:childTnLst>
                                        <p:set>
                                          <p:cBhvr>
                                            <p:cTn id="39" dur="1" fill="hold">
                                              <p:stCondLst>
                                                <p:cond delay="0"/>
                                              </p:stCondLst>
                                            </p:cTn>
                                            <p:tgtEl>
                                              <p:spTgt spid="32"/>
                                            </p:tgtEl>
                                            <p:attrNameLst>
                                              <p:attrName>style.visibility</p:attrName>
                                            </p:attrNameLst>
                                          </p:cBhvr>
                                          <p:to>
                                            <p:strVal val="visible"/>
                                          </p:to>
                                        </p:set>
                                        <p:anim calcmode="lin" valueType="num">
                                          <p:cBhvr>
                                            <p:cTn id="40" dur="500" fill="hold"/>
                                            <p:tgtEl>
                                              <p:spTgt spid="32"/>
                                            </p:tgtEl>
                                            <p:attrNameLst>
                                              <p:attrName>ppt_w</p:attrName>
                                            </p:attrNameLst>
                                          </p:cBhvr>
                                          <p:tavLst>
                                            <p:tav tm="0">
                                              <p:val>
                                                <p:fltVal val="0"/>
                                              </p:val>
                                            </p:tav>
                                            <p:tav tm="100000">
                                              <p:val>
                                                <p:strVal val="#ppt_w"/>
                                              </p:val>
                                            </p:tav>
                                          </p:tavLst>
                                        </p:anim>
                                        <p:anim calcmode="lin" valueType="num">
                                          <p:cBhvr>
                                            <p:cTn id="41" dur="500" fill="hold"/>
                                            <p:tgtEl>
                                              <p:spTgt spid="32"/>
                                            </p:tgtEl>
                                            <p:attrNameLst>
                                              <p:attrName>ppt_h</p:attrName>
                                            </p:attrNameLst>
                                          </p:cBhvr>
                                          <p:tavLst>
                                            <p:tav tm="0">
                                              <p:val>
                                                <p:fltVal val="0"/>
                                              </p:val>
                                            </p:tav>
                                            <p:tav tm="100000">
                                              <p:val>
                                                <p:strVal val="#ppt_h"/>
                                              </p:val>
                                            </p:tav>
                                          </p:tavLst>
                                        </p:anim>
                                        <p:animEffect transition="in" filter="fade">
                                          <p:cBhvr>
                                            <p:cTn id="42" dur="500"/>
                                            <p:tgtEl>
                                              <p:spTgt spid="32"/>
                                            </p:tgtEl>
                                          </p:cBhvr>
                                        </p:animEffect>
                                      </p:childTnLst>
                                    </p:cTn>
                                  </p:par>
                                  <p:par>
                                    <p:cTn id="43" presetID="53" presetClass="entr" presetSubtype="16" fill="hold" grpId="0" nodeType="withEffect">
                                      <p:stCondLst>
                                        <p:cond delay="1750"/>
                                      </p:stCondLst>
                                      <p:childTnLst>
                                        <p:set>
                                          <p:cBhvr>
                                            <p:cTn id="44" dur="1" fill="hold">
                                              <p:stCondLst>
                                                <p:cond delay="0"/>
                                              </p:stCondLst>
                                            </p:cTn>
                                            <p:tgtEl>
                                              <p:spTgt spid="28"/>
                                            </p:tgtEl>
                                            <p:attrNameLst>
                                              <p:attrName>style.visibility</p:attrName>
                                            </p:attrNameLst>
                                          </p:cBhvr>
                                          <p:to>
                                            <p:strVal val="visible"/>
                                          </p:to>
                                        </p:set>
                                        <p:anim calcmode="lin" valueType="num">
                                          <p:cBhvr>
                                            <p:cTn id="45" dur="500" fill="hold"/>
                                            <p:tgtEl>
                                              <p:spTgt spid="28"/>
                                            </p:tgtEl>
                                            <p:attrNameLst>
                                              <p:attrName>ppt_w</p:attrName>
                                            </p:attrNameLst>
                                          </p:cBhvr>
                                          <p:tavLst>
                                            <p:tav tm="0">
                                              <p:val>
                                                <p:fltVal val="0"/>
                                              </p:val>
                                            </p:tav>
                                            <p:tav tm="100000">
                                              <p:val>
                                                <p:strVal val="#ppt_w"/>
                                              </p:val>
                                            </p:tav>
                                          </p:tavLst>
                                        </p:anim>
                                        <p:anim calcmode="lin" valueType="num">
                                          <p:cBhvr>
                                            <p:cTn id="46" dur="500" fill="hold"/>
                                            <p:tgtEl>
                                              <p:spTgt spid="28"/>
                                            </p:tgtEl>
                                            <p:attrNameLst>
                                              <p:attrName>ppt_h</p:attrName>
                                            </p:attrNameLst>
                                          </p:cBhvr>
                                          <p:tavLst>
                                            <p:tav tm="0">
                                              <p:val>
                                                <p:fltVal val="0"/>
                                              </p:val>
                                            </p:tav>
                                            <p:tav tm="100000">
                                              <p:val>
                                                <p:strVal val="#ppt_h"/>
                                              </p:val>
                                            </p:tav>
                                          </p:tavLst>
                                        </p:anim>
                                        <p:animEffect transition="in" filter="fade">
                                          <p:cBhvr>
                                            <p:cTn id="47" dur="500"/>
                                            <p:tgtEl>
                                              <p:spTgt spid="28"/>
                                            </p:tgtEl>
                                          </p:cBhvr>
                                        </p:animEffect>
                                      </p:childTnLst>
                                    </p:cTn>
                                  </p:par>
                                  <p:par>
                                    <p:cTn id="48" presetID="22" presetClass="entr" presetSubtype="8" fill="hold" grpId="0" nodeType="withEffect">
                                      <p:stCondLst>
                                        <p:cond delay="500"/>
                                      </p:stCondLst>
                                      <p:childTnLst>
                                        <p:set>
                                          <p:cBhvr>
                                            <p:cTn id="49" dur="1" fill="hold">
                                              <p:stCondLst>
                                                <p:cond delay="0"/>
                                              </p:stCondLst>
                                            </p:cTn>
                                            <p:tgtEl>
                                              <p:spTgt spid="7"/>
                                            </p:tgtEl>
                                            <p:attrNameLst>
                                              <p:attrName>style.visibility</p:attrName>
                                            </p:attrNameLst>
                                          </p:cBhvr>
                                          <p:to>
                                            <p:strVal val="visible"/>
                                          </p:to>
                                        </p:set>
                                        <p:animEffect transition="in" filter="wipe(left)">
                                          <p:cBhvr>
                                            <p:cTn id="50" dur="500"/>
                                            <p:tgtEl>
                                              <p:spTgt spid="7"/>
                                            </p:tgtEl>
                                          </p:cBhvr>
                                        </p:animEffect>
                                      </p:childTnLst>
                                    </p:cTn>
                                  </p:par>
                                  <p:par>
                                    <p:cTn id="51" presetID="22" presetClass="entr" presetSubtype="8" fill="hold" grpId="0" nodeType="withEffect">
                                      <p:stCondLst>
                                        <p:cond delay="750"/>
                                      </p:stCondLst>
                                      <p:childTnLst>
                                        <p:set>
                                          <p:cBhvr>
                                            <p:cTn id="52" dur="1" fill="hold">
                                              <p:stCondLst>
                                                <p:cond delay="0"/>
                                              </p:stCondLst>
                                            </p:cTn>
                                            <p:tgtEl>
                                              <p:spTgt spid="9"/>
                                            </p:tgtEl>
                                            <p:attrNameLst>
                                              <p:attrName>style.visibility</p:attrName>
                                            </p:attrNameLst>
                                          </p:cBhvr>
                                          <p:to>
                                            <p:strVal val="visible"/>
                                          </p:to>
                                        </p:set>
                                        <p:animEffect transition="in" filter="wipe(left)">
                                          <p:cBhvr>
                                            <p:cTn id="53" dur="500"/>
                                            <p:tgtEl>
                                              <p:spTgt spid="9"/>
                                            </p:tgtEl>
                                          </p:cBhvr>
                                        </p:animEffect>
                                      </p:childTnLst>
                                    </p:cTn>
                                  </p:par>
                                  <p:par>
                                    <p:cTn id="54" presetID="22" presetClass="entr" presetSubtype="8" fill="hold" grpId="0" nodeType="withEffect">
                                      <p:stCondLst>
                                        <p:cond delay="1000"/>
                                      </p:stCondLst>
                                      <p:childTnLst>
                                        <p:set>
                                          <p:cBhvr>
                                            <p:cTn id="55" dur="1" fill="hold">
                                              <p:stCondLst>
                                                <p:cond delay="0"/>
                                              </p:stCondLst>
                                            </p:cTn>
                                            <p:tgtEl>
                                              <p:spTgt spid="8"/>
                                            </p:tgtEl>
                                            <p:attrNameLst>
                                              <p:attrName>style.visibility</p:attrName>
                                            </p:attrNameLst>
                                          </p:cBhvr>
                                          <p:to>
                                            <p:strVal val="visible"/>
                                          </p:to>
                                        </p:set>
                                        <p:animEffect transition="in" filter="wipe(left)">
                                          <p:cBhvr>
                                            <p:cTn id="56" dur="500"/>
                                            <p:tgtEl>
                                              <p:spTgt spid="8"/>
                                            </p:tgtEl>
                                          </p:cBhvr>
                                        </p:animEffect>
                                      </p:childTnLst>
                                    </p:cTn>
                                  </p:par>
                                  <p:par>
                                    <p:cTn id="57" presetID="22" presetClass="entr" presetSubtype="2" fill="hold" grpId="0" nodeType="withEffect">
                                      <p:stCondLst>
                                        <p:cond delay="1250"/>
                                      </p:stCondLst>
                                      <p:childTnLst>
                                        <p:set>
                                          <p:cBhvr>
                                            <p:cTn id="58" dur="1" fill="hold">
                                              <p:stCondLst>
                                                <p:cond delay="0"/>
                                              </p:stCondLst>
                                            </p:cTn>
                                            <p:tgtEl>
                                              <p:spTgt spid="26"/>
                                            </p:tgtEl>
                                            <p:attrNameLst>
                                              <p:attrName>style.visibility</p:attrName>
                                            </p:attrNameLst>
                                          </p:cBhvr>
                                          <p:to>
                                            <p:strVal val="visible"/>
                                          </p:to>
                                        </p:set>
                                        <p:animEffect transition="in" filter="wipe(right)">
                                          <p:cBhvr>
                                            <p:cTn id="59" dur="500"/>
                                            <p:tgtEl>
                                              <p:spTgt spid="26"/>
                                            </p:tgtEl>
                                          </p:cBhvr>
                                        </p:animEffect>
                                      </p:childTnLst>
                                    </p:cTn>
                                  </p:par>
                                  <p:par>
                                    <p:cTn id="60" presetID="22" presetClass="entr" presetSubtype="2" fill="hold" grpId="0" nodeType="withEffect">
                                      <p:stCondLst>
                                        <p:cond delay="1500"/>
                                      </p:stCondLst>
                                      <p:childTnLst>
                                        <p:set>
                                          <p:cBhvr>
                                            <p:cTn id="61" dur="1" fill="hold">
                                              <p:stCondLst>
                                                <p:cond delay="0"/>
                                              </p:stCondLst>
                                            </p:cTn>
                                            <p:tgtEl>
                                              <p:spTgt spid="27"/>
                                            </p:tgtEl>
                                            <p:attrNameLst>
                                              <p:attrName>style.visibility</p:attrName>
                                            </p:attrNameLst>
                                          </p:cBhvr>
                                          <p:to>
                                            <p:strVal val="visible"/>
                                          </p:to>
                                        </p:set>
                                        <p:animEffect transition="in" filter="wipe(right)">
                                          <p:cBhvr>
                                            <p:cTn id="62" dur="500"/>
                                            <p:tgtEl>
                                              <p:spTgt spid="27"/>
                                            </p:tgtEl>
                                          </p:cBhvr>
                                        </p:animEffect>
                                      </p:childTnLst>
                                    </p:cTn>
                                  </p:par>
                                  <p:par>
                                    <p:cTn id="63" presetID="22" presetClass="entr" presetSubtype="2" fill="hold" grpId="0" nodeType="withEffect">
                                      <p:stCondLst>
                                        <p:cond delay="1750"/>
                                      </p:stCondLst>
                                      <p:childTnLst>
                                        <p:set>
                                          <p:cBhvr>
                                            <p:cTn id="64" dur="1" fill="hold">
                                              <p:stCondLst>
                                                <p:cond delay="0"/>
                                              </p:stCondLst>
                                            </p:cTn>
                                            <p:tgtEl>
                                              <p:spTgt spid="25"/>
                                            </p:tgtEl>
                                            <p:attrNameLst>
                                              <p:attrName>style.visibility</p:attrName>
                                            </p:attrNameLst>
                                          </p:cBhvr>
                                          <p:to>
                                            <p:strVal val="visible"/>
                                          </p:to>
                                        </p:set>
                                        <p:animEffect transition="in" filter="wipe(right)">
                                          <p:cBhvr>
                                            <p:cTn id="65" dur="500"/>
                                            <p:tgtEl>
                                              <p:spTgt spid="25"/>
                                            </p:tgtEl>
                                          </p:cBhvr>
                                        </p:animEffect>
                                      </p:childTnLst>
                                    </p:cTn>
                                  </p:par>
                                  <p:par>
                                    <p:cTn id="66" presetID="53" presetClass="entr" presetSubtype="16" fill="hold" grpId="0" nodeType="withEffect">
                                      <p:stCondLst>
                                        <p:cond delay="500"/>
                                      </p:stCondLst>
                                      <p:childTnLst>
                                        <p:set>
                                          <p:cBhvr>
                                            <p:cTn id="67" dur="1" fill="hold">
                                              <p:stCondLst>
                                                <p:cond delay="0"/>
                                              </p:stCondLst>
                                            </p:cTn>
                                            <p:tgtEl>
                                              <p:spTgt spid="11"/>
                                            </p:tgtEl>
                                            <p:attrNameLst>
                                              <p:attrName>style.visibility</p:attrName>
                                            </p:attrNameLst>
                                          </p:cBhvr>
                                          <p:to>
                                            <p:strVal val="visible"/>
                                          </p:to>
                                        </p:set>
                                        <p:anim calcmode="lin" valueType="num">
                                          <p:cBhvr>
                                            <p:cTn id="68" dur="500" fill="hold"/>
                                            <p:tgtEl>
                                              <p:spTgt spid="11"/>
                                            </p:tgtEl>
                                            <p:attrNameLst>
                                              <p:attrName>ppt_w</p:attrName>
                                            </p:attrNameLst>
                                          </p:cBhvr>
                                          <p:tavLst>
                                            <p:tav tm="0">
                                              <p:val>
                                                <p:fltVal val="0"/>
                                              </p:val>
                                            </p:tav>
                                            <p:tav tm="100000">
                                              <p:val>
                                                <p:strVal val="#ppt_w"/>
                                              </p:val>
                                            </p:tav>
                                          </p:tavLst>
                                        </p:anim>
                                        <p:anim calcmode="lin" valueType="num">
                                          <p:cBhvr>
                                            <p:cTn id="69" dur="500" fill="hold"/>
                                            <p:tgtEl>
                                              <p:spTgt spid="11"/>
                                            </p:tgtEl>
                                            <p:attrNameLst>
                                              <p:attrName>ppt_h</p:attrName>
                                            </p:attrNameLst>
                                          </p:cBhvr>
                                          <p:tavLst>
                                            <p:tav tm="0">
                                              <p:val>
                                                <p:fltVal val="0"/>
                                              </p:val>
                                            </p:tav>
                                            <p:tav tm="100000">
                                              <p:val>
                                                <p:strVal val="#ppt_h"/>
                                              </p:val>
                                            </p:tav>
                                          </p:tavLst>
                                        </p:anim>
                                        <p:animEffect transition="in" filter="fade">
                                          <p:cBhvr>
                                            <p:cTn id="70" dur="500"/>
                                            <p:tgtEl>
                                              <p:spTgt spid="11"/>
                                            </p:tgtEl>
                                          </p:cBhvr>
                                        </p:animEffect>
                                      </p:childTnLst>
                                    </p:cTn>
                                  </p:par>
                                  <p:par>
                                    <p:cTn id="71" presetID="53" presetClass="entr" presetSubtype="16" fill="hold" grpId="0" nodeType="withEffect">
                                      <p:stCondLst>
                                        <p:cond delay="750"/>
                                      </p:stCondLst>
                                      <p:childTnLst>
                                        <p:set>
                                          <p:cBhvr>
                                            <p:cTn id="72" dur="1" fill="hold">
                                              <p:stCondLst>
                                                <p:cond delay="0"/>
                                              </p:stCondLst>
                                            </p:cTn>
                                            <p:tgtEl>
                                              <p:spTgt spid="12"/>
                                            </p:tgtEl>
                                            <p:attrNameLst>
                                              <p:attrName>style.visibility</p:attrName>
                                            </p:attrNameLst>
                                          </p:cBhvr>
                                          <p:to>
                                            <p:strVal val="visible"/>
                                          </p:to>
                                        </p:set>
                                        <p:anim calcmode="lin" valueType="num">
                                          <p:cBhvr>
                                            <p:cTn id="73" dur="500" fill="hold"/>
                                            <p:tgtEl>
                                              <p:spTgt spid="12"/>
                                            </p:tgtEl>
                                            <p:attrNameLst>
                                              <p:attrName>ppt_w</p:attrName>
                                            </p:attrNameLst>
                                          </p:cBhvr>
                                          <p:tavLst>
                                            <p:tav tm="0">
                                              <p:val>
                                                <p:fltVal val="0"/>
                                              </p:val>
                                            </p:tav>
                                            <p:tav tm="100000">
                                              <p:val>
                                                <p:strVal val="#ppt_w"/>
                                              </p:val>
                                            </p:tav>
                                          </p:tavLst>
                                        </p:anim>
                                        <p:anim calcmode="lin" valueType="num">
                                          <p:cBhvr>
                                            <p:cTn id="74" dur="500" fill="hold"/>
                                            <p:tgtEl>
                                              <p:spTgt spid="12"/>
                                            </p:tgtEl>
                                            <p:attrNameLst>
                                              <p:attrName>ppt_h</p:attrName>
                                            </p:attrNameLst>
                                          </p:cBhvr>
                                          <p:tavLst>
                                            <p:tav tm="0">
                                              <p:val>
                                                <p:fltVal val="0"/>
                                              </p:val>
                                            </p:tav>
                                            <p:tav tm="100000">
                                              <p:val>
                                                <p:strVal val="#ppt_h"/>
                                              </p:val>
                                            </p:tav>
                                          </p:tavLst>
                                        </p:anim>
                                        <p:animEffect transition="in" filter="fade">
                                          <p:cBhvr>
                                            <p:cTn id="75" dur="500"/>
                                            <p:tgtEl>
                                              <p:spTgt spid="12"/>
                                            </p:tgtEl>
                                          </p:cBhvr>
                                        </p:animEffect>
                                      </p:childTnLst>
                                    </p:cTn>
                                  </p:par>
                                  <p:par>
                                    <p:cTn id="76" presetID="53" presetClass="entr" presetSubtype="16" fill="hold" grpId="0" nodeType="withEffect">
                                      <p:stCondLst>
                                        <p:cond delay="1000"/>
                                      </p:stCondLst>
                                      <p:childTnLst>
                                        <p:set>
                                          <p:cBhvr>
                                            <p:cTn id="77" dur="1" fill="hold">
                                              <p:stCondLst>
                                                <p:cond delay="0"/>
                                              </p:stCondLst>
                                            </p:cTn>
                                            <p:tgtEl>
                                              <p:spTgt spid="13"/>
                                            </p:tgtEl>
                                            <p:attrNameLst>
                                              <p:attrName>style.visibility</p:attrName>
                                            </p:attrNameLst>
                                          </p:cBhvr>
                                          <p:to>
                                            <p:strVal val="visible"/>
                                          </p:to>
                                        </p:set>
                                        <p:anim calcmode="lin" valueType="num">
                                          <p:cBhvr>
                                            <p:cTn id="78" dur="500" fill="hold"/>
                                            <p:tgtEl>
                                              <p:spTgt spid="13"/>
                                            </p:tgtEl>
                                            <p:attrNameLst>
                                              <p:attrName>ppt_w</p:attrName>
                                            </p:attrNameLst>
                                          </p:cBhvr>
                                          <p:tavLst>
                                            <p:tav tm="0">
                                              <p:val>
                                                <p:fltVal val="0"/>
                                              </p:val>
                                            </p:tav>
                                            <p:tav tm="100000">
                                              <p:val>
                                                <p:strVal val="#ppt_w"/>
                                              </p:val>
                                            </p:tav>
                                          </p:tavLst>
                                        </p:anim>
                                        <p:anim calcmode="lin" valueType="num">
                                          <p:cBhvr>
                                            <p:cTn id="79" dur="500" fill="hold"/>
                                            <p:tgtEl>
                                              <p:spTgt spid="13"/>
                                            </p:tgtEl>
                                            <p:attrNameLst>
                                              <p:attrName>ppt_h</p:attrName>
                                            </p:attrNameLst>
                                          </p:cBhvr>
                                          <p:tavLst>
                                            <p:tav tm="0">
                                              <p:val>
                                                <p:fltVal val="0"/>
                                              </p:val>
                                            </p:tav>
                                            <p:tav tm="100000">
                                              <p:val>
                                                <p:strVal val="#ppt_h"/>
                                              </p:val>
                                            </p:tav>
                                          </p:tavLst>
                                        </p:anim>
                                        <p:animEffect transition="in" filter="fade">
                                          <p:cBhvr>
                                            <p:cTn id="80" dur="500"/>
                                            <p:tgtEl>
                                              <p:spTgt spid="13"/>
                                            </p:tgtEl>
                                          </p:cBhvr>
                                        </p:animEffect>
                                      </p:childTnLst>
                                    </p:cTn>
                                  </p:par>
                                  <p:par>
                                    <p:cTn id="81" presetID="53" presetClass="entr" presetSubtype="16" fill="hold" grpId="0" nodeType="withEffect">
                                      <p:stCondLst>
                                        <p:cond delay="1250"/>
                                      </p:stCondLst>
                                      <p:childTnLst>
                                        <p:set>
                                          <p:cBhvr>
                                            <p:cTn id="82" dur="1" fill="hold">
                                              <p:stCondLst>
                                                <p:cond delay="0"/>
                                              </p:stCondLst>
                                            </p:cTn>
                                            <p:tgtEl>
                                              <p:spTgt spid="31"/>
                                            </p:tgtEl>
                                            <p:attrNameLst>
                                              <p:attrName>style.visibility</p:attrName>
                                            </p:attrNameLst>
                                          </p:cBhvr>
                                          <p:to>
                                            <p:strVal val="visible"/>
                                          </p:to>
                                        </p:set>
                                        <p:anim calcmode="lin" valueType="num">
                                          <p:cBhvr>
                                            <p:cTn id="83" dur="500" fill="hold"/>
                                            <p:tgtEl>
                                              <p:spTgt spid="31"/>
                                            </p:tgtEl>
                                            <p:attrNameLst>
                                              <p:attrName>ppt_w</p:attrName>
                                            </p:attrNameLst>
                                          </p:cBhvr>
                                          <p:tavLst>
                                            <p:tav tm="0">
                                              <p:val>
                                                <p:fltVal val="0"/>
                                              </p:val>
                                            </p:tav>
                                            <p:tav tm="100000">
                                              <p:val>
                                                <p:strVal val="#ppt_w"/>
                                              </p:val>
                                            </p:tav>
                                          </p:tavLst>
                                        </p:anim>
                                        <p:anim calcmode="lin" valueType="num">
                                          <p:cBhvr>
                                            <p:cTn id="84" dur="500" fill="hold"/>
                                            <p:tgtEl>
                                              <p:spTgt spid="31"/>
                                            </p:tgtEl>
                                            <p:attrNameLst>
                                              <p:attrName>ppt_h</p:attrName>
                                            </p:attrNameLst>
                                          </p:cBhvr>
                                          <p:tavLst>
                                            <p:tav tm="0">
                                              <p:val>
                                                <p:fltVal val="0"/>
                                              </p:val>
                                            </p:tav>
                                            <p:tav tm="100000">
                                              <p:val>
                                                <p:strVal val="#ppt_h"/>
                                              </p:val>
                                            </p:tav>
                                          </p:tavLst>
                                        </p:anim>
                                        <p:animEffect transition="in" filter="fade">
                                          <p:cBhvr>
                                            <p:cTn id="85" dur="500"/>
                                            <p:tgtEl>
                                              <p:spTgt spid="31"/>
                                            </p:tgtEl>
                                          </p:cBhvr>
                                        </p:animEffect>
                                      </p:childTnLst>
                                    </p:cTn>
                                  </p:par>
                                  <p:par>
                                    <p:cTn id="86" presetID="53" presetClass="entr" presetSubtype="16" fill="hold" grpId="0" nodeType="withEffect">
                                      <p:stCondLst>
                                        <p:cond delay="1500"/>
                                      </p:stCondLst>
                                      <p:childTnLst>
                                        <p:set>
                                          <p:cBhvr>
                                            <p:cTn id="87" dur="1" fill="hold">
                                              <p:stCondLst>
                                                <p:cond delay="0"/>
                                              </p:stCondLst>
                                            </p:cTn>
                                            <p:tgtEl>
                                              <p:spTgt spid="30"/>
                                            </p:tgtEl>
                                            <p:attrNameLst>
                                              <p:attrName>style.visibility</p:attrName>
                                            </p:attrNameLst>
                                          </p:cBhvr>
                                          <p:to>
                                            <p:strVal val="visible"/>
                                          </p:to>
                                        </p:set>
                                        <p:anim calcmode="lin" valueType="num">
                                          <p:cBhvr>
                                            <p:cTn id="88" dur="500" fill="hold"/>
                                            <p:tgtEl>
                                              <p:spTgt spid="30"/>
                                            </p:tgtEl>
                                            <p:attrNameLst>
                                              <p:attrName>ppt_w</p:attrName>
                                            </p:attrNameLst>
                                          </p:cBhvr>
                                          <p:tavLst>
                                            <p:tav tm="0">
                                              <p:val>
                                                <p:fltVal val="0"/>
                                              </p:val>
                                            </p:tav>
                                            <p:tav tm="100000">
                                              <p:val>
                                                <p:strVal val="#ppt_w"/>
                                              </p:val>
                                            </p:tav>
                                          </p:tavLst>
                                        </p:anim>
                                        <p:anim calcmode="lin" valueType="num">
                                          <p:cBhvr>
                                            <p:cTn id="89" dur="500" fill="hold"/>
                                            <p:tgtEl>
                                              <p:spTgt spid="30"/>
                                            </p:tgtEl>
                                            <p:attrNameLst>
                                              <p:attrName>ppt_h</p:attrName>
                                            </p:attrNameLst>
                                          </p:cBhvr>
                                          <p:tavLst>
                                            <p:tav tm="0">
                                              <p:val>
                                                <p:fltVal val="0"/>
                                              </p:val>
                                            </p:tav>
                                            <p:tav tm="100000">
                                              <p:val>
                                                <p:strVal val="#ppt_h"/>
                                              </p:val>
                                            </p:tav>
                                          </p:tavLst>
                                        </p:anim>
                                        <p:animEffect transition="in" filter="fade">
                                          <p:cBhvr>
                                            <p:cTn id="90" dur="500"/>
                                            <p:tgtEl>
                                              <p:spTgt spid="30"/>
                                            </p:tgtEl>
                                          </p:cBhvr>
                                        </p:animEffect>
                                      </p:childTnLst>
                                    </p:cTn>
                                  </p:par>
                                  <p:par>
                                    <p:cTn id="91" presetID="53" presetClass="entr" presetSubtype="16" fill="hold" grpId="0" nodeType="withEffect">
                                      <p:stCondLst>
                                        <p:cond delay="1750"/>
                                      </p:stCondLst>
                                      <p:childTnLst>
                                        <p:set>
                                          <p:cBhvr>
                                            <p:cTn id="92" dur="1" fill="hold">
                                              <p:stCondLst>
                                                <p:cond delay="0"/>
                                              </p:stCondLst>
                                            </p:cTn>
                                            <p:tgtEl>
                                              <p:spTgt spid="29"/>
                                            </p:tgtEl>
                                            <p:attrNameLst>
                                              <p:attrName>style.visibility</p:attrName>
                                            </p:attrNameLst>
                                          </p:cBhvr>
                                          <p:to>
                                            <p:strVal val="visible"/>
                                          </p:to>
                                        </p:set>
                                        <p:anim calcmode="lin" valueType="num">
                                          <p:cBhvr>
                                            <p:cTn id="93" dur="500" fill="hold"/>
                                            <p:tgtEl>
                                              <p:spTgt spid="29"/>
                                            </p:tgtEl>
                                            <p:attrNameLst>
                                              <p:attrName>ppt_w</p:attrName>
                                            </p:attrNameLst>
                                          </p:cBhvr>
                                          <p:tavLst>
                                            <p:tav tm="0">
                                              <p:val>
                                                <p:fltVal val="0"/>
                                              </p:val>
                                            </p:tav>
                                            <p:tav tm="100000">
                                              <p:val>
                                                <p:strVal val="#ppt_w"/>
                                              </p:val>
                                            </p:tav>
                                          </p:tavLst>
                                        </p:anim>
                                        <p:anim calcmode="lin" valueType="num">
                                          <p:cBhvr>
                                            <p:cTn id="94" dur="500" fill="hold"/>
                                            <p:tgtEl>
                                              <p:spTgt spid="29"/>
                                            </p:tgtEl>
                                            <p:attrNameLst>
                                              <p:attrName>ppt_h</p:attrName>
                                            </p:attrNameLst>
                                          </p:cBhvr>
                                          <p:tavLst>
                                            <p:tav tm="0">
                                              <p:val>
                                                <p:fltVal val="0"/>
                                              </p:val>
                                            </p:tav>
                                            <p:tav tm="100000">
                                              <p:val>
                                                <p:strVal val="#ppt_h"/>
                                              </p:val>
                                            </p:tav>
                                          </p:tavLst>
                                        </p:anim>
                                        <p:animEffect transition="in" filter="fade">
                                          <p:cBhvr>
                                            <p:cTn id="95" dur="500"/>
                                            <p:tgtEl>
                                              <p:spTgt spid="29"/>
                                            </p:tgtEl>
                                          </p:cBhvr>
                                        </p:animEffect>
                                      </p:childTnLst>
                                    </p:cTn>
                                  </p:par>
                                  <p:par>
                                    <p:cTn id="96" presetID="53" presetClass="entr" presetSubtype="16" fill="hold" nodeType="withEffect">
                                      <p:stCondLst>
                                        <p:cond delay="500"/>
                                      </p:stCondLst>
                                      <p:childTnLst>
                                        <p:set>
                                          <p:cBhvr>
                                            <p:cTn id="97" dur="1" fill="hold">
                                              <p:stCondLst>
                                                <p:cond delay="0"/>
                                              </p:stCondLst>
                                            </p:cTn>
                                            <p:tgtEl>
                                              <p:spTgt spid="2"/>
                                            </p:tgtEl>
                                            <p:attrNameLst>
                                              <p:attrName>style.visibility</p:attrName>
                                            </p:attrNameLst>
                                          </p:cBhvr>
                                          <p:to>
                                            <p:strVal val="visible"/>
                                          </p:to>
                                        </p:set>
                                        <p:anim calcmode="lin" valueType="num">
                                          <p:cBhvr>
                                            <p:cTn id="98" dur="500" fill="hold"/>
                                            <p:tgtEl>
                                              <p:spTgt spid="2"/>
                                            </p:tgtEl>
                                            <p:attrNameLst>
                                              <p:attrName>ppt_w</p:attrName>
                                            </p:attrNameLst>
                                          </p:cBhvr>
                                          <p:tavLst>
                                            <p:tav tm="0">
                                              <p:val>
                                                <p:fltVal val="0"/>
                                              </p:val>
                                            </p:tav>
                                            <p:tav tm="100000">
                                              <p:val>
                                                <p:strVal val="#ppt_w"/>
                                              </p:val>
                                            </p:tav>
                                          </p:tavLst>
                                        </p:anim>
                                        <p:anim calcmode="lin" valueType="num">
                                          <p:cBhvr>
                                            <p:cTn id="99" dur="500" fill="hold"/>
                                            <p:tgtEl>
                                              <p:spTgt spid="2"/>
                                            </p:tgtEl>
                                            <p:attrNameLst>
                                              <p:attrName>ppt_h</p:attrName>
                                            </p:attrNameLst>
                                          </p:cBhvr>
                                          <p:tavLst>
                                            <p:tav tm="0">
                                              <p:val>
                                                <p:fltVal val="0"/>
                                              </p:val>
                                            </p:tav>
                                            <p:tav tm="100000">
                                              <p:val>
                                                <p:strVal val="#ppt_h"/>
                                              </p:val>
                                            </p:tav>
                                          </p:tavLst>
                                        </p:anim>
                                        <p:animEffect transition="in" filter="fade">
                                          <p:cBhvr>
                                            <p:cTn id="100" dur="500"/>
                                            <p:tgtEl>
                                              <p:spTgt spid="2"/>
                                            </p:tgtEl>
                                          </p:cBhvr>
                                        </p:animEffect>
                                      </p:childTnLst>
                                    </p:cTn>
                                  </p:par>
                                  <p:par>
                                    <p:cTn id="101" presetID="53" presetClass="entr" presetSubtype="16" fill="hold" nodeType="withEffect">
                                      <p:stCondLst>
                                        <p:cond delay="750"/>
                                      </p:stCondLst>
                                      <p:childTnLst>
                                        <p:set>
                                          <p:cBhvr>
                                            <p:cTn id="102" dur="1" fill="hold">
                                              <p:stCondLst>
                                                <p:cond delay="0"/>
                                              </p:stCondLst>
                                            </p:cTn>
                                            <p:tgtEl>
                                              <p:spTgt spid="3"/>
                                            </p:tgtEl>
                                            <p:attrNameLst>
                                              <p:attrName>style.visibility</p:attrName>
                                            </p:attrNameLst>
                                          </p:cBhvr>
                                          <p:to>
                                            <p:strVal val="visible"/>
                                          </p:to>
                                        </p:set>
                                        <p:anim calcmode="lin" valueType="num">
                                          <p:cBhvr>
                                            <p:cTn id="103" dur="500" fill="hold"/>
                                            <p:tgtEl>
                                              <p:spTgt spid="3"/>
                                            </p:tgtEl>
                                            <p:attrNameLst>
                                              <p:attrName>ppt_w</p:attrName>
                                            </p:attrNameLst>
                                          </p:cBhvr>
                                          <p:tavLst>
                                            <p:tav tm="0">
                                              <p:val>
                                                <p:fltVal val="0"/>
                                              </p:val>
                                            </p:tav>
                                            <p:tav tm="100000">
                                              <p:val>
                                                <p:strVal val="#ppt_w"/>
                                              </p:val>
                                            </p:tav>
                                          </p:tavLst>
                                        </p:anim>
                                        <p:anim calcmode="lin" valueType="num">
                                          <p:cBhvr>
                                            <p:cTn id="104" dur="500" fill="hold"/>
                                            <p:tgtEl>
                                              <p:spTgt spid="3"/>
                                            </p:tgtEl>
                                            <p:attrNameLst>
                                              <p:attrName>ppt_h</p:attrName>
                                            </p:attrNameLst>
                                          </p:cBhvr>
                                          <p:tavLst>
                                            <p:tav tm="0">
                                              <p:val>
                                                <p:fltVal val="0"/>
                                              </p:val>
                                            </p:tav>
                                            <p:tav tm="100000">
                                              <p:val>
                                                <p:strVal val="#ppt_h"/>
                                              </p:val>
                                            </p:tav>
                                          </p:tavLst>
                                        </p:anim>
                                        <p:animEffect transition="in" filter="fade">
                                          <p:cBhvr>
                                            <p:cTn id="105" dur="500"/>
                                            <p:tgtEl>
                                              <p:spTgt spid="3"/>
                                            </p:tgtEl>
                                          </p:cBhvr>
                                        </p:animEffect>
                                      </p:childTnLst>
                                    </p:cTn>
                                  </p:par>
                                  <p:par>
                                    <p:cTn id="106" presetID="53" presetClass="entr" presetSubtype="16" fill="hold" nodeType="withEffect">
                                      <p:stCondLst>
                                        <p:cond delay="1000"/>
                                      </p:stCondLst>
                                      <p:childTnLst>
                                        <p:set>
                                          <p:cBhvr>
                                            <p:cTn id="107" dur="1" fill="hold">
                                              <p:stCondLst>
                                                <p:cond delay="0"/>
                                              </p:stCondLst>
                                            </p:cTn>
                                            <p:tgtEl>
                                              <p:spTgt spid="4"/>
                                            </p:tgtEl>
                                            <p:attrNameLst>
                                              <p:attrName>style.visibility</p:attrName>
                                            </p:attrNameLst>
                                          </p:cBhvr>
                                          <p:to>
                                            <p:strVal val="visible"/>
                                          </p:to>
                                        </p:set>
                                        <p:anim calcmode="lin" valueType="num">
                                          <p:cBhvr>
                                            <p:cTn id="108" dur="500" fill="hold"/>
                                            <p:tgtEl>
                                              <p:spTgt spid="4"/>
                                            </p:tgtEl>
                                            <p:attrNameLst>
                                              <p:attrName>ppt_w</p:attrName>
                                            </p:attrNameLst>
                                          </p:cBhvr>
                                          <p:tavLst>
                                            <p:tav tm="0">
                                              <p:val>
                                                <p:fltVal val="0"/>
                                              </p:val>
                                            </p:tav>
                                            <p:tav tm="100000">
                                              <p:val>
                                                <p:strVal val="#ppt_w"/>
                                              </p:val>
                                            </p:tav>
                                          </p:tavLst>
                                        </p:anim>
                                        <p:anim calcmode="lin" valueType="num">
                                          <p:cBhvr>
                                            <p:cTn id="109" dur="500" fill="hold"/>
                                            <p:tgtEl>
                                              <p:spTgt spid="4"/>
                                            </p:tgtEl>
                                            <p:attrNameLst>
                                              <p:attrName>ppt_h</p:attrName>
                                            </p:attrNameLst>
                                          </p:cBhvr>
                                          <p:tavLst>
                                            <p:tav tm="0">
                                              <p:val>
                                                <p:fltVal val="0"/>
                                              </p:val>
                                            </p:tav>
                                            <p:tav tm="100000">
                                              <p:val>
                                                <p:strVal val="#ppt_h"/>
                                              </p:val>
                                            </p:tav>
                                          </p:tavLst>
                                        </p:anim>
                                        <p:animEffect transition="in" filter="fade">
                                          <p:cBhvr>
                                            <p:cTn id="110" dur="500"/>
                                            <p:tgtEl>
                                              <p:spTgt spid="4"/>
                                            </p:tgtEl>
                                          </p:cBhvr>
                                        </p:animEffect>
                                      </p:childTnLst>
                                    </p:cTn>
                                  </p:par>
                                  <p:par>
                                    <p:cTn id="111" presetID="53" presetClass="entr" presetSubtype="16" fill="hold" nodeType="withEffect">
                                      <p:stCondLst>
                                        <p:cond delay="1250"/>
                                      </p:stCondLst>
                                      <p:childTnLst>
                                        <p:set>
                                          <p:cBhvr>
                                            <p:cTn id="112" dur="1" fill="hold">
                                              <p:stCondLst>
                                                <p:cond delay="0"/>
                                              </p:stCondLst>
                                            </p:cTn>
                                            <p:tgtEl>
                                              <p:spTgt spid="5"/>
                                            </p:tgtEl>
                                            <p:attrNameLst>
                                              <p:attrName>style.visibility</p:attrName>
                                            </p:attrNameLst>
                                          </p:cBhvr>
                                          <p:to>
                                            <p:strVal val="visible"/>
                                          </p:to>
                                        </p:set>
                                        <p:anim calcmode="lin" valueType="num">
                                          <p:cBhvr>
                                            <p:cTn id="113" dur="500" fill="hold"/>
                                            <p:tgtEl>
                                              <p:spTgt spid="5"/>
                                            </p:tgtEl>
                                            <p:attrNameLst>
                                              <p:attrName>ppt_w</p:attrName>
                                            </p:attrNameLst>
                                          </p:cBhvr>
                                          <p:tavLst>
                                            <p:tav tm="0">
                                              <p:val>
                                                <p:fltVal val="0"/>
                                              </p:val>
                                            </p:tav>
                                            <p:tav tm="100000">
                                              <p:val>
                                                <p:strVal val="#ppt_w"/>
                                              </p:val>
                                            </p:tav>
                                          </p:tavLst>
                                        </p:anim>
                                        <p:anim calcmode="lin" valueType="num">
                                          <p:cBhvr>
                                            <p:cTn id="114" dur="500" fill="hold"/>
                                            <p:tgtEl>
                                              <p:spTgt spid="5"/>
                                            </p:tgtEl>
                                            <p:attrNameLst>
                                              <p:attrName>ppt_h</p:attrName>
                                            </p:attrNameLst>
                                          </p:cBhvr>
                                          <p:tavLst>
                                            <p:tav tm="0">
                                              <p:val>
                                                <p:fltVal val="0"/>
                                              </p:val>
                                            </p:tav>
                                            <p:tav tm="100000">
                                              <p:val>
                                                <p:strVal val="#ppt_h"/>
                                              </p:val>
                                            </p:tav>
                                          </p:tavLst>
                                        </p:anim>
                                        <p:animEffect transition="in" filter="fade">
                                          <p:cBhvr>
                                            <p:cTn id="115" dur="500"/>
                                            <p:tgtEl>
                                              <p:spTgt spid="5"/>
                                            </p:tgtEl>
                                          </p:cBhvr>
                                        </p:animEffect>
                                      </p:childTnLst>
                                    </p:cTn>
                                  </p:par>
                                  <p:par>
                                    <p:cTn id="116" presetID="53" presetClass="entr" presetSubtype="16" fill="hold" nodeType="withEffect">
                                      <p:stCondLst>
                                        <p:cond delay="1500"/>
                                      </p:stCondLst>
                                      <p:childTnLst>
                                        <p:set>
                                          <p:cBhvr>
                                            <p:cTn id="117" dur="1" fill="hold">
                                              <p:stCondLst>
                                                <p:cond delay="0"/>
                                              </p:stCondLst>
                                            </p:cTn>
                                            <p:tgtEl>
                                              <p:spTgt spid="16"/>
                                            </p:tgtEl>
                                            <p:attrNameLst>
                                              <p:attrName>style.visibility</p:attrName>
                                            </p:attrNameLst>
                                          </p:cBhvr>
                                          <p:to>
                                            <p:strVal val="visible"/>
                                          </p:to>
                                        </p:set>
                                        <p:anim calcmode="lin" valueType="num">
                                          <p:cBhvr>
                                            <p:cTn id="118" dur="500" fill="hold"/>
                                            <p:tgtEl>
                                              <p:spTgt spid="16"/>
                                            </p:tgtEl>
                                            <p:attrNameLst>
                                              <p:attrName>ppt_w</p:attrName>
                                            </p:attrNameLst>
                                          </p:cBhvr>
                                          <p:tavLst>
                                            <p:tav tm="0">
                                              <p:val>
                                                <p:fltVal val="0"/>
                                              </p:val>
                                            </p:tav>
                                            <p:tav tm="100000">
                                              <p:val>
                                                <p:strVal val="#ppt_w"/>
                                              </p:val>
                                            </p:tav>
                                          </p:tavLst>
                                        </p:anim>
                                        <p:anim calcmode="lin" valueType="num">
                                          <p:cBhvr>
                                            <p:cTn id="119" dur="500" fill="hold"/>
                                            <p:tgtEl>
                                              <p:spTgt spid="16"/>
                                            </p:tgtEl>
                                            <p:attrNameLst>
                                              <p:attrName>ppt_h</p:attrName>
                                            </p:attrNameLst>
                                          </p:cBhvr>
                                          <p:tavLst>
                                            <p:tav tm="0">
                                              <p:val>
                                                <p:fltVal val="0"/>
                                              </p:val>
                                            </p:tav>
                                            <p:tav tm="100000">
                                              <p:val>
                                                <p:strVal val="#ppt_h"/>
                                              </p:val>
                                            </p:tav>
                                          </p:tavLst>
                                        </p:anim>
                                        <p:animEffect transition="in" filter="fade">
                                          <p:cBhvr>
                                            <p:cTn id="120" dur="500"/>
                                            <p:tgtEl>
                                              <p:spTgt spid="16"/>
                                            </p:tgtEl>
                                          </p:cBhvr>
                                        </p:animEffect>
                                      </p:childTnLst>
                                    </p:cTn>
                                  </p:par>
                                  <p:par>
                                    <p:cTn id="121" presetID="53" presetClass="entr" presetSubtype="16" fill="hold" nodeType="withEffect">
                                      <p:stCondLst>
                                        <p:cond delay="1750"/>
                                      </p:stCondLst>
                                      <p:childTnLst>
                                        <p:set>
                                          <p:cBhvr>
                                            <p:cTn id="122" dur="1" fill="hold">
                                              <p:stCondLst>
                                                <p:cond delay="0"/>
                                              </p:stCondLst>
                                            </p:cTn>
                                            <p:tgtEl>
                                              <p:spTgt spid="81"/>
                                            </p:tgtEl>
                                            <p:attrNameLst>
                                              <p:attrName>style.visibility</p:attrName>
                                            </p:attrNameLst>
                                          </p:cBhvr>
                                          <p:to>
                                            <p:strVal val="visible"/>
                                          </p:to>
                                        </p:set>
                                        <p:anim calcmode="lin" valueType="num">
                                          <p:cBhvr>
                                            <p:cTn id="123" dur="500" fill="hold"/>
                                            <p:tgtEl>
                                              <p:spTgt spid="81"/>
                                            </p:tgtEl>
                                            <p:attrNameLst>
                                              <p:attrName>ppt_w</p:attrName>
                                            </p:attrNameLst>
                                          </p:cBhvr>
                                          <p:tavLst>
                                            <p:tav tm="0">
                                              <p:val>
                                                <p:fltVal val="0"/>
                                              </p:val>
                                            </p:tav>
                                            <p:tav tm="100000">
                                              <p:val>
                                                <p:strVal val="#ppt_w"/>
                                              </p:val>
                                            </p:tav>
                                          </p:tavLst>
                                        </p:anim>
                                        <p:anim calcmode="lin" valueType="num">
                                          <p:cBhvr>
                                            <p:cTn id="124" dur="500" fill="hold"/>
                                            <p:tgtEl>
                                              <p:spTgt spid="81"/>
                                            </p:tgtEl>
                                            <p:attrNameLst>
                                              <p:attrName>ppt_h</p:attrName>
                                            </p:attrNameLst>
                                          </p:cBhvr>
                                          <p:tavLst>
                                            <p:tav tm="0">
                                              <p:val>
                                                <p:fltVal val="0"/>
                                              </p:val>
                                            </p:tav>
                                            <p:tav tm="100000">
                                              <p:val>
                                                <p:strVal val="#ppt_h"/>
                                              </p:val>
                                            </p:tav>
                                          </p:tavLst>
                                        </p:anim>
                                        <p:animEffect transition="in" filter="fade">
                                          <p:cBhvr>
                                            <p:cTn id="125" dur="500"/>
                                            <p:tgtEl>
                                              <p:spTgt spid="81"/>
                                            </p:tgtEl>
                                          </p:cBhvr>
                                        </p:animEffect>
                                      </p:childTnLst>
                                    </p:cTn>
                                  </p:par>
                                  <p:par>
                                    <p:cTn id="126" presetID="2" presetClass="entr" presetSubtype="2" fill="hold" grpId="0" nodeType="withEffect" p14:presetBounceEnd="67000">
                                      <p:stCondLst>
                                        <p:cond delay="500"/>
                                      </p:stCondLst>
                                      <p:childTnLst>
                                        <p:set>
                                          <p:cBhvr>
                                            <p:cTn id="127" dur="1" fill="hold">
                                              <p:stCondLst>
                                                <p:cond delay="0"/>
                                              </p:stCondLst>
                                            </p:cTn>
                                            <p:tgtEl>
                                              <p:spTgt spid="18"/>
                                            </p:tgtEl>
                                            <p:attrNameLst>
                                              <p:attrName>style.visibility</p:attrName>
                                            </p:attrNameLst>
                                          </p:cBhvr>
                                          <p:to>
                                            <p:strVal val="visible"/>
                                          </p:to>
                                        </p:set>
                                        <p:anim calcmode="lin" valueType="num" p14:bounceEnd="67000">
                                          <p:cBhvr additive="base">
                                            <p:cTn id="128" dur="1000" fill="hold"/>
                                            <p:tgtEl>
                                              <p:spTgt spid="18"/>
                                            </p:tgtEl>
                                            <p:attrNameLst>
                                              <p:attrName>ppt_x</p:attrName>
                                            </p:attrNameLst>
                                          </p:cBhvr>
                                          <p:tavLst>
                                            <p:tav tm="0">
                                              <p:val>
                                                <p:strVal val="1+#ppt_w/2"/>
                                              </p:val>
                                            </p:tav>
                                            <p:tav tm="100000">
                                              <p:val>
                                                <p:strVal val="#ppt_x"/>
                                              </p:val>
                                            </p:tav>
                                          </p:tavLst>
                                        </p:anim>
                                        <p:anim calcmode="lin" valueType="num" p14:bounceEnd="67000">
                                          <p:cBhvr additive="base">
                                            <p:cTn id="129" dur="1000" fill="hold"/>
                                            <p:tgtEl>
                                              <p:spTgt spid="18"/>
                                            </p:tgtEl>
                                            <p:attrNameLst>
                                              <p:attrName>ppt_y</p:attrName>
                                            </p:attrNameLst>
                                          </p:cBhvr>
                                          <p:tavLst>
                                            <p:tav tm="0">
                                              <p:val>
                                                <p:strVal val="#ppt_y"/>
                                              </p:val>
                                            </p:tav>
                                            <p:tav tm="100000">
                                              <p:val>
                                                <p:strVal val="#ppt_y"/>
                                              </p:val>
                                            </p:tav>
                                          </p:tavLst>
                                        </p:anim>
                                      </p:childTnLst>
                                    </p:cTn>
                                  </p:par>
                                  <p:par>
                                    <p:cTn id="130" presetID="2" presetClass="entr" presetSubtype="2" fill="hold" grpId="0" nodeType="withEffect" p14:presetBounceEnd="67000">
                                      <p:stCondLst>
                                        <p:cond delay="750"/>
                                      </p:stCondLst>
                                      <p:childTnLst>
                                        <p:set>
                                          <p:cBhvr>
                                            <p:cTn id="131" dur="1" fill="hold">
                                              <p:stCondLst>
                                                <p:cond delay="0"/>
                                              </p:stCondLst>
                                            </p:cTn>
                                            <p:tgtEl>
                                              <p:spTgt spid="21"/>
                                            </p:tgtEl>
                                            <p:attrNameLst>
                                              <p:attrName>style.visibility</p:attrName>
                                            </p:attrNameLst>
                                          </p:cBhvr>
                                          <p:to>
                                            <p:strVal val="visible"/>
                                          </p:to>
                                        </p:set>
                                        <p:anim calcmode="lin" valueType="num" p14:bounceEnd="67000">
                                          <p:cBhvr additive="base">
                                            <p:cTn id="132" dur="1000" fill="hold"/>
                                            <p:tgtEl>
                                              <p:spTgt spid="21"/>
                                            </p:tgtEl>
                                            <p:attrNameLst>
                                              <p:attrName>ppt_x</p:attrName>
                                            </p:attrNameLst>
                                          </p:cBhvr>
                                          <p:tavLst>
                                            <p:tav tm="0">
                                              <p:val>
                                                <p:strVal val="1+#ppt_w/2"/>
                                              </p:val>
                                            </p:tav>
                                            <p:tav tm="100000">
                                              <p:val>
                                                <p:strVal val="#ppt_x"/>
                                              </p:val>
                                            </p:tav>
                                          </p:tavLst>
                                        </p:anim>
                                        <p:anim calcmode="lin" valueType="num" p14:bounceEnd="67000">
                                          <p:cBhvr additive="base">
                                            <p:cTn id="133" dur="1000" fill="hold"/>
                                            <p:tgtEl>
                                              <p:spTgt spid="21"/>
                                            </p:tgtEl>
                                            <p:attrNameLst>
                                              <p:attrName>ppt_y</p:attrName>
                                            </p:attrNameLst>
                                          </p:cBhvr>
                                          <p:tavLst>
                                            <p:tav tm="0">
                                              <p:val>
                                                <p:strVal val="#ppt_y"/>
                                              </p:val>
                                            </p:tav>
                                            <p:tav tm="100000">
                                              <p:val>
                                                <p:strVal val="#ppt_y"/>
                                              </p:val>
                                            </p:tav>
                                          </p:tavLst>
                                        </p:anim>
                                      </p:childTnLst>
                                    </p:cTn>
                                  </p:par>
                                  <p:par>
                                    <p:cTn id="134" presetID="2" presetClass="entr" presetSubtype="2" fill="hold" grpId="0" nodeType="withEffect" p14:presetBounceEnd="67000">
                                      <p:stCondLst>
                                        <p:cond delay="1000"/>
                                      </p:stCondLst>
                                      <p:childTnLst>
                                        <p:set>
                                          <p:cBhvr>
                                            <p:cTn id="135" dur="1" fill="hold">
                                              <p:stCondLst>
                                                <p:cond delay="0"/>
                                              </p:stCondLst>
                                            </p:cTn>
                                            <p:tgtEl>
                                              <p:spTgt spid="24"/>
                                            </p:tgtEl>
                                            <p:attrNameLst>
                                              <p:attrName>style.visibility</p:attrName>
                                            </p:attrNameLst>
                                          </p:cBhvr>
                                          <p:to>
                                            <p:strVal val="visible"/>
                                          </p:to>
                                        </p:set>
                                        <p:anim calcmode="lin" valueType="num" p14:bounceEnd="67000">
                                          <p:cBhvr additive="base">
                                            <p:cTn id="136" dur="1000" fill="hold"/>
                                            <p:tgtEl>
                                              <p:spTgt spid="24"/>
                                            </p:tgtEl>
                                            <p:attrNameLst>
                                              <p:attrName>ppt_x</p:attrName>
                                            </p:attrNameLst>
                                          </p:cBhvr>
                                          <p:tavLst>
                                            <p:tav tm="0">
                                              <p:val>
                                                <p:strVal val="1+#ppt_w/2"/>
                                              </p:val>
                                            </p:tav>
                                            <p:tav tm="100000">
                                              <p:val>
                                                <p:strVal val="#ppt_x"/>
                                              </p:val>
                                            </p:tav>
                                          </p:tavLst>
                                        </p:anim>
                                        <p:anim calcmode="lin" valueType="num" p14:bounceEnd="67000">
                                          <p:cBhvr additive="base">
                                            <p:cTn id="137" dur="1000" fill="hold"/>
                                            <p:tgtEl>
                                              <p:spTgt spid="24"/>
                                            </p:tgtEl>
                                            <p:attrNameLst>
                                              <p:attrName>ppt_y</p:attrName>
                                            </p:attrNameLst>
                                          </p:cBhvr>
                                          <p:tavLst>
                                            <p:tav tm="0">
                                              <p:val>
                                                <p:strVal val="#ppt_y"/>
                                              </p:val>
                                            </p:tav>
                                            <p:tav tm="100000">
                                              <p:val>
                                                <p:strVal val="#ppt_y"/>
                                              </p:val>
                                            </p:tav>
                                          </p:tavLst>
                                        </p:anim>
                                      </p:childTnLst>
                                    </p:cTn>
                                  </p:par>
                                  <p:par>
                                    <p:cTn id="138" presetID="2" presetClass="entr" presetSubtype="8" fill="hold" grpId="0" nodeType="withEffect" p14:presetBounceEnd="67000">
                                      <p:stCondLst>
                                        <p:cond delay="1250"/>
                                      </p:stCondLst>
                                      <p:childTnLst>
                                        <p:set>
                                          <p:cBhvr>
                                            <p:cTn id="139" dur="1" fill="hold">
                                              <p:stCondLst>
                                                <p:cond delay="0"/>
                                              </p:stCondLst>
                                            </p:cTn>
                                            <p:tgtEl>
                                              <p:spTgt spid="39"/>
                                            </p:tgtEl>
                                            <p:attrNameLst>
                                              <p:attrName>style.visibility</p:attrName>
                                            </p:attrNameLst>
                                          </p:cBhvr>
                                          <p:to>
                                            <p:strVal val="visible"/>
                                          </p:to>
                                        </p:set>
                                        <p:anim calcmode="lin" valueType="num" p14:bounceEnd="67000">
                                          <p:cBhvr additive="base">
                                            <p:cTn id="140" dur="1000" fill="hold"/>
                                            <p:tgtEl>
                                              <p:spTgt spid="39"/>
                                            </p:tgtEl>
                                            <p:attrNameLst>
                                              <p:attrName>ppt_x</p:attrName>
                                            </p:attrNameLst>
                                          </p:cBhvr>
                                          <p:tavLst>
                                            <p:tav tm="0">
                                              <p:val>
                                                <p:strVal val="0-#ppt_w/2"/>
                                              </p:val>
                                            </p:tav>
                                            <p:tav tm="100000">
                                              <p:val>
                                                <p:strVal val="#ppt_x"/>
                                              </p:val>
                                            </p:tav>
                                          </p:tavLst>
                                        </p:anim>
                                        <p:anim calcmode="lin" valueType="num" p14:bounceEnd="67000">
                                          <p:cBhvr additive="base">
                                            <p:cTn id="141" dur="1000" fill="hold"/>
                                            <p:tgtEl>
                                              <p:spTgt spid="39"/>
                                            </p:tgtEl>
                                            <p:attrNameLst>
                                              <p:attrName>ppt_y</p:attrName>
                                            </p:attrNameLst>
                                          </p:cBhvr>
                                          <p:tavLst>
                                            <p:tav tm="0">
                                              <p:val>
                                                <p:strVal val="#ppt_y"/>
                                              </p:val>
                                            </p:tav>
                                            <p:tav tm="100000">
                                              <p:val>
                                                <p:strVal val="#ppt_y"/>
                                              </p:val>
                                            </p:tav>
                                          </p:tavLst>
                                        </p:anim>
                                      </p:childTnLst>
                                    </p:cTn>
                                  </p:par>
                                  <p:par>
                                    <p:cTn id="142" presetID="2" presetClass="entr" presetSubtype="8" fill="hold" grpId="0" nodeType="withEffect" p14:presetBounceEnd="67000">
                                      <p:stCondLst>
                                        <p:cond delay="1500"/>
                                      </p:stCondLst>
                                      <p:childTnLst>
                                        <p:set>
                                          <p:cBhvr>
                                            <p:cTn id="143" dur="1" fill="hold">
                                              <p:stCondLst>
                                                <p:cond delay="0"/>
                                              </p:stCondLst>
                                            </p:cTn>
                                            <p:tgtEl>
                                              <p:spTgt spid="37"/>
                                            </p:tgtEl>
                                            <p:attrNameLst>
                                              <p:attrName>style.visibility</p:attrName>
                                            </p:attrNameLst>
                                          </p:cBhvr>
                                          <p:to>
                                            <p:strVal val="visible"/>
                                          </p:to>
                                        </p:set>
                                        <p:anim calcmode="lin" valueType="num" p14:bounceEnd="67000">
                                          <p:cBhvr additive="base">
                                            <p:cTn id="144" dur="1000" fill="hold"/>
                                            <p:tgtEl>
                                              <p:spTgt spid="37"/>
                                            </p:tgtEl>
                                            <p:attrNameLst>
                                              <p:attrName>ppt_x</p:attrName>
                                            </p:attrNameLst>
                                          </p:cBhvr>
                                          <p:tavLst>
                                            <p:tav tm="0">
                                              <p:val>
                                                <p:strVal val="0-#ppt_w/2"/>
                                              </p:val>
                                            </p:tav>
                                            <p:tav tm="100000">
                                              <p:val>
                                                <p:strVal val="#ppt_x"/>
                                              </p:val>
                                            </p:tav>
                                          </p:tavLst>
                                        </p:anim>
                                        <p:anim calcmode="lin" valueType="num" p14:bounceEnd="67000">
                                          <p:cBhvr additive="base">
                                            <p:cTn id="145" dur="1000" fill="hold"/>
                                            <p:tgtEl>
                                              <p:spTgt spid="37"/>
                                            </p:tgtEl>
                                            <p:attrNameLst>
                                              <p:attrName>ppt_y</p:attrName>
                                            </p:attrNameLst>
                                          </p:cBhvr>
                                          <p:tavLst>
                                            <p:tav tm="0">
                                              <p:val>
                                                <p:strVal val="#ppt_y"/>
                                              </p:val>
                                            </p:tav>
                                            <p:tav tm="100000">
                                              <p:val>
                                                <p:strVal val="#ppt_y"/>
                                              </p:val>
                                            </p:tav>
                                          </p:tavLst>
                                        </p:anim>
                                      </p:childTnLst>
                                    </p:cTn>
                                  </p:par>
                                  <p:par>
                                    <p:cTn id="146" presetID="2" presetClass="entr" presetSubtype="8" fill="hold" grpId="0" nodeType="withEffect" p14:presetBounceEnd="67000">
                                      <p:stCondLst>
                                        <p:cond delay="1750"/>
                                      </p:stCondLst>
                                      <p:childTnLst>
                                        <p:set>
                                          <p:cBhvr>
                                            <p:cTn id="147" dur="1" fill="hold">
                                              <p:stCondLst>
                                                <p:cond delay="0"/>
                                              </p:stCondLst>
                                            </p:cTn>
                                            <p:tgtEl>
                                              <p:spTgt spid="35"/>
                                            </p:tgtEl>
                                            <p:attrNameLst>
                                              <p:attrName>style.visibility</p:attrName>
                                            </p:attrNameLst>
                                          </p:cBhvr>
                                          <p:to>
                                            <p:strVal val="visible"/>
                                          </p:to>
                                        </p:set>
                                        <p:anim calcmode="lin" valueType="num" p14:bounceEnd="67000">
                                          <p:cBhvr additive="base">
                                            <p:cTn id="148" dur="1000" fill="hold"/>
                                            <p:tgtEl>
                                              <p:spTgt spid="35"/>
                                            </p:tgtEl>
                                            <p:attrNameLst>
                                              <p:attrName>ppt_x</p:attrName>
                                            </p:attrNameLst>
                                          </p:cBhvr>
                                          <p:tavLst>
                                            <p:tav tm="0">
                                              <p:val>
                                                <p:strVal val="0-#ppt_w/2"/>
                                              </p:val>
                                            </p:tav>
                                            <p:tav tm="100000">
                                              <p:val>
                                                <p:strVal val="#ppt_x"/>
                                              </p:val>
                                            </p:tav>
                                          </p:tavLst>
                                        </p:anim>
                                        <p:anim calcmode="lin" valueType="num" p14:bounceEnd="67000">
                                          <p:cBhvr additive="base">
                                            <p:cTn id="149" dur="1000" fill="hold"/>
                                            <p:tgtEl>
                                              <p:spTgt spid="35"/>
                                            </p:tgtEl>
                                            <p:attrNameLst>
                                              <p:attrName>ppt_y</p:attrName>
                                            </p:attrNameLst>
                                          </p:cBhvr>
                                          <p:tavLst>
                                            <p:tav tm="0">
                                              <p:val>
                                                <p:strVal val="#ppt_y"/>
                                              </p:val>
                                            </p:tav>
                                            <p:tav tm="100000">
                                              <p:val>
                                                <p:strVal val="#ppt_y"/>
                                              </p:val>
                                            </p:tav>
                                          </p:tavLst>
                                        </p:anim>
                                      </p:childTnLst>
                                    </p:cTn>
                                  </p:par>
                                  <p:par>
                                    <p:cTn id="150" presetID="10" presetClass="entr" presetSubtype="0" fill="hold" grpId="0" nodeType="withEffect">
                                      <p:stCondLst>
                                        <p:cond delay="750"/>
                                      </p:stCondLst>
                                      <p:childTnLst>
                                        <p:set>
                                          <p:cBhvr>
                                            <p:cTn id="151" dur="1" fill="hold">
                                              <p:stCondLst>
                                                <p:cond delay="0"/>
                                              </p:stCondLst>
                                            </p:cTn>
                                            <p:tgtEl>
                                              <p:spTgt spid="54"/>
                                            </p:tgtEl>
                                            <p:attrNameLst>
                                              <p:attrName>style.visibility</p:attrName>
                                            </p:attrNameLst>
                                          </p:cBhvr>
                                          <p:to>
                                            <p:strVal val="visible"/>
                                          </p:to>
                                        </p:set>
                                        <p:animEffect transition="in" filter="fade">
                                          <p:cBhvr>
                                            <p:cTn id="152" dur="500"/>
                                            <p:tgtEl>
                                              <p:spTgt spid="54"/>
                                            </p:tgtEl>
                                          </p:cBhvr>
                                        </p:animEffect>
                                      </p:childTnLst>
                                    </p:cTn>
                                  </p:par>
                                  <p:par>
                                    <p:cTn id="153" presetID="10" presetClass="entr" presetSubtype="0" fill="hold" grpId="0" nodeType="withEffect">
                                      <p:stCondLst>
                                        <p:cond delay="1000"/>
                                      </p:stCondLst>
                                      <p:childTnLst>
                                        <p:set>
                                          <p:cBhvr>
                                            <p:cTn id="154" dur="1" fill="hold">
                                              <p:stCondLst>
                                                <p:cond delay="0"/>
                                              </p:stCondLst>
                                            </p:cTn>
                                            <p:tgtEl>
                                              <p:spTgt spid="53"/>
                                            </p:tgtEl>
                                            <p:attrNameLst>
                                              <p:attrName>style.visibility</p:attrName>
                                            </p:attrNameLst>
                                          </p:cBhvr>
                                          <p:to>
                                            <p:strVal val="visible"/>
                                          </p:to>
                                        </p:set>
                                        <p:animEffect transition="in" filter="fade">
                                          <p:cBhvr>
                                            <p:cTn id="155" dur="500"/>
                                            <p:tgtEl>
                                              <p:spTgt spid="53"/>
                                            </p:tgtEl>
                                          </p:cBhvr>
                                        </p:animEffect>
                                      </p:childTnLst>
                                    </p:cTn>
                                  </p:par>
                                  <p:par>
                                    <p:cTn id="156" presetID="10" presetClass="entr" presetSubtype="0" fill="hold" grpId="0" nodeType="withEffect">
                                      <p:stCondLst>
                                        <p:cond delay="1250"/>
                                      </p:stCondLst>
                                      <p:childTnLst>
                                        <p:set>
                                          <p:cBhvr>
                                            <p:cTn id="157" dur="1" fill="hold">
                                              <p:stCondLst>
                                                <p:cond delay="0"/>
                                              </p:stCondLst>
                                            </p:cTn>
                                            <p:tgtEl>
                                              <p:spTgt spid="55"/>
                                            </p:tgtEl>
                                            <p:attrNameLst>
                                              <p:attrName>style.visibility</p:attrName>
                                            </p:attrNameLst>
                                          </p:cBhvr>
                                          <p:to>
                                            <p:strVal val="visible"/>
                                          </p:to>
                                        </p:set>
                                        <p:animEffect transition="in" filter="fade">
                                          <p:cBhvr>
                                            <p:cTn id="158" dur="500"/>
                                            <p:tgtEl>
                                              <p:spTgt spid="55"/>
                                            </p:tgtEl>
                                          </p:cBhvr>
                                        </p:animEffect>
                                      </p:childTnLst>
                                    </p:cTn>
                                  </p:par>
                                  <p:par>
                                    <p:cTn id="159" presetID="10" presetClass="entr" presetSubtype="0" fill="hold" grpId="0" nodeType="withEffect">
                                      <p:stCondLst>
                                        <p:cond delay="1500"/>
                                      </p:stCondLst>
                                      <p:childTnLst>
                                        <p:set>
                                          <p:cBhvr>
                                            <p:cTn id="160" dur="1" fill="hold">
                                              <p:stCondLst>
                                                <p:cond delay="0"/>
                                              </p:stCondLst>
                                            </p:cTn>
                                            <p:tgtEl>
                                              <p:spTgt spid="51"/>
                                            </p:tgtEl>
                                            <p:attrNameLst>
                                              <p:attrName>style.visibility</p:attrName>
                                            </p:attrNameLst>
                                          </p:cBhvr>
                                          <p:to>
                                            <p:strVal val="visible"/>
                                          </p:to>
                                        </p:set>
                                        <p:animEffect transition="in" filter="fade">
                                          <p:cBhvr>
                                            <p:cTn id="161" dur="500"/>
                                            <p:tgtEl>
                                              <p:spTgt spid="51"/>
                                            </p:tgtEl>
                                          </p:cBhvr>
                                        </p:animEffect>
                                      </p:childTnLst>
                                    </p:cTn>
                                  </p:par>
                                  <p:par>
                                    <p:cTn id="162" presetID="10" presetClass="entr" presetSubtype="0" fill="hold" grpId="0" nodeType="withEffect">
                                      <p:stCondLst>
                                        <p:cond delay="1750"/>
                                      </p:stCondLst>
                                      <p:childTnLst>
                                        <p:set>
                                          <p:cBhvr>
                                            <p:cTn id="163" dur="1" fill="hold">
                                              <p:stCondLst>
                                                <p:cond delay="0"/>
                                              </p:stCondLst>
                                            </p:cTn>
                                            <p:tgtEl>
                                              <p:spTgt spid="50"/>
                                            </p:tgtEl>
                                            <p:attrNameLst>
                                              <p:attrName>style.visibility</p:attrName>
                                            </p:attrNameLst>
                                          </p:cBhvr>
                                          <p:to>
                                            <p:strVal val="visible"/>
                                          </p:to>
                                        </p:set>
                                        <p:animEffect transition="in" filter="fade">
                                          <p:cBhvr>
                                            <p:cTn id="164" dur="500"/>
                                            <p:tgtEl>
                                              <p:spTgt spid="50"/>
                                            </p:tgtEl>
                                          </p:cBhvr>
                                        </p:animEffect>
                                      </p:childTnLst>
                                    </p:cTn>
                                  </p:par>
                                  <p:par>
                                    <p:cTn id="165" presetID="10" presetClass="entr" presetSubtype="0" fill="hold" grpId="0" nodeType="withEffect">
                                      <p:stCondLst>
                                        <p:cond delay="2000"/>
                                      </p:stCondLst>
                                      <p:childTnLst>
                                        <p:set>
                                          <p:cBhvr>
                                            <p:cTn id="166" dur="1" fill="hold">
                                              <p:stCondLst>
                                                <p:cond delay="0"/>
                                              </p:stCondLst>
                                            </p:cTn>
                                            <p:tgtEl>
                                              <p:spTgt spid="52"/>
                                            </p:tgtEl>
                                            <p:attrNameLst>
                                              <p:attrName>style.visibility</p:attrName>
                                            </p:attrNameLst>
                                          </p:cBhvr>
                                          <p:to>
                                            <p:strVal val="visible"/>
                                          </p:to>
                                        </p:set>
                                        <p:animEffect transition="in" filter="fade">
                                          <p:cBhvr>
                                            <p:cTn id="167" dur="500"/>
                                            <p:tgtEl>
                                              <p:spTgt spid="52"/>
                                            </p:tgtEl>
                                          </p:cBhvr>
                                        </p:animEffect>
                                      </p:childTnLst>
                                    </p:cTn>
                                  </p:par>
                                  <p:par>
                                    <p:cTn id="168" presetID="10" presetClass="entr" presetSubtype="0" fill="hold" nodeType="withEffect">
                                      <p:stCondLst>
                                        <p:cond delay="750"/>
                                      </p:stCondLst>
                                      <p:childTnLst>
                                        <p:set>
                                          <p:cBhvr>
                                            <p:cTn id="169" dur="1" fill="hold">
                                              <p:stCondLst>
                                                <p:cond delay="0"/>
                                              </p:stCondLst>
                                            </p:cTn>
                                            <p:tgtEl>
                                              <p:spTgt spid="92"/>
                                            </p:tgtEl>
                                            <p:attrNameLst>
                                              <p:attrName>style.visibility</p:attrName>
                                            </p:attrNameLst>
                                          </p:cBhvr>
                                          <p:to>
                                            <p:strVal val="visible"/>
                                          </p:to>
                                        </p:set>
                                        <p:animEffect transition="in" filter="fade">
                                          <p:cBhvr>
                                            <p:cTn id="170" dur="500"/>
                                            <p:tgtEl>
                                              <p:spTgt spid="92"/>
                                            </p:tgtEl>
                                          </p:cBhvr>
                                        </p:animEffect>
                                      </p:childTnLst>
                                    </p:cTn>
                                  </p:par>
                                  <p:par>
                                    <p:cTn id="171" presetID="10" presetClass="entr" presetSubtype="0" fill="hold" nodeType="withEffect">
                                      <p:stCondLst>
                                        <p:cond delay="1000"/>
                                      </p:stCondLst>
                                      <p:childTnLst>
                                        <p:set>
                                          <p:cBhvr>
                                            <p:cTn id="172" dur="1" fill="hold">
                                              <p:stCondLst>
                                                <p:cond delay="0"/>
                                              </p:stCondLst>
                                            </p:cTn>
                                            <p:tgtEl>
                                              <p:spTgt spid="93"/>
                                            </p:tgtEl>
                                            <p:attrNameLst>
                                              <p:attrName>style.visibility</p:attrName>
                                            </p:attrNameLst>
                                          </p:cBhvr>
                                          <p:to>
                                            <p:strVal val="visible"/>
                                          </p:to>
                                        </p:set>
                                        <p:animEffect transition="in" filter="fade">
                                          <p:cBhvr>
                                            <p:cTn id="173" dur="500"/>
                                            <p:tgtEl>
                                              <p:spTgt spid="93"/>
                                            </p:tgtEl>
                                          </p:cBhvr>
                                        </p:animEffect>
                                      </p:childTnLst>
                                    </p:cTn>
                                  </p:par>
                                  <p:par>
                                    <p:cTn id="174" presetID="10" presetClass="entr" presetSubtype="0" fill="hold" nodeType="withEffect">
                                      <p:stCondLst>
                                        <p:cond delay="1250"/>
                                      </p:stCondLst>
                                      <p:childTnLst>
                                        <p:set>
                                          <p:cBhvr>
                                            <p:cTn id="175" dur="1" fill="hold">
                                              <p:stCondLst>
                                                <p:cond delay="0"/>
                                              </p:stCondLst>
                                            </p:cTn>
                                            <p:tgtEl>
                                              <p:spTgt spid="94"/>
                                            </p:tgtEl>
                                            <p:attrNameLst>
                                              <p:attrName>style.visibility</p:attrName>
                                            </p:attrNameLst>
                                          </p:cBhvr>
                                          <p:to>
                                            <p:strVal val="visible"/>
                                          </p:to>
                                        </p:set>
                                        <p:animEffect transition="in" filter="fade">
                                          <p:cBhvr>
                                            <p:cTn id="176" dur="500"/>
                                            <p:tgtEl>
                                              <p:spTgt spid="94"/>
                                            </p:tgtEl>
                                          </p:cBhvr>
                                        </p:animEffect>
                                      </p:childTnLst>
                                    </p:cTn>
                                  </p:par>
                                  <p:par>
                                    <p:cTn id="177" presetID="10" presetClass="entr" presetSubtype="0" fill="hold" nodeType="withEffect">
                                      <p:stCondLst>
                                        <p:cond delay="1500"/>
                                      </p:stCondLst>
                                      <p:childTnLst>
                                        <p:set>
                                          <p:cBhvr>
                                            <p:cTn id="178" dur="1" fill="hold">
                                              <p:stCondLst>
                                                <p:cond delay="0"/>
                                              </p:stCondLst>
                                            </p:cTn>
                                            <p:tgtEl>
                                              <p:spTgt spid="95"/>
                                            </p:tgtEl>
                                            <p:attrNameLst>
                                              <p:attrName>style.visibility</p:attrName>
                                            </p:attrNameLst>
                                          </p:cBhvr>
                                          <p:to>
                                            <p:strVal val="visible"/>
                                          </p:to>
                                        </p:set>
                                        <p:animEffect transition="in" filter="fade">
                                          <p:cBhvr>
                                            <p:cTn id="179" dur="500"/>
                                            <p:tgtEl>
                                              <p:spTgt spid="95"/>
                                            </p:tgtEl>
                                          </p:cBhvr>
                                        </p:animEffect>
                                      </p:childTnLst>
                                    </p:cTn>
                                  </p:par>
                                  <p:par>
                                    <p:cTn id="180" presetID="10" presetClass="entr" presetSubtype="0" fill="hold" nodeType="withEffect">
                                      <p:stCondLst>
                                        <p:cond delay="1750"/>
                                      </p:stCondLst>
                                      <p:childTnLst>
                                        <p:set>
                                          <p:cBhvr>
                                            <p:cTn id="181" dur="1" fill="hold">
                                              <p:stCondLst>
                                                <p:cond delay="0"/>
                                              </p:stCondLst>
                                            </p:cTn>
                                            <p:tgtEl>
                                              <p:spTgt spid="96"/>
                                            </p:tgtEl>
                                            <p:attrNameLst>
                                              <p:attrName>style.visibility</p:attrName>
                                            </p:attrNameLst>
                                          </p:cBhvr>
                                          <p:to>
                                            <p:strVal val="visible"/>
                                          </p:to>
                                        </p:set>
                                        <p:animEffect transition="in" filter="fade">
                                          <p:cBhvr>
                                            <p:cTn id="182" dur="500"/>
                                            <p:tgtEl>
                                              <p:spTgt spid="96"/>
                                            </p:tgtEl>
                                          </p:cBhvr>
                                        </p:animEffect>
                                      </p:childTnLst>
                                    </p:cTn>
                                  </p:par>
                                  <p:par>
                                    <p:cTn id="183" presetID="10" presetClass="entr" presetSubtype="0" fill="hold" nodeType="withEffect">
                                      <p:stCondLst>
                                        <p:cond delay="2000"/>
                                      </p:stCondLst>
                                      <p:childTnLst>
                                        <p:set>
                                          <p:cBhvr>
                                            <p:cTn id="184" dur="1" fill="hold">
                                              <p:stCondLst>
                                                <p:cond delay="0"/>
                                              </p:stCondLst>
                                            </p:cTn>
                                            <p:tgtEl>
                                              <p:spTgt spid="97"/>
                                            </p:tgtEl>
                                            <p:attrNameLst>
                                              <p:attrName>style.visibility</p:attrName>
                                            </p:attrNameLst>
                                          </p:cBhvr>
                                          <p:to>
                                            <p:strVal val="visible"/>
                                          </p:to>
                                        </p:set>
                                        <p:animEffect transition="in" filter="fade">
                                          <p:cBhvr>
                                            <p:cTn id="185"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8" grpId="0" animBg="1"/>
          <p:bldP spid="21"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5" grpId="0" animBg="1"/>
          <p:bldP spid="37" grpId="0" animBg="1"/>
          <p:bldP spid="39" grpId="0" animBg="1"/>
          <p:bldP spid="50" grpId="0" animBg="1"/>
          <p:bldP spid="51" grpId="0" animBg="1"/>
          <p:bldP spid="52" grpId="0" animBg="1"/>
          <p:bldP spid="53" grpId="0" animBg="1"/>
          <p:bldP spid="54" grpId="0" animBg="1"/>
          <p:bldP spid="5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82"/>
                                            </p:tgtEl>
                                            <p:attrNameLst>
                                              <p:attrName>style.visibility</p:attrName>
                                            </p:attrNameLst>
                                          </p:cBhvr>
                                          <p:to>
                                            <p:strVal val="visible"/>
                                          </p:to>
                                        </p:set>
                                        <p:anim calcmode="lin" valueType="num">
                                          <p:cBhvr>
                                            <p:cTn id="7" dur="750" fill="hold"/>
                                            <p:tgtEl>
                                              <p:spTgt spid="82"/>
                                            </p:tgtEl>
                                            <p:attrNameLst>
                                              <p:attrName>ppt_w</p:attrName>
                                            </p:attrNameLst>
                                          </p:cBhvr>
                                          <p:tavLst>
                                            <p:tav tm="0">
                                              <p:val>
                                                <p:fltVal val="0"/>
                                              </p:val>
                                            </p:tav>
                                            <p:tav tm="100000">
                                              <p:val>
                                                <p:strVal val="#ppt_w"/>
                                              </p:val>
                                            </p:tav>
                                          </p:tavLst>
                                        </p:anim>
                                        <p:anim calcmode="lin" valueType="num">
                                          <p:cBhvr>
                                            <p:cTn id="8" dur="750" fill="hold"/>
                                            <p:tgtEl>
                                              <p:spTgt spid="82"/>
                                            </p:tgtEl>
                                            <p:attrNameLst>
                                              <p:attrName>ppt_h</p:attrName>
                                            </p:attrNameLst>
                                          </p:cBhvr>
                                          <p:tavLst>
                                            <p:tav tm="0">
                                              <p:val>
                                                <p:fltVal val="0"/>
                                              </p:val>
                                            </p:tav>
                                            <p:tav tm="100000">
                                              <p:val>
                                                <p:strVal val="#ppt_h"/>
                                              </p:val>
                                            </p:tav>
                                          </p:tavLst>
                                        </p:anim>
                                        <p:animEffect transition="in" filter="fade">
                                          <p:cBhvr>
                                            <p:cTn id="9" dur="750"/>
                                            <p:tgtEl>
                                              <p:spTgt spid="82"/>
                                            </p:tgtEl>
                                          </p:cBhvr>
                                        </p:animEffect>
                                      </p:childTnLst>
                                    </p:cTn>
                                  </p:par>
                                  <p:par>
                                    <p:cTn id="10" presetID="53" presetClass="entr" presetSubtype="16" fill="hold" nodeType="withEffect">
                                      <p:stCondLst>
                                        <p:cond delay="250"/>
                                      </p:stCondLst>
                                      <p:childTnLst>
                                        <p:set>
                                          <p:cBhvr>
                                            <p:cTn id="11" dur="1" fill="hold">
                                              <p:stCondLst>
                                                <p:cond delay="0"/>
                                              </p:stCondLst>
                                            </p:cTn>
                                            <p:tgtEl>
                                              <p:spTgt spid="61"/>
                                            </p:tgtEl>
                                            <p:attrNameLst>
                                              <p:attrName>style.visibility</p:attrName>
                                            </p:attrNameLst>
                                          </p:cBhvr>
                                          <p:to>
                                            <p:strVal val="visible"/>
                                          </p:to>
                                        </p:set>
                                        <p:anim calcmode="lin" valueType="num">
                                          <p:cBhvr>
                                            <p:cTn id="12" dur="750" fill="hold"/>
                                            <p:tgtEl>
                                              <p:spTgt spid="61"/>
                                            </p:tgtEl>
                                            <p:attrNameLst>
                                              <p:attrName>ppt_w</p:attrName>
                                            </p:attrNameLst>
                                          </p:cBhvr>
                                          <p:tavLst>
                                            <p:tav tm="0">
                                              <p:val>
                                                <p:fltVal val="0"/>
                                              </p:val>
                                            </p:tav>
                                            <p:tav tm="100000">
                                              <p:val>
                                                <p:strVal val="#ppt_w"/>
                                              </p:val>
                                            </p:tav>
                                          </p:tavLst>
                                        </p:anim>
                                        <p:anim calcmode="lin" valueType="num">
                                          <p:cBhvr>
                                            <p:cTn id="13" dur="750" fill="hold"/>
                                            <p:tgtEl>
                                              <p:spTgt spid="61"/>
                                            </p:tgtEl>
                                            <p:attrNameLst>
                                              <p:attrName>ppt_h</p:attrName>
                                            </p:attrNameLst>
                                          </p:cBhvr>
                                          <p:tavLst>
                                            <p:tav tm="0">
                                              <p:val>
                                                <p:fltVal val="0"/>
                                              </p:val>
                                            </p:tav>
                                            <p:tav tm="100000">
                                              <p:val>
                                                <p:strVal val="#ppt_h"/>
                                              </p:val>
                                            </p:tav>
                                          </p:tavLst>
                                        </p:anim>
                                        <p:animEffect transition="in" filter="fade">
                                          <p:cBhvr>
                                            <p:cTn id="14" dur="750"/>
                                            <p:tgtEl>
                                              <p:spTgt spid="61"/>
                                            </p:tgtEl>
                                          </p:cBhvr>
                                        </p:animEffect>
                                      </p:childTnLst>
                                    </p:cTn>
                                  </p:par>
                                  <p:par>
                                    <p:cTn id="15" presetID="21" presetClass="entr" presetSubtype="1" fill="hold" grpId="0" nodeType="withEffect">
                                      <p:stCondLst>
                                        <p:cond delay="500"/>
                                      </p:stCondLst>
                                      <p:childTnLst>
                                        <p:set>
                                          <p:cBhvr>
                                            <p:cTn id="16" dur="1" fill="hold">
                                              <p:stCondLst>
                                                <p:cond delay="0"/>
                                              </p:stCondLst>
                                            </p:cTn>
                                            <p:tgtEl>
                                              <p:spTgt spid="6"/>
                                            </p:tgtEl>
                                            <p:attrNameLst>
                                              <p:attrName>style.visibility</p:attrName>
                                            </p:attrNameLst>
                                          </p:cBhvr>
                                          <p:to>
                                            <p:strVal val="visible"/>
                                          </p:to>
                                        </p:set>
                                        <p:animEffect transition="in" filter="wheel(1)">
                                          <p:cBhvr>
                                            <p:cTn id="17" dur="2000"/>
                                            <p:tgtEl>
                                              <p:spTgt spid="6"/>
                                            </p:tgtEl>
                                          </p:cBhvr>
                                        </p:animEffect>
                                      </p:childTnLst>
                                    </p:cTn>
                                  </p:par>
                                  <p:par>
                                    <p:cTn id="18" presetID="53" presetClass="entr" presetSubtype="16" fill="hold" grpId="0" nodeType="withEffect">
                                      <p:stCondLst>
                                        <p:cond delay="500"/>
                                      </p:stCondLst>
                                      <p:childTnLst>
                                        <p:set>
                                          <p:cBhvr>
                                            <p:cTn id="19" dur="1" fill="hold">
                                              <p:stCondLst>
                                                <p:cond delay="0"/>
                                              </p:stCondLst>
                                            </p:cTn>
                                            <p:tgtEl>
                                              <p:spTgt spid="10"/>
                                            </p:tgtEl>
                                            <p:attrNameLst>
                                              <p:attrName>style.visibility</p:attrName>
                                            </p:attrNameLst>
                                          </p:cBhvr>
                                          <p:to>
                                            <p:strVal val="visible"/>
                                          </p:to>
                                        </p:set>
                                        <p:anim calcmode="lin" valueType="num">
                                          <p:cBhvr>
                                            <p:cTn id="20" dur="500" fill="hold"/>
                                            <p:tgtEl>
                                              <p:spTgt spid="10"/>
                                            </p:tgtEl>
                                            <p:attrNameLst>
                                              <p:attrName>ppt_w</p:attrName>
                                            </p:attrNameLst>
                                          </p:cBhvr>
                                          <p:tavLst>
                                            <p:tav tm="0">
                                              <p:val>
                                                <p:fltVal val="0"/>
                                              </p:val>
                                            </p:tav>
                                            <p:tav tm="100000">
                                              <p:val>
                                                <p:strVal val="#ppt_w"/>
                                              </p:val>
                                            </p:tav>
                                          </p:tavLst>
                                        </p:anim>
                                        <p:anim calcmode="lin" valueType="num">
                                          <p:cBhvr>
                                            <p:cTn id="21" dur="500" fill="hold"/>
                                            <p:tgtEl>
                                              <p:spTgt spid="10"/>
                                            </p:tgtEl>
                                            <p:attrNameLst>
                                              <p:attrName>ppt_h</p:attrName>
                                            </p:attrNameLst>
                                          </p:cBhvr>
                                          <p:tavLst>
                                            <p:tav tm="0">
                                              <p:val>
                                                <p:fltVal val="0"/>
                                              </p:val>
                                            </p:tav>
                                            <p:tav tm="100000">
                                              <p:val>
                                                <p:strVal val="#ppt_h"/>
                                              </p:val>
                                            </p:tav>
                                          </p:tavLst>
                                        </p:anim>
                                        <p:animEffect transition="in" filter="fade">
                                          <p:cBhvr>
                                            <p:cTn id="22" dur="500"/>
                                            <p:tgtEl>
                                              <p:spTgt spid="10"/>
                                            </p:tgtEl>
                                          </p:cBhvr>
                                        </p:animEffect>
                                      </p:childTnLst>
                                    </p:cTn>
                                  </p:par>
                                  <p:par>
                                    <p:cTn id="23" presetID="53" presetClass="entr" presetSubtype="16" fill="hold" grpId="0" nodeType="withEffect">
                                      <p:stCondLst>
                                        <p:cond delay="750"/>
                                      </p:stCondLst>
                                      <p:childTnLst>
                                        <p:set>
                                          <p:cBhvr>
                                            <p:cTn id="24" dur="1" fill="hold">
                                              <p:stCondLst>
                                                <p:cond delay="0"/>
                                              </p:stCondLst>
                                            </p:cTn>
                                            <p:tgtEl>
                                              <p:spTgt spid="14"/>
                                            </p:tgtEl>
                                            <p:attrNameLst>
                                              <p:attrName>style.visibility</p:attrName>
                                            </p:attrNameLst>
                                          </p:cBhvr>
                                          <p:to>
                                            <p:strVal val="visible"/>
                                          </p:to>
                                        </p:set>
                                        <p:anim calcmode="lin" valueType="num">
                                          <p:cBhvr>
                                            <p:cTn id="25" dur="500" fill="hold"/>
                                            <p:tgtEl>
                                              <p:spTgt spid="14"/>
                                            </p:tgtEl>
                                            <p:attrNameLst>
                                              <p:attrName>ppt_w</p:attrName>
                                            </p:attrNameLst>
                                          </p:cBhvr>
                                          <p:tavLst>
                                            <p:tav tm="0">
                                              <p:val>
                                                <p:fltVal val="0"/>
                                              </p:val>
                                            </p:tav>
                                            <p:tav tm="100000">
                                              <p:val>
                                                <p:strVal val="#ppt_w"/>
                                              </p:val>
                                            </p:tav>
                                          </p:tavLst>
                                        </p:anim>
                                        <p:anim calcmode="lin" valueType="num">
                                          <p:cBhvr>
                                            <p:cTn id="26" dur="500" fill="hold"/>
                                            <p:tgtEl>
                                              <p:spTgt spid="14"/>
                                            </p:tgtEl>
                                            <p:attrNameLst>
                                              <p:attrName>ppt_h</p:attrName>
                                            </p:attrNameLst>
                                          </p:cBhvr>
                                          <p:tavLst>
                                            <p:tav tm="0">
                                              <p:val>
                                                <p:fltVal val="0"/>
                                              </p:val>
                                            </p:tav>
                                            <p:tav tm="100000">
                                              <p:val>
                                                <p:strVal val="#ppt_h"/>
                                              </p:val>
                                            </p:tav>
                                          </p:tavLst>
                                        </p:anim>
                                        <p:animEffect transition="in" filter="fade">
                                          <p:cBhvr>
                                            <p:cTn id="27" dur="500"/>
                                            <p:tgtEl>
                                              <p:spTgt spid="14"/>
                                            </p:tgtEl>
                                          </p:cBhvr>
                                        </p:animEffect>
                                      </p:childTnLst>
                                    </p:cTn>
                                  </p:par>
                                  <p:par>
                                    <p:cTn id="28" presetID="53" presetClass="entr" presetSubtype="16" fill="hold" grpId="0" nodeType="withEffect">
                                      <p:stCondLst>
                                        <p:cond delay="1000"/>
                                      </p:stCondLst>
                                      <p:childTnLst>
                                        <p:set>
                                          <p:cBhvr>
                                            <p:cTn id="29" dur="1" fill="hold">
                                              <p:stCondLst>
                                                <p:cond delay="0"/>
                                              </p:stCondLst>
                                            </p:cTn>
                                            <p:tgtEl>
                                              <p:spTgt spid="15"/>
                                            </p:tgtEl>
                                            <p:attrNameLst>
                                              <p:attrName>style.visibility</p:attrName>
                                            </p:attrNameLst>
                                          </p:cBhvr>
                                          <p:to>
                                            <p:strVal val="visible"/>
                                          </p:to>
                                        </p:set>
                                        <p:anim calcmode="lin" valueType="num">
                                          <p:cBhvr>
                                            <p:cTn id="30" dur="500" fill="hold"/>
                                            <p:tgtEl>
                                              <p:spTgt spid="15"/>
                                            </p:tgtEl>
                                            <p:attrNameLst>
                                              <p:attrName>ppt_w</p:attrName>
                                            </p:attrNameLst>
                                          </p:cBhvr>
                                          <p:tavLst>
                                            <p:tav tm="0">
                                              <p:val>
                                                <p:fltVal val="0"/>
                                              </p:val>
                                            </p:tav>
                                            <p:tav tm="100000">
                                              <p:val>
                                                <p:strVal val="#ppt_w"/>
                                              </p:val>
                                            </p:tav>
                                          </p:tavLst>
                                        </p:anim>
                                        <p:anim calcmode="lin" valueType="num">
                                          <p:cBhvr>
                                            <p:cTn id="31" dur="500" fill="hold"/>
                                            <p:tgtEl>
                                              <p:spTgt spid="15"/>
                                            </p:tgtEl>
                                            <p:attrNameLst>
                                              <p:attrName>ppt_h</p:attrName>
                                            </p:attrNameLst>
                                          </p:cBhvr>
                                          <p:tavLst>
                                            <p:tav tm="0">
                                              <p:val>
                                                <p:fltVal val="0"/>
                                              </p:val>
                                            </p:tav>
                                            <p:tav tm="100000">
                                              <p:val>
                                                <p:strVal val="#ppt_h"/>
                                              </p:val>
                                            </p:tav>
                                          </p:tavLst>
                                        </p:anim>
                                        <p:animEffect transition="in" filter="fade">
                                          <p:cBhvr>
                                            <p:cTn id="32" dur="500"/>
                                            <p:tgtEl>
                                              <p:spTgt spid="15"/>
                                            </p:tgtEl>
                                          </p:cBhvr>
                                        </p:animEffect>
                                      </p:childTnLst>
                                    </p:cTn>
                                  </p:par>
                                  <p:par>
                                    <p:cTn id="33" presetID="53" presetClass="entr" presetSubtype="16" fill="hold" grpId="0" nodeType="withEffect">
                                      <p:stCondLst>
                                        <p:cond delay="1250"/>
                                      </p:stCondLst>
                                      <p:childTnLst>
                                        <p:set>
                                          <p:cBhvr>
                                            <p:cTn id="34" dur="1" fill="hold">
                                              <p:stCondLst>
                                                <p:cond delay="0"/>
                                              </p:stCondLst>
                                            </p:cTn>
                                            <p:tgtEl>
                                              <p:spTgt spid="33"/>
                                            </p:tgtEl>
                                            <p:attrNameLst>
                                              <p:attrName>style.visibility</p:attrName>
                                            </p:attrNameLst>
                                          </p:cBhvr>
                                          <p:to>
                                            <p:strVal val="visible"/>
                                          </p:to>
                                        </p:set>
                                        <p:anim calcmode="lin" valueType="num">
                                          <p:cBhvr>
                                            <p:cTn id="35" dur="500" fill="hold"/>
                                            <p:tgtEl>
                                              <p:spTgt spid="33"/>
                                            </p:tgtEl>
                                            <p:attrNameLst>
                                              <p:attrName>ppt_w</p:attrName>
                                            </p:attrNameLst>
                                          </p:cBhvr>
                                          <p:tavLst>
                                            <p:tav tm="0">
                                              <p:val>
                                                <p:fltVal val="0"/>
                                              </p:val>
                                            </p:tav>
                                            <p:tav tm="100000">
                                              <p:val>
                                                <p:strVal val="#ppt_w"/>
                                              </p:val>
                                            </p:tav>
                                          </p:tavLst>
                                        </p:anim>
                                        <p:anim calcmode="lin" valueType="num">
                                          <p:cBhvr>
                                            <p:cTn id="36" dur="500" fill="hold"/>
                                            <p:tgtEl>
                                              <p:spTgt spid="33"/>
                                            </p:tgtEl>
                                            <p:attrNameLst>
                                              <p:attrName>ppt_h</p:attrName>
                                            </p:attrNameLst>
                                          </p:cBhvr>
                                          <p:tavLst>
                                            <p:tav tm="0">
                                              <p:val>
                                                <p:fltVal val="0"/>
                                              </p:val>
                                            </p:tav>
                                            <p:tav tm="100000">
                                              <p:val>
                                                <p:strVal val="#ppt_h"/>
                                              </p:val>
                                            </p:tav>
                                          </p:tavLst>
                                        </p:anim>
                                        <p:animEffect transition="in" filter="fade">
                                          <p:cBhvr>
                                            <p:cTn id="37" dur="500"/>
                                            <p:tgtEl>
                                              <p:spTgt spid="33"/>
                                            </p:tgtEl>
                                          </p:cBhvr>
                                        </p:animEffect>
                                      </p:childTnLst>
                                    </p:cTn>
                                  </p:par>
                                  <p:par>
                                    <p:cTn id="38" presetID="53" presetClass="entr" presetSubtype="16" fill="hold" grpId="0" nodeType="withEffect">
                                      <p:stCondLst>
                                        <p:cond delay="1500"/>
                                      </p:stCondLst>
                                      <p:childTnLst>
                                        <p:set>
                                          <p:cBhvr>
                                            <p:cTn id="39" dur="1" fill="hold">
                                              <p:stCondLst>
                                                <p:cond delay="0"/>
                                              </p:stCondLst>
                                            </p:cTn>
                                            <p:tgtEl>
                                              <p:spTgt spid="32"/>
                                            </p:tgtEl>
                                            <p:attrNameLst>
                                              <p:attrName>style.visibility</p:attrName>
                                            </p:attrNameLst>
                                          </p:cBhvr>
                                          <p:to>
                                            <p:strVal val="visible"/>
                                          </p:to>
                                        </p:set>
                                        <p:anim calcmode="lin" valueType="num">
                                          <p:cBhvr>
                                            <p:cTn id="40" dur="500" fill="hold"/>
                                            <p:tgtEl>
                                              <p:spTgt spid="32"/>
                                            </p:tgtEl>
                                            <p:attrNameLst>
                                              <p:attrName>ppt_w</p:attrName>
                                            </p:attrNameLst>
                                          </p:cBhvr>
                                          <p:tavLst>
                                            <p:tav tm="0">
                                              <p:val>
                                                <p:fltVal val="0"/>
                                              </p:val>
                                            </p:tav>
                                            <p:tav tm="100000">
                                              <p:val>
                                                <p:strVal val="#ppt_w"/>
                                              </p:val>
                                            </p:tav>
                                          </p:tavLst>
                                        </p:anim>
                                        <p:anim calcmode="lin" valueType="num">
                                          <p:cBhvr>
                                            <p:cTn id="41" dur="500" fill="hold"/>
                                            <p:tgtEl>
                                              <p:spTgt spid="32"/>
                                            </p:tgtEl>
                                            <p:attrNameLst>
                                              <p:attrName>ppt_h</p:attrName>
                                            </p:attrNameLst>
                                          </p:cBhvr>
                                          <p:tavLst>
                                            <p:tav tm="0">
                                              <p:val>
                                                <p:fltVal val="0"/>
                                              </p:val>
                                            </p:tav>
                                            <p:tav tm="100000">
                                              <p:val>
                                                <p:strVal val="#ppt_h"/>
                                              </p:val>
                                            </p:tav>
                                          </p:tavLst>
                                        </p:anim>
                                        <p:animEffect transition="in" filter="fade">
                                          <p:cBhvr>
                                            <p:cTn id="42" dur="500"/>
                                            <p:tgtEl>
                                              <p:spTgt spid="32"/>
                                            </p:tgtEl>
                                          </p:cBhvr>
                                        </p:animEffect>
                                      </p:childTnLst>
                                    </p:cTn>
                                  </p:par>
                                  <p:par>
                                    <p:cTn id="43" presetID="53" presetClass="entr" presetSubtype="16" fill="hold" grpId="0" nodeType="withEffect">
                                      <p:stCondLst>
                                        <p:cond delay="1750"/>
                                      </p:stCondLst>
                                      <p:childTnLst>
                                        <p:set>
                                          <p:cBhvr>
                                            <p:cTn id="44" dur="1" fill="hold">
                                              <p:stCondLst>
                                                <p:cond delay="0"/>
                                              </p:stCondLst>
                                            </p:cTn>
                                            <p:tgtEl>
                                              <p:spTgt spid="28"/>
                                            </p:tgtEl>
                                            <p:attrNameLst>
                                              <p:attrName>style.visibility</p:attrName>
                                            </p:attrNameLst>
                                          </p:cBhvr>
                                          <p:to>
                                            <p:strVal val="visible"/>
                                          </p:to>
                                        </p:set>
                                        <p:anim calcmode="lin" valueType="num">
                                          <p:cBhvr>
                                            <p:cTn id="45" dur="500" fill="hold"/>
                                            <p:tgtEl>
                                              <p:spTgt spid="28"/>
                                            </p:tgtEl>
                                            <p:attrNameLst>
                                              <p:attrName>ppt_w</p:attrName>
                                            </p:attrNameLst>
                                          </p:cBhvr>
                                          <p:tavLst>
                                            <p:tav tm="0">
                                              <p:val>
                                                <p:fltVal val="0"/>
                                              </p:val>
                                            </p:tav>
                                            <p:tav tm="100000">
                                              <p:val>
                                                <p:strVal val="#ppt_w"/>
                                              </p:val>
                                            </p:tav>
                                          </p:tavLst>
                                        </p:anim>
                                        <p:anim calcmode="lin" valueType="num">
                                          <p:cBhvr>
                                            <p:cTn id="46" dur="500" fill="hold"/>
                                            <p:tgtEl>
                                              <p:spTgt spid="28"/>
                                            </p:tgtEl>
                                            <p:attrNameLst>
                                              <p:attrName>ppt_h</p:attrName>
                                            </p:attrNameLst>
                                          </p:cBhvr>
                                          <p:tavLst>
                                            <p:tav tm="0">
                                              <p:val>
                                                <p:fltVal val="0"/>
                                              </p:val>
                                            </p:tav>
                                            <p:tav tm="100000">
                                              <p:val>
                                                <p:strVal val="#ppt_h"/>
                                              </p:val>
                                            </p:tav>
                                          </p:tavLst>
                                        </p:anim>
                                        <p:animEffect transition="in" filter="fade">
                                          <p:cBhvr>
                                            <p:cTn id="47" dur="500"/>
                                            <p:tgtEl>
                                              <p:spTgt spid="28"/>
                                            </p:tgtEl>
                                          </p:cBhvr>
                                        </p:animEffect>
                                      </p:childTnLst>
                                    </p:cTn>
                                  </p:par>
                                  <p:par>
                                    <p:cTn id="48" presetID="22" presetClass="entr" presetSubtype="8" fill="hold" grpId="0" nodeType="withEffect">
                                      <p:stCondLst>
                                        <p:cond delay="500"/>
                                      </p:stCondLst>
                                      <p:childTnLst>
                                        <p:set>
                                          <p:cBhvr>
                                            <p:cTn id="49" dur="1" fill="hold">
                                              <p:stCondLst>
                                                <p:cond delay="0"/>
                                              </p:stCondLst>
                                            </p:cTn>
                                            <p:tgtEl>
                                              <p:spTgt spid="7"/>
                                            </p:tgtEl>
                                            <p:attrNameLst>
                                              <p:attrName>style.visibility</p:attrName>
                                            </p:attrNameLst>
                                          </p:cBhvr>
                                          <p:to>
                                            <p:strVal val="visible"/>
                                          </p:to>
                                        </p:set>
                                        <p:animEffect transition="in" filter="wipe(left)">
                                          <p:cBhvr>
                                            <p:cTn id="50" dur="500"/>
                                            <p:tgtEl>
                                              <p:spTgt spid="7"/>
                                            </p:tgtEl>
                                          </p:cBhvr>
                                        </p:animEffect>
                                      </p:childTnLst>
                                    </p:cTn>
                                  </p:par>
                                  <p:par>
                                    <p:cTn id="51" presetID="22" presetClass="entr" presetSubtype="8" fill="hold" grpId="0" nodeType="withEffect">
                                      <p:stCondLst>
                                        <p:cond delay="750"/>
                                      </p:stCondLst>
                                      <p:childTnLst>
                                        <p:set>
                                          <p:cBhvr>
                                            <p:cTn id="52" dur="1" fill="hold">
                                              <p:stCondLst>
                                                <p:cond delay="0"/>
                                              </p:stCondLst>
                                            </p:cTn>
                                            <p:tgtEl>
                                              <p:spTgt spid="9"/>
                                            </p:tgtEl>
                                            <p:attrNameLst>
                                              <p:attrName>style.visibility</p:attrName>
                                            </p:attrNameLst>
                                          </p:cBhvr>
                                          <p:to>
                                            <p:strVal val="visible"/>
                                          </p:to>
                                        </p:set>
                                        <p:animEffect transition="in" filter="wipe(left)">
                                          <p:cBhvr>
                                            <p:cTn id="53" dur="500"/>
                                            <p:tgtEl>
                                              <p:spTgt spid="9"/>
                                            </p:tgtEl>
                                          </p:cBhvr>
                                        </p:animEffect>
                                      </p:childTnLst>
                                    </p:cTn>
                                  </p:par>
                                  <p:par>
                                    <p:cTn id="54" presetID="22" presetClass="entr" presetSubtype="8" fill="hold" grpId="0" nodeType="withEffect">
                                      <p:stCondLst>
                                        <p:cond delay="1000"/>
                                      </p:stCondLst>
                                      <p:childTnLst>
                                        <p:set>
                                          <p:cBhvr>
                                            <p:cTn id="55" dur="1" fill="hold">
                                              <p:stCondLst>
                                                <p:cond delay="0"/>
                                              </p:stCondLst>
                                            </p:cTn>
                                            <p:tgtEl>
                                              <p:spTgt spid="8"/>
                                            </p:tgtEl>
                                            <p:attrNameLst>
                                              <p:attrName>style.visibility</p:attrName>
                                            </p:attrNameLst>
                                          </p:cBhvr>
                                          <p:to>
                                            <p:strVal val="visible"/>
                                          </p:to>
                                        </p:set>
                                        <p:animEffect transition="in" filter="wipe(left)">
                                          <p:cBhvr>
                                            <p:cTn id="56" dur="500"/>
                                            <p:tgtEl>
                                              <p:spTgt spid="8"/>
                                            </p:tgtEl>
                                          </p:cBhvr>
                                        </p:animEffect>
                                      </p:childTnLst>
                                    </p:cTn>
                                  </p:par>
                                  <p:par>
                                    <p:cTn id="57" presetID="22" presetClass="entr" presetSubtype="2" fill="hold" grpId="0" nodeType="withEffect">
                                      <p:stCondLst>
                                        <p:cond delay="1250"/>
                                      </p:stCondLst>
                                      <p:childTnLst>
                                        <p:set>
                                          <p:cBhvr>
                                            <p:cTn id="58" dur="1" fill="hold">
                                              <p:stCondLst>
                                                <p:cond delay="0"/>
                                              </p:stCondLst>
                                            </p:cTn>
                                            <p:tgtEl>
                                              <p:spTgt spid="26"/>
                                            </p:tgtEl>
                                            <p:attrNameLst>
                                              <p:attrName>style.visibility</p:attrName>
                                            </p:attrNameLst>
                                          </p:cBhvr>
                                          <p:to>
                                            <p:strVal val="visible"/>
                                          </p:to>
                                        </p:set>
                                        <p:animEffect transition="in" filter="wipe(right)">
                                          <p:cBhvr>
                                            <p:cTn id="59" dur="500"/>
                                            <p:tgtEl>
                                              <p:spTgt spid="26"/>
                                            </p:tgtEl>
                                          </p:cBhvr>
                                        </p:animEffect>
                                      </p:childTnLst>
                                    </p:cTn>
                                  </p:par>
                                  <p:par>
                                    <p:cTn id="60" presetID="22" presetClass="entr" presetSubtype="2" fill="hold" grpId="0" nodeType="withEffect">
                                      <p:stCondLst>
                                        <p:cond delay="1500"/>
                                      </p:stCondLst>
                                      <p:childTnLst>
                                        <p:set>
                                          <p:cBhvr>
                                            <p:cTn id="61" dur="1" fill="hold">
                                              <p:stCondLst>
                                                <p:cond delay="0"/>
                                              </p:stCondLst>
                                            </p:cTn>
                                            <p:tgtEl>
                                              <p:spTgt spid="27"/>
                                            </p:tgtEl>
                                            <p:attrNameLst>
                                              <p:attrName>style.visibility</p:attrName>
                                            </p:attrNameLst>
                                          </p:cBhvr>
                                          <p:to>
                                            <p:strVal val="visible"/>
                                          </p:to>
                                        </p:set>
                                        <p:animEffect transition="in" filter="wipe(right)">
                                          <p:cBhvr>
                                            <p:cTn id="62" dur="500"/>
                                            <p:tgtEl>
                                              <p:spTgt spid="27"/>
                                            </p:tgtEl>
                                          </p:cBhvr>
                                        </p:animEffect>
                                      </p:childTnLst>
                                    </p:cTn>
                                  </p:par>
                                  <p:par>
                                    <p:cTn id="63" presetID="22" presetClass="entr" presetSubtype="2" fill="hold" grpId="0" nodeType="withEffect">
                                      <p:stCondLst>
                                        <p:cond delay="1750"/>
                                      </p:stCondLst>
                                      <p:childTnLst>
                                        <p:set>
                                          <p:cBhvr>
                                            <p:cTn id="64" dur="1" fill="hold">
                                              <p:stCondLst>
                                                <p:cond delay="0"/>
                                              </p:stCondLst>
                                            </p:cTn>
                                            <p:tgtEl>
                                              <p:spTgt spid="25"/>
                                            </p:tgtEl>
                                            <p:attrNameLst>
                                              <p:attrName>style.visibility</p:attrName>
                                            </p:attrNameLst>
                                          </p:cBhvr>
                                          <p:to>
                                            <p:strVal val="visible"/>
                                          </p:to>
                                        </p:set>
                                        <p:animEffect transition="in" filter="wipe(right)">
                                          <p:cBhvr>
                                            <p:cTn id="65" dur="500"/>
                                            <p:tgtEl>
                                              <p:spTgt spid="25"/>
                                            </p:tgtEl>
                                          </p:cBhvr>
                                        </p:animEffect>
                                      </p:childTnLst>
                                    </p:cTn>
                                  </p:par>
                                  <p:par>
                                    <p:cTn id="66" presetID="53" presetClass="entr" presetSubtype="16" fill="hold" grpId="0" nodeType="withEffect">
                                      <p:stCondLst>
                                        <p:cond delay="500"/>
                                      </p:stCondLst>
                                      <p:childTnLst>
                                        <p:set>
                                          <p:cBhvr>
                                            <p:cTn id="67" dur="1" fill="hold">
                                              <p:stCondLst>
                                                <p:cond delay="0"/>
                                              </p:stCondLst>
                                            </p:cTn>
                                            <p:tgtEl>
                                              <p:spTgt spid="11"/>
                                            </p:tgtEl>
                                            <p:attrNameLst>
                                              <p:attrName>style.visibility</p:attrName>
                                            </p:attrNameLst>
                                          </p:cBhvr>
                                          <p:to>
                                            <p:strVal val="visible"/>
                                          </p:to>
                                        </p:set>
                                        <p:anim calcmode="lin" valueType="num">
                                          <p:cBhvr>
                                            <p:cTn id="68" dur="500" fill="hold"/>
                                            <p:tgtEl>
                                              <p:spTgt spid="11"/>
                                            </p:tgtEl>
                                            <p:attrNameLst>
                                              <p:attrName>ppt_w</p:attrName>
                                            </p:attrNameLst>
                                          </p:cBhvr>
                                          <p:tavLst>
                                            <p:tav tm="0">
                                              <p:val>
                                                <p:fltVal val="0"/>
                                              </p:val>
                                            </p:tav>
                                            <p:tav tm="100000">
                                              <p:val>
                                                <p:strVal val="#ppt_w"/>
                                              </p:val>
                                            </p:tav>
                                          </p:tavLst>
                                        </p:anim>
                                        <p:anim calcmode="lin" valueType="num">
                                          <p:cBhvr>
                                            <p:cTn id="69" dur="500" fill="hold"/>
                                            <p:tgtEl>
                                              <p:spTgt spid="11"/>
                                            </p:tgtEl>
                                            <p:attrNameLst>
                                              <p:attrName>ppt_h</p:attrName>
                                            </p:attrNameLst>
                                          </p:cBhvr>
                                          <p:tavLst>
                                            <p:tav tm="0">
                                              <p:val>
                                                <p:fltVal val="0"/>
                                              </p:val>
                                            </p:tav>
                                            <p:tav tm="100000">
                                              <p:val>
                                                <p:strVal val="#ppt_h"/>
                                              </p:val>
                                            </p:tav>
                                          </p:tavLst>
                                        </p:anim>
                                        <p:animEffect transition="in" filter="fade">
                                          <p:cBhvr>
                                            <p:cTn id="70" dur="500"/>
                                            <p:tgtEl>
                                              <p:spTgt spid="11"/>
                                            </p:tgtEl>
                                          </p:cBhvr>
                                        </p:animEffect>
                                      </p:childTnLst>
                                    </p:cTn>
                                  </p:par>
                                  <p:par>
                                    <p:cTn id="71" presetID="53" presetClass="entr" presetSubtype="16" fill="hold" grpId="0" nodeType="withEffect">
                                      <p:stCondLst>
                                        <p:cond delay="750"/>
                                      </p:stCondLst>
                                      <p:childTnLst>
                                        <p:set>
                                          <p:cBhvr>
                                            <p:cTn id="72" dur="1" fill="hold">
                                              <p:stCondLst>
                                                <p:cond delay="0"/>
                                              </p:stCondLst>
                                            </p:cTn>
                                            <p:tgtEl>
                                              <p:spTgt spid="12"/>
                                            </p:tgtEl>
                                            <p:attrNameLst>
                                              <p:attrName>style.visibility</p:attrName>
                                            </p:attrNameLst>
                                          </p:cBhvr>
                                          <p:to>
                                            <p:strVal val="visible"/>
                                          </p:to>
                                        </p:set>
                                        <p:anim calcmode="lin" valueType="num">
                                          <p:cBhvr>
                                            <p:cTn id="73" dur="500" fill="hold"/>
                                            <p:tgtEl>
                                              <p:spTgt spid="12"/>
                                            </p:tgtEl>
                                            <p:attrNameLst>
                                              <p:attrName>ppt_w</p:attrName>
                                            </p:attrNameLst>
                                          </p:cBhvr>
                                          <p:tavLst>
                                            <p:tav tm="0">
                                              <p:val>
                                                <p:fltVal val="0"/>
                                              </p:val>
                                            </p:tav>
                                            <p:tav tm="100000">
                                              <p:val>
                                                <p:strVal val="#ppt_w"/>
                                              </p:val>
                                            </p:tav>
                                          </p:tavLst>
                                        </p:anim>
                                        <p:anim calcmode="lin" valueType="num">
                                          <p:cBhvr>
                                            <p:cTn id="74" dur="500" fill="hold"/>
                                            <p:tgtEl>
                                              <p:spTgt spid="12"/>
                                            </p:tgtEl>
                                            <p:attrNameLst>
                                              <p:attrName>ppt_h</p:attrName>
                                            </p:attrNameLst>
                                          </p:cBhvr>
                                          <p:tavLst>
                                            <p:tav tm="0">
                                              <p:val>
                                                <p:fltVal val="0"/>
                                              </p:val>
                                            </p:tav>
                                            <p:tav tm="100000">
                                              <p:val>
                                                <p:strVal val="#ppt_h"/>
                                              </p:val>
                                            </p:tav>
                                          </p:tavLst>
                                        </p:anim>
                                        <p:animEffect transition="in" filter="fade">
                                          <p:cBhvr>
                                            <p:cTn id="75" dur="500"/>
                                            <p:tgtEl>
                                              <p:spTgt spid="12"/>
                                            </p:tgtEl>
                                          </p:cBhvr>
                                        </p:animEffect>
                                      </p:childTnLst>
                                    </p:cTn>
                                  </p:par>
                                  <p:par>
                                    <p:cTn id="76" presetID="53" presetClass="entr" presetSubtype="16" fill="hold" grpId="0" nodeType="withEffect">
                                      <p:stCondLst>
                                        <p:cond delay="1000"/>
                                      </p:stCondLst>
                                      <p:childTnLst>
                                        <p:set>
                                          <p:cBhvr>
                                            <p:cTn id="77" dur="1" fill="hold">
                                              <p:stCondLst>
                                                <p:cond delay="0"/>
                                              </p:stCondLst>
                                            </p:cTn>
                                            <p:tgtEl>
                                              <p:spTgt spid="13"/>
                                            </p:tgtEl>
                                            <p:attrNameLst>
                                              <p:attrName>style.visibility</p:attrName>
                                            </p:attrNameLst>
                                          </p:cBhvr>
                                          <p:to>
                                            <p:strVal val="visible"/>
                                          </p:to>
                                        </p:set>
                                        <p:anim calcmode="lin" valueType="num">
                                          <p:cBhvr>
                                            <p:cTn id="78" dur="500" fill="hold"/>
                                            <p:tgtEl>
                                              <p:spTgt spid="13"/>
                                            </p:tgtEl>
                                            <p:attrNameLst>
                                              <p:attrName>ppt_w</p:attrName>
                                            </p:attrNameLst>
                                          </p:cBhvr>
                                          <p:tavLst>
                                            <p:tav tm="0">
                                              <p:val>
                                                <p:fltVal val="0"/>
                                              </p:val>
                                            </p:tav>
                                            <p:tav tm="100000">
                                              <p:val>
                                                <p:strVal val="#ppt_w"/>
                                              </p:val>
                                            </p:tav>
                                          </p:tavLst>
                                        </p:anim>
                                        <p:anim calcmode="lin" valueType="num">
                                          <p:cBhvr>
                                            <p:cTn id="79" dur="500" fill="hold"/>
                                            <p:tgtEl>
                                              <p:spTgt spid="13"/>
                                            </p:tgtEl>
                                            <p:attrNameLst>
                                              <p:attrName>ppt_h</p:attrName>
                                            </p:attrNameLst>
                                          </p:cBhvr>
                                          <p:tavLst>
                                            <p:tav tm="0">
                                              <p:val>
                                                <p:fltVal val="0"/>
                                              </p:val>
                                            </p:tav>
                                            <p:tav tm="100000">
                                              <p:val>
                                                <p:strVal val="#ppt_h"/>
                                              </p:val>
                                            </p:tav>
                                          </p:tavLst>
                                        </p:anim>
                                        <p:animEffect transition="in" filter="fade">
                                          <p:cBhvr>
                                            <p:cTn id="80" dur="500"/>
                                            <p:tgtEl>
                                              <p:spTgt spid="13"/>
                                            </p:tgtEl>
                                          </p:cBhvr>
                                        </p:animEffect>
                                      </p:childTnLst>
                                    </p:cTn>
                                  </p:par>
                                  <p:par>
                                    <p:cTn id="81" presetID="53" presetClass="entr" presetSubtype="16" fill="hold" grpId="0" nodeType="withEffect">
                                      <p:stCondLst>
                                        <p:cond delay="1250"/>
                                      </p:stCondLst>
                                      <p:childTnLst>
                                        <p:set>
                                          <p:cBhvr>
                                            <p:cTn id="82" dur="1" fill="hold">
                                              <p:stCondLst>
                                                <p:cond delay="0"/>
                                              </p:stCondLst>
                                            </p:cTn>
                                            <p:tgtEl>
                                              <p:spTgt spid="31"/>
                                            </p:tgtEl>
                                            <p:attrNameLst>
                                              <p:attrName>style.visibility</p:attrName>
                                            </p:attrNameLst>
                                          </p:cBhvr>
                                          <p:to>
                                            <p:strVal val="visible"/>
                                          </p:to>
                                        </p:set>
                                        <p:anim calcmode="lin" valueType="num">
                                          <p:cBhvr>
                                            <p:cTn id="83" dur="500" fill="hold"/>
                                            <p:tgtEl>
                                              <p:spTgt spid="31"/>
                                            </p:tgtEl>
                                            <p:attrNameLst>
                                              <p:attrName>ppt_w</p:attrName>
                                            </p:attrNameLst>
                                          </p:cBhvr>
                                          <p:tavLst>
                                            <p:tav tm="0">
                                              <p:val>
                                                <p:fltVal val="0"/>
                                              </p:val>
                                            </p:tav>
                                            <p:tav tm="100000">
                                              <p:val>
                                                <p:strVal val="#ppt_w"/>
                                              </p:val>
                                            </p:tav>
                                          </p:tavLst>
                                        </p:anim>
                                        <p:anim calcmode="lin" valueType="num">
                                          <p:cBhvr>
                                            <p:cTn id="84" dur="500" fill="hold"/>
                                            <p:tgtEl>
                                              <p:spTgt spid="31"/>
                                            </p:tgtEl>
                                            <p:attrNameLst>
                                              <p:attrName>ppt_h</p:attrName>
                                            </p:attrNameLst>
                                          </p:cBhvr>
                                          <p:tavLst>
                                            <p:tav tm="0">
                                              <p:val>
                                                <p:fltVal val="0"/>
                                              </p:val>
                                            </p:tav>
                                            <p:tav tm="100000">
                                              <p:val>
                                                <p:strVal val="#ppt_h"/>
                                              </p:val>
                                            </p:tav>
                                          </p:tavLst>
                                        </p:anim>
                                        <p:animEffect transition="in" filter="fade">
                                          <p:cBhvr>
                                            <p:cTn id="85" dur="500"/>
                                            <p:tgtEl>
                                              <p:spTgt spid="31"/>
                                            </p:tgtEl>
                                          </p:cBhvr>
                                        </p:animEffect>
                                      </p:childTnLst>
                                    </p:cTn>
                                  </p:par>
                                  <p:par>
                                    <p:cTn id="86" presetID="53" presetClass="entr" presetSubtype="16" fill="hold" grpId="0" nodeType="withEffect">
                                      <p:stCondLst>
                                        <p:cond delay="1500"/>
                                      </p:stCondLst>
                                      <p:childTnLst>
                                        <p:set>
                                          <p:cBhvr>
                                            <p:cTn id="87" dur="1" fill="hold">
                                              <p:stCondLst>
                                                <p:cond delay="0"/>
                                              </p:stCondLst>
                                            </p:cTn>
                                            <p:tgtEl>
                                              <p:spTgt spid="30"/>
                                            </p:tgtEl>
                                            <p:attrNameLst>
                                              <p:attrName>style.visibility</p:attrName>
                                            </p:attrNameLst>
                                          </p:cBhvr>
                                          <p:to>
                                            <p:strVal val="visible"/>
                                          </p:to>
                                        </p:set>
                                        <p:anim calcmode="lin" valueType="num">
                                          <p:cBhvr>
                                            <p:cTn id="88" dur="500" fill="hold"/>
                                            <p:tgtEl>
                                              <p:spTgt spid="30"/>
                                            </p:tgtEl>
                                            <p:attrNameLst>
                                              <p:attrName>ppt_w</p:attrName>
                                            </p:attrNameLst>
                                          </p:cBhvr>
                                          <p:tavLst>
                                            <p:tav tm="0">
                                              <p:val>
                                                <p:fltVal val="0"/>
                                              </p:val>
                                            </p:tav>
                                            <p:tav tm="100000">
                                              <p:val>
                                                <p:strVal val="#ppt_w"/>
                                              </p:val>
                                            </p:tav>
                                          </p:tavLst>
                                        </p:anim>
                                        <p:anim calcmode="lin" valueType="num">
                                          <p:cBhvr>
                                            <p:cTn id="89" dur="500" fill="hold"/>
                                            <p:tgtEl>
                                              <p:spTgt spid="30"/>
                                            </p:tgtEl>
                                            <p:attrNameLst>
                                              <p:attrName>ppt_h</p:attrName>
                                            </p:attrNameLst>
                                          </p:cBhvr>
                                          <p:tavLst>
                                            <p:tav tm="0">
                                              <p:val>
                                                <p:fltVal val="0"/>
                                              </p:val>
                                            </p:tav>
                                            <p:tav tm="100000">
                                              <p:val>
                                                <p:strVal val="#ppt_h"/>
                                              </p:val>
                                            </p:tav>
                                          </p:tavLst>
                                        </p:anim>
                                        <p:animEffect transition="in" filter="fade">
                                          <p:cBhvr>
                                            <p:cTn id="90" dur="500"/>
                                            <p:tgtEl>
                                              <p:spTgt spid="30"/>
                                            </p:tgtEl>
                                          </p:cBhvr>
                                        </p:animEffect>
                                      </p:childTnLst>
                                    </p:cTn>
                                  </p:par>
                                  <p:par>
                                    <p:cTn id="91" presetID="53" presetClass="entr" presetSubtype="16" fill="hold" grpId="0" nodeType="withEffect">
                                      <p:stCondLst>
                                        <p:cond delay="1750"/>
                                      </p:stCondLst>
                                      <p:childTnLst>
                                        <p:set>
                                          <p:cBhvr>
                                            <p:cTn id="92" dur="1" fill="hold">
                                              <p:stCondLst>
                                                <p:cond delay="0"/>
                                              </p:stCondLst>
                                            </p:cTn>
                                            <p:tgtEl>
                                              <p:spTgt spid="29"/>
                                            </p:tgtEl>
                                            <p:attrNameLst>
                                              <p:attrName>style.visibility</p:attrName>
                                            </p:attrNameLst>
                                          </p:cBhvr>
                                          <p:to>
                                            <p:strVal val="visible"/>
                                          </p:to>
                                        </p:set>
                                        <p:anim calcmode="lin" valueType="num">
                                          <p:cBhvr>
                                            <p:cTn id="93" dur="500" fill="hold"/>
                                            <p:tgtEl>
                                              <p:spTgt spid="29"/>
                                            </p:tgtEl>
                                            <p:attrNameLst>
                                              <p:attrName>ppt_w</p:attrName>
                                            </p:attrNameLst>
                                          </p:cBhvr>
                                          <p:tavLst>
                                            <p:tav tm="0">
                                              <p:val>
                                                <p:fltVal val="0"/>
                                              </p:val>
                                            </p:tav>
                                            <p:tav tm="100000">
                                              <p:val>
                                                <p:strVal val="#ppt_w"/>
                                              </p:val>
                                            </p:tav>
                                          </p:tavLst>
                                        </p:anim>
                                        <p:anim calcmode="lin" valueType="num">
                                          <p:cBhvr>
                                            <p:cTn id="94" dur="500" fill="hold"/>
                                            <p:tgtEl>
                                              <p:spTgt spid="29"/>
                                            </p:tgtEl>
                                            <p:attrNameLst>
                                              <p:attrName>ppt_h</p:attrName>
                                            </p:attrNameLst>
                                          </p:cBhvr>
                                          <p:tavLst>
                                            <p:tav tm="0">
                                              <p:val>
                                                <p:fltVal val="0"/>
                                              </p:val>
                                            </p:tav>
                                            <p:tav tm="100000">
                                              <p:val>
                                                <p:strVal val="#ppt_h"/>
                                              </p:val>
                                            </p:tav>
                                          </p:tavLst>
                                        </p:anim>
                                        <p:animEffect transition="in" filter="fade">
                                          <p:cBhvr>
                                            <p:cTn id="95" dur="500"/>
                                            <p:tgtEl>
                                              <p:spTgt spid="29"/>
                                            </p:tgtEl>
                                          </p:cBhvr>
                                        </p:animEffect>
                                      </p:childTnLst>
                                    </p:cTn>
                                  </p:par>
                                  <p:par>
                                    <p:cTn id="96" presetID="53" presetClass="entr" presetSubtype="16" fill="hold" nodeType="withEffect">
                                      <p:stCondLst>
                                        <p:cond delay="500"/>
                                      </p:stCondLst>
                                      <p:childTnLst>
                                        <p:set>
                                          <p:cBhvr>
                                            <p:cTn id="97" dur="1" fill="hold">
                                              <p:stCondLst>
                                                <p:cond delay="0"/>
                                              </p:stCondLst>
                                            </p:cTn>
                                            <p:tgtEl>
                                              <p:spTgt spid="2"/>
                                            </p:tgtEl>
                                            <p:attrNameLst>
                                              <p:attrName>style.visibility</p:attrName>
                                            </p:attrNameLst>
                                          </p:cBhvr>
                                          <p:to>
                                            <p:strVal val="visible"/>
                                          </p:to>
                                        </p:set>
                                        <p:anim calcmode="lin" valueType="num">
                                          <p:cBhvr>
                                            <p:cTn id="98" dur="500" fill="hold"/>
                                            <p:tgtEl>
                                              <p:spTgt spid="2"/>
                                            </p:tgtEl>
                                            <p:attrNameLst>
                                              <p:attrName>ppt_w</p:attrName>
                                            </p:attrNameLst>
                                          </p:cBhvr>
                                          <p:tavLst>
                                            <p:tav tm="0">
                                              <p:val>
                                                <p:fltVal val="0"/>
                                              </p:val>
                                            </p:tav>
                                            <p:tav tm="100000">
                                              <p:val>
                                                <p:strVal val="#ppt_w"/>
                                              </p:val>
                                            </p:tav>
                                          </p:tavLst>
                                        </p:anim>
                                        <p:anim calcmode="lin" valueType="num">
                                          <p:cBhvr>
                                            <p:cTn id="99" dur="500" fill="hold"/>
                                            <p:tgtEl>
                                              <p:spTgt spid="2"/>
                                            </p:tgtEl>
                                            <p:attrNameLst>
                                              <p:attrName>ppt_h</p:attrName>
                                            </p:attrNameLst>
                                          </p:cBhvr>
                                          <p:tavLst>
                                            <p:tav tm="0">
                                              <p:val>
                                                <p:fltVal val="0"/>
                                              </p:val>
                                            </p:tav>
                                            <p:tav tm="100000">
                                              <p:val>
                                                <p:strVal val="#ppt_h"/>
                                              </p:val>
                                            </p:tav>
                                          </p:tavLst>
                                        </p:anim>
                                        <p:animEffect transition="in" filter="fade">
                                          <p:cBhvr>
                                            <p:cTn id="100" dur="500"/>
                                            <p:tgtEl>
                                              <p:spTgt spid="2"/>
                                            </p:tgtEl>
                                          </p:cBhvr>
                                        </p:animEffect>
                                      </p:childTnLst>
                                    </p:cTn>
                                  </p:par>
                                  <p:par>
                                    <p:cTn id="101" presetID="53" presetClass="entr" presetSubtype="16" fill="hold" nodeType="withEffect">
                                      <p:stCondLst>
                                        <p:cond delay="750"/>
                                      </p:stCondLst>
                                      <p:childTnLst>
                                        <p:set>
                                          <p:cBhvr>
                                            <p:cTn id="102" dur="1" fill="hold">
                                              <p:stCondLst>
                                                <p:cond delay="0"/>
                                              </p:stCondLst>
                                            </p:cTn>
                                            <p:tgtEl>
                                              <p:spTgt spid="3"/>
                                            </p:tgtEl>
                                            <p:attrNameLst>
                                              <p:attrName>style.visibility</p:attrName>
                                            </p:attrNameLst>
                                          </p:cBhvr>
                                          <p:to>
                                            <p:strVal val="visible"/>
                                          </p:to>
                                        </p:set>
                                        <p:anim calcmode="lin" valueType="num">
                                          <p:cBhvr>
                                            <p:cTn id="103" dur="500" fill="hold"/>
                                            <p:tgtEl>
                                              <p:spTgt spid="3"/>
                                            </p:tgtEl>
                                            <p:attrNameLst>
                                              <p:attrName>ppt_w</p:attrName>
                                            </p:attrNameLst>
                                          </p:cBhvr>
                                          <p:tavLst>
                                            <p:tav tm="0">
                                              <p:val>
                                                <p:fltVal val="0"/>
                                              </p:val>
                                            </p:tav>
                                            <p:tav tm="100000">
                                              <p:val>
                                                <p:strVal val="#ppt_w"/>
                                              </p:val>
                                            </p:tav>
                                          </p:tavLst>
                                        </p:anim>
                                        <p:anim calcmode="lin" valueType="num">
                                          <p:cBhvr>
                                            <p:cTn id="104" dur="500" fill="hold"/>
                                            <p:tgtEl>
                                              <p:spTgt spid="3"/>
                                            </p:tgtEl>
                                            <p:attrNameLst>
                                              <p:attrName>ppt_h</p:attrName>
                                            </p:attrNameLst>
                                          </p:cBhvr>
                                          <p:tavLst>
                                            <p:tav tm="0">
                                              <p:val>
                                                <p:fltVal val="0"/>
                                              </p:val>
                                            </p:tav>
                                            <p:tav tm="100000">
                                              <p:val>
                                                <p:strVal val="#ppt_h"/>
                                              </p:val>
                                            </p:tav>
                                          </p:tavLst>
                                        </p:anim>
                                        <p:animEffect transition="in" filter="fade">
                                          <p:cBhvr>
                                            <p:cTn id="105" dur="500"/>
                                            <p:tgtEl>
                                              <p:spTgt spid="3"/>
                                            </p:tgtEl>
                                          </p:cBhvr>
                                        </p:animEffect>
                                      </p:childTnLst>
                                    </p:cTn>
                                  </p:par>
                                  <p:par>
                                    <p:cTn id="106" presetID="53" presetClass="entr" presetSubtype="16" fill="hold" nodeType="withEffect">
                                      <p:stCondLst>
                                        <p:cond delay="1000"/>
                                      </p:stCondLst>
                                      <p:childTnLst>
                                        <p:set>
                                          <p:cBhvr>
                                            <p:cTn id="107" dur="1" fill="hold">
                                              <p:stCondLst>
                                                <p:cond delay="0"/>
                                              </p:stCondLst>
                                            </p:cTn>
                                            <p:tgtEl>
                                              <p:spTgt spid="4"/>
                                            </p:tgtEl>
                                            <p:attrNameLst>
                                              <p:attrName>style.visibility</p:attrName>
                                            </p:attrNameLst>
                                          </p:cBhvr>
                                          <p:to>
                                            <p:strVal val="visible"/>
                                          </p:to>
                                        </p:set>
                                        <p:anim calcmode="lin" valueType="num">
                                          <p:cBhvr>
                                            <p:cTn id="108" dur="500" fill="hold"/>
                                            <p:tgtEl>
                                              <p:spTgt spid="4"/>
                                            </p:tgtEl>
                                            <p:attrNameLst>
                                              <p:attrName>ppt_w</p:attrName>
                                            </p:attrNameLst>
                                          </p:cBhvr>
                                          <p:tavLst>
                                            <p:tav tm="0">
                                              <p:val>
                                                <p:fltVal val="0"/>
                                              </p:val>
                                            </p:tav>
                                            <p:tav tm="100000">
                                              <p:val>
                                                <p:strVal val="#ppt_w"/>
                                              </p:val>
                                            </p:tav>
                                          </p:tavLst>
                                        </p:anim>
                                        <p:anim calcmode="lin" valueType="num">
                                          <p:cBhvr>
                                            <p:cTn id="109" dur="500" fill="hold"/>
                                            <p:tgtEl>
                                              <p:spTgt spid="4"/>
                                            </p:tgtEl>
                                            <p:attrNameLst>
                                              <p:attrName>ppt_h</p:attrName>
                                            </p:attrNameLst>
                                          </p:cBhvr>
                                          <p:tavLst>
                                            <p:tav tm="0">
                                              <p:val>
                                                <p:fltVal val="0"/>
                                              </p:val>
                                            </p:tav>
                                            <p:tav tm="100000">
                                              <p:val>
                                                <p:strVal val="#ppt_h"/>
                                              </p:val>
                                            </p:tav>
                                          </p:tavLst>
                                        </p:anim>
                                        <p:animEffect transition="in" filter="fade">
                                          <p:cBhvr>
                                            <p:cTn id="110" dur="500"/>
                                            <p:tgtEl>
                                              <p:spTgt spid="4"/>
                                            </p:tgtEl>
                                          </p:cBhvr>
                                        </p:animEffect>
                                      </p:childTnLst>
                                    </p:cTn>
                                  </p:par>
                                  <p:par>
                                    <p:cTn id="111" presetID="53" presetClass="entr" presetSubtype="16" fill="hold" nodeType="withEffect">
                                      <p:stCondLst>
                                        <p:cond delay="1250"/>
                                      </p:stCondLst>
                                      <p:childTnLst>
                                        <p:set>
                                          <p:cBhvr>
                                            <p:cTn id="112" dur="1" fill="hold">
                                              <p:stCondLst>
                                                <p:cond delay="0"/>
                                              </p:stCondLst>
                                            </p:cTn>
                                            <p:tgtEl>
                                              <p:spTgt spid="5"/>
                                            </p:tgtEl>
                                            <p:attrNameLst>
                                              <p:attrName>style.visibility</p:attrName>
                                            </p:attrNameLst>
                                          </p:cBhvr>
                                          <p:to>
                                            <p:strVal val="visible"/>
                                          </p:to>
                                        </p:set>
                                        <p:anim calcmode="lin" valueType="num">
                                          <p:cBhvr>
                                            <p:cTn id="113" dur="500" fill="hold"/>
                                            <p:tgtEl>
                                              <p:spTgt spid="5"/>
                                            </p:tgtEl>
                                            <p:attrNameLst>
                                              <p:attrName>ppt_w</p:attrName>
                                            </p:attrNameLst>
                                          </p:cBhvr>
                                          <p:tavLst>
                                            <p:tav tm="0">
                                              <p:val>
                                                <p:fltVal val="0"/>
                                              </p:val>
                                            </p:tav>
                                            <p:tav tm="100000">
                                              <p:val>
                                                <p:strVal val="#ppt_w"/>
                                              </p:val>
                                            </p:tav>
                                          </p:tavLst>
                                        </p:anim>
                                        <p:anim calcmode="lin" valueType="num">
                                          <p:cBhvr>
                                            <p:cTn id="114" dur="500" fill="hold"/>
                                            <p:tgtEl>
                                              <p:spTgt spid="5"/>
                                            </p:tgtEl>
                                            <p:attrNameLst>
                                              <p:attrName>ppt_h</p:attrName>
                                            </p:attrNameLst>
                                          </p:cBhvr>
                                          <p:tavLst>
                                            <p:tav tm="0">
                                              <p:val>
                                                <p:fltVal val="0"/>
                                              </p:val>
                                            </p:tav>
                                            <p:tav tm="100000">
                                              <p:val>
                                                <p:strVal val="#ppt_h"/>
                                              </p:val>
                                            </p:tav>
                                          </p:tavLst>
                                        </p:anim>
                                        <p:animEffect transition="in" filter="fade">
                                          <p:cBhvr>
                                            <p:cTn id="115" dur="500"/>
                                            <p:tgtEl>
                                              <p:spTgt spid="5"/>
                                            </p:tgtEl>
                                          </p:cBhvr>
                                        </p:animEffect>
                                      </p:childTnLst>
                                    </p:cTn>
                                  </p:par>
                                  <p:par>
                                    <p:cTn id="116" presetID="53" presetClass="entr" presetSubtype="16" fill="hold" nodeType="withEffect">
                                      <p:stCondLst>
                                        <p:cond delay="1500"/>
                                      </p:stCondLst>
                                      <p:childTnLst>
                                        <p:set>
                                          <p:cBhvr>
                                            <p:cTn id="117" dur="1" fill="hold">
                                              <p:stCondLst>
                                                <p:cond delay="0"/>
                                              </p:stCondLst>
                                            </p:cTn>
                                            <p:tgtEl>
                                              <p:spTgt spid="16"/>
                                            </p:tgtEl>
                                            <p:attrNameLst>
                                              <p:attrName>style.visibility</p:attrName>
                                            </p:attrNameLst>
                                          </p:cBhvr>
                                          <p:to>
                                            <p:strVal val="visible"/>
                                          </p:to>
                                        </p:set>
                                        <p:anim calcmode="lin" valueType="num">
                                          <p:cBhvr>
                                            <p:cTn id="118" dur="500" fill="hold"/>
                                            <p:tgtEl>
                                              <p:spTgt spid="16"/>
                                            </p:tgtEl>
                                            <p:attrNameLst>
                                              <p:attrName>ppt_w</p:attrName>
                                            </p:attrNameLst>
                                          </p:cBhvr>
                                          <p:tavLst>
                                            <p:tav tm="0">
                                              <p:val>
                                                <p:fltVal val="0"/>
                                              </p:val>
                                            </p:tav>
                                            <p:tav tm="100000">
                                              <p:val>
                                                <p:strVal val="#ppt_w"/>
                                              </p:val>
                                            </p:tav>
                                          </p:tavLst>
                                        </p:anim>
                                        <p:anim calcmode="lin" valueType="num">
                                          <p:cBhvr>
                                            <p:cTn id="119" dur="500" fill="hold"/>
                                            <p:tgtEl>
                                              <p:spTgt spid="16"/>
                                            </p:tgtEl>
                                            <p:attrNameLst>
                                              <p:attrName>ppt_h</p:attrName>
                                            </p:attrNameLst>
                                          </p:cBhvr>
                                          <p:tavLst>
                                            <p:tav tm="0">
                                              <p:val>
                                                <p:fltVal val="0"/>
                                              </p:val>
                                            </p:tav>
                                            <p:tav tm="100000">
                                              <p:val>
                                                <p:strVal val="#ppt_h"/>
                                              </p:val>
                                            </p:tav>
                                          </p:tavLst>
                                        </p:anim>
                                        <p:animEffect transition="in" filter="fade">
                                          <p:cBhvr>
                                            <p:cTn id="120" dur="500"/>
                                            <p:tgtEl>
                                              <p:spTgt spid="16"/>
                                            </p:tgtEl>
                                          </p:cBhvr>
                                        </p:animEffect>
                                      </p:childTnLst>
                                    </p:cTn>
                                  </p:par>
                                  <p:par>
                                    <p:cTn id="121" presetID="53" presetClass="entr" presetSubtype="16" fill="hold" nodeType="withEffect">
                                      <p:stCondLst>
                                        <p:cond delay="1750"/>
                                      </p:stCondLst>
                                      <p:childTnLst>
                                        <p:set>
                                          <p:cBhvr>
                                            <p:cTn id="122" dur="1" fill="hold">
                                              <p:stCondLst>
                                                <p:cond delay="0"/>
                                              </p:stCondLst>
                                            </p:cTn>
                                            <p:tgtEl>
                                              <p:spTgt spid="81"/>
                                            </p:tgtEl>
                                            <p:attrNameLst>
                                              <p:attrName>style.visibility</p:attrName>
                                            </p:attrNameLst>
                                          </p:cBhvr>
                                          <p:to>
                                            <p:strVal val="visible"/>
                                          </p:to>
                                        </p:set>
                                        <p:anim calcmode="lin" valueType="num">
                                          <p:cBhvr>
                                            <p:cTn id="123" dur="500" fill="hold"/>
                                            <p:tgtEl>
                                              <p:spTgt spid="81"/>
                                            </p:tgtEl>
                                            <p:attrNameLst>
                                              <p:attrName>ppt_w</p:attrName>
                                            </p:attrNameLst>
                                          </p:cBhvr>
                                          <p:tavLst>
                                            <p:tav tm="0">
                                              <p:val>
                                                <p:fltVal val="0"/>
                                              </p:val>
                                            </p:tav>
                                            <p:tav tm="100000">
                                              <p:val>
                                                <p:strVal val="#ppt_w"/>
                                              </p:val>
                                            </p:tav>
                                          </p:tavLst>
                                        </p:anim>
                                        <p:anim calcmode="lin" valueType="num">
                                          <p:cBhvr>
                                            <p:cTn id="124" dur="500" fill="hold"/>
                                            <p:tgtEl>
                                              <p:spTgt spid="81"/>
                                            </p:tgtEl>
                                            <p:attrNameLst>
                                              <p:attrName>ppt_h</p:attrName>
                                            </p:attrNameLst>
                                          </p:cBhvr>
                                          <p:tavLst>
                                            <p:tav tm="0">
                                              <p:val>
                                                <p:fltVal val="0"/>
                                              </p:val>
                                            </p:tav>
                                            <p:tav tm="100000">
                                              <p:val>
                                                <p:strVal val="#ppt_h"/>
                                              </p:val>
                                            </p:tav>
                                          </p:tavLst>
                                        </p:anim>
                                        <p:animEffect transition="in" filter="fade">
                                          <p:cBhvr>
                                            <p:cTn id="125" dur="500"/>
                                            <p:tgtEl>
                                              <p:spTgt spid="81"/>
                                            </p:tgtEl>
                                          </p:cBhvr>
                                        </p:animEffect>
                                      </p:childTnLst>
                                    </p:cTn>
                                  </p:par>
                                  <p:par>
                                    <p:cTn id="126" presetID="2" presetClass="entr" presetSubtype="2" fill="hold" grpId="0" nodeType="withEffect">
                                      <p:stCondLst>
                                        <p:cond delay="500"/>
                                      </p:stCondLst>
                                      <p:childTnLst>
                                        <p:set>
                                          <p:cBhvr>
                                            <p:cTn id="127" dur="1" fill="hold">
                                              <p:stCondLst>
                                                <p:cond delay="0"/>
                                              </p:stCondLst>
                                            </p:cTn>
                                            <p:tgtEl>
                                              <p:spTgt spid="18"/>
                                            </p:tgtEl>
                                            <p:attrNameLst>
                                              <p:attrName>style.visibility</p:attrName>
                                            </p:attrNameLst>
                                          </p:cBhvr>
                                          <p:to>
                                            <p:strVal val="visible"/>
                                          </p:to>
                                        </p:set>
                                        <p:anim calcmode="lin" valueType="num">
                                          <p:cBhvr additive="base">
                                            <p:cTn id="128" dur="1000" fill="hold"/>
                                            <p:tgtEl>
                                              <p:spTgt spid="18"/>
                                            </p:tgtEl>
                                            <p:attrNameLst>
                                              <p:attrName>ppt_x</p:attrName>
                                            </p:attrNameLst>
                                          </p:cBhvr>
                                          <p:tavLst>
                                            <p:tav tm="0">
                                              <p:val>
                                                <p:strVal val="1+#ppt_w/2"/>
                                              </p:val>
                                            </p:tav>
                                            <p:tav tm="100000">
                                              <p:val>
                                                <p:strVal val="#ppt_x"/>
                                              </p:val>
                                            </p:tav>
                                          </p:tavLst>
                                        </p:anim>
                                        <p:anim calcmode="lin" valueType="num">
                                          <p:cBhvr additive="base">
                                            <p:cTn id="129" dur="1000" fill="hold"/>
                                            <p:tgtEl>
                                              <p:spTgt spid="18"/>
                                            </p:tgtEl>
                                            <p:attrNameLst>
                                              <p:attrName>ppt_y</p:attrName>
                                            </p:attrNameLst>
                                          </p:cBhvr>
                                          <p:tavLst>
                                            <p:tav tm="0">
                                              <p:val>
                                                <p:strVal val="#ppt_y"/>
                                              </p:val>
                                            </p:tav>
                                            <p:tav tm="100000">
                                              <p:val>
                                                <p:strVal val="#ppt_y"/>
                                              </p:val>
                                            </p:tav>
                                          </p:tavLst>
                                        </p:anim>
                                      </p:childTnLst>
                                    </p:cTn>
                                  </p:par>
                                  <p:par>
                                    <p:cTn id="130" presetID="2" presetClass="entr" presetSubtype="2" fill="hold" grpId="0" nodeType="withEffect">
                                      <p:stCondLst>
                                        <p:cond delay="750"/>
                                      </p:stCondLst>
                                      <p:childTnLst>
                                        <p:set>
                                          <p:cBhvr>
                                            <p:cTn id="131" dur="1" fill="hold">
                                              <p:stCondLst>
                                                <p:cond delay="0"/>
                                              </p:stCondLst>
                                            </p:cTn>
                                            <p:tgtEl>
                                              <p:spTgt spid="21"/>
                                            </p:tgtEl>
                                            <p:attrNameLst>
                                              <p:attrName>style.visibility</p:attrName>
                                            </p:attrNameLst>
                                          </p:cBhvr>
                                          <p:to>
                                            <p:strVal val="visible"/>
                                          </p:to>
                                        </p:set>
                                        <p:anim calcmode="lin" valueType="num">
                                          <p:cBhvr additive="base">
                                            <p:cTn id="132" dur="1000" fill="hold"/>
                                            <p:tgtEl>
                                              <p:spTgt spid="21"/>
                                            </p:tgtEl>
                                            <p:attrNameLst>
                                              <p:attrName>ppt_x</p:attrName>
                                            </p:attrNameLst>
                                          </p:cBhvr>
                                          <p:tavLst>
                                            <p:tav tm="0">
                                              <p:val>
                                                <p:strVal val="1+#ppt_w/2"/>
                                              </p:val>
                                            </p:tav>
                                            <p:tav tm="100000">
                                              <p:val>
                                                <p:strVal val="#ppt_x"/>
                                              </p:val>
                                            </p:tav>
                                          </p:tavLst>
                                        </p:anim>
                                        <p:anim calcmode="lin" valueType="num">
                                          <p:cBhvr additive="base">
                                            <p:cTn id="133" dur="1000" fill="hold"/>
                                            <p:tgtEl>
                                              <p:spTgt spid="21"/>
                                            </p:tgtEl>
                                            <p:attrNameLst>
                                              <p:attrName>ppt_y</p:attrName>
                                            </p:attrNameLst>
                                          </p:cBhvr>
                                          <p:tavLst>
                                            <p:tav tm="0">
                                              <p:val>
                                                <p:strVal val="#ppt_y"/>
                                              </p:val>
                                            </p:tav>
                                            <p:tav tm="100000">
                                              <p:val>
                                                <p:strVal val="#ppt_y"/>
                                              </p:val>
                                            </p:tav>
                                          </p:tavLst>
                                        </p:anim>
                                      </p:childTnLst>
                                    </p:cTn>
                                  </p:par>
                                  <p:par>
                                    <p:cTn id="134" presetID="2" presetClass="entr" presetSubtype="2" fill="hold" grpId="0" nodeType="withEffect">
                                      <p:stCondLst>
                                        <p:cond delay="1000"/>
                                      </p:stCondLst>
                                      <p:childTnLst>
                                        <p:set>
                                          <p:cBhvr>
                                            <p:cTn id="135" dur="1" fill="hold">
                                              <p:stCondLst>
                                                <p:cond delay="0"/>
                                              </p:stCondLst>
                                            </p:cTn>
                                            <p:tgtEl>
                                              <p:spTgt spid="24"/>
                                            </p:tgtEl>
                                            <p:attrNameLst>
                                              <p:attrName>style.visibility</p:attrName>
                                            </p:attrNameLst>
                                          </p:cBhvr>
                                          <p:to>
                                            <p:strVal val="visible"/>
                                          </p:to>
                                        </p:set>
                                        <p:anim calcmode="lin" valueType="num">
                                          <p:cBhvr additive="base">
                                            <p:cTn id="136" dur="1000" fill="hold"/>
                                            <p:tgtEl>
                                              <p:spTgt spid="24"/>
                                            </p:tgtEl>
                                            <p:attrNameLst>
                                              <p:attrName>ppt_x</p:attrName>
                                            </p:attrNameLst>
                                          </p:cBhvr>
                                          <p:tavLst>
                                            <p:tav tm="0">
                                              <p:val>
                                                <p:strVal val="1+#ppt_w/2"/>
                                              </p:val>
                                            </p:tav>
                                            <p:tav tm="100000">
                                              <p:val>
                                                <p:strVal val="#ppt_x"/>
                                              </p:val>
                                            </p:tav>
                                          </p:tavLst>
                                        </p:anim>
                                        <p:anim calcmode="lin" valueType="num">
                                          <p:cBhvr additive="base">
                                            <p:cTn id="137" dur="1000" fill="hold"/>
                                            <p:tgtEl>
                                              <p:spTgt spid="24"/>
                                            </p:tgtEl>
                                            <p:attrNameLst>
                                              <p:attrName>ppt_y</p:attrName>
                                            </p:attrNameLst>
                                          </p:cBhvr>
                                          <p:tavLst>
                                            <p:tav tm="0">
                                              <p:val>
                                                <p:strVal val="#ppt_y"/>
                                              </p:val>
                                            </p:tav>
                                            <p:tav tm="100000">
                                              <p:val>
                                                <p:strVal val="#ppt_y"/>
                                              </p:val>
                                            </p:tav>
                                          </p:tavLst>
                                        </p:anim>
                                      </p:childTnLst>
                                    </p:cTn>
                                  </p:par>
                                  <p:par>
                                    <p:cTn id="138" presetID="2" presetClass="entr" presetSubtype="8" fill="hold" grpId="0" nodeType="withEffect">
                                      <p:stCondLst>
                                        <p:cond delay="1250"/>
                                      </p:stCondLst>
                                      <p:childTnLst>
                                        <p:set>
                                          <p:cBhvr>
                                            <p:cTn id="139" dur="1" fill="hold">
                                              <p:stCondLst>
                                                <p:cond delay="0"/>
                                              </p:stCondLst>
                                            </p:cTn>
                                            <p:tgtEl>
                                              <p:spTgt spid="39"/>
                                            </p:tgtEl>
                                            <p:attrNameLst>
                                              <p:attrName>style.visibility</p:attrName>
                                            </p:attrNameLst>
                                          </p:cBhvr>
                                          <p:to>
                                            <p:strVal val="visible"/>
                                          </p:to>
                                        </p:set>
                                        <p:anim calcmode="lin" valueType="num">
                                          <p:cBhvr additive="base">
                                            <p:cTn id="140" dur="1000" fill="hold"/>
                                            <p:tgtEl>
                                              <p:spTgt spid="39"/>
                                            </p:tgtEl>
                                            <p:attrNameLst>
                                              <p:attrName>ppt_x</p:attrName>
                                            </p:attrNameLst>
                                          </p:cBhvr>
                                          <p:tavLst>
                                            <p:tav tm="0">
                                              <p:val>
                                                <p:strVal val="0-#ppt_w/2"/>
                                              </p:val>
                                            </p:tav>
                                            <p:tav tm="100000">
                                              <p:val>
                                                <p:strVal val="#ppt_x"/>
                                              </p:val>
                                            </p:tav>
                                          </p:tavLst>
                                        </p:anim>
                                        <p:anim calcmode="lin" valueType="num">
                                          <p:cBhvr additive="base">
                                            <p:cTn id="141" dur="1000" fill="hold"/>
                                            <p:tgtEl>
                                              <p:spTgt spid="39"/>
                                            </p:tgtEl>
                                            <p:attrNameLst>
                                              <p:attrName>ppt_y</p:attrName>
                                            </p:attrNameLst>
                                          </p:cBhvr>
                                          <p:tavLst>
                                            <p:tav tm="0">
                                              <p:val>
                                                <p:strVal val="#ppt_y"/>
                                              </p:val>
                                            </p:tav>
                                            <p:tav tm="100000">
                                              <p:val>
                                                <p:strVal val="#ppt_y"/>
                                              </p:val>
                                            </p:tav>
                                          </p:tavLst>
                                        </p:anim>
                                      </p:childTnLst>
                                    </p:cTn>
                                  </p:par>
                                  <p:par>
                                    <p:cTn id="142" presetID="2" presetClass="entr" presetSubtype="8" fill="hold" grpId="0" nodeType="withEffect">
                                      <p:stCondLst>
                                        <p:cond delay="1500"/>
                                      </p:stCondLst>
                                      <p:childTnLst>
                                        <p:set>
                                          <p:cBhvr>
                                            <p:cTn id="143" dur="1" fill="hold">
                                              <p:stCondLst>
                                                <p:cond delay="0"/>
                                              </p:stCondLst>
                                            </p:cTn>
                                            <p:tgtEl>
                                              <p:spTgt spid="37"/>
                                            </p:tgtEl>
                                            <p:attrNameLst>
                                              <p:attrName>style.visibility</p:attrName>
                                            </p:attrNameLst>
                                          </p:cBhvr>
                                          <p:to>
                                            <p:strVal val="visible"/>
                                          </p:to>
                                        </p:set>
                                        <p:anim calcmode="lin" valueType="num">
                                          <p:cBhvr additive="base">
                                            <p:cTn id="144" dur="1000" fill="hold"/>
                                            <p:tgtEl>
                                              <p:spTgt spid="37"/>
                                            </p:tgtEl>
                                            <p:attrNameLst>
                                              <p:attrName>ppt_x</p:attrName>
                                            </p:attrNameLst>
                                          </p:cBhvr>
                                          <p:tavLst>
                                            <p:tav tm="0">
                                              <p:val>
                                                <p:strVal val="0-#ppt_w/2"/>
                                              </p:val>
                                            </p:tav>
                                            <p:tav tm="100000">
                                              <p:val>
                                                <p:strVal val="#ppt_x"/>
                                              </p:val>
                                            </p:tav>
                                          </p:tavLst>
                                        </p:anim>
                                        <p:anim calcmode="lin" valueType="num">
                                          <p:cBhvr additive="base">
                                            <p:cTn id="145" dur="1000" fill="hold"/>
                                            <p:tgtEl>
                                              <p:spTgt spid="37"/>
                                            </p:tgtEl>
                                            <p:attrNameLst>
                                              <p:attrName>ppt_y</p:attrName>
                                            </p:attrNameLst>
                                          </p:cBhvr>
                                          <p:tavLst>
                                            <p:tav tm="0">
                                              <p:val>
                                                <p:strVal val="#ppt_y"/>
                                              </p:val>
                                            </p:tav>
                                            <p:tav tm="100000">
                                              <p:val>
                                                <p:strVal val="#ppt_y"/>
                                              </p:val>
                                            </p:tav>
                                          </p:tavLst>
                                        </p:anim>
                                      </p:childTnLst>
                                    </p:cTn>
                                  </p:par>
                                  <p:par>
                                    <p:cTn id="146" presetID="2" presetClass="entr" presetSubtype="8" fill="hold" grpId="0" nodeType="withEffect">
                                      <p:stCondLst>
                                        <p:cond delay="1750"/>
                                      </p:stCondLst>
                                      <p:childTnLst>
                                        <p:set>
                                          <p:cBhvr>
                                            <p:cTn id="147" dur="1" fill="hold">
                                              <p:stCondLst>
                                                <p:cond delay="0"/>
                                              </p:stCondLst>
                                            </p:cTn>
                                            <p:tgtEl>
                                              <p:spTgt spid="35"/>
                                            </p:tgtEl>
                                            <p:attrNameLst>
                                              <p:attrName>style.visibility</p:attrName>
                                            </p:attrNameLst>
                                          </p:cBhvr>
                                          <p:to>
                                            <p:strVal val="visible"/>
                                          </p:to>
                                        </p:set>
                                        <p:anim calcmode="lin" valueType="num">
                                          <p:cBhvr additive="base">
                                            <p:cTn id="148" dur="1000" fill="hold"/>
                                            <p:tgtEl>
                                              <p:spTgt spid="35"/>
                                            </p:tgtEl>
                                            <p:attrNameLst>
                                              <p:attrName>ppt_x</p:attrName>
                                            </p:attrNameLst>
                                          </p:cBhvr>
                                          <p:tavLst>
                                            <p:tav tm="0">
                                              <p:val>
                                                <p:strVal val="0-#ppt_w/2"/>
                                              </p:val>
                                            </p:tav>
                                            <p:tav tm="100000">
                                              <p:val>
                                                <p:strVal val="#ppt_x"/>
                                              </p:val>
                                            </p:tav>
                                          </p:tavLst>
                                        </p:anim>
                                        <p:anim calcmode="lin" valueType="num">
                                          <p:cBhvr additive="base">
                                            <p:cTn id="149" dur="1000" fill="hold"/>
                                            <p:tgtEl>
                                              <p:spTgt spid="35"/>
                                            </p:tgtEl>
                                            <p:attrNameLst>
                                              <p:attrName>ppt_y</p:attrName>
                                            </p:attrNameLst>
                                          </p:cBhvr>
                                          <p:tavLst>
                                            <p:tav tm="0">
                                              <p:val>
                                                <p:strVal val="#ppt_y"/>
                                              </p:val>
                                            </p:tav>
                                            <p:tav tm="100000">
                                              <p:val>
                                                <p:strVal val="#ppt_y"/>
                                              </p:val>
                                            </p:tav>
                                          </p:tavLst>
                                        </p:anim>
                                      </p:childTnLst>
                                    </p:cTn>
                                  </p:par>
                                  <p:par>
                                    <p:cTn id="150" presetID="10" presetClass="entr" presetSubtype="0" fill="hold" grpId="0" nodeType="withEffect">
                                      <p:stCondLst>
                                        <p:cond delay="750"/>
                                      </p:stCondLst>
                                      <p:childTnLst>
                                        <p:set>
                                          <p:cBhvr>
                                            <p:cTn id="151" dur="1" fill="hold">
                                              <p:stCondLst>
                                                <p:cond delay="0"/>
                                              </p:stCondLst>
                                            </p:cTn>
                                            <p:tgtEl>
                                              <p:spTgt spid="54"/>
                                            </p:tgtEl>
                                            <p:attrNameLst>
                                              <p:attrName>style.visibility</p:attrName>
                                            </p:attrNameLst>
                                          </p:cBhvr>
                                          <p:to>
                                            <p:strVal val="visible"/>
                                          </p:to>
                                        </p:set>
                                        <p:animEffect transition="in" filter="fade">
                                          <p:cBhvr>
                                            <p:cTn id="152" dur="500"/>
                                            <p:tgtEl>
                                              <p:spTgt spid="54"/>
                                            </p:tgtEl>
                                          </p:cBhvr>
                                        </p:animEffect>
                                      </p:childTnLst>
                                    </p:cTn>
                                  </p:par>
                                  <p:par>
                                    <p:cTn id="153" presetID="10" presetClass="entr" presetSubtype="0" fill="hold" grpId="0" nodeType="withEffect">
                                      <p:stCondLst>
                                        <p:cond delay="1000"/>
                                      </p:stCondLst>
                                      <p:childTnLst>
                                        <p:set>
                                          <p:cBhvr>
                                            <p:cTn id="154" dur="1" fill="hold">
                                              <p:stCondLst>
                                                <p:cond delay="0"/>
                                              </p:stCondLst>
                                            </p:cTn>
                                            <p:tgtEl>
                                              <p:spTgt spid="53"/>
                                            </p:tgtEl>
                                            <p:attrNameLst>
                                              <p:attrName>style.visibility</p:attrName>
                                            </p:attrNameLst>
                                          </p:cBhvr>
                                          <p:to>
                                            <p:strVal val="visible"/>
                                          </p:to>
                                        </p:set>
                                        <p:animEffect transition="in" filter="fade">
                                          <p:cBhvr>
                                            <p:cTn id="155" dur="500"/>
                                            <p:tgtEl>
                                              <p:spTgt spid="53"/>
                                            </p:tgtEl>
                                          </p:cBhvr>
                                        </p:animEffect>
                                      </p:childTnLst>
                                    </p:cTn>
                                  </p:par>
                                  <p:par>
                                    <p:cTn id="156" presetID="10" presetClass="entr" presetSubtype="0" fill="hold" grpId="0" nodeType="withEffect">
                                      <p:stCondLst>
                                        <p:cond delay="1250"/>
                                      </p:stCondLst>
                                      <p:childTnLst>
                                        <p:set>
                                          <p:cBhvr>
                                            <p:cTn id="157" dur="1" fill="hold">
                                              <p:stCondLst>
                                                <p:cond delay="0"/>
                                              </p:stCondLst>
                                            </p:cTn>
                                            <p:tgtEl>
                                              <p:spTgt spid="55"/>
                                            </p:tgtEl>
                                            <p:attrNameLst>
                                              <p:attrName>style.visibility</p:attrName>
                                            </p:attrNameLst>
                                          </p:cBhvr>
                                          <p:to>
                                            <p:strVal val="visible"/>
                                          </p:to>
                                        </p:set>
                                        <p:animEffect transition="in" filter="fade">
                                          <p:cBhvr>
                                            <p:cTn id="158" dur="500"/>
                                            <p:tgtEl>
                                              <p:spTgt spid="55"/>
                                            </p:tgtEl>
                                          </p:cBhvr>
                                        </p:animEffect>
                                      </p:childTnLst>
                                    </p:cTn>
                                  </p:par>
                                  <p:par>
                                    <p:cTn id="159" presetID="10" presetClass="entr" presetSubtype="0" fill="hold" grpId="0" nodeType="withEffect">
                                      <p:stCondLst>
                                        <p:cond delay="1500"/>
                                      </p:stCondLst>
                                      <p:childTnLst>
                                        <p:set>
                                          <p:cBhvr>
                                            <p:cTn id="160" dur="1" fill="hold">
                                              <p:stCondLst>
                                                <p:cond delay="0"/>
                                              </p:stCondLst>
                                            </p:cTn>
                                            <p:tgtEl>
                                              <p:spTgt spid="51"/>
                                            </p:tgtEl>
                                            <p:attrNameLst>
                                              <p:attrName>style.visibility</p:attrName>
                                            </p:attrNameLst>
                                          </p:cBhvr>
                                          <p:to>
                                            <p:strVal val="visible"/>
                                          </p:to>
                                        </p:set>
                                        <p:animEffect transition="in" filter="fade">
                                          <p:cBhvr>
                                            <p:cTn id="161" dur="500"/>
                                            <p:tgtEl>
                                              <p:spTgt spid="51"/>
                                            </p:tgtEl>
                                          </p:cBhvr>
                                        </p:animEffect>
                                      </p:childTnLst>
                                    </p:cTn>
                                  </p:par>
                                  <p:par>
                                    <p:cTn id="162" presetID="10" presetClass="entr" presetSubtype="0" fill="hold" grpId="0" nodeType="withEffect">
                                      <p:stCondLst>
                                        <p:cond delay="1750"/>
                                      </p:stCondLst>
                                      <p:childTnLst>
                                        <p:set>
                                          <p:cBhvr>
                                            <p:cTn id="163" dur="1" fill="hold">
                                              <p:stCondLst>
                                                <p:cond delay="0"/>
                                              </p:stCondLst>
                                            </p:cTn>
                                            <p:tgtEl>
                                              <p:spTgt spid="50"/>
                                            </p:tgtEl>
                                            <p:attrNameLst>
                                              <p:attrName>style.visibility</p:attrName>
                                            </p:attrNameLst>
                                          </p:cBhvr>
                                          <p:to>
                                            <p:strVal val="visible"/>
                                          </p:to>
                                        </p:set>
                                        <p:animEffect transition="in" filter="fade">
                                          <p:cBhvr>
                                            <p:cTn id="164" dur="500"/>
                                            <p:tgtEl>
                                              <p:spTgt spid="50"/>
                                            </p:tgtEl>
                                          </p:cBhvr>
                                        </p:animEffect>
                                      </p:childTnLst>
                                    </p:cTn>
                                  </p:par>
                                  <p:par>
                                    <p:cTn id="165" presetID="10" presetClass="entr" presetSubtype="0" fill="hold" grpId="0" nodeType="withEffect">
                                      <p:stCondLst>
                                        <p:cond delay="2000"/>
                                      </p:stCondLst>
                                      <p:childTnLst>
                                        <p:set>
                                          <p:cBhvr>
                                            <p:cTn id="166" dur="1" fill="hold">
                                              <p:stCondLst>
                                                <p:cond delay="0"/>
                                              </p:stCondLst>
                                            </p:cTn>
                                            <p:tgtEl>
                                              <p:spTgt spid="52"/>
                                            </p:tgtEl>
                                            <p:attrNameLst>
                                              <p:attrName>style.visibility</p:attrName>
                                            </p:attrNameLst>
                                          </p:cBhvr>
                                          <p:to>
                                            <p:strVal val="visible"/>
                                          </p:to>
                                        </p:set>
                                        <p:animEffect transition="in" filter="fade">
                                          <p:cBhvr>
                                            <p:cTn id="167" dur="500"/>
                                            <p:tgtEl>
                                              <p:spTgt spid="52"/>
                                            </p:tgtEl>
                                          </p:cBhvr>
                                        </p:animEffect>
                                      </p:childTnLst>
                                    </p:cTn>
                                  </p:par>
                                  <p:par>
                                    <p:cTn id="168" presetID="10" presetClass="entr" presetSubtype="0" fill="hold" nodeType="withEffect">
                                      <p:stCondLst>
                                        <p:cond delay="750"/>
                                      </p:stCondLst>
                                      <p:childTnLst>
                                        <p:set>
                                          <p:cBhvr>
                                            <p:cTn id="169" dur="1" fill="hold">
                                              <p:stCondLst>
                                                <p:cond delay="0"/>
                                              </p:stCondLst>
                                            </p:cTn>
                                            <p:tgtEl>
                                              <p:spTgt spid="92"/>
                                            </p:tgtEl>
                                            <p:attrNameLst>
                                              <p:attrName>style.visibility</p:attrName>
                                            </p:attrNameLst>
                                          </p:cBhvr>
                                          <p:to>
                                            <p:strVal val="visible"/>
                                          </p:to>
                                        </p:set>
                                        <p:animEffect transition="in" filter="fade">
                                          <p:cBhvr>
                                            <p:cTn id="170" dur="500"/>
                                            <p:tgtEl>
                                              <p:spTgt spid="92"/>
                                            </p:tgtEl>
                                          </p:cBhvr>
                                        </p:animEffect>
                                      </p:childTnLst>
                                    </p:cTn>
                                  </p:par>
                                  <p:par>
                                    <p:cTn id="171" presetID="10" presetClass="entr" presetSubtype="0" fill="hold" nodeType="withEffect">
                                      <p:stCondLst>
                                        <p:cond delay="1000"/>
                                      </p:stCondLst>
                                      <p:childTnLst>
                                        <p:set>
                                          <p:cBhvr>
                                            <p:cTn id="172" dur="1" fill="hold">
                                              <p:stCondLst>
                                                <p:cond delay="0"/>
                                              </p:stCondLst>
                                            </p:cTn>
                                            <p:tgtEl>
                                              <p:spTgt spid="93"/>
                                            </p:tgtEl>
                                            <p:attrNameLst>
                                              <p:attrName>style.visibility</p:attrName>
                                            </p:attrNameLst>
                                          </p:cBhvr>
                                          <p:to>
                                            <p:strVal val="visible"/>
                                          </p:to>
                                        </p:set>
                                        <p:animEffect transition="in" filter="fade">
                                          <p:cBhvr>
                                            <p:cTn id="173" dur="500"/>
                                            <p:tgtEl>
                                              <p:spTgt spid="93"/>
                                            </p:tgtEl>
                                          </p:cBhvr>
                                        </p:animEffect>
                                      </p:childTnLst>
                                    </p:cTn>
                                  </p:par>
                                  <p:par>
                                    <p:cTn id="174" presetID="10" presetClass="entr" presetSubtype="0" fill="hold" nodeType="withEffect">
                                      <p:stCondLst>
                                        <p:cond delay="1250"/>
                                      </p:stCondLst>
                                      <p:childTnLst>
                                        <p:set>
                                          <p:cBhvr>
                                            <p:cTn id="175" dur="1" fill="hold">
                                              <p:stCondLst>
                                                <p:cond delay="0"/>
                                              </p:stCondLst>
                                            </p:cTn>
                                            <p:tgtEl>
                                              <p:spTgt spid="94"/>
                                            </p:tgtEl>
                                            <p:attrNameLst>
                                              <p:attrName>style.visibility</p:attrName>
                                            </p:attrNameLst>
                                          </p:cBhvr>
                                          <p:to>
                                            <p:strVal val="visible"/>
                                          </p:to>
                                        </p:set>
                                        <p:animEffect transition="in" filter="fade">
                                          <p:cBhvr>
                                            <p:cTn id="176" dur="500"/>
                                            <p:tgtEl>
                                              <p:spTgt spid="94"/>
                                            </p:tgtEl>
                                          </p:cBhvr>
                                        </p:animEffect>
                                      </p:childTnLst>
                                    </p:cTn>
                                  </p:par>
                                  <p:par>
                                    <p:cTn id="177" presetID="10" presetClass="entr" presetSubtype="0" fill="hold" nodeType="withEffect">
                                      <p:stCondLst>
                                        <p:cond delay="1500"/>
                                      </p:stCondLst>
                                      <p:childTnLst>
                                        <p:set>
                                          <p:cBhvr>
                                            <p:cTn id="178" dur="1" fill="hold">
                                              <p:stCondLst>
                                                <p:cond delay="0"/>
                                              </p:stCondLst>
                                            </p:cTn>
                                            <p:tgtEl>
                                              <p:spTgt spid="95"/>
                                            </p:tgtEl>
                                            <p:attrNameLst>
                                              <p:attrName>style.visibility</p:attrName>
                                            </p:attrNameLst>
                                          </p:cBhvr>
                                          <p:to>
                                            <p:strVal val="visible"/>
                                          </p:to>
                                        </p:set>
                                        <p:animEffect transition="in" filter="fade">
                                          <p:cBhvr>
                                            <p:cTn id="179" dur="500"/>
                                            <p:tgtEl>
                                              <p:spTgt spid="95"/>
                                            </p:tgtEl>
                                          </p:cBhvr>
                                        </p:animEffect>
                                      </p:childTnLst>
                                    </p:cTn>
                                  </p:par>
                                  <p:par>
                                    <p:cTn id="180" presetID="10" presetClass="entr" presetSubtype="0" fill="hold" nodeType="withEffect">
                                      <p:stCondLst>
                                        <p:cond delay="1750"/>
                                      </p:stCondLst>
                                      <p:childTnLst>
                                        <p:set>
                                          <p:cBhvr>
                                            <p:cTn id="181" dur="1" fill="hold">
                                              <p:stCondLst>
                                                <p:cond delay="0"/>
                                              </p:stCondLst>
                                            </p:cTn>
                                            <p:tgtEl>
                                              <p:spTgt spid="96"/>
                                            </p:tgtEl>
                                            <p:attrNameLst>
                                              <p:attrName>style.visibility</p:attrName>
                                            </p:attrNameLst>
                                          </p:cBhvr>
                                          <p:to>
                                            <p:strVal val="visible"/>
                                          </p:to>
                                        </p:set>
                                        <p:animEffect transition="in" filter="fade">
                                          <p:cBhvr>
                                            <p:cTn id="182" dur="500"/>
                                            <p:tgtEl>
                                              <p:spTgt spid="96"/>
                                            </p:tgtEl>
                                          </p:cBhvr>
                                        </p:animEffect>
                                      </p:childTnLst>
                                    </p:cTn>
                                  </p:par>
                                  <p:par>
                                    <p:cTn id="183" presetID="10" presetClass="entr" presetSubtype="0" fill="hold" nodeType="withEffect">
                                      <p:stCondLst>
                                        <p:cond delay="2000"/>
                                      </p:stCondLst>
                                      <p:childTnLst>
                                        <p:set>
                                          <p:cBhvr>
                                            <p:cTn id="184" dur="1" fill="hold">
                                              <p:stCondLst>
                                                <p:cond delay="0"/>
                                              </p:stCondLst>
                                            </p:cTn>
                                            <p:tgtEl>
                                              <p:spTgt spid="97"/>
                                            </p:tgtEl>
                                            <p:attrNameLst>
                                              <p:attrName>style.visibility</p:attrName>
                                            </p:attrNameLst>
                                          </p:cBhvr>
                                          <p:to>
                                            <p:strVal val="visible"/>
                                          </p:to>
                                        </p:set>
                                        <p:animEffect transition="in" filter="fade">
                                          <p:cBhvr>
                                            <p:cTn id="185"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8" grpId="0" animBg="1"/>
          <p:bldP spid="21"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5" grpId="0" animBg="1"/>
          <p:bldP spid="37" grpId="0" animBg="1"/>
          <p:bldP spid="39" grpId="0" animBg="1"/>
          <p:bldP spid="50" grpId="0" animBg="1"/>
          <p:bldP spid="51" grpId="0" animBg="1"/>
          <p:bldP spid="52" grpId="0" animBg="1"/>
          <p:bldP spid="53" grpId="0" animBg="1"/>
          <p:bldP spid="54" grpId="0" animBg="1"/>
          <p:bldP spid="55" grpId="0" animBg="1"/>
        </p:bldLst>
      </p:timing>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B61D0887-2A01-4242-B76A-36C958054FAD}"/>
              </a:ext>
            </a:extLst>
          </p:cNvPr>
          <p:cNvSpPr>
            <a:spLocks noChangeArrowheads="1"/>
          </p:cNvSpPr>
          <p:nvPr/>
        </p:nvSpPr>
        <p:spPr bwMode="auto">
          <a:xfrm>
            <a:off x="5168900" y="2501900"/>
            <a:ext cx="1851025" cy="1854200"/>
          </a:xfrm>
          <a:prstGeom prst="ellipse">
            <a:avLst/>
          </a:prstGeom>
          <a:solidFill>
            <a:schemeClr val="bg2">
              <a:lumMod val="85000"/>
            </a:schemeClr>
          </a:solidFill>
          <a:ln>
            <a:noFill/>
          </a:ln>
          <a:effectLst>
            <a:innerShdw blurRad="114300">
              <a:prstClr val="black"/>
            </a:innerShdw>
          </a:effec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B08ACDE1-4AF6-4847-9EB9-323B7EB7765A}"/>
              </a:ext>
            </a:extLst>
          </p:cNvPr>
          <p:cNvSpPr>
            <a:spLocks/>
          </p:cNvSpPr>
          <p:nvPr/>
        </p:nvSpPr>
        <p:spPr bwMode="auto">
          <a:xfrm>
            <a:off x="6945313" y="1817688"/>
            <a:ext cx="1346200" cy="901700"/>
          </a:xfrm>
          <a:custGeom>
            <a:avLst/>
            <a:gdLst>
              <a:gd name="T0" fmla="*/ 0 w 848"/>
              <a:gd name="T1" fmla="*/ 568 h 568"/>
              <a:gd name="T2" fmla="*/ 380 w 848"/>
              <a:gd name="T3" fmla="*/ 0 h 568"/>
              <a:gd name="T4" fmla="*/ 848 w 848"/>
              <a:gd name="T5" fmla="*/ 0 h 568"/>
            </a:gdLst>
            <a:ahLst/>
            <a:cxnLst>
              <a:cxn ang="0">
                <a:pos x="T0" y="T1"/>
              </a:cxn>
              <a:cxn ang="0">
                <a:pos x="T2" y="T3"/>
              </a:cxn>
              <a:cxn ang="0">
                <a:pos x="T4" y="T5"/>
              </a:cxn>
            </a:cxnLst>
            <a:rect l="0" t="0" r="r" b="b"/>
            <a:pathLst>
              <a:path w="848" h="568">
                <a:moveTo>
                  <a:pt x="0" y="568"/>
                </a:moveTo>
                <a:lnTo>
                  <a:pt x="380" y="0"/>
                </a:lnTo>
                <a:lnTo>
                  <a:pt x="848" y="0"/>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7699A51B-231F-4567-A5D4-6188E3C3042E}"/>
              </a:ext>
            </a:extLst>
          </p:cNvPr>
          <p:cNvSpPr>
            <a:spLocks/>
          </p:cNvSpPr>
          <p:nvPr/>
        </p:nvSpPr>
        <p:spPr bwMode="auto">
          <a:xfrm>
            <a:off x="6945313" y="4138613"/>
            <a:ext cx="1346200" cy="901700"/>
          </a:xfrm>
          <a:custGeom>
            <a:avLst/>
            <a:gdLst>
              <a:gd name="T0" fmla="*/ 0 w 848"/>
              <a:gd name="T1" fmla="*/ 0 h 568"/>
              <a:gd name="T2" fmla="*/ 380 w 848"/>
              <a:gd name="T3" fmla="*/ 568 h 568"/>
              <a:gd name="T4" fmla="*/ 848 w 848"/>
              <a:gd name="T5" fmla="*/ 568 h 568"/>
            </a:gdLst>
            <a:ahLst/>
            <a:cxnLst>
              <a:cxn ang="0">
                <a:pos x="T0" y="T1"/>
              </a:cxn>
              <a:cxn ang="0">
                <a:pos x="T2" y="T3"/>
              </a:cxn>
              <a:cxn ang="0">
                <a:pos x="T4" y="T5"/>
              </a:cxn>
            </a:cxnLst>
            <a:rect l="0" t="0" r="r" b="b"/>
            <a:pathLst>
              <a:path w="848" h="568">
                <a:moveTo>
                  <a:pt x="0" y="0"/>
                </a:moveTo>
                <a:lnTo>
                  <a:pt x="380" y="568"/>
                </a:lnTo>
                <a:lnTo>
                  <a:pt x="848" y="568"/>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C654D636-E340-49F1-B511-619E6F93F3F1}"/>
              </a:ext>
            </a:extLst>
          </p:cNvPr>
          <p:cNvSpPr>
            <a:spLocks/>
          </p:cNvSpPr>
          <p:nvPr/>
        </p:nvSpPr>
        <p:spPr bwMode="auto">
          <a:xfrm>
            <a:off x="7158038" y="2892425"/>
            <a:ext cx="1133475" cy="239713"/>
          </a:xfrm>
          <a:custGeom>
            <a:avLst/>
            <a:gdLst>
              <a:gd name="T0" fmla="*/ 0 w 714"/>
              <a:gd name="T1" fmla="*/ 151 h 151"/>
              <a:gd name="T2" fmla="*/ 246 w 714"/>
              <a:gd name="T3" fmla="*/ 0 h 151"/>
              <a:gd name="T4" fmla="*/ 714 w 714"/>
              <a:gd name="T5" fmla="*/ 0 h 151"/>
            </a:gdLst>
            <a:ahLst/>
            <a:cxnLst>
              <a:cxn ang="0">
                <a:pos x="T0" y="T1"/>
              </a:cxn>
              <a:cxn ang="0">
                <a:pos x="T2" y="T3"/>
              </a:cxn>
              <a:cxn ang="0">
                <a:pos x="T4" y="T5"/>
              </a:cxn>
            </a:cxnLst>
            <a:rect l="0" t="0" r="r" b="b"/>
            <a:pathLst>
              <a:path w="714" h="151">
                <a:moveTo>
                  <a:pt x="0" y="151"/>
                </a:moveTo>
                <a:lnTo>
                  <a:pt x="246" y="0"/>
                </a:lnTo>
                <a:lnTo>
                  <a:pt x="714" y="0"/>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88E80E92-AAE9-4651-A5D1-4227597E6EDE}"/>
              </a:ext>
            </a:extLst>
          </p:cNvPr>
          <p:cNvSpPr>
            <a:spLocks/>
          </p:cNvSpPr>
          <p:nvPr/>
        </p:nvSpPr>
        <p:spPr bwMode="auto">
          <a:xfrm>
            <a:off x="7158038" y="3725863"/>
            <a:ext cx="1133475" cy="239713"/>
          </a:xfrm>
          <a:custGeom>
            <a:avLst/>
            <a:gdLst>
              <a:gd name="T0" fmla="*/ 0 w 714"/>
              <a:gd name="T1" fmla="*/ 0 h 151"/>
              <a:gd name="T2" fmla="*/ 246 w 714"/>
              <a:gd name="T3" fmla="*/ 151 h 151"/>
              <a:gd name="T4" fmla="*/ 714 w 714"/>
              <a:gd name="T5" fmla="*/ 151 h 151"/>
            </a:gdLst>
            <a:ahLst/>
            <a:cxnLst>
              <a:cxn ang="0">
                <a:pos x="T0" y="T1"/>
              </a:cxn>
              <a:cxn ang="0">
                <a:pos x="T2" y="T3"/>
              </a:cxn>
              <a:cxn ang="0">
                <a:pos x="T4" y="T5"/>
              </a:cxn>
            </a:cxnLst>
            <a:rect l="0" t="0" r="r" b="b"/>
            <a:pathLst>
              <a:path w="714" h="151">
                <a:moveTo>
                  <a:pt x="0" y="0"/>
                </a:moveTo>
                <a:lnTo>
                  <a:pt x="246" y="151"/>
                </a:lnTo>
                <a:lnTo>
                  <a:pt x="714" y="151"/>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Oval 10">
            <a:extLst>
              <a:ext uri="{FF2B5EF4-FFF2-40B4-BE49-F238E27FC236}">
                <a16:creationId xmlns:a16="http://schemas.microsoft.com/office/drawing/2014/main" id="{BB582454-7927-4331-9FF7-17BBA013CA73}"/>
              </a:ext>
            </a:extLst>
          </p:cNvPr>
          <p:cNvSpPr>
            <a:spLocks noChangeArrowheads="1"/>
          </p:cNvSpPr>
          <p:nvPr/>
        </p:nvSpPr>
        <p:spPr bwMode="auto">
          <a:xfrm>
            <a:off x="6899275" y="2678113"/>
            <a:ext cx="87313" cy="825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Oval 11">
            <a:extLst>
              <a:ext uri="{FF2B5EF4-FFF2-40B4-BE49-F238E27FC236}">
                <a16:creationId xmlns:a16="http://schemas.microsoft.com/office/drawing/2014/main" id="{CAA5DEB1-EEBD-4962-BF92-95A6388AD373}"/>
              </a:ext>
            </a:extLst>
          </p:cNvPr>
          <p:cNvSpPr>
            <a:spLocks noChangeArrowheads="1"/>
          </p:cNvSpPr>
          <p:nvPr/>
        </p:nvSpPr>
        <p:spPr bwMode="auto">
          <a:xfrm>
            <a:off x="8245475" y="1776413"/>
            <a:ext cx="87313" cy="825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Oval 12">
            <a:extLst>
              <a:ext uri="{FF2B5EF4-FFF2-40B4-BE49-F238E27FC236}">
                <a16:creationId xmlns:a16="http://schemas.microsoft.com/office/drawing/2014/main" id="{FA176404-E9F8-418A-9917-9C883CE9562E}"/>
              </a:ext>
            </a:extLst>
          </p:cNvPr>
          <p:cNvSpPr>
            <a:spLocks noChangeArrowheads="1"/>
          </p:cNvSpPr>
          <p:nvPr/>
        </p:nvSpPr>
        <p:spPr bwMode="auto">
          <a:xfrm>
            <a:off x="8245475" y="2851150"/>
            <a:ext cx="87313" cy="8255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Oval 13">
            <a:extLst>
              <a:ext uri="{FF2B5EF4-FFF2-40B4-BE49-F238E27FC236}">
                <a16:creationId xmlns:a16="http://schemas.microsoft.com/office/drawing/2014/main" id="{D0497168-3B2C-478F-A7BE-B7C00294CCC2}"/>
              </a:ext>
            </a:extLst>
          </p:cNvPr>
          <p:cNvSpPr>
            <a:spLocks noChangeArrowheads="1"/>
          </p:cNvSpPr>
          <p:nvPr/>
        </p:nvSpPr>
        <p:spPr bwMode="auto">
          <a:xfrm>
            <a:off x="8245475" y="3924300"/>
            <a:ext cx="87313" cy="8255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Oval 14">
            <a:extLst>
              <a:ext uri="{FF2B5EF4-FFF2-40B4-BE49-F238E27FC236}">
                <a16:creationId xmlns:a16="http://schemas.microsoft.com/office/drawing/2014/main" id="{46D88D5E-5387-4FA2-BFF7-73DF1AD852B5}"/>
              </a:ext>
            </a:extLst>
          </p:cNvPr>
          <p:cNvSpPr>
            <a:spLocks noChangeArrowheads="1"/>
          </p:cNvSpPr>
          <p:nvPr/>
        </p:nvSpPr>
        <p:spPr bwMode="auto">
          <a:xfrm>
            <a:off x="8245475" y="4999038"/>
            <a:ext cx="87313" cy="825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Oval 15">
            <a:extLst>
              <a:ext uri="{FF2B5EF4-FFF2-40B4-BE49-F238E27FC236}">
                <a16:creationId xmlns:a16="http://schemas.microsoft.com/office/drawing/2014/main" id="{B08AC7E9-404A-4E9C-B786-B1484916ACA0}"/>
              </a:ext>
            </a:extLst>
          </p:cNvPr>
          <p:cNvSpPr>
            <a:spLocks noChangeArrowheads="1"/>
          </p:cNvSpPr>
          <p:nvPr/>
        </p:nvSpPr>
        <p:spPr bwMode="auto">
          <a:xfrm>
            <a:off x="7113588" y="3090863"/>
            <a:ext cx="85725" cy="8572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Oval 16">
            <a:extLst>
              <a:ext uri="{FF2B5EF4-FFF2-40B4-BE49-F238E27FC236}">
                <a16:creationId xmlns:a16="http://schemas.microsoft.com/office/drawing/2014/main" id="{D4918DE0-EFB7-408D-8D3F-39C87F7FDCB8}"/>
              </a:ext>
            </a:extLst>
          </p:cNvPr>
          <p:cNvSpPr>
            <a:spLocks noChangeArrowheads="1"/>
          </p:cNvSpPr>
          <p:nvPr/>
        </p:nvSpPr>
        <p:spPr bwMode="auto">
          <a:xfrm>
            <a:off x="7113588" y="3681413"/>
            <a:ext cx="85725" cy="8572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Oval 17">
            <a:extLst>
              <a:ext uri="{FF2B5EF4-FFF2-40B4-BE49-F238E27FC236}">
                <a16:creationId xmlns:a16="http://schemas.microsoft.com/office/drawing/2014/main" id="{6847B521-2D5B-4964-B91E-DD40B48B6B2F}"/>
              </a:ext>
            </a:extLst>
          </p:cNvPr>
          <p:cNvSpPr>
            <a:spLocks noChangeArrowheads="1"/>
          </p:cNvSpPr>
          <p:nvPr/>
        </p:nvSpPr>
        <p:spPr bwMode="auto">
          <a:xfrm>
            <a:off x="6904038" y="4097338"/>
            <a:ext cx="82550" cy="825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4AE74AA0-ADE3-42B6-AB0D-C8B0B4E431DC}"/>
              </a:ext>
            </a:extLst>
          </p:cNvPr>
          <p:cNvSpPr>
            <a:spLocks/>
          </p:cNvSpPr>
          <p:nvPr/>
        </p:nvSpPr>
        <p:spPr bwMode="auto">
          <a:xfrm>
            <a:off x="9205913" y="4581525"/>
            <a:ext cx="2020888" cy="917575"/>
          </a:xfrm>
          <a:custGeom>
            <a:avLst/>
            <a:gdLst>
              <a:gd name="T0" fmla="*/ 417 w 539"/>
              <a:gd name="T1" fmla="*/ 0 h 244"/>
              <a:gd name="T2" fmla="*/ 0 w 539"/>
              <a:gd name="T3" fmla="*/ 0 h 244"/>
              <a:gd name="T4" fmla="*/ 61 w 539"/>
              <a:gd name="T5" fmla="*/ 122 h 244"/>
              <a:gd name="T6" fmla="*/ 0 w 539"/>
              <a:gd name="T7" fmla="*/ 244 h 244"/>
              <a:gd name="T8" fmla="*/ 417 w 539"/>
              <a:gd name="T9" fmla="*/ 244 h 244"/>
              <a:gd name="T10" fmla="*/ 539 w 539"/>
              <a:gd name="T11" fmla="*/ 122 h 244"/>
              <a:gd name="T12" fmla="*/ 539 w 539"/>
              <a:gd name="T13" fmla="*/ 122 h 244"/>
              <a:gd name="T14" fmla="*/ 417 w 539"/>
              <a:gd name="T15" fmla="*/ 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244">
                <a:moveTo>
                  <a:pt x="417" y="0"/>
                </a:moveTo>
                <a:cubicBezTo>
                  <a:pt x="0" y="0"/>
                  <a:pt x="0" y="0"/>
                  <a:pt x="0" y="0"/>
                </a:cubicBezTo>
                <a:cubicBezTo>
                  <a:pt x="37" y="28"/>
                  <a:pt x="61" y="72"/>
                  <a:pt x="61" y="122"/>
                </a:cubicBezTo>
                <a:cubicBezTo>
                  <a:pt x="61" y="172"/>
                  <a:pt x="37" y="216"/>
                  <a:pt x="0" y="244"/>
                </a:cubicBezTo>
                <a:cubicBezTo>
                  <a:pt x="417" y="244"/>
                  <a:pt x="417" y="244"/>
                  <a:pt x="417" y="244"/>
                </a:cubicBezTo>
                <a:cubicBezTo>
                  <a:pt x="484" y="244"/>
                  <a:pt x="539" y="190"/>
                  <a:pt x="539" y="122"/>
                </a:cubicBezTo>
                <a:cubicBezTo>
                  <a:pt x="539" y="122"/>
                  <a:pt x="539" y="122"/>
                  <a:pt x="539" y="122"/>
                </a:cubicBezTo>
                <a:cubicBezTo>
                  <a:pt x="539" y="55"/>
                  <a:pt x="484" y="0"/>
                  <a:pt x="41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AC2F3AF3-1A12-428B-85F9-A6249B236758}"/>
              </a:ext>
            </a:extLst>
          </p:cNvPr>
          <p:cNvSpPr>
            <a:spLocks/>
          </p:cNvSpPr>
          <p:nvPr/>
        </p:nvSpPr>
        <p:spPr bwMode="auto">
          <a:xfrm>
            <a:off x="9205913" y="3508375"/>
            <a:ext cx="2020888" cy="915988"/>
          </a:xfrm>
          <a:custGeom>
            <a:avLst/>
            <a:gdLst>
              <a:gd name="T0" fmla="*/ 417 w 539"/>
              <a:gd name="T1" fmla="*/ 0 h 244"/>
              <a:gd name="T2" fmla="*/ 0 w 539"/>
              <a:gd name="T3" fmla="*/ 0 h 244"/>
              <a:gd name="T4" fmla="*/ 61 w 539"/>
              <a:gd name="T5" fmla="*/ 122 h 244"/>
              <a:gd name="T6" fmla="*/ 0 w 539"/>
              <a:gd name="T7" fmla="*/ 244 h 244"/>
              <a:gd name="T8" fmla="*/ 417 w 539"/>
              <a:gd name="T9" fmla="*/ 244 h 244"/>
              <a:gd name="T10" fmla="*/ 539 w 539"/>
              <a:gd name="T11" fmla="*/ 122 h 244"/>
              <a:gd name="T12" fmla="*/ 539 w 539"/>
              <a:gd name="T13" fmla="*/ 122 h 244"/>
              <a:gd name="T14" fmla="*/ 417 w 539"/>
              <a:gd name="T15" fmla="*/ 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244">
                <a:moveTo>
                  <a:pt x="417" y="0"/>
                </a:moveTo>
                <a:cubicBezTo>
                  <a:pt x="0" y="0"/>
                  <a:pt x="0" y="0"/>
                  <a:pt x="0" y="0"/>
                </a:cubicBezTo>
                <a:cubicBezTo>
                  <a:pt x="37" y="28"/>
                  <a:pt x="61" y="72"/>
                  <a:pt x="61" y="122"/>
                </a:cubicBezTo>
                <a:cubicBezTo>
                  <a:pt x="61" y="172"/>
                  <a:pt x="37" y="216"/>
                  <a:pt x="0" y="244"/>
                </a:cubicBezTo>
                <a:cubicBezTo>
                  <a:pt x="417" y="244"/>
                  <a:pt x="417" y="244"/>
                  <a:pt x="417" y="244"/>
                </a:cubicBezTo>
                <a:cubicBezTo>
                  <a:pt x="484" y="244"/>
                  <a:pt x="539" y="190"/>
                  <a:pt x="539" y="122"/>
                </a:cubicBezTo>
                <a:cubicBezTo>
                  <a:pt x="539" y="122"/>
                  <a:pt x="539" y="122"/>
                  <a:pt x="539" y="122"/>
                </a:cubicBezTo>
                <a:cubicBezTo>
                  <a:pt x="539" y="55"/>
                  <a:pt x="484" y="0"/>
                  <a:pt x="417"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C81A59A6-A882-4BCB-90D6-46D69D50AC65}"/>
              </a:ext>
            </a:extLst>
          </p:cNvPr>
          <p:cNvSpPr>
            <a:spLocks/>
          </p:cNvSpPr>
          <p:nvPr/>
        </p:nvSpPr>
        <p:spPr bwMode="auto">
          <a:xfrm>
            <a:off x="9205913" y="2433638"/>
            <a:ext cx="2020888" cy="915988"/>
          </a:xfrm>
          <a:custGeom>
            <a:avLst/>
            <a:gdLst>
              <a:gd name="T0" fmla="*/ 417 w 539"/>
              <a:gd name="T1" fmla="*/ 0 h 244"/>
              <a:gd name="T2" fmla="*/ 0 w 539"/>
              <a:gd name="T3" fmla="*/ 0 h 244"/>
              <a:gd name="T4" fmla="*/ 61 w 539"/>
              <a:gd name="T5" fmla="*/ 122 h 244"/>
              <a:gd name="T6" fmla="*/ 0 w 539"/>
              <a:gd name="T7" fmla="*/ 244 h 244"/>
              <a:gd name="T8" fmla="*/ 417 w 539"/>
              <a:gd name="T9" fmla="*/ 244 h 244"/>
              <a:gd name="T10" fmla="*/ 539 w 539"/>
              <a:gd name="T11" fmla="*/ 122 h 244"/>
              <a:gd name="T12" fmla="*/ 539 w 539"/>
              <a:gd name="T13" fmla="*/ 122 h 244"/>
              <a:gd name="T14" fmla="*/ 417 w 539"/>
              <a:gd name="T15" fmla="*/ 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244">
                <a:moveTo>
                  <a:pt x="417" y="0"/>
                </a:moveTo>
                <a:cubicBezTo>
                  <a:pt x="0" y="0"/>
                  <a:pt x="0" y="0"/>
                  <a:pt x="0" y="0"/>
                </a:cubicBezTo>
                <a:cubicBezTo>
                  <a:pt x="37" y="28"/>
                  <a:pt x="61" y="72"/>
                  <a:pt x="61" y="122"/>
                </a:cubicBezTo>
                <a:cubicBezTo>
                  <a:pt x="61" y="172"/>
                  <a:pt x="37" y="216"/>
                  <a:pt x="0" y="244"/>
                </a:cubicBezTo>
                <a:cubicBezTo>
                  <a:pt x="417" y="244"/>
                  <a:pt x="417" y="244"/>
                  <a:pt x="417" y="244"/>
                </a:cubicBezTo>
                <a:cubicBezTo>
                  <a:pt x="484" y="244"/>
                  <a:pt x="539" y="189"/>
                  <a:pt x="539" y="122"/>
                </a:cubicBezTo>
                <a:cubicBezTo>
                  <a:pt x="539" y="122"/>
                  <a:pt x="539" y="122"/>
                  <a:pt x="539" y="122"/>
                </a:cubicBezTo>
                <a:cubicBezTo>
                  <a:pt x="539" y="54"/>
                  <a:pt x="484" y="0"/>
                  <a:pt x="417"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72412A9E-1A5F-4D1B-8CAC-3F8CD10F0D15}"/>
              </a:ext>
            </a:extLst>
          </p:cNvPr>
          <p:cNvSpPr>
            <a:spLocks/>
          </p:cNvSpPr>
          <p:nvPr/>
        </p:nvSpPr>
        <p:spPr bwMode="auto">
          <a:xfrm>
            <a:off x="9205913" y="1358900"/>
            <a:ext cx="2020888" cy="917575"/>
          </a:xfrm>
          <a:custGeom>
            <a:avLst/>
            <a:gdLst>
              <a:gd name="T0" fmla="*/ 417 w 539"/>
              <a:gd name="T1" fmla="*/ 0 h 244"/>
              <a:gd name="T2" fmla="*/ 0 w 539"/>
              <a:gd name="T3" fmla="*/ 0 h 244"/>
              <a:gd name="T4" fmla="*/ 61 w 539"/>
              <a:gd name="T5" fmla="*/ 122 h 244"/>
              <a:gd name="T6" fmla="*/ 0 w 539"/>
              <a:gd name="T7" fmla="*/ 244 h 244"/>
              <a:gd name="T8" fmla="*/ 417 w 539"/>
              <a:gd name="T9" fmla="*/ 244 h 244"/>
              <a:gd name="T10" fmla="*/ 539 w 539"/>
              <a:gd name="T11" fmla="*/ 122 h 244"/>
              <a:gd name="T12" fmla="*/ 539 w 539"/>
              <a:gd name="T13" fmla="*/ 122 h 244"/>
              <a:gd name="T14" fmla="*/ 417 w 539"/>
              <a:gd name="T15" fmla="*/ 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244">
                <a:moveTo>
                  <a:pt x="417" y="0"/>
                </a:moveTo>
                <a:cubicBezTo>
                  <a:pt x="0" y="0"/>
                  <a:pt x="0" y="0"/>
                  <a:pt x="0" y="0"/>
                </a:cubicBezTo>
                <a:cubicBezTo>
                  <a:pt x="37" y="28"/>
                  <a:pt x="61" y="72"/>
                  <a:pt x="61" y="122"/>
                </a:cubicBezTo>
                <a:cubicBezTo>
                  <a:pt x="61" y="172"/>
                  <a:pt x="37" y="216"/>
                  <a:pt x="0" y="244"/>
                </a:cubicBezTo>
                <a:cubicBezTo>
                  <a:pt x="417" y="244"/>
                  <a:pt x="417" y="244"/>
                  <a:pt x="417" y="244"/>
                </a:cubicBezTo>
                <a:cubicBezTo>
                  <a:pt x="484" y="244"/>
                  <a:pt x="539" y="189"/>
                  <a:pt x="539" y="122"/>
                </a:cubicBezTo>
                <a:cubicBezTo>
                  <a:pt x="539" y="122"/>
                  <a:pt x="539" y="122"/>
                  <a:pt x="539" y="122"/>
                </a:cubicBezTo>
                <a:cubicBezTo>
                  <a:pt x="539" y="54"/>
                  <a:pt x="484" y="0"/>
                  <a:pt x="41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6A7CDA46-DC05-462D-AD2D-898AC7FA3740}"/>
              </a:ext>
            </a:extLst>
          </p:cNvPr>
          <p:cNvSpPr>
            <a:spLocks/>
          </p:cNvSpPr>
          <p:nvPr/>
        </p:nvSpPr>
        <p:spPr bwMode="auto">
          <a:xfrm>
            <a:off x="3897313" y="1817688"/>
            <a:ext cx="1346200" cy="901700"/>
          </a:xfrm>
          <a:custGeom>
            <a:avLst/>
            <a:gdLst>
              <a:gd name="T0" fmla="*/ 848 w 848"/>
              <a:gd name="T1" fmla="*/ 568 h 568"/>
              <a:gd name="T2" fmla="*/ 468 w 848"/>
              <a:gd name="T3" fmla="*/ 0 h 568"/>
              <a:gd name="T4" fmla="*/ 0 w 848"/>
              <a:gd name="T5" fmla="*/ 0 h 568"/>
            </a:gdLst>
            <a:ahLst/>
            <a:cxnLst>
              <a:cxn ang="0">
                <a:pos x="T0" y="T1"/>
              </a:cxn>
              <a:cxn ang="0">
                <a:pos x="T2" y="T3"/>
              </a:cxn>
              <a:cxn ang="0">
                <a:pos x="T4" y="T5"/>
              </a:cxn>
            </a:cxnLst>
            <a:rect l="0" t="0" r="r" b="b"/>
            <a:pathLst>
              <a:path w="848" h="568">
                <a:moveTo>
                  <a:pt x="848" y="568"/>
                </a:moveTo>
                <a:lnTo>
                  <a:pt x="468" y="0"/>
                </a:lnTo>
                <a:lnTo>
                  <a:pt x="0" y="0"/>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23811530-536D-4214-82BA-A5C18024D484}"/>
              </a:ext>
            </a:extLst>
          </p:cNvPr>
          <p:cNvSpPr>
            <a:spLocks/>
          </p:cNvSpPr>
          <p:nvPr/>
        </p:nvSpPr>
        <p:spPr bwMode="auto">
          <a:xfrm>
            <a:off x="3897313" y="4138613"/>
            <a:ext cx="1346200" cy="901700"/>
          </a:xfrm>
          <a:custGeom>
            <a:avLst/>
            <a:gdLst>
              <a:gd name="T0" fmla="*/ 848 w 848"/>
              <a:gd name="T1" fmla="*/ 0 h 568"/>
              <a:gd name="T2" fmla="*/ 468 w 848"/>
              <a:gd name="T3" fmla="*/ 568 h 568"/>
              <a:gd name="T4" fmla="*/ 0 w 848"/>
              <a:gd name="T5" fmla="*/ 568 h 568"/>
            </a:gdLst>
            <a:ahLst/>
            <a:cxnLst>
              <a:cxn ang="0">
                <a:pos x="T0" y="T1"/>
              </a:cxn>
              <a:cxn ang="0">
                <a:pos x="T2" y="T3"/>
              </a:cxn>
              <a:cxn ang="0">
                <a:pos x="T4" y="T5"/>
              </a:cxn>
            </a:cxnLst>
            <a:rect l="0" t="0" r="r" b="b"/>
            <a:pathLst>
              <a:path w="848" h="568">
                <a:moveTo>
                  <a:pt x="848" y="0"/>
                </a:moveTo>
                <a:lnTo>
                  <a:pt x="468" y="568"/>
                </a:lnTo>
                <a:lnTo>
                  <a:pt x="0" y="568"/>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7" name="Freeform 36">
            <a:extLst>
              <a:ext uri="{FF2B5EF4-FFF2-40B4-BE49-F238E27FC236}">
                <a16:creationId xmlns:a16="http://schemas.microsoft.com/office/drawing/2014/main" id="{77AB4D0B-0EB4-4644-BD32-CAF17DACB2E6}"/>
              </a:ext>
            </a:extLst>
          </p:cNvPr>
          <p:cNvSpPr>
            <a:spLocks/>
          </p:cNvSpPr>
          <p:nvPr/>
        </p:nvSpPr>
        <p:spPr bwMode="auto">
          <a:xfrm>
            <a:off x="3897313" y="2892425"/>
            <a:ext cx="1131888" cy="239713"/>
          </a:xfrm>
          <a:custGeom>
            <a:avLst/>
            <a:gdLst>
              <a:gd name="T0" fmla="*/ 713 w 713"/>
              <a:gd name="T1" fmla="*/ 151 h 151"/>
              <a:gd name="T2" fmla="*/ 468 w 713"/>
              <a:gd name="T3" fmla="*/ 0 h 151"/>
              <a:gd name="T4" fmla="*/ 0 w 713"/>
              <a:gd name="T5" fmla="*/ 0 h 151"/>
            </a:gdLst>
            <a:ahLst/>
            <a:cxnLst>
              <a:cxn ang="0">
                <a:pos x="T0" y="T1"/>
              </a:cxn>
              <a:cxn ang="0">
                <a:pos x="T2" y="T3"/>
              </a:cxn>
              <a:cxn ang="0">
                <a:pos x="T4" y="T5"/>
              </a:cxn>
            </a:cxnLst>
            <a:rect l="0" t="0" r="r" b="b"/>
            <a:pathLst>
              <a:path w="713" h="151">
                <a:moveTo>
                  <a:pt x="713" y="151"/>
                </a:moveTo>
                <a:lnTo>
                  <a:pt x="468" y="0"/>
                </a:lnTo>
                <a:lnTo>
                  <a:pt x="0" y="0"/>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8" name="Freeform 37">
            <a:extLst>
              <a:ext uri="{FF2B5EF4-FFF2-40B4-BE49-F238E27FC236}">
                <a16:creationId xmlns:a16="http://schemas.microsoft.com/office/drawing/2014/main" id="{F35000A8-8E36-40AD-BA28-6FF124A6B80E}"/>
              </a:ext>
            </a:extLst>
          </p:cNvPr>
          <p:cNvSpPr>
            <a:spLocks/>
          </p:cNvSpPr>
          <p:nvPr/>
        </p:nvSpPr>
        <p:spPr bwMode="auto">
          <a:xfrm>
            <a:off x="3897313" y="3725863"/>
            <a:ext cx="1131888" cy="239713"/>
          </a:xfrm>
          <a:custGeom>
            <a:avLst/>
            <a:gdLst>
              <a:gd name="T0" fmla="*/ 713 w 713"/>
              <a:gd name="T1" fmla="*/ 0 h 151"/>
              <a:gd name="T2" fmla="*/ 468 w 713"/>
              <a:gd name="T3" fmla="*/ 151 h 151"/>
              <a:gd name="T4" fmla="*/ 0 w 713"/>
              <a:gd name="T5" fmla="*/ 151 h 151"/>
            </a:gdLst>
            <a:ahLst/>
            <a:cxnLst>
              <a:cxn ang="0">
                <a:pos x="T0" y="T1"/>
              </a:cxn>
              <a:cxn ang="0">
                <a:pos x="T2" y="T3"/>
              </a:cxn>
              <a:cxn ang="0">
                <a:pos x="T4" y="T5"/>
              </a:cxn>
            </a:cxnLst>
            <a:rect l="0" t="0" r="r" b="b"/>
            <a:pathLst>
              <a:path w="713" h="151">
                <a:moveTo>
                  <a:pt x="713" y="0"/>
                </a:moveTo>
                <a:lnTo>
                  <a:pt x="468" y="151"/>
                </a:lnTo>
                <a:lnTo>
                  <a:pt x="0" y="151"/>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9" name="Oval 38">
            <a:extLst>
              <a:ext uri="{FF2B5EF4-FFF2-40B4-BE49-F238E27FC236}">
                <a16:creationId xmlns:a16="http://schemas.microsoft.com/office/drawing/2014/main" id="{948C642F-3B03-492E-A79E-143612BB91C1}"/>
              </a:ext>
            </a:extLst>
          </p:cNvPr>
          <p:cNvSpPr>
            <a:spLocks noChangeArrowheads="1"/>
          </p:cNvSpPr>
          <p:nvPr/>
        </p:nvSpPr>
        <p:spPr bwMode="auto">
          <a:xfrm>
            <a:off x="5202238" y="2678113"/>
            <a:ext cx="85725" cy="825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40" name="Oval 39">
            <a:extLst>
              <a:ext uri="{FF2B5EF4-FFF2-40B4-BE49-F238E27FC236}">
                <a16:creationId xmlns:a16="http://schemas.microsoft.com/office/drawing/2014/main" id="{3CFAC2B9-5162-4B41-A0E0-FB18B26A0970}"/>
              </a:ext>
            </a:extLst>
          </p:cNvPr>
          <p:cNvSpPr>
            <a:spLocks noChangeArrowheads="1"/>
          </p:cNvSpPr>
          <p:nvPr/>
        </p:nvSpPr>
        <p:spPr bwMode="auto">
          <a:xfrm>
            <a:off x="3856038" y="1776413"/>
            <a:ext cx="85725" cy="825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41" name="Oval 40">
            <a:extLst>
              <a:ext uri="{FF2B5EF4-FFF2-40B4-BE49-F238E27FC236}">
                <a16:creationId xmlns:a16="http://schemas.microsoft.com/office/drawing/2014/main" id="{34D4B079-3904-41DB-AF74-E813451D1B23}"/>
              </a:ext>
            </a:extLst>
          </p:cNvPr>
          <p:cNvSpPr>
            <a:spLocks noChangeArrowheads="1"/>
          </p:cNvSpPr>
          <p:nvPr/>
        </p:nvSpPr>
        <p:spPr bwMode="auto">
          <a:xfrm>
            <a:off x="3856038" y="2851150"/>
            <a:ext cx="85725" cy="8255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2" name="Oval 41">
            <a:extLst>
              <a:ext uri="{FF2B5EF4-FFF2-40B4-BE49-F238E27FC236}">
                <a16:creationId xmlns:a16="http://schemas.microsoft.com/office/drawing/2014/main" id="{14B75E63-88E9-420E-9D09-270EAA89FF1F}"/>
              </a:ext>
            </a:extLst>
          </p:cNvPr>
          <p:cNvSpPr>
            <a:spLocks noChangeArrowheads="1"/>
          </p:cNvSpPr>
          <p:nvPr/>
        </p:nvSpPr>
        <p:spPr bwMode="auto">
          <a:xfrm>
            <a:off x="3856038" y="3924300"/>
            <a:ext cx="85725" cy="8255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3" name="Oval 42">
            <a:extLst>
              <a:ext uri="{FF2B5EF4-FFF2-40B4-BE49-F238E27FC236}">
                <a16:creationId xmlns:a16="http://schemas.microsoft.com/office/drawing/2014/main" id="{09788187-48D5-44E8-995E-DA37A02782BA}"/>
              </a:ext>
            </a:extLst>
          </p:cNvPr>
          <p:cNvSpPr>
            <a:spLocks noChangeArrowheads="1"/>
          </p:cNvSpPr>
          <p:nvPr/>
        </p:nvSpPr>
        <p:spPr bwMode="auto">
          <a:xfrm>
            <a:off x="3856038" y="4999038"/>
            <a:ext cx="85725" cy="825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Oval 43">
            <a:extLst>
              <a:ext uri="{FF2B5EF4-FFF2-40B4-BE49-F238E27FC236}">
                <a16:creationId xmlns:a16="http://schemas.microsoft.com/office/drawing/2014/main" id="{0263FA42-FB91-43F9-B8C8-8DE3981225BA}"/>
              </a:ext>
            </a:extLst>
          </p:cNvPr>
          <p:cNvSpPr>
            <a:spLocks noChangeArrowheads="1"/>
          </p:cNvSpPr>
          <p:nvPr/>
        </p:nvSpPr>
        <p:spPr bwMode="auto">
          <a:xfrm>
            <a:off x="4987925" y="3090863"/>
            <a:ext cx="85725" cy="8572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45" name="Oval 44">
            <a:extLst>
              <a:ext uri="{FF2B5EF4-FFF2-40B4-BE49-F238E27FC236}">
                <a16:creationId xmlns:a16="http://schemas.microsoft.com/office/drawing/2014/main" id="{580D9DA4-DEA3-48B8-926E-263803B66B5F}"/>
              </a:ext>
            </a:extLst>
          </p:cNvPr>
          <p:cNvSpPr>
            <a:spLocks noChangeArrowheads="1"/>
          </p:cNvSpPr>
          <p:nvPr/>
        </p:nvSpPr>
        <p:spPr bwMode="auto">
          <a:xfrm>
            <a:off x="4987925" y="3681413"/>
            <a:ext cx="85725" cy="8572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6" name="Oval 45">
            <a:extLst>
              <a:ext uri="{FF2B5EF4-FFF2-40B4-BE49-F238E27FC236}">
                <a16:creationId xmlns:a16="http://schemas.microsoft.com/office/drawing/2014/main" id="{34FCE6CB-B8B3-4447-94C6-92434A56B7B4}"/>
              </a:ext>
            </a:extLst>
          </p:cNvPr>
          <p:cNvSpPr>
            <a:spLocks noChangeArrowheads="1"/>
          </p:cNvSpPr>
          <p:nvPr/>
        </p:nvSpPr>
        <p:spPr bwMode="auto">
          <a:xfrm>
            <a:off x="5202238" y="4097338"/>
            <a:ext cx="82550" cy="825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48" name="Freeform 47">
            <a:extLst>
              <a:ext uri="{FF2B5EF4-FFF2-40B4-BE49-F238E27FC236}">
                <a16:creationId xmlns:a16="http://schemas.microsoft.com/office/drawing/2014/main" id="{725A327E-A584-4D92-A08B-A4E91C16E2DB}"/>
              </a:ext>
            </a:extLst>
          </p:cNvPr>
          <p:cNvSpPr>
            <a:spLocks/>
          </p:cNvSpPr>
          <p:nvPr/>
        </p:nvSpPr>
        <p:spPr bwMode="auto">
          <a:xfrm>
            <a:off x="962025" y="4581525"/>
            <a:ext cx="2020888" cy="917575"/>
          </a:xfrm>
          <a:custGeom>
            <a:avLst/>
            <a:gdLst>
              <a:gd name="T0" fmla="*/ 122 w 539"/>
              <a:gd name="T1" fmla="*/ 0 h 244"/>
              <a:gd name="T2" fmla="*/ 539 w 539"/>
              <a:gd name="T3" fmla="*/ 0 h 244"/>
              <a:gd name="T4" fmla="*/ 478 w 539"/>
              <a:gd name="T5" fmla="*/ 122 h 244"/>
              <a:gd name="T6" fmla="*/ 539 w 539"/>
              <a:gd name="T7" fmla="*/ 244 h 244"/>
              <a:gd name="T8" fmla="*/ 122 w 539"/>
              <a:gd name="T9" fmla="*/ 244 h 244"/>
              <a:gd name="T10" fmla="*/ 0 w 539"/>
              <a:gd name="T11" fmla="*/ 122 h 244"/>
              <a:gd name="T12" fmla="*/ 0 w 539"/>
              <a:gd name="T13" fmla="*/ 122 h 244"/>
              <a:gd name="T14" fmla="*/ 122 w 539"/>
              <a:gd name="T15" fmla="*/ 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244">
                <a:moveTo>
                  <a:pt x="122" y="0"/>
                </a:moveTo>
                <a:cubicBezTo>
                  <a:pt x="539" y="0"/>
                  <a:pt x="539" y="0"/>
                  <a:pt x="539" y="0"/>
                </a:cubicBezTo>
                <a:cubicBezTo>
                  <a:pt x="502" y="28"/>
                  <a:pt x="478" y="72"/>
                  <a:pt x="478" y="122"/>
                </a:cubicBezTo>
                <a:cubicBezTo>
                  <a:pt x="478" y="172"/>
                  <a:pt x="502" y="216"/>
                  <a:pt x="539" y="244"/>
                </a:cubicBezTo>
                <a:cubicBezTo>
                  <a:pt x="122" y="244"/>
                  <a:pt x="122" y="244"/>
                  <a:pt x="122" y="244"/>
                </a:cubicBezTo>
                <a:cubicBezTo>
                  <a:pt x="55" y="244"/>
                  <a:pt x="0" y="190"/>
                  <a:pt x="0" y="122"/>
                </a:cubicBezTo>
                <a:cubicBezTo>
                  <a:pt x="0" y="122"/>
                  <a:pt x="0" y="122"/>
                  <a:pt x="0" y="122"/>
                </a:cubicBezTo>
                <a:cubicBezTo>
                  <a:pt x="0" y="55"/>
                  <a:pt x="55" y="0"/>
                  <a:pt x="122"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50" name="Freeform 49">
            <a:extLst>
              <a:ext uri="{FF2B5EF4-FFF2-40B4-BE49-F238E27FC236}">
                <a16:creationId xmlns:a16="http://schemas.microsoft.com/office/drawing/2014/main" id="{62DC9DCC-138E-46F3-8253-748B5BE1103A}"/>
              </a:ext>
            </a:extLst>
          </p:cNvPr>
          <p:cNvSpPr>
            <a:spLocks/>
          </p:cNvSpPr>
          <p:nvPr/>
        </p:nvSpPr>
        <p:spPr bwMode="auto">
          <a:xfrm>
            <a:off x="962025" y="3508375"/>
            <a:ext cx="2020888" cy="915988"/>
          </a:xfrm>
          <a:custGeom>
            <a:avLst/>
            <a:gdLst>
              <a:gd name="T0" fmla="*/ 122 w 539"/>
              <a:gd name="T1" fmla="*/ 0 h 244"/>
              <a:gd name="T2" fmla="*/ 539 w 539"/>
              <a:gd name="T3" fmla="*/ 0 h 244"/>
              <a:gd name="T4" fmla="*/ 478 w 539"/>
              <a:gd name="T5" fmla="*/ 122 h 244"/>
              <a:gd name="T6" fmla="*/ 539 w 539"/>
              <a:gd name="T7" fmla="*/ 244 h 244"/>
              <a:gd name="T8" fmla="*/ 122 w 539"/>
              <a:gd name="T9" fmla="*/ 244 h 244"/>
              <a:gd name="T10" fmla="*/ 0 w 539"/>
              <a:gd name="T11" fmla="*/ 122 h 244"/>
              <a:gd name="T12" fmla="*/ 0 w 539"/>
              <a:gd name="T13" fmla="*/ 122 h 244"/>
              <a:gd name="T14" fmla="*/ 122 w 539"/>
              <a:gd name="T15" fmla="*/ 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244">
                <a:moveTo>
                  <a:pt x="122" y="0"/>
                </a:moveTo>
                <a:cubicBezTo>
                  <a:pt x="539" y="0"/>
                  <a:pt x="539" y="0"/>
                  <a:pt x="539" y="0"/>
                </a:cubicBezTo>
                <a:cubicBezTo>
                  <a:pt x="502" y="28"/>
                  <a:pt x="478" y="72"/>
                  <a:pt x="478" y="122"/>
                </a:cubicBezTo>
                <a:cubicBezTo>
                  <a:pt x="478" y="172"/>
                  <a:pt x="502" y="216"/>
                  <a:pt x="539" y="244"/>
                </a:cubicBezTo>
                <a:cubicBezTo>
                  <a:pt x="122" y="244"/>
                  <a:pt x="122" y="244"/>
                  <a:pt x="122" y="244"/>
                </a:cubicBezTo>
                <a:cubicBezTo>
                  <a:pt x="55" y="244"/>
                  <a:pt x="0" y="190"/>
                  <a:pt x="0" y="122"/>
                </a:cubicBezTo>
                <a:cubicBezTo>
                  <a:pt x="0" y="122"/>
                  <a:pt x="0" y="122"/>
                  <a:pt x="0" y="122"/>
                </a:cubicBezTo>
                <a:cubicBezTo>
                  <a:pt x="0" y="55"/>
                  <a:pt x="55" y="0"/>
                  <a:pt x="122"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52" name="Freeform 51">
            <a:extLst>
              <a:ext uri="{FF2B5EF4-FFF2-40B4-BE49-F238E27FC236}">
                <a16:creationId xmlns:a16="http://schemas.microsoft.com/office/drawing/2014/main" id="{3845D97C-B62D-4CDB-A97C-37E8A66744B8}"/>
              </a:ext>
            </a:extLst>
          </p:cNvPr>
          <p:cNvSpPr>
            <a:spLocks/>
          </p:cNvSpPr>
          <p:nvPr/>
        </p:nvSpPr>
        <p:spPr bwMode="auto">
          <a:xfrm>
            <a:off x="962025" y="2433638"/>
            <a:ext cx="2020888" cy="915988"/>
          </a:xfrm>
          <a:custGeom>
            <a:avLst/>
            <a:gdLst>
              <a:gd name="T0" fmla="*/ 122 w 539"/>
              <a:gd name="T1" fmla="*/ 0 h 244"/>
              <a:gd name="T2" fmla="*/ 539 w 539"/>
              <a:gd name="T3" fmla="*/ 0 h 244"/>
              <a:gd name="T4" fmla="*/ 478 w 539"/>
              <a:gd name="T5" fmla="*/ 122 h 244"/>
              <a:gd name="T6" fmla="*/ 539 w 539"/>
              <a:gd name="T7" fmla="*/ 244 h 244"/>
              <a:gd name="T8" fmla="*/ 122 w 539"/>
              <a:gd name="T9" fmla="*/ 244 h 244"/>
              <a:gd name="T10" fmla="*/ 0 w 539"/>
              <a:gd name="T11" fmla="*/ 122 h 244"/>
              <a:gd name="T12" fmla="*/ 0 w 539"/>
              <a:gd name="T13" fmla="*/ 122 h 244"/>
              <a:gd name="T14" fmla="*/ 122 w 539"/>
              <a:gd name="T15" fmla="*/ 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244">
                <a:moveTo>
                  <a:pt x="122" y="0"/>
                </a:moveTo>
                <a:cubicBezTo>
                  <a:pt x="539" y="0"/>
                  <a:pt x="539" y="0"/>
                  <a:pt x="539" y="0"/>
                </a:cubicBezTo>
                <a:cubicBezTo>
                  <a:pt x="502" y="28"/>
                  <a:pt x="478" y="72"/>
                  <a:pt x="478" y="122"/>
                </a:cubicBezTo>
                <a:cubicBezTo>
                  <a:pt x="478" y="172"/>
                  <a:pt x="502" y="216"/>
                  <a:pt x="539" y="244"/>
                </a:cubicBezTo>
                <a:cubicBezTo>
                  <a:pt x="122" y="244"/>
                  <a:pt x="122" y="244"/>
                  <a:pt x="122" y="244"/>
                </a:cubicBezTo>
                <a:cubicBezTo>
                  <a:pt x="55" y="244"/>
                  <a:pt x="0" y="189"/>
                  <a:pt x="0" y="122"/>
                </a:cubicBezTo>
                <a:cubicBezTo>
                  <a:pt x="0" y="122"/>
                  <a:pt x="0" y="122"/>
                  <a:pt x="0" y="122"/>
                </a:cubicBezTo>
                <a:cubicBezTo>
                  <a:pt x="0" y="54"/>
                  <a:pt x="55" y="0"/>
                  <a:pt x="122"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54" name="Freeform 53">
            <a:extLst>
              <a:ext uri="{FF2B5EF4-FFF2-40B4-BE49-F238E27FC236}">
                <a16:creationId xmlns:a16="http://schemas.microsoft.com/office/drawing/2014/main" id="{02466723-D3D4-4C69-B95D-2882A54D367F}"/>
              </a:ext>
            </a:extLst>
          </p:cNvPr>
          <p:cNvSpPr>
            <a:spLocks/>
          </p:cNvSpPr>
          <p:nvPr/>
        </p:nvSpPr>
        <p:spPr bwMode="auto">
          <a:xfrm>
            <a:off x="962025" y="1358900"/>
            <a:ext cx="2020888" cy="917575"/>
          </a:xfrm>
          <a:custGeom>
            <a:avLst/>
            <a:gdLst>
              <a:gd name="T0" fmla="*/ 122 w 539"/>
              <a:gd name="T1" fmla="*/ 0 h 244"/>
              <a:gd name="T2" fmla="*/ 539 w 539"/>
              <a:gd name="T3" fmla="*/ 0 h 244"/>
              <a:gd name="T4" fmla="*/ 478 w 539"/>
              <a:gd name="T5" fmla="*/ 122 h 244"/>
              <a:gd name="T6" fmla="*/ 539 w 539"/>
              <a:gd name="T7" fmla="*/ 244 h 244"/>
              <a:gd name="T8" fmla="*/ 122 w 539"/>
              <a:gd name="T9" fmla="*/ 244 h 244"/>
              <a:gd name="T10" fmla="*/ 0 w 539"/>
              <a:gd name="T11" fmla="*/ 122 h 244"/>
              <a:gd name="T12" fmla="*/ 0 w 539"/>
              <a:gd name="T13" fmla="*/ 122 h 244"/>
              <a:gd name="T14" fmla="*/ 122 w 539"/>
              <a:gd name="T15" fmla="*/ 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244">
                <a:moveTo>
                  <a:pt x="122" y="0"/>
                </a:moveTo>
                <a:cubicBezTo>
                  <a:pt x="539" y="0"/>
                  <a:pt x="539" y="0"/>
                  <a:pt x="539" y="0"/>
                </a:cubicBezTo>
                <a:cubicBezTo>
                  <a:pt x="502" y="28"/>
                  <a:pt x="478" y="72"/>
                  <a:pt x="478" y="122"/>
                </a:cubicBezTo>
                <a:cubicBezTo>
                  <a:pt x="478" y="172"/>
                  <a:pt x="502" y="216"/>
                  <a:pt x="539" y="244"/>
                </a:cubicBezTo>
                <a:cubicBezTo>
                  <a:pt x="122" y="244"/>
                  <a:pt x="122" y="244"/>
                  <a:pt x="122" y="244"/>
                </a:cubicBezTo>
                <a:cubicBezTo>
                  <a:pt x="55" y="244"/>
                  <a:pt x="0" y="189"/>
                  <a:pt x="0" y="122"/>
                </a:cubicBezTo>
                <a:cubicBezTo>
                  <a:pt x="0" y="122"/>
                  <a:pt x="0" y="122"/>
                  <a:pt x="0" y="122"/>
                </a:cubicBezTo>
                <a:cubicBezTo>
                  <a:pt x="0" y="54"/>
                  <a:pt x="55" y="0"/>
                  <a:pt x="122"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DB601D3F-10CB-42C1-8770-1FBB1B9A1C65}"/>
              </a:ext>
            </a:extLst>
          </p:cNvPr>
          <p:cNvGrpSpPr/>
          <p:nvPr/>
        </p:nvGrpSpPr>
        <p:grpSpPr>
          <a:xfrm>
            <a:off x="2870200" y="1358900"/>
            <a:ext cx="914400" cy="917575"/>
            <a:chOff x="2870200" y="1358900"/>
            <a:chExt cx="914400" cy="917575"/>
          </a:xfrm>
        </p:grpSpPr>
        <p:sp>
          <p:nvSpPr>
            <p:cNvPr id="53" name="Oval 52">
              <a:extLst>
                <a:ext uri="{FF2B5EF4-FFF2-40B4-BE49-F238E27FC236}">
                  <a16:creationId xmlns:a16="http://schemas.microsoft.com/office/drawing/2014/main" id="{97EBA211-1007-4B1A-8A1E-DEE031B51242}"/>
                </a:ext>
              </a:extLst>
            </p:cNvPr>
            <p:cNvSpPr>
              <a:spLocks noChangeArrowheads="1"/>
            </p:cNvSpPr>
            <p:nvPr/>
          </p:nvSpPr>
          <p:spPr bwMode="auto">
            <a:xfrm>
              <a:off x="2870200" y="1358900"/>
              <a:ext cx="914400" cy="9175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76" name="Group 75">
              <a:extLst>
                <a:ext uri="{FF2B5EF4-FFF2-40B4-BE49-F238E27FC236}">
                  <a16:creationId xmlns:a16="http://schemas.microsoft.com/office/drawing/2014/main" id="{C413A27C-B171-4B7C-9B71-9971E3FBFFFC}"/>
                </a:ext>
              </a:extLst>
            </p:cNvPr>
            <p:cNvGrpSpPr/>
            <p:nvPr/>
          </p:nvGrpSpPr>
          <p:grpSpPr>
            <a:xfrm>
              <a:off x="2998787" y="1486694"/>
              <a:ext cx="661193" cy="662214"/>
              <a:chOff x="6345238" y="4948238"/>
              <a:chExt cx="1027113" cy="1028700"/>
            </a:xfrm>
            <a:effectLst>
              <a:outerShdw blurRad="152400" dist="127000" dir="2700000" sx="102000" sy="102000" algn="tl" rotWithShape="0">
                <a:prstClr val="black">
                  <a:alpha val="47000"/>
                </a:prstClr>
              </a:outerShdw>
            </a:effectLst>
          </p:grpSpPr>
          <p:sp>
            <p:nvSpPr>
              <p:cNvPr id="77" name="Oval 56">
                <a:extLst>
                  <a:ext uri="{FF2B5EF4-FFF2-40B4-BE49-F238E27FC236}">
                    <a16:creationId xmlns:a16="http://schemas.microsoft.com/office/drawing/2014/main" id="{DDD3E8CE-123F-4F2A-AFFC-551138EEE31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8" name="Oval 57">
                <a:extLst>
                  <a:ext uri="{FF2B5EF4-FFF2-40B4-BE49-F238E27FC236}">
                    <a16:creationId xmlns:a16="http://schemas.microsoft.com/office/drawing/2014/main" id="{55D15B5D-0E9A-4B17-9651-39F0524BDAA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3" name="Group 2">
            <a:extLst>
              <a:ext uri="{FF2B5EF4-FFF2-40B4-BE49-F238E27FC236}">
                <a16:creationId xmlns:a16="http://schemas.microsoft.com/office/drawing/2014/main" id="{1B348FAB-59C9-459D-AD32-141FF21FA73D}"/>
              </a:ext>
            </a:extLst>
          </p:cNvPr>
          <p:cNvGrpSpPr/>
          <p:nvPr/>
        </p:nvGrpSpPr>
        <p:grpSpPr>
          <a:xfrm>
            <a:off x="2870200" y="2433638"/>
            <a:ext cx="914400" cy="915988"/>
            <a:chOff x="2870200" y="2433638"/>
            <a:chExt cx="914400" cy="915988"/>
          </a:xfrm>
        </p:grpSpPr>
        <p:sp>
          <p:nvSpPr>
            <p:cNvPr id="51" name="Oval 50">
              <a:extLst>
                <a:ext uri="{FF2B5EF4-FFF2-40B4-BE49-F238E27FC236}">
                  <a16:creationId xmlns:a16="http://schemas.microsoft.com/office/drawing/2014/main" id="{3ECB5B2F-2D73-46A3-8104-5F62FE5D17E0}"/>
                </a:ext>
              </a:extLst>
            </p:cNvPr>
            <p:cNvSpPr>
              <a:spLocks noChangeArrowheads="1"/>
            </p:cNvSpPr>
            <p:nvPr/>
          </p:nvSpPr>
          <p:spPr bwMode="auto">
            <a:xfrm>
              <a:off x="2870200" y="2433638"/>
              <a:ext cx="914400" cy="9159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79" name="Group 78">
              <a:extLst>
                <a:ext uri="{FF2B5EF4-FFF2-40B4-BE49-F238E27FC236}">
                  <a16:creationId xmlns:a16="http://schemas.microsoft.com/office/drawing/2014/main" id="{AB146B77-2DDA-4CE5-B0D2-D21248F6E4C0}"/>
                </a:ext>
              </a:extLst>
            </p:cNvPr>
            <p:cNvGrpSpPr/>
            <p:nvPr/>
          </p:nvGrpSpPr>
          <p:grpSpPr>
            <a:xfrm>
              <a:off x="2998787" y="2563019"/>
              <a:ext cx="661193" cy="662214"/>
              <a:chOff x="6345238" y="4948238"/>
              <a:chExt cx="1027113" cy="1028700"/>
            </a:xfrm>
            <a:effectLst>
              <a:outerShdw blurRad="152400" dist="127000" dir="2700000" sx="102000" sy="102000" algn="tl" rotWithShape="0">
                <a:prstClr val="black">
                  <a:alpha val="47000"/>
                </a:prstClr>
              </a:outerShdw>
            </a:effectLst>
          </p:grpSpPr>
          <p:sp>
            <p:nvSpPr>
              <p:cNvPr id="80" name="Oval 56">
                <a:extLst>
                  <a:ext uri="{FF2B5EF4-FFF2-40B4-BE49-F238E27FC236}">
                    <a16:creationId xmlns:a16="http://schemas.microsoft.com/office/drawing/2014/main" id="{6A58C4CE-A595-446A-8356-D4ADF71C44B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1" name="Oval 57">
                <a:extLst>
                  <a:ext uri="{FF2B5EF4-FFF2-40B4-BE49-F238E27FC236}">
                    <a16:creationId xmlns:a16="http://schemas.microsoft.com/office/drawing/2014/main" id="{3E9CB057-AB45-47E1-B367-1A3CA671923E}"/>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4" name="Group 3">
            <a:extLst>
              <a:ext uri="{FF2B5EF4-FFF2-40B4-BE49-F238E27FC236}">
                <a16:creationId xmlns:a16="http://schemas.microsoft.com/office/drawing/2014/main" id="{4EFBC935-D243-44A0-94DC-22FD3122E9DE}"/>
              </a:ext>
            </a:extLst>
          </p:cNvPr>
          <p:cNvGrpSpPr/>
          <p:nvPr/>
        </p:nvGrpSpPr>
        <p:grpSpPr>
          <a:xfrm>
            <a:off x="2870200" y="3508375"/>
            <a:ext cx="914400" cy="915988"/>
            <a:chOff x="2870200" y="3508375"/>
            <a:chExt cx="914400" cy="915988"/>
          </a:xfrm>
        </p:grpSpPr>
        <p:sp>
          <p:nvSpPr>
            <p:cNvPr id="49" name="Oval 48">
              <a:extLst>
                <a:ext uri="{FF2B5EF4-FFF2-40B4-BE49-F238E27FC236}">
                  <a16:creationId xmlns:a16="http://schemas.microsoft.com/office/drawing/2014/main" id="{D86A8BA4-AE42-44B2-9C5F-7C54E9D84430}"/>
                </a:ext>
              </a:extLst>
            </p:cNvPr>
            <p:cNvSpPr>
              <a:spLocks noChangeArrowheads="1"/>
            </p:cNvSpPr>
            <p:nvPr/>
          </p:nvSpPr>
          <p:spPr bwMode="auto">
            <a:xfrm>
              <a:off x="2870200" y="3508375"/>
              <a:ext cx="914400" cy="91598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82" name="Group 81">
              <a:extLst>
                <a:ext uri="{FF2B5EF4-FFF2-40B4-BE49-F238E27FC236}">
                  <a16:creationId xmlns:a16="http://schemas.microsoft.com/office/drawing/2014/main" id="{37897163-E8DE-4837-8291-5DD394108DFC}"/>
                </a:ext>
              </a:extLst>
            </p:cNvPr>
            <p:cNvGrpSpPr/>
            <p:nvPr/>
          </p:nvGrpSpPr>
          <p:grpSpPr>
            <a:xfrm>
              <a:off x="2998787" y="3636737"/>
              <a:ext cx="661193" cy="662214"/>
              <a:chOff x="6345238" y="4948238"/>
              <a:chExt cx="1027113" cy="1028700"/>
            </a:xfrm>
            <a:effectLst>
              <a:outerShdw blurRad="152400" dist="127000" dir="2700000" sx="102000" sy="102000" algn="tl" rotWithShape="0">
                <a:prstClr val="black">
                  <a:alpha val="47000"/>
                </a:prstClr>
              </a:outerShdw>
            </a:effectLst>
          </p:grpSpPr>
          <p:sp>
            <p:nvSpPr>
              <p:cNvPr id="83" name="Oval 56">
                <a:extLst>
                  <a:ext uri="{FF2B5EF4-FFF2-40B4-BE49-F238E27FC236}">
                    <a16:creationId xmlns:a16="http://schemas.microsoft.com/office/drawing/2014/main" id="{F134027D-77FB-4585-A284-1689ED25A4B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4" name="Oval 57">
                <a:extLst>
                  <a:ext uri="{FF2B5EF4-FFF2-40B4-BE49-F238E27FC236}">
                    <a16:creationId xmlns:a16="http://schemas.microsoft.com/office/drawing/2014/main" id="{91A218BF-FD3C-410F-B03B-E4C395EC8C6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5" name="Group 4">
            <a:extLst>
              <a:ext uri="{FF2B5EF4-FFF2-40B4-BE49-F238E27FC236}">
                <a16:creationId xmlns:a16="http://schemas.microsoft.com/office/drawing/2014/main" id="{461E6EC8-63BF-401D-8C13-2814BF63BBBE}"/>
              </a:ext>
            </a:extLst>
          </p:cNvPr>
          <p:cNvGrpSpPr/>
          <p:nvPr/>
        </p:nvGrpSpPr>
        <p:grpSpPr>
          <a:xfrm>
            <a:off x="2870200" y="4581525"/>
            <a:ext cx="914400" cy="917575"/>
            <a:chOff x="2870200" y="4581525"/>
            <a:chExt cx="914400" cy="917575"/>
          </a:xfrm>
        </p:grpSpPr>
        <p:sp>
          <p:nvSpPr>
            <p:cNvPr id="47" name="Oval 46">
              <a:extLst>
                <a:ext uri="{FF2B5EF4-FFF2-40B4-BE49-F238E27FC236}">
                  <a16:creationId xmlns:a16="http://schemas.microsoft.com/office/drawing/2014/main" id="{BE7139C8-51C2-464B-AA8C-4E1590157CF5}"/>
                </a:ext>
              </a:extLst>
            </p:cNvPr>
            <p:cNvSpPr>
              <a:spLocks noChangeArrowheads="1"/>
            </p:cNvSpPr>
            <p:nvPr/>
          </p:nvSpPr>
          <p:spPr bwMode="auto">
            <a:xfrm>
              <a:off x="2870200" y="4581525"/>
              <a:ext cx="914400" cy="91757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85" name="Group 84">
              <a:extLst>
                <a:ext uri="{FF2B5EF4-FFF2-40B4-BE49-F238E27FC236}">
                  <a16:creationId xmlns:a16="http://schemas.microsoft.com/office/drawing/2014/main" id="{E22B0F6E-FE97-4AD1-B904-EA86833488EA}"/>
                </a:ext>
              </a:extLst>
            </p:cNvPr>
            <p:cNvGrpSpPr/>
            <p:nvPr/>
          </p:nvGrpSpPr>
          <p:grpSpPr>
            <a:xfrm>
              <a:off x="2998787" y="4708298"/>
              <a:ext cx="661193" cy="662214"/>
              <a:chOff x="6345238" y="4948238"/>
              <a:chExt cx="1027113" cy="1028700"/>
            </a:xfrm>
            <a:effectLst>
              <a:outerShdw blurRad="152400" dist="127000" dir="2700000" sx="102000" sy="102000" algn="tl" rotWithShape="0">
                <a:prstClr val="black">
                  <a:alpha val="47000"/>
                </a:prstClr>
              </a:outerShdw>
            </a:effectLst>
          </p:grpSpPr>
          <p:sp>
            <p:nvSpPr>
              <p:cNvPr id="86" name="Oval 56">
                <a:extLst>
                  <a:ext uri="{FF2B5EF4-FFF2-40B4-BE49-F238E27FC236}">
                    <a16:creationId xmlns:a16="http://schemas.microsoft.com/office/drawing/2014/main" id="{2D6CAB09-51CF-4915-B99D-B86C77FCD91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7" name="Oval 57">
                <a:extLst>
                  <a:ext uri="{FF2B5EF4-FFF2-40B4-BE49-F238E27FC236}">
                    <a16:creationId xmlns:a16="http://schemas.microsoft.com/office/drawing/2014/main" id="{16DBF2EF-26AB-4D1F-B9C0-5164D5646D8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21" name="Group 20">
            <a:extLst>
              <a:ext uri="{FF2B5EF4-FFF2-40B4-BE49-F238E27FC236}">
                <a16:creationId xmlns:a16="http://schemas.microsoft.com/office/drawing/2014/main" id="{910B36E1-0809-4F59-A53A-51F26413765F}"/>
              </a:ext>
            </a:extLst>
          </p:cNvPr>
          <p:cNvGrpSpPr/>
          <p:nvPr/>
        </p:nvGrpSpPr>
        <p:grpSpPr>
          <a:xfrm>
            <a:off x="8402638" y="1358900"/>
            <a:ext cx="915988" cy="917575"/>
            <a:chOff x="8402638" y="1358900"/>
            <a:chExt cx="915988" cy="917575"/>
          </a:xfrm>
        </p:grpSpPr>
        <p:sp>
          <p:nvSpPr>
            <p:cNvPr id="28" name="Oval 27">
              <a:extLst>
                <a:ext uri="{FF2B5EF4-FFF2-40B4-BE49-F238E27FC236}">
                  <a16:creationId xmlns:a16="http://schemas.microsoft.com/office/drawing/2014/main" id="{807C96BD-7AB3-4113-8465-5F45154EB5A6}"/>
                </a:ext>
              </a:extLst>
            </p:cNvPr>
            <p:cNvSpPr>
              <a:spLocks noChangeArrowheads="1"/>
            </p:cNvSpPr>
            <p:nvPr/>
          </p:nvSpPr>
          <p:spPr bwMode="auto">
            <a:xfrm>
              <a:off x="8402638" y="1358900"/>
              <a:ext cx="915988" cy="9175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88" name="Group 87">
              <a:extLst>
                <a:ext uri="{FF2B5EF4-FFF2-40B4-BE49-F238E27FC236}">
                  <a16:creationId xmlns:a16="http://schemas.microsoft.com/office/drawing/2014/main" id="{A74C360E-4C9D-40A9-A72A-7EAC65299821}"/>
                </a:ext>
              </a:extLst>
            </p:cNvPr>
            <p:cNvGrpSpPr/>
            <p:nvPr/>
          </p:nvGrpSpPr>
          <p:grpSpPr>
            <a:xfrm>
              <a:off x="8527257" y="1486694"/>
              <a:ext cx="661193" cy="662214"/>
              <a:chOff x="6345238" y="4948238"/>
              <a:chExt cx="1027113" cy="1028700"/>
            </a:xfrm>
            <a:effectLst>
              <a:outerShdw blurRad="152400" dist="127000" dir="2700000" sx="102000" sy="102000" algn="tl" rotWithShape="0">
                <a:prstClr val="black">
                  <a:alpha val="47000"/>
                </a:prstClr>
              </a:outerShdw>
            </a:effectLst>
          </p:grpSpPr>
          <p:sp>
            <p:nvSpPr>
              <p:cNvPr id="89" name="Oval 56">
                <a:extLst>
                  <a:ext uri="{FF2B5EF4-FFF2-40B4-BE49-F238E27FC236}">
                    <a16:creationId xmlns:a16="http://schemas.microsoft.com/office/drawing/2014/main" id="{3A460C73-9B0F-4414-83D9-D770DB86C562}"/>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0" name="Oval 57">
                <a:extLst>
                  <a:ext uri="{FF2B5EF4-FFF2-40B4-BE49-F238E27FC236}">
                    <a16:creationId xmlns:a16="http://schemas.microsoft.com/office/drawing/2014/main" id="{D646D2FD-9F5D-42B6-8F5D-DC12F8E36F2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24" name="Group 23">
            <a:extLst>
              <a:ext uri="{FF2B5EF4-FFF2-40B4-BE49-F238E27FC236}">
                <a16:creationId xmlns:a16="http://schemas.microsoft.com/office/drawing/2014/main" id="{50FB67DB-BDF8-4079-A540-77B12BE68F77}"/>
              </a:ext>
            </a:extLst>
          </p:cNvPr>
          <p:cNvGrpSpPr/>
          <p:nvPr/>
        </p:nvGrpSpPr>
        <p:grpSpPr>
          <a:xfrm>
            <a:off x="8402638" y="2433638"/>
            <a:ext cx="915988" cy="915988"/>
            <a:chOff x="8402638" y="2433638"/>
            <a:chExt cx="915988" cy="915988"/>
          </a:xfrm>
        </p:grpSpPr>
        <p:sp>
          <p:nvSpPr>
            <p:cNvPr id="25" name="Oval 24">
              <a:extLst>
                <a:ext uri="{FF2B5EF4-FFF2-40B4-BE49-F238E27FC236}">
                  <a16:creationId xmlns:a16="http://schemas.microsoft.com/office/drawing/2014/main" id="{A7C92542-C764-4376-A556-4AE8E6D86E1B}"/>
                </a:ext>
              </a:extLst>
            </p:cNvPr>
            <p:cNvSpPr>
              <a:spLocks noChangeArrowheads="1"/>
            </p:cNvSpPr>
            <p:nvPr/>
          </p:nvSpPr>
          <p:spPr bwMode="auto">
            <a:xfrm>
              <a:off x="8402638" y="2433638"/>
              <a:ext cx="915988" cy="9159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91" name="Group 90">
              <a:extLst>
                <a:ext uri="{FF2B5EF4-FFF2-40B4-BE49-F238E27FC236}">
                  <a16:creationId xmlns:a16="http://schemas.microsoft.com/office/drawing/2014/main" id="{678EB619-4CC4-4B23-84F0-3D0B8D255C9D}"/>
                </a:ext>
              </a:extLst>
            </p:cNvPr>
            <p:cNvGrpSpPr/>
            <p:nvPr/>
          </p:nvGrpSpPr>
          <p:grpSpPr>
            <a:xfrm>
              <a:off x="8527257" y="2563019"/>
              <a:ext cx="661193" cy="662214"/>
              <a:chOff x="6345238" y="4948238"/>
              <a:chExt cx="1027113" cy="1028700"/>
            </a:xfrm>
            <a:effectLst>
              <a:outerShdw blurRad="152400" dist="127000" dir="2700000" sx="102000" sy="102000" algn="tl" rotWithShape="0">
                <a:prstClr val="black">
                  <a:alpha val="47000"/>
                </a:prstClr>
              </a:outerShdw>
            </a:effectLst>
          </p:grpSpPr>
          <p:sp>
            <p:nvSpPr>
              <p:cNvPr id="92" name="Oval 56">
                <a:extLst>
                  <a:ext uri="{FF2B5EF4-FFF2-40B4-BE49-F238E27FC236}">
                    <a16:creationId xmlns:a16="http://schemas.microsoft.com/office/drawing/2014/main" id="{0A21092C-E373-495B-A54D-C4623565880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3" name="Oval 57">
                <a:extLst>
                  <a:ext uri="{FF2B5EF4-FFF2-40B4-BE49-F238E27FC236}">
                    <a16:creationId xmlns:a16="http://schemas.microsoft.com/office/drawing/2014/main" id="{9832731B-1150-482E-BEA5-1789A96AF41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27" name="Group 26">
            <a:extLst>
              <a:ext uri="{FF2B5EF4-FFF2-40B4-BE49-F238E27FC236}">
                <a16:creationId xmlns:a16="http://schemas.microsoft.com/office/drawing/2014/main" id="{936B68E8-D145-49AA-A846-FB338529CC3D}"/>
              </a:ext>
            </a:extLst>
          </p:cNvPr>
          <p:cNvGrpSpPr/>
          <p:nvPr/>
        </p:nvGrpSpPr>
        <p:grpSpPr>
          <a:xfrm>
            <a:off x="8402638" y="3508375"/>
            <a:ext cx="915988" cy="915988"/>
            <a:chOff x="8402638" y="3508375"/>
            <a:chExt cx="915988" cy="915988"/>
          </a:xfrm>
        </p:grpSpPr>
        <p:sp>
          <p:nvSpPr>
            <p:cNvPr id="22" name="Oval 21">
              <a:extLst>
                <a:ext uri="{FF2B5EF4-FFF2-40B4-BE49-F238E27FC236}">
                  <a16:creationId xmlns:a16="http://schemas.microsoft.com/office/drawing/2014/main" id="{3138B065-8A35-4FFF-9740-8C0A1BCFC9FD}"/>
                </a:ext>
              </a:extLst>
            </p:cNvPr>
            <p:cNvSpPr>
              <a:spLocks noChangeArrowheads="1"/>
            </p:cNvSpPr>
            <p:nvPr/>
          </p:nvSpPr>
          <p:spPr bwMode="auto">
            <a:xfrm>
              <a:off x="8402638" y="3508375"/>
              <a:ext cx="915988" cy="91598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94" name="Group 93">
              <a:extLst>
                <a:ext uri="{FF2B5EF4-FFF2-40B4-BE49-F238E27FC236}">
                  <a16:creationId xmlns:a16="http://schemas.microsoft.com/office/drawing/2014/main" id="{6E19538F-DD21-450C-9473-6ACD7C33A101}"/>
                </a:ext>
              </a:extLst>
            </p:cNvPr>
            <p:cNvGrpSpPr/>
            <p:nvPr/>
          </p:nvGrpSpPr>
          <p:grpSpPr>
            <a:xfrm>
              <a:off x="8527257" y="3636737"/>
              <a:ext cx="661193" cy="662214"/>
              <a:chOff x="6345238" y="4948238"/>
              <a:chExt cx="1027113" cy="1028700"/>
            </a:xfrm>
            <a:effectLst>
              <a:outerShdw blurRad="152400" dist="127000" dir="2700000" sx="102000" sy="102000" algn="tl" rotWithShape="0">
                <a:prstClr val="black">
                  <a:alpha val="47000"/>
                </a:prstClr>
              </a:outerShdw>
            </a:effectLst>
          </p:grpSpPr>
          <p:sp>
            <p:nvSpPr>
              <p:cNvPr id="95" name="Oval 56">
                <a:extLst>
                  <a:ext uri="{FF2B5EF4-FFF2-40B4-BE49-F238E27FC236}">
                    <a16:creationId xmlns:a16="http://schemas.microsoft.com/office/drawing/2014/main" id="{12B257C2-B24A-4DBF-B6AD-B4A8E0A5588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6" name="Oval 57">
                <a:extLst>
                  <a:ext uri="{FF2B5EF4-FFF2-40B4-BE49-F238E27FC236}">
                    <a16:creationId xmlns:a16="http://schemas.microsoft.com/office/drawing/2014/main" id="{96ECEB4B-79B5-4F6A-91B1-62652C1CBA36}"/>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30" name="Group 29">
            <a:extLst>
              <a:ext uri="{FF2B5EF4-FFF2-40B4-BE49-F238E27FC236}">
                <a16:creationId xmlns:a16="http://schemas.microsoft.com/office/drawing/2014/main" id="{A1F58B8C-D59A-4CC8-AAA1-82CAD1B7E956}"/>
              </a:ext>
            </a:extLst>
          </p:cNvPr>
          <p:cNvGrpSpPr/>
          <p:nvPr/>
        </p:nvGrpSpPr>
        <p:grpSpPr>
          <a:xfrm>
            <a:off x="8402638" y="4581525"/>
            <a:ext cx="915988" cy="917575"/>
            <a:chOff x="8402638" y="4581525"/>
            <a:chExt cx="915988" cy="917575"/>
          </a:xfrm>
        </p:grpSpPr>
        <p:sp>
          <p:nvSpPr>
            <p:cNvPr id="19" name="Oval 18">
              <a:extLst>
                <a:ext uri="{FF2B5EF4-FFF2-40B4-BE49-F238E27FC236}">
                  <a16:creationId xmlns:a16="http://schemas.microsoft.com/office/drawing/2014/main" id="{75D22F7D-5BF5-4A01-AD01-9361CD1486B4}"/>
                </a:ext>
              </a:extLst>
            </p:cNvPr>
            <p:cNvSpPr>
              <a:spLocks noChangeArrowheads="1"/>
            </p:cNvSpPr>
            <p:nvPr/>
          </p:nvSpPr>
          <p:spPr bwMode="auto">
            <a:xfrm>
              <a:off x="8402638" y="4581525"/>
              <a:ext cx="915988" cy="91757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97" name="Group 96">
              <a:extLst>
                <a:ext uri="{FF2B5EF4-FFF2-40B4-BE49-F238E27FC236}">
                  <a16:creationId xmlns:a16="http://schemas.microsoft.com/office/drawing/2014/main" id="{BBA911B3-00ED-4C3D-9E99-4F2EF784D6EE}"/>
                </a:ext>
              </a:extLst>
            </p:cNvPr>
            <p:cNvGrpSpPr/>
            <p:nvPr/>
          </p:nvGrpSpPr>
          <p:grpSpPr>
            <a:xfrm>
              <a:off x="8527257" y="4708298"/>
              <a:ext cx="661193" cy="662214"/>
              <a:chOff x="6345238" y="4948238"/>
              <a:chExt cx="1027113" cy="1028700"/>
            </a:xfrm>
            <a:effectLst>
              <a:outerShdw blurRad="152400" dist="127000" dir="2700000" sx="102000" sy="102000" algn="tl" rotWithShape="0">
                <a:prstClr val="black">
                  <a:alpha val="47000"/>
                </a:prstClr>
              </a:outerShdw>
            </a:effectLst>
          </p:grpSpPr>
          <p:sp>
            <p:nvSpPr>
              <p:cNvPr id="98" name="Oval 56">
                <a:extLst>
                  <a:ext uri="{FF2B5EF4-FFF2-40B4-BE49-F238E27FC236}">
                    <a16:creationId xmlns:a16="http://schemas.microsoft.com/office/drawing/2014/main" id="{FA9D150A-2151-4560-8AE8-2840D455BD70}"/>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9" name="Oval 57">
                <a:extLst>
                  <a:ext uri="{FF2B5EF4-FFF2-40B4-BE49-F238E27FC236}">
                    <a16:creationId xmlns:a16="http://schemas.microsoft.com/office/drawing/2014/main" id="{A7AE29D9-E279-444E-A529-3A961780973E}"/>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01" name="Group 100">
            <a:extLst>
              <a:ext uri="{FF2B5EF4-FFF2-40B4-BE49-F238E27FC236}">
                <a16:creationId xmlns:a16="http://schemas.microsoft.com/office/drawing/2014/main" id="{11F508A0-7363-4459-8BCD-CA74AA9F399D}"/>
              </a:ext>
            </a:extLst>
          </p:cNvPr>
          <p:cNvGrpSpPr/>
          <p:nvPr/>
        </p:nvGrpSpPr>
        <p:grpSpPr>
          <a:xfrm>
            <a:off x="5341941" y="2676953"/>
            <a:ext cx="1501774" cy="1504093"/>
            <a:chOff x="6345238" y="4948238"/>
            <a:chExt cx="1027113" cy="1028700"/>
          </a:xfrm>
          <a:effectLst>
            <a:outerShdw blurRad="279400" dist="330200" dir="2700000" sx="99000" sy="99000" algn="tl" rotWithShape="0">
              <a:prstClr val="black">
                <a:alpha val="45000"/>
              </a:prstClr>
            </a:outerShdw>
          </a:effectLst>
        </p:grpSpPr>
        <p:sp>
          <p:nvSpPr>
            <p:cNvPr id="102" name="Oval 56">
              <a:extLst>
                <a:ext uri="{FF2B5EF4-FFF2-40B4-BE49-F238E27FC236}">
                  <a16:creationId xmlns:a16="http://schemas.microsoft.com/office/drawing/2014/main" id="{0DBC404B-423A-4B63-A802-A4BC56210CC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3" name="Oval 57">
              <a:extLst>
                <a:ext uri="{FF2B5EF4-FFF2-40B4-BE49-F238E27FC236}">
                  <a16:creationId xmlns:a16="http://schemas.microsoft.com/office/drawing/2014/main" id="{974892DB-E3F6-439D-B660-9CB71E8AD88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04" name="Freeform 78">
            <a:extLst>
              <a:ext uri="{FF2B5EF4-FFF2-40B4-BE49-F238E27FC236}">
                <a16:creationId xmlns:a16="http://schemas.microsoft.com/office/drawing/2014/main" id="{B5B1CC17-163E-4DEC-AFDE-F61B48B7491F}"/>
              </a:ext>
            </a:extLst>
          </p:cNvPr>
          <p:cNvSpPr>
            <a:spLocks noEditPoints="1"/>
          </p:cNvSpPr>
          <p:nvPr/>
        </p:nvSpPr>
        <p:spPr bwMode="auto">
          <a:xfrm>
            <a:off x="5858368" y="2946466"/>
            <a:ext cx="466398" cy="522882"/>
          </a:xfrm>
          <a:custGeom>
            <a:avLst/>
            <a:gdLst>
              <a:gd name="T0" fmla="*/ 39 w 122"/>
              <a:gd name="T1" fmla="*/ 107 h 137"/>
              <a:gd name="T2" fmla="*/ 29 w 122"/>
              <a:gd name="T3" fmla="*/ 82 h 137"/>
              <a:gd name="T4" fmla="*/ 23 w 122"/>
              <a:gd name="T5" fmla="*/ 62 h 137"/>
              <a:gd name="T6" fmla="*/ 61 w 122"/>
              <a:gd name="T7" fmla="*/ 24 h 137"/>
              <a:gd name="T8" fmla="*/ 99 w 122"/>
              <a:gd name="T9" fmla="*/ 62 h 137"/>
              <a:gd name="T10" fmla="*/ 93 w 122"/>
              <a:gd name="T11" fmla="*/ 82 h 137"/>
              <a:gd name="T12" fmla="*/ 83 w 122"/>
              <a:gd name="T13" fmla="*/ 103 h 137"/>
              <a:gd name="T14" fmla="*/ 61 w 122"/>
              <a:gd name="T15" fmla="*/ 38 h 137"/>
              <a:gd name="T16" fmla="*/ 38 w 122"/>
              <a:gd name="T17" fmla="*/ 61 h 137"/>
              <a:gd name="T18" fmla="*/ 61 w 122"/>
              <a:gd name="T19" fmla="*/ 84 h 137"/>
              <a:gd name="T20" fmla="*/ 84 w 122"/>
              <a:gd name="T21" fmla="*/ 61 h 137"/>
              <a:gd name="T22" fmla="*/ 61 w 122"/>
              <a:gd name="T23" fmla="*/ 38 h 137"/>
              <a:gd name="T24" fmla="*/ 52 w 122"/>
              <a:gd name="T25" fmla="*/ 65 h 137"/>
              <a:gd name="T26" fmla="*/ 59 w 122"/>
              <a:gd name="T27" fmla="*/ 73 h 137"/>
              <a:gd name="T28" fmla="*/ 70 w 122"/>
              <a:gd name="T29" fmla="*/ 54 h 137"/>
              <a:gd name="T30" fmla="*/ 61 w 122"/>
              <a:gd name="T31" fmla="*/ 12 h 137"/>
              <a:gd name="T32" fmla="*/ 61 w 122"/>
              <a:gd name="T33" fmla="*/ 0 h 137"/>
              <a:gd name="T34" fmla="*/ 37 w 122"/>
              <a:gd name="T35" fmla="*/ 18 h 137"/>
              <a:gd name="T36" fmla="*/ 31 w 122"/>
              <a:gd name="T37" fmla="*/ 8 h 137"/>
              <a:gd name="T38" fmla="*/ 8 w 122"/>
              <a:gd name="T39" fmla="*/ 30 h 137"/>
              <a:gd name="T40" fmla="*/ 19 w 122"/>
              <a:gd name="T41" fmla="*/ 36 h 137"/>
              <a:gd name="T42" fmla="*/ 0 w 122"/>
              <a:gd name="T43" fmla="*/ 61 h 137"/>
              <a:gd name="T44" fmla="*/ 12 w 122"/>
              <a:gd name="T45" fmla="*/ 61 h 137"/>
              <a:gd name="T46" fmla="*/ 91 w 122"/>
              <a:gd name="T47" fmla="*/ 8 h 137"/>
              <a:gd name="T48" fmla="*/ 85 w 122"/>
              <a:gd name="T49" fmla="*/ 18 h 137"/>
              <a:gd name="T50" fmla="*/ 114 w 122"/>
              <a:gd name="T51" fmla="*/ 30 h 137"/>
              <a:gd name="T52" fmla="*/ 103 w 122"/>
              <a:gd name="T53" fmla="*/ 36 h 137"/>
              <a:gd name="T54" fmla="*/ 110 w 122"/>
              <a:gd name="T55" fmla="*/ 61 h 137"/>
              <a:gd name="T56" fmla="*/ 122 w 122"/>
              <a:gd name="T57" fmla="*/ 61 h 137"/>
              <a:gd name="T58" fmla="*/ 75 w 122"/>
              <a:gd name="T59" fmla="*/ 110 h 137"/>
              <a:gd name="T60" fmla="*/ 45 w 122"/>
              <a:gd name="T61" fmla="*/ 119 h 137"/>
              <a:gd name="T62" fmla="*/ 41 w 122"/>
              <a:gd name="T63" fmla="*/ 123 h 137"/>
              <a:gd name="T64" fmla="*/ 46 w 122"/>
              <a:gd name="T65" fmla="*/ 129 h 137"/>
              <a:gd name="T66" fmla="*/ 48 w 122"/>
              <a:gd name="T67" fmla="*/ 128 h 137"/>
              <a:gd name="T68" fmla="*/ 75 w 122"/>
              <a:gd name="T69" fmla="*/ 121 h 137"/>
              <a:gd name="T70" fmla="*/ 75 w 122"/>
              <a:gd name="T71" fmla="*/ 121 h 137"/>
              <a:gd name="T72" fmla="*/ 76 w 122"/>
              <a:gd name="T73" fmla="*/ 121 h 137"/>
              <a:gd name="T74" fmla="*/ 81 w 122"/>
              <a:gd name="T75" fmla="*/ 126 h 137"/>
              <a:gd name="T76" fmla="*/ 77 w 122"/>
              <a:gd name="T77" fmla="*/ 130 h 137"/>
              <a:gd name="T78" fmla="*/ 52 w 122"/>
              <a:gd name="T79"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2" h="137">
                <a:moveTo>
                  <a:pt x="39" y="107"/>
                </a:moveTo>
                <a:cubicBezTo>
                  <a:pt x="40" y="101"/>
                  <a:pt x="37" y="95"/>
                  <a:pt x="29" y="82"/>
                </a:cubicBezTo>
                <a:cubicBezTo>
                  <a:pt x="25" y="76"/>
                  <a:pt x="23" y="69"/>
                  <a:pt x="23" y="62"/>
                </a:cubicBezTo>
                <a:cubicBezTo>
                  <a:pt x="23" y="41"/>
                  <a:pt x="40" y="24"/>
                  <a:pt x="61" y="24"/>
                </a:cubicBezTo>
                <a:cubicBezTo>
                  <a:pt x="82" y="24"/>
                  <a:pt x="99" y="41"/>
                  <a:pt x="99" y="62"/>
                </a:cubicBezTo>
                <a:cubicBezTo>
                  <a:pt x="99" y="69"/>
                  <a:pt x="97" y="76"/>
                  <a:pt x="93" y="82"/>
                </a:cubicBezTo>
                <a:cubicBezTo>
                  <a:pt x="86" y="92"/>
                  <a:pt x="84" y="98"/>
                  <a:pt x="83" y="103"/>
                </a:cubicBezTo>
                <a:moveTo>
                  <a:pt x="61" y="38"/>
                </a:moveTo>
                <a:cubicBezTo>
                  <a:pt x="48" y="38"/>
                  <a:pt x="38" y="48"/>
                  <a:pt x="38" y="61"/>
                </a:cubicBezTo>
                <a:cubicBezTo>
                  <a:pt x="38" y="74"/>
                  <a:pt x="48" y="84"/>
                  <a:pt x="61" y="84"/>
                </a:cubicBezTo>
                <a:cubicBezTo>
                  <a:pt x="74" y="84"/>
                  <a:pt x="84" y="74"/>
                  <a:pt x="84" y="61"/>
                </a:cubicBezTo>
                <a:cubicBezTo>
                  <a:pt x="84" y="48"/>
                  <a:pt x="74" y="38"/>
                  <a:pt x="61" y="38"/>
                </a:cubicBezTo>
                <a:close/>
                <a:moveTo>
                  <a:pt x="52" y="65"/>
                </a:moveTo>
                <a:cubicBezTo>
                  <a:pt x="59" y="73"/>
                  <a:pt x="59" y="73"/>
                  <a:pt x="59" y="73"/>
                </a:cubicBezTo>
                <a:cubicBezTo>
                  <a:pt x="70" y="54"/>
                  <a:pt x="70" y="54"/>
                  <a:pt x="70" y="54"/>
                </a:cubicBezTo>
                <a:moveTo>
                  <a:pt x="61" y="12"/>
                </a:moveTo>
                <a:cubicBezTo>
                  <a:pt x="61" y="0"/>
                  <a:pt x="61" y="0"/>
                  <a:pt x="61" y="0"/>
                </a:cubicBezTo>
                <a:moveTo>
                  <a:pt x="37" y="18"/>
                </a:moveTo>
                <a:cubicBezTo>
                  <a:pt x="31" y="8"/>
                  <a:pt x="31" y="8"/>
                  <a:pt x="31" y="8"/>
                </a:cubicBezTo>
                <a:moveTo>
                  <a:pt x="8" y="30"/>
                </a:moveTo>
                <a:cubicBezTo>
                  <a:pt x="19" y="36"/>
                  <a:pt x="19" y="36"/>
                  <a:pt x="19" y="36"/>
                </a:cubicBezTo>
                <a:moveTo>
                  <a:pt x="0" y="61"/>
                </a:moveTo>
                <a:cubicBezTo>
                  <a:pt x="12" y="61"/>
                  <a:pt x="12" y="61"/>
                  <a:pt x="12" y="61"/>
                </a:cubicBezTo>
                <a:moveTo>
                  <a:pt x="91" y="8"/>
                </a:moveTo>
                <a:cubicBezTo>
                  <a:pt x="85" y="18"/>
                  <a:pt x="85" y="18"/>
                  <a:pt x="85" y="18"/>
                </a:cubicBezTo>
                <a:moveTo>
                  <a:pt x="114" y="30"/>
                </a:moveTo>
                <a:cubicBezTo>
                  <a:pt x="103" y="36"/>
                  <a:pt x="103" y="36"/>
                  <a:pt x="103" y="36"/>
                </a:cubicBezTo>
                <a:moveTo>
                  <a:pt x="110" y="61"/>
                </a:moveTo>
                <a:cubicBezTo>
                  <a:pt x="122" y="61"/>
                  <a:pt x="122" y="61"/>
                  <a:pt x="122" y="61"/>
                </a:cubicBezTo>
                <a:moveTo>
                  <a:pt x="75" y="110"/>
                </a:moveTo>
                <a:cubicBezTo>
                  <a:pt x="75" y="110"/>
                  <a:pt x="45" y="119"/>
                  <a:pt x="45" y="119"/>
                </a:cubicBezTo>
                <a:cubicBezTo>
                  <a:pt x="43" y="119"/>
                  <a:pt x="41" y="121"/>
                  <a:pt x="41" y="123"/>
                </a:cubicBezTo>
                <a:cubicBezTo>
                  <a:pt x="41" y="126"/>
                  <a:pt x="43" y="129"/>
                  <a:pt x="46" y="129"/>
                </a:cubicBezTo>
                <a:cubicBezTo>
                  <a:pt x="47" y="129"/>
                  <a:pt x="48" y="128"/>
                  <a:pt x="48" y="128"/>
                </a:cubicBezTo>
                <a:cubicBezTo>
                  <a:pt x="75" y="121"/>
                  <a:pt x="75" y="121"/>
                  <a:pt x="75" y="121"/>
                </a:cubicBezTo>
                <a:cubicBezTo>
                  <a:pt x="75" y="121"/>
                  <a:pt x="75" y="121"/>
                  <a:pt x="75" y="121"/>
                </a:cubicBezTo>
                <a:cubicBezTo>
                  <a:pt x="75" y="121"/>
                  <a:pt x="75" y="121"/>
                  <a:pt x="76" y="121"/>
                </a:cubicBezTo>
                <a:cubicBezTo>
                  <a:pt x="79" y="121"/>
                  <a:pt x="81" y="123"/>
                  <a:pt x="81" y="126"/>
                </a:cubicBezTo>
                <a:cubicBezTo>
                  <a:pt x="81" y="128"/>
                  <a:pt x="79" y="130"/>
                  <a:pt x="77" y="130"/>
                </a:cubicBezTo>
                <a:cubicBezTo>
                  <a:pt x="52" y="137"/>
                  <a:pt x="52" y="137"/>
                  <a:pt x="52" y="137"/>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5" name="Text Placeholder 33">
            <a:extLst>
              <a:ext uri="{FF2B5EF4-FFF2-40B4-BE49-F238E27FC236}">
                <a16:creationId xmlns:a16="http://schemas.microsoft.com/office/drawing/2014/main" id="{0351CDEB-92C6-42A9-AD61-94C6E5A602BC}"/>
              </a:ext>
            </a:extLst>
          </p:cNvPr>
          <p:cNvSpPr txBox="1">
            <a:spLocks/>
          </p:cNvSpPr>
          <p:nvPr/>
        </p:nvSpPr>
        <p:spPr>
          <a:xfrm>
            <a:off x="5553970" y="3539878"/>
            <a:ext cx="1100015" cy="3897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800"/>
              <a:t>Lorem ipsum dolor sit amet, consectetur adi</a:t>
            </a:r>
          </a:p>
        </p:txBody>
      </p:sp>
      <p:sp>
        <p:nvSpPr>
          <p:cNvPr id="67" name="Freeform 66">
            <a:extLst>
              <a:ext uri="{FF2B5EF4-FFF2-40B4-BE49-F238E27FC236}">
                <a16:creationId xmlns:a16="http://schemas.microsoft.com/office/drawing/2014/main" id="{46B1ECD1-A90D-42FF-94FD-407CF06C9E6C}"/>
              </a:ext>
            </a:extLst>
          </p:cNvPr>
          <p:cNvSpPr>
            <a:spLocks noEditPoints="1"/>
          </p:cNvSpPr>
          <p:nvPr/>
        </p:nvSpPr>
        <p:spPr bwMode="auto">
          <a:xfrm>
            <a:off x="3178175" y="4872038"/>
            <a:ext cx="300038" cy="311150"/>
          </a:xfrm>
          <a:custGeom>
            <a:avLst/>
            <a:gdLst>
              <a:gd name="T0" fmla="*/ 30 w 80"/>
              <a:gd name="T1" fmla="*/ 9 h 83"/>
              <a:gd name="T2" fmla="*/ 70 w 80"/>
              <a:gd name="T3" fmla="*/ 33 h 83"/>
              <a:gd name="T4" fmla="*/ 80 w 80"/>
              <a:gd name="T5" fmla="*/ 53 h 83"/>
              <a:gd name="T6" fmla="*/ 72 w 80"/>
              <a:gd name="T7" fmla="*/ 53 h 83"/>
              <a:gd name="T8" fmla="*/ 72 w 80"/>
              <a:gd name="T9" fmla="*/ 67 h 83"/>
              <a:gd name="T10" fmla="*/ 68 w 80"/>
              <a:gd name="T11" fmla="*/ 72 h 83"/>
              <a:gd name="T12" fmla="*/ 58 w 80"/>
              <a:gd name="T13" fmla="*/ 72 h 83"/>
              <a:gd name="T14" fmla="*/ 58 w 80"/>
              <a:gd name="T15" fmla="*/ 83 h 83"/>
              <a:gd name="T16" fmla="*/ 22 w 80"/>
              <a:gd name="T17" fmla="*/ 83 h 83"/>
              <a:gd name="T18" fmla="*/ 22 w 80"/>
              <a:gd name="T19" fmla="*/ 71 h 83"/>
              <a:gd name="T20" fmla="*/ 18 w 80"/>
              <a:gd name="T21" fmla="*/ 63 h 83"/>
              <a:gd name="T22" fmla="*/ 45 w 80"/>
              <a:gd name="T23" fmla="*/ 38 h 83"/>
              <a:gd name="T24" fmla="*/ 45 w 80"/>
              <a:gd name="T25" fmla="*/ 32 h 83"/>
              <a:gd name="T26" fmla="*/ 38 w 80"/>
              <a:gd name="T27" fmla="*/ 29 h 83"/>
              <a:gd name="T28" fmla="*/ 38 w 80"/>
              <a:gd name="T29" fmla="*/ 27 h 83"/>
              <a:gd name="T30" fmla="*/ 40 w 80"/>
              <a:gd name="T31" fmla="*/ 21 h 83"/>
              <a:gd name="T32" fmla="*/ 36 w 80"/>
              <a:gd name="T33" fmla="*/ 17 h 83"/>
              <a:gd name="T34" fmla="*/ 30 w 80"/>
              <a:gd name="T35" fmla="*/ 20 h 83"/>
              <a:gd name="T36" fmla="*/ 28 w 80"/>
              <a:gd name="T37" fmla="*/ 19 h 83"/>
              <a:gd name="T38" fmla="*/ 25 w 80"/>
              <a:gd name="T39" fmla="*/ 12 h 83"/>
              <a:gd name="T40" fmla="*/ 20 w 80"/>
              <a:gd name="T41" fmla="*/ 12 h 83"/>
              <a:gd name="T42" fmla="*/ 17 w 80"/>
              <a:gd name="T43" fmla="*/ 19 h 83"/>
              <a:gd name="T44" fmla="*/ 15 w 80"/>
              <a:gd name="T45" fmla="*/ 20 h 83"/>
              <a:gd name="T46" fmla="*/ 9 w 80"/>
              <a:gd name="T47" fmla="*/ 17 h 83"/>
              <a:gd name="T48" fmla="*/ 5 w 80"/>
              <a:gd name="T49" fmla="*/ 21 h 83"/>
              <a:gd name="T50" fmla="*/ 7 w 80"/>
              <a:gd name="T51" fmla="*/ 27 h 83"/>
              <a:gd name="T52" fmla="*/ 6 w 80"/>
              <a:gd name="T53" fmla="*/ 29 h 83"/>
              <a:gd name="T54" fmla="*/ 0 w 80"/>
              <a:gd name="T55" fmla="*/ 32 h 83"/>
              <a:gd name="T56" fmla="*/ 0 w 80"/>
              <a:gd name="T57" fmla="*/ 38 h 83"/>
              <a:gd name="T58" fmla="*/ 6 w 80"/>
              <a:gd name="T59" fmla="*/ 40 h 83"/>
              <a:gd name="T60" fmla="*/ 7 w 80"/>
              <a:gd name="T61" fmla="*/ 42 h 83"/>
              <a:gd name="T62" fmla="*/ 5 w 80"/>
              <a:gd name="T63" fmla="*/ 49 h 83"/>
              <a:gd name="T64" fmla="*/ 9 w 80"/>
              <a:gd name="T65" fmla="*/ 53 h 83"/>
              <a:gd name="T66" fmla="*/ 15 w 80"/>
              <a:gd name="T67" fmla="*/ 50 h 83"/>
              <a:gd name="T68" fmla="*/ 17 w 80"/>
              <a:gd name="T69" fmla="*/ 51 h 83"/>
              <a:gd name="T70" fmla="*/ 20 w 80"/>
              <a:gd name="T71" fmla="*/ 57 h 83"/>
              <a:gd name="T72" fmla="*/ 25 w 80"/>
              <a:gd name="T73" fmla="*/ 57 h 83"/>
              <a:gd name="T74" fmla="*/ 28 w 80"/>
              <a:gd name="T75" fmla="*/ 51 h 83"/>
              <a:gd name="T76" fmla="*/ 30 w 80"/>
              <a:gd name="T77" fmla="*/ 50 h 83"/>
              <a:gd name="T78" fmla="*/ 36 w 80"/>
              <a:gd name="T79" fmla="*/ 53 h 83"/>
              <a:gd name="T80" fmla="*/ 40 w 80"/>
              <a:gd name="T81" fmla="*/ 49 h 83"/>
              <a:gd name="T82" fmla="*/ 38 w 80"/>
              <a:gd name="T83" fmla="*/ 42 h 83"/>
              <a:gd name="T84" fmla="*/ 38 w 80"/>
              <a:gd name="T85" fmla="*/ 40 h 83"/>
              <a:gd name="T86" fmla="*/ 45 w 80"/>
              <a:gd name="T87" fmla="*/ 38 h 83"/>
              <a:gd name="T88" fmla="*/ 22 w 80"/>
              <a:gd name="T89" fmla="*/ 25 h 83"/>
              <a:gd name="T90" fmla="*/ 13 w 80"/>
              <a:gd name="T91" fmla="*/ 35 h 83"/>
              <a:gd name="T92" fmla="*/ 22 w 80"/>
              <a:gd name="T93" fmla="*/ 44 h 83"/>
              <a:gd name="T94" fmla="*/ 32 w 80"/>
              <a:gd name="T95" fmla="*/ 35 h 83"/>
              <a:gd name="T96" fmla="*/ 22 w 80"/>
              <a:gd name="T97" fmla="*/ 25 h 83"/>
              <a:gd name="T98" fmla="*/ 58 w 80"/>
              <a:gd name="T99" fmla="*/ 72 h 83"/>
              <a:gd name="T100" fmla="*/ 53 w 80"/>
              <a:gd name="T101" fmla="*/ 7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 h="83">
                <a:moveTo>
                  <a:pt x="30" y="9"/>
                </a:moveTo>
                <a:cubicBezTo>
                  <a:pt x="74" y="0"/>
                  <a:pt x="70" y="33"/>
                  <a:pt x="70" y="33"/>
                </a:cubicBezTo>
                <a:cubicBezTo>
                  <a:pt x="80" y="53"/>
                  <a:pt x="80" y="53"/>
                  <a:pt x="80" y="53"/>
                </a:cubicBezTo>
                <a:cubicBezTo>
                  <a:pt x="72" y="53"/>
                  <a:pt x="72" y="53"/>
                  <a:pt x="72" y="53"/>
                </a:cubicBezTo>
                <a:cubicBezTo>
                  <a:pt x="72" y="67"/>
                  <a:pt x="72" y="67"/>
                  <a:pt x="72" y="67"/>
                </a:cubicBezTo>
                <a:cubicBezTo>
                  <a:pt x="72" y="70"/>
                  <a:pt x="70" y="72"/>
                  <a:pt x="68" y="72"/>
                </a:cubicBezTo>
                <a:cubicBezTo>
                  <a:pt x="58" y="72"/>
                  <a:pt x="58" y="72"/>
                  <a:pt x="58" y="72"/>
                </a:cubicBezTo>
                <a:cubicBezTo>
                  <a:pt x="58" y="83"/>
                  <a:pt x="58" y="83"/>
                  <a:pt x="58" y="83"/>
                </a:cubicBezTo>
                <a:moveTo>
                  <a:pt x="22" y="83"/>
                </a:moveTo>
                <a:cubicBezTo>
                  <a:pt x="22" y="71"/>
                  <a:pt x="22" y="71"/>
                  <a:pt x="22" y="71"/>
                </a:cubicBezTo>
                <a:cubicBezTo>
                  <a:pt x="18" y="63"/>
                  <a:pt x="18" y="63"/>
                  <a:pt x="18" y="63"/>
                </a:cubicBezTo>
                <a:moveTo>
                  <a:pt x="45" y="38"/>
                </a:moveTo>
                <a:cubicBezTo>
                  <a:pt x="45" y="32"/>
                  <a:pt x="45" y="32"/>
                  <a:pt x="45" y="32"/>
                </a:cubicBezTo>
                <a:cubicBezTo>
                  <a:pt x="38" y="29"/>
                  <a:pt x="38" y="29"/>
                  <a:pt x="38" y="29"/>
                </a:cubicBezTo>
                <a:cubicBezTo>
                  <a:pt x="38" y="29"/>
                  <a:pt x="38" y="28"/>
                  <a:pt x="38" y="27"/>
                </a:cubicBezTo>
                <a:cubicBezTo>
                  <a:pt x="40" y="21"/>
                  <a:pt x="40" y="21"/>
                  <a:pt x="40" y="21"/>
                </a:cubicBezTo>
                <a:cubicBezTo>
                  <a:pt x="36" y="17"/>
                  <a:pt x="36" y="17"/>
                  <a:pt x="36" y="17"/>
                </a:cubicBezTo>
                <a:cubicBezTo>
                  <a:pt x="30" y="20"/>
                  <a:pt x="30" y="20"/>
                  <a:pt x="30" y="20"/>
                </a:cubicBezTo>
                <a:cubicBezTo>
                  <a:pt x="29" y="19"/>
                  <a:pt x="29" y="19"/>
                  <a:pt x="28" y="19"/>
                </a:cubicBezTo>
                <a:cubicBezTo>
                  <a:pt x="25" y="12"/>
                  <a:pt x="25" y="12"/>
                  <a:pt x="25" y="12"/>
                </a:cubicBezTo>
                <a:cubicBezTo>
                  <a:pt x="20" y="12"/>
                  <a:pt x="20" y="12"/>
                  <a:pt x="20" y="12"/>
                </a:cubicBezTo>
                <a:cubicBezTo>
                  <a:pt x="17" y="19"/>
                  <a:pt x="17" y="19"/>
                  <a:pt x="17" y="19"/>
                </a:cubicBezTo>
                <a:cubicBezTo>
                  <a:pt x="16" y="19"/>
                  <a:pt x="16" y="19"/>
                  <a:pt x="15" y="20"/>
                </a:cubicBezTo>
                <a:cubicBezTo>
                  <a:pt x="9" y="17"/>
                  <a:pt x="9" y="17"/>
                  <a:pt x="9" y="17"/>
                </a:cubicBezTo>
                <a:cubicBezTo>
                  <a:pt x="5" y="21"/>
                  <a:pt x="5" y="21"/>
                  <a:pt x="5" y="21"/>
                </a:cubicBezTo>
                <a:cubicBezTo>
                  <a:pt x="7" y="27"/>
                  <a:pt x="7" y="27"/>
                  <a:pt x="7" y="27"/>
                </a:cubicBezTo>
                <a:cubicBezTo>
                  <a:pt x="7" y="28"/>
                  <a:pt x="7" y="29"/>
                  <a:pt x="6" y="29"/>
                </a:cubicBezTo>
                <a:cubicBezTo>
                  <a:pt x="0" y="32"/>
                  <a:pt x="0" y="32"/>
                  <a:pt x="0" y="32"/>
                </a:cubicBezTo>
                <a:cubicBezTo>
                  <a:pt x="0" y="38"/>
                  <a:pt x="0" y="38"/>
                  <a:pt x="0" y="38"/>
                </a:cubicBezTo>
                <a:cubicBezTo>
                  <a:pt x="6" y="40"/>
                  <a:pt x="6" y="40"/>
                  <a:pt x="6" y="40"/>
                </a:cubicBezTo>
                <a:cubicBezTo>
                  <a:pt x="7" y="41"/>
                  <a:pt x="7" y="42"/>
                  <a:pt x="7" y="42"/>
                </a:cubicBezTo>
                <a:cubicBezTo>
                  <a:pt x="5" y="49"/>
                  <a:pt x="5" y="49"/>
                  <a:pt x="5" y="49"/>
                </a:cubicBezTo>
                <a:cubicBezTo>
                  <a:pt x="9" y="53"/>
                  <a:pt x="9" y="53"/>
                  <a:pt x="9" y="53"/>
                </a:cubicBezTo>
                <a:cubicBezTo>
                  <a:pt x="15" y="50"/>
                  <a:pt x="15" y="50"/>
                  <a:pt x="15" y="50"/>
                </a:cubicBezTo>
                <a:cubicBezTo>
                  <a:pt x="16" y="50"/>
                  <a:pt x="16" y="51"/>
                  <a:pt x="17" y="51"/>
                </a:cubicBezTo>
                <a:cubicBezTo>
                  <a:pt x="20" y="57"/>
                  <a:pt x="20" y="57"/>
                  <a:pt x="20" y="57"/>
                </a:cubicBezTo>
                <a:cubicBezTo>
                  <a:pt x="25" y="57"/>
                  <a:pt x="25" y="57"/>
                  <a:pt x="25" y="57"/>
                </a:cubicBezTo>
                <a:cubicBezTo>
                  <a:pt x="28" y="51"/>
                  <a:pt x="28" y="51"/>
                  <a:pt x="28" y="51"/>
                </a:cubicBezTo>
                <a:cubicBezTo>
                  <a:pt x="29" y="51"/>
                  <a:pt x="29" y="50"/>
                  <a:pt x="30" y="50"/>
                </a:cubicBezTo>
                <a:cubicBezTo>
                  <a:pt x="36" y="53"/>
                  <a:pt x="36" y="53"/>
                  <a:pt x="36" y="53"/>
                </a:cubicBezTo>
                <a:cubicBezTo>
                  <a:pt x="40" y="49"/>
                  <a:pt x="40" y="49"/>
                  <a:pt x="40" y="49"/>
                </a:cubicBezTo>
                <a:cubicBezTo>
                  <a:pt x="38" y="42"/>
                  <a:pt x="38" y="42"/>
                  <a:pt x="38" y="42"/>
                </a:cubicBezTo>
                <a:cubicBezTo>
                  <a:pt x="38" y="42"/>
                  <a:pt x="38" y="41"/>
                  <a:pt x="38" y="40"/>
                </a:cubicBezTo>
                <a:lnTo>
                  <a:pt x="45" y="38"/>
                </a:lnTo>
                <a:close/>
                <a:moveTo>
                  <a:pt x="22" y="25"/>
                </a:moveTo>
                <a:cubicBezTo>
                  <a:pt x="17" y="25"/>
                  <a:pt x="13" y="30"/>
                  <a:pt x="13" y="35"/>
                </a:cubicBezTo>
                <a:cubicBezTo>
                  <a:pt x="13" y="40"/>
                  <a:pt x="17" y="44"/>
                  <a:pt x="22" y="44"/>
                </a:cubicBezTo>
                <a:cubicBezTo>
                  <a:pt x="28" y="44"/>
                  <a:pt x="32" y="40"/>
                  <a:pt x="32" y="35"/>
                </a:cubicBezTo>
                <a:cubicBezTo>
                  <a:pt x="32" y="30"/>
                  <a:pt x="28" y="25"/>
                  <a:pt x="22" y="25"/>
                </a:cubicBezTo>
                <a:close/>
                <a:moveTo>
                  <a:pt x="58" y="72"/>
                </a:moveTo>
                <a:cubicBezTo>
                  <a:pt x="53" y="72"/>
                  <a:pt x="53" y="72"/>
                  <a:pt x="53" y="72"/>
                </a:cubicBezTo>
              </a:path>
            </a:pathLst>
          </a:custGeom>
          <a:noFill/>
          <a:ln w="63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8" name="Freeform 67">
            <a:extLst>
              <a:ext uri="{FF2B5EF4-FFF2-40B4-BE49-F238E27FC236}">
                <a16:creationId xmlns:a16="http://schemas.microsoft.com/office/drawing/2014/main" id="{ADEAAF7F-4229-4161-B941-E11023893366}"/>
              </a:ext>
            </a:extLst>
          </p:cNvPr>
          <p:cNvSpPr>
            <a:spLocks noEditPoints="1"/>
          </p:cNvSpPr>
          <p:nvPr/>
        </p:nvSpPr>
        <p:spPr bwMode="auto">
          <a:xfrm>
            <a:off x="3132138" y="2779713"/>
            <a:ext cx="393700" cy="225425"/>
          </a:xfrm>
          <a:custGeom>
            <a:avLst/>
            <a:gdLst>
              <a:gd name="T0" fmla="*/ 24 w 105"/>
              <a:gd name="T1" fmla="*/ 49 h 60"/>
              <a:gd name="T2" fmla="*/ 24 w 105"/>
              <a:gd name="T3" fmla="*/ 44 h 60"/>
              <a:gd name="T4" fmla="*/ 30 w 105"/>
              <a:gd name="T5" fmla="*/ 39 h 60"/>
              <a:gd name="T6" fmla="*/ 34 w 105"/>
              <a:gd name="T7" fmla="*/ 42 h 60"/>
              <a:gd name="T8" fmla="*/ 29 w 105"/>
              <a:gd name="T9" fmla="*/ 48 h 60"/>
              <a:gd name="T10" fmla="*/ 63 w 105"/>
              <a:gd name="T11" fmla="*/ 43 h 60"/>
              <a:gd name="T12" fmla="*/ 76 w 105"/>
              <a:gd name="T13" fmla="*/ 49 h 60"/>
              <a:gd name="T14" fmla="*/ 77 w 105"/>
              <a:gd name="T15" fmla="*/ 43 h 60"/>
              <a:gd name="T16" fmla="*/ 64 w 105"/>
              <a:gd name="T17" fmla="*/ 53 h 60"/>
              <a:gd name="T18" fmla="*/ 70 w 105"/>
              <a:gd name="T19" fmla="*/ 53 h 60"/>
              <a:gd name="T20" fmla="*/ 71 w 105"/>
              <a:gd name="T21" fmla="*/ 49 h 60"/>
              <a:gd name="T22" fmla="*/ 57 w 105"/>
              <a:gd name="T23" fmla="*/ 57 h 60"/>
              <a:gd name="T24" fmla="*/ 63 w 105"/>
              <a:gd name="T25" fmla="*/ 57 h 60"/>
              <a:gd name="T26" fmla="*/ 64 w 105"/>
              <a:gd name="T27" fmla="*/ 53 h 60"/>
              <a:gd name="T28" fmla="*/ 49 w 105"/>
              <a:gd name="T29" fmla="*/ 58 h 60"/>
              <a:gd name="T30" fmla="*/ 55 w 105"/>
              <a:gd name="T31" fmla="*/ 58 h 60"/>
              <a:gd name="T32" fmla="*/ 33 w 105"/>
              <a:gd name="T33" fmla="*/ 53 h 60"/>
              <a:gd name="T34" fmla="*/ 40 w 105"/>
              <a:gd name="T35" fmla="*/ 41 h 60"/>
              <a:gd name="T36" fmla="*/ 35 w 105"/>
              <a:gd name="T37" fmla="*/ 41 h 60"/>
              <a:gd name="T38" fmla="*/ 28 w 105"/>
              <a:gd name="T39" fmla="*/ 53 h 60"/>
              <a:gd name="T40" fmla="*/ 33 w 105"/>
              <a:gd name="T41" fmla="*/ 53 h 60"/>
              <a:gd name="T42" fmla="*/ 46 w 105"/>
              <a:gd name="T43" fmla="*/ 49 h 60"/>
              <a:gd name="T44" fmla="*/ 43 w 105"/>
              <a:gd name="T45" fmla="*/ 43 h 60"/>
              <a:gd name="T46" fmla="*/ 34 w 105"/>
              <a:gd name="T47" fmla="*/ 52 h 60"/>
              <a:gd name="T48" fmla="*/ 37 w 105"/>
              <a:gd name="T49" fmla="*/ 57 h 60"/>
              <a:gd name="T50" fmla="*/ 48 w 105"/>
              <a:gd name="T51" fmla="*/ 55 h 60"/>
              <a:gd name="T52" fmla="*/ 49 w 105"/>
              <a:gd name="T53" fmla="*/ 50 h 60"/>
              <a:gd name="T54" fmla="*/ 44 w 105"/>
              <a:gd name="T55" fmla="*/ 50 h 60"/>
              <a:gd name="T56" fmla="*/ 41 w 105"/>
              <a:gd name="T57" fmla="*/ 59 h 60"/>
              <a:gd name="T58" fmla="*/ 45 w 105"/>
              <a:gd name="T59" fmla="*/ 58 h 60"/>
              <a:gd name="T60" fmla="*/ 90 w 105"/>
              <a:gd name="T61" fmla="*/ 1 h 60"/>
              <a:gd name="T62" fmla="*/ 87 w 105"/>
              <a:gd name="T63" fmla="*/ 36 h 60"/>
              <a:gd name="T64" fmla="*/ 105 w 105"/>
              <a:gd name="T65" fmla="*/ 28 h 60"/>
              <a:gd name="T66" fmla="*/ 56 w 105"/>
              <a:gd name="T67" fmla="*/ 16 h 60"/>
              <a:gd name="T68" fmla="*/ 51 w 105"/>
              <a:gd name="T69" fmla="*/ 16 h 60"/>
              <a:gd name="T70" fmla="*/ 36 w 105"/>
              <a:gd name="T71" fmla="*/ 23 h 60"/>
              <a:gd name="T72" fmla="*/ 49 w 105"/>
              <a:gd name="T73" fmla="*/ 27 h 60"/>
              <a:gd name="T74" fmla="*/ 77 w 105"/>
              <a:gd name="T75" fmla="*/ 43 h 60"/>
              <a:gd name="T76" fmla="*/ 81 w 105"/>
              <a:gd name="T77" fmla="*/ 37 h 60"/>
              <a:gd name="T78" fmla="*/ 77 w 105"/>
              <a:gd name="T79" fmla="*/ 43 h 60"/>
              <a:gd name="T80" fmla="*/ 26 w 105"/>
              <a:gd name="T81" fmla="*/ 42 h 60"/>
              <a:gd name="T82" fmla="*/ 15 w 105"/>
              <a:gd name="T83" fmla="*/ 39 h 60"/>
              <a:gd name="T84" fmla="*/ 21 w 105"/>
              <a:gd name="T85" fmla="*/ 0 h 60"/>
              <a:gd name="T86" fmla="*/ 25 w 105"/>
              <a:gd name="T87" fmla="*/ 43 h 60"/>
              <a:gd name="T88" fmla="*/ 34 w 105"/>
              <a:gd name="T89"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5" h="60">
                <a:moveTo>
                  <a:pt x="27" y="49"/>
                </a:moveTo>
                <a:cubicBezTo>
                  <a:pt x="26" y="50"/>
                  <a:pt x="25" y="49"/>
                  <a:pt x="24" y="49"/>
                </a:cubicBezTo>
                <a:cubicBezTo>
                  <a:pt x="24" y="48"/>
                  <a:pt x="23" y="47"/>
                  <a:pt x="23" y="46"/>
                </a:cubicBezTo>
                <a:cubicBezTo>
                  <a:pt x="23" y="46"/>
                  <a:pt x="23" y="45"/>
                  <a:pt x="24" y="44"/>
                </a:cubicBezTo>
                <a:cubicBezTo>
                  <a:pt x="28" y="40"/>
                  <a:pt x="28" y="40"/>
                  <a:pt x="28" y="40"/>
                </a:cubicBezTo>
                <a:cubicBezTo>
                  <a:pt x="29" y="39"/>
                  <a:pt x="29" y="39"/>
                  <a:pt x="30" y="39"/>
                </a:cubicBezTo>
                <a:cubicBezTo>
                  <a:pt x="31" y="38"/>
                  <a:pt x="32" y="39"/>
                  <a:pt x="33" y="39"/>
                </a:cubicBezTo>
                <a:cubicBezTo>
                  <a:pt x="33" y="40"/>
                  <a:pt x="34" y="41"/>
                  <a:pt x="34" y="42"/>
                </a:cubicBezTo>
                <a:cubicBezTo>
                  <a:pt x="34" y="42"/>
                  <a:pt x="33" y="43"/>
                  <a:pt x="33" y="44"/>
                </a:cubicBezTo>
                <a:cubicBezTo>
                  <a:pt x="29" y="48"/>
                  <a:pt x="29" y="48"/>
                  <a:pt x="29" y="48"/>
                </a:cubicBezTo>
                <a:cubicBezTo>
                  <a:pt x="28" y="49"/>
                  <a:pt x="28" y="49"/>
                  <a:pt x="27" y="49"/>
                </a:cubicBezTo>
                <a:close/>
                <a:moveTo>
                  <a:pt x="63" y="43"/>
                </a:moveTo>
                <a:cubicBezTo>
                  <a:pt x="63" y="43"/>
                  <a:pt x="71" y="50"/>
                  <a:pt x="73" y="50"/>
                </a:cubicBezTo>
                <a:cubicBezTo>
                  <a:pt x="75" y="50"/>
                  <a:pt x="75" y="50"/>
                  <a:pt x="76" y="49"/>
                </a:cubicBezTo>
                <a:cubicBezTo>
                  <a:pt x="77" y="48"/>
                  <a:pt x="78" y="47"/>
                  <a:pt x="77" y="46"/>
                </a:cubicBezTo>
                <a:cubicBezTo>
                  <a:pt x="77" y="45"/>
                  <a:pt x="77" y="44"/>
                  <a:pt x="77" y="43"/>
                </a:cubicBezTo>
                <a:moveTo>
                  <a:pt x="57" y="47"/>
                </a:moveTo>
                <a:cubicBezTo>
                  <a:pt x="64" y="53"/>
                  <a:pt x="64" y="53"/>
                  <a:pt x="64" y="53"/>
                </a:cubicBezTo>
                <a:cubicBezTo>
                  <a:pt x="65" y="54"/>
                  <a:pt x="66" y="54"/>
                  <a:pt x="67" y="54"/>
                </a:cubicBezTo>
                <a:cubicBezTo>
                  <a:pt x="68" y="54"/>
                  <a:pt x="69" y="54"/>
                  <a:pt x="70" y="53"/>
                </a:cubicBezTo>
                <a:cubicBezTo>
                  <a:pt x="71" y="52"/>
                  <a:pt x="71" y="51"/>
                  <a:pt x="71" y="50"/>
                </a:cubicBezTo>
                <a:cubicBezTo>
                  <a:pt x="71" y="50"/>
                  <a:pt x="71" y="49"/>
                  <a:pt x="71" y="49"/>
                </a:cubicBezTo>
                <a:moveTo>
                  <a:pt x="54" y="54"/>
                </a:moveTo>
                <a:cubicBezTo>
                  <a:pt x="57" y="57"/>
                  <a:pt x="57" y="57"/>
                  <a:pt x="57" y="57"/>
                </a:cubicBezTo>
                <a:cubicBezTo>
                  <a:pt x="57" y="58"/>
                  <a:pt x="58" y="58"/>
                  <a:pt x="60" y="58"/>
                </a:cubicBezTo>
                <a:cubicBezTo>
                  <a:pt x="61" y="59"/>
                  <a:pt x="62" y="58"/>
                  <a:pt x="63" y="57"/>
                </a:cubicBezTo>
                <a:cubicBezTo>
                  <a:pt x="64" y="57"/>
                  <a:pt x="64" y="55"/>
                  <a:pt x="64" y="54"/>
                </a:cubicBezTo>
                <a:cubicBezTo>
                  <a:pt x="64" y="54"/>
                  <a:pt x="64" y="53"/>
                  <a:pt x="64" y="53"/>
                </a:cubicBezTo>
                <a:moveTo>
                  <a:pt x="46" y="57"/>
                </a:moveTo>
                <a:cubicBezTo>
                  <a:pt x="49" y="58"/>
                  <a:pt x="49" y="58"/>
                  <a:pt x="49" y="58"/>
                </a:cubicBezTo>
                <a:cubicBezTo>
                  <a:pt x="49" y="59"/>
                  <a:pt x="51" y="59"/>
                  <a:pt x="52" y="59"/>
                </a:cubicBezTo>
                <a:cubicBezTo>
                  <a:pt x="54" y="59"/>
                  <a:pt x="55" y="58"/>
                  <a:pt x="55" y="58"/>
                </a:cubicBezTo>
                <a:cubicBezTo>
                  <a:pt x="56" y="57"/>
                  <a:pt x="56" y="57"/>
                  <a:pt x="56" y="57"/>
                </a:cubicBezTo>
                <a:moveTo>
                  <a:pt x="33" y="53"/>
                </a:moveTo>
                <a:cubicBezTo>
                  <a:pt x="40" y="45"/>
                  <a:pt x="40" y="45"/>
                  <a:pt x="40" y="45"/>
                </a:cubicBezTo>
                <a:cubicBezTo>
                  <a:pt x="41" y="44"/>
                  <a:pt x="41" y="42"/>
                  <a:pt x="40" y="41"/>
                </a:cubicBezTo>
                <a:cubicBezTo>
                  <a:pt x="39" y="40"/>
                  <a:pt x="38" y="40"/>
                  <a:pt x="37" y="40"/>
                </a:cubicBezTo>
                <a:cubicBezTo>
                  <a:pt x="37" y="40"/>
                  <a:pt x="36" y="40"/>
                  <a:pt x="35" y="41"/>
                </a:cubicBezTo>
                <a:cubicBezTo>
                  <a:pt x="28" y="49"/>
                  <a:pt x="28" y="49"/>
                  <a:pt x="28" y="49"/>
                </a:cubicBezTo>
                <a:cubicBezTo>
                  <a:pt x="27" y="50"/>
                  <a:pt x="27" y="52"/>
                  <a:pt x="28" y="53"/>
                </a:cubicBezTo>
                <a:cubicBezTo>
                  <a:pt x="29" y="54"/>
                  <a:pt x="30" y="54"/>
                  <a:pt x="31" y="54"/>
                </a:cubicBezTo>
                <a:cubicBezTo>
                  <a:pt x="32" y="54"/>
                  <a:pt x="32" y="54"/>
                  <a:pt x="33" y="53"/>
                </a:cubicBezTo>
                <a:close/>
                <a:moveTo>
                  <a:pt x="39" y="56"/>
                </a:moveTo>
                <a:cubicBezTo>
                  <a:pt x="46" y="49"/>
                  <a:pt x="46" y="49"/>
                  <a:pt x="46" y="49"/>
                </a:cubicBezTo>
                <a:cubicBezTo>
                  <a:pt x="47" y="47"/>
                  <a:pt x="47" y="45"/>
                  <a:pt x="45" y="44"/>
                </a:cubicBezTo>
                <a:cubicBezTo>
                  <a:pt x="45" y="43"/>
                  <a:pt x="44" y="43"/>
                  <a:pt x="43" y="43"/>
                </a:cubicBezTo>
                <a:cubicBezTo>
                  <a:pt x="42" y="43"/>
                  <a:pt x="41" y="44"/>
                  <a:pt x="41" y="44"/>
                </a:cubicBezTo>
                <a:cubicBezTo>
                  <a:pt x="34" y="52"/>
                  <a:pt x="34" y="52"/>
                  <a:pt x="34" y="52"/>
                </a:cubicBezTo>
                <a:cubicBezTo>
                  <a:pt x="33" y="53"/>
                  <a:pt x="33" y="55"/>
                  <a:pt x="34" y="56"/>
                </a:cubicBezTo>
                <a:cubicBezTo>
                  <a:pt x="35" y="57"/>
                  <a:pt x="36" y="57"/>
                  <a:pt x="37" y="57"/>
                </a:cubicBezTo>
                <a:cubicBezTo>
                  <a:pt x="38" y="57"/>
                  <a:pt x="38" y="57"/>
                  <a:pt x="39" y="56"/>
                </a:cubicBezTo>
                <a:close/>
                <a:moveTo>
                  <a:pt x="48" y="55"/>
                </a:moveTo>
                <a:cubicBezTo>
                  <a:pt x="49" y="54"/>
                  <a:pt x="49" y="54"/>
                  <a:pt x="49" y="54"/>
                </a:cubicBezTo>
                <a:cubicBezTo>
                  <a:pt x="50" y="53"/>
                  <a:pt x="50" y="51"/>
                  <a:pt x="49" y="50"/>
                </a:cubicBezTo>
                <a:cubicBezTo>
                  <a:pt x="48" y="49"/>
                  <a:pt x="47" y="49"/>
                  <a:pt x="46" y="49"/>
                </a:cubicBezTo>
                <a:cubicBezTo>
                  <a:pt x="45" y="49"/>
                  <a:pt x="45" y="49"/>
                  <a:pt x="44" y="50"/>
                </a:cubicBezTo>
                <a:cubicBezTo>
                  <a:pt x="40" y="54"/>
                  <a:pt x="40" y="54"/>
                  <a:pt x="40" y="54"/>
                </a:cubicBezTo>
                <a:cubicBezTo>
                  <a:pt x="39" y="55"/>
                  <a:pt x="39" y="57"/>
                  <a:pt x="41" y="59"/>
                </a:cubicBezTo>
                <a:cubicBezTo>
                  <a:pt x="41" y="59"/>
                  <a:pt x="42" y="60"/>
                  <a:pt x="43" y="59"/>
                </a:cubicBezTo>
                <a:cubicBezTo>
                  <a:pt x="44" y="59"/>
                  <a:pt x="45" y="59"/>
                  <a:pt x="45" y="58"/>
                </a:cubicBezTo>
                <a:lnTo>
                  <a:pt x="48" y="55"/>
                </a:lnTo>
                <a:close/>
                <a:moveTo>
                  <a:pt x="90" y="1"/>
                </a:moveTo>
                <a:cubicBezTo>
                  <a:pt x="83" y="4"/>
                  <a:pt x="73" y="9"/>
                  <a:pt x="72" y="10"/>
                </a:cubicBezTo>
                <a:cubicBezTo>
                  <a:pt x="73" y="12"/>
                  <a:pt x="79" y="23"/>
                  <a:pt x="87" y="36"/>
                </a:cubicBezTo>
                <a:cubicBezTo>
                  <a:pt x="88" y="37"/>
                  <a:pt x="88" y="37"/>
                  <a:pt x="88" y="37"/>
                </a:cubicBezTo>
                <a:cubicBezTo>
                  <a:pt x="105" y="28"/>
                  <a:pt x="105" y="28"/>
                  <a:pt x="105" y="28"/>
                </a:cubicBezTo>
                <a:moveTo>
                  <a:pt x="74" y="14"/>
                </a:moveTo>
                <a:cubicBezTo>
                  <a:pt x="66" y="11"/>
                  <a:pt x="61" y="16"/>
                  <a:pt x="56" y="16"/>
                </a:cubicBezTo>
                <a:cubicBezTo>
                  <a:pt x="54" y="16"/>
                  <a:pt x="53" y="16"/>
                  <a:pt x="52" y="16"/>
                </a:cubicBezTo>
                <a:cubicBezTo>
                  <a:pt x="51" y="16"/>
                  <a:pt x="51" y="16"/>
                  <a:pt x="51" y="16"/>
                </a:cubicBezTo>
                <a:cubicBezTo>
                  <a:pt x="51" y="16"/>
                  <a:pt x="50" y="16"/>
                  <a:pt x="50" y="16"/>
                </a:cubicBezTo>
                <a:cubicBezTo>
                  <a:pt x="36" y="23"/>
                  <a:pt x="36" y="23"/>
                  <a:pt x="36" y="23"/>
                </a:cubicBezTo>
                <a:cubicBezTo>
                  <a:pt x="29" y="27"/>
                  <a:pt x="36" y="32"/>
                  <a:pt x="38" y="31"/>
                </a:cubicBezTo>
                <a:cubicBezTo>
                  <a:pt x="40" y="31"/>
                  <a:pt x="46" y="28"/>
                  <a:pt x="49" y="27"/>
                </a:cubicBezTo>
                <a:cubicBezTo>
                  <a:pt x="52" y="26"/>
                  <a:pt x="54" y="26"/>
                  <a:pt x="56" y="28"/>
                </a:cubicBezTo>
                <a:cubicBezTo>
                  <a:pt x="63" y="32"/>
                  <a:pt x="76" y="42"/>
                  <a:pt x="77" y="43"/>
                </a:cubicBezTo>
                <a:moveTo>
                  <a:pt x="86" y="34"/>
                </a:moveTo>
                <a:cubicBezTo>
                  <a:pt x="85" y="35"/>
                  <a:pt x="82" y="37"/>
                  <a:pt x="81" y="37"/>
                </a:cubicBezTo>
                <a:cubicBezTo>
                  <a:pt x="81" y="38"/>
                  <a:pt x="80" y="38"/>
                  <a:pt x="80" y="39"/>
                </a:cubicBezTo>
                <a:cubicBezTo>
                  <a:pt x="79" y="41"/>
                  <a:pt x="78" y="43"/>
                  <a:pt x="77" y="43"/>
                </a:cubicBezTo>
                <a:moveTo>
                  <a:pt x="26" y="42"/>
                </a:moveTo>
                <a:cubicBezTo>
                  <a:pt x="26" y="42"/>
                  <a:pt x="26" y="42"/>
                  <a:pt x="26" y="42"/>
                </a:cubicBezTo>
                <a:moveTo>
                  <a:pt x="0" y="27"/>
                </a:moveTo>
                <a:cubicBezTo>
                  <a:pt x="15" y="39"/>
                  <a:pt x="15" y="39"/>
                  <a:pt x="15" y="39"/>
                </a:cubicBezTo>
                <a:cubicBezTo>
                  <a:pt x="36" y="13"/>
                  <a:pt x="36" y="13"/>
                  <a:pt x="36" y="13"/>
                </a:cubicBezTo>
                <a:cubicBezTo>
                  <a:pt x="21" y="0"/>
                  <a:pt x="21" y="0"/>
                  <a:pt x="21" y="0"/>
                </a:cubicBezTo>
                <a:moveTo>
                  <a:pt x="16" y="38"/>
                </a:moveTo>
                <a:cubicBezTo>
                  <a:pt x="21" y="41"/>
                  <a:pt x="25" y="43"/>
                  <a:pt x="25" y="43"/>
                </a:cubicBezTo>
                <a:moveTo>
                  <a:pt x="45" y="19"/>
                </a:moveTo>
                <a:cubicBezTo>
                  <a:pt x="43" y="18"/>
                  <a:pt x="38" y="16"/>
                  <a:pt x="34" y="15"/>
                </a:cubicBezTo>
              </a:path>
            </a:pathLst>
          </a:custGeom>
          <a:noFill/>
          <a:ln w="63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9" name="Freeform 68">
            <a:extLst>
              <a:ext uri="{FF2B5EF4-FFF2-40B4-BE49-F238E27FC236}">
                <a16:creationId xmlns:a16="http://schemas.microsoft.com/office/drawing/2014/main" id="{78AABCC8-EFB7-4E01-AA75-21BD9FF22EB2}"/>
              </a:ext>
            </a:extLst>
          </p:cNvPr>
          <p:cNvSpPr>
            <a:spLocks noEditPoints="1"/>
          </p:cNvSpPr>
          <p:nvPr/>
        </p:nvSpPr>
        <p:spPr bwMode="auto">
          <a:xfrm>
            <a:off x="3170238" y="1660525"/>
            <a:ext cx="314325" cy="314325"/>
          </a:xfrm>
          <a:custGeom>
            <a:avLst/>
            <a:gdLst>
              <a:gd name="T0" fmla="*/ 72 w 84"/>
              <a:gd name="T1" fmla="*/ 52 h 84"/>
              <a:gd name="T2" fmla="*/ 70 w 84"/>
              <a:gd name="T3" fmla="*/ 56 h 84"/>
              <a:gd name="T4" fmla="*/ 76 w 84"/>
              <a:gd name="T5" fmla="*/ 68 h 84"/>
              <a:gd name="T6" fmla="*/ 68 w 84"/>
              <a:gd name="T7" fmla="*/ 75 h 84"/>
              <a:gd name="T8" fmla="*/ 56 w 84"/>
              <a:gd name="T9" fmla="*/ 70 h 84"/>
              <a:gd name="T10" fmla="*/ 52 w 84"/>
              <a:gd name="T11" fmla="*/ 72 h 84"/>
              <a:gd name="T12" fmla="*/ 47 w 84"/>
              <a:gd name="T13" fmla="*/ 84 h 84"/>
              <a:gd name="T14" fmla="*/ 37 w 84"/>
              <a:gd name="T15" fmla="*/ 84 h 84"/>
              <a:gd name="T16" fmla="*/ 32 w 84"/>
              <a:gd name="T17" fmla="*/ 72 h 84"/>
              <a:gd name="T18" fmla="*/ 28 w 84"/>
              <a:gd name="T19" fmla="*/ 70 h 84"/>
              <a:gd name="T20" fmla="*/ 16 w 84"/>
              <a:gd name="T21" fmla="*/ 75 h 84"/>
              <a:gd name="T22" fmla="*/ 9 w 84"/>
              <a:gd name="T23" fmla="*/ 68 h 84"/>
              <a:gd name="T24" fmla="*/ 14 w 84"/>
              <a:gd name="T25" fmla="*/ 56 h 84"/>
              <a:gd name="T26" fmla="*/ 12 w 84"/>
              <a:gd name="T27" fmla="*/ 52 h 84"/>
              <a:gd name="T28" fmla="*/ 0 w 84"/>
              <a:gd name="T29" fmla="*/ 47 h 84"/>
              <a:gd name="T30" fmla="*/ 0 w 84"/>
              <a:gd name="T31" fmla="*/ 36 h 84"/>
              <a:gd name="T32" fmla="*/ 12 w 84"/>
              <a:gd name="T33" fmla="*/ 32 h 84"/>
              <a:gd name="T34" fmla="*/ 14 w 84"/>
              <a:gd name="T35" fmla="*/ 28 h 84"/>
              <a:gd name="T36" fmla="*/ 9 w 84"/>
              <a:gd name="T37" fmla="*/ 16 h 84"/>
              <a:gd name="T38" fmla="*/ 16 w 84"/>
              <a:gd name="T39" fmla="*/ 8 h 84"/>
              <a:gd name="T40" fmla="*/ 28 w 84"/>
              <a:gd name="T41" fmla="*/ 14 h 84"/>
              <a:gd name="T42" fmla="*/ 32 w 84"/>
              <a:gd name="T43" fmla="*/ 12 h 84"/>
              <a:gd name="T44" fmla="*/ 37 w 84"/>
              <a:gd name="T45" fmla="*/ 0 h 84"/>
              <a:gd name="T46" fmla="*/ 47 w 84"/>
              <a:gd name="T47" fmla="*/ 0 h 84"/>
              <a:gd name="T48" fmla="*/ 52 w 84"/>
              <a:gd name="T49" fmla="*/ 12 h 84"/>
              <a:gd name="T50" fmla="*/ 56 w 84"/>
              <a:gd name="T51" fmla="*/ 14 h 84"/>
              <a:gd name="T52" fmla="*/ 68 w 84"/>
              <a:gd name="T53" fmla="*/ 8 h 84"/>
              <a:gd name="T54" fmla="*/ 76 w 84"/>
              <a:gd name="T55" fmla="*/ 16 h 84"/>
              <a:gd name="T56" fmla="*/ 70 w 84"/>
              <a:gd name="T57" fmla="*/ 28 h 84"/>
              <a:gd name="T58" fmla="*/ 72 w 84"/>
              <a:gd name="T59" fmla="*/ 32 h 84"/>
              <a:gd name="T60" fmla="*/ 84 w 84"/>
              <a:gd name="T61" fmla="*/ 36 h 84"/>
              <a:gd name="T62" fmla="*/ 84 w 84"/>
              <a:gd name="T63" fmla="*/ 47 h 84"/>
              <a:gd name="T64" fmla="*/ 72 w 84"/>
              <a:gd name="T65" fmla="*/ 52 h 84"/>
              <a:gd name="T66" fmla="*/ 38 w 84"/>
              <a:gd name="T67" fmla="*/ 43 h 84"/>
              <a:gd name="T68" fmla="*/ 16 w 84"/>
              <a:gd name="T69" fmla="*/ 36 h 84"/>
              <a:gd name="T70" fmla="*/ 16 w 84"/>
              <a:gd name="T71" fmla="*/ 42 h 84"/>
              <a:gd name="T72" fmla="*/ 24 w 84"/>
              <a:gd name="T73" fmla="*/ 61 h 84"/>
              <a:gd name="T74" fmla="*/ 38 w 84"/>
              <a:gd name="T75" fmla="*/ 43 h 84"/>
              <a:gd name="T76" fmla="*/ 39 w 84"/>
              <a:gd name="T77" fmla="*/ 38 h 84"/>
              <a:gd name="T78" fmla="*/ 39 w 84"/>
              <a:gd name="T79" fmla="*/ 15 h 84"/>
              <a:gd name="T80" fmla="*/ 18 w 84"/>
              <a:gd name="T81" fmla="*/ 31 h 84"/>
              <a:gd name="T82" fmla="*/ 39 w 84"/>
              <a:gd name="T83" fmla="*/ 38 h 84"/>
              <a:gd name="T84" fmla="*/ 45 w 84"/>
              <a:gd name="T85" fmla="*/ 38 h 84"/>
              <a:gd name="T86" fmla="*/ 66 w 84"/>
              <a:gd name="T87" fmla="*/ 31 h 84"/>
              <a:gd name="T88" fmla="*/ 45 w 84"/>
              <a:gd name="T89" fmla="*/ 15 h 84"/>
              <a:gd name="T90" fmla="*/ 45 w 84"/>
              <a:gd name="T91" fmla="*/ 38 h 84"/>
              <a:gd name="T92" fmla="*/ 60 w 84"/>
              <a:gd name="T93" fmla="*/ 61 h 84"/>
              <a:gd name="T94" fmla="*/ 69 w 84"/>
              <a:gd name="T95" fmla="*/ 42 h 84"/>
              <a:gd name="T96" fmla="*/ 68 w 84"/>
              <a:gd name="T97" fmla="*/ 36 h 84"/>
              <a:gd name="T98" fmla="*/ 46 w 84"/>
              <a:gd name="T99" fmla="*/ 43 h 84"/>
              <a:gd name="T100" fmla="*/ 60 w 84"/>
              <a:gd name="T101" fmla="*/ 61 h 84"/>
              <a:gd name="T102" fmla="*/ 55 w 84"/>
              <a:gd name="T103" fmla="*/ 65 h 84"/>
              <a:gd name="T104" fmla="*/ 42 w 84"/>
              <a:gd name="T105" fmla="*/ 46 h 84"/>
              <a:gd name="T106" fmla="*/ 29 w 84"/>
              <a:gd name="T107" fmla="*/ 65 h 84"/>
              <a:gd name="T108" fmla="*/ 42 w 84"/>
              <a:gd name="T109" fmla="*/ 68 h 84"/>
              <a:gd name="T110" fmla="*/ 55 w 84"/>
              <a:gd name="T111"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84">
                <a:moveTo>
                  <a:pt x="72" y="52"/>
                </a:moveTo>
                <a:cubicBezTo>
                  <a:pt x="72" y="53"/>
                  <a:pt x="71" y="55"/>
                  <a:pt x="70" y="56"/>
                </a:cubicBezTo>
                <a:cubicBezTo>
                  <a:pt x="76" y="68"/>
                  <a:pt x="76" y="68"/>
                  <a:pt x="76" y="68"/>
                </a:cubicBezTo>
                <a:cubicBezTo>
                  <a:pt x="68" y="75"/>
                  <a:pt x="68" y="75"/>
                  <a:pt x="68" y="75"/>
                </a:cubicBezTo>
                <a:cubicBezTo>
                  <a:pt x="56" y="70"/>
                  <a:pt x="56" y="70"/>
                  <a:pt x="56" y="70"/>
                </a:cubicBezTo>
                <a:cubicBezTo>
                  <a:pt x="55" y="71"/>
                  <a:pt x="54" y="71"/>
                  <a:pt x="52" y="72"/>
                </a:cubicBezTo>
                <a:cubicBezTo>
                  <a:pt x="47" y="84"/>
                  <a:pt x="47" y="84"/>
                  <a:pt x="47" y="84"/>
                </a:cubicBezTo>
                <a:cubicBezTo>
                  <a:pt x="37" y="84"/>
                  <a:pt x="37" y="84"/>
                  <a:pt x="37" y="84"/>
                </a:cubicBezTo>
                <a:cubicBezTo>
                  <a:pt x="32" y="72"/>
                  <a:pt x="32" y="72"/>
                  <a:pt x="32" y="72"/>
                </a:cubicBezTo>
                <a:cubicBezTo>
                  <a:pt x="31" y="71"/>
                  <a:pt x="29" y="71"/>
                  <a:pt x="28" y="70"/>
                </a:cubicBezTo>
                <a:cubicBezTo>
                  <a:pt x="16" y="75"/>
                  <a:pt x="16" y="75"/>
                  <a:pt x="16" y="75"/>
                </a:cubicBezTo>
                <a:cubicBezTo>
                  <a:pt x="9" y="68"/>
                  <a:pt x="9" y="68"/>
                  <a:pt x="9" y="68"/>
                </a:cubicBezTo>
                <a:cubicBezTo>
                  <a:pt x="14" y="56"/>
                  <a:pt x="14" y="56"/>
                  <a:pt x="14" y="56"/>
                </a:cubicBezTo>
                <a:cubicBezTo>
                  <a:pt x="13" y="55"/>
                  <a:pt x="13" y="53"/>
                  <a:pt x="12" y="52"/>
                </a:cubicBezTo>
                <a:cubicBezTo>
                  <a:pt x="0" y="47"/>
                  <a:pt x="0" y="47"/>
                  <a:pt x="0" y="47"/>
                </a:cubicBezTo>
                <a:cubicBezTo>
                  <a:pt x="0" y="36"/>
                  <a:pt x="0" y="36"/>
                  <a:pt x="0" y="36"/>
                </a:cubicBezTo>
                <a:cubicBezTo>
                  <a:pt x="12" y="32"/>
                  <a:pt x="12" y="32"/>
                  <a:pt x="12" y="32"/>
                </a:cubicBezTo>
                <a:cubicBezTo>
                  <a:pt x="13" y="30"/>
                  <a:pt x="13" y="29"/>
                  <a:pt x="14" y="28"/>
                </a:cubicBezTo>
                <a:cubicBezTo>
                  <a:pt x="9" y="16"/>
                  <a:pt x="9" y="16"/>
                  <a:pt x="9" y="16"/>
                </a:cubicBezTo>
                <a:cubicBezTo>
                  <a:pt x="16" y="8"/>
                  <a:pt x="16" y="8"/>
                  <a:pt x="16" y="8"/>
                </a:cubicBezTo>
                <a:cubicBezTo>
                  <a:pt x="28" y="14"/>
                  <a:pt x="28" y="14"/>
                  <a:pt x="28" y="14"/>
                </a:cubicBezTo>
                <a:cubicBezTo>
                  <a:pt x="29" y="13"/>
                  <a:pt x="31" y="12"/>
                  <a:pt x="32" y="12"/>
                </a:cubicBezTo>
                <a:cubicBezTo>
                  <a:pt x="37" y="0"/>
                  <a:pt x="37" y="0"/>
                  <a:pt x="37" y="0"/>
                </a:cubicBezTo>
                <a:cubicBezTo>
                  <a:pt x="47" y="0"/>
                  <a:pt x="47" y="0"/>
                  <a:pt x="47" y="0"/>
                </a:cubicBezTo>
                <a:cubicBezTo>
                  <a:pt x="52" y="12"/>
                  <a:pt x="52" y="12"/>
                  <a:pt x="52" y="12"/>
                </a:cubicBezTo>
                <a:cubicBezTo>
                  <a:pt x="54" y="12"/>
                  <a:pt x="55" y="13"/>
                  <a:pt x="56" y="14"/>
                </a:cubicBezTo>
                <a:cubicBezTo>
                  <a:pt x="68" y="8"/>
                  <a:pt x="68" y="8"/>
                  <a:pt x="68" y="8"/>
                </a:cubicBezTo>
                <a:cubicBezTo>
                  <a:pt x="76" y="16"/>
                  <a:pt x="76" y="16"/>
                  <a:pt x="76" y="16"/>
                </a:cubicBezTo>
                <a:cubicBezTo>
                  <a:pt x="70" y="28"/>
                  <a:pt x="70" y="28"/>
                  <a:pt x="70" y="28"/>
                </a:cubicBezTo>
                <a:cubicBezTo>
                  <a:pt x="71" y="29"/>
                  <a:pt x="72" y="30"/>
                  <a:pt x="72" y="32"/>
                </a:cubicBezTo>
                <a:cubicBezTo>
                  <a:pt x="84" y="36"/>
                  <a:pt x="84" y="36"/>
                  <a:pt x="84" y="36"/>
                </a:cubicBezTo>
                <a:cubicBezTo>
                  <a:pt x="84" y="47"/>
                  <a:pt x="84" y="47"/>
                  <a:pt x="84" y="47"/>
                </a:cubicBezTo>
                <a:lnTo>
                  <a:pt x="72" y="52"/>
                </a:lnTo>
                <a:close/>
                <a:moveTo>
                  <a:pt x="38" y="43"/>
                </a:moveTo>
                <a:cubicBezTo>
                  <a:pt x="16" y="36"/>
                  <a:pt x="16" y="36"/>
                  <a:pt x="16" y="36"/>
                </a:cubicBezTo>
                <a:cubicBezTo>
                  <a:pt x="16" y="38"/>
                  <a:pt x="16" y="40"/>
                  <a:pt x="16" y="42"/>
                </a:cubicBezTo>
                <a:cubicBezTo>
                  <a:pt x="16" y="49"/>
                  <a:pt x="19" y="56"/>
                  <a:pt x="24" y="61"/>
                </a:cubicBezTo>
                <a:lnTo>
                  <a:pt x="38" y="43"/>
                </a:lnTo>
                <a:close/>
                <a:moveTo>
                  <a:pt x="39" y="38"/>
                </a:moveTo>
                <a:cubicBezTo>
                  <a:pt x="39" y="15"/>
                  <a:pt x="39" y="15"/>
                  <a:pt x="39" y="15"/>
                </a:cubicBezTo>
                <a:cubicBezTo>
                  <a:pt x="30" y="16"/>
                  <a:pt x="22" y="22"/>
                  <a:pt x="18" y="31"/>
                </a:cubicBezTo>
                <a:lnTo>
                  <a:pt x="39" y="38"/>
                </a:lnTo>
                <a:close/>
                <a:moveTo>
                  <a:pt x="45" y="38"/>
                </a:moveTo>
                <a:cubicBezTo>
                  <a:pt x="66" y="31"/>
                  <a:pt x="66" y="31"/>
                  <a:pt x="66" y="31"/>
                </a:cubicBezTo>
                <a:cubicBezTo>
                  <a:pt x="62" y="22"/>
                  <a:pt x="54" y="16"/>
                  <a:pt x="45" y="15"/>
                </a:cubicBezTo>
                <a:lnTo>
                  <a:pt x="45" y="38"/>
                </a:lnTo>
                <a:close/>
                <a:moveTo>
                  <a:pt x="60" y="61"/>
                </a:moveTo>
                <a:cubicBezTo>
                  <a:pt x="65" y="56"/>
                  <a:pt x="69" y="49"/>
                  <a:pt x="69" y="42"/>
                </a:cubicBezTo>
                <a:cubicBezTo>
                  <a:pt x="69" y="40"/>
                  <a:pt x="68" y="38"/>
                  <a:pt x="68" y="36"/>
                </a:cubicBezTo>
                <a:cubicBezTo>
                  <a:pt x="46" y="43"/>
                  <a:pt x="46" y="43"/>
                  <a:pt x="46" y="43"/>
                </a:cubicBezTo>
                <a:lnTo>
                  <a:pt x="60" y="61"/>
                </a:lnTo>
                <a:close/>
                <a:moveTo>
                  <a:pt x="55" y="65"/>
                </a:moveTo>
                <a:cubicBezTo>
                  <a:pt x="42" y="46"/>
                  <a:pt x="42" y="46"/>
                  <a:pt x="42" y="46"/>
                </a:cubicBezTo>
                <a:cubicBezTo>
                  <a:pt x="29" y="65"/>
                  <a:pt x="29" y="65"/>
                  <a:pt x="29" y="65"/>
                </a:cubicBezTo>
                <a:cubicBezTo>
                  <a:pt x="33" y="67"/>
                  <a:pt x="37" y="68"/>
                  <a:pt x="42" y="68"/>
                </a:cubicBezTo>
                <a:cubicBezTo>
                  <a:pt x="47" y="68"/>
                  <a:pt x="51" y="67"/>
                  <a:pt x="55" y="65"/>
                </a:cubicBezTo>
                <a:close/>
              </a:path>
            </a:pathLst>
          </a:custGeom>
          <a:noFill/>
          <a:ln w="63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1" name="Freeform 70">
            <a:extLst>
              <a:ext uri="{FF2B5EF4-FFF2-40B4-BE49-F238E27FC236}">
                <a16:creationId xmlns:a16="http://schemas.microsoft.com/office/drawing/2014/main" id="{90D497C8-D65A-4E01-B638-105C33C3DCB7}"/>
              </a:ext>
            </a:extLst>
          </p:cNvPr>
          <p:cNvSpPr>
            <a:spLocks noEditPoints="1"/>
          </p:cNvSpPr>
          <p:nvPr/>
        </p:nvSpPr>
        <p:spPr bwMode="auto">
          <a:xfrm>
            <a:off x="3170238" y="3819525"/>
            <a:ext cx="314325" cy="293688"/>
          </a:xfrm>
          <a:custGeom>
            <a:avLst/>
            <a:gdLst>
              <a:gd name="T0" fmla="*/ 0 w 84"/>
              <a:gd name="T1" fmla="*/ 73 h 78"/>
              <a:gd name="T2" fmla="*/ 8 w 84"/>
              <a:gd name="T3" fmla="*/ 9 h 78"/>
              <a:gd name="T4" fmla="*/ 70 w 84"/>
              <a:gd name="T5" fmla="*/ 9 h 78"/>
              <a:gd name="T6" fmla="*/ 52 w 84"/>
              <a:gd name="T7" fmla="*/ 9 h 78"/>
              <a:gd name="T8" fmla="*/ 0 w 84"/>
              <a:gd name="T9" fmla="*/ 23 h 78"/>
              <a:gd name="T10" fmla="*/ 18 w 84"/>
              <a:gd name="T11" fmla="*/ 13 h 78"/>
              <a:gd name="T12" fmla="*/ 13 w 84"/>
              <a:gd name="T13" fmla="*/ 0 h 78"/>
              <a:gd name="T14" fmla="*/ 8 w 84"/>
              <a:gd name="T15" fmla="*/ 5 h 78"/>
              <a:gd name="T16" fmla="*/ 13 w 84"/>
              <a:gd name="T17" fmla="*/ 18 h 78"/>
              <a:gd name="T18" fmla="*/ 18 w 84"/>
              <a:gd name="T19" fmla="*/ 13 h 78"/>
              <a:gd name="T20" fmla="*/ 57 w 84"/>
              <a:gd name="T21" fmla="*/ 18 h 78"/>
              <a:gd name="T22" fmla="*/ 63 w 84"/>
              <a:gd name="T23" fmla="*/ 5 h 78"/>
              <a:gd name="T24" fmla="*/ 57 w 84"/>
              <a:gd name="T25" fmla="*/ 0 h 78"/>
              <a:gd name="T26" fmla="*/ 52 w 84"/>
              <a:gd name="T27" fmla="*/ 13 h 78"/>
              <a:gd name="T28" fmla="*/ 17 w 84"/>
              <a:gd name="T29" fmla="*/ 28 h 78"/>
              <a:gd name="T30" fmla="*/ 7 w 84"/>
              <a:gd name="T31" fmla="*/ 38 h 78"/>
              <a:gd name="T32" fmla="*/ 17 w 84"/>
              <a:gd name="T33" fmla="*/ 28 h 78"/>
              <a:gd name="T34" fmla="*/ 23 w 84"/>
              <a:gd name="T35" fmla="*/ 28 h 78"/>
              <a:gd name="T36" fmla="*/ 33 w 84"/>
              <a:gd name="T37" fmla="*/ 38 h 78"/>
              <a:gd name="T38" fmla="*/ 48 w 84"/>
              <a:gd name="T39" fmla="*/ 28 h 78"/>
              <a:gd name="T40" fmla="*/ 38 w 84"/>
              <a:gd name="T41" fmla="*/ 38 h 78"/>
              <a:gd name="T42" fmla="*/ 48 w 84"/>
              <a:gd name="T43" fmla="*/ 28 h 78"/>
              <a:gd name="T44" fmla="*/ 63 w 84"/>
              <a:gd name="T45" fmla="*/ 28 h 78"/>
              <a:gd name="T46" fmla="*/ 53 w 84"/>
              <a:gd name="T47" fmla="*/ 37 h 78"/>
              <a:gd name="T48" fmla="*/ 7 w 84"/>
              <a:gd name="T49" fmla="*/ 42 h 78"/>
              <a:gd name="T50" fmla="*/ 17 w 84"/>
              <a:gd name="T51" fmla="*/ 52 h 78"/>
              <a:gd name="T52" fmla="*/ 33 w 84"/>
              <a:gd name="T53" fmla="*/ 42 h 78"/>
              <a:gd name="T54" fmla="*/ 23 w 84"/>
              <a:gd name="T55" fmla="*/ 52 h 78"/>
              <a:gd name="T56" fmla="*/ 33 w 84"/>
              <a:gd name="T57" fmla="*/ 42 h 78"/>
              <a:gd name="T58" fmla="*/ 38 w 84"/>
              <a:gd name="T59" fmla="*/ 42 h 78"/>
              <a:gd name="T60" fmla="*/ 41 w 84"/>
              <a:gd name="T61" fmla="*/ 52 h 78"/>
              <a:gd name="T62" fmla="*/ 7 w 84"/>
              <a:gd name="T63" fmla="*/ 56 h 78"/>
              <a:gd name="T64" fmla="*/ 17 w 84"/>
              <a:gd name="T65" fmla="*/ 66 h 78"/>
              <a:gd name="T66" fmla="*/ 33 w 84"/>
              <a:gd name="T67" fmla="*/ 56 h 78"/>
              <a:gd name="T68" fmla="*/ 23 w 84"/>
              <a:gd name="T69" fmla="*/ 66 h 78"/>
              <a:gd name="T70" fmla="*/ 33 w 84"/>
              <a:gd name="T71" fmla="*/ 56 h 78"/>
              <a:gd name="T72" fmla="*/ 38 w 84"/>
              <a:gd name="T73" fmla="*/ 56 h 78"/>
              <a:gd name="T74" fmla="*/ 43 w 84"/>
              <a:gd name="T75" fmla="*/ 66 h 78"/>
              <a:gd name="T76" fmla="*/ 43 w 84"/>
              <a:gd name="T77" fmla="*/ 57 h 78"/>
              <a:gd name="T78" fmla="*/ 84 w 84"/>
              <a:gd name="T79" fmla="*/ 57 h 78"/>
              <a:gd name="T80" fmla="*/ 54 w 84"/>
              <a:gd name="T81" fmla="*/ 60 h 78"/>
              <a:gd name="T82" fmla="*/ 74 w 84"/>
              <a:gd name="T83" fmla="*/ 4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4" h="78">
                <a:moveTo>
                  <a:pt x="44" y="73"/>
                </a:moveTo>
                <a:cubicBezTo>
                  <a:pt x="0" y="73"/>
                  <a:pt x="0" y="73"/>
                  <a:pt x="0" y="73"/>
                </a:cubicBezTo>
                <a:cubicBezTo>
                  <a:pt x="0" y="9"/>
                  <a:pt x="0" y="9"/>
                  <a:pt x="0" y="9"/>
                </a:cubicBezTo>
                <a:cubicBezTo>
                  <a:pt x="8" y="9"/>
                  <a:pt x="8" y="9"/>
                  <a:pt x="8" y="9"/>
                </a:cubicBezTo>
                <a:moveTo>
                  <a:pt x="70" y="34"/>
                </a:moveTo>
                <a:cubicBezTo>
                  <a:pt x="70" y="9"/>
                  <a:pt x="70" y="9"/>
                  <a:pt x="70" y="9"/>
                </a:cubicBezTo>
                <a:cubicBezTo>
                  <a:pt x="63" y="9"/>
                  <a:pt x="63" y="9"/>
                  <a:pt x="63" y="9"/>
                </a:cubicBezTo>
                <a:moveTo>
                  <a:pt x="52" y="9"/>
                </a:moveTo>
                <a:cubicBezTo>
                  <a:pt x="18" y="9"/>
                  <a:pt x="18" y="9"/>
                  <a:pt x="18" y="9"/>
                </a:cubicBezTo>
                <a:moveTo>
                  <a:pt x="0" y="23"/>
                </a:moveTo>
                <a:cubicBezTo>
                  <a:pt x="70" y="23"/>
                  <a:pt x="70" y="23"/>
                  <a:pt x="70" y="23"/>
                </a:cubicBezTo>
                <a:moveTo>
                  <a:pt x="18" y="13"/>
                </a:moveTo>
                <a:cubicBezTo>
                  <a:pt x="18" y="5"/>
                  <a:pt x="18" y="5"/>
                  <a:pt x="18" y="5"/>
                </a:cubicBezTo>
                <a:cubicBezTo>
                  <a:pt x="18" y="3"/>
                  <a:pt x="16" y="0"/>
                  <a:pt x="13" y="0"/>
                </a:cubicBezTo>
                <a:cubicBezTo>
                  <a:pt x="13" y="0"/>
                  <a:pt x="13" y="0"/>
                  <a:pt x="13" y="0"/>
                </a:cubicBezTo>
                <a:cubicBezTo>
                  <a:pt x="11" y="0"/>
                  <a:pt x="8" y="3"/>
                  <a:pt x="8" y="5"/>
                </a:cubicBezTo>
                <a:cubicBezTo>
                  <a:pt x="8" y="13"/>
                  <a:pt x="8" y="13"/>
                  <a:pt x="8" y="13"/>
                </a:cubicBezTo>
                <a:cubicBezTo>
                  <a:pt x="8" y="16"/>
                  <a:pt x="11" y="18"/>
                  <a:pt x="13" y="18"/>
                </a:cubicBezTo>
                <a:cubicBezTo>
                  <a:pt x="13" y="18"/>
                  <a:pt x="13" y="18"/>
                  <a:pt x="13" y="18"/>
                </a:cubicBezTo>
                <a:cubicBezTo>
                  <a:pt x="16" y="18"/>
                  <a:pt x="18" y="16"/>
                  <a:pt x="18" y="13"/>
                </a:cubicBezTo>
                <a:close/>
                <a:moveTo>
                  <a:pt x="57" y="18"/>
                </a:moveTo>
                <a:cubicBezTo>
                  <a:pt x="57" y="18"/>
                  <a:pt x="57" y="18"/>
                  <a:pt x="57" y="18"/>
                </a:cubicBezTo>
                <a:cubicBezTo>
                  <a:pt x="60" y="18"/>
                  <a:pt x="63" y="16"/>
                  <a:pt x="63" y="13"/>
                </a:cubicBezTo>
                <a:cubicBezTo>
                  <a:pt x="63" y="5"/>
                  <a:pt x="63" y="5"/>
                  <a:pt x="63" y="5"/>
                </a:cubicBezTo>
                <a:cubicBezTo>
                  <a:pt x="63" y="3"/>
                  <a:pt x="60" y="0"/>
                  <a:pt x="57" y="0"/>
                </a:cubicBezTo>
                <a:cubicBezTo>
                  <a:pt x="57" y="0"/>
                  <a:pt x="57" y="0"/>
                  <a:pt x="57" y="0"/>
                </a:cubicBezTo>
                <a:cubicBezTo>
                  <a:pt x="55" y="0"/>
                  <a:pt x="52" y="3"/>
                  <a:pt x="52" y="5"/>
                </a:cubicBezTo>
                <a:cubicBezTo>
                  <a:pt x="52" y="13"/>
                  <a:pt x="52" y="13"/>
                  <a:pt x="52" y="13"/>
                </a:cubicBezTo>
                <a:cubicBezTo>
                  <a:pt x="52" y="16"/>
                  <a:pt x="55" y="18"/>
                  <a:pt x="57" y="18"/>
                </a:cubicBezTo>
                <a:close/>
                <a:moveTo>
                  <a:pt x="17" y="28"/>
                </a:moveTo>
                <a:cubicBezTo>
                  <a:pt x="7" y="28"/>
                  <a:pt x="7" y="28"/>
                  <a:pt x="7" y="28"/>
                </a:cubicBezTo>
                <a:cubicBezTo>
                  <a:pt x="7" y="38"/>
                  <a:pt x="7" y="38"/>
                  <a:pt x="7" y="38"/>
                </a:cubicBezTo>
                <a:cubicBezTo>
                  <a:pt x="17" y="38"/>
                  <a:pt x="17" y="38"/>
                  <a:pt x="17" y="38"/>
                </a:cubicBezTo>
                <a:lnTo>
                  <a:pt x="17" y="28"/>
                </a:lnTo>
                <a:close/>
                <a:moveTo>
                  <a:pt x="33" y="28"/>
                </a:moveTo>
                <a:cubicBezTo>
                  <a:pt x="23" y="28"/>
                  <a:pt x="23" y="28"/>
                  <a:pt x="23" y="28"/>
                </a:cubicBezTo>
                <a:cubicBezTo>
                  <a:pt x="23" y="38"/>
                  <a:pt x="23" y="38"/>
                  <a:pt x="23" y="38"/>
                </a:cubicBezTo>
                <a:cubicBezTo>
                  <a:pt x="33" y="38"/>
                  <a:pt x="33" y="38"/>
                  <a:pt x="33" y="38"/>
                </a:cubicBezTo>
                <a:lnTo>
                  <a:pt x="33" y="28"/>
                </a:lnTo>
                <a:close/>
                <a:moveTo>
                  <a:pt x="48" y="28"/>
                </a:moveTo>
                <a:cubicBezTo>
                  <a:pt x="38" y="28"/>
                  <a:pt x="38" y="28"/>
                  <a:pt x="38" y="28"/>
                </a:cubicBezTo>
                <a:cubicBezTo>
                  <a:pt x="38" y="38"/>
                  <a:pt x="38" y="38"/>
                  <a:pt x="38" y="38"/>
                </a:cubicBezTo>
                <a:cubicBezTo>
                  <a:pt x="48" y="38"/>
                  <a:pt x="48" y="38"/>
                  <a:pt x="48" y="38"/>
                </a:cubicBezTo>
                <a:lnTo>
                  <a:pt x="48" y="28"/>
                </a:lnTo>
                <a:close/>
                <a:moveTo>
                  <a:pt x="63" y="35"/>
                </a:moveTo>
                <a:cubicBezTo>
                  <a:pt x="63" y="28"/>
                  <a:pt x="63" y="28"/>
                  <a:pt x="63" y="28"/>
                </a:cubicBezTo>
                <a:cubicBezTo>
                  <a:pt x="53" y="28"/>
                  <a:pt x="53" y="28"/>
                  <a:pt x="53" y="28"/>
                </a:cubicBezTo>
                <a:cubicBezTo>
                  <a:pt x="53" y="37"/>
                  <a:pt x="53" y="37"/>
                  <a:pt x="53" y="37"/>
                </a:cubicBezTo>
                <a:moveTo>
                  <a:pt x="17" y="42"/>
                </a:moveTo>
                <a:cubicBezTo>
                  <a:pt x="7" y="42"/>
                  <a:pt x="7" y="42"/>
                  <a:pt x="7" y="42"/>
                </a:cubicBezTo>
                <a:cubicBezTo>
                  <a:pt x="7" y="52"/>
                  <a:pt x="7" y="52"/>
                  <a:pt x="7" y="52"/>
                </a:cubicBezTo>
                <a:cubicBezTo>
                  <a:pt x="17" y="52"/>
                  <a:pt x="17" y="52"/>
                  <a:pt x="17" y="52"/>
                </a:cubicBezTo>
                <a:lnTo>
                  <a:pt x="17" y="42"/>
                </a:lnTo>
                <a:close/>
                <a:moveTo>
                  <a:pt x="33" y="42"/>
                </a:moveTo>
                <a:cubicBezTo>
                  <a:pt x="23" y="42"/>
                  <a:pt x="23" y="42"/>
                  <a:pt x="23" y="42"/>
                </a:cubicBezTo>
                <a:cubicBezTo>
                  <a:pt x="23" y="52"/>
                  <a:pt x="23" y="52"/>
                  <a:pt x="23" y="52"/>
                </a:cubicBezTo>
                <a:cubicBezTo>
                  <a:pt x="33" y="52"/>
                  <a:pt x="33" y="52"/>
                  <a:pt x="33" y="52"/>
                </a:cubicBezTo>
                <a:lnTo>
                  <a:pt x="33" y="42"/>
                </a:lnTo>
                <a:close/>
                <a:moveTo>
                  <a:pt x="47" y="42"/>
                </a:moveTo>
                <a:cubicBezTo>
                  <a:pt x="38" y="42"/>
                  <a:pt x="38" y="42"/>
                  <a:pt x="38" y="42"/>
                </a:cubicBezTo>
                <a:cubicBezTo>
                  <a:pt x="38" y="52"/>
                  <a:pt x="38" y="52"/>
                  <a:pt x="38" y="52"/>
                </a:cubicBezTo>
                <a:cubicBezTo>
                  <a:pt x="41" y="52"/>
                  <a:pt x="41" y="52"/>
                  <a:pt x="41" y="52"/>
                </a:cubicBezTo>
                <a:moveTo>
                  <a:pt x="17" y="56"/>
                </a:moveTo>
                <a:cubicBezTo>
                  <a:pt x="7" y="56"/>
                  <a:pt x="7" y="56"/>
                  <a:pt x="7" y="56"/>
                </a:cubicBezTo>
                <a:cubicBezTo>
                  <a:pt x="7" y="66"/>
                  <a:pt x="7" y="66"/>
                  <a:pt x="7" y="66"/>
                </a:cubicBezTo>
                <a:cubicBezTo>
                  <a:pt x="17" y="66"/>
                  <a:pt x="17" y="66"/>
                  <a:pt x="17" y="66"/>
                </a:cubicBezTo>
                <a:lnTo>
                  <a:pt x="17" y="56"/>
                </a:lnTo>
                <a:close/>
                <a:moveTo>
                  <a:pt x="33" y="56"/>
                </a:moveTo>
                <a:cubicBezTo>
                  <a:pt x="23" y="56"/>
                  <a:pt x="23" y="56"/>
                  <a:pt x="23" y="56"/>
                </a:cubicBezTo>
                <a:cubicBezTo>
                  <a:pt x="23" y="66"/>
                  <a:pt x="23" y="66"/>
                  <a:pt x="23" y="66"/>
                </a:cubicBezTo>
                <a:cubicBezTo>
                  <a:pt x="33" y="66"/>
                  <a:pt x="33" y="66"/>
                  <a:pt x="33" y="66"/>
                </a:cubicBezTo>
                <a:lnTo>
                  <a:pt x="33" y="56"/>
                </a:lnTo>
                <a:close/>
                <a:moveTo>
                  <a:pt x="41" y="56"/>
                </a:moveTo>
                <a:cubicBezTo>
                  <a:pt x="38" y="56"/>
                  <a:pt x="38" y="56"/>
                  <a:pt x="38" y="56"/>
                </a:cubicBezTo>
                <a:cubicBezTo>
                  <a:pt x="38" y="66"/>
                  <a:pt x="38" y="66"/>
                  <a:pt x="38" y="66"/>
                </a:cubicBezTo>
                <a:cubicBezTo>
                  <a:pt x="43" y="66"/>
                  <a:pt x="43" y="66"/>
                  <a:pt x="43" y="66"/>
                </a:cubicBezTo>
                <a:moveTo>
                  <a:pt x="63" y="37"/>
                </a:moveTo>
                <a:cubicBezTo>
                  <a:pt x="52" y="37"/>
                  <a:pt x="43" y="46"/>
                  <a:pt x="43" y="57"/>
                </a:cubicBezTo>
                <a:cubicBezTo>
                  <a:pt x="43" y="69"/>
                  <a:pt x="52" y="78"/>
                  <a:pt x="63" y="78"/>
                </a:cubicBezTo>
                <a:cubicBezTo>
                  <a:pt x="75" y="78"/>
                  <a:pt x="84" y="69"/>
                  <a:pt x="84" y="57"/>
                </a:cubicBezTo>
                <a:cubicBezTo>
                  <a:pt x="84" y="46"/>
                  <a:pt x="75" y="37"/>
                  <a:pt x="63" y="37"/>
                </a:cubicBezTo>
                <a:close/>
                <a:moveTo>
                  <a:pt x="54" y="60"/>
                </a:moveTo>
                <a:cubicBezTo>
                  <a:pt x="63" y="70"/>
                  <a:pt x="63" y="70"/>
                  <a:pt x="63" y="70"/>
                </a:cubicBezTo>
                <a:cubicBezTo>
                  <a:pt x="74" y="45"/>
                  <a:pt x="74" y="45"/>
                  <a:pt x="74" y="45"/>
                </a:cubicBezTo>
              </a:path>
            </a:pathLst>
          </a:custGeom>
          <a:noFill/>
          <a:ln w="63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4" name="Freeform 63">
            <a:extLst>
              <a:ext uri="{FF2B5EF4-FFF2-40B4-BE49-F238E27FC236}">
                <a16:creationId xmlns:a16="http://schemas.microsoft.com/office/drawing/2014/main" id="{6D1B38A9-2364-4FA9-BBF9-D254FBE6BB58}"/>
              </a:ext>
            </a:extLst>
          </p:cNvPr>
          <p:cNvSpPr>
            <a:spLocks noEditPoints="1"/>
          </p:cNvSpPr>
          <p:nvPr/>
        </p:nvSpPr>
        <p:spPr bwMode="auto">
          <a:xfrm>
            <a:off x="8737600" y="3819525"/>
            <a:ext cx="246063" cy="293688"/>
          </a:xfrm>
          <a:custGeom>
            <a:avLst/>
            <a:gdLst>
              <a:gd name="T0" fmla="*/ 155 w 155"/>
              <a:gd name="T1" fmla="*/ 76 h 185"/>
              <a:gd name="T2" fmla="*/ 155 w 155"/>
              <a:gd name="T3" fmla="*/ 185 h 185"/>
              <a:gd name="T4" fmla="*/ 0 w 155"/>
              <a:gd name="T5" fmla="*/ 185 h 185"/>
              <a:gd name="T6" fmla="*/ 0 w 155"/>
              <a:gd name="T7" fmla="*/ 76 h 185"/>
              <a:gd name="T8" fmla="*/ 155 w 155"/>
              <a:gd name="T9" fmla="*/ 185 h 185"/>
              <a:gd name="T10" fmla="*/ 77 w 155"/>
              <a:gd name="T11" fmla="*/ 130 h 185"/>
              <a:gd name="T12" fmla="*/ 0 w 155"/>
              <a:gd name="T13" fmla="*/ 185 h 185"/>
              <a:gd name="T14" fmla="*/ 155 w 155"/>
              <a:gd name="T15" fmla="*/ 76 h 185"/>
              <a:gd name="T16" fmla="*/ 103 w 155"/>
              <a:gd name="T17" fmla="*/ 130 h 185"/>
              <a:gd name="T18" fmla="*/ 0 w 155"/>
              <a:gd name="T19" fmla="*/ 76 h 185"/>
              <a:gd name="T20" fmla="*/ 52 w 155"/>
              <a:gd name="T21" fmla="*/ 130 h 185"/>
              <a:gd name="T22" fmla="*/ 137 w 155"/>
              <a:gd name="T23" fmla="*/ 73 h 185"/>
              <a:gd name="T24" fmla="*/ 137 w 155"/>
              <a:gd name="T25" fmla="*/ 36 h 185"/>
              <a:gd name="T26" fmla="*/ 101 w 155"/>
              <a:gd name="T27" fmla="*/ 0 h 185"/>
              <a:gd name="T28" fmla="*/ 18 w 155"/>
              <a:gd name="T29" fmla="*/ 0 h 185"/>
              <a:gd name="T30" fmla="*/ 18 w 155"/>
              <a:gd name="T31" fmla="*/ 73 h 185"/>
              <a:gd name="T32" fmla="*/ 137 w 155"/>
              <a:gd name="T33" fmla="*/ 36 h 185"/>
              <a:gd name="T34" fmla="*/ 101 w 155"/>
              <a:gd name="T35" fmla="*/ 0 h 185"/>
              <a:gd name="T36" fmla="*/ 101 w 155"/>
              <a:gd name="T37" fmla="*/ 36 h 185"/>
              <a:gd name="T38" fmla="*/ 137 w 155"/>
              <a:gd name="T39" fmla="*/ 36 h 185"/>
              <a:gd name="T40" fmla="*/ 52 w 155"/>
              <a:gd name="T41" fmla="*/ 54 h 185"/>
              <a:gd name="T42" fmla="*/ 35 w 155"/>
              <a:gd name="T43" fmla="*/ 54 h 185"/>
              <a:gd name="T44" fmla="*/ 115 w 155"/>
              <a:gd name="T45" fmla="*/ 54 h 185"/>
              <a:gd name="T46" fmla="*/ 68 w 155"/>
              <a:gd name="T47" fmla="*/ 54 h 185"/>
              <a:gd name="T48" fmla="*/ 35 w 155"/>
              <a:gd name="T49" fmla="*/ 71 h 185"/>
              <a:gd name="T50" fmla="*/ 80 w 155"/>
              <a:gd name="T51" fmla="*/ 71 h 185"/>
              <a:gd name="T52" fmla="*/ 115 w 155"/>
              <a:gd name="T53" fmla="*/ 71 h 185"/>
              <a:gd name="T54" fmla="*/ 96 w 155"/>
              <a:gd name="T55" fmla="*/ 7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5" h="185">
                <a:moveTo>
                  <a:pt x="155" y="76"/>
                </a:moveTo>
                <a:lnTo>
                  <a:pt x="155" y="185"/>
                </a:lnTo>
                <a:lnTo>
                  <a:pt x="0" y="185"/>
                </a:lnTo>
                <a:lnTo>
                  <a:pt x="0" y="76"/>
                </a:lnTo>
                <a:moveTo>
                  <a:pt x="155" y="185"/>
                </a:moveTo>
                <a:lnTo>
                  <a:pt x="77" y="130"/>
                </a:lnTo>
                <a:lnTo>
                  <a:pt x="0" y="185"/>
                </a:lnTo>
                <a:moveTo>
                  <a:pt x="155" y="76"/>
                </a:moveTo>
                <a:lnTo>
                  <a:pt x="103" y="130"/>
                </a:lnTo>
                <a:moveTo>
                  <a:pt x="0" y="76"/>
                </a:moveTo>
                <a:lnTo>
                  <a:pt x="52" y="130"/>
                </a:lnTo>
                <a:moveTo>
                  <a:pt x="137" y="73"/>
                </a:moveTo>
                <a:lnTo>
                  <a:pt x="137" y="36"/>
                </a:lnTo>
                <a:moveTo>
                  <a:pt x="101" y="0"/>
                </a:moveTo>
                <a:lnTo>
                  <a:pt x="18" y="0"/>
                </a:lnTo>
                <a:lnTo>
                  <a:pt x="18" y="73"/>
                </a:lnTo>
                <a:moveTo>
                  <a:pt x="137" y="36"/>
                </a:moveTo>
                <a:lnTo>
                  <a:pt x="101" y="0"/>
                </a:lnTo>
                <a:lnTo>
                  <a:pt x="101" y="36"/>
                </a:lnTo>
                <a:lnTo>
                  <a:pt x="137" y="36"/>
                </a:lnTo>
                <a:moveTo>
                  <a:pt x="52" y="54"/>
                </a:moveTo>
                <a:lnTo>
                  <a:pt x="35" y="54"/>
                </a:lnTo>
                <a:moveTo>
                  <a:pt x="115" y="54"/>
                </a:moveTo>
                <a:lnTo>
                  <a:pt x="68" y="54"/>
                </a:lnTo>
                <a:moveTo>
                  <a:pt x="35" y="71"/>
                </a:moveTo>
                <a:lnTo>
                  <a:pt x="80" y="71"/>
                </a:lnTo>
                <a:moveTo>
                  <a:pt x="115" y="71"/>
                </a:moveTo>
                <a:lnTo>
                  <a:pt x="96" y="71"/>
                </a:lnTo>
              </a:path>
            </a:pathLst>
          </a:custGeom>
          <a:noFill/>
          <a:ln w="63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6" name="Freeform 65">
            <a:extLst>
              <a:ext uri="{FF2B5EF4-FFF2-40B4-BE49-F238E27FC236}">
                <a16:creationId xmlns:a16="http://schemas.microsoft.com/office/drawing/2014/main" id="{9A8BD41F-7C9C-4637-84B1-2E51CAC6C74F}"/>
              </a:ext>
            </a:extLst>
          </p:cNvPr>
          <p:cNvSpPr>
            <a:spLocks noEditPoints="1"/>
          </p:cNvSpPr>
          <p:nvPr/>
        </p:nvSpPr>
        <p:spPr bwMode="auto">
          <a:xfrm>
            <a:off x="8713788" y="1671638"/>
            <a:ext cx="288925" cy="288925"/>
          </a:xfrm>
          <a:custGeom>
            <a:avLst/>
            <a:gdLst>
              <a:gd name="T0" fmla="*/ 66 w 77"/>
              <a:gd name="T1" fmla="*/ 21 h 77"/>
              <a:gd name="T2" fmla="*/ 72 w 77"/>
              <a:gd name="T3" fmla="*/ 41 h 77"/>
              <a:gd name="T4" fmla="*/ 36 w 77"/>
              <a:gd name="T5" fmla="*/ 77 h 77"/>
              <a:gd name="T6" fmla="*/ 0 w 77"/>
              <a:gd name="T7" fmla="*/ 41 h 77"/>
              <a:gd name="T8" fmla="*/ 36 w 77"/>
              <a:gd name="T9" fmla="*/ 5 h 77"/>
              <a:gd name="T10" fmla="*/ 56 w 77"/>
              <a:gd name="T11" fmla="*/ 11 h 77"/>
              <a:gd name="T12" fmla="*/ 50 w 77"/>
              <a:gd name="T13" fmla="*/ 18 h 77"/>
              <a:gd name="T14" fmla="*/ 36 w 77"/>
              <a:gd name="T15" fmla="*/ 14 h 77"/>
              <a:gd name="T16" fmla="*/ 9 w 77"/>
              <a:gd name="T17" fmla="*/ 41 h 77"/>
              <a:gd name="T18" fmla="*/ 36 w 77"/>
              <a:gd name="T19" fmla="*/ 68 h 77"/>
              <a:gd name="T20" fmla="*/ 64 w 77"/>
              <a:gd name="T21" fmla="*/ 41 h 77"/>
              <a:gd name="T22" fmla="*/ 60 w 77"/>
              <a:gd name="T23" fmla="*/ 27 h 77"/>
              <a:gd name="T24" fmla="*/ 43 w 77"/>
              <a:gd name="T25" fmla="*/ 25 h 77"/>
              <a:gd name="T26" fmla="*/ 36 w 77"/>
              <a:gd name="T27" fmla="*/ 23 h 77"/>
              <a:gd name="T28" fmla="*/ 19 w 77"/>
              <a:gd name="T29" fmla="*/ 41 h 77"/>
              <a:gd name="T30" fmla="*/ 36 w 77"/>
              <a:gd name="T31" fmla="*/ 59 h 77"/>
              <a:gd name="T32" fmla="*/ 54 w 77"/>
              <a:gd name="T33" fmla="*/ 41 h 77"/>
              <a:gd name="T34" fmla="*/ 52 w 77"/>
              <a:gd name="T35" fmla="*/ 33 h 77"/>
              <a:gd name="T36" fmla="*/ 36 w 77"/>
              <a:gd name="T37" fmla="*/ 41 h 77"/>
              <a:gd name="T38" fmla="*/ 75 w 77"/>
              <a:gd name="T39" fmla="*/ 2 h 77"/>
              <a:gd name="T40" fmla="*/ 66 w 77"/>
              <a:gd name="T41" fmla="*/ 0 h 77"/>
              <a:gd name="T42" fmla="*/ 66 w 77"/>
              <a:gd name="T43" fmla="*/ 12 h 77"/>
              <a:gd name="T44" fmla="*/ 77 w 77"/>
              <a:gd name="T45" fmla="*/ 12 h 77"/>
              <a:gd name="T46" fmla="*/ 6 w 77"/>
              <a:gd name="T47" fmla="*/ 77 h 77"/>
              <a:gd name="T48" fmla="*/ 14 w 77"/>
              <a:gd name="T49" fmla="*/ 69 h 77"/>
              <a:gd name="T50" fmla="*/ 59 w 77"/>
              <a:gd name="T51" fmla="*/ 69 h 77"/>
              <a:gd name="T52" fmla="*/ 66 w 77"/>
              <a:gd name="T53"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7" h="77">
                <a:moveTo>
                  <a:pt x="66" y="21"/>
                </a:moveTo>
                <a:cubicBezTo>
                  <a:pt x="70" y="27"/>
                  <a:pt x="72" y="34"/>
                  <a:pt x="72" y="41"/>
                </a:cubicBezTo>
                <a:cubicBezTo>
                  <a:pt x="72" y="61"/>
                  <a:pt x="56" y="77"/>
                  <a:pt x="36" y="77"/>
                </a:cubicBezTo>
                <a:cubicBezTo>
                  <a:pt x="17" y="77"/>
                  <a:pt x="0" y="61"/>
                  <a:pt x="0" y="41"/>
                </a:cubicBezTo>
                <a:cubicBezTo>
                  <a:pt x="0" y="21"/>
                  <a:pt x="17" y="5"/>
                  <a:pt x="36" y="5"/>
                </a:cubicBezTo>
                <a:cubicBezTo>
                  <a:pt x="44" y="5"/>
                  <a:pt x="50" y="7"/>
                  <a:pt x="56" y="11"/>
                </a:cubicBezTo>
                <a:moveTo>
                  <a:pt x="50" y="18"/>
                </a:moveTo>
                <a:cubicBezTo>
                  <a:pt x="46" y="15"/>
                  <a:pt x="41" y="14"/>
                  <a:pt x="36" y="14"/>
                </a:cubicBezTo>
                <a:cubicBezTo>
                  <a:pt x="21" y="14"/>
                  <a:pt x="9" y="26"/>
                  <a:pt x="9" y="41"/>
                </a:cubicBezTo>
                <a:cubicBezTo>
                  <a:pt x="9" y="56"/>
                  <a:pt x="21" y="68"/>
                  <a:pt x="36" y="68"/>
                </a:cubicBezTo>
                <a:cubicBezTo>
                  <a:pt x="51" y="68"/>
                  <a:pt x="64" y="56"/>
                  <a:pt x="64" y="41"/>
                </a:cubicBezTo>
                <a:cubicBezTo>
                  <a:pt x="64" y="36"/>
                  <a:pt x="62" y="31"/>
                  <a:pt x="60" y="27"/>
                </a:cubicBezTo>
                <a:moveTo>
                  <a:pt x="43" y="25"/>
                </a:moveTo>
                <a:cubicBezTo>
                  <a:pt x="41" y="24"/>
                  <a:pt x="39" y="23"/>
                  <a:pt x="36" y="23"/>
                </a:cubicBezTo>
                <a:cubicBezTo>
                  <a:pt x="27" y="23"/>
                  <a:pt x="19" y="31"/>
                  <a:pt x="19" y="41"/>
                </a:cubicBezTo>
                <a:cubicBezTo>
                  <a:pt x="19" y="51"/>
                  <a:pt x="27" y="59"/>
                  <a:pt x="36" y="59"/>
                </a:cubicBezTo>
                <a:cubicBezTo>
                  <a:pt x="46" y="59"/>
                  <a:pt x="54" y="51"/>
                  <a:pt x="54" y="41"/>
                </a:cubicBezTo>
                <a:cubicBezTo>
                  <a:pt x="54" y="38"/>
                  <a:pt x="53" y="36"/>
                  <a:pt x="52" y="33"/>
                </a:cubicBezTo>
                <a:moveTo>
                  <a:pt x="36" y="41"/>
                </a:moveTo>
                <a:cubicBezTo>
                  <a:pt x="75" y="2"/>
                  <a:pt x="75" y="2"/>
                  <a:pt x="75" y="2"/>
                </a:cubicBezTo>
                <a:moveTo>
                  <a:pt x="66" y="0"/>
                </a:moveTo>
                <a:cubicBezTo>
                  <a:pt x="66" y="12"/>
                  <a:pt x="66" y="12"/>
                  <a:pt x="66" y="12"/>
                </a:cubicBezTo>
                <a:cubicBezTo>
                  <a:pt x="77" y="12"/>
                  <a:pt x="77" y="12"/>
                  <a:pt x="77" y="12"/>
                </a:cubicBezTo>
                <a:moveTo>
                  <a:pt x="6" y="77"/>
                </a:moveTo>
                <a:cubicBezTo>
                  <a:pt x="14" y="69"/>
                  <a:pt x="14" y="69"/>
                  <a:pt x="14" y="69"/>
                </a:cubicBezTo>
                <a:moveTo>
                  <a:pt x="59" y="69"/>
                </a:moveTo>
                <a:cubicBezTo>
                  <a:pt x="66" y="77"/>
                  <a:pt x="66" y="77"/>
                  <a:pt x="66" y="77"/>
                </a:cubicBezTo>
              </a:path>
            </a:pathLst>
          </a:custGeom>
          <a:noFill/>
          <a:ln w="63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0" name="Freeform 69">
            <a:extLst>
              <a:ext uri="{FF2B5EF4-FFF2-40B4-BE49-F238E27FC236}">
                <a16:creationId xmlns:a16="http://schemas.microsoft.com/office/drawing/2014/main" id="{3E69276E-4B31-43FA-A417-33354C86905F}"/>
              </a:ext>
            </a:extLst>
          </p:cNvPr>
          <p:cNvSpPr>
            <a:spLocks noEditPoints="1"/>
          </p:cNvSpPr>
          <p:nvPr/>
        </p:nvSpPr>
        <p:spPr bwMode="auto">
          <a:xfrm>
            <a:off x="8710613" y="4919663"/>
            <a:ext cx="300038" cy="241300"/>
          </a:xfrm>
          <a:custGeom>
            <a:avLst/>
            <a:gdLst>
              <a:gd name="T0" fmla="*/ 80 w 80"/>
              <a:gd name="T1" fmla="*/ 64 h 64"/>
              <a:gd name="T2" fmla="*/ 0 w 80"/>
              <a:gd name="T3" fmla="*/ 64 h 64"/>
              <a:gd name="T4" fmla="*/ 19 w 80"/>
              <a:gd name="T5" fmla="*/ 47 h 64"/>
              <a:gd name="T6" fmla="*/ 8 w 80"/>
              <a:gd name="T7" fmla="*/ 47 h 64"/>
              <a:gd name="T8" fmla="*/ 8 w 80"/>
              <a:gd name="T9" fmla="*/ 64 h 64"/>
              <a:gd name="T10" fmla="*/ 19 w 80"/>
              <a:gd name="T11" fmla="*/ 64 h 64"/>
              <a:gd name="T12" fmla="*/ 19 w 80"/>
              <a:gd name="T13" fmla="*/ 47 h 64"/>
              <a:gd name="T14" fmla="*/ 37 w 80"/>
              <a:gd name="T15" fmla="*/ 30 h 64"/>
              <a:gd name="T16" fmla="*/ 26 w 80"/>
              <a:gd name="T17" fmla="*/ 30 h 64"/>
              <a:gd name="T18" fmla="*/ 26 w 80"/>
              <a:gd name="T19" fmla="*/ 64 h 64"/>
              <a:gd name="T20" fmla="*/ 37 w 80"/>
              <a:gd name="T21" fmla="*/ 64 h 64"/>
              <a:gd name="T22" fmla="*/ 37 w 80"/>
              <a:gd name="T23" fmla="*/ 30 h 64"/>
              <a:gd name="T24" fmla="*/ 54 w 80"/>
              <a:gd name="T25" fmla="*/ 37 h 64"/>
              <a:gd name="T26" fmla="*/ 43 w 80"/>
              <a:gd name="T27" fmla="*/ 37 h 64"/>
              <a:gd name="T28" fmla="*/ 43 w 80"/>
              <a:gd name="T29" fmla="*/ 64 h 64"/>
              <a:gd name="T30" fmla="*/ 54 w 80"/>
              <a:gd name="T31" fmla="*/ 64 h 64"/>
              <a:gd name="T32" fmla="*/ 54 w 80"/>
              <a:gd name="T33" fmla="*/ 37 h 64"/>
              <a:gd name="T34" fmla="*/ 71 w 80"/>
              <a:gd name="T35" fmla="*/ 20 h 64"/>
              <a:gd name="T36" fmla="*/ 60 w 80"/>
              <a:gd name="T37" fmla="*/ 20 h 64"/>
              <a:gd name="T38" fmla="*/ 60 w 80"/>
              <a:gd name="T39" fmla="*/ 64 h 64"/>
              <a:gd name="T40" fmla="*/ 71 w 80"/>
              <a:gd name="T41" fmla="*/ 64 h 64"/>
              <a:gd name="T42" fmla="*/ 71 w 80"/>
              <a:gd name="T43" fmla="*/ 20 h 64"/>
              <a:gd name="T44" fmla="*/ 14 w 80"/>
              <a:gd name="T45" fmla="*/ 28 h 64"/>
              <a:gd name="T46" fmla="*/ 11 w 80"/>
              <a:gd name="T47" fmla="*/ 31 h 64"/>
              <a:gd name="T48" fmla="*/ 14 w 80"/>
              <a:gd name="T49" fmla="*/ 34 h 64"/>
              <a:gd name="T50" fmla="*/ 17 w 80"/>
              <a:gd name="T51" fmla="*/ 31 h 64"/>
              <a:gd name="T52" fmla="*/ 14 w 80"/>
              <a:gd name="T53" fmla="*/ 28 h 64"/>
              <a:gd name="T54" fmla="*/ 31 w 80"/>
              <a:gd name="T55" fmla="*/ 12 h 64"/>
              <a:gd name="T56" fmla="*/ 28 w 80"/>
              <a:gd name="T57" fmla="*/ 15 h 64"/>
              <a:gd name="T58" fmla="*/ 31 w 80"/>
              <a:gd name="T59" fmla="*/ 18 h 64"/>
              <a:gd name="T60" fmla="*/ 34 w 80"/>
              <a:gd name="T61" fmla="*/ 15 h 64"/>
              <a:gd name="T62" fmla="*/ 31 w 80"/>
              <a:gd name="T63" fmla="*/ 12 h 64"/>
              <a:gd name="T64" fmla="*/ 48 w 80"/>
              <a:gd name="T65" fmla="*/ 20 h 64"/>
              <a:gd name="T66" fmla="*/ 45 w 80"/>
              <a:gd name="T67" fmla="*/ 23 h 64"/>
              <a:gd name="T68" fmla="*/ 48 w 80"/>
              <a:gd name="T69" fmla="*/ 26 h 64"/>
              <a:gd name="T70" fmla="*/ 52 w 80"/>
              <a:gd name="T71" fmla="*/ 23 h 64"/>
              <a:gd name="T72" fmla="*/ 48 w 80"/>
              <a:gd name="T73" fmla="*/ 20 h 64"/>
              <a:gd name="T74" fmla="*/ 66 w 80"/>
              <a:gd name="T75" fmla="*/ 0 h 64"/>
              <a:gd name="T76" fmla="*/ 63 w 80"/>
              <a:gd name="T77" fmla="*/ 3 h 64"/>
              <a:gd name="T78" fmla="*/ 66 w 80"/>
              <a:gd name="T79" fmla="*/ 6 h 64"/>
              <a:gd name="T80" fmla="*/ 69 w 80"/>
              <a:gd name="T81" fmla="*/ 3 h 64"/>
              <a:gd name="T82" fmla="*/ 66 w 80"/>
              <a:gd name="T83" fmla="*/ 0 h 64"/>
              <a:gd name="T84" fmla="*/ 50 w 80"/>
              <a:gd name="T85" fmla="*/ 21 h 64"/>
              <a:gd name="T86" fmla="*/ 64 w 80"/>
              <a:gd name="T87" fmla="*/ 6 h 64"/>
              <a:gd name="T88" fmla="*/ 34 w 80"/>
              <a:gd name="T89" fmla="*/ 16 h 64"/>
              <a:gd name="T90" fmla="*/ 46 w 80"/>
              <a:gd name="T91" fmla="*/ 22 h 64"/>
              <a:gd name="T92" fmla="*/ 29 w 80"/>
              <a:gd name="T93" fmla="*/ 17 h 64"/>
              <a:gd name="T94" fmla="*/ 16 w 80"/>
              <a:gd name="T95" fmla="*/ 2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64">
                <a:moveTo>
                  <a:pt x="80" y="64"/>
                </a:moveTo>
                <a:cubicBezTo>
                  <a:pt x="0" y="64"/>
                  <a:pt x="0" y="64"/>
                  <a:pt x="0" y="64"/>
                </a:cubicBezTo>
                <a:moveTo>
                  <a:pt x="19" y="47"/>
                </a:moveTo>
                <a:cubicBezTo>
                  <a:pt x="8" y="47"/>
                  <a:pt x="8" y="47"/>
                  <a:pt x="8" y="47"/>
                </a:cubicBezTo>
                <a:cubicBezTo>
                  <a:pt x="8" y="64"/>
                  <a:pt x="8" y="64"/>
                  <a:pt x="8" y="64"/>
                </a:cubicBezTo>
                <a:cubicBezTo>
                  <a:pt x="19" y="64"/>
                  <a:pt x="19" y="64"/>
                  <a:pt x="19" y="64"/>
                </a:cubicBezTo>
                <a:lnTo>
                  <a:pt x="19" y="47"/>
                </a:lnTo>
                <a:close/>
                <a:moveTo>
                  <a:pt x="37" y="30"/>
                </a:moveTo>
                <a:cubicBezTo>
                  <a:pt x="26" y="30"/>
                  <a:pt x="26" y="30"/>
                  <a:pt x="26" y="30"/>
                </a:cubicBezTo>
                <a:cubicBezTo>
                  <a:pt x="26" y="64"/>
                  <a:pt x="26" y="64"/>
                  <a:pt x="26" y="64"/>
                </a:cubicBezTo>
                <a:cubicBezTo>
                  <a:pt x="37" y="64"/>
                  <a:pt x="37" y="64"/>
                  <a:pt x="37" y="64"/>
                </a:cubicBezTo>
                <a:lnTo>
                  <a:pt x="37" y="30"/>
                </a:lnTo>
                <a:close/>
                <a:moveTo>
                  <a:pt x="54" y="37"/>
                </a:moveTo>
                <a:cubicBezTo>
                  <a:pt x="43" y="37"/>
                  <a:pt x="43" y="37"/>
                  <a:pt x="43" y="37"/>
                </a:cubicBezTo>
                <a:cubicBezTo>
                  <a:pt x="43" y="64"/>
                  <a:pt x="43" y="64"/>
                  <a:pt x="43" y="64"/>
                </a:cubicBezTo>
                <a:cubicBezTo>
                  <a:pt x="54" y="64"/>
                  <a:pt x="54" y="64"/>
                  <a:pt x="54" y="64"/>
                </a:cubicBezTo>
                <a:lnTo>
                  <a:pt x="54" y="37"/>
                </a:lnTo>
                <a:close/>
                <a:moveTo>
                  <a:pt x="71" y="20"/>
                </a:moveTo>
                <a:cubicBezTo>
                  <a:pt x="60" y="20"/>
                  <a:pt x="60" y="20"/>
                  <a:pt x="60" y="20"/>
                </a:cubicBezTo>
                <a:cubicBezTo>
                  <a:pt x="60" y="64"/>
                  <a:pt x="60" y="64"/>
                  <a:pt x="60" y="64"/>
                </a:cubicBezTo>
                <a:cubicBezTo>
                  <a:pt x="71" y="64"/>
                  <a:pt x="71" y="64"/>
                  <a:pt x="71" y="64"/>
                </a:cubicBezTo>
                <a:lnTo>
                  <a:pt x="71" y="20"/>
                </a:lnTo>
                <a:close/>
                <a:moveTo>
                  <a:pt x="14" y="28"/>
                </a:moveTo>
                <a:cubicBezTo>
                  <a:pt x="12" y="28"/>
                  <a:pt x="11" y="29"/>
                  <a:pt x="11" y="31"/>
                </a:cubicBezTo>
                <a:cubicBezTo>
                  <a:pt x="11" y="33"/>
                  <a:pt x="12" y="34"/>
                  <a:pt x="14" y="34"/>
                </a:cubicBezTo>
                <a:cubicBezTo>
                  <a:pt x="16" y="34"/>
                  <a:pt x="17" y="33"/>
                  <a:pt x="17" y="31"/>
                </a:cubicBezTo>
                <a:cubicBezTo>
                  <a:pt x="17" y="29"/>
                  <a:pt x="16" y="28"/>
                  <a:pt x="14" y="28"/>
                </a:cubicBezTo>
                <a:close/>
                <a:moveTo>
                  <a:pt x="31" y="12"/>
                </a:moveTo>
                <a:cubicBezTo>
                  <a:pt x="29" y="12"/>
                  <a:pt x="28" y="13"/>
                  <a:pt x="28" y="15"/>
                </a:cubicBezTo>
                <a:cubicBezTo>
                  <a:pt x="28" y="16"/>
                  <a:pt x="29" y="18"/>
                  <a:pt x="31" y="18"/>
                </a:cubicBezTo>
                <a:cubicBezTo>
                  <a:pt x="33" y="18"/>
                  <a:pt x="34" y="16"/>
                  <a:pt x="34" y="15"/>
                </a:cubicBezTo>
                <a:cubicBezTo>
                  <a:pt x="34" y="13"/>
                  <a:pt x="33" y="12"/>
                  <a:pt x="31" y="12"/>
                </a:cubicBezTo>
                <a:close/>
                <a:moveTo>
                  <a:pt x="48" y="20"/>
                </a:moveTo>
                <a:cubicBezTo>
                  <a:pt x="47" y="20"/>
                  <a:pt x="45" y="21"/>
                  <a:pt x="45" y="23"/>
                </a:cubicBezTo>
                <a:cubicBezTo>
                  <a:pt x="45" y="25"/>
                  <a:pt x="47" y="26"/>
                  <a:pt x="48" y="26"/>
                </a:cubicBezTo>
                <a:cubicBezTo>
                  <a:pt x="50" y="26"/>
                  <a:pt x="52" y="25"/>
                  <a:pt x="52" y="23"/>
                </a:cubicBezTo>
                <a:cubicBezTo>
                  <a:pt x="52" y="21"/>
                  <a:pt x="50" y="20"/>
                  <a:pt x="48" y="20"/>
                </a:cubicBezTo>
                <a:close/>
                <a:moveTo>
                  <a:pt x="66" y="0"/>
                </a:moveTo>
                <a:cubicBezTo>
                  <a:pt x="64" y="0"/>
                  <a:pt x="63" y="2"/>
                  <a:pt x="63" y="3"/>
                </a:cubicBezTo>
                <a:cubicBezTo>
                  <a:pt x="63" y="5"/>
                  <a:pt x="64" y="6"/>
                  <a:pt x="66" y="6"/>
                </a:cubicBezTo>
                <a:cubicBezTo>
                  <a:pt x="67" y="6"/>
                  <a:pt x="69" y="5"/>
                  <a:pt x="69" y="3"/>
                </a:cubicBezTo>
                <a:cubicBezTo>
                  <a:pt x="69" y="2"/>
                  <a:pt x="67" y="0"/>
                  <a:pt x="66" y="0"/>
                </a:cubicBezTo>
                <a:close/>
                <a:moveTo>
                  <a:pt x="50" y="21"/>
                </a:moveTo>
                <a:cubicBezTo>
                  <a:pt x="64" y="6"/>
                  <a:pt x="64" y="6"/>
                  <a:pt x="64" y="6"/>
                </a:cubicBezTo>
                <a:moveTo>
                  <a:pt x="34" y="16"/>
                </a:moveTo>
                <a:cubicBezTo>
                  <a:pt x="46" y="22"/>
                  <a:pt x="46" y="22"/>
                  <a:pt x="46" y="22"/>
                </a:cubicBezTo>
                <a:moveTo>
                  <a:pt x="29" y="17"/>
                </a:moveTo>
                <a:cubicBezTo>
                  <a:pt x="16" y="29"/>
                  <a:pt x="16" y="29"/>
                  <a:pt x="16" y="29"/>
                </a:cubicBezTo>
              </a:path>
            </a:pathLst>
          </a:custGeom>
          <a:noFill/>
          <a:ln w="63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 name="Freeform 71">
            <a:extLst>
              <a:ext uri="{FF2B5EF4-FFF2-40B4-BE49-F238E27FC236}">
                <a16:creationId xmlns:a16="http://schemas.microsoft.com/office/drawing/2014/main" id="{71265F50-CC59-4458-874B-934A275E40BD}"/>
              </a:ext>
            </a:extLst>
          </p:cNvPr>
          <p:cNvSpPr>
            <a:spLocks noEditPoints="1"/>
          </p:cNvSpPr>
          <p:nvPr/>
        </p:nvSpPr>
        <p:spPr bwMode="auto">
          <a:xfrm>
            <a:off x="8729663" y="2741613"/>
            <a:ext cx="261938" cy="296863"/>
          </a:xfrm>
          <a:custGeom>
            <a:avLst/>
            <a:gdLst>
              <a:gd name="T0" fmla="*/ 37 w 70"/>
              <a:gd name="T1" fmla="*/ 19 h 79"/>
              <a:gd name="T2" fmla="*/ 25 w 70"/>
              <a:gd name="T3" fmla="*/ 31 h 79"/>
              <a:gd name="T4" fmla="*/ 13 w 70"/>
              <a:gd name="T5" fmla="*/ 19 h 79"/>
              <a:gd name="T6" fmla="*/ 25 w 70"/>
              <a:gd name="T7" fmla="*/ 7 h 79"/>
              <a:gd name="T8" fmla="*/ 37 w 70"/>
              <a:gd name="T9" fmla="*/ 19 h 79"/>
              <a:gd name="T10" fmla="*/ 42 w 70"/>
              <a:gd name="T11" fmla="*/ 35 h 79"/>
              <a:gd name="T12" fmla="*/ 42 w 70"/>
              <a:gd name="T13" fmla="*/ 35 h 79"/>
              <a:gd name="T14" fmla="*/ 38 w 70"/>
              <a:gd name="T15" fmla="*/ 31 h 79"/>
              <a:gd name="T16" fmla="*/ 12 w 70"/>
              <a:gd name="T17" fmla="*/ 31 h 79"/>
              <a:gd name="T18" fmla="*/ 8 w 70"/>
              <a:gd name="T19" fmla="*/ 35 h 79"/>
              <a:gd name="T20" fmla="*/ 8 w 70"/>
              <a:gd name="T21" fmla="*/ 35 h 79"/>
              <a:gd name="T22" fmla="*/ 12 w 70"/>
              <a:gd name="T23" fmla="*/ 39 h 79"/>
              <a:gd name="T24" fmla="*/ 38 w 70"/>
              <a:gd name="T25" fmla="*/ 39 h 79"/>
              <a:gd name="T26" fmla="*/ 42 w 70"/>
              <a:gd name="T27" fmla="*/ 35 h 79"/>
              <a:gd name="T28" fmla="*/ 50 w 70"/>
              <a:gd name="T29" fmla="*/ 75 h 79"/>
              <a:gd name="T30" fmla="*/ 50 w 70"/>
              <a:gd name="T31" fmla="*/ 75 h 79"/>
              <a:gd name="T32" fmla="*/ 46 w 70"/>
              <a:gd name="T33" fmla="*/ 72 h 79"/>
              <a:gd name="T34" fmla="*/ 4 w 70"/>
              <a:gd name="T35" fmla="*/ 72 h 79"/>
              <a:gd name="T36" fmla="*/ 0 w 70"/>
              <a:gd name="T37" fmla="*/ 75 h 79"/>
              <a:gd name="T38" fmla="*/ 0 w 70"/>
              <a:gd name="T39" fmla="*/ 75 h 79"/>
              <a:gd name="T40" fmla="*/ 4 w 70"/>
              <a:gd name="T41" fmla="*/ 79 h 79"/>
              <a:gd name="T42" fmla="*/ 46 w 70"/>
              <a:gd name="T43" fmla="*/ 79 h 79"/>
              <a:gd name="T44" fmla="*/ 50 w 70"/>
              <a:gd name="T45" fmla="*/ 75 h 79"/>
              <a:gd name="T46" fmla="*/ 44 w 70"/>
              <a:gd name="T47" fmla="*/ 67 h 79"/>
              <a:gd name="T48" fmla="*/ 6 w 70"/>
              <a:gd name="T49" fmla="*/ 67 h 79"/>
              <a:gd name="T50" fmla="*/ 6 w 70"/>
              <a:gd name="T51" fmla="*/ 72 h 79"/>
              <a:gd name="T52" fmla="*/ 44 w 70"/>
              <a:gd name="T53" fmla="*/ 72 h 79"/>
              <a:gd name="T54" fmla="*/ 44 w 70"/>
              <a:gd name="T55" fmla="*/ 67 h 79"/>
              <a:gd name="T56" fmla="*/ 6 w 70"/>
              <a:gd name="T57" fmla="*/ 67 h 79"/>
              <a:gd name="T58" fmla="*/ 14 w 70"/>
              <a:gd name="T59" fmla="*/ 39 h 79"/>
              <a:gd name="T60" fmla="*/ 36 w 70"/>
              <a:gd name="T61" fmla="*/ 39 h 79"/>
              <a:gd name="T62" fmla="*/ 44 w 70"/>
              <a:gd name="T63" fmla="*/ 67 h 79"/>
              <a:gd name="T64" fmla="*/ 45 w 70"/>
              <a:gd name="T65" fmla="*/ 66 h 79"/>
              <a:gd name="T66" fmla="*/ 62 w 70"/>
              <a:gd name="T67" fmla="*/ 66 h 79"/>
              <a:gd name="T68" fmla="*/ 57 w 70"/>
              <a:gd name="T69" fmla="*/ 19 h 79"/>
              <a:gd name="T70" fmla="*/ 38 w 70"/>
              <a:gd name="T71" fmla="*/ 19 h 79"/>
              <a:gd name="T72" fmla="*/ 50 w 70"/>
              <a:gd name="T73" fmla="*/ 79 h 79"/>
              <a:gd name="T74" fmla="*/ 70 w 70"/>
              <a:gd name="T75" fmla="*/ 79 h 79"/>
              <a:gd name="T76" fmla="*/ 70 w 70"/>
              <a:gd name="T77" fmla="*/ 71 h 79"/>
              <a:gd name="T78" fmla="*/ 49 w 70"/>
              <a:gd name="T79" fmla="*/ 71 h 79"/>
              <a:gd name="T80" fmla="*/ 37 w 70"/>
              <a:gd name="T81" fmla="*/ 15 h 79"/>
              <a:gd name="T82" fmla="*/ 60 w 70"/>
              <a:gd name="T83" fmla="*/ 15 h 79"/>
              <a:gd name="T84" fmla="*/ 65 w 70"/>
              <a:gd name="T85" fmla="*/ 0 h 79"/>
              <a:gd name="T86" fmla="*/ 57 w 70"/>
              <a:gd name="T87" fmla="*/ 0 h 79"/>
              <a:gd name="T88" fmla="*/ 58 w 70"/>
              <a:gd name="T89" fmla="*/ 9 h 79"/>
              <a:gd name="T90" fmla="*/ 50 w 70"/>
              <a:gd name="T91" fmla="*/ 9 h 79"/>
              <a:gd name="T92" fmla="*/ 51 w 70"/>
              <a:gd name="T93" fmla="*/ 0 h 79"/>
              <a:gd name="T94" fmla="*/ 40 w 70"/>
              <a:gd name="T95" fmla="*/ 0 h 79"/>
              <a:gd name="T96" fmla="*/ 41 w 70"/>
              <a:gd name="T97" fmla="*/ 9 h 79"/>
              <a:gd name="T98" fmla="*/ 33 w 70"/>
              <a:gd name="T99" fmla="*/ 9 h 79"/>
              <a:gd name="T100" fmla="*/ 34 w 70"/>
              <a:gd name="T101" fmla="*/ 0 h 79"/>
              <a:gd name="T102" fmla="*/ 26 w 70"/>
              <a:gd name="T103" fmla="*/ 0 h 79"/>
              <a:gd name="T104" fmla="*/ 27 w 70"/>
              <a:gd name="T105" fmla="*/ 5 h 79"/>
              <a:gd name="T106" fmla="*/ 57 w 70"/>
              <a:gd name="T107" fmla="*/ 19 h 79"/>
              <a:gd name="T108" fmla="*/ 60 w 70"/>
              <a:gd name="T109" fmla="*/ 19 h 79"/>
              <a:gd name="T110" fmla="*/ 60 w 70"/>
              <a:gd name="T111" fmla="*/ 15 h 79"/>
              <a:gd name="T112" fmla="*/ 65 w 70"/>
              <a:gd name="T113" fmla="*/ 71 h 79"/>
              <a:gd name="T114" fmla="*/ 65 w 70"/>
              <a:gd name="T115" fmla="*/ 66 h 79"/>
              <a:gd name="T116" fmla="*/ 62 w 70"/>
              <a:gd name="T117" fmla="*/ 6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79">
                <a:moveTo>
                  <a:pt x="37" y="19"/>
                </a:moveTo>
                <a:cubicBezTo>
                  <a:pt x="37" y="25"/>
                  <a:pt x="32" y="31"/>
                  <a:pt x="25" y="31"/>
                </a:cubicBezTo>
                <a:cubicBezTo>
                  <a:pt x="18" y="31"/>
                  <a:pt x="13" y="25"/>
                  <a:pt x="13" y="19"/>
                </a:cubicBezTo>
                <a:cubicBezTo>
                  <a:pt x="13" y="12"/>
                  <a:pt x="18" y="7"/>
                  <a:pt x="25" y="7"/>
                </a:cubicBezTo>
                <a:cubicBezTo>
                  <a:pt x="32" y="7"/>
                  <a:pt x="37" y="12"/>
                  <a:pt x="37" y="19"/>
                </a:cubicBezTo>
                <a:close/>
                <a:moveTo>
                  <a:pt x="42" y="35"/>
                </a:moveTo>
                <a:cubicBezTo>
                  <a:pt x="42" y="35"/>
                  <a:pt x="42" y="35"/>
                  <a:pt x="42" y="35"/>
                </a:cubicBezTo>
                <a:cubicBezTo>
                  <a:pt x="42" y="33"/>
                  <a:pt x="40" y="31"/>
                  <a:pt x="38" y="31"/>
                </a:cubicBezTo>
                <a:cubicBezTo>
                  <a:pt x="12" y="31"/>
                  <a:pt x="12" y="31"/>
                  <a:pt x="12" y="31"/>
                </a:cubicBezTo>
                <a:cubicBezTo>
                  <a:pt x="9" y="31"/>
                  <a:pt x="8" y="33"/>
                  <a:pt x="8" y="35"/>
                </a:cubicBezTo>
                <a:cubicBezTo>
                  <a:pt x="8" y="35"/>
                  <a:pt x="8" y="35"/>
                  <a:pt x="8" y="35"/>
                </a:cubicBezTo>
                <a:cubicBezTo>
                  <a:pt x="8" y="37"/>
                  <a:pt x="9" y="39"/>
                  <a:pt x="12" y="39"/>
                </a:cubicBezTo>
                <a:cubicBezTo>
                  <a:pt x="38" y="39"/>
                  <a:pt x="38" y="39"/>
                  <a:pt x="38" y="39"/>
                </a:cubicBezTo>
                <a:cubicBezTo>
                  <a:pt x="40" y="39"/>
                  <a:pt x="42" y="37"/>
                  <a:pt x="42" y="35"/>
                </a:cubicBezTo>
                <a:close/>
                <a:moveTo>
                  <a:pt x="50" y="75"/>
                </a:moveTo>
                <a:cubicBezTo>
                  <a:pt x="50" y="75"/>
                  <a:pt x="50" y="75"/>
                  <a:pt x="50" y="75"/>
                </a:cubicBezTo>
                <a:cubicBezTo>
                  <a:pt x="50" y="73"/>
                  <a:pt x="48" y="72"/>
                  <a:pt x="46" y="72"/>
                </a:cubicBezTo>
                <a:cubicBezTo>
                  <a:pt x="4" y="72"/>
                  <a:pt x="4" y="72"/>
                  <a:pt x="4" y="72"/>
                </a:cubicBezTo>
                <a:cubicBezTo>
                  <a:pt x="2" y="72"/>
                  <a:pt x="0" y="73"/>
                  <a:pt x="0" y="75"/>
                </a:cubicBezTo>
                <a:cubicBezTo>
                  <a:pt x="0" y="75"/>
                  <a:pt x="0" y="75"/>
                  <a:pt x="0" y="75"/>
                </a:cubicBezTo>
                <a:cubicBezTo>
                  <a:pt x="0" y="78"/>
                  <a:pt x="2" y="79"/>
                  <a:pt x="4" y="79"/>
                </a:cubicBezTo>
                <a:cubicBezTo>
                  <a:pt x="46" y="79"/>
                  <a:pt x="46" y="79"/>
                  <a:pt x="46" y="79"/>
                </a:cubicBezTo>
                <a:cubicBezTo>
                  <a:pt x="48" y="79"/>
                  <a:pt x="50" y="78"/>
                  <a:pt x="50" y="75"/>
                </a:cubicBezTo>
                <a:close/>
                <a:moveTo>
                  <a:pt x="44" y="67"/>
                </a:moveTo>
                <a:cubicBezTo>
                  <a:pt x="6" y="67"/>
                  <a:pt x="6" y="67"/>
                  <a:pt x="6" y="67"/>
                </a:cubicBezTo>
                <a:cubicBezTo>
                  <a:pt x="6" y="72"/>
                  <a:pt x="6" y="72"/>
                  <a:pt x="6" y="72"/>
                </a:cubicBezTo>
                <a:cubicBezTo>
                  <a:pt x="44" y="72"/>
                  <a:pt x="44" y="72"/>
                  <a:pt x="44" y="72"/>
                </a:cubicBezTo>
                <a:lnTo>
                  <a:pt x="44" y="67"/>
                </a:lnTo>
                <a:close/>
                <a:moveTo>
                  <a:pt x="6" y="67"/>
                </a:moveTo>
                <a:cubicBezTo>
                  <a:pt x="15" y="60"/>
                  <a:pt x="14" y="39"/>
                  <a:pt x="14" y="39"/>
                </a:cubicBezTo>
                <a:moveTo>
                  <a:pt x="36" y="39"/>
                </a:moveTo>
                <a:cubicBezTo>
                  <a:pt x="36" y="39"/>
                  <a:pt x="35" y="60"/>
                  <a:pt x="44" y="67"/>
                </a:cubicBezTo>
                <a:moveTo>
                  <a:pt x="45" y="66"/>
                </a:moveTo>
                <a:cubicBezTo>
                  <a:pt x="62" y="66"/>
                  <a:pt x="62" y="66"/>
                  <a:pt x="62" y="66"/>
                </a:cubicBezTo>
                <a:cubicBezTo>
                  <a:pt x="57" y="19"/>
                  <a:pt x="57" y="19"/>
                  <a:pt x="57" y="19"/>
                </a:cubicBezTo>
                <a:cubicBezTo>
                  <a:pt x="38" y="19"/>
                  <a:pt x="38" y="19"/>
                  <a:pt x="38" y="19"/>
                </a:cubicBezTo>
                <a:moveTo>
                  <a:pt x="50" y="79"/>
                </a:moveTo>
                <a:cubicBezTo>
                  <a:pt x="70" y="79"/>
                  <a:pt x="70" y="79"/>
                  <a:pt x="70" y="79"/>
                </a:cubicBezTo>
                <a:cubicBezTo>
                  <a:pt x="70" y="71"/>
                  <a:pt x="70" y="71"/>
                  <a:pt x="70" y="71"/>
                </a:cubicBezTo>
                <a:cubicBezTo>
                  <a:pt x="49" y="71"/>
                  <a:pt x="49" y="71"/>
                  <a:pt x="49" y="71"/>
                </a:cubicBezTo>
                <a:moveTo>
                  <a:pt x="37" y="15"/>
                </a:moveTo>
                <a:cubicBezTo>
                  <a:pt x="60" y="15"/>
                  <a:pt x="60" y="15"/>
                  <a:pt x="60" y="15"/>
                </a:cubicBezTo>
                <a:cubicBezTo>
                  <a:pt x="63" y="11"/>
                  <a:pt x="65" y="6"/>
                  <a:pt x="65" y="0"/>
                </a:cubicBezTo>
                <a:cubicBezTo>
                  <a:pt x="57" y="0"/>
                  <a:pt x="57" y="0"/>
                  <a:pt x="57" y="0"/>
                </a:cubicBezTo>
                <a:cubicBezTo>
                  <a:pt x="58" y="9"/>
                  <a:pt x="58" y="9"/>
                  <a:pt x="58" y="9"/>
                </a:cubicBezTo>
                <a:cubicBezTo>
                  <a:pt x="50" y="9"/>
                  <a:pt x="50" y="9"/>
                  <a:pt x="50" y="9"/>
                </a:cubicBezTo>
                <a:cubicBezTo>
                  <a:pt x="51" y="0"/>
                  <a:pt x="51" y="0"/>
                  <a:pt x="51" y="0"/>
                </a:cubicBezTo>
                <a:cubicBezTo>
                  <a:pt x="40" y="0"/>
                  <a:pt x="40" y="0"/>
                  <a:pt x="40" y="0"/>
                </a:cubicBezTo>
                <a:cubicBezTo>
                  <a:pt x="41" y="9"/>
                  <a:pt x="41" y="9"/>
                  <a:pt x="41" y="9"/>
                </a:cubicBezTo>
                <a:cubicBezTo>
                  <a:pt x="33" y="9"/>
                  <a:pt x="33" y="9"/>
                  <a:pt x="33" y="9"/>
                </a:cubicBezTo>
                <a:cubicBezTo>
                  <a:pt x="34" y="0"/>
                  <a:pt x="34" y="0"/>
                  <a:pt x="34" y="0"/>
                </a:cubicBezTo>
                <a:cubicBezTo>
                  <a:pt x="26" y="0"/>
                  <a:pt x="26" y="0"/>
                  <a:pt x="26" y="0"/>
                </a:cubicBezTo>
                <a:cubicBezTo>
                  <a:pt x="26" y="2"/>
                  <a:pt x="26" y="4"/>
                  <a:pt x="27" y="5"/>
                </a:cubicBezTo>
                <a:moveTo>
                  <a:pt x="57" y="19"/>
                </a:moveTo>
                <a:cubicBezTo>
                  <a:pt x="60" y="19"/>
                  <a:pt x="60" y="19"/>
                  <a:pt x="60" y="19"/>
                </a:cubicBezTo>
                <a:cubicBezTo>
                  <a:pt x="60" y="15"/>
                  <a:pt x="60" y="15"/>
                  <a:pt x="60" y="15"/>
                </a:cubicBezTo>
                <a:moveTo>
                  <a:pt x="65" y="71"/>
                </a:moveTo>
                <a:cubicBezTo>
                  <a:pt x="65" y="66"/>
                  <a:pt x="65" y="66"/>
                  <a:pt x="65" y="66"/>
                </a:cubicBezTo>
                <a:cubicBezTo>
                  <a:pt x="62" y="66"/>
                  <a:pt x="62" y="66"/>
                  <a:pt x="62" y="66"/>
                </a:cubicBezTo>
              </a:path>
            </a:pathLst>
          </a:custGeom>
          <a:noFill/>
          <a:ln w="63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9" name="Group 58">
            <a:extLst>
              <a:ext uri="{FF2B5EF4-FFF2-40B4-BE49-F238E27FC236}">
                <a16:creationId xmlns:a16="http://schemas.microsoft.com/office/drawing/2014/main" id="{A7D1C8B6-C921-4025-A0A8-5DFDF57C3703}"/>
              </a:ext>
            </a:extLst>
          </p:cNvPr>
          <p:cNvGrpSpPr/>
          <p:nvPr/>
        </p:nvGrpSpPr>
        <p:grpSpPr>
          <a:xfrm>
            <a:off x="1281115" y="1516063"/>
            <a:ext cx="1223962" cy="588171"/>
            <a:chOff x="1281115" y="1516063"/>
            <a:chExt cx="1223962" cy="588171"/>
          </a:xfrm>
        </p:grpSpPr>
        <p:sp>
          <p:nvSpPr>
            <p:cNvPr id="55" name="Rectangle 54">
              <a:extLst>
                <a:ext uri="{FF2B5EF4-FFF2-40B4-BE49-F238E27FC236}">
                  <a16:creationId xmlns:a16="http://schemas.microsoft.com/office/drawing/2014/main" id="{D4489C84-4096-4350-8ACF-DC37B5D86FBC}"/>
                </a:ext>
              </a:extLst>
            </p:cNvPr>
            <p:cNvSpPr>
              <a:spLocks noChangeArrowheads="1"/>
            </p:cNvSpPr>
            <p:nvPr/>
          </p:nvSpPr>
          <p:spPr bwMode="auto">
            <a:xfrm>
              <a:off x="1385888" y="1516063"/>
              <a:ext cx="9900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INFODATA 01</a:t>
              </a:r>
              <a:endParaRPr kumimoji="0" lang="ru-UA" altLang="ru-UA" sz="1800" b="0" i="0" u="none" strike="noStrike" cap="none" normalizeH="0" baseline="0">
                <a:ln>
                  <a:noFill/>
                </a:ln>
                <a:solidFill>
                  <a:schemeClr val="bg2"/>
                </a:solidFill>
                <a:effectLst/>
              </a:endParaRPr>
            </a:p>
          </p:txBody>
        </p:sp>
        <p:sp>
          <p:nvSpPr>
            <p:cNvPr id="107" name="Text Placeholder 33">
              <a:extLst>
                <a:ext uri="{FF2B5EF4-FFF2-40B4-BE49-F238E27FC236}">
                  <a16:creationId xmlns:a16="http://schemas.microsoft.com/office/drawing/2014/main" id="{03C80B02-5279-4E73-A121-70615C236331}"/>
                </a:ext>
              </a:extLst>
            </p:cNvPr>
            <p:cNvSpPr txBox="1">
              <a:spLocks/>
            </p:cNvSpPr>
            <p:nvPr/>
          </p:nvSpPr>
          <p:spPr>
            <a:xfrm>
              <a:off x="1281115" y="1720851"/>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60" name="Group 59">
            <a:extLst>
              <a:ext uri="{FF2B5EF4-FFF2-40B4-BE49-F238E27FC236}">
                <a16:creationId xmlns:a16="http://schemas.microsoft.com/office/drawing/2014/main" id="{DA34E3F3-B6FA-45D8-BA8A-D85647482B77}"/>
              </a:ext>
            </a:extLst>
          </p:cNvPr>
          <p:cNvGrpSpPr/>
          <p:nvPr/>
        </p:nvGrpSpPr>
        <p:grpSpPr>
          <a:xfrm>
            <a:off x="1281115" y="2593975"/>
            <a:ext cx="1223962" cy="568049"/>
            <a:chOff x="1281115" y="2593975"/>
            <a:chExt cx="1223962" cy="568049"/>
          </a:xfrm>
        </p:grpSpPr>
        <p:sp>
          <p:nvSpPr>
            <p:cNvPr id="56" name="Rectangle 55">
              <a:extLst>
                <a:ext uri="{FF2B5EF4-FFF2-40B4-BE49-F238E27FC236}">
                  <a16:creationId xmlns:a16="http://schemas.microsoft.com/office/drawing/2014/main" id="{5B5876C1-3136-4024-ADC9-EB7BA8C12D38}"/>
                </a:ext>
              </a:extLst>
            </p:cNvPr>
            <p:cNvSpPr>
              <a:spLocks noChangeArrowheads="1"/>
            </p:cNvSpPr>
            <p:nvPr/>
          </p:nvSpPr>
          <p:spPr bwMode="auto">
            <a:xfrm>
              <a:off x="1385888" y="2593975"/>
              <a:ext cx="9900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INFODATA 02</a:t>
              </a:r>
              <a:endParaRPr kumimoji="0" lang="ru-UA" altLang="ru-UA" sz="1800" b="0" i="0" u="none" strike="noStrike" cap="none" normalizeH="0" baseline="0">
                <a:ln>
                  <a:noFill/>
                </a:ln>
                <a:solidFill>
                  <a:schemeClr val="bg2"/>
                </a:solidFill>
                <a:effectLst/>
              </a:endParaRPr>
            </a:p>
          </p:txBody>
        </p:sp>
        <p:sp>
          <p:nvSpPr>
            <p:cNvPr id="108" name="Text Placeholder 33">
              <a:extLst>
                <a:ext uri="{FF2B5EF4-FFF2-40B4-BE49-F238E27FC236}">
                  <a16:creationId xmlns:a16="http://schemas.microsoft.com/office/drawing/2014/main" id="{A88F1341-1D70-4824-BC7D-8C5C91FFD6CC}"/>
                </a:ext>
              </a:extLst>
            </p:cNvPr>
            <p:cNvSpPr txBox="1">
              <a:spLocks/>
            </p:cNvSpPr>
            <p:nvPr/>
          </p:nvSpPr>
          <p:spPr>
            <a:xfrm>
              <a:off x="1281115" y="2778641"/>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61" name="Group 60">
            <a:extLst>
              <a:ext uri="{FF2B5EF4-FFF2-40B4-BE49-F238E27FC236}">
                <a16:creationId xmlns:a16="http://schemas.microsoft.com/office/drawing/2014/main" id="{848F5DE3-4BAA-4C26-A792-975955355C53}"/>
              </a:ext>
            </a:extLst>
          </p:cNvPr>
          <p:cNvGrpSpPr/>
          <p:nvPr/>
        </p:nvGrpSpPr>
        <p:grpSpPr>
          <a:xfrm>
            <a:off x="1281115" y="3673475"/>
            <a:ext cx="1223962" cy="582060"/>
            <a:chOff x="1281115" y="3673475"/>
            <a:chExt cx="1223962" cy="582060"/>
          </a:xfrm>
        </p:grpSpPr>
        <p:sp>
          <p:nvSpPr>
            <p:cNvPr id="57" name="Rectangle 56">
              <a:extLst>
                <a:ext uri="{FF2B5EF4-FFF2-40B4-BE49-F238E27FC236}">
                  <a16:creationId xmlns:a16="http://schemas.microsoft.com/office/drawing/2014/main" id="{510DC0B8-F7B1-4959-99A9-2D31186BF6D7}"/>
                </a:ext>
              </a:extLst>
            </p:cNvPr>
            <p:cNvSpPr>
              <a:spLocks noChangeArrowheads="1"/>
            </p:cNvSpPr>
            <p:nvPr/>
          </p:nvSpPr>
          <p:spPr bwMode="auto">
            <a:xfrm>
              <a:off x="1385888" y="3673475"/>
              <a:ext cx="9900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INFODATA 03</a:t>
              </a:r>
              <a:endParaRPr kumimoji="0" lang="ru-UA" altLang="ru-UA" sz="1800" b="0" i="0" u="none" strike="noStrike" cap="none" normalizeH="0" baseline="0">
                <a:ln>
                  <a:noFill/>
                </a:ln>
                <a:solidFill>
                  <a:schemeClr val="bg2"/>
                </a:solidFill>
                <a:effectLst/>
              </a:endParaRPr>
            </a:p>
          </p:txBody>
        </p:sp>
        <p:sp>
          <p:nvSpPr>
            <p:cNvPr id="109" name="Text Placeholder 33">
              <a:extLst>
                <a:ext uri="{FF2B5EF4-FFF2-40B4-BE49-F238E27FC236}">
                  <a16:creationId xmlns:a16="http://schemas.microsoft.com/office/drawing/2014/main" id="{069591C9-A548-4BCF-A390-0329BD925A52}"/>
                </a:ext>
              </a:extLst>
            </p:cNvPr>
            <p:cNvSpPr txBox="1">
              <a:spLocks/>
            </p:cNvSpPr>
            <p:nvPr/>
          </p:nvSpPr>
          <p:spPr>
            <a:xfrm>
              <a:off x="1281115" y="3872152"/>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62" name="Group 61">
            <a:extLst>
              <a:ext uri="{FF2B5EF4-FFF2-40B4-BE49-F238E27FC236}">
                <a16:creationId xmlns:a16="http://schemas.microsoft.com/office/drawing/2014/main" id="{546C1262-5A2B-4882-AC8C-7CEE694A08B6}"/>
              </a:ext>
            </a:extLst>
          </p:cNvPr>
          <p:cNvGrpSpPr/>
          <p:nvPr/>
        </p:nvGrpSpPr>
        <p:grpSpPr>
          <a:xfrm>
            <a:off x="1281115" y="4743450"/>
            <a:ext cx="1223962" cy="598487"/>
            <a:chOff x="1281115" y="4743450"/>
            <a:chExt cx="1223962" cy="598487"/>
          </a:xfrm>
        </p:grpSpPr>
        <p:sp>
          <p:nvSpPr>
            <p:cNvPr id="58" name="Rectangle 57">
              <a:extLst>
                <a:ext uri="{FF2B5EF4-FFF2-40B4-BE49-F238E27FC236}">
                  <a16:creationId xmlns:a16="http://schemas.microsoft.com/office/drawing/2014/main" id="{D0DD112C-8C08-4899-97D6-28DFF976CCC2}"/>
                </a:ext>
              </a:extLst>
            </p:cNvPr>
            <p:cNvSpPr>
              <a:spLocks noChangeArrowheads="1"/>
            </p:cNvSpPr>
            <p:nvPr/>
          </p:nvSpPr>
          <p:spPr bwMode="auto">
            <a:xfrm>
              <a:off x="1385888" y="4743450"/>
              <a:ext cx="9900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INFODATA 04</a:t>
              </a:r>
              <a:endParaRPr kumimoji="0" lang="ru-UA" altLang="ru-UA" sz="1800" b="0" i="0" u="none" strike="noStrike" cap="none" normalizeH="0" baseline="0">
                <a:ln>
                  <a:noFill/>
                </a:ln>
                <a:solidFill>
                  <a:schemeClr val="bg2"/>
                </a:solidFill>
                <a:effectLst/>
              </a:endParaRPr>
            </a:p>
          </p:txBody>
        </p:sp>
        <p:sp>
          <p:nvSpPr>
            <p:cNvPr id="110" name="Text Placeholder 33">
              <a:extLst>
                <a:ext uri="{FF2B5EF4-FFF2-40B4-BE49-F238E27FC236}">
                  <a16:creationId xmlns:a16="http://schemas.microsoft.com/office/drawing/2014/main" id="{0663F687-92E2-4582-A4BD-9BBE16EF0F0D}"/>
                </a:ext>
              </a:extLst>
            </p:cNvPr>
            <p:cNvSpPr txBox="1">
              <a:spLocks/>
            </p:cNvSpPr>
            <p:nvPr/>
          </p:nvSpPr>
          <p:spPr>
            <a:xfrm>
              <a:off x="1281115" y="4958554"/>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63" name="Group 62">
            <a:extLst>
              <a:ext uri="{FF2B5EF4-FFF2-40B4-BE49-F238E27FC236}">
                <a16:creationId xmlns:a16="http://schemas.microsoft.com/office/drawing/2014/main" id="{F3B99D8C-34D7-4A25-A47A-BE6E42F0AAD9}"/>
              </a:ext>
            </a:extLst>
          </p:cNvPr>
          <p:cNvGrpSpPr/>
          <p:nvPr/>
        </p:nvGrpSpPr>
        <p:grpSpPr>
          <a:xfrm>
            <a:off x="9686923" y="1516063"/>
            <a:ext cx="1223962" cy="588171"/>
            <a:chOff x="9686923" y="1516063"/>
            <a:chExt cx="1223962" cy="588171"/>
          </a:xfrm>
        </p:grpSpPr>
        <p:sp>
          <p:nvSpPr>
            <p:cNvPr id="31" name="Rectangle 30">
              <a:extLst>
                <a:ext uri="{FF2B5EF4-FFF2-40B4-BE49-F238E27FC236}">
                  <a16:creationId xmlns:a16="http://schemas.microsoft.com/office/drawing/2014/main" id="{403E6ECF-75B9-4B70-9FAE-897547125454}"/>
                </a:ext>
              </a:extLst>
            </p:cNvPr>
            <p:cNvSpPr>
              <a:spLocks noChangeArrowheads="1"/>
            </p:cNvSpPr>
            <p:nvPr/>
          </p:nvSpPr>
          <p:spPr bwMode="auto">
            <a:xfrm>
              <a:off x="9756775" y="1516063"/>
              <a:ext cx="9900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INFODATA 05</a:t>
              </a:r>
              <a:endParaRPr kumimoji="0" lang="ru-UA" altLang="ru-UA" sz="1800" b="0" i="0" u="none" strike="noStrike" cap="none" normalizeH="0" baseline="0">
                <a:ln>
                  <a:noFill/>
                </a:ln>
                <a:solidFill>
                  <a:schemeClr val="bg2"/>
                </a:solidFill>
                <a:effectLst/>
              </a:endParaRPr>
            </a:p>
          </p:txBody>
        </p:sp>
        <p:sp>
          <p:nvSpPr>
            <p:cNvPr id="111" name="Text Placeholder 33">
              <a:extLst>
                <a:ext uri="{FF2B5EF4-FFF2-40B4-BE49-F238E27FC236}">
                  <a16:creationId xmlns:a16="http://schemas.microsoft.com/office/drawing/2014/main" id="{CB0AE00E-C92A-4F74-BB26-A34E84A0B8CD}"/>
                </a:ext>
              </a:extLst>
            </p:cNvPr>
            <p:cNvSpPr txBox="1">
              <a:spLocks/>
            </p:cNvSpPr>
            <p:nvPr/>
          </p:nvSpPr>
          <p:spPr>
            <a:xfrm>
              <a:off x="9686923" y="1720851"/>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65" name="Group 64">
            <a:extLst>
              <a:ext uri="{FF2B5EF4-FFF2-40B4-BE49-F238E27FC236}">
                <a16:creationId xmlns:a16="http://schemas.microsoft.com/office/drawing/2014/main" id="{8780239A-AF0C-4924-BD32-CB95A2EFC8F6}"/>
              </a:ext>
            </a:extLst>
          </p:cNvPr>
          <p:cNvGrpSpPr/>
          <p:nvPr/>
        </p:nvGrpSpPr>
        <p:grpSpPr>
          <a:xfrm>
            <a:off x="9686923" y="2593975"/>
            <a:ext cx="1223962" cy="568049"/>
            <a:chOff x="9686923" y="2593975"/>
            <a:chExt cx="1223962" cy="568049"/>
          </a:xfrm>
        </p:grpSpPr>
        <p:sp>
          <p:nvSpPr>
            <p:cNvPr id="32" name="Rectangle 31">
              <a:extLst>
                <a:ext uri="{FF2B5EF4-FFF2-40B4-BE49-F238E27FC236}">
                  <a16:creationId xmlns:a16="http://schemas.microsoft.com/office/drawing/2014/main" id="{320C6724-FDBC-424D-88AE-0CB75D84D022}"/>
                </a:ext>
              </a:extLst>
            </p:cNvPr>
            <p:cNvSpPr>
              <a:spLocks noChangeArrowheads="1"/>
            </p:cNvSpPr>
            <p:nvPr/>
          </p:nvSpPr>
          <p:spPr bwMode="auto">
            <a:xfrm>
              <a:off x="9756775" y="2593975"/>
              <a:ext cx="9900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INFODATA 06</a:t>
              </a:r>
              <a:endParaRPr kumimoji="0" lang="ru-UA" altLang="ru-UA" sz="1800" b="0" i="0" u="none" strike="noStrike" cap="none" normalizeH="0" baseline="0">
                <a:ln>
                  <a:noFill/>
                </a:ln>
                <a:solidFill>
                  <a:schemeClr val="bg2"/>
                </a:solidFill>
                <a:effectLst/>
              </a:endParaRPr>
            </a:p>
          </p:txBody>
        </p:sp>
        <p:sp>
          <p:nvSpPr>
            <p:cNvPr id="112" name="Text Placeholder 33">
              <a:extLst>
                <a:ext uri="{FF2B5EF4-FFF2-40B4-BE49-F238E27FC236}">
                  <a16:creationId xmlns:a16="http://schemas.microsoft.com/office/drawing/2014/main" id="{B0AEA429-4EB7-4118-B2FD-8DF479992463}"/>
                </a:ext>
              </a:extLst>
            </p:cNvPr>
            <p:cNvSpPr txBox="1">
              <a:spLocks/>
            </p:cNvSpPr>
            <p:nvPr/>
          </p:nvSpPr>
          <p:spPr>
            <a:xfrm>
              <a:off x="9686923" y="2778641"/>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0" name="Group 139">
            <a:extLst>
              <a:ext uri="{FF2B5EF4-FFF2-40B4-BE49-F238E27FC236}">
                <a16:creationId xmlns:a16="http://schemas.microsoft.com/office/drawing/2014/main" id="{0B3880E0-E89D-4F82-B65C-968DA0607544}"/>
              </a:ext>
            </a:extLst>
          </p:cNvPr>
          <p:cNvGrpSpPr/>
          <p:nvPr/>
        </p:nvGrpSpPr>
        <p:grpSpPr>
          <a:xfrm>
            <a:off x="9686923" y="3673475"/>
            <a:ext cx="1223962" cy="582060"/>
            <a:chOff x="9686923" y="3673475"/>
            <a:chExt cx="1223962" cy="582060"/>
          </a:xfrm>
        </p:grpSpPr>
        <p:sp>
          <p:nvSpPr>
            <p:cNvPr id="33" name="Rectangle 32">
              <a:extLst>
                <a:ext uri="{FF2B5EF4-FFF2-40B4-BE49-F238E27FC236}">
                  <a16:creationId xmlns:a16="http://schemas.microsoft.com/office/drawing/2014/main" id="{A3AB16CB-FB66-4992-BC78-D1D5E8506556}"/>
                </a:ext>
              </a:extLst>
            </p:cNvPr>
            <p:cNvSpPr>
              <a:spLocks noChangeArrowheads="1"/>
            </p:cNvSpPr>
            <p:nvPr/>
          </p:nvSpPr>
          <p:spPr bwMode="auto">
            <a:xfrm>
              <a:off x="9756775" y="3673475"/>
              <a:ext cx="9900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INFODATA 07</a:t>
              </a:r>
              <a:endParaRPr kumimoji="0" lang="ru-UA" altLang="ru-UA" sz="1800" b="0" i="0" u="none" strike="noStrike" cap="none" normalizeH="0" baseline="0">
                <a:ln>
                  <a:noFill/>
                </a:ln>
                <a:solidFill>
                  <a:schemeClr val="bg2"/>
                </a:solidFill>
                <a:effectLst/>
              </a:endParaRPr>
            </a:p>
          </p:txBody>
        </p:sp>
        <p:sp>
          <p:nvSpPr>
            <p:cNvPr id="113" name="Text Placeholder 33">
              <a:extLst>
                <a:ext uri="{FF2B5EF4-FFF2-40B4-BE49-F238E27FC236}">
                  <a16:creationId xmlns:a16="http://schemas.microsoft.com/office/drawing/2014/main" id="{C1F7690D-39C7-4899-AB7C-210CA2CE24C2}"/>
                </a:ext>
              </a:extLst>
            </p:cNvPr>
            <p:cNvSpPr txBox="1">
              <a:spLocks/>
            </p:cNvSpPr>
            <p:nvPr/>
          </p:nvSpPr>
          <p:spPr>
            <a:xfrm>
              <a:off x="9686923" y="3872152"/>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1" name="Group 140">
            <a:extLst>
              <a:ext uri="{FF2B5EF4-FFF2-40B4-BE49-F238E27FC236}">
                <a16:creationId xmlns:a16="http://schemas.microsoft.com/office/drawing/2014/main" id="{0F5CF538-C8B0-4F2E-8D66-8BA13BC4C581}"/>
              </a:ext>
            </a:extLst>
          </p:cNvPr>
          <p:cNvGrpSpPr/>
          <p:nvPr/>
        </p:nvGrpSpPr>
        <p:grpSpPr>
          <a:xfrm>
            <a:off x="9686923" y="4743450"/>
            <a:ext cx="1223962" cy="598487"/>
            <a:chOff x="9686923" y="4743450"/>
            <a:chExt cx="1223962" cy="598487"/>
          </a:xfrm>
        </p:grpSpPr>
        <p:sp>
          <p:nvSpPr>
            <p:cNvPr id="34" name="Rectangle 33">
              <a:extLst>
                <a:ext uri="{FF2B5EF4-FFF2-40B4-BE49-F238E27FC236}">
                  <a16:creationId xmlns:a16="http://schemas.microsoft.com/office/drawing/2014/main" id="{1507E48D-C230-47D5-9E7D-0CE2DE3A09FE}"/>
                </a:ext>
              </a:extLst>
            </p:cNvPr>
            <p:cNvSpPr>
              <a:spLocks noChangeArrowheads="1"/>
            </p:cNvSpPr>
            <p:nvPr/>
          </p:nvSpPr>
          <p:spPr bwMode="auto">
            <a:xfrm>
              <a:off x="9756775" y="4743450"/>
              <a:ext cx="9900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Open Sans" panose="020B0606030504020204" pitchFamily="34" charset="0"/>
                </a:rPr>
                <a:t>INFODATA 08</a:t>
              </a:r>
              <a:endParaRPr kumimoji="0" lang="ru-UA" altLang="ru-UA" sz="1800" b="0" i="0" u="none" strike="noStrike" cap="none" normalizeH="0" baseline="0">
                <a:ln>
                  <a:noFill/>
                </a:ln>
                <a:solidFill>
                  <a:schemeClr val="bg2"/>
                </a:solidFill>
                <a:effectLst/>
              </a:endParaRPr>
            </a:p>
          </p:txBody>
        </p:sp>
        <p:sp>
          <p:nvSpPr>
            <p:cNvPr id="114" name="Text Placeholder 33">
              <a:extLst>
                <a:ext uri="{FF2B5EF4-FFF2-40B4-BE49-F238E27FC236}">
                  <a16:creationId xmlns:a16="http://schemas.microsoft.com/office/drawing/2014/main" id="{630F7FC3-9B62-45C9-8287-EC595483039F}"/>
                </a:ext>
              </a:extLst>
            </p:cNvPr>
            <p:cNvSpPr txBox="1">
              <a:spLocks/>
            </p:cNvSpPr>
            <p:nvPr/>
          </p:nvSpPr>
          <p:spPr>
            <a:xfrm>
              <a:off x="9686923" y="4958554"/>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spTree>
    <p:extLst>
      <p:ext uri="{BB962C8B-B14F-4D97-AF65-F5344CB8AC3E}">
        <p14:creationId xmlns:p14="http://schemas.microsoft.com/office/powerpoint/2010/main" val="131406220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750" fill="hold"/>
                                            <p:tgtEl>
                                              <p:spTgt spid="6"/>
                                            </p:tgtEl>
                                            <p:attrNameLst>
                                              <p:attrName>ppt_w</p:attrName>
                                            </p:attrNameLst>
                                          </p:cBhvr>
                                          <p:tavLst>
                                            <p:tav tm="0">
                                              <p:val>
                                                <p:fltVal val="0"/>
                                              </p:val>
                                            </p:tav>
                                            <p:tav tm="100000">
                                              <p:val>
                                                <p:strVal val="#ppt_w"/>
                                              </p:val>
                                            </p:tav>
                                          </p:tavLst>
                                        </p:anim>
                                        <p:anim calcmode="lin" valueType="num">
                                          <p:cBhvr>
                                            <p:cTn id="8" dur="750" fill="hold"/>
                                            <p:tgtEl>
                                              <p:spTgt spid="6"/>
                                            </p:tgtEl>
                                            <p:attrNameLst>
                                              <p:attrName>ppt_h</p:attrName>
                                            </p:attrNameLst>
                                          </p:cBhvr>
                                          <p:tavLst>
                                            <p:tav tm="0">
                                              <p:val>
                                                <p:fltVal val="0"/>
                                              </p:val>
                                            </p:tav>
                                            <p:tav tm="100000">
                                              <p:val>
                                                <p:strVal val="#ppt_h"/>
                                              </p:val>
                                            </p:tav>
                                          </p:tavLst>
                                        </p:anim>
                                        <p:animEffect transition="in" filter="fade">
                                          <p:cBhvr>
                                            <p:cTn id="9" dur="750"/>
                                            <p:tgtEl>
                                              <p:spTgt spid="6"/>
                                            </p:tgtEl>
                                          </p:cBhvr>
                                        </p:animEffect>
                                      </p:childTnLst>
                                    </p:cTn>
                                  </p:par>
                                  <p:par>
                                    <p:cTn id="10" presetID="53" presetClass="entr" presetSubtype="16" fill="hold" nodeType="withEffect">
                                      <p:stCondLst>
                                        <p:cond delay="250"/>
                                      </p:stCondLst>
                                      <p:childTnLst>
                                        <p:set>
                                          <p:cBhvr>
                                            <p:cTn id="11" dur="1" fill="hold">
                                              <p:stCondLst>
                                                <p:cond delay="0"/>
                                              </p:stCondLst>
                                            </p:cTn>
                                            <p:tgtEl>
                                              <p:spTgt spid="101"/>
                                            </p:tgtEl>
                                            <p:attrNameLst>
                                              <p:attrName>style.visibility</p:attrName>
                                            </p:attrNameLst>
                                          </p:cBhvr>
                                          <p:to>
                                            <p:strVal val="visible"/>
                                          </p:to>
                                        </p:set>
                                        <p:anim calcmode="lin" valueType="num">
                                          <p:cBhvr>
                                            <p:cTn id="12" dur="750" fill="hold"/>
                                            <p:tgtEl>
                                              <p:spTgt spid="101"/>
                                            </p:tgtEl>
                                            <p:attrNameLst>
                                              <p:attrName>ppt_w</p:attrName>
                                            </p:attrNameLst>
                                          </p:cBhvr>
                                          <p:tavLst>
                                            <p:tav tm="0">
                                              <p:val>
                                                <p:fltVal val="0"/>
                                              </p:val>
                                            </p:tav>
                                            <p:tav tm="100000">
                                              <p:val>
                                                <p:strVal val="#ppt_w"/>
                                              </p:val>
                                            </p:tav>
                                          </p:tavLst>
                                        </p:anim>
                                        <p:anim calcmode="lin" valueType="num">
                                          <p:cBhvr>
                                            <p:cTn id="13" dur="750" fill="hold"/>
                                            <p:tgtEl>
                                              <p:spTgt spid="101"/>
                                            </p:tgtEl>
                                            <p:attrNameLst>
                                              <p:attrName>ppt_h</p:attrName>
                                            </p:attrNameLst>
                                          </p:cBhvr>
                                          <p:tavLst>
                                            <p:tav tm="0">
                                              <p:val>
                                                <p:fltVal val="0"/>
                                              </p:val>
                                            </p:tav>
                                            <p:tav tm="100000">
                                              <p:val>
                                                <p:strVal val="#ppt_h"/>
                                              </p:val>
                                            </p:tav>
                                          </p:tavLst>
                                        </p:anim>
                                        <p:animEffect transition="in" filter="fade">
                                          <p:cBhvr>
                                            <p:cTn id="14" dur="750"/>
                                            <p:tgtEl>
                                              <p:spTgt spid="101"/>
                                            </p:tgtEl>
                                          </p:cBhvr>
                                        </p:animEffect>
                                      </p:childTnLst>
                                    </p:cTn>
                                  </p:par>
                                  <p:par>
                                    <p:cTn id="15" presetID="53" presetClass="entr" presetSubtype="16" fill="hold" grpId="0" nodeType="withEffect">
                                      <p:stCondLst>
                                        <p:cond delay="500"/>
                                      </p:stCondLst>
                                      <p:childTnLst>
                                        <p:set>
                                          <p:cBhvr>
                                            <p:cTn id="16" dur="1" fill="hold">
                                              <p:stCondLst>
                                                <p:cond delay="0"/>
                                              </p:stCondLst>
                                            </p:cTn>
                                            <p:tgtEl>
                                              <p:spTgt spid="104"/>
                                            </p:tgtEl>
                                            <p:attrNameLst>
                                              <p:attrName>style.visibility</p:attrName>
                                            </p:attrNameLst>
                                          </p:cBhvr>
                                          <p:to>
                                            <p:strVal val="visible"/>
                                          </p:to>
                                        </p:set>
                                        <p:anim calcmode="lin" valueType="num">
                                          <p:cBhvr>
                                            <p:cTn id="17" dur="750" fill="hold"/>
                                            <p:tgtEl>
                                              <p:spTgt spid="104"/>
                                            </p:tgtEl>
                                            <p:attrNameLst>
                                              <p:attrName>ppt_w</p:attrName>
                                            </p:attrNameLst>
                                          </p:cBhvr>
                                          <p:tavLst>
                                            <p:tav tm="0">
                                              <p:val>
                                                <p:fltVal val="0"/>
                                              </p:val>
                                            </p:tav>
                                            <p:tav tm="100000">
                                              <p:val>
                                                <p:strVal val="#ppt_w"/>
                                              </p:val>
                                            </p:tav>
                                          </p:tavLst>
                                        </p:anim>
                                        <p:anim calcmode="lin" valueType="num">
                                          <p:cBhvr>
                                            <p:cTn id="18" dur="750" fill="hold"/>
                                            <p:tgtEl>
                                              <p:spTgt spid="104"/>
                                            </p:tgtEl>
                                            <p:attrNameLst>
                                              <p:attrName>ppt_h</p:attrName>
                                            </p:attrNameLst>
                                          </p:cBhvr>
                                          <p:tavLst>
                                            <p:tav tm="0">
                                              <p:val>
                                                <p:fltVal val="0"/>
                                              </p:val>
                                            </p:tav>
                                            <p:tav tm="100000">
                                              <p:val>
                                                <p:strVal val="#ppt_h"/>
                                              </p:val>
                                            </p:tav>
                                          </p:tavLst>
                                        </p:anim>
                                        <p:animEffect transition="in" filter="fade">
                                          <p:cBhvr>
                                            <p:cTn id="19" dur="750"/>
                                            <p:tgtEl>
                                              <p:spTgt spid="104"/>
                                            </p:tgtEl>
                                          </p:cBhvr>
                                        </p:animEffect>
                                      </p:childTnLst>
                                    </p:cTn>
                                  </p:par>
                                  <p:par>
                                    <p:cTn id="20" presetID="53" presetClass="entr" presetSubtype="16" fill="hold" grpId="0" nodeType="withEffect">
                                      <p:stCondLst>
                                        <p:cond delay="750"/>
                                      </p:stCondLst>
                                      <p:childTnLst>
                                        <p:set>
                                          <p:cBhvr>
                                            <p:cTn id="21" dur="1" fill="hold">
                                              <p:stCondLst>
                                                <p:cond delay="0"/>
                                              </p:stCondLst>
                                            </p:cTn>
                                            <p:tgtEl>
                                              <p:spTgt spid="105"/>
                                            </p:tgtEl>
                                            <p:attrNameLst>
                                              <p:attrName>style.visibility</p:attrName>
                                            </p:attrNameLst>
                                          </p:cBhvr>
                                          <p:to>
                                            <p:strVal val="visible"/>
                                          </p:to>
                                        </p:set>
                                        <p:anim calcmode="lin" valueType="num">
                                          <p:cBhvr>
                                            <p:cTn id="22" dur="750" fill="hold"/>
                                            <p:tgtEl>
                                              <p:spTgt spid="105"/>
                                            </p:tgtEl>
                                            <p:attrNameLst>
                                              <p:attrName>ppt_w</p:attrName>
                                            </p:attrNameLst>
                                          </p:cBhvr>
                                          <p:tavLst>
                                            <p:tav tm="0">
                                              <p:val>
                                                <p:fltVal val="0"/>
                                              </p:val>
                                            </p:tav>
                                            <p:tav tm="100000">
                                              <p:val>
                                                <p:strVal val="#ppt_w"/>
                                              </p:val>
                                            </p:tav>
                                          </p:tavLst>
                                        </p:anim>
                                        <p:anim calcmode="lin" valueType="num">
                                          <p:cBhvr>
                                            <p:cTn id="23" dur="750" fill="hold"/>
                                            <p:tgtEl>
                                              <p:spTgt spid="105"/>
                                            </p:tgtEl>
                                            <p:attrNameLst>
                                              <p:attrName>ppt_h</p:attrName>
                                            </p:attrNameLst>
                                          </p:cBhvr>
                                          <p:tavLst>
                                            <p:tav tm="0">
                                              <p:val>
                                                <p:fltVal val="0"/>
                                              </p:val>
                                            </p:tav>
                                            <p:tav tm="100000">
                                              <p:val>
                                                <p:strVal val="#ppt_h"/>
                                              </p:val>
                                            </p:tav>
                                          </p:tavLst>
                                        </p:anim>
                                        <p:animEffect transition="in" filter="fade">
                                          <p:cBhvr>
                                            <p:cTn id="24" dur="750"/>
                                            <p:tgtEl>
                                              <p:spTgt spid="105"/>
                                            </p:tgtEl>
                                          </p:cBhvr>
                                        </p:animEffect>
                                      </p:childTnLst>
                                    </p:cTn>
                                  </p:par>
                                  <p:par>
                                    <p:cTn id="25" presetID="53" presetClass="entr" presetSubtype="16" fill="hold" grpId="0" nodeType="withEffect">
                                      <p:stCondLst>
                                        <p:cond delay="750"/>
                                      </p:stCondLst>
                                      <p:childTnLst>
                                        <p:set>
                                          <p:cBhvr>
                                            <p:cTn id="26" dur="1" fill="hold">
                                              <p:stCondLst>
                                                <p:cond delay="0"/>
                                              </p:stCondLst>
                                            </p:cTn>
                                            <p:tgtEl>
                                              <p:spTgt spid="39"/>
                                            </p:tgtEl>
                                            <p:attrNameLst>
                                              <p:attrName>style.visibility</p:attrName>
                                            </p:attrNameLst>
                                          </p:cBhvr>
                                          <p:to>
                                            <p:strVal val="visible"/>
                                          </p:to>
                                        </p:set>
                                        <p:anim calcmode="lin" valueType="num">
                                          <p:cBhvr>
                                            <p:cTn id="27" dur="750" fill="hold"/>
                                            <p:tgtEl>
                                              <p:spTgt spid="39"/>
                                            </p:tgtEl>
                                            <p:attrNameLst>
                                              <p:attrName>ppt_w</p:attrName>
                                            </p:attrNameLst>
                                          </p:cBhvr>
                                          <p:tavLst>
                                            <p:tav tm="0">
                                              <p:val>
                                                <p:fltVal val="0"/>
                                              </p:val>
                                            </p:tav>
                                            <p:tav tm="100000">
                                              <p:val>
                                                <p:strVal val="#ppt_w"/>
                                              </p:val>
                                            </p:tav>
                                          </p:tavLst>
                                        </p:anim>
                                        <p:anim calcmode="lin" valueType="num">
                                          <p:cBhvr>
                                            <p:cTn id="28" dur="750" fill="hold"/>
                                            <p:tgtEl>
                                              <p:spTgt spid="39"/>
                                            </p:tgtEl>
                                            <p:attrNameLst>
                                              <p:attrName>ppt_h</p:attrName>
                                            </p:attrNameLst>
                                          </p:cBhvr>
                                          <p:tavLst>
                                            <p:tav tm="0">
                                              <p:val>
                                                <p:fltVal val="0"/>
                                              </p:val>
                                            </p:tav>
                                            <p:tav tm="100000">
                                              <p:val>
                                                <p:strVal val="#ppt_h"/>
                                              </p:val>
                                            </p:tav>
                                          </p:tavLst>
                                        </p:anim>
                                        <p:animEffect transition="in" filter="fade">
                                          <p:cBhvr>
                                            <p:cTn id="29" dur="750"/>
                                            <p:tgtEl>
                                              <p:spTgt spid="39"/>
                                            </p:tgtEl>
                                          </p:cBhvr>
                                        </p:animEffect>
                                      </p:childTnLst>
                                    </p:cTn>
                                  </p:par>
                                  <p:par>
                                    <p:cTn id="30" presetID="53" presetClass="entr" presetSubtype="16" fill="hold" grpId="0" nodeType="withEffect">
                                      <p:stCondLst>
                                        <p:cond delay="1000"/>
                                      </p:stCondLst>
                                      <p:childTnLst>
                                        <p:set>
                                          <p:cBhvr>
                                            <p:cTn id="31" dur="1" fill="hold">
                                              <p:stCondLst>
                                                <p:cond delay="0"/>
                                              </p:stCondLst>
                                            </p:cTn>
                                            <p:tgtEl>
                                              <p:spTgt spid="44"/>
                                            </p:tgtEl>
                                            <p:attrNameLst>
                                              <p:attrName>style.visibility</p:attrName>
                                            </p:attrNameLst>
                                          </p:cBhvr>
                                          <p:to>
                                            <p:strVal val="visible"/>
                                          </p:to>
                                        </p:set>
                                        <p:anim calcmode="lin" valueType="num">
                                          <p:cBhvr>
                                            <p:cTn id="32" dur="750" fill="hold"/>
                                            <p:tgtEl>
                                              <p:spTgt spid="44"/>
                                            </p:tgtEl>
                                            <p:attrNameLst>
                                              <p:attrName>ppt_w</p:attrName>
                                            </p:attrNameLst>
                                          </p:cBhvr>
                                          <p:tavLst>
                                            <p:tav tm="0">
                                              <p:val>
                                                <p:fltVal val="0"/>
                                              </p:val>
                                            </p:tav>
                                            <p:tav tm="100000">
                                              <p:val>
                                                <p:strVal val="#ppt_w"/>
                                              </p:val>
                                            </p:tav>
                                          </p:tavLst>
                                        </p:anim>
                                        <p:anim calcmode="lin" valueType="num">
                                          <p:cBhvr>
                                            <p:cTn id="33" dur="750" fill="hold"/>
                                            <p:tgtEl>
                                              <p:spTgt spid="44"/>
                                            </p:tgtEl>
                                            <p:attrNameLst>
                                              <p:attrName>ppt_h</p:attrName>
                                            </p:attrNameLst>
                                          </p:cBhvr>
                                          <p:tavLst>
                                            <p:tav tm="0">
                                              <p:val>
                                                <p:fltVal val="0"/>
                                              </p:val>
                                            </p:tav>
                                            <p:tav tm="100000">
                                              <p:val>
                                                <p:strVal val="#ppt_h"/>
                                              </p:val>
                                            </p:tav>
                                          </p:tavLst>
                                        </p:anim>
                                        <p:animEffect transition="in" filter="fade">
                                          <p:cBhvr>
                                            <p:cTn id="34" dur="750"/>
                                            <p:tgtEl>
                                              <p:spTgt spid="44"/>
                                            </p:tgtEl>
                                          </p:cBhvr>
                                        </p:animEffect>
                                      </p:childTnLst>
                                    </p:cTn>
                                  </p:par>
                                  <p:par>
                                    <p:cTn id="35" presetID="53" presetClass="entr" presetSubtype="16" fill="hold" grpId="0" nodeType="withEffect">
                                      <p:stCondLst>
                                        <p:cond delay="1250"/>
                                      </p:stCondLst>
                                      <p:childTnLst>
                                        <p:set>
                                          <p:cBhvr>
                                            <p:cTn id="36" dur="1" fill="hold">
                                              <p:stCondLst>
                                                <p:cond delay="0"/>
                                              </p:stCondLst>
                                            </p:cTn>
                                            <p:tgtEl>
                                              <p:spTgt spid="45"/>
                                            </p:tgtEl>
                                            <p:attrNameLst>
                                              <p:attrName>style.visibility</p:attrName>
                                            </p:attrNameLst>
                                          </p:cBhvr>
                                          <p:to>
                                            <p:strVal val="visible"/>
                                          </p:to>
                                        </p:set>
                                        <p:anim calcmode="lin" valueType="num">
                                          <p:cBhvr>
                                            <p:cTn id="37" dur="750" fill="hold"/>
                                            <p:tgtEl>
                                              <p:spTgt spid="45"/>
                                            </p:tgtEl>
                                            <p:attrNameLst>
                                              <p:attrName>ppt_w</p:attrName>
                                            </p:attrNameLst>
                                          </p:cBhvr>
                                          <p:tavLst>
                                            <p:tav tm="0">
                                              <p:val>
                                                <p:fltVal val="0"/>
                                              </p:val>
                                            </p:tav>
                                            <p:tav tm="100000">
                                              <p:val>
                                                <p:strVal val="#ppt_w"/>
                                              </p:val>
                                            </p:tav>
                                          </p:tavLst>
                                        </p:anim>
                                        <p:anim calcmode="lin" valueType="num">
                                          <p:cBhvr>
                                            <p:cTn id="38" dur="750" fill="hold"/>
                                            <p:tgtEl>
                                              <p:spTgt spid="45"/>
                                            </p:tgtEl>
                                            <p:attrNameLst>
                                              <p:attrName>ppt_h</p:attrName>
                                            </p:attrNameLst>
                                          </p:cBhvr>
                                          <p:tavLst>
                                            <p:tav tm="0">
                                              <p:val>
                                                <p:fltVal val="0"/>
                                              </p:val>
                                            </p:tav>
                                            <p:tav tm="100000">
                                              <p:val>
                                                <p:strVal val="#ppt_h"/>
                                              </p:val>
                                            </p:tav>
                                          </p:tavLst>
                                        </p:anim>
                                        <p:animEffect transition="in" filter="fade">
                                          <p:cBhvr>
                                            <p:cTn id="39" dur="750"/>
                                            <p:tgtEl>
                                              <p:spTgt spid="45"/>
                                            </p:tgtEl>
                                          </p:cBhvr>
                                        </p:animEffect>
                                      </p:childTnLst>
                                    </p:cTn>
                                  </p:par>
                                  <p:par>
                                    <p:cTn id="40" presetID="53" presetClass="entr" presetSubtype="16" fill="hold" grpId="0" nodeType="withEffect">
                                      <p:stCondLst>
                                        <p:cond delay="1500"/>
                                      </p:stCondLst>
                                      <p:childTnLst>
                                        <p:set>
                                          <p:cBhvr>
                                            <p:cTn id="41" dur="1" fill="hold">
                                              <p:stCondLst>
                                                <p:cond delay="0"/>
                                              </p:stCondLst>
                                            </p:cTn>
                                            <p:tgtEl>
                                              <p:spTgt spid="46"/>
                                            </p:tgtEl>
                                            <p:attrNameLst>
                                              <p:attrName>style.visibility</p:attrName>
                                            </p:attrNameLst>
                                          </p:cBhvr>
                                          <p:to>
                                            <p:strVal val="visible"/>
                                          </p:to>
                                        </p:set>
                                        <p:anim calcmode="lin" valueType="num">
                                          <p:cBhvr>
                                            <p:cTn id="42" dur="750" fill="hold"/>
                                            <p:tgtEl>
                                              <p:spTgt spid="46"/>
                                            </p:tgtEl>
                                            <p:attrNameLst>
                                              <p:attrName>ppt_w</p:attrName>
                                            </p:attrNameLst>
                                          </p:cBhvr>
                                          <p:tavLst>
                                            <p:tav tm="0">
                                              <p:val>
                                                <p:fltVal val="0"/>
                                              </p:val>
                                            </p:tav>
                                            <p:tav tm="100000">
                                              <p:val>
                                                <p:strVal val="#ppt_w"/>
                                              </p:val>
                                            </p:tav>
                                          </p:tavLst>
                                        </p:anim>
                                        <p:anim calcmode="lin" valueType="num">
                                          <p:cBhvr>
                                            <p:cTn id="43" dur="750" fill="hold"/>
                                            <p:tgtEl>
                                              <p:spTgt spid="46"/>
                                            </p:tgtEl>
                                            <p:attrNameLst>
                                              <p:attrName>ppt_h</p:attrName>
                                            </p:attrNameLst>
                                          </p:cBhvr>
                                          <p:tavLst>
                                            <p:tav tm="0">
                                              <p:val>
                                                <p:fltVal val="0"/>
                                              </p:val>
                                            </p:tav>
                                            <p:tav tm="100000">
                                              <p:val>
                                                <p:strVal val="#ppt_h"/>
                                              </p:val>
                                            </p:tav>
                                          </p:tavLst>
                                        </p:anim>
                                        <p:animEffect transition="in" filter="fade">
                                          <p:cBhvr>
                                            <p:cTn id="44" dur="750"/>
                                            <p:tgtEl>
                                              <p:spTgt spid="46"/>
                                            </p:tgtEl>
                                          </p:cBhvr>
                                        </p:animEffect>
                                      </p:childTnLst>
                                    </p:cTn>
                                  </p:par>
                                  <p:par>
                                    <p:cTn id="45" presetID="53" presetClass="entr" presetSubtype="16" fill="hold" grpId="0" nodeType="withEffect">
                                      <p:stCondLst>
                                        <p:cond delay="750"/>
                                      </p:stCondLst>
                                      <p:childTnLst>
                                        <p:set>
                                          <p:cBhvr>
                                            <p:cTn id="46" dur="1" fill="hold">
                                              <p:stCondLst>
                                                <p:cond delay="0"/>
                                              </p:stCondLst>
                                            </p:cTn>
                                            <p:tgtEl>
                                              <p:spTgt spid="11"/>
                                            </p:tgtEl>
                                            <p:attrNameLst>
                                              <p:attrName>style.visibility</p:attrName>
                                            </p:attrNameLst>
                                          </p:cBhvr>
                                          <p:to>
                                            <p:strVal val="visible"/>
                                          </p:to>
                                        </p:set>
                                        <p:anim calcmode="lin" valueType="num">
                                          <p:cBhvr>
                                            <p:cTn id="47" dur="750" fill="hold"/>
                                            <p:tgtEl>
                                              <p:spTgt spid="11"/>
                                            </p:tgtEl>
                                            <p:attrNameLst>
                                              <p:attrName>ppt_w</p:attrName>
                                            </p:attrNameLst>
                                          </p:cBhvr>
                                          <p:tavLst>
                                            <p:tav tm="0">
                                              <p:val>
                                                <p:fltVal val="0"/>
                                              </p:val>
                                            </p:tav>
                                            <p:tav tm="100000">
                                              <p:val>
                                                <p:strVal val="#ppt_w"/>
                                              </p:val>
                                            </p:tav>
                                          </p:tavLst>
                                        </p:anim>
                                        <p:anim calcmode="lin" valueType="num">
                                          <p:cBhvr>
                                            <p:cTn id="48" dur="750" fill="hold"/>
                                            <p:tgtEl>
                                              <p:spTgt spid="11"/>
                                            </p:tgtEl>
                                            <p:attrNameLst>
                                              <p:attrName>ppt_h</p:attrName>
                                            </p:attrNameLst>
                                          </p:cBhvr>
                                          <p:tavLst>
                                            <p:tav tm="0">
                                              <p:val>
                                                <p:fltVal val="0"/>
                                              </p:val>
                                            </p:tav>
                                            <p:tav tm="100000">
                                              <p:val>
                                                <p:strVal val="#ppt_h"/>
                                              </p:val>
                                            </p:tav>
                                          </p:tavLst>
                                        </p:anim>
                                        <p:animEffect transition="in" filter="fade">
                                          <p:cBhvr>
                                            <p:cTn id="49" dur="750"/>
                                            <p:tgtEl>
                                              <p:spTgt spid="11"/>
                                            </p:tgtEl>
                                          </p:cBhvr>
                                        </p:animEffect>
                                      </p:childTnLst>
                                    </p:cTn>
                                  </p:par>
                                  <p:par>
                                    <p:cTn id="50" presetID="53" presetClass="entr" presetSubtype="16" fill="hold" grpId="0" nodeType="withEffect">
                                      <p:stCondLst>
                                        <p:cond delay="1000"/>
                                      </p:stCondLst>
                                      <p:childTnLst>
                                        <p:set>
                                          <p:cBhvr>
                                            <p:cTn id="51" dur="1" fill="hold">
                                              <p:stCondLst>
                                                <p:cond delay="0"/>
                                              </p:stCondLst>
                                            </p:cTn>
                                            <p:tgtEl>
                                              <p:spTgt spid="16"/>
                                            </p:tgtEl>
                                            <p:attrNameLst>
                                              <p:attrName>style.visibility</p:attrName>
                                            </p:attrNameLst>
                                          </p:cBhvr>
                                          <p:to>
                                            <p:strVal val="visible"/>
                                          </p:to>
                                        </p:set>
                                        <p:anim calcmode="lin" valueType="num">
                                          <p:cBhvr>
                                            <p:cTn id="52" dur="750" fill="hold"/>
                                            <p:tgtEl>
                                              <p:spTgt spid="16"/>
                                            </p:tgtEl>
                                            <p:attrNameLst>
                                              <p:attrName>ppt_w</p:attrName>
                                            </p:attrNameLst>
                                          </p:cBhvr>
                                          <p:tavLst>
                                            <p:tav tm="0">
                                              <p:val>
                                                <p:fltVal val="0"/>
                                              </p:val>
                                            </p:tav>
                                            <p:tav tm="100000">
                                              <p:val>
                                                <p:strVal val="#ppt_w"/>
                                              </p:val>
                                            </p:tav>
                                          </p:tavLst>
                                        </p:anim>
                                        <p:anim calcmode="lin" valueType="num">
                                          <p:cBhvr>
                                            <p:cTn id="53" dur="750" fill="hold"/>
                                            <p:tgtEl>
                                              <p:spTgt spid="16"/>
                                            </p:tgtEl>
                                            <p:attrNameLst>
                                              <p:attrName>ppt_h</p:attrName>
                                            </p:attrNameLst>
                                          </p:cBhvr>
                                          <p:tavLst>
                                            <p:tav tm="0">
                                              <p:val>
                                                <p:fltVal val="0"/>
                                              </p:val>
                                            </p:tav>
                                            <p:tav tm="100000">
                                              <p:val>
                                                <p:strVal val="#ppt_h"/>
                                              </p:val>
                                            </p:tav>
                                          </p:tavLst>
                                        </p:anim>
                                        <p:animEffect transition="in" filter="fade">
                                          <p:cBhvr>
                                            <p:cTn id="54" dur="750"/>
                                            <p:tgtEl>
                                              <p:spTgt spid="16"/>
                                            </p:tgtEl>
                                          </p:cBhvr>
                                        </p:animEffect>
                                      </p:childTnLst>
                                    </p:cTn>
                                  </p:par>
                                  <p:par>
                                    <p:cTn id="55" presetID="53" presetClass="entr" presetSubtype="16" fill="hold" grpId="0" nodeType="withEffect">
                                      <p:stCondLst>
                                        <p:cond delay="1250"/>
                                      </p:stCondLst>
                                      <p:childTnLst>
                                        <p:set>
                                          <p:cBhvr>
                                            <p:cTn id="56" dur="1" fill="hold">
                                              <p:stCondLst>
                                                <p:cond delay="0"/>
                                              </p:stCondLst>
                                            </p:cTn>
                                            <p:tgtEl>
                                              <p:spTgt spid="17"/>
                                            </p:tgtEl>
                                            <p:attrNameLst>
                                              <p:attrName>style.visibility</p:attrName>
                                            </p:attrNameLst>
                                          </p:cBhvr>
                                          <p:to>
                                            <p:strVal val="visible"/>
                                          </p:to>
                                        </p:set>
                                        <p:anim calcmode="lin" valueType="num">
                                          <p:cBhvr>
                                            <p:cTn id="57" dur="750" fill="hold"/>
                                            <p:tgtEl>
                                              <p:spTgt spid="17"/>
                                            </p:tgtEl>
                                            <p:attrNameLst>
                                              <p:attrName>ppt_w</p:attrName>
                                            </p:attrNameLst>
                                          </p:cBhvr>
                                          <p:tavLst>
                                            <p:tav tm="0">
                                              <p:val>
                                                <p:fltVal val="0"/>
                                              </p:val>
                                            </p:tav>
                                            <p:tav tm="100000">
                                              <p:val>
                                                <p:strVal val="#ppt_w"/>
                                              </p:val>
                                            </p:tav>
                                          </p:tavLst>
                                        </p:anim>
                                        <p:anim calcmode="lin" valueType="num">
                                          <p:cBhvr>
                                            <p:cTn id="58" dur="750" fill="hold"/>
                                            <p:tgtEl>
                                              <p:spTgt spid="17"/>
                                            </p:tgtEl>
                                            <p:attrNameLst>
                                              <p:attrName>ppt_h</p:attrName>
                                            </p:attrNameLst>
                                          </p:cBhvr>
                                          <p:tavLst>
                                            <p:tav tm="0">
                                              <p:val>
                                                <p:fltVal val="0"/>
                                              </p:val>
                                            </p:tav>
                                            <p:tav tm="100000">
                                              <p:val>
                                                <p:strVal val="#ppt_h"/>
                                              </p:val>
                                            </p:tav>
                                          </p:tavLst>
                                        </p:anim>
                                        <p:animEffect transition="in" filter="fade">
                                          <p:cBhvr>
                                            <p:cTn id="59" dur="750"/>
                                            <p:tgtEl>
                                              <p:spTgt spid="17"/>
                                            </p:tgtEl>
                                          </p:cBhvr>
                                        </p:animEffect>
                                      </p:childTnLst>
                                    </p:cTn>
                                  </p:par>
                                  <p:par>
                                    <p:cTn id="60" presetID="53" presetClass="entr" presetSubtype="16" fill="hold" grpId="0" nodeType="withEffect">
                                      <p:stCondLst>
                                        <p:cond delay="1500"/>
                                      </p:stCondLst>
                                      <p:childTnLst>
                                        <p:set>
                                          <p:cBhvr>
                                            <p:cTn id="61" dur="1" fill="hold">
                                              <p:stCondLst>
                                                <p:cond delay="0"/>
                                              </p:stCondLst>
                                            </p:cTn>
                                            <p:tgtEl>
                                              <p:spTgt spid="18"/>
                                            </p:tgtEl>
                                            <p:attrNameLst>
                                              <p:attrName>style.visibility</p:attrName>
                                            </p:attrNameLst>
                                          </p:cBhvr>
                                          <p:to>
                                            <p:strVal val="visible"/>
                                          </p:to>
                                        </p:set>
                                        <p:anim calcmode="lin" valueType="num">
                                          <p:cBhvr>
                                            <p:cTn id="62" dur="750" fill="hold"/>
                                            <p:tgtEl>
                                              <p:spTgt spid="18"/>
                                            </p:tgtEl>
                                            <p:attrNameLst>
                                              <p:attrName>ppt_w</p:attrName>
                                            </p:attrNameLst>
                                          </p:cBhvr>
                                          <p:tavLst>
                                            <p:tav tm="0">
                                              <p:val>
                                                <p:fltVal val="0"/>
                                              </p:val>
                                            </p:tav>
                                            <p:tav tm="100000">
                                              <p:val>
                                                <p:strVal val="#ppt_w"/>
                                              </p:val>
                                            </p:tav>
                                          </p:tavLst>
                                        </p:anim>
                                        <p:anim calcmode="lin" valueType="num">
                                          <p:cBhvr>
                                            <p:cTn id="63" dur="750" fill="hold"/>
                                            <p:tgtEl>
                                              <p:spTgt spid="18"/>
                                            </p:tgtEl>
                                            <p:attrNameLst>
                                              <p:attrName>ppt_h</p:attrName>
                                            </p:attrNameLst>
                                          </p:cBhvr>
                                          <p:tavLst>
                                            <p:tav tm="0">
                                              <p:val>
                                                <p:fltVal val="0"/>
                                              </p:val>
                                            </p:tav>
                                            <p:tav tm="100000">
                                              <p:val>
                                                <p:strVal val="#ppt_h"/>
                                              </p:val>
                                            </p:tav>
                                          </p:tavLst>
                                        </p:anim>
                                        <p:animEffect transition="in" filter="fade">
                                          <p:cBhvr>
                                            <p:cTn id="64" dur="750"/>
                                            <p:tgtEl>
                                              <p:spTgt spid="18"/>
                                            </p:tgtEl>
                                          </p:cBhvr>
                                        </p:animEffect>
                                      </p:childTnLst>
                                    </p:cTn>
                                  </p:par>
                                  <p:par>
                                    <p:cTn id="65" presetID="22" presetClass="entr" presetSubtype="2" fill="hold" grpId="0" nodeType="withEffect">
                                      <p:stCondLst>
                                        <p:cond delay="750"/>
                                      </p:stCondLst>
                                      <p:childTnLst>
                                        <p:set>
                                          <p:cBhvr>
                                            <p:cTn id="66" dur="1" fill="hold">
                                              <p:stCondLst>
                                                <p:cond delay="0"/>
                                              </p:stCondLst>
                                            </p:cTn>
                                            <p:tgtEl>
                                              <p:spTgt spid="35"/>
                                            </p:tgtEl>
                                            <p:attrNameLst>
                                              <p:attrName>style.visibility</p:attrName>
                                            </p:attrNameLst>
                                          </p:cBhvr>
                                          <p:to>
                                            <p:strVal val="visible"/>
                                          </p:to>
                                        </p:set>
                                        <p:animEffect transition="in" filter="wipe(right)">
                                          <p:cBhvr>
                                            <p:cTn id="67" dur="500"/>
                                            <p:tgtEl>
                                              <p:spTgt spid="35"/>
                                            </p:tgtEl>
                                          </p:cBhvr>
                                        </p:animEffect>
                                      </p:childTnLst>
                                    </p:cTn>
                                  </p:par>
                                  <p:par>
                                    <p:cTn id="68" presetID="22" presetClass="entr" presetSubtype="2" fill="hold" grpId="0" nodeType="withEffect">
                                      <p:stCondLst>
                                        <p:cond delay="1000"/>
                                      </p:stCondLst>
                                      <p:childTnLst>
                                        <p:set>
                                          <p:cBhvr>
                                            <p:cTn id="69" dur="1" fill="hold">
                                              <p:stCondLst>
                                                <p:cond delay="0"/>
                                              </p:stCondLst>
                                            </p:cTn>
                                            <p:tgtEl>
                                              <p:spTgt spid="37"/>
                                            </p:tgtEl>
                                            <p:attrNameLst>
                                              <p:attrName>style.visibility</p:attrName>
                                            </p:attrNameLst>
                                          </p:cBhvr>
                                          <p:to>
                                            <p:strVal val="visible"/>
                                          </p:to>
                                        </p:set>
                                        <p:animEffect transition="in" filter="wipe(right)">
                                          <p:cBhvr>
                                            <p:cTn id="70" dur="500"/>
                                            <p:tgtEl>
                                              <p:spTgt spid="37"/>
                                            </p:tgtEl>
                                          </p:cBhvr>
                                        </p:animEffect>
                                      </p:childTnLst>
                                    </p:cTn>
                                  </p:par>
                                  <p:par>
                                    <p:cTn id="71" presetID="22" presetClass="entr" presetSubtype="2" fill="hold" grpId="0" nodeType="withEffect">
                                      <p:stCondLst>
                                        <p:cond delay="1250"/>
                                      </p:stCondLst>
                                      <p:childTnLst>
                                        <p:set>
                                          <p:cBhvr>
                                            <p:cTn id="72" dur="1" fill="hold">
                                              <p:stCondLst>
                                                <p:cond delay="0"/>
                                              </p:stCondLst>
                                            </p:cTn>
                                            <p:tgtEl>
                                              <p:spTgt spid="38"/>
                                            </p:tgtEl>
                                            <p:attrNameLst>
                                              <p:attrName>style.visibility</p:attrName>
                                            </p:attrNameLst>
                                          </p:cBhvr>
                                          <p:to>
                                            <p:strVal val="visible"/>
                                          </p:to>
                                        </p:set>
                                        <p:animEffect transition="in" filter="wipe(right)">
                                          <p:cBhvr>
                                            <p:cTn id="73" dur="500"/>
                                            <p:tgtEl>
                                              <p:spTgt spid="38"/>
                                            </p:tgtEl>
                                          </p:cBhvr>
                                        </p:animEffect>
                                      </p:childTnLst>
                                    </p:cTn>
                                  </p:par>
                                  <p:par>
                                    <p:cTn id="74" presetID="22" presetClass="entr" presetSubtype="2" fill="hold" grpId="0" nodeType="withEffect">
                                      <p:stCondLst>
                                        <p:cond delay="1500"/>
                                      </p:stCondLst>
                                      <p:childTnLst>
                                        <p:set>
                                          <p:cBhvr>
                                            <p:cTn id="75" dur="1" fill="hold">
                                              <p:stCondLst>
                                                <p:cond delay="0"/>
                                              </p:stCondLst>
                                            </p:cTn>
                                            <p:tgtEl>
                                              <p:spTgt spid="36"/>
                                            </p:tgtEl>
                                            <p:attrNameLst>
                                              <p:attrName>style.visibility</p:attrName>
                                            </p:attrNameLst>
                                          </p:cBhvr>
                                          <p:to>
                                            <p:strVal val="visible"/>
                                          </p:to>
                                        </p:set>
                                        <p:animEffect transition="in" filter="wipe(right)">
                                          <p:cBhvr>
                                            <p:cTn id="76" dur="500"/>
                                            <p:tgtEl>
                                              <p:spTgt spid="36"/>
                                            </p:tgtEl>
                                          </p:cBhvr>
                                        </p:animEffect>
                                      </p:childTnLst>
                                    </p:cTn>
                                  </p:par>
                                  <p:par>
                                    <p:cTn id="77" presetID="22" presetClass="entr" presetSubtype="4" fill="hold" grpId="0" nodeType="withEffect">
                                      <p:stCondLst>
                                        <p:cond delay="750"/>
                                      </p:stCondLst>
                                      <p:childTnLst>
                                        <p:set>
                                          <p:cBhvr>
                                            <p:cTn id="78" dur="1" fill="hold">
                                              <p:stCondLst>
                                                <p:cond delay="0"/>
                                              </p:stCondLst>
                                            </p:cTn>
                                            <p:tgtEl>
                                              <p:spTgt spid="7"/>
                                            </p:tgtEl>
                                            <p:attrNameLst>
                                              <p:attrName>style.visibility</p:attrName>
                                            </p:attrNameLst>
                                          </p:cBhvr>
                                          <p:to>
                                            <p:strVal val="visible"/>
                                          </p:to>
                                        </p:set>
                                        <p:animEffect transition="in" filter="wipe(down)">
                                          <p:cBhvr>
                                            <p:cTn id="79" dur="500"/>
                                            <p:tgtEl>
                                              <p:spTgt spid="7"/>
                                            </p:tgtEl>
                                          </p:cBhvr>
                                        </p:animEffect>
                                      </p:childTnLst>
                                    </p:cTn>
                                  </p:par>
                                  <p:par>
                                    <p:cTn id="80" presetID="22" presetClass="entr" presetSubtype="4" fill="hold" grpId="0" nodeType="withEffect">
                                      <p:stCondLst>
                                        <p:cond delay="1000"/>
                                      </p:stCondLst>
                                      <p:childTnLst>
                                        <p:set>
                                          <p:cBhvr>
                                            <p:cTn id="81" dur="1" fill="hold">
                                              <p:stCondLst>
                                                <p:cond delay="0"/>
                                              </p:stCondLst>
                                            </p:cTn>
                                            <p:tgtEl>
                                              <p:spTgt spid="9"/>
                                            </p:tgtEl>
                                            <p:attrNameLst>
                                              <p:attrName>style.visibility</p:attrName>
                                            </p:attrNameLst>
                                          </p:cBhvr>
                                          <p:to>
                                            <p:strVal val="visible"/>
                                          </p:to>
                                        </p:set>
                                        <p:animEffect transition="in" filter="wipe(down)">
                                          <p:cBhvr>
                                            <p:cTn id="82" dur="500"/>
                                            <p:tgtEl>
                                              <p:spTgt spid="9"/>
                                            </p:tgtEl>
                                          </p:cBhvr>
                                        </p:animEffect>
                                      </p:childTnLst>
                                    </p:cTn>
                                  </p:par>
                                  <p:par>
                                    <p:cTn id="83" presetID="22" presetClass="entr" presetSubtype="4" fill="hold" grpId="0" nodeType="withEffect">
                                      <p:stCondLst>
                                        <p:cond delay="1250"/>
                                      </p:stCondLst>
                                      <p:childTnLst>
                                        <p:set>
                                          <p:cBhvr>
                                            <p:cTn id="84" dur="1" fill="hold">
                                              <p:stCondLst>
                                                <p:cond delay="0"/>
                                              </p:stCondLst>
                                            </p:cTn>
                                            <p:tgtEl>
                                              <p:spTgt spid="10"/>
                                            </p:tgtEl>
                                            <p:attrNameLst>
                                              <p:attrName>style.visibility</p:attrName>
                                            </p:attrNameLst>
                                          </p:cBhvr>
                                          <p:to>
                                            <p:strVal val="visible"/>
                                          </p:to>
                                        </p:set>
                                        <p:animEffect transition="in" filter="wipe(down)">
                                          <p:cBhvr>
                                            <p:cTn id="85" dur="500"/>
                                            <p:tgtEl>
                                              <p:spTgt spid="10"/>
                                            </p:tgtEl>
                                          </p:cBhvr>
                                        </p:animEffect>
                                      </p:childTnLst>
                                    </p:cTn>
                                  </p:par>
                                  <p:par>
                                    <p:cTn id="86" presetID="22" presetClass="entr" presetSubtype="4" fill="hold" grpId="0" nodeType="withEffect">
                                      <p:stCondLst>
                                        <p:cond delay="1500"/>
                                      </p:stCondLst>
                                      <p:childTnLst>
                                        <p:set>
                                          <p:cBhvr>
                                            <p:cTn id="87" dur="1" fill="hold">
                                              <p:stCondLst>
                                                <p:cond delay="0"/>
                                              </p:stCondLst>
                                            </p:cTn>
                                            <p:tgtEl>
                                              <p:spTgt spid="8"/>
                                            </p:tgtEl>
                                            <p:attrNameLst>
                                              <p:attrName>style.visibility</p:attrName>
                                            </p:attrNameLst>
                                          </p:cBhvr>
                                          <p:to>
                                            <p:strVal val="visible"/>
                                          </p:to>
                                        </p:set>
                                        <p:animEffect transition="in" filter="wipe(down)">
                                          <p:cBhvr>
                                            <p:cTn id="88" dur="500"/>
                                            <p:tgtEl>
                                              <p:spTgt spid="8"/>
                                            </p:tgtEl>
                                          </p:cBhvr>
                                        </p:animEffect>
                                      </p:childTnLst>
                                    </p:cTn>
                                  </p:par>
                                  <p:par>
                                    <p:cTn id="89" presetID="53" presetClass="entr" presetSubtype="16" fill="hold" nodeType="withEffect">
                                      <p:stCondLst>
                                        <p:cond delay="1000"/>
                                      </p:stCondLst>
                                      <p:childTnLst>
                                        <p:set>
                                          <p:cBhvr>
                                            <p:cTn id="90" dur="1" fill="hold">
                                              <p:stCondLst>
                                                <p:cond delay="0"/>
                                              </p:stCondLst>
                                            </p:cTn>
                                            <p:tgtEl>
                                              <p:spTgt spid="2"/>
                                            </p:tgtEl>
                                            <p:attrNameLst>
                                              <p:attrName>style.visibility</p:attrName>
                                            </p:attrNameLst>
                                          </p:cBhvr>
                                          <p:to>
                                            <p:strVal val="visible"/>
                                          </p:to>
                                        </p:set>
                                        <p:anim calcmode="lin" valueType="num">
                                          <p:cBhvr>
                                            <p:cTn id="91" dur="500" fill="hold"/>
                                            <p:tgtEl>
                                              <p:spTgt spid="2"/>
                                            </p:tgtEl>
                                            <p:attrNameLst>
                                              <p:attrName>ppt_w</p:attrName>
                                            </p:attrNameLst>
                                          </p:cBhvr>
                                          <p:tavLst>
                                            <p:tav tm="0">
                                              <p:val>
                                                <p:fltVal val="0"/>
                                              </p:val>
                                            </p:tav>
                                            <p:tav tm="100000">
                                              <p:val>
                                                <p:strVal val="#ppt_w"/>
                                              </p:val>
                                            </p:tav>
                                          </p:tavLst>
                                        </p:anim>
                                        <p:anim calcmode="lin" valueType="num">
                                          <p:cBhvr>
                                            <p:cTn id="92" dur="500" fill="hold"/>
                                            <p:tgtEl>
                                              <p:spTgt spid="2"/>
                                            </p:tgtEl>
                                            <p:attrNameLst>
                                              <p:attrName>ppt_h</p:attrName>
                                            </p:attrNameLst>
                                          </p:cBhvr>
                                          <p:tavLst>
                                            <p:tav tm="0">
                                              <p:val>
                                                <p:fltVal val="0"/>
                                              </p:val>
                                            </p:tav>
                                            <p:tav tm="100000">
                                              <p:val>
                                                <p:strVal val="#ppt_h"/>
                                              </p:val>
                                            </p:tav>
                                          </p:tavLst>
                                        </p:anim>
                                        <p:animEffect transition="in" filter="fade">
                                          <p:cBhvr>
                                            <p:cTn id="93" dur="500"/>
                                            <p:tgtEl>
                                              <p:spTgt spid="2"/>
                                            </p:tgtEl>
                                          </p:cBhvr>
                                        </p:animEffect>
                                      </p:childTnLst>
                                    </p:cTn>
                                  </p:par>
                                  <p:par>
                                    <p:cTn id="94" presetID="53" presetClass="entr" presetSubtype="16" fill="hold" nodeType="withEffect">
                                      <p:stCondLst>
                                        <p:cond delay="1250"/>
                                      </p:stCondLst>
                                      <p:childTnLst>
                                        <p:set>
                                          <p:cBhvr>
                                            <p:cTn id="95" dur="1" fill="hold">
                                              <p:stCondLst>
                                                <p:cond delay="0"/>
                                              </p:stCondLst>
                                            </p:cTn>
                                            <p:tgtEl>
                                              <p:spTgt spid="3"/>
                                            </p:tgtEl>
                                            <p:attrNameLst>
                                              <p:attrName>style.visibility</p:attrName>
                                            </p:attrNameLst>
                                          </p:cBhvr>
                                          <p:to>
                                            <p:strVal val="visible"/>
                                          </p:to>
                                        </p:set>
                                        <p:anim calcmode="lin" valueType="num">
                                          <p:cBhvr>
                                            <p:cTn id="96" dur="500" fill="hold"/>
                                            <p:tgtEl>
                                              <p:spTgt spid="3"/>
                                            </p:tgtEl>
                                            <p:attrNameLst>
                                              <p:attrName>ppt_w</p:attrName>
                                            </p:attrNameLst>
                                          </p:cBhvr>
                                          <p:tavLst>
                                            <p:tav tm="0">
                                              <p:val>
                                                <p:fltVal val="0"/>
                                              </p:val>
                                            </p:tav>
                                            <p:tav tm="100000">
                                              <p:val>
                                                <p:strVal val="#ppt_w"/>
                                              </p:val>
                                            </p:tav>
                                          </p:tavLst>
                                        </p:anim>
                                        <p:anim calcmode="lin" valueType="num">
                                          <p:cBhvr>
                                            <p:cTn id="97" dur="500" fill="hold"/>
                                            <p:tgtEl>
                                              <p:spTgt spid="3"/>
                                            </p:tgtEl>
                                            <p:attrNameLst>
                                              <p:attrName>ppt_h</p:attrName>
                                            </p:attrNameLst>
                                          </p:cBhvr>
                                          <p:tavLst>
                                            <p:tav tm="0">
                                              <p:val>
                                                <p:fltVal val="0"/>
                                              </p:val>
                                            </p:tav>
                                            <p:tav tm="100000">
                                              <p:val>
                                                <p:strVal val="#ppt_h"/>
                                              </p:val>
                                            </p:tav>
                                          </p:tavLst>
                                        </p:anim>
                                        <p:animEffect transition="in" filter="fade">
                                          <p:cBhvr>
                                            <p:cTn id="98" dur="500"/>
                                            <p:tgtEl>
                                              <p:spTgt spid="3"/>
                                            </p:tgtEl>
                                          </p:cBhvr>
                                        </p:animEffect>
                                      </p:childTnLst>
                                    </p:cTn>
                                  </p:par>
                                  <p:par>
                                    <p:cTn id="99" presetID="53" presetClass="entr" presetSubtype="16" fill="hold" nodeType="withEffect">
                                      <p:stCondLst>
                                        <p:cond delay="1500"/>
                                      </p:stCondLst>
                                      <p:childTnLst>
                                        <p:set>
                                          <p:cBhvr>
                                            <p:cTn id="100" dur="1" fill="hold">
                                              <p:stCondLst>
                                                <p:cond delay="0"/>
                                              </p:stCondLst>
                                            </p:cTn>
                                            <p:tgtEl>
                                              <p:spTgt spid="4"/>
                                            </p:tgtEl>
                                            <p:attrNameLst>
                                              <p:attrName>style.visibility</p:attrName>
                                            </p:attrNameLst>
                                          </p:cBhvr>
                                          <p:to>
                                            <p:strVal val="visible"/>
                                          </p:to>
                                        </p:set>
                                        <p:anim calcmode="lin" valueType="num">
                                          <p:cBhvr>
                                            <p:cTn id="101" dur="500" fill="hold"/>
                                            <p:tgtEl>
                                              <p:spTgt spid="4"/>
                                            </p:tgtEl>
                                            <p:attrNameLst>
                                              <p:attrName>ppt_w</p:attrName>
                                            </p:attrNameLst>
                                          </p:cBhvr>
                                          <p:tavLst>
                                            <p:tav tm="0">
                                              <p:val>
                                                <p:fltVal val="0"/>
                                              </p:val>
                                            </p:tav>
                                            <p:tav tm="100000">
                                              <p:val>
                                                <p:strVal val="#ppt_w"/>
                                              </p:val>
                                            </p:tav>
                                          </p:tavLst>
                                        </p:anim>
                                        <p:anim calcmode="lin" valueType="num">
                                          <p:cBhvr>
                                            <p:cTn id="102" dur="500" fill="hold"/>
                                            <p:tgtEl>
                                              <p:spTgt spid="4"/>
                                            </p:tgtEl>
                                            <p:attrNameLst>
                                              <p:attrName>ppt_h</p:attrName>
                                            </p:attrNameLst>
                                          </p:cBhvr>
                                          <p:tavLst>
                                            <p:tav tm="0">
                                              <p:val>
                                                <p:fltVal val="0"/>
                                              </p:val>
                                            </p:tav>
                                            <p:tav tm="100000">
                                              <p:val>
                                                <p:strVal val="#ppt_h"/>
                                              </p:val>
                                            </p:tav>
                                          </p:tavLst>
                                        </p:anim>
                                        <p:animEffect transition="in" filter="fade">
                                          <p:cBhvr>
                                            <p:cTn id="103" dur="500"/>
                                            <p:tgtEl>
                                              <p:spTgt spid="4"/>
                                            </p:tgtEl>
                                          </p:cBhvr>
                                        </p:animEffect>
                                      </p:childTnLst>
                                    </p:cTn>
                                  </p:par>
                                  <p:par>
                                    <p:cTn id="104" presetID="53" presetClass="entr" presetSubtype="16" fill="hold" nodeType="withEffect">
                                      <p:stCondLst>
                                        <p:cond delay="1750"/>
                                      </p:stCondLst>
                                      <p:childTnLst>
                                        <p:set>
                                          <p:cBhvr>
                                            <p:cTn id="105" dur="1" fill="hold">
                                              <p:stCondLst>
                                                <p:cond delay="0"/>
                                              </p:stCondLst>
                                            </p:cTn>
                                            <p:tgtEl>
                                              <p:spTgt spid="5"/>
                                            </p:tgtEl>
                                            <p:attrNameLst>
                                              <p:attrName>style.visibility</p:attrName>
                                            </p:attrNameLst>
                                          </p:cBhvr>
                                          <p:to>
                                            <p:strVal val="visible"/>
                                          </p:to>
                                        </p:set>
                                        <p:anim calcmode="lin" valueType="num">
                                          <p:cBhvr>
                                            <p:cTn id="106" dur="500" fill="hold"/>
                                            <p:tgtEl>
                                              <p:spTgt spid="5"/>
                                            </p:tgtEl>
                                            <p:attrNameLst>
                                              <p:attrName>ppt_w</p:attrName>
                                            </p:attrNameLst>
                                          </p:cBhvr>
                                          <p:tavLst>
                                            <p:tav tm="0">
                                              <p:val>
                                                <p:fltVal val="0"/>
                                              </p:val>
                                            </p:tav>
                                            <p:tav tm="100000">
                                              <p:val>
                                                <p:strVal val="#ppt_w"/>
                                              </p:val>
                                            </p:tav>
                                          </p:tavLst>
                                        </p:anim>
                                        <p:anim calcmode="lin" valueType="num">
                                          <p:cBhvr>
                                            <p:cTn id="107" dur="500" fill="hold"/>
                                            <p:tgtEl>
                                              <p:spTgt spid="5"/>
                                            </p:tgtEl>
                                            <p:attrNameLst>
                                              <p:attrName>ppt_h</p:attrName>
                                            </p:attrNameLst>
                                          </p:cBhvr>
                                          <p:tavLst>
                                            <p:tav tm="0">
                                              <p:val>
                                                <p:fltVal val="0"/>
                                              </p:val>
                                            </p:tav>
                                            <p:tav tm="100000">
                                              <p:val>
                                                <p:strVal val="#ppt_h"/>
                                              </p:val>
                                            </p:tav>
                                          </p:tavLst>
                                        </p:anim>
                                        <p:animEffect transition="in" filter="fade">
                                          <p:cBhvr>
                                            <p:cTn id="108" dur="500"/>
                                            <p:tgtEl>
                                              <p:spTgt spid="5"/>
                                            </p:tgtEl>
                                          </p:cBhvr>
                                        </p:animEffect>
                                      </p:childTnLst>
                                    </p:cTn>
                                  </p:par>
                                  <p:par>
                                    <p:cTn id="109" presetID="53" presetClass="entr" presetSubtype="16" fill="hold" nodeType="withEffect">
                                      <p:stCondLst>
                                        <p:cond delay="1000"/>
                                      </p:stCondLst>
                                      <p:childTnLst>
                                        <p:set>
                                          <p:cBhvr>
                                            <p:cTn id="110" dur="1" fill="hold">
                                              <p:stCondLst>
                                                <p:cond delay="0"/>
                                              </p:stCondLst>
                                            </p:cTn>
                                            <p:tgtEl>
                                              <p:spTgt spid="21"/>
                                            </p:tgtEl>
                                            <p:attrNameLst>
                                              <p:attrName>style.visibility</p:attrName>
                                            </p:attrNameLst>
                                          </p:cBhvr>
                                          <p:to>
                                            <p:strVal val="visible"/>
                                          </p:to>
                                        </p:set>
                                        <p:anim calcmode="lin" valueType="num">
                                          <p:cBhvr>
                                            <p:cTn id="111" dur="500" fill="hold"/>
                                            <p:tgtEl>
                                              <p:spTgt spid="21"/>
                                            </p:tgtEl>
                                            <p:attrNameLst>
                                              <p:attrName>ppt_w</p:attrName>
                                            </p:attrNameLst>
                                          </p:cBhvr>
                                          <p:tavLst>
                                            <p:tav tm="0">
                                              <p:val>
                                                <p:fltVal val="0"/>
                                              </p:val>
                                            </p:tav>
                                            <p:tav tm="100000">
                                              <p:val>
                                                <p:strVal val="#ppt_w"/>
                                              </p:val>
                                            </p:tav>
                                          </p:tavLst>
                                        </p:anim>
                                        <p:anim calcmode="lin" valueType="num">
                                          <p:cBhvr>
                                            <p:cTn id="112" dur="500" fill="hold"/>
                                            <p:tgtEl>
                                              <p:spTgt spid="21"/>
                                            </p:tgtEl>
                                            <p:attrNameLst>
                                              <p:attrName>ppt_h</p:attrName>
                                            </p:attrNameLst>
                                          </p:cBhvr>
                                          <p:tavLst>
                                            <p:tav tm="0">
                                              <p:val>
                                                <p:fltVal val="0"/>
                                              </p:val>
                                            </p:tav>
                                            <p:tav tm="100000">
                                              <p:val>
                                                <p:strVal val="#ppt_h"/>
                                              </p:val>
                                            </p:tav>
                                          </p:tavLst>
                                        </p:anim>
                                        <p:animEffect transition="in" filter="fade">
                                          <p:cBhvr>
                                            <p:cTn id="113" dur="500"/>
                                            <p:tgtEl>
                                              <p:spTgt spid="21"/>
                                            </p:tgtEl>
                                          </p:cBhvr>
                                        </p:animEffect>
                                      </p:childTnLst>
                                    </p:cTn>
                                  </p:par>
                                  <p:par>
                                    <p:cTn id="114" presetID="53" presetClass="entr" presetSubtype="16" fill="hold" nodeType="withEffect">
                                      <p:stCondLst>
                                        <p:cond delay="1250"/>
                                      </p:stCondLst>
                                      <p:childTnLst>
                                        <p:set>
                                          <p:cBhvr>
                                            <p:cTn id="115" dur="1" fill="hold">
                                              <p:stCondLst>
                                                <p:cond delay="0"/>
                                              </p:stCondLst>
                                            </p:cTn>
                                            <p:tgtEl>
                                              <p:spTgt spid="24"/>
                                            </p:tgtEl>
                                            <p:attrNameLst>
                                              <p:attrName>style.visibility</p:attrName>
                                            </p:attrNameLst>
                                          </p:cBhvr>
                                          <p:to>
                                            <p:strVal val="visible"/>
                                          </p:to>
                                        </p:set>
                                        <p:anim calcmode="lin" valueType="num">
                                          <p:cBhvr>
                                            <p:cTn id="116" dur="500" fill="hold"/>
                                            <p:tgtEl>
                                              <p:spTgt spid="24"/>
                                            </p:tgtEl>
                                            <p:attrNameLst>
                                              <p:attrName>ppt_w</p:attrName>
                                            </p:attrNameLst>
                                          </p:cBhvr>
                                          <p:tavLst>
                                            <p:tav tm="0">
                                              <p:val>
                                                <p:fltVal val="0"/>
                                              </p:val>
                                            </p:tav>
                                            <p:tav tm="100000">
                                              <p:val>
                                                <p:strVal val="#ppt_w"/>
                                              </p:val>
                                            </p:tav>
                                          </p:tavLst>
                                        </p:anim>
                                        <p:anim calcmode="lin" valueType="num">
                                          <p:cBhvr>
                                            <p:cTn id="117" dur="500" fill="hold"/>
                                            <p:tgtEl>
                                              <p:spTgt spid="24"/>
                                            </p:tgtEl>
                                            <p:attrNameLst>
                                              <p:attrName>ppt_h</p:attrName>
                                            </p:attrNameLst>
                                          </p:cBhvr>
                                          <p:tavLst>
                                            <p:tav tm="0">
                                              <p:val>
                                                <p:fltVal val="0"/>
                                              </p:val>
                                            </p:tav>
                                            <p:tav tm="100000">
                                              <p:val>
                                                <p:strVal val="#ppt_h"/>
                                              </p:val>
                                            </p:tav>
                                          </p:tavLst>
                                        </p:anim>
                                        <p:animEffect transition="in" filter="fade">
                                          <p:cBhvr>
                                            <p:cTn id="118" dur="500"/>
                                            <p:tgtEl>
                                              <p:spTgt spid="24"/>
                                            </p:tgtEl>
                                          </p:cBhvr>
                                        </p:animEffect>
                                      </p:childTnLst>
                                    </p:cTn>
                                  </p:par>
                                  <p:par>
                                    <p:cTn id="119" presetID="53" presetClass="entr" presetSubtype="16" fill="hold" nodeType="withEffect">
                                      <p:stCondLst>
                                        <p:cond delay="1500"/>
                                      </p:stCondLst>
                                      <p:childTnLst>
                                        <p:set>
                                          <p:cBhvr>
                                            <p:cTn id="120" dur="1" fill="hold">
                                              <p:stCondLst>
                                                <p:cond delay="0"/>
                                              </p:stCondLst>
                                            </p:cTn>
                                            <p:tgtEl>
                                              <p:spTgt spid="27"/>
                                            </p:tgtEl>
                                            <p:attrNameLst>
                                              <p:attrName>style.visibility</p:attrName>
                                            </p:attrNameLst>
                                          </p:cBhvr>
                                          <p:to>
                                            <p:strVal val="visible"/>
                                          </p:to>
                                        </p:set>
                                        <p:anim calcmode="lin" valueType="num">
                                          <p:cBhvr>
                                            <p:cTn id="121" dur="500" fill="hold"/>
                                            <p:tgtEl>
                                              <p:spTgt spid="27"/>
                                            </p:tgtEl>
                                            <p:attrNameLst>
                                              <p:attrName>ppt_w</p:attrName>
                                            </p:attrNameLst>
                                          </p:cBhvr>
                                          <p:tavLst>
                                            <p:tav tm="0">
                                              <p:val>
                                                <p:fltVal val="0"/>
                                              </p:val>
                                            </p:tav>
                                            <p:tav tm="100000">
                                              <p:val>
                                                <p:strVal val="#ppt_w"/>
                                              </p:val>
                                            </p:tav>
                                          </p:tavLst>
                                        </p:anim>
                                        <p:anim calcmode="lin" valueType="num">
                                          <p:cBhvr>
                                            <p:cTn id="122" dur="500" fill="hold"/>
                                            <p:tgtEl>
                                              <p:spTgt spid="27"/>
                                            </p:tgtEl>
                                            <p:attrNameLst>
                                              <p:attrName>ppt_h</p:attrName>
                                            </p:attrNameLst>
                                          </p:cBhvr>
                                          <p:tavLst>
                                            <p:tav tm="0">
                                              <p:val>
                                                <p:fltVal val="0"/>
                                              </p:val>
                                            </p:tav>
                                            <p:tav tm="100000">
                                              <p:val>
                                                <p:strVal val="#ppt_h"/>
                                              </p:val>
                                            </p:tav>
                                          </p:tavLst>
                                        </p:anim>
                                        <p:animEffect transition="in" filter="fade">
                                          <p:cBhvr>
                                            <p:cTn id="123" dur="500"/>
                                            <p:tgtEl>
                                              <p:spTgt spid="27"/>
                                            </p:tgtEl>
                                          </p:cBhvr>
                                        </p:animEffect>
                                      </p:childTnLst>
                                    </p:cTn>
                                  </p:par>
                                  <p:par>
                                    <p:cTn id="124" presetID="53" presetClass="entr" presetSubtype="16" fill="hold" nodeType="withEffect">
                                      <p:stCondLst>
                                        <p:cond delay="1750"/>
                                      </p:stCondLst>
                                      <p:childTnLst>
                                        <p:set>
                                          <p:cBhvr>
                                            <p:cTn id="125" dur="1" fill="hold">
                                              <p:stCondLst>
                                                <p:cond delay="0"/>
                                              </p:stCondLst>
                                            </p:cTn>
                                            <p:tgtEl>
                                              <p:spTgt spid="30"/>
                                            </p:tgtEl>
                                            <p:attrNameLst>
                                              <p:attrName>style.visibility</p:attrName>
                                            </p:attrNameLst>
                                          </p:cBhvr>
                                          <p:to>
                                            <p:strVal val="visible"/>
                                          </p:to>
                                        </p:set>
                                        <p:anim calcmode="lin" valueType="num">
                                          <p:cBhvr>
                                            <p:cTn id="126" dur="500" fill="hold"/>
                                            <p:tgtEl>
                                              <p:spTgt spid="30"/>
                                            </p:tgtEl>
                                            <p:attrNameLst>
                                              <p:attrName>ppt_w</p:attrName>
                                            </p:attrNameLst>
                                          </p:cBhvr>
                                          <p:tavLst>
                                            <p:tav tm="0">
                                              <p:val>
                                                <p:fltVal val="0"/>
                                              </p:val>
                                            </p:tav>
                                            <p:tav tm="100000">
                                              <p:val>
                                                <p:strVal val="#ppt_w"/>
                                              </p:val>
                                            </p:tav>
                                          </p:tavLst>
                                        </p:anim>
                                        <p:anim calcmode="lin" valueType="num">
                                          <p:cBhvr>
                                            <p:cTn id="127" dur="500" fill="hold"/>
                                            <p:tgtEl>
                                              <p:spTgt spid="30"/>
                                            </p:tgtEl>
                                            <p:attrNameLst>
                                              <p:attrName>ppt_h</p:attrName>
                                            </p:attrNameLst>
                                          </p:cBhvr>
                                          <p:tavLst>
                                            <p:tav tm="0">
                                              <p:val>
                                                <p:fltVal val="0"/>
                                              </p:val>
                                            </p:tav>
                                            <p:tav tm="100000">
                                              <p:val>
                                                <p:strVal val="#ppt_h"/>
                                              </p:val>
                                            </p:tav>
                                          </p:tavLst>
                                        </p:anim>
                                        <p:animEffect transition="in" filter="fade">
                                          <p:cBhvr>
                                            <p:cTn id="128" dur="500"/>
                                            <p:tgtEl>
                                              <p:spTgt spid="30"/>
                                            </p:tgtEl>
                                          </p:cBhvr>
                                        </p:animEffect>
                                      </p:childTnLst>
                                    </p:cTn>
                                  </p:par>
                                  <p:par>
                                    <p:cTn id="129" presetID="53" presetClass="entr" presetSubtype="16" fill="hold" grpId="0" nodeType="withEffect">
                                      <p:stCondLst>
                                        <p:cond delay="1000"/>
                                      </p:stCondLst>
                                      <p:childTnLst>
                                        <p:set>
                                          <p:cBhvr>
                                            <p:cTn id="130" dur="1" fill="hold">
                                              <p:stCondLst>
                                                <p:cond delay="0"/>
                                              </p:stCondLst>
                                            </p:cTn>
                                            <p:tgtEl>
                                              <p:spTgt spid="40"/>
                                            </p:tgtEl>
                                            <p:attrNameLst>
                                              <p:attrName>style.visibility</p:attrName>
                                            </p:attrNameLst>
                                          </p:cBhvr>
                                          <p:to>
                                            <p:strVal val="visible"/>
                                          </p:to>
                                        </p:set>
                                        <p:anim calcmode="lin" valueType="num">
                                          <p:cBhvr>
                                            <p:cTn id="131" dur="500" fill="hold"/>
                                            <p:tgtEl>
                                              <p:spTgt spid="40"/>
                                            </p:tgtEl>
                                            <p:attrNameLst>
                                              <p:attrName>ppt_w</p:attrName>
                                            </p:attrNameLst>
                                          </p:cBhvr>
                                          <p:tavLst>
                                            <p:tav tm="0">
                                              <p:val>
                                                <p:fltVal val="0"/>
                                              </p:val>
                                            </p:tav>
                                            <p:tav tm="100000">
                                              <p:val>
                                                <p:strVal val="#ppt_w"/>
                                              </p:val>
                                            </p:tav>
                                          </p:tavLst>
                                        </p:anim>
                                        <p:anim calcmode="lin" valueType="num">
                                          <p:cBhvr>
                                            <p:cTn id="132" dur="500" fill="hold"/>
                                            <p:tgtEl>
                                              <p:spTgt spid="40"/>
                                            </p:tgtEl>
                                            <p:attrNameLst>
                                              <p:attrName>ppt_h</p:attrName>
                                            </p:attrNameLst>
                                          </p:cBhvr>
                                          <p:tavLst>
                                            <p:tav tm="0">
                                              <p:val>
                                                <p:fltVal val="0"/>
                                              </p:val>
                                            </p:tav>
                                            <p:tav tm="100000">
                                              <p:val>
                                                <p:strVal val="#ppt_h"/>
                                              </p:val>
                                            </p:tav>
                                          </p:tavLst>
                                        </p:anim>
                                        <p:animEffect transition="in" filter="fade">
                                          <p:cBhvr>
                                            <p:cTn id="133" dur="500"/>
                                            <p:tgtEl>
                                              <p:spTgt spid="40"/>
                                            </p:tgtEl>
                                          </p:cBhvr>
                                        </p:animEffect>
                                      </p:childTnLst>
                                    </p:cTn>
                                  </p:par>
                                  <p:par>
                                    <p:cTn id="134" presetID="53" presetClass="entr" presetSubtype="16" fill="hold" grpId="0" nodeType="withEffect">
                                      <p:stCondLst>
                                        <p:cond delay="1250"/>
                                      </p:stCondLst>
                                      <p:childTnLst>
                                        <p:set>
                                          <p:cBhvr>
                                            <p:cTn id="135" dur="1" fill="hold">
                                              <p:stCondLst>
                                                <p:cond delay="0"/>
                                              </p:stCondLst>
                                            </p:cTn>
                                            <p:tgtEl>
                                              <p:spTgt spid="41"/>
                                            </p:tgtEl>
                                            <p:attrNameLst>
                                              <p:attrName>style.visibility</p:attrName>
                                            </p:attrNameLst>
                                          </p:cBhvr>
                                          <p:to>
                                            <p:strVal val="visible"/>
                                          </p:to>
                                        </p:set>
                                        <p:anim calcmode="lin" valueType="num">
                                          <p:cBhvr>
                                            <p:cTn id="136" dur="500" fill="hold"/>
                                            <p:tgtEl>
                                              <p:spTgt spid="41"/>
                                            </p:tgtEl>
                                            <p:attrNameLst>
                                              <p:attrName>ppt_w</p:attrName>
                                            </p:attrNameLst>
                                          </p:cBhvr>
                                          <p:tavLst>
                                            <p:tav tm="0">
                                              <p:val>
                                                <p:fltVal val="0"/>
                                              </p:val>
                                            </p:tav>
                                            <p:tav tm="100000">
                                              <p:val>
                                                <p:strVal val="#ppt_w"/>
                                              </p:val>
                                            </p:tav>
                                          </p:tavLst>
                                        </p:anim>
                                        <p:anim calcmode="lin" valueType="num">
                                          <p:cBhvr>
                                            <p:cTn id="137" dur="500" fill="hold"/>
                                            <p:tgtEl>
                                              <p:spTgt spid="41"/>
                                            </p:tgtEl>
                                            <p:attrNameLst>
                                              <p:attrName>ppt_h</p:attrName>
                                            </p:attrNameLst>
                                          </p:cBhvr>
                                          <p:tavLst>
                                            <p:tav tm="0">
                                              <p:val>
                                                <p:fltVal val="0"/>
                                              </p:val>
                                            </p:tav>
                                            <p:tav tm="100000">
                                              <p:val>
                                                <p:strVal val="#ppt_h"/>
                                              </p:val>
                                            </p:tav>
                                          </p:tavLst>
                                        </p:anim>
                                        <p:animEffect transition="in" filter="fade">
                                          <p:cBhvr>
                                            <p:cTn id="138" dur="500"/>
                                            <p:tgtEl>
                                              <p:spTgt spid="41"/>
                                            </p:tgtEl>
                                          </p:cBhvr>
                                        </p:animEffect>
                                      </p:childTnLst>
                                    </p:cTn>
                                  </p:par>
                                  <p:par>
                                    <p:cTn id="139" presetID="53" presetClass="entr" presetSubtype="16" fill="hold" grpId="0" nodeType="withEffect">
                                      <p:stCondLst>
                                        <p:cond delay="1500"/>
                                      </p:stCondLst>
                                      <p:childTnLst>
                                        <p:set>
                                          <p:cBhvr>
                                            <p:cTn id="140" dur="1" fill="hold">
                                              <p:stCondLst>
                                                <p:cond delay="0"/>
                                              </p:stCondLst>
                                            </p:cTn>
                                            <p:tgtEl>
                                              <p:spTgt spid="42"/>
                                            </p:tgtEl>
                                            <p:attrNameLst>
                                              <p:attrName>style.visibility</p:attrName>
                                            </p:attrNameLst>
                                          </p:cBhvr>
                                          <p:to>
                                            <p:strVal val="visible"/>
                                          </p:to>
                                        </p:set>
                                        <p:anim calcmode="lin" valueType="num">
                                          <p:cBhvr>
                                            <p:cTn id="141" dur="500" fill="hold"/>
                                            <p:tgtEl>
                                              <p:spTgt spid="42"/>
                                            </p:tgtEl>
                                            <p:attrNameLst>
                                              <p:attrName>ppt_w</p:attrName>
                                            </p:attrNameLst>
                                          </p:cBhvr>
                                          <p:tavLst>
                                            <p:tav tm="0">
                                              <p:val>
                                                <p:fltVal val="0"/>
                                              </p:val>
                                            </p:tav>
                                            <p:tav tm="100000">
                                              <p:val>
                                                <p:strVal val="#ppt_w"/>
                                              </p:val>
                                            </p:tav>
                                          </p:tavLst>
                                        </p:anim>
                                        <p:anim calcmode="lin" valueType="num">
                                          <p:cBhvr>
                                            <p:cTn id="142" dur="500" fill="hold"/>
                                            <p:tgtEl>
                                              <p:spTgt spid="42"/>
                                            </p:tgtEl>
                                            <p:attrNameLst>
                                              <p:attrName>ppt_h</p:attrName>
                                            </p:attrNameLst>
                                          </p:cBhvr>
                                          <p:tavLst>
                                            <p:tav tm="0">
                                              <p:val>
                                                <p:fltVal val="0"/>
                                              </p:val>
                                            </p:tav>
                                            <p:tav tm="100000">
                                              <p:val>
                                                <p:strVal val="#ppt_h"/>
                                              </p:val>
                                            </p:tav>
                                          </p:tavLst>
                                        </p:anim>
                                        <p:animEffect transition="in" filter="fade">
                                          <p:cBhvr>
                                            <p:cTn id="143" dur="500"/>
                                            <p:tgtEl>
                                              <p:spTgt spid="42"/>
                                            </p:tgtEl>
                                          </p:cBhvr>
                                        </p:animEffect>
                                      </p:childTnLst>
                                    </p:cTn>
                                  </p:par>
                                  <p:par>
                                    <p:cTn id="144" presetID="53" presetClass="entr" presetSubtype="16" fill="hold" grpId="0" nodeType="withEffect">
                                      <p:stCondLst>
                                        <p:cond delay="1750"/>
                                      </p:stCondLst>
                                      <p:childTnLst>
                                        <p:set>
                                          <p:cBhvr>
                                            <p:cTn id="145" dur="1" fill="hold">
                                              <p:stCondLst>
                                                <p:cond delay="0"/>
                                              </p:stCondLst>
                                            </p:cTn>
                                            <p:tgtEl>
                                              <p:spTgt spid="43"/>
                                            </p:tgtEl>
                                            <p:attrNameLst>
                                              <p:attrName>style.visibility</p:attrName>
                                            </p:attrNameLst>
                                          </p:cBhvr>
                                          <p:to>
                                            <p:strVal val="visible"/>
                                          </p:to>
                                        </p:set>
                                        <p:anim calcmode="lin" valueType="num">
                                          <p:cBhvr>
                                            <p:cTn id="146" dur="500" fill="hold"/>
                                            <p:tgtEl>
                                              <p:spTgt spid="43"/>
                                            </p:tgtEl>
                                            <p:attrNameLst>
                                              <p:attrName>ppt_w</p:attrName>
                                            </p:attrNameLst>
                                          </p:cBhvr>
                                          <p:tavLst>
                                            <p:tav tm="0">
                                              <p:val>
                                                <p:fltVal val="0"/>
                                              </p:val>
                                            </p:tav>
                                            <p:tav tm="100000">
                                              <p:val>
                                                <p:strVal val="#ppt_w"/>
                                              </p:val>
                                            </p:tav>
                                          </p:tavLst>
                                        </p:anim>
                                        <p:anim calcmode="lin" valueType="num">
                                          <p:cBhvr>
                                            <p:cTn id="147" dur="500" fill="hold"/>
                                            <p:tgtEl>
                                              <p:spTgt spid="43"/>
                                            </p:tgtEl>
                                            <p:attrNameLst>
                                              <p:attrName>ppt_h</p:attrName>
                                            </p:attrNameLst>
                                          </p:cBhvr>
                                          <p:tavLst>
                                            <p:tav tm="0">
                                              <p:val>
                                                <p:fltVal val="0"/>
                                              </p:val>
                                            </p:tav>
                                            <p:tav tm="100000">
                                              <p:val>
                                                <p:strVal val="#ppt_h"/>
                                              </p:val>
                                            </p:tav>
                                          </p:tavLst>
                                        </p:anim>
                                        <p:animEffect transition="in" filter="fade">
                                          <p:cBhvr>
                                            <p:cTn id="148" dur="500"/>
                                            <p:tgtEl>
                                              <p:spTgt spid="43"/>
                                            </p:tgtEl>
                                          </p:cBhvr>
                                        </p:animEffect>
                                      </p:childTnLst>
                                    </p:cTn>
                                  </p:par>
                                  <p:par>
                                    <p:cTn id="149" presetID="53" presetClass="entr" presetSubtype="16" fill="hold" grpId="0" nodeType="withEffect">
                                      <p:stCondLst>
                                        <p:cond delay="100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500" fill="hold"/>
                                            <p:tgtEl>
                                              <p:spTgt spid="12"/>
                                            </p:tgtEl>
                                            <p:attrNameLst>
                                              <p:attrName>ppt_w</p:attrName>
                                            </p:attrNameLst>
                                          </p:cBhvr>
                                          <p:tavLst>
                                            <p:tav tm="0">
                                              <p:val>
                                                <p:fltVal val="0"/>
                                              </p:val>
                                            </p:tav>
                                            <p:tav tm="100000">
                                              <p:val>
                                                <p:strVal val="#ppt_w"/>
                                              </p:val>
                                            </p:tav>
                                          </p:tavLst>
                                        </p:anim>
                                        <p:anim calcmode="lin" valueType="num">
                                          <p:cBhvr>
                                            <p:cTn id="152" dur="500" fill="hold"/>
                                            <p:tgtEl>
                                              <p:spTgt spid="12"/>
                                            </p:tgtEl>
                                            <p:attrNameLst>
                                              <p:attrName>ppt_h</p:attrName>
                                            </p:attrNameLst>
                                          </p:cBhvr>
                                          <p:tavLst>
                                            <p:tav tm="0">
                                              <p:val>
                                                <p:fltVal val="0"/>
                                              </p:val>
                                            </p:tav>
                                            <p:tav tm="100000">
                                              <p:val>
                                                <p:strVal val="#ppt_h"/>
                                              </p:val>
                                            </p:tav>
                                          </p:tavLst>
                                        </p:anim>
                                        <p:animEffect transition="in" filter="fade">
                                          <p:cBhvr>
                                            <p:cTn id="153" dur="500"/>
                                            <p:tgtEl>
                                              <p:spTgt spid="12"/>
                                            </p:tgtEl>
                                          </p:cBhvr>
                                        </p:animEffect>
                                      </p:childTnLst>
                                    </p:cTn>
                                  </p:par>
                                  <p:par>
                                    <p:cTn id="154" presetID="53" presetClass="entr" presetSubtype="16" fill="hold" grpId="0" nodeType="withEffect">
                                      <p:stCondLst>
                                        <p:cond delay="1250"/>
                                      </p:stCondLst>
                                      <p:childTnLst>
                                        <p:set>
                                          <p:cBhvr>
                                            <p:cTn id="155" dur="1" fill="hold">
                                              <p:stCondLst>
                                                <p:cond delay="0"/>
                                              </p:stCondLst>
                                            </p:cTn>
                                            <p:tgtEl>
                                              <p:spTgt spid="13"/>
                                            </p:tgtEl>
                                            <p:attrNameLst>
                                              <p:attrName>style.visibility</p:attrName>
                                            </p:attrNameLst>
                                          </p:cBhvr>
                                          <p:to>
                                            <p:strVal val="visible"/>
                                          </p:to>
                                        </p:set>
                                        <p:anim calcmode="lin" valueType="num">
                                          <p:cBhvr>
                                            <p:cTn id="156" dur="500" fill="hold"/>
                                            <p:tgtEl>
                                              <p:spTgt spid="13"/>
                                            </p:tgtEl>
                                            <p:attrNameLst>
                                              <p:attrName>ppt_w</p:attrName>
                                            </p:attrNameLst>
                                          </p:cBhvr>
                                          <p:tavLst>
                                            <p:tav tm="0">
                                              <p:val>
                                                <p:fltVal val="0"/>
                                              </p:val>
                                            </p:tav>
                                            <p:tav tm="100000">
                                              <p:val>
                                                <p:strVal val="#ppt_w"/>
                                              </p:val>
                                            </p:tav>
                                          </p:tavLst>
                                        </p:anim>
                                        <p:anim calcmode="lin" valueType="num">
                                          <p:cBhvr>
                                            <p:cTn id="157" dur="500" fill="hold"/>
                                            <p:tgtEl>
                                              <p:spTgt spid="13"/>
                                            </p:tgtEl>
                                            <p:attrNameLst>
                                              <p:attrName>ppt_h</p:attrName>
                                            </p:attrNameLst>
                                          </p:cBhvr>
                                          <p:tavLst>
                                            <p:tav tm="0">
                                              <p:val>
                                                <p:fltVal val="0"/>
                                              </p:val>
                                            </p:tav>
                                            <p:tav tm="100000">
                                              <p:val>
                                                <p:strVal val="#ppt_h"/>
                                              </p:val>
                                            </p:tav>
                                          </p:tavLst>
                                        </p:anim>
                                        <p:animEffect transition="in" filter="fade">
                                          <p:cBhvr>
                                            <p:cTn id="158" dur="500"/>
                                            <p:tgtEl>
                                              <p:spTgt spid="13"/>
                                            </p:tgtEl>
                                          </p:cBhvr>
                                        </p:animEffect>
                                      </p:childTnLst>
                                    </p:cTn>
                                  </p:par>
                                  <p:par>
                                    <p:cTn id="159" presetID="53" presetClass="entr" presetSubtype="16" fill="hold" grpId="0" nodeType="withEffect">
                                      <p:stCondLst>
                                        <p:cond delay="1500"/>
                                      </p:stCondLst>
                                      <p:childTnLst>
                                        <p:set>
                                          <p:cBhvr>
                                            <p:cTn id="160" dur="1" fill="hold">
                                              <p:stCondLst>
                                                <p:cond delay="0"/>
                                              </p:stCondLst>
                                            </p:cTn>
                                            <p:tgtEl>
                                              <p:spTgt spid="14"/>
                                            </p:tgtEl>
                                            <p:attrNameLst>
                                              <p:attrName>style.visibility</p:attrName>
                                            </p:attrNameLst>
                                          </p:cBhvr>
                                          <p:to>
                                            <p:strVal val="visible"/>
                                          </p:to>
                                        </p:set>
                                        <p:anim calcmode="lin" valueType="num">
                                          <p:cBhvr>
                                            <p:cTn id="161" dur="500" fill="hold"/>
                                            <p:tgtEl>
                                              <p:spTgt spid="14"/>
                                            </p:tgtEl>
                                            <p:attrNameLst>
                                              <p:attrName>ppt_w</p:attrName>
                                            </p:attrNameLst>
                                          </p:cBhvr>
                                          <p:tavLst>
                                            <p:tav tm="0">
                                              <p:val>
                                                <p:fltVal val="0"/>
                                              </p:val>
                                            </p:tav>
                                            <p:tav tm="100000">
                                              <p:val>
                                                <p:strVal val="#ppt_w"/>
                                              </p:val>
                                            </p:tav>
                                          </p:tavLst>
                                        </p:anim>
                                        <p:anim calcmode="lin" valueType="num">
                                          <p:cBhvr>
                                            <p:cTn id="162" dur="500" fill="hold"/>
                                            <p:tgtEl>
                                              <p:spTgt spid="14"/>
                                            </p:tgtEl>
                                            <p:attrNameLst>
                                              <p:attrName>ppt_h</p:attrName>
                                            </p:attrNameLst>
                                          </p:cBhvr>
                                          <p:tavLst>
                                            <p:tav tm="0">
                                              <p:val>
                                                <p:fltVal val="0"/>
                                              </p:val>
                                            </p:tav>
                                            <p:tav tm="100000">
                                              <p:val>
                                                <p:strVal val="#ppt_h"/>
                                              </p:val>
                                            </p:tav>
                                          </p:tavLst>
                                        </p:anim>
                                        <p:animEffect transition="in" filter="fade">
                                          <p:cBhvr>
                                            <p:cTn id="163" dur="500"/>
                                            <p:tgtEl>
                                              <p:spTgt spid="14"/>
                                            </p:tgtEl>
                                          </p:cBhvr>
                                        </p:animEffect>
                                      </p:childTnLst>
                                    </p:cTn>
                                  </p:par>
                                  <p:par>
                                    <p:cTn id="164" presetID="53" presetClass="entr" presetSubtype="16" fill="hold" grpId="0" nodeType="withEffect">
                                      <p:stCondLst>
                                        <p:cond delay="1750"/>
                                      </p:stCondLst>
                                      <p:childTnLst>
                                        <p:set>
                                          <p:cBhvr>
                                            <p:cTn id="165" dur="1" fill="hold">
                                              <p:stCondLst>
                                                <p:cond delay="0"/>
                                              </p:stCondLst>
                                            </p:cTn>
                                            <p:tgtEl>
                                              <p:spTgt spid="15"/>
                                            </p:tgtEl>
                                            <p:attrNameLst>
                                              <p:attrName>style.visibility</p:attrName>
                                            </p:attrNameLst>
                                          </p:cBhvr>
                                          <p:to>
                                            <p:strVal val="visible"/>
                                          </p:to>
                                        </p:set>
                                        <p:anim calcmode="lin" valueType="num">
                                          <p:cBhvr>
                                            <p:cTn id="166" dur="500" fill="hold"/>
                                            <p:tgtEl>
                                              <p:spTgt spid="15"/>
                                            </p:tgtEl>
                                            <p:attrNameLst>
                                              <p:attrName>ppt_w</p:attrName>
                                            </p:attrNameLst>
                                          </p:cBhvr>
                                          <p:tavLst>
                                            <p:tav tm="0">
                                              <p:val>
                                                <p:fltVal val="0"/>
                                              </p:val>
                                            </p:tav>
                                            <p:tav tm="100000">
                                              <p:val>
                                                <p:strVal val="#ppt_w"/>
                                              </p:val>
                                            </p:tav>
                                          </p:tavLst>
                                        </p:anim>
                                        <p:anim calcmode="lin" valueType="num">
                                          <p:cBhvr>
                                            <p:cTn id="167" dur="500" fill="hold"/>
                                            <p:tgtEl>
                                              <p:spTgt spid="15"/>
                                            </p:tgtEl>
                                            <p:attrNameLst>
                                              <p:attrName>ppt_h</p:attrName>
                                            </p:attrNameLst>
                                          </p:cBhvr>
                                          <p:tavLst>
                                            <p:tav tm="0">
                                              <p:val>
                                                <p:fltVal val="0"/>
                                              </p:val>
                                            </p:tav>
                                            <p:tav tm="100000">
                                              <p:val>
                                                <p:strVal val="#ppt_h"/>
                                              </p:val>
                                            </p:tav>
                                          </p:tavLst>
                                        </p:anim>
                                        <p:animEffect transition="in" filter="fade">
                                          <p:cBhvr>
                                            <p:cTn id="168" dur="500"/>
                                            <p:tgtEl>
                                              <p:spTgt spid="15"/>
                                            </p:tgtEl>
                                          </p:cBhvr>
                                        </p:animEffect>
                                      </p:childTnLst>
                                    </p:cTn>
                                  </p:par>
                                  <p:par>
                                    <p:cTn id="169" presetID="2" presetClass="entr" presetSubtype="8" fill="hold" grpId="0" nodeType="withEffect" p14:presetBounceEnd="67000">
                                      <p:stCondLst>
                                        <p:cond delay="1000"/>
                                      </p:stCondLst>
                                      <p:childTnLst>
                                        <p:set>
                                          <p:cBhvr>
                                            <p:cTn id="170" dur="1" fill="hold">
                                              <p:stCondLst>
                                                <p:cond delay="0"/>
                                              </p:stCondLst>
                                            </p:cTn>
                                            <p:tgtEl>
                                              <p:spTgt spid="54"/>
                                            </p:tgtEl>
                                            <p:attrNameLst>
                                              <p:attrName>style.visibility</p:attrName>
                                            </p:attrNameLst>
                                          </p:cBhvr>
                                          <p:to>
                                            <p:strVal val="visible"/>
                                          </p:to>
                                        </p:set>
                                        <p:anim calcmode="lin" valueType="num" p14:bounceEnd="67000">
                                          <p:cBhvr additive="base">
                                            <p:cTn id="171" dur="1000" fill="hold"/>
                                            <p:tgtEl>
                                              <p:spTgt spid="54"/>
                                            </p:tgtEl>
                                            <p:attrNameLst>
                                              <p:attrName>ppt_x</p:attrName>
                                            </p:attrNameLst>
                                          </p:cBhvr>
                                          <p:tavLst>
                                            <p:tav tm="0">
                                              <p:val>
                                                <p:strVal val="0-#ppt_w/2"/>
                                              </p:val>
                                            </p:tav>
                                            <p:tav tm="100000">
                                              <p:val>
                                                <p:strVal val="#ppt_x"/>
                                              </p:val>
                                            </p:tav>
                                          </p:tavLst>
                                        </p:anim>
                                        <p:anim calcmode="lin" valueType="num" p14:bounceEnd="67000">
                                          <p:cBhvr additive="base">
                                            <p:cTn id="172" dur="1000" fill="hold"/>
                                            <p:tgtEl>
                                              <p:spTgt spid="54"/>
                                            </p:tgtEl>
                                            <p:attrNameLst>
                                              <p:attrName>ppt_y</p:attrName>
                                            </p:attrNameLst>
                                          </p:cBhvr>
                                          <p:tavLst>
                                            <p:tav tm="0">
                                              <p:val>
                                                <p:strVal val="#ppt_y"/>
                                              </p:val>
                                            </p:tav>
                                            <p:tav tm="100000">
                                              <p:val>
                                                <p:strVal val="#ppt_y"/>
                                              </p:val>
                                            </p:tav>
                                          </p:tavLst>
                                        </p:anim>
                                      </p:childTnLst>
                                    </p:cTn>
                                  </p:par>
                                  <p:par>
                                    <p:cTn id="173" presetID="2" presetClass="entr" presetSubtype="8" fill="hold" grpId="0" nodeType="withEffect" p14:presetBounceEnd="67000">
                                      <p:stCondLst>
                                        <p:cond delay="1250"/>
                                      </p:stCondLst>
                                      <p:childTnLst>
                                        <p:set>
                                          <p:cBhvr>
                                            <p:cTn id="174" dur="1" fill="hold">
                                              <p:stCondLst>
                                                <p:cond delay="0"/>
                                              </p:stCondLst>
                                            </p:cTn>
                                            <p:tgtEl>
                                              <p:spTgt spid="52"/>
                                            </p:tgtEl>
                                            <p:attrNameLst>
                                              <p:attrName>style.visibility</p:attrName>
                                            </p:attrNameLst>
                                          </p:cBhvr>
                                          <p:to>
                                            <p:strVal val="visible"/>
                                          </p:to>
                                        </p:set>
                                        <p:anim calcmode="lin" valueType="num" p14:bounceEnd="67000">
                                          <p:cBhvr additive="base">
                                            <p:cTn id="175" dur="1000" fill="hold"/>
                                            <p:tgtEl>
                                              <p:spTgt spid="52"/>
                                            </p:tgtEl>
                                            <p:attrNameLst>
                                              <p:attrName>ppt_x</p:attrName>
                                            </p:attrNameLst>
                                          </p:cBhvr>
                                          <p:tavLst>
                                            <p:tav tm="0">
                                              <p:val>
                                                <p:strVal val="0-#ppt_w/2"/>
                                              </p:val>
                                            </p:tav>
                                            <p:tav tm="100000">
                                              <p:val>
                                                <p:strVal val="#ppt_x"/>
                                              </p:val>
                                            </p:tav>
                                          </p:tavLst>
                                        </p:anim>
                                        <p:anim calcmode="lin" valueType="num" p14:bounceEnd="67000">
                                          <p:cBhvr additive="base">
                                            <p:cTn id="176" dur="1000" fill="hold"/>
                                            <p:tgtEl>
                                              <p:spTgt spid="52"/>
                                            </p:tgtEl>
                                            <p:attrNameLst>
                                              <p:attrName>ppt_y</p:attrName>
                                            </p:attrNameLst>
                                          </p:cBhvr>
                                          <p:tavLst>
                                            <p:tav tm="0">
                                              <p:val>
                                                <p:strVal val="#ppt_y"/>
                                              </p:val>
                                            </p:tav>
                                            <p:tav tm="100000">
                                              <p:val>
                                                <p:strVal val="#ppt_y"/>
                                              </p:val>
                                            </p:tav>
                                          </p:tavLst>
                                        </p:anim>
                                      </p:childTnLst>
                                    </p:cTn>
                                  </p:par>
                                  <p:par>
                                    <p:cTn id="177" presetID="2" presetClass="entr" presetSubtype="8" fill="hold" grpId="0" nodeType="withEffect" p14:presetBounceEnd="67000">
                                      <p:stCondLst>
                                        <p:cond delay="1500"/>
                                      </p:stCondLst>
                                      <p:childTnLst>
                                        <p:set>
                                          <p:cBhvr>
                                            <p:cTn id="178" dur="1" fill="hold">
                                              <p:stCondLst>
                                                <p:cond delay="0"/>
                                              </p:stCondLst>
                                            </p:cTn>
                                            <p:tgtEl>
                                              <p:spTgt spid="50"/>
                                            </p:tgtEl>
                                            <p:attrNameLst>
                                              <p:attrName>style.visibility</p:attrName>
                                            </p:attrNameLst>
                                          </p:cBhvr>
                                          <p:to>
                                            <p:strVal val="visible"/>
                                          </p:to>
                                        </p:set>
                                        <p:anim calcmode="lin" valueType="num" p14:bounceEnd="67000">
                                          <p:cBhvr additive="base">
                                            <p:cTn id="179" dur="1000" fill="hold"/>
                                            <p:tgtEl>
                                              <p:spTgt spid="50"/>
                                            </p:tgtEl>
                                            <p:attrNameLst>
                                              <p:attrName>ppt_x</p:attrName>
                                            </p:attrNameLst>
                                          </p:cBhvr>
                                          <p:tavLst>
                                            <p:tav tm="0">
                                              <p:val>
                                                <p:strVal val="0-#ppt_w/2"/>
                                              </p:val>
                                            </p:tav>
                                            <p:tav tm="100000">
                                              <p:val>
                                                <p:strVal val="#ppt_x"/>
                                              </p:val>
                                            </p:tav>
                                          </p:tavLst>
                                        </p:anim>
                                        <p:anim calcmode="lin" valueType="num" p14:bounceEnd="67000">
                                          <p:cBhvr additive="base">
                                            <p:cTn id="180" dur="1000" fill="hold"/>
                                            <p:tgtEl>
                                              <p:spTgt spid="50"/>
                                            </p:tgtEl>
                                            <p:attrNameLst>
                                              <p:attrName>ppt_y</p:attrName>
                                            </p:attrNameLst>
                                          </p:cBhvr>
                                          <p:tavLst>
                                            <p:tav tm="0">
                                              <p:val>
                                                <p:strVal val="#ppt_y"/>
                                              </p:val>
                                            </p:tav>
                                            <p:tav tm="100000">
                                              <p:val>
                                                <p:strVal val="#ppt_y"/>
                                              </p:val>
                                            </p:tav>
                                          </p:tavLst>
                                        </p:anim>
                                      </p:childTnLst>
                                    </p:cTn>
                                  </p:par>
                                  <p:par>
                                    <p:cTn id="181" presetID="2" presetClass="entr" presetSubtype="8" fill="hold" grpId="0" nodeType="withEffect" p14:presetBounceEnd="67000">
                                      <p:stCondLst>
                                        <p:cond delay="1750"/>
                                      </p:stCondLst>
                                      <p:childTnLst>
                                        <p:set>
                                          <p:cBhvr>
                                            <p:cTn id="182" dur="1" fill="hold">
                                              <p:stCondLst>
                                                <p:cond delay="0"/>
                                              </p:stCondLst>
                                            </p:cTn>
                                            <p:tgtEl>
                                              <p:spTgt spid="48"/>
                                            </p:tgtEl>
                                            <p:attrNameLst>
                                              <p:attrName>style.visibility</p:attrName>
                                            </p:attrNameLst>
                                          </p:cBhvr>
                                          <p:to>
                                            <p:strVal val="visible"/>
                                          </p:to>
                                        </p:set>
                                        <p:anim calcmode="lin" valueType="num" p14:bounceEnd="67000">
                                          <p:cBhvr additive="base">
                                            <p:cTn id="183" dur="1000" fill="hold"/>
                                            <p:tgtEl>
                                              <p:spTgt spid="48"/>
                                            </p:tgtEl>
                                            <p:attrNameLst>
                                              <p:attrName>ppt_x</p:attrName>
                                            </p:attrNameLst>
                                          </p:cBhvr>
                                          <p:tavLst>
                                            <p:tav tm="0">
                                              <p:val>
                                                <p:strVal val="0-#ppt_w/2"/>
                                              </p:val>
                                            </p:tav>
                                            <p:tav tm="100000">
                                              <p:val>
                                                <p:strVal val="#ppt_x"/>
                                              </p:val>
                                            </p:tav>
                                          </p:tavLst>
                                        </p:anim>
                                        <p:anim calcmode="lin" valueType="num" p14:bounceEnd="67000">
                                          <p:cBhvr additive="base">
                                            <p:cTn id="184" dur="1000" fill="hold"/>
                                            <p:tgtEl>
                                              <p:spTgt spid="48"/>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14:presetBounceEnd="67000">
                                      <p:stCondLst>
                                        <p:cond delay="1000"/>
                                      </p:stCondLst>
                                      <p:childTnLst>
                                        <p:set>
                                          <p:cBhvr>
                                            <p:cTn id="186" dur="1" fill="hold">
                                              <p:stCondLst>
                                                <p:cond delay="0"/>
                                              </p:stCondLst>
                                            </p:cTn>
                                            <p:tgtEl>
                                              <p:spTgt spid="29"/>
                                            </p:tgtEl>
                                            <p:attrNameLst>
                                              <p:attrName>style.visibility</p:attrName>
                                            </p:attrNameLst>
                                          </p:cBhvr>
                                          <p:to>
                                            <p:strVal val="visible"/>
                                          </p:to>
                                        </p:set>
                                        <p:anim calcmode="lin" valueType="num" p14:bounceEnd="67000">
                                          <p:cBhvr additive="base">
                                            <p:cTn id="187" dur="1000" fill="hold"/>
                                            <p:tgtEl>
                                              <p:spTgt spid="29"/>
                                            </p:tgtEl>
                                            <p:attrNameLst>
                                              <p:attrName>ppt_x</p:attrName>
                                            </p:attrNameLst>
                                          </p:cBhvr>
                                          <p:tavLst>
                                            <p:tav tm="0">
                                              <p:val>
                                                <p:strVal val="1+#ppt_w/2"/>
                                              </p:val>
                                            </p:tav>
                                            <p:tav tm="100000">
                                              <p:val>
                                                <p:strVal val="#ppt_x"/>
                                              </p:val>
                                            </p:tav>
                                          </p:tavLst>
                                        </p:anim>
                                        <p:anim calcmode="lin" valueType="num" p14:bounceEnd="67000">
                                          <p:cBhvr additive="base">
                                            <p:cTn id="188" dur="1000" fill="hold"/>
                                            <p:tgtEl>
                                              <p:spTgt spid="29"/>
                                            </p:tgtEl>
                                            <p:attrNameLst>
                                              <p:attrName>ppt_y</p:attrName>
                                            </p:attrNameLst>
                                          </p:cBhvr>
                                          <p:tavLst>
                                            <p:tav tm="0">
                                              <p:val>
                                                <p:strVal val="#ppt_y"/>
                                              </p:val>
                                            </p:tav>
                                            <p:tav tm="100000">
                                              <p:val>
                                                <p:strVal val="#ppt_y"/>
                                              </p:val>
                                            </p:tav>
                                          </p:tavLst>
                                        </p:anim>
                                      </p:childTnLst>
                                    </p:cTn>
                                  </p:par>
                                  <p:par>
                                    <p:cTn id="189" presetID="2" presetClass="entr" presetSubtype="2" fill="hold" grpId="0" nodeType="withEffect" p14:presetBounceEnd="67000">
                                      <p:stCondLst>
                                        <p:cond delay="1250"/>
                                      </p:stCondLst>
                                      <p:childTnLst>
                                        <p:set>
                                          <p:cBhvr>
                                            <p:cTn id="190" dur="1" fill="hold">
                                              <p:stCondLst>
                                                <p:cond delay="0"/>
                                              </p:stCondLst>
                                            </p:cTn>
                                            <p:tgtEl>
                                              <p:spTgt spid="26"/>
                                            </p:tgtEl>
                                            <p:attrNameLst>
                                              <p:attrName>style.visibility</p:attrName>
                                            </p:attrNameLst>
                                          </p:cBhvr>
                                          <p:to>
                                            <p:strVal val="visible"/>
                                          </p:to>
                                        </p:set>
                                        <p:anim calcmode="lin" valueType="num" p14:bounceEnd="67000">
                                          <p:cBhvr additive="base">
                                            <p:cTn id="191" dur="1000" fill="hold"/>
                                            <p:tgtEl>
                                              <p:spTgt spid="26"/>
                                            </p:tgtEl>
                                            <p:attrNameLst>
                                              <p:attrName>ppt_x</p:attrName>
                                            </p:attrNameLst>
                                          </p:cBhvr>
                                          <p:tavLst>
                                            <p:tav tm="0">
                                              <p:val>
                                                <p:strVal val="1+#ppt_w/2"/>
                                              </p:val>
                                            </p:tav>
                                            <p:tav tm="100000">
                                              <p:val>
                                                <p:strVal val="#ppt_x"/>
                                              </p:val>
                                            </p:tav>
                                          </p:tavLst>
                                        </p:anim>
                                        <p:anim calcmode="lin" valueType="num" p14:bounceEnd="67000">
                                          <p:cBhvr additive="base">
                                            <p:cTn id="192" dur="1000" fill="hold"/>
                                            <p:tgtEl>
                                              <p:spTgt spid="26"/>
                                            </p:tgtEl>
                                            <p:attrNameLst>
                                              <p:attrName>ppt_y</p:attrName>
                                            </p:attrNameLst>
                                          </p:cBhvr>
                                          <p:tavLst>
                                            <p:tav tm="0">
                                              <p:val>
                                                <p:strVal val="#ppt_y"/>
                                              </p:val>
                                            </p:tav>
                                            <p:tav tm="100000">
                                              <p:val>
                                                <p:strVal val="#ppt_y"/>
                                              </p:val>
                                            </p:tav>
                                          </p:tavLst>
                                        </p:anim>
                                      </p:childTnLst>
                                    </p:cTn>
                                  </p:par>
                                  <p:par>
                                    <p:cTn id="193" presetID="2" presetClass="entr" presetSubtype="2" fill="hold" grpId="0" nodeType="withEffect" p14:presetBounceEnd="67000">
                                      <p:stCondLst>
                                        <p:cond delay="1500"/>
                                      </p:stCondLst>
                                      <p:childTnLst>
                                        <p:set>
                                          <p:cBhvr>
                                            <p:cTn id="194" dur="1" fill="hold">
                                              <p:stCondLst>
                                                <p:cond delay="0"/>
                                              </p:stCondLst>
                                            </p:cTn>
                                            <p:tgtEl>
                                              <p:spTgt spid="23"/>
                                            </p:tgtEl>
                                            <p:attrNameLst>
                                              <p:attrName>style.visibility</p:attrName>
                                            </p:attrNameLst>
                                          </p:cBhvr>
                                          <p:to>
                                            <p:strVal val="visible"/>
                                          </p:to>
                                        </p:set>
                                        <p:anim calcmode="lin" valueType="num" p14:bounceEnd="67000">
                                          <p:cBhvr additive="base">
                                            <p:cTn id="195" dur="1000" fill="hold"/>
                                            <p:tgtEl>
                                              <p:spTgt spid="23"/>
                                            </p:tgtEl>
                                            <p:attrNameLst>
                                              <p:attrName>ppt_x</p:attrName>
                                            </p:attrNameLst>
                                          </p:cBhvr>
                                          <p:tavLst>
                                            <p:tav tm="0">
                                              <p:val>
                                                <p:strVal val="1+#ppt_w/2"/>
                                              </p:val>
                                            </p:tav>
                                            <p:tav tm="100000">
                                              <p:val>
                                                <p:strVal val="#ppt_x"/>
                                              </p:val>
                                            </p:tav>
                                          </p:tavLst>
                                        </p:anim>
                                        <p:anim calcmode="lin" valueType="num" p14:bounceEnd="67000">
                                          <p:cBhvr additive="base">
                                            <p:cTn id="196" dur="1000" fill="hold"/>
                                            <p:tgtEl>
                                              <p:spTgt spid="23"/>
                                            </p:tgtEl>
                                            <p:attrNameLst>
                                              <p:attrName>ppt_y</p:attrName>
                                            </p:attrNameLst>
                                          </p:cBhvr>
                                          <p:tavLst>
                                            <p:tav tm="0">
                                              <p:val>
                                                <p:strVal val="#ppt_y"/>
                                              </p:val>
                                            </p:tav>
                                            <p:tav tm="100000">
                                              <p:val>
                                                <p:strVal val="#ppt_y"/>
                                              </p:val>
                                            </p:tav>
                                          </p:tavLst>
                                        </p:anim>
                                      </p:childTnLst>
                                    </p:cTn>
                                  </p:par>
                                  <p:par>
                                    <p:cTn id="197" presetID="2" presetClass="entr" presetSubtype="2" fill="hold" grpId="0" nodeType="withEffect" p14:presetBounceEnd="67000">
                                      <p:stCondLst>
                                        <p:cond delay="1750"/>
                                      </p:stCondLst>
                                      <p:childTnLst>
                                        <p:set>
                                          <p:cBhvr>
                                            <p:cTn id="198" dur="1" fill="hold">
                                              <p:stCondLst>
                                                <p:cond delay="0"/>
                                              </p:stCondLst>
                                            </p:cTn>
                                            <p:tgtEl>
                                              <p:spTgt spid="20"/>
                                            </p:tgtEl>
                                            <p:attrNameLst>
                                              <p:attrName>style.visibility</p:attrName>
                                            </p:attrNameLst>
                                          </p:cBhvr>
                                          <p:to>
                                            <p:strVal val="visible"/>
                                          </p:to>
                                        </p:set>
                                        <p:anim calcmode="lin" valueType="num" p14:bounceEnd="67000">
                                          <p:cBhvr additive="base">
                                            <p:cTn id="199" dur="1000" fill="hold"/>
                                            <p:tgtEl>
                                              <p:spTgt spid="20"/>
                                            </p:tgtEl>
                                            <p:attrNameLst>
                                              <p:attrName>ppt_x</p:attrName>
                                            </p:attrNameLst>
                                          </p:cBhvr>
                                          <p:tavLst>
                                            <p:tav tm="0">
                                              <p:val>
                                                <p:strVal val="1+#ppt_w/2"/>
                                              </p:val>
                                            </p:tav>
                                            <p:tav tm="100000">
                                              <p:val>
                                                <p:strVal val="#ppt_x"/>
                                              </p:val>
                                            </p:tav>
                                          </p:tavLst>
                                        </p:anim>
                                        <p:anim calcmode="lin" valueType="num" p14:bounceEnd="67000">
                                          <p:cBhvr additive="base">
                                            <p:cTn id="200" dur="1000" fill="hold"/>
                                            <p:tgtEl>
                                              <p:spTgt spid="20"/>
                                            </p:tgtEl>
                                            <p:attrNameLst>
                                              <p:attrName>ppt_y</p:attrName>
                                            </p:attrNameLst>
                                          </p:cBhvr>
                                          <p:tavLst>
                                            <p:tav tm="0">
                                              <p:val>
                                                <p:strVal val="#ppt_y"/>
                                              </p:val>
                                            </p:tav>
                                            <p:tav tm="100000">
                                              <p:val>
                                                <p:strVal val="#ppt_y"/>
                                              </p:val>
                                            </p:tav>
                                          </p:tavLst>
                                        </p:anim>
                                      </p:childTnLst>
                                    </p:cTn>
                                  </p:par>
                                  <p:par>
                                    <p:cTn id="201" presetID="10" presetClass="entr" presetSubtype="0" fill="hold" grpId="0" nodeType="withEffect">
                                      <p:stCondLst>
                                        <p:cond delay="1250"/>
                                      </p:stCondLst>
                                      <p:childTnLst>
                                        <p:set>
                                          <p:cBhvr>
                                            <p:cTn id="202" dur="1" fill="hold">
                                              <p:stCondLst>
                                                <p:cond delay="0"/>
                                              </p:stCondLst>
                                            </p:cTn>
                                            <p:tgtEl>
                                              <p:spTgt spid="69"/>
                                            </p:tgtEl>
                                            <p:attrNameLst>
                                              <p:attrName>style.visibility</p:attrName>
                                            </p:attrNameLst>
                                          </p:cBhvr>
                                          <p:to>
                                            <p:strVal val="visible"/>
                                          </p:to>
                                        </p:set>
                                        <p:animEffect transition="in" filter="fade">
                                          <p:cBhvr>
                                            <p:cTn id="203" dur="500"/>
                                            <p:tgtEl>
                                              <p:spTgt spid="69"/>
                                            </p:tgtEl>
                                          </p:cBhvr>
                                        </p:animEffect>
                                      </p:childTnLst>
                                    </p:cTn>
                                  </p:par>
                                  <p:par>
                                    <p:cTn id="204" presetID="10" presetClass="entr" presetSubtype="0" fill="hold" grpId="0" nodeType="withEffect">
                                      <p:stCondLst>
                                        <p:cond delay="1500"/>
                                      </p:stCondLst>
                                      <p:childTnLst>
                                        <p:set>
                                          <p:cBhvr>
                                            <p:cTn id="205" dur="1" fill="hold">
                                              <p:stCondLst>
                                                <p:cond delay="0"/>
                                              </p:stCondLst>
                                            </p:cTn>
                                            <p:tgtEl>
                                              <p:spTgt spid="68"/>
                                            </p:tgtEl>
                                            <p:attrNameLst>
                                              <p:attrName>style.visibility</p:attrName>
                                            </p:attrNameLst>
                                          </p:cBhvr>
                                          <p:to>
                                            <p:strVal val="visible"/>
                                          </p:to>
                                        </p:set>
                                        <p:animEffect transition="in" filter="fade">
                                          <p:cBhvr>
                                            <p:cTn id="206" dur="500"/>
                                            <p:tgtEl>
                                              <p:spTgt spid="68"/>
                                            </p:tgtEl>
                                          </p:cBhvr>
                                        </p:animEffect>
                                      </p:childTnLst>
                                    </p:cTn>
                                  </p:par>
                                  <p:par>
                                    <p:cTn id="207" presetID="10" presetClass="entr" presetSubtype="0" fill="hold" grpId="0" nodeType="withEffect">
                                      <p:stCondLst>
                                        <p:cond delay="1750"/>
                                      </p:stCondLst>
                                      <p:childTnLst>
                                        <p:set>
                                          <p:cBhvr>
                                            <p:cTn id="208" dur="1" fill="hold">
                                              <p:stCondLst>
                                                <p:cond delay="0"/>
                                              </p:stCondLst>
                                            </p:cTn>
                                            <p:tgtEl>
                                              <p:spTgt spid="71"/>
                                            </p:tgtEl>
                                            <p:attrNameLst>
                                              <p:attrName>style.visibility</p:attrName>
                                            </p:attrNameLst>
                                          </p:cBhvr>
                                          <p:to>
                                            <p:strVal val="visible"/>
                                          </p:to>
                                        </p:set>
                                        <p:animEffect transition="in" filter="fade">
                                          <p:cBhvr>
                                            <p:cTn id="209" dur="500"/>
                                            <p:tgtEl>
                                              <p:spTgt spid="71"/>
                                            </p:tgtEl>
                                          </p:cBhvr>
                                        </p:animEffect>
                                      </p:childTnLst>
                                    </p:cTn>
                                  </p:par>
                                  <p:par>
                                    <p:cTn id="210" presetID="10" presetClass="entr" presetSubtype="0" fill="hold" grpId="0" nodeType="withEffect">
                                      <p:stCondLst>
                                        <p:cond delay="2000"/>
                                      </p:stCondLst>
                                      <p:childTnLst>
                                        <p:set>
                                          <p:cBhvr>
                                            <p:cTn id="211" dur="1" fill="hold">
                                              <p:stCondLst>
                                                <p:cond delay="0"/>
                                              </p:stCondLst>
                                            </p:cTn>
                                            <p:tgtEl>
                                              <p:spTgt spid="67"/>
                                            </p:tgtEl>
                                            <p:attrNameLst>
                                              <p:attrName>style.visibility</p:attrName>
                                            </p:attrNameLst>
                                          </p:cBhvr>
                                          <p:to>
                                            <p:strVal val="visible"/>
                                          </p:to>
                                        </p:set>
                                        <p:animEffect transition="in" filter="fade">
                                          <p:cBhvr>
                                            <p:cTn id="212" dur="500"/>
                                            <p:tgtEl>
                                              <p:spTgt spid="67"/>
                                            </p:tgtEl>
                                          </p:cBhvr>
                                        </p:animEffect>
                                      </p:childTnLst>
                                    </p:cTn>
                                  </p:par>
                                  <p:par>
                                    <p:cTn id="213" presetID="10" presetClass="entr" presetSubtype="0" fill="hold" grpId="0" nodeType="withEffect">
                                      <p:stCondLst>
                                        <p:cond delay="1250"/>
                                      </p:stCondLst>
                                      <p:childTnLst>
                                        <p:set>
                                          <p:cBhvr>
                                            <p:cTn id="214" dur="1" fill="hold">
                                              <p:stCondLst>
                                                <p:cond delay="0"/>
                                              </p:stCondLst>
                                            </p:cTn>
                                            <p:tgtEl>
                                              <p:spTgt spid="66"/>
                                            </p:tgtEl>
                                            <p:attrNameLst>
                                              <p:attrName>style.visibility</p:attrName>
                                            </p:attrNameLst>
                                          </p:cBhvr>
                                          <p:to>
                                            <p:strVal val="visible"/>
                                          </p:to>
                                        </p:set>
                                        <p:animEffect transition="in" filter="fade">
                                          <p:cBhvr>
                                            <p:cTn id="215" dur="500"/>
                                            <p:tgtEl>
                                              <p:spTgt spid="66"/>
                                            </p:tgtEl>
                                          </p:cBhvr>
                                        </p:animEffect>
                                      </p:childTnLst>
                                    </p:cTn>
                                  </p:par>
                                  <p:par>
                                    <p:cTn id="216" presetID="10" presetClass="entr" presetSubtype="0" fill="hold" grpId="0" nodeType="withEffect">
                                      <p:stCondLst>
                                        <p:cond delay="1500"/>
                                      </p:stCondLst>
                                      <p:childTnLst>
                                        <p:set>
                                          <p:cBhvr>
                                            <p:cTn id="217" dur="1" fill="hold">
                                              <p:stCondLst>
                                                <p:cond delay="0"/>
                                              </p:stCondLst>
                                            </p:cTn>
                                            <p:tgtEl>
                                              <p:spTgt spid="72"/>
                                            </p:tgtEl>
                                            <p:attrNameLst>
                                              <p:attrName>style.visibility</p:attrName>
                                            </p:attrNameLst>
                                          </p:cBhvr>
                                          <p:to>
                                            <p:strVal val="visible"/>
                                          </p:to>
                                        </p:set>
                                        <p:animEffect transition="in" filter="fade">
                                          <p:cBhvr>
                                            <p:cTn id="218" dur="500"/>
                                            <p:tgtEl>
                                              <p:spTgt spid="72"/>
                                            </p:tgtEl>
                                          </p:cBhvr>
                                        </p:animEffect>
                                      </p:childTnLst>
                                    </p:cTn>
                                  </p:par>
                                  <p:par>
                                    <p:cTn id="219" presetID="10" presetClass="entr" presetSubtype="0" fill="hold" grpId="0" nodeType="withEffect">
                                      <p:stCondLst>
                                        <p:cond delay="1750"/>
                                      </p:stCondLst>
                                      <p:childTnLst>
                                        <p:set>
                                          <p:cBhvr>
                                            <p:cTn id="220" dur="1" fill="hold">
                                              <p:stCondLst>
                                                <p:cond delay="0"/>
                                              </p:stCondLst>
                                            </p:cTn>
                                            <p:tgtEl>
                                              <p:spTgt spid="64"/>
                                            </p:tgtEl>
                                            <p:attrNameLst>
                                              <p:attrName>style.visibility</p:attrName>
                                            </p:attrNameLst>
                                          </p:cBhvr>
                                          <p:to>
                                            <p:strVal val="visible"/>
                                          </p:to>
                                        </p:set>
                                        <p:animEffect transition="in" filter="fade">
                                          <p:cBhvr>
                                            <p:cTn id="221" dur="500"/>
                                            <p:tgtEl>
                                              <p:spTgt spid="64"/>
                                            </p:tgtEl>
                                          </p:cBhvr>
                                        </p:animEffect>
                                      </p:childTnLst>
                                    </p:cTn>
                                  </p:par>
                                  <p:par>
                                    <p:cTn id="222" presetID="10" presetClass="entr" presetSubtype="0" fill="hold" grpId="0" nodeType="withEffect">
                                      <p:stCondLst>
                                        <p:cond delay="2000"/>
                                      </p:stCondLst>
                                      <p:childTnLst>
                                        <p:set>
                                          <p:cBhvr>
                                            <p:cTn id="223" dur="1" fill="hold">
                                              <p:stCondLst>
                                                <p:cond delay="0"/>
                                              </p:stCondLst>
                                            </p:cTn>
                                            <p:tgtEl>
                                              <p:spTgt spid="70"/>
                                            </p:tgtEl>
                                            <p:attrNameLst>
                                              <p:attrName>style.visibility</p:attrName>
                                            </p:attrNameLst>
                                          </p:cBhvr>
                                          <p:to>
                                            <p:strVal val="visible"/>
                                          </p:to>
                                        </p:set>
                                        <p:animEffect transition="in" filter="fade">
                                          <p:cBhvr>
                                            <p:cTn id="224" dur="500"/>
                                            <p:tgtEl>
                                              <p:spTgt spid="70"/>
                                            </p:tgtEl>
                                          </p:cBhvr>
                                        </p:animEffect>
                                      </p:childTnLst>
                                    </p:cTn>
                                  </p:par>
                                  <p:par>
                                    <p:cTn id="225" presetID="10" presetClass="entr" presetSubtype="0" fill="hold" nodeType="withEffect">
                                      <p:stCondLst>
                                        <p:cond delay="1250"/>
                                      </p:stCondLst>
                                      <p:childTnLst>
                                        <p:set>
                                          <p:cBhvr>
                                            <p:cTn id="226" dur="1" fill="hold">
                                              <p:stCondLst>
                                                <p:cond delay="0"/>
                                              </p:stCondLst>
                                            </p:cTn>
                                            <p:tgtEl>
                                              <p:spTgt spid="59"/>
                                            </p:tgtEl>
                                            <p:attrNameLst>
                                              <p:attrName>style.visibility</p:attrName>
                                            </p:attrNameLst>
                                          </p:cBhvr>
                                          <p:to>
                                            <p:strVal val="visible"/>
                                          </p:to>
                                        </p:set>
                                        <p:animEffect transition="in" filter="fade">
                                          <p:cBhvr>
                                            <p:cTn id="227" dur="500"/>
                                            <p:tgtEl>
                                              <p:spTgt spid="59"/>
                                            </p:tgtEl>
                                          </p:cBhvr>
                                        </p:animEffect>
                                      </p:childTnLst>
                                    </p:cTn>
                                  </p:par>
                                  <p:par>
                                    <p:cTn id="228" presetID="10" presetClass="entr" presetSubtype="0" fill="hold" nodeType="withEffect">
                                      <p:stCondLst>
                                        <p:cond delay="1500"/>
                                      </p:stCondLst>
                                      <p:childTnLst>
                                        <p:set>
                                          <p:cBhvr>
                                            <p:cTn id="229" dur="1" fill="hold">
                                              <p:stCondLst>
                                                <p:cond delay="0"/>
                                              </p:stCondLst>
                                            </p:cTn>
                                            <p:tgtEl>
                                              <p:spTgt spid="60"/>
                                            </p:tgtEl>
                                            <p:attrNameLst>
                                              <p:attrName>style.visibility</p:attrName>
                                            </p:attrNameLst>
                                          </p:cBhvr>
                                          <p:to>
                                            <p:strVal val="visible"/>
                                          </p:to>
                                        </p:set>
                                        <p:animEffect transition="in" filter="fade">
                                          <p:cBhvr>
                                            <p:cTn id="230" dur="500"/>
                                            <p:tgtEl>
                                              <p:spTgt spid="60"/>
                                            </p:tgtEl>
                                          </p:cBhvr>
                                        </p:animEffect>
                                      </p:childTnLst>
                                    </p:cTn>
                                  </p:par>
                                  <p:par>
                                    <p:cTn id="231" presetID="10" presetClass="entr" presetSubtype="0" fill="hold" nodeType="withEffect">
                                      <p:stCondLst>
                                        <p:cond delay="1750"/>
                                      </p:stCondLst>
                                      <p:childTnLst>
                                        <p:set>
                                          <p:cBhvr>
                                            <p:cTn id="232" dur="1" fill="hold">
                                              <p:stCondLst>
                                                <p:cond delay="0"/>
                                              </p:stCondLst>
                                            </p:cTn>
                                            <p:tgtEl>
                                              <p:spTgt spid="61"/>
                                            </p:tgtEl>
                                            <p:attrNameLst>
                                              <p:attrName>style.visibility</p:attrName>
                                            </p:attrNameLst>
                                          </p:cBhvr>
                                          <p:to>
                                            <p:strVal val="visible"/>
                                          </p:to>
                                        </p:set>
                                        <p:animEffect transition="in" filter="fade">
                                          <p:cBhvr>
                                            <p:cTn id="233" dur="500"/>
                                            <p:tgtEl>
                                              <p:spTgt spid="61"/>
                                            </p:tgtEl>
                                          </p:cBhvr>
                                        </p:animEffect>
                                      </p:childTnLst>
                                    </p:cTn>
                                  </p:par>
                                  <p:par>
                                    <p:cTn id="234" presetID="10" presetClass="entr" presetSubtype="0" fill="hold" nodeType="withEffect">
                                      <p:stCondLst>
                                        <p:cond delay="2000"/>
                                      </p:stCondLst>
                                      <p:childTnLst>
                                        <p:set>
                                          <p:cBhvr>
                                            <p:cTn id="235" dur="1" fill="hold">
                                              <p:stCondLst>
                                                <p:cond delay="0"/>
                                              </p:stCondLst>
                                            </p:cTn>
                                            <p:tgtEl>
                                              <p:spTgt spid="62"/>
                                            </p:tgtEl>
                                            <p:attrNameLst>
                                              <p:attrName>style.visibility</p:attrName>
                                            </p:attrNameLst>
                                          </p:cBhvr>
                                          <p:to>
                                            <p:strVal val="visible"/>
                                          </p:to>
                                        </p:set>
                                        <p:animEffect transition="in" filter="fade">
                                          <p:cBhvr>
                                            <p:cTn id="236" dur="500"/>
                                            <p:tgtEl>
                                              <p:spTgt spid="62"/>
                                            </p:tgtEl>
                                          </p:cBhvr>
                                        </p:animEffect>
                                      </p:childTnLst>
                                    </p:cTn>
                                  </p:par>
                                  <p:par>
                                    <p:cTn id="237" presetID="10" presetClass="entr" presetSubtype="0" fill="hold" nodeType="withEffect">
                                      <p:stCondLst>
                                        <p:cond delay="1250"/>
                                      </p:stCondLst>
                                      <p:childTnLst>
                                        <p:set>
                                          <p:cBhvr>
                                            <p:cTn id="238" dur="1" fill="hold">
                                              <p:stCondLst>
                                                <p:cond delay="0"/>
                                              </p:stCondLst>
                                            </p:cTn>
                                            <p:tgtEl>
                                              <p:spTgt spid="63"/>
                                            </p:tgtEl>
                                            <p:attrNameLst>
                                              <p:attrName>style.visibility</p:attrName>
                                            </p:attrNameLst>
                                          </p:cBhvr>
                                          <p:to>
                                            <p:strVal val="visible"/>
                                          </p:to>
                                        </p:set>
                                        <p:animEffect transition="in" filter="fade">
                                          <p:cBhvr>
                                            <p:cTn id="239" dur="500"/>
                                            <p:tgtEl>
                                              <p:spTgt spid="63"/>
                                            </p:tgtEl>
                                          </p:cBhvr>
                                        </p:animEffect>
                                      </p:childTnLst>
                                    </p:cTn>
                                  </p:par>
                                  <p:par>
                                    <p:cTn id="240" presetID="10" presetClass="entr" presetSubtype="0" fill="hold" nodeType="withEffect">
                                      <p:stCondLst>
                                        <p:cond delay="1500"/>
                                      </p:stCondLst>
                                      <p:childTnLst>
                                        <p:set>
                                          <p:cBhvr>
                                            <p:cTn id="241" dur="1" fill="hold">
                                              <p:stCondLst>
                                                <p:cond delay="0"/>
                                              </p:stCondLst>
                                            </p:cTn>
                                            <p:tgtEl>
                                              <p:spTgt spid="65"/>
                                            </p:tgtEl>
                                            <p:attrNameLst>
                                              <p:attrName>style.visibility</p:attrName>
                                            </p:attrNameLst>
                                          </p:cBhvr>
                                          <p:to>
                                            <p:strVal val="visible"/>
                                          </p:to>
                                        </p:set>
                                        <p:animEffect transition="in" filter="fade">
                                          <p:cBhvr>
                                            <p:cTn id="242" dur="500"/>
                                            <p:tgtEl>
                                              <p:spTgt spid="65"/>
                                            </p:tgtEl>
                                          </p:cBhvr>
                                        </p:animEffect>
                                      </p:childTnLst>
                                    </p:cTn>
                                  </p:par>
                                  <p:par>
                                    <p:cTn id="243" presetID="10" presetClass="entr" presetSubtype="0" fill="hold" nodeType="withEffect">
                                      <p:stCondLst>
                                        <p:cond delay="1750"/>
                                      </p:stCondLst>
                                      <p:childTnLst>
                                        <p:set>
                                          <p:cBhvr>
                                            <p:cTn id="244" dur="1" fill="hold">
                                              <p:stCondLst>
                                                <p:cond delay="0"/>
                                              </p:stCondLst>
                                            </p:cTn>
                                            <p:tgtEl>
                                              <p:spTgt spid="140"/>
                                            </p:tgtEl>
                                            <p:attrNameLst>
                                              <p:attrName>style.visibility</p:attrName>
                                            </p:attrNameLst>
                                          </p:cBhvr>
                                          <p:to>
                                            <p:strVal val="visible"/>
                                          </p:to>
                                        </p:set>
                                        <p:animEffect transition="in" filter="fade">
                                          <p:cBhvr>
                                            <p:cTn id="245" dur="500"/>
                                            <p:tgtEl>
                                              <p:spTgt spid="140"/>
                                            </p:tgtEl>
                                          </p:cBhvr>
                                        </p:animEffect>
                                      </p:childTnLst>
                                    </p:cTn>
                                  </p:par>
                                  <p:par>
                                    <p:cTn id="246" presetID="10" presetClass="entr" presetSubtype="0" fill="hold" nodeType="withEffect">
                                      <p:stCondLst>
                                        <p:cond delay="2000"/>
                                      </p:stCondLst>
                                      <p:childTnLst>
                                        <p:set>
                                          <p:cBhvr>
                                            <p:cTn id="247" dur="1" fill="hold">
                                              <p:stCondLst>
                                                <p:cond delay="0"/>
                                              </p:stCondLst>
                                            </p:cTn>
                                            <p:tgtEl>
                                              <p:spTgt spid="141"/>
                                            </p:tgtEl>
                                            <p:attrNameLst>
                                              <p:attrName>style.visibility</p:attrName>
                                            </p:attrNameLst>
                                          </p:cBhvr>
                                          <p:to>
                                            <p:strVal val="visible"/>
                                          </p:to>
                                        </p:set>
                                        <p:animEffect transition="in" filter="fade">
                                          <p:cBhvr>
                                            <p:cTn id="248"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20" grpId="0" animBg="1"/>
          <p:bldP spid="23" grpId="0" animBg="1"/>
          <p:bldP spid="26" grpId="0" animBg="1"/>
          <p:bldP spid="29"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8" grpId="0" animBg="1"/>
          <p:bldP spid="50" grpId="0" animBg="1"/>
          <p:bldP spid="52" grpId="0" animBg="1"/>
          <p:bldP spid="54" grpId="0" animBg="1"/>
          <p:bldP spid="104" grpId="0" animBg="1"/>
          <p:bldP spid="105" grpId="0"/>
          <p:bldP spid="67" grpId="0" animBg="1"/>
          <p:bldP spid="68" grpId="0" animBg="1"/>
          <p:bldP spid="69" grpId="0" animBg="1"/>
          <p:bldP spid="71" grpId="0" animBg="1"/>
          <p:bldP spid="64" grpId="0" animBg="1"/>
          <p:bldP spid="66" grpId="0" animBg="1"/>
          <p:bldP spid="70" grpId="0" animBg="1"/>
          <p:bldP spid="7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750" fill="hold"/>
                                            <p:tgtEl>
                                              <p:spTgt spid="6"/>
                                            </p:tgtEl>
                                            <p:attrNameLst>
                                              <p:attrName>ppt_w</p:attrName>
                                            </p:attrNameLst>
                                          </p:cBhvr>
                                          <p:tavLst>
                                            <p:tav tm="0">
                                              <p:val>
                                                <p:fltVal val="0"/>
                                              </p:val>
                                            </p:tav>
                                            <p:tav tm="100000">
                                              <p:val>
                                                <p:strVal val="#ppt_w"/>
                                              </p:val>
                                            </p:tav>
                                          </p:tavLst>
                                        </p:anim>
                                        <p:anim calcmode="lin" valueType="num">
                                          <p:cBhvr>
                                            <p:cTn id="8" dur="750" fill="hold"/>
                                            <p:tgtEl>
                                              <p:spTgt spid="6"/>
                                            </p:tgtEl>
                                            <p:attrNameLst>
                                              <p:attrName>ppt_h</p:attrName>
                                            </p:attrNameLst>
                                          </p:cBhvr>
                                          <p:tavLst>
                                            <p:tav tm="0">
                                              <p:val>
                                                <p:fltVal val="0"/>
                                              </p:val>
                                            </p:tav>
                                            <p:tav tm="100000">
                                              <p:val>
                                                <p:strVal val="#ppt_h"/>
                                              </p:val>
                                            </p:tav>
                                          </p:tavLst>
                                        </p:anim>
                                        <p:animEffect transition="in" filter="fade">
                                          <p:cBhvr>
                                            <p:cTn id="9" dur="750"/>
                                            <p:tgtEl>
                                              <p:spTgt spid="6"/>
                                            </p:tgtEl>
                                          </p:cBhvr>
                                        </p:animEffect>
                                      </p:childTnLst>
                                    </p:cTn>
                                  </p:par>
                                  <p:par>
                                    <p:cTn id="10" presetID="53" presetClass="entr" presetSubtype="16" fill="hold" nodeType="withEffect">
                                      <p:stCondLst>
                                        <p:cond delay="250"/>
                                      </p:stCondLst>
                                      <p:childTnLst>
                                        <p:set>
                                          <p:cBhvr>
                                            <p:cTn id="11" dur="1" fill="hold">
                                              <p:stCondLst>
                                                <p:cond delay="0"/>
                                              </p:stCondLst>
                                            </p:cTn>
                                            <p:tgtEl>
                                              <p:spTgt spid="101"/>
                                            </p:tgtEl>
                                            <p:attrNameLst>
                                              <p:attrName>style.visibility</p:attrName>
                                            </p:attrNameLst>
                                          </p:cBhvr>
                                          <p:to>
                                            <p:strVal val="visible"/>
                                          </p:to>
                                        </p:set>
                                        <p:anim calcmode="lin" valueType="num">
                                          <p:cBhvr>
                                            <p:cTn id="12" dur="750" fill="hold"/>
                                            <p:tgtEl>
                                              <p:spTgt spid="101"/>
                                            </p:tgtEl>
                                            <p:attrNameLst>
                                              <p:attrName>ppt_w</p:attrName>
                                            </p:attrNameLst>
                                          </p:cBhvr>
                                          <p:tavLst>
                                            <p:tav tm="0">
                                              <p:val>
                                                <p:fltVal val="0"/>
                                              </p:val>
                                            </p:tav>
                                            <p:tav tm="100000">
                                              <p:val>
                                                <p:strVal val="#ppt_w"/>
                                              </p:val>
                                            </p:tav>
                                          </p:tavLst>
                                        </p:anim>
                                        <p:anim calcmode="lin" valueType="num">
                                          <p:cBhvr>
                                            <p:cTn id="13" dur="750" fill="hold"/>
                                            <p:tgtEl>
                                              <p:spTgt spid="101"/>
                                            </p:tgtEl>
                                            <p:attrNameLst>
                                              <p:attrName>ppt_h</p:attrName>
                                            </p:attrNameLst>
                                          </p:cBhvr>
                                          <p:tavLst>
                                            <p:tav tm="0">
                                              <p:val>
                                                <p:fltVal val="0"/>
                                              </p:val>
                                            </p:tav>
                                            <p:tav tm="100000">
                                              <p:val>
                                                <p:strVal val="#ppt_h"/>
                                              </p:val>
                                            </p:tav>
                                          </p:tavLst>
                                        </p:anim>
                                        <p:animEffect transition="in" filter="fade">
                                          <p:cBhvr>
                                            <p:cTn id="14" dur="750"/>
                                            <p:tgtEl>
                                              <p:spTgt spid="101"/>
                                            </p:tgtEl>
                                          </p:cBhvr>
                                        </p:animEffect>
                                      </p:childTnLst>
                                    </p:cTn>
                                  </p:par>
                                  <p:par>
                                    <p:cTn id="15" presetID="53" presetClass="entr" presetSubtype="16" fill="hold" grpId="0" nodeType="withEffect">
                                      <p:stCondLst>
                                        <p:cond delay="500"/>
                                      </p:stCondLst>
                                      <p:childTnLst>
                                        <p:set>
                                          <p:cBhvr>
                                            <p:cTn id="16" dur="1" fill="hold">
                                              <p:stCondLst>
                                                <p:cond delay="0"/>
                                              </p:stCondLst>
                                            </p:cTn>
                                            <p:tgtEl>
                                              <p:spTgt spid="104"/>
                                            </p:tgtEl>
                                            <p:attrNameLst>
                                              <p:attrName>style.visibility</p:attrName>
                                            </p:attrNameLst>
                                          </p:cBhvr>
                                          <p:to>
                                            <p:strVal val="visible"/>
                                          </p:to>
                                        </p:set>
                                        <p:anim calcmode="lin" valueType="num">
                                          <p:cBhvr>
                                            <p:cTn id="17" dur="750" fill="hold"/>
                                            <p:tgtEl>
                                              <p:spTgt spid="104"/>
                                            </p:tgtEl>
                                            <p:attrNameLst>
                                              <p:attrName>ppt_w</p:attrName>
                                            </p:attrNameLst>
                                          </p:cBhvr>
                                          <p:tavLst>
                                            <p:tav tm="0">
                                              <p:val>
                                                <p:fltVal val="0"/>
                                              </p:val>
                                            </p:tav>
                                            <p:tav tm="100000">
                                              <p:val>
                                                <p:strVal val="#ppt_w"/>
                                              </p:val>
                                            </p:tav>
                                          </p:tavLst>
                                        </p:anim>
                                        <p:anim calcmode="lin" valueType="num">
                                          <p:cBhvr>
                                            <p:cTn id="18" dur="750" fill="hold"/>
                                            <p:tgtEl>
                                              <p:spTgt spid="104"/>
                                            </p:tgtEl>
                                            <p:attrNameLst>
                                              <p:attrName>ppt_h</p:attrName>
                                            </p:attrNameLst>
                                          </p:cBhvr>
                                          <p:tavLst>
                                            <p:tav tm="0">
                                              <p:val>
                                                <p:fltVal val="0"/>
                                              </p:val>
                                            </p:tav>
                                            <p:tav tm="100000">
                                              <p:val>
                                                <p:strVal val="#ppt_h"/>
                                              </p:val>
                                            </p:tav>
                                          </p:tavLst>
                                        </p:anim>
                                        <p:animEffect transition="in" filter="fade">
                                          <p:cBhvr>
                                            <p:cTn id="19" dur="750"/>
                                            <p:tgtEl>
                                              <p:spTgt spid="104"/>
                                            </p:tgtEl>
                                          </p:cBhvr>
                                        </p:animEffect>
                                      </p:childTnLst>
                                    </p:cTn>
                                  </p:par>
                                  <p:par>
                                    <p:cTn id="20" presetID="53" presetClass="entr" presetSubtype="16" fill="hold" grpId="0" nodeType="withEffect">
                                      <p:stCondLst>
                                        <p:cond delay="750"/>
                                      </p:stCondLst>
                                      <p:childTnLst>
                                        <p:set>
                                          <p:cBhvr>
                                            <p:cTn id="21" dur="1" fill="hold">
                                              <p:stCondLst>
                                                <p:cond delay="0"/>
                                              </p:stCondLst>
                                            </p:cTn>
                                            <p:tgtEl>
                                              <p:spTgt spid="105"/>
                                            </p:tgtEl>
                                            <p:attrNameLst>
                                              <p:attrName>style.visibility</p:attrName>
                                            </p:attrNameLst>
                                          </p:cBhvr>
                                          <p:to>
                                            <p:strVal val="visible"/>
                                          </p:to>
                                        </p:set>
                                        <p:anim calcmode="lin" valueType="num">
                                          <p:cBhvr>
                                            <p:cTn id="22" dur="750" fill="hold"/>
                                            <p:tgtEl>
                                              <p:spTgt spid="105"/>
                                            </p:tgtEl>
                                            <p:attrNameLst>
                                              <p:attrName>ppt_w</p:attrName>
                                            </p:attrNameLst>
                                          </p:cBhvr>
                                          <p:tavLst>
                                            <p:tav tm="0">
                                              <p:val>
                                                <p:fltVal val="0"/>
                                              </p:val>
                                            </p:tav>
                                            <p:tav tm="100000">
                                              <p:val>
                                                <p:strVal val="#ppt_w"/>
                                              </p:val>
                                            </p:tav>
                                          </p:tavLst>
                                        </p:anim>
                                        <p:anim calcmode="lin" valueType="num">
                                          <p:cBhvr>
                                            <p:cTn id="23" dur="750" fill="hold"/>
                                            <p:tgtEl>
                                              <p:spTgt spid="105"/>
                                            </p:tgtEl>
                                            <p:attrNameLst>
                                              <p:attrName>ppt_h</p:attrName>
                                            </p:attrNameLst>
                                          </p:cBhvr>
                                          <p:tavLst>
                                            <p:tav tm="0">
                                              <p:val>
                                                <p:fltVal val="0"/>
                                              </p:val>
                                            </p:tav>
                                            <p:tav tm="100000">
                                              <p:val>
                                                <p:strVal val="#ppt_h"/>
                                              </p:val>
                                            </p:tav>
                                          </p:tavLst>
                                        </p:anim>
                                        <p:animEffect transition="in" filter="fade">
                                          <p:cBhvr>
                                            <p:cTn id="24" dur="750"/>
                                            <p:tgtEl>
                                              <p:spTgt spid="105"/>
                                            </p:tgtEl>
                                          </p:cBhvr>
                                        </p:animEffect>
                                      </p:childTnLst>
                                    </p:cTn>
                                  </p:par>
                                  <p:par>
                                    <p:cTn id="25" presetID="53" presetClass="entr" presetSubtype="16" fill="hold" grpId="0" nodeType="withEffect">
                                      <p:stCondLst>
                                        <p:cond delay="750"/>
                                      </p:stCondLst>
                                      <p:childTnLst>
                                        <p:set>
                                          <p:cBhvr>
                                            <p:cTn id="26" dur="1" fill="hold">
                                              <p:stCondLst>
                                                <p:cond delay="0"/>
                                              </p:stCondLst>
                                            </p:cTn>
                                            <p:tgtEl>
                                              <p:spTgt spid="39"/>
                                            </p:tgtEl>
                                            <p:attrNameLst>
                                              <p:attrName>style.visibility</p:attrName>
                                            </p:attrNameLst>
                                          </p:cBhvr>
                                          <p:to>
                                            <p:strVal val="visible"/>
                                          </p:to>
                                        </p:set>
                                        <p:anim calcmode="lin" valueType="num">
                                          <p:cBhvr>
                                            <p:cTn id="27" dur="750" fill="hold"/>
                                            <p:tgtEl>
                                              <p:spTgt spid="39"/>
                                            </p:tgtEl>
                                            <p:attrNameLst>
                                              <p:attrName>ppt_w</p:attrName>
                                            </p:attrNameLst>
                                          </p:cBhvr>
                                          <p:tavLst>
                                            <p:tav tm="0">
                                              <p:val>
                                                <p:fltVal val="0"/>
                                              </p:val>
                                            </p:tav>
                                            <p:tav tm="100000">
                                              <p:val>
                                                <p:strVal val="#ppt_w"/>
                                              </p:val>
                                            </p:tav>
                                          </p:tavLst>
                                        </p:anim>
                                        <p:anim calcmode="lin" valueType="num">
                                          <p:cBhvr>
                                            <p:cTn id="28" dur="750" fill="hold"/>
                                            <p:tgtEl>
                                              <p:spTgt spid="39"/>
                                            </p:tgtEl>
                                            <p:attrNameLst>
                                              <p:attrName>ppt_h</p:attrName>
                                            </p:attrNameLst>
                                          </p:cBhvr>
                                          <p:tavLst>
                                            <p:tav tm="0">
                                              <p:val>
                                                <p:fltVal val="0"/>
                                              </p:val>
                                            </p:tav>
                                            <p:tav tm="100000">
                                              <p:val>
                                                <p:strVal val="#ppt_h"/>
                                              </p:val>
                                            </p:tav>
                                          </p:tavLst>
                                        </p:anim>
                                        <p:animEffect transition="in" filter="fade">
                                          <p:cBhvr>
                                            <p:cTn id="29" dur="750"/>
                                            <p:tgtEl>
                                              <p:spTgt spid="39"/>
                                            </p:tgtEl>
                                          </p:cBhvr>
                                        </p:animEffect>
                                      </p:childTnLst>
                                    </p:cTn>
                                  </p:par>
                                  <p:par>
                                    <p:cTn id="30" presetID="53" presetClass="entr" presetSubtype="16" fill="hold" grpId="0" nodeType="withEffect">
                                      <p:stCondLst>
                                        <p:cond delay="1000"/>
                                      </p:stCondLst>
                                      <p:childTnLst>
                                        <p:set>
                                          <p:cBhvr>
                                            <p:cTn id="31" dur="1" fill="hold">
                                              <p:stCondLst>
                                                <p:cond delay="0"/>
                                              </p:stCondLst>
                                            </p:cTn>
                                            <p:tgtEl>
                                              <p:spTgt spid="44"/>
                                            </p:tgtEl>
                                            <p:attrNameLst>
                                              <p:attrName>style.visibility</p:attrName>
                                            </p:attrNameLst>
                                          </p:cBhvr>
                                          <p:to>
                                            <p:strVal val="visible"/>
                                          </p:to>
                                        </p:set>
                                        <p:anim calcmode="lin" valueType="num">
                                          <p:cBhvr>
                                            <p:cTn id="32" dur="750" fill="hold"/>
                                            <p:tgtEl>
                                              <p:spTgt spid="44"/>
                                            </p:tgtEl>
                                            <p:attrNameLst>
                                              <p:attrName>ppt_w</p:attrName>
                                            </p:attrNameLst>
                                          </p:cBhvr>
                                          <p:tavLst>
                                            <p:tav tm="0">
                                              <p:val>
                                                <p:fltVal val="0"/>
                                              </p:val>
                                            </p:tav>
                                            <p:tav tm="100000">
                                              <p:val>
                                                <p:strVal val="#ppt_w"/>
                                              </p:val>
                                            </p:tav>
                                          </p:tavLst>
                                        </p:anim>
                                        <p:anim calcmode="lin" valueType="num">
                                          <p:cBhvr>
                                            <p:cTn id="33" dur="750" fill="hold"/>
                                            <p:tgtEl>
                                              <p:spTgt spid="44"/>
                                            </p:tgtEl>
                                            <p:attrNameLst>
                                              <p:attrName>ppt_h</p:attrName>
                                            </p:attrNameLst>
                                          </p:cBhvr>
                                          <p:tavLst>
                                            <p:tav tm="0">
                                              <p:val>
                                                <p:fltVal val="0"/>
                                              </p:val>
                                            </p:tav>
                                            <p:tav tm="100000">
                                              <p:val>
                                                <p:strVal val="#ppt_h"/>
                                              </p:val>
                                            </p:tav>
                                          </p:tavLst>
                                        </p:anim>
                                        <p:animEffect transition="in" filter="fade">
                                          <p:cBhvr>
                                            <p:cTn id="34" dur="750"/>
                                            <p:tgtEl>
                                              <p:spTgt spid="44"/>
                                            </p:tgtEl>
                                          </p:cBhvr>
                                        </p:animEffect>
                                      </p:childTnLst>
                                    </p:cTn>
                                  </p:par>
                                  <p:par>
                                    <p:cTn id="35" presetID="53" presetClass="entr" presetSubtype="16" fill="hold" grpId="0" nodeType="withEffect">
                                      <p:stCondLst>
                                        <p:cond delay="1250"/>
                                      </p:stCondLst>
                                      <p:childTnLst>
                                        <p:set>
                                          <p:cBhvr>
                                            <p:cTn id="36" dur="1" fill="hold">
                                              <p:stCondLst>
                                                <p:cond delay="0"/>
                                              </p:stCondLst>
                                            </p:cTn>
                                            <p:tgtEl>
                                              <p:spTgt spid="45"/>
                                            </p:tgtEl>
                                            <p:attrNameLst>
                                              <p:attrName>style.visibility</p:attrName>
                                            </p:attrNameLst>
                                          </p:cBhvr>
                                          <p:to>
                                            <p:strVal val="visible"/>
                                          </p:to>
                                        </p:set>
                                        <p:anim calcmode="lin" valueType="num">
                                          <p:cBhvr>
                                            <p:cTn id="37" dur="750" fill="hold"/>
                                            <p:tgtEl>
                                              <p:spTgt spid="45"/>
                                            </p:tgtEl>
                                            <p:attrNameLst>
                                              <p:attrName>ppt_w</p:attrName>
                                            </p:attrNameLst>
                                          </p:cBhvr>
                                          <p:tavLst>
                                            <p:tav tm="0">
                                              <p:val>
                                                <p:fltVal val="0"/>
                                              </p:val>
                                            </p:tav>
                                            <p:tav tm="100000">
                                              <p:val>
                                                <p:strVal val="#ppt_w"/>
                                              </p:val>
                                            </p:tav>
                                          </p:tavLst>
                                        </p:anim>
                                        <p:anim calcmode="lin" valueType="num">
                                          <p:cBhvr>
                                            <p:cTn id="38" dur="750" fill="hold"/>
                                            <p:tgtEl>
                                              <p:spTgt spid="45"/>
                                            </p:tgtEl>
                                            <p:attrNameLst>
                                              <p:attrName>ppt_h</p:attrName>
                                            </p:attrNameLst>
                                          </p:cBhvr>
                                          <p:tavLst>
                                            <p:tav tm="0">
                                              <p:val>
                                                <p:fltVal val="0"/>
                                              </p:val>
                                            </p:tav>
                                            <p:tav tm="100000">
                                              <p:val>
                                                <p:strVal val="#ppt_h"/>
                                              </p:val>
                                            </p:tav>
                                          </p:tavLst>
                                        </p:anim>
                                        <p:animEffect transition="in" filter="fade">
                                          <p:cBhvr>
                                            <p:cTn id="39" dur="750"/>
                                            <p:tgtEl>
                                              <p:spTgt spid="45"/>
                                            </p:tgtEl>
                                          </p:cBhvr>
                                        </p:animEffect>
                                      </p:childTnLst>
                                    </p:cTn>
                                  </p:par>
                                  <p:par>
                                    <p:cTn id="40" presetID="53" presetClass="entr" presetSubtype="16" fill="hold" grpId="0" nodeType="withEffect">
                                      <p:stCondLst>
                                        <p:cond delay="1500"/>
                                      </p:stCondLst>
                                      <p:childTnLst>
                                        <p:set>
                                          <p:cBhvr>
                                            <p:cTn id="41" dur="1" fill="hold">
                                              <p:stCondLst>
                                                <p:cond delay="0"/>
                                              </p:stCondLst>
                                            </p:cTn>
                                            <p:tgtEl>
                                              <p:spTgt spid="46"/>
                                            </p:tgtEl>
                                            <p:attrNameLst>
                                              <p:attrName>style.visibility</p:attrName>
                                            </p:attrNameLst>
                                          </p:cBhvr>
                                          <p:to>
                                            <p:strVal val="visible"/>
                                          </p:to>
                                        </p:set>
                                        <p:anim calcmode="lin" valueType="num">
                                          <p:cBhvr>
                                            <p:cTn id="42" dur="750" fill="hold"/>
                                            <p:tgtEl>
                                              <p:spTgt spid="46"/>
                                            </p:tgtEl>
                                            <p:attrNameLst>
                                              <p:attrName>ppt_w</p:attrName>
                                            </p:attrNameLst>
                                          </p:cBhvr>
                                          <p:tavLst>
                                            <p:tav tm="0">
                                              <p:val>
                                                <p:fltVal val="0"/>
                                              </p:val>
                                            </p:tav>
                                            <p:tav tm="100000">
                                              <p:val>
                                                <p:strVal val="#ppt_w"/>
                                              </p:val>
                                            </p:tav>
                                          </p:tavLst>
                                        </p:anim>
                                        <p:anim calcmode="lin" valueType="num">
                                          <p:cBhvr>
                                            <p:cTn id="43" dur="750" fill="hold"/>
                                            <p:tgtEl>
                                              <p:spTgt spid="46"/>
                                            </p:tgtEl>
                                            <p:attrNameLst>
                                              <p:attrName>ppt_h</p:attrName>
                                            </p:attrNameLst>
                                          </p:cBhvr>
                                          <p:tavLst>
                                            <p:tav tm="0">
                                              <p:val>
                                                <p:fltVal val="0"/>
                                              </p:val>
                                            </p:tav>
                                            <p:tav tm="100000">
                                              <p:val>
                                                <p:strVal val="#ppt_h"/>
                                              </p:val>
                                            </p:tav>
                                          </p:tavLst>
                                        </p:anim>
                                        <p:animEffect transition="in" filter="fade">
                                          <p:cBhvr>
                                            <p:cTn id="44" dur="750"/>
                                            <p:tgtEl>
                                              <p:spTgt spid="46"/>
                                            </p:tgtEl>
                                          </p:cBhvr>
                                        </p:animEffect>
                                      </p:childTnLst>
                                    </p:cTn>
                                  </p:par>
                                  <p:par>
                                    <p:cTn id="45" presetID="53" presetClass="entr" presetSubtype="16" fill="hold" grpId="0" nodeType="withEffect">
                                      <p:stCondLst>
                                        <p:cond delay="750"/>
                                      </p:stCondLst>
                                      <p:childTnLst>
                                        <p:set>
                                          <p:cBhvr>
                                            <p:cTn id="46" dur="1" fill="hold">
                                              <p:stCondLst>
                                                <p:cond delay="0"/>
                                              </p:stCondLst>
                                            </p:cTn>
                                            <p:tgtEl>
                                              <p:spTgt spid="11"/>
                                            </p:tgtEl>
                                            <p:attrNameLst>
                                              <p:attrName>style.visibility</p:attrName>
                                            </p:attrNameLst>
                                          </p:cBhvr>
                                          <p:to>
                                            <p:strVal val="visible"/>
                                          </p:to>
                                        </p:set>
                                        <p:anim calcmode="lin" valueType="num">
                                          <p:cBhvr>
                                            <p:cTn id="47" dur="750" fill="hold"/>
                                            <p:tgtEl>
                                              <p:spTgt spid="11"/>
                                            </p:tgtEl>
                                            <p:attrNameLst>
                                              <p:attrName>ppt_w</p:attrName>
                                            </p:attrNameLst>
                                          </p:cBhvr>
                                          <p:tavLst>
                                            <p:tav tm="0">
                                              <p:val>
                                                <p:fltVal val="0"/>
                                              </p:val>
                                            </p:tav>
                                            <p:tav tm="100000">
                                              <p:val>
                                                <p:strVal val="#ppt_w"/>
                                              </p:val>
                                            </p:tav>
                                          </p:tavLst>
                                        </p:anim>
                                        <p:anim calcmode="lin" valueType="num">
                                          <p:cBhvr>
                                            <p:cTn id="48" dur="750" fill="hold"/>
                                            <p:tgtEl>
                                              <p:spTgt spid="11"/>
                                            </p:tgtEl>
                                            <p:attrNameLst>
                                              <p:attrName>ppt_h</p:attrName>
                                            </p:attrNameLst>
                                          </p:cBhvr>
                                          <p:tavLst>
                                            <p:tav tm="0">
                                              <p:val>
                                                <p:fltVal val="0"/>
                                              </p:val>
                                            </p:tav>
                                            <p:tav tm="100000">
                                              <p:val>
                                                <p:strVal val="#ppt_h"/>
                                              </p:val>
                                            </p:tav>
                                          </p:tavLst>
                                        </p:anim>
                                        <p:animEffect transition="in" filter="fade">
                                          <p:cBhvr>
                                            <p:cTn id="49" dur="750"/>
                                            <p:tgtEl>
                                              <p:spTgt spid="11"/>
                                            </p:tgtEl>
                                          </p:cBhvr>
                                        </p:animEffect>
                                      </p:childTnLst>
                                    </p:cTn>
                                  </p:par>
                                  <p:par>
                                    <p:cTn id="50" presetID="53" presetClass="entr" presetSubtype="16" fill="hold" grpId="0" nodeType="withEffect">
                                      <p:stCondLst>
                                        <p:cond delay="1000"/>
                                      </p:stCondLst>
                                      <p:childTnLst>
                                        <p:set>
                                          <p:cBhvr>
                                            <p:cTn id="51" dur="1" fill="hold">
                                              <p:stCondLst>
                                                <p:cond delay="0"/>
                                              </p:stCondLst>
                                            </p:cTn>
                                            <p:tgtEl>
                                              <p:spTgt spid="16"/>
                                            </p:tgtEl>
                                            <p:attrNameLst>
                                              <p:attrName>style.visibility</p:attrName>
                                            </p:attrNameLst>
                                          </p:cBhvr>
                                          <p:to>
                                            <p:strVal val="visible"/>
                                          </p:to>
                                        </p:set>
                                        <p:anim calcmode="lin" valueType="num">
                                          <p:cBhvr>
                                            <p:cTn id="52" dur="750" fill="hold"/>
                                            <p:tgtEl>
                                              <p:spTgt spid="16"/>
                                            </p:tgtEl>
                                            <p:attrNameLst>
                                              <p:attrName>ppt_w</p:attrName>
                                            </p:attrNameLst>
                                          </p:cBhvr>
                                          <p:tavLst>
                                            <p:tav tm="0">
                                              <p:val>
                                                <p:fltVal val="0"/>
                                              </p:val>
                                            </p:tav>
                                            <p:tav tm="100000">
                                              <p:val>
                                                <p:strVal val="#ppt_w"/>
                                              </p:val>
                                            </p:tav>
                                          </p:tavLst>
                                        </p:anim>
                                        <p:anim calcmode="lin" valueType="num">
                                          <p:cBhvr>
                                            <p:cTn id="53" dur="750" fill="hold"/>
                                            <p:tgtEl>
                                              <p:spTgt spid="16"/>
                                            </p:tgtEl>
                                            <p:attrNameLst>
                                              <p:attrName>ppt_h</p:attrName>
                                            </p:attrNameLst>
                                          </p:cBhvr>
                                          <p:tavLst>
                                            <p:tav tm="0">
                                              <p:val>
                                                <p:fltVal val="0"/>
                                              </p:val>
                                            </p:tav>
                                            <p:tav tm="100000">
                                              <p:val>
                                                <p:strVal val="#ppt_h"/>
                                              </p:val>
                                            </p:tav>
                                          </p:tavLst>
                                        </p:anim>
                                        <p:animEffect transition="in" filter="fade">
                                          <p:cBhvr>
                                            <p:cTn id="54" dur="750"/>
                                            <p:tgtEl>
                                              <p:spTgt spid="16"/>
                                            </p:tgtEl>
                                          </p:cBhvr>
                                        </p:animEffect>
                                      </p:childTnLst>
                                    </p:cTn>
                                  </p:par>
                                  <p:par>
                                    <p:cTn id="55" presetID="53" presetClass="entr" presetSubtype="16" fill="hold" grpId="0" nodeType="withEffect">
                                      <p:stCondLst>
                                        <p:cond delay="1250"/>
                                      </p:stCondLst>
                                      <p:childTnLst>
                                        <p:set>
                                          <p:cBhvr>
                                            <p:cTn id="56" dur="1" fill="hold">
                                              <p:stCondLst>
                                                <p:cond delay="0"/>
                                              </p:stCondLst>
                                            </p:cTn>
                                            <p:tgtEl>
                                              <p:spTgt spid="17"/>
                                            </p:tgtEl>
                                            <p:attrNameLst>
                                              <p:attrName>style.visibility</p:attrName>
                                            </p:attrNameLst>
                                          </p:cBhvr>
                                          <p:to>
                                            <p:strVal val="visible"/>
                                          </p:to>
                                        </p:set>
                                        <p:anim calcmode="lin" valueType="num">
                                          <p:cBhvr>
                                            <p:cTn id="57" dur="750" fill="hold"/>
                                            <p:tgtEl>
                                              <p:spTgt spid="17"/>
                                            </p:tgtEl>
                                            <p:attrNameLst>
                                              <p:attrName>ppt_w</p:attrName>
                                            </p:attrNameLst>
                                          </p:cBhvr>
                                          <p:tavLst>
                                            <p:tav tm="0">
                                              <p:val>
                                                <p:fltVal val="0"/>
                                              </p:val>
                                            </p:tav>
                                            <p:tav tm="100000">
                                              <p:val>
                                                <p:strVal val="#ppt_w"/>
                                              </p:val>
                                            </p:tav>
                                          </p:tavLst>
                                        </p:anim>
                                        <p:anim calcmode="lin" valueType="num">
                                          <p:cBhvr>
                                            <p:cTn id="58" dur="750" fill="hold"/>
                                            <p:tgtEl>
                                              <p:spTgt spid="17"/>
                                            </p:tgtEl>
                                            <p:attrNameLst>
                                              <p:attrName>ppt_h</p:attrName>
                                            </p:attrNameLst>
                                          </p:cBhvr>
                                          <p:tavLst>
                                            <p:tav tm="0">
                                              <p:val>
                                                <p:fltVal val="0"/>
                                              </p:val>
                                            </p:tav>
                                            <p:tav tm="100000">
                                              <p:val>
                                                <p:strVal val="#ppt_h"/>
                                              </p:val>
                                            </p:tav>
                                          </p:tavLst>
                                        </p:anim>
                                        <p:animEffect transition="in" filter="fade">
                                          <p:cBhvr>
                                            <p:cTn id="59" dur="750"/>
                                            <p:tgtEl>
                                              <p:spTgt spid="17"/>
                                            </p:tgtEl>
                                          </p:cBhvr>
                                        </p:animEffect>
                                      </p:childTnLst>
                                    </p:cTn>
                                  </p:par>
                                  <p:par>
                                    <p:cTn id="60" presetID="53" presetClass="entr" presetSubtype="16" fill="hold" grpId="0" nodeType="withEffect">
                                      <p:stCondLst>
                                        <p:cond delay="1500"/>
                                      </p:stCondLst>
                                      <p:childTnLst>
                                        <p:set>
                                          <p:cBhvr>
                                            <p:cTn id="61" dur="1" fill="hold">
                                              <p:stCondLst>
                                                <p:cond delay="0"/>
                                              </p:stCondLst>
                                            </p:cTn>
                                            <p:tgtEl>
                                              <p:spTgt spid="18"/>
                                            </p:tgtEl>
                                            <p:attrNameLst>
                                              <p:attrName>style.visibility</p:attrName>
                                            </p:attrNameLst>
                                          </p:cBhvr>
                                          <p:to>
                                            <p:strVal val="visible"/>
                                          </p:to>
                                        </p:set>
                                        <p:anim calcmode="lin" valueType="num">
                                          <p:cBhvr>
                                            <p:cTn id="62" dur="750" fill="hold"/>
                                            <p:tgtEl>
                                              <p:spTgt spid="18"/>
                                            </p:tgtEl>
                                            <p:attrNameLst>
                                              <p:attrName>ppt_w</p:attrName>
                                            </p:attrNameLst>
                                          </p:cBhvr>
                                          <p:tavLst>
                                            <p:tav tm="0">
                                              <p:val>
                                                <p:fltVal val="0"/>
                                              </p:val>
                                            </p:tav>
                                            <p:tav tm="100000">
                                              <p:val>
                                                <p:strVal val="#ppt_w"/>
                                              </p:val>
                                            </p:tav>
                                          </p:tavLst>
                                        </p:anim>
                                        <p:anim calcmode="lin" valueType="num">
                                          <p:cBhvr>
                                            <p:cTn id="63" dur="750" fill="hold"/>
                                            <p:tgtEl>
                                              <p:spTgt spid="18"/>
                                            </p:tgtEl>
                                            <p:attrNameLst>
                                              <p:attrName>ppt_h</p:attrName>
                                            </p:attrNameLst>
                                          </p:cBhvr>
                                          <p:tavLst>
                                            <p:tav tm="0">
                                              <p:val>
                                                <p:fltVal val="0"/>
                                              </p:val>
                                            </p:tav>
                                            <p:tav tm="100000">
                                              <p:val>
                                                <p:strVal val="#ppt_h"/>
                                              </p:val>
                                            </p:tav>
                                          </p:tavLst>
                                        </p:anim>
                                        <p:animEffect transition="in" filter="fade">
                                          <p:cBhvr>
                                            <p:cTn id="64" dur="750"/>
                                            <p:tgtEl>
                                              <p:spTgt spid="18"/>
                                            </p:tgtEl>
                                          </p:cBhvr>
                                        </p:animEffect>
                                      </p:childTnLst>
                                    </p:cTn>
                                  </p:par>
                                  <p:par>
                                    <p:cTn id="65" presetID="22" presetClass="entr" presetSubtype="2" fill="hold" grpId="0" nodeType="withEffect">
                                      <p:stCondLst>
                                        <p:cond delay="750"/>
                                      </p:stCondLst>
                                      <p:childTnLst>
                                        <p:set>
                                          <p:cBhvr>
                                            <p:cTn id="66" dur="1" fill="hold">
                                              <p:stCondLst>
                                                <p:cond delay="0"/>
                                              </p:stCondLst>
                                            </p:cTn>
                                            <p:tgtEl>
                                              <p:spTgt spid="35"/>
                                            </p:tgtEl>
                                            <p:attrNameLst>
                                              <p:attrName>style.visibility</p:attrName>
                                            </p:attrNameLst>
                                          </p:cBhvr>
                                          <p:to>
                                            <p:strVal val="visible"/>
                                          </p:to>
                                        </p:set>
                                        <p:animEffect transition="in" filter="wipe(right)">
                                          <p:cBhvr>
                                            <p:cTn id="67" dur="500"/>
                                            <p:tgtEl>
                                              <p:spTgt spid="35"/>
                                            </p:tgtEl>
                                          </p:cBhvr>
                                        </p:animEffect>
                                      </p:childTnLst>
                                    </p:cTn>
                                  </p:par>
                                  <p:par>
                                    <p:cTn id="68" presetID="22" presetClass="entr" presetSubtype="2" fill="hold" grpId="0" nodeType="withEffect">
                                      <p:stCondLst>
                                        <p:cond delay="1000"/>
                                      </p:stCondLst>
                                      <p:childTnLst>
                                        <p:set>
                                          <p:cBhvr>
                                            <p:cTn id="69" dur="1" fill="hold">
                                              <p:stCondLst>
                                                <p:cond delay="0"/>
                                              </p:stCondLst>
                                            </p:cTn>
                                            <p:tgtEl>
                                              <p:spTgt spid="37"/>
                                            </p:tgtEl>
                                            <p:attrNameLst>
                                              <p:attrName>style.visibility</p:attrName>
                                            </p:attrNameLst>
                                          </p:cBhvr>
                                          <p:to>
                                            <p:strVal val="visible"/>
                                          </p:to>
                                        </p:set>
                                        <p:animEffect transition="in" filter="wipe(right)">
                                          <p:cBhvr>
                                            <p:cTn id="70" dur="500"/>
                                            <p:tgtEl>
                                              <p:spTgt spid="37"/>
                                            </p:tgtEl>
                                          </p:cBhvr>
                                        </p:animEffect>
                                      </p:childTnLst>
                                    </p:cTn>
                                  </p:par>
                                  <p:par>
                                    <p:cTn id="71" presetID="22" presetClass="entr" presetSubtype="2" fill="hold" grpId="0" nodeType="withEffect">
                                      <p:stCondLst>
                                        <p:cond delay="1250"/>
                                      </p:stCondLst>
                                      <p:childTnLst>
                                        <p:set>
                                          <p:cBhvr>
                                            <p:cTn id="72" dur="1" fill="hold">
                                              <p:stCondLst>
                                                <p:cond delay="0"/>
                                              </p:stCondLst>
                                            </p:cTn>
                                            <p:tgtEl>
                                              <p:spTgt spid="38"/>
                                            </p:tgtEl>
                                            <p:attrNameLst>
                                              <p:attrName>style.visibility</p:attrName>
                                            </p:attrNameLst>
                                          </p:cBhvr>
                                          <p:to>
                                            <p:strVal val="visible"/>
                                          </p:to>
                                        </p:set>
                                        <p:animEffect transition="in" filter="wipe(right)">
                                          <p:cBhvr>
                                            <p:cTn id="73" dur="500"/>
                                            <p:tgtEl>
                                              <p:spTgt spid="38"/>
                                            </p:tgtEl>
                                          </p:cBhvr>
                                        </p:animEffect>
                                      </p:childTnLst>
                                    </p:cTn>
                                  </p:par>
                                  <p:par>
                                    <p:cTn id="74" presetID="22" presetClass="entr" presetSubtype="2" fill="hold" grpId="0" nodeType="withEffect">
                                      <p:stCondLst>
                                        <p:cond delay="1500"/>
                                      </p:stCondLst>
                                      <p:childTnLst>
                                        <p:set>
                                          <p:cBhvr>
                                            <p:cTn id="75" dur="1" fill="hold">
                                              <p:stCondLst>
                                                <p:cond delay="0"/>
                                              </p:stCondLst>
                                            </p:cTn>
                                            <p:tgtEl>
                                              <p:spTgt spid="36"/>
                                            </p:tgtEl>
                                            <p:attrNameLst>
                                              <p:attrName>style.visibility</p:attrName>
                                            </p:attrNameLst>
                                          </p:cBhvr>
                                          <p:to>
                                            <p:strVal val="visible"/>
                                          </p:to>
                                        </p:set>
                                        <p:animEffect transition="in" filter="wipe(right)">
                                          <p:cBhvr>
                                            <p:cTn id="76" dur="500"/>
                                            <p:tgtEl>
                                              <p:spTgt spid="36"/>
                                            </p:tgtEl>
                                          </p:cBhvr>
                                        </p:animEffect>
                                      </p:childTnLst>
                                    </p:cTn>
                                  </p:par>
                                  <p:par>
                                    <p:cTn id="77" presetID="22" presetClass="entr" presetSubtype="4" fill="hold" grpId="0" nodeType="withEffect">
                                      <p:stCondLst>
                                        <p:cond delay="750"/>
                                      </p:stCondLst>
                                      <p:childTnLst>
                                        <p:set>
                                          <p:cBhvr>
                                            <p:cTn id="78" dur="1" fill="hold">
                                              <p:stCondLst>
                                                <p:cond delay="0"/>
                                              </p:stCondLst>
                                            </p:cTn>
                                            <p:tgtEl>
                                              <p:spTgt spid="7"/>
                                            </p:tgtEl>
                                            <p:attrNameLst>
                                              <p:attrName>style.visibility</p:attrName>
                                            </p:attrNameLst>
                                          </p:cBhvr>
                                          <p:to>
                                            <p:strVal val="visible"/>
                                          </p:to>
                                        </p:set>
                                        <p:animEffect transition="in" filter="wipe(down)">
                                          <p:cBhvr>
                                            <p:cTn id="79" dur="500"/>
                                            <p:tgtEl>
                                              <p:spTgt spid="7"/>
                                            </p:tgtEl>
                                          </p:cBhvr>
                                        </p:animEffect>
                                      </p:childTnLst>
                                    </p:cTn>
                                  </p:par>
                                  <p:par>
                                    <p:cTn id="80" presetID="22" presetClass="entr" presetSubtype="4" fill="hold" grpId="0" nodeType="withEffect">
                                      <p:stCondLst>
                                        <p:cond delay="1000"/>
                                      </p:stCondLst>
                                      <p:childTnLst>
                                        <p:set>
                                          <p:cBhvr>
                                            <p:cTn id="81" dur="1" fill="hold">
                                              <p:stCondLst>
                                                <p:cond delay="0"/>
                                              </p:stCondLst>
                                            </p:cTn>
                                            <p:tgtEl>
                                              <p:spTgt spid="9"/>
                                            </p:tgtEl>
                                            <p:attrNameLst>
                                              <p:attrName>style.visibility</p:attrName>
                                            </p:attrNameLst>
                                          </p:cBhvr>
                                          <p:to>
                                            <p:strVal val="visible"/>
                                          </p:to>
                                        </p:set>
                                        <p:animEffect transition="in" filter="wipe(down)">
                                          <p:cBhvr>
                                            <p:cTn id="82" dur="500"/>
                                            <p:tgtEl>
                                              <p:spTgt spid="9"/>
                                            </p:tgtEl>
                                          </p:cBhvr>
                                        </p:animEffect>
                                      </p:childTnLst>
                                    </p:cTn>
                                  </p:par>
                                  <p:par>
                                    <p:cTn id="83" presetID="22" presetClass="entr" presetSubtype="4" fill="hold" grpId="0" nodeType="withEffect">
                                      <p:stCondLst>
                                        <p:cond delay="1250"/>
                                      </p:stCondLst>
                                      <p:childTnLst>
                                        <p:set>
                                          <p:cBhvr>
                                            <p:cTn id="84" dur="1" fill="hold">
                                              <p:stCondLst>
                                                <p:cond delay="0"/>
                                              </p:stCondLst>
                                            </p:cTn>
                                            <p:tgtEl>
                                              <p:spTgt spid="10"/>
                                            </p:tgtEl>
                                            <p:attrNameLst>
                                              <p:attrName>style.visibility</p:attrName>
                                            </p:attrNameLst>
                                          </p:cBhvr>
                                          <p:to>
                                            <p:strVal val="visible"/>
                                          </p:to>
                                        </p:set>
                                        <p:animEffect transition="in" filter="wipe(down)">
                                          <p:cBhvr>
                                            <p:cTn id="85" dur="500"/>
                                            <p:tgtEl>
                                              <p:spTgt spid="10"/>
                                            </p:tgtEl>
                                          </p:cBhvr>
                                        </p:animEffect>
                                      </p:childTnLst>
                                    </p:cTn>
                                  </p:par>
                                  <p:par>
                                    <p:cTn id="86" presetID="22" presetClass="entr" presetSubtype="4" fill="hold" grpId="0" nodeType="withEffect">
                                      <p:stCondLst>
                                        <p:cond delay="1500"/>
                                      </p:stCondLst>
                                      <p:childTnLst>
                                        <p:set>
                                          <p:cBhvr>
                                            <p:cTn id="87" dur="1" fill="hold">
                                              <p:stCondLst>
                                                <p:cond delay="0"/>
                                              </p:stCondLst>
                                            </p:cTn>
                                            <p:tgtEl>
                                              <p:spTgt spid="8"/>
                                            </p:tgtEl>
                                            <p:attrNameLst>
                                              <p:attrName>style.visibility</p:attrName>
                                            </p:attrNameLst>
                                          </p:cBhvr>
                                          <p:to>
                                            <p:strVal val="visible"/>
                                          </p:to>
                                        </p:set>
                                        <p:animEffect transition="in" filter="wipe(down)">
                                          <p:cBhvr>
                                            <p:cTn id="88" dur="500"/>
                                            <p:tgtEl>
                                              <p:spTgt spid="8"/>
                                            </p:tgtEl>
                                          </p:cBhvr>
                                        </p:animEffect>
                                      </p:childTnLst>
                                    </p:cTn>
                                  </p:par>
                                  <p:par>
                                    <p:cTn id="89" presetID="53" presetClass="entr" presetSubtype="16" fill="hold" nodeType="withEffect">
                                      <p:stCondLst>
                                        <p:cond delay="1000"/>
                                      </p:stCondLst>
                                      <p:childTnLst>
                                        <p:set>
                                          <p:cBhvr>
                                            <p:cTn id="90" dur="1" fill="hold">
                                              <p:stCondLst>
                                                <p:cond delay="0"/>
                                              </p:stCondLst>
                                            </p:cTn>
                                            <p:tgtEl>
                                              <p:spTgt spid="2"/>
                                            </p:tgtEl>
                                            <p:attrNameLst>
                                              <p:attrName>style.visibility</p:attrName>
                                            </p:attrNameLst>
                                          </p:cBhvr>
                                          <p:to>
                                            <p:strVal val="visible"/>
                                          </p:to>
                                        </p:set>
                                        <p:anim calcmode="lin" valueType="num">
                                          <p:cBhvr>
                                            <p:cTn id="91" dur="500" fill="hold"/>
                                            <p:tgtEl>
                                              <p:spTgt spid="2"/>
                                            </p:tgtEl>
                                            <p:attrNameLst>
                                              <p:attrName>ppt_w</p:attrName>
                                            </p:attrNameLst>
                                          </p:cBhvr>
                                          <p:tavLst>
                                            <p:tav tm="0">
                                              <p:val>
                                                <p:fltVal val="0"/>
                                              </p:val>
                                            </p:tav>
                                            <p:tav tm="100000">
                                              <p:val>
                                                <p:strVal val="#ppt_w"/>
                                              </p:val>
                                            </p:tav>
                                          </p:tavLst>
                                        </p:anim>
                                        <p:anim calcmode="lin" valueType="num">
                                          <p:cBhvr>
                                            <p:cTn id="92" dur="500" fill="hold"/>
                                            <p:tgtEl>
                                              <p:spTgt spid="2"/>
                                            </p:tgtEl>
                                            <p:attrNameLst>
                                              <p:attrName>ppt_h</p:attrName>
                                            </p:attrNameLst>
                                          </p:cBhvr>
                                          <p:tavLst>
                                            <p:tav tm="0">
                                              <p:val>
                                                <p:fltVal val="0"/>
                                              </p:val>
                                            </p:tav>
                                            <p:tav tm="100000">
                                              <p:val>
                                                <p:strVal val="#ppt_h"/>
                                              </p:val>
                                            </p:tav>
                                          </p:tavLst>
                                        </p:anim>
                                        <p:animEffect transition="in" filter="fade">
                                          <p:cBhvr>
                                            <p:cTn id="93" dur="500"/>
                                            <p:tgtEl>
                                              <p:spTgt spid="2"/>
                                            </p:tgtEl>
                                          </p:cBhvr>
                                        </p:animEffect>
                                      </p:childTnLst>
                                    </p:cTn>
                                  </p:par>
                                  <p:par>
                                    <p:cTn id="94" presetID="53" presetClass="entr" presetSubtype="16" fill="hold" nodeType="withEffect">
                                      <p:stCondLst>
                                        <p:cond delay="1250"/>
                                      </p:stCondLst>
                                      <p:childTnLst>
                                        <p:set>
                                          <p:cBhvr>
                                            <p:cTn id="95" dur="1" fill="hold">
                                              <p:stCondLst>
                                                <p:cond delay="0"/>
                                              </p:stCondLst>
                                            </p:cTn>
                                            <p:tgtEl>
                                              <p:spTgt spid="3"/>
                                            </p:tgtEl>
                                            <p:attrNameLst>
                                              <p:attrName>style.visibility</p:attrName>
                                            </p:attrNameLst>
                                          </p:cBhvr>
                                          <p:to>
                                            <p:strVal val="visible"/>
                                          </p:to>
                                        </p:set>
                                        <p:anim calcmode="lin" valueType="num">
                                          <p:cBhvr>
                                            <p:cTn id="96" dur="500" fill="hold"/>
                                            <p:tgtEl>
                                              <p:spTgt spid="3"/>
                                            </p:tgtEl>
                                            <p:attrNameLst>
                                              <p:attrName>ppt_w</p:attrName>
                                            </p:attrNameLst>
                                          </p:cBhvr>
                                          <p:tavLst>
                                            <p:tav tm="0">
                                              <p:val>
                                                <p:fltVal val="0"/>
                                              </p:val>
                                            </p:tav>
                                            <p:tav tm="100000">
                                              <p:val>
                                                <p:strVal val="#ppt_w"/>
                                              </p:val>
                                            </p:tav>
                                          </p:tavLst>
                                        </p:anim>
                                        <p:anim calcmode="lin" valueType="num">
                                          <p:cBhvr>
                                            <p:cTn id="97" dur="500" fill="hold"/>
                                            <p:tgtEl>
                                              <p:spTgt spid="3"/>
                                            </p:tgtEl>
                                            <p:attrNameLst>
                                              <p:attrName>ppt_h</p:attrName>
                                            </p:attrNameLst>
                                          </p:cBhvr>
                                          <p:tavLst>
                                            <p:tav tm="0">
                                              <p:val>
                                                <p:fltVal val="0"/>
                                              </p:val>
                                            </p:tav>
                                            <p:tav tm="100000">
                                              <p:val>
                                                <p:strVal val="#ppt_h"/>
                                              </p:val>
                                            </p:tav>
                                          </p:tavLst>
                                        </p:anim>
                                        <p:animEffect transition="in" filter="fade">
                                          <p:cBhvr>
                                            <p:cTn id="98" dur="500"/>
                                            <p:tgtEl>
                                              <p:spTgt spid="3"/>
                                            </p:tgtEl>
                                          </p:cBhvr>
                                        </p:animEffect>
                                      </p:childTnLst>
                                    </p:cTn>
                                  </p:par>
                                  <p:par>
                                    <p:cTn id="99" presetID="53" presetClass="entr" presetSubtype="16" fill="hold" nodeType="withEffect">
                                      <p:stCondLst>
                                        <p:cond delay="1500"/>
                                      </p:stCondLst>
                                      <p:childTnLst>
                                        <p:set>
                                          <p:cBhvr>
                                            <p:cTn id="100" dur="1" fill="hold">
                                              <p:stCondLst>
                                                <p:cond delay="0"/>
                                              </p:stCondLst>
                                            </p:cTn>
                                            <p:tgtEl>
                                              <p:spTgt spid="4"/>
                                            </p:tgtEl>
                                            <p:attrNameLst>
                                              <p:attrName>style.visibility</p:attrName>
                                            </p:attrNameLst>
                                          </p:cBhvr>
                                          <p:to>
                                            <p:strVal val="visible"/>
                                          </p:to>
                                        </p:set>
                                        <p:anim calcmode="lin" valueType="num">
                                          <p:cBhvr>
                                            <p:cTn id="101" dur="500" fill="hold"/>
                                            <p:tgtEl>
                                              <p:spTgt spid="4"/>
                                            </p:tgtEl>
                                            <p:attrNameLst>
                                              <p:attrName>ppt_w</p:attrName>
                                            </p:attrNameLst>
                                          </p:cBhvr>
                                          <p:tavLst>
                                            <p:tav tm="0">
                                              <p:val>
                                                <p:fltVal val="0"/>
                                              </p:val>
                                            </p:tav>
                                            <p:tav tm="100000">
                                              <p:val>
                                                <p:strVal val="#ppt_w"/>
                                              </p:val>
                                            </p:tav>
                                          </p:tavLst>
                                        </p:anim>
                                        <p:anim calcmode="lin" valueType="num">
                                          <p:cBhvr>
                                            <p:cTn id="102" dur="500" fill="hold"/>
                                            <p:tgtEl>
                                              <p:spTgt spid="4"/>
                                            </p:tgtEl>
                                            <p:attrNameLst>
                                              <p:attrName>ppt_h</p:attrName>
                                            </p:attrNameLst>
                                          </p:cBhvr>
                                          <p:tavLst>
                                            <p:tav tm="0">
                                              <p:val>
                                                <p:fltVal val="0"/>
                                              </p:val>
                                            </p:tav>
                                            <p:tav tm="100000">
                                              <p:val>
                                                <p:strVal val="#ppt_h"/>
                                              </p:val>
                                            </p:tav>
                                          </p:tavLst>
                                        </p:anim>
                                        <p:animEffect transition="in" filter="fade">
                                          <p:cBhvr>
                                            <p:cTn id="103" dur="500"/>
                                            <p:tgtEl>
                                              <p:spTgt spid="4"/>
                                            </p:tgtEl>
                                          </p:cBhvr>
                                        </p:animEffect>
                                      </p:childTnLst>
                                    </p:cTn>
                                  </p:par>
                                  <p:par>
                                    <p:cTn id="104" presetID="53" presetClass="entr" presetSubtype="16" fill="hold" nodeType="withEffect">
                                      <p:stCondLst>
                                        <p:cond delay="1750"/>
                                      </p:stCondLst>
                                      <p:childTnLst>
                                        <p:set>
                                          <p:cBhvr>
                                            <p:cTn id="105" dur="1" fill="hold">
                                              <p:stCondLst>
                                                <p:cond delay="0"/>
                                              </p:stCondLst>
                                            </p:cTn>
                                            <p:tgtEl>
                                              <p:spTgt spid="5"/>
                                            </p:tgtEl>
                                            <p:attrNameLst>
                                              <p:attrName>style.visibility</p:attrName>
                                            </p:attrNameLst>
                                          </p:cBhvr>
                                          <p:to>
                                            <p:strVal val="visible"/>
                                          </p:to>
                                        </p:set>
                                        <p:anim calcmode="lin" valueType="num">
                                          <p:cBhvr>
                                            <p:cTn id="106" dur="500" fill="hold"/>
                                            <p:tgtEl>
                                              <p:spTgt spid="5"/>
                                            </p:tgtEl>
                                            <p:attrNameLst>
                                              <p:attrName>ppt_w</p:attrName>
                                            </p:attrNameLst>
                                          </p:cBhvr>
                                          <p:tavLst>
                                            <p:tav tm="0">
                                              <p:val>
                                                <p:fltVal val="0"/>
                                              </p:val>
                                            </p:tav>
                                            <p:tav tm="100000">
                                              <p:val>
                                                <p:strVal val="#ppt_w"/>
                                              </p:val>
                                            </p:tav>
                                          </p:tavLst>
                                        </p:anim>
                                        <p:anim calcmode="lin" valueType="num">
                                          <p:cBhvr>
                                            <p:cTn id="107" dur="500" fill="hold"/>
                                            <p:tgtEl>
                                              <p:spTgt spid="5"/>
                                            </p:tgtEl>
                                            <p:attrNameLst>
                                              <p:attrName>ppt_h</p:attrName>
                                            </p:attrNameLst>
                                          </p:cBhvr>
                                          <p:tavLst>
                                            <p:tav tm="0">
                                              <p:val>
                                                <p:fltVal val="0"/>
                                              </p:val>
                                            </p:tav>
                                            <p:tav tm="100000">
                                              <p:val>
                                                <p:strVal val="#ppt_h"/>
                                              </p:val>
                                            </p:tav>
                                          </p:tavLst>
                                        </p:anim>
                                        <p:animEffect transition="in" filter="fade">
                                          <p:cBhvr>
                                            <p:cTn id="108" dur="500"/>
                                            <p:tgtEl>
                                              <p:spTgt spid="5"/>
                                            </p:tgtEl>
                                          </p:cBhvr>
                                        </p:animEffect>
                                      </p:childTnLst>
                                    </p:cTn>
                                  </p:par>
                                  <p:par>
                                    <p:cTn id="109" presetID="53" presetClass="entr" presetSubtype="16" fill="hold" nodeType="withEffect">
                                      <p:stCondLst>
                                        <p:cond delay="1000"/>
                                      </p:stCondLst>
                                      <p:childTnLst>
                                        <p:set>
                                          <p:cBhvr>
                                            <p:cTn id="110" dur="1" fill="hold">
                                              <p:stCondLst>
                                                <p:cond delay="0"/>
                                              </p:stCondLst>
                                            </p:cTn>
                                            <p:tgtEl>
                                              <p:spTgt spid="21"/>
                                            </p:tgtEl>
                                            <p:attrNameLst>
                                              <p:attrName>style.visibility</p:attrName>
                                            </p:attrNameLst>
                                          </p:cBhvr>
                                          <p:to>
                                            <p:strVal val="visible"/>
                                          </p:to>
                                        </p:set>
                                        <p:anim calcmode="lin" valueType="num">
                                          <p:cBhvr>
                                            <p:cTn id="111" dur="500" fill="hold"/>
                                            <p:tgtEl>
                                              <p:spTgt spid="21"/>
                                            </p:tgtEl>
                                            <p:attrNameLst>
                                              <p:attrName>ppt_w</p:attrName>
                                            </p:attrNameLst>
                                          </p:cBhvr>
                                          <p:tavLst>
                                            <p:tav tm="0">
                                              <p:val>
                                                <p:fltVal val="0"/>
                                              </p:val>
                                            </p:tav>
                                            <p:tav tm="100000">
                                              <p:val>
                                                <p:strVal val="#ppt_w"/>
                                              </p:val>
                                            </p:tav>
                                          </p:tavLst>
                                        </p:anim>
                                        <p:anim calcmode="lin" valueType="num">
                                          <p:cBhvr>
                                            <p:cTn id="112" dur="500" fill="hold"/>
                                            <p:tgtEl>
                                              <p:spTgt spid="21"/>
                                            </p:tgtEl>
                                            <p:attrNameLst>
                                              <p:attrName>ppt_h</p:attrName>
                                            </p:attrNameLst>
                                          </p:cBhvr>
                                          <p:tavLst>
                                            <p:tav tm="0">
                                              <p:val>
                                                <p:fltVal val="0"/>
                                              </p:val>
                                            </p:tav>
                                            <p:tav tm="100000">
                                              <p:val>
                                                <p:strVal val="#ppt_h"/>
                                              </p:val>
                                            </p:tav>
                                          </p:tavLst>
                                        </p:anim>
                                        <p:animEffect transition="in" filter="fade">
                                          <p:cBhvr>
                                            <p:cTn id="113" dur="500"/>
                                            <p:tgtEl>
                                              <p:spTgt spid="21"/>
                                            </p:tgtEl>
                                          </p:cBhvr>
                                        </p:animEffect>
                                      </p:childTnLst>
                                    </p:cTn>
                                  </p:par>
                                  <p:par>
                                    <p:cTn id="114" presetID="53" presetClass="entr" presetSubtype="16" fill="hold" nodeType="withEffect">
                                      <p:stCondLst>
                                        <p:cond delay="1250"/>
                                      </p:stCondLst>
                                      <p:childTnLst>
                                        <p:set>
                                          <p:cBhvr>
                                            <p:cTn id="115" dur="1" fill="hold">
                                              <p:stCondLst>
                                                <p:cond delay="0"/>
                                              </p:stCondLst>
                                            </p:cTn>
                                            <p:tgtEl>
                                              <p:spTgt spid="24"/>
                                            </p:tgtEl>
                                            <p:attrNameLst>
                                              <p:attrName>style.visibility</p:attrName>
                                            </p:attrNameLst>
                                          </p:cBhvr>
                                          <p:to>
                                            <p:strVal val="visible"/>
                                          </p:to>
                                        </p:set>
                                        <p:anim calcmode="lin" valueType="num">
                                          <p:cBhvr>
                                            <p:cTn id="116" dur="500" fill="hold"/>
                                            <p:tgtEl>
                                              <p:spTgt spid="24"/>
                                            </p:tgtEl>
                                            <p:attrNameLst>
                                              <p:attrName>ppt_w</p:attrName>
                                            </p:attrNameLst>
                                          </p:cBhvr>
                                          <p:tavLst>
                                            <p:tav tm="0">
                                              <p:val>
                                                <p:fltVal val="0"/>
                                              </p:val>
                                            </p:tav>
                                            <p:tav tm="100000">
                                              <p:val>
                                                <p:strVal val="#ppt_w"/>
                                              </p:val>
                                            </p:tav>
                                          </p:tavLst>
                                        </p:anim>
                                        <p:anim calcmode="lin" valueType="num">
                                          <p:cBhvr>
                                            <p:cTn id="117" dur="500" fill="hold"/>
                                            <p:tgtEl>
                                              <p:spTgt spid="24"/>
                                            </p:tgtEl>
                                            <p:attrNameLst>
                                              <p:attrName>ppt_h</p:attrName>
                                            </p:attrNameLst>
                                          </p:cBhvr>
                                          <p:tavLst>
                                            <p:tav tm="0">
                                              <p:val>
                                                <p:fltVal val="0"/>
                                              </p:val>
                                            </p:tav>
                                            <p:tav tm="100000">
                                              <p:val>
                                                <p:strVal val="#ppt_h"/>
                                              </p:val>
                                            </p:tav>
                                          </p:tavLst>
                                        </p:anim>
                                        <p:animEffect transition="in" filter="fade">
                                          <p:cBhvr>
                                            <p:cTn id="118" dur="500"/>
                                            <p:tgtEl>
                                              <p:spTgt spid="24"/>
                                            </p:tgtEl>
                                          </p:cBhvr>
                                        </p:animEffect>
                                      </p:childTnLst>
                                    </p:cTn>
                                  </p:par>
                                  <p:par>
                                    <p:cTn id="119" presetID="53" presetClass="entr" presetSubtype="16" fill="hold" nodeType="withEffect">
                                      <p:stCondLst>
                                        <p:cond delay="1500"/>
                                      </p:stCondLst>
                                      <p:childTnLst>
                                        <p:set>
                                          <p:cBhvr>
                                            <p:cTn id="120" dur="1" fill="hold">
                                              <p:stCondLst>
                                                <p:cond delay="0"/>
                                              </p:stCondLst>
                                            </p:cTn>
                                            <p:tgtEl>
                                              <p:spTgt spid="27"/>
                                            </p:tgtEl>
                                            <p:attrNameLst>
                                              <p:attrName>style.visibility</p:attrName>
                                            </p:attrNameLst>
                                          </p:cBhvr>
                                          <p:to>
                                            <p:strVal val="visible"/>
                                          </p:to>
                                        </p:set>
                                        <p:anim calcmode="lin" valueType="num">
                                          <p:cBhvr>
                                            <p:cTn id="121" dur="500" fill="hold"/>
                                            <p:tgtEl>
                                              <p:spTgt spid="27"/>
                                            </p:tgtEl>
                                            <p:attrNameLst>
                                              <p:attrName>ppt_w</p:attrName>
                                            </p:attrNameLst>
                                          </p:cBhvr>
                                          <p:tavLst>
                                            <p:tav tm="0">
                                              <p:val>
                                                <p:fltVal val="0"/>
                                              </p:val>
                                            </p:tav>
                                            <p:tav tm="100000">
                                              <p:val>
                                                <p:strVal val="#ppt_w"/>
                                              </p:val>
                                            </p:tav>
                                          </p:tavLst>
                                        </p:anim>
                                        <p:anim calcmode="lin" valueType="num">
                                          <p:cBhvr>
                                            <p:cTn id="122" dur="500" fill="hold"/>
                                            <p:tgtEl>
                                              <p:spTgt spid="27"/>
                                            </p:tgtEl>
                                            <p:attrNameLst>
                                              <p:attrName>ppt_h</p:attrName>
                                            </p:attrNameLst>
                                          </p:cBhvr>
                                          <p:tavLst>
                                            <p:tav tm="0">
                                              <p:val>
                                                <p:fltVal val="0"/>
                                              </p:val>
                                            </p:tav>
                                            <p:tav tm="100000">
                                              <p:val>
                                                <p:strVal val="#ppt_h"/>
                                              </p:val>
                                            </p:tav>
                                          </p:tavLst>
                                        </p:anim>
                                        <p:animEffect transition="in" filter="fade">
                                          <p:cBhvr>
                                            <p:cTn id="123" dur="500"/>
                                            <p:tgtEl>
                                              <p:spTgt spid="27"/>
                                            </p:tgtEl>
                                          </p:cBhvr>
                                        </p:animEffect>
                                      </p:childTnLst>
                                    </p:cTn>
                                  </p:par>
                                  <p:par>
                                    <p:cTn id="124" presetID="53" presetClass="entr" presetSubtype="16" fill="hold" nodeType="withEffect">
                                      <p:stCondLst>
                                        <p:cond delay="1750"/>
                                      </p:stCondLst>
                                      <p:childTnLst>
                                        <p:set>
                                          <p:cBhvr>
                                            <p:cTn id="125" dur="1" fill="hold">
                                              <p:stCondLst>
                                                <p:cond delay="0"/>
                                              </p:stCondLst>
                                            </p:cTn>
                                            <p:tgtEl>
                                              <p:spTgt spid="30"/>
                                            </p:tgtEl>
                                            <p:attrNameLst>
                                              <p:attrName>style.visibility</p:attrName>
                                            </p:attrNameLst>
                                          </p:cBhvr>
                                          <p:to>
                                            <p:strVal val="visible"/>
                                          </p:to>
                                        </p:set>
                                        <p:anim calcmode="lin" valueType="num">
                                          <p:cBhvr>
                                            <p:cTn id="126" dur="500" fill="hold"/>
                                            <p:tgtEl>
                                              <p:spTgt spid="30"/>
                                            </p:tgtEl>
                                            <p:attrNameLst>
                                              <p:attrName>ppt_w</p:attrName>
                                            </p:attrNameLst>
                                          </p:cBhvr>
                                          <p:tavLst>
                                            <p:tav tm="0">
                                              <p:val>
                                                <p:fltVal val="0"/>
                                              </p:val>
                                            </p:tav>
                                            <p:tav tm="100000">
                                              <p:val>
                                                <p:strVal val="#ppt_w"/>
                                              </p:val>
                                            </p:tav>
                                          </p:tavLst>
                                        </p:anim>
                                        <p:anim calcmode="lin" valueType="num">
                                          <p:cBhvr>
                                            <p:cTn id="127" dur="500" fill="hold"/>
                                            <p:tgtEl>
                                              <p:spTgt spid="30"/>
                                            </p:tgtEl>
                                            <p:attrNameLst>
                                              <p:attrName>ppt_h</p:attrName>
                                            </p:attrNameLst>
                                          </p:cBhvr>
                                          <p:tavLst>
                                            <p:tav tm="0">
                                              <p:val>
                                                <p:fltVal val="0"/>
                                              </p:val>
                                            </p:tav>
                                            <p:tav tm="100000">
                                              <p:val>
                                                <p:strVal val="#ppt_h"/>
                                              </p:val>
                                            </p:tav>
                                          </p:tavLst>
                                        </p:anim>
                                        <p:animEffect transition="in" filter="fade">
                                          <p:cBhvr>
                                            <p:cTn id="128" dur="500"/>
                                            <p:tgtEl>
                                              <p:spTgt spid="30"/>
                                            </p:tgtEl>
                                          </p:cBhvr>
                                        </p:animEffect>
                                      </p:childTnLst>
                                    </p:cTn>
                                  </p:par>
                                  <p:par>
                                    <p:cTn id="129" presetID="53" presetClass="entr" presetSubtype="16" fill="hold" grpId="0" nodeType="withEffect">
                                      <p:stCondLst>
                                        <p:cond delay="1000"/>
                                      </p:stCondLst>
                                      <p:childTnLst>
                                        <p:set>
                                          <p:cBhvr>
                                            <p:cTn id="130" dur="1" fill="hold">
                                              <p:stCondLst>
                                                <p:cond delay="0"/>
                                              </p:stCondLst>
                                            </p:cTn>
                                            <p:tgtEl>
                                              <p:spTgt spid="40"/>
                                            </p:tgtEl>
                                            <p:attrNameLst>
                                              <p:attrName>style.visibility</p:attrName>
                                            </p:attrNameLst>
                                          </p:cBhvr>
                                          <p:to>
                                            <p:strVal val="visible"/>
                                          </p:to>
                                        </p:set>
                                        <p:anim calcmode="lin" valueType="num">
                                          <p:cBhvr>
                                            <p:cTn id="131" dur="500" fill="hold"/>
                                            <p:tgtEl>
                                              <p:spTgt spid="40"/>
                                            </p:tgtEl>
                                            <p:attrNameLst>
                                              <p:attrName>ppt_w</p:attrName>
                                            </p:attrNameLst>
                                          </p:cBhvr>
                                          <p:tavLst>
                                            <p:tav tm="0">
                                              <p:val>
                                                <p:fltVal val="0"/>
                                              </p:val>
                                            </p:tav>
                                            <p:tav tm="100000">
                                              <p:val>
                                                <p:strVal val="#ppt_w"/>
                                              </p:val>
                                            </p:tav>
                                          </p:tavLst>
                                        </p:anim>
                                        <p:anim calcmode="lin" valueType="num">
                                          <p:cBhvr>
                                            <p:cTn id="132" dur="500" fill="hold"/>
                                            <p:tgtEl>
                                              <p:spTgt spid="40"/>
                                            </p:tgtEl>
                                            <p:attrNameLst>
                                              <p:attrName>ppt_h</p:attrName>
                                            </p:attrNameLst>
                                          </p:cBhvr>
                                          <p:tavLst>
                                            <p:tav tm="0">
                                              <p:val>
                                                <p:fltVal val="0"/>
                                              </p:val>
                                            </p:tav>
                                            <p:tav tm="100000">
                                              <p:val>
                                                <p:strVal val="#ppt_h"/>
                                              </p:val>
                                            </p:tav>
                                          </p:tavLst>
                                        </p:anim>
                                        <p:animEffect transition="in" filter="fade">
                                          <p:cBhvr>
                                            <p:cTn id="133" dur="500"/>
                                            <p:tgtEl>
                                              <p:spTgt spid="40"/>
                                            </p:tgtEl>
                                          </p:cBhvr>
                                        </p:animEffect>
                                      </p:childTnLst>
                                    </p:cTn>
                                  </p:par>
                                  <p:par>
                                    <p:cTn id="134" presetID="53" presetClass="entr" presetSubtype="16" fill="hold" grpId="0" nodeType="withEffect">
                                      <p:stCondLst>
                                        <p:cond delay="1250"/>
                                      </p:stCondLst>
                                      <p:childTnLst>
                                        <p:set>
                                          <p:cBhvr>
                                            <p:cTn id="135" dur="1" fill="hold">
                                              <p:stCondLst>
                                                <p:cond delay="0"/>
                                              </p:stCondLst>
                                            </p:cTn>
                                            <p:tgtEl>
                                              <p:spTgt spid="41"/>
                                            </p:tgtEl>
                                            <p:attrNameLst>
                                              <p:attrName>style.visibility</p:attrName>
                                            </p:attrNameLst>
                                          </p:cBhvr>
                                          <p:to>
                                            <p:strVal val="visible"/>
                                          </p:to>
                                        </p:set>
                                        <p:anim calcmode="lin" valueType="num">
                                          <p:cBhvr>
                                            <p:cTn id="136" dur="500" fill="hold"/>
                                            <p:tgtEl>
                                              <p:spTgt spid="41"/>
                                            </p:tgtEl>
                                            <p:attrNameLst>
                                              <p:attrName>ppt_w</p:attrName>
                                            </p:attrNameLst>
                                          </p:cBhvr>
                                          <p:tavLst>
                                            <p:tav tm="0">
                                              <p:val>
                                                <p:fltVal val="0"/>
                                              </p:val>
                                            </p:tav>
                                            <p:tav tm="100000">
                                              <p:val>
                                                <p:strVal val="#ppt_w"/>
                                              </p:val>
                                            </p:tav>
                                          </p:tavLst>
                                        </p:anim>
                                        <p:anim calcmode="lin" valueType="num">
                                          <p:cBhvr>
                                            <p:cTn id="137" dur="500" fill="hold"/>
                                            <p:tgtEl>
                                              <p:spTgt spid="41"/>
                                            </p:tgtEl>
                                            <p:attrNameLst>
                                              <p:attrName>ppt_h</p:attrName>
                                            </p:attrNameLst>
                                          </p:cBhvr>
                                          <p:tavLst>
                                            <p:tav tm="0">
                                              <p:val>
                                                <p:fltVal val="0"/>
                                              </p:val>
                                            </p:tav>
                                            <p:tav tm="100000">
                                              <p:val>
                                                <p:strVal val="#ppt_h"/>
                                              </p:val>
                                            </p:tav>
                                          </p:tavLst>
                                        </p:anim>
                                        <p:animEffect transition="in" filter="fade">
                                          <p:cBhvr>
                                            <p:cTn id="138" dur="500"/>
                                            <p:tgtEl>
                                              <p:spTgt spid="41"/>
                                            </p:tgtEl>
                                          </p:cBhvr>
                                        </p:animEffect>
                                      </p:childTnLst>
                                    </p:cTn>
                                  </p:par>
                                  <p:par>
                                    <p:cTn id="139" presetID="53" presetClass="entr" presetSubtype="16" fill="hold" grpId="0" nodeType="withEffect">
                                      <p:stCondLst>
                                        <p:cond delay="1500"/>
                                      </p:stCondLst>
                                      <p:childTnLst>
                                        <p:set>
                                          <p:cBhvr>
                                            <p:cTn id="140" dur="1" fill="hold">
                                              <p:stCondLst>
                                                <p:cond delay="0"/>
                                              </p:stCondLst>
                                            </p:cTn>
                                            <p:tgtEl>
                                              <p:spTgt spid="42"/>
                                            </p:tgtEl>
                                            <p:attrNameLst>
                                              <p:attrName>style.visibility</p:attrName>
                                            </p:attrNameLst>
                                          </p:cBhvr>
                                          <p:to>
                                            <p:strVal val="visible"/>
                                          </p:to>
                                        </p:set>
                                        <p:anim calcmode="lin" valueType="num">
                                          <p:cBhvr>
                                            <p:cTn id="141" dur="500" fill="hold"/>
                                            <p:tgtEl>
                                              <p:spTgt spid="42"/>
                                            </p:tgtEl>
                                            <p:attrNameLst>
                                              <p:attrName>ppt_w</p:attrName>
                                            </p:attrNameLst>
                                          </p:cBhvr>
                                          <p:tavLst>
                                            <p:tav tm="0">
                                              <p:val>
                                                <p:fltVal val="0"/>
                                              </p:val>
                                            </p:tav>
                                            <p:tav tm="100000">
                                              <p:val>
                                                <p:strVal val="#ppt_w"/>
                                              </p:val>
                                            </p:tav>
                                          </p:tavLst>
                                        </p:anim>
                                        <p:anim calcmode="lin" valueType="num">
                                          <p:cBhvr>
                                            <p:cTn id="142" dur="500" fill="hold"/>
                                            <p:tgtEl>
                                              <p:spTgt spid="42"/>
                                            </p:tgtEl>
                                            <p:attrNameLst>
                                              <p:attrName>ppt_h</p:attrName>
                                            </p:attrNameLst>
                                          </p:cBhvr>
                                          <p:tavLst>
                                            <p:tav tm="0">
                                              <p:val>
                                                <p:fltVal val="0"/>
                                              </p:val>
                                            </p:tav>
                                            <p:tav tm="100000">
                                              <p:val>
                                                <p:strVal val="#ppt_h"/>
                                              </p:val>
                                            </p:tav>
                                          </p:tavLst>
                                        </p:anim>
                                        <p:animEffect transition="in" filter="fade">
                                          <p:cBhvr>
                                            <p:cTn id="143" dur="500"/>
                                            <p:tgtEl>
                                              <p:spTgt spid="42"/>
                                            </p:tgtEl>
                                          </p:cBhvr>
                                        </p:animEffect>
                                      </p:childTnLst>
                                    </p:cTn>
                                  </p:par>
                                  <p:par>
                                    <p:cTn id="144" presetID="53" presetClass="entr" presetSubtype="16" fill="hold" grpId="0" nodeType="withEffect">
                                      <p:stCondLst>
                                        <p:cond delay="1750"/>
                                      </p:stCondLst>
                                      <p:childTnLst>
                                        <p:set>
                                          <p:cBhvr>
                                            <p:cTn id="145" dur="1" fill="hold">
                                              <p:stCondLst>
                                                <p:cond delay="0"/>
                                              </p:stCondLst>
                                            </p:cTn>
                                            <p:tgtEl>
                                              <p:spTgt spid="43"/>
                                            </p:tgtEl>
                                            <p:attrNameLst>
                                              <p:attrName>style.visibility</p:attrName>
                                            </p:attrNameLst>
                                          </p:cBhvr>
                                          <p:to>
                                            <p:strVal val="visible"/>
                                          </p:to>
                                        </p:set>
                                        <p:anim calcmode="lin" valueType="num">
                                          <p:cBhvr>
                                            <p:cTn id="146" dur="500" fill="hold"/>
                                            <p:tgtEl>
                                              <p:spTgt spid="43"/>
                                            </p:tgtEl>
                                            <p:attrNameLst>
                                              <p:attrName>ppt_w</p:attrName>
                                            </p:attrNameLst>
                                          </p:cBhvr>
                                          <p:tavLst>
                                            <p:tav tm="0">
                                              <p:val>
                                                <p:fltVal val="0"/>
                                              </p:val>
                                            </p:tav>
                                            <p:tav tm="100000">
                                              <p:val>
                                                <p:strVal val="#ppt_w"/>
                                              </p:val>
                                            </p:tav>
                                          </p:tavLst>
                                        </p:anim>
                                        <p:anim calcmode="lin" valueType="num">
                                          <p:cBhvr>
                                            <p:cTn id="147" dur="500" fill="hold"/>
                                            <p:tgtEl>
                                              <p:spTgt spid="43"/>
                                            </p:tgtEl>
                                            <p:attrNameLst>
                                              <p:attrName>ppt_h</p:attrName>
                                            </p:attrNameLst>
                                          </p:cBhvr>
                                          <p:tavLst>
                                            <p:tav tm="0">
                                              <p:val>
                                                <p:fltVal val="0"/>
                                              </p:val>
                                            </p:tav>
                                            <p:tav tm="100000">
                                              <p:val>
                                                <p:strVal val="#ppt_h"/>
                                              </p:val>
                                            </p:tav>
                                          </p:tavLst>
                                        </p:anim>
                                        <p:animEffect transition="in" filter="fade">
                                          <p:cBhvr>
                                            <p:cTn id="148" dur="500"/>
                                            <p:tgtEl>
                                              <p:spTgt spid="43"/>
                                            </p:tgtEl>
                                          </p:cBhvr>
                                        </p:animEffect>
                                      </p:childTnLst>
                                    </p:cTn>
                                  </p:par>
                                  <p:par>
                                    <p:cTn id="149" presetID="53" presetClass="entr" presetSubtype="16" fill="hold" grpId="0" nodeType="withEffect">
                                      <p:stCondLst>
                                        <p:cond delay="100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500" fill="hold"/>
                                            <p:tgtEl>
                                              <p:spTgt spid="12"/>
                                            </p:tgtEl>
                                            <p:attrNameLst>
                                              <p:attrName>ppt_w</p:attrName>
                                            </p:attrNameLst>
                                          </p:cBhvr>
                                          <p:tavLst>
                                            <p:tav tm="0">
                                              <p:val>
                                                <p:fltVal val="0"/>
                                              </p:val>
                                            </p:tav>
                                            <p:tav tm="100000">
                                              <p:val>
                                                <p:strVal val="#ppt_w"/>
                                              </p:val>
                                            </p:tav>
                                          </p:tavLst>
                                        </p:anim>
                                        <p:anim calcmode="lin" valueType="num">
                                          <p:cBhvr>
                                            <p:cTn id="152" dur="500" fill="hold"/>
                                            <p:tgtEl>
                                              <p:spTgt spid="12"/>
                                            </p:tgtEl>
                                            <p:attrNameLst>
                                              <p:attrName>ppt_h</p:attrName>
                                            </p:attrNameLst>
                                          </p:cBhvr>
                                          <p:tavLst>
                                            <p:tav tm="0">
                                              <p:val>
                                                <p:fltVal val="0"/>
                                              </p:val>
                                            </p:tav>
                                            <p:tav tm="100000">
                                              <p:val>
                                                <p:strVal val="#ppt_h"/>
                                              </p:val>
                                            </p:tav>
                                          </p:tavLst>
                                        </p:anim>
                                        <p:animEffect transition="in" filter="fade">
                                          <p:cBhvr>
                                            <p:cTn id="153" dur="500"/>
                                            <p:tgtEl>
                                              <p:spTgt spid="12"/>
                                            </p:tgtEl>
                                          </p:cBhvr>
                                        </p:animEffect>
                                      </p:childTnLst>
                                    </p:cTn>
                                  </p:par>
                                  <p:par>
                                    <p:cTn id="154" presetID="53" presetClass="entr" presetSubtype="16" fill="hold" grpId="0" nodeType="withEffect">
                                      <p:stCondLst>
                                        <p:cond delay="1250"/>
                                      </p:stCondLst>
                                      <p:childTnLst>
                                        <p:set>
                                          <p:cBhvr>
                                            <p:cTn id="155" dur="1" fill="hold">
                                              <p:stCondLst>
                                                <p:cond delay="0"/>
                                              </p:stCondLst>
                                            </p:cTn>
                                            <p:tgtEl>
                                              <p:spTgt spid="13"/>
                                            </p:tgtEl>
                                            <p:attrNameLst>
                                              <p:attrName>style.visibility</p:attrName>
                                            </p:attrNameLst>
                                          </p:cBhvr>
                                          <p:to>
                                            <p:strVal val="visible"/>
                                          </p:to>
                                        </p:set>
                                        <p:anim calcmode="lin" valueType="num">
                                          <p:cBhvr>
                                            <p:cTn id="156" dur="500" fill="hold"/>
                                            <p:tgtEl>
                                              <p:spTgt spid="13"/>
                                            </p:tgtEl>
                                            <p:attrNameLst>
                                              <p:attrName>ppt_w</p:attrName>
                                            </p:attrNameLst>
                                          </p:cBhvr>
                                          <p:tavLst>
                                            <p:tav tm="0">
                                              <p:val>
                                                <p:fltVal val="0"/>
                                              </p:val>
                                            </p:tav>
                                            <p:tav tm="100000">
                                              <p:val>
                                                <p:strVal val="#ppt_w"/>
                                              </p:val>
                                            </p:tav>
                                          </p:tavLst>
                                        </p:anim>
                                        <p:anim calcmode="lin" valueType="num">
                                          <p:cBhvr>
                                            <p:cTn id="157" dur="500" fill="hold"/>
                                            <p:tgtEl>
                                              <p:spTgt spid="13"/>
                                            </p:tgtEl>
                                            <p:attrNameLst>
                                              <p:attrName>ppt_h</p:attrName>
                                            </p:attrNameLst>
                                          </p:cBhvr>
                                          <p:tavLst>
                                            <p:tav tm="0">
                                              <p:val>
                                                <p:fltVal val="0"/>
                                              </p:val>
                                            </p:tav>
                                            <p:tav tm="100000">
                                              <p:val>
                                                <p:strVal val="#ppt_h"/>
                                              </p:val>
                                            </p:tav>
                                          </p:tavLst>
                                        </p:anim>
                                        <p:animEffect transition="in" filter="fade">
                                          <p:cBhvr>
                                            <p:cTn id="158" dur="500"/>
                                            <p:tgtEl>
                                              <p:spTgt spid="13"/>
                                            </p:tgtEl>
                                          </p:cBhvr>
                                        </p:animEffect>
                                      </p:childTnLst>
                                    </p:cTn>
                                  </p:par>
                                  <p:par>
                                    <p:cTn id="159" presetID="53" presetClass="entr" presetSubtype="16" fill="hold" grpId="0" nodeType="withEffect">
                                      <p:stCondLst>
                                        <p:cond delay="1500"/>
                                      </p:stCondLst>
                                      <p:childTnLst>
                                        <p:set>
                                          <p:cBhvr>
                                            <p:cTn id="160" dur="1" fill="hold">
                                              <p:stCondLst>
                                                <p:cond delay="0"/>
                                              </p:stCondLst>
                                            </p:cTn>
                                            <p:tgtEl>
                                              <p:spTgt spid="14"/>
                                            </p:tgtEl>
                                            <p:attrNameLst>
                                              <p:attrName>style.visibility</p:attrName>
                                            </p:attrNameLst>
                                          </p:cBhvr>
                                          <p:to>
                                            <p:strVal val="visible"/>
                                          </p:to>
                                        </p:set>
                                        <p:anim calcmode="lin" valueType="num">
                                          <p:cBhvr>
                                            <p:cTn id="161" dur="500" fill="hold"/>
                                            <p:tgtEl>
                                              <p:spTgt spid="14"/>
                                            </p:tgtEl>
                                            <p:attrNameLst>
                                              <p:attrName>ppt_w</p:attrName>
                                            </p:attrNameLst>
                                          </p:cBhvr>
                                          <p:tavLst>
                                            <p:tav tm="0">
                                              <p:val>
                                                <p:fltVal val="0"/>
                                              </p:val>
                                            </p:tav>
                                            <p:tav tm="100000">
                                              <p:val>
                                                <p:strVal val="#ppt_w"/>
                                              </p:val>
                                            </p:tav>
                                          </p:tavLst>
                                        </p:anim>
                                        <p:anim calcmode="lin" valueType="num">
                                          <p:cBhvr>
                                            <p:cTn id="162" dur="500" fill="hold"/>
                                            <p:tgtEl>
                                              <p:spTgt spid="14"/>
                                            </p:tgtEl>
                                            <p:attrNameLst>
                                              <p:attrName>ppt_h</p:attrName>
                                            </p:attrNameLst>
                                          </p:cBhvr>
                                          <p:tavLst>
                                            <p:tav tm="0">
                                              <p:val>
                                                <p:fltVal val="0"/>
                                              </p:val>
                                            </p:tav>
                                            <p:tav tm="100000">
                                              <p:val>
                                                <p:strVal val="#ppt_h"/>
                                              </p:val>
                                            </p:tav>
                                          </p:tavLst>
                                        </p:anim>
                                        <p:animEffect transition="in" filter="fade">
                                          <p:cBhvr>
                                            <p:cTn id="163" dur="500"/>
                                            <p:tgtEl>
                                              <p:spTgt spid="14"/>
                                            </p:tgtEl>
                                          </p:cBhvr>
                                        </p:animEffect>
                                      </p:childTnLst>
                                    </p:cTn>
                                  </p:par>
                                  <p:par>
                                    <p:cTn id="164" presetID="53" presetClass="entr" presetSubtype="16" fill="hold" grpId="0" nodeType="withEffect">
                                      <p:stCondLst>
                                        <p:cond delay="1750"/>
                                      </p:stCondLst>
                                      <p:childTnLst>
                                        <p:set>
                                          <p:cBhvr>
                                            <p:cTn id="165" dur="1" fill="hold">
                                              <p:stCondLst>
                                                <p:cond delay="0"/>
                                              </p:stCondLst>
                                            </p:cTn>
                                            <p:tgtEl>
                                              <p:spTgt spid="15"/>
                                            </p:tgtEl>
                                            <p:attrNameLst>
                                              <p:attrName>style.visibility</p:attrName>
                                            </p:attrNameLst>
                                          </p:cBhvr>
                                          <p:to>
                                            <p:strVal val="visible"/>
                                          </p:to>
                                        </p:set>
                                        <p:anim calcmode="lin" valueType="num">
                                          <p:cBhvr>
                                            <p:cTn id="166" dur="500" fill="hold"/>
                                            <p:tgtEl>
                                              <p:spTgt spid="15"/>
                                            </p:tgtEl>
                                            <p:attrNameLst>
                                              <p:attrName>ppt_w</p:attrName>
                                            </p:attrNameLst>
                                          </p:cBhvr>
                                          <p:tavLst>
                                            <p:tav tm="0">
                                              <p:val>
                                                <p:fltVal val="0"/>
                                              </p:val>
                                            </p:tav>
                                            <p:tav tm="100000">
                                              <p:val>
                                                <p:strVal val="#ppt_w"/>
                                              </p:val>
                                            </p:tav>
                                          </p:tavLst>
                                        </p:anim>
                                        <p:anim calcmode="lin" valueType="num">
                                          <p:cBhvr>
                                            <p:cTn id="167" dur="500" fill="hold"/>
                                            <p:tgtEl>
                                              <p:spTgt spid="15"/>
                                            </p:tgtEl>
                                            <p:attrNameLst>
                                              <p:attrName>ppt_h</p:attrName>
                                            </p:attrNameLst>
                                          </p:cBhvr>
                                          <p:tavLst>
                                            <p:tav tm="0">
                                              <p:val>
                                                <p:fltVal val="0"/>
                                              </p:val>
                                            </p:tav>
                                            <p:tav tm="100000">
                                              <p:val>
                                                <p:strVal val="#ppt_h"/>
                                              </p:val>
                                            </p:tav>
                                          </p:tavLst>
                                        </p:anim>
                                        <p:animEffect transition="in" filter="fade">
                                          <p:cBhvr>
                                            <p:cTn id="168" dur="500"/>
                                            <p:tgtEl>
                                              <p:spTgt spid="15"/>
                                            </p:tgtEl>
                                          </p:cBhvr>
                                        </p:animEffect>
                                      </p:childTnLst>
                                    </p:cTn>
                                  </p:par>
                                  <p:par>
                                    <p:cTn id="169" presetID="2" presetClass="entr" presetSubtype="8" fill="hold" grpId="0" nodeType="withEffect">
                                      <p:stCondLst>
                                        <p:cond delay="1000"/>
                                      </p:stCondLst>
                                      <p:childTnLst>
                                        <p:set>
                                          <p:cBhvr>
                                            <p:cTn id="170" dur="1" fill="hold">
                                              <p:stCondLst>
                                                <p:cond delay="0"/>
                                              </p:stCondLst>
                                            </p:cTn>
                                            <p:tgtEl>
                                              <p:spTgt spid="54"/>
                                            </p:tgtEl>
                                            <p:attrNameLst>
                                              <p:attrName>style.visibility</p:attrName>
                                            </p:attrNameLst>
                                          </p:cBhvr>
                                          <p:to>
                                            <p:strVal val="visible"/>
                                          </p:to>
                                        </p:set>
                                        <p:anim calcmode="lin" valueType="num">
                                          <p:cBhvr additive="base">
                                            <p:cTn id="171" dur="1000" fill="hold"/>
                                            <p:tgtEl>
                                              <p:spTgt spid="54"/>
                                            </p:tgtEl>
                                            <p:attrNameLst>
                                              <p:attrName>ppt_x</p:attrName>
                                            </p:attrNameLst>
                                          </p:cBhvr>
                                          <p:tavLst>
                                            <p:tav tm="0">
                                              <p:val>
                                                <p:strVal val="0-#ppt_w/2"/>
                                              </p:val>
                                            </p:tav>
                                            <p:tav tm="100000">
                                              <p:val>
                                                <p:strVal val="#ppt_x"/>
                                              </p:val>
                                            </p:tav>
                                          </p:tavLst>
                                        </p:anim>
                                        <p:anim calcmode="lin" valueType="num">
                                          <p:cBhvr additive="base">
                                            <p:cTn id="172" dur="1000" fill="hold"/>
                                            <p:tgtEl>
                                              <p:spTgt spid="54"/>
                                            </p:tgtEl>
                                            <p:attrNameLst>
                                              <p:attrName>ppt_y</p:attrName>
                                            </p:attrNameLst>
                                          </p:cBhvr>
                                          <p:tavLst>
                                            <p:tav tm="0">
                                              <p:val>
                                                <p:strVal val="#ppt_y"/>
                                              </p:val>
                                            </p:tav>
                                            <p:tav tm="100000">
                                              <p:val>
                                                <p:strVal val="#ppt_y"/>
                                              </p:val>
                                            </p:tav>
                                          </p:tavLst>
                                        </p:anim>
                                      </p:childTnLst>
                                    </p:cTn>
                                  </p:par>
                                  <p:par>
                                    <p:cTn id="173" presetID="2" presetClass="entr" presetSubtype="8" fill="hold" grpId="0" nodeType="withEffect">
                                      <p:stCondLst>
                                        <p:cond delay="1250"/>
                                      </p:stCondLst>
                                      <p:childTnLst>
                                        <p:set>
                                          <p:cBhvr>
                                            <p:cTn id="174" dur="1" fill="hold">
                                              <p:stCondLst>
                                                <p:cond delay="0"/>
                                              </p:stCondLst>
                                            </p:cTn>
                                            <p:tgtEl>
                                              <p:spTgt spid="52"/>
                                            </p:tgtEl>
                                            <p:attrNameLst>
                                              <p:attrName>style.visibility</p:attrName>
                                            </p:attrNameLst>
                                          </p:cBhvr>
                                          <p:to>
                                            <p:strVal val="visible"/>
                                          </p:to>
                                        </p:set>
                                        <p:anim calcmode="lin" valueType="num">
                                          <p:cBhvr additive="base">
                                            <p:cTn id="175" dur="1000" fill="hold"/>
                                            <p:tgtEl>
                                              <p:spTgt spid="52"/>
                                            </p:tgtEl>
                                            <p:attrNameLst>
                                              <p:attrName>ppt_x</p:attrName>
                                            </p:attrNameLst>
                                          </p:cBhvr>
                                          <p:tavLst>
                                            <p:tav tm="0">
                                              <p:val>
                                                <p:strVal val="0-#ppt_w/2"/>
                                              </p:val>
                                            </p:tav>
                                            <p:tav tm="100000">
                                              <p:val>
                                                <p:strVal val="#ppt_x"/>
                                              </p:val>
                                            </p:tav>
                                          </p:tavLst>
                                        </p:anim>
                                        <p:anim calcmode="lin" valueType="num">
                                          <p:cBhvr additive="base">
                                            <p:cTn id="176" dur="1000" fill="hold"/>
                                            <p:tgtEl>
                                              <p:spTgt spid="52"/>
                                            </p:tgtEl>
                                            <p:attrNameLst>
                                              <p:attrName>ppt_y</p:attrName>
                                            </p:attrNameLst>
                                          </p:cBhvr>
                                          <p:tavLst>
                                            <p:tav tm="0">
                                              <p:val>
                                                <p:strVal val="#ppt_y"/>
                                              </p:val>
                                            </p:tav>
                                            <p:tav tm="100000">
                                              <p:val>
                                                <p:strVal val="#ppt_y"/>
                                              </p:val>
                                            </p:tav>
                                          </p:tavLst>
                                        </p:anim>
                                      </p:childTnLst>
                                    </p:cTn>
                                  </p:par>
                                  <p:par>
                                    <p:cTn id="177" presetID="2" presetClass="entr" presetSubtype="8" fill="hold" grpId="0" nodeType="withEffect">
                                      <p:stCondLst>
                                        <p:cond delay="1500"/>
                                      </p:stCondLst>
                                      <p:childTnLst>
                                        <p:set>
                                          <p:cBhvr>
                                            <p:cTn id="178" dur="1" fill="hold">
                                              <p:stCondLst>
                                                <p:cond delay="0"/>
                                              </p:stCondLst>
                                            </p:cTn>
                                            <p:tgtEl>
                                              <p:spTgt spid="50"/>
                                            </p:tgtEl>
                                            <p:attrNameLst>
                                              <p:attrName>style.visibility</p:attrName>
                                            </p:attrNameLst>
                                          </p:cBhvr>
                                          <p:to>
                                            <p:strVal val="visible"/>
                                          </p:to>
                                        </p:set>
                                        <p:anim calcmode="lin" valueType="num">
                                          <p:cBhvr additive="base">
                                            <p:cTn id="179" dur="1000" fill="hold"/>
                                            <p:tgtEl>
                                              <p:spTgt spid="50"/>
                                            </p:tgtEl>
                                            <p:attrNameLst>
                                              <p:attrName>ppt_x</p:attrName>
                                            </p:attrNameLst>
                                          </p:cBhvr>
                                          <p:tavLst>
                                            <p:tav tm="0">
                                              <p:val>
                                                <p:strVal val="0-#ppt_w/2"/>
                                              </p:val>
                                            </p:tav>
                                            <p:tav tm="100000">
                                              <p:val>
                                                <p:strVal val="#ppt_x"/>
                                              </p:val>
                                            </p:tav>
                                          </p:tavLst>
                                        </p:anim>
                                        <p:anim calcmode="lin" valueType="num">
                                          <p:cBhvr additive="base">
                                            <p:cTn id="180" dur="1000" fill="hold"/>
                                            <p:tgtEl>
                                              <p:spTgt spid="50"/>
                                            </p:tgtEl>
                                            <p:attrNameLst>
                                              <p:attrName>ppt_y</p:attrName>
                                            </p:attrNameLst>
                                          </p:cBhvr>
                                          <p:tavLst>
                                            <p:tav tm="0">
                                              <p:val>
                                                <p:strVal val="#ppt_y"/>
                                              </p:val>
                                            </p:tav>
                                            <p:tav tm="100000">
                                              <p:val>
                                                <p:strVal val="#ppt_y"/>
                                              </p:val>
                                            </p:tav>
                                          </p:tavLst>
                                        </p:anim>
                                      </p:childTnLst>
                                    </p:cTn>
                                  </p:par>
                                  <p:par>
                                    <p:cTn id="181" presetID="2" presetClass="entr" presetSubtype="8" fill="hold" grpId="0" nodeType="withEffect">
                                      <p:stCondLst>
                                        <p:cond delay="1750"/>
                                      </p:stCondLst>
                                      <p:childTnLst>
                                        <p:set>
                                          <p:cBhvr>
                                            <p:cTn id="182" dur="1" fill="hold">
                                              <p:stCondLst>
                                                <p:cond delay="0"/>
                                              </p:stCondLst>
                                            </p:cTn>
                                            <p:tgtEl>
                                              <p:spTgt spid="48"/>
                                            </p:tgtEl>
                                            <p:attrNameLst>
                                              <p:attrName>style.visibility</p:attrName>
                                            </p:attrNameLst>
                                          </p:cBhvr>
                                          <p:to>
                                            <p:strVal val="visible"/>
                                          </p:to>
                                        </p:set>
                                        <p:anim calcmode="lin" valueType="num">
                                          <p:cBhvr additive="base">
                                            <p:cTn id="183" dur="1000" fill="hold"/>
                                            <p:tgtEl>
                                              <p:spTgt spid="48"/>
                                            </p:tgtEl>
                                            <p:attrNameLst>
                                              <p:attrName>ppt_x</p:attrName>
                                            </p:attrNameLst>
                                          </p:cBhvr>
                                          <p:tavLst>
                                            <p:tav tm="0">
                                              <p:val>
                                                <p:strVal val="0-#ppt_w/2"/>
                                              </p:val>
                                            </p:tav>
                                            <p:tav tm="100000">
                                              <p:val>
                                                <p:strVal val="#ppt_x"/>
                                              </p:val>
                                            </p:tav>
                                          </p:tavLst>
                                        </p:anim>
                                        <p:anim calcmode="lin" valueType="num">
                                          <p:cBhvr additive="base">
                                            <p:cTn id="184" dur="1000" fill="hold"/>
                                            <p:tgtEl>
                                              <p:spTgt spid="48"/>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stCondLst>
                                        <p:cond delay="1000"/>
                                      </p:stCondLst>
                                      <p:childTnLst>
                                        <p:set>
                                          <p:cBhvr>
                                            <p:cTn id="186" dur="1" fill="hold">
                                              <p:stCondLst>
                                                <p:cond delay="0"/>
                                              </p:stCondLst>
                                            </p:cTn>
                                            <p:tgtEl>
                                              <p:spTgt spid="29"/>
                                            </p:tgtEl>
                                            <p:attrNameLst>
                                              <p:attrName>style.visibility</p:attrName>
                                            </p:attrNameLst>
                                          </p:cBhvr>
                                          <p:to>
                                            <p:strVal val="visible"/>
                                          </p:to>
                                        </p:set>
                                        <p:anim calcmode="lin" valueType="num">
                                          <p:cBhvr additive="base">
                                            <p:cTn id="187" dur="1000" fill="hold"/>
                                            <p:tgtEl>
                                              <p:spTgt spid="29"/>
                                            </p:tgtEl>
                                            <p:attrNameLst>
                                              <p:attrName>ppt_x</p:attrName>
                                            </p:attrNameLst>
                                          </p:cBhvr>
                                          <p:tavLst>
                                            <p:tav tm="0">
                                              <p:val>
                                                <p:strVal val="1+#ppt_w/2"/>
                                              </p:val>
                                            </p:tav>
                                            <p:tav tm="100000">
                                              <p:val>
                                                <p:strVal val="#ppt_x"/>
                                              </p:val>
                                            </p:tav>
                                          </p:tavLst>
                                        </p:anim>
                                        <p:anim calcmode="lin" valueType="num">
                                          <p:cBhvr additive="base">
                                            <p:cTn id="188" dur="1000" fill="hold"/>
                                            <p:tgtEl>
                                              <p:spTgt spid="29"/>
                                            </p:tgtEl>
                                            <p:attrNameLst>
                                              <p:attrName>ppt_y</p:attrName>
                                            </p:attrNameLst>
                                          </p:cBhvr>
                                          <p:tavLst>
                                            <p:tav tm="0">
                                              <p:val>
                                                <p:strVal val="#ppt_y"/>
                                              </p:val>
                                            </p:tav>
                                            <p:tav tm="100000">
                                              <p:val>
                                                <p:strVal val="#ppt_y"/>
                                              </p:val>
                                            </p:tav>
                                          </p:tavLst>
                                        </p:anim>
                                      </p:childTnLst>
                                    </p:cTn>
                                  </p:par>
                                  <p:par>
                                    <p:cTn id="189" presetID="2" presetClass="entr" presetSubtype="2" fill="hold" grpId="0" nodeType="withEffect">
                                      <p:stCondLst>
                                        <p:cond delay="1250"/>
                                      </p:stCondLst>
                                      <p:childTnLst>
                                        <p:set>
                                          <p:cBhvr>
                                            <p:cTn id="190" dur="1" fill="hold">
                                              <p:stCondLst>
                                                <p:cond delay="0"/>
                                              </p:stCondLst>
                                            </p:cTn>
                                            <p:tgtEl>
                                              <p:spTgt spid="26"/>
                                            </p:tgtEl>
                                            <p:attrNameLst>
                                              <p:attrName>style.visibility</p:attrName>
                                            </p:attrNameLst>
                                          </p:cBhvr>
                                          <p:to>
                                            <p:strVal val="visible"/>
                                          </p:to>
                                        </p:set>
                                        <p:anim calcmode="lin" valueType="num">
                                          <p:cBhvr additive="base">
                                            <p:cTn id="191" dur="1000" fill="hold"/>
                                            <p:tgtEl>
                                              <p:spTgt spid="26"/>
                                            </p:tgtEl>
                                            <p:attrNameLst>
                                              <p:attrName>ppt_x</p:attrName>
                                            </p:attrNameLst>
                                          </p:cBhvr>
                                          <p:tavLst>
                                            <p:tav tm="0">
                                              <p:val>
                                                <p:strVal val="1+#ppt_w/2"/>
                                              </p:val>
                                            </p:tav>
                                            <p:tav tm="100000">
                                              <p:val>
                                                <p:strVal val="#ppt_x"/>
                                              </p:val>
                                            </p:tav>
                                          </p:tavLst>
                                        </p:anim>
                                        <p:anim calcmode="lin" valueType="num">
                                          <p:cBhvr additive="base">
                                            <p:cTn id="192" dur="1000" fill="hold"/>
                                            <p:tgtEl>
                                              <p:spTgt spid="26"/>
                                            </p:tgtEl>
                                            <p:attrNameLst>
                                              <p:attrName>ppt_y</p:attrName>
                                            </p:attrNameLst>
                                          </p:cBhvr>
                                          <p:tavLst>
                                            <p:tav tm="0">
                                              <p:val>
                                                <p:strVal val="#ppt_y"/>
                                              </p:val>
                                            </p:tav>
                                            <p:tav tm="100000">
                                              <p:val>
                                                <p:strVal val="#ppt_y"/>
                                              </p:val>
                                            </p:tav>
                                          </p:tavLst>
                                        </p:anim>
                                      </p:childTnLst>
                                    </p:cTn>
                                  </p:par>
                                  <p:par>
                                    <p:cTn id="193" presetID="2" presetClass="entr" presetSubtype="2" fill="hold" grpId="0" nodeType="withEffect">
                                      <p:stCondLst>
                                        <p:cond delay="1500"/>
                                      </p:stCondLst>
                                      <p:childTnLst>
                                        <p:set>
                                          <p:cBhvr>
                                            <p:cTn id="194" dur="1" fill="hold">
                                              <p:stCondLst>
                                                <p:cond delay="0"/>
                                              </p:stCondLst>
                                            </p:cTn>
                                            <p:tgtEl>
                                              <p:spTgt spid="23"/>
                                            </p:tgtEl>
                                            <p:attrNameLst>
                                              <p:attrName>style.visibility</p:attrName>
                                            </p:attrNameLst>
                                          </p:cBhvr>
                                          <p:to>
                                            <p:strVal val="visible"/>
                                          </p:to>
                                        </p:set>
                                        <p:anim calcmode="lin" valueType="num">
                                          <p:cBhvr additive="base">
                                            <p:cTn id="195" dur="1000" fill="hold"/>
                                            <p:tgtEl>
                                              <p:spTgt spid="23"/>
                                            </p:tgtEl>
                                            <p:attrNameLst>
                                              <p:attrName>ppt_x</p:attrName>
                                            </p:attrNameLst>
                                          </p:cBhvr>
                                          <p:tavLst>
                                            <p:tav tm="0">
                                              <p:val>
                                                <p:strVal val="1+#ppt_w/2"/>
                                              </p:val>
                                            </p:tav>
                                            <p:tav tm="100000">
                                              <p:val>
                                                <p:strVal val="#ppt_x"/>
                                              </p:val>
                                            </p:tav>
                                          </p:tavLst>
                                        </p:anim>
                                        <p:anim calcmode="lin" valueType="num">
                                          <p:cBhvr additive="base">
                                            <p:cTn id="196" dur="1000" fill="hold"/>
                                            <p:tgtEl>
                                              <p:spTgt spid="23"/>
                                            </p:tgtEl>
                                            <p:attrNameLst>
                                              <p:attrName>ppt_y</p:attrName>
                                            </p:attrNameLst>
                                          </p:cBhvr>
                                          <p:tavLst>
                                            <p:tav tm="0">
                                              <p:val>
                                                <p:strVal val="#ppt_y"/>
                                              </p:val>
                                            </p:tav>
                                            <p:tav tm="100000">
                                              <p:val>
                                                <p:strVal val="#ppt_y"/>
                                              </p:val>
                                            </p:tav>
                                          </p:tavLst>
                                        </p:anim>
                                      </p:childTnLst>
                                    </p:cTn>
                                  </p:par>
                                  <p:par>
                                    <p:cTn id="197" presetID="2" presetClass="entr" presetSubtype="2" fill="hold" grpId="0" nodeType="withEffect">
                                      <p:stCondLst>
                                        <p:cond delay="1750"/>
                                      </p:stCondLst>
                                      <p:childTnLst>
                                        <p:set>
                                          <p:cBhvr>
                                            <p:cTn id="198" dur="1" fill="hold">
                                              <p:stCondLst>
                                                <p:cond delay="0"/>
                                              </p:stCondLst>
                                            </p:cTn>
                                            <p:tgtEl>
                                              <p:spTgt spid="20"/>
                                            </p:tgtEl>
                                            <p:attrNameLst>
                                              <p:attrName>style.visibility</p:attrName>
                                            </p:attrNameLst>
                                          </p:cBhvr>
                                          <p:to>
                                            <p:strVal val="visible"/>
                                          </p:to>
                                        </p:set>
                                        <p:anim calcmode="lin" valueType="num">
                                          <p:cBhvr additive="base">
                                            <p:cTn id="199" dur="1000" fill="hold"/>
                                            <p:tgtEl>
                                              <p:spTgt spid="20"/>
                                            </p:tgtEl>
                                            <p:attrNameLst>
                                              <p:attrName>ppt_x</p:attrName>
                                            </p:attrNameLst>
                                          </p:cBhvr>
                                          <p:tavLst>
                                            <p:tav tm="0">
                                              <p:val>
                                                <p:strVal val="1+#ppt_w/2"/>
                                              </p:val>
                                            </p:tav>
                                            <p:tav tm="100000">
                                              <p:val>
                                                <p:strVal val="#ppt_x"/>
                                              </p:val>
                                            </p:tav>
                                          </p:tavLst>
                                        </p:anim>
                                        <p:anim calcmode="lin" valueType="num">
                                          <p:cBhvr additive="base">
                                            <p:cTn id="200" dur="1000" fill="hold"/>
                                            <p:tgtEl>
                                              <p:spTgt spid="20"/>
                                            </p:tgtEl>
                                            <p:attrNameLst>
                                              <p:attrName>ppt_y</p:attrName>
                                            </p:attrNameLst>
                                          </p:cBhvr>
                                          <p:tavLst>
                                            <p:tav tm="0">
                                              <p:val>
                                                <p:strVal val="#ppt_y"/>
                                              </p:val>
                                            </p:tav>
                                            <p:tav tm="100000">
                                              <p:val>
                                                <p:strVal val="#ppt_y"/>
                                              </p:val>
                                            </p:tav>
                                          </p:tavLst>
                                        </p:anim>
                                      </p:childTnLst>
                                    </p:cTn>
                                  </p:par>
                                  <p:par>
                                    <p:cTn id="201" presetID="10" presetClass="entr" presetSubtype="0" fill="hold" grpId="0" nodeType="withEffect">
                                      <p:stCondLst>
                                        <p:cond delay="1250"/>
                                      </p:stCondLst>
                                      <p:childTnLst>
                                        <p:set>
                                          <p:cBhvr>
                                            <p:cTn id="202" dur="1" fill="hold">
                                              <p:stCondLst>
                                                <p:cond delay="0"/>
                                              </p:stCondLst>
                                            </p:cTn>
                                            <p:tgtEl>
                                              <p:spTgt spid="69"/>
                                            </p:tgtEl>
                                            <p:attrNameLst>
                                              <p:attrName>style.visibility</p:attrName>
                                            </p:attrNameLst>
                                          </p:cBhvr>
                                          <p:to>
                                            <p:strVal val="visible"/>
                                          </p:to>
                                        </p:set>
                                        <p:animEffect transition="in" filter="fade">
                                          <p:cBhvr>
                                            <p:cTn id="203" dur="500"/>
                                            <p:tgtEl>
                                              <p:spTgt spid="69"/>
                                            </p:tgtEl>
                                          </p:cBhvr>
                                        </p:animEffect>
                                      </p:childTnLst>
                                    </p:cTn>
                                  </p:par>
                                  <p:par>
                                    <p:cTn id="204" presetID="10" presetClass="entr" presetSubtype="0" fill="hold" grpId="0" nodeType="withEffect">
                                      <p:stCondLst>
                                        <p:cond delay="1500"/>
                                      </p:stCondLst>
                                      <p:childTnLst>
                                        <p:set>
                                          <p:cBhvr>
                                            <p:cTn id="205" dur="1" fill="hold">
                                              <p:stCondLst>
                                                <p:cond delay="0"/>
                                              </p:stCondLst>
                                            </p:cTn>
                                            <p:tgtEl>
                                              <p:spTgt spid="68"/>
                                            </p:tgtEl>
                                            <p:attrNameLst>
                                              <p:attrName>style.visibility</p:attrName>
                                            </p:attrNameLst>
                                          </p:cBhvr>
                                          <p:to>
                                            <p:strVal val="visible"/>
                                          </p:to>
                                        </p:set>
                                        <p:animEffect transition="in" filter="fade">
                                          <p:cBhvr>
                                            <p:cTn id="206" dur="500"/>
                                            <p:tgtEl>
                                              <p:spTgt spid="68"/>
                                            </p:tgtEl>
                                          </p:cBhvr>
                                        </p:animEffect>
                                      </p:childTnLst>
                                    </p:cTn>
                                  </p:par>
                                  <p:par>
                                    <p:cTn id="207" presetID="10" presetClass="entr" presetSubtype="0" fill="hold" grpId="0" nodeType="withEffect">
                                      <p:stCondLst>
                                        <p:cond delay="1750"/>
                                      </p:stCondLst>
                                      <p:childTnLst>
                                        <p:set>
                                          <p:cBhvr>
                                            <p:cTn id="208" dur="1" fill="hold">
                                              <p:stCondLst>
                                                <p:cond delay="0"/>
                                              </p:stCondLst>
                                            </p:cTn>
                                            <p:tgtEl>
                                              <p:spTgt spid="71"/>
                                            </p:tgtEl>
                                            <p:attrNameLst>
                                              <p:attrName>style.visibility</p:attrName>
                                            </p:attrNameLst>
                                          </p:cBhvr>
                                          <p:to>
                                            <p:strVal val="visible"/>
                                          </p:to>
                                        </p:set>
                                        <p:animEffect transition="in" filter="fade">
                                          <p:cBhvr>
                                            <p:cTn id="209" dur="500"/>
                                            <p:tgtEl>
                                              <p:spTgt spid="71"/>
                                            </p:tgtEl>
                                          </p:cBhvr>
                                        </p:animEffect>
                                      </p:childTnLst>
                                    </p:cTn>
                                  </p:par>
                                  <p:par>
                                    <p:cTn id="210" presetID="10" presetClass="entr" presetSubtype="0" fill="hold" grpId="0" nodeType="withEffect">
                                      <p:stCondLst>
                                        <p:cond delay="2000"/>
                                      </p:stCondLst>
                                      <p:childTnLst>
                                        <p:set>
                                          <p:cBhvr>
                                            <p:cTn id="211" dur="1" fill="hold">
                                              <p:stCondLst>
                                                <p:cond delay="0"/>
                                              </p:stCondLst>
                                            </p:cTn>
                                            <p:tgtEl>
                                              <p:spTgt spid="67"/>
                                            </p:tgtEl>
                                            <p:attrNameLst>
                                              <p:attrName>style.visibility</p:attrName>
                                            </p:attrNameLst>
                                          </p:cBhvr>
                                          <p:to>
                                            <p:strVal val="visible"/>
                                          </p:to>
                                        </p:set>
                                        <p:animEffect transition="in" filter="fade">
                                          <p:cBhvr>
                                            <p:cTn id="212" dur="500"/>
                                            <p:tgtEl>
                                              <p:spTgt spid="67"/>
                                            </p:tgtEl>
                                          </p:cBhvr>
                                        </p:animEffect>
                                      </p:childTnLst>
                                    </p:cTn>
                                  </p:par>
                                  <p:par>
                                    <p:cTn id="213" presetID="10" presetClass="entr" presetSubtype="0" fill="hold" grpId="0" nodeType="withEffect">
                                      <p:stCondLst>
                                        <p:cond delay="1250"/>
                                      </p:stCondLst>
                                      <p:childTnLst>
                                        <p:set>
                                          <p:cBhvr>
                                            <p:cTn id="214" dur="1" fill="hold">
                                              <p:stCondLst>
                                                <p:cond delay="0"/>
                                              </p:stCondLst>
                                            </p:cTn>
                                            <p:tgtEl>
                                              <p:spTgt spid="66"/>
                                            </p:tgtEl>
                                            <p:attrNameLst>
                                              <p:attrName>style.visibility</p:attrName>
                                            </p:attrNameLst>
                                          </p:cBhvr>
                                          <p:to>
                                            <p:strVal val="visible"/>
                                          </p:to>
                                        </p:set>
                                        <p:animEffect transition="in" filter="fade">
                                          <p:cBhvr>
                                            <p:cTn id="215" dur="500"/>
                                            <p:tgtEl>
                                              <p:spTgt spid="66"/>
                                            </p:tgtEl>
                                          </p:cBhvr>
                                        </p:animEffect>
                                      </p:childTnLst>
                                    </p:cTn>
                                  </p:par>
                                  <p:par>
                                    <p:cTn id="216" presetID="10" presetClass="entr" presetSubtype="0" fill="hold" grpId="0" nodeType="withEffect">
                                      <p:stCondLst>
                                        <p:cond delay="1500"/>
                                      </p:stCondLst>
                                      <p:childTnLst>
                                        <p:set>
                                          <p:cBhvr>
                                            <p:cTn id="217" dur="1" fill="hold">
                                              <p:stCondLst>
                                                <p:cond delay="0"/>
                                              </p:stCondLst>
                                            </p:cTn>
                                            <p:tgtEl>
                                              <p:spTgt spid="72"/>
                                            </p:tgtEl>
                                            <p:attrNameLst>
                                              <p:attrName>style.visibility</p:attrName>
                                            </p:attrNameLst>
                                          </p:cBhvr>
                                          <p:to>
                                            <p:strVal val="visible"/>
                                          </p:to>
                                        </p:set>
                                        <p:animEffect transition="in" filter="fade">
                                          <p:cBhvr>
                                            <p:cTn id="218" dur="500"/>
                                            <p:tgtEl>
                                              <p:spTgt spid="72"/>
                                            </p:tgtEl>
                                          </p:cBhvr>
                                        </p:animEffect>
                                      </p:childTnLst>
                                    </p:cTn>
                                  </p:par>
                                  <p:par>
                                    <p:cTn id="219" presetID="10" presetClass="entr" presetSubtype="0" fill="hold" grpId="0" nodeType="withEffect">
                                      <p:stCondLst>
                                        <p:cond delay="1750"/>
                                      </p:stCondLst>
                                      <p:childTnLst>
                                        <p:set>
                                          <p:cBhvr>
                                            <p:cTn id="220" dur="1" fill="hold">
                                              <p:stCondLst>
                                                <p:cond delay="0"/>
                                              </p:stCondLst>
                                            </p:cTn>
                                            <p:tgtEl>
                                              <p:spTgt spid="64"/>
                                            </p:tgtEl>
                                            <p:attrNameLst>
                                              <p:attrName>style.visibility</p:attrName>
                                            </p:attrNameLst>
                                          </p:cBhvr>
                                          <p:to>
                                            <p:strVal val="visible"/>
                                          </p:to>
                                        </p:set>
                                        <p:animEffect transition="in" filter="fade">
                                          <p:cBhvr>
                                            <p:cTn id="221" dur="500"/>
                                            <p:tgtEl>
                                              <p:spTgt spid="64"/>
                                            </p:tgtEl>
                                          </p:cBhvr>
                                        </p:animEffect>
                                      </p:childTnLst>
                                    </p:cTn>
                                  </p:par>
                                  <p:par>
                                    <p:cTn id="222" presetID="10" presetClass="entr" presetSubtype="0" fill="hold" grpId="0" nodeType="withEffect">
                                      <p:stCondLst>
                                        <p:cond delay="2000"/>
                                      </p:stCondLst>
                                      <p:childTnLst>
                                        <p:set>
                                          <p:cBhvr>
                                            <p:cTn id="223" dur="1" fill="hold">
                                              <p:stCondLst>
                                                <p:cond delay="0"/>
                                              </p:stCondLst>
                                            </p:cTn>
                                            <p:tgtEl>
                                              <p:spTgt spid="70"/>
                                            </p:tgtEl>
                                            <p:attrNameLst>
                                              <p:attrName>style.visibility</p:attrName>
                                            </p:attrNameLst>
                                          </p:cBhvr>
                                          <p:to>
                                            <p:strVal val="visible"/>
                                          </p:to>
                                        </p:set>
                                        <p:animEffect transition="in" filter="fade">
                                          <p:cBhvr>
                                            <p:cTn id="224" dur="500"/>
                                            <p:tgtEl>
                                              <p:spTgt spid="70"/>
                                            </p:tgtEl>
                                          </p:cBhvr>
                                        </p:animEffect>
                                      </p:childTnLst>
                                    </p:cTn>
                                  </p:par>
                                  <p:par>
                                    <p:cTn id="225" presetID="10" presetClass="entr" presetSubtype="0" fill="hold" nodeType="withEffect">
                                      <p:stCondLst>
                                        <p:cond delay="1250"/>
                                      </p:stCondLst>
                                      <p:childTnLst>
                                        <p:set>
                                          <p:cBhvr>
                                            <p:cTn id="226" dur="1" fill="hold">
                                              <p:stCondLst>
                                                <p:cond delay="0"/>
                                              </p:stCondLst>
                                            </p:cTn>
                                            <p:tgtEl>
                                              <p:spTgt spid="59"/>
                                            </p:tgtEl>
                                            <p:attrNameLst>
                                              <p:attrName>style.visibility</p:attrName>
                                            </p:attrNameLst>
                                          </p:cBhvr>
                                          <p:to>
                                            <p:strVal val="visible"/>
                                          </p:to>
                                        </p:set>
                                        <p:animEffect transition="in" filter="fade">
                                          <p:cBhvr>
                                            <p:cTn id="227" dur="500"/>
                                            <p:tgtEl>
                                              <p:spTgt spid="59"/>
                                            </p:tgtEl>
                                          </p:cBhvr>
                                        </p:animEffect>
                                      </p:childTnLst>
                                    </p:cTn>
                                  </p:par>
                                  <p:par>
                                    <p:cTn id="228" presetID="10" presetClass="entr" presetSubtype="0" fill="hold" nodeType="withEffect">
                                      <p:stCondLst>
                                        <p:cond delay="1500"/>
                                      </p:stCondLst>
                                      <p:childTnLst>
                                        <p:set>
                                          <p:cBhvr>
                                            <p:cTn id="229" dur="1" fill="hold">
                                              <p:stCondLst>
                                                <p:cond delay="0"/>
                                              </p:stCondLst>
                                            </p:cTn>
                                            <p:tgtEl>
                                              <p:spTgt spid="60"/>
                                            </p:tgtEl>
                                            <p:attrNameLst>
                                              <p:attrName>style.visibility</p:attrName>
                                            </p:attrNameLst>
                                          </p:cBhvr>
                                          <p:to>
                                            <p:strVal val="visible"/>
                                          </p:to>
                                        </p:set>
                                        <p:animEffect transition="in" filter="fade">
                                          <p:cBhvr>
                                            <p:cTn id="230" dur="500"/>
                                            <p:tgtEl>
                                              <p:spTgt spid="60"/>
                                            </p:tgtEl>
                                          </p:cBhvr>
                                        </p:animEffect>
                                      </p:childTnLst>
                                    </p:cTn>
                                  </p:par>
                                  <p:par>
                                    <p:cTn id="231" presetID="10" presetClass="entr" presetSubtype="0" fill="hold" nodeType="withEffect">
                                      <p:stCondLst>
                                        <p:cond delay="1750"/>
                                      </p:stCondLst>
                                      <p:childTnLst>
                                        <p:set>
                                          <p:cBhvr>
                                            <p:cTn id="232" dur="1" fill="hold">
                                              <p:stCondLst>
                                                <p:cond delay="0"/>
                                              </p:stCondLst>
                                            </p:cTn>
                                            <p:tgtEl>
                                              <p:spTgt spid="61"/>
                                            </p:tgtEl>
                                            <p:attrNameLst>
                                              <p:attrName>style.visibility</p:attrName>
                                            </p:attrNameLst>
                                          </p:cBhvr>
                                          <p:to>
                                            <p:strVal val="visible"/>
                                          </p:to>
                                        </p:set>
                                        <p:animEffect transition="in" filter="fade">
                                          <p:cBhvr>
                                            <p:cTn id="233" dur="500"/>
                                            <p:tgtEl>
                                              <p:spTgt spid="61"/>
                                            </p:tgtEl>
                                          </p:cBhvr>
                                        </p:animEffect>
                                      </p:childTnLst>
                                    </p:cTn>
                                  </p:par>
                                  <p:par>
                                    <p:cTn id="234" presetID="10" presetClass="entr" presetSubtype="0" fill="hold" nodeType="withEffect">
                                      <p:stCondLst>
                                        <p:cond delay="2000"/>
                                      </p:stCondLst>
                                      <p:childTnLst>
                                        <p:set>
                                          <p:cBhvr>
                                            <p:cTn id="235" dur="1" fill="hold">
                                              <p:stCondLst>
                                                <p:cond delay="0"/>
                                              </p:stCondLst>
                                            </p:cTn>
                                            <p:tgtEl>
                                              <p:spTgt spid="62"/>
                                            </p:tgtEl>
                                            <p:attrNameLst>
                                              <p:attrName>style.visibility</p:attrName>
                                            </p:attrNameLst>
                                          </p:cBhvr>
                                          <p:to>
                                            <p:strVal val="visible"/>
                                          </p:to>
                                        </p:set>
                                        <p:animEffect transition="in" filter="fade">
                                          <p:cBhvr>
                                            <p:cTn id="236" dur="500"/>
                                            <p:tgtEl>
                                              <p:spTgt spid="62"/>
                                            </p:tgtEl>
                                          </p:cBhvr>
                                        </p:animEffect>
                                      </p:childTnLst>
                                    </p:cTn>
                                  </p:par>
                                  <p:par>
                                    <p:cTn id="237" presetID="10" presetClass="entr" presetSubtype="0" fill="hold" nodeType="withEffect">
                                      <p:stCondLst>
                                        <p:cond delay="1250"/>
                                      </p:stCondLst>
                                      <p:childTnLst>
                                        <p:set>
                                          <p:cBhvr>
                                            <p:cTn id="238" dur="1" fill="hold">
                                              <p:stCondLst>
                                                <p:cond delay="0"/>
                                              </p:stCondLst>
                                            </p:cTn>
                                            <p:tgtEl>
                                              <p:spTgt spid="63"/>
                                            </p:tgtEl>
                                            <p:attrNameLst>
                                              <p:attrName>style.visibility</p:attrName>
                                            </p:attrNameLst>
                                          </p:cBhvr>
                                          <p:to>
                                            <p:strVal val="visible"/>
                                          </p:to>
                                        </p:set>
                                        <p:animEffect transition="in" filter="fade">
                                          <p:cBhvr>
                                            <p:cTn id="239" dur="500"/>
                                            <p:tgtEl>
                                              <p:spTgt spid="63"/>
                                            </p:tgtEl>
                                          </p:cBhvr>
                                        </p:animEffect>
                                      </p:childTnLst>
                                    </p:cTn>
                                  </p:par>
                                  <p:par>
                                    <p:cTn id="240" presetID="10" presetClass="entr" presetSubtype="0" fill="hold" nodeType="withEffect">
                                      <p:stCondLst>
                                        <p:cond delay="1500"/>
                                      </p:stCondLst>
                                      <p:childTnLst>
                                        <p:set>
                                          <p:cBhvr>
                                            <p:cTn id="241" dur="1" fill="hold">
                                              <p:stCondLst>
                                                <p:cond delay="0"/>
                                              </p:stCondLst>
                                            </p:cTn>
                                            <p:tgtEl>
                                              <p:spTgt spid="65"/>
                                            </p:tgtEl>
                                            <p:attrNameLst>
                                              <p:attrName>style.visibility</p:attrName>
                                            </p:attrNameLst>
                                          </p:cBhvr>
                                          <p:to>
                                            <p:strVal val="visible"/>
                                          </p:to>
                                        </p:set>
                                        <p:animEffect transition="in" filter="fade">
                                          <p:cBhvr>
                                            <p:cTn id="242" dur="500"/>
                                            <p:tgtEl>
                                              <p:spTgt spid="65"/>
                                            </p:tgtEl>
                                          </p:cBhvr>
                                        </p:animEffect>
                                      </p:childTnLst>
                                    </p:cTn>
                                  </p:par>
                                  <p:par>
                                    <p:cTn id="243" presetID="10" presetClass="entr" presetSubtype="0" fill="hold" nodeType="withEffect">
                                      <p:stCondLst>
                                        <p:cond delay="1750"/>
                                      </p:stCondLst>
                                      <p:childTnLst>
                                        <p:set>
                                          <p:cBhvr>
                                            <p:cTn id="244" dur="1" fill="hold">
                                              <p:stCondLst>
                                                <p:cond delay="0"/>
                                              </p:stCondLst>
                                            </p:cTn>
                                            <p:tgtEl>
                                              <p:spTgt spid="140"/>
                                            </p:tgtEl>
                                            <p:attrNameLst>
                                              <p:attrName>style.visibility</p:attrName>
                                            </p:attrNameLst>
                                          </p:cBhvr>
                                          <p:to>
                                            <p:strVal val="visible"/>
                                          </p:to>
                                        </p:set>
                                        <p:animEffect transition="in" filter="fade">
                                          <p:cBhvr>
                                            <p:cTn id="245" dur="500"/>
                                            <p:tgtEl>
                                              <p:spTgt spid="140"/>
                                            </p:tgtEl>
                                          </p:cBhvr>
                                        </p:animEffect>
                                      </p:childTnLst>
                                    </p:cTn>
                                  </p:par>
                                  <p:par>
                                    <p:cTn id="246" presetID="10" presetClass="entr" presetSubtype="0" fill="hold" nodeType="withEffect">
                                      <p:stCondLst>
                                        <p:cond delay="2000"/>
                                      </p:stCondLst>
                                      <p:childTnLst>
                                        <p:set>
                                          <p:cBhvr>
                                            <p:cTn id="247" dur="1" fill="hold">
                                              <p:stCondLst>
                                                <p:cond delay="0"/>
                                              </p:stCondLst>
                                            </p:cTn>
                                            <p:tgtEl>
                                              <p:spTgt spid="141"/>
                                            </p:tgtEl>
                                            <p:attrNameLst>
                                              <p:attrName>style.visibility</p:attrName>
                                            </p:attrNameLst>
                                          </p:cBhvr>
                                          <p:to>
                                            <p:strVal val="visible"/>
                                          </p:to>
                                        </p:set>
                                        <p:animEffect transition="in" filter="fade">
                                          <p:cBhvr>
                                            <p:cTn id="248"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20" grpId="0" animBg="1"/>
          <p:bldP spid="23" grpId="0" animBg="1"/>
          <p:bldP spid="26" grpId="0" animBg="1"/>
          <p:bldP spid="29"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8" grpId="0" animBg="1"/>
          <p:bldP spid="50" grpId="0" animBg="1"/>
          <p:bldP spid="52" grpId="0" animBg="1"/>
          <p:bldP spid="54" grpId="0" animBg="1"/>
          <p:bldP spid="104" grpId="0" animBg="1"/>
          <p:bldP spid="105" grpId="0"/>
          <p:bldP spid="67" grpId="0" animBg="1"/>
          <p:bldP spid="68" grpId="0" animBg="1"/>
          <p:bldP spid="69" grpId="0" animBg="1"/>
          <p:bldP spid="71" grpId="0" animBg="1"/>
          <p:bldP spid="64" grpId="0" animBg="1"/>
          <p:bldP spid="66" grpId="0" animBg="1"/>
          <p:bldP spid="70" grpId="0" animBg="1"/>
          <p:bldP spid="72" grpId="0" animBg="1"/>
        </p:bldLst>
      </p:timing>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 name="Group 59">
            <a:extLst>
              <a:ext uri="{FF2B5EF4-FFF2-40B4-BE49-F238E27FC236}">
                <a16:creationId xmlns:a16="http://schemas.microsoft.com/office/drawing/2014/main" id="{23AE05D4-5FAC-42EA-86E0-E87FEF714459}"/>
              </a:ext>
            </a:extLst>
          </p:cNvPr>
          <p:cNvGrpSpPr/>
          <p:nvPr/>
        </p:nvGrpSpPr>
        <p:grpSpPr>
          <a:xfrm>
            <a:off x="6888163" y="4152900"/>
            <a:ext cx="1511300" cy="1125538"/>
            <a:chOff x="6888163" y="4152900"/>
            <a:chExt cx="1511300" cy="1125538"/>
          </a:xfrm>
        </p:grpSpPr>
        <p:sp>
          <p:nvSpPr>
            <p:cNvPr id="7" name="Freeform 6">
              <a:extLst>
                <a:ext uri="{FF2B5EF4-FFF2-40B4-BE49-F238E27FC236}">
                  <a16:creationId xmlns:a16="http://schemas.microsoft.com/office/drawing/2014/main" id="{8E0B7A59-A9A7-47FB-A64B-2BE49DE0666A}"/>
                </a:ext>
              </a:extLst>
            </p:cNvPr>
            <p:cNvSpPr>
              <a:spLocks/>
            </p:cNvSpPr>
            <p:nvPr/>
          </p:nvSpPr>
          <p:spPr bwMode="auto">
            <a:xfrm>
              <a:off x="6929438" y="4194175"/>
              <a:ext cx="1428750" cy="1042988"/>
            </a:xfrm>
            <a:custGeom>
              <a:avLst/>
              <a:gdLst>
                <a:gd name="T0" fmla="*/ 0 w 900"/>
                <a:gd name="T1" fmla="*/ 0 h 657"/>
                <a:gd name="T2" fmla="*/ 517 w 900"/>
                <a:gd name="T3" fmla="*/ 657 h 657"/>
                <a:gd name="T4" fmla="*/ 900 w 900"/>
                <a:gd name="T5" fmla="*/ 657 h 657"/>
              </a:gdLst>
              <a:ahLst/>
              <a:cxnLst>
                <a:cxn ang="0">
                  <a:pos x="T0" y="T1"/>
                </a:cxn>
                <a:cxn ang="0">
                  <a:pos x="T2" y="T3"/>
                </a:cxn>
                <a:cxn ang="0">
                  <a:pos x="T4" y="T5"/>
                </a:cxn>
              </a:cxnLst>
              <a:rect l="0" t="0" r="r" b="b"/>
              <a:pathLst>
                <a:path w="900" h="657">
                  <a:moveTo>
                    <a:pt x="0" y="0"/>
                  </a:moveTo>
                  <a:lnTo>
                    <a:pt x="517" y="657"/>
                  </a:lnTo>
                  <a:lnTo>
                    <a:pt x="900" y="657"/>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5" name="Oval 14">
              <a:extLst>
                <a:ext uri="{FF2B5EF4-FFF2-40B4-BE49-F238E27FC236}">
                  <a16:creationId xmlns:a16="http://schemas.microsoft.com/office/drawing/2014/main" id="{19508F38-194A-471B-92EF-7FE07DF11F3F}"/>
                </a:ext>
              </a:extLst>
            </p:cNvPr>
            <p:cNvSpPr>
              <a:spLocks noChangeArrowheads="1"/>
            </p:cNvSpPr>
            <p:nvPr/>
          </p:nvSpPr>
          <p:spPr bwMode="auto">
            <a:xfrm>
              <a:off x="6888163" y="4152900"/>
              <a:ext cx="82550" cy="825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Oval 15">
              <a:extLst>
                <a:ext uri="{FF2B5EF4-FFF2-40B4-BE49-F238E27FC236}">
                  <a16:creationId xmlns:a16="http://schemas.microsoft.com/office/drawing/2014/main" id="{3BD54D18-2DF3-48F4-882A-47C448F7F3EB}"/>
                </a:ext>
              </a:extLst>
            </p:cNvPr>
            <p:cNvSpPr>
              <a:spLocks noChangeArrowheads="1"/>
            </p:cNvSpPr>
            <p:nvPr/>
          </p:nvSpPr>
          <p:spPr bwMode="auto">
            <a:xfrm>
              <a:off x="8316913" y="5195888"/>
              <a:ext cx="82550" cy="825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7" name="Group 36">
            <a:extLst>
              <a:ext uri="{FF2B5EF4-FFF2-40B4-BE49-F238E27FC236}">
                <a16:creationId xmlns:a16="http://schemas.microsoft.com/office/drawing/2014/main" id="{55F07CC0-F712-4073-B928-8A0DDD05AB04}"/>
              </a:ext>
            </a:extLst>
          </p:cNvPr>
          <p:cNvGrpSpPr/>
          <p:nvPr/>
        </p:nvGrpSpPr>
        <p:grpSpPr>
          <a:xfrm>
            <a:off x="7112001" y="3795713"/>
            <a:ext cx="1287462" cy="577850"/>
            <a:chOff x="7112001" y="3795713"/>
            <a:chExt cx="1287462" cy="577850"/>
          </a:xfrm>
        </p:grpSpPr>
        <p:sp>
          <p:nvSpPr>
            <p:cNvPr id="9" name="Freeform 8">
              <a:extLst>
                <a:ext uri="{FF2B5EF4-FFF2-40B4-BE49-F238E27FC236}">
                  <a16:creationId xmlns:a16="http://schemas.microsoft.com/office/drawing/2014/main" id="{A3DD2D17-59D7-47FA-84C6-07ADF75CF7A1}"/>
                </a:ext>
              </a:extLst>
            </p:cNvPr>
            <p:cNvSpPr>
              <a:spLocks/>
            </p:cNvSpPr>
            <p:nvPr/>
          </p:nvSpPr>
          <p:spPr bwMode="auto">
            <a:xfrm>
              <a:off x="7150101" y="3836988"/>
              <a:ext cx="1208088" cy="495300"/>
            </a:xfrm>
            <a:custGeom>
              <a:avLst/>
              <a:gdLst>
                <a:gd name="T0" fmla="*/ 0 w 761"/>
                <a:gd name="T1" fmla="*/ 0 h 312"/>
                <a:gd name="T2" fmla="*/ 378 w 761"/>
                <a:gd name="T3" fmla="*/ 312 h 312"/>
                <a:gd name="T4" fmla="*/ 761 w 761"/>
                <a:gd name="T5" fmla="*/ 312 h 312"/>
              </a:gdLst>
              <a:ahLst/>
              <a:cxnLst>
                <a:cxn ang="0">
                  <a:pos x="T0" y="T1"/>
                </a:cxn>
                <a:cxn ang="0">
                  <a:pos x="T2" y="T3"/>
                </a:cxn>
                <a:cxn ang="0">
                  <a:pos x="T4" y="T5"/>
                </a:cxn>
              </a:cxnLst>
              <a:rect l="0" t="0" r="r" b="b"/>
              <a:pathLst>
                <a:path w="761" h="312">
                  <a:moveTo>
                    <a:pt x="0" y="0"/>
                  </a:moveTo>
                  <a:lnTo>
                    <a:pt x="378" y="312"/>
                  </a:lnTo>
                  <a:lnTo>
                    <a:pt x="761" y="312"/>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Oval 13">
              <a:extLst>
                <a:ext uri="{FF2B5EF4-FFF2-40B4-BE49-F238E27FC236}">
                  <a16:creationId xmlns:a16="http://schemas.microsoft.com/office/drawing/2014/main" id="{B1E5A14C-BD71-4350-A769-3A7E2F99B28B}"/>
                </a:ext>
              </a:extLst>
            </p:cNvPr>
            <p:cNvSpPr>
              <a:spLocks noChangeArrowheads="1"/>
            </p:cNvSpPr>
            <p:nvPr/>
          </p:nvSpPr>
          <p:spPr bwMode="auto">
            <a:xfrm>
              <a:off x="7112001" y="3795713"/>
              <a:ext cx="79375" cy="8255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Oval 16">
              <a:extLst>
                <a:ext uri="{FF2B5EF4-FFF2-40B4-BE49-F238E27FC236}">
                  <a16:creationId xmlns:a16="http://schemas.microsoft.com/office/drawing/2014/main" id="{2C672DD5-FAE1-4076-9A13-BD5CC6A8DE24}"/>
                </a:ext>
              </a:extLst>
            </p:cNvPr>
            <p:cNvSpPr>
              <a:spLocks noChangeArrowheads="1"/>
            </p:cNvSpPr>
            <p:nvPr/>
          </p:nvSpPr>
          <p:spPr bwMode="auto">
            <a:xfrm>
              <a:off x="8316913" y="4294188"/>
              <a:ext cx="82550" cy="793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4" name="Group 33">
            <a:extLst>
              <a:ext uri="{FF2B5EF4-FFF2-40B4-BE49-F238E27FC236}">
                <a16:creationId xmlns:a16="http://schemas.microsoft.com/office/drawing/2014/main" id="{768346B8-98E2-4663-840C-2DD0310AE8EF}"/>
              </a:ext>
            </a:extLst>
          </p:cNvPr>
          <p:cNvGrpSpPr/>
          <p:nvPr/>
        </p:nvGrpSpPr>
        <p:grpSpPr>
          <a:xfrm>
            <a:off x="7188201" y="3389313"/>
            <a:ext cx="1211262" cy="79375"/>
            <a:chOff x="7188201" y="3389313"/>
            <a:chExt cx="1211262" cy="79375"/>
          </a:xfrm>
        </p:grpSpPr>
        <p:sp>
          <p:nvSpPr>
            <p:cNvPr id="10" name="Line 9">
              <a:extLst>
                <a:ext uri="{FF2B5EF4-FFF2-40B4-BE49-F238E27FC236}">
                  <a16:creationId xmlns:a16="http://schemas.microsoft.com/office/drawing/2014/main" id="{0935AEC9-71AA-4100-95BC-27197E717ADE}"/>
                </a:ext>
              </a:extLst>
            </p:cNvPr>
            <p:cNvSpPr>
              <a:spLocks noChangeShapeType="1"/>
            </p:cNvSpPr>
            <p:nvPr/>
          </p:nvSpPr>
          <p:spPr bwMode="auto">
            <a:xfrm>
              <a:off x="7224713" y="3427413"/>
              <a:ext cx="1133475" cy="0"/>
            </a:xfrm>
            <a:prstGeom prst="line">
              <a:avLst/>
            </a:prstGeom>
            <a:noFill/>
            <a:ln w="1587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Oval 12">
              <a:extLst>
                <a:ext uri="{FF2B5EF4-FFF2-40B4-BE49-F238E27FC236}">
                  <a16:creationId xmlns:a16="http://schemas.microsoft.com/office/drawing/2014/main" id="{73B1CB26-A632-4FE9-9E6A-DCB83CD3430F}"/>
                </a:ext>
              </a:extLst>
            </p:cNvPr>
            <p:cNvSpPr>
              <a:spLocks noChangeArrowheads="1"/>
            </p:cNvSpPr>
            <p:nvPr/>
          </p:nvSpPr>
          <p:spPr bwMode="auto">
            <a:xfrm>
              <a:off x="7188201" y="3389313"/>
              <a:ext cx="77788" cy="793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Oval 17">
              <a:extLst>
                <a:ext uri="{FF2B5EF4-FFF2-40B4-BE49-F238E27FC236}">
                  <a16:creationId xmlns:a16="http://schemas.microsoft.com/office/drawing/2014/main" id="{F76F9D57-46AF-4D8D-AE7F-3F5B3BEB7F0D}"/>
                </a:ext>
              </a:extLst>
            </p:cNvPr>
            <p:cNvSpPr>
              <a:spLocks noChangeArrowheads="1"/>
            </p:cNvSpPr>
            <p:nvPr/>
          </p:nvSpPr>
          <p:spPr bwMode="auto">
            <a:xfrm>
              <a:off x="8316913" y="3389313"/>
              <a:ext cx="82550" cy="793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1" name="Group 30">
            <a:extLst>
              <a:ext uri="{FF2B5EF4-FFF2-40B4-BE49-F238E27FC236}">
                <a16:creationId xmlns:a16="http://schemas.microsoft.com/office/drawing/2014/main" id="{1077B368-A71A-404A-9CCB-B4CB443C5B22}"/>
              </a:ext>
            </a:extLst>
          </p:cNvPr>
          <p:cNvGrpSpPr/>
          <p:nvPr/>
        </p:nvGrpSpPr>
        <p:grpSpPr>
          <a:xfrm>
            <a:off x="7100888" y="2484438"/>
            <a:ext cx="1298575" cy="555625"/>
            <a:chOff x="7100888" y="2484438"/>
            <a:chExt cx="1298575" cy="555625"/>
          </a:xfrm>
        </p:grpSpPr>
        <p:sp>
          <p:nvSpPr>
            <p:cNvPr id="8" name="Freeform 7">
              <a:extLst>
                <a:ext uri="{FF2B5EF4-FFF2-40B4-BE49-F238E27FC236}">
                  <a16:creationId xmlns:a16="http://schemas.microsoft.com/office/drawing/2014/main" id="{8507A4BE-8CAD-4BB1-B807-9D871E2359C5}"/>
                </a:ext>
              </a:extLst>
            </p:cNvPr>
            <p:cNvSpPr>
              <a:spLocks/>
            </p:cNvSpPr>
            <p:nvPr/>
          </p:nvSpPr>
          <p:spPr bwMode="auto">
            <a:xfrm>
              <a:off x="7142163" y="2525713"/>
              <a:ext cx="1216025" cy="476250"/>
            </a:xfrm>
            <a:custGeom>
              <a:avLst/>
              <a:gdLst>
                <a:gd name="T0" fmla="*/ 0 w 766"/>
                <a:gd name="T1" fmla="*/ 300 h 300"/>
                <a:gd name="T2" fmla="*/ 383 w 766"/>
                <a:gd name="T3" fmla="*/ 0 h 300"/>
                <a:gd name="T4" fmla="*/ 766 w 766"/>
                <a:gd name="T5" fmla="*/ 0 h 300"/>
              </a:gdLst>
              <a:ahLst/>
              <a:cxnLst>
                <a:cxn ang="0">
                  <a:pos x="T0" y="T1"/>
                </a:cxn>
                <a:cxn ang="0">
                  <a:pos x="T2" y="T3"/>
                </a:cxn>
                <a:cxn ang="0">
                  <a:pos x="T4" y="T5"/>
                </a:cxn>
              </a:cxnLst>
              <a:rect l="0" t="0" r="r" b="b"/>
              <a:pathLst>
                <a:path w="766" h="300">
                  <a:moveTo>
                    <a:pt x="0" y="300"/>
                  </a:moveTo>
                  <a:lnTo>
                    <a:pt x="383" y="0"/>
                  </a:lnTo>
                  <a:lnTo>
                    <a:pt x="766"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Oval 11">
              <a:extLst>
                <a:ext uri="{FF2B5EF4-FFF2-40B4-BE49-F238E27FC236}">
                  <a16:creationId xmlns:a16="http://schemas.microsoft.com/office/drawing/2014/main" id="{A23E71BB-2F74-4832-8DC7-CB68E0616B14}"/>
                </a:ext>
              </a:extLst>
            </p:cNvPr>
            <p:cNvSpPr>
              <a:spLocks noChangeArrowheads="1"/>
            </p:cNvSpPr>
            <p:nvPr/>
          </p:nvSpPr>
          <p:spPr bwMode="auto">
            <a:xfrm>
              <a:off x="7100888" y="2960688"/>
              <a:ext cx="82550" cy="793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Oval 18">
              <a:extLst>
                <a:ext uri="{FF2B5EF4-FFF2-40B4-BE49-F238E27FC236}">
                  <a16:creationId xmlns:a16="http://schemas.microsoft.com/office/drawing/2014/main" id="{28531D63-DAAE-43E7-8B9A-24372411DB80}"/>
                </a:ext>
              </a:extLst>
            </p:cNvPr>
            <p:cNvSpPr>
              <a:spLocks noChangeArrowheads="1"/>
            </p:cNvSpPr>
            <p:nvPr/>
          </p:nvSpPr>
          <p:spPr bwMode="auto">
            <a:xfrm>
              <a:off x="8316913" y="2484438"/>
              <a:ext cx="82550" cy="77788"/>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2CDD03B3-BB60-49A4-978E-F47B355E3EB4}"/>
              </a:ext>
            </a:extLst>
          </p:cNvPr>
          <p:cNvGrpSpPr/>
          <p:nvPr/>
        </p:nvGrpSpPr>
        <p:grpSpPr>
          <a:xfrm>
            <a:off x="6888163" y="1577975"/>
            <a:ext cx="1511300" cy="1123950"/>
            <a:chOff x="6888163" y="1577975"/>
            <a:chExt cx="1511300" cy="1123950"/>
          </a:xfrm>
        </p:grpSpPr>
        <p:sp>
          <p:nvSpPr>
            <p:cNvPr id="6" name="Freeform 5">
              <a:extLst>
                <a:ext uri="{FF2B5EF4-FFF2-40B4-BE49-F238E27FC236}">
                  <a16:creationId xmlns:a16="http://schemas.microsoft.com/office/drawing/2014/main" id="{57265DC0-2441-476A-A50E-8C3E628F2700}"/>
                </a:ext>
              </a:extLst>
            </p:cNvPr>
            <p:cNvSpPr>
              <a:spLocks/>
            </p:cNvSpPr>
            <p:nvPr/>
          </p:nvSpPr>
          <p:spPr bwMode="auto">
            <a:xfrm>
              <a:off x="6929438" y="1619250"/>
              <a:ext cx="1428750" cy="1041400"/>
            </a:xfrm>
            <a:custGeom>
              <a:avLst/>
              <a:gdLst>
                <a:gd name="T0" fmla="*/ 0 w 900"/>
                <a:gd name="T1" fmla="*/ 656 h 656"/>
                <a:gd name="T2" fmla="*/ 517 w 900"/>
                <a:gd name="T3" fmla="*/ 0 h 656"/>
                <a:gd name="T4" fmla="*/ 900 w 900"/>
                <a:gd name="T5" fmla="*/ 0 h 656"/>
              </a:gdLst>
              <a:ahLst/>
              <a:cxnLst>
                <a:cxn ang="0">
                  <a:pos x="T0" y="T1"/>
                </a:cxn>
                <a:cxn ang="0">
                  <a:pos x="T2" y="T3"/>
                </a:cxn>
                <a:cxn ang="0">
                  <a:pos x="T4" y="T5"/>
                </a:cxn>
              </a:cxnLst>
              <a:rect l="0" t="0" r="r" b="b"/>
              <a:pathLst>
                <a:path w="900" h="656">
                  <a:moveTo>
                    <a:pt x="0" y="656"/>
                  </a:moveTo>
                  <a:lnTo>
                    <a:pt x="517" y="0"/>
                  </a:lnTo>
                  <a:lnTo>
                    <a:pt x="900"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Oval 10">
              <a:extLst>
                <a:ext uri="{FF2B5EF4-FFF2-40B4-BE49-F238E27FC236}">
                  <a16:creationId xmlns:a16="http://schemas.microsoft.com/office/drawing/2014/main" id="{40DCE13D-EE0A-42A4-BC8F-762869CF5D13}"/>
                </a:ext>
              </a:extLst>
            </p:cNvPr>
            <p:cNvSpPr>
              <a:spLocks noChangeArrowheads="1"/>
            </p:cNvSpPr>
            <p:nvPr/>
          </p:nvSpPr>
          <p:spPr bwMode="auto">
            <a:xfrm>
              <a:off x="6888163" y="2622550"/>
              <a:ext cx="82550" cy="793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Oval 19">
              <a:extLst>
                <a:ext uri="{FF2B5EF4-FFF2-40B4-BE49-F238E27FC236}">
                  <a16:creationId xmlns:a16="http://schemas.microsoft.com/office/drawing/2014/main" id="{4725DBBD-DE05-4392-A9CC-67F4A5A6FA4C}"/>
                </a:ext>
              </a:extLst>
            </p:cNvPr>
            <p:cNvSpPr>
              <a:spLocks noChangeArrowheads="1"/>
            </p:cNvSpPr>
            <p:nvPr/>
          </p:nvSpPr>
          <p:spPr bwMode="auto">
            <a:xfrm>
              <a:off x="8316913" y="1577975"/>
              <a:ext cx="82550" cy="841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1" name="Oval 20">
            <a:extLst>
              <a:ext uri="{FF2B5EF4-FFF2-40B4-BE49-F238E27FC236}">
                <a16:creationId xmlns:a16="http://schemas.microsoft.com/office/drawing/2014/main" id="{348DB9DC-5F9D-476D-91B3-C3A93B52F89F}"/>
              </a:ext>
            </a:extLst>
          </p:cNvPr>
          <p:cNvSpPr>
            <a:spLocks noChangeArrowheads="1"/>
          </p:cNvSpPr>
          <p:nvPr/>
        </p:nvSpPr>
        <p:spPr bwMode="auto">
          <a:xfrm>
            <a:off x="5157788" y="2484438"/>
            <a:ext cx="1884363" cy="1889125"/>
          </a:xfrm>
          <a:prstGeom prst="ellipse">
            <a:avLst/>
          </a:prstGeom>
          <a:solidFill>
            <a:schemeClr val="bg2">
              <a:lumMod val="85000"/>
            </a:schemeClr>
          </a:solidFill>
          <a:ln>
            <a:noFill/>
          </a:ln>
          <a:effectLst>
            <a:innerShdw blurRad="114300">
              <a:prstClr val="black"/>
            </a:innerShdw>
          </a:effectLst>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45036E29-F2B3-42F4-B1EB-3AF02D043D1B}"/>
              </a:ext>
            </a:extLst>
          </p:cNvPr>
          <p:cNvSpPr>
            <a:spLocks/>
          </p:cNvSpPr>
          <p:nvPr/>
        </p:nvSpPr>
        <p:spPr bwMode="auto">
          <a:xfrm>
            <a:off x="9156701" y="1225550"/>
            <a:ext cx="1849438" cy="788988"/>
          </a:xfrm>
          <a:custGeom>
            <a:avLst/>
            <a:gdLst>
              <a:gd name="T0" fmla="*/ 388 w 493"/>
              <a:gd name="T1" fmla="*/ 0 h 210"/>
              <a:gd name="T2" fmla="*/ 0 w 493"/>
              <a:gd name="T3" fmla="*/ 0 h 210"/>
              <a:gd name="T4" fmla="*/ 52 w 493"/>
              <a:gd name="T5" fmla="*/ 105 h 210"/>
              <a:gd name="T6" fmla="*/ 0 w 493"/>
              <a:gd name="T7" fmla="*/ 210 h 210"/>
              <a:gd name="T8" fmla="*/ 388 w 493"/>
              <a:gd name="T9" fmla="*/ 210 h 210"/>
              <a:gd name="T10" fmla="*/ 493 w 493"/>
              <a:gd name="T11" fmla="*/ 105 h 210"/>
              <a:gd name="T12" fmla="*/ 493 w 493"/>
              <a:gd name="T13" fmla="*/ 105 h 210"/>
              <a:gd name="T14" fmla="*/ 388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388" y="0"/>
                </a:moveTo>
                <a:cubicBezTo>
                  <a:pt x="0" y="0"/>
                  <a:pt x="0" y="0"/>
                  <a:pt x="0" y="0"/>
                </a:cubicBezTo>
                <a:cubicBezTo>
                  <a:pt x="32" y="24"/>
                  <a:pt x="52" y="62"/>
                  <a:pt x="52" y="105"/>
                </a:cubicBezTo>
                <a:cubicBezTo>
                  <a:pt x="52" y="148"/>
                  <a:pt x="32" y="186"/>
                  <a:pt x="0" y="210"/>
                </a:cubicBezTo>
                <a:cubicBezTo>
                  <a:pt x="388" y="210"/>
                  <a:pt x="388" y="210"/>
                  <a:pt x="388" y="210"/>
                </a:cubicBezTo>
                <a:cubicBezTo>
                  <a:pt x="446" y="210"/>
                  <a:pt x="493" y="163"/>
                  <a:pt x="493" y="105"/>
                </a:cubicBezTo>
                <a:cubicBezTo>
                  <a:pt x="493" y="105"/>
                  <a:pt x="493" y="105"/>
                  <a:pt x="493" y="105"/>
                </a:cubicBezTo>
                <a:cubicBezTo>
                  <a:pt x="493" y="47"/>
                  <a:pt x="446" y="0"/>
                  <a:pt x="388"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A2EC25DF-DDE8-46C3-9280-EB71C3BC0390}"/>
              </a:ext>
            </a:extLst>
          </p:cNvPr>
          <p:cNvSpPr>
            <a:spLocks/>
          </p:cNvSpPr>
          <p:nvPr/>
        </p:nvSpPr>
        <p:spPr bwMode="auto">
          <a:xfrm>
            <a:off x="9156701" y="2130425"/>
            <a:ext cx="1849438" cy="788988"/>
          </a:xfrm>
          <a:custGeom>
            <a:avLst/>
            <a:gdLst>
              <a:gd name="T0" fmla="*/ 388 w 493"/>
              <a:gd name="T1" fmla="*/ 0 h 210"/>
              <a:gd name="T2" fmla="*/ 0 w 493"/>
              <a:gd name="T3" fmla="*/ 0 h 210"/>
              <a:gd name="T4" fmla="*/ 52 w 493"/>
              <a:gd name="T5" fmla="*/ 105 h 210"/>
              <a:gd name="T6" fmla="*/ 0 w 493"/>
              <a:gd name="T7" fmla="*/ 210 h 210"/>
              <a:gd name="T8" fmla="*/ 388 w 493"/>
              <a:gd name="T9" fmla="*/ 210 h 210"/>
              <a:gd name="T10" fmla="*/ 493 w 493"/>
              <a:gd name="T11" fmla="*/ 105 h 210"/>
              <a:gd name="T12" fmla="*/ 493 w 493"/>
              <a:gd name="T13" fmla="*/ 105 h 210"/>
              <a:gd name="T14" fmla="*/ 388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388" y="0"/>
                </a:moveTo>
                <a:cubicBezTo>
                  <a:pt x="0" y="0"/>
                  <a:pt x="0" y="0"/>
                  <a:pt x="0" y="0"/>
                </a:cubicBezTo>
                <a:cubicBezTo>
                  <a:pt x="32" y="24"/>
                  <a:pt x="52" y="62"/>
                  <a:pt x="52" y="105"/>
                </a:cubicBezTo>
                <a:cubicBezTo>
                  <a:pt x="52" y="148"/>
                  <a:pt x="32" y="186"/>
                  <a:pt x="0" y="210"/>
                </a:cubicBezTo>
                <a:cubicBezTo>
                  <a:pt x="388" y="210"/>
                  <a:pt x="388" y="210"/>
                  <a:pt x="388" y="210"/>
                </a:cubicBezTo>
                <a:cubicBezTo>
                  <a:pt x="446" y="210"/>
                  <a:pt x="493" y="163"/>
                  <a:pt x="493" y="105"/>
                </a:cubicBezTo>
                <a:cubicBezTo>
                  <a:pt x="493" y="105"/>
                  <a:pt x="493" y="105"/>
                  <a:pt x="493" y="105"/>
                </a:cubicBezTo>
                <a:cubicBezTo>
                  <a:pt x="493" y="47"/>
                  <a:pt x="446" y="0"/>
                  <a:pt x="388"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09AF03A9-F04C-4217-BFFA-5F58432BED48}"/>
              </a:ext>
            </a:extLst>
          </p:cNvPr>
          <p:cNvSpPr>
            <a:spLocks/>
          </p:cNvSpPr>
          <p:nvPr/>
        </p:nvSpPr>
        <p:spPr bwMode="auto">
          <a:xfrm>
            <a:off x="9156701" y="3036888"/>
            <a:ext cx="1849438" cy="788988"/>
          </a:xfrm>
          <a:custGeom>
            <a:avLst/>
            <a:gdLst>
              <a:gd name="T0" fmla="*/ 388 w 493"/>
              <a:gd name="T1" fmla="*/ 0 h 210"/>
              <a:gd name="T2" fmla="*/ 0 w 493"/>
              <a:gd name="T3" fmla="*/ 0 h 210"/>
              <a:gd name="T4" fmla="*/ 52 w 493"/>
              <a:gd name="T5" fmla="*/ 105 h 210"/>
              <a:gd name="T6" fmla="*/ 0 w 493"/>
              <a:gd name="T7" fmla="*/ 210 h 210"/>
              <a:gd name="T8" fmla="*/ 388 w 493"/>
              <a:gd name="T9" fmla="*/ 210 h 210"/>
              <a:gd name="T10" fmla="*/ 493 w 493"/>
              <a:gd name="T11" fmla="*/ 105 h 210"/>
              <a:gd name="T12" fmla="*/ 493 w 493"/>
              <a:gd name="T13" fmla="*/ 105 h 210"/>
              <a:gd name="T14" fmla="*/ 388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388" y="0"/>
                </a:moveTo>
                <a:cubicBezTo>
                  <a:pt x="0" y="0"/>
                  <a:pt x="0" y="0"/>
                  <a:pt x="0" y="0"/>
                </a:cubicBezTo>
                <a:cubicBezTo>
                  <a:pt x="32" y="24"/>
                  <a:pt x="52" y="62"/>
                  <a:pt x="52" y="105"/>
                </a:cubicBezTo>
                <a:cubicBezTo>
                  <a:pt x="52" y="148"/>
                  <a:pt x="32" y="186"/>
                  <a:pt x="0" y="210"/>
                </a:cubicBezTo>
                <a:cubicBezTo>
                  <a:pt x="388" y="210"/>
                  <a:pt x="388" y="210"/>
                  <a:pt x="388" y="210"/>
                </a:cubicBezTo>
                <a:cubicBezTo>
                  <a:pt x="446" y="210"/>
                  <a:pt x="493" y="163"/>
                  <a:pt x="493" y="105"/>
                </a:cubicBezTo>
                <a:cubicBezTo>
                  <a:pt x="493" y="105"/>
                  <a:pt x="493" y="105"/>
                  <a:pt x="493" y="105"/>
                </a:cubicBezTo>
                <a:cubicBezTo>
                  <a:pt x="493" y="47"/>
                  <a:pt x="446" y="0"/>
                  <a:pt x="388"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B24BE0E7-6BC1-438D-8C98-691B5961E30E}"/>
              </a:ext>
            </a:extLst>
          </p:cNvPr>
          <p:cNvSpPr>
            <a:spLocks/>
          </p:cNvSpPr>
          <p:nvPr/>
        </p:nvSpPr>
        <p:spPr bwMode="auto">
          <a:xfrm>
            <a:off x="9156701" y="3941763"/>
            <a:ext cx="1849438" cy="788988"/>
          </a:xfrm>
          <a:custGeom>
            <a:avLst/>
            <a:gdLst>
              <a:gd name="T0" fmla="*/ 388 w 493"/>
              <a:gd name="T1" fmla="*/ 0 h 210"/>
              <a:gd name="T2" fmla="*/ 0 w 493"/>
              <a:gd name="T3" fmla="*/ 0 h 210"/>
              <a:gd name="T4" fmla="*/ 52 w 493"/>
              <a:gd name="T5" fmla="*/ 105 h 210"/>
              <a:gd name="T6" fmla="*/ 0 w 493"/>
              <a:gd name="T7" fmla="*/ 210 h 210"/>
              <a:gd name="T8" fmla="*/ 388 w 493"/>
              <a:gd name="T9" fmla="*/ 210 h 210"/>
              <a:gd name="T10" fmla="*/ 493 w 493"/>
              <a:gd name="T11" fmla="*/ 105 h 210"/>
              <a:gd name="T12" fmla="*/ 493 w 493"/>
              <a:gd name="T13" fmla="*/ 105 h 210"/>
              <a:gd name="T14" fmla="*/ 388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388" y="0"/>
                </a:moveTo>
                <a:cubicBezTo>
                  <a:pt x="0" y="0"/>
                  <a:pt x="0" y="0"/>
                  <a:pt x="0" y="0"/>
                </a:cubicBezTo>
                <a:cubicBezTo>
                  <a:pt x="32" y="24"/>
                  <a:pt x="52" y="62"/>
                  <a:pt x="52" y="105"/>
                </a:cubicBezTo>
                <a:cubicBezTo>
                  <a:pt x="52" y="148"/>
                  <a:pt x="32" y="186"/>
                  <a:pt x="0" y="210"/>
                </a:cubicBezTo>
                <a:cubicBezTo>
                  <a:pt x="388" y="210"/>
                  <a:pt x="388" y="210"/>
                  <a:pt x="388" y="210"/>
                </a:cubicBezTo>
                <a:cubicBezTo>
                  <a:pt x="446" y="210"/>
                  <a:pt x="493" y="163"/>
                  <a:pt x="493" y="105"/>
                </a:cubicBezTo>
                <a:cubicBezTo>
                  <a:pt x="493" y="105"/>
                  <a:pt x="493" y="105"/>
                  <a:pt x="493" y="105"/>
                </a:cubicBezTo>
                <a:cubicBezTo>
                  <a:pt x="493" y="47"/>
                  <a:pt x="446" y="0"/>
                  <a:pt x="388"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0AE3938E-14DF-4A5C-B985-6D2B93FA0133}"/>
              </a:ext>
            </a:extLst>
          </p:cNvPr>
          <p:cNvSpPr>
            <a:spLocks/>
          </p:cNvSpPr>
          <p:nvPr/>
        </p:nvSpPr>
        <p:spPr bwMode="auto">
          <a:xfrm>
            <a:off x="9156701" y="4846638"/>
            <a:ext cx="1849438" cy="788988"/>
          </a:xfrm>
          <a:custGeom>
            <a:avLst/>
            <a:gdLst>
              <a:gd name="T0" fmla="*/ 388 w 493"/>
              <a:gd name="T1" fmla="*/ 0 h 210"/>
              <a:gd name="T2" fmla="*/ 0 w 493"/>
              <a:gd name="T3" fmla="*/ 0 h 210"/>
              <a:gd name="T4" fmla="*/ 52 w 493"/>
              <a:gd name="T5" fmla="*/ 105 h 210"/>
              <a:gd name="T6" fmla="*/ 0 w 493"/>
              <a:gd name="T7" fmla="*/ 210 h 210"/>
              <a:gd name="T8" fmla="*/ 388 w 493"/>
              <a:gd name="T9" fmla="*/ 210 h 210"/>
              <a:gd name="T10" fmla="*/ 493 w 493"/>
              <a:gd name="T11" fmla="*/ 105 h 210"/>
              <a:gd name="T12" fmla="*/ 493 w 493"/>
              <a:gd name="T13" fmla="*/ 105 h 210"/>
              <a:gd name="T14" fmla="*/ 388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388" y="0"/>
                </a:moveTo>
                <a:cubicBezTo>
                  <a:pt x="0" y="0"/>
                  <a:pt x="0" y="0"/>
                  <a:pt x="0" y="0"/>
                </a:cubicBezTo>
                <a:cubicBezTo>
                  <a:pt x="32" y="24"/>
                  <a:pt x="52" y="62"/>
                  <a:pt x="52" y="105"/>
                </a:cubicBezTo>
                <a:cubicBezTo>
                  <a:pt x="52" y="148"/>
                  <a:pt x="32" y="186"/>
                  <a:pt x="0" y="210"/>
                </a:cubicBezTo>
                <a:cubicBezTo>
                  <a:pt x="388" y="210"/>
                  <a:pt x="388" y="210"/>
                  <a:pt x="388" y="210"/>
                </a:cubicBezTo>
                <a:cubicBezTo>
                  <a:pt x="446" y="210"/>
                  <a:pt x="493" y="163"/>
                  <a:pt x="493" y="105"/>
                </a:cubicBezTo>
                <a:cubicBezTo>
                  <a:pt x="493" y="105"/>
                  <a:pt x="493" y="105"/>
                  <a:pt x="493" y="105"/>
                </a:cubicBezTo>
                <a:cubicBezTo>
                  <a:pt x="493" y="47"/>
                  <a:pt x="446" y="0"/>
                  <a:pt x="388"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25" name="Group 24">
            <a:extLst>
              <a:ext uri="{FF2B5EF4-FFF2-40B4-BE49-F238E27FC236}">
                <a16:creationId xmlns:a16="http://schemas.microsoft.com/office/drawing/2014/main" id="{447D9226-93FD-4D9A-9FDF-B3B5D7CF3FA7}"/>
              </a:ext>
            </a:extLst>
          </p:cNvPr>
          <p:cNvGrpSpPr/>
          <p:nvPr/>
        </p:nvGrpSpPr>
        <p:grpSpPr>
          <a:xfrm>
            <a:off x="3800476" y="4152900"/>
            <a:ext cx="1511300" cy="1125538"/>
            <a:chOff x="3800476" y="4152900"/>
            <a:chExt cx="1511300" cy="1125538"/>
          </a:xfrm>
        </p:grpSpPr>
        <p:sp>
          <p:nvSpPr>
            <p:cNvPr id="44" name="Freeform 43">
              <a:extLst>
                <a:ext uri="{FF2B5EF4-FFF2-40B4-BE49-F238E27FC236}">
                  <a16:creationId xmlns:a16="http://schemas.microsoft.com/office/drawing/2014/main" id="{17B16766-462B-47F2-961E-7BA063767162}"/>
                </a:ext>
              </a:extLst>
            </p:cNvPr>
            <p:cNvSpPr>
              <a:spLocks/>
            </p:cNvSpPr>
            <p:nvPr/>
          </p:nvSpPr>
          <p:spPr bwMode="auto">
            <a:xfrm>
              <a:off x="3841751" y="4194175"/>
              <a:ext cx="1428750" cy="1042988"/>
            </a:xfrm>
            <a:custGeom>
              <a:avLst/>
              <a:gdLst>
                <a:gd name="T0" fmla="*/ 900 w 900"/>
                <a:gd name="T1" fmla="*/ 0 h 657"/>
                <a:gd name="T2" fmla="*/ 383 w 900"/>
                <a:gd name="T3" fmla="*/ 657 h 657"/>
                <a:gd name="T4" fmla="*/ 0 w 900"/>
                <a:gd name="T5" fmla="*/ 657 h 657"/>
              </a:gdLst>
              <a:ahLst/>
              <a:cxnLst>
                <a:cxn ang="0">
                  <a:pos x="T0" y="T1"/>
                </a:cxn>
                <a:cxn ang="0">
                  <a:pos x="T2" y="T3"/>
                </a:cxn>
                <a:cxn ang="0">
                  <a:pos x="T4" y="T5"/>
                </a:cxn>
              </a:cxnLst>
              <a:rect l="0" t="0" r="r" b="b"/>
              <a:pathLst>
                <a:path w="900" h="657">
                  <a:moveTo>
                    <a:pt x="900" y="0"/>
                  </a:moveTo>
                  <a:lnTo>
                    <a:pt x="383" y="657"/>
                  </a:lnTo>
                  <a:lnTo>
                    <a:pt x="0" y="657"/>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2" name="Oval 51">
              <a:extLst>
                <a:ext uri="{FF2B5EF4-FFF2-40B4-BE49-F238E27FC236}">
                  <a16:creationId xmlns:a16="http://schemas.microsoft.com/office/drawing/2014/main" id="{B654CDB8-AAA5-4584-8D1B-A54611142898}"/>
                </a:ext>
              </a:extLst>
            </p:cNvPr>
            <p:cNvSpPr>
              <a:spLocks noChangeArrowheads="1"/>
            </p:cNvSpPr>
            <p:nvPr/>
          </p:nvSpPr>
          <p:spPr bwMode="auto">
            <a:xfrm>
              <a:off x="5229226" y="4152900"/>
              <a:ext cx="82550" cy="825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53" name="Oval 52">
              <a:extLst>
                <a:ext uri="{FF2B5EF4-FFF2-40B4-BE49-F238E27FC236}">
                  <a16:creationId xmlns:a16="http://schemas.microsoft.com/office/drawing/2014/main" id="{18B02DA7-B90F-4B23-A382-71F41A4E046C}"/>
                </a:ext>
              </a:extLst>
            </p:cNvPr>
            <p:cNvSpPr>
              <a:spLocks noChangeArrowheads="1"/>
            </p:cNvSpPr>
            <p:nvPr/>
          </p:nvSpPr>
          <p:spPr bwMode="auto">
            <a:xfrm>
              <a:off x="3800476" y="5195888"/>
              <a:ext cx="82550" cy="825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2" name="Group 21">
            <a:extLst>
              <a:ext uri="{FF2B5EF4-FFF2-40B4-BE49-F238E27FC236}">
                <a16:creationId xmlns:a16="http://schemas.microsoft.com/office/drawing/2014/main" id="{338FFFB4-F50E-41D5-92A9-3B00F9E6D739}"/>
              </a:ext>
            </a:extLst>
          </p:cNvPr>
          <p:cNvGrpSpPr/>
          <p:nvPr/>
        </p:nvGrpSpPr>
        <p:grpSpPr>
          <a:xfrm>
            <a:off x="3800476" y="3795713"/>
            <a:ext cx="1285875" cy="577850"/>
            <a:chOff x="3800476" y="3795713"/>
            <a:chExt cx="1285875" cy="577850"/>
          </a:xfrm>
        </p:grpSpPr>
        <p:sp>
          <p:nvSpPr>
            <p:cNvPr id="46" name="Freeform 45">
              <a:extLst>
                <a:ext uri="{FF2B5EF4-FFF2-40B4-BE49-F238E27FC236}">
                  <a16:creationId xmlns:a16="http://schemas.microsoft.com/office/drawing/2014/main" id="{C9287101-F462-41DC-9D00-57CEF07A1485}"/>
                </a:ext>
              </a:extLst>
            </p:cNvPr>
            <p:cNvSpPr>
              <a:spLocks/>
            </p:cNvSpPr>
            <p:nvPr/>
          </p:nvSpPr>
          <p:spPr bwMode="auto">
            <a:xfrm>
              <a:off x="3841751" y="3836988"/>
              <a:ext cx="1208088" cy="495300"/>
            </a:xfrm>
            <a:custGeom>
              <a:avLst/>
              <a:gdLst>
                <a:gd name="T0" fmla="*/ 761 w 761"/>
                <a:gd name="T1" fmla="*/ 0 h 312"/>
                <a:gd name="T2" fmla="*/ 383 w 761"/>
                <a:gd name="T3" fmla="*/ 312 h 312"/>
                <a:gd name="T4" fmla="*/ 0 w 761"/>
                <a:gd name="T5" fmla="*/ 312 h 312"/>
              </a:gdLst>
              <a:ahLst/>
              <a:cxnLst>
                <a:cxn ang="0">
                  <a:pos x="T0" y="T1"/>
                </a:cxn>
                <a:cxn ang="0">
                  <a:pos x="T2" y="T3"/>
                </a:cxn>
                <a:cxn ang="0">
                  <a:pos x="T4" y="T5"/>
                </a:cxn>
              </a:cxnLst>
              <a:rect l="0" t="0" r="r" b="b"/>
              <a:pathLst>
                <a:path w="761" h="312">
                  <a:moveTo>
                    <a:pt x="761" y="0"/>
                  </a:moveTo>
                  <a:lnTo>
                    <a:pt x="383" y="312"/>
                  </a:lnTo>
                  <a:lnTo>
                    <a:pt x="0" y="312"/>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1" name="Oval 50">
              <a:extLst>
                <a:ext uri="{FF2B5EF4-FFF2-40B4-BE49-F238E27FC236}">
                  <a16:creationId xmlns:a16="http://schemas.microsoft.com/office/drawing/2014/main" id="{8299E83D-CE3C-4337-8D01-A32A3BE4BF42}"/>
                </a:ext>
              </a:extLst>
            </p:cNvPr>
            <p:cNvSpPr>
              <a:spLocks noChangeArrowheads="1"/>
            </p:cNvSpPr>
            <p:nvPr/>
          </p:nvSpPr>
          <p:spPr bwMode="auto">
            <a:xfrm>
              <a:off x="5008563" y="3795713"/>
              <a:ext cx="77788" cy="8255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54" name="Oval 53">
              <a:extLst>
                <a:ext uri="{FF2B5EF4-FFF2-40B4-BE49-F238E27FC236}">
                  <a16:creationId xmlns:a16="http://schemas.microsoft.com/office/drawing/2014/main" id="{1B055454-F1D6-4981-8DB8-ED15D5CA0AB6}"/>
                </a:ext>
              </a:extLst>
            </p:cNvPr>
            <p:cNvSpPr>
              <a:spLocks noChangeArrowheads="1"/>
            </p:cNvSpPr>
            <p:nvPr/>
          </p:nvSpPr>
          <p:spPr bwMode="auto">
            <a:xfrm>
              <a:off x="3800476" y="4294188"/>
              <a:ext cx="82550" cy="793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2E01F33B-87EC-4703-9A64-3DB88FB10975}"/>
              </a:ext>
            </a:extLst>
          </p:cNvPr>
          <p:cNvGrpSpPr/>
          <p:nvPr/>
        </p:nvGrpSpPr>
        <p:grpSpPr>
          <a:xfrm>
            <a:off x="3800476" y="3389313"/>
            <a:ext cx="1211262" cy="79375"/>
            <a:chOff x="3800476" y="3389313"/>
            <a:chExt cx="1211262" cy="79375"/>
          </a:xfrm>
        </p:grpSpPr>
        <p:sp>
          <p:nvSpPr>
            <p:cNvPr id="47" name="Line 46">
              <a:extLst>
                <a:ext uri="{FF2B5EF4-FFF2-40B4-BE49-F238E27FC236}">
                  <a16:creationId xmlns:a16="http://schemas.microsoft.com/office/drawing/2014/main" id="{A471B323-ACE5-46BE-A286-70D1F40FF0F4}"/>
                </a:ext>
              </a:extLst>
            </p:cNvPr>
            <p:cNvSpPr>
              <a:spLocks noChangeShapeType="1"/>
            </p:cNvSpPr>
            <p:nvPr/>
          </p:nvSpPr>
          <p:spPr bwMode="auto">
            <a:xfrm flipH="1">
              <a:off x="3841751" y="3427413"/>
              <a:ext cx="1131888" cy="0"/>
            </a:xfrm>
            <a:prstGeom prst="line">
              <a:avLst/>
            </a:prstGeom>
            <a:noFill/>
            <a:ln w="1587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0" name="Oval 49">
              <a:extLst>
                <a:ext uri="{FF2B5EF4-FFF2-40B4-BE49-F238E27FC236}">
                  <a16:creationId xmlns:a16="http://schemas.microsoft.com/office/drawing/2014/main" id="{D5A2E538-8BA2-4FB3-8DAB-64A8CB41493E}"/>
                </a:ext>
              </a:extLst>
            </p:cNvPr>
            <p:cNvSpPr>
              <a:spLocks noChangeArrowheads="1"/>
            </p:cNvSpPr>
            <p:nvPr/>
          </p:nvSpPr>
          <p:spPr bwMode="auto">
            <a:xfrm>
              <a:off x="4932363" y="3389313"/>
              <a:ext cx="79375" cy="793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55" name="Oval 54">
              <a:extLst>
                <a:ext uri="{FF2B5EF4-FFF2-40B4-BE49-F238E27FC236}">
                  <a16:creationId xmlns:a16="http://schemas.microsoft.com/office/drawing/2014/main" id="{F681BCAE-DE80-481B-8BB9-D0527652113D}"/>
                </a:ext>
              </a:extLst>
            </p:cNvPr>
            <p:cNvSpPr>
              <a:spLocks noChangeArrowheads="1"/>
            </p:cNvSpPr>
            <p:nvPr/>
          </p:nvSpPr>
          <p:spPr bwMode="auto">
            <a:xfrm>
              <a:off x="3800476" y="3389313"/>
              <a:ext cx="82550" cy="793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3BE70D51-662F-480C-AE8F-B4C66ABCB9D2}"/>
              </a:ext>
            </a:extLst>
          </p:cNvPr>
          <p:cNvGrpSpPr/>
          <p:nvPr/>
        </p:nvGrpSpPr>
        <p:grpSpPr>
          <a:xfrm>
            <a:off x="3800476" y="2484438"/>
            <a:ext cx="1296987" cy="555625"/>
            <a:chOff x="3800476" y="2484438"/>
            <a:chExt cx="1296987" cy="555625"/>
          </a:xfrm>
        </p:grpSpPr>
        <p:sp>
          <p:nvSpPr>
            <p:cNvPr id="45" name="Freeform 44">
              <a:extLst>
                <a:ext uri="{FF2B5EF4-FFF2-40B4-BE49-F238E27FC236}">
                  <a16:creationId xmlns:a16="http://schemas.microsoft.com/office/drawing/2014/main" id="{66EF32FF-DE0D-4F03-9C8E-4E87E8186A7F}"/>
                </a:ext>
              </a:extLst>
            </p:cNvPr>
            <p:cNvSpPr>
              <a:spLocks/>
            </p:cNvSpPr>
            <p:nvPr/>
          </p:nvSpPr>
          <p:spPr bwMode="auto">
            <a:xfrm>
              <a:off x="3841751" y="2525713"/>
              <a:ext cx="1214438" cy="476250"/>
            </a:xfrm>
            <a:custGeom>
              <a:avLst/>
              <a:gdLst>
                <a:gd name="T0" fmla="*/ 765 w 765"/>
                <a:gd name="T1" fmla="*/ 300 h 300"/>
                <a:gd name="T2" fmla="*/ 383 w 765"/>
                <a:gd name="T3" fmla="*/ 0 h 300"/>
                <a:gd name="T4" fmla="*/ 0 w 765"/>
                <a:gd name="T5" fmla="*/ 0 h 300"/>
              </a:gdLst>
              <a:ahLst/>
              <a:cxnLst>
                <a:cxn ang="0">
                  <a:pos x="T0" y="T1"/>
                </a:cxn>
                <a:cxn ang="0">
                  <a:pos x="T2" y="T3"/>
                </a:cxn>
                <a:cxn ang="0">
                  <a:pos x="T4" y="T5"/>
                </a:cxn>
              </a:cxnLst>
              <a:rect l="0" t="0" r="r" b="b"/>
              <a:pathLst>
                <a:path w="765" h="300">
                  <a:moveTo>
                    <a:pt x="765" y="300"/>
                  </a:moveTo>
                  <a:lnTo>
                    <a:pt x="383" y="0"/>
                  </a:lnTo>
                  <a:lnTo>
                    <a:pt x="0"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9" name="Oval 48">
              <a:extLst>
                <a:ext uri="{FF2B5EF4-FFF2-40B4-BE49-F238E27FC236}">
                  <a16:creationId xmlns:a16="http://schemas.microsoft.com/office/drawing/2014/main" id="{5072C677-D6C7-4684-9D42-6ECEC9FDBE0C}"/>
                </a:ext>
              </a:extLst>
            </p:cNvPr>
            <p:cNvSpPr>
              <a:spLocks noChangeArrowheads="1"/>
            </p:cNvSpPr>
            <p:nvPr/>
          </p:nvSpPr>
          <p:spPr bwMode="auto">
            <a:xfrm>
              <a:off x="5014913" y="2960688"/>
              <a:ext cx="82550" cy="793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56" name="Oval 55">
              <a:extLst>
                <a:ext uri="{FF2B5EF4-FFF2-40B4-BE49-F238E27FC236}">
                  <a16:creationId xmlns:a16="http://schemas.microsoft.com/office/drawing/2014/main" id="{1292FEDC-61B2-497F-B4B6-00FDDFE73437}"/>
                </a:ext>
              </a:extLst>
            </p:cNvPr>
            <p:cNvSpPr>
              <a:spLocks noChangeArrowheads="1"/>
            </p:cNvSpPr>
            <p:nvPr/>
          </p:nvSpPr>
          <p:spPr bwMode="auto">
            <a:xfrm>
              <a:off x="3800476" y="2484438"/>
              <a:ext cx="82550" cy="77788"/>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E4F5FCFD-0989-46A4-AE6F-F367EA85835C}"/>
              </a:ext>
            </a:extLst>
          </p:cNvPr>
          <p:cNvGrpSpPr/>
          <p:nvPr/>
        </p:nvGrpSpPr>
        <p:grpSpPr>
          <a:xfrm>
            <a:off x="3800476" y="1577975"/>
            <a:ext cx="1511300" cy="1123950"/>
            <a:chOff x="3800476" y="1577975"/>
            <a:chExt cx="1511300" cy="1123950"/>
          </a:xfrm>
        </p:grpSpPr>
        <p:sp>
          <p:nvSpPr>
            <p:cNvPr id="43" name="Freeform 42">
              <a:extLst>
                <a:ext uri="{FF2B5EF4-FFF2-40B4-BE49-F238E27FC236}">
                  <a16:creationId xmlns:a16="http://schemas.microsoft.com/office/drawing/2014/main" id="{B6822EF6-2E86-4E43-904D-0B7211914BAF}"/>
                </a:ext>
              </a:extLst>
            </p:cNvPr>
            <p:cNvSpPr>
              <a:spLocks/>
            </p:cNvSpPr>
            <p:nvPr/>
          </p:nvSpPr>
          <p:spPr bwMode="auto">
            <a:xfrm>
              <a:off x="3841751" y="1619250"/>
              <a:ext cx="1428750" cy="1041400"/>
            </a:xfrm>
            <a:custGeom>
              <a:avLst/>
              <a:gdLst>
                <a:gd name="T0" fmla="*/ 900 w 900"/>
                <a:gd name="T1" fmla="*/ 656 h 656"/>
                <a:gd name="T2" fmla="*/ 383 w 900"/>
                <a:gd name="T3" fmla="*/ 0 h 656"/>
                <a:gd name="T4" fmla="*/ 0 w 900"/>
                <a:gd name="T5" fmla="*/ 0 h 656"/>
              </a:gdLst>
              <a:ahLst/>
              <a:cxnLst>
                <a:cxn ang="0">
                  <a:pos x="T0" y="T1"/>
                </a:cxn>
                <a:cxn ang="0">
                  <a:pos x="T2" y="T3"/>
                </a:cxn>
                <a:cxn ang="0">
                  <a:pos x="T4" y="T5"/>
                </a:cxn>
              </a:cxnLst>
              <a:rect l="0" t="0" r="r" b="b"/>
              <a:pathLst>
                <a:path w="900" h="656">
                  <a:moveTo>
                    <a:pt x="900" y="656"/>
                  </a:moveTo>
                  <a:lnTo>
                    <a:pt x="383" y="0"/>
                  </a:lnTo>
                  <a:lnTo>
                    <a:pt x="0"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8" name="Oval 47">
              <a:extLst>
                <a:ext uri="{FF2B5EF4-FFF2-40B4-BE49-F238E27FC236}">
                  <a16:creationId xmlns:a16="http://schemas.microsoft.com/office/drawing/2014/main" id="{19BACEE5-3C25-4553-A971-91441A78923A}"/>
                </a:ext>
              </a:extLst>
            </p:cNvPr>
            <p:cNvSpPr>
              <a:spLocks noChangeArrowheads="1"/>
            </p:cNvSpPr>
            <p:nvPr/>
          </p:nvSpPr>
          <p:spPr bwMode="auto">
            <a:xfrm>
              <a:off x="5229226" y="2622550"/>
              <a:ext cx="82550" cy="793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57" name="Oval 56">
              <a:extLst>
                <a:ext uri="{FF2B5EF4-FFF2-40B4-BE49-F238E27FC236}">
                  <a16:creationId xmlns:a16="http://schemas.microsoft.com/office/drawing/2014/main" id="{DE12D85B-C2BB-40DC-B182-393F6CC24460}"/>
                </a:ext>
              </a:extLst>
            </p:cNvPr>
            <p:cNvSpPr>
              <a:spLocks noChangeArrowheads="1"/>
            </p:cNvSpPr>
            <p:nvPr/>
          </p:nvSpPr>
          <p:spPr bwMode="auto">
            <a:xfrm>
              <a:off x="3800476" y="1577975"/>
              <a:ext cx="82550" cy="841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9" name="Freeform 58">
            <a:extLst>
              <a:ext uri="{FF2B5EF4-FFF2-40B4-BE49-F238E27FC236}">
                <a16:creationId xmlns:a16="http://schemas.microsoft.com/office/drawing/2014/main" id="{4E1485CA-0184-4B81-8848-A858D7E897AE}"/>
              </a:ext>
            </a:extLst>
          </p:cNvPr>
          <p:cNvSpPr>
            <a:spLocks/>
          </p:cNvSpPr>
          <p:nvPr/>
        </p:nvSpPr>
        <p:spPr bwMode="auto">
          <a:xfrm>
            <a:off x="1192213" y="1225550"/>
            <a:ext cx="1849438" cy="788988"/>
          </a:xfrm>
          <a:custGeom>
            <a:avLst/>
            <a:gdLst>
              <a:gd name="T0" fmla="*/ 105 w 493"/>
              <a:gd name="T1" fmla="*/ 0 h 210"/>
              <a:gd name="T2" fmla="*/ 493 w 493"/>
              <a:gd name="T3" fmla="*/ 0 h 210"/>
              <a:gd name="T4" fmla="*/ 441 w 493"/>
              <a:gd name="T5" fmla="*/ 105 h 210"/>
              <a:gd name="T6" fmla="*/ 493 w 493"/>
              <a:gd name="T7" fmla="*/ 210 h 210"/>
              <a:gd name="T8" fmla="*/ 105 w 493"/>
              <a:gd name="T9" fmla="*/ 210 h 210"/>
              <a:gd name="T10" fmla="*/ 0 w 493"/>
              <a:gd name="T11" fmla="*/ 105 h 210"/>
              <a:gd name="T12" fmla="*/ 0 w 493"/>
              <a:gd name="T13" fmla="*/ 105 h 210"/>
              <a:gd name="T14" fmla="*/ 105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105" y="0"/>
                </a:moveTo>
                <a:cubicBezTo>
                  <a:pt x="493" y="0"/>
                  <a:pt x="493" y="0"/>
                  <a:pt x="493" y="0"/>
                </a:cubicBezTo>
                <a:cubicBezTo>
                  <a:pt x="461" y="24"/>
                  <a:pt x="441" y="62"/>
                  <a:pt x="441" y="105"/>
                </a:cubicBezTo>
                <a:cubicBezTo>
                  <a:pt x="441" y="148"/>
                  <a:pt x="461" y="186"/>
                  <a:pt x="493" y="210"/>
                </a:cubicBezTo>
                <a:cubicBezTo>
                  <a:pt x="105" y="210"/>
                  <a:pt x="105" y="210"/>
                  <a:pt x="105" y="210"/>
                </a:cubicBezTo>
                <a:cubicBezTo>
                  <a:pt x="47" y="210"/>
                  <a:pt x="0" y="163"/>
                  <a:pt x="0" y="105"/>
                </a:cubicBezTo>
                <a:cubicBezTo>
                  <a:pt x="0" y="105"/>
                  <a:pt x="0" y="105"/>
                  <a:pt x="0" y="105"/>
                </a:cubicBezTo>
                <a:cubicBezTo>
                  <a:pt x="0" y="47"/>
                  <a:pt x="47" y="0"/>
                  <a:pt x="10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62" name="Freeform 61">
            <a:extLst>
              <a:ext uri="{FF2B5EF4-FFF2-40B4-BE49-F238E27FC236}">
                <a16:creationId xmlns:a16="http://schemas.microsoft.com/office/drawing/2014/main" id="{2D163380-A8F2-401C-9A16-F5516BB07CF7}"/>
              </a:ext>
            </a:extLst>
          </p:cNvPr>
          <p:cNvSpPr>
            <a:spLocks/>
          </p:cNvSpPr>
          <p:nvPr/>
        </p:nvSpPr>
        <p:spPr bwMode="auto">
          <a:xfrm>
            <a:off x="1192213" y="2130425"/>
            <a:ext cx="1849438" cy="788988"/>
          </a:xfrm>
          <a:custGeom>
            <a:avLst/>
            <a:gdLst>
              <a:gd name="T0" fmla="*/ 105 w 493"/>
              <a:gd name="T1" fmla="*/ 0 h 210"/>
              <a:gd name="T2" fmla="*/ 493 w 493"/>
              <a:gd name="T3" fmla="*/ 0 h 210"/>
              <a:gd name="T4" fmla="*/ 441 w 493"/>
              <a:gd name="T5" fmla="*/ 105 h 210"/>
              <a:gd name="T6" fmla="*/ 493 w 493"/>
              <a:gd name="T7" fmla="*/ 210 h 210"/>
              <a:gd name="T8" fmla="*/ 105 w 493"/>
              <a:gd name="T9" fmla="*/ 210 h 210"/>
              <a:gd name="T10" fmla="*/ 0 w 493"/>
              <a:gd name="T11" fmla="*/ 105 h 210"/>
              <a:gd name="T12" fmla="*/ 0 w 493"/>
              <a:gd name="T13" fmla="*/ 105 h 210"/>
              <a:gd name="T14" fmla="*/ 105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105" y="0"/>
                </a:moveTo>
                <a:cubicBezTo>
                  <a:pt x="493" y="0"/>
                  <a:pt x="493" y="0"/>
                  <a:pt x="493" y="0"/>
                </a:cubicBezTo>
                <a:cubicBezTo>
                  <a:pt x="461" y="24"/>
                  <a:pt x="441" y="62"/>
                  <a:pt x="441" y="105"/>
                </a:cubicBezTo>
                <a:cubicBezTo>
                  <a:pt x="441" y="148"/>
                  <a:pt x="461" y="186"/>
                  <a:pt x="493" y="210"/>
                </a:cubicBezTo>
                <a:cubicBezTo>
                  <a:pt x="105" y="210"/>
                  <a:pt x="105" y="210"/>
                  <a:pt x="105" y="210"/>
                </a:cubicBezTo>
                <a:cubicBezTo>
                  <a:pt x="47" y="210"/>
                  <a:pt x="0" y="163"/>
                  <a:pt x="0" y="105"/>
                </a:cubicBezTo>
                <a:cubicBezTo>
                  <a:pt x="0" y="105"/>
                  <a:pt x="0" y="105"/>
                  <a:pt x="0" y="105"/>
                </a:cubicBezTo>
                <a:cubicBezTo>
                  <a:pt x="0" y="47"/>
                  <a:pt x="47" y="0"/>
                  <a:pt x="105"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65" name="Freeform 64">
            <a:extLst>
              <a:ext uri="{FF2B5EF4-FFF2-40B4-BE49-F238E27FC236}">
                <a16:creationId xmlns:a16="http://schemas.microsoft.com/office/drawing/2014/main" id="{E0104221-0E21-4304-9240-A2CC5F50E2D7}"/>
              </a:ext>
            </a:extLst>
          </p:cNvPr>
          <p:cNvSpPr>
            <a:spLocks/>
          </p:cNvSpPr>
          <p:nvPr/>
        </p:nvSpPr>
        <p:spPr bwMode="auto">
          <a:xfrm>
            <a:off x="1192213" y="3036888"/>
            <a:ext cx="1849438" cy="788988"/>
          </a:xfrm>
          <a:custGeom>
            <a:avLst/>
            <a:gdLst>
              <a:gd name="T0" fmla="*/ 105 w 493"/>
              <a:gd name="T1" fmla="*/ 0 h 210"/>
              <a:gd name="T2" fmla="*/ 493 w 493"/>
              <a:gd name="T3" fmla="*/ 0 h 210"/>
              <a:gd name="T4" fmla="*/ 441 w 493"/>
              <a:gd name="T5" fmla="*/ 105 h 210"/>
              <a:gd name="T6" fmla="*/ 493 w 493"/>
              <a:gd name="T7" fmla="*/ 210 h 210"/>
              <a:gd name="T8" fmla="*/ 105 w 493"/>
              <a:gd name="T9" fmla="*/ 210 h 210"/>
              <a:gd name="T10" fmla="*/ 0 w 493"/>
              <a:gd name="T11" fmla="*/ 105 h 210"/>
              <a:gd name="T12" fmla="*/ 0 w 493"/>
              <a:gd name="T13" fmla="*/ 105 h 210"/>
              <a:gd name="T14" fmla="*/ 105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105" y="0"/>
                </a:moveTo>
                <a:cubicBezTo>
                  <a:pt x="493" y="0"/>
                  <a:pt x="493" y="0"/>
                  <a:pt x="493" y="0"/>
                </a:cubicBezTo>
                <a:cubicBezTo>
                  <a:pt x="461" y="24"/>
                  <a:pt x="441" y="62"/>
                  <a:pt x="441" y="105"/>
                </a:cubicBezTo>
                <a:cubicBezTo>
                  <a:pt x="441" y="148"/>
                  <a:pt x="461" y="186"/>
                  <a:pt x="493" y="210"/>
                </a:cubicBezTo>
                <a:cubicBezTo>
                  <a:pt x="105" y="210"/>
                  <a:pt x="105" y="210"/>
                  <a:pt x="105" y="210"/>
                </a:cubicBezTo>
                <a:cubicBezTo>
                  <a:pt x="47" y="210"/>
                  <a:pt x="0" y="163"/>
                  <a:pt x="0" y="105"/>
                </a:cubicBezTo>
                <a:cubicBezTo>
                  <a:pt x="0" y="105"/>
                  <a:pt x="0" y="105"/>
                  <a:pt x="0" y="105"/>
                </a:cubicBezTo>
                <a:cubicBezTo>
                  <a:pt x="0" y="47"/>
                  <a:pt x="47" y="0"/>
                  <a:pt x="105"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68" name="Freeform 67">
            <a:extLst>
              <a:ext uri="{FF2B5EF4-FFF2-40B4-BE49-F238E27FC236}">
                <a16:creationId xmlns:a16="http://schemas.microsoft.com/office/drawing/2014/main" id="{BD165D4E-15CD-4BBB-BA7A-8A8DAD9DBAE2}"/>
              </a:ext>
            </a:extLst>
          </p:cNvPr>
          <p:cNvSpPr>
            <a:spLocks/>
          </p:cNvSpPr>
          <p:nvPr/>
        </p:nvSpPr>
        <p:spPr bwMode="auto">
          <a:xfrm>
            <a:off x="1192213" y="3941763"/>
            <a:ext cx="1849438" cy="788988"/>
          </a:xfrm>
          <a:custGeom>
            <a:avLst/>
            <a:gdLst>
              <a:gd name="T0" fmla="*/ 105 w 493"/>
              <a:gd name="T1" fmla="*/ 0 h 210"/>
              <a:gd name="T2" fmla="*/ 493 w 493"/>
              <a:gd name="T3" fmla="*/ 0 h 210"/>
              <a:gd name="T4" fmla="*/ 441 w 493"/>
              <a:gd name="T5" fmla="*/ 105 h 210"/>
              <a:gd name="T6" fmla="*/ 493 w 493"/>
              <a:gd name="T7" fmla="*/ 210 h 210"/>
              <a:gd name="T8" fmla="*/ 105 w 493"/>
              <a:gd name="T9" fmla="*/ 210 h 210"/>
              <a:gd name="T10" fmla="*/ 0 w 493"/>
              <a:gd name="T11" fmla="*/ 105 h 210"/>
              <a:gd name="T12" fmla="*/ 0 w 493"/>
              <a:gd name="T13" fmla="*/ 105 h 210"/>
              <a:gd name="T14" fmla="*/ 105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105" y="0"/>
                </a:moveTo>
                <a:cubicBezTo>
                  <a:pt x="493" y="0"/>
                  <a:pt x="493" y="0"/>
                  <a:pt x="493" y="0"/>
                </a:cubicBezTo>
                <a:cubicBezTo>
                  <a:pt x="461" y="24"/>
                  <a:pt x="441" y="62"/>
                  <a:pt x="441" y="105"/>
                </a:cubicBezTo>
                <a:cubicBezTo>
                  <a:pt x="441" y="148"/>
                  <a:pt x="461" y="186"/>
                  <a:pt x="493" y="210"/>
                </a:cubicBezTo>
                <a:cubicBezTo>
                  <a:pt x="105" y="210"/>
                  <a:pt x="105" y="210"/>
                  <a:pt x="105" y="210"/>
                </a:cubicBezTo>
                <a:cubicBezTo>
                  <a:pt x="47" y="210"/>
                  <a:pt x="0" y="163"/>
                  <a:pt x="0" y="105"/>
                </a:cubicBezTo>
                <a:cubicBezTo>
                  <a:pt x="0" y="105"/>
                  <a:pt x="0" y="105"/>
                  <a:pt x="0" y="105"/>
                </a:cubicBezTo>
                <a:cubicBezTo>
                  <a:pt x="0" y="47"/>
                  <a:pt x="47" y="0"/>
                  <a:pt x="105"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71" name="Freeform 70">
            <a:extLst>
              <a:ext uri="{FF2B5EF4-FFF2-40B4-BE49-F238E27FC236}">
                <a16:creationId xmlns:a16="http://schemas.microsoft.com/office/drawing/2014/main" id="{1F56516D-6910-4579-88AF-E69793439CE1}"/>
              </a:ext>
            </a:extLst>
          </p:cNvPr>
          <p:cNvSpPr>
            <a:spLocks/>
          </p:cNvSpPr>
          <p:nvPr/>
        </p:nvSpPr>
        <p:spPr bwMode="auto">
          <a:xfrm>
            <a:off x="1192213" y="4846638"/>
            <a:ext cx="1849438" cy="788988"/>
          </a:xfrm>
          <a:custGeom>
            <a:avLst/>
            <a:gdLst>
              <a:gd name="T0" fmla="*/ 105 w 493"/>
              <a:gd name="T1" fmla="*/ 0 h 210"/>
              <a:gd name="T2" fmla="*/ 493 w 493"/>
              <a:gd name="T3" fmla="*/ 0 h 210"/>
              <a:gd name="T4" fmla="*/ 441 w 493"/>
              <a:gd name="T5" fmla="*/ 105 h 210"/>
              <a:gd name="T6" fmla="*/ 493 w 493"/>
              <a:gd name="T7" fmla="*/ 210 h 210"/>
              <a:gd name="T8" fmla="*/ 105 w 493"/>
              <a:gd name="T9" fmla="*/ 210 h 210"/>
              <a:gd name="T10" fmla="*/ 0 w 493"/>
              <a:gd name="T11" fmla="*/ 105 h 210"/>
              <a:gd name="T12" fmla="*/ 0 w 493"/>
              <a:gd name="T13" fmla="*/ 105 h 210"/>
              <a:gd name="T14" fmla="*/ 105 w 493"/>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210">
                <a:moveTo>
                  <a:pt x="105" y="0"/>
                </a:moveTo>
                <a:cubicBezTo>
                  <a:pt x="493" y="0"/>
                  <a:pt x="493" y="0"/>
                  <a:pt x="493" y="0"/>
                </a:cubicBezTo>
                <a:cubicBezTo>
                  <a:pt x="461" y="24"/>
                  <a:pt x="441" y="62"/>
                  <a:pt x="441" y="105"/>
                </a:cubicBezTo>
                <a:cubicBezTo>
                  <a:pt x="441" y="148"/>
                  <a:pt x="461" y="186"/>
                  <a:pt x="493" y="210"/>
                </a:cubicBezTo>
                <a:cubicBezTo>
                  <a:pt x="105" y="210"/>
                  <a:pt x="105" y="210"/>
                  <a:pt x="105" y="210"/>
                </a:cubicBezTo>
                <a:cubicBezTo>
                  <a:pt x="47" y="210"/>
                  <a:pt x="0" y="163"/>
                  <a:pt x="0" y="105"/>
                </a:cubicBezTo>
                <a:cubicBezTo>
                  <a:pt x="0" y="105"/>
                  <a:pt x="0" y="105"/>
                  <a:pt x="0" y="105"/>
                </a:cubicBezTo>
                <a:cubicBezTo>
                  <a:pt x="0" y="47"/>
                  <a:pt x="47" y="0"/>
                  <a:pt x="10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63" name="Group 62">
            <a:extLst>
              <a:ext uri="{FF2B5EF4-FFF2-40B4-BE49-F238E27FC236}">
                <a16:creationId xmlns:a16="http://schemas.microsoft.com/office/drawing/2014/main" id="{9D6AB557-5EF3-4841-950C-89E0E8D2AB97}"/>
              </a:ext>
            </a:extLst>
          </p:cNvPr>
          <p:cNvGrpSpPr/>
          <p:nvPr/>
        </p:nvGrpSpPr>
        <p:grpSpPr>
          <a:xfrm>
            <a:off x="2944813" y="1225550"/>
            <a:ext cx="792163" cy="788988"/>
            <a:chOff x="2944813" y="1225550"/>
            <a:chExt cx="792163" cy="788988"/>
          </a:xfrm>
        </p:grpSpPr>
        <p:sp>
          <p:nvSpPr>
            <p:cNvPr id="58" name="Oval 57">
              <a:extLst>
                <a:ext uri="{FF2B5EF4-FFF2-40B4-BE49-F238E27FC236}">
                  <a16:creationId xmlns:a16="http://schemas.microsoft.com/office/drawing/2014/main" id="{E7F1046A-D2F4-4977-B7C3-06D85C5E6BB4}"/>
                </a:ext>
              </a:extLst>
            </p:cNvPr>
            <p:cNvSpPr>
              <a:spLocks noChangeArrowheads="1"/>
            </p:cNvSpPr>
            <p:nvPr/>
          </p:nvSpPr>
          <p:spPr bwMode="auto">
            <a:xfrm>
              <a:off x="2944813" y="1225550"/>
              <a:ext cx="792163" cy="78898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90" name="Group 89">
              <a:extLst>
                <a:ext uri="{FF2B5EF4-FFF2-40B4-BE49-F238E27FC236}">
                  <a16:creationId xmlns:a16="http://schemas.microsoft.com/office/drawing/2014/main" id="{9EE142F4-98DD-4CA0-895D-F515DDD10D08}"/>
                </a:ext>
              </a:extLst>
            </p:cNvPr>
            <p:cNvGrpSpPr/>
            <p:nvPr/>
          </p:nvGrpSpPr>
          <p:grpSpPr>
            <a:xfrm>
              <a:off x="3057526" y="1335884"/>
              <a:ext cx="576262" cy="577152"/>
              <a:chOff x="6345238" y="4948238"/>
              <a:chExt cx="1027113" cy="1028700"/>
            </a:xfrm>
            <a:effectLst>
              <a:outerShdw blurRad="152400" dist="127000" dir="2700000" sx="102000" sy="102000" algn="tl" rotWithShape="0">
                <a:prstClr val="black">
                  <a:alpha val="47000"/>
                </a:prstClr>
              </a:outerShdw>
            </a:effectLst>
          </p:grpSpPr>
          <p:sp>
            <p:nvSpPr>
              <p:cNvPr id="91" name="Oval 56">
                <a:extLst>
                  <a:ext uri="{FF2B5EF4-FFF2-40B4-BE49-F238E27FC236}">
                    <a16:creationId xmlns:a16="http://schemas.microsoft.com/office/drawing/2014/main" id="{DE925EBC-EA98-4AC8-BEBB-34D2283E2A9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2" name="Oval 57">
                <a:extLst>
                  <a:ext uri="{FF2B5EF4-FFF2-40B4-BE49-F238E27FC236}">
                    <a16:creationId xmlns:a16="http://schemas.microsoft.com/office/drawing/2014/main" id="{9C6CF8F7-639F-4732-9D72-12F6B03175F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66" name="Group 65">
            <a:extLst>
              <a:ext uri="{FF2B5EF4-FFF2-40B4-BE49-F238E27FC236}">
                <a16:creationId xmlns:a16="http://schemas.microsoft.com/office/drawing/2014/main" id="{E2EFC8EA-744D-4D79-A815-3BE4B097EA14}"/>
              </a:ext>
            </a:extLst>
          </p:cNvPr>
          <p:cNvGrpSpPr/>
          <p:nvPr/>
        </p:nvGrpSpPr>
        <p:grpSpPr>
          <a:xfrm>
            <a:off x="2944813" y="2130425"/>
            <a:ext cx="792163" cy="788988"/>
            <a:chOff x="2944813" y="2130425"/>
            <a:chExt cx="792163" cy="788988"/>
          </a:xfrm>
        </p:grpSpPr>
        <p:sp>
          <p:nvSpPr>
            <p:cNvPr id="61" name="Oval 60">
              <a:extLst>
                <a:ext uri="{FF2B5EF4-FFF2-40B4-BE49-F238E27FC236}">
                  <a16:creationId xmlns:a16="http://schemas.microsoft.com/office/drawing/2014/main" id="{DA7A2D32-A917-4455-92D6-C90B46B3A906}"/>
                </a:ext>
              </a:extLst>
            </p:cNvPr>
            <p:cNvSpPr>
              <a:spLocks noChangeArrowheads="1"/>
            </p:cNvSpPr>
            <p:nvPr/>
          </p:nvSpPr>
          <p:spPr bwMode="auto">
            <a:xfrm>
              <a:off x="2944813" y="2130425"/>
              <a:ext cx="792163" cy="788988"/>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93" name="Group 92">
              <a:extLst>
                <a:ext uri="{FF2B5EF4-FFF2-40B4-BE49-F238E27FC236}">
                  <a16:creationId xmlns:a16="http://schemas.microsoft.com/office/drawing/2014/main" id="{CE785C6D-372C-44D4-B790-42D72126B267}"/>
                </a:ext>
              </a:extLst>
            </p:cNvPr>
            <p:cNvGrpSpPr/>
            <p:nvPr/>
          </p:nvGrpSpPr>
          <p:grpSpPr>
            <a:xfrm>
              <a:off x="3057526" y="2239963"/>
              <a:ext cx="576262" cy="577152"/>
              <a:chOff x="6345238" y="4948238"/>
              <a:chExt cx="1027113" cy="1028700"/>
            </a:xfrm>
            <a:effectLst>
              <a:outerShdw blurRad="152400" dist="127000" dir="2700000" sx="102000" sy="102000" algn="tl" rotWithShape="0">
                <a:prstClr val="black">
                  <a:alpha val="47000"/>
                </a:prstClr>
              </a:outerShdw>
            </a:effectLst>
          </p:grpSpPr>
          <p:sp>
            <p:nvSpPr>
              <p:cNvPr id="94" name="Oval 56">
                <a:extLst>
                  <a:ext uri="{FF2B5EF4-FFF2-40B4-BE49-F238E27FC236}">
                    <a16:creationId xmlns:a16="http://schemas.microsoft.com/office/drawing/2014/main" id="{85D5AD95-E788-4475-BF0F-796E3BB387E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5" name="Oval 57">
                <a:extLst>
                  <a:ext uri="{FF2B5EF4-FFF2-40B4-BE49-F238E27FC236}">
                    <a16:creationId xmlns:a16="http://schemas.microsoft.com/office/drawing/2014/main" id="{4A96534A-2A5E-413E-9612-FD5565A7F1D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69" name="Group 68">
            <a:extLst>
              <a:ext uri="{FF2B5EF4-FFF2-40B4-BE49-F238E27FC236}">
                <a16:creationId xmlns:a16="http://schemas.microsoft.com/office/drawing/2014/main" id="{AD6142D2-ED87-41A4-A157-AE3D9A6A3B3C}"/>
              </a:ext>
            </a:extLst>
          </p:cNvPr>
          <p:cNvGrpSpPr/>
          <p:nvPr/>
        </p:nvGrpSpPr>
        <p:grpSpPr>
          <a:xfrm>
            <a:off x="2944813" y="3036888"/>
            <a:ext cx="792163" cy="788988"/>
            <a:chOff x="2944813" y="3036888"/>
            <a:chExt cx="792163" cy="788988"/>
          </a:xfrm>
        </p:grpSpPr>
        <p:sp>
          <p:nvSpPr>
            <p:cNvPr id="64" name="Oval 63">
              <a:extLst>
                <a:ext uri="{FF2B5EF4-FFF2-40B4-BE49-F238E27FC236}">
                  <a16:creationId xmlns:a16="http://schemas.microsoft.com/office/drawing/2014/main" id="{8385F412-9296-4BA6-8F05-01A8639B2FF2}"/>
                </a:ext>
              </a:extLst>
            </p:cNvPr>
            <p:cNvSpPr>
              <a:spLocks noChangeArrowheads="1"/>
            </p:cNvSpPr>
            <p:nvPr/>
          </p:nvSpPr>
          <p:spPr bwMode="auto">
            <a:xfrm>
              <a:off x="2944813" y="3036888"/>
              <a:ext cx="792163" cy="7889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96" name="Group 95">
              <a:extLst>
                <a:ext uri="{FF2B5EF4-FFF2-40B4-BE49-F238E27FC236}">
                  <a16:creationId xmlns:a16="http://schemas.microsoft.com/office/drawing/2014/main" id="{5A31D584-C147-4EF9-81DB-2412AC763D5E}"/>
                </a:ext>
              </a:extLst>
            </p:cNvPr>
            <p:cNvGrpSpPr/>
            <p:nvPr/>
          </p:nvGrpSpPr>
          <p:grpSpPr>
            <a:xfrm>
              <a:off x="3057526" y="3139982"/>
              <a:ext cx="576262" cy="577152"/>
              <a:chOff x="6345238" y="4948238"/>
              <a:chExt cx="1027113" cy="1028700"/>
            </a:xfrm>
            <a:effectLst>
              <a:outerShdw blurRad="152400" dist="127000" dir="2700000" sx="102000" sy="102000" algn="tl" rotWithShape="0">
                <a:prstClr val="black">
                  <a:alpha val="47000"/>
                </a:prstClr>
              </a:outerShdw>
            </a:effectLst>
          </p:grpSpPr>
          <p:sp>
            <p:nvSpPr>
              <p:cNvPr id="97" name="Oval 56">
                <a:extLst>
                  <a:ext uri="{FF2B5EF4-FFF2-40B4-BE49-F238E27FC236}">
                    <a16:creationId xmlns:a16="http://schemas.microsoft.com/office/drawing/2014/main" id="{0D5C611F-A38F-4C0C-9B8C-AEF0F7B1D45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8" name="Oval 57">
                <a:extLst>
                  <a:ext uri="{FF2B5EF4-FFF2-40B4-BE49-F238E27FC236}">
                    <a16:creationId xmlns:a16="http://schemas.microsoft.com/office/drawing/2014/main" id="{9751DFDA-72BD-43FB-8F10-85B0455E21A6}"/>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72" name="Group 71">
            <a:extLst>
              <a:ext uri="{FF2B5EF4-FFF2-40B4-BE49-F238E27FC236}">
                <a16:creationId xmlns:a16="http://schemas.microsoft.com/office/drawing/2014/main" id="{83D98A34-B584-458B-AC7B-5A2723BA72FF}"/>
              </a:ext>
            </a:extLst>
          </p:cNvPr>
          <p:cNvGrpSpPr/>
          <p:nvPr/>
        </p:nvGrpSpPr>
        <p:grpSpPr>
          <a:xfrm>
            <a:off x="2944813" y="3941763"/>
            <a:ext cx="792163" cy="788988"/>
            <a:chOff x="2944813" y="3941763"/>
            <a:chExt cx="792163" cy="788988"/>
          </a:xfrm>
        </p:grpSpPr>
        <p:sp>
          <p:nvSpPr>
            <p:cNvPr id="67" name="Oval 66">
              <a:extLst>
                <a:ext uri="{FF2B5EF4-FFF2-40B4-BE49-F238E27FC236}">
                  <a16:creationId xmlns:a16="http://schemas.microsoft.com/office/drawing/2014/main" id="{0A06346D-0256-4273-A747-3E6843F1A068}"/>
                </a:ext>
              </a:extLst>
            </p:cNvPr>
            <p:cNvSpPr>
              <a:spLocks noChangeArrowheads="1"/>
            </p:cNvSpPr>
            <p:nvPr/>
          </p:nvSpPr>
          <p:spPr bwMode="auto">
            <a:xfrm>
              <a:off x="2944813" y="3941763"/>
              <a:ext cx="792163" cy="78898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99" name="Group 98">
              <a:extLst>
                <a:ext uri="{FF2B5EF4-FFF2-40B4-BE49-F238E27FC236}">
                  <a16:creationId xmlns:a16="http://schemas.microsoft.com/office/drawing/2014/main" id="{33DF2E13-7006-4359-88CF-B980B2FEC3B9}"/>
                </a:ext>
              </a:extLst>
            </p:cNvPr>
            <p:cNvGrpSpPr/>
            <p:nvPr/>
          </p:nvGrpSpPr>
          <p:grpSpPr>
            <a:xfrm>
              <a:off x="3057526" y="4044061"/>
              <a:ext cx="576262" cy="577152"/>
              <a:chOff x="6345238" y="4948238"/>
              <a:chExt cx="1027113" cy="1028700"/>
            </a:xfrm>
            <a:effectLst>
              <a:outerShdw blurRad="152400" dist="127000" dir="2700000" sx="102000" sy="102000" algn="tl" rotWithShape="0">
                <a:prstClr val="black">
                  <a:alpha val="47000"/>
                </a:prstClr>
              </a:outerShdw>
            </a:effectLst>
          </p:grpSpPr>
          <p:sp>
            <p:nvSpPr>
              <p:cNvPr id="100" name="Oval 56">
                <a:extLst>
                  <a:ext uri="{FF2B5EF4-FFF2-40B4-BE49-F238E27FC236}">
                    <a16:creationId xmlns:a16="http://schemas.microsoft.com/office/drawing/2014/main" id="{FEF9CD82-9388-4B94-943D-B6E2FAA551A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1" name="Oval 57">
                <a:extLst>
                  <a:ext uri="{FF2B5EF4-FFF2-40B4-BE49-F238E27FC236}">
                    <a16:creationId xmlns:a16="http://schemas.microsoft.com/office/drawing/2014/main" id="{69F27FE0-23B4-4B08-84B5-EB554209F83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05" name="Group 104">
            <a:extLst>
              <a:ext uri="{FF2B5EF4-FFF2-40B4-BE49-F238E27FC236}">
                <a16:creationId xmlns:a16="http://schemas.microsoft.com/office/drawing/2014/main" id="{51A1FA9D-A14B-4D23-A2FF-C5A0F4AF0D3A}"/>
              </a:ext>
            </a:extLst>
          </p:cNvPr>
          <p:cNvGrpSpPr/>
          <p:nvPr/>
        </p:nvGrpSpPr>
        <p:grpSpPr>
          <a:xfrm>
            <a:off x="2944813" y="4846638"/>
            <a:ext cx="792163" cy="788988"/>
            <a:chOff x="2944813" y="4846638"/>
            <a:chExt cx="792163" cy="788988"/>
          </a:xfrm>
        </p:grpSpPr>
        <p:sp>
          <p:nvSpPr>
            <p:cNvPr id="70" name="Oval 69">
              <a:extLst>
                <a:ext uri="{FF2B5EF4-FFF2-40B4-BE49-F238E27FC236}">
                  <a16:creationId xmlns:a16="http://schemas.microsoft.com/office/drawing/2014/main" id="{73C86C73-EDA3-4570-A261-CFE34ED4A87C}"/>
                </a:ext>
              </a:extLst>
            </p:cNvPr>
            <p:cNvSpPr>
              <a:spLocks noChangeArrowheads="1"/>
            </p:cNvSpPr>
            <p:nvPr/>
          </p:nvSpPr>
          <p:spPr bwMode="auto">
            <a:xfrm>
              <a:off x="2944813" y="4846638"/>
              <a:ext cx="792163" cy="788988"/>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02" name="Group 101">
              <a:extLst>
                <a:ext uri="{FF2B5EF4-FFF2-40B4-BE49-F238E27FC236}">
                  <a16:creationId xmlns:a16="http://schemas.microsoft.com/office/drawing/2014/main" id="{C667D0F7-F273-4CDD-B31E-B809777C9008}"/>
                </a:ext>
              </a:extLst>
            </p:cNvPr>
            <p:cNvGrpSpPr/>
            <p:nvPr/>
          </p:nvGrpSpPr>
          <p:grpSpPr>
            <a:xfrm>
              <a:off x="3057526" y="4956175"/>
              <a:ext cx="576262" cy="577152"/>
              <a:chOff x="6345238" y="4948238"/>
              <a:chExt cx="1027113" cy="1028700"/>
            </a:xfrm>
            <a:effectLst>
              <a:outerShdw blurRad="152400" dist="127000" dir="2700000" sx="102000" sy="102000" algn="tl" rotWithShape="0">
                <a:prstClr val="black">
                  <a:alpha val="47000"/>
                </a:prstClr>
              </a:outerShdw>
            </a:effectLst>
          </p:grpSpPr>
          <p:sp>
            <p:nvSpPr>
              <p:cNvPr id="103" name="Oval 56">
                <a:extLst>
                  <a:ext uri="{FF2B5EF4-FFF2-40B4-BE49-F238E27FC236}">
                    <a16:creationId xmlns:a16="http://schemas.microsoft.com/office/drawing/2014/main" id="{ADFA7C48-03C2-461E-9FE6-EF72875609F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4" name="Oval 57">
                <a:extLst>
                  <a:ext uri="{FF2B5EF4-FFF2-40B4-BE49-F238E27FC236}">
                    <a16:creationId xmlns:a16="http://schemas.microsoft.com/office/drawing/2014/main" id="{5567AD24-A49B-412C-88DD-A1FF6F1EF12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22" name="Group 121">
            <a:extLst>
              <a:ext uri="{FF2B5EF4-FFF2-40B4-BE49-F238E27FC236}">
                <a16:creationId xmlns:a16="http://schemas.microsoft.com/office/drawing/2014/main" id="{EA69A36C-8654-405F-B4E8-FDBD3A9AB8A0}"/>
              </a:ext>
            </a:extLst>
          </p:cNvPr>
          <p:cNvGrpSpPr/>
          <p:nvPr/>
        </p:nvGrpSpPr>
        <p:grpSpPr>
          <a:xfrm>
            <a:off x="8462963" y="1225550"/>
            <a:ext cx="792163" cy="788988"/>
            <a:chOff x="8462963" y="1225550"/>
            <a:chExt cx="792163" cy="788988"/>
          </a:xfrm>
        </p:grpSpPr>
        <p:sp>
          <p:nvSpPr>
            <p:cNvPr id="23" name="Oval 22">
              <a:extLst>
                <a:ext uri="{FF2B5EF4-FFF2-40B4-BE49-F238E27FC236}">
                  <a16:creationId xmlns:a16="http://schemas.microsoft.com/office/drawing/2014/main" id="{8C3B21FF-CD65-42AA-82A4-95AEBC2143D8}"/>
                </a:ext>
              </a:extLst>
            </p:cNvPr>
            <p:cNvSpPr>
              <a:spLocks noChangeArrowheads="1"/>
            </p:cNvSpPr>
            <p:nvPr/>
          </p:nvSpPr>
          <p:spPr bwMode="auto">
            <a:xfrm>
              <a:off x="8462963" y="1225550"/>
              <a:ext cx="792163" cy="78898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07" name="Group 106">
              <a:extLst>
                <a:ext uri="{FF2B5EF4-FFF2-40B4-BE49-F238E27FC236}">
                  <a16:creationId xmlns:a16="http://schemas.microsoft.com/office/drawing/2014/main" id="{D5A0E0F7-2E48-4950-8026-393595DFA9C9}"/>
                </a:ext>
              </a:extLst>
            </p:cNvPr>
            <p:cNvGrpSpPr/>
            <p:nvPr/>
          </p:nvGrpSpPr>
          <p:grpSpPr>
            <a:xfrm>
              <a:off x="8566152" y="1335884"/>
              <a:ext cx="576262" cy="577152"/>
              <a:chOff x="6345238" y="4948238"/>
              <a:chExt cx="1027113" cy="1028700"/>
            </a:xfrm>
            <a:effectLst>
              <a:outerShdw blurRad="152400" dist="127000" dir="2700000" sx="102000" sy="102000" algn="tl" rotWithShape="0">
                <a:prstClr val="black">
                  <a:alpha val="47000"/>
                </a:prstClr>
              </a:outerShdw>
            </a:effectLst>
          </p:grpSpPr>
          <p:sp>
            <p:nvSpPr>
              <p:cNvPr id="120" name="Oval 56">
                <a:extLst>
                  <a:ext uri="{FF2B5EF4-FFF2-40B4-BE49-F238E27FC236}">
                    <a16:creationId xmlns:a16="http://schemas.microsoft.com/office/drawing/2014/main" id="{F2DA5DC9-2C56-4713-8E3F-0C7E9AA59348}"/>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1" name="Oval 57">
                <a:extLst>
                  <a:ext uri="{FF2B5EF4-FFF2-40B4-BE49-F238E27FC236}">
                    <a16:creationId xmlns:a16="http://schemas.microsoft.com/office/drawing/2014/main" id="{90264767-6A86-4638-848D-B3C01CB9AF3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36" name="Group 135">
            <a:extLst>
              <a:ext uri="{FF2B5EF4-FFF2-40B4-BE49-F238E27FC236}">
                <a16:creationId xmlns:a16="http://schemas.microsoft.com/office/drawing/2014/main" id="{63A9F1A3-1DB1-4BB6-A0E9-46E172EB540F}"/>
              </a:ext>
            </a:extLst>
          </p:cNvPr>
          <p:cNvGrpSpPr/>
          <p:nvPr/>
        </p:nvGrpSpPr>
        <p:grpSpPr>
          <a:xfrm>
            <a:off x="8462963" y="2130425"/>
            <a:ext cx="792163" cy="788988"/>
            <a:chOff x="8462963" y="2130425"/>
            <a:chExt cx="792163" cy="788988"/>
          </a:xfrm>
        </p:grpSpPr>
        <p:sp>
          <p:nvSpPr>
            <p:cNvPr id="26" name="Oval 25">
              <a:extLst>
                <a:ext uri="{FF2B5EF4-FFF2-40B4-BE49-F238E27FC236}">
                  <a16:creationId xmlns:a16="http://schemas.microsoft.com/office/drawing/2014/main" id="{6CF6C875-B98B-4098-B40D-0EDE1C31A2CA}"/>
                </a:ext>
              </a:extLst>
            </p:cNvPr>
            <p:cNvSpPr>
              <a:spLocks noChangeArrowheads="1"/>
            </p:cNvSpPr>
            <p:nvPr/>
          </p:nvSpPr>
          <p:spPr bwMode="auto">
            <a:xfrm>
              <a:off x="8462963" y="2130425"/>
              <a:ext cx="792163" cy="788988"/>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08" name="Group 107">
              <a:extLst>
                <a:ext uri="{FF2B5EF4-FFF2-40B4-BE49-F238E27FC236}">
                  <a16:creationId xmlns:a16="http://schemas.microsoft.com/office/drawing/2014/main" id="{15095BCF-D7EE-46BC-94EE-1A4CCEEA5358}"/>
                </a:ext>
              </a:extLst>
            </p:cNvPr>
            <p:cNvGrpSpPr/>
            <p:nvPr/>
          </p:nvGrpSpPr>
          <p:grpSpPr>
            <a:xfrm>
              <a:off x="8566152" y="2239963"/>
              <a:ext cx="576262" cy="577152"/>
              <a:chOff x="6345238" y="4948238"/>
              <a:chExt cx="1027113" cy="1028700"/>
            </a:xfrm>
            <a:effectLst>
              <a:outerShdw blurRad="152400" dist="127000" dir="2700000" sx="102000" sy="102000" algn="tl" rotWithShape="0">
                <a:prstClr val="black">
                  <a:alpha val="47000"/>
                </a:prstClr>
              </a:outerShdw>
            </a:effectLst>
          </p:grpSpPr>
          <p:sp>
            <p:nvSpPr>
              <p:cNvPr id="118" name="Oval 56">
                <a:extLst>
                  <a:ext uri="{FF2B5EF4-FFF2-40B4-BE49-F238E27FC236}">
                    <a16:creationId xmlns:a16="http://schemas.microsoft.com/office/drawing/2014/main" id="{7E34A6C8-8320-4ECE-B876-3BC036F6ED4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9" name="Oval 57">
                <a:extLst>
                  <a:ext uri="{FF2B5EF4-FFF2-40B4-BE49-F238E27FC236}">
                    <a16:creationId xmlns:a16="http://schemas.microsoft.com/office/drawing/2014/main" id="{C6B56490-8B74-4B2E-AF8F-2AD49B9F807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38" name="Group 137">
            <a:extLst>
              <a:ext uri="{FF2B5EF4-FFF2-40B4-BE49-F238E27FC236}">
                <a16:creationId xmlns:a16="http://schemas.microsoft.com/office/drawing/2014/main" id="{E2D94226-20F4-4C35-8563-DF9F1EE8B528}"/>
              </a:ext>
            </a:extLst>
          </p:cNvPr>
          <p:cNvGrpSpPr/>
          <p:nvPr/>
        </p:nvGrpSpPr>
        <p:grpSpPr>
          <a:xfrm>
            <a:off x="8462963" y="3036888"/>
            <a:ext cx="792163" cy="788988"/>
            <a:chOff x="8462963" y="3036888"/>
            <a:chExt cx="792163" cy="788988"/>
          </a:xfrm>
        </p:grpSpPr>
        <p:sp>
          <p:nvSpPr>
            <p:cNvPr id="29" name="Oval 28">
              <a:extLst>
                <a:ext uri="{FF2B5EF4-FFF2-40B4-BE49-F238E27FC236}">
                  <a16:creationId xmlns:a16="http://schemas.microsoft.com/office/drawing/2014/main" id="{0FB4815A-8972-4140-9A35-A6C000793EF7}"/>
                </a:ext>
              </a:extLst>
            </p:cNvPr>
            <p:cNvSpPr>
              <a:spLocks noChangeArrowheads="1"/>
            </p:cNvSpPr>
            <p:nvPr/>
          </p:nvSpPr>
          <p:spPr bwMode="auto">
            <a:xfrm>
              <a:off x="8462963" y="3036888"/>
              <a:ext cx="792163" cy="7889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09" name="Group 108">
              <a:extLst>
                <a:ext uri="{FF2B5EF4-FFF2-40B4-BE49-F238E27FC236}">
                  <a16:creationId xmlns:a16="http://schemas.microsoft.com/office/drawing/2014/main" id="{72FECAE9-FEBE-4EF8-BE53-DB0A244323D8}"/>
                </a:ext>
              </a:extLst>
            </p:cNvPr>
            <p:cNvGrpSpPr/>
            <p:nvPr/>
          </p:nvGrpSpPr>
          <p:grpSpPr>
            <a:xfrm>
              <a:off x="8566152" y="3139982"/>
              <a:ext cx="576262" cy="577152"/>
              <a:chOff x="6345238" y="4948238"/>
              <a:chExt cx="1027113" cy="1028700"/>
            </a:xfrm>
            <a:effectLst>
              <a:outerShdw blurRad="152400" dist="127000" dir="2700000" sx="102000" sy="102000" algn="tl" rotWithShape="0">
                <a:prstClr val="black">
                  <a:alpha val="47000"/>
                </a:prstClr>
              </a:outerShdw>
            </a:effectLst>
          </p:grpSpPr>
          <p:sp>
            <p:nvSpPr>
              <p:cNvPr id="116" name="Oval 56">
                <a:extLst>
                  <a:ext uri="{FF2B5EF4-FFF2-40B4-BE49-F238E27FC236}">
                    <a16:creationId xmlns:a16="http://schemas.microsoft.com/office/drawing/2014/main" id="{94359445-2B8A-4CA0-BAD4-A7C8AA96748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7" name="Oval 57">
                <a:extLst>
                  <a:ext uri="{FF2B5EF4-FFF2-40B4-BE49-F238E27FC236}">
                    <a16:creationId xmlns:a16="http://schemas.microsoft.com/office/drawing/2014/main" id="{EC83F7E8-044C-4B0B-9C24-9AA454D4C43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39" name="Group 138">
            <a:extLst>
              <a:ext uri="{FF2B5EF4-FFF2-40B4-BE49-F238E27FC236}">
                <a16:creationId xmlns:a16="http://schemas.microsoft.com/office/drawing/2014/main" id="{FFE8C9FF-DD22-46C1-BF66-BC28461D4A91}"/>
              </a:ext>
            </a:extLst>
          </p:cNvPr>
          <p:cNvGrpSpPr/>
          <p:nvPr/>
        </p:nvGrpSpPr>
        <p:grpSpPr>
          <a:xfrm>
            <a:off x="8462963" y="3941763"/>
            <a:ext cx="792163" cy="788988"/>
            <a:chOff x="8462963" y="3941763"/>
            <a:chExt cx="792163" cy="788988"/>
          </a:xfrm>
        </p:grpSpPr>
        <p:sp>
          <p:nvSpPr>
            <p:cNvPr id="32" name="Oval 31">
              <a:extLst>
                <a:ext uri="{FF2B5EF4-FFF2-40B4-BE49-F238E27FC236}">
                  <a16:creationId xmlns:a16="http://schemas.microsoft.com/office/drawing/2014/main" id="{23F2C12B-1EDC-4136-B86C-4F091272BA9C}"/>
                </a:ext>
              </a:extLst>
            </p:cNvPr>
            <p:cNvSpPr>
              <a:spLocks noChangeArrowheads="1"/>
            </p:cNvSpPr>
            <p:nvPr/>
          </p:nvSpPr>
          <p:spPr bwMode="auto">
            <a:xfrm>
              <a:off x="8462963" y="3941763"/>
              <a:ext cx="792163" cy="78898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10" name="Group 109">
              <a:extLst>
                <a:ext uri="{FF2B5EF4-FFF2-40B4-BE49-F238E27FC236}">
                  <a16:creationId xmlns:a16="http://schemas.microsoft.com/office/drawing/2014/main" id="{EFE3ADD5-AACC-4E43-87EB-5899CB0CF380}"/>
                </a:ext>
              </a:extLst>
            </p:cNvPr>
            <p:cNvGrpSpPr/>
            <p:nvPr/>
          </p:nvGrpSpPr>
          <p:grpSpPr>
            <a:xfrm>
              <a:off x="8566152" y="4044061"/>
              <a:ext cx="576262" cy="577152"/>
              <a:chOff x="6345238" y="4948238"/>
              <a:chExt cx="1027113" cy="1028700"/>
            </a:xfrm>
            <a:effectLst>
              <a:outerShdw blurRad="152400" dist="127000" dir="2700000" sx="102000" sy="102000" algn="tl" rotWithShape="0">
                <a:prstClr val="black">
                  <a:alpha val="47000"/>
                </a:prstClr>
              </a:outerShdw>
            </a:effectLst>
          </p:grpSpPr>
          <p:sp>
            <p:nvSpPr>
              <p:cNvPr id="114" name="Oval 56">
                <a:extLst>
                  <a:ext uri="{FF2B5EF4-FFF2-40B4-BE49-F238E27FC236}">
                    <a16:creationId xmlns:a16="http://schemas.microsoft.com/office/drawing/2014/main" id="{F8896D9D-EC99-45C8-9450-B6C061D6DE4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5" name="Oval 57">
                <a:extLst>
                  <a:ext uri="{FF2B5EF4-FFF2-40B4-BE49-F238E27FC236}">
                    <a16:creationId xmlns:a16="http://schemas.microsoft.com/office/drawing/2014/main" id="{E320D9F3-6CB3-47CC-A458-BA0D3C29167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40" name="Group 139">
            <a:extLst>
              <a:ext uri="{FF2B5EF4-FFF2-40B4-BE49-F238E27FC236}">
                <a16:creationId xmlns:a16="http://schemas.microsoft.com/office/drawing/2014/main" id="{5DFC49CA-C4DA-4BF9-94C2-CCBB66EF58F5}"/>
              </a:ext>
            </a:extLst>
          </p:cNvPr>
          <p:cNvGrpSpPr/>
          <p:nvPr/>
        </p:nvGrpSpPr>
        <p:grpSpPr>
          <a:xfrm>
            <a:off x="8462963" y="4846638"/>
            <a:ext cx="792163" cy="788988"/>
            <a:chOff x="8462963" y="4846638"/>
            <a:chExt cx="792163" cy="788988"/>
          </a:xfrm>
        </p:grpSpPr>
        <p:sp>
          <p:nvSpPr>
            <p:cNvPr id="35" name="Oval 34">
              <a:extLst>
                <a:ext uri="{FF2B5EF4-FFF2-40B4-BE49-F238E27FC236}">
                  <a16:creationId xmlns:a16="http://schemas.microsoft.com/office/drawing/2014/main" id="{57E69AE3-5034-4410-83A1-BC98D65F32EB}"/>
                </a:ext>
              </a:extLst>
            </p:cNvPr>
            <p:cNvSpPr>
              <a:spLocks noChangeArrowheads="1"/>
            </p:cNvSpPr>
            <p:nvPr/>
          </p:nvSpPr>
          <p:spPr bwMode="auto">
            <a:xfrm>
              <a:off x="8462963" y="4846638"/>
              <a:ext cx="792163" cy="788988"/>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11" name="Group 110">
              <a:extLst>
                <a:ext uri="{FF2B5EF4-FFF2-40B4-BE49-F238E27FC236}">
                  <a16:creationId xmlns:a16="http://schemas.microsoft.com/office/drawing/2014/main" id="{0F2A3DC8-B2FF-497E-B124-4FBC95268098}"/>
                </a:ext>
              </a:extLst>
            </p:cNvPr>
            <p:cNvGrpSpPr/>
            <p:nvPr/>
          </p:nvGrpSpPr>
          <p:grpSpPr>
            <a:xfrm>
              <a:off x="8566152" y="4956175"/>
              <a:ext cx="576262" cy="577152"/>
              <a:chOff x="6345238" y="4948238"/>
              <a:chExt cx="1027113" cy="1028700"/>
            </a:xfrm>
            <a:effectLst>
              <a:outerShdw blurRad="152400" dist="127000" dir="2700000" sx="102000" sy="102000" algn="tl" rotWithShape="0">
                <a:prstClr val="black">
                  <a:alpha val="47000"/>
                </a:prstClr>
              </a:outerShdw>
            </a:effectLst>
          </p:grpSpPr>
          <p:sp>
            <p:nvSpPr>
              <p:cNvPr id="112" name="Oval 56">
                <a:extLst>
                  <a:ext uri="{FF2B5EF4-FFF2-40B4-BE49-F238E27FC236}">
                    <a16:creationId xmlns:a16="http://schemas.microsoft.com/office/drawing/2014/main" id="{60BBF9A1-EEDE-4582-A10E-BCC87FC3EDB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3" name="Oval 57">
                <a:extLst>
                  <a:ext uri="{FF2B5EF4-FFF2-40B4-BE49-F238E27FC236}">
                    <a16:creationId xmlns:a16="http://schemas.microsoft.com/office/drawing/2014/main" id="{486C21C7-B121-4A4C-BA70-8016D6B8624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123" name="Group 122">
            <a:extLst>
              <a:ext uri="{FF2B5EF4-FFF2-40B4-BE49-F238E27FC236}">
                <a16:creationId xmlns:a16="http://schemas.microsoft.com/office/drawing/2014/main" id="{38AF5E99-91EC-4FDB-903A-C2030496B027}"/>
              </a:ext>
            </a:extLst>
          </p:cNvPr>
          <p:cNvGrpSpPr/>
          <p:nvPr/>
        </p:nvGrpSpPr>
        <p:grpSpPr>
          <a:xfrm>
            <a:off x="5362576" y="2692400"/>
            <a:ext cx="1477269" cy="1479550"/>
            <a:chOff x="6345238" y="4948238"/>
            <a:chExt cx="1027113" cy="1028700"/>
          </a:xfrm>
          <a:effectLst>
            <a:outerShdw blurRad="279400" dist="330200" dir="2700000" sx="99000" sy="99000" algn="tl" rotWithShape="0">
              <a:prstClr val="black">
                <a:alpha val="45000"/>
              </a:prstClr>
            </a:outerShdw>
          </a:effectLst>
        </p:grpSpPr>
        <p:sp>
          <p:nvSpPr>
            <p:cNvPr id="124" name="Oval 56">
              <a:extLst>
                <a:ext uri="{FF2B5EF4-FFF2-40B4-BE49-F238E27FC236}">
                  <a16:creationId xmlns:a16="http://schemas.microsoft.com/office/drawing/2014/main" id="{BE469595-060F-45DE-B3EB-DE543A97643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5" name="Oval 57">
              <a:extLst>
                <a:ext uri="{FF2B5EF4-FFF2-40B4-BE49-F238E27FC236}">
                  <a16:creationId xmlns:a16="http://schemas.microsoft.com/office/drawing/2014/main" id="{0F4C4449-9E44-4DE5-AB1E-A306DBB222B1}"/>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78" name="Freeform 77">
            <a:extLst>
              <a:ext uri="{FF2B5EF4-FFF2-40B4-BE49-F238E27FC236}">
                <a16:creationId xmlns:a16="http://schemas.microsoft.com/office/drawing/2014/main" id="{4899613E-54C5-4E2D-B20C-36ADF93F946F}"/>
              </a:ext>
            </a:extLst>
          </p:cNvPr>
          <p:cNvSpPr>
            <a:spLocks noEditPoints="1"/>
          </p:cNvSpPr>
          <p:nvPr/>
        </p:nvSpPr>
        <p:spPr bwMode="auto">
          <a:xfrm>
            <a:off x="8737601" y="4189413"/>
            <a:ext cx="247650" cy="293688"/>
          </a:xfrm>
          <a:custGeom>
            <a:avLst/>
            <a:gdLst>
              <a:gd name="T0" fmla="*/ 156 w 156"/>
              <a:gd name="T1" fmla="*/ 76 h 185"/>
              <a:gd name="T2" fmla="*/ 156 w 156"/>
              <a:gd name="T3" fmla="*/ 185 h 185"/>
              <a:gd name="T4" fmla="*/ 0 w 156"/>
              <a:gd name="T5" fmla="*/ 185 h 185"/>
              <a:gd name="T6" fmla="*/ 0 w 156"/>
              <a:gd name="T7" fmla="*/ 76 h 185"/>
              <a:gd name="T8" fmla="*/ 156 w 156"/>
              <a:gd name="T9" fmla="*/ 185 h 185"/>
              <a:gd name="T10" fmla="*/ 78 w 156"/>
              <a:gd name="T11" fmla="*/ 130 h 185"/>
              <a:gd name="T12" fmla="*/ 0 w 156"/>
              <a:gd name="T13" fmla="*/ 185 h 185"/>
              <a:gd name="T14" fmla="*/ 156 w 156"/>
              <a:gd name="T15" fmla="*/ 76 h 185"/>
              <a:gd name="T16" fmla="*/ 101 w 156"/>
              <a:gd name="T17" fmla="*/ 130 h 185"/>
              <a:gd name="T18" fmla="*/ 0 w 156"/>
              <a:gd name="T19" fmla="*/ 76 h 185"/>
              <a:gd name="T20" fmla="*/ 52 w 156"/>
              <a:gd name="T21" fmla="*/ 130 h 185"/>
              <a:gd name="T22" fmla="*/ 134 w 156"/>
              <a:gd name="T23" fmla="*/ 74 h 185"/>
              <a:gd name="T24" fmla="*/ 134 w 156"/>
              <a:gd name="T25" fmla="*/ 36 h 185"/>
              <a:gd name="T26" fmla="*/ 101 w 156"/>
              <a:gd name="T27" fmla="*/ 0 h 185"/>
              <a:gd name="T28" fmla="*/ 19 w 156"/>
              <a:gd name="T29" fmla="*/ 0 h 185"/>
              <a:gd name="T30" fmla="*/ 19 w 156"/>
              <a:gd name="T31" fmla="*/ 74 h 185"/>
              <a:gd name="T32" fmla="*/ 134 w 156"/>
              <a:gd name="T33" fmla="*/ 36 h 185"/>
              <a:gd name="T34" fmla="*/ 101 w 156"/>
              <a:gd name="T35" fmla="*/ 0 h 185"/>
              <a:gd name="T36" fmla="*/ 101 w 156"/>
              <a:gd name="T37" fmla="*/ 36 h 185"/>
              <a:gd name="T38" fmla="*/ 134 w 156"/>
              <a:gd name="T39" fmla="*/ 36 h 185"/>
              <a:gd name="T40" fmla="*/ 52 w 156"/>
              <a:gd name="T41" fmla="*/ 55 h 185"/>
              <a:gd name="T42" fmla="*/ 35 w 156"/>
              <a:gd name="T43" fmla="*/ 55 h 185"/>
              <a:gd name="T44" fmla="*/ 113 w 156"/>
              <a:gd name="T45" fmla="*/ 55 h 185"/>
              <a:gd name="T46" fmla="*/ 68 w 156"/>
              <a:gd name="T47" fmla="*/ 55 h 185"/>
              <a:gd name="T48" fmla="*/ 35 w 156"/>
              <a:gd name="T49" fmla="*/ 71 h 185"/>
              <a:gd name="T50" fmla="*/ 80 w 156"/>
              <a:gd name="T51" fmla="*/ 71 h 185"/>
              <a:gd name="T52" fmla="*/ 113 w 156"/>
              <a:gd name="T53" fmla="*/ 71 h 185"/>
              <a:gd name="T54" fmla="*/ 97 w 156"/>
              <a:gd name="T55" fmla="*/ 7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6" h="185">
                <a:moveTo>
                  <a:pt x="156" y="76"/>
                </a:moveTo>
                <a:lnTo>
                  <a:pt x="156" y="185"/>
                </a:lnTo>
                <a:lnTo>
                  <a:pt x="0" y="185"/>
                </a:lnTo>
                <a:lnTo>
                  <a:pt x="0" y="76"/>
                </a:lnTo>
                <a:moveTo>
                  <a:pt x="156" y="185"/>
                </a:moveTo>
                <a:lnTo>
                  <a:pt x="78" y="130"/>
                </a:lnTo>
                <a:lnTo>
                  <a:pt x="0" y="185"/>
                </a:lnTo>
                <a:moveTo>
                  <a:pt x="156" y="76"/>
                </a:moveTo>
                <a:lnTo>
                  <a:pt x="101" y="130"/>
                </a:lnTo>
                <a:moveTo>
                  <a:pt x="0" y="76"/>
                </a:moveTo>
                <a:lnTo>
                  <a:pt x="52" y="130"/>
                </a:lnTo>
                <a:moveTo>
                  <a:pt x="134" y="74"/>
                </a:moveTo>
                <a:lnTo>
                  <a:pt x="134" y="36"/>
                </a:lnTo>
                <a:moveTo>
                  <a:pt x="101" y="0"/>
                </a:moveTo>
                <a:lnTo>
                  <a:pt x="19" y="0"/>
                </a:lnTo>
                <a:lnTo>
                  <a:pt x="19" y="74"/>
                </a:lnTo>
                <a:moveTo>
                  <a:pt x="134" y="36"/>
                </a:moveTo>
                <a:lnTo>
                  <a:pt x="101" y="0"/>
                </a:lnTo>
                <a:lnTo>
                  <a:pt x="101" y="36"/>
                </a:lnTo>
                <a:lnTo>
                  <a:pt x="134" y="36"/>
                </a:lnTo>
                <a:moveTo>
                  <a:pt x="52" y="55"/>
                </a:moveTo>
                <a:lnTo>
                  <a:pt x="35" y="55"/>
                </a:lnTo>
                <a:moveTo>
                  <a:pt x="113" y="55"/>
                </a:moveTo>
                <a:lnTo>
                  <a:pt x="68" y="55"/>
                </a:lnTo>
                <a:moveTo>
                  <a:pt x="35" y="71"/>
                </a:moveTo>
                <a:lnTo>
                  <a:pt x="80" y="71"/>
                </a:lnTo>
                <a:moveTo>
                  <a:pt x="113" y="71"/>
                </a:moveTo>
                <a:lnTo>
                  <a:pt x="97" y="71"/>
                </a:ln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0" name="Freeform 79">
            <a:extLst>
              <a:ext uri="{FF2B5EF4-FFF2-40B4-BE49-F238E27FC236}">
                <a16:creationId xmlns:a16="http://schemas.microsoft.com/office/drawing/2014/main" id="{701852DB-B5B3-49BA-92C5-9FCB12735D9C}"/>
              </a:ext>
            </a:extLst>
          </p:cNvPr>
          <p:cNvSpPr>
            <a:spLocks noEditPoints="1"/>
          </p:cNvSpPr>
          <p:nvPr/>
        </p:nvSpPr>
        <p:spPr bwMode="auto">
          <a:xfrm>
            <a:off x="8715376" y="3284538"/>
            <a:ext cx="287338" cy="288925"/>
          </a:xfrm>
          <a:custGeom>
            <a:avLst/>
            <a:gdLst>
              <a:gd name="T0" fmla="*/ 66 w 77"/>
              <a:gd name="T1" fmla="*/ 21 h 77"/>
              <a:gd name="T2" fmla="*/ 72 w 77"/>
              <a:gd name="T3" fmla="*/ 41 h 77"/>
              <a:gd name="T4" fmla="*/ 36 w 77"/>
              <a:gd name="T5" fmla="*/ 77 h 77"/>
              <a:gd name="T6" fmla="*/ 0 w 77"/>
              <a:gd name="T7" fmla="*/ 41 h 77"/>
              <a:gd name="T8" fmla="*/ 36 w 77"/>
              <a:gd name="T9" fmla="*/ 5 h 77"/>
              <a:gd name="T10" fmla="*/ 56 w 77"/>
              <a:gd name="T11" fmla="*/ 11 h 77"/>
              <a:gd name="T12" fmla="*/ 50 w 77"/>
              <a:gd name="T13" fmla="*/ 18 h 77"/>
              <a:gd name="T14" fmla="*/ 36 w 77"/>
              <a:gd name="T15" fmla="*/ 14 h 77"/>
              <a:gd name="T16" fmla="*/ 9 w 77"/>
              <a:gd name="T17" fmla="*/ 41 h 77"/>
              <a:gd name="T18" fmla="*/ 36 w 77"/>
              <a:gd name="T19" fmla="*/ 69 h 77"/>
              <a:gd name="T20" fmla="*/ 63 w 77"/>
              <a:gd name="T21" fmla="*/ 41 h 77"/>
              <a:gd name="T22" fmla="*/ 59 w 77"/>
              <a:gd name="T23" fmla="*/ 27 h 77"/>
              <a:gd name="T24" fmla="*/ 43 w 77"/>
              <a:gd name="T25" fmla="*/ 25 h 77"/>
              <a:gd name="T26" fmla="*/ 36 w 77"/>
              <a:gd name="T27" fmla="*/ 23 h 77"/>
              <a:gd name="T28" fmla="*/ 18 w 77"/>
              <a:gd name="T29" fmla="*/ 41 h 77"/>
              <a:gd name="T30" fmla="*/ 36 w 77"/>
              <a:gd name="T31" fmla="*/ 59 h 77"/>
              <a:gd name="T32" fmla="*/ 54 w 77"/>
              <a:gd name="T33" fmla="*/ 41 h 77"/>
              <a:gd name="T34" fmla="*/ 52 w 77"/>
              <a:gd name="T35" fmla="*/ 33 h 77"/>
              <a:gd name="T36" fmla="*/ 36 w 77"/>
              <a:gd name="T37" fmla="*/ 41 h 77"/>
              <a:gd name="T38" fmla="*/ 75 w 77"/>
              <a:gd name="T39" fmla="*/ 2 h 77"/>
              <a:gd name="T40" fmla="*/ 66 w 77"/>
              <a:gd name="T41" fmla="*/ 0 h 77"/>
              <a:gd name="T42" fmla="*/ 66 w 77"/>
              <a:gd name="T43" fmla="*/ 12 h 77"/>
              <a:gd name="T44" fmla="*/ 77 w 77"/>
              <a:gd name="T45" fmla="*/ 12 h 77"/>
              <a:gd name="T46" fmla="*/ 6 w 77"/>
              <a:gd name="T47" fmla="*/ 77 h 77"/>
              <a:gd name="T48" fmla="*/ 13 w 77"/>
              <a:gd name="T49" fmla="*/ 69 h 77"/>
              <a:gd name="T50" fmla="*/ 59 w 77"/>
              <a:gd name="T51" fmla="*/ 69 h 77"/>
              <a:gd name="T52" fmla="*/ 66 w 77"/>
              <a:gd name="T53"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7" h="77">
                <a:moveTo>
                  <a:pt x="66" y="21"/>
                </a:moveTo>
                <a:cubicBezTo>
                  <a:pt x="70" y="27"/>
                  <a:pt x="72" y="34"/>
                  <a:pt x="72" y="41"/>
                </a:cubicBezTo>
                <a:cubicBezTo>
                  <a:pt x="72" y="61"/>
                  <a:pt x="56" y="77"/>
                  <a:pt x="36" y="77"/>
                </a:cubicBezTo>
                <a:cubicBezTo>
                  <a:pt x="16" y="77"/>
                  <a:pt x="0" y="61"/>
                  <a:pt x="0" y="41"/>
                </a:cubicBezTo>
                <a:cubicBezTo>
                  <a:pt x="0" y="21"/>
                  <a:pt x="16" y="5"/>
                  <a:pt x="36" y="5"/>
                </a:cubicBezTo>
                <a:cubicBezTo>
                  <a:pt x="43" y="5"/>
                  <a:pt x="50" y="7"/>
                  <a:pt x="56" y="11"/>
                </a:cubicBezTo>
                <a:moveTo>
                  <a:pt x="50" y="18"/>
                </a:moveTo>
                <a:cubicBezTo>
                  <a:pt x="46" y="15"/>
                  <a:pt x="41" y="14"/>
                  <a:pt x="36" y="14"/>
                </a:cubicBezTo>
                <a:cubicBezTo>
                  <a:pt x="21" y="14"/>
                  <a:pt x="9" y="26"/>
                  <a:pt x="9" y="41"/>
                </a:cubicBezTo>
                <a:cubicBezTo>
                  <a:pt x="9" y="56"/>
                  <a:pt x="21" y="69"/>
                  <a:pt x="36" y="69"/>
                </a:cubicBezTo>
                <a:cubicBezTo>
                  <a:pt x="51" y="69"/>
                  <a:pt x="63" y="56"/>
                  <a:pt x="63" y="41"/>
                </a:cubicBezTo>
                <a:cubicBezTo>
                  <a:pt x="63" y="36"/>
                  <a:pt x="62" y="31"/>
                  <a:pt x="59" y="27"/>
                </a:cubicBezTo>
                <a:moveTo>
                  <a:pt x="43" y="25"/>
                </a:moveTo>
                <a:cubicBezTo>
                  <a:pt x="41" y="24"/>
                  <a:pt x="38" y="23"/>
                  <a:pt x="36" y="23"/>
                </a:cubicBezTo>
                <a:cubicBezTo>
                  <a:pt x="26" y="23"/>
                  <a:pt x="18" y="31"/>
                  <a:pt x="18" y="41"/>
                </a:cubicBezTo>
                <a:cubicBezTo>
                  <a:pt x="18" y="51"/>
                  <a:pt x="26" y="59"/>
                  <a:pt x="36" y="59"/>
                </a:cubicBezTo>
                <a:cubicBezTo>
                  <a:pt x="46" y="59"/>
                  <a:pt x="54" y="51"/>
                  <a:pt x="54" y="41"/>
                </a:cubicBezTo>
                <a:cubicBezTo>
                  <a:pt x="54" y="38"/>
                  <a:pt x="53" y="36"/>
                  <a:pt x="52" y="33"/>
                </a:cubicBezTo>
                <a:moveTo>
                  <a:pt x="36" y="41"/>
                </a:moveTo>
                <a:cubicBezTo>
                  <a:pt x="75" y="2"/>
                  <a:pt x="75" y="2"/>
                  <a:pt x="75" y="2"/>
                </a:cubicBezTo>
                <a:moveTo>
                  <a:pt x="66" y="0"/>
                </a:moveTo>
                <a:cubicBezTo>
                  <a:pt x="66" y="12"/>
                  <a:pt x="66" y="12"/>
                  <a:pt x="66" y="12"/>
                </a:cubicBezTo>
                <a:cubicBezTo>
                  <a:pt x="77" y="12"/>
                  <a:pt x="77" y="12"/>
                  <a:pt x="77" y="12"/>
                </a:cubicBezTo>
                <a:moveTo>
                  <a:pt x="6" y="77"/>
                </a:moveTo>
                <a:cubicBezTo>
                  <a:pt x="13" y="69"/>
                  <a:pt x="13" y="69"/>
                  <a:pt x="13" y="69"/>
                </a:cubicBezTo>
                <a:moveTo>
                  <a:pt x="59" y="69"/>
                </a:moveTo>
                <a:cubicBezTo>
                  <a:pt x="66" y="77"/>
                  <a:pt x="66" y="77"/>
                  <a:pt x="66" y="77"/>
                </a:cubicBez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1" name="Freeform 80">
            <a:extLst>
              <a:ext uri="{FF2B5EF4-FFF2-40B4-BE49-F238E27FC236}">
                <a16:creationId xmlns:a16="http://schemas.microsoft.com/office/drawing/2014/main" id="{29881EB5-DAE5-4384-888A-CFA507CDC456}"/>
              </a:ext>
            </a:extLst>
          </p:cNvPr>
          <p:cNvSpPr>
            <a:spLocks noEditPoints="1"/>
          </p:cNvSpPr>
          <p:nvPr/>
        </p:nvSpPr>
        <p:spPr bwMode="auto">
          <a:xfrm>
            <a:off x="3189288" y="4167188"/>
            <a:ext cx="303213" cy="311150"/>
          </a:xfrm>
          <a:custGeom>
            <a:avLst/>
            <a:gdLst>
              <a:gd name="T0" fmla="*/ 30 w 81"/>
              <a:gd name="T1" fmla="*/ 8 h 83"/>
              <a:gd name="T2" fmla="*/ 71 w 81"/>
              <a:gd name="T3" fmla="*/ 33 h 83"/>
              <a:gd name="T4" fmla="*/ 81 w 81"/>
              <a:gd name="T5" fmla="*/ 53 h 83"/>
              <a:gd name="T6" fmla="*/ 72 w 81"/>
              <a:gd name="T7" fmla="*/ 53 h 83"/>
              <a:gd name="T8" fmla="*/ 72 w 81"/>
              <a:gd name="T9" fmla="*/ 67 h 83"/>
              <a:gd name="T10" fmla="*/ 68 w 81"/>
              <a:gd name="T11" fmla="*/ 71 h 83"/>
              <a:gd name="T12" fmla="*/ 59 w 81"/>
              <a:gd name="T13" fmla="*/ 71 h 83"/>
              <a:gd name="T14" fmla="*/ 59 w 81"/>
              <a:gd name="T15" fmla="*/ 83 h 83"/>
              <a:gd name="T16" fmla="*/ 22 w 81"/>
              <a:gd name="T17" fmla="*/ 83 h 83"/>
              <a:gd name="T18" fmla="*/ 22 w 81"/>
              <a:gd name="T19" fmla="*/ 71 h 83"/>
              <a:gd name="T20" fmla="*/ 18 w 81"/>
              <a:gd name="T21" fmla="*/ 62 h 83"/>
              <a:gd name="T22" fmla="*/ 45 w 81"/>
              <a:gd name="T23" fmla="*/ 37 h 83"/>
              <a:gd name="T24" fmla="*/ 45 w 81"/>
              <a:gd name="T25" fmla="*/ 32 h 83"/>
              <a:gd name="T26" fmla="*/ 39 w 81"/>
              <a:gd name="T27" fmla="*/ 29 h 83"/>
              <a:gd name="T28" fmla="*/ 38 w 81"/>
              <a:gd name="T29" fmla="*/ 27 h 83"/>
              <a:gd name="T30" fmla="*/ 41 w 81"/>
              <a:gd name="T31" fmla="*/ 21 h 83"/>
              <a:gd name="T32" fmla="*/ 37 w 81"/>
              <a:gd name="T33" fmla="*/ 17 h 83"/>
              <a:gd name="T34" fmla="*/ 30 w 81"/>
              <a:gd name="T35" fmla="*/ 19 h 83"/>
              <a:gd name="T36" fmla="*/ 28 w 81"/>
              <a:gd name="T37" fmla="*/ 18 h 83"/>
              <a:gd name="T38" fmla="*/ 26 w 81"/>
              <a:gd name="T39" fmla="*/ 12 h 83"/>
              <a:gd name="T40" fmla="*/ 20 w 81"/>
              <a:gd name="T41" fmla="*/ 12 h 83"/>
              <a:gd name="T42" fmla="*/ 17 w 81"/>
              <a:gd name="T43" fmla="*/ 18 h 83"/>
              <a:gd name="T44" fmla="*/ 15 w 81"/>
              <a:gd name="T45" fmla="*/ 19 h 83"/>
              <a:gd name="T46" fmla="*/ 9 w 81"/>
              <a:gd name="T47" fmla="*/ 17 h 83"/>
              <a:gd name="T48" fmla="*/ 5 w 81"/>
              <a:gd name="T49" fmla="*/ 21 h 83"/>
              <a:gd name="T50" fmla="*/ 8 w 81"/>
              <a:gd name="T51" fmla="*/ 27 h 83"/>
              <a:gd name="T52" fmla="*/ 7 w 81"/>
              <a:gd name="T53" fmla="*/ 29 h 83"/>
              <a:gd name="T54" fmla="*/ 0 w 81"/>
              <a:gd name="T55" fmla="*/ 32 h 83"/>
              <a:gd name="T56" fmla="*/ 0 w 81"/>
              <a:gd name="T57" fmla="*/ 37 h 83"/>
              <a:gd name="T58" fmla="*/ 7 w 81"/>
              <a:gd name="T59" fmla="*/ 40 h 83"/>
              <a:gd name="T60" fmla="*/ 8 w 81"/>
              <a:gd name="T61" fmla="*/ 42 h 83"/>
              <a:gd name="T62" fmla="*/ 5 w 81"/>
              <a:gd name="T63" fmla="*/ 48 h 83"/>
              <a:gd name="T64" fmla="*/ 9 w 81"/>
              <a:gd name="T65" fmla="*/ 52 h 83"/>
              <a:gd name="T66" fmla="*/ 15 w 81"/>
              <a:gd name="T67" fmla="*/ 50 h 83"/>
              <a:gd name="T68" fmla="*/ 17 w 81"/>
              <a:gd name="T69" fmla="*/ 50 h 83"/>
              <a:gd name="T70" fmla="*/ 20 w 81"/>
              <a:gd name="T71" fmla="*/ 57 h 83"/>
              <a:gd name="T72" fmla="*/ 26 w 81"/>
              <a:gd name="T73" fmla="*/ 57 h 83"/>
              <a:gd name="T74" fmla="*/ 28 w 81"/>
              <a:gd name="T75" fmla="*/ 50 h 83"/>
              <a:gd name="T76" fmla="*/ 30 w 81"/>
              <a:gd name="T77" fmla="*/ 50 h 83"/>
              <a:gd name="T78" fmla="*/ 37 w 81"/>
              <a:gd name="T79" fmla="*/ 52 h 83"/>
              <a:gd name="T80" fmla="*/ 41 w 81"/>
              <a:gd name="T81" fmla="*/ 48 h 83"/>
              <a:gd name="T82" fmla="*/ 38 w 81"/>
              <a:gd name="T83" fmla="*/ 42 h 83"/>
              <a:gd name="T84" fmla="*/ 39 w 81"/>
              <a:gd name="T85" fmla="*/ 40 h 83"/>
              <a:gd name="T86" fmla="*/ 45 w 81"/>
              <a:gd name="T87" fmla="*/ 37 h 83"/>
              <a:gd name="T88" fmla="*/ 23 w 81"/>
              <a:gd name="T89" fmla="*/ 25 h 83"/>
              <a:gd name="T90" fmla="*/ 13 w 81"/>
              <a:gd name="T91" fmla="*/ 34 h 83"/>
              <a:gd name="T92" fmla="*/ 23 w 81"/>
              <a:gd name="T93" fmla="*/ 44 h 83"/>
              <a:gd name="T94" fmla="*/ 32 w 81"/>
              <a:gd name="T95" fmla="*/ 34 h 83"/>
              <a:gd name="T96" fmla="*/ 23 w 81"/>
              <a:gd name="T97" fmla="*/ 25 h 83"/>
              <a:gd name="T98" fmla="*/ 59 w 81"/>
              <a:gd name="T99" fmla="*/ 71 h 83"/>
              <a:gd name="T100" fmla="*/ 53 w 81"/>
              <a:gd name="T101"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1" h="83">
                <a:moveTo>
                  <a:pt x="30" y="8"/>
                </a:moveTo>
                <a:cubicBezTo>
                  <a:pt x="75" y="0"/>
                  <a:pt x="71" y="33"/>
                  <a:pt x="71" y="33"/>
                </a:cubicBezTo>
                <a:cubicBezTo>
                  <a:pt x="81" y="53"/>
                  <a:pt x="81" y="53"/>
                  <a:pt x="81" y="53"/>
                </a:cubicBezTo>
                <a:cubicBezTo>
                  <a:pt x="72" y="53"/>
                  <a:pt x="72" y="53"/>
                  <a:pt x="72" y="53"/>
                </a:cubicBezTo>
                <a:cubicBezTo>
                  <a:pt x="72" y="67"/>
                  <a:pt x="72" y="67"/>
                  <a:pt x="72" y="67"/>
                </a:cubicBezTo>
                <a:cubicBezTo>
                  <a:pt x="72" y="69"/>
                  <a:pt x="70" y="71"/>
                  <a:pt x="68" y="71"/>
                </a:cubicBezTo>
                <a:cubicBezTo>
                  <a:pt x="59" y="71"/>
                  <a:pt x="59" y="71"/>
                  <a:pt x="59" y="71"/>
                </a:cubicBezTo>
                <a:cubicBezTo>
                  <a:pt x="59" y="83"/>
                  <a:pt x="59" y="83"/>
                  <a:pt x="59" y="83"/>
                </a:cubicBezTo>
                <a:moveTo>
                  <a:pt x="22" y="83"/>
                </a:moveTo>
                <a:cubicBezTo>
                  <a:pt x="22" y="71"/>
                  <a:pt x="22" y="71"/>
                  <a:pt x="22" y="71"/>
                </a:cubicBezTo>
                <a:cubicBezTo>
                  <a:pt x="18" y="62"/>
                  <a:pt x="18" y="62"/>
                  <a:pt x="18" y="62"/>
                </a:cubicBezTo>
                <a:moveTo>
                  <a:pt x="45" y="37"/>
                </a:moveTo>
                <a:cubicBezTo>
                  <a:pt x="45" y="32"/>
                  <a:pt x="45" y="32"/>
                  <a:pt x="45" y="32"/>
                </a:cubicBezTo>
                <a:cubicBezTo>
                  <a:pt x="39" y="29"/>
                  <a:pt x="39" y="29"/>
                  <a:pt x="39" y="29"/>
                </a:cubicBezTo>
                <a:cubicBezTo>
                  <a:pt x="38" y="28"/>
                  <a:pt x="38" y="28"/>
                  <a:pt x="38" y="27"/>
                </a:cubicBezTo>
                <a:cubicBezTo>
                  <a:pt x="41" y="21"/>
                  <a:pt x="41" y="21"/>
                  <a:pt x="41" y="21"/>
                </a:cubicBezTo>
                <a:cubicBezTo>
                  <a:pt x="37" y="17"/>
                  <a:pt x="37" y="17"/>
                  <a:pt x="37" y="17"/>
                </a:cubicBezTo>
                <a:cubicBezTo>
                  <a:pt x="30" y="19"/>
                  <a:pt x="30" y="19"/>
                  <a:pt x="30" y="19"/>
                </a:cubicBezTo>
                <a:cubicBezTo>
                  <a:pt x="30" y="19"/>
                  <a:pt x="29" y="19"/>
                  <a:pt x="28" y="18"/>
                </a:cubicBezTo>
                <a:cubicBezTo>
                  <a:pt x="26" y="12"/>
                  <a:pt x="26" y="12"/>
                  <a:pt x="26" y="12"/>
                </a:cubicBezTo>
                <a:cubicBezTo>
                  <a:pt x="20" y="12"/>
                  <a:pt x="20" y="12"/>
                  <a:pt x="20" y="12"/>
                </a:cubicBezTo>
                <a:cubicBezTo>
                  <a:pt x="17" y="18"/>
                  <a:pt x="17" y="18"/>
                  <a:pt x="17" y="18"/>
                </a:cubicBezTo>
                <a:cubicBezTo>
                  <a:pt x="17" y="19"/>
                  <a:pt x="16" y="19"/>
                  <a:pt x="15" y="19"/>
                </a:cubicBezTo>
                <a:cubicBezTo>
                  <a:pt x="9" y="17"/>
                  <a:pt x="9" y="17"/>
                  <a:pt x="9" y="17"/>
                </a:cubicBezTo>
                <a:cubicBezTo>
                  <a:pt x="5" y="21"/>
                  <a:pt x="5" y="21"/>
                  <a:pt x="5" y="21"/>
                </a:cubicBezTo>
                <a:cubicBezTo>
                  <a:pt x="8" y="27"/>
                  <a:pt x="8" y="27"/>
                  <a:pt x="8" y="27"/>
                </a:cubicBezTo>
                <a:cubicBezTo>
                  <a:pt x="7" y="28"/>
                  <a:pt x="7" y="28"/>
                  <a:pt x="7" y="29"/>
                </a:cubicBezTo>
                <a:cubicBezTo>
                  <a:pt x="0" y="32"/>
                  <a:pt x="0" y="32"/>
                  <a:pt x="0" y="32"/>
                </a:cubicBezTo>
                <a:cubicBezTo>
                  <a:pt x="0" y="37"/>
                  <a:pt x="0" y="37"/>
                  <a:pt x="0" y="37"/>
                </a:cubicBezTo>
                <a:cubicBezTo>
                  <a:pt x="7" y="40"/>
                  <a:pt x="7" y="40"/>
                  <a:pt x="7" y="40"/>
                </a:cubicBezTo>
                <a:cubicBezTo>
                  <a:pt x="7" y="41"/>
                  <a:pt x="7" y="41"/>
                  <a:pt x="8" y="42"/>
                </a:cubicBezTo>
                <a:cubicBezTo>
                  <a:pt x="5" y="48"/>
                  <a:pt x="5" y="48"/>
                  <a:pt x="5" y="48"/>
                </a:cubicBezTo>
                <a:cubicBezTo>
                  <a:pt x="9" y="52"/>
                  <a:pt x="9" y="52"/>
                  <a:pt x="9" y="52"/>
                </a:cubicBezTo>
                <a:cubicBezTo>
                  <a:pt x="15" y="50"/>
                  <a:pt x="15" y="50"/>
                  <a:pt x="15" y="50"/>
                </a:cubicBezTo>
                <a:cubicBezTo>
                  <a:pt x="16" y="50"/>
                  <a:pt x="17" y="50"/>
                  <a:pt x="17" y="50"/>
                </a:cubicBezTo>
                <a:cubicBezTo>
                  <a:pt x="20" y="57"/>
                  <a:pt x="20" y="57"/>
                  <a:pt x="20" y="57"/>
                </a:cubicBezTo>
                <a:cubicBezTo>
                  <a:pt x="26" y="57"/>
                  <a:pt x="26" y="57"/>
                  <a:pt x="26" y="57"/>
                </a:cubicBezTo>
                <a:cubicBezTo>
                  <a:pt x="28" y="50"/>
                  <a:pt x="28" y="50"/>
                  <a:pt x="28" y="50"/>
                </a:cubicBezTo>
                <a:cubicBezTo>
                  <a:pt x="29" y="50"/>
                  <a:pt x="30" y="50"/>
                  <a:pt x="30" y="50"/>
                </a:cubicBezTo>
                <a:cubicBezTo>
                  <a:pt x="37" y="52"/>
                  <a:pt x="37" y="52"/>
                  <a:pt x="37" y="52"/>
                </a:cubicBezTo>
                <a:cubicBezTo>
                  <a:pt x="41" y="48"/>
                  <a:pt x="41" y="48"/>
                  <a:pt x="41" y="48"/>
                </a:cubicBezTo>
                <a:cubicBezTo>
                  <a:pt x="38" y="42"/>
                  <a:pt x="38" y="42"/>
                  <a:pt x="38" y="42"/>
                </a:cubicBezTo>
                <a:cubicBezTo>
                  <a:pt x="38" y="41"/>
                  <a:pt x="38" y="41"/>
                  <a:pt x="39" y="40"/>
                </a:cubicBezTo>
                <a:lnTo>
                  <a:pt x="45" y="37"/>
                </a:lnTo>
                <a:close/>
                <a:moveTo>
                  <a:pt x="23" y="25"/>
                </a:moveTo>
                <a:cubicBezTo>
                  <a:pt x="18" y="25"/>
                  <a:pt x="13" y="29"/>
                  <a:pt x="13" y="34"/>
                </a:cubicBezTo>
                <a:cubicBezTo>
                  <a:pt x="13" y="40"/>
                  <a:pt x="18" y="44"/>
                  <a:pt x="23" y="44"/>
                </a:cubicBezTo>
                <a:cubicBezTo>
                  <a:pt x="28" y="44"/>
                  <a:pt x="32" y="40"/>
                  <a:pt x="32" y="34"/>
                </a:cubicBezTo>
                <a:cubicBezTo>
                  <a:pt x="32" y="29"/>
                  <a:pt x="28" y="25"/>
                  <a:pt x="23" y="25"/>
                </a:cubicBezTo>
                <a:close/>
                <a:moveTo>
                  <a:pt x="59" y="71"/>
                </a:moveTo>
                <a:cubicBezTo>
                  <a:pt x="53" y="71"/>
                  <a:pt x="53" y="71"/>
                  <a:pt x="53" y="71"/>
                </a:cubicBez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2" name="Freeform 81">
            <a:extLst>
              <a:ext uri="{FF2B5EF4-FFF2-40B4-BE49-F238E27FC236}">
                <a16:creationId xmlns:a16="http://schemas.microsoft.com/office/drawing/2014/main" id="{BBA902C7-B9F3-4A5E-92A6-57DB28338923}"/>
              </a:ext>
            </a:extLst>
          </p:cNvPr>
          <p:cNvSpPr>
            <a:spLocks noEditPoints="1"/>
          </p:cNvSpPr>
          <p:nvPr/>
        </p:nvSpPr>
        <p:spPr bwMode="auto">
          <a:xfrm>
            <a:off x="3143251" y="2413000"/>
            <a:ext cx="393700" cy="220663"/>
          </a:xfrm>
          <a:custGeom>
            <a:avLst/>
            <a:gdLst>
              <a:gd name="T0" fmla="*/ 25 w 105"/>
              <a:gd name="T1" fmla="*/ 48 h 59"/>
              <a:gd name="T2" fmla="*/ 24 w 105"/>
              <a:gd name="T3" fmla="*/ 44 h 59"/>
              <a:gd name="T4" fmla="*/ 30 w 105"/>
              <a:gd name="T5" fmla="*/ 38 h 59"/>
              <a:gd name="T6" fmla="*/ 34 w 105"/>
              <a:gd name="T7" fmla="*/ 41 h 59"/>
              <a:gd name="T8" fmla="*/ 29 w 105"/>
              <a:gd name="T9" fmla="*/ 48 h 59"/>
              <a:gd name="T10" fmla="*/ 64 w 105"/>
              <a:gd name="T11" fmla="*/ 43 h 59"/>
              <a:gd name="T12" fmla="*/ 76 w 105"/>
              <a:gd name="T13" fmla="*/ 49 h 59"/>
              <a:gd name="T14" fmla="*/ 77 w 105"/>
              <a:gd name="T15" fmla="*/ 43 h 59"/>
              <a:gd name="T16" fmla="*/ 64 w 105"/>
              <a:gd name="T17" fmla="*/ 53 h 59"/>
              <a:gd name="T18" fmla="*/ 70 w 105"/>
              <a:gd name="T19" fmla="*/ 53 h 59"/>
              <a:gd name="T20" fmla="*/ 71 w 105"/>
              <a:gd name="T21" fmla="*/ 49 h 59"/>
              <a:gd name="T22" fmla="*/ 57 w 105"/>
              <a:gd name="T23" fmla="*/ 57 h 59"/>
              <a:gd name="T24" fmla="*/ 63 w 105"/>
              <a:gd name="T25" fmla="*/ 57 h 59"/>
              <a:gd name="T26" fmla="*/ 64 w 105"/>
              <a:gd name="T27" fmla="*/ 53 h 59"/>
              <a:gd name="T28" fmla="*/ 49 w 105"/>
              <a:gd name="T29" fmla="*/ 58 h 59"/>
              <a:gd name="T30" fmla="*/ 56 w 105"/>
              <a:gd name="T31" fmla="*/ 58 h 59"/>
              <a:gd name="T32" fmla="*/ 33 w 105"/>
              <a:gd name="T33" fmla="*/ 53 h 59"/>
              <a:gd name="T34" fmla="*/ 40 w 105"/>
              <a:gd name="T35" fmla="*/ 40 h 59"/>
              <a:gd name="T36" fmla="*/ 36 w 105"/>
              <a:gd name="T37" fmla="*/ 41 h 59"/>
              <a:gd name="T38" fmla="*/ 29 w 105"/>
              <a:gd name="T39" fmla="*/ 53 h 59"/>
              <a:gd name="T40" fmla="*/ 33 w 105"/>
              <a:gd name="T41" fmla="*/ 53 h 59"/>
              <a:gd name="T42" fmla="*/ 46 w 105"/>
              <a:gd name="T43" fmla="*/ 48 h 59"/>
              <a:gd name="T44" fmla="*/ 43 w 105"/>
              <a:gd name="T45" fmla="*/ 43 h 59"/>
              <a:gd name="T46" fmla="*/ 35 w 105"/>
              <a:gd name="T47" fmla="*/ 52 h 59"/>
              <a:gd name="T48" fmla="*/ 37 w 105"/>
              <a:gd name="T49" fmla="*/ 57 h 59"/>
              <a:gd name="T50" fmla="*/ 48 w 105"/>
              <a:gd name="T51" fmla="*/ 55 h 59"/>
              <a:gd name="T52" fmla="*/ 49 w 105"/>
              <a:gd name="T53" fmla="*/ 50 h 59"/>
              <a:gd name="T54" fmla="*/ 45 w 105"/>
              <a:gd name="T55" fmla="*/ 50 h 59"/>
              <a:gd name="T56" fmla="*/ 41 w 105"/>
              <a:gd name="T57" fmla="*/ 59 h 59"/>
              <a:gd name="T58" fmla="*/ 45 w 105"/>
              <a:gd name="T59" fmla="*/ 58 h 59"/>
              <a:gd name="T60" fmla="*/ 90 w 105"/>
              <a:gd name="T61" fmla="*/ 0 h 59"/>
              <a:gd name="T62" fmla="*/ 87 w 105"/>
              <a:gd name="T63" fmla="*/ 36 h 59"/>
              <a:gd name="T64" fmla="*/ 105 w 105"/>
              <a:gd name="T65" fmla="*/ 28 h 59"/>
              <a:gd name="T66" fmla="*/ 57 w 105"/>
              <a:gd name="T67" fmla="*/ 15 h 59"/>
              <a:gd name="T68" fmla="*/ 52 w 105"/>
              <a:gd name="T69" fmla="*/ 16 h 59"/>
              <a:gd name="T70" fmla="*/ 36 w 105"/>
              <a:gd name="T71" fmla="*/ 23 h 59"/>
              <a:gd name="T72" fmla="*/ 50 w 105"/>
              <a:gd name="T73" fmla="*/ 27 h 59"/>
              <a:gd name="T74" fmla="*/ 77 w 105"/>
              <a:gd name="T75" fmla="*/ 43 h 59"/>
              <a:gd name="T76" fmla="*/ 82 w 105"/>
              <a:gd name="T77" fmla="*/ 37 h 59"/>
              <a:gd name="T78" fmla="*/ 77 w 105"/>
              <a:gd name="T79" fmla="*/ 43 h 59"/>
              <a:gd name="T80" fmla="*/ 26 w 105"/>
              <a:gd name="T81" fmla="*/ 42 h 59"/>
              <a:gd name="T82" fmla="*/ 15 w 105"/>
              <a:gd name="T83" fmla="*/ 39 h 59"/>
              <a:gd name="T84" fmla="*/ 22 w 105"/>
              <a:gd name="T85" fmla="*/ 0 h 59"/>
              <a:gd name="T86" fmla="*/ 25 w 105"/>
              <a:gd name="T87" fmla="*/ 43 h 59"/>
              <a:gd name="T88" fmla="*/ 35 w 105"/>
              <a:gd name="T89"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5" h="59">
                <a:moveTo>
                  <a:pt x="27" y="49"/>
                </a:moveTo>
                <a:cubicBezTo>
                  <a:pt x="26" y="49"/>
                  <a:pt x="25" y="49"/>
                  <a:pt x="25" y="48"/>
                </a:cubicBezTo>
                <a:cubicBezTo>
                  <a:pt x="24" y="48"/>
                  <a:pt x="24" y="47"/>
                  <a:pt x="24" y="46"/>
                </a:cubicBezTo>
                <a:cubicBezTo>
                  <a:pt x="24" y="45"/>
                  <a:pt x="24" y="45"/>
                  <a:pt x="24" y="44"/>
                </a:cubicBezTo>
                <a:cubicBezTo>
                  <a:pt x="28" y="39"/>
                  <a:pt x="28" y="39"/>
                  <a:pt x="28" y="39"/>
                </a:cubicBezTo>
                <a:cubicBezTo>
                  <a:pt x="29" y="39"/>
                  <a:pt x="30" y="39"/>
                  <a:pt x="30" y="38"/>
                </a:cubicBezTo>
                <a:cubicBezTo>
                  <a:pt x="31" y="38"/>
                  <a:pt x="32" y="39"/>
                  <a:pt x="33" y="39"/>
                </a:cubicBezTo>
                <a:cubicBezTo>
                  <a:pt x="34" y="40"/>
                  <a:pt x="34" y="41"/>
                  <a:pt x="34" y="41"/>
                </a:cubicBezTo>
                <a:cubicBezTo>
                  <a:pt x="34" y="42"/>
                  <a:pt x="34" y="43"/>
                  <a:pt x="33" y="44"/>
                </a:cubicBezTo>
                <a:cubicBezTo>
                  <a:pt x="29" y="48"/>
                  <a:pt x="29" y="48"/>
                  <a:pt x="29" y="48"/>
                </a:cubicBezTo>
                <a:cubicBezTo>
                  <a:pt x="29" y="49"/>
                  <a:pt x="28" y="49"/>
                  <a:pt x="27" y="49"/>
                </a:cubicBezTo>
                <a:close/>
                <a:moveTo>
                  <a:pt x="64" y="43"/>
                </a:moveTo>
                <a:cubicBezTo>
                  <a:pt x="64" y="43"/>
                  <a:pt x="71" y="49"/>
                  <a:pt x="73" y="50"/>
                </a:cubicBezTo>
                <a:cubicBezTo>
                  <a:pt x="75" y="50"/>
                  <a:pt x="76" y="49"/>
                  <a:pt x="76" y="49"/>
                </a:cubicBezTo>
                <a:cubicBezTo>
                  <a:pt x="77" y="48"/>
                  <a:pt x="78" y="47"/>
                  <a:pt x="78" y="45"/>
                </a:cubicBezTo>
                <a:cubicBezTo>
                  <a:pt x="78" y="45"/>
                  <a:pt x="78" y="44"/>
                  <a:pt x="77" y="43"/>
                </a:cubicBezTo>
                <a:moveTo>
                  <a:pt x="58" y="47"/>
                </a:moveTo>
                <a:cubicBezTo>
                  <a:pt x="64" y="53"/>
                  <a:pt x="64" y="53"/>
                  <a:pt x="64" y="53"/>
                </a:cubicBezTo>
                <a:cubicBezTo>
                  <a:pt x="65" y="54"/>
                  <a:pt x="66" y="54"/>
                  <a:pt x="67" y="54"/>
                </a:cubicBezTo>
                <a:cubicBezTo>
                  <a:pt x="68" y="54"/>
                  <a:pt x="69" y="54"/>
                  <a:pt x="70" y="53"/>
                </a:cubicBezTo>
                <a:cubicBezTo>
                  <a:pt x="71" y="52"/>
                  <a:pt x="71" y="51"/>
                  <a:pt x="71" y="50"/>
                </a:cubicBezTo>
                <a:cubicBezTo>
                  <a:pt x="71" y="50"/>
                  <a:pt x="71" y="49"/>
                  <a:pt x="71" y="49"/>
                </a:cubicBezTo>
                <a:moveTo>
                  <a:pt x="54" y="54"/>
                </a:moveTo>
                <a:cubicBezTo>
                  <a:pt x="57" y="57"/>
                  <a:pt x="57" y="57"/>
                  <a:pt x="57" y="57"/>
                </a:cubicBezTo>
                <a:cubicBezTo>
                  <a:pt x="58" y="58"/>
                  <a:pt x="59" y="58"/>
                  <a:pt x="60" y="58"/>
                </a:cubicBezTo>
                <a:cubicBezTo>
                  <a:pt x="61" y="58"/>
                  <a:pt x="62" y="58"/>
                  <a:pt x="63" y="57"/>
                </a:cubicBezTo>
                <a:cubicBezTo>
                  <a:pt x="64" y="56"/>
                  <a:pt x="64" y="55"/>
                  <a:pt x="64" y="54"/>
                </a:cubicBezTo>
                <a:cubicBezTo>
                  <a:pt x="64" y="54"/>
                  <a:pt x="64" y="53"/>
                  <a:pt x="64" y="53"/>
                </a:cubicBezTo>
                <a:moveTo>
                  <a:pt x="47" y="57"/>
                </a:moveTo>
                <a:cubicBezTo>
                  <a:pt x="49" y="58"/>
                  <a:pt x="49" y="58"/>
                  <a:pt x="49" y="58"/>
                </a:cubicBezTo>
                <a:cubicBezTo>
                  <a:pt x="49" y="58"/>
                  <a:pt x="51" y="59"/>
                  <a:pt x="53" y="59"/>
                </a:cubicBezTo>
                <a:cubicBezTo>
                  <a:pt x="54" y="58"/>
                  <a:pt x="55" y="58"/>
                  <a:pt x="56" y="58"/>
                </a:cubicBezTo>
                <a:cubicBezTo>
                  <a:pt x="56" y="57"/>
                  <a:pt x="56" y="57"/>
                  <a:pt x="57" y="56"/>
                </a:cubicBezTo>
                <a:moveTo>
                  <a:pt x="33" y="53"/>
                </a:moveTo>
                <a:cubicBezTo>
                  <a:pt x="40" y="45"/>
                  <a:pt x="40" y="45"/>
                  <a:pt x="40" y="45"/>
                </a:cubicBezTo>
                <a:cubicBezTo>
                  <a:pt x="42" y="44"/>
                  <a:pt x="41" y="42"/>
                  <a:pt x="40" y="40"/>
                </a:cubicBezTo>
                <a:cubicBezTo>
                  <a:pt x="40" y="40"/>
                  <a:pt x="39" y="40"/>
                  <a:pt x="38" y="40"/>
                </a:cubicBezTo>
                <a:cubicBezTo>
                  <a:pt x="37" y="40"/>
                  <a:pt x="36" y="40"/>
                  <a:pt x="36" y="41"/>
                </a:cubicBezTo>
                <a:cubicBezTo>
                  <a:pt x="29" y="49"/>
                  <a:pt x="29" y="49"/>
                  <a:pt x="29" y="49"/>
                </a:cubicBezTo>
                <a:cubicBezTo>
                  <a:pt x="27" y="50"/>
                  <a:pt x="28" y="52"/>
                  <a:pt x="29" y="53"/>
                </a:cubicBezTo>
                <a:cubicBezTo>
                  <a:pt x="29" y="54"/>
                  <a:pt x="30" y="54"/>
                  <a:pt x="31" y="54"/>
                </a:cubicBezTo>
                <a:cubicBezTo>
                  <a:pt x="32" y="54"/>
                  <a:pt x="33" y="54"/>
                  <a:pt x="33" y="53"/>
                </a:cubicBezTo>
                <a:close/>
                <a:moveTo>
                  <a:pt x="39" y="56"/>
                </a:moveTo>
                <a:cubicBezTo>
                  <a:pt x="46" y="48"/>
                  <a:pt x="46" y="48"/>
                  <a:pt x="46" y="48"/>
                </a:cubicBezTo>
                <a:cubicBezTo>
                  <a:pt x="47" y="47"/>
                  <a:pt x="47" y="45"/>
                  <a:pt x="46" y="44"/>
                </a:cubicBezTo>
                <a:cubicBezTo>
                  <a:pt x="45" y="43"/>
                  <a:pt x="44" y="43"/>
                  <a:pt x="43" y="43"/>
                </a:cubicBezTo>
                <a:cubicBezTo>
                  <a:pt x="42" y="43"/>
                  <a:pt x="42" y="44"/>
                  <a:pt x="41" y="44"/>
                </a:cubicBezTo>
                <a:cubicBezTo>
                  <a:pt x="35" y="52"/>
                  <a:pt x="35" y="52"/>
                  <a:pt x="35" y="52"/>
                </a:cubicBezTo>
                <a:cubicBezTo>
                  <a:pt x="33" y="53"/>
                  <a:pt x="33" y="55"/>
                  <a:pt x="35" y="56"/>
                </a:cubicBezTo>
                <a:cubicBezTo>
                  <a:pt x="35" y="57"/>
                  <a:pt x="36" y="57"/>
                  <a:pt x="37" y="57"/>
                </a:cubicBezTo>
                <a:cubicBezTo>
                  <a:pt x="38" y="57"/>
                  <a:pt x="39" y="56"/>
                  <a:pt x="39" y="56"/>
                </a:cubicBezTo>
                <a:close/>
                <a:moveTo>
                  <a:pt x="48" y="55"/>
                </a:moveTo>
                <a:cubicBezTo>
                  <a:pt x="49" y="54"/>
                  <a:pt x="49" y="54"/>
                  <a:pt x="49" y="54"/>
                </a:cubicBezTo>
                <a:cubicBezTo>
                  <a:pt x="50" y="53"/>
                  <a:pt x="50" y="51"/>
                  <a:pt x="49" y="50"/>
                </a:cubicBezTo>
                <a:cubicBezTo>
                  <a:pt x="48" y="49"/>
                  <a:pt x="47" y="49"/>
                  <a:pt x="46" y="49"/>
                </a:cubicBezTo>
                <a:cubicBezTo>
                  <a:pt x="46" y="49"/>
                  <a:pt x="45" y="49"/>
                  <a:pt x="45" y="50"/>
                </a:cubicBezTo>
                <a:cubicBezTo>
                  <a:pt x="41" y="54"/>
                  <a:pt x="41" y="54"/>
                  <a:pt x="41" y="54"/>
                </a:cubicBezTo>
                <a:cubicBezTo>
                  <a:pt x="40" y="55"/>
                  <a:pt x="40" y="57"/>
                  <a:pt x="41" y="59"/>
                </a:cubicBezTo>
                <a:cubicBezTo>
                  <a:pt x="42" y="59"/>
                  <a:pt x="43" y="59"/>
                  <a:pt x="44" y="59"/>
                </a:cubicBezTo>
                <a:cubicBezTo>
                  <a:pt x="44" y="59"/>
                  <a:pt x="45" y="59"/>
                  <a:pt x="45" y="58"/>
                </a:cubicBezTo>
                <a:lnTo>
                  <a:pt x="48" y="55"/>
                </a:lnTo>
                <a:close/>
                <a:moveTo>
                  <a:pt x="90" y="0"/>
                </a:moveTo>
                <a:cubicBezTo>
                  <a:pt x="83" y="4"/>
                  <a:pt x="74" y="9"/>
                  <a:pt x="72" y="10"/>
                </a:cubicBezTo>
                <a:cubicBezTo>
                  <a:pt x="73" y="12"/>
                  <a:pt x="80" y="22"/>
                  <a:pt x="87" y="36"/>
                </a:cubicBezTo>
                <a:cubicBezTo>
                  <a:pt x="88" y="37"/>
                  <a:pt x="88" y="37"/>
                  <a:pt x="88" y="37"/>
                </a:cubicBezTo>
                <a:cubicBezTo>
                  <a:pt x="105" y="28"/>
                  <a:pt x="105" y="28"/>
                  <a:pt x="105" y="28"/>
                </a:cubicBezTo>
                <a:moveTo>
                  <a:pt x="74" y="14"/>
                </a:moveTo>
                <a:cubicBezTo>
                  <a:pt x="66" y="10"/>
                  <a:pt x="62" y="15"/>
                  <a:pt x="57" y="15"/>
                </a:cubicBezTo>
                <a:cubicBezTo>
                  <a:pt x="54" y="15"/>
                  <a:pt x="53" y="16"/>
                  <a:pt x="52" y="16"/>
                </a:cubicBezTo>
                <a:cubicBezTo>
                  <a:pt x="52" y="16"/>
                  <a:pt x="52" y="16"/>
                  <a:pt x="52" y="16"/>
                </a:cubicBezTo>
                <a:cubicBezTo>
                  <a:pt x="51" y="16"/>
                  <a:pt x="51" y="16"/>
                  <a:pt x="50" y="16"/>
                </a:cubicBezTo>
                <a:cubicBezTo>
                  <a:pt x="36" y="23"/>
                  <a:pt x="36" y="23"/>
                  <a:pt x="36" y="23"/>
                </a:cubicBezTo>
                <a:cubicBezTo>
                  <a:pt x="29" y="27"/>
                  <a:pt x="36" y="32"/>
                  <a:pt x="38" y="31"/>
                </a:cubicBezTo>
                <a:cubicBezTo>
                  <a:pt x="40" y="31"/>
                  <a:pt x="46" y="28"/>
                  <a:pt x="50" y="27"/>
                </a:cubicBezTo>
                <a:cubicBezTo>
                  <a:pt x="52" y="26"/>
                  <a:pt x="55" y="26"/>
                  <a:pt x="57" y="28"/>
                </a:cubicBezTo>
                <a:cubicBezTo>
                  <a:pt x="63" y="32"/>
                  <a:pt x="76" y="42"/>
                  <a:pt x="77" y="43"/>
                </a:cubicBezTo>
                <a:moveTo>
                  <a:pt x="86" y="34"/>
                </a:moveTo>
                <a:cubicBezTo>
                  <a:pt x="85" y="35"/>
                  <a:pt x="82" y="36"/>
                  <a:pt x="82" y="37"/>
                </a:cubicBezTo>
                <a:cubicBezTo>
                  <a:pt x="81" y="38"/>
                  <a:pt x="81" y="38"/>
                  <a:pt x="80" y="39"/>
                </a:cubicBezTo>
                <a:cubicBezTo>
                  <a:pt x="79" y="41"/>
                  <a:pt x="78" y="43"/>
                  <a:pt x="77" y="43"/>
                </a:cubicBezTo>
                <a:moveTo>
                  <a:pt x="26" y="42"/>
                </a:moveTo>
                <a:cubicBezTo>
                  <a:pt x="26" y="42"/>
                  <a:pt x="26" y="42"/>
                  <a:pt x="26" y="42"/>
                </a:cubicBezTo>
                <a:moveTo>
                  <a:pt x="0" y="27"/>
                </a:moveTo>
                <a:cubicBezTo>
                  <a:pt x="15" y="39"/>
                  <a:pt x="15" y="39"/>
                  <a:pt x="15" y="39"/>
                </a:cubicBezTo>
                <a:cubicBezTo>
                  <a:pt x="36" y="12"/>
                  <a:pt x="36" y="12"/>
                  <a:pt x="36" y="12"/>
                </a:cubicBezTo>
                <a:cubicBezTo>
                  <a:pt x="22" y="0"/>
                  <a:pt x="22" y="0"/>
                  <a:pt x="22" y="0"/>
                </a:cubicBezTo>
                <a:moveTo>
                  <a:pt x="17" y="37"/>
                </a:moveTo>
                <a:cubicBezTo>
                  <a:pt x="21" y="41"/>
                  <a:pt x="25" y="43"/>
                  <a:pt x="25" y="43"/>
                </a:cubicBezTo>
                <a:moveTo>
                  <a:pt x="45" y="19"/>
                </a:moveTo>
                <a:cubicBezTo>
                  <a:pt x="43" y="18"/>
                  <a:pt x="39" y="16"/>
                  <a:pt x="35" y="15"/>
                </a:cubicBez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3" name="Freeform 82">
            <a:extLst>
              <a:ext uri="{FF2B5EF4-FFF2-40B4-BE49-F238E27FC236}">
                <a16:creationId xmlns:a16="http://schemas.microsoft.com/office/drawing/2014/main" id="{8E4C2D2A-511A-4006-86FC-5D48C518471F}"/>
              </a:ext>
            </a:extLst>
          </p:cNvPr>
          <p:cNvSpPr>
            <a:spLocks noEditPoints="1"/>
          </p:cNvSpPr>
          <p:nvPr/>
        </p:nvSpPr>
        <p:spPr bwMode="auto">
          <a:xfrm>
            <a:off x="3181351" y="1462088"/>
            <a:ext cx="314325" cy="315913"/>
          </a:xfrm>
          <a:custGeom>
            <a:avLst/>
            <a:gdLst>
              <a:gd name="T0" fmla="*/ 72 w 84"/>
              <a:gd name="T1" fmla="*/ 52 h 84"/>
              <a:gd name="T2" fmla="*/ 71 w 84"/>
              <a:gd name="T3" fmla="*/ 56 h 84"/>
              <a:gd name="T4" fmla="*/ 76 w 84"/>
              <a:gd name="T5" fmla="*/ 68 h 84"/>
              <a:gd name="T6" fmla="*/ 68 w 84"/>
              <a:gd name="T7" fmla="*/ 75 h 84"/>
              <a:gd name="T8" fmla="*/ 57 w 84"/>
              <a:gd name="T9" fmla="*/ 70 h 84"/>
              <a:gd name="T10" fmla="*/ 52 w 84"/>
              <a:gd name="T11" fmla="*/ 72 h 84"/>
              <a:gd name="T12" fmla="*/ 48 w 84"/>
              <a:gd name="T13" fmla="*/ 84 h 84"/>
              <a:gd name="T14" fmla="*/ 37 w 84"/>
              <a:gd name="T15" fmla="*/ 84 h 84"/>
              <a:gd name="T16" fmla="*/ 32 w 84"/>
              <a:gd name="T17" fmla="*/ 72 h 84"/>
              <a:gd name="T18" fmla="*/ 28 w 84"/>
              <a:gd name="T19" fmla="*/ 70 h 84"/>
              <a:gd name="T20" fmla="*/ 16 w 84"/>
              <a:gd name="T21" fmla="*/ 75 h 84"/>
              <a:gd name="T22" fmla="*/ 9 w 84"/>
              <a:gd name="T23" fmla="*/ 68 h 84"/>
              <a:gd name="T24" fmla="*/ 14 w 84"/>
              <a:gd name="T25" fmla="*/ 56 h 84"/>
              <a:gd name="T26" fmla="*/ 12 w 84"/>
              <a:gd name="T27" fmla="*/ 52 h 84"/>
              <a:gd name="T28" fmla="*/ 0 w 84"/>
              <a:gd name="T29" fmla="*/ 47 h 84"/>
              <a:gd name="T30" fmla="*/ 0 w 84"/>
              <a:gd name="T31" fmla="*/ 36 h 84"/>
              <a:gd name="T32" fmla="*/ 12 w 84"/>
              <a:gd name="T33" fmla="*/ 32 h 84"/>
              <a:gd name="T34" fmla="*/ 14 w 84"/>
              <a:gd name="T35" fmla="*/ 28 h 84"/>
              <a:gd name="T36" fmla="*/ 9 w 84"/>
              <a:gd name="T37" fmla="*/ 16 h 84"/>
              <a:gd name="T38" fmla="*/ 16 w 84"/>
              <a:gd name="T39" fmla="*/ 8 h 84"/>
              <a:gd name="T40" fmla="*/ 28 w 84"/>
              <a:gd name="T41" fmla="*/ 13 h 84"/>
              <a:gd name="T42" fmla="*/ 32 w 84"/>
              <a:gd name="T43" fmla="*/ 12 h 84"/>
              <a:gd name="T44" fmla="*/ 37 w 84"/>
              <a:gd name="T45" fmla="*/ 0 h 84"/>
              <a:gd name="T46" fmla="*/ 48 w 84"/>
              <a:gd name="T47" fmla="*/ 0 h 84"/>
              <a:gd name="T48" fmla="*/ 52 w 84"/>
              <a:gd name="T49" fmla="*/ 12 h 84"/>
              <a:gd name="T50" fmla="*/ 57 w 84"/>
              <a:gd name="T51" fmla="*/ 13 h 84"/>
              <a:gd name="T52" fmla="*/ 68 w 84"/>
              <a:gd name="T53" fmla="*/ 8 h 84"/>
              <a:gd name="T54" fmla="*/ 76 w 84"/>
              <a:gd name="T55" fmla="*/ 16 h 84"/>
              <a:gd name="T56" fmla="*/ 71 w 84"/>
              <a:gd name="T57" fmla="*/ 28 h 84"/>
              <a:gd name="T58" fmla="*/ 72 w 84"/>
              <a:gd name="T59" fmla="*/ 32 h 84"/>
              <a:gd name="T60" fmla="*/ 84 w 84"/>
              <a:gd name="T61" fmla="*/ 36 h 84"/>
              <a:gd name="T62" fmla="*/ 84 w 84"/>
              <a:gd name="T63" fmla="*/ 47 h 84"/>
              <a:gd name="T64" fmla="*/ 72 w 84"/>
              <a:gd name="T65" fmla="*/ 52 h 84"/>
              <a:gd name="T66" fmla="*/ 38 w 84"/>
              <a:gd name="T67" fmla="*/ 43 h 84"/>
              <a:gd name="T68" fmla="*/ 17 w 84"/>
              <a:gd name="T69" fmla="*/ 36 h 84"/>
              <a:gd name="T70" fmla="*/ 16 w 84"/>
              <a:gd name="T71" fmla="*/ 42 h 84"/>
              <a:gd name="T72" fmla="*/ 25 w 84"/>
              <a:gd name="T73" fmla="*/ 61 h 84"/>
              <a:gd name="T74" fmla="*/ 38 w 84"/>
              <a:gd name="T75" fmla="*/ 43 h 84"/>
              <a:gd name="T76" fmla="*/ 40 w 84"/>
              <a:gd name="T77" fmla="*/ 38 h 84"/>
              <a:gd name="T78" fmla="*/ 40 w 84"/>
              <a:gd name="T79" fmla="*/ 15 h 84"/>
              <a:gd name="T80" fmla="*/ 18 w 84"/>
              <a:gd name="T81" fmla="*/ 31 h 84"/>
              <a:gd name="T82" fmla="*/ 40 w 84"/>
              <a:gd name="T83" fmla="*/ 38 h 84"/>
              <a:gd name="T84" fmla="*/ 45 w 84"/>
              <a:gd name="T85" fmla="*/ 38 h 84"/>
              <a:gd name="T86" fmla="*/ 67 w 84"/>
              <a:gd name="T87" fmla="*/ 31 h 84"/>
              <a:gd name="T88" fmla="*/ 45 w 84"/>
              <a:gd name="T89" fmla="*/ 15 h 84"/>
              <a:gd name="T90" fmla="*/ 45 w 84"/>
              <a:gd name="T91" fmla="*/ 38 h 84"/>
              <a:gd name="T92" fmla="*/ 60 w 84"/>
              <a:gd name="T93" fmla="*/ 61 h 84"/>
              <a:gd name="T94" fmla="*/ 69 w 84"/>
              <a:gd name="T95" fmla="*/ 42 h 84"/>
              <a:gd name="T96" fmla="*/ 68 w 84"/>
              <a:gd name="T97" fmla="*/ 36 h 84"/>
              <a:gd name="T98" fmla="*/ 47 w 84"/>
              <a:gd name="T99" fmla="*/ 43 h 84"/>
              <a:gd name="T100" fmla="*/ 60 w 84"/>
              <a:gd name="T101" fmla="*/ 61 h 84"/>
              <a:gd name="T102" fmla="*/ 56 w 84"/>
              <a:gd name="T103" fmla="*/ 65 h 84"/>
              <a:gd name="T104" fmla="*/ 42 w 84"/>
              <a:gd name="T105" fmla="*/ 46 h 84"/>
              <a:gd name="T106" fmla="*/ 29 w 84"/>
              <a:gd name="T107" fmla="*/ 65 h 84"/>
              <a:gd name="T108" fmla="*/ 42 w 84"/>
              <a:gd name="T109" fmla="*/ 68 h 84"/>
              <a:gd name="T110" fmla="*/ 56 w 84"/>
              <a:gd name="T111"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84">
                <a:moveTo>
                  <a:pt x="72" y="52"/>
                </a:moveTo>
                <a:cubicBezTo>
                  <a:pt x="72" y="53"/>
                  <a:pt x="71" y="55"/>
                  <a:pt x="71" y="56"/>
                </a:cubicBezTo>
                <a:cubicBezTo>
                  <a:pt x="76" y="68"/>
                  <a:pt x="76" y="68"/>
                  <a:pt x="76" y="68"/>
                </a:cubicBezTo>
                <a:cubicBezTo>
                  <a:pt x="68" y="75"/>
                  <a:pt x="68" y="75"/>
                  <a:pt x="68" y="75"/>
                </a:cubicBezTo>
                <a:cubicBezTo>
                  <a:pt x="57" y="70"/>
                  <a:pt x="57" y="70"/>
                  <a:pt x="57" y="70"/>
                </a:cubicBezTo>
                <a:cubicBezTo>
                  <a:pt x="55" y="71"/>
                  <a:pt x="54" y="71"/>
                  <a:pt x="52" y="72"/>
                </a:cubicBezTo>
                <a:cubicBezTo>
                  <a:pt x="48" y="84"/>
                  <a:pt x="48" y="84"/>
                  <a:pt x="48" y="84"/>
                </a:cubicBezTo>
                <a:cubicBezTo>
                  <a:pt x="37" y="84"/>
                  <a:pt x="37" y="84"/>
                  <a:pt x="37" y="84"/>
                </a:cubicBezTo>
                <a:cubicBezTo>
                  <a:pt x="32" y="72"/>
                  <a:pt x="32" y="72"/>
                  <a:pt x="32" y="72"/>
                </a:cubicBezTo>
                <a:cubicBezTo>
                  <a:pt x="31" y="71"/>
                  <a:pt x="30" y="71"/>
                  <a:pt x="28" y="70"/>
                </a:cubicBezTo>
                <a:cubicBezTo>
                  <a:pt x="16" y="75"/>
                  <a:pt x="16" y="75"/>
                  <a:pt x="16" y="75"/>
                </a:cubicBezTo>
                <a:cubicBezTo>
                  <a:pt x="9" y="68"/>
                  <a:pt x="9" y="68"/>
                  <a:pt x="9" y="68"/>
                </a:cubicBezTo>
                <a:cubicBezTo>
                  <a:pt x="14" y="56"/>
                  <a:pt x="14" y="56"/>
                  <a:pt x="14" y="56"/>
                </a:cubicBezTo>
                <a:cubicBezTo>
                  <a:pt x="13" y="55"/>
                  <a:pt x="13" y="53"/>
                  <a:pt x="12" y="52"/>
                </a:cubicBezTo>
                <a:cubicBezTo>
                  <a:pt x="0" y="47"/>
                  <a:pt x="0" y="47"/>
                  <a:pt x="0" y="47"/>
                </a:cubicBezTo>
                <a:cubicBezTo>
                  <a:pt x="0" y="36"/>
                  <a:pt x="0" y="36"/>
                  <a:pt x="0" y="36"/>
                </a:cubicBezTo>
                <a:cubicBezTo>
                  <a:pt x="12" y="32"/>
                  <a:pt x="12" y="32"/>
                  <a:pt x="12" y="32"/>
                </a:cubicBezTo>
                <a:cubicBezTo>
                  <a:pt x="13" y="30"/>
                  <a:pt x="13" y="29"/>
                  <a:pt x="14" y="28"/>
                </a:cubicBezTo>
                <a:cubicBezTo>
                  <a:pt x="9" y="16"/>
                  <a:pt x="9" y="16"/>
                  <a:pt x="9" y="16"/>
                </a:cubicBezTo>
                <a:cubicBezTo>
                  <a:pt x="16" y="8"/>
                  <a:pt x="16" y="8"/>
                  <a:pt x="16" y="8"/>
                </a:cubicBezTo>
                <a:cubicBezTo>
                  <a:pt x="28" y="13"/>
                  <a:pt x="28" y="13"/>
                  <a:pt x="28" y="13"/>
                </a:cubicBezTo>
                <a:cubicBezTo>
                  <a:pt x="30" y="13"/>
                  <a:pt x="31" y="12"/>
                  <a:pt x="32" y="12"/>
                </a:cubicBezTo>
                <a:cubicBezTo>
                  <a:pt x="37" y="0"/>
                  <a:pt x="37" y="0"/>
                  <a:pt x="37" y="0"/>
                </a:cubicBezTo>
                <a:cubicBezTo>
                  <a:pt x="48" y="0"/>
                  <a:pt x="48" y="0"/>
                  <a:pt x="48" y="0"/>
                </a:cubicBezTo>
                <a:cubicBezTo>
                  <a:pt x="52" y="12"/>
                  <a:pt x="52" y="12"/>
                  <a:pt x="52" y="12"/>
                </a:cubicBezTo>
                <a:cubicBezTo>
                  <a:pt x="54" y="12"/>
                  <a:pt x="55" y="13"/>
                  <a:pt x="57" y="13"/>
                </a:cubicBezTo>
                <a:cubicBezTo>
                  <a:pt x="68" y="8"/>
                  <a:pt x="68" y="8"/>
                  <a:pt x="68" y="8"/>
                </a:cubicBezTo>
                <a:cubicBezTo>
                  <a:pt x="76" y="16"/>
                  <a:pt x="76" y="16"/>
                  <a:pt x="76" y="16"/>
                </a:cubicBezTo>
                <a:cubicBezTo>
                  <a:pt x="71" y="28"/>
                  <a:pt x="71" y="28"/>
                  <a:pt x="71" y="28"/>
                </a:cubicBezTo>
                <a:cubicBezTo>
                  <a:pt x="71" y="29"/>
                  <a:pt x="72" y="30"/>
                  <a:pt x="72" y="32"/>
                </a:cubicBezTo>
                <a:cubicBezTo>
                  <a:pt x="84" y="36"/>
                  <a:pt x="84" y="36"/>
                  <a:pt x="84" y="36"/>
                </a:cubicBezTo>
                <a:cubicBezTo>
                  <a:pt x="84" y="47"/>
                  <a:pt x="84" y="47"/>
                  <a:pt x="84" y="47"/>
                </a:cubicBezTo>
                <a:lnTo>
                  <a:pt x="72" y="52"/>
                </a:lnTo>
                <a:close/>
                <a:moveTo>
                  <a:pt x="38" y="43"/>
                </a:moveTo>
                <a:cubicBezTo>
                  <a:pt x="17" y="36"/>
                  <a:pt x="17" y="36"/>
                  <a:pt x="17" y="36"/>
                </a:cubicBezTo>
                <a:cubicBezTo>
                  <a:pt x="16" y="38"/>
                  <a:pt x="16" y="40"/>
                  <a:pt x="16" y="42"/>
                </a:cubicBezTo>
                <a:cubicBezTo>
                  <a:pt x="16" y="49"/>
                  <a:pt x="19" y="56"/>
                  <a:pt x="25" y="61"/>
                </a:cubicBezTo>
                <a:lnTo>
                  <a:pt x="38" y="43"/>
                </a:lnTo>
                <a:close/>
                <a:moveTo>
                  <a:pt x="40" y="38"/>
                </a:moveTo>
                <a:cubicBezTo>
                  <a:pt x="40" y="15"/>
                  <a:pt x="40" y="15"/>
                  <a:pt x="40" y="15"/>
                </a:cubicBezTo>
                <a:cubicBezTo>
                  <a:pt x="30" y="16"/>
                  <a:pt x="22" y="22"/>
                  <a:pt x="18" y="31"/>
                </a:cubicBezTo>
                <a:lnTo>
                  <a:pt x="40" y="38"/>
                </a:lnTo>
                <a:close/>
                <a:moveTo>
                  <a:pt x="45" y="38"/>
                </a:moveTo>
                <a:cubicBezTo>
                  <a:pt x="67" y="31"/>
                  <a:pt x="67" y="31"/>
                  <a:pt x="67" y="31"/>
                </a:cubicBezTo>
                <a:cubicBezTo>
                  <a:pt x="63" y="22"/>
                  <a:pt x="55" y="16"/>
                  <a:pt x="45" y="15"/>
                </a:cubicBezTo>
                <a:lnTo>
                  <a:pt x="45" y="38"/>
                </a:lnTo>
                <a:close/>
                <a:moveTo>
                  <a:pt x="60" y="61"/>
                </a:moveTo>
                <a:cubicBezTo>
                  <a:pt x="66" y="56"/>
                  <a:pt x="69" y="49"/>
                  <a:pt x="69" y="42"/>
                </a:cubicBezTo>
                <a:cubicBezTo>
                  <a:pt x="69" y="40"/>
                  <a:pt x="69" y="38"/>
                  <a:pt x="68" y="36"/>
                </a:cubicBezTo>
                <a:cubicBezTo>
                  <a:pt x="47" y="43"/>
                  <a:pt x="47" y="43"/>
                  <a:pt x="47" y="43"/>
                </a:cubicBezTo>
                <a:lnTo>
                  <a:pt x="60" y="61"/>
                </a:lnTo>
                <a:close/>
                <a:moveTo>
                  <a:pt x="56" y="65"/>
                </a:moveTo>
                <a:cubicBezTo>
                  <a:pt x="42" y="46"/>
                  <a:pt x="42" y="46"/>
                  <a:pt x="42" y="46"/>
                </a:cubicBezTo>
                <a:cubicBezTo>
                  <a:pt x="29" y="65"/>
                  <a:pt x="29" y="65"/>
                  <a:pt x="29" y="65"/>
                </a:cubicBezTo>
                <a:cubicBezTo>
                  <a:pt x="33" y="67"/>
                  <a:pt x="38" y="68"/>
                  <a:pt x="42" y="68"/>
                </a:cubicBezTo>
                <a:cubicBezTo>
                  <a:pt x="47" y="68"/>
                  <a:pt x="52" y="67"/>
                  <a:pt x="56" y="65"/>
                </a:cubicBezTo>
                <a:close/>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4" name="Freeform 83">
            <a:extLst>
              <a:ext uri="{FF2B5EF4-FFF2-40B4-BE49-F238E27FC236}">
                <a16:creationId xmlns:a16="http://schemas.microsoft.com/office/drawing/2014/main" id="{C62A369A-3417-4942-ABAC-9B5366556868}"/>
              </a:ext>
            </a:extLst>
          </p:cNvPr>
          <p:cNvSpPr>
            <a:spLocks noEditPoints="1"/>
          </p:cNvSpPr>
          <p:nvPr/>
        </p:nvSpPr>
        <p:spPr bwMode="auto">
          <a:xfrm>
            <a:off x="8707438" y="5121275"/>
            <a:ext cx="303213" cy="241300"/>
          </a:xfrm>
          <a:custGeom>
            <a:avLst/>
            <a:gdLst>
              <a:gd name="T0" fmla="*/ 81 w 81"/>
              <a:gd name="T1" fmla="*/ 64 h 64"/>
              <a:gd name="T2" fmla="*/ 0 w 81"/>
              <a:gd name="T3" fmla="*/ 64 h 64"/>
              <a:gd name="T4" fmla="*/ 20 w 81"/>
              <a:gd name="T5" fmla="*/ 47 h 64"/>
              <a:gd name="T6" fmla="*/ 9 w 81"/>
              <a:gd name="T7" fmla="*/ 47 h 64"/>
              <a:gd name="T8" fmla="*/ 9 w 81"/>
              <a:gd name="T9" fmla="*/ 64 h 64"/>
              <a:gd name="T10" fmla="*/ 20 w 81"/>
              <a:gd name="T11" fmla="*/ 64 h 64"/>
              <a:gd name="T12" fmla="*/ 20 w 81"/>
              <a:gd name="T13" fmla="*/ 47 h 64"/>
              <a:gd name="T14" fmla="*/ 37 w 81"/>
              <a:gd name="T15" fmla="*/ 30 h 64"/>
              <a:gd name="T16" fmla="*/ 26 w 81"/>
              <a:gd name="T17" fmla="*/ 30 h 64"/>
              <a:gd name="T18" fmla="*/ 26 w 81"/>
              <a:gd name="T19" fmla="*/ 64 h 64"/>
              <a:gd name="T20" fmla="*/ 37 w 81"/>
              <a:gd name="T21" fmla="*/ 64 h 64"/>
              <a:gd name="T22" fmla="*/ 37 w 81"/>
              <a:gd name="T23" fmla="*/ 30 h 64"/>
              <a:gd name="T24" fmla="*/ 55 w 81"/>
              <a:gd name="T25" fmla="*/ 37 h 64"/>
              <a:gd name="T26" fmla="*/ 44 w 81"/>
              <a:gd name="T27" fmla="*/ 37 h 64"/>
              <a:gd name="T28" fmla="*/ 44 w 81"/>
              <a:gd name="T29" fmla="*/ 64 h 64"/>
              <a:gd name="T30" fmla="*/ 55 w 81"/>
              <a:gd name="T31" fmla="*/ 64 h 64"/>
              <a:gd name="T32" fmla="*/ 55 w 81"/>
              <a:gd name="T33" fmla="*/ 37 h 64"/>
              <a:gd name="T34" fmla="*/ 72 w 81"/>
              <a:gd name="T35" fmla="*/ 20 h 64"/>
              <a:gd name="T36" fmla="*/ 61 w 81"/>
              <a:gd name="T37" fmla="*/ 20 h 64"/>
              <a:gd name="T38" fmla="*/ 61 w 81"/>
              <a:gd name="T39" fmla="*/ 64 h 64"/>
              <a:gd name="T40" fmla="*/ 72 w 81"/>
              <a:gd name="T41" fmla="*/ 64 h 64"/>
              <a:gd name="T42" fmla="*/ 72 w 81"/>
              <a:gd name="T43" fmla="*/ 20 h 64"/>
              <a:gd name="T44" fmla="*/ 14 w 81"/>
              <a:gd name="T45" fmla="*/ 28 h 64"/>
              <a:gd name="T46" fmla="*/ 11 w 81"/>
              <a:gd name="T47" fmla="*/ 31 h 64"/>
              <a:gd name="T48" fmla="*/ 14 w 81"/>
              <a:gd name="T49" fmla="*/ 34 h 64"/>
              <a:gd name="T50" fmla="*/ 18 w 81"/>
              <a:gd name="T51" fmla="*/ 31 h 64"/>
              <a:gd name="T52" fmla="*/ 14 w 81"/>
              <a:gd name="T53" fmla="*/ 28 h 64"/>
              <a:gd name="T54" fmla="*/ 32 w 81"/>
              <a:gd name="T55" fmla="*/ 11 h 64"/>
              <a:gd name="T56" fmla="*/ 29 w 81"/>
              <a:gd name="T57" fmla="*/ 14 h 64"/>
              <a:gd name="T58" fmla="*/ 32 w 81"/>
              <a:gd name="T59" fmla="*/ 18 h 64"/>
              <a:gd name="T60" fmla="*/ 35 w 81"/>
              <a:gd name="T61" fmla="*/ 14 h 64"/>
              <a:gd name="T62" fmla="*/ 32 w 81"/>
              <a:gd name="T63" fmla="*/ 11 h 64"/>
              <a:gd name="T64" fmla="*/ 49 w 81"/>
              <a:gd name="T65" fmla="*/ 20 h 64"/>
              <a:gd name="T66" fmla="*/ 46 w 81"/>
              <a:gd name="T67" fmla="*/ 23 h 64"/>
              <a:gd name="T68" fmla="*/ 49 w 81"/>
              <a:gd name="T69" fmla="*/ 26 h 64"/>
              <a:gd name="T70" fmla="*/ 52 w 81"/>
              <a:gd name="T71" fmla="*/ 23 h 64"/>
              <a:gd name="T72" fmla="*/ 49 w 81"/>
              <a:gd name="T73" fmla="*/ 20 h 64"/>
              <a:gd name="T74" fmla="*/ 66 w 81"/>
              <a:gd name="T75" fmla="*/ 0 h 64"/>
              <a:gd name="T76" fmla="*/ 63 w 81"/>
              <a:gd name="T77" fmla="*/ 3 h 64"/>
              <a:gd name="T78" fmla="*/ 66 w 81"/>
              <a:gd name="T79" fmla="*/ 6 h 64"/>
              <a:gd name="T80" fmla="*/ 70 w 81"/>
              <a:gd name="T81" fmla="*/ 3 h 64"/>
              <a:gd name="T82" fmla="*/ 66 w 81"/>
              <a:gd name="T83" fmla="*/ 0 h 64"/>
              <a:gd name="T84" fmla="*/ 51 w 81"/>
              <a:gd name="T85" fmla="*/ 20 h 64"/>
              <a:gd name="T86" fmla="*/ 64 w 81"/>
              <a:gd name="T87" fmla="*/ 5 h 64"/>
              <a:gd name="T88" fmla="*/ 35 w 81"/>
              <a:gd name="T89" fmla="*/ 16 h 64"/>
              <a:gd name="T90" fmla="*/ 46 w 81"/>
              <a:gd name="T91" fmla="*/ 21 h 64"/>
              <a:gd name="T92" fmla="*/ 29 w 81"/>
              <a:gd name="T93" fmla="*/ 17 h 64"/>
              <a:gd name="T94" fmla="*/ 17 w 81"/>
              <a:gd name="T95" fmla="*/ 2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1" h="64">
                <a:moveTo>
                  <a:pt x="81" y="64"/>
                </a:moveTo>
                <a:cubicBezTo>
                  <a:pt x="0" y="64"/>
                  <a:pt x="0" y="64"/>
                  <a:pt x="0" y="64"/>
                </a:cubicBezTo>
                <a:moveTo>
                  <a:pt x="20" y="47"/>
                </a:moveTo>
                <a:cubicBezTo>
                  <a:pt x="9" y="47"/>
                  <a:pt x="9" y="47"/>
                  <a:pt x="9" y="47"/>
                </a:cubicBezTo>
                <a:cubicBezTo>
                  <a:pt x="9" y="64"/>
                  <a:pt x="9" y="64"/>
                  <a:pt x="9" y="64"/>
                </a:cubicBezTo>
                <a:cubicBezTo>
                  <a:pt x="20" y="64"/>
                  <a:pt x="20" y="64"/>
                  <a:pt x="20" y="64"/>
                </a:cubicBezTo>
                <a:lnTo>
                  <a:pt x="20" y="47"/>
                </a:lnTo>
                <a:close/>
                <a:moveTo>
                  <a:pt x="37" y="30"/>
                </a:moveTo>
                <a:cubicBezTo>
                  <a:pt x="26" y="30"/>
                  <a:pt x="26" y="30"/>
                  <a:pt x="26" y="30"/>
                </a:cubicBezTo>
                <a:cubicBezTo>
                  <a:pt x="26" y="64"/>
                  <a:pt x="26" y="64"/>
                  <a:pt x="26" y="64"/>
                </a:cubicBezTo>
                <a:cubicBezTo>
                  <a:pt x="37" y="64"/>
                  <a:pt x="37" y="64"/>
                  <a:pt x="37" y="64"/>
                </a:cubicBezTo>
                <a:lnTo>
                  <a:pt x="37" y="30"/>
                </a:lnTo>
                <a:close/>
                <a:moveTo>
                  <a:pt x="55" y="37"/>
                </a:moveTo>
                <a:cubicBezTo>
                  <a:pt x="44" y="37"/>
                  <a:pt x="44" y="37"/>
                  <a:pt x="44" y="37"/>
                </a:cubicBezTo>
                <a:cubicBezTo>
                  <a:pt x="44" y="64"/>
                  <a:pt x="44" y="64"/>
                  <a:pt x="44" y="64"/>
                </a:cubicBezTo>
                <a:cubicBezTo>
                  <a:pt x="55" y="64"/>
                  <a:pt x="55" y="64"/>
                  <a:pt x="55" y="64"/>
                </a:cubicBezTo>
                <a:lnTo>
                  <a:pt x="55" y="37"/>
                </a:lnTo>
                <a:close/>
                <a:moveTo>
                  <a:pt x="72" y="20"/>
                </a:moveTo>
                <a:cubicBezTo>
                  <a:pt x="61" y="20"/>
                  <a:pt x="61" y="20"/>
                  <a:pt x="61" y="20"/>
                </a:cubicBezTo>
                <a:cubicBezTo>
                  <a:pt x="61" y="64"/>
                  <a:pt x="61" y="64"/>
                  <a:pt x="61" y="64"/>
                </a:cubicBezTo>
                <a:cubicBezTo>
                  <a:pt x="72" y="64"/>
                  <a:pt x="72" y="64"/>
                  <a:pt x="72" y="64"/>
                </a:cubicBezTo>
                <a:lnTo>
                  <a:pt x="72" y="20"/>
                </a:lnTo>
                <a:close/>
                <a:moveTo>
                  <a:pt x="14" y="28"/>
                </a:moveTo>
                <a:cubicBezTo>
                  <a:pt x="13" y="28"/>
                  <a:pt x="11" y="29"/>
                  <a:pt x="11" y="31"/>
                </a:cubicBezTo>
                <a:cubicBezTo>
                  <a:pt x="11" y="33"/>
                  <a:pt x="13" y="34"/>
                  <a:pt x="14" y="34"/>
                </a:cubicBezTo>
                <a:cubicBezTo>
                  <a:pt x="16" y="34"/>
                  <a:pt x="18" y="33"/>
                  <a:pt x="18" y="31"/>
                </a:cubicBezTo>
                <a:cubicBezTo>
                  <a:pt x="18" y="29"/>
                  <a:pt x="16" y="28"/>
                  <a:pt x="14" y="28"/>
                </a:cubicBezTo>
                <a:close/>
                <a:moveTo>
                  <a:pt x="32" y="11"/>
                </a:moveTo>
                <a:cubicBezTo>
                  <a:pt x="30" y="11"/>
                  <a:pt x="29" y="13"/>
                  <a:pt x="29" y="14"/>
                </a:cubicBezTo>
                <a:cubicBezTo>
                  <a:pt x="29" y="16"/>
                  <a:pt x="30" y="18"/>
                  <a:pt x="32" y="18"/>
                </a:cubicBezTo>
                <a:cubicBezTo>
                  <a:pt x="34" y="18"/>
                  <a:pt x="35" y="16"/>
                  <a:pt x="35" y="14"/>
                </a:cubicBezTo>
                <a:cubicBezTo>
                  <a:pt x="35" y="13"/>
                  <a:pt x="34" y="11"/>
                  <a:pt x="32" y="11"/>
                </a:cubicBezTo>
                <a:close/>
                <a:moveTo>
                  <a:pt x="49" y="20"/>
                </a:moveTo>
                <a:cubicBezTo>
                  <a:pt x="47" y="20"/>
                  <a:pt x="46" y="21"/>
                  <a:pt x="46" y="23"/>
                </a:cubicBezTo>
                <a:cubicBezTo>
                  <a:pt x="46" y="24"/>
                  <a:pt x="47" y="26"/>
                  <a:pt x="49" y="26"/>
                </a:cubicBezTo>
                <a:cubicBezTo>
                  <a:pt x="51" y="26"/>
                  <a:pt x="52" y="24"/>
                  <a:pt x="52" y="23"/>
                </a:cubicBezTo>
                <a:cubicBezTo>
                  <a:pt x="52" y="21"/>
                  <a:pt x="51" y="20"/>
                  <a:pt x="49" y="20"/>
                </a:cubicBezTo>
                <a:close/>
                <a:moveTo>
                  <a:pt x="66" y="0"/>
                </a:moveTo>
                <a:cubicBezTo>
                  <a:pt x="65" y="0"/>
                  <a:pt x="63" y="1"/>
                  <a:pt x="63" y="3"/>
                </a:cubicBezTo>
                <a:cubicBezTo>
                  <a:pt x="63" y="5"/>
                  <a:pt x="65" y="6"/>
                  <a:pt x="66" y="6"/>
                </a:cubicBezTo>
                <a:cubicBezTo>
                  <a:pt x="68" y="6"/>
                  <a:pt x="70" y="5"/>
                  <a:pt x="70" y="3"/>
                </a:cubicBezTo>
                <a:cubicBezTo>
                  <a:pt x="70" y="1"/>
                  <a:pt x="68" y="0"/>
                  <a:pt x="66" y="0"/>
                </a:cubicBezTo>
                <a:close/>
                <a:moveTo>
                  <a:pt x="51" y="20"/>
                </a:moveTo>
                <a:cubicBezTo>
                  <a:pt x="64" y="5"/>
                  <a:pt x="64" y="5"/>
                  <a:pt x="64" y="5"/>
                </a:cubicBezTo>
                <a:moveTo>
                  <a:pt x="35" y="16"/>
                </a:moveTo>
                <a:cubicBezTo>
                  <a:pt x="46" y="21"/>
                  <a:pt x="46" y="21"/>
                  <a:pt x="46" y="21"/>
                </a:cubicBezTo>
                <a:moveTo>
                  <a:pt x="29" y="17"/>
                </a:moveTo>
                <a:cubicBezTo>
                  <a:pt x="17" y="29"/>
                  <a:pt x="17" y="29"/>
                  <a:pt x="17" y="29"/>
                </a:cubicBez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5" name="Freeform 84">
            <a:extLst>
              <a:ext uri="{FF2B5EF4-FFF2-40B4-BE49-F238E27FC236}">
                <a16:creationId xmlns:a16="http://schemas.microsoft.com/office/drawing/2014/main" id="{3D5819FB-66BE-409D-B52D-D44B21541A00}"/>
              </a:ext>
            </a:extLst>
          </p:cNvPr>
          <p:cNvSpPr>
            <a:spLocks noEditPoints="1"/>
          </p:cNvSpPr>
          <p:nvPr/>
        </p:nvSpPr>
        <p:spPr bwMode="auto">
          <a:xfrm>
            <a:off x="3184526" y="3284538"/>
            <a:ext cx="311150" cy="288925"/>
          </a:xfrm>
          <a:custGeom>
            <a:avLst/>
            <a:gdLst>
              <a:gd name="T0" fmla="*/ 0 w 83"/>
              <a:gd name="T1" fmla="*/ 73 h 77"/>
              <a:gd name="T2" fmla="*/ 8 w 83"/>
              <a:gd name="T3" fmla="*/ 9 h 77"/>
              <a:gd name="T4" fmla="*/ 70 w 83"/>
              <a:gd name="T5" fmla="*/ 9 h 77"/>
              <a:gd name="T6" fmla="*/ 52 w 83"/>
              <a:gd name="T7" fmla="*/ 9 h 77"/>
              <a:gd name="T8" fmla="*/ 0 w 83"/>
              <a:gd name="T9" fmla="*/ 23 h 77"/>
              <a:gd name="T10" fmla="*/ 18 w 83"/>
              <a:gd name="T11" fmla="*/ 13 h 77"/>
              <a:gd name="T12" fmla="*/ 13 w 83"/>
              <a:gd name="T13" fmla="*/ 0 h 77"/>
              <a:gd name="T14" fmla="*/ 8 w 83"/>
              <a:gd name="T15" fmla="*/ 5 h 77"/>
              <a:gd name="T16" fmla="*/ 13 w 83"/>
              <a:gd name="T17" fmla="*/ 18 h 77"/>
              <a:gd name="T18" fmla="*/ 18 w 83"/>
              <a:gd name="T19" fmla="*/ 13 h 77"/>
              <a:gd name="T20" fmla="*/ 57 w 83"/>
              <a:gd name="T21" fmla="*/ 18 h 77"/>
              <a:gd name="T22" fmla="*/ 62 w 83"/>
              <a:gd name="T23" fmla="*/ 5 h 77"/>
              <a:gd name="T24" fmla="*/ 57 w 83"/>
              <a:gd name="T25" fmla="*/ 0 h 77"/>
              <a:gd name="T26" fmla="*/ 52 w 83"/>
              <a:gd name="T27" fmla="*/ 13 h 77"/>
              <a:gd name="T28" fmla="*/ 17 w 83"/>
              <a:gd name="T29" fmla="*/ 28 h 77"/>
              <a:gd name="T30" fmla="*/ 7 w 83"/>
              <a:gd name="T31" fmla="*/ 38 h 77"/>
              <a:gd name="T32" fmla="*/ 17 w 83"/>
              <a:gd name="T33" fmla="*/ 28 h 77"/>
              <a:gd name="T34" fmla="*/ 22 w 83"/>
              <a:gd name="T35" fmla="*/ 28 h 77"/>
              <a:gd name="T36" fmla="*/ 32 w 83"/>
              <a:gd name="T37" fmla="*/ 38 h 77"/>
              <a:gd name="T38" fmla="*/ 47 w 83"/>
              <a:gd name="T39" fmla="*/ 28 h 77"/>
              <a:gd name="T40" fmla="*/ 37 w 83"/>
              <a:gd name="T41" fmla="*/ 38 h 77"/>
              <a:gd name="T42" fmla="*/ 47 w 83"/>
              <a:gd name="T43" fmla="*/ 28 h 77"/>
              <a:gd name="T44" fmla="*/ 63 w 83"/>
              <a:gd name="T45" fmla="*/ 28 h 77"/>
              <a:gd name="T46" fmla="*/ 53 w 83"/>
              <a:gd name="T47" fmla="*/ 37 h 77"/>
              <a:gd name="T48" fmla="*/ 7 w 83"/>
              <a:gd name="T49" fmla="*/ 42 h 77"/>
              <a:gd name="T50" fmla="*/ 17 w 83"/>
              <a:gd name="T51" fmla="*/ 52 h 77"/>
              <a:gd name="T52" fmla="*/ 32 w 83"/>
              <a:gd name="T53" fmla="*/ 42 h 77"/>
              <a:gd name="T54" fmla="*/ 22 w 83"/>
              <a:gd name="T55" fmla="*/ 52 h 77"/>
              <a:gd name="T56" fmla="*/ 32 w 83"/>
              <a:gd name="T57" fmla="*/ 42 h 77"/>
              <a:gd name="T58" fmla="*/ 37 w 83"/>
              <a:gd name="T59" fmla="*/ 42 h 77"/>
              <a:gd name="T60" fmla="*/ 41 w 83"/>
              <a:gd name="T61" fmla="*/ 52 h 77"/>
              <a:gd name="T62" fmla="*/ 7 w 83"/>
              <a:gd name="T63" fmla="*/ 56 h 77"/>
              <a:gd name="T64" fmla="*/ 17 w 83"/>
              <a:gd name="T65" fmla="*/ 66 h 77"/>
              <a:gd name="T66" fmla="*/ 32 w 83"/>
              <a:gd name="T67" fmla="*/ 56 h 77"/>
              <a:gd name="T68" fmla="*/ 22 w 83"/>
              <a:gd name="T69" fmla="*/ 66 h 77"/>
              <a:gd name="T70" fmla="*/ 32 w 83"/>
              <a:gd name="T71" fmla="*/ 56 h 77"/>
              <a:gd name="T72" fmla="*/ 37 w 83"/>
              <a:gd name="T73" fmla="*/ 56 h 77"/>
              <a:gd name="T74" fmla="*/ 42 w 83"/>
              <a:gd name="T75" fmla="*/ 66 h 77"/>
              <a:gd name="T76" fmla="*/ 42 w 83"/>
              <a:gd name="T77" fmla="*/ 57 h 77"/>
              <a:gd name="T78" fmla="*/ 83 w 83"/>
              <a:gd name="T79" fmla="*/ 57 h 77"/>
              <a:gd name="T80" fmla="*/ 53 w 83"/>
              <a:gd name="T81" fmla="*/ 59 h 77"/>
              <a:gd name="T82" fmla="*/ 73 w 83"/>
              <a:gd name="T83" fmla="*/ 4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3" h="77">
                <a:moveTo>
                  <a:pt x="44" y="73"/>
                </a:moveTo>
                <a:cubicBezTo>
                  <a:pt x="0" y="73"/>
                  <a:pt x="0" y="73"/>
                  <a:pt x="0" y="73"/>
                </a:cubicBezTo>
                <a:cubicBezTo>
                  <a:pt x="0" y="9"/>
                  <a:pt x="0" y="9"/>
                  <a:pt x="0" y="9"/>
                </a:cubicBezTo>
                <a:cubicBezTo>
                  <a:pt x="8" y="9"/>
                  <a:pt x="8" y="9"/>
                  <a:pt x="8" y="9"/>
                </a:cubicBezTo>
                <a:moveTo>
                  <a:pt x="70" y="34"/>
                </a:moveTo>
                <a:cubicBezTo>
                  <a:pt x="70" y="9"/>
                  <a:pt x="70" y="9"/>
                  <a:pt x="70" y="9"/>
                </a:cubicBezTo>
                <a:cubicBezTo>
                  <a:pt x="62" y="9"/>
                  <a:pt x="62" y="9"/>
                  <a:pt x="62" y="9"/>
                </a:cubicBezTo>
                <a:moveTo>
                  <a:pt x="52" y="9"/>
                </a:moveTo>
                <a:cubicBezTo>
                  <a:pt x="18" y="9"/>
                  <a:pt x="18" y="9"/>
                  <a:pt x="18" y="9"/>
                </a:cubicBezTo>
                <a:moveTo>
                  <a:pt x="0" y="23"/>
                </a:moveTo>
                <a:cubicBezTo>
                  <a:pt x="70" y="23"/>
                  <a:pt x="70" y="23"/>
                  <a:pt x="70" y="23"/>
                </a:cubicBezTo>
                <a:moveTo>
                  <a:pt x="18" y="13"/>
                </a:moveTo>
                <a:cubicBezTo>
                  <a:pt x="18" y="5"/>
                  <a:pt x="18" y="5"/>
                  <a:pt x="18" y="5"/>
                </a:cubicBezTo>
                <a:cubicBezTo>
                  <a:pt x="18" y="2"/>
                  <a:pt x="15" y="0"/>
                  <a:pt x="13" y="0"/>
                </a:cubicBezTo>
                <a:cubicBezTo>
                  <a:pt x="13" y="0"/>
                  <a:pt x="13" y="0"/>
                  <a:pt x="13" y="0"/>
                </a:cubicBezTo>
                <a:cubicBezTo>
                  <a:pt x="10" y="0"/>
                  <a:pt x="8" y="2"/>
                  <a:pt x="8" y="5"/>
                </a:cubicBezTo>
                <a:cubicBezTo>
                  <a:pt x="8" y="13"/>
                  <a:pt x="8" y="13"/>
                  <a:pt x="8" y="13"/>
                </a:cubicBezTo>
                <a:cubicBezTo>
                  <a:pt x="8" y="16"/>
                  <a:pt x="10" y="18"/>
                  <a:pt x="13" y="18"/>
                </a:cubicBezTo>
                <a:cubicBezTo>
                  <a:pt x="13" y="18"/>
                  <a:pt x="13" y="18"/>
                  <a:pt x="13" y="18"/>
                </a:cubicBezTo>
                <a:cubicBezTo>
                  <a:pt x="15" y="18"/>
                  <a:pt x="18" y="16"/>
                  <a:pt x="18" y="13"/>
                </a:cubicBezTo>
                <a:close/>
                <a:moveTo>
                  <a:pt x="57" y="18"/>
                </a:moveTo>
                <a:cubicBezTo>
                  <a:pt x="57" y="18"/>
                  <a:pt x="57" y="18"/>
                  <a:pt x="57" y="18"/>
                </a:cubicBezTo>
                <a:cubicBezTo>
                  <a:pt x="60" y="18"/>
                  <a:pt x="62" y="16"/>
                  <a:pt x="62" y="13"/>
                </a:cubicBezTo>
                <a:cubicBezTo>
                  <a:pt x="62" y="5"/>
                  <a:pt x="62" y="5"/>
                  <a:pt x="62" y="5"/>
                </a:cubicBezTo>
                <a:cubicBezTo>
                  <a:pt x="62" y="2"/>
                  <a:pt x="60" y="0"/>
                  <a:pt x="57" y="0"/>
                </a:cubicBezTo>
                <a:cubicBezTo>
                  <a:pt x="57" y="0"/>
                  <a:pt x="57" y="0"/>
                  <a:pt x="57" y="0"/>
                </a:cubicBezTo>
                <a:cubicBezTo>
                  <a:pt x="54" y="0"/>
                  <a:pt x="52" y="2"/>
                  <a:pt x="52" y="5"/>
                </a:cubicBezTo>
                <a:cubicBezTo>
                  <a:pt x="52" y="13"/>
                  <a:pt x="52" y="13"/>
                  <a:pt x="52" y="13"/>
                </a:cubicBezTo>
                <a:cubicBezTo>
                  <a:pt x="52" y="16"/>
                  <a:pt x="54" y="18"/>
                  <a:pt x="57" y="18"/>
                </a:cubicBezTo>
                <a:close/>
                <a:moveTo>
                  <a:pt x="17" y="28"/>
                </a:moveTo>
                <a:cubicBezTo>
                  <a:pt x="7" y="28"/>
                  <a:pt x="7" y="28"/>
                  <a:pt x="7" y="28"/>
                </a:cubicBezTo>
                <a:cubicBezTo>
                  <a:pt x="7" y="38"/>
                  <a:pt x="7" y="38"/>
                  <a:pt x="7" y="38"/>
                </a:cubicBezTo>
                <a:cubicBezTo>
                  <a:pt x="17" y="38"/>
                  <a:pt x="17" y="38"/>
                  <a:pt x="17" y="38"/>
                </a:cubicBezTo>
                <a:lnTo>
                  <a:pt x="17" y="28"/>
                </a:lnTo>
                <a:close/>
                <a:moveTo>
                  <a:pt x="32" y="28"/>
                </a:moveTo>
                <a:cubicBezTo>
                  <a:pt x="22" y="28"/>
                  <a:pt x="22" y="28"/>
                  <a:pt x="22" y="28"/>
                </a:cubicBezTo>
                <a:cubicBezTo>
                  <a:pt x="22" y="38"/>
                  <a:pt x="22" y="38"/>
                  <a:pt x="22" y="38"/>
                </a:cubicBezTo>
                <a:cubicBezTo>
                  <a:pt x="32" y="38"/>
                  <a:pt x="32" y="38"/>
                  <a:pt x="32" y="38"/>
                </a:cubicBezTo>
                <a:lnTo>
                  <a:pt x="32" y="28"/>
                </a:lnTo>
                <a:close/>
                <a:moveTo>
                  <a:pt x="47" y="28"/>
                </a:moveTo>
                <a:cubicBezTo>
                  <a:pt x="37" y="28"/>
                  <a:pt x="37" y="28"/>
                  <a:pt x="37" y="28"/>
                </a:cubicBezTo>
                <a:cubicBezTo>
                  <a:pt x="37" y="38"/>
                  <a:pt x="37" y="38"/>
                  <a:pt x="37" y="38"/>
                </a:cubicBezTo>
                <a:cubicBezTo>
                  <a:pt x="47" y="38"/>
                  <a:pt x="47" y="38"/>
                  <a:pt x="47" y="38"/>
                </a:cubicBezTo>
                <a:lnTo>
                  <a:pt x="47" y="28"/>
                </a:lnTo>
                <a:close/>
                <a:moveTo>
                  <a:pt x="63" y="35"/>
                </a:moveTo>
                <a:cubicBezTo>
                  <a:pt x="63" y="28"/>
                  <a:pt x="63" y="28"/>
                  <a:pt x="63" y="28"/>
                </a:cubicBezTo>
                <a:cubicBezTo>
                  <a:pt x="53" y="28"/>
                  <a:pt x="53" y="28"/>
                  <a:pt x="53" y="28"/>
                </a:cubicBezTo>
                <a:cubicBezTo>
                  <a:pt x="53" y="37"/>
                  <a:pt x="53" y="37"/>
                  <a:pt x="53" y="37"/>
                </a:cubicBezTo>
                <a:moveTo>
                  <a:pt x="17" y="42"/>
                </a:moveTo>
                <a:cubicBezTo>
                  <a:pt x="7" y="42"/>
                  <a:pt x="7" y="42"/>
                  <a:pt x="7" y="42"/>
                </a:cubicBezTo>
                <a:cubicBezTo>
                  <a:pt x="7" y="52"/>
                  <a:pt x="7" y="52"/>
                  <a:pt x="7" y="52"/>
                </a:cubicBezTo>
                <a:cubicBezTo>
                  <a:pt x="17" y="52"/>
                  <a:pt x="17" y="52"/>
                  <a:pt x="17" y="52"/>
                </a:cubicBezTo>
                <a:lnTo>
                  <a:pt x="17" y="42"/>
                </a:lnTo>
                <a:close/>
                <a:moveTo>
                  <a:pt x="32" y="42"/>
                </a:moveTo>
                <a:cubicBezTo>
                  <a:pt x="22" y="42"/>
                  <a:pt x="22" y="42"/>
                  <a:pt x="22" y="42"/>
                </a:cubicBezTo>
                <a:cubicBezTo>
                  <a:pt x="22" y="52"/>
                  <a:pt x="22" y="52"/>
                  <a:pt x="22" y="52"/>
                </a:cubicBezTo>
                <a:cubicBezTo>
                  <a:pt x="32" y="52"/>
                  <a:pt x="32" y="52"/>
                  <a:pt x="32" y="52"/>
                </a:cubicBezTo>
                <a:lnTo>
                  <a:pt x="32" y="42"/>
                </a:lnTo>
                <a:close/>
                <a:moveTo>
                  <a:pt x="46" y="42"/>
                </a:moveTo>
                <a:cubicBezTo>
                  <a:pt x="37" y="42"/>
                  <a:pt x="37" y="42"/>
                  <a:pt x="37" y="42"/>
                </a:cubicBezTo>
                <a:cubicBezTo>
                  <a:pt x="37" y="52"/>
                  <a:pt x="37" y="52"/>
                  <a:pt x="37" y="52"/>
                </a:cubicBezTo>
                <a:cubicBezTo>
                  <a:pt x="41" y="52"/>
                  <a:pt x="41" y="52"/>
                  <a:pt x="41" y="52"/>
                </a:cubicBezTo>
                <a:moveTo>
                  <a:pt x="17" y="56"/>
                </a:moveTo>
                <a:cubicBezTo>
                  <a:pt x="7" y="56"/>
                  <a:pt x="7" y="56"/>
                  <a:pt x="7" y="56"/>
                </a:cubicBezTo>
                <a:cubicBezTo>
                  <a:pt x="7" y="66"/>
                  <a:pt x="7" y="66"/>
                  <a:pt x="7" y="66"/>
                </a:cubicBezTo>
                <a:cubicBezTo>
                  <a:pt x="17" y="66"/>
                  <a:pt x="17" y="66"/>
                  <a:pt x="17" y="66"/>
                </a:cubicBezTo>
                <a:lnTo>
                  <a:pt x="17" y="56"/>
                </a:lnTo>
                <a:close/>
                <a:moveTo>
                  <a:pt x="32" y="56"/>
                </a:moveTo>
                <a:cubicBezTo>
                  <a:pt x="22" y="56"/>
                  <a:pt x="22" y="56"/>
                  <a:pt x="22" y="56"/>
                </a:cubicBezTo>
                <a:cubicBezTo>
                  <a:pt x="22" y="66"/>
                  <a:pt x="22" y="66"/>
                  <a:pt x="22" y="66"/>
                </a:cubicBezTo>
                <a:cubicBezTo>
                  <a:pt x="32" y="66"/>
                  <a:pt x="32" y="66"/>
                  <a:pt x="32" y="66"/>
                </a:cubicBezTo>
                <a:lnTo>
                  <a:pt x="32" y="56"/>
                </a:lnTo>
                <a:close/>
                <a:moveTo>
                  <a:pt x="41" y="56"/>
                </a:moveTo>
                <a:cubicBezTo>
                  <a:pt x="37" y="56"/>
                  <a:pt x="37" y="56"/>
                  <a:pt x="37" y="56"/>
                </a:cubicBezTo>
                <a:cubicBezTo>
                  <a:pt x="37" y="66"/>
                  <a:pt x="37" y="66"/>
                  <a:pt x="37" y="66"/>
                </a:cubicBezTo>
                <a:cubicBezTo>
                  <a:pt x="42" y="66"/>
                  <a:pt x="42" y="66"/>
                  <a:pt x="42" y="66"/>
                </a:cubicBezTo>
                <a:moveTo>
                  <a:pt x="63" y="37"/>
                </a:moveTo>
                <a:cubicBezTo>
                  <a:pt x="51" y="37"/>
                  <a:pt x="42" y="46"/>
                  <a:pt x="42" y="57"/>
                </a:cubicBezTo>
                <a:cubicBezTo>
                  <a:pt x="42" y="68"/>
                  <a:pt x="51" y="77"/>
                  <a:pt x="63" y="77"/>
                </a:cubicBezTo>
                <a:cubicBezTo>
                  <a:pt x="74" y="77"/>
                  <a:pt x="83" y="68"/>
                  <a:pt x="83" y="57"/>
                </a:cubicBezTo>
                <a:cubicBezTo>
                  <a:pt x="83" y="46"/>
                  <a:pt x="74" y="37"/>
                  <a:pt x="63" y="37"/>
                </a:cubicBezTo>
                <a:close/>
                <a:moveTo>
                  <a:pt x="53" y="59"/>
                </a:moveTo>
                <a:cubicBezTo>
                  <a:pt x="62" y="70"/>
                  <a:pt x="62" y="70"/>
                  <a:pt x="62" y="70"/>
                </a:cubicBezTo>
                <a:cubicBezTo>
                  <a:pt x="73" y="45"/>
                  <a:pt x="73" y="45"/>
                  <a:pt x="73" y="45"/>
                </a:cubicBez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6" name="Freeform 85">
            <a:extLst>
              <a:ext uri="{FF2B5EF4-FFF2-40B4-BE49-F238E27FC236}">
                <a16:creationId xmlns:a16="http://schemas.microsoft.com/office/drawing/2014/main" id="{A08FFC34-E1B5-4030-B697-57BB64DE1CF5}"/>
              </a:ext>
            </a:extLst>
          </p:cNvPr>
          <p:cNvSpPr>
            <a:spLocks noEditPoints="1"/>
          </p:cNvSpPr>
          <p:nvPr/>
        </p:nvSpPr>
        <p:spPr bwMode="auto">
          <a:xfrm>
            <a:off x="8729663" y="1458913"/>
            <a:ext cx="258763" cy="319088"/>
          </a:xfrm>
          <a:custGeom>
            <a:avLst/>
            <a:gdLst>
              <a:gd name="T0" fmla="*/ 8 w 69"/>
              <a:gd name="T1" fmla="*/ 43 h 85"/>
              <a:gd name="T2" fmla="*/ 8 w 69"/>
              <a:gd name="T3" fmla="*/ 85 h 85"/>
              <a:gd name="T4" fmla="*/ 17 w 69"/>
              <a:gd name="T5" fmla="*/ 64 h 85"/>
              <a:gd name="T6" fmla="*/ 17 w 69"/>
              <a:gd name="T7" fmla="*/ 85 h 85"/>
              <a:gd name="T8" fmla="*/ 25 w 69"/>
              <a:gd name="T9" fmla="*/ 43 h 85"/>
              <a:gd name="T10" fmla="*/ 25 w 69"/>
              <a:gd name="T11" fmla="*/ 85 h 85"/>
              <a:gd name="T12" fmla="*/ 17 w 69"/>
              <a:gd name="T13" fmla="*/ 0 h 85"/>
              <a:gd name="T14" fmla="*/ 9 w 69"/>
              <a:gd name="T15" fmla="*/ 9 h 85"/>
              <a:gd name="T16" fmla="*/ 17 w 69"/>
              <a:gd name="T17" fmla="*/ 18 h 85"/>
              <a:gd name="T18" fmla="*/ 25 w 69"/>
              <a:gd name="T19" fmla="*/ 9 h 85"/>
              <a:gd name="T20" fmla="*/ 17 w 69"/>
              <a:gd name="T21" fmla="*/ 0 h 85"/>
              <a:gd name="T22" fmla="*/ 26 w 69"/>
              <a:gd name="T23" fmla="*/ 56 h 85"/>
              <a:gd name="T24" fmla="*/ 33 w 69"/>
              <a:gd name="T25" fmla="*/ 44 h 85"/>
              <a:gd name="T26" fmla="*/ 33 w 69"/>
              <a:gd name="T27" fmla="*/ 38 h 85"/>
              <a:gd name="T28" fmla="*/ 21 w 69"/>
              <a:gd name="T29" fmla="*/ 22 h 85"/>
              <a:gd name="T30" fmla="*/ 17 w 69"/>
              <a:gd name="T31" fmla="*/ 30 h 85"/>
              <a:gd name="T32" fmla="*/ 12 w 69"/>
              <a:gd name="T33" fmla="*/ 22 h 85"/>
              <a:gd name="T34" fmla="*/ 0 w 69"/>
              <a:gd name="T35" fmla="*/ 38 h 85"/>
              <a:gd name="T36" fmla="*/ 0 w 69"/>
              <a:gd name="T37" fmla="*/ 44 h 85"/>
              <a:gd name="T38" fmla="*/ 8 w 69"/>
              <a:gd name="T39" fmla="*/ 56 h 85"/>
              <a:gd name="T40" fmla="*/ 28 w 69"/>
              <a:gd name="T41" fmla="*/ 77 h 85"/>
              <a:gd name="T42" fmla="*/ 44 w 69"/>
              <a:gd name="T43" fmla="*/ 85 h 85"/>
              <a:gd name="T44" fmla="*/ 49 w 69"/>
              <a:gd name="T45" fmla="*/ 85 h 85"/>
              <a:gd name="T46" fmla="*/ 69 w 69"/>
              <a:gd name="T47" fmla="*/ 65 h 85"/>
              <a:gd name="T48" fmla="*/ 69 w 69"/>
              <a:gd name="T49" fmla="*/ 52 h 85"/>
              <a:gd name="T50" fmla="*/ 49 w 69"/>
              <a:gd name="T51" fmla="*/ 32 h 85"/>
              <a:gd name="T52" fmla="*/ 44 w 69"/>
              <a:gd name="T53" fmla="*/ 32 h 85"/>
              <a:gd name="T54" fmla="*/ 36 w 69"/>
              <a:gd name="T55" fmla="*/ 33 h 85"/>
              <a:gd name="T56" fmla="*/ 54 w 69"/>
              <a:gd name="T57" fmla="*/ 27 h 85"/>
              <a:gd name="T58" fmla="*/ 39 w 69"/>
              <a:gd name="T59" fmla="*/ 27 h 85"/>
              <a:gd name="T60" fmla="*/ 39 w 69"/>
              <a:gd name="T61" fmla="*/ 32 h 85"/>
              <a:gd name="T62" fmla="*/ 54 w 69"/>
              <a:gd name="T63" fmla="*/ 32 h 85"/>
              <a:gd name="T64" fmla="*/ 54 w 69"/>
              <a:gd name="T65" fmla="*/ 27 h 85"/>
              <a:gd name="T66" fmla="*/ 50 w 69"/>
              <a:gd name="T67" fmla="*/ 27 h 85"/>
              <a:gd name="T68" fmla="*/ 57 w 69"/>
              <a:gd name="T69" fmla="*/ 15 h 85"/>
              <a:gd name="T70" fmla="*/ 53 w 69"/>
              <a:gd name="T71" fmla="*/ 15 h 85"/>
              <a:gd name="T72" fmla="*/ 50 w 69"/>
              <a:gd name="T73" fmla="*/ 14 h 85"/>
              <a:gd name="T74" fmla="*/ 48 w 69"/>
              <a:gd name="T75" fmla="*/ 12 h 85"/>
              <a:gd name="T76" fmla="*/ 45 w 69"/>
              <a:gd name="T77" fmla="*/ 12 h 85"/>
              <a:gd name="T78" fmla="*/ 43 w 69"/>
              <a:gd name="T79" fmla="*/ 14 h 85"/>
              <a:gd name="T80" fmla="*/ 40 w 69"/>
              <a:gd name="T81" fmla="*/ 15 h 85"/>
              <a:gd name="T82" fmla="*/ 36 w 69"/>
              <a:gd name="T83" fmla="*/ 15 h 85"/>
              <a:gd name="T84" fmla="*/ 43 w 69"/>
              <a:gd name="T85" fmla="*/ 27 h 85"/>
              <a:gd name="T86" fmla="*/ 41 w 69"/>
              <a:gd name="T87" fmla="*/ 66 h 85"/>
              <a:gd name="T88" fmla="*/ 47 w 69"/>
              <a:gd name="T89" fmla="*/ 70 h 85"/>
              <a:gd name="T90" fmla="*/ 53 w 69"/>
              <a:gd name="T91" fmla="*/ 64 h 85"/>
              <a:gd name="T92" fmla="*/ 47 w 69"/>
              <a:gd name="T93" fmla="*/ 58 h 85"/>
              <a:gd name="T94" fmla="*/ 40 w 69"/>
              <a:gd name="T95" fmla="*/ 53 h 85"/>
              <a:gd name="T96" fmla="*/ 47 w 69"/>
              <a:gd name="T97" fmla="*/ 47 h 85"/>
              <a:gd name="T98" fmla="*/ 53 w 69"/>
              <a:gd name="T99" fmla="*/ 51 h 85"/>
              <a:gd name="T100" fmla="*/ 47 w 69"/>
              <a:gd name="T101" fmla="*/ 44 h 85"/>
              <a:gd name="T102" fmla="*/ 47 w 69"/>
              <a:gd name="T103" fmla="*/ 47 h 85"/>
              <a:gd name="T104" fmla="*/ 47 w 69"/>
              <a:gd name="T105" fmla="*/ 70 h 85"/>
              <a:gd name="T106" fmla="*/ 47 w 69"/>
              <a:gd name="T107" fmla="*/ 7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 h="85">
                <a:moveTo>
                  <a:pt x="8" y="43"/>
                </a:moveTo>
                <a:cubicBezTo>
                  <a:pt x="8" y="85"/>
                  <a:pt x="8" y="85"/>
                  <a:pt x="8" y="85"/>
                </a:cubicBezTo>
                <a:moveTo>
                  <a:pt x="17" y="64"/>
                </a:moveTo>
                <a:cubicBezTo>
                  <a:pt x="17" y="85"/>
                  <a:pt x="17" y="85"/>
                  <a:pt x="17" y="85"/>
                </a:cubicBezTo>
                <a:moveTo>
                  <a:pt x="25" y="43"/>
                </a:moveTo>
                <a:cubicBezTo>
                  <a:pt x="25" y="85"/>
                  <a:pt x="25" y="85"/>
                  <a:pt x="25" y="85"/>
                </a:cubicBezTo>
                <a:moveTo>
                  <a:pt x="17" y="0"/>
                </a:moveTo>
                <a:cubicBezTo>
                  <a:pt x="12" y="0"/>
                  <a:pt x="9" y="4"/>
                  <a:pt x="9" y="9"/>
                </a:cubicBezTo>
                <a:cubicBezTo>
                  <a:pt x="9" y="14"/>
                  <a:pt x="12" y="18"/>
                  <a:pt x="17" y="18"/>
                </a:cubicBezTo>
                <a:cubicBezTo>
                  <a:pt x="21" y="18"/>
                  <a:pt x="25" y="14"/>
                  <a:pt x="25" y="9"/>
                </a:cubicBezTo>
                <a:cubicBezTo>
                  <a:pt x="25" y="4"/>
                  <a:pt x="21" y="0"/>
                  <a:pt x="17" y="0"/>
                </a:cubicBezTo>
                <a:close/>
                <a:moveTo>
                  <a:pt x="26" y="56"/>
                </a:moveTo>
                <a:cubicBezTo>
                  <a:pt x="31" y="55"/>
                  <a:pt x="33" y="54"/>
                  <a:pt x="33" y="44"/>
                </a:cubicBezTo>
                <a:cubicBezTo>
                  <a:pt x="33" y="38"/>
                  <a:pt x="33" y="38"/>
                  <a:pt x="33" y="38"/>
                </a:cubicBezTo>
                <a:cubicBezTo>
                  <a:pt x="33" y="27"/>
                  <a:pt x="31" y="23"/>
                  <a:pt x="21" y="22"/>
                </a:cubicBezTo>
                <a:cubicBezTo>
                  <a:pt x="21" y="22"/>
                  <a:pt x="17" y="30"/>
                  <a:pt x="17" y="30"/>
                </a:cubicBezTo>
                <a:cubicBezTo>
                  <a:pt x="12" y="22"/>
                  <a:pt x="12" y="22"/>
                  <a:pt x="12" y="22"/>
                </a:cubicBezTo>
                <a:cubicBezTo>
                  <a:pt x="3" y="23"/>
                  <a:pt x="0" y="27"/>
                  <a:pt x="0" y="38"/>
                </a:cubicBezTo>
                <a:cubicBezTo>
                  <a:pt x="0" y="44"/>
                  <a:pt x="0" y="44"/>
                  <a:pt x="0" y="44"/>
                </a:cubicBezTo>
                <a:cubicBezTo>
                  <a:pt x="0" y="54"/>
                  <a:pt x="2" y="55"/>
                  <a:pt x="8" y="56"/>
                </a:cubicBezTo>
                <a:moveTo>
                  <a:pt x="28" y="77"/>
                </a:moveTo>
                <a:cubicBezTo>
                  <a:pt x="32" y="82"/>
                  <a:pt x="38" y="85"/>
                  <a:pt x="44" y="85"/>
                </a:cubicBezTo>
                <a:cubicBezTo>
                  <a:pt x="49" y="85"/>
                  <a:pt x="49" y="85"/>
                  <a:pt x="49" y="85"/>
                </a:cubicBezTo>
                <a:cubicBezTo>
                  <a:pt x="60" y="85"/>
                  <a:pt x="69" y="76"/>
                  <a:pt x="69" y="65"/>
                </a:cubicBezTo>
                <a:cubicBezTo>
                  <a:pt x="69" y="52"/>
                  <a:pt x="69" y="52"/>
                  <a:pt x="69" y="52"/>
                </a:cubicBezTo>
                <a:cubicBezTo>
                  <a:pt x="69" y="41"/>
                  <a:pt x="60" y="32"/>
                  <a:pt x="49" y="32"/>
                </a:cubicBezTo>
                <a:cubicBezTo>
                  <a:pt x="44" y="32"/>
                  <a:pt x="44" y="32"/>
                  <a:pt x="44" y="32"/>
                </a:cubicBezTo>
                <a:cubicBezTo>
                  <a:pt x="41" y="32"/>
                  <a:pt x="39" y="32"/>
                  <a:pt x="36" y="33"/>
                </a:cubicBezTo>
                <a:moveTo>
                  <a:pt x="54" y="27"/>
                </a:moveTo>
                <a:cubicBezTo>
                  <a:pt x="39" y="27"/>
                  <a:pt x="39" y="27"/>
                  <a:pt x="39" y="27"/>
                </a:cubicBezTo>
                <a:cubicBezTo>
                  <a:pt x="39" y="32"/>
                  <a:pt x="39" y="32"/>
                  <a:pt x="39" y="32"/>
                </a:cubicBezTo>
                <a:cubicBezTo>
                  <a:pt x="54" y="32"/>
                  <a:pt x="54" y="32"/>
                  <a:pt x="54" y="32"/>
                </a:cubicBezTo>
                <a:lnTo>
                  <a:pt x="54" y="27"/>
                </a:lnTo>
                <a:close/>
                <a:moveTo>
                  <a:pt x="50" y="27"/>
                </a:moveTo>
                <a:cubicBezTo>
                  <a:pt x="53" y="23"/>
                  <a:pt x="57" y="17"/>
                  <a:pt x="57" y="15"/>
                </a:cubicBezTo>
                <a:cubicBezTo>
                  <a:pt x="58" y="13"/>
                  <a:pt x="55" y="14"/>
                  <a:pt x="53" y="15"/>
                </a:cubicBezTo>
                <a:cubicBezTo>
                  <a:pt x="52" y="15"/>
                  <a:pt x="51" y="15"/>
                  <a:pt x="50" y="14"/>
                </a:cubicBezTo>
                <a:cubicBezTo>
                  <a:pt x="48" y="12"/>
                  <a:pt x="48" y="12"/>
                  <a:pt x="48" y="12"/>
                </a:cubicBezTo>
                <a:cubicBezTo>
                  <a:pt x="47" y="11"/>
                  <a:pt x="46" y="11"/>
                  <a:pt x="45" y="12"/>
                </a:cubicBezTo>
                <a:cubicBezTo>
                  <a:pt x="43" y="14"/>
                  <a:pt x="43" y="14"/>
                  <a:pt x="43" y="14"/>
                </a:cubicBezTo>
                <a:cubicBezTo>
                  <a:pt x="42" y="15"/>
                  <a:pt x="41" y="15"/>
                  <a:pt x="40" y="15"/>
                </a:cubicBezTo>
                <a:cubicBezTo>
                  <a:pt x="39" y="14"/>
                  <a:pt x="35" y="13"/>
                  <a:pt x="36" y="15"/>
                </a:cubicBezTo>
                <a:cubicBezTo>
                  <a:pt x="36" y="17"/>
                  <a:pt x="40" y="23"/>
                  <a:pt x="43" y="27"/>
                </a:cubicBezTo>
                <a:moveTo>
                  <a:pt x="41" y="66"/>
                </a:moveTo>
                <a:cubicBezTo>
                  <a:pt x="41" y="68"/>
                  <a:pt x="44" y="70"/>
                  <a:pt x="47" y="70"/>
                </a:cubicBezTo>
                <a:cubicBezTo>
                  <a:pt x="50" y="70"/>
                  <a:pt x="53" y="67"/>
                  <a:pt x="53" y="64"/>
                </a:cubicBezTo>
                <a:cubicBezTo>
                  <a:pt x="53" y="61"/>
                  <a:pt x="50" y="59"/>
                  <a:pt x="47" y="58"/>
                </a:cubicBezTo>
                <a:cubicBezTo>
                  <a:pt x="43" y="58"/>
                  <a:pt x="40" y="56"/>
                  <a:pt x="40" y="53"/>
                </a:cubicBezTo>
                <a:cubicBezTo>
                  <a:pt x="40" y="49"/>
                  <a:pt x="43" y="47"/>
                  <a:pt x="47" y="47"/>
                </a:cubicBezTo>
                <a:cubicBezTo>
                  <a:pt x="49" y="47"/>
                  <a:pt x="52" y="49"/>
                  <a:pt x="53" y="51"/>
                </a:cubicBezTo>
                <a:moveTo>
                  <a:pt x="47" y="44"/>
                </a:moveTo>
                <a:cubicBezTo>
                  <a:pt x="47" y="47"/>
                  <a:pt x="47" y="47"/>
                  <a:pt x="47" y="47"/>
                </a:cubicBezTo>
                <a:moveTo>
                  <a:pt x="47" y="70"/>
                </a:moveTo>
                <a:cubicBezTo>
                  <a:pt x="47" y="73"/>
                  <a:pt x="47" y="73"/>
                  <a:pt x="47" y="73"/>
                </a:cubicBez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7" name="Freeform 86">
            <a:extLst>
              <a:ext uri="{FF2B5EF4-FFF2-40B4-BE49-F238E27FC236}">
                <a16:creationId xmlns:a16="http://schemas.microsoft.com/office/drawing/2014/main" id="{94D9FE8C-D0CD-4898-A990-CD8275E33907}"/>
              </a:ext>
            </a:extLst>
          </p:cNvPr>
          <p:cNvSpPr>
            <a:spLocks noEditPoints="1"/>
          </p:cNvSpPr>
          <p:nvPr/>
        </p:nvSpPr>
        <p:spPr bwMode="auto">
          <a:xfrm>
            <a:off x="8729663" y="2374900"/>
            <a:ext cx="258763" cy="296863"/>
          </a:xfrm>
          <a:custGeom>
            <a:avLst/>
            <a:gdLst>
              <a:gd name="T0" fmla="*/ 37 w 69"/>
              <a:gd name="T1" fmla="*/ 19 h 79"/>
              <a:gd name="T2" fmla="*/ 25 w 69"/>
              <a:gd name="T3" fmla="*/ 31 h 79"/>
              <a:gd name="T4" fmla="*/ 13 w 69"/>
              <a:gd name="T5" fmla="*/ 19 h 79"/>
              <a:gd name="T6" fmla="*/ 25 w 69"/>
              <a:gd name="T7" fmla="*/ 7 h 79"/>
              <a:gd name="T8" fmla="*/ 37 w 69"/>
              <a:gd name="T9" fmla="*/ 19 h 79"/>
              <a:gd name="T10" fmla="*/ 42 w 69"/>
              <a:gd name="T11" fmla="*/ 34 h 79"/>
              <a:gd name="T12" fmla="*/ 42 w 69"/>
              <a:gd name="T13" fmla="*/ 34 h 79"/>
              <a:gd name="T14" fmla="*/ 38 w 69"/>
              <a:gd name="T15" fmla="*/ 31 h 79"/>
              <a:gd name="T16" fmla="*/ 11 w 69"/>
              <a:gd name="T17" fmla="*/ 31 h 79"/>
              <a:gd name="T18" fmla="*/ 7 w 69"/>
              <a:gd name="T19" fmla="*/ 34 h 79"/>
              <a:gd name="T20" fmla="*/ 7 w 69"/>
              <a:gd name="T21" fmla="*/ 34 h 79"/>
              <a:gd name="T22" fmla="*/ 11 w 69"/>
              <a:gd name="T23" fmla="*/ 38 h 79"/>
              <a:gd name="T24" fmla="*/ 38 w 69"/>
              <a:gd name="T25" fmla="*/ 38 h 79"/>
              <a:gd name="T26" fmla="*/ 42 w 69"/>
              <a:gd name="T27" fmla="*/ 34 h 79"/>
              <a:gd name="T28" fmla="*/ 49 w 69"/>
              <a:gd name="T29" fmla="*/ 75 h 79"/>
              <a:gd name="T30" fmla="*/ 49 w 69"/>
              <a:gd name="T31" fmla="*/ 75 h 79"/>
              <a:gd name="T32" fmla="*/ 46 w 69"/>
              <a:gd name="T33" fmla="*/ 71 h 79"/>
              <a:gd name="T34" fmla="*/ 4 w 69"/>
              <a:gd name="T35" fmla="*/ 71 h 79"/>
              <a:gd name="T36" fmla="*/ 0 w 69"/>
              <a:gd name="T37" fmla="*/ 75 h 79"/>
              <a:gd name="T38" fmla="*/ 0 w 69"/>
              <a:gd name="T39" fmla="*/ 75 h 79"/>
              <a:gd name="T40" fmla="*/ 4 w 69"/>
              <a:gd name="T41" fmla="*/ 79 h 79"/>
              <a:gd name="T42" fmla="*/ 46 w 69"/>
              <a:gd name="T43" fmla="*/ 79 h 79"/>
              <a:gd name="T44" fmla="*/ 49 w 69"/>
              <a:gd name="T45" fmla="*/ 75 h 79"/>
              <a:gd name="T46" fmla="*/ 44 w 69"/>
              <a:gd name="T47" fmla="*/ 67 h 79"/>
              <a:gd name="T48" fmla="*/ 6 w 69"/>
              <a:gd name="T49" fmla="*/ 67 h 79"/>
              <a:gd name="T50" fmla="*/ 6 w 69"/>
              <a:gd name="T51" fmla="*/ 71 h 79"/>
              <a:gd name="T52" fmla="*/ 44 w 69"/>
              <a:gd name="T53" fmla="*/ 71 h 79"/>
              <a:gd name="T54" fmla="*/ 44 w 69"/>
              <a:gd name="T55" fmla="*/ 67 h 79"/>
              <a:gd name="T56" fmla="*/ 6 w 69"/>
              <a:gd name="T57" fmla="*/ 67 h 79"/>
              <a:gd name="T58" fmla="*/ 14 w 69"/>
              <a:gd name="T59" fmla="*/ 38 h 79"/>
              <a:gd name="T60" fmla="*/ 35 w 69"/>
              <a:gd name="T61" fmla="*/ 38 h 79"/>
              <a:gd name="T62" fmla="*/ 44 w 69"/>
              <a:gd name="T63" fmla="*/ 67 h 79"/>
              <a:gd name="T64" fmla="*/ 44 w 69"/>
              <a:gd name="T65" fmla="*/ 66 h 79"/>
              <a:gd name="T66" fmla="*/ 61 w 69"/>
              <a:gd name="T67" fmla="*/ 66 h 79"/>
              <a:gd name="T68" fmla="*/ 57 w 69"/>
              <a:gd name="T69" fmla="*/ 19 h 79"/>
              <a:gd name="T70" fmla="*/ 38 w 69"/>
              <a:gd name="T71" fmla="*/ 19 h 79"/>
              <a:gd name="T72" fmla="*/ 49 w 69"/>
              <a:gd name="T73" fmla="*/ 79 h 79"/>
              <a:gd name="T74" fmla="*/ 69 w 69"/>
              <a:gd name="T75" fmla="*/ 79 h 79"/>
              <a:gd name="T76" fmla="*/ 69 w 69"/>
              <a:gd name="T77" fmla="*/ 71 h 79"/>
              <a:gd name="T78" fmla="*/ 49 w 69"/>
              <a:gd name="T79" fmla="*/ 71 h 79"/>
              <a:gd name="T80" fmla="*/ 37 w 69"/>
              <a:gd name="T81" fmla="*/ 14 h 79"/>
              <a:gd name="T82" fmla="*/ 59 w 69"/>
              <a:gd name="T83" fmla="*/ 14 h 79"/>
              <a:gd name="T84" fmla="*/ 65 w 69"/>
              <a:gd name="T85" fmla="*/ 0 h 79"/>
              <a:gd name="T86" fmla="*/ 57 w 69"/>
              <a:gd name="T87" fmla="*/ 0 h 79"/>
              <a:gd name="T88" fmla="*/ 58 w 69"/>
              <a:gd name="T89" fmla="*/ 9 h 79"/>
              <a:gd name="T90" fmla="*/ 49 w 69"/>
              <a:gd name="T91" fmla="*/ 9 h 79"/>
              <a:gd name="T92" fmla="*/ 51 w 69"/>
              <a:gd name="T93" fmla="*/ 0 h 79"/>
              <a:gd name="T94" fmla="*/ 40 w 69"/>
              <a:gd name="T95" fmla="*/ 0 h 79"/>
              <a:gd name="T96" fmla="*/ 41 w 69"/>
              <a:gd name="T97" fmla="*/ 9 h 79"/>
              <a:gd name="T98" fmla="*/ 33 w 69"/>
              <a:gd name="T99" fmla="*/ 9 h 79"/>
              <a:gd name="T100" fmla="*/ 34 w 69"/>
              <a:gd name="T101" fmla="*/ 0 h 79"/>
              <a:gd name="T102" fmla="*/ 26 w 69"/>
              <a:gd name="T103" fmla="*/ 0 h 79"/>
              <a:gd name="T104" fmla="*/ 26 w 69"/>
              <a:gd name="T105" fmla="*/ 5 h 79"/>
              <a:gd name="T106" fmla="*/ 57 w 69"/>
              <a:gd name="T107" fmla="*/ 19 h 79"/>
              <a:gd name="T108" fmla="*/ 59 w 69"/>
              <a:gd name="T109" fmla="*/ 19 h 79"/>
              <a:gd name="T110" fmla="*/ 59 w 69"/>
              <a:gd name="T111" fmla="*/ 14 h 79"/>
              <a:gd name="T112" fmla="*/ 65 w 69"/>
              <a:gd name="T113" fmla="*/ 71 h 79"/>
              <a:gd name="T114" fmla="*/ 65 w 69"/>
              <a:gd name="T115" fmla="*/ 66 h 79"/>
              <a:gd name="T116" fmla="*/ 61 w 69"/>
              <a:gd name="T117" fmla="*/ 6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 h="79">
                <a:moveTo>
                  <a:pt x="37" y="19"/>
                </a:moveTo>
                <a:cubicBezTo>
                  <a:pt x="37" y="25"/>
                  <a:pt x="31" y="31"/>
                  <a:pt x="25" y="31"/>
                </a:cubicBezTo>
                <a:cubicBezTo>
                  <a:pt x="18" y="31"/>
                  <a:pt x="13" y="25"/>
                  <a:pt x="13" y="19"/>
                </a:cubicBezTo>
                <a:cubicBezTo>
                  <a:pt x="13" y="12"/>
                  <a:pt x="18" y="7"/>
                  <a:pt x="25" y="7"/>
                </a:cubicBezTo>
                <a:cubicBezTo>
                  <a:pt x="31" y="7"/>
                  <a:pt x="37" y="12"/>
                  <a:pt x="37" y="19"/>
                </a:cubicBezTo>
                <a:close/>
                <a:moveTo>
                  <a:pt x="42" y="34"/>
                </a:moveTo>
                <a:cubicBezTo>
                  <a:pt x="42" y="34"/>
                  <a:pt x="42" y="34"/>
                  <a:pt x="42" y="34"/>
                </a:cubicBezTo>
                <a:cubicBezTo>
                  <a:pt x="42" y="32"/>
                  <a:pt x="40" y="31"/>
                  <a:pt x="38" y="31"/>
                </a:cubicBezTo>
                <a:cubicBezTo>
                  <a:pt x="11" y="31"/>
                  <a:pt x="11" y="31"/>
                  <a:pt x="11" y="31"/>
                </a:cubicBezTo>
                <a:cubicBezTo>
                  <a:pt x="9" y="31"/>
                  <a:pt x="7" y="32"/>
                  <a:pt x="7" y="34"/>
                </a:cubicBezTo>
                <a:cubicBezTo>
                  <a:pt x="7" y="34"/>
                  <a:pt x="7" y="34"/>
                  <a:pt x="7" y="34"/>
                </a:cubicBezTo>
                <a:cubicBezTo>
                  <a:pt x="7" y="37"/>
                  <a:pt x="9" y="38"/>
                  <a:pt x="11" y="38"/>
                </a:cubicBezTo>
                <a:cubicBezTo>
                  <a:pt x="38" y="38"/>
                  <a:pt x="38" y="38"/>
                  <a:pt x="38" y="38"/>
                </a:cubicBezTo>
                <a:cubicBezTo>
                  <a:pt x="40" y="38"/>
                  <a:pt x="42" y="37"/>
                  <a:pt x="42" y="34"/>
                </a:cubicBezTo>
                <a:close/>
                <a:moveTo>
                  <a:pt x="49" y="75"/>
                </a:moveTo>
                <a:cubicBezTo>
                  <a:pt x="49" y="75"/>
                  <a:pt x="49" y="75"/>
                  <a:pt x="49" y="75"/>
                </a:cubicBezTo>
                <a:cubicBezTo>
                  <a:pt x="49" y="73"/>
                  <a:pt x="48" y="71"/>
                  <a:pt x="46" y="71"/>
                </a:cubicBezTo>
                <a:cubicBezTo>
                  <a:pt x="4" y="71"/>
                  <a:pt x="4" y="71"/>
                  <a:pt x="4" y="71"/>
                </a:cubicBezTo>
                <a:cubicBezTo>
                  <a:pt x="2" y="71"/>
                  <a:pt x="0" y="73"/>
                  <a:pt x="0" y="75"/>
                </a:cubicBezTo>
                <a:cubicBezTo>
                  <a:pt x="0" y="75"/>
                  <a:pt x="0" y="75"/>
                  <a:pt x="0" y="75"/>
                </a:cubicBezTo>
                <a:cubicBezTo>
                  <a:pt x="0" y="77"/>
                  <a:pt x="2" y="79"/>
                  <a:pt x="4" y="79"/>
                </a:cubicBezTo>
                <a:cubicBezTo>
                  <a:pt x="46" y="79"/>
                  <a:pt x="46" y="79"/>
                  <a:pt x="46" y="79"/>
                </a:cubicBezTo>
                <a:cubicBezTo>
                  <a:pt x="48" y="79"/>
                  <a:pt x="49" y="77"/>
                  <a:pt x="49" y="75"/>
                </a:cubicBezTo>
                <a:close/>
                <a:moveTo>
                  <a:pt x="44" y="67"/>
                </a:moveTo>
                <a:cubicBezTo>
                  <a:pt x="6" y="67"/>
                  <a:pt x="6" y="67"/>
                  <a:pt x="6" y="67"/>
                </a:cubicBezTo>
                <a:cubicBezTo>
                  <a:pt x="6" y="71"/>
                  <a:pt x="6" y="71"/>
                  <a:pt x="6" y="71"/>
                </a:cubicBezTo>
                <a:cubicBezTo>
                  <a:pt x="44" y="71"/>
                  <a:pt x="44" y="71"/>
                  <a:pt x="44" y="71"/>
                </a:cubicBezTo>
                <a:lnTo>
                  <a:pt x="44" y="67"/>
                </a:lnTo>
                <a:close/>
                <a:moveTo>
                  <a:pt x="6" y="67"/>
                </a:moveTo>
                <a:cubicBezTo>
                  <a:pt x="15" y="60"/>
                  <a:pt x="14" y="38"/>
                  <a:pt x="14" y="38"/>
                </a:cubicBezTo>
                <a:moveTo>
                  <a:pt x="35" y="38"/>
                </a:moveTo>
                <a:cubicBezTo>
                  <a:pt x="35" y="38"/>
                  <a:pt x="35" y="60"/>
                  <a:pt x="44" y="67"/>
                </a:cubicBezTo>
                <a:moveTo>
                  <a:pt x="44" y="66"/>
                </a:moveTo>
                <a:cubicBezTo>
                  <a:pt x="61" y="66"/>
                  <a:pt x="61" y="66"/>
                  <a:pt x="61" y="66"/>
                </a:cubicBezTo>
                <a:cubicBezTo>
                  <a:pt x="57" y="19"/>
                  <a:pt x="57" y="19"/>
                  <a:pt x="57" y="19"/>
                </a:cubicBezTo>
                <a:cubicBezTo>
                  <a:pt x="38" y="19"/>
                  <a:pt x="38" y="19"/>
                  <a:pt x="38" y="19"/>
                </a:cubicBezTo>
                <a:moveTo>
                  <a:pt x="49" y="79"/>
                </a:moveTo>
                <a:cubicBezTo>
                  <a:pt x="69" y="79"/>
                  <a:pt x="69" y="79"/>
                  <a:pt x="69" y="79"/>
                </a:cubicBezTo>
                <a:cubicBezTo>
                  <a:pt x="69" y="71"/>
                  <a:pt x="69" y="71"/>
                  <a:pt x="69" y="71"/>
                </a:cubicBezTo>
                <a:cubicBezTo>
                  <a:pt x="49" y="71"/>
                  <a:pt x="49" y="71"/>
                  <a:pt x="49" y="71"/>
                </a:cubicBezTo>
                <a:moveTo>
                  <a:pt x="37" y="14"/>
                </a:moveTo>
                <a:cubicBezTo>
                  <a:pt x="59" y="14"/>
                  <a:pt x="59" y="14"/>
                  <a:pt x="59" y="14"/>
                </a:cubicBezTo>
                <a:cubicBezTo>
                  <a:pt x="63" y="11"/>
                  <a:pt x="65" y="6"/>
                  <a:pt x="65" y="0"/>
                </a:cubicBezTo>
                <a:cubicBezTo>
                  <a:pt x="57" y="0"/>
                  <a:pt x="57" y="0"/>
                  <a:pt x="57" y="0"/>
                </a:cubicBezTo>
                <a:cubicBezTo>
                  <a:pt x="58" y="9"/>
                  <a:pt x="58" y="9"/>
                  <a:pt x="58" y="9"/>
                </a:cubicBezTo>
                <a:cubicBezTo>
                  <a:pt x="49" y="9"/>
                  <a:pt x="49" y="9"/>
                  <a:pt x="49" y="9"/>
                </a:cubicBezTo>
                <a:cubicBezTo>
                  <a:pt x="51" y="0"/>
                  <a:pt x="51" y="0"/>
                  <a:pt x="51" y="0"/>
                </a:cubicBezTo>
                <a:cubicBezTo>
                  <a:pt x="40" y="0"/>
                  <a:pt x="40" y="0"/>
                  <a:pt x="40" y="0"/>
                </a:cubicBezTo>
                <a:cubicBezTo>
                  <a:pt x="41" y="9"/>
                  <a:pt x="41" y="9"/>
                  <a:pt x="41" y="9"/>
                </a:cubicBezTo>
                <a:cubicBezTo>
                  <a:pt x="33" y="9"/>
                  <a:pt x="33" y="9"/>
                  <a:pt x="33" y="9"/>
                </a:cubicBezTo>
                <a:cubicBezTo>
                  <a:pt x="34" y="0"/>
                  <a:pt x="34" y="0"/>
                  <a:pt x="34" y="0"/>
                </a:cubicBezTo>
                <a:cubicBezTo>
                  <a:pt x="26" y="0"/>
                  <a:pt x="26" y="0"/>
                  <a:pt x="26" y="0"/>
                </a:cubicBezTo>
                <a:cubicBezTo>
                  <a:pt x="26" y="2"/>
                  <a:pt x="26" y="3"/>
                  <a:pt x="26" y="5"/>
                </a:cubicBezTo>
                <a:moveTo>
                  <a:pt x="57" y="19"/>
                </a:moveTo>
                <a:cubicBezTo>
                  <a:pt x="59" y="19"/>
                  <a:pt x="59" y="19"/>
                  <a:pt x="59" y="19"/>
                </a:cubicBezTo>
                <a:cubicBezTo>
                  <a:pt x="59" y="14"/>
                  <a:pt x="59" y="14"/>
                  <a:pt x="59" y="14"/>
                </a:cubicBezTo>
                <a:moveTo>
                  <a:pt x="65" y="71"/>
                </a:moveTo>
                <a:cubicBezTo>
                  <a:pt x="65" y="66"/>
                  <a:pt x="65" y="66"/>
                  <a:pt x="65" y="66"/>
                </a:cubicBezTo>
                <a:cubicBezTo>
                  <a:pt x="61" y="66"/>
                  <a:pt x="61" y="66"/>
                  <a:pt x="61" y="66"/>
                </a:cubicBez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8" name="Freeform 87">
            <a:extLst>
              <a:ext uri="{FF2B5EF4-FFF2-40B4-BE49-F238E27FC236}">
                <a16:creationId xmlns:a16="http://schemas.microsoft.com/office/drawing/2014/main" id="{E57B76C9-CF2A-45FE-B9A1-A0DCDD2D0FB2}"/>
              </a:ext>
            </a:extLst>
          </p:cNvPr>
          <p:cNvSpPr>
            <a:spLocks noEditPoints="1"/>
          </p:cNvSpPr>
          <p:nvPr/>
        </p:nvSpPr>
        <p:spPr bwMode="auto">
          <a:xfrm>
            <a:off x="3178176" y="5121275"/>
            <a:ext cx="325438" cy="241300"/>
          </a:xfrm>
          <a:custGeom>
            <a:avLst/>
            <a:gdLst>
              <a:gd name="T0" fmla="*/ 43 w 87"/>
              <a:gd name="T1" fmla="*/ 64 h 64"/>
              <a:gd name="T2" fmla="*/ 26 w 87"/>
              <a:gd name="T3" fmla="*/ 51 h 64"/>
              <a:gd name="T4" fmla="*/ 61 w 87"/>
              <a:gd name="T5" fmla="*/ 51 h 64"/>
              <a:gd name="T6" fmla="*/ 26 w 87"/>
              <a:gd name="T7" fmla="*/ 57 h 64"/>
              <a:gd name="T8" fmla="*/ 61 w 87"/>
              <a:gd name="T9" fmla="*/ 57 h 64"/>
              <a:gd name="T10" fmla="*/ 26 w 87"/>
              <a:gd name="T11" fmla="*/ 45 h 64"/>
              <a:gd name="T12" fmla="*/ 61 w 87"/>
              <a:gd name="T13" fmla="*/ 45 h 64"/>
              <a:gd name="T14" fmla="*/ 43 w 87"/>
              <a:gd name="T15" fmla="*/ 38 h 64"/>
              <a:gd name="T16" fmla="*/ 26 w 87"/>
              <a:gd name="T17" fmla="*/ 45 h 64"/>
              <a:gd name="T18" fmla="*/ 43 w 87"/>
              <a:gd name="T19" fmla="*/ 58 h 64"/>
              <a:gd name="T20" fmla="*/ 61 w 87"/>
              <a:gd name="T21" fmla="*/ 45 h 64"/>
              <a:gd name="T22" fmla="*/ 70 w 87"/>
              <a:gd name="T23" fmla="*/ 55 h 64"/>
              <a:gd name="T24" fmla="*/ 61 w 87"/>
              <a:gd name="T25" fmla="*/ 48 h 64"/>
              <a:gd name="T26" fmla="*/ 87 w 87"/>
              <a:gd name="T27" fmla="*/ 43 h 64"/>
              <a:gd name="T28" fmla="*/ 70 w 87"/>
              <a:gd name="T29" fmla="*/ 55 h 64"/>
              <a:gd name="T30" fmla="*/ 87 w 87"/>
              <a:gd name="T31" fmla="*/ 43 h 64"/>
              <a:gd name="T32" fmla="*/ 52 w 87"/>
              <a:gd name="T33" fmla="*/ 37 h 64"/>
              <a:gd name="T34" fmla="*/ 70 w 87"/>
              <a:gd name="T35" fmla="*/ 49 h 64"/>
              <a:gd name="T36" fmla="*/ 87 w 87"/>
              <a:gd name="T37" fmla="*/ 37 h 64"/>
              <a:gd name="T38" fmla="*/ 70 w 87"/>
              <a:gd name="T39" fmla="*/ 37 h 64"/>
              <a:gd name="T40" fmla="*/ 52 w 87"/>
              <a:gd name="T41" fmla="*/ 31 h 64"/>
              <a:gd name="T42" fmla="*/ 54 w 87"/>
              <a:gd name="T43" fmla="*/ 40 h 64"/>
              <a:gd name="T44" fmla="*/ 70 w 87"/>
              <a:gd name="T45" fmla="*/ 43 h 64"/>
              <a:gd name="T46" fmla="*/ 87 w 87"/>
              <a:gd name="T47" fmla="*/ 31 h 64"/>
              <a:gd name="T48" fmla="*/ 70 w 87"/>
              <a:gd name="T49" fmla="*/ 37 h 64"/>
              <a:gd name="T50" fmla="*/ 87 w 87"/>
              <a:gd name="T51" fmla="*/ 25 h 64"/>
              <a:gd name="T52" fmla="*/ 70 w 87"/>
              <a:gd name="T53" fmla="*/ 31 h 64"/>
              <a:gd name="T54" fmla="*/ 87 w 87"/>
              <a:gd name="T55" fmla="*/ 19 h 64"/>
              <a:gd name="T56" fmla="*/ 70 w 87"/>
              <a:gd name="T57" fmla="*/ 19 h 64"/>
              <a:gd name="T58" fmla="*/ 87 w 87"/>
              <a:gd name="T59" fmla="*/ 13 h 64"/>
              <a:gd name="T60" fmla="*/ 59 w 87"/>
              <a:gd name="T61" fmla="*/ 8 h 64"/>
              <a:gd name="T62" fmla="*/ 70 w 87"/>
              <a:gd name="T63" fmla="*/ 25 h 64"/>
              <a:gd name="T64" fmla="*/ 87 w 87"/>
              <a:gd name="T65" fmla="*/ 13 h 64"/>
              <a:gd name="T66" fmla="*/ 17 w 87"/>
              <a:gd name="T67" fmla="*/ 55 h 64"/>
              <a:gd name="T68" fmla="*/ 0 w 87"/>
              <a:gd name="T69" fmla="*/ 43 h 64"/>
              <a:gd name="T70" fmla="*/ 26 w 87"/>
              <a:gd name="T71" fmla="*/ 48 h 64"/>
              <a:gd name="T72" fmla="*/ 0 w 87"/>
              <a:gd name="T73" fmla="*/ 49 h 64"/>
              <a:gd name="T74" fmla="*/ 26 w 87"/>
              <a:gd name="T75" fmla="*/ 54 h 64"/>
              <a:gd name="T76" fmla="*/ 35 w 87"/>
              <a:gd name="T77" fmla="*/ 37 h 64"/>
              <a:gd name="T78" fmla="*/ 0 w 87"/>
              <a:gd name="T79" fmla="*/ 43 h 64"/>
              <a:gd name="T80" fmla="*/ 26 w 87"/>
              <a:gd name="T81" fmla="*/ 48 h 64"/>
              <a:gd name="T82" fmla="*/ 17 w 87"/>
              <a:gd name="T83" fmla="*/ 37 h 64"/>
              <a:gd name="T84" fmla="*/ 33 w 87"/>
              <a:gd name="T85" fmla="*/ 40 h 64"/>
              <a:gd name="T86" fmla="*/ 35 w 87"/>
              <a:gd name="T87" fmla="*/ 31 h 64"/>
              <a:gd name="T88" fmla="*/ 0 w 87"/>
              <a:gd name="T89" fmla="*/ 37 h 64"/>
              <a:gd name="T90" fmla="*/ 28 w 87"/>
              <a:gd name="T91" fmla="*/ 42 h 64"/>
              <a:gd name="T92" fmla="*/ 0 w 87"/>
              <a:gd name="T93" fmla="*/ 31 h 64"/>
              <a:gd name="T94" fmla="*/ 35 w 87"/>
              <a:gd name="T95" fmla="*/ 31 h 64"/>
              <a:gd name="T96" fmla="*/ 0 w 87"/>
              <a:gd name="T97" fmla="*/ 25 h 64"/>
              <a:gd name="T98" fmla="*/ 32 w 87"/>
              <a:gd name="T99" fmla="*/ 29 h 64"/>
              <a:gd name="T100" fmla="*/ 17 w 87"/>
              <a:gd name="T101" fmla="*/ 19 h 64"/>
              <a:gd name="T102" fmla="*/ 28 w 87"/>
              <a:gd name="T103" fmla="*/ 8 h 64"/>
              <a:gd name="T104" fmla="*/ 0 w 87"/>
              <a:gd name="T105" fmla="*/ 13 h 64"/>
              <a:gd name="T106" fmla="*/ 0 w 87"/>
              <a:gd name="T107" fmla="*/ 19 h 64"/>
              <a:gd name="T108" fmla="*/ 28 w 87"/>
              <a:gd name="T109" fmla="*/ 24 h 64"/>
              <a:gd name="T110" fmla="*/ 59 w 87"/>
              <a:gd name="T111" fmla="*/ 15 h 64"/>
              <a:gd name="T112" fmla="*/ 28 w 87"/>
              <a:gd name="T113" fmla="*/ 15 h 64"/>
              <a:gd name="T114" fmla="*/ 48 w 87"/>
              <a:gd name="T115" fmla="*/ 10 h 64"/>
              <a:gd name="T116" fmla="*/ 38 w 87"/>
              <a:gd name="T117" fmla="*/ 11 h 64"/>
              <a:gd name="T118" fmla="*/ 48 w 87"/>
              <a:gd name="T119" fmla="*/ 20 h 64"/>
              <a:gd name="T120" fmla="*/ 39 w 87"/>
              <a:gd name="T121" fmla="*/ 21 h 64"/>
              <a:gd name="T122" fmla="*/ 43 w 87"/>
              <a:gd name="T123" fmla="*/ 25 h 64"/>
              <a:gd name="T124" fmla="*/ 43 w 87"/>
              <a:gd name="T125" fmla="*/ 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 h="64">
                <a:moveTo>
                  <a:pt x="61" y="57"/>
                </a:moveTo>
                <a:cubicBezTo>
                  <a:pt x="61" y="61"/>
                  <a:pt x="53" y="64"/>
                  <a:pt x="43" y="64"/>
                </a:cubicBezTo>
                <a:cubicBezTo>
                  <a:pt x="34" y="64"/>
                  <a:pt x="26" y="61"/>
                  <a:pt x="26" y="57"/>
                </a:cubicBezTo>
                <a:moveTo>
                  <a:pt x="26" y="51"/>
                </a:moveTo>
                <a:cubicBezTo>
                  <a:pt x="26" y="55"/>
                  <a:pt x="34" y="58"/>
                  <a:pt x="43" y="58"/>
                </a:cubicBezTo>
                <a:cubicBezTo>
                  <a:pt x="53" y="58"/>
                  <a:pt x="61" y="55"/>
                  <a:pt x="61" y="51"/>
                </a:cubicBezTo>
                <a:moveTo>
                  <a:pt x="26" y="51"/>
                </a:moveTo>
                <a:cubicBezTo>
                  <a:pt x="26" y="57"/>
                  <a:pt x="26" y="57"/>
                  <a:pt x="26" y="57"/>
                </a:cubicBezTo>
                <a:cubicBezTo>
                  <a:pt x="26" y="61"/>
                  <a:pt x="34" y="64"/>
                  <a:pt x="43" y="64"/>
                </a:cubicBezTo>
                <a:cubicBezTo>
                  <a:pt x="53" y="64"/>
                  <a:pt x="61" y="61"/>
                  <a:pt x="61" y="57"/>
                </a:cubicBezTo>
                <a:cubicBezTo>
                  <a:pt x="61" y="51"/>
                  <a:pt x="61" y="51"/>
                  <a:pt x="61" y="51"/>
                </a:cubicBezTo>
                <a:moveTo>
                  <a:pt x="26" y="45"/>
                </a:moveTo>
                <a:cubicBezTo>
                  <a:pt x="26" y="49"/>
                  <a:pt x="34" y="52"/>
                  <a:pt x="43" y="52"/>
                </a:cubicBezTo>
                <a:cubicBezTo>
                  <a:pt x="53" y="52"/>
                  <a:pt x="61" y="49"/>
                  <a:pt x="61" y="45"/>
                </a:cubicBezTo>
                <a:moveTo>
                  <a:pt x="61" y="45"/>
                </a:moveTo>
                <a:cubicBezTo>
                  <a:pt x="61" y="41"/>
                  <a:pt x="53" y="38"/>
                  <a:pt x="43" y="38"/>
                </a:cubicBezTo>
                <a:cubicBezTo>
                  <a:pt x="34" y="38"/>
                  <a:pt x="26" y="41"/>
                  <a:pt x="26" y="45"/>
                </a:cubicBezTo>
                <a:moveTo>
                  <a:pt x="26" y="45"/>
                </a:moveTo>
                <a:cubicBezTo>
                  <a:pt x="26" y="51"/>
                  <a:pt x="26" y="51"/>
                  <a:pt x="26" y="51"/>
                </a:cubicBezTo>
                <a:cubicBezTo>
                  <a:pt x="26" y="55"/>
                  <a:pt x="34" y="58"/>
                  <a:pt x="43" y="58"/>
                </a:cubicBezTo>
                <a:cubicBezTo>
                  <a:pt x="53" y="58"/>
                  <a:pt x="61" y="55"/>
                  <a:pt x="61" y="51"/>
                </a:cubicBezTo>
                <a:cubicBezTo>
                  <a:pt x="61" y="45"/>
                  <a:pt x="61" y="45"/>
                  <a:pt x="61" y="45"/>
                </a:cubicBezTo>
                <a:moveTo>
                  <a:pt x="61" y="54"/>
                </a:moveTo>
                <a:cubicBezTo>
                  <a:pt x="64" y="55"/>
                  <a:pt x="67" y="55"/>
                  <a:pt x="70" y="55"/>
                </a:cubicBezTo>
                <a:cubicBezTo>
                  <a:pt x="79" y="55"/>
                  <a:pt x="87" y="52"/>
                  <a:pt x="87" y="49"/>
                </a:cubicBezTo>
                <a:moveTo>
                  <a:pt x="61" y="48"/>
                </a:moveTo>
                <a:cubicBezTo>
                  <a:pt x="64" y="49"/>
                  <a:pt x="67" y="49"/>
                  <a:pt x="70" y="49"/>
                </a:cubicBezTo>
                <a:cubicBezTo>
                  <a:pt x="79" y="49"/>
                  <a:pt x="87" y="46"/>
                  <a:pt x="87" y="43"/>
                </a:cubicBezTo>
                <a:moveTo>
                  <a:pt x="61" y="54"/>
                </a:moveTo>
                <a:cubicBezTo>
                  <a:pt x="64" y="55"/>
                  <a:pt x="67" y="55"/>
                  <a:pt x="70" y="55"/>
                </a:cubicBezTo>
                <a:cubicBezTo>
                  <a:pt x="79" y="55"/>
                  <a:pt x="87" y="52"/>
                  <a:pt x="87" y="49"/>
                </a:cubicBezTo>
                <a:cubicBezTo>
                  <a:pt x="87" y="43"/>
                  <a:pt x="87" y="43"/>
                  <a:pt x="87" y="43"/>
                </a:cubicBezTo>
                <a:moveTo>
                  <a:pt x="52" y="39"/>
                </a:moveTo>
                <a:cubicBezTo>
                  <a:pt x="52" y="37"/>
                  <a:pt x="52" y="37"/>
                  <a:pt x="52" y="37"/>
                </a:cubicBezTo>
                <a:moveTo>
                  <a:pt x="61" y="48"/>
                </a:moveTo>
                <a:cubicBezTo>
                  <a:pt x="64" y="49"/>
                  <a:pt x="67" y="49"/>
                  <a:pt x="70" y="49"/>
                </a:cubicBezTo>
                <a:cubicBezTo>
                  <a:pt x="79" y="49"/>
                  <a:pt x="87" y="46"/>
                  <a:pt x="87" y="43"/>
                </a:cubicBezTo>
                <a:cubicBezTo>
                  <a:pt x="87" y="37"/>
                  <a:pt x="87" y="37"/>
                  <a:pt x="87" y="37"/>
                </a:cubicBezTo>
                <a:moveTo>
                  <a:pt x="52" y="31"/>
                </a:moveTo>
                <a:cubicBezTo>
                  <a:pt x="52" y="34"/>
                  <a:pt x="60" y="37"/>
                  <a:pt x="70" y="37"/>
                </a:cubicBezTo>
                <a:cubicBezTo>
                  <a:pt x="79" y="37"/>
                  <a:pt x="87" y="34"/>
                  <a:pt x="87" y="31"/>
                </a:cubicBezTo>
                <a:moveTo>
                  <a:pt x="52" y="31"/>
                </a:moveTo>
                <a:cubicBezTo>
                  <a:pt x="52" y="37"/>
                  <a:pt x="52" y="37"/>
                  <a:pt x="52" y="37"/>
                </a:cubicBezTo>
                <a:cubicBezTo>
                  <a:pt x="52" y="38"/>
                  <a:pt x="52" y="39"/>
                  <a:pt x="54" y="40"/>
                </a:cubicBezTo>
                <a:moveTo>
                  <a:pt x="59" y="42"/>
                </a:moveTo>
                <a:cubicBezTo>
                  <a:pt x="62" y="43"/>
                  <a:pt x="66" y="43"/>
                  <a:pt x="70" y="43"/>
                </a:cubicBezTo>
                <a:cubicBezTo>
                  <a:pt x="79" y="43"/>
                  <a:pt x="87" y="40"/>
                  <a:pt x="87" y="37"/>
                </a:cubicBezTo>
                <a:cubicBezTo>
                  <a:pt x="87" y="31"/>
                  <a:pt x="87" y="31"/>
                  <a:pt x="87" y="31"/>
                </a:cubicBezTo>
                <a:moveTo>
                  <a:pt x="52" y="31"/>
                </a:moveTo>
                <a:cubicBezTo>
                  <a:pt x="52" y="34"/>
                  <a:pt x="60" y="37"/>
                  <a:pt x="70" y="37"/>
                </a:cubicBezTo>
                <a:cubicBezTo>
                  <a:pt x="79" y="37"/>
                  <a:pt x="87" y="34"/>
                  <a:pt x="87" y="31"/>
                </a:cubicBezTo>
                <a:cubicBezTo>
                  <a:pt x="87" y="25"/>
                  <a:pt x="87" y="25"/>
                  <a:pt x="87" y="25"/>
                </a:cubicBezTo>
                <a:moveTo>
                  <a:pt x="55" y="29"/>
                </a:moveTo>
                <a:cubicBezTo>
                  <a:pt x="58" y="30"/>
                  <a:pt x="64" y="31"/>
                  <a:pt x="70" y="31"/>
                </a:cubicBezTo>
                <a:cubicBezTo>
                  <a:pt x="79" y="31"/>
                  <a:pt x="87" y="28"/>
                  <a:pt x="87" y="25"/>
                </a:cubicBezTo>
                <a:cubicBezTo>
                  <a:pt x="87" y="19"/>
                  <a:pt x="87" y="19"/>
                  <a:pt x="87" y="19"/>
                </a:cubicBezTo>
                <a:moveTo>
                  <a:pt x="60" y="19"/>
                </a:moveTo>
                <a:cubicBezTo>
                  <a:pt x="63" y="19"/>
                  <a:pt x="66" y="19"/>
                  <a:pt x="70" y="19"/>
                </a:cubicBezTo>
                <a:cubicBezTo>
                  <a:pt x="79" y="19"/>
                  <a:pt x="87" y="17"/>
                  <a:pt x="87" y="13"/>
                </a:cubicBezTo>
                <a:moveTo>
                  <a:pt x="87" y="13"/>
                </a:moveTo>
                <a:cubicBezTo>
                  <a:pt x="87" y="9"/>
                  <a:pt x="79" y="6"/>
                  <a:pt x="70" y="6"/>
                </a:cubicBezTo>
                <a:cubicBezTo>
                  <a:pt x="65" y="6"/>
                  <a:pt x="62" y="7"/>
                  <a:pt x="59" y="8"/>
                </a:cubicBezTo>
                <a:moveTo>
                  <a:pt x="59" y="24"/>
                </a:moveTo>
                <a:cubicBezTo>
                  <a:pt x="62" y="25"/>
                  <a:pt x="65" y="25"/>
                  <a:pt x="70" y="25"/>
                </a:cubicBezTo>
                <a:cubicBezTo>
                  <a:pt x="79" y="25"/>
                  <a:pt x="87" y="22"/>
                  <a:pt x="87" y="19"/>
                </a:cubicBezTo>
                <a:cubicBezTo>
                  <a:pt x="87" y="13"/>
                  <a:pt x="87" y="13"/>
                  <a:pt x="87" y="13"/>
                </a:cubicBezTo>
                <a:moveTo>
                  <a:pt x="0" y="49"/>
                </a:moveTo>
                <a:cubicBezTo>
                  <a:pt x="0" y="52"/>
                  <a:pt x="7" y="55"/>
                  <a:pt x="17" y="55"/>
                </a:cubicBezTo>
                <a:cubicBezTo>
                  <a:pt x="20" y="55"/>
                  <a:pt x="23" y="55"/>
                  <a:pt x="26" y="54"/>
                </a:cubicBezTo>
                <a:moveTo>
                  <a:pt x="0" y="43"/>
                </a:moveTo>
                <a:cubicBezTo>
                  <a:pt x="0" y="46"/>
                  <a:pt x="7" y="49"/>
                  <a:pt x="17" y="49"/>
                </a:cubicBezTo>
                <a:cubicBezTo>
                  <a:pt x="20" y="49"/>
                  <a:pt x="23" y="49"/>
                  <a:pt x="26" y="48"/>
                </a:cubicBezTo>
                <a:moveTo>
                  <a:pt x="0" y="43"/>
                </a:moveTo>
                <a:cubicBezTo>
                  <a:pt x="0" y="49"/>
                  <a:pt x="0" y="49"/>
                  <a:pt x="0" y="49"/>
                </a:cubicBezTo>
                <a:cubicBezTo>
                  <a:pt x="0" y="52"/>
                  <a:pt x="7" y="55"/>
                  <a:pt x="17" y="55"/>
                </a:cubicBezTo>
                <a:cubicBezTo>
                  <a:pt x="20" y="55"/>
                  <a:pt x="23" y="55"/>
                  <a:pt x="26" y="54"/>
                </a:cubicBezTo>
                <a:moveTo>
                  <a:pt x="35" y="39"/>
                </a:moveTo>
                <a:cubicBezTo>
                  <a:pt x="35" y="37"/>
                  <a:pt x="35" y="37"/>
                  <a:pt x="35" y="37"/>
                </a:cubicBezTo>
                <a:moveTo>
                  <a:pt x="0" y="37"/>
                </a:moveTo>
                <a:cubicBezTo>
                  <a:pt x="0" y="43"/>
                  <a:pt x="0" y="43"/>
                  <a:pt x="0" y="43"/>
                </a:cubicBezTo>
                <a:cubicBezTo>
                  <a:pt x="0" y="46"/>
                  <a:pt x="7" y="49"/>
                  <a:pt x="17" y="49"/>
                </a:cubicBezTo>
                <a:cubicBezTo>
                  <a:pt x="20" y="49"/>
                  <a:pt x="23" y="49"/>
                  <a:pt x="26" y="48"/>
                </a:cubicBezTo>
                <a:moveTo>
                  <a:pt x="0" y="31"/>
                </a:moveTo>
                <a:cubicBezTo>
                  <a:pt x="0" y="34"/>
                  <a:pt x="7" y="37"/>
                  <a:pt x="17" y="37"/>
                </a:cubicBezTo>
                <a:cubicBezTo>
                  <a:pt x="27" y="37"/>
                  <a:pt x="35" y="34"/>
                  <a:pt x="35" y="31"/>
                </a:cubicBezTo>
                <a:moveTo>
                  <a:pt x="33" y="40"/>
                </a:moveTo>
                <a:cubicBezTo>
                  <a:pt x="34" y="39"/>
                  <a:pt x="35" y="38"/>
                  <a:pt x="35" y="37"/>
                </a:cubicBezTo>
                <a:cubicBezTo>
                  <a:pt x="35" y="31"/>
                  <a:pt x="35" y="31"/>
                  <a:pt x="35" y="31"/>
                </a:cubicBezTo>
                <a:moveTo>
                  <a:pt x="0" y="31"/>
                </a:moveTo>
                <a:cubicBezTo>
                  <a:pt x="0" y="37"/>
                  <a:pt x="0" y="37"/>
                  <a:pt x="0" y="37"/>
                </a:cubicBezTo>
                <a:cubicBezTo>
                  <a:pt x="0" y="40"/>
                  <a:pt x="7" y="43"/>
                  <a:pt x="17" y="43"/>
                </a:cubicBezTo>
                <a:cubicBezTo>
                  <a:pt x="21" y="43"/>
                  <a:pt x="25" y="43"/>
                  <a:pt x="28" y="42"/>
                </a:cubicBezTo>
                <a:moveTo>
                  <a:pt x="0" y="25"/>
                </a:moveTo>
                <a:cubicBezTo>
                  <a:pt x="0" y="31"/>
                  <a:pt x="0" y="31"/>
                  <a:pt x="0" y="31"/>
                </a:cubicBezTo>
                <a:cubicBezTo>
                  <a:pt x="0" y="34"/>
                  <a:pt x="7" y="37"/>
                  <a:pt x="17" y="37"/>
                </a:cubicBezTo>
                <a:cubicBezTo>
                  <a:pt x="27" y="37"/>
                  <a:pt x="35" y="34"/>
                  <a:pt x="35" y="31"/>
                </a:cubicBezTo>
                <a:moveTo>
                  <a:pt x="0" y="19"/>
                </a:moveTo>
                <a:cubicBezTo>
                  <a:pt x="0" y="25"/>
                  <a:pt x="0" y="25"/>
                  <a:pt x="0" y="25"/>
                </a:cubicBezTo>
                <a:cubicBezTo>
                  <a:pt x="0" y="28"/>
                  <a:pt x="7" y="31"/>
                  <a:pt x="17" y="31"/>
                </a:cubicBezTo>
                <a:cubicBezTo>
                  <a:pt x="23" y="31"/>
                  <a:pt x="29" y="30"/>
                  <a:pt x="32" y="29"/>
                </a:cubicBezTo>
                <a:moveTo>
                  <a:pt x="0" y="13"/>
                </a:moveTo>
                <a:cubicBezTo>
                  <a:pt x="0" y="17"/>
                  <a:pt x="7" y="19"/>
                  <a:pt x="17" y="19"/>
                </a:cubicBezTo>
                <a:cubicBezTo>
                  <a:pt x="21" y="19"/>
                  <a:pt x="24" y="19"/>
                  <a:pt x="26" y="19"/>
                </a:cubicBezTo>
                <a:moveTo>
                  <a:pt x="28" y="8"/>
                </a:moveTo>
                <a:cubicBezTo>
                  <a:pt x="25" y="7"/>
                  <a:pt x="21" y="6"/>
                  <a:pt x="17" y="6"/>
                </a:cubicBezTo>
                <a:cubicBezTo>
                  <a:pt x="7" y="6"/>
                  <a:pt x="0" y="9"/>
                  <a:pt x="0" y="13"/>
                </a:cubicBezTo>
                <a:moveTo>
                  <a:pt x="0" y="13"/>
                </a:moveTo>
                <a:cubicBezTo>
                  <a:pt x="0" y="19"/>
                  <a:pt x="0" y="19"/>
                  <a:pt x="0" y="19"/>
                </a:cubicBezTo>
                <a:cubicBezTo>
                  <a:pt x="0" y="22"/>
                  <a:pt x="7" y="25"/>
                  <a:pt x="17" y="25"/>
                </a:cubicBezTo>
                <a:cubicBezTo>
                  <a:pt x="21" y="25"/>
                  <a:pt x="25" y="25"/>
                  <a:pt x="28" y="24"/>
                </a:cubicBezTo>
                <a:moveTo>
                  <a:pt x="43" y="31"/>
                </a:moveTo>
                <a:cubicBezTo>
                  <a:pt x="52" y="31"/>
                  <a:pt x="59" y="24"/>
                  <a:pt x="59" y="15"/>
                </a:cubicBezTo>
                <a:cubicBezTo>
                  <a:pt x="59" y="7"/>
                  <a:pt x="52" y="0"/>
                  <a:pt x="43" y="0"/>
                </a:cubicBezTo>
                <a:cubicBezTo>
                  <a:pt x="35" y="0"/>
                  <a:pt x="28" y="7"/>
                  <a:pt x="28" y="15"/>
                </a:cubicBezTo>
                <a:cubicBezTo>
                  <a:pt x="28" y="24"/>
                  <a:pt x="35" y="31"/>
                  <a:pt x="43" y="31"/>
                </a:cubicBezTo>
                <a:close/>
                <a:moveTo>
                  <a:pt x="48" y="10"/>
                </a:moveTo>
                <a:cubicBezTo>
                  <a:pt x="48" y="8"/>
                  <a:pt x="46" y="6"/>
                  <a:pt x="43" y="6"/>
                </a:cubicBezTo>
                <a:cubicBezTo>
                  <a:pt x="41" y="6"/>
                  <a:pt x="38" y="8"/>
                  <a:pt x="38" y="11"/>
                </a:cubicBezTo>
                <a:cubicBezTo>
                  <a:pt x="38" y="13"/>
                  <a:pt x="41" y="15"/>
                  <a:pt x="43" y="15"/>
                </a:cubicBezTo>
                <a:cubicBezTo>
                  <a:pt x="46" y="16"/>
                  <a:pt x="48" y="18"/>
                  <a:pt x="48" y="20"/>
                </a:cubicBezTo>
                <a:cubicBezTo>
                  <a:pt x="48" y="23"/>
                  <a:pt x="46" y="25"/>
                  <a:pt x="43" y="25"/>
                </a:cubicBezTo>
                <a:cubicBezTo>
                  <a:pt x="41" y="25"/>
                  <a:pt x="39" y="23"/>
                  <a:pt x="39" y="21"/>
                </a:cubicBezTo>
                <a:moveTo>
                  <a:pt x="43" y="27"/>
                </a:moveTo>
                <a:cubicBezTo>
                  <a:pt x="43" y="25"/>
                  <a:pt x="43" y="25"/>
                  <a:pt x="43" y="25"/>
                </a:cubicBezTo>
                <a:moveTo>
                  <a:pt x="43" y="6"/>
                </a:moveTo>
                <a:cubicBezTo>
                  <a:pt x="43" y="4"/>
                  <a:pt x="43" y="4"/>
                  <a:pt x="43" y="4"/>
                </a:cubicBezTo>
              </a:path>
            </a:pathLst>
          </a:custGeom>
          <a:noFill/>
          <a:ln w="79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145" name="Group 144">
            <a:extLst>
              <a:ext uri="{FF2B5EF4-FFF2-40B4-BE49-F238E27FC236}">
                <a16:creationId xmlns:a16="http://schemas.microsoft.com/office/drawing/2014/main" id="{0289DAED-17AE-412A-86E5-3A3A3E1EA562}"/>
              </a:ext>
            </a:extLst>
          </p:cNvPr>
          <p:cNvGrpSpPr/>
          <p:nvPr/>
        </p:nvGrpSpPr>
        <p:grpSpPr>
          <a:xfrm>
            <a:off x="1535115" y="4964113"/>
            <a:ext cx="1223962" cy="569121"/>
            <a:chOff x="1535115" y="4964113"/>
            <a:chExt cx="1223962" cy="569121"/>
          </a:xfrm>
        </p:grpSpPr>
        <p:sp>
          <p:nvSpPr>
            <p:cNvPr id="77" name="Rectangle 76">
              <a:extLst>
                <a:ext uri="{FF2B5EF4-FFF2-40B4-BE49-F238E27FC236}">
                  <a16:creationId xmlns:a16="http://schemas.microsoft.com/office/drawing/2014/main" id="{A25AEFF4-178E-4F16-AE2E-28F56B0398F8}"/>
                </a:ext>
              </a:extLst>
            </p:cNvPr>
            <p:cNvSpPr>
              <a:spLocks noChangeArrowheads="1"/>
            </p:cNvSpPr>
            <p:nvPr/>
          </p:nvSpPr>
          <p:spPr bwMode="auto">
            <a:xfrm>
              <a:off x="1635126" y="4964113"/>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05</a:t>
              </a:r>
              <a:endParaRPr kumimoji="0" lang="ru-UA" altLang="ru-UA" sz="1800" b="0" i="0" u="none" strike="noStrike" cap="none" normalizeH="0" baseline="0">
                <a:ln>
                  <a:noFill/>
                </a:ln>
                <a:solidFill>
                  <a:schemeClr val="bg2"/>
                </a:solidFill>
                <a:effectLst/>
              </a:endParaRPr>
            </a:p>
          </p:txBody>
        </p:sp>
        <p:sp>
          <p:nvSpPr>
            <p:cNvPr id="126" name="Text Placeholder 33">
              <a:extLst>
                <a:ext uri="{FF2B5EF4-FFF2-40B4-BE49-F238E27FC236}">
                  <a16:creationId xmlns:a16="http://schemas.microsoft.com/office/drawing/2014/main" id="{EBFCA01A-87F2-45D0-89C4-9B15B087A306}"/>
                </a:ext>
              </a:extLst>
            </p:cNvPr>
            <p:cNvSpPr txBox="1">
              <a:spLocks/>
            </p:cNvSpPr>
            <p:nvPr/>
          </p:nvSpPr>
          <p:spPr>
            <a:xfrm>
              <a:off x="1535115" y="5149851"/>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4" name="Group 143">
            <a:extLst>
              <a:ext uri="{FF2B5EF4-FFF2-40B4-BE49-F238E27FC236}">
                <a16:creationId xmlns:a16="http://schemas.microsoft.com/office/drawing/2014/main" id="{38495B86-049F-4227-8F1D-EC0B4A7E79BB}"/>
              </a:ext>
            </a:extLst>
          </p:cNvPr>
          <p:cNvGrpSpPr/>
          <p:nvPr/>
        </p:nvGrpSpPr>
        <p:grpSpPr>
          <a:xfrm>
            <a:off x="1535115" y="4065588"/>
            <a:ext cx="1223962" cy="529434"/>
            <a:chOff x="1535115" y="4065588"/>
            <a:chExt cx="1223962" cy="529434"/>
          </a:xfrm>
        </p:grpSpPr>
        <p:sp>
          <p:nvSpPr>
            <p:cNvPr id="76" name="Rectangle 75">
              <a:extLst>
                <a:ext uri="{FF2B5EF4-FFF2-40B4-BE49-F238E27FC236}">
                  <a16:creationId xmlns:a16="http://schemas.microsoft.com/office/drawing/2014/main" id="{E2317CEF-9531-41E6-9785-8CC3855997EA}"/>
                </a:ext>
              </a:extLst>
            </p:cNvPr>
            <p:cNvSpPr>
              <a:spLocks noChangeArrowheads="1"/>
            </p:cNvSpPr>
            <p:nvPr/>
          </p:nvSpPr>
          <p:spPr bwMode="auto">
            <a:xfrm>
              <a:off x="1635126" y="4065588"/>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04</a:t>
              </a:r>
              <a:endParaRPr kumimoji="0" lang="ru-UA" altLang="ru-UA" sz="1800" b="0" i="0" u="none" strike="noStrike" cap="none" normalizeH="0" baseline="0">
                <a:ln>
                  <a:noFill/>
                </a:ln>
                <a:solidFill>
                  <a:schemeClr val="bg2"/>
                </a:solidFill>
                <a:effectLst/>
              </a:endParaRPr>
            </a:p>
          </p:txBody>
        </p:sp>
        <p:sp>
          <p:nvSpPr>
            <p:cNvPr id="127" name="Text Placeholder 33">
              <a:extLst>
                <a:ext uri="{FF2B5EF4-FFF2-40B4-BE49-F238E27FC236}">
                  <a16:creationId xmlns:a16="http://schemas.microsoft.com/office/drawing/2014/main" id="{3A850D58-AD7C-48BA-AAC6-D76BD5BFF43B}"/>
                </a:ext>
              </a:extLst>
            </p:cNvPr>
            <p:cNvSpPr txBox="1">
              <a:spLocks/>
            </p:cNvSpPr>
            <p:nvPr/>
          </p:nvSpPr>
          <p:spPr>
            <a:xfrm>
              <a:off x="1535115" y="4211639"/>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3" name="Group 142">
            <a:extLst>
              <a:ext uri="{FF2B5EF4-FFF2-40B4-BE49-F238E27FC236}">
                <a16:creationId xmlns:a16="http://schemas.microsoft.com/office/drawing/2014/main" id="{E76D6D39-C04E-4B5D-959D-C29459999DA6}"/>
              </a:ext>
            </a:extLst>
          </p:cNvPr>
          <p:cNvGrpSpPr/>
          <p:nvPr/>
        </p:nvGrpSpPr>
        <p:grpSpPr>
          <a:xfrm>
            <a:off x="1535115" y="3167063"/>
            <a:ext cx="1223962" cy="527846"/>
            <a:chOff x="1535115" y="3167063"/>
            <a:chExt cx="1223962" cy="527846"/>
          </a:xfrm>
        </p:grpSpPr>
        <p:sp>
          <p:nvSpPr>
            <p:cNvPr id="75" name="Rectangle 74">
              <a:extLst>
                <a:ext uri="{FF2B5EF4-FFF2-40B4-BE49-F238E27FC236}">
                  <a16:creationId xmlns:a16="http://schemas.microsoft.com/office/drawing/2014/main" id="{EF3D1151-AD52-40B4-A2BE-FE83B8B77111}"/>
                </a:ext>
              </a:extLst>
            </p:cNvPr>
            <p:cNvSpPr>
              <a:spLocks noChangeArrowheads="1"/>
            </p:cNvSpPr>
            <p:nvPr/>
          </p:nvSpPr>
          <p:spPr bwMode="auto">
            <a:xfrm>
              <a:off x="1635126" y="3167063"/>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03</a:t>
              </a:r>
              <a:endParaRPr kumimoji="0" lang="ru-UA" altLang="ru-UA" sz="1800" b="0" i="0" u="none" strike="noStrike" cap="none" normalizeH="0" baseline="0">
                <a:ln>
                  <a:noFill/>
                </a:ln>
                <a:solidFill>
                  <a:schemeClr val="bg2"/>
                </a:solidFill>
                <a:effectLst/>
              </a:endParaRPr>
            </a:p>
          </p:txBody>
        </p:sp>
        <p:sp>
          <p:nvSpPr>
            <p:cNvPr id="128" name="Text Placeholder 33">
              <a:extLst>
                <a:ext uri="{FF2B5EF4-FFF2-40B4-BE49-F238E27FC236}">
                  <a16:creationId xmlns:a16="http://schemas.microsoft.com/office/drawing/2014/main" id="{63238329-46FC-4811-B517-C5293054FFE1}"/>
                </a:ext>
              </a:extLst>
            </p:cNvPr>
            <p:cNvSpPr txBox="1">
              <a:spLocks/>
            </p:cNvSpPr>
            <p:nvPr/>
          </p:nvSpPr>
          <p:spPr>
            <a:xfrm>
              <a:off x="1535115" y="3311526"/>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2" name="Group 141">
            <a:extLst>
              <a:ext uri="{FF2B5EF4-FFF2-40B4-BE49-F238E27FC236}">
                <a16:creationId xmlns:a16="http://schemas.microsoft.com/office/drawing/2014/main" id="{26280571-D4B6-4708-970E-8F4A525C3E3E}"/>
              </a:ext>
            </a:extLst>
          </p:cNvPr>
          <p:cNvGrpSpPr/>
          <p:nvPr/>
        </p:nvGrpSpPr>
        <p:grpSpPr>
          <a:xfrm>
            <a:off x="1535115" y="2270125"/>
            <a:ext cx="1223962" cy="529434"/>
            <a:chOff x="1535115" y="2270125"/>
            <a:chExt cx="1223962" cy="529434"/>
          </a:xfrm>
        </p:grpSpPr>
        <p:sp>
          <p:nvSpPr>
            <p:cNvPr id="74" name="Rectangle 73">
              <a:extLst>
                <a:ext uri="{FF2B5EF4-FFF2-40B4-BE49-F238E27FC236}">
                  <a16:creationId xmlns:a16="http://schemas.microsoft.com/office/drawing/2014/main" id="{0369D63C-85E7-4125-8945-8BB77F13DD31}"/>
                </a:ext>
              </a:extLst>
            </p:cNvPr>
            <p:cNvSpPr>
              <a:spLocks noChangeArrowheads="1"/>
            </p:cNvSpPr>
            <p:nvPr/>
          </p:nvSpPr>
          <p:spPr bwMode="auto">
            <a:xfrm>
              <a:off x="1635126" y="2270125"/>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02</a:t>
              </a:r>
              <a:endParaRPr kumimoji="0" lang="ru-UA" altLang="ru-UA" sz="1800" b="0" i="0" u="none" strike="noStrike" cap="none" normalizeH="0" baseline="0">
                <a:ln>
                  <a:noFill/>
                </a:ln>
                <a:solidFill>
                  <a:schemeClr val="bg2"/>
                </a:solidFill>
                <a:effectLst/>
              </a:endParaRPr>
            </a:p>
          </p:txBody>
        </p:sp>
        <p:sp>
          <p:nvSpPr>
            <p:cNvPr id="129" name="Text Placeholder 33">
              <a:extLst>
                <a:ext uri="{FF2B5EF4-FFF2-40B4-BE49-F238E27FC236}">
                  <a16:creationId xmlns:a16="http://schemas.microsoft.com/office/drawing/2014/main" id="{3AB8042B-C70F-462D-AE30-45A619E8FE71}"/>
                </a:ext>
              </a:extLst>
            </p:cNvPr>
            <p:cNvSpPr txBox="1">
              <a:spLocks/>
            </p:cNvSpPr>
            <p:nvPr/>
          </p:nvSpPr>
          <p:spPr>
            <a:xfrm>
              <a:off x="1535115" y="2416176"/>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1" name="Group 140">
            <a:extLst>
              <a:ext uri="{FF2B5EF4-FFF2-40B4-BE49-F238E27FC236}">
                <a16:creationId xmlns:a16="http://schemas.microsoft.com/office/drawing/2014/main" id="{AFBFAEF5-5E84-422A-AC05-7DF605DBF847}"/>
              </a:ext>
            </a:extLst>
          </p:cNvPr>
          <p:cNvGrpSpPr/>
          <p:nvPr/>
        </p:nvGrpSpPr>
        <p:grpSpPr>
          <a:xfrm>
            <a:off x="1535115" y="1363663"/>
            <a:ext cx="1223962" cy="526258"/>
            <a:chOff x="1535115" y="1363663"/>
            <a:chExt cx="1223962" cy="526258"/>
          </a:xfrm>
        </p:grpSpPr>
        <p:sp>
          <p:nvSpPr>
            <p:cNvPr id="73" name="Rectangle 72">
              <a:extLst>
                <a:ext uri="{FF2B5EF4-FFF2-40B4-BE49-F238E27FC236}">
                  <a16:creationId xmlns:a16="http://schemas.microsoft.com/office/drawing/2014/main" id="{BC7842CF-4AA0-4A4F-BF67-843899C7DBB1}"/>
                </a:ext>
              </a:extLst>
            </p:cNvPr>
            <p:cNvSpPr>
              <a:spLocks noChangeArrowheads="1"/>
            </p:cNvSpPr>
            <p:nvPr/>
          </p:nvSpPr>
          <p:spPr bwMode="auto">
            <a:xfrm>
              <a:off x="1635126" y="1363663"/>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01</a:t>
              </a:r>
              <a:endParaRPr kumimoji="0" lang="ru-UA" altLang="ru-UA" sz="1800" b="0" i="0" u="none" strike="noStrike" cap="none" normalizeH="0" baseline="0">
                <a:ln>
                  <a:noFill/>
                </a:ln>
                <a:solidFill>
                  <a:schemeClr val="bg2"/>
                </a:solidFill>
                <a:effectLst/>
              </a:endParaRPr>
            </a:p>
          </p:txBody>
        </p:sp>
        <p:sp>
          <p:nvSpPr>
            <p:cNvPr id="130" name="Text Placeholder 33">
              <a:extLst>
                <a:ext uri="{FF2B5EF4-FFF2-40B4-BE49-F238E27FC236}">
                  <a16:creationId xmlns:a16="http://schemas.microsoft.com/office/drawing/2014/main" id="{62ABE62C-C1A7-4846-8537-7FBE0A2CBC6A}"/>
                </a:ext>
              </a:extLst>
            </p:cNvPr>
            <p:cNvSpPr txBox="1">
              <a:spLocks/>
            </p:cNvSpPr>
            <p:nvPr/>
          </p:nvSpPr>
          <p:spPr>
            <a:xfrm>
              <a:off x="1535115" y="1506538"/>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50" name="Group 149">
            <a:extLst>
              <a:ext uri="{FF2B5EF4-FFF2-40B4-BE49-F238E27FC236}">
                <a16:creationId xmlns:a16="http://schemas.microsoft.com/office/drawing/2014/main" id="{DBBB97DC-735F-45AC-8623-42C4F3B050CE}"/>
              </a:ext>
            </a:extLst>
          </p:cNvPr>
          <p:cNvGrpSpPr/>
          <p:nvPr/>
        </p:nvGrpSpPr>
        <p:grpSpPr>
          <a:xfrm>
            <a:off x="9492645" y="4964113"/>
            <a:ext cx="1223962" cy="569121"/>
            <a:chOff x="9492645" y="4964113"/>
            <a:chExt cx="1223962" cy="569121"/>
          </a:xfrm>
        </p:grpSpPr>
        <p:sp>
          <p:nvSpPr>
            <p:cNvPr id="42" name="Rectangle 41">
              <a:extLst>
                <a:ext uri="{FF2B5EF4-FFF2-40B4-BE49-F238E27FC236}">
                  <a16:creationId xmlns:a16="http://schemas.microsoft.com/office/drawing/2014/main" id="{71020AE7-AA45-4A76-A371-7C87E8247365}"/>
                </a:ext>
              </a:extLst>
            </p:cNvPr>
            <p:cNvSpPr>
              <a:spLocks noChangeArrowheads="1"/>
            </p:cNvSpPr>
            <p:nvPr/>
          </p:nvSpPr>
          <p:spPr bwMode="auto">
            <a:xfrm>
              <a:off x="9585326" y="4964113"/>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10</a:t>
              </a:r>
              <a:endParaRPr kumimoji="0" lang="ru-UA" altLang="ru-UA" sz="1800" b="0" i="0" u="none" strike="noStrike" cap="none" normalizeH="0" baseline="0">
                <a:ln>
                  <a:noFill/>
                </a:ln>
                <a:solidFill>
                  <a:schemeClr val="bg2"/>
                </a:solidFill>
                <a:effectLst/>
              </a:endParaRPr>
            </a:p>
          </p:txBody>
        </p:sp>
        <p:sp>
          <p:nvSpPr>
            <p:cNvPr id="131" name="Text Placeholder 33">
              <a:extLst>
                <a:ext uri="{FF2B5EF4-FFF2-40B4-BE49-F238E27FC236}">
                  <a16:creationId xmlns:a16="http://schemas.microsoft.com/office/drawing/2014/main" id="{63423B0A-DE58-4411-BA36-5A847905545D}"/>
                </a:ext>
              </a:extLst>
            </p:cNvPr>
            <p:cNvSpPr txBox="1">
              <a:spLocks/>
            </p:cNvSpPr>
            <p:nvPr/>
          </p:nvSpPr>
          <p:spPr>
            <a:xfrm>
              <a:off x="9492645" y="5149851"/>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9" name="Group 148">
            <a:extLst>
              <a:ext uri="{FF2B5EF4-FFF2-40B4-BE49-F238E27FC236}">
                <a16:creationId xmlns:a16="http://schemas.microsoft.com/office/drawing/2014/main" id="{E866CF9A-3C07-4590-A4FA-540DFC77B453}"/>
              </a:ext>
            </a:extLst>
          </p:cNvPr>
          <p:cNvGrpSpPr/>
          <p:nvPr/>
        </p:nvGrpSpPr>
        <p:grpSpPr>
          <a:xfrm>
            <a:off x="9492645" y="4065588"/>
            <a:ext cx="1223962" cy="529434"/>
            <a:chOff x="9492645" y="4065588"/>
            <a:chExt cx="1223962" cy="529434"/>
          </a:xfrm>
        </p:grpSpPr>
        <p:sp>
          <p:nvSpPr>
            <p:cNvPr id="41" name="Rectangle 40">
              <a:extLst>
                <a:ext uri="{FF2B5EF4-FFF2-40B4-BE49-F238E27FC236}">
                  <a16:creationId xmlns:a16="http://schemas.microsoft.com/office/drawing/2014/main" id="{11B549A0-4BBA-41A1-ABBA-DC35AE59A29A}"/>
                </a:ext>
              </a:extLst>
            </p:cNvPr>
            <p:cNvSpPr>
              <a:spLocks noChangeArrowheads="1"/>
            </p:cNvSpPr>
            <p:nvPr/>
          </p:nvSpPr>
          <p:spPr bwMode="auto">
            <a:xfrm>
              <a:off x="9585326" y="4065588"/>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09</a:t>
              </a:r>
              <a:endParaRPr kumimoji="0" lang="ru-UA" altLang="ru-UA" sz="1800" b="0" i="0" u="none" strike="noStrike" cap="none" normalizeH="0" baseline="0">
                <a:ln>
                  <a:noFill/>
                </a:ln>
                <a:solidFill>
                  <a:schemeClr val="bg2"/>
                </a:solidFill>
                <a:effectLst/>
              </a:endParaRPr>
            </a:p>
          </p:txBody>
        </p:sp>
        <p:sp>
          <p:nvSpPr>
            <p:cNvPr id="132" name="Text Placeholder 33">
              <a:extLst>
                <a:ext uri="{FF2B5EF4-FFF2-40B4-BE49-F238E27FC236}">
                  <a16:creationId xmlns:a16="http://schemas.microsoft.com/office/drawing/2014/main" id="{F8ADF9F6-11B2-45F6-B080-A794FDB799EB}"/>
                </a:ext>
              </a:extLst>
            </p:cNvPr>
            <p:cNvSpPr txBox="1">
              <a:spLocks/>
            </p:cNvSpPr>
            <p:nvPr/>
          </p:nvSpPr>
          <p:spPr>
            <a:xfrm>
              <a:off x="9492645" y="4211639"/>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8" name="Group 147">
            <a:extLst>
              <a:ext uri="{FF2B5EF4-FFF2-40B4-BE49-F238E27FC236}">
                <a16:creationId xmlns:a16="http://schemas.microsoft.com/office/drawing/2014/main" id="{72A3388D-9365-4642-AC60-6B034E68A276}"/>
              </a:ext>
            </a:extLst>
          </p:cNvPr>
          <p:cNvGrpSpPr/>
          <p:nvPr/>
        </p:nvGrpSpPr>
        <p:grpSpPr>
          <a:xfrm>
            <a:off x="9492645" y="3167063"/>
            <a:ext cx="1223962" cy="527846"/>
            <a:chOff x="9492645" y="3167063"/>
            <a:chExt cx="1223962" cy="527846"/>
          </a:xfrm>
        </p:grpSpPr>
        <p:sp>
          <p:nvSpPr>
            <p:cNvPr id="40" name="Rectangle 39">
              <a:extLst>
                <a:ext uri="{FF2B5EF4-FFF2-40B4-BE49-F238E27FC236}">
                  <a16:creationId xmlns:a16="http://schemas.microsoft.com/office/drawing/2014/main" id="{A5FD7CD8-55DC-4EF0-93E5-C6A0E4230F3C}"/>
                </a:ext>
              </a:extLst>
            </p:cNvPr>
            <p:cNvSpPr>
              <a:spLocks noChangeArrowheads="1"/>
            </p:cNvSpPr>
            <p:nvPr/>
          </p:nvSpPr>
          <p:spPr bwMode="auto">
            <a:xfrm>
              <a:off x="9585326" y="3167063"/>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08</a:t>
              </a:r>
              <a:endParaRPr kumimoji="0" lang="ru-UA" altLang="ru-UA" sz="1800" b="0" i="0" u="none" strike="noStrike" cap="none" normalizeH="0" baseline="0">
                <a:ln>
                  <a:noFill/>
                </a:ln>
                <a:solidFill>
                  <a:schemeClr val="bg2"/>
                </a:solidFill>
                <a:effectLst/>
              </a:endParaRPr>
            </a:p>
          </p:txBody>
        </p:sp>
        <p:sp>
          <p:nvSpPr>
            <p:cNvPr id="133" name="Text Placeholder 33">
              <a:extLst>
                <a:ext uri="{FF2B5EF4-FFF2-40B4-BE49-F238E27FC236}">
                  <a16:creationId xmlns:a16="http://schemas.microsoft.com/office/drawing/2014/main" id="{46E17898-92AC-47F7-A270-0CCC7B4D5AF3}"/>
                </a:ext>
              </a:extLst>
            </p:cNvPr>
            <p:cNvSpPr txBox="1">
              <a:spLocks/>
            </p:cNvSpPr>
            <p:nvPr/>
          </p:nvSpPr>
          <p:spPr>
            <a:xfrm>
              <a:off x="9492645" y="3311526"/>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7" name="Group 146">
            <a:extLst>
              <a:ext uri="{FF2B5EF4-FFF2-40B4-BE49-F238E27FC236}">
                <a16:creationId xmlns:a16="http://schemas.microsoft.com/office/drawing/2014/main" id="{D500D79F-A98F-4AD0-B503-275360D31944}"/>
              </a:ext>
            </a:extLst>
          </p:cNvPr>
          <p:cNvGrpSpPr/>
          <p:nvPr/>
        </p:nvGrpSpPr>
        <p:grpSpPr>
          <a:xfrm>
            <a:off x="9492645" y="2270125"/>
            <a:ext cx="1223962" cy="529434"/>
            <a:chOff x="9492645" y="2270125"/>
            <a:chExt cx="1223962" cy="529434"/>
          </a:xfrm>
        </p:grpSpPr>
        <p:sp>
          <p:nvSpPr>
            <p:cNvPr id="39" name="Rectangle 38">
              <a:extLst>
                <a:ext uri="{FF2B5EF4-FFF2-40B4-BE49-F238E27FC236}">
                  <a16:creationId xmlns:a16="http://schemas.microsoft.com/office/drawing/2014/main" id="{79B16779-D1B0-44B7-A18A-640C4225D09E}"/>
                </a:ext>
              </a:extLst>
            </p:cNvPr>
            <p:cNvSpPr>
              <a:spLocks noChangeArrowheads="1"/>
            </p:cNvSpPr>
            <p:nvPr/>
          </p:nvSpPr>
          <p:spPr bwMode="auto">
            <a:xfrm>
              <a:off x="9585326" y="2270125"/>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07</a:t>
              </a:r>
              <a:endParaRPr kumimoji="0" lang="ru-UA" altLang="ru-UA" sz="1800" b="0" i="0" u="none" strike="noStrike" cap="none" normalizeH="0" baseline="0">
                <a:ln>
                  <a:noFill/>
                </a:ln>
                <a:solidFill>
                  <a:schemeClr val="bg2"/>
                </a:solidFill>
                <a:effectLst/>
              </a:endParaRPr>
            </a:p>
          </p:txBody>
        </p:sp>
        <p:sp>
          <p:nvSpPr>
            <p:cNvPr id="134" name="Text Placeholder 33">
              <a:extLst>
                <a:ext uri="{FF2B5EF4-FFF2-40B4-BE49-F238E27FC236}">
                  <a16:creationId xmlns:a16="http://schemas.microsoft.com/office/drawing/2014/main" id="{426E6178-A6E2-4199-AF32-423529E86ADA}"/>
                </a:ext>
              </a:extLst>
            </p:cNvPr>
            <p:cNvSpPr txBox="1">
              <a:spLocks/>
            </p:cNvSpPr>
            <p:nvPr/>
          </p:nvSpPr>
          <p:spPr>
            <a:xfrm>
              <a:off x="9492645" y="2416176"/>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146" name="Group 145">
            <a:extLst>
              <a:ext uri="{FF2B5EF4-FFF2-40B4-BE49-F238E27FC236}">
                <a16:creationId xmlns:a16="http://schemas.microsoft.com/office/drawing/2014/main" id="{A3840E7A-F011-4442-9684-209B629E4C18}"/>
              </a:ext>
            </a:extLst>
          </p:cNvPr>
          <p:cNvGrpSpPr/>
          <p:nvPr/>
        </p:nvGrpSpPr>
        <p:grpSpPr>
          <a:xfrm>
            <a:off x="9492645" y="1363663"/>
            <a:ext cx="1223962" cy="526258"/>
            <a:chOff x="9492645" y="1363663"/>
            <a:chExt cx="1223962" cy="526258"/>
          </a:xfrm>
        </p:grpSpPr>
        <p:sp>
          <p:nvSpPr>
            <p:cNvPr id="38" name="Rectangle 37">
              <a:extLst>
                <a:ext uri="{FF2B5EF4-FFF2-40B4-BE49-F238E27FC236}">
                  <a16:creationId xmlns:a16="http://schemas.microsoft.com/office/drawing/2014/main" id="{98792574-48D2-44AC-A42C-49C8AAEFE3F5}"/>
                </a:ext>
              </a:extLst>
            </p:cNvPr>
            <p:cNvSpPr>
              <a:spLocks noChangeArrowheads="1"/>
            </p:cNvSpPr>
            <p:nvPr/>
          </p:nvSpPr>
          <p:spPr bwMode="auto">
            <a:xfrm>
              <a:off x="9585326" y="1363663"/>
              <a:ext cx="92974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Open Sans" panose="020B0606030504020204" pitchFamily="34" charset="0"/>
                </a:rPr>
                <a:t>INFODATA 06</a:t>
              </a:r>
              <a:endParaRPr kumimoji="0" lang="ru-UA" altLang="ru-UA" sz="1800" b="0" i="0" u="none" strike="noStrike" cap="none" normalizeH="0" baseline="0">
                <a:ln>
                  <a:noFill/>
                </a:ln>
                <a:solidFill>
                  <a:schemeClr val="bg2"/>
                </a:solidFill>
                <a:effectLst/>
              </a:endParaRPr>
            </a:p>
          </p:txBody>
        </p:sp>
        <p:sp>
          <p:nvSpPr>
            <p:cNvPr id="135" name="Text Placeholder 33">
              <a:extLst>
                <a:ext uri="{FF2B5EF4-FFF2-40B4-BE49-F238E27FC236}">
                  <a16:creationId xmlns:a16="http://schemas.microsoft.com/office/drawing/2014/main" id="{EC5AA30B-7ECB-42F7-B8E6-614FF945BA8A}"/>
                </a:ext>
              </a:extLst>
            </p:cNvPr>
            <p:cNvSpPr txBox="1">
              <a:spLocks/>
            </p:cNvSpPr>
            <p:nvPr/>
          </p:nvSpPr>
          <p:spPr>
            <a:xfrm>
              <a:off x="9492645" y="1506538"/>
              <a:ext cx="1223962"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800">
                  <a:solidFill>
                    <a:schemeClr val="bg2"/>
                  </a:solidFill>
                </a:rPr>
                <a:t>Lorem ipsum dolor sit amet, consectetur adipiscing elit, sed do</a:t>
              </a:r>
            </a:p>
          </p:txBody>
        </p:sp>
      </p:grpSp>
      <p:grpSp>
        <p:nvGrpSpPr>
          <p:cNvPr id="2" name="Group 1">
            <a:extLst>
              <a:ext uri="{FF2B5EF4-FFF2-40B4-BE49-F238E27FC236}">
                <a16:creationId xmlns:a16="http://schemas.microsoft.com/office/drawing/2014/main" id="{43D8F70A-C3FA-4836-AB49-CB9B66416898}"/>
              </a:ext>
            </a:extLst>
          </p:cNvPr>
          <p:cNvGrpSpPr/>
          <p:nvPr/>
        </p:nvGrpSpPr>
        <p:grpSpPr>
          <a:xfrm>
            <a:off x="5571147" y="2957513"/>
            <a:ext cx="1082066" cy="967109"/>
            <a:chOff x="5571147" y="2957513"/>
            <a:chExt cx="1082066" cy="967109"/>
          </a:xfrm>
        </p:grpSpPr>
        <p:sp>
          <p:nvSpPr>
            <p:cNvPr id="79" name="Freeform 78">
              <a:extLst>
                <a:ext uri="{FF2B5EF4-FFF2-40B4-BE49-F238E27FC236}">
                  <a16:creationId xmlns:a16="http://schemas.microsoft.com/office/drawing/2014/main" id="{18BDC194-C843-4CB6-ADCA-0F68E8FCCA51}"/>
                </a:ext>
              </a:extLst>
            </p:cNvPr>
            <p:cNvSpPr>
              <a:spLocks noEditPoints="1"/>
            </p:cNvSpPr>
            <p:nvPr/>
          </p:nvSpPr>
          <p:spPr bwMode="auto">
            <a:xfrm>
              <a:off x="5870576" y="2957513"/>
              <a:ext cx="458788" cy="514350"/>
            </a:xfrm>
            <a:custGeom>
              <a:avLst/>
              <a:gdLst>
                <a:gd name="T0" fmla="*/ 39 w 122"/>
                <a:gd name="T1" fmla="*/ 107 h 137"/>
                <a:gd name="T2" fmla="*/ 29 w 122"/>
                <a:gd name="T3" fmla="*/ 82 h 137"/>
                <a:gd name="T4" fmla="*/ 23 w 122"/>
                <a:gd name="T5" fmla="*/ 62 h 137"/>
                <a:gd name="T6" fmla="*/ 61 w 122"/>
                <a:gd name="T7" fmla="*/ 24 h 137"/>
                <a:gd name="T8" fmla="*/ 99 w 122"/>
                <a:gd name="T9" fmla="*/ 62 h 137"/>
                <a:gd name="T10" fmla="*/ 93 w 122"/>
                <a:gd name="T11" fmla="*/ 82 h 137"/>
                <a:gd name="T12" fmla="*/ 83 w 122"/>
                <a:gd name="T13" fmla="*/ 103 h 137"/>
                <a:gd name="T14" fmla="*/ 61 w 122"/>
                <a:gd name="T15" fmla="*/ 38 h 137"/>
                <a:gd name="T16" fmla="*/ 38 w 122"/>
                <a:gd name="T17" fmla="*/ 61 h 137"/>
                <a:gd name="T18" fmla="*/ 61 w 122"/>
                <a:gd name="T19" fmla="*/ 84 h 137"/>
                <a:gd name="T20" fmla="*/ 84 w 122"/>
                <a:gd name="T21" fmla="*/ 61 h 137"/>
                <a:gd name="T22" fmla="*/ 61 w 122"/>
                <a:gd name="T23" fmla="*/ 38 h 137"/>
                <a:gd name="T24" fmla="*/ 52 w 122"/>
                <a:gd name="T25" fmla="*/ 65 h 137"/>
                <a:gd name="T26" fmla="*/ 59 w 122"/>
                <a:gd name="T27" fmla="*/ 73 h 137"/>
                <a:gd name="T28" fmla="*/ 70 w 122"/>
                <a:gd name="T29" fmla="*/ 54 h 137"/>
                <a:gd name="T30" fmla="*/ 61 w 122"/>
                <a:gd name="T31" fmla="*/ 12 h 137"/>
                <a:gd name="T32" fmla="*/ 61 w 122"/>
                <a:gd name="T33" fmla="*/ 0 h 137"/>
                <a:gd name="T34" fmla="*/ 37 w 122"/>
                <a:gd name="T35" fmla="*/ 18 h 137"/>
                <a:gd name="T36" fmla="*/ 31 w 122"/>
                <a:gd name="T37" fmla="*/ 8 h 137"/>
                <a:gd name="T38" fmla="*/ 8 w 122"/>
                <a:gd name="T39" fmla="*/ 30 h 137"/>
                <a:gd name="T40" fmla="*/ 19 w 122"/>
                <a:gd name="T41" fmla="*/ 36 h 137"/>
                <a:gd name="T42" fmla="*/ 0 w 122"/>
                <a:gd name="T43" fmla="*/ 61 h 137"/>
                <a:gd name="T44" fmla="*/ 12 w 122"/>
                <a:gd name="T45" fmla="*/ 61 h 137"/>
                <a:gd name="T46" fmla="*/ 91 w 122"/>
                <a:gd name="T47" fmla="*/ 8 h 137"/>
                <a:gd name="T48" fmla="*/ 85 w 122"/>
                <a:gd name="T49" fmla="*/ 18 h 137"/>
                <a:gd name="T50" fmla="*/ 114 w 122"/>
                <a:gd name="T51" fmla="*/ 30 h 137"/>
                <a:gd name="T52" fmla="*/ 103 w 122"/>
                <a:gd name="T53" fmla="*/ 36 h 137"/>
                <a:gd name="T54" fmla="*/ 110 w 122"/>
                <a:gd name="T55" fmla="*/ 61 h 137"/>
                <a:gd name="T56" fmla="*/ 122 w 122"/>
                <a:gd name="T57" fmla="*/ 61 h 137"/>
                <a:gd name="T58" fmla="*/ 75 w 122"/>
                <a:gd name="T59" fmla="*/ 110 h 137"/>
                <a:gd name="T60" fmla="*/ 45 w 122"/>
                <a:gd name="T61" fmla="*/ 119 h 137"/>
                <a:gd name="T62" fmla="*/ 41 w 122"/>
                <a:gd name="T63" fmla="*/ 123 h 137"/>
                <a:gd name="T64" fmla="*/ 46 w 122"/>
                <a:gd name="T65" fmla="*/ 129 h 137"/>
                <a:gd name="T66" fmla="*/ 48 w 122"/>
                <a:gd name="T67" fmla="*/ 128 h 137"/>
                <a:gd name="T68" fmla="*/ 75 w 122"/>
                <a:gd name="T69" fmla="*/ 121 h 137"/>
                <a:gd name="T70" fmla="*/ 75 w 122"/>
                <a:gd name="T71" fmla="*/ 121 h 137"/>
                <a:gd name="T72" fmla="*/ 76 w 122"/>
                <a:gd name="T73" fmla="*/ 121 h 137"/>
                <a:gd name="T74" fmla="*/ 81 w 122"/>
                <a:gd name="T75" fmla="*/ 126 h 137"/>
                <a:gd name="T76" fmla="*/ 77 w 122"/>
                <a:gd name="T77" fmla="*/ 130 h 137"/>
                <a:gd name="T78" fmla="*/ 52 w 122"/>
                <a:gd name="T79"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2" h="137">
                  <a:moveTo>
                    <a:pt x="39" y="107"/>
                  </a:moveTo>
                  <a:cubicBezTo>
                    <a:pt x="40" y="101"/>
                    <a:pt x="37" y="95"/>
                    <a:pt x="29" y="82"/>
                  </a:cubicBezTo>
                  <a:cubicBezTo>
                    <a:pt x="25" y="76"/>
                    <a:pt x="23" y="69"/>
                    <a:pt x="23" y="62"/>
                  </a:cubicBezTo>
                  <a:cubicBezTo>
                    <a:pt x="23" y="41"/>
                    <a:pt x="40" y="24"/>
                    <a:pt x="61" y="24"/>
                  </a:cubicBezTo>
                  <a:cubicBezTo>
                    <a:pt x="82" y="24"/>
                    <a:pt x="99" y="41"/>
                    <a:pt x="99" y="62"/>
                  </a:cubicBezTo>
                  <a:cubicBezTo>
                    <a:pt x="99" y="69"/>
                    <a:pt x="97" y="76"/>
                    <a:pt x="93" y="82"/>
                  </a:cubicBezTo>
                  <a:cubicBezTo>
                    <a:pt x="86" y="92"/>
                    <a:pt x="84" y="98"/>
                    <a:pt x="83" y="103"/>
                  </a:cubicBezTo>
                  <a:moveTo>
                    <a:pt x="61" y="38"/>
                  </a:moveTo>
                  <a:cubicBezTo>
                    <a:pt x="48" y="38"/>
                    <a:pt x="38" y="48"/>
                    <a:pt x="38" y="61"/>
                  </a:cubicBezTo>
                  <a:cubicBezTo>
                    <a:pt x="38" y="74"/>
                    <a:pt x="48" y="84"/>
                    <a:pt x="61" y="84"/>
                  </a:cubicBezTo>
                  <a:cubicBezTo>
                    <a:pt x="74" y="84"/>
                    <a:pt x="84" y="74"/>
                    <a:pt x="84" y="61"/>
                  </a:cubicBezTo>
                  <a:cubicBezTo>
                    <a:pt x="84" y="48"/>
                    <a:pt x="74" y="38"/>
                    <a:pt x="61" y="38"/>
                  </a:cubicBezTo>
                  <a:close/>
                  <a:moveTo>
                    <a:pt x="52" y="65"/>
                  </a:moveTo>
                  <a:cubicBezTo>
                    <a:pt x="59" y="73"/>
                    <a:pt x="59" y="73"/>
                    <a:pt x="59" y="73"/>
                  </a:cubicBezTo>
                  <a:cubicBezTo>
                    <a:pt x="70" y="54"/>
                    <a:pt x="70" y="54"/>
                    <a:pt x="70" y="54"/>
                  </a:cubicBezTo>
                  <a:moveTo>
                    <a:pt x="61" y="12"/>
                  </a:moveTo>
                  <a:cubicBezTo>
                    <a:pt x="61" y="0"/>
                    <a:pt x="61" y="0"/>
                    <a:pt x="61" y="0"/>
                  </a:cubicBezTo>
                  <a:moveTo>
                    <a:pt x="37" y="18"/>
                  </a:moveTo>
                  <a:cubicBezTo>
                    <a:pt x="31" y="8"/>
                    <a:pt x="31" y="8"/>
                    <a:pt x="31" y="8"/>
                  </a:cubicBezTo>
                  <a:moveTo>
                    <a:pt x="8" y="30"/>
                  </a:moveTo>
                  <a:cubicBezTo>
                    <a:pt x="19" y="36"/>
                    <a:pt x="19" y="36"/>
                    <a:pt x="19" y="36"/>
                  </a:cubicBezTo>
                  <a:moveTo>
                    <a:pt x="0" y="61"/>
                  </a:moveTo>
                  <a:cubicBezTo>
                    <a:pt x="12" y="61"/>
                    <a:pt x="12" y="61"/>
                    <a:pt x="12" y="61"/>
                  </a:cubicBezTo>
                  <a:moveTo>
                    <a:pt x="91" y="8"/>
                  </a:moveTo>
                  <a:cubicBezTo>
                    <a:pt x="85" y="18"/>
                    <a:pt x="85" y="18"/>
                    <a:pt x="85" y="18"/>
                  </a:cubicBezTo>
                  <a:moveTo>
                    <a:pt x="114" y="30"/>
                  </a:moveTo>
                  <a:cubicBezTo>
                    <a:pt x="103" y="36"/>
                    <a:pt x="103" y="36"/>
                    <a:pt x="103" y="36"/>
                  </a:cubicBezTo>
                  <a:moveTo>
                    <a:pt x="110" y="61"/>
                  </a:moveTo>
                  <a:cubicBezTo>
                    <a:pt x="122" y="61"/>
                    <a:pt x="122" y="61"/>
                    <a:pt x="122" y="61"/>
                  </a:cubicBezTo>
                  <a:moveTo>
                    <a:pt x="75" y="110"/>
                  </a:moveTo>
                  <a:cubicBezTo>
                    <a:pt x="75" y="110"/>
                    <a:pt x="45" y="119"/>
                    <a:pt x="45" y="119"/>
                  </a:cubicBezTo>
                  <a:cubicBezTo>
                    <a:pt x="43" y="119"/>
                    <a:pt x="41" y="121"/>
                    <a:pt x="41" y="123"/>
                  </a:cubicBezTo>
                  <a:cubicBezTo>
                    <a:pt x="41" y="126"/>
                    <a:pt x="43" y="129"/>
                    <a:pt x="46" y="129"/>
                  </a:cubicBezTo>
                  <a:cubicBezTo>
                    <a:pt x="47" y="129"/>
                    <a:pt x="48" y="128"/>
                    <a:pt x="48" y="128"/>
                  </a:cubicBezTo>
                  <a:cubicBezTo>
                    <a:pt x="75" y="121"/>
                    <a:pt x="75" y="121"/>
                    <a:pt x="75" y="121"/>
                  </a:cubicBezTo>
                  <a:cubicBezTo>
                    <a:pt x="75" y="121"/>
                    <a:pt x="75" y="121"/>
                    <a:pt x="75" y="121"/>
                  </a:cubicBezTo>
                  <a:cubicBezTo>
                    <a:pt x="75" y="121"/>
                    <a:pt x="75" y="121"/>
                    <a:pt x="76" y="121"/>
                  </a:cubicBezTo>
                  <a:cubicBezTo>
                    <a:pt x="79" y="121"/>
                    <a:pt x="81" y="123"/>
                    <a:pt x="81" y="126"/>
                  </a:cubicBezTo>
                  <a:cubicBezTo>
                    <a:pt x="81" y="128"/>
                    <a:pt x="79" y="130"/>
                    <a:pt x="77" y="130"/>
                  </a:cubicBezTo>
                  <a:cubicBezTo>
                    <a:pt x="52" y="137"/>
                    <a:pt x="52" y="137"/>
                    <a:pt x="52" y="137"/>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7" name="Text Placeholder 33">
              <a:extLst>
                <a:ext uri="{FF2B5EF4-FFF2-40B4-BE49-F238E27FC236}">
                  <a16:creationId xmlns:a16="http://schemas.microsoft.com/office/drawing/2014/main" id="{54AFA909-1DDC-4C6A-ADBA-5193E7E7066C}"/>
                </a:ext>
              </a:extLst>
            </p:cNvPr>
            <p:cNvSpPr txBox="1">
              <a:spLocks/>
            </p:cNvSpPr>
            <p:nvPr/>
          </p:nvSpPr>
          <p:spPr>
            <a:xfrm>
              <a:off x="5571147" y="3541239"/>
              <a:ext cx="1082066" cy="38338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800"/>
                <a:t>Lorem ipsum dolor sit amet, consectetur adi</a:t>
              </a:r>
            </a:p>
          </p:txBody>
        </p:sp>
      </p:grpSp>
    </p:spTree>
    <p:extLst>
      <p:ext uri="{BB962C8B-B14F-4D97-AF65-F5344CB8AC3E}">
        <p14:creationId xmlns:p14="http://schemas.microsoft.com/office/powerpoint/2010/main" val="11754043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Effect transition="in" filter="fade">
                                          <p:cBhvr>
                                            <p:cTn id="9" dur="500"/>
                                            <p:tgtEl>
                                              <p:spTgt spid="21"/>
                                            </p:tgtEl>
                                          </p:cBhvr>
                                        </p:animEffect>
                                      </p:childTnLst>
                                    </p:cTn>
                                  </p:par>
                                  <p:par>
                                    <p:cTn id="10" presetID="53" presetClass="entr" presetSubtype="16" fill="hold" nodeType="withEffect">
                                      <p:stCondLst>
                                        <p:cond delay="250"/>
                                      </p:stCondLst>
                                      <p:childTnLst>
                                        <p:set>
                                          <p:cBhvr>
                                            <p:cTn id="11" dur="1" fill="hold">
                                              <p:stCondLst>
                                                <p:cond delay="0"/>
                                              </p:stCondLst>
                                            </p:cTn>
                                            <p:tgtEl>
                                              <p:spTgt spid="123"/>
                                            </p:tgtEl>
                                            <p:attrNameLst>
                                              <p:attrName>style.visibility</p:attrName>
                                            </p:attrNameLst>
                                          </p:cBhvr>
                                          <p:to>
                                            <p:strVal val="visible"/>
                                          </p:to>
                                        </p:set>
                                        <p:anim calcmode="lin" valueType="num">
                                          <p:cBhvr>
                                            <p:cTn id="12" dur="500" fill="hold"/>
                                            <p:tgtEl>
                                              <p:spTgt spid="123"/>
                                            </p:tgtEl>
                                            <p:attrNameLst>
                                              <p:attrName>ppt_w</p:attrName>
                                            </p:attrNameLst>
                                          </p:cBhvr>
                                          <p:tavLst>
                                            <p:tav tm="0">
                                              <p:val>
                                                <p:fltVal val="0"/>
                                              </p:val>
                                            </p:tav>
                                            <p:tav tm="100000">
                                              <p:val>
                                                <p:strVal val="#ppt_w"/>
                                              </p:val>
                                            </p:tav>
                                          </p:tavLst>
                                        </p:anim>
                                        <p:anim calcmode="lin" valueType="num">
                                          <p:cBhvr>
                                            <p:cTn id="13" dur="500" fill="hold"/>
                                            <p:tgtEl>
                                              <p:spTgt spid="123"/>
                                            </p:tgtEl>
                                            <p:attrNameLst>
                                              <p:attrName>ppt_h</p:attrName>
                                            </p:attrNameLst>
                                          </p:cBhvr>
                                          <p:tavLst>
                                            <p:tav tm="0">
                                              <p:val>
                                                <p:fltVal val="0"/>
                                              </p:val>
                                            </p:tav>
                                            <p:tav tm="100000">
                                              <p:val>
                                                <p:strVal val="#ppt_h"/>
                                              </p:val>
                                            </p:tav>
                                          </p:tavLst>
                                        </p:anim>
                                        <p:animEffect transition="in" filter="fade">
                                          <p:cBhvr>
                                            <p:cTn id="14" dur="500"/>
                                            <p:tgtEl>
                                              <p:spTgt spid="123"/>
                                            </p:tgtEl>
                                          </p:cBhvr>
                                        </p:animEffect>
                                      </p:childTnLst>
                                    </p:cTn>
                                  </p:par>
                                  <p:par>
                                    <p:cTn id="15" presetID="53" presetClass="entr" presetSubtype="16" fill="hold" nodeType="withEffect">
                                      <p:stCondLst>
                                        <p:cond delay="25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Effect transition="in" filter="fade">
                                          <p:cBhvr>
                                            <p:cTn id="19" dur="500"/>
                                            <p:tgtEl>
                                              <p:spTgt spid="2"/>
                                            </p:tgtEl>
                                          </p:cBhvr>
                                        </p:animEffect>
                                      </p:childTnLst>
                                    </p:cTn>
                                  </p:par>
                                  <p:par>
                                    <p:cTn id="20" presetID="22" presetClass="entr" presetSubtype="2" fill="hold" nodeType="withEffect">
                                      <p:stCondLst>
                                        <p:cond delay="500"/>
                                      </p:stCondLst>
                                      <p:childTnLst>
                                        <p:set>
                                          <p:cBhvr>
                                            <p:cTn id="21" dur="1" fill="hold">
                                              <p:stCondLst>
                                                <p:cond delay="0"/>
                                              </p:stCondLst>
                                            </p:cTn>
                                            <p:tgtEl>
                                              <p:spTgt spid="3"/>
                                            </p:tgtEl>
                                            <p:attrNameLst>
                                              <p:attrName>style.visibility</p:attrName>
                                            </p:attrNameLst>
                                          </p:cBhvr>
                                          <p:to>
                                            <p:strVal val="visible"/>
                                          </p:to>
                                        </p:set>
                                        <p:animEffect transition="in" filter="wipe(right)">
                                          <p:cBhvr>
                                            <p:cTn id="22" dur="750"/>
                                            <p:tgtEl>
                                              <p:spTgt spid="3"/>
                                            </p:tgtEl>
                                          </p:cBhvr>
                                        </p:animEffect>
                                      </p:childTnLst>
                                    </p:cTn>
                                  </p:par>
                                  <p:par>
                                    <p:cTn id="23" presetID="22" presetClass="entr" presetSubtype="2" fill="hold" nodeType="withEffect">
                                      <p:stCondLst>
                                        <p:cond delay="750"/>
                                      </p:stCondLst>
                                      <p:childTnLst>
                                        <p:set>
                                          <p:cBhvr>
                                            <p:cTn id="24" dur="1" fill="hold">
                                              <p:stCondLst>
                                                <p:cond delay="0"/>
                                              </p:stCondLst>
                                            </p:cTn>
                                            <p:tgtEl>
                                              <p:spTgt spid="4"/>
                                            </p:tgtEl>
                                            <p:attrNameLst>
                                              <p:attrName>style.visibility</p:attrName>
                                            </p:attrNameLst>
                                          </p:cBhvr>
                                          <p:to>
                                            <p:strVal val="visible"/>
                                          </p:to>
                                        </p:set>
                                        <p:animEffect transition="in" filter="wipe(right)">
                                          <p:cBhvr>
                                            <p:cTn id="25" dur="750"/>
                                            <p:tgtEl>
                                              <p:spTgt spid="4"/>
                                            </p:tgtEl>
                                          </p:cBhvr>
                                        </p:animEffect>
                                      </p:childTnLst>
                                    </p:cTn>
                                  </p:par>
                                  <p:par>
                                    <p:cTn id="26" presetID="22" presetClass="entr" presetSubtype="2" fill="hold" nodeType="withEffect">
                                      <p:stCondLst>
                                        <p:cond delay="1000"/>
                                      </p:stCondLst>
                                      <p:childTnLst>
                                        <p:set>
                                          <p:cBhvr>
                                            <p:cTn id="27" dur="1" fill="hold">
                                              <p:stCondLst>
                                                <p:cond delay="0"/>
                                              </p:stCondLst>
                                            </p:cTn>
                                            <p:tgtEl>
                                              <p:spTgt spid="5"/>
                                            </p:tgtEl>
                                            <p:attrNameLst>
                                              <p:attrName>style.visibility</p:attrName>
                                            </p:attrNameLst>
                                          </p:cBhvr>
                                          <p:to>
                                            <p:strVal val="visible"/>
                                          </p:to>
                                        </p:set>
                                        <p:animEffect transition="in" filter="wipe(right)">
                                          <p:cBhvr>
                                            <p:cTn id="28" dur="750"/>
                                            <p:tgtEl>
                                              <p:spTgt spid="5"/>
                                            </p:tgtEl>
                                          </p:cBhvr>
                                        </p:animEffect>
                                      </p:childTnLst>
                                    </p:cTn>
                                  </p:par>
                                  <p:par>
                                    <p:cTn id="29" presetID="22" presetClass="entr" presetSubtype="2" fill="hold" nodeType="withEffect">
                                      <p:stCondLst>
                                        <p:cond delay="1250"/>
                                      </p:stCondLst>
                                      <p:childTnLst>
                                        <p:set>
                                          <p:cBhvr>
                                            <p:cTn id="30" dur="1" fill="hold">
                                              <p:stCondLst>
                                                <p:cond delay="0"/>
                                              </p:stCondLst>
                                            </p:cTn>
                                            <p:tgtEl>
                                              <p:spTgt spid="22"/>
                                            </p:tgtEl>
                                            <p:attrNameLst>
                                              <p:attrName>style.visibility</p:attrName>
                                            </p:attrNameLst>
                                          </p:cBhvr>
                                          <p:to>
                                            <p:strVal val="visible"/>
                                          </p:to>
                                        </p:set>
                                        <p:animEffect transition="in" filter="wipe(right)">
                                          <p:cBhvr>
                                            <p:cTn id="31" dur="750"/>
                                            <p:tgtEl>
                                              <p:spTgt spid="22"/>
                                            </p:tgtEl>
                                          </p:cBhvr>
                                        </p:animEffect>
                                      </p:childTnLst>
                                    </p:cTn>
                                  </p:par>
                                  <p:par>
                                    <p:cTn id="32" presetID="22" presetClass="entr" presetSubtype="2" fill="hold" nodeType="withEffect">
                                      <p:stCondLst>
                                        <p:cond delay="1500"/>
                                      </p:stCondLst>
                                      <p:childTnLst>
                                        <p:set>
                                          <p:cBhvr>
                                            <p:cTn id="33" dur="1" fill="hold">
                                              <p:stCondLst>
                                                <p:cond delay="0"/>
                                              </p:stCondLst>
                                            </p:cTn>
                                            <p:tgtEl>
                                              <p:spTgt spid="25"/>
                                            </p:tgtEl>
                                            <p:attrNameLst>
                                              <p:attrName>style.visibility</p:attrName>
                                            </p:attrNameLst>
                                          </p:cBhvr>
                                          <p:to>
                                            <p:strVal val="visible"/>
                                          </p:to>
                                        </p:set>
                                        <p:animEffect transition="in" filter="wipe(right)">
                                          <p:cBhvr>
                                            <p:cTn id="34" dur="750"/>
                                            <p:tgtEl>
                                              <p:spTgt spid="25"/>
                                            </p:tgtEl>
                                          </p:cBhvr>
                                        </p:animEffect>
                                      </p:childTnLst>
                                    </p:cTn>
                                  </p:par>
                                  <p:par>
                                    <p:cTn id="35" presetID="22" presetClass="entr" presetSubtype="8" fill="hold" nodeType="withEffect">
                                      <p:stCondLst>
                                        <p:cond delay="500"/>
                                      </p:stCondLst>
                                      <p:childTnLst>
                                        <p:set>
                                          <p:cBhvr>
                                            <p:cTn id="36" dur="1" fill="hold">
                                              <p:stCondLst>
                                                <p:cond delay="0"/>
                                              </p:stCondLst>
                                            </p:cTn>
                                            <p:tgtEl>
                                              <p:spTgt spid="28"/>
                                            </p:tgtEl>
                                            <p:attrNameLst>
                                              <p:attrName>style.visibility</p:attrName>
                                            </p:attrNameLst>
                                          </p:cBhvr>
                                          <p:to>
                                            <p:strVal val="visible"/>
                                          </p:to>
                                        </p:set>
                                        <p:animEffect transition="in" filter="wipe(left)">
                                          <p:cBhvr>
                                            <p:cTn id="37" dur="750"/>
                                            <p:tgtEl>
                                              <p:spTgt spid="28"/>
                                            </p:tgtEl>
                                          </p:cBhvr>
                                        </p:animEffect>
                                      </p:childTnLst>
                                    </p:cTn>
                                  </p:par>
                                  <p:par>
                                    <p:cTn id="38" presetID="22" presetClass="entr" presetSubtype="8" fill="hold" nodeType="withEffect">
                                      <p:stCondLst>
                                        <p:cond delay="750"/>
                                      </p:stCondLst>
                                      <p:childTnLst>
                                        <p:set>
                                          <p:cBhvr>
                                            <p:cTn id="39" dur="1" fill="hold">
                                              <p:stCondLst>
                                                <p:cond delay="0"/>
                                              </p:stCondLst>
                                            </p:cTn>
                                            <p:tgtEl>
                                              <p:spTgt spid="31"/>
                                            </p:tgtEl>
                                            <p:attrNameLst>
                                              <p:attrName>style.visibility</p:attrName>
                                            </p:attrNameLst>
                                          </p:cBhvr>
                                          <p:to>
                                            <p:strVal val="visible"/>
                                          </p:to>
                                        </p:set>
                                        <p:animEffect transition="in" filter="wipe(left)">
                                          <p:cBhvr>
                                            <p:cTn id="40" dur="750"/>
                                            <p:tgtEl>
                                              <p:spTgt spid="31"/>
                                            </p:tgtEl>
                                          </p:cBhvr>
                                        </p:animEffect>
                                      </p:childTnLst>
                                    </p:cTn>
                                  </p:par>
                                  <p:par>
                                    <p:cTn id="41" presetID="22" presetClass="entr" presetSubtype="8" fill="hold" nodeType="withEffect">
                                      <p:stCondLst>
                                        <p:cond delay="1000"/>
                                      </p:stCondLst>
                                      <p:childTnLst>
                                        <p:set>
                                          <p:cBhvr>
                                            <p:cTn id="42" dur="1" fill="hold">
                                              <p:stCondLst>
                                                <p:cond delay="0"/>
                                              </p:stCondLst>
                                            </p:cTn>
                                            <p:tgtEl>
                                              <p:spTgt spid="34"/>
                                            </p:tgtEl>
                                            <p:attrNameLst>
                                              <p:attrName>style.visibility</p:attrName>
                                            </p:attrNameLst>
                                          </p:cBhvr>
                                          <p:to>
                                            <p:strVal val="visible"/>
                                          </p:to>
                                        </p:set>
                                        <p:animEffect transition="in" filter="wipe(left)">
                                          <p:cBhvr>
                                            <p:cTn id="43" dur="750"/>
                                            <p:tgtEl>
                                              <p:spTgt spid="34"/>
                                            </p:tgtEl>
                                          </p:cBhvr>
                                        </p:animEffect>
                                      </p:childTnLst>
                                    </p:cTn>
                                  </p:par>
                                  <p:par>
                                    <p:cTn id="44" presetID="22" presetClass="entr" presetSubtype="8" fill="hold" nodeType="withEffect">
                                      <p:stCondLst>
                                        <p:cond delay="1250"/>
                                      </p:stCondLst>
                                      <p:childTnLst>
                                        <p:set>
                                          <p:cBhvr>
                                            <p:cTn id="45" dur="1" fill="hold">
                                              <p:stCondLst>
                                                <p:cond delay="0"/>
                                              </p:stCondLst>
                                            </p:cTn>
                                            <p:tgtEl>
                                              <p:spTgt spid="37"/>
                                            </p:tgtEl>
                                            <p:attrNameLst>
                                              <p:attrName>style.visibility</p:attrName>
                                            </p:attrNameLst>
                                          </p:cBhvr>
                                          <p:to>
                                            <p:strVal val="visible"/>
                                          </p:to>
                                        </p:set>
                                        <p:animEffect transition="in" filter="wipe(left)">
                                          <p:cBhvr>
                                            <p:cTn id="46" dur="750"/>
                                            <p:tgtEl>
                                              <p:spTgt spid="37"/>
                                            </p:tgtEl>
                                          </p:cBhvr>
                                        </p:animEffect>
                                      </p:childTnLst>
                                    </p:cTn>
                                  </p:par>
                                  <p:par>
                                    <p:cTn id="47" presetID="22" presetClass="entr" presetSubtype="8" fill="hold" nodeType="withEffect">
                                      <p:stCondLst>
                                        <p:cond delay="1500"/>
                                      </p:stCondLst>
                                      <p:childTnLst>
                                        <p:set>
                                          <p:cBhvr>
                                            <p:cTn id="48" dur="1" fill="hold">
                                              <p:stCondLst>
                                                <p:cond delay="0"/>
                                              </p:stCondLst>
                                            </p:cTn>
                                            <p:tgtEl>
                                              <p:spTgt spid="60"/>
                                            </p:tgtEl>
                                            <p:attrNameLst>
                                              <p:attrName>style.visibility</p:attrName>
                                            </p:attrNameLst>
                                          </p:cBhvr>
                                          <p:to>
                                            <p:strVal val="visible"/>
                                          </p:to>
                                        </p:set>
                                        <p:animEffect transition="in" filter="wipe(left)">
                                          <p:cBhvr>
                                            <p:cTn id="49" dur="750"/>
                                            <p:tgtEl>
                                              <p:spTgt spid="60"/>
                                            </p:tgtEl>
                                          </p:cBhvr>
                                        </p:animEffect>
                                      </p:childTnLst>
                                    </p:cTn>
                                  </p:par>
                                  <p:par>
                                    <p:cTn id="50" presetID="53" presetClass="entr" presetSubtype="16" fill="hold" nodeType="withEffect">
                                      <p:stCondLst>
                                        <p:cond delay="750"/>
                                      </p:stCondLst>
                                      <p:childTnLst>
                                        <p:set>
                                          <p:cBhvr>
                                            <p:cTn id="51" dur="1" fill="hold">
                                              <p:stCondLst>
                                                <p:cond delay="0"/>
                                              </p:stCondLst>
                                            </p:cTn>
                                            <p:tgtEl>
                                              <p:spTgt spid="63"/>
                                            </p:tgtEl>
                                            <p:attrNameLst>
                                              <p:attrName>style.visibility</p:attrName>
                                            </p:attrNameLst>
                                          </p:cBhvr>
                                          <p:to>
                                            <p:strVal val="visible"/>
                                          </p:to>
                                        </p:set>
                                        <p:anim calcmode="lin" valueType="num">
                                          <p:cBhvr>
                                            <p:cTn id="52" dur="500" fill="hold"/>
                                            <p:tgtEl>
                                              <p:spTgt spid="63"/>
                                            </p:tgtEl>
                                            <p:attrNameLst>
                                              <p:attrName>ppt_w</p:attrName>
                                            </p:attrNameLst>
                                          </p:cBhvr>
                                          <p:tavLst>
                                            <p:tav tm="0">
                                              <p:val>
                                                <p:fltVal val="0"/>
                                              </p:val>
                                            </p:tav>
                                            <p:tav tm="100000">
                                              <p:val>
                                                <p:strVal val="#ppt_w"/>
                                              </p:val>
                                            </p:tav>
                                          </p:tavLst>
                                        </p:anim>
                                        <p:anim calcmode="lin" valueType="num">
                                          <p:cBhvr>
                                            <p:cTn id="53" dur="500" fill="hold"/>
                                            <p:tgtEl>
                                              <p:spTgt spid="63"/>
                                            </p:tgtEl>
                                            <p:attrNameLst>
                                              <p:attrName>ppt_h</p:attrName>
                                            </p:attrNameLst>
                                          </p:cBhvr>
                                          <p:tavLst>
                                            <p:tav tm="0">
                                              <p:val>
                                                <p:fltVal val="0"/>
                                              </p:val>
                                            </p:tav>
                                            <p:tav tm="100000">
                                              <p:val>
                                                <p:strVal val="#ppt_h"/>
                                              </p:val>
                                            </p:tav>
                                          </p:tavLst>
                                        </p:anim>
                                        <p:animEffect transition="in" filter="fade">
                                          <p:cBhvr>
                                            <p:cTn id="54" dur="500"/>
                                            <p:tgtEl>
                                              <p:spTgt spid="63"/>
                                            </p:tgtEl>
                                          </p:cBhvr>
                                        </p:animEffect>
                                      </p:childTnLst>
                                    </p:cTn>
                                  </p:par>
                                  <p:par>
                                    <p:cTn id="55" presetID="53" presetClass="entr" presetSubtype="16" fill="hold" nodeType="withEffect">
                                      <p:stCondLst>
                                        <p:cond delay="1000"/>
                                      </p:stCondLst>
                                      <p:childTnLst>
                                        <p:set>
                                          <p:cBhvr>
                                            <p:cTn id="56" dur="1" fill="hold">
                                              <p:stCondLst>
                                                <p:cond delay="0"/>
                                              </p:stCondLst>
                                            </p:cTn>
                                            <p:tgtEl>
                                              <p:spTgt spid="66"/>
                                            </p:tgtEl>
                                            <p:attrNameLst>
                                              <p:attrName>style.visibility</p:attrName>
                                            </p:attrNameLst>
                                          </p:cBhvr>
                                          <p:to>
                                            <p:strVal val="visible"/>
                                          </p:to>
                                        </p:set>
                                        <p:anim calcmode="lin" valueType="num">
                                          <p:cBhvr>
                                            <p:cTn id="57" dur="500" fill="hold"/>
                                            <p:tgtEl>
                                              <p:spTgt spid="66"/>
                                            </p:tgtEl>
                                            <p:attrNameLst>
                                              <p:attrName>ppt_w</p:attrName>
                                            </p:attrNameLst>
                                          </p:cBhvr>
                                          <p:tavLst>
                                            <p:tav tm="0">
                                              <p:val>
                                                <p:fltVal val="0"/>
                                              </p:val>
                                            </p:tav>
                                            <p:tav tm="100000">
                                              <p:val>
                                                <p:strVal val="#ppt_w"/>
                                              </p:val>
                                            </p:tav>
                                          </p:tavLst>
                                        </p:anim>
                                        <p:anim calcmode="lin" valueType="num">
                                          <p:cBhvr>
                                            <p:cTn id="58" dur="500" fill="hold"/>
                                            <p:tgtEl>
                                              <p:spTgt spid="66"/>
                                            </p:tgtEl>
                                            <p:attrNameLst>
                                              <p:attrName>ppt_h</p:attrName>
                                            </p:attrNameLst>
                                          </p:cBhvr>
                                          <p:tavLst>
                                            <p:tav tm="0">
                                              <p:val>
                                                <p:fltVal val="0"/>
                                              </p:val>
                                            </p:tav>
                                            <p:tav tm="100000">
                                              <p:val>
                                                <p:strVal val="#ppt_h"/>
                                              </p:val>
                                            </p:tav>
                                          </p:tavLst>
                                        </p:anim>
                                        <p:animEffect transition="in" filter="fade">
                                          <p:cBhvr>
                                            <p:cTn id="59" dur="500"/>
                                            <p:tgtEl>
                                              <p:spTgt spid="66"/>
                                            </p:tgtEl>
                                          </p:cBhvr>
                                        </p:animEffect>
                                      </p:childTnLst>
                                    </p:cTn>
                                  </p:par>
                                  <p:par>
                                    <p:cTn id="60" presetID="53" presetClass="entr" presetSubtype="16" fill="hold" nodeType="withEffect">
                                      <p:stCondLst>
                                        <p:cond delay="1250"/>
                                      </p:stCondLst>
                                      <p:childTnLst>
                                        <p:set>
                                          <p:cBhvr>
                                            <p:cTn id="61" dur="1" fill="hold">
                                              <p:stCondLst>
                                                <p:cond delay="0"/>
                                              </p:stCondLst>
                                            </p:cTn>
                                            <p:tgtEl>
                                              <p:spTgt spid="69"/>
                                            </p:tgtEl>
                                            <p:attrNameLst>
                                              <p:attrName>style.visibility</p:attrName>
                                            </p:attrNameLst>
                                          </p:cBhvr>
                                          <p:to>
                                            <p:strVal val="visible"/>
                                          </p:to>
                                        </p:set>
                                        <p:anim calcmode="lin" valueType="num">
                                          <p:cBhvr>
                                            <p:cTn id="62" dur="500" fill="hold"/>
                                            <p:tgtEl>
                                              <p:spTgt spid="69"/>
                                            </p:tgtEl>
                                            <p:attrNameLst>
                                              <p:attrName>ppt_w</p:attrName>
                                            </p:attrNameLst>
                                          </p:cBhvr>
                                          <p:tavLst>
                                            <p:tav tm="0">
                                              <p:val>
                                                <p:fltVal val="0"/>
                                              </p:val>
                                            </p:tav>
                                            <p:tav tm="100000">
                                              <p:val>
                                                <p:strVal val="#ppt_w"/>
                                              </p:val>
                                            </p:tav>
                                          </p:tavLst>
                                        </p:anim>
                                        <p:anim calcmode="lin" valueType="num">
                                          <p:cBhvr>
                                            <p:cTn id="63" dur="500" fill="hold"/>
                                            <p:tgtEl>
                                              <p:spTgt spid="69"/>
                                            </p:tgtEl>
                                            <p:attrNameLst>
                                              <p:attrName>ppt_h</p:attrName>
                                            </p:attrNameLst>
                                          </p:cBhvr>
                                          <p:tavLst>
                                            <p:tav tm="0">
                                              <p:val>
                                                <p:fltVal val="0"/>
                                              </p:val>
                                            </p:tav>
                                            <p:tav tm="100000">
                                              <p:val>
                                                <p:strVal val="#ppt_h"/>
                                              </p:val>
                                            </p:tav>
                                          </p:tavLst>
                                        </p:anim>
                                        <p:animEffect transition="in" filter="fade">
                                          <p:cBhvr>
                                            <p:cTn id="64" dur="500"/>
                                            <p:tgtEl>
                                              <p:spTgt spid="69"/>
                                            </p:tgtEl>
                                          </p:cBhvr>
                                        </p:animEffect>
                                      </p:childTnLst>
                                    </p:cTn>
                                  </p:par>
                                  <p:par>
                                    <p:cTn id="65" presetID="53" presetClass="entr" presetSubtype="16" fill="hold" nodeType="withEffect">
                                      <p:stCondLst>
                                        <p:cond delay="1500"/>
                                      </p:stCondLst>
                                      <p:childTnLst>
                                        <p:set>
                                          <p:cBhvr>
                                            <p:cTn id="66" dur="1" fill="hold">
                                              <p:stCondLst>
                                                <p:cond delay="0"/>
                                              </p:stCondLst>
                                            </p:cTn>
                                            <p:tgtEl>
                                              <p:spTgt spid="72"/>
                                            </p:tgtEl>
                                            <p:attrNameLst>
                                              <p:attrName>style.visibility</p:attrName>
                                            </p:attrNameLst>
                                          </p:cBhvr>
                                          <p:to>
                                            <p:strVal val="visible"/>
                                          </p:to>
                                        </p:set>
                                        <p:anim calcmode="lin" valueType="num">
                                          <p:cBhvr>
                                            <p:cTn id="67" dur="500" fill="hold"/>
                                            <p:tgtEl>
                                              <p:spTgt spid="72"/>
                                            </p:tgtEl>
                                            <p:attrNameLst>
                                              <p:attrName>ppt_w</p:attrName>
                                            </p:attrNameLst>
                                          </p:cBhvr>
                                          <p:tavLst>
                                            <p:tav tm="0">
                                              <p:val>
                                                <p:fltVal val="0"/>
                                              </p:val>
                                            </p:tav>
                                            <p:tav tm="100000">
                                              <p:val>
                                                <p:strVal val="#ppt_w"/>
                                              </p:val>
                                            </p:tav>
                                          </p:tavLst>
                                        </p:anim>
                                        <p:anim calcmode="lin" valueType="num">
                                          <p:cBhvr>
                                            <p:cTn id="68" dur="500" fill="hold"/>
                                            <p:tgtEl>
                                              <p:spTgt spid="72"/>
                                            </p:tgtEl>
                                            <p:attrNameLst>
                                              <p:attrName>ppt_h</p:attrName>
                                            </p:attrNameLst>
                                          </p:cBhvr>
                                          <p:tavLst>
                                            <p:tav tm="0">
                                              <p:val>
                                                <p:fltVal val="0"/>
                                              </p:val>
                                            </p:tav>
                                            <p:tav tm="100000">
                                              <p:val>
                                                <p:strVal val="#ppt_h"/>
                                              </p:val>
                                            </p:tav>
                                          </p:tavLst>
                                        </p:anim>
                                        <p:animEffect transition="in" filter="fade">
                                          <p:cBhvr>
                                            <p:cTn id="69" dur="500"/>
                                            <p:tgtEl>
                                              <p:spTgt spid="72"/>
                                            </p:tgtEl>
                                          </p:cBhvr>
                                        </p:animEffect>
                                      </p:childTnLst>
                                    </p:cTn>
                                  </p:par>
                                  <p:par>
                                    <p:cTn id="70" presetID="53" presetClass="entr" presetSubtype="16" fill="hold" nodeType="withEffect">
                                      <p:stCondLst>
                                        <p:cond delay="1750"/>
                                      </p:stCondLst>
                                      <p:childTnLst>
                                        <p:set>
                                          <p:cBhvr>
                                            <p:cTn id="71" dur="1" fill="hold">
                                              <p:stCondLst>
                                                <p:cond delay="0"/>
                                              </p:stCondLst>
                                            </p:cTn>
                                            <p:tgtEl>
                                              <p:spTgt spid="105"/>
                                            </p:tgtEl>
                                            <p:attrNameLst>
                                              <p:attrName>style.visibility</p:attrName>
                                            </p:attrNameLst>
                                          </p:cBhvr>
                                          <p:to>
                                            <p:strVal val="visible"/>
                                          </p:to>
                                        </p:set>
                                        <p:anim calcmode="lin" valueType="num">
                                          <p:cBhvr>
                                            <p:cTn id="72" dur="500" fill="hold"/>
                                            <p:tgtEl>
                                              <p:spTgt spid="105"/>
                                            </p:tgtEl>
                                            <p:attrNameLst>
                                              <p:attrName>ppt_w</p:attrName>
                                            </p:attrNameLst>
                                          </p:cBhvr>
                                          <p:tavLst>
                                            <p:tav tm="0">
                                              <p:val>
                                                <p:fltVal val="0"/>
                                              </p:val>
                                            </p:tav>
                                            <p:tav tm="100000">
                                              <p:val>
                                                <p:strVal val="#ppt_w"/>
                                              </p:val>
                                            </p:tav>
                                          </p:tavLst>
                                        </p:anim>
                                        <p:anim calcmode="lin" valueType="num">
                                          <p:cBhvr>
                                            <p:cTn id="73" dur="500" fill="hold"/>
                                            <p:tgtEl>
                                              <p:spTgt spid="105"/>
                                            </p:tgtEl>
                                            <p:attrNameLst>
                                              <p:attrName>ppt_h</p:attrName>
                                            </p:attrNameLst>
                                          </p:cBhvr>
                                          <p:tavLst>
                                            <p:tav tm="0">
                                              <p:val>
                                                <p:fltVal val="0"/>
                                              </p:val>
                                            </p:tav>
                                            <p:tav tm="100000">
                                              <p:val>
                                                <p:strVal val="#ppt_h"/>
                                              </p:val>
                                            </p:tav>
                                          </p:tavLst>
                                        </p:anim>
                                        <p:animEffect transition="in" filter="fade">
                                          <p:cBhvr>
                                            <p:cTn id="74" dur="500"/>
                                            <p:tgtEl>
                                              <p:spTgt spid="105"/>
                                            </p:tgtEl>
                                          </p:cBhvr>
                                        </p:animEffect>
                                      </p:childTnLst>
                                    </p:cTn>
                                  </p:par>
                                  <p:par>
                                    <p:cTn id="75" presetID="53" presetClass="entr" presetSubtype="16" fill="hold" nodeType="withEffect">
                                      <p:stCondLst>
                                        <p:cond delay="750"/>
                                      </p:stCondLst>
                                      <p:childTnLst>
                                        <p:set>
                                          <p:cBhvr>
                                            <p:cTn id="76" dur="1" fill="hold">
                                              <p:stCondLst>
                                                <p:cond delay="0"/>
                                              </p:stCondLst>
                                            </p:cTn>
                                            <p:tgtEl>
                                              <p:spTgt spid="122"/>
                                            </p:tgtEl>
                                            <p:attrNameLst>
                                              <p:attrName>style.visibility</p:attrName>
                                            </p:attrNameLst>
                                          </p:cBhvr>
                                          <p:to>
                                            <p:strVal val="visible"/>
                                          </p:to>
                                        </p:set>
                                        <p:anim calcmode="lin" valueType="num">
                                          <p:cBhvr>
                                            <p:cTn id="77" dur="500" fill="hold"/>
                                            <p:tgtEl>
                                              <p:spTgt spid="122"/>
                                            </p:tgtEl>
                                            <p:attrNameLst>
                                              <p:attrName>ppt_w</p:attrName>
                                            </p:attrNameLst>
                                          </p:cBhvr>
                                          <p:tavLst>
                                            <p:tav tm="0">
                                              <p:val>
                                                <p:fltVal val="0"/>
                                              </p:val>
                                            </p:tav>
                                            <p:tav tm="100000">
                                              <p:val>
                                                <p:strVal val="#ppt_w"/>
                                              </p:val>
                                            </p:tav>
                                          </p:tavLst>
                                        </p:anim>
                                        <p:anim calcmode="lin" valueType="num">
                                          <p:cBhvr>
                                            <p:cTn id="78" dur="500" fill="hold"/>
                                            <p:tgtEl>
                                              <p:spTgt spid="122"/>
                                            </p:tgtEl>
                                            <p:attrNameLst>
                                              <p:attrName>ppt_h</p:attrName>
                                            </p:attrNameLst>
                                          </p:cBhvr>
                                          <p:tavLst>
                                            <p:tav tm="0">
                                              <p:val>
                                                <p:fltVal val="0"/>
                                              </p:val>
                                            </p:tav>
                                            <p:tav tm="100000">
                                              <p:val>
                                                <p:strVal val="#ppt_h"/>
                                              </p:val>
                                            </p:tav>
                                          </p:tavLst>
                                        </p:anim>
                                        <p:animEffect transition="in" filter="fade">
                                          <p:cBhvr>
                                            <p:cTn id="79" dur="500"/>
                                            <p:tgtEl>
                                              <p:spTgt spid="122"/>
                                            </p:tgtEl>
                                          </p:cBhvr>
                                        </p:animEffect>
                                      </p:childTnLst>
                                    </p:cTn>
                                  </p:par>
                                  <p:par>
                                    <p:cTn id="80" presetID="53" presetClass="entr" presetSubtype="16" fill="hold" nodeType="withEffect">
                                      <p:stCondLst>
                                        <p:cond delay="1000"/>
                                      </p:stCondLst>
                                      <p:childTnLst>
                                        <p:set>
                                          <p:cBhvr>
                                            <p:cTn id="81" dur="1" fill="hold">
                                              <p:stCondLst>
                                                <p:cond delay="0"/>
                                              </p:stCondLst>
                                            </p:cTn>
                                            <p:tgtEl>
                                              <p:spTgt spid="136"/>
                                            </p:tgtEl>
                                            <p:attrNameLst>
                                              <p:attrName>style.visibility</p:attrName>
                                            </p:attrNameLst>
                                          </p:cBhvr>
                                          <p:to>
                                            <p:strVal val="visible"/>
                                          </p:to>
                                        </p:set>
                                        <p:anim calcmode="lin" valueType="num">
                                          <p:cBhvr>
                                            <p:cTn id="82" dur="500" fill="hold"/>
                                            <p:tgtEl>
                                              <p:spTgt spid="136"/>
                                            </p:tgtEl>
                                            <p:attrNameLst>
                                              <p:attrName>ppt_w</p:attrName>
                                            </p:attrNameLst>
                                          </p:cBhvr>
                                          <p:tavLst>
                                            <p:tav tm="0">
                                              <p:val>
                                                <p:fltVal val="0"/>
                                              </p:val>
                                            </p:tav>
                                            <p:tav tm="100000">
                                              <p:val>
                                                <p:strVal val="#ppt_w"/>
                                              </p:val>
                                            </p:tav>
                                          </p:tavLst>
                                        </p:anim>
                                        <p:anim calcmode="lin" valueType="num">
                                          <p:cBhvr>
                                            <p:cTn id="83" dur="500" fill="hold"/>
                                            <p:tgtEl>
                                              <p:spTgt spid="136"/>
                                            </p:tgtEl>
                                            <p:attrNameLst>
                                              <p:attrName>ppt_h</p:attrName>
                                            </p:attrNameLst>
                                          </p:cBhvr>
                                          <p:tavLst>
                                            <p:tav tm="0">
                                              <p:val>
                                                <p:fltVal val="0"/>
                                              </p:val>
                                            </p:tav>
                                            <p:tav tm="100000">
                                              <p:val>
                                                <p:strVal val="#ppt_h"/>
                                              </p:val>
                                            </p:tav>
                                          </p:tavLst>
                                        </p:anim>
                                        <p:animEffect transition="in" filter="fade">
                                          <p:cBhvr>
                                            <p:cTn id="84" dur="500"/>
                                            <p:tgtEl>
                                              <p:spTgt spid="136"/>
                                            </p:tgtEl>
                                          </p:cBhvr>
                                        </p:animEffect>
                                      </p:childTnLst>
                                    </p:cTn>
                                  </p:par>
                                  <p:par>
                                    <p:cTn id="85" presetID="53" presetClass="entr" presetSubtype="16" fill="hold" nodeType="withEffect">
                                      <p:stCondLst>
                                        <p:cond delay="1250"/>
                                      </p:stCondLst>
                                      <p:childTnLst>
                                        <p:set>
                                          <p:cBhvr>
                                            <p:cTn id="86" dur="1" fill="hold">
                                              <p:stCondLst>
                                                <p:cond delay="0"/>
                                              </p:stCondLst>
                                            </p:cTn>
                                            <p:tgtEl>
                                              <p:spTgt spid="138"/>
                                            </p:tgtEl>
                                            <p:attrNameLst>
                                              <p:attrName>style.visibility</p:attrName>
                                            </p:attrNameLst>
                                          </p:cBhvr>
                                          <p:to>
                                            <p:strVal val="visible"/>
                                          </p:to>
                                        </p:set>
                                        <p:anim calcmode="lin" valueType="num">
                                          <p:cBhvr>
                                            <p:cTn id="87" dur="500" fill="hold"/>
                                            <p:tgtEl>
                                              <p:spTgt spid="138"/>
                                            </p:tgtEl>
                                            <p:attrNameLst>
                                              <p:attrName>ppt_w</p:attrName>
                                            </p:attrNameLst>
                                          </p:cBhvr>
                                          <p:tavLst>
                                            <p:tav tm="0">
                                              <p:val>
                                                <p:fltVal val="0"/>
                                              </p:val>
                                            </p:tav>
                                            <p:tav tm="100000">
                                              <p:val>
                                                <p:strVal val="#ppt_w"/>
                                              </p:val>
                                            </p:tav>
                                          </p:tavLst>
                                        </p:anim>
                                        <p:anim calcmode="lin" valueType="num">
                                          <p:cBhvr>
                                            <p:cTn id="88" dur="500" fill="hold"/>
                                            <p:tgtEl>
                                              <p:spTgt spid="138"/>
                                            </p:tgtEl>
                                            <p:attrNameLst>
                                              <p:attrName>ppt_h</p:attrName>
                                            </p:attrNameLst>
                                          </p:cBhvr>
                                          <p:tavLst>
                                            <p:tav tm="0">
                                              <p:val>
                                                <p:fltVal val="0"/>
                                              </p:val>
                                            </p:tav>
                                            <p:tav tm="100000">
                                              <p:val>
                                                <p:strVal val="#ppt_h"/>
                                              </p:val>
                                            </p:tav>
                                          </p:tavLst>
                                        </p:anim>
                                        <p:animEffect transition="in" filter="fade">
                                          <p:cBhvr>
                                            <p:cTn id="89" dur="500"/>
                                            <p:tgtEl>
                                              <p:spTgt spid="138"/>
                                            </p:tgtEl>
                                          </p:cBhvr>
                                        </p:animEffect>
                                      </p:childTnLst>
                                    </p:cTn>
                                  </p:par>
                                  <p:par>
                                    <p:cTn id="90" presetID="53" presetClass="entr" presetSubtype="16" fill="hold" nodeType="withEffect">
                                      <p:stCondLst>
                                        <p:cond delay="1500"/>
                                      </p:stCondLst>
                                      <p:childTnLst>
                                        <p:set>
                                          <p:cBhvr>
                                            <p:cTn id="91" dur="1" fill="hold">
                                              <p:stCondLst>
                                                <p:cond delay="0"/>
                                              </p:stCondLst>
                                            </p:cTn>
                                            <p:tgtEl>
                                              <p:spTgt spid="139"/>
                                            </p:tgtEl>
                                            <p:attrNameLst>
                                              <p:attrName>style.visibility</p:attrName>
                                            </p:attrNameLst>
                                          </p:cBhvr>
                                          <p:to>
                                            <p:strVal val="visible"/>
                                          </p:to>
                                        </p:set>
                                        <p:anim calcmode="lin" valueType="num">
                                          <p:cBhvr>
                                            <p:cTn id="92" dur="500" fill="hold"/>
                                            <p:tgtEl>
                                              <p:spTgt spid="139"/>
                                            </p:tgtEl>
                                            <p:attrNameLst>
                                              <p:attrName>ppt_w</p:attrName>
                                            </p:attrNameLst>
                                          </p:cBhvr>
                                          <p:tavLst>
                                            <p:tav tm="0">
                                              <p:val>
                                                <p:fltVal val="0"/>
                                              </p:val>
                                            </p:tav>
                                            <p:tav tm="100000">
                                              <p:val>
                                                <p:strVal val="#ppt_w"/>
                                              </p:val>
                                            </p:tav>
                                          </p:tavLst>
                                        </p:anim>
                                        <p:anim calcmode="lin" valueType="num">
                                          <p:cBhvr>
                                            <p:cTn id="93" dur="500" fill="hold"/>
                                            <p:tgtEl>
                                              <p:spTgt spid="139"/>
                                            </p:tgtEl>
                                            <p:attrNameLst>
                                              <p:attrName>ppt_h</p:attrName>
                                            </p:attrNameLst>
                                          </p:cBhvr>
                                          <p:tavLst>
                                            <p:tav tm="0">
                                              <p:val>
                                                <p:fltVal val="0"/>
                                              </p:val>
                                            </p:tav>
                                            <p:tav tm="100000">
                                              <p:val>
                                                <p:strVal val="#ppt_h"/>
                                              </p:val>
                                            </p:tav>
                                          </p:tavLst>
                                        </p:anim>
                                        <p:animEffect transition="in" filter="fade">
                                          <p:cBhvr>
                                            <p:cTn id="94" dur="500"/>
                                            <p:tgtEl>
                                              <p:spTgt spid="139"/>
                                            </p:tgtEl>
                                          </p:cBhvr>
                                        </p:animEffect>
                                      </p:childTnLst>
                                    </p:cTn>
                                  </p:par>
                                  <p:par>
                                    <p:cTn id="95" presetID="53" presetClass="entr" presetSubtype="16" fill="hold" nodeType="withEffect">
                                      <p:stCondLst>
                                        <p:cond delay="1750"/>
                                      </p:stCondLst>
                                      <p:childTnLst>
                                        <p:set>
                                          <p:cBhvr>
                                            <p:cTn id="96" dur="1" fill="hold">
                                              <p:stCondLst>
                                                <p:cond delay="0"/>
                                              </p:stCondLst>
                                            </p:cTn>
                                            <p:tgtEl>
                                              <p:spTgt spid="140"/>
                                            </p:tgtEl>
                                            <p:attrNameLst>
                                              <p:attrName>style.visibility</p:attrName>
                                            </p:attrNameLst>
                                          </p:cBhvr>
                                          <p:to>
                                            <p:strVal val="visible"/>
                                          </p:to>
                                        </p:set>
                                        <p:anim calcmode="lin" valueType="num">
                                          <p:cBhvr>
                                            <p:cTn id="97" dur="500" fill="hold"/>
                                            <p:tgtEl>
                                              <p:spTgt spid="140"/>
                                            </p:tgtEl>
                                            <p:attrNameLst>
                                              <p:attrName>ppt_w</p:attrName>
                                            </p:attrNameLst>
                                          </p:cBhvr>
                                          <p:tavLst>
                                            <p:tav tm="0">
                                              <p:val>
                                                <p:fltVal val="0"/>
                                              </p:val>
                                            </p:tav>
                                            <p:tav tm="100000">
                                              <p:val>
                                                <p:strVal val="#ppt_w"/>
                                              </p:val>
                                            </p:tav>
                                          </p:tavLst>
                                        </p:anim>
                                        <p:anim calcmode="lin" valueType="num">
                                          <p:cBhvr>
                                            <p:cTn id="98" dur="500" fill="hold"/>
                                            <p:tgtEl>
                                              <p:spTgt spid="140"/>
                                            </p:tgtEl>
                                            <p:attrNameLst>
                                              <p:attrName>ppt_h</p:attrName>
                                            </p:attrNameLst>
                                          </p:cBhvr>
                                          <p:tavLst>
                                            <p:tav tm="0">
                                              <p:val>
                                                <p:fltVal val="0"/>
                                              </p:val>
                                            </p:tav>
                                            <p:tav tm="100000">
                                              <p:val>
                                                <p:strVal val="#ppt_h"/>
                                              </p:val>
                                            </p:tav>
                                          </p:tavLst>
                                        </p:anim>
                                        <p:animEffect transition="in" filter="fade">
                                          <p:cBhvr>
                                            <p:cTn id="99" dur="500"/>
                                            <p:tgtEl>
                                              <p:spTgt spid="140"/>
                                            </p:tgtEl>
                                          </p:cBhvr>
                                        </p:animEffect>
                                      </p:childTnLst>
                                    </p:cTn>
                                  </p:par>
                                  <p:par>
                                    <p:cTn id="100" presetID="2" presetClass="entr" presetSubtype="8" fill="hold" grpId="0" nodeType="withEffect" p14:presetBounceEnd="67000">
                                      <p:stCondLst>
                                        <p:cond delay="1000"/>
                                      </p:stCondLst>
                                      <p:childTnLst>
                                        <p:set>
                                          <p:cBhvr>
                                            <p:cTn id="101" dur="1" fill="hold">
                                              <p:stCondLst>
                                                <p:cond delay="0"/>
                                              </p:stCondLst>
                                            </p:cTn>
                                            <p:tgtEl>
                                              <p:spTgt spid="59"/>
                                            </p:tgtEl>
                                            <p:attrNameLst>
                                              <p:attrName>style.visibility</p:attrName>
                                            </p:attrNameLst>
                                          </p:cBhvr>
                                          <p:to>
                                            <p:strVal val="visible"/>
                                          </p:to>
                                        </p:set>
                                        <p:anim calcmode="lin" valueType="num" p14:bounceEnd="67000">
                                          <p:cBhvr additive="base">
                                            <p:cTn id="102" dur="1000" fill="hold"/>
                                            <p:tgtEl>
                                              <p:spTgt spid="59"/>
                                            </p:tgtEl>
                                            <p:attrNameLst>
                                              <p:attrName>ppt_x</p:attrName>
                                            </p:attrNameLst>
                                          </p:cBhvr>
                                          <p:tavLst>
                                            <p:tav tm="0">
                                              <p:val>
                                                <p:strVal val="0-#ppt_w/2"/>
                                              </p:val>
                                            </p:tav>
                                            <p:tav tm="100000">
                                              <p:val>
                                                <p:strVal val="#ppt_x"/>
                                              </p:val>
                                            </p:tav>
                                          </p:tavLst>
                                        </p:anim>
                                        <p:anim calcmode="lin" valueType="num" p14:bounceEnd="67000">
                                          <p:cBhvr additive="base">
                                            <p:cTn id="103" dur="1000" fill="hold"/>
                                            <p:tgtEl>
                                              <p:spTgt spid="59"/>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14:presetBounceEnd="67000">
                                      <p:stCondLst>
                                        <p:cond delay="1250"/>
                                      </p:stCondLst>
                                      <p:childTnLst>
                                        <p:set>
                                          <p:cBhvr>
                                            <p:cTn id="105" dur="1" fill="hold">
                                              <p:stCondLst>
                                                <p:cond delay="0"/>
                                              </p:stCondLst>
                                            </p:cTn>
                                            <p:tgtEl>
                                              <p:spTgt spid="62"/>
                                            </p:tgtEl>
                                            <p:attrNameLst>
                                              <p:attrName>style.visibility</p:attrName>
                                            </p:attrNameLst>
                                          </p:cBhvr>
                                          <p:to>
                                            <p:strVal val="visible"/>
                                          </p:to>
                                        </p:set>
                                        <p:anim calcmode="lin" valueType="num" p14:bounceEnd="67000">
                                          <p:cBhvr additive="base">
                                            <p:cTn id="106" dur="1000" fill="hold"/>
                                            <p:tgtEl>
                                              <p:spTgt spid="62"/>
                                            </p:tgtEl>
                                            <p:attrNameLst>
                                              <p:attrName>ppt_x</p:attrName>
                                            </p:attrNameLst>
                                          </p:cBhvr>
                                          <p:tavLst>
                                            <p:tav tm="0">
                                              <p:val>
                                                <p:strVal val="0-#ppt_w/2"/>
                                              </p:val>
                                            </p:tav>
                                            <p:tav tm="100000">
                                              <p:val>
                                                <p:strVal val="#ppt_x"/>
                                              </p:val>
                                            </p:tav>
                                          </p:tavLst>
                                        </p:anim>
                                        <p:anim calcmode="lin" valueType="num" p14:bounceEnd="67000">
                                          <p:cBhvr additive="base">
                                            <p:cTn id="107" dur="1000" fill="hold"/>
                                            <p:tgtEl>
                                              <p:spTgt spid="62"/>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14:presetBounceEnd="67000">
                                      <p:stCondLst>
                                        <p:cond delay="1500"/>
                                      </p:stCondLst>
                                      <p:childTnLst>
                                        <p:set>
                                          <p:cBhvr>
                                            <p:cTn id="109" dur="1" fill="hold">
                                              <p:stCondLst>
                                                <p:cond delay="0"/>
                                              </p:stCondLst>
                                            </p:cTn>
                                            <p:tgtEl>
                                              <p:spTgt spid="65"/>
                                            </p:tgtEl>
                                            <p:attrNameLst>
                                              <p:attrName>style.visibility</p:attrName>
                                            </p:attrNameLst>
                                          </p:cBhvr>
                                          <p:to>
                                            <p:strVal val="visible"/>
                                          </p:to>
                                        </p:set>
                                        <p:anim calcmode="lin" valueType="num" p14:bounceEnd="67000">
                                          <p:cBhvr additive="base">
                                            <p:cTn id="110" dur="1000" fill="hold"/>
                                            <p:tgtEl>
                                              <p:spTgt spid="65"/>
                                            </p:tgtEl>
                                            <p:attrNameLst>
                                              <p:attrName>ppt_x</p:attrName>
                                            </p:attrNameLst>
                                          </p:cBhvr>
                                          <p:tavLst>
                                            <p:tav tm="0">
                                              <p:val>
                                                <p:strVal val="0-#ppt_w/2"/>
                                              </p:val>
                                            </p:tav>
                                            <p:tav tm="100000">
                                              <p:val>
                                                <p:strVal val="#ppt_x"/>
                                              </p:val>
                                            </p:tav>
                                          </p:tavLst>
                                        </p:anim>
                                        <p:anim calcmode="lin" valueType="num" p14:bounceEnd="67000">
                                          <p:cBhvr additive="base">
                                            <p:cTn id="111" dur="1000" fill="hold"/>
                                            <p:tgtEl>
                                              <p:spTgt spid="65"/>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14:presetBounceEnd="67000">
                                      <p:stCondLst>
                                        <p:cond delay="1750"/>
                                      </p:stCondLst>
                                      <p:childTnLst>
                                        <p:set>
                                          <p:cBhvr>
                                            <p:cTn id="113" dur="1" fill="hold">
                                              <p:stCondLst>
                                                <p:cond delay="0"/>
                                              </p:stCondLst>
                                            </p:cTn>
                                            <p:tgtEl>
                                              <p:spTgt spid="68"/>
                                            </p:tgtEl>
                                            <p:attrNameLst>
                                              <p:attrName>style.visibility</p:attrName>
                                            </p:attrNameLst>
                                          </p:cBhvr>
                                          <p:to>
                                            <p:strVal val="visible"/>
                                          </p:to>
                                        </p:set>
                                        <p:anim calcmode="lin" valueType="num" p14:bounceEnd="67000">
                                          <p:cBhvr additive="base">
                                            <p:cTn id="114" dur="1000" fill="hold"/>
                                            <p:tgtEl>
                                              <p:spTgt spid="68"/>
                                            </p:tgtEl>
                                            <p:attrNameLst>
                                              <p:attrName>ppt_x</p:attrName>
                                            </p:attrNameLst>
                                          </p:cBhvr>
                                          <p:tavLst>
                                            <p:tav tm="0">
                                              <p:val>
                                                <p:strVal val="0-#ppt_w/2"/>
                                              </p:val>
                                            </p:tav>
                                            <p:tav tm="100000">
                                              <p:val>
                                                <p:strVal val="#ppt_x"/>
                                              </p:val>
                                            </p:tav>
                                          </p:tavLst>
                                        </p:anim>
                                        <p:anim calcmode="lin" valueType="num" p14:bounceEnd="67000">
                                          <p:cBhvr additive="base">
                                            <p:cTn id="115" dur="1000" fill="hold"/>
                                            <p:tgtEl>
                                              <p:spTgt spid="68"/>
                                            </p:tgtEl>
                                            <p:attrNameLst>
                                              <p:attrName>ppt_y</p:attrName>
                                            </p:attrNameLst>
                                          </p:cBhvr>
                                          <p:tavLst>
                                            <p:tav tm="0">
                                              <p:val>
                                                <p:strVal val="#ppt_y"/>
                                              </p:val>
                                            </p:tav>
                                            <p:tav tm="100000">
                                              <p:val>
                                                <p:strVal val="#ppt_y"/>
                                              </p:val>
                                            </p:tav>
                                          </p:tavLst>
                                        </p:anim>
                                      </p:childTnLst>
                                    </p:cTn>
                                  </p:par>
                                  <p:par>
                                    <p:cTn id="116" presetID="2" presetClass="entr" presetSubtype="8" fill="hold" grpId="0" nodeType="withEffect" p14:presetBounceEnd="67000">
                                      <p:stCondLst>
                                        <p:cond delay="2000"/>
                                      </p:stCondLst>
                                      <p:childTnLst>
                                        <p:set>
                                          <p:cBhvr>
                                            <p:cTn id="117" dur="1" fill="hold">
                                              <p:stCondLst>
                                                <p:cond delay="0"/>
                                              </p:stCondLst>
                                            </p:cTn>
                                            <p:tgtEl>
                                              <p:spTgt spid="71"/>
                                            </p:tgtEl>
                                            <p:attrNameLst>
                                              <p:attrName>style.visibility</p:attrName>
                                            </p:attrNameLst>
                                          </p:cBhvr>
                                          <p:to>
                                            <p:strVal val="visible"/>
                                          </p:to>
                                        </p:set>
                                        <p:anim calcmode="lin" valueType="num" p14:bounceEnd="67000">
                                          <p:cBhvr additive="base">
                                            <p:cTn id="118" dur="1000" fill="hold"/>
                                            <p:tgtEl>
                                              <p:spTgt spid="71"/>
                                            </p:tgtEl>
                                            <p:attrNameLst>
                                              <p:attrName>ppt_x</p:attrName>
                                            </p:attrNameLst>
                                          </p:cBhvr>
                                          <p:tavLst>
                                            <p:tav tm="0">
                                              <p:val>
                                                <p:strVal val="0-#ppt_w/2"/>
                                              </p:val>
                                            </p:tav>
                                            <p:tav tm="100000">
                                              <p:val>
                                                <p:strVal val="#ppt_x"/>
                                              </p:val>
                                            </p:tav>
                                          </p:tavLst>
                                        </p:anim>
                                        <p:anim calcmode="lin" valueType="num" p14:bounceEnd="67000">
                                          <p:cBhvr additive="base">
                                            <p:cTn id="119" dur="1000" fill="hold"/>
                                            <p:tgtEl>
                                              <p:spTgt spid="71"/>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14:presetBounceEnd="67000">
                                      <p:stCondLst>
                                        <p:cond delay="1000"/>
                                      </p:stCondLst>
                                      <p:childTnLst>
                                        <p:set>
                                          <p:cBhvr>
                                            <p:cTn id="121" dur="1" fill="hold">
                                              <p:stCondLst>
                                                <p:cond delay="0"/>
                                              </p:stCondLst>
                                            </p:cTn>
                                            <p:tgtEl>
                                              <p:spTgt spid="24"/>
                                            </p:tgtEl>
                                            <p:attrNameLst>
                                              <p:attrName>style.visibility</p:attrName>
                                            </p:attrNameLst>
                                          </p:cBhvr>
                                          <p:to>
                                            <p:strVal val="visible"/>
                                          </p:to>
                                        </p:set>
                                        <p:anim calcmode="lin" valueType="num" p14:bounceEnd="67000">
                                          <p:cBhvr additive="base">
                                            <p:cTn id="122" dur="1000" fill="hold"/>
                                            <p:tgtEl>
                                              <p:spTgt spid="24"/>
                                            </p:tgtEl>
                                            <p:attrNameLst>
                                              <p:attrName>ppt_x</p:attrName>
                                            </p:attrNameLst>
                                          </p:cBhvr>
                                          <p:tavLst>
                                            <p:tav tm="0">
                                              <p:val>
                                                <p:strVal val="1+#ppt_w/2"/>
                                              </p:val>
                                            </p:tav>
                                            <p:tav tm="100000">
                                              <p:val>
                                                <p:strVal val="#ppt_x"/>
                                              </p:val>
                                            </p:tav>
                                          </p:tavLst>
                                        </p:anim>
                                        <p:anim calcmode="lin" valueType="num" p14:bounceEnd="67000">
                                          <p:cBhvr additive="base">
                                            <p:cTn id="123" dur="1000" fill="hold"/>
                                            <p:tgtEl>
                                              <p:spTgt spid="24"/>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14:presetBounceEnd="67000">
                                      <p:stCondLst>
                                        <p:cond delay="1250"/>
                                      </p:stCondLst>
                                      <p:childTnLst>
                                        <p:set>
                                          <p:cBhvr>
                                            <p:cTn id="125" dur="1" fill="hold">
                                              <p:stCondLst>
                                                <p:cond delay="0"/>
                                              </p:stCondLst>
                                            </p:cTn>
                                            <p:tgtEl>
                                              <p:spTgt spid="27"/>
                                            </p:tgtEl>
                                            <p:attrNameLst>
                                              <p:attrName>style.visibility</p:attrName>
                                            </p:attrNameLst>
                                          </p:cBhvr>
                                          <p:to>
                                            <p:strVal val="visible"/>
                                          </p:to>
                                        </p:set>
                                        <p:anim calcmode="lin" valueType="num" p14:bounceEnd="67000">
                                          <p:cBhvr additive="base">
                                            <p:cTn id="126" dur="1000" fill="hold"/>
                                            <p:tgtEl>
                                              <p:spTgt spid="27"/>
                                            </p:tgtEl>
                                            <p:attrNameLst>
                                              <p:attrName>ppt_x</p:attrName>
                                            </p:attrNameLst>
                                          </p:cBhvr>
                                          <p:tavLst>
                                            <p:tav tm="0">
                                              <p:val>
                                                <p:strVal val="1+#ppt_w/2"/>
                                              </p:val>
                                            </p:tav>
                                            <p:tav tm="100000">
                                              <p:val>
                                                <p:strVal val="#ppt_x"/>
                                              </p:val>
                                            </p:tav>
                                          </p:tavLst>
                                        </p:anim>
                                        <p:anim calcmode="lin" valueType="num" p14:bounceEnd="67000">
                                          <p:cBhvr additive="base">
                                            <p:cTn id="127" dur="1000" fill="hold"/>
                                            <p:tgtEl>
                                              <p:spTgt spid="27"/>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14:presetBounceEnd="67000">
                                      <p:stCondLst>
                                        <p:cond delay="1500"/>
                                      </p:stCondLst>
                                      <p:childTnLst>
                                        <p:set>
                                          <p:cBhvr>
                                            <p:cTn id="129" dur="1" fill="hold">
                                              <p:stCondLst>
                                                <p:cond delay="0"/>
                                              </p:stCondLst>
                                            </p:cTn>
                                            <p:tgtEl>
                                              <p:spTgt spid="30"/>
                                            </p:tgtEl>
                                            <p:attrNameLst>
                                              <p:attrName>style.visibility</p:attrName>
                                            </p:attrNameLst>
                                          </p:cBhvr>
                                          <p:to>
                                            <p:strVal val="visible"/>
                                          </p:to>
                                        </p:set>
                                        <p:anim calcmode="lin" valueType="num" p14:bounceEnd="67000">
                                          <p:cBhvr additive="base">
                                            <p:cTn id="130" dur="1000" fill="hold"/>
                                            <p:tgtEl>
                                              <p:spTgt spid="30"/>
                                            </p:tgtEl>
                                            <p:attrNameLst>
                                              <p:attrName>ppt_x</p:attrName>
                                            </p:attrNameLst>
                                          </p:cBhvr>
                                          <p:tavLst>
                                            <p:tav tm="0">
                                              <p:val>
                                                <p:strVal val="1+#ppt_w/2"/>
                                              </p:val>
                                            </p:tav>
                                            <p:tav tm="100000">
                                              <p:val>
                                                <p:strVal val="#ppt_x"/>
                                              </p:val>
                                            </p:tav>
                                          </p:tavLst>
                                        </p:anim>
                                        <p:anim calcmode="lin" valueType="num" p14:bounceEnd="67000">
                                          <p:cBhvr additive="base">
                                            <p:cTn id="131" dur="1000" fill="hold"/>
                                            <p:tgtEl>
                                              <p:spTgt spid="30"/>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14:presetBounceEnd="67000">
                                      <p:stCondLst>
                                        <p:cond delay="1750"/>
                                      </p:stCondLst>
                                      <p:childTnLst>
                                        <p:set>
                                          <p:cBhvr>
                                            <p:cTn id="133" dur="1" fill="hold">
                                              <p:stCondLst>
                                                <p:cond delay="0"/>
                                              </p:stCondLst>
                                            </p:cTn>
                                            <p:tgtEl>
                                              <p:spTgt spid="33"/>
                                            </p:tgtEl>
                                            <p:attrNameLst>
                                              <p:attrName>style.visibility</p:attrName>
                                            </p:attrNameLst>
                                          </p:cBhvr>
                                          <p:to>
                                            <p:strVal val="visible"/>
                                          </p:to>
                                        </p:set>
                                        <p:anim calcmode="lin" valueType="num" p14:bounceEnd="67000">
                                          <p:cBhvr additive="base">
                                            <p:cTn id="134" dur="1000" fill="hold"/>
                                            <p:tgtEl>
                                              <p:spTgt spid="33"/>
                                            </p:tgtEl>
                                            <p:attrNameLst>
                                              <p:attrName>ppt_x</p:attrName>
                                            </p:attrNameLst>
                                          </p:cBhvr>
                                          <p:tavLst>
                                            <p:tav tm="0">
                                              <p:val>
                                                <p:strVal val="1+#ppt_w/2"/>
                                              </p:val>
                                            </p:tav>
                                            <p:tav tm="100000">
                                              <p:val>
                                                <p:strVal val="#ppt_x"/>
                                              </p:val>
                                            </p:tav>
                                          </p:tavLst>
                                        </p:anim>
                                        <p:anim calcmode="lin" valueType="num" p14:bounceEnd="67000">
                                          <p:cBhvr additive="base">
                                            <p:cTn id="135" dur="1000" fill="hold"/>
                                            <p:tgtEl>
                                              <p:spTgt spid="33"/>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14:presetBounceEnd="67000">
                                      <p:stCondLst>
                                        <p:cond delay="2000"/>
                                      </p:stCondLst>
                                      <p:childTnLst>
                                        <p:set>
                                          <p:cBhvr>
                                            <p:cTn id="137" dur="1" fill="hold">
                                              <p:stCondLst>
                                                <p:cond delay="0"/>
                                              </p:stCondLst>
                                            </p:cTn>
                                            <p:tgtEl>
                                              <p:spTgt spid="36"/>
                                            </p:tgtEl>
                                            <p:attrNameLst>
                                              <p:attrName>style.visibility</p:attrName>
                                            </p:attrNameLst>
                                          </p:cBhvr>
                                          <p:to>
                                            <p:strVal val="visible"/>
                                          </p:to>
                                        </p:set>
                                        <p:anim calcmode="lin" valueType="num" p14:bounceEnd="67000">
                                          <p:cBhvr additive="base">
                                            <p:cTn id="138" dur="1000" fill="hold"/>
                                            <p:tgtEl>
                                              <p:spTgt spid="36"/>
                                            </p:tgtEl>
                                            <p:attrNameLst>
                                              <p:attrName>ppt_x</p:attrName>
                                            </p:attrNameLst>
                                          </p:cBhvr>
                                          <p:tavLst>
                                            <p:tav tm="0">
                                              <p:val>
                                                <p:strVal val="1+#ppt_w/2"/>
                                              </p:val>
                                            </p:tav>
                                            <p:tav tm="100000">
                                              <p:val>
                                                <p:strVal val="#ppt_x"/>
                                              </p:val>
                                            </p:tav>
                                          </p:tavLst>
                                        </p:anim>
                                        <p:anim calcmode="lin" valueType="num" p14:bounceEnd="67000">
                                          <p:cBhvr additive="base">
                                            <p:cTn id="139" dur="1000" fill="hold"/>
                                            <p:tgtEl>
                                              <p:spTgt spid="36"/>
                                            </p:tgtEl>
                                            <p:attrNameLst>
                                              <p:attrName>ppt_y</p:attrName>
                                            </p:attrNameLst>
                                          </p:cBhvr>
                                          <p:tavLst>
                                            <p:tav tm="0">
                                              <p:val>
                                                <p:strVal val="#ppt_y"/>
                                              </p:val>
                                            </p:tav>
                                            <p:tav tm="100000">
                                              <p:val>
                                                <p:strVal val="#ppt_y"/>
                                              </p:val>
                                            </p:tav>
                                          </p:tavLst>
                                        </p:anim>
                                      </p:childTnLst>
                                    </p:cTn>
                                  </p:par>
                                  <p:par>
                                    <p:cTn id="140" presetID="10" presetClass="entr" presetSubtype="0" fill="hold" grpId="0" nodeType="withEffect">
                                      <p:stCondLst>
                                        <p:cond delay="1250"/>
                                      </p:stCondLst>
                                      <p:childTnLst>
                                        <p:set>
                                          <p:cBhvr>
                                            <p:cTn id="141" dur="1" fill="hold">
                                              <p:stCondLst>
                                                <p:cond delay="0"/>
                                              </p:stCondLst>
                                            </p:cTn>
                                            <p:tgtEl>
                                              <p:spTgt spid="83"/>
                                            </p:tgtEl>
                                            <p:attrNameLst>
                                              <p:attrName>style.visibility</p:attrName>
                                            </p:attrNameLst>
                                          </p:cBhvr>
                                          <p:to>
                                            <p:strVal val="visible"/>
                                          </p:to>
                                        </p:set>
                                        <p:animEffect transition="in" filter="fade">
                                          <p:cBhvr>
                                            <p:cTn id="142" dur="750"/>
                                            <p:tgtEl>
                                              <p:spTgt spid="83"/>
                                            </p:tgtEl>
                                          </p:cBhvr>
                                        </p:animEffect>
                                      </p:childTnLst>
                                    </p:cTn>
                                  </p:par>
                                  <p:par>
                                    <p:cTn id="143" presetID="10" presetClass="entr" presetSubtype="0" fill="hold" grpId="0" nodeType="withEffect">
                                      <p:stCondLst>
                                        <p:cond delay="1500"/>
                                      </p:stCondLst>
                                      <p:childTnLst>
                                        <p:set>
                                          <p:cBhvr>
                                            <p:cTn id="144" dur="1" fill="hold">
                                              <p:stCondLst>
                                                <p:cond delay="0"/>
                                              </p:stCondLst>
                                            </p:cTn>
                                            <p:tgtEl>
                                              <p:spTgt spid="82"/>
                                            </p:tgtEl>
                                            <p:attrNameLst>
                                              <p:attrName>style.visibility</p:attrName>
                                            </p:attrNameLst>
                                          </p:cBhvr>
                                          <p:to>
                                            <p:strVal val="visible"/>
                                          </p:to>
                                        </p:set>
                                        <p:animEffect transition="in" filter="fade">
                                          <p:cBhvr>
                                            <p:cTn id="145" dur="750"/>
                                            <p:tgtEl>
                                              <p:spTgt spid="82"/>
                                            </p:tgtEl>
                                          </p:cBhvr>
                                        </p:animEffect>
                                      </p:childTnLst>
                                    </p:cTn>
                                  </p:par>
                                  <p:par>
                                    <p:cTn id="146" presetID="10" presetClass="entr" presetSubtype="0" fill="hold" grpId="0" nodeType="withEffect">
                                      <p:stCondLst>
                                        <p:cond delay="1750"/>
                                      </p:stCondLst>
                                      <p:childTnLst>
                                        <p:set>
                                          <p:cBhvr>
                                            <p:cTn id="147" dur="1" fill="hold">
                                              <p:stCondLst>
                                                <p:cond delay="0"/>
                                              </p:stCondLst>
                                            </p:cTn>
                                            <p:tgtEl>
                                              <p:spTgt spid="85"/>
                                            </p:tgtEl>
                                            <p:attrNameLst>
                                              <p:attrName>style.visibility</p:attrName>
                                            </p:attrNameLst>
                                          </p:cBhvr>
                                          <p:to>
                                            <p:strVal val="visible"/>
                                          </p:to>
                                        </p:set>
                                        <p:animEffect transition="in" filter="fade">
                                          <p:cBhvr>
                                            <p:cTn id="148" dur="750"/>
                                            <p:tgtEl>
                                              <p:spTgt spid="85"/>
                                            </p:tgtEl>
                                          </p:cBhvr>
                                        </p:animEffect>
                                      </p:childTnLst>
                                    </p:cTn>
                                  </p:par>
                                  <p:par>
                                    <p:cTn id="149" presetID="10" presetClass="entr" presetSubtype="0" fill="hold" grpId="0" nodeType="withEffect">
                                      <p:stCondLst>
                                        <p:cond delay="2000"/>
                                      </p:stCondLst>
                                      <p:childTnLst>
                                        <p:set>
                                          <p:cBhvr>
                                            <p:cTn id="150" dur="1" fill="hold">
                                              <p:stCondLst>
                                                <p:cond delay="0"/>
                                              </p:stCondLst>
                                            </p:cTn>
                                            <p:tgtEl>
                                              <p:spTgt spid="81"/>
                                            </p:tgtEl>
                                            <p:attrNameLst>
                                              <p:attrName>style.visibility</p:attrName>
                                            </p:attrNameLst>
                                          </p:cBhvr>
                                          <p:to>
                                            <p:strVal val="visible"/>
                                          </p:to>
                                        </p:set>
                                        <p:animEffect transition="in" filter="fade">
                                          <p:cBhvr>
                                            <p:cTn id="151" dur="750"/>
                                            <p:tgtEl>
                                              <p:spTgt spid="81"/>
                                            </p:tgtEl>
                                          </p:cBhvr>
                                        </p:animEffect>
                                      </p:childTnLst>
                                    </p:cTn>
                                  </p:par>
                                  <p:par>
                                    <p:cTn id="152" presetID="10" presetClass="entr" presetSubtype="0" fill="hold" grpId="0" nodeType="withEffect">
                                      <p:stCondLst>
                                        <p:cond delay="2250"/>
                                      </p:stCondLst>
                                      <p:childTnLst>
                                        <p:set>
                                          <p:cBhvr>
                                            <p:cTn id="153" dur="1" fill="hold">
                                              <p:stCondLst>
                                                <p:cond delay="0"/>
                                              </p:stCondLst>
                                            </p:cTn>
                                            <p:tgtEl>
                                              <p:spTgt spid="88"/>
                                            </p:tgtEl>
                                            <p:attrNameLst>
                                              <p:attrName>style.visibility</p:attrName>
                                            </p:attrNameLst>
                                          </p:cBhvr>
                                          <p:to>
                                            <p:strVal val="visible"/>
                                          </p:to>
                                        </p:set>
                                        <p:animEffect transition="in" filter="fade">
                                          <p:cBhvr>
                                            <p:cTn id="154" dur="750"/>
                                            <p:tgtEl>
                                              <p:spTgt spid="88"/>
                                            </p:tgtEl>
                                          </p:cBhvr>
                                        </p:animEffect>
                                      </p:childTnLst>
                                    </p:cTn>
                                  </p:par>
                                  <p:par>
                                    <p:cTn id="155" presetID="10" presetClass="entr" presetSubtype="0" fill="hold" grpId="0" nodeType="withEffect">
                                      <p:stCondLst>
                                        <p:cond delay="1250"/>
                                      </p:stCondLst>
                                      <p:childTnLst>
                                        <p:set>
                                          <p:cBhvr>
                                            <p:cTn id="156" dur="1" fill="hold">
                                              <p:stCondLst>
                                                <p:cond delay="0"/>
                                              </p:stCondLst>
                                            </p:cTn>
                                            <p:tgtEl>
                                              <p:spTgt spid="86"/>
                                            </p:tgtEl>
                                            <p:attrNameLst>
                                              <p:attrName>style.visibility</p:attrName>
                                            </p:attrNameLst>
                                          </p:cBhvr>
                                          <p:to>
                                            <p:strVal val="visible"/>
                                          </p:to>
                                        </p:set>
                                        <p:animEffect transition="in" filter="fade">
                                          <p:cBhvr>
                                            <p:cTn id="157" dur="750"/>
                                            <p:tgtEl>
                                              <p:spTgt spid="86"/>
                                            </p:tgtEl>
                                          </p:cBhvr>
                                        </p:animEffect>
                                      </p:childTnLst>
                                    </p:cTn>
                                  </p:par>
                                  <p:par>
                                    <p:cTn id="158" presetID="10" presetClass="entr" presetSubtype="0" fill="hold" grpId="0" nodeType="withEffect">
                                      <p:stCondLst>
                                        <p:cond delay="1500"/>
                                      </p:stCondLst>
                                      <p:childTnLst>
                                        <p:set>
                                          <p:cBhvr>
                                            <p:cTn id="159" dur="1" fill="hold">
                                              <p:stCondLst>
                                                <p:cond delay="0"/>
                                              </p:stCondLst>
                                            </p:cTn>
                                            <p:tgtEl>
                                              <p:spTgt spid="87"/>
                                            </p:tgtEl>
                                            <p:attrNameLst>
                                              <p:attrName>style.visibility</p:attrName>
                                            </p:attrNameLst>
                                          </p:cBhvr>
                                          <p:to>
                                            <p:strVal val="visible"/>
                                          </p:to>
                                        </p:set>
                                        <p:animEffect transition="in" filter="fade">
                                          <p:cBhvr>
                                            <p:cTn id="160" dur="750"/>
                                            <p:tgtEl>
                                              <p:spTgt spid="87"/>
                                            </p:tgtEl>
                                          </p:cBhvr>
                                        </p:animEffect>
                                      </p:childTnLst>
                                    </p:cTn>
                                  </p:par>
                                  <p:par>
                                    <p:cTn id="161" presetID="10" presetClass="entr" presetSubtype="0" fill="hold" grpId="0" nodeType="withEffect">
                                      <p:stCondLst>
                                        <p:cond delay="1750"/>
                                      </p:stCondLst>
                                      <p:childTnLst>
                                        <p:set>
                                          <p:cBhvr>
                                            <p:cTn id="162" dur="1" fill="hold">
                                              <p:stCondLst>
                                                <p:cond delay="0"/>
                                              </p:stCondLst>
                                            </p:cTn>
                                            <p:tgtEl>
                                              <p:spTgt spid="80"/>
                                            </p:tgtEl>
                                            <p:attrNameLst>
                                              <p:attrName>style.visibility</p:attrName>
                                            </p:attrNameLst>
                                          </p:cBhvr>
                                          <p:to>
                                            <p:strVal val="visible"/>
                                          </p:to>
                                        </p:set>
                                        <p:animEffect transition="in" filter="fade">
                                          <p:cBhvr>
                                            <p:cTn id="163" dur="750"/>
                                            <p:tgtEl>
                                              <p:spTgt spid="80"/>
                                            </p:tgtEl>
                                          </p:cBhvr>
                                        </p:animEffect>
                                      </p:childTnLst>
                                    </p:cTn>
                                  </p:par>
                                  <p:par>
                                    <p:cTn id="164" presetID="10" presetClass="entr" presetSubtype="0" fill="hold" grpId="0" nodeType="withEffect">
                                      <p:stCondLst>
                                        <p:cond delay="2000"/>
                                      </p:stCondLst>
                                      <p:childTnLst>
                                        <p:set>
                                          <p:cBhvr>
                                            <p:cTn id="165" dur="1" fill="hold">
                                              <p:stCondLst>
                                                <p:cond delay="0"/>
                                              </p:stCondLst>
                                            </p:cTn>
                                            <p:tgtEl>
                                              <p:spTgt spid="78"/>
                                            </p:tgtEl>
                                            <p:attrNameLst>
                                              <p:attrName>style.visibility</p:attrName>
                                            </p:attrNameLst>
                                          </p:cBhvr>
                                          <p:to>
                                            <p:strVal val="visible"/>
                                          </p:to>
                                        </p:set>
                                        <p:animEffect transition="in" filter="fade">
                                          <p:cBhvr>
                                            <p:cTn id="166" dur="750"/>
                                            <p:tgtEl>
                                              <p:spTgt spid="78"/>
                                            </p:tgtEl>
                                          </p:cBhvr>
                                        </p:animEffect>
                                      </p:childTnLst>
                                    </p:cTn>
                                  </p:par>
                                  <p:par>
                                    <p:cTn id="167" presetID="10" presetClass="entr" presetSubtype="0" fill="hold" grpId="0" nodeType="withEffect">
                                      <p:stCondLst>
                                        <p:cond delay="2250"/>
                                      </p:stCondLst>
                                      <p:childTnLst>
                                        <p:set>
                                          <p:cBhvr>
                                            <p:cTn id="168" dur="1" fill="hold">
                                              <p:stCondLst>
                                                <p:cond delay="0"/>
                                              </p:stCondLst>
                                            </p:cTn>
                                            <p:tgtEl>
                                              <p:spTgt spid="84"/>
                                            </p:tgtEl>
                                            <p:attrNameLst>
                                              <p:attrName>style.visibility</p:attrName>
                                            </p:attrNameLst>
                                          </p:cBhvr>
                                          <p:to>
                                            <p:strVal val="visible"/>
                                          </p:to>
                                        </p:set>
                                        <p:animEffect transition="in" filter="fade">
                                          <p:cBhvr>
                                            <p:cTn id="169" dur="750"/>
                                            <p:tgtEl>
                                              <p:spTgt spid="84"/>
                                            </p:tgtEl>
                                          </p:cBhvr>
                                        </p:animEffect>
                                      </p:childTnLst>
                                    </p:cTn>
                                  </p:par>
                                  <p:par>
                                    <p:cTn id="170" presetID="10" presetClass="entr" presetSubtype="0" fill="hold" nodeType="withEffect">
                                      <p:stCondLst>
                                        <p:cond delay="1500"/>
                                      </p:stCondLst>
                                      <p:childTnLst>
                                        <p:set>
                                          <p:cBhvr>
                                            <p:cTn id="171" dur="1" fill="hold">
                                              <p:stCondLst>
                                                <p:cond delay="0"/>
                                              </p:stCondLst>
                                            </p:cTn>
                                            <p:tgtEl>
                                              <p:spTgt spid="141"/>
                                            </p:tgtEl>
                                            <p:attrNameLst>
                                              <p:attrName>style.visibility</p:attrName>
                                            </p:attrNameLst>
                                          </p:cBhvr>
                                          <p:to>
                                            <p:strVal val="visible"/>
                                          </p:to>
                                        </p:set>
                                        <p:animEffect transition="in" filter="fade">
                                          <p:cBhvr>
                                            <p:cTn id="172" dur="500"/>
                                            <p:tgtEl>
                                              <p:spTgt spid="141"/>
                                            </p:tgtEl>
                                          </p:cBhvr>
                                        </p:animEffect>
                                      </p:childTnLst>
                                    </p:cTn>
                                  </p:par>
                                  <p:par>
                                    <p:cTn id="173" presetID="10" presetClass="entr" presetSubtype="0" fill="hold" nodeType="withEffect">
                                      <p:stCondLst>
                                        <p:cond delay="1750"/>
                                      </p:stCondLst>
                                      <p:childTnLst>
                                        <p:set>
                                          <p:cBhvr>
                                            <p:cTn id="174" dur="1" fill="hold">
                                              <p:stCondLst>
                                                <p:cond delay="0"/>
                                              </p:stCondLst>
                                            </p:cTn>
                                            <p:tgtEl>
                                              <p:spTgt spid="142"/>
                                            </p:tgtEl>
                                            <p:attrNameLst>
                                              <p:attrName>style.visibility</p:attrName>
                                            </p:attrNameLst>
                                          </p:cBhvr>
                                          <p:to>
                                            <p:strVal val="visible"/>
                                          </p:to>
                                        </p:set>
                                        <p:animEffect transition="in" filter="fade">
                                          <p:cBhvr>
                                            <p:cTn id="175" dur="500"/>
                                            <p:tgtEl>
                                              <p:spTgt spid="142"/>
                                            </p:tgtEl>
                                          </p:cBhvr>
                                        </p:animEffect>
                                      </p:childTnLst>
                                    </p:cTn>
                                  </p:par>
                                  <p:par>
                                    <p:cTn id="176" presetID="10" presetClass="entr" presetSubtype="0" fill="hold" nodeType="withEffect">
                                      <p:stCondLst>
                                        <p:cond delay="2000"/>
                                      </p:stCondLst>
                                      <p:childTnLst>
                                        <p:set>
                                          <p:cBhvr>
                                            <p:cTn id="177" dur="1" fill="hold">
                                              <p:stCondLst>
                                                <p:cond delay="0"/>
                                              </p:stCondLst>
                                            </p:cTn>
                                            <p:tgtEl>
                                              <p:spTgt spid="143"/>
                                            </p:tgtEl>
                                            <p:attrNameLst>
                                              <p:attrName>style.visibility</p:attrName>
                                            </p:attrNameLst>
                                          </p:cBhvr>
                                          <p:to>
                                            <p:strVal val="visible"/>
                                          </p:to>
                                        </p:set>
                                        <p:animEffect transition="in" filter="fade">
                                          <p:cBhvr>
                                            <p:cTn id="178" dur="500"/>
                                            <p:tgtEl>
                                              <p:spTgt spid="143"/>
                                            </p:tgtEl>
                                          </p:cBhvr>
                                        </p:animEffect>
                                      </p:childTnLst>
                                    </p:cTn>
                                  </p:par>
                                  <p:par>
                                    <p:cTn id="179" presetID="10" presetClass="entr" presetSubtype="0" fill="hold" nodeType="withEffect">
                                      <p:stCondLst>
                                        <p:cond delay="2250"/>
                                      </p:stCondLst>
                                      <p:childTnLst>
                                        <p:set>
                                          <p:cBhvr>
                                            <p:cTn id="180" dur="1" fill="hold">
                                              <p:stCondLst>
                                                <p:cond delay="0"/>
                                              </p:stCondLst>
                                            </p:cTn>
                                            <p:tgtEl>
                                              <p:spTgt spid="144"/>
                                            </p:tgtEl>
                                            <p:attrNameLst>
                                              <p:attrName>style.visibility</p:attrName>
                                            </p:attrNameLst>
                                          </p:cBhvr>
                                          <p:to>
                                            <p:strVal val="visible"/>
                                          </p:to>
                                        </p:set>
                                        <p:animEffect transition="in" filter="fade">
                                          <p:cBhvr>
                                            <p:cTn id="181" dur="500"/>
                                            <p:tgtEl>
                                              <p:spTgt spid="144"/>
                                            </p:tgtEl>
                                          </p:cBhvr>
                                        </p:animEffect>
                                      </p:childTnLst>
                                    </p:cTn>
                                  </p:par>
                                  <p:par>
                                    <p:cTn id="182" presetID="10" presetClass="entr" presetSubtype="0" fill="hold" nodeType="withEffect">
                                      <p:stCondLst>
                                        <p:cond delay="2500"/>
                                      </p:stCondLst>
                                      <p:childTnLst>
                                        <p:set>
                                          <p:cBhvr>
                                            <p:cTn id="183" dur="1" fill="hold">
                                              <p:stCondLst>
                                                <p:cond delay="0"/>
                                              </p:stCondLst>
                                            </p:cTn>
                                            <p:tgtEl>
                                              <p:spTgt spid="145"/>
                                            </p:tgtEl>
                                            <p:attrNameLst>
                                              <p:attrName>style.visibility</p:attrName>
                                            </p:attrNameLst>
                                          </p:cBhvr>
                                          <p:to>
                                            <p:strVal val="visible"/>
                                          </p:to>
                                        </p:set>
                                        <p:animEffect transition="in" filter="fade">
                                          <p:cBhvr>
                                            <p:cTn id="184" dur="500"/>
                                            <p:tgtEl>
                                              <p:spTgt spid="145"/>
                                            </p:tgtEl>
                                          </p:cBhvr>
                                        </p:animEffect>
                                      </p:childTnLst>
                                    </p:cTn>
                                  </p:par>
                                  <p:par>
                                    <p:cTn id="185" presetID="10" presetClass="entr" presetSubtype="0" fill="hold" nodeType="withEffect">
                                      <p:stCondLst>
                                        <p:cond delay="1500"/>
                                      </p:stCondLst>
                                      <p:childTnLst>
                                        <p:set>
                                          <p:cBhvr>
                                            <p:cTn id="186" dur="1" fill="hold">
                                              <p:stCondLst>
                                                <p:cond delay="0"/>
                                              </p:stCondLst>
                                            </p:cTn>
                                            <p:tgtEl>
                                              <p:spTgt spid="146"/>
                                            </p:tgtEl>
                                            <p:attrNameLst>
                                              <p:attrName>style.visibility</p:attrName>
                                            </p:attrNameLst>
                                          </p:cBhvr>
                                          <p:to>
                                            <p:strVal val="visible"/>
                                          </p:to>
                                        </p:set>
                                        <p:animEffect transition="in" filter="fade">
                                          <p:cBhvr>
                                            <p:cTn id="187" dur="500"/>
                                            <p:tgtEl>
                                              <p:spTgt spid="146"/>
                                            </p:tgtEl>
                                          </p:cBhvr>
                                        </p:animEffect>
                                      </p:childTnLst>
                                    </p:cTn>
                                  </p:par>
                                  <p:par>
                                    <p:cTn id="188" presetID="10" presetClass="entr" presetSubtype="0" fill="hold" nodeType="withEffect">
                                      <p:stCondLst>
                                        <p:cond delay="1750"/>
                                      </p:stCondLst>
                                      <p:childTnLst>
                                        <p:set>
                                          <p:cBhvr>
                                            <p:cTn id="189" dur="1" fill="hold">
                                              <p:stCondLst>
                                                <p:cond delay="0"/>
                                              </p:stCondLst>
                                            </p:cTn>
                                            <p:tgtEl>
                                              <p:spTgt spid="147"/>
                                            </p:tgtEl>
                                            <p:attrNameLst>
                                              <p:attrName>style.visibility</p:attrName>
                                            </p:attrNameLst>
                                          </p:cBhvr>
                                          <p:to>
                                            <p:strVal val="visible"/>
                                          </p:to>
                                        </p:set>
                                        <p:animEffect transition="in" filter="fade">
                                          <p:cBhvr>
                                            <p:cTn id="190" dur="500"/>
                                            <p:tgtEl>
                                              <p:spTgt spid="147"/>
                                            </p:tgtEl>
                                          </p:cBhvr>
                                        </p:animEffect>
                                      </p:childTnLst>
                                    </p:cTn>
                                  </p:par>
                                  <p:par>
                                    <p:cTn id="191" presetID="10" presetClass="entr" presetSubtype="0" fill="hold" nodeType="withEffect">
                                      <p:stCondLst>
                                        <p:cond delay="2000"/>
                                      </p:stCondLst>
                                      <p:childTnLst>
                                        <p:set>
                                          <p:cBhvr>
                                            <p:cTn id="192" dur="1" fill="hold">
                                              <p:stCondLst>
                                                <p:cond delay="0"/>
                                              </p:stCondLst>
                                            </p:cTn>
                                            <p:tgtEl>
                                              <p:spTgt spid="148"/>
                                            </p:tgtEl>
                                            <p:attrNameLst>
                                              <p:attrName>style.visibility</p:attrName>
                                            </p:attrNameLst>
                                          </p:cBhvr>
                                          <p:to>
                                            <p:strVal val="visible"/>
                                          </p:to>
                                        </p:set>
                                        <p:animEffect transition="in" filter="fade">
                                          <p:cBhvr>
                                            <p:cTn id="193" dur="500"/>
                                            <p:tgtEl>
                                              <p:spTgt spid="148"/>
                                            </p:tgtEl>
                                          </p:cBhvr>
                                        </p:animEffect>
                                      </p:childTnLst>
                                    </p:cTn>
                                  </p:par>
                                  <p:par>
                                    <p:cTn id="194" presetID="10" presetClass="entr" presetSubtype="0" fill="hold" nodeType="withEffect">
                                      <p:stCondLst>
                                        <p:cond delay="2250"/>
                                      </p:stCondLst>
                                      <p:childTnLst>
                                        <p:set>
                                          <p:cBhvr>
                                            <p:cTn id="195" dur="1" fill="hold">
                                              <p:stCondLst>
                                                <p:cond delay="0"/>
                                              </p:stCondLst>
                                            </p:cTn>
                                            <p:tgtEl>
                                              <p:spTgt spid="149"/>
                                            </p:tgtEl>
                                            <p:attrNameLst>
                                              <p:attrName>style.visibility</p:attrName>
                                            </p:attrNameLst>
                                          </p:cBhvr>
                                          <p:to>
                                            <p:strVal val="visible"/>
                                          </p:to>
                                        </p:set>
                                        <p:animEffect transition="in" filter="fade">
                                          <p:cBhvr>
                                            <p:cTn id="196" dur="500"/>
                                            <p:tgtEl>
                                              <p:spTgt spid="149"/>
                                            </p:tgtEl>
                                          </p:cBhvr>
                                        </p:animEffect>
                                      </p:childTnLst>
                                    </p:cTn>
                                  </p:par>
                                  <p:par>
                                    <p:cTn id="197" presetID="10" presetClass="entr" presetSubtype="0" fill="hold" nodeType="withEffect">
                                      <p:stCondLst>
                                        <p:cond delay="2500"/>
                                      </p:stCondLst>
                                      <p:childTnLst>
                                        <p:set>
                                          <p:cBhvr>
                                            <p:cTn id="198" dur="1" fill="hold">
                                              <p:stCondLst>
                                                <p:cond delay="0"/>
                                              </p:stCondLst>
                                            </p:cTn>
                                            <p:tgtEl>
                                              <p:spTgt spid="150"/>
                                            </p:tgtEl>
                                            <p:attrNameLst>
                                              <p:attrName>style.visibility</p:attrName>
                                            </p:attrNameLst>
                                          </p:cBhvr>
                                          <p:to>
                                            <p:strVal val="visible"/>
                                          </p:to>
                                        </p:set>
                                        <p:animEffect transition="in" filter="fade">
                                          <p:cBhvr>
                                            <p:cTn id="199" dur="500"/>
                                            <p:tgtEl>
                                              <p:spTgt spid="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4" grpId="0" animBg="1"/>
          <p:bldP spid="27" grpId="0" animBg="1"/>
          <p:bldP spid="30" grpId="0" animBg="1"/>
          <p:bldP spid="33" grpId="0" animBg="1"/>
          <p:bldP spid="36" grpId="0" animBg="1"/>
          <p:bldP spid="59" grpId="0" animBg="1"/>
          <p:bldP spid="62" grpId="0" animBg="1"/>
          <p:bldP spid="65" grpId="0" animBg="1"/>
          <p:bldP spid="68" grpId="0" animBg="1"/>
          <p:bldP spid="71" grpId="0" animBg="1"/>
          <p:bldP spid="78" grpId="0" animBg="1"/>
          <p:bldP spid="80" grpId="0" animBg="1"/>
          <p:bldP spid="81" grpId="0" animBg="1"/>
          <p:bldP spid="82" grpId="0" animBg="1"/>
          <p:bldP spid="83" grpId="0" animBg="1"/>
          <p:bldP spid="84" grpId="0" animBg="1"/>
          <p:bldP spid="85" grpId="0" animBg="1"/>
          <p:bldP spid="86" grpId="0" animBg="1"/>
          <p:bldP spid="87" grpId="0" animBg="1"/>
          <p:bldP spid="8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Effect transition="in" filter="fade">
                                          <p:cBhvr>
                                            <p:cTn id="9" dur="500"/>
                                            <p:tgtEl>
                                              <p:spTgt spid="21"/>
                                            </p:tgtEl>
                                          </p:cBhvr>
                                        </p:animEffect>
                                      </p:childTnLst>
                                    </p:cTn>
                                  </p:par>
                                  <p:par>
                                    <p:cTn id="10" presetID="53" presetClass="entr" presetSubtype="16" fill="hold" nodeType="withEffect">
                                      <p:stCondLst>
                                        <p:cond delay="250"/>
                                      </p:stCondLst>
                                      <p:childTnLst>
                                        <p:set>
                                          <p:cBhvr>
                                            <p:cTn id="11" dur="1" fill="hold">
                                              <p:stCondLst>
                                                <p:cond delay="0"/>
                                              </p:stCondLst>
                                            </p:cTn>
                                            <p:tgtEl>
                                              <p:spTgt spid="123"/>
                                            </p:tgtEl>
                                            <p:attrNameLst>
                                              <p:attrName>style.visibility</p:attrName>
                                            </p:attrNameLst>
                                          </p:cBhvr>
                                          <p:to>
                                            <p:strVal val="visible"/>
                                          </p:to>
                                        </p:set>
                                        <p:anim calcmode="lin" valueType="num">
                                          <p:cBhvr>
                                            <p:cTn id="12" dur="500" fill="hold"/>
                                            <p:tgtEl>
                                              <p:spTgt spid="123"/>
                                            </p:tgtEl>
                                            <p:attrNameLst>
                                              <p:attrName>ppt_w</p:attrName>
                                            </p:attrNameLst>
                                          </p:cBhvr>
                                          <p:tavLst>
                                            <p:tav tm="0">
                                              <p:val>
                                                <p:fltVal val="0"/>
                                              </p:val>
                                            </p:tav>
                                            <p:tav tm="100000">
                                              <p:val>
                                                <p:strVal val="#ppt_w"/>
                                              </p:val>
                                            </p:tav>
                                          </p:tavLst>
                                        </p:anim>
                                        <p:anim calcmode="lin" valueType="num">
                                          <p:cBhvr>
                                            <p:cTn id="13" dur="500" fill="hold"/>
                                            <p:tgtEl>
                                              <p:spTgt spid="123"/>
                                            </p:tgtEl>
                                            <p:attrNameLst>
                                              <p:attrName>ppt_h</p:attrName>
                                            </p:attrNameLst>
                                          </p:cBhvr>
                                          <p:tavLst>
                                            <p:tav tm="0">
                                              <p:val>
                                                <p:fltVal val="0"/>
                                              </p:val>
                                            </p:tav>
                                            <p:tav tm="100000">
                                              <p:val>
                                                <p:strVal val="#ppt_h"/>
                                              </p:val>
                                            </p:tav>
                                          </p:tavLst>
                                        </p:anim>
                                        <p:animEffect transition="in" filter="fade">
                                          <p:cBhvr>
                                            <p:cTn id="14" dur="500"/>
                                            <p:tgtEl>
                                              <p:spTgt spid="123"/>
                                            </p:tgtEl>
                                          </p:cBhvr>
                                        </p:animEffect>
                                      </p:childTnLst>
                                    </p:cTn>
                                  </p:par>
                                  <p:par>
                                    <p:cTn id="15" presetID="53" presetClass="entr" presetSubtype="16" fill="hold" nodeType="withEffect">
                                      <p:stCondLst>
                                        <p:cond delay="25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Effect transition="in" filter="fade">
                                          <p:cBhvr>
                                            <p:cTn id="19" dur="500"/>
                                            <p:tgtEl>
                                              <p:spTgt spid="2"/>
                                            </p:tgtEl>
                                          </p:cBhvr>
                                        </p:animEffect>
                                      </p:childTnLst>
                                    </p:cTn>
                                  </p:par>
                                  <p:par>
                                    <p:cTn id="20" presetID="22" presetClass="entr" presetSubtype="2" fill="hold" nodeType="withEffect">
                                      <p:stCondLst>
                                        <p:cond delay="500"/>
                                      </p:stCondLst>
                                      <p:childTnLst>
                                        <p:set>
                                          <p:cBhvr>
                                            <p:cTn id="21" dur="1" fill="hold">
                                              <p:stCondLst>
                                                <p:cond delay="0"/>
                                              </p:stCondLst>
                                            </p:cTn>
                                            <p:tgtEl>
                                              <p:spTgt spid="3"/>
                                            </p:tgtEl>
                                            <p:attrNameLst>
                                              <p:attrName>style.visibility</p:attrName>
                                            </p:attrNameLst>
                                          </p:cBhvr>
                                          <p:to>
                                            <p:strVal val="visible"/>
                                          </p:to>
                                        </p:set>
                                        <p:animEffect transition="in" filter="wipe(right)">
                                          <p:cBhvr>
                                            <p:cTn id="22" dur="750"/>
                                            <p:tgtEl>
                                              <p:spTgt spid="3"/>
                                            </p:tgtEl>
                                          </p:cBhvr>
                                        </p:animEffect>
                                      </p:childTnLst>
                                    </p:cTn>
                                  </p:par>
                                  <p:par>
                                    <p:cTn id="23" presetID="22" presetClass="entr" presetSubtype="2" fill="hold" nodeType="withEffect">
                                      <p:stCondLst>
                                        <p:cond delay="750"/>
                                      </p:stCondLst>
                                      <p:childTnLst>
                                        <p:set>
                                          <p:cBhvr>
                                            <p:cTn id="24" dur="1" fill="hold">
                                              <p:stCondLst>
                                                <p:cond delay="0"/>
                                              </p:stCondLst>
                                            </p:cTn>
                                            <p:tgtEl>
                                              <p:spTgt spid="4"/>
                                            </p:tgtEl>
                                            <p:attrNameLst>
                                              <p:attrName>style.visibility</p:attrName>
                                            </p:attrNameLst>
                                          </p:cBhvr>
                                          <p:to>
                                            <p:strVal val="visible"/>
                                          </p:to>
                                        </p:set>
                                        <p:animEffect transition="in" filter="wipe(right)">
                                          <p:cBhvr>
                                            <p:cTn id="25" dur="750"/>
                                            <p:tgtEl>
                                              <p:spTgt spid="4"/>
                                            </p:tgtEl>
                                          </p:cBhvr>
                                        </p:animEffect>
                                      </p:childTnLst>
                                    </p:cTn>
                                  </p:par>
                                  <p:par>
                                    <p:cTn id="26" presetID="22" presetClass="entr" presetSubtype="2" fill="hold" nodeType="withEffect">
                                      <p:stCondLst>
                                        <p:cond delay="1000"/>
                                      </p:stCondLst>
                                      <p:childTnLst>
                                        <p:set>
                                          <p:cBhvr>
                                            <p:cTn id="27" dur="1" fill="hold">
                                              <p:stCondLst>
                                                <p:cond delay="0"/>
                                              </p:stCondLst>
                                            </p:cTn>
                                            <p:tgtEl>
                                              <p:spTgt spid="5"/>
                                            </p:tgtEl>
                                            <p:attrNameLst>
                                              <p:attrName>style.visibility</p:attrName>
                                            </p:attrNameLst>
                                          </p:cBhvr>
                                          <p:to>
                                            <p:strVal val="visible"/>
                                          </p:to>
                                        </p:set>
                                        <p:animEffect transition="in" filter="wipe(right)">
                                          <p:cBhvr>
                                            <p:cTn id="28" dur="750"/>
                                            <p:tgtEl>
                                              <p:spTgt spid="5"/>
                                            </p:tgtEl>
                                          </p:cBhvr>
                                        </p:animEffect>
                                      </p:childTnLst>
                                    </p:cTn>
                                  </p:par>
                                  <p:par>
                                    <p:cTn id="29" presetID="22" presetClass="entr" presetSubtype="2" fill="hold" nodeType="withEffect">
                                      <p:stCondLst>
                                        <p:cond delay="1250"/>
                                      </p:stCondLst>
                                      <p:childTnLst>
                                        <p:set>
                                          <p:cBhvr>
                                            <p:cTn id="30" dur="1" fill="hold">
                                              <p:stCondLst>
                                                <p:cond delay="0"/>
                                              </p:stCondLst>
                                            </p:cTn>
                                            <p:tgtEl>
                                              <p:spTgt spid="22"/>
                                            </p:tgtEl>
                                            <p:attrNameLst>
                                              <p:attrName>style.visibility</p:attrName>
                                            </p:attrNameLst>
                                          </p:cBhvr>
                                          <p:to>
                                            <p:strVal val="visible"/>
                                          </p:to>
                                        </p:set>
                                        <p:animEffect transition="in" filter="wipe(right)">
                                          <p:cBhvr>
                                            <p:cTn id="31" dur="750"/>
                                            <p:tgtEl>
                                              <p:spTgt spid="22"/>
                                            </p:tgtEl>
                                          </p:cBhvr>
                                        </p:animEffect>
                                      </p:childTnLst>
                                    </p:cTn>
                                  </p:par>
                                  <p:par>
                                    <p:cTn id="32" presetID="22" presetClass="entr" presetSubtype="2" fill="hold" nodeType="withEffect">
                                      <p:stCondLst>
                                        <p:cond delay="1500"/>
                                      </p:stCondLst>
                                      <p:childTnLst>
                                        <p:set>
                                          <p:cBhvr>
                                            <p:cTn id="33" dur="1" fill="hold">
                                              <p:stCondLst>
                                                <p:cond delay="0"/>
                                              </p:stCondLst>
                                            </p:cTn>
                                            <p:tgtEl>
                                              <p:spTgt spid="25"/>
                                            </p:tgtEl>
                                            <p:attrNameLst>
                                              <p:attrName>style.visibility</p:attrName>
                                            </p:attrNameLst>
                                          </p:cBhvr>
                                          <p:to>
                                            <p:strVal val="visible"/>
                                          </p:to>
                                        </p:set>
                                        <p:animEffect transition="in" filter="wipe(right)">
                                          <p:cBhvr>
                                            <p:cTn id="34" dur="750"/>
                                            <p:tgtEl>
                                              <p:spTgt spid="25"/>
                                            </p:tgtEl>
                                          </p:cBhvr>
                                        </p:animEffect>
                                      </p:childTnLst>
                                    </p:cTn>
                                  </p:par>
                                  <p:par>
                                    <p:cTn id="35" presetID="22" presetClass="entr" presetSubtype="8" fill="hold" nodeType="withEffect">
                                      <p:stCondLst>
                                        <p:cond delay="500"/>
                                      </p:stCondLst>
                                      <p:childTnLst>
                                        <p:set>
                                          <p:cBhvr>
                                            <p:cTn id="36" dur="1" fill="hold">
                                              <p:stCondLst>
                                                <p:cond delay="0"/>
                                              </p:stCondLst>
                                            </p:cTn>
                                            <p:tgtEl>
                                              <p:spTgt spid="28"/>
                                            </p:tgtEl>
                                            <p:attrNameLst>
                                              <p:attrName>style.visibility</p:attrName>
                                            </p:attrNameLst>
                                          </p:cBhvr>
                                          <p:to>
                                            <p:strVal val="visible"/>
                                          </p:to>
                                        </p:set>
                                        <p:animEffect transition="in" filter="wipe(left)">
                                          <p:cBhvr>
                                            <p:cTn id="37" dur="750"/>
                                            <p:tgtEl>
                                              <p:spTgt spid="28"/>
                                            </p:tgtEl>
                                          </p:cBhvr>
                                        </p:animEffect>
                                      </p:childTnLst>
                                    </p:cTn>
                                  </p:par>
                                  <p:par>
                                    <p:cTn id="38" presetID="22" presetClass="entr" presetSubtype="8" fill="hold" nodeType="withEffect">
                                      <p:stCondLst>
                                        <p:cond delay="750"/>
                                      </p:stCondLst>
                                      <p:childTnLst>
                                        <p:set>
                                          <p:cBhvr>
                                            <p:cTn id="39" dur="1" fill="hold">
                                              <p:stCondLst>
                                                <p:cond delay="0"/>
                                              </p:stCondLst>
                                            </p:cTn>
                                            <p:tgtEl>
                                              <p:spTgt spid="31"/>
                                            </p:tgtEl>
                                            <p:attrNameLst>
                                              <p:attrName>style.visibility</p:attrName>
                                            </p:attrNameLst>
                                          </p:cBhvr>
                                          <p:to>
                                            <p:strVal val="visible"/>
                                          </p:to>
                                        </p:set>
                                        <p:animEffect transition="in" filter="wipe(left)">
                                          <p:cBhvr>
                                            <p:cTn id="40" dur="750"/>
                                            <p:tgtEl>
                                              <p:spTgt spid="31"/>
                                            </p:tgtEl>
                                          </p:cBhvr>
                                        </p:animEffect>
                                      </p:childTnLst>
                                    </p:cTn>
                                  </p:par>
                                  <p:par>
                                    <p:cTn id="41" presetID="22" presetClass="entr" presetSubtype="8" fill="hold" nodeType="withEffect">
                                      <p:stCondLst>
                                        <p:cond delay="1000"/>
                                      </p:stCondLst>
                                      <p:childTnLst>
                                        <p:set>
                                          <p:cBhvr>
                                            <p:cTn id="42" dur="1" fill="hold">
                                              <p:stCondLst>
                                                <p:cond delay="0"/>
                                              </p:stCondLst>
                                            </p:cTn>
                                            <p:tgtEl>
                                              <p:spTgt spid="34"/>
                                            </p:tgtEl>
                                            <p:attrNameLst>
                                              <p:attrName>style.visibility</p:attrName>
                                            </p:attrNameLst>
                                          </p:cBhvr>
                                          <p:to>
                                            <p:strVal val="visible"/>
                                          </p:to>
                                        </p:set>
                                        <p:animEffect transition="in" filter="wipe(left)">
                                          <p:cBhvr>
                                            <p:cTn id="43" dur="750"/>
                                            <p:tgtEl>
                                              <p:spTgt spid="34"/>
                                            </p:tgtEl>
                                          </p:cBhvr>
                                        </p:animEffect>
                                      </p:childTnLst>
                                    </p:cTn>
                                  </p:par>
                                  <p:par>
                                    <p:cTn id="44" presetID="22" presetClass="entr" presetSubtype="8" fill="hold" nodeType="withEffect">
                                      <p:stCondLst>
                                        <p:cond delay="1250"/>
                                      </p:stCondLst>
                                      <p:childTnLst>
                                        <p:set>
                                          <p:cBhvr>
                                            <p:cTn id="45" dur="1" fill="hold">
                                              <p:stCondLst>
                                                <p:cond delay="0"/>
                                              </p:stCondLst>
                                            </p:cTn>
                                            <p:tgtEl>
                                              <p:spTgt spid="37"/>
                                            </p:tgtEl>
                                            <p:attrNameLst>
                                              <p:attrName>style.visibility</p:attrName>
                                            </p:attrNameLst>
                                          </p:cBhvr>
                                          <p:to>
                                            <p:strVal val="visible"/>
                                          </p:to>
                                        </p:set>
                                        <p:animEffect transition="in" filter="wipe(left)">
                                          <p:cBhvr>
                                            <p:cTn id="46" dur="750"/>
                                            <p:tgtEl>
                                              <p:spTgt spid="37"/>
                                            </p:tgtEl>
                                          </p:cBhvr>
                                        </p:animEffect>
                                      </p:childTnLst>
                                    </p:cTn>
                                  </p:par>
                                  <p:par>
                                    <p:cTn id="47" presetID="22" presetClass="entr" presetSubtype="8" fill="hold" nodeType="withEffect">
                                      <p:stCondLst>
                                        <p:cond delay="1500"/>
                                      </p:stCondLst>
                                      <p:childTnLst>
                                        <p:set>
                                          <p:cBhvr>
                                            <p:cTn id="48" dur="1" fill="hold">
                                              <p:stCondLst>
                                                <p:cond delay="0"/>
                                              </p:stCondLst>
                                            </p:cTn>
                                            <p:tgtEl>
                                              <p:spTgt spid="60"/>
                                            </p:tgtEl>
                                            <p:attrNameLst>
                                              <p:attrName>style.visibility</p:attrName>
                                            </p:attrNameLst>
                                          </p:cBhvr>
                                          <p:to>
                                            <p:strVal val="visible"/>
                                          </p:to>
                                        </p:set>
                                        <p:animEffect transition="in" filter="wipe(left)">
                                          <p:cBhvr>
                                            <p:cTn id="49" dur="750"/>
                                            <p:tgtEl>
                                              <p:spTgt spid="60"/>
                                            </p:tgtEl>
                                          </p:cBhvr>
                                        </p:animEffect>
                                      </p:childTnLst>
                                    </p:cTn>
                                  </p:par>
                                  <p:par>
                                    <p:cTn id="50" presetID="53" presetClass="entr" presetSubtype="16" fill="hold" nodeType="withEffect">
                                      <p:stCondLst>
                                        <p:cond delay="750"/>
                                      </p:stCondLst>
                                      <p:childTnLst>
                                        <p:set>
                                          <p:cBhvr>
                                            <p:cTn id="51" dur="1" fill="hold">
                                              <p:stCondLst>
                                                <p:cond delay="0"/>
                                              </p:stCondLst>
                                            </p:cTn>
                                            <p:tgtEl>
                                              <p:spTgt spid="63"/>
                                            </p:tgtEl>
                                            <p:attrNameLst>
                                              <p:attrName>style.visibility</p:attrName>
                                            </p:attrNameLst>
                                          </p:cBhvr>
                                          <p:to>
                                            <p:strVal val="visible"/>
                                          </p:to>
                                        </p:set>
                                        <p:anim calcmode="lin" valueType="num">
                                          <p:cBhvr>
                                            <p:cTn id="52" dur="500" fill="hold"/>
                                            <p:tgtEl>
                                              <p:spTgt spid="63"/>
                                            </p:tgtEl>
                                            <p:attrNameLst>
                                              <p:attrName>ppt_w</p:attrName>
                                            </p:attrNameLst>
                                          </p:cBhvr>
                                          <p:tavLst>
                                            <p:tav tm="0">
                                              <p:val>
                                                <p:fltVal val="0"/>
                                              </p:val>
                                            </p:tav>
                                            <p:tav tm="100000">
                                              <p:val>
                                                <p:strVal val="#ppt_w"/>
                                              </p:val>
                                            </p:tav>
                                          </p:tavLst>
                                        </p:anim>
                                        <p:anim calcmode="lin" valueType="num">
                                          <p:cBhvr>
                                            <p:cTn id="53" dur="500" fill="hold"/>
                                            <p:tgtEl>
                                              <p:spTgt spid="63"/>
                                            </p:tgtEl>
                                            <p:attrNameLst>
                                              <p:attrName>ppt_h</p:attrName>
                                            </p:attrNameLst>
                                          </p:cBhvr>
                                          <p:tavLst>
                                            <p:tav tm="0">
                                              <p:val>
                                                <p:fltVal val="0"/>
                                              </p:val>
                                            </p:tav>
                                            <p:tav tm="100000">
                                              <p:val>
                                                <p:strVal val="#ppt_h"/>
                                              </p:val>
                                            </p:tav>
                                          </p:tavLst>
                                        </p:anim>
                                        <p:animEffect transition="in" filter="fade">
                                          <p:cBhvr>
                                            <p:cTn id="54" dur="500"/>
                                            <p:tgtEl>
                                              <p:spTgt spid="63"/>
                                            </p:tgtEl>
                                          </p:cBhvr>
                                        </p:animEffect>
                                      </p:childTnLst>
                                    </p:cTn>
                                  </p:par>
                                  <p:par>
                                    <p:cTn id="55" presetID="53" presetClass="entr" presetSubtype="16" fill="hold" nodeType="withEffect">
                                      <p:stCondLst>
                                        <p:cond delay="1000"/>
                                      </p:stCondLst>
                                      <p:childTnLst>
                                        <p:set>
                                          <p:cBhvr>
                                            <p:cTn id="56" dur="1" fill="hold">
                                              <p:stCondLst>
                                                <p:cond delay="0"/>
                                              </p:stCondLst>
                                            </p:cTn>
                                            <p:tgtEl>
                                              <p:spTgt spid="66"/>
                                            </p:tgtEl>
                                            <p:attrNameLst>
                                              <p:attrName>style.visibility</p:attrName>
                                            </p:attrNameLst>
                                          </p:cBhvr>
                                          <p:to>
                                            <p:strVal val="visible"/>
                                          </p:to>
                                        </p:set>
                                        <p:anim calcmode="lin" valueType="num">
                                          <p:cBhvr>
                                            <p:cTn id="57" dur="500" fill="hold"/>
                                            <p:tgtEl>
                                              <p:spTgt spid="66"/>
                                            </p:tgtEl>
                                            <p:attrNameLst>
                                              <p:attrName>ppt_w</p:attrName>
                                            </p:attrNameLst>
                                          </p:cBhvr>
                                          <p:tavLst>
                                            <p:tav tm="0">
                                              <p:val>
                                                <p:fltVal val="0"/>
                                              </p:val>
                                            </p:tav>
                                            <p:tav tm="100000">
                                              <p:val>
                                                <p:strVal val="#ppt_w"/>
                                              </p:val>
                                            </p:tav>
                                          </p:tavLst>
                                        </p:anim>
                                        <p:anim calcmode="lin" valueType="num">
                                          <p:cBhvr>
                                            <p:cTn id="58" dur="500" fill="hold"/>
                                            <p:tgtEl>
                                              <p:spTgt spid="66"/>
                                            </p:tgtEl>
                                            <p:attrNameLst>
                                              <p:attrName>ppt_h</p:attrName>
                                            </p:attrNameLst>
                                          </p:cBhvr>
                                          <p:tavLst>
                                            <p:tav tm="0">
                                              <p:val>
                                                <p:fltVal val="0"/>
                                              </p:val>
                                            </p:tav>
                                            <p:tav tm="100000">
                                              <p:val>
                                                <p:strVal val="#ppt_h"/>
                                              </p:val>
                                            </p:tav>
                                          </p:tavLst>
                                        </p:anim>
                                        <p:animEffect transition="in" filter="fade">
                                          <p:cBhvr>
                                            <p:cTn id="59" dur="500"/>
                                            <p:tgtEl>
                                              <p:spTgt spid="66"/>
                                            </p:tgtEl>
                                          </p:cBhvr>
                                        </p:animEffect>
                                      </p:childTnLst>
                                    </p:cTn>
                                  </p:par>
                                  <p:par>
                                    <p:cTn id="60" presetID="53" presetClass="entr" presetSubtype="16" fill="hold" nodeType="withEffect">
                                      <p:stCondLst>
                                        <p:cond delay="1250"/>
                                      </p:stCondLst>
                                      <p:childTnLst>
                                        <p:set>
                                          <p:cBhvr>
                                            <p:cTn id="61" dur="1" fill="hold">
                                              <p:stCondLst>
                                                <p:cond delay="0"/>
                                              </p:stCondLst>
                                            </p:cTn>
                                            <p:tgtEl>
                                              <p:spTgt spid="69"/>
                                            </p:tgtEl>
                                            <p:attrNameLst>
                                              <p:attrName>style.visibility</p:attrName>
                                            </p:attrNameLst>
                                          </p:cBhvr>
                                          <p:to>
                                            <p:strVal val="visible"/>
                                          </p:to>
                                        </p:set>
                                        <p:anim calcmode="lin" valueType="num">
                                          <p:cBhvr>
                                            <p:cTn id="62" dur="500" fill="hold"/>
                                            <p:tgtEl>
                                              <p:spTgt spid="69"/>
                                            </p:tgtEl>
                                            <p:attrNameLst>
                                              <p:attrName>ppt_w</p:attrName>
                                            </p:attrNameLst>
                                          </p:cBhvr>
                                          <p:tavLst>
                                            <p:tav tm="0">
                                              <p:val>
                                                <p:fltVal val="0"/>
                                              </p:val>
                                            </p:tav>
                                            <p:tav tm="100000">
                                              <p:val>
                                                <p:strVal val="#ppt_w"/>
                                              </p:val>
                                            </p:tav>
                                          </p:tavLst>
                                        </p:anim>
                                        <p:anim calcmode="lin" valueType="num">
                                          <p:cBhvr>
                                            <p:cTn id="63" dur="500" fill="hold"/>
                                            <p:tgtEl>
                                              <p:spTgt spid="69"/>
                                            </p:tgtEl>
                                            <p:attrNameLst>
                                              <p:attrName>ppt_h</p:attrName>
                                            </p:attrNameLst>
                                          </p:cBhvr>
                                          <p:tavLst>
                                            <p:tav tm="0">
                                              <p:val>
                                                <p:fltVal val="0"/>
                                              </p:val>
                                            </p:tav>
                                            <p:tav tm="100000">
                                              <p:val>
                                                <p:strVal val="#ppt_h"/>
                                              </p:val>
                                            </p:tav>
                                          </p:tavLst>
                                        </p:anim>
                                        <p:animEffect transition="in" filter="fade">
                                          <p:cBhvr>
                                            <p:cTn id="64" dur="500"/>
                                            <p:tgtEl>
                                              <p:spTgt spid="69"/>
                                            </p:tgtEl>
                                          </p:cBhvr>
                                        </p:animEffect>
                                      </p:childTnLst>
                                    </p:cTn>
                                  </p:par>
                                  <p:par>
                                    <p:cTn id="65" presetID="53" presetClass="entr" presetSubtype="16" fill="hold" nodeType="withEffect">
                                      <p:stCondLst>
                                        <p:cond delay="1500"/>
                                      </p:stCondLst>
                                      <p:childTnLst>
                                        <p:set>
                                          <p:cBhvr>
                                            <p:cTn id="66" dur="1" fill="hold">
                                              <p:stCondLst>
                                                <p:cond delay="0"/>
                                              </p:stCondLst>
                                            </p:cTn>
                                            <p:tgtEl>
                                              <p:spTgt spid="72"/>
                                            </p:tgtEl>
                                            <p:attrNameLst>
                                              <p:attrName>style.visibility</p:attrName>
                                            </p:attrNameLst>
                                          </p:cBhvr>
                                          <p:to>
                                            <p:strVal val="visible"/>
                                          </p:to>
                                        </p:set>
                                        <p:anim calcmode="lin" valueType="num">
                                          <p:cBhvr>
                                            <p:cTn id="67" dur="500" fill="hold"/>
                                            <p:tgtEl>
                                              <p:spTgt spid="72"/>
                                            </p:tgtEl>
                                            <p:attrNameLst>
                                              <p:attrName>ppt_w</p:attrName>
                                            </p:attrNameLst>
                                          </p:cBhvr>
                                          <p:tavLst>
                                            <p:tav tm="0">
                                              <p:val>
                                                <p:fltVal val="0"/>
                                              </p:val>
                                            </p:tav>
                                            <p:tav tm="100000">
                                              <p:val>
                                                <p:strVal val="#ppt_w"/>
                                              </p:val>
                                            </p:tav>
                                          </p:tavLst>
                                        </p:anim>
                                        <p:anim calcmode="lin" valueType="num">
                                          <p:cBhvr>
                                            <p:cTn id="68" dur="500" fill="hold"/>
                                            <p:tgtEl>
                                              <p:spTgt spid="72"/>
                                            </p:tgtEl>
                                            <p:attrNameLst>
                                              <p:attrName>ppt_h</p:attrName>
                                            </p:attrNameLst>
                                          </p:cBhvr>
                                          <p:tavLst>
                                            <p:tav tm="0">
                                              <p:val>
                                                <p:fltVal val="0"/>
                                              </p:val>
                                            </p:tav>
                                            <p:tav tm="100000">
                                              <p:val>
                                                <p:strVal val="#ppt_h"/>
                                              </p:val>
                                            </p:tav>
                                          </p:tavLst>
                                        </p:anim>
                                        <p:animEffect transition="in" filter="fade">
                                          <p:cBhvr>
                                            <p:cTn id="69" dur="500"/>
                                            <p:tgtEl>
                                              <p:spTgt spid="72"/>
                                            </p:tgtEl>
                                          </p:cBhvr>
                                        </p:animEffect>
                                      </p:childTnLst>
                                    </p:cTn>
                                  </p:par>
                                  <p:par>
                                    <p:cTn id="70" presetID="53" presetClass="entr" presetSubtype="16" fill="hold" nodeType="withEffect">
                                      <p:stCondLst>
                                        <p:cond delay="1750"/>
                                      </p:stCondLst>
                                      <p:childTnLst>
                                        <p:set>
                                          <p:cBhvr>
                                            <p:cTn id="71" dur="1" fill="hold">
                                              <p:stCondLst>
                                                <p:cond delay="0"/>
                                              </p:stCondLst>
                                            </p:cTn>
                                            <p:tgtEl>
                                              <p:spTgt spid="105"/>
                                            </p:tgtEl>
                                            <p:attrNameLst>
                                              <p:attrName>style.visibility</p:attrName>
                                            </p:attrNameLst>
                                          </p:cBhvr>
                                          <p:to>
                                            <p:strVal val="visible"/>
                                          </p:to>
                                        </p:set>
                                        <p:anim calcmode="lin" valueType="num">
                                          <p:cBhvr>
                                            <p:cTn id="72" dur="500" fill="hold"/>
                                            <p:tgtEl>
                                              <p:spTgt spid="105"/>
                                            </p:tgtEl>
                                            <p:attrNameLst>
                                              <p:attrName>ppt_w</p:attrName>
                                            </p:attrNameLst>
                                          </p:cBhvr>
                                          <p:tavLst>
                                            <p:tav tm="0">
                                              <p:val>
                                                <p:fltVal val="0"/>
                                              </p:val>
                                            </p:tav>
                                            <p:tav tm="100000">
                                              <p:val>
                                                <p:strVal val="#ppt_w"/>
                                              </p:val>
                                            </p:tav>
                                          </p:tavLst>
                                        </p:anim>
                                        <p:anim calcmode="lin" valueType="num">
                                          <p:cBhvr>
                                            <p:cTn id="73" dur="500" fill="hold"/>
                                            <p:tgtEl>
                                              <p:spTgt spid="105"/>
                                            </p:tgtEl>
                                            <p:attrNameLst>
                                              <p:attrName>ppt_h</p:attrName>
                                            </p:attrNameLst>
                                          </p:cBhvr>
                                          <p:tavLst>
                                            <p:tav tm="0">
                                              <p:val>
                                                <p:fltVal val="0"/>
                                              </p:val>
                                            </p:tav>
                                            <p:tav tm="100000">
                                              <p:val>
                                                <p:strVal val="#ppt_h"/>
                                              </p:val>
                                            </p:tav>
                                          </p:tavLst>
                                        </p:anim>
                                        <p:animEffect transition="in" filter="fade">
                                          <p:cBhvr>
                                            <p:cTn id="74" dur="500"/>
                                            <p:tgtEl>
                                              <p:spTgt spid="105"/>
                                            </p:tgtEl>
                                          </p:cBhvr>
                                        </p:animEffect>
                                      </p:childTnLst>
                                    </p:cTn>
                                  </p:par>
                                  <p:par>
                                    <p:cTn id="75" presetID="53" presetClass="entr" presetSubtype="16" fill="hold" nodeType="withEffect">
                                      <p:stCondLst>
                                        <p:cond delay="750"/>
                                      </p:stCondLst>
                                      <p:childTnLst>
                                        <p:set>
                                          <p:cBhvr>
                                            <p:cTn id="76" dur="1" fill="hold">
                                              <p:stCondLst>
                                                <p:cond delay="0"/>
                                              </p:stCondLst>
                                            </p:cTn>
                                            <p:tgtEl>
                                              <p:spTgt spid="122"/>
                                            </p:tgtEl>
                                            <p:attrNameLst>
                                              <p:attrName>style.visibility</p:attrName>
                                            </p:attrNameLst>
                                          </p:cBhvr>
                                          <p:to>
                                            <p:strVal val="visible"/>
                                          </p:to>
                                        </p:set>
                                        <p:anim calcmode="lin" valueType="num">
                                          <p:cBhvr>
                                            <p:cTn id="77" dur="500" fill="hold"/>
                                            <p:tgtEl>
                                              <p:spTgt spid="122"/>
                                            </p:tgtEl>
                                            <p:attrNameLst>
                                              <p:attrName>ppt_w</p:attrName>
                                            </p:attrNameLst>
                                          </p:cBhvr>
                                          <p:tavLst>
                                            <p:tav tm="0">
                                              <p:val>
                                                <p:fltVal val="0"/>
                                              </p:val>
                                            </p:tav>
                                            <p:tav tm="100000">
                                              <p:val>
                                                <p:strVal val="#ppt_w"/>
                                              </p:val>
                                            </p:tav>
                                          </p:tavLst>
                                        </p:anim>
                                        <p:anim calcmode="lin" valueType="num">
                                          <p:cBhvr>
                                            <p:cTn id="78" dur="500" fill="hold"/>
                                            <p:tgtEl>
                                              <p:spTgt spid="122"/>
                                            </p:tgtEl>
                                            <p:attrNameLst>
                                              <p:attrName>ppt_h</p:attrName>
                                            </p:attrNameLst>
                                          </p:cBhvr>
                                          <p:tavLst>
                                            <p:tav tm="0">
                                              <p:val>
                                                <p:fltVal val="0"/>
                                              </p:val>
                                            </p:tav>
                                            <p:tav tm="100000">
                                              <p:val>
                                                <p:strVal val="#ppt_h"/>
                                              </p:val>
                                            </p:tav>
                                          </p:tavLst>
                                        </p:anim>
                                        <p:animEffect transition="in" filter="fade">
                                          <p:cBhvr>
                                            <p:cTn id="79" dur="500"/>
                                            <p:tgtEl>
                                              <p:spTgt spid="122"/>
                                            </p:tgtEl>
                                          </p:cBhvr>
                                        </p:animEffect>
                                      </p:childTnLst>
                                    </p:cTn>
                                  </p:par>
                                  <p:par>
                                    <p:cTn id="80" presetID="53" presetClass="entr" presetSubtype="16" fill="hold" nodeType="withEffect">
                                      <p:stCondLst>
                                        <p:cond delay="1000"/>
                                      </p:stCondLst>
                                      <p:childTnLst>
                                        <p:set>
                                          <p:cBhvr>
                                            <p:cTn id="81" dur="1" fill="hold">
                                              <p:stCondLst>
                                                <p:cond delay="0"/>
                                              </p:stCondLst>
                                            </p:cTn>
                                            <p:tgtEl>
                                              <p:spTgt spid="136"/>
                                            </p:tgtEl>
                                            <p:attrNameLst>
                                              <p:attrName>style.visibility</p:attrName>
                                            </p:attrNameLst>
                                          </p:cBhvr>
                                          <p:to>
                                            <p:strVal val="visible"/>
                                          </p:to>
                                        </p:set>
                                        <p:anim calcmode="lin" valueType="num">
                                          <p:cBhvr>
                                            <p:cTn id="82" dur="500" fill="hold"/>
                                            <p:tgtEl>
                                              <p:spTgt spid="136"/>
                                            </p:tgtEl>
                                            <p:attrNameLst>
                                              <p:attrName>ppt_w</p:attrName>
                                            </p:attrNameLst>
                                          </p:cBhvr>
                                          <p:tavLst>
                                            <p:tav tm="0">
                                              <p:val>
                                                <p:fltVal val="0"/>
                                              </p:val>
                                            </p:tav>
                                            <p:tav tm="100000">
                                              <p:val>
                                                <p:strVal val="#ppt_w"/>
                                              </p:val>
                                            </p:tav>
                                          </p:tavLst>
                                        </p:anim>
                                        <p:anim calcmode="lin" valueType="num">
                                          <p:cBhvr>
                                            <p:cTn id="83" dur="500" fill="hold"/>
                                            <p:tgtEl>
                                              <p:spTgt spid="136"/>
                                            </p:tgtEl>
                                            <p:attrNameLst>
                                              <p:attrName>ppt_h</p:attrName>
                                            </p:attrNameLst>
                                          </p:cBhvr>
                                          <p:tavLst>
                                            <p:tav tm="0">
                                              <p:val>
                                                <p:fltVal val="0"/>
                                              </p:val>
                                            </p:tav>
                                            <p:tav tm="100000">
                                              <p:val>
                                                <p:strVal val="#ppt_h"/>
                                              </p:val>
                                            </p:tav>
                                          </p:tavLst>
                                        </p:anim>
                                        <p:animEffect transition="in" filter="fade">
                                          <p:cBhvr>
                                            <p:cTn id="84" dur="500"/>
                                            <p:tgtEl>
                                              <p:spTgt spid="136"/>
                                            </p:tgtEl>
                                          </p:cBhvr>
                                        </p:animEffect>
                                      </p:childTnLst>
                                    </p:cTn>
                                  </p:par>
                                  <p:par>
                                    <p:cTn id="85" presetID="53" presetClass="entr" presetSubtype="16" fill="hold" nodeType="withEffect">
                                      <p:stCondLst>
                                        <p:cond delay="1250"/>
                                      </p:stCondLst>
                                      <p:childTnLst>
                                        <p:set>
                                          <p:cBhvr>
                                            <p:cTn id="86" dur="1" fill="hold">
                                              <p:stCondLst>
                                                <p:cond delay="0"/>
                                              </p:stCondLst>
                                            </p:cTn>
                                            <p:tgtEl>
                                              <p:spTgt spid="138"/>
                                            </p:tgtEl>
                                            <p:attrNameLst>
                                              <p:attrName>style.visibility</p:attrName>
                                            </p:attrNameLst>
                                          </p:cBhvr>
                                          <p:to>
                                            <p:strVal val="visible"/>
                                          </p:to>
                                        </p:set>
                                        <p:anim calcmode="lin" valueType="num">
                                          <p:cBhvr>
                                            <p:cTn id="87" dur="500" fill="hold"/>
                                            <p:tgtEl>
                                              <p:spTgt spid="138"/>
                                            </p:tgtEl>
                                            <p:attrNameLst>
                                              <p:attrName>ppt_w</p:attrName>
                                            </p:attrNameLst>
                                          </p:cBhvr>
                                          <p:tavLst>
                                            <p:tav tm="0">
                                              <p:val>
                                                <p:fltVal val="0"/>
                                              </p:val>
                                            </p:tav>
                                            <p:tav tm="100000">
                                              <p:val>
                                                <p:strVal val="#ppt_w"/>
                                              </p:val>
                                            </p:tav>
                                          </p:tavLst>
                                        </p:anim>
                                        <p:anim calcmode="lin" valueType="num">
                                          <p:cBhvr>
                                            <p:cTn id="88" dur="500" fill="hold"/>
                                            <p:tgtEl>
                                              <p:spTgt spid="138"/>
                                            </p:tgtEl>
                                            <p:attrNameLst>
                                              <p:attrName>ppt_h</p:attrName>
                                            </p:attrNameLst>
                                          </p:cBhvr>
                                          <p:tavLst>
                                            <p:tav tm="0">
                                              <p:val>
                                                <p:fltVal val="0"/>
                                              </p:val>
                                            </p:tav>
                                            <p:tav tm="100000">
                                              <p:val>
                                                <p:strVal val="#ppt_h"/>
                                              </p:val>
                                            </p:tav>
                                          </p:tavLst>
                                        </p:anim>
                                        <p:animEffect transition="in" filter="fade">
                                          <p:cBhvr>
                                            <p:cTn id="89" dur="500"/>
                                            <p:tgtEl>
                                              <p:spTgt spid="138"/>
                                            </p:tgtEl>
                                          </p:cBhvr>
                                        </p:animEffect>
                                      </p:childTnLst>
                                    </p:cTn>
                                  </p:par>
                                  <p:par>
                                    <p:cTn id="90" presetID="53" presetClass="entr" presetSubtype="16" fill="hold" nodeType="withEffect">
                                      <p:stCondLst>
                                        <p:cond delay="1500"/>
                                      </p:stCondLst>
                                      <p:childTnLst>
                                        <p:set>
                                          <p:cBhvr>
                                            <p:cTn id="91" dur="1" fill="hold">
                                              <p:stCondLst>
                                                <p:cond delay="0"/>
                                              </p:stCondLst>
                                            </p:cTn>
                                            <p:tgtEl>
                                              <p:spTgt spid="139"/>
                                            </p:tgtEl>
                                            <p:attrNameLst>
                                              <p:attrName>style.visibility</p:attrName>
                                            </p:attrNameLst>
                                          </p:cBhvr>
                                          <p:to>
                                            <p:strVal val="visible"/>
                                          </p:to>
                                        </p:set>
                                        <p:anim calcmode="lin" valueType="num">
                                          <p:cBhvr>
                                            <p:cTn id="92" dur="500" fill="hold"/>
                                            <p:tgtEl>
                                              <p:spTgt spid="139"/>
                                            </p:tgtEl>
                                            <p:attrNameLst>
                                              <p:attrName>ppt_w</p:attrName>
                                            </p:attrNameLst>
                                          </p:cBhvr>
                                          <p:tavLst>
                                            <p:tav tm="0">
                                              <p:val>
                                                <p:fltVal val="0"/>
                                              </p:val>
                                            </p:tav>
                                            <p:tav tm="100000">
                                              <p:val>
                                                <p:strVal val="#ppt_w"/>
                                              </p:val>
                                            </p:tav>
                                          </p:tavLst>
                                        </p:anim>
                                        <p:anim calcmode="lin" valueType="num">
                                          <p:cBhvr>
                                            <p:cTn id="93" dur="500" fill="hold"/>
                                            <p:tgtEl>
                                              <p:spTgt spid="139"/>
                                            </p:tgtEl>
                                            <p:attrNameLst>
                                              <p:attrName>ppt_h</p:attrName>
                                            </p:attrNameLst>
                                          </p:cBhvr>
                                          <p:tavLst>
                                            <p:tav tm="0">
                                              <p:val>
                                                <p:fltVal val="0"/>
                                              </p:val>
                                            </p:tav>
                                            <p:tav tm="100000">
                                              <p:val>
                                                <p:strVal val="#ppt_h"/>
                                              </p:val>
                                            </p:tav>
                                          </p:tavLst>
                                        </p:anim>
                                        <p:animEffect transition="in" filter="fade">
                                          <p:cBhvr>
                                            <p:cTn id="94" dur="500"/>
                                            <p:tgtEl>
                                              <p:spTgt spid="139"/>
                                            </p:tgtEl>
                                          </p:cBhvr>
                                        </p:animEffect>
                                      </p:childTnLst>
                                    </p:cTn>
                                  </p:par>
                                  <p:par>
                                    <p:cTn id="95" presetID="53" presetClass="entr" presetSubtype="16" fill="hold" nodeType="withEffect">
                                      <p:stCondLst>
                                        <p:cond delay="1750"/>
                                      </p:stCondLst>
                                      <p:childTnLst>
                                        <p:set>
                                          <p:cBhvr>
                                            <p:cTn id="96" dur="1" fill="hold">
                                              <p:stCondLst>
                                                <p:cond delay="0"/>
                                              </p:stCondLst>
                                            </p:cTn>
                                            <p:tgtEl>
                                              <p:spTgt spid="140"/>
                                            </p:tgtEl>
                                            <p:attrNameLst>
                                              <p:attrName>style.visibility</p:attrName>
                                            </p:attrNameLst>
                                          </p:cBhvr>
                                          <p:to>
                                            <p:strVal val="visible"/>
                                          </p:to>
                                        </p:set>
                                        <p:anim calcmode="lin" valueType="num">
                                          <p:cBhvr>
                                            <p:cTn id="97" dur="500" fill="hold"/>
                                            <p:tgtEl>
                                              <p:spTgt spid="140"/>
                                            </p:tgtEl>
                                            <p:attrNameLst>
                                              <p:attrName>ppt_w</p:attrName>
                                            </p:attrNameLst>
                                          </p:cBhvr>
                                          <p:tavLst>
                                            <p:tav tm="0">
                                              <p:val>
                                                <p:fltVal val="0"/>
                                              </p:val>
                                            </p:tav>
                                            <p:tav tm="100000">
                                              <p:val>
                                                <p:strVal val="#ppt_w"/>
                                              </p:val>
                                            </p:tav>
                                          </p:tavLst>
                                        </p:anim>
                                        <p:anim calcmode="lin" valueType="num">
                                          <p:cBhvr>
                                            <p:cTn id="98" dur="500" fill="hold"/>
                                            <p:tgtEl>
                                              <p:spTgt spid="140"/>
                                            </p:tgtEl>
                                            <p:attrNameLst>
                                              <p:attrName>ppt_h</p:attrName>
                                            </p:attrNameLst>
                                          </p:cBhvr>
                                          <p:tavLst>
                                            <p:tav tm="0">
                                              <p:val>
                                                <p:fltVal val="0"/>
                                              </p:val>
                                            </p:tav>
                                            <p:tav tm="100000">
                                              <p:val>
                                                <p:strVal val="#ppt_h"/>
                                              </p:val>
                                            </p:tav>
                                          </p:tavLst>
                                        </p:anim>
                                        <p:animEffect transition="in" filter="fade">
                                          <p:cBhvr>
                                            <p:cTn id="99" dur="500"/>
                                            <p:tgtEl>
                                              <p:spTgt spid="140"/>
                                            </p:tgtEl>
                                          </p:cBhvr>
                                        </p:animEffect>
                                      </p:childTnLst>
                                    </p:cTn>
                                  </p:par>
                                  <p:par>
                                    <p:cTn id="100" presetID="2" presetClass="entr" presetSubtype="8" fill="hold" grpId="0" nodeType="withEffect">
                                      <p:stCondLst>
                                        <p:cond delay="1000"/>
                                      </p:stCondLst>
                                      <p:childTnLst>
                                        <p:set>
                                          <p:cBhvr>
                                            <p:cTn id="101" dur="1" fill="hold">
                                              <p:stCondLst>
                                                <p:cond delay="0"/>
                                              </p:stCondLst>
                                            </p:cTn>
                                            <p:tgtEl>
                                              <p:spTgt spid="59"/>
                                            </p:tgtEl>
                                            <p:attrNameLst>
                                              <p:attrName>style.visibility</p:attrName>
                                            </p:attrNameLst>
                                          </p:cBhvr>
                                          <p:to>
                                            <p:strVal val="visible"/>
                                          </p:to>
                                        </p:set>
                                        <p:anim calcmode="lin" valueType="num">
                                          <p:cBhvr additive="base">
                                            <p:cTn id="102" dur="1000" fill="hold"/>
                                            <p:tgtEl>
                                              <p:spTgt spid="59"/>
                                            </p:tgtEl>
                                            <p:attrNameLst>
                                              <p:attrName>ppt_x</p:attrName>
                                            </p:attrNameLst>
                                          </p:cBhvr>
                                          <p:tavLst>
                                            <p:tav tm="0">
                                              <p:val>
                                                <p:strVal val="0-#ppt_w/2"/>
                                              </p:val>
                                            </p:tav>
                                            <p:tav tm="100000">
                                              <p:val>
                                                <p:strVal val="#ppt_x"/>
                                              </p:val>
                                            </p:tav>
                                          </p:tavLst>
                                        </p:anim>
                                        <p:anim calcmode="lin" valueType="num">
                                          <p:cBhvr additive="base">
                                            <p:cTn id="103" dur="1000" fill="hold"/>
                                            <p:tgtEl>
                                              <p:spTgt spid="59"/>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1250"/>
                                      </p:stCondLst>
                                      <p:childTnLst>
                                        <p:set>
                                          <p:cBhvr>
                                            <p:cTn id="105" dur="1" fill="hold">
                                              <p:stCondLst>
                                                <p:cond delay="0"/>
                                              </p:stCondLst>
                                            </p:cTn>
                                            <p:tgtEl>
                                              <p:spTgt spid="62"/>
                                            </p:tgtEl>
                                            <p:attrNameLst>
                                              <p:attrName>style.visibility</p:attrName>
                                            </p:attrNameLst>
                                          </p:cBhvr>
                                          <p:to>
                                            <p:strVal val="visible"/>
                                          </p:to>
                                        </p:set>
                                        <p:anim calcmode="lin" valueType="num">
                                          <p:cBhvr additive="base">
                                            <p:cTn id="106" dur="1000" fill="hold"/>
                                            <p:tgtEl>
                                              <p:spTgt spid="62"/>
                                            </p:tgtEl>
                                            <p:attrNameLst>
                                              <p:attrName>ppt_x</p:attrName>
                                            </p:attrNameLst>
                                          </p:cBhvr>
                                          <p:tavLst>
                                            <p:tav tm="0">
                                              <p:val>
                                                <p:strVal val="0-#ppt_w/2"/>
                                              </p:val>
                                            </p:tav>
                                            <p:tav tm="100000">
                                              <p:val>
                                                <p:strVal val="#ppt_x"/>
                                              </p:val>
                                            </p:tav>
                                          </p:tavLst>
                                        </p:anim>
                                        <p:anim calcmode="lin" valueType="num">
                                          <p:cBhvr additive="base">
                                            <p:cTn id="107" dur="1000" fill="hold"/>
                                            <p:tgtEl>
                                              <p:spTgt spid="62"/>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stCondLst>
                                        <p:cond delay="1500"/>
                                      </p:stCondLst>
                                      <p:childTnLst>
                                        <p:set>
                                          <p:cBhvr>
                                            <p:cTn id="109" dur="1" fill="hold">
                                              <p:stCondLst>
                                                <p:cond delay="0"/>
                                              </p:stCondLst>
                                            </p:cTn>
                                            <p:tgtEl>
                                              <p:spTgt spid="65"/>
                                            </p:tgtEl>
                                            <p:attrNameLst>
                                              <p:attrName>style.visibility</p:attrName>
                                            </p:attrNameLst>
                                          </p:cBhvr>
                                          <p:to>
                                            <p:strVal val="visible"/>
                                          </p:to>
                                        </p:set>
                                        <p:anim calcmode="lin" valueType="num">
                                          <p:cBhvr additive="base">
                                            <p:cTn id="110" dur="1000" fill="hold"/>
                                            <p:tgtEl>
                                              <p:spTgt spid="65"/>
                                            </p:tgtEl>
                                            <p:attrNameLst>
                                              <p:attrName>ppt_x</p:attrName>
                                            </p:attrNameLst>
                                          </p:cBhvr>
                                          <p:tavLst>
                                            <p:tav tm="0">
                                              <p:val>
                                                <p:strVal val="0-#ppt_w/2"/>
                                              </p:val>
                                            </p:tav>
                                            <p:tav tm="100000">
                                              <p:val>
                                                <p:strVal val="#ppt_x"/>
                                              </p:val>
                                            </p:tav>
                                          </p:tavLst>
                                        </p:anim>
                                        <p:anim calcmode="lin" valueType="num">
                                          <p:cBhvr additive="base">
                                            <p:cTn id="111" dur="1000" fill="hold"/>
                                            <p:tgtEl>
                                              <p:spTgt spid="65"/>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1750"/>
                                      </p:stCondLst>
                                      <p:childTnLst>
                                        <p:set>
                                          <p:cBhvr>
                                            <p:cTn id="113" dur="1" fill="hold">
                                              <p:stCondLst>
                                                <p:cond delay="0"/>
                                              </p:stCondLst>
                                            </p:cTn>
                                            <p:tgtEl>
                                              <p:spTgt spid="68"/>
                                            </p:tgtEl>
                                            <p:attrNameLst>
                                              <p:attrName>style.visibility</p:attrName>
                                            </p:attrNameLst>
                                          </p:cBhvr>
                                          <p:to>
                                            <p:strVal val="visible"/>
                                          </p:to>
                                        </p:set>
                                        <p:anim calcmode="lin" valueType="num">
                                          <p:cBhvr additive="base">
                                            <p:cTn id="114" dur="1000" fill="hold"/>
                                            <p:tgtEl>
                                              <p:spTgt spid="68"/>
                                            </p:tgtEl>
                                            <p:attrNameLst>
                                              <p:attrName>ppt_x</p:attrName>
                                            </p:attrNameLst>
                                          </p:cBhvr>
                                          <p:tavLst>
                                            <p:tav tm="0">
                                              <p:val>
                                                <p:strVal val="0-#ppt_w/2"/>
                                              </p:val>
                                            </p:tav>
                                            <p:tav tm="100000">
                                              <p:val>
                                                <p:strVal val="#ppt_x"/>
                                              </p:val>
                                            </p:tav>
                                          </p:tavLst>
                                        </p:anim>
                                        <p:anim calcmode="lin" valueType="num">
                                          <p:cBhvr additive="base">
                                            <p:cTn id="115" dur="1000" fill="hold"/>
                                            <p:tgtEl>
                                              <p:spTgt spid="68"/>
                                            </p:tgtEl>
                                            <p:attrNameLst>
                                              <p:attrName>ppt_y</p:attrName>
                                            </p:attrNameLst>
                                          </p:cBhvr>
                                          <p:tavLst>
                                            <p:tav tm="0">
                                              <p:val>
                                                <p:strVal val="#ppt_y"/>
                                              </p:val>
                                            </p:tav>
                                            <p:tav tm="100000">
                                              <p:val>
                                                <p:strVal val="#ppt_y"/>
                                              </p:val>
                                            </p:tav>
                                          </p:tavLst>
                                        </p:anim>
                                      </p:childTnLst>
                                    </p:cTn>
                                  </p:par>
                                  <p:par>
                                    <p:cTn id="116" presetID="2" presetClass="entr" presetSubtype="8" fill="hold" grpId="0" nodeType="withEffect">
                                      <p:stCondLst>
                                        <p:cond delay="2000"/>
                                      </p:stCondLst>
                                      <p:childTnLst>
                                        <p:set>
                                          <p:cBhvr>
                                            <p:cTn id="117" dur="1" fill="hold">
                                              <p:stCondLst>
                                                <p:cond delay="0"/>
                                              </p:stCondLst>
                                            </p:cTn>
                                            <p:tgtEl>
                                              <p:spTgt spid="71"/>
                                            </p:tgtEl>
                                            <p:attrNameLst>
                                              <p:attrName>style.visibility</p:attrName>
                                            </p:attrNameLst>
                                          </p:cBhvr>
                                          <p:to>
                                            <p:strVal val="visible"/>
                                          </p:to>
                                        </p:set>
                                        <p:anim calcmode="lin" valueType="num">
                                          <p:cBhvr additive="base">
                                            <p:cTn id="118" dur="1000" fill="hold"/>
                                            <p:tgtEl>
                                              <p:spTgt spid="71"/>
                                            </p:tgtEl>
                                            <p:attrNameLst>
                                              <p:attrName>ppt_x</p:attrName>
                                            </p:attrNameLst>
                                          </p:cBhvr>
                                          <p:tavLst>
                                            <p:tav tm="0">
                                              <p:val>
                                                <p:strVal val="0-#ppt_w/2"/>
                                              </p:val>
                                            </p:tav>
                                            <p:tav tm="100000">
                                              <p:val>
                                                <p:strVal val="#ppt_x"/>
                                              </p:val>
                                            </p:tav>
                                          </p:tavLst>
                                        </p:anim>
                                        <p:anim calcmode="lin" valueType="num">
                                          <p:cBhvr additive="base">
                                            <p:cTn id="119" dur="1000" fill="hold"/>
                                            <p:tgtEl>
                                              <p:spTgt spid="71"/>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100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1000" fill="hold"/>
                                            <p:tgtEl>
                                              <p:spTgt spid="24"/>
                                            </p:tgtEl>
                                            <p:attrNameLst>
                                              <p:attrName>ppt_x</p:attrName>
                                            </p:attrNameLst>
                                          </p:cBhvr>
                                          <p:tavLst>
                                            <p:tav tm="0">
                                              <p:val>
                                                <p:strVal val="1+#ppt_w/2"/>
                                              </p:val>
                                            </p:tav>
                                            <p:tav tm="100000">
                                              <p:val>
                                                <p:strVal val="#ppt_x"/>
                                              </p:val>
                                            </p:tav>
                                          </p:tavLst>
                                        </p:anim>
                                        <p:anim calcmode="lin" valueType="num">
                                          <p:cBhvr additive="base">
                                            <p:cTn id="123" dur="1000" fill="hold"/>
                                            <p:tgtEl>
                                              <p:spTgt spid="24"/>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1250"/>
                                      </p:stCondLst>
                                      <p:childTnLst>
                                        <p:set>
                                          <p:cBhvr>
                                            <p:cTn id="125" dur="1" fill="hold">
                                              <p:stCondLst>
                                                <p:cond delay="0"/>
                                              </p:stCondLst>
                                            </p:cTn>
                                            <p:tgtEl>
                                              <p:spTgt spid="27"/>
                                            </p:tgtEl>
                                            <p:attrNameLst>
                                              <p:attrName>style.visibility</p:attrName>
                                            </p:attrNameLst>
                                          </p:cBhvr>
                                          <p:to>
                                            <p:strVal val="visible"/>
                                          </p:to>
                                        </p:set>
                                        <p:anim calcmode="lin" valueType="num">
                                          <p:cBhvr additive="base">
                                            <p:cTn id="126" dur="1000" fill="hold"/>
                                            <p:tgtEl>
                                              <p:spTgt spid="27"/>
                                            </p:tgtEl>
                                            <p:attrNameLst>
                                              <p:attrName>ppt_x</p:attrName>
                                            </p:attrNameLst>
                                          </p:cBhvr>
                                          <p:tavLst>
                                            <p:tav tm="0">
                                              <p:val>
                                                <p:strVal val="1+#ppt_w/2"/>
                                              </p:val>
                                            </p:tav>
                                            <p:tav tm="100000">
                                              <p:val>
                                                <p:strVal val="#ppt_x"/>
                                              </p:val>
                                            </p:tav>
                                          </p:tavLst>
                                        </p:anim>
                                        <p:anim calcmode="lin" valueType="num">
                                          <p:cBhvr additive="base">
                                            <p:cTn id="127" dur="1000" fill="hold"/>
                                            <p:tgtEl>
                                              <p:spTgt spid="27"/>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1500"/>
                                      </p:stCondLst>
                                      <p:childTnLst>
                                        <p:set>
                                          <p:cBhvr>
                                            <p:cTn id="129" dur="1" fill="hold">
                                              <p:stCondLst>
                                                <p:cond delay="0"/>
                                              </p:stCondLst>
                                            </p:cTn>
                                            <p:tgtEl>
                                              <p:spTgt spid="30"/>
                                            </p:tgtEl>
                                            <p:attrNameLst>
                                              <p:attrName>style.visibility</p:attrName>
                                            </p:attrNameLst>
                                          </p:cBhvr>
                                          <p:to>
                                            <p:strVal val="visible"/>
                                          </p:to>
                                        </p:set>
                                        <p:anim calcmode="lin" valueType="num">
                                          <p:cBhvr additive="base">
                                            <p:cTn id="130" dur="1000" fill="hold"/>
                                            <p:tgtEl>
                                              <p:spTgt spid="30"/>
                                            </p:tgtEl>
                                            <p:attrNameLst>
                                              <p:attrName>ppt_x</p:attrName>
                                            </p:attrNameLst>
                                          </p:cBhvr>
                                          <p:tavLst>
                                            <p:tav tm="0">
                                              <p:val>
                                                <p:strVal val="1+#ppt_w/2"/>
                                              </p:val>
                                            </p:tav>
                                            <p:tav tm="100000">
                                              <p:val>
                                                <p:strVal val="#ppt_x"/>
                                              </p:val>
                                            </p:tav>
                                          </p:tavLst>
                                        </p:anim>
                                        <p:anim calcmode="lin" valueType="num">
                                          <p:cBhvr additive="base">
                                            <p:cTn id="131" dur="1000" fill="hold"/>
                                            <p:tgtEl>
                                              <p:spTgt spid="30"/>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1750"/>
                                      </p:stCondLst>
                                      <p:childTnLst>
                                        <p:set>
                                          <p:cBhvr>
                                            <p:cTn id="133" dur="1" fill="hold">
                                              <p:stCondLst>
                                                <p:cond delay="0"/>
                                              </p:stCondLst>
                                            </p:cTn>
                                            <p:tgtEl>
                                              <p:spTgt spid="33"/>
                                            </p:tgtEl>
                                            <p:attrNameLst>
                                              <p:attrName>style.visibility</p:attrName>
                                            </p:attrNameLst>
                                          </p:cBhvr>
                                          <p:to>
                                            <p:strVal val="visible"/>
                                          </p:to>
                                        </p:set>
                                        <p:anim calcmode="lin" valueType="num">
                                          <p:cBhvr additive="base">
                                            <p:cTn id="134" dur="1000" fill="hold"/>
                                            <p:tgtEl>
                                              <p:spTgt spid="33"/>
                                            </p:tgtEl>
                                            <p:attrNameLst>
                                              <p:attrName>ppt_x</p:attrName>
                                            </p:attrNameLst>
                                          </p:cBhvr>
                                          <p:tavLst>
                                            <p:tav tm="0">
                                              <p:val>
                                                <p:strVal val="1+#ppt_w/2"/>
                                              </p:val>
                                            </p:tav>
                                            <p:tav tm="100000">
                                              <p:val>
                                                <p:strVal val="#ppt_x"/>
                                              </p:val>
                                            </p:tav>
                                          </p:tavLst>
                                        </p:anim>
                                        <p:anim calcmode="lin" valueType="num">
                                          <p:cBhvr additive="base">
                                            <p:cTn id="135" dur="1000" fill="hold"/>
                                            <p:tgtEl>
                                              <p:spTgt spid="33"/>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2000"/>
                                      </p:stCondLst>
                                      <p:childTnLst>
                                        <p:set>
                                          <p:cBhvr>
                                            <p:cTn id="137" dur="1" fill="hold">
                                              <p:stCondLst>
                                                <p:cond delay="0"/>
                                              </p:stCondLst>
                                            </p:cTn>
                                            <p:tgtEl>
                                              <p:spTgt spid="36"/>
                                            </p:tgtEl>
                                            <p:attrNameLst>
                                              <p:attrName>style.visibility</p:attrName>
                                            </p:attrNameLst>
                                          </p:cBhvr>
                                          <p:to>
                                            <p:strVal val="visible"/>
                                          </p:to>
                                        </p:set>
                                        <p:anim calcmode="lin" valueType="num">
                                          <p:cBhvr additive="base">
                                            <p:cTn id="138" dur="1000" fill="hold"/>
                                            <p:tgtEl>
                                              <p:spTgt spid="36"/>
                                            </p:tgtEl>
                                            <p:attrNameLst>
                                              <p:attrName>ppt_x</p:attrName>
                                            </p:attrNameLst>
                                          </p:cBhvr>
                                          <p:tavLst>
                                            <p:tav tm="0">
                                              <p:val>
                                                <p:strVal val="1+#ppt_w/2"/>
                                              </p:val>
                                            </p:tav>
                                            <p:tav tm="100000">
                                              <p:val>
                                                <p:strVal val="#ppt_x"/>
                                              </p:val>
                                            </p:tav>
                                          </p:tavLst>
                                        </p:anim>
                                        <p:anim calcmode="lin" valueType="num">
                                          <p:cBhvr additive="base">
                                            <p:cTn id="139" dur="1000" fill="hold"/>
                                            <p:tgtEl>
                                              <p:spTgt spid="36"/>
                                            </p:tgtEl>
                                            <p:attrNameLst>
                                              <p:attrName>ppt_y</p:attrName>
                                            </p:attrNameLst>
                                          </p:cBhvr>
                                          <p:tavLst>
                                            <p:tav tm="0">
                                              <p:val>
                                                <p:strVal val="#ppt_y"/>
                                              </p:val>
                                            </p:tav>
                                            <p:tav tm="100000">
                                              <p:val>
                                                <p:strVal val="#ppt_y"/>
                                              </p:val>
                                            </p:tav>
                                          </p:tavLst>
                                        </p:anim>
                                      </p:childTnLst>
                                    </p:cTn>
                                  </p:par>
                                  <p:par>
                                    <p:cTn id="140" presetID="10" presetClass="entr" presetSubtype="0" fill="hold" grpId="0" nodeType="withEffect">
                                      <p:stCondLst>
                                        <p:cond delay="1250"/>
                                      </p:stCondLst>
                                      <p:childTnLst>
                                        <p:set>
                                          <p:cBhvr>
                                            <p:cTn id="141" dur="1" fill="hold">
                                              <p:stCondLst>
                                                <p:cond delay="0"/>
                                              </p:stCondLst>
                                            </p:cTn>
                                            <p:tgtEl>
                                              <p:spTgt spid="83"/>
                                            </p:tgtEl>
                                            <p:attrNameLst>
                                              <p:attrName>style.visibility</p:attrName>
                                            </p:attrNameLst>
                                          </p:cBhvr>
                                          <p:to>
                                            <p:strVal val="visible"/>
                                          </p:to>
                                        </p:set>
                                        <p:animEffect transition="in" filter="fade">
                                          <p:cBhvr>
                                            <p:cTn id="142" dur="750"/>
                                            <p:tgtEl>
                                              <p:spTgt spid="83"/>
                                            </p:tgtEl>
                                          </p:cBhvr>
                                        </p:animEffect>
                                      </p:childTnLst>
                                    </p:cTn>
                                  </p:par>
                                  <p:par>
                                    <p:cTn id="143" presetID="10" presetClass="entr" presetSubtype="0" fill="hold" grpId="0" nodeType="withEffect">
                                      <p:stCondLst>
                                        <p:cond delay="1500"/>
                                      </p:stCondLst>
                                      <p:childTnLst>
                                        <p:set>
                                          <p:cBhvr>
                                            <p:cTn id="144" dur="1" fill="hold">
                                              <p:stCondLst>
                                                <p:cond delay="0"/>
                                              </p:stCondLst>
                                            </p:cTn>
                                            <p:tgtEl>
                                              <p:spTgt spid="82"/>
                                            </p:tgtEl>
                                            <p:attrNameLst>
                                              <p:attrName>style.visibility</p:attrName>
                                            </p:attrNameLst>
                                          </p:cBhvr>
                                          <p:to>
                                            <p:strVal val="visible"/>
                                          </p:to>
                                        </p:set>
                                        <p:animEffect transition="in" filter="fade">
                                          <p:cBhvr>
                                            <p:cTn id="145" dur="750"/>
                                            <p:tgtEl>
                                              <p:spTgt spid="82"/>
                                            </p:tgtEl>
                                          </p:cBhvr>
                                        </p:animEffect>
                                      </p:childTnLst>
                                    </p:cTn>
                                  </p:par>
                                  <p:par>
                                    <p:cTn id="146" presetID="10" presetClass="entr" presetSubtype="0" fill="hold" grpId="0" nodeType="withEffect">
                                      <p:stCondLst>
                                        <p:cond delay="1750"/>
                                      </p:stCondLst>
                                      <p:childTnLst>
                                        <p:set>
                                          <p:cBhvr>
                                            <p:cTn id="147" dur="1" fill="hold">
                                              <p:stCondLst>
                                                <p:cond delay="0"/>
                                              </p:stCondLst>
                                            </p:cTn>
                                            <p:tgtEl>
                                              <p:spTgt spid="85"/>
                                            </p:tgtEl>
                                            <p:attrNameLst>
                                              <p:attrName>style.visibility</p:attrName>
                                            </p:attrNameLst>
                                          </p:cBhvr>
                                          <p:to>
                                            <p:strVal val="visible"/>
                                          </p:to>
                                        </p:set>
                                        <p:animEffect transition="in" filter="fade">
                                          <p:cBhvr>
                                            <p:cTn id="148" dur="750"/>
                                            <p:tgtEl>
                                              <p:spTgt spid="85"/>
                                            </p:tgtEl>
                                          </p:cBhvr>
                                        </p:animEffect>
                                      </p:childTnLst>
                                    </p:cTn>
                                  </p:par>
                                  <p:par>
                                    <p:cTn id="149" presetID="10" presetClass="entr" presetSubtype="0" fill="hold" grpId="0" nodeType="withEffect">
                                      <p:stCondLst>
                                        <p:cond delay="2000"/>
                                      </p:stCondLst>
                                      <p:childTnLst>
                                        <p:set>
                                          <p:cBhvr>
                                            <p:cTn id="150" dur="1" fill="hold">
                                              <p:stCondLst>
                                                <p:cond delay="0"/>
                                              </p:stCondLst>
                                            </p:cTn>
                                            <p:tgtEl>
                                              <p:spTgt spid="81"/>
                                            </p:tgtEl>
                                            <p:attrNameLst>
                                              <p:attrName>style.visibility</p:attrName>
                                            </p:attrNameLst>
                                          </p:cBhvr>
                                          <p:to>
                                            <p:strVal val="visible"/>
                                          </p:to>
                                        </p:set>
                                        <p:animEffect transition="in" filter="fade">
                                          <p:cBhvr>
                                            <p:cTn id="151" dur="750"/>
                                            <p:tgtEl>
                                              <p:spTgt spid="81"/>
                                            </p:tgtEl>
                                          </p:cBhvr>
                                        </p:animEffect>
                                      </p:childTnLst>
                                    </p:cTn>
                                  </p:par>
                                  <p:par>
                                    <p:cTn id="152" presetID="10" presetClass="entr" presetSubtype="0" fill="hold" grpId="0" nodeType="withEffect">
                                      <p:stCondLst>
                                        <p:cond delay="2250"/>
                                      </p:stCondLst>
                                      <p:childTnLst>
                                        <p:set>
                                          <p:cBhvr>
                                            <p:cTn id="153" dur="1" fill="hold">
                                              <p:stCondLst>
                                                <p:cond delay="0"/>
                                              </p:stCondLst>
                                            </p:cTn>
                                            <p:tgtEl>
                                              <p:spTgt spid="88"/>
                                            </p:tgtEl>
                                            <p:attrNameLst>
                                              <p:attrName>style.visibility</p:attrName>
                                            </p:attrNameLst>
                                          </p:cBhvr>
                                          <p:to>
                                            <p:strVal val="visible"/>
                                          </p:to>
                                        </p:set>
                                        <p:animEffect transition="in" filter="fade">
                                          <p:cBhvr>
                                            <p:cTn id="154" dur="750"/>
                                            <p:tgtEl>
                                              <p:spTgt spid="88"/>
                                            </p:tgtEl>
                                          </p:cBhvr>
                                        </p:animEffect>
                                      </p:childTnLst>
                                    </p:cTn>
                                  </p:par>
                                  <p:par>
                                    <p:cTn id="155" presetID="10" presetClass="entr" presetSubtype="0" fill="hold" grpId="0" nodeType="withEffect">
                                      <p:stCondLst>
                                        <p:cond delay="1250"/>
                                      </p:stCondLst>
                                      <p:childTnLst>
                                        <p:set>
                                          <p:cBhvr>
                                            <p:cTn id="156" dur="1" fill="hold">
                                              <p:stCondLst>
                                                <p:cond delay="0"/>
                                              </p:stCondLst>
                                            </p:cTn>
                                            <p:tgtEl>
                                              <p:spTgt spid="86"/>
                                            </p:tgtEl>
                                            <p:attrNameLst>
                                              <p:attrName>style.visibility</p:attrName>
                                            </p:attrNameLst>
                                          </p:cBhvr>
                                          <p:to>
                                            <p:strVal val="visible"/>
                                          </p:to>
                                        </p:set>
                                        <p:animEffect transition="in" filter="fade">
                                          <p:cBhvr>
                                            <p:cTn id="157" dur="750"/>
                                            <p:tgtEl>
                                              <p:spTgt spid="86"/>
                                            </p:tgtEl>
                                          </p:cBhvr>
                                        </p:animEffect>
                                      </p:childTnLst>
                                    </p:cTn>
                                  </p:par>
                                  <p:par>
                                    <p:cTn id="158" presetID="10" presetClass="entr" presetSubtype="0" fill="hold" grpId="0" nodeType="withEffect">
                                      <p:stCondLst>
                                        <p:cond delay="1500"/>
                                      </p:stCondLst>
                                      <p:childTnLst>
                                        <p:set>
                                          <p:cBhvr>
                                            <p:cTn id="159" dur="1" fill="hold">
                                              <p:stCondLst>
                                                <p:cond delay="0"/>
                                              </p:stCondLst>
                                            </p:cTn>
                                            <p:tgtEl>
                                              <p:spTgt spid="87"/>
                                            </p:tgtEl>
                                            <p:attrNameLst>
                                              <p:attrName>style.visibility</p:attrName>
                                            </p:attrNameLst>
                                          </p:cBhvr>
                                          <p:to>
                                            <p:strVal val="visible"/>
                                          </p:to>
                                        </p:set>
                                        <p:animEffect transition="in" filter="fade">
                                          <p:cBhvr>
                                            <p:cTn id="160" dur="750"/>
                                            <p:tgtEl>
                                              <p:spTgt spid="87"/>
                                            </p:tgtEl>
                                          </p:cBhvr>
                                        </p:animEffect>
                                      </p:childTnLst>
                                    </p:cTn>
                                  </p:par>
                                  <p:par>
                                    <p:cTn id="161" presetID="10" presetClass="entr" presetSubtype="0" fill="hold" grpId="0" nodeType="withEffect">
                                      <p:stCondLst>
                                        <p:cond delay="1750"/>
                                      </p:stCondLst>
                                      <p:childTnLst>
                                        <p:set>
                                          <p:cBhvr>
                                            <p:cTn id="162" dur="1" fill="hold">
                                              <p:stCondLst>
                                                <p:cond delay="0"/>
                                              </p:stCondLst>
                                            </p:cTn>
                                            <p:tgtEl>
                                              <p:spTgt spid="80"/>
                                            </p:tgtEl>
                                            <p:attrNameLst>
                                              <p:attrName>style.visibility</p:attrName>
                                            </p:attrNameLst>
                                          </p:cBhvr>
                                          <p:to>
                                            <p:strVal val="visible"/>
                                          </p:to>
                                        </p:set>
                                        <p:animEffect transition="in" filter="fade">
                                          <p:cBhvr>
                                            <p:cTn id="163" dur="750"/>
                                            <p:tgtEl>
                                              <p:spTgt spid="80"/>
                                            </p:tgtEl>
                                          </p:cBhvr>
                                        </p:animEffect>
                                      </p:childTnLst>
                                    </p:cTn>
                                  </p:par>
                                  <p:par>
                                    <p:cTn id="164" presetID="10" presetClass="entr" presetSubtype="0" fill="hold" grpId="0" nodeType="withEffect">
                                      <p:stCondLst>
                                        <p:cond delay="2000"/>
                                      </p:stCondLst>
                                      <p:childTnLst>
                                        <p:set>
                                          <p:cBhvr>
                                            <p:cTn id="165" dur="1" fill="hold">
                                              <p:stCondLst>
                                                <p:cond delay="0"/>
                                              </p:stCondLst>
                                            </p:cTn>
                                            <p:tgtEl>
                                              <p:spTgt spid="78"/>
                                            </p:tgtEl>
                                            <p:attrNameLst>
                                              <p:attrName>style.visibility</p:attrName>
                                            </p:attrNameLst>
                                          </p:cBhvr>
                                          <p:to>
                                            <p:strVal val="visible"/>
                                          </p:to>
                                        </p:set>
                                        <p:animEffect transition="in" filter="fade">
                                          <p:cBhvr>
                                            <p:cTn id="166" dur="750"/>
                                            <p:tgtEl>
                                              <p:spTgt spid="78"/>
                                            </p:tgtEl>
                                          </p:cBhvr>
                                        </p:animEffect>
                                      </p:childTnLst>
                                    </p:cTn>
                                  </p:par>
                                  <p:par>
                                    <p:cTn id="167" presetID="10" presetClass="entr" presetSubtype="0" fill="hold" grpId="0" nodeType="withEffect">
                                      <p:stCondLst>
                                        <p:cond delay="2250"/>
                                      </p:stCondLst>
                                      <p:childTnLst>
                                        <p:set>
                                          <p:cBhvr>
                                            <p:cTn id="168" dur="1" fill="hold">
                                              <p:stCondLst>
                                                <p:cond delay="0"/>
                                              </p:stCondLst>
                                            </p:cTn>
                                            <p:tgtEl>
                                              <p:spTgt spid="84"/>
                                            </p:tgtEl>
                                            <p:attrNameLst>
                                              <p:attrName>style.visibility</p:attrName>
                                            </p:attrNameLst>
                                          </p:cBhvr>
                                          <p:to>
                                            <p:strVal val="visible"/>
                                          </p:to>
                                        </p:set>
                                        <p:animEffect transition="in" filter="fade">
                                          <p:cBhvr>
                                            <p:cTn id="169" dur="750"/>
                                            <p:tgtEl>
                                              <p:spTgt spid="84"/>
                                            </p:tgtEl>
                                          </p:cBhvr>
                                        </p:animEffect>
                                      </p:childTnLst>
                                    </p:cTn>
                                  </p:par>
                                  <p:par>
                                    <p:cTn id="170" presetID="10" presetClass="entr" presetSubtype="0" fill="hold" nodeType="withEffect">
                                      <p:stCondLst>
                                        <p:cond delay="1500"/>
                                      </p:stCondLst>
                                      <p:childTnLst>
                                        <p:set>
                                          <p:cBhvr>
                                            <p:cTn id="171" dur="1" fill="hold">
                                              <p:stCondLst>
                                                <p:cond delay="0"/>
                                              </p:stCondLst>
                                            </p:cTn>
                                            <p:tgtEl>
                                              <p:spTgt spid="141"/>
                                            </p:tgtEl>
                                            <p:attrNameLst>
                                              <p:attrName>style.visibility</p:attrName>
                                            </p:attrNameLst>
                                          </p:cBhvr>
                                          <p:to>
                                            <p:strVal val="visible"/>
                                          </p:to>
                                        </p:set>
                                        <p:animEffect transition="in" filter="fade">
                                          <p:cBhvr>
                                            <p:cTn id="172" dur="500"/>
                                            <p:tgtEl>
                                              <p:spTgt spid="141"/>
                                            </p:tgtEl>
                                          </p:cBhvr>
                                        </p:animEffect>
                                      </p:childTnLst>
                                    </p:cTn>
                                  </p:par>
                                  <p:par>
                                    <p:cTn id="173" presetID="10" presetClass="entr" presetSubtype="0" fill="hold" nodeType="withEffect">
                                      <p:stCondLst>
                                        <p:cond delay="1750"/>
                                      </p:stCondLst>
                                      <p:childTnLst>
                                        <p:set>
                                          <p:cBhvr>
                                            <p:cTn id="174" dur="1" fill="hold">
                                              <p:stCondLst>
                                                <p:cond delay="0"/>
                                              </p:stCondLst>
                                            </p:cTn>
                                            <p:tgtEl>
                                              <p:spTgt spid="142"/>
                                            </p:tgtEl>
                                            <p:attrNameLst>
                                              <p:attrName>style.visibility</p:attrName>
                                            </p:attrNameLst>
                                          </p:cBhvr>
                                          <p:to>
                                            <p:strVal val="visible"/>
                                          </p:to>
                                        </p:set>
                                        <p:animEffect transition="in" filter="fade">
                                          <p:cBhvr>
                                            <p:cTn id="175" dur="500"/>
                                            <p:tgtEl>
                                              <p:spTgt spid="142"/>
                                            </p:tgtEl>
                                          </p:cBhvr>
                                        </p:animEffect>
                                      </p:childTnLst>
                                    </p:cTn>
                                  </p:par>
                                  <p:par>
                                    <p:cTn id="176" presetID="10" presetClass="entr" presetSubtype="0" fill="hold" nodeType="withEffect">
                                      <p:stCondLst>
                                        <p:cond delay="2000"/>
                                      </p:stCondLst>
                                      <p:childTnLst>
                                        <p:set>
                                          <p:cBhvr>
                                            <p:cTn id="177" dur="1" fill="hold">
                                              <p:stCondLst>
                                                <p:cond delay="0"/>
                                              </p:stCondLst>
                                            </p:cTn>
                                            <p:tgtEl>
                                              <p:spTgt spid="143"/>
                                            </p:tgtEl>
                                            <p:attrNameLst>
                                              <p:attrName>style.visibility</p:attrName>
                                            </p:attrNameLst>
                                          </p:cBhvr>
                                          <p:to>
                                            <p:strVal val="visible"/>
                                          </p:to>
                                        </p:set>
                                        <p:animEffect transition="in" filter="fade">
                                          <p:cBhvr>
                                            <p:cTn id="178" dur="500"/>
                                            <p:tgtEl>
                                              <p:spTgt spid="143"/>
                                            </p:tgtEl>
                                          </p:cBhvr>
                                        </p:animEffect>
                                      </p:childTnLst>
                                    </p:cTn>
                                  </p:par>
                                  <p:par>
                                    <p:cTn id="179" presetID="10" presetClass="entr" presetSubtype="0" fill="hold" nodeType="withEffect">
                                      <p:stCondLst>
                                        <p:cond delay="2250"/>
                                      </p:stCondLst>
                                      <p:childTnLst>
                                        <p:set>
                                          <p:cBhvr>
                                            <p:cTn id="180" dur="1" fill="hold">
                                              <p:stCondLst>
                                                <p:cond delay="0"/>
                                              </p:stCondLst>
                                            </p:cTn>
                                            <p:tgtEl>
                                              <p:spTgt spid="144"/>
                                            </p:tgtEl>
                                            <p:attrNameLst>
                                              <p:attrName>style.visibility</p:attrName>
                                            </p:attrNameLst>
                                          </p:cBhvr>
                                          <p:to>
                                            <p:strVal val="visible"/>
                                          </p:to>
                                        </p:set>
                                        <p:animEffect transition="in" filter="fade">
                                          <p:cBhvr>
                                            <p:cTn id="181" dur="500"/>
                                            <p:tgtEl>
                                              <p:spTgt spid="144"/>
                                            </p:tgtEl>
                                          </p:cBhvr>
                                        </p:animEffect>
                                      </p:childTnLst>
                                    </p:cTn>
                                  </p:par>
                                  <p:par>
                                    <p:cTn id="182" presetID="10" presetClass="entr" presetSubtype="0" fill="hold" nodeType="withEffect">
                                      <p:stCondLst>
                                        <p:cond delay="2500"/>
                                      </p:stCondLst>
                                      <p:childTnLst>
                                        <p:set>
                                          <p:cBhvr>
                                            <p:cTn id="183" dur="1" fill="hold">
                                              <p:stCondLst>
                                                <p:cond delay="0"/>
                                              </p:stCondLst>
                                            </p:cTn>
                                            <p:tgtEl>
                                              <p:spTgt spid="145"/>
                                            </p:tgtEl>
                                            <p:attrNameLst>
                                              <p:attrName>style.visibility</p:attrName>
                                            </p:attrNameLst>
                                          </p:cBhvr>
                                          <p:to>
                                            <p:strVal val="visible"/>
                                          </p:to>
                                        </p:set>
                                        <p:animEffect transition="in" filter="fade">
                                          <p:cBhvr>
                                            <p:cTn id="184" dur="500"/>
                                            <p:tgtEl>
                                              <p:spTgt spid="145"/>
                                            </p:tgtEl>
                                          </p:cBhvr>
                                        </p:animEffect>
                                      </p:childTnLst>
                                    </p:cTn>
                                  </p:par>
                                  <p:par>
                                    <p:cTn id="185" presetID="10" presetClass="entr" presetSubtype="0" fill="hold" nodeType="withEffect">
                                      <p:stCondLst>
                                        <p:cond delay="1500"/>
                                      </p:stCondLst>
                                      <p:childTnLst>
                                        <p:set>
                                          <p:cBhvr>
                                            <p:cTn id="186" dur="1" fill="hold">
                                              <p:stCondLst>
                                                <p:cond delay="0"/>
                                              </p:stCondLst>
                                            </p:cTn>
                                            <p:tgtEl>
                                              <p:spTgt spid="146"/>
                                            </p:tgtEl>
                                            <p:attrNameLst>
                                              <p:attrName>style.visibility</p:attrName>
                                            </p:attrNameLst>
                                          </p:cBhvr>
                                          <p:to>
                                            <p:strVal val="visible"/>
                                          </p:to>
                                        </p:set>
                                        <p:animEffect transition="in" filter="fade">
                                          <p:cBhvr>
                                            <p:cTn id="187" dur="500"/>
                                            <p:tgtEl>
                                              <p:spTgt spid="146"/>
                                            </p:tgtEl>
                                          </p:cBhvr>
                                        </p:animEffect>
                                      </p:childTnLst>
                                    </p:cTn>
                                  </p:par>
                                  <p:par>
                                    <p:cTn id="188" presetID="10" presetClass="entr" presetSubtype="0" fill="hold" nodeType="withEffect">
                                      <p:stCondLst>
                                        <p:cond delay="1750"/>
                                      </p:stCondLst>
                                      <p:childTnLst>
                                        <p:set>
                                          <p:cBhvr>
                                            <p:cTn id="189" dur="1" fill="hold">
                                              <p:stCondLst>
                                                <p:cond delay="0"/>
                                              </p:stCondLst>
                                            </p:cTn>
                                            <p:tgtEl>
                                              <p:spTgt spid="147"/>
                                            </p:tgtEl>
                                            <p:attrNameLst>
                                              <p:attrName>style.visibility</p:attrName>
                                            </p:attrNameLst>
                                          </p:cBhvr>
                                          <p:to>
                                            <p:strVal val="visible"/>
                                          </p:to>
                                        </p:set>
                                        <p:animEffect transition="in" filter="fade">
                                          <p:cBhvr>
                                            <p:cTn id="190" dur="500"/>
                                            <p:tgtEl>
                                              <p:spTgt spid="147"/>
                                            </p:tgtEl>
                                          </p:cBhvr>
                                        </p:animEffect>
                                      </p:childTnLst>
                                    </p:cTn>
                                  </p:par>
                                  <p:par>
                                    <p:cTn id="191" presetID="10" presetClass="entr" presetSubtype="0" fill="hold" nodeType="withEffect">
                                      <p:stCondLst>
                                        <p:cond delay="2000"/>
                                      </p:stCondLst>
                                      <p:childTnLst>
                                        <p:set>
                                          <p:cBhvr>
                                            <p:cTn id="192" dur="1" fill="hold">
                                              <p:stCondLst>
                                                <p:cond delay="0"/>
                                              </p:stCondLst>
                                            </p:cTn>
                                            <p:tgtEl>
                                              <p:spTgt spid="148"/>
                                            </p:tgtEl>
                                            <p:attrNameLst>
                                              <p:attrName>style.visibility</p:attrName>
                                            </p:attrNameLst>
                                          </p:cBhvr>
                                          <p:to>
                                            <p:strVal val="visible"/>
                                          </p:to>
                                        </p:set>
                                        <p:animEffect transition="in" filter="fade">
                                          <p:cBhvr>
                                            <p:cTn id="193" dur="500"/>
                                            <p:tgtEl>
                                              <p:spTgt spid="148"/>
                                            </p:tgtEl>
                                          </p:cBhvr>
                                        </p:animEffect>
                                      </p:childTnLst>
                                    </p:cTn>
                                  </p:par>
                                  <p:par>
                                    <p:cTn id="194" presetID="10" presetClass="entr" presetSubtype="0" fill="hold" nodeType="withEffect">
                                      <p:stCondLst>
                                        <p:cond delay="2250"/>
                                      </p:stCondLst>
                                      <p:childTnLst>
                                        <p:set>
                                          <p:cBhvr>
                                            <p:cTn id="195" dur="1" fill="hold">
                                              <p:stCondLst>
                                                <p:cond delay="0"/>
                                              </p:stCondLst>
                                            </p:cTn>
                                            <p:tgtEl>
                                              <p:spTgt spid="149"/>
                                            </p:tgtEl>
                                            <p:attrNameLst>
                                              <p:attrName>style.visibility</p:attrName>
                                            </p:attrNameLst>
                                          </p:cBhvr>
                                          <p:to>
                                            <p:strVal val="visible"/>
                                          </p:to>
                                        </p:set>
                                        <p:animEffect transition="in" filter="fade">
                                          <p:cBhvr>
                                            <p:cTn id="196" dur="500"/>
                                            <p:tgtEl>
                                              <p:spTgt spid="149"/>
                                            </p:tgtEl>
                                          </p:cBhvr>
                                        </p:animEffect>
                                      </p:childTnLst>
                                    </p:cTn>
                                  </p:par>
                                  <p:par>
                                    <p:cTn id="197" presetID="10" presetClass="entr" presetSubtype="0" fill="hold" nodeType="withEffect">
                                      <p:stCondLst>
                                        <p:cond delay="2500"/>
                                      </p:stCondLst>
                                      <p:childTnLst>
                                        <p:set>
                                          <p:cBhvr>
                                            <p:cTn id="198" dur="1" fill="hold">
                                              <p:stCondLst>
                                                <p:cond delay="0"/>
                                              </p:stCondLst>
                                            </p:cTn>
                                            <p:tgtEl>
                                              <p:spTgt spid="150"/>
                                            </p:tgtEl>
                                            <p:attrNameLst>
                                              <p:attrName>style.visibility</p:attrName>
                                            </p:attrNameLst>
                                          </p:cBhvr>
                                          <p:to>
                                            <p:strVal val="visible"/>
                                          </p:to>
                                        </p:set>
                                        <p:animEffect transition="in" filter="fade">
                                          <p:cBhvr>
                                            <p:cTn id="199" dur="500"/>
                                            <p:tgtEl>
                                              <p:spTgt spid="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4" grpId="0" animBg="1"/>
          <p:bldP spid="27" grpId="0" animBg="1"/>
          <p:bldP spid="30" grpId="0" animBg="1"/>
          <p:bldP spid="33" grpId="0" animBg="1"/>
          <p:bldP spid="36" grpId="0" animBg="1"/>
          <p:bldP spid="59" grpId="0" animBg="1"/>
          <p:bldP spid="62" grpId="0" animBg="1"/>
          <p:bldP spid="65" grpId="0" animBg="1"/>
          <p:bldP spid="68" grpId="0" animBg="1"/>
          <p:bldP spid="71" grpId="0" animBg="1"/>
          <p:bldP spid="78" grpId="0" animBg="1"/>
          <p:bldP spid="80" grpId="0" animBg="1"/>
          <p:bldP spid="81" grpId="0" animBg="1"/>
          <p:bldP spid="82" grpId="0" animBg="1"/>
          <p:bldP spid="83" grpId="0" animBg="1"/>
          <p:bldP spid="84" grpId="0" animBg="1"/>
          <p:bldP spid="85" grpId="0" animBg="1"/>
          <p:bldP spid="86" grpId="0" animBg="1"/>
          <p:bldP spid="87" grpId="0" animBg="1"/>
          <p:bldP spid="88" grpId="0" animBg="1"/>
        </p:bldLst>
      </p:timing>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689FFD49-2B91-4C24-9D83-A4BBCEC93CA4}"/>
              </a:ext>
            </a:extLst>
          </p:cNvPr>
          <p:cNvSpPr>
            <a:spLocks noEditPoints="1"/>
          </p:cNvSpPr>
          <p:nvPr/>
        </p:nvSpPr>
        <p:spPr bwMode="auto">
          <a:xfrm>
            <a:off x="784225" y="2403475"/>
            <a:ext cx="10631488" cy="3074988"/>
          </a:xfrm>
          <a:custGeom>
            <a:avLst/>
            <a:gdLst>
              <a:gd name="T0" fmla="*/ 1612 w 2732"/>
              <a:gd name="T1" fmla="*/ 32 h 789"/>
              <a:gd name="T2" fmla="*/ 1278 w 2732"/>
              <a:gd name="T3" fmla="*/ 45 h 789"/>
              <a:gd name="T4" fmla="*/ 1028 w 2732"/>
              <a:gd name="T5" fmla="*/ 56 h 789"/>
              <a:gd name="T6" fmla="*/ 2045 w 2732"/>
              <a:gd name="T7" fmla="*/ 67 h 789"/>
              <a:gd name="T8" fmla="*/ 978 w 2732"/>
              <a:gd name="T9" fmla="*/ 69 h 789"/>
              <a:gd name="T10" fmla="*/ 2004 w 2732"/>
              <a:gd name="T11" fmla="*/ 84 h 789"/>
              <a:gd name="T12" fmla="*/ 884 w 2732"/>
              <a:gd name="T13" fmla="*/ 78 h 789"/>
              <a:gd name="T14" fmla="*/ 904 w 2732"/>
              <a:gd name="T15" fmla="*/ 94 h 789"/>
              <a:gd name="T16" fmla="*/ 1694 w 2732"/>
              <a:gd name="T17" fmla="*/ 101 h 789"/>
              <a:gd name="T18" fmla="*/ 275 w 2732"/>
              <a:gd name="T19" fmla="*/ 112 h 789"/>
              <a:gd name="T20" fmla="*/ 1658 w 2732"/>
              <a:gd name="T21" fmla="*/ 120 h 789"/>
              <a:gd name="T22" fmla="*/ 327 w 2732"/>
              <a:gd name="T23" fmla="*/ 121 h 789"/>
              <a:gd name="T24" fmla="*/ 914 w 2732"/>
              <a:gd name="T25" fmla="*/ 115 h 789"/>
              <a:gd name="T26" fmla="*/ 2006 w 2732"/>
              <a:gd name="T27" fmla="*/ 130 h 789"/>
              <a:gd name="T28" fmla="*/ 606 w 2732"/>
              <a:gd name="T29" fmla="*/ 134 h 789"/>
              <a:gd name="T30" fmla="*/ 1918 w 2732"/>
              <a:gd name="T31" fmla="*/ 147 h 789"/>
              <a:gd name="T32" fmla="*/ 1021 w 2732"/>
              <a:gd name="T33" fmla="*/ 147 h 789"/>
              <a:gd name="T34" fmla="*/ 1583 w 2732"/>
              <a:gd name="T35" fmla="*/ 157 h 789"/>
              <a:gd name="T36" fmla="*/ 601 w 2732"/>
              <a:gd name="T37" fmla="*/ 157 h 789"/>
              <a:gd name="T38" fmla="*/ 2045 w 2732"/>
              <a:gd name="T39" fmla="*/ 161 h 789"/>
              <a:gd name="T40" fmla="*/ 433 w 2732"/>
              <a:gd name="T41" fmla="*/ 170 h 789"/>
              <a:gd name="T42" fmla="*/ 1335 w 2732"/>
              <a:gd name="T43" fmla="*/ 180 h 789"/>
              <a:gd name="T44" fmla="*/ 435 w 2732"/>
              <a:gd name="T45" fmla="*/ 193 h 789"/>
              <a:gd name="T46" fmla="*/ 1641 w 2732"/>
              <a:gd name="T47" fmla="*/ 192 h 789"/>
              <a:gd name="T48" fmla="*/ 1292 w 2732"/>
              <a:gd name="T49" fmla="*/ 206 h 789"/>
              <a:gd name="T50" fmla="*/ 1711 w 2732"/>
              <a:gd name="T51" fmla="*/ 215 h 789"/>
              <a:gd name="T52" fmla="*/ 2181 w 2732"/>
              <a:gd name="T53" fmla="*/ 218 h 789"/>
              <a:gd name="T54" fmla="*/ 497 w 2732"/>
              <a:gd name="T55" fmla="*/ 235 h 789"/>
              <a:gd name="T56" fmla="*/ 2121 w 2732"/>
              <a:gd name="T57" fmla="*/ 228 h 789"/>
              <a:gd name="T58" fmla="*/ 1969 w 2732"/>
              <a:gd name="T59" fmla="*/ 235 h 789"/>
              <a:gd name="T60" fmla="*/ 721 w 2732"/>
              <a:gd name="T61" fmla="*/ 237 h 789"/>
              <a:gd name="T62" fmla="*/ 1881 w 2732"/>
              <a:gd name="T63" fmla="*/ 254 h 789"/>
              <a:gd name="T64" fmla="*/ 1580 w 2732"/>
              <a:gd name="T65" fmla="*/ 265 h 789"/>
              <a:gd name="T66" fmla="*/ 2261 w 2732"/>
              <a:gd name="T67" fmla="*/ 267 h 789"/>
              <a:gd name="T68" fmla="*/ 645 w 2732"/>
              <a:gd name="T69" fmla="*/ 271 h 789"/>
              <a:gd name="T70" fmla="*/ 1172 w 2732"/>
              <a:gd name="T71" fmla="*/ 278 h 789"/>
              <a:gd name="T72" fmla="*/ 2020 w 2732"/>
              <a:gd name="T73" fmla="*/ 288 h 789"/>
              <a:gd name="T74" fmla="*/ 1451 w 2732"/>
              <a:gd name="T75" fmla="*/ 300 h 789"/>
              <a:gd name="T76" fmla="*/ 270 w 2732"/>
              <a:gd name="T77" fmla="*/ 316 h 789"/>
              <a:gd name="T78" fmla="*/ 1478 w 2732"/>
              <a:gd name="T79" fmla="*/ 308 h 789"/>
              <a:gd name="T80" fmla="*/ 2001 w 2732"/>
              <a:gd name="T81" fmla="*/ 318 h 789"/>
              <a:gd name="T82" fmla="*/ 1616 w 2732"/>
              <a:gd name="T83" fmla="*/ 332 h 789"/>
              <a:gd name="T84" fmla="*/ 1554 w 2732"/>
              <a:gd name="T85" fmla="*/ 345 h 789"/>
              <a:gd name="T86" fmla="*/ 334 w 2732"/>
              <a:gd name="T87" fmla="*/ 355 h 789"/>
              <a:gd name="T88" fmla="*/ 2082 w 2732"/>
              <a:gd name="T89" fmla="*/ 357 h 789"/>
              <a:gd name="T90" fmla="*/ 1437 w 2732"/>
              <a:gd name="T91" fmla="*/ 378 h 789"/>
              <a:gd name="T92" fmla="*/ 1072 w 2732"/>
              <a:gd name="T93" fmla="*/ 386 h 789"/>
              <a:gd name="T94" fmla="*/ 1265 w 2732"/>
              <a:gd name="T95" fmla="*/ 399 h 789"/>
              <a:gd name="T96" fmla="*/ 1044 w 2732"/>
              <a:gd name="T97" fmla="*/ 409 h 789"/>
              <a:gd name="T98" fmla="*/ 2042 w 2732"/>
              <a:gd name="T99" fmla="*/ 421 h 789"/>
              <a:gd name="T100" fmla="*/ 1488 w 2732"/>
              <a:gd name="T101" fmla="*/ 445 h 789"/>
              <a:gd name="T102" fmla="*/ 2006 w 2732"/>
              <a:gd name="T103" fmla="*/ 436 h 789"/>
              <a:gd name="T104" fmla="*/ 1527 w 2732"/>
              <a:gd name="T105" fmla="*/ 465 h 789"/>
              <a:gd name="T106" fmla="*/ 1405 w 2732"/>
              <a:gd name="T107" fmla="*/ 490 h 789"/>
              <a:gd name="T108" fmla="*/ 1471 w 2732"/>
              <a:gd name="T109" fmla="*/ 493 h 789"/>
              <a:gd name="T110" fmla="*/ 695 w 2732"/>
              <a:gd name="T111" fmla="*/ 505 h 789"/>
              <a:gd name="T112" fmla="*/ 822 w 2732"/>
              <a:gd name="T113" fmla="*/ 529 h 789"/>
              <a:gd name="T114" fmla="*/ 2344 w 2732"/>
              <a:gd name="T115" fmla="*/ 559 h 789"/>
              <a:gd name="T116" fmla="*/ 2317 w 2732"/>
              <a:gd name="T117" fmla="*/ 584 h 789"/>
              <a:gd name="T118" fmla="*/ 1561 w 2732"/>
              <a:gd name="T119" fmla="*/ 595 h 789"/>
              <a:gd name="T120" fmla="*/ 2298 w 2732"/>
              <a:gd name="T121" fmla="*/ 611 h 789"/>
              <a:gd name="T122" fmla="*/ 2286 w 2732"/>
              <a:gd name="T123" fmla="*/ 625 h 789"/>
              <a:gd name="T124" fmla="*/ 632 w 2732"/>
              <a:gd name="T125" fmla="*/ 677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32" h="789">
                <a:moveTo>
                  <a:pt x="837" y="0"/>
                </a:moveTo>
                <a:cubicBezTo>
                  <a:pt x="838" y="0"/>
                  <a:pt x="839" y="0"/>
                  <a:pt x="840" y="0"/>
                </a:cubicBezTo>
                <a:cubicBezTo>
                  <a:pt x="841" y="0"/>
                  <a:pt x="841" y="1"/>
                  <a:pt x="842" y="1"/>
                </a:cubicBezTo>
                <a:cubicBezTo>
                  <a:pt x="843" y="1"/>
                  <a:pt x="843" y="2"/>
                  <a:pt x="843" y="2"/>
                </a:cubicBezTo>
                <a:cubicBezTo>
                  <a:pt x="844" y="3"/>
                  <a:pt x="844" y="3"/>
                  <a:pt x="844" y="3"/>
                </a:cubicBezTo>
                <a:cubicBezTo>
                  <a:pt x="844" y="4"/>
                  <a:pt x="843" y="4"/>
                  <a:pt x="843" y="5"/>
                </a:cubicBezTo>
                <a:cubicBezTo>
                  <a:pt x="843" y="5"/>
                  <a:pt x="842" y="6"/>
                  <a:pt x="841" y="6"/>
                </a:cubicBezTo>
                <a:cubicBezTo>
                  <a:pt x="841" y="6"/>
                  <a:pt x="840" y="6"/>
                  <a:pt x="839" y="7"/>
                </a:cubicBezTo>
                <a:cubicBezTo>
                  <a:pt x="838" y="7"/>
                  <a:pt x="837" y="7"/>
                  <a:pt x="836" y="7"/>
                </a:cubicBezTo>
                <a:cubicBezTo>
                  <a:pt x="835" y="7"/>
                  <a:pt x="834" y="7"/>
                  <a:pt x="833" y="7"/>
                </a:cubicBezTo>
                <a:cubicBezTo>
                  <a:pt x="832" y="6"/>
                  <a:pt x="831" y="6"/>
                  <a:pt x="831" y="6"/>
                </a:cubicBezTo>
                <a:cubicBezTo>
                  <a:pt x="830" y="6"/>
                  <a:pt x="829" y="5"/>
                  <a:pt x="829" y="5"/>
                </a:cubicBezTo>
                <a:cubicBezTo>
                  <a:pt x="829" y="4"/>
                  <a:pt x="829" y="4"/>
                  <a:pt x="829" y="3"/>
                </a:cubicBezTo>
                <a:cubicBezTo>
                  <a:pt x="829" y="3"/>
                  <a:pt x="829" y="3"/>
                  <a:pt x="830" y="2"/>
                </a:cubicBezTo>
                <a:cubicBezTo>
                  <a:pt x="830" y="2"/>
                  <a:pt x="831" y="1"/>
                  <a:pt x="831" y="1"/>
                </a:cubicBezTo>
                <a:cubicBezTo>
                  <a:pt x="832" y="1"/>
                  <a:pt x="833" y="0"/>
                  <a:pt x="834" y="0"/>
                </a:cubicBezTo>
                <a:cubicBezTo>
                  <a:pt x="835" y="0"/>
                  <a:pt x="836" y="0"/>
                  <a:pt x="837" y="0"/>
                </a:cubicBezTo>
                <a:close/>
                <a:moveTo>
                  <a:pt x="872" y="0"/>
                </a:moveTo>
                <a:cubicBezTo>
                  <a:pt x="871" y="0"/>
                  <a:pt x="870" y="1"/>
                  <a:pt x="869" y="1"/>
                </a:cubicBezTo>
                <a:cubicBezTo>
                  <a:pt x="868" y="1"/>
                  <a:pt x="868" y="2"/>
                  <a:pt x="867" y="2"/>
                </a:cubicBezTo>
                <a:cubicBezTo>
                  <a:pt x="867" y="3"/>
                  <a:pt x="867" y="3"/>
                  <a:pt x="867" y="3"/>
                </a:cubicBezTo>
                <a:cubicBezTo>
                  <a:pt x="866" y="4"/>
                  <a:pt x="867" y="4"/>
                  <a:pt x="867" y="5"/>
                </a:cubicBezTo>
                <a:cubicBezTo>
                  <a:pt x="867" y="5"/>
                  <a:pt x="868" y="6"/>
                  <a:pt x="868" y="6"/>
                </a:cubicBezTo>
                <a:cubicBezTo>
                  <a:pt x="869" y="6"/>
                  <a:pt x="870" y="6"/>
                  <a:pt x="871" y="7"/>
                </a:cubicBezTo>
                <a:cubicBezTo>
                  <a:pt x="872" y="7"/>
                  <a:pt x="873" y="7"/>
                  <a:pt x="874" y="7"/>
                </a:cubicBezTo>
                <a:cubicBezTo>
                  <a:pt x="875" y="7"/>
                  <a:pt x="876" y="7"/>
                  <a:pt x="877" y="7"/>
                </a:cubicBezTo>
                <a:cubicBezTo>
                  <a:pt x="878" y="6"/>
                  <a:pt x="878" y="6"/>
                  <a:pt x="879" y="6"/>
                </a:cubicBezTo>
                <a:cubicBezTo>
                  <a:pt x="880" y="6"/>
                  <a:pt x="880" y="5"/>
                  <a:pt x="881" y="5"/>
                </a:cubicBezTo>
                <a:cubicBezTo>
                  <a:pt x="881" y="4"/>
                  <a:pt x="882" y="4"/>
                  <a:pt x="882" y="3"/>
                </a:cubicBezTo>
                <a:cubicBezTo>
                  <a:pt x="882" y="3"/>
                  <a:pt x="882" y="3"/>
                  <a:pt x="881" y="2"/>
                </a:cubicBezTo>
                <a:cubicBezTo>
                  <a:pt x="881" y="2"/>
                  <a:pt x="880" y="1"/>
                  <a:pt x="880" y="1"/>
                </a:cubicBezTo>
                <a:cubicBezTo>
                  <a:pt x="879" y="1"/>
                  <a:pt x="878" y="0"/>
                  <a:pt x="877" y="0"/>
                </a:cubicBezTo>
                <a:cubicBezTo>
                  <a:pt x="877" y="0"/>
                  <a:pt x="876" y="0"/>
                  <a:pt x="875" y="0"/>
                </a:cubicBezTo>
                <a:cubicBezTo>
                  <a:pt x="873" y="0"/>
                  <a:pt x="872" y="0"/>
                  <a:pt x="872" y="0"/>
                </a:cubicBezTo>
                <a:close/>
                <a:moveTo>
                  <a:pt x="796" y="0"/>
                </a:moveTo>
                <a:cubicBezTo>
                  <a:pt x="795" y="0"/>
                  <a:pt x="794" y="1"/>
                  <a:pt x="793" y="1"/>
                </a:cubicBezTo>
                <a:cubicBezTo>
                  <a:pt x="793" y="1"/>
                  <a:pt x="792" y="2"/>
                  <a:pt x="792" y="2"/>
                </a:cubicBezTo>
                <a:cubicBezTo>
                  <a:pt x="791" y="3"/>
                  <a:pt x="791" y="3"/>
                  <a:pt x="791" y="3"/>
                </a:cubicBezTo>
                <a:cubicBezTo>
                  <a:pt x="791" y="4"/>
                  <a:pt x="791" y="4"/>
                  <a:pt x="791" y="5"/>
                </a:cubicBezTo>
                <a:cubicBezTo>
                  <a:pt x="792" y="5"/>
                  <a:pt x="792" y="6"/>
                  <a:pt x="793" y="6"/>
                </a:cubicBezTo>
                <a:cubicBezTo>
                  <a:pt x="793" y="6"/>
                  <a:pt x="794" y="6"/>
                  <a:pt x="795" y="7"/>
                </a:cubicBezTo>
                <a:cubicBezTo>
                  <a:pt x="796" y="7"/>
                  <a:pt x="797" y="7"/>
                  <a:pt x="798" y="7"/>
                </a:cubicBezTo>
                <a:cubicBezTo>
                  <a:pt x="799" y="7"/>
                  <a:pt x="800" y="7"/>
                  <a:pt x="801" y="7"/>
                </a:cubicBezTo>
                <a:cubicBezTo>
                  <a:pt x="802" y="6"/>
                  <a:pt x="803" y="6"/>
                  <a:pt x="803" y="6"/>
                </a:cubicBezTo>
                <a:cubicBezTo>
                  <a:pt x="804" y="6"/>
                  <a:pt x="805" y="5"/>
                  <a:pt x="805" y="5"/>
                </a:cubicBezTo>
                <a:cubicBezTo>
                  <a:pt x="806" y="4"/>
                  <a:pt x="806" y="4"/>
                  <a:pt x="806" y="3"/>
                </a:cubicBezTo>
                <a:cubicBezTo>
                  <a:pt x="806" y="3"/>
                  <a:pt x="806" y="3"/>
                  <a:pt x="806" y="2"/>
                </a:cubicBezTo>
                <a:cubicBezTo>
                  <a:pt x="805" y="2"/>
                  <a:pt x="805" y="1"/>
                  <a:pt x="804" y="1"/>
                </a:cubicBezTo>
                <a:cubicBezTo>
                  <a:pt x="804" y="1"/>
                  <a:pt x="803" y="0"/>
                  <a:pt x="802" y="0"/>
                </a:cubicBezTo>
                <a:cubicBezTo>
                  <a:pt x="801" y="0"/>
                  <a:pt x="800" y="0"/>
                  <a:pt x="799" y="0"/>
                </a:cubicBezTo>
                <a:cubicBezTo>
                  <a:pt x="798" y="0"/>
                  <a:pt x="797" y="0"/>
                  <a:pt x="796" y="0"/>
                </a:cubicBezTo>
                <a:close/>
                <a:moveTo>
                  <a:pt x="1616" y="9"/>
                </a:moveTo>
                <a:cubicBezTo>
                  <a:pt x="1615" y="9"/>
                  <a:pt x="1613" y="8"/>
                  <a:pt x="1612" y="8"/>
                </a:cubicBezTo>
                <a:cubicBezTo>
                  <a:pt x="1612" y="8"/>
                  <a:pt x="1611" y="9"/>
                  <a:pt x="1611" y="9"/>
                </a:cubicBezTo>
                <a:cubicBezTo>
                  <a:pt x="1610" y="9"/>
                  <a:pt x="1610" y="9"/>
                  <a:pt x="1610" y="9"/>
                </a:cubicBezTo>
                <a:cubicBezTo>
                  <a:pt x="1609" y="9"/>
                  <a:pt x="1609" y="9"/>
                  <a:pt x="1609" y="9"/>
                </a:cubicBezTo>
                <a:cubicBezTo>
                  <a:pt x="1608" y="9"/>
                  <a:pt x="1608" y="9"/>
                  <a:pt x="1608" y="9"/>
                </a:cubicBezTo>
                <a:cubicBezTo>
                  <a:pt x="1607" y="9"/>
                  <a:pt x="1607" y="9"/>
                  <a:pt x="1606" y="10"/>
                </a:cubicBezTo>
                <a:cubicBezTo>
                  <a:pt x="1606" y="10"/>
                  <a:pt x="1606" y="10"/>
                  <a:pt x="1605" y="10"/>
                </a:cubicBezTo>
                <a:cubicBezTo>
                  <a:pt x="1605" y="11"/>
                  <a:pt x="1605" y="11"/>
                  <a:pt x="1605" y="11"/>
                </a:cubicBezTo>
                <a:cubicBezTo>
                  <a:pt x="1605" y="11"/>
                  <a:pt x="1605" y="12"/>
                  <a:pt x="1605" y="13"/>
                </a:cubicBezTo>
                <a:cubicBezTo>
                  <a:pt x="1605" y="13"/>
                  <a:pt x="1606" y="14"/>
                  <a:pt x="1607" y="14"/>
                </a:cubicBezTo>
                <a:cubicBezTo>
                  <a:pt x="1608" y="15"/>
                  <a:pt x="1608" y="15"/>
                  <a:pt x="1608" y="15"/>
                </a:cubicBezTo>
                <a:cubicBezTo>
                  <a:pt x="1609" y="15"/>
                  <a:pt x="1610" y="15"/>
                  <a:pt x="1611" y="15"/>
                </a:cubicBezTo>
                <a:cubicBezTo>
                  <a:pt x="1611" y="15"/>
                  <a:pt x="1611" y="15"/>
                  <a:pt x="1612" y="15"/>
                </a:cubicBezTo>
                <a:cubicBezTo>
                  <a:pt x="1612" y="15"/>
                  <a:pt x="1612" y="15"/>
                  <a:pt x="1612" y="15"/>
                </a:cubicBezTo>
                <a:cubicBezTo>
                  <a:pt x="1612" y="15"/>
                  <a:pt x="1612" y="15"/>
                  <a:pt x="1612" y="15"/>
                </a:cubicBezTo>
                <a:cubicBezTo>
                  <a:pt x="1612" y="15"/>
                  <a:pt x="1613" y="15"/>
                  <a:pt x="1613" y="15"/>
                </a:cubicBezTo>
                <a:cubicBezTo>
                  <a:pt x="1613" y="15"/>
                  <a:pt x="1613" y="15"/>
                  <a:pt x="1613" y="15"/>
                </a:cubicBezTo>
                <a:cubicBezTo>
                  <a:pt x="1613" y="15"/>
                  <a:pt x="1613" y="15"/>
                  <a:pt x="1614" y="15"/>
                </a:cubicBezTo>
                <a:cubicBezTo>
                  <a:pt x="1614" y="15"/>
                  <a:pt x="1614" y="15"/>
                  <a:pt x="1614" y="15"/>
                </a:cubicBezTo>
                <a:cubicBezTo>
                  <a:pt x="1614" y="15"/>
                  <a:pt x="1614" y="15"/>
                  <a:pt x="1614" y="15"/>
                </a:cubicBezTo>
                <a:cubicBezTo>
                  <a:pt x="1615" y="15"/>
                  <a:pt x="1615" y="15"/>
                  <a:pt x="1615" y="15"/>
                </a:cubicBezTo>
                <a:cubicBezTo>
                  <a:pt x="1615" y="15"/>
                  <a:pt x="1615" y="15"/>
                  <a:pt x="1616" y="15"/>
                </a:cubicBezTo>
                <a:cubicBezTo>
                  <a:pt x="1616" y="15"/>
                  <a:pt x="1616" y="15"/>
                  <a:pt x="1616" y="15"/>
                </a:cubicBezTo>
                <a:cubicBezTo>
                  <a:pt x="1617" y="15"/>
                  <a:pt x="1617" y="15"/>
                  <a:pt x="1617" y="15"/>
                </a:cubicBezTo>
                <a:cubicBezTo>
                  <a:pt x="1618" y="14"/>
                  <a:pt x="1618" y="14"/>
                  <a:pt x="1618" y="14"/>
                </a:cubicBezTo>
                <a:cubicBezTo>
                  <a:pt x="1619" y="14"/>
                  <a:pt x="1620" y="13"/>
                  <a:pt x="1620" y="12"/>
                </a:cubicBezTo>
                <a:cubicBezTo>
                  <a:pt x="1620" y="12"/>
                  <a:pt x="1620" y="11"/>
                  <a:pt x="1620" y="11"/>
                </a:cubicBezTo>
                <a:cubicBezTo>
                  <a:pt x="1619" y="11"/>
                  <a:pt x="1619" y="11"/>
                  <a:pt x="1619" y="10"/>
                </a:cubicBezTo>
                <a:cubicBezTo>
                  <a:pt x="1618" y="10"/>
                  <a:pt x="1618" y="10"/>
                  <a:pt x="1618" y="10"/>
                </a:cubicBezTo>
                <a:cubicBezTo>
                  <a:pt x="1617" y="9"/>
                  <a:pt x="1617" y="9"/>
                  <a:pt x="1616" y="9"/>
                </a:cubicBezTo>
                <a:cubicBezTo>
                  <a:pt x="1616" y="9"/>
                  <a:pt x="1617" y="9"/>
                  <a:pt x="1616" y="9"/>
                </a:cubicBezTo>
                <a:close/>
                <a:moveTo>
                  <a:pt x="1047" y="9"/>
                </a:moveTo>
                <a:cubicBezTo>
                  <a:pt x="1046" y="9"/>
                  <a:pt x="1045" y="8"/>
                  <a:pt x="1044" y="8"/>
                </a:cubicBezTo>
                <a:cubicBezTo>
                  <a:pt x="1044" y="8"/>
                  <a:pt x="1043" y="8"/>
                  <a:pt x="1043" y="9"/>
                </a:cubicBezTo>
                <a:cubicBezTo>
                  <a:pt x="1043" y="9"/>
                  <a:pt x="1043" y="9"/>
                  <a:pt x="1042" y="9"/>
                </a:cubicBezTo>
                <a:cubicBezTo>
                  <a:pt x="1042" y="9"/>
                  <a:pt x="1042" y="9"/>
                  <a:pt x="1042" y="9"/>
                </a:cubicBezTo>
                <a:cubicBezTo>
                  <a:pt x="1041" y="9"/>
                  <a:pt x="1041" y="9"/>
                  <a:pt x="1041" y="9"/>
                </a:cubicBezTo>
                <a:cubicBezTo>
                  <a:pt x="1040" y="9"/>
                  <a:pt x="1040" y="9"/>
                  <a:pt x="1040" y="9"/>
                </a:cubicBezTo>
                <a:cubicBezTo>
                  <a:pt x="1038" y="10"/>
                  <a:pt x="1036" y="11"/>
                  <a:pt x="1036" y="13"/>
                </a:cubicBezTo>
                <a:cubicBezTo>
                  <a:pt x="1036" y="13"/>
                  <a:pt x="1036" y="13"/>
                  <a:pt x="1036" y="13"/>
                </a:cubicBezTo>
                <a:cubicBezTo>
                  <a:pt x="1037" y="13"/>
                  <a:pt x="1037" y="13"/>
                  <a:pt x="1037" y="14"/>
                </a:cubicBezTo>
                <a:cubicBezTo>
                  <a:pt x="1037" y="14"/>
                  <a:pt x="1037" y="14"/>
                  <a:pt x="1037" y="14"/>
                </a:cubicBezTo>
                <a:cubicBezTo>
                  <a:pt x="1038" y="14"/>
                  <a:pt x="1038" y="14"/>
                  <a:pt x="1038" y="14"/>
                </a:cubicBezTo>
                <a:cubicBezTo>
                  <a:pt x="1039" y="15"/>
                  <a:pt x="1039" y="15"/>
                  <a:pt x="1039" y="15"/>
                </a:cubicBezTo>
                <a:cubicBezTo>
                  <a:pt x="1040" y="15"/>
                  <a:pt x="1040" y="15"/>
                  <a:pt x="1040" y="15"/>
                </a:cubicBezTo>
                <a:cubicBezTo>
                  <a:pt x="1041" y="15"/>
                  <a:pt x="1041" y="15"/>
                  <a:pt x="1042" y="15"/>
                </a:cubicBezTo>
                <a:cubicBezTo>
                  <a:pt x="1042" y="15"/>
                  <a:pt x="1042" y="15"/>
                  <a:pt x="1042" y="15"/>
                </a:cubicBezTo>
                <a:cubicBezTo>
                  <a:pt x="1042" y="15"/>
                  <a:pt x="1042" y="15"/>
                  <a:pt x="1043" y="15"/>
                </a:cubicBezTo>
                <a:cubicBezTo>
                  <a:pt x="1043" y="15"/>
                  <a:pt x="1043" y="15"/>
                  <a:pt x="1043" y="15"/>
                </a:cubicBezTo>
                <a:cubicBezTo>
                  <a:pt x="1043" y="15"/>
                  <a:pt x="1043" y="15"/>
                  <a:pt x="1043" y="15"/>
                </a:cubicBezTo>
                <a:cubicBezTo>
                  <a:pt x="1043" y="15"/>
                  <a:pt x="1044" y="15"/>
                  <a:pt x="1044" y="15"/>
                </a:cubicBezTo>
                <a:cubicBezTo>
                  <a:pt x="1044" y="15"/>
                  <a:pt x="1044" y="15"/>
                  <a:pt x="1044" y="15"/>
                </a:cubicBezTo>
                <a:cubicBezTo>
                  <a:pt x="1044" y="15"/>
                  <a:pt x="1044" y="15"/>
                  <a:pt x="1045" y="15"/>
                </a:cubicBezTo>
                <a:cubicBezTo>
                  <a:pt x="1045" y="15"/>
                  <a:pt x="1045" y="15"/>
                  <a:pt x="1045" y="15"/>
                </a:cubicBezTo>
                <a:cubicBezTo>
                  <a:pt x="1045" y="15"/>
                  <a:pt x="1045" y="15"/>
                  <a:pt x="1045" y="15"/>
                </a:cubicBezTo>
                <a:cubicBezTo>
                  <a:pt x="1045" y="15"/>
                  <a:pt x="1045" y="15"/>
                  <a:pt x="1046" y="15"/>
                </a:cubicBezTo>
                <a:cubicBezTo>
                  <a:pt x="1046" y="15"/>
                  <a:pt x="1046" y="15"/>
                  <a:pt x="1046" y="15"/>
                </a:cubicBezTo>
                <a:cubicBezTo>
                  <a:pt x="1046" y="15"/>
                  <a:pt x="1046" y="15"/>
                  <a:pt x="1046" y="15"/>
                </a:cubicBezTo>
                <a:cubicBezTo>
                  <a:pt x="1048" y="15"/>
                  <a:pt x="1048" y="15"/>
                  <a:pt x="1048" y="15"/>
                </a:cubicBezTo>
                <a:cubicBezTo>
                  <a:pt x="1049" y="14"/>
                  <a:pt x="1049" y="14"/>
                  <a:pt x="1049" y="14"/>
                </a:cubicBezTo>
                <a:cubicBezTo>
                  <a:pt x="1050" y="14"/>
                  <a:pt x="1051" y="13"/>
                  <a:pt x="1051" y="12"/>
                </a:cubicBezTo>
                <a:cubicBezTo>
                  <a:pt x="1051" y="12"/>
                  <a:pt x="1051" y="11"/>
                  <a:pt x="1051" y="11"/>
                </a:cubicBezTo>
                <a:cubicBezTo>
                  <a:pt x="1051" y="11"/>
                  <a:pt x="1051" y="11"/>
                  <a:pt x="1050" y="10"/>
                </a:cubicBezTo>
                <a:cubicBezTo>
                  <a:pt x="1050" y="10"/>
                  <a:pt x="1050" y="10"/>
                  <a:pt x="1049" y="10"/>
                </a:cubicBezTo>
                <a:cubicBezTo>
                  <a:pt x="1049" y="9"/>
                  <a:pt x="1049" y="9"/>
                  <a:pt x="1048" y="9"/>
                </a:cubicBezTo>
                <a:lnTo>
                  <a:pt x="1047" y="9"/>
                </a:lnTo>
                <a:close/>
                <a:moveTo>
                  <a:pt x="859" y="9"/>
                </a:moveTo>
                <a:cubicBezTo>
                  <a:pt x="857" y="9"/>
                  <a:pt x="856" y="8"/>
                  <a:pt x="854" y="8"/>
                </a:cubicBezTo>
                <a:cubicBezTo>
                  <a:pt x="854" y="8"/>
                  <a:pt x="854" y="9"/>
                  <a:pt x="853" y="9"/>
                </a:cubicBezTo>
                <a:cubicBezTo>
                  <a:pt x="853" y="9"/>
                  <a:pt x="853" y="9"/>
                  <a:pt x="852" y="9"/>
                </a:cubicBezTo>
                <a:cubicBezTo>
                  <a:pt x="852" y="9"/>
                  <a:pt x="851" y="9"/>
                  <a:pt x="851" y="9"/>
                </a:cubicBezTo>
                <a:cubicBezTo>
                  <a:pt x="851" y="9"/>
                  <a:pt x="850" y="9"/>
                  <a:pt x="850" y="9"/>
                </a:cubicBezTo>
                <a:cubicBezTo>
                  <a:pt x="850" y="9"/>
                  <a:pt x="849" y="9"/>
                  <a:pt x="849" y="10"/>
                </a:cubicBezTo>
                <a:cubicBezTo>
                  <a:pt x="848" y="10"/>
                  <a:pt x="848" y="10"/>
                  <a:pt x="848" y="10"/>
                </a:cubicBezTo>
                <a:cubicBezTo>
                  <a:pt x="847" y="11"/>
                  <a:pt x="847" y="11"/>
                  <a:pt x="847" y="11"/>
                </a:cubicBezTo>
                <a:cubicBezTo>
                  <a:pt x="847" y="11"/>
                  <a:pt x="846" y="12"/>
                  <a:pt x="846" y="13"/>
                </a:cubicBezTo>
                <a:cubicBezTo>
                  <a:pt x="847" y="13"/>
                  <a:pt x="848" y="14"/>
                  <a:pt x="848" y="14"/>
                </a:cubicBezTo>
                <a:cubicBezTo>
                  <a:pt x="849" y="15"/>
                  <a:pt x="849" y="15"/>
                  <a:pt x="849" y="15"/>
                </a:cubicBezTo>
                <a:cubicBezTo>
                  <a:pt x="850" y="15"/>
                  <a:pt x="851" y="15"/>
                  <a:pt x="852" y="15"/>
                </a:cubicBezTo>
                <a:cubicBezTo>
                  <a:pt x="852" y="15"/>
                  <a:pt x="852" y="15"/>
                  <a:pt x="852" y="15"/>
                </a:cubicBezTo>
                <a:cubicBezTo>
                  <a:pt x="853" y="15"/>
                  <a:pt x="853" y="15"/>
                  <a:pt x="853" y="15"/>
                </a:cubicBezTo>
                <a:cubicBezTo>
                  <a:pt x="853" y="15"/>
                  <a:pt x="853" y="15"/>
                  <a:pt x="853" y="15"/>
                </a:cubicBezTo>
                <a:cubicBezTo>
                  <a:pt x="853" y="15"/>
                  <a:pt x="853" y="15"/>
                  <a:pt x="854" y="15"/>
                </a:cubicBezTo>
                <a:cubicBezTo>
                  <a:pt x="854" y="15"/>
                  <a:pt x="854" y="15"/>
                  <a:pt x="854" y="15"/>
                </a:cubicBezTo>
                <a:cubicBezTo>
                  <a:pt x="854" y="15"/>
                  <a:pt x="854" y="15"/>
                  <a:pt x="854" y="15"/>
                </a:cubicBezTo>
                <a:cubicBezTo>
                  <a:pt x="854" y="15"/>
                  <a:pt x="855" y="15"/>
                  <a:pt x="855" y="15"/>
                </a:cubicBezTo>
                <a:cubicBezTo>
                  <a:pt x="855" y="15"/>
                  <a:pt x="855" y="15"/>
                  <a:pt x="855" y="15"/>
                </a:cubicBezTo>
                <a:cubicBezTo>
                  <a:pt x="855" y="15"/>
                  <a:pt x="856" y="15"/>
                  <a:pt x="856" y="15"/>
                </a:cubicBezTo>
                <a:cubicBezTo>
                  <a:pt x="856" y="15"/>
                  <a:pt x="856" y="15"/>
                  <a:pt x="857" y="15"/>
                </a:cubicBezTo>
                <a:cubicBezTo>
                  <a:pt x="857" y="15"/>
                  <a:pt x="857" y="15"/>
                  <a:pt x="857" y="15"/>
                </a:cubicBezTo>
                <a:cubicBezTo>
                  <a:pt x="857" y="15"/>
                  <a:pt x="858" y="15"/>
                  <a:pt x="858" y="15"/>
                </a:cubicBezTo>
                <a:cubicBezTo>
                  <a:pt x="859" y="14"/>
                  <a:pt x="859" y="14"/>
                  <a:pt x="859" y="14"/>
                </a:cubicBezTo>
                <a:cubicBezTo>
                  <a:pt x="860" y="14"/>
                  <a:pt x="861" y="13"/>
                  <a:pt x="862" y="12"/>
                </a:cubicBezTo>
                <a:cubicBezTo>
                  <a:pt x="862" y="12"/>
                  <a:pt x="862" y="11"/>
                  <a:pt x="861" y="11"/>
                </a:cubicBezTo>
                <a:cubicBezTo>
                  <a:pt x="861" y="11"/>
                  <a:pt x="861" y="11"/>
                  <a:pt x="861" y="10"/>
                </a:cubicBezTo>
                <a:cubicBezTo>
                  <a:pt x="861" y="10"/>
                  <a:pt x="860" y="10"/>
                  <a:pt x="860" y="10"/>
                </a:cubicBezTo>
                <a:cubicBezTo>
                  <a:pt x="860" y="9"/>
                  <a:pt x="859" y="9"/>
                  <a:pt x="859" y="9"/>
                </a:cubicBezTo>
                <a:cubicBezTo>
                  <a:pt x="858" y="9"/>
                  <a:pt x="859" y="9"/>
                  <a:pt x="859" y="9"/>
                </a:cubicBezTo>
                <a:close/>
                <a:moveTo>
                  <a:pt x="782" y="9"/>
                </a:moveTo>
                <a:cubicBezTo>
                  <a:pt x="782" y="9"/>
                  <a:pt x="781" y="9"/>
                  <a:pt x="781" y="9"/>
                </a:cubicBezTo>
                <a:cubicBezTo>
                  <a:pt x="781" y="9"/>
                  <a:pt x="780" y="9"/>
                  <a:pt x="780" y="9"/>
                </a:cubicBezTo>
                <a:cubicBezTo>
                  <a:pt x="780" y="9"/>
                  <a:pt x="779" y="8"/>
                  <a:pt x="779" y="8"/>
                </a:cubicBezTo>
                <a:cubicBezTo>
                  <a:pt x="778" y="8"/>
                  <a:pt x="778" y="9"/>
                  <a:pt x="778" y="9"/>
                </a:cubicBezTo>
                <a:cubicBezTo>
                  <a:pt x="777" y="9"/>
                  <a:pt x="777" y="9"/>
                  <a:pt x="776" y="9"/>
                </a:cubicBezTo>
                <a:cubicBezTo>
                  <a:pt x="776" y="9"/>
                  <a:pt x="776" y="9"/>
                  <a:pt x="775" y="9"/>
                </a:cubicBezTo>
                <a:cubicBezTo>
                  <a:pt x="775" y="9"/>
                  <a:pt x="775" y="9"/>
                  <a:pt x="774" y="9"/>
                </a:cubicBezTo>
                <a:cubicBezTo>
                  <a:pt x="773" y="10"/>
                  <a:pt x="771" y="10"/>
                  <a:pt x="771" y="13"/>
                </a:cubicBezTo>
                <a:cubicBezTo>
                  <a:pt x="771" y="13"/>
                  <a:pt x="771" y="13"/>
                  <a:pt x="771" y="13"/>
                </a:cubicBezTo>
                <a:cubicBezTo>
                  <a:pt x="771" y="13"/>
                  <a:pt x="771" y="13"/>
                  <a:pt x="771" y="14"/>
                </a:cubicBezTo>
                <a:cubicBezTo>
                  <a:pt x="771" y="14"/>
                  <a:pt x="772" y="14"/>
                  <a:pt x="772" y="14"/>
                </a:cubicBezTo>
                <a:cubicBezTo>
                  <a:pt x="772" y="14"/>
                  <a:pt x="772" y="14"/>
                  <a:pt x="772" y="14"/>
                </a:cubicBezTo>
                <a:cubicBezTo>
                  <a:pt x="773" y="15"/>
                  <a:pt x="773" y="15"/>
                  <a:pt x="773" y="15"/>
                </a:cubicBezTo>
                <a:cubicBezTo>
                  <a:pt x="774" y="15"/>
                  <a:pt x="775" y="15"/>
                  <a:pt x="776" y="15"/>
                </a:cubicBezTo>
                <a:cubicBezTo>
                  <a:pt x="776" y="15"/>
                  <a:pt x="776" y="15"/>
                  <a:pt x="776" y="15"/>
                </a:cubicBezTo>
                <a:cubicBezTo>
                  <a:pt x="777" y="15"/>
                  <a:pt x="777" y="15"/>
                  <a:pt x="777" y="15"/>
                </a:cubicBezTo>
                <a:cubicBezTo>
                  <a:pt x="777" y="15"/>
                  <a:pt x="777" y="15"/>
                  <a:pt x="777" y="15"/>
                </a:cubicBezTo>
                <a:cubicBezTo>
                  <a:pt x="777" y="15"/>
                  <a:pt x="778" y="15"/>
                  <a:pt x="778" y="15"/>
                </a:cubicBezTo>
                <a:cubicBezTo>
                  <a:pt x="778" y="15"/>
                  <a:pt x="778" y="15"/>
                  <a:pt x="778" y="15"/>
                </a:cubicBezTo>
                <a:cubicBezTo>
                  <a:pt x="778" y="15"/>
                  <a:pt x="778" y="15"/>
                  <a:pt x="778" y="15"/>
                </a:cubicBezTo>
                <a:cubicBezTo>
                  <a:pt x="779" y="15"/>
                  <a:pt x="779" y="15"/>
                  <a:pt x="779" y="15"/>
                </a:cubicBezTo>
                <a:cubicBezTo>
                  <a:pt x="779" y="15"/>
                  <a:pt x="779" y="15"/>
                  <a:pt x="779" y="15"/>
                </a:cubicBezTo>
                <a:cubicBezTo>
                  <a:pt x="780" y="15"/>
                  <a:pt x="781" y="15"/>
                  <a:pt x="782" y="15"/>
                </a:cubicBezTo>
                <a:cubicBezTo>
                  <a:pt x="783" y="14"/>
                  <a:pt x="783" y="14"/>
                  <a:pt x="783" y="14"/>
                </a:cubicBezTo>
                <a:cubicBezTo>
                  <a:pt x="784" y="14"/>
                  <a:pt x="785" y="13"/>
                  <a:pt x="786" y="12"/>
                </a:cubicBezTo>
                <a:cubicBezTo>
                  <a:pt x="786" y="12"/>
                  <a:pt x="786" y="11"/>
                  <a:pt x="786" y="11"/>
                </a:cubicBezTo>
                <a:cubicBezTo>
                  <a:pt x="786" y="11"/>
                  <a:pt x="785" y="11"/>
                  <a:pt x="785" y="10"/>
                </a:cubicBezTo>
                <a:cubicBezTo>
                  <a:pt x="785" y="10"/>
                  <a:pt x="785" y="10"/>
                  <a:pt x="784" y="10"/>
                </a:cubicBezTo>
                <a:cubicBezTo>
                  <a:pt x="784" y="9"/>
                  <a:pt x="783" y="9"/>
                  <a:pt x="783" y="9"/>
                </a:cubicBezTo>
                <a:cubicBezTo>
                  <a:pt x="783" y="9"/>
                  <a:pt x="782" y="9"/>
                  <a:pt x="782" y="9"/>
                </a:cubicBezTo>
                <a:close/>
                <a:moveTo>
                  <a:pt x="820" y="9"/>
                </a:moveTo>
                <a:cubicBezTo>
                  <a:pt x="819" y="9"/>
                  <a:pt x="818" y="8"/>
                  <a:pt x="817" y="8"/>
                </a:cubicBezTo>
                <a:cubicBezTo>
                  <a:pt x="816" y="8"/>
                  <a:pt x="816" y="9"/>
                  <a:pt x="815" y="9"/>
                </a:cubicBezTo>
                <a:cubicBezTo>
                  <a:pt x="815" y="9"/>
                  <a:pt x="815" y="9"/>
                  <a:pt x="814" y="9"/>
                </a:cubicBezTo>
                <a:cubicBezTo>
                  <a:pt x="814" y="9"/>
                  <a:pt x="814" y="9"/>
                  <a:pt x="813" y="9"/>
                </a:cubicBezTo>
                <a:cubicBezTo>
                  <a:pt x="813" y="9"/>
                  <a:pt x="813" y="9"/>
                  <a:pt x="812" y="9"/>
                </a:cubicBezTo>
                <a:cubicBezTo>
                  <a:pt x="810" y="10"/>
                  <a:pt x="809" y="10"/>
                  <a:pt x="809" y="13"/>
                </a:cubicBezTo>
                <a:cubicBezTo>
                  <a:pt x="809" y="13"/>
                  <a:pt x="809" y="13"/>
                  <a:pt x="809" y="13"/>
                </a:cubicBezTo>
                <a:cubicBezTo>
                  <a:pt x="809" y="13"/>
                  <a:pt x="809" y="13"/>
                  <a:pt x="809" y="14"/>
                </a:cubicBezTo>
                <a:cubicBezTo>
                  <a:pt x="809" y="14"/>
                  <a:pt x="810" y="14"/>
                  <a:pt x="810" y="14"/>
                </a:cubicBezTo>
                <a:cubicBezTo>
                  <a:pt x="810" y="14"/>
                  <a:pt x="810" y="14"/>
                  <a:pt x="810" y="14"/>
                </a:cubicBezTo>
                <a:cubicBezTo>
                  <a:pt x="811" y="15"/>
                  <a:pt x="811" y="15"/>
                  <a:pt x="811" y="15"/>
                </a:cubicBezTo>
                <a:cubicBezTo>
                  <a:pt x="812" y="15"/>
                  <a:pt x="813" y="15"/>
                  <a:pt x="814" y="15"/>
                </a:cubicBezTo>
                <a:cubicBezTo>
                  <a:pt x="814" y="15"/>
                  <a:pt x="814" y="15"/>
                  <a:pt x="814" y="15"/>
                </a:cubicBezTo>
                <a:cubicBezTo>
                  <a:pt x="815" y="15"/>
                  <a:pt x="815" y="15"/>
                  <a:pt x="815" y="15"/>
                </a:cubicBezTo>
                <a:cubicBezTo>
                  <a:pt x="815" y="15"/>
                  <a:pt x="815" y="15"/>
                  <a:pt x="815" y="15"/>
                </a:cubicBezTo>
                <a:cubicBezTo>
                  <a:pt x="815" y="15"/>
                  <a:pt x="815" y="15"/>
                  <a:pt x="816" y="15"/>
                </a:cubicBezTo>
                <a:cubicBezTo>
                  <a:pt x="816" y="15"/>
                  <a:pt x="816" y="15"/>
                  <a:pt x="816" y="15"/>
                </a:cubicBezTo>
                <a:cubicBezTo>
                  <a:pt x="816" y="15"/>
                  <a:pt x="816" y="15"/>
                  <a:pt x="816" y="15"/>
                </a:cubicBezTo>
                <a:cubicBezTo>
                  <a:pt x="816" y="15"/>
                  <a:pt x="817" y="15"/>
                  <a:pt x="817" y="15"/>
                </a:cubicBezTo>
                <a:cubicBezTo>
                  <a:pt x="817" y="15"/>
                  <a:pt x="817" y="15"/>
                  <a:pt x="817" y="15"/>
                </a:cubicBezTo>
                <a:cubicBezTo>
                  <a:pt x="817" y="15"/>
                  <a:pt x="817" y="15"/>
                  <a:pt x="818" y="15"/>
                </a:cubicBezTo>
                <a:cubicBezTo>
                  <a:pt x="818" y="15"/>
                  <a:pt x="818" y="15"/>
                  <a:pt x="818" y="15"/>
                </a:cubicBezTo>
                <a:cubicBezTo>
                  <a:pt x="818" y="15"/>
                  <a:pt x="818" y="15"/>
                  <a:pt x="818" y="15"/>
                </a:cubicBezTo>
                <a:cubicBezTo>
                  <a:pt x="818" y="15"/>
                  <a:pt x="818" y="15"/>
                  <a:pt x="819" y="15"/>
                </a:cubicBezTo>
                <a:cubicBezTo>
                  <a:pt x="820" y="15"/>
                  <a:pt x="820" y="15"/>
                  <a:pt x="820" y="15"/>
                </a:cubicBezTo>
                <a:cubicBezTo>
                  <a:pt x="821" y="14"/>
                  <a:pt x="821" y="14"/>
                  <a:pt x="821" y="14"/>
                </a:cubicBezTo>
                <a:cubicBezTo>
                  <a:pt x="822" y="14"/>
                  <a:pt x="823" y="13"/>
                  <a:pt x="824" y="12"/>
                </a:cubicBezTo>
                <a:cubicBezTo>
                  <a:pt x="824" y="12"/>
                  <a:pt x="824" y="11"/>
                  <a:pt x="824" y="11"/>
                </a:cubicBezTo>
                <a:cubicBezTo>
                  <a:pt x="824" y="11"/>
                  <a:pt x="823" y="11"/>
                  <a:pt x="823" y="11"/>
                </a:cubicBezTo>
                <a:cubicBezTo>
                  <a:pt x="823" y="10"/>
                  <a:pt x="823" y="10"/>
                  <a:pt x="823" y="10"/>
                </a:cubicBezTo>
                <a:cubicBezTo>
                  <a:pt x="822" y="10"/>
                  <a:pt x="822" y="10"/>
                  <a:pt x="822" y="9"/>
                </a:cubicBezTo>
                <a:cubicBezTo>
                  <a:pt x="821" y="9"/>
                  <a:pt x="821" y="9"/>
                  <a:pt x="821" y="9"/>
                </a:cubicBezTo>
                <a:lnTo>
                  <a:pt x="820" y="9"/>
                </a:lnTo>
                <a:close/>
                <a:moveTo>
                  <a:pt x="895" y="9"/>
                </a:moveTo>
                <a:cubicBezTo>
                  <a:pt x="894" y="9"/>
                  <a:pt x="893" y="8"/>
                  <a:pt x="892" y="8"/>
                </a:cubicBezTo>
                <a:cubicBezTo>
                  <a:pt x="892" y="8"/>
                  <a:pt x="892" y="9"/>
                  <a:pt x="891" y="9"/>
                </a:cubicBezTo>
                <a:cubicBezTo>
                  <a:pt x="891" y="9"/>
                  <a:pt x="890" y="9"/>
                  <a:pt x="890" y="9"/>
                </a:cubicBezTo>
                <a:cubicBezTo>
                  <a:pt x="890" y="9"/>
                  <a:pt x="889" y="9"/>
                  <a:pt x="889" y="9"/>
                </a:cubicBezTo>
                <a:cubicBezTo>
                  <a:pt x="889" y="9"/>
                  <a:pt x="888" y="9"/>
                  <a:pt x="888" y="9"/>
                </a:cubicBezTo>
                <a:cubicBezTo>
                  <a:pt x="887" y="9"/>
                  <a:pt x="887" y="9"/>
                  <a:pt x="887" y="10"/>
                </a:cubicBezTo>
                <a:cubicBezTo>
                  <a:pt x="886" y="10"/>
                  <a:pt x="886" y="10"/>
                  <a:pt x="885" y="10"/>
                </a:cubicBezTo>
                <a:cubicBezTo>
                  <a:pt x="885" y="11"/>
                  <a:pt x="885" y="11"/>
                  <a:pt x="885" y="11"/>
                </a:cubicBezTo>
                <a:cubicBezTo>
                  <a:pt x="885" y="11"/>
                  <a:pt x="884" y="12"/>
                  <a:pt x="884" y="13"/>
                </a:cubicBezTo>
                <a:cubicBezTo>
                  <a:pt x="884" y="13"/>
                  <a:pt x="885" y="13"/>
                  <a:pt x="885" y="13"/>
                </a:cubicBezTo>
                <a:cubicBezTo>
                  <a:pt x="885" y="13"/>
                  <a:pt x="885" y="13"/>
                  <a:pt x="885" y="14"/>
                </a:cubicBezTo>
                <a:cubicBezTo>
                  <a:pt x="885" y="14"/>
                  <a:pt x="885" y="14"/>
                  <a:pt x="886" y="14"/>
                </a:cubicBezTo>
                <a:cubicBezTo>
                  <a:pt x="886" y="14"/>
                  <a:pt x="886" y="14"/>
                  <a:pt x="886" y="14"/>
                </a:cubicBezTo>
                <a:cubicBezTo>
                  <a:pt x="887" y="15"/>
                  <a:pt x="887" y="15"/>
                  <a:pt x="887" y="15"/>
                </a:cubicBezTo>
                <a:cubicBezTo>
                  <a:pt x="888" y="15"/>
                  <a:pt x="889" y="15"/>
                  <a:pt x="890" y="15"/>
                </a:cubicBezTo>
                <a:cubicBezTo>
                  <a:pt x="890" y="15"/>
                  <a:pt x="890" y="15"/>
                  <a:pt x="890" y="15"/>
                </a:cubicBezTo>
                <a:cubicBezTo>
                  <a:pt x="890" y="15"/>
                  <a:pt x="891" y="15"/>
                  <a:pt x="891" y="15"/>
                </a:cubicBezTo>
                <a:cubicBezTo>
                  <a:pt x="891" y="15"/>
                  <a:pt x="891" y="15"/>
                  <a:pt x="891" y="15"/>
                </a:cubicBezTo>
                <a:cubicBezTo>
                  <a:pt x="891" y="15"/>
                  <a:pt x="891" y="15"/>
                  <a:pt x="891" y="15"/>
                </a:cubicBezTo>
                <a:cubicBezTo>
                  <a:pt x="892" y="15"/>
                  <a:pt x="892" y="15"/>
                  <a:pt x="892" y="15"/>
                </a:cubicBezTo>
                <a:cubicBezTo>
                  <a:pt x="892" y="15"/>
                  <a:pt x="892" y="15"/>
                  <a:pt x="892" y="15"/>
                </a:cubicBezTo>
                <a:cubicBezTo>
                  <a:pt x="892" y="15"/>
                  <a:pt x="893" y="15"/>
                  <a:pt x="893" y="15"/>
                </a:cubicBezTo>
                <a:cubicBezTo>
                  <a:pt x="893" y="15"/>
                  <a:pt x="893" y="15"/>
                  <a:pt x="893" y="15"/>
                </a:cubicBezTo>
                <a:cubicBezTo>
                  <a:pt x="893" y="15"/>
                  <a:pt x="893" y="15"/>
                  <a:pt x="893" y="15"/>
                </a:cubicBezTo>
                <a:cubicBezTo>
                  <a:pt x="894" y="15"/>
                  <a:pt x="894" y="15"/>
                  <a:pt x="894" y="15"/>
                </a:cubicBezTo>
                <a:cubicBezTo>
                  <a:pt x="894" y="15"/>
                  <a:pt x="894" y="15"/>
                  <a:pt x="894" y="15"/>
                </a:cubicBezTo>
                <a:cubicBezTo>
                  <a:pt x="894" y="15"/>
                  <a:pt x="894" y="15"/>
                  <a:pt x="894" y="15"/>
                </a:cubicBezTo>
                <a:cubicBezTo>
                  <a:pt x="896" y="15"/>
                  <a:pt x="896" y="15"/>
                  <a:pt x="896" y="15"/>
                </a:cubicBezTo>
                <a:cubicBezTo>
                  <a:pt x="897" y="14"/>
                  <a:pt x="897" y="14"/>
                  <a:pt x="897" y="14"/>
                </a:cubicBezTo>
                <a:cubicBezTo>
                  <a:pt x="898" y="14"/>
                  <a:pt x="899" y="13"/>
                  <a:pt x="899" y="12"/>
                </a:cubicBezTo>
                <a:cubicBezTo>
                  <a:pt x="900" y="12"/>
                  <a:pt x="900" y="11"/>
                  <a:pt x="899" y="11"/>
                </a:cubicBezTo>
                <a:cubicBezTo>
                  <a:pt x="899" y="11"/>
                  <a:pt x="899" y="11"/>
                  <a:pt x="899" y="11"/>
                </a:cubicBezTo>
                <a:cubicBezTo>
                  <a:pt x="899" y="10"/>
                  <a:pt x="899" y="10"/>
                  <a:pt x="898" y="10"/>
                </a:cubicBezTo>
                <a:cubicBezTo>
                  <a:pt x="898" y="10"/>
                  <a:pt x="898" y="10"/>
                  <a:pt x="898" y="9"/>
                </a:cubicBezTo>
                <a:cubicBezTo>
                  <a:pt x="896" y="9"/>
                  <a:pt x="896" y="9"/>
                  <a:pt x="896" y="9"/>
                </a:cubicBezTo>
                <a:lnTo>
                  <a:pt x="895" y="9"/>
                </a:lnTo>
                <a:close/>
                <a:moveTo>
                  <a:pt x="1010" y="9"/>
                </a:moveTo>
                <a:cubicBezTo>
                  <a:pt x="1009" y="9"/>
                  <a:pt x="1007" y="8"/>
                  <a:pt x="1006" y="8"/>
                </a:cubicBezTo>
                <a:cubicBezTo>
                  <a:pt x="1006" y="8"/>
                  <a:pt x="1005" y="9"/>
                  <a:pt x="1005" y="9"/>
                </a:cubicBezTo>
                <a:cubicBezTo>
                  <a:pt x="1004" y="9"/>
                  <a:pt x="1004" y="9"/>
                  <a:pt x="1004" y="9"/>
                </a:cubicBezTo>
                <a:cubicBezTo>
                  <a:pt x="1003" y="9"/>
                  <a:pt x="1003" y="9"/>
                  <a:pt x="1003" y="9"/>
                </a:cubicBezTo>
                <a:cubicBezTo>
                  <a:pt x="1002" y="9"/>
                  <a:pt x="1002" y="9"/>
                  <a:pt x="1002" y="9"/>
                </a:cubicBezTo>
                <a:cubicBezTo>
                  <a:pt x="1001" y="9"/>
                  <a:pt x="1001" y="9"/>
                  <a:pt x="1000" y="10"/>
                </a:cubicBezTo>
                <a:cubicBezTo>
                  <a:pt x="1000" y="10"/>
                  <a:pt x="999" y="10"/>
                  <a:pt x="999" y="10"/>
                </a:cubicBezTo>
                <a:cubicBezTo>
                  <a:pt x="999" y="11"/>
                  <a:pt x="999" y="11"/>
                  <a:pt x="998" y="11"/>
                </a:cubicBezTo>
                <a:cubicBezTo>
                  <a:pt x="998" y="11"/>
                  <a:pt x="998" y="12"/>
                  <a:pt x="998" y="13"/>
                </a:cubicBezTo>
                <a:cubicBezTo>
                  <a:pt x="998" y="13"/>
                  <a:pt x="998" y="13"/>
                  <a:pt x="998" y="13"/>
                </a:cubicBezTo>
                <a:cubicBezTo>
                  <a:pt x="999" y="13"/>
                  <a:pt x="999" y="13"/>
                  <a:pt x="999" y="14"/>
                </a:cubicBezTo>
                <a:cubicBezTo>
                  <a:pt x="999" y="14"/>
                  <a:pt x="999" y="14"/>
                  <a:pt x="999" y="14"/>
                </a:cubicBezTo>
                <a:cubicBezTo>
                  <a:pt x="1000" y="14"/>
                  <a:pt x="1000" y="14"/>
                  <a:pt x="1000" y="14"/>
                </a:cubicBezTo>
                <a:cubicBezTo>
                  <a:pt x="1001" y="15"/>
                  <a:pt x="1001" y="15"/>
                  <a:pt x="1001" y="15"/>
                </a:cubicBezTo>
                <a:cubicBezTo>
                  <a:pt x="1002" y="15"/>
                  <a:pt x="1003" y="15"/>
                  <a:pt x="1004" y="15"/>
                </a:cubicBezTo>
                <a:cubicBezTo>
                  <a:pt x="1004" y="15"/>
                  <a:pt x="1004" y="15"/>
                  <a:pt x="1004" y="15"/>
                </a:cubicBezTo>
                <a:cubicBezTo>
                  <a:pt x="1004" y="15"/>
                  <a:pt x="1004" y="15"/>
                  <a:pt x="1005" y="15"/>
                </a:cubicBezTo>
                <a:cubicBezTo>
                  <a:pt x="1005" y="15"/>
                  <a:pt x="1005" y="15"/>
                  <a:pt x="1005" y="15"/>
                </a:cubicBezTo>
                <a:cubicBezTo>
                  <a:pt x="1005" y="15"/>
                  <a:pt x="1005" y="15"/>
                  <a:pt x="1005" y="15"/>
                </a:cubicBezTo>
                <a:cubicBezTo>
                  <a:pt x="1006" y="15"/>
                  <a:pt x="1006" y="15"/>
                  <a:pt x="1006" y="15"/>
                </a:cubicBezTo>
                <a:cubicBezTo>
                  <a:pt x="1006" y="15"/>
                  <a:pt x="1006" y="15"/>
                  <a:pt x="1006" y="15"/>
                </a:cubicBezTo>
                <a:cubicBezTo>
                  <a:pt x="1006" y="15"/>
                  <a:pt x="1006" y="15"/>
                  <a:pt x="1007" y="15"/>
                </a:cubicBezTo>
                <a:cubicBezTo>
                  <a:pt x="1007" y="15"/>
                  <a:pt x="1007" y="15"/>
                  <a:pt x="1007" y="15"/>
                </a:cubicBezTo>
                <a:cubicBezTo>
                  <a:pt x="1007" y="15"/>
                  <a:pt x="1007" y="15"/>
                  <a:pt x="1008" y="15"/>
                </a:cubicBezTo>
                <a:cubicBezTo>
                  <a:pt x="1008" y="15"/>
                  <a:pt x="1008" y="15"/>
                  <a:pt x="1008" y="15"/>
                </a:cubicBezTo>
                <a:cubicBezTo>
                  <a:pt x="1009" y="15"/>
                  <a:pt x="1009" y="15"/>
                  <a:pt x="1009" y="15"/>
                </a:cubicBezTo>
                <a:cubicBezTo>
                  <a:pt x="1009" y="15"/>
                  <a:pt x="1009" y="15"/>
                  <a:pt x="1010" y="15"/>
                </a:cubicBezTo>
                <a:cubicBezTo>
                  <a:pt x="1011" y="14"/>
                  <a:pt x="1011" y="14"/>
                  <a:pt x="1011" y="14"/>
                </a:cubicBezTo>
                <a:cubicBezTo>
                  <a:pt x="1012" y="14"/>
                  <a:pt x="1013" y="13"/>
                  <a:pt x="1013" y="12"/>
                </a:cubicBezTo>
                <a:cubicBezTo>
                  <a:pt x="1013" y="12"/>
                  <a:pt x="1013" y="11"/>
                  <a:pt x="1013" y="11"/>
                </a:cubicBezTo>
                <a:cubicBezTo>
                  <a:pt x="1013" y="11"/>
                  <a:pt x="1013" y="11"/>
                  <a:pt x="1012" y="10"/>
                </a:cubicBezTo>
                <a:cubicBezTo>
                  <a:pt x="1012" y="10"/>
                  <a:pt x="1012" y="10"/>
                  <a:pt x="1011" y="10"/>
                </a:cubicBezTo>
                <a:cubicBezTo>
                  <a:pt x="1011" y="9"/>
                  <a:pt x="1011" y="9"/>
                  <a:pt x="1010" y="9"/>
                </a:cubicBezTo>
                <a:cubicBezTo>
                  <a:pt x="1010" y="9"/>
                  <a:pt x="1011" y="9"/>
                  <a:pt x="1010" y="9"/>
                </a:cubicBezTo>
                <a:close/>
                <a:moveTo>
                  <a:pt x="1591" y="17"/>
                </a:moveTo>
                <a:cubicBezTo>
                  <a:pt x="1590" y="17"/>
                  <a:pt x="1589" y="18"/>
                  <a:pt x="1589" y="18"/>
                </a:cubicBezTo>
                <a:cubicBezTo>
                  <a:pt x="1588" y="18"/>
                  <a:pt x="1588" y="19"/>
                  <a:pt x="1587" y="19"/>
                </a:cubicBezTo>
                <a:cubicBezTo>
                  <a:pt x="1587" y="20"/>
                  <a:pt x="1587" y="20"/>
                  <a:pt x="1587" y="20"/>
                </a:cubicBezTo>
                <a:cubicBezTo>
                  <a:pt x="1587" y="21"/>
                  <a:pt x="1587" y="21"/>
                  <a:pt x="1587" y="22"/>
                </a:cubicBezTo>
                <a:cubicBezTo>
                  <a:pt x="1588" y="22"/>
                  <a:pt x="1589" y="23"/>
                  <a:pt x="1589" y="23"/>
                </a:cubicBezTo>
                <a:cubicBezTo>
                  <a:pt x="1590" y="23"/>
                  <a:pt x="1591" y="23"/>
                  <a:pt x="1592" y="24"/>
                </a:cubicBezTo>
                <a:cubicBezTo>
                  <a:pt x="1593" y="24"/>
                  <a:pt x="1594" y="24"/>
                  <a:pt x="1595" y="24"/>
                </a:cubicBezTo>
                <a:cubicBezTo>
                  <a:pt x="1596" y="24"/>
                  <a:pt x="1597" y="24"/>
                  <a:pt x="1598" y="24"/>
                </a:cubicBezTo>
                <a:cubicBezTo>
                  <a:pt x="1599" y="23"/>
                  <a:pt x="1599" y="23"/>
                  <a:pt x="1600" y="23"/>
                </a:cubicBezTo>
                <a:cubicBezTo>
                  <a:pt x="1601" y="23"/>
                  <a:pt x="1601" y="22"/>
                  <a:pt x="1601" y="22"/>
                </a:cubicBezTo>
                <a:cubicBezTo>
                  <a:pt x="1602" y="21"/>
                  <a:pt x="1602" y="21"/>
                  <a:pt x="1602" y="20"/>
                </a:cubicBezTo>
                <a:cubicBezTo>
                  <a:pt x="1602" y="20"/>
                  <a:pt x="1602" y="20"/>
                  <a:pt x="1601" y="19"/>
                </a:cubicBezTo>
                <a:cubicBezTo>
                  <a:pt x="1601" y="19"/>
                  <a:pt x="1600" y="18"/>
                  <a:pt x="1599" y="18"/>
                </a:cubicBezTo>
                <a:cubicBezTo>
                  <a:pt x="1599" y="18"/>
                  <a:pt x="1598" y="17"/>
                  <a:pt x="1597" y="17"/>
                </a:cubicBezTo>
                <a:cubicBezTo>
                  <a:pt x="1596" y="17"/>
                  <a:pt x="1595" y="17"/>
                  <a:pt x="1594" y="17"/>
                </a:cubicBezTo>
                <a:cubicBezTo>
                  <a:pt x="1593" y="17"/>
                  <a:pt x="1592" y="17"/>
                  <a:pt x="1591" y="17"/>
                </a:cubicBezTo>
                <a:close/>
                <a:moveTo>
                  <a:pt x="1629" y="17"/>
                </a:moveTo>
                <a:cubicBezTo>
                  <a:pt x="1628" y="17"/>
                  <a:pt x="1627" y="18"/>
                  <a:pt x="1627" y="18"/>
                </a:cubicBezTo>
                <a:cubicBezTo>
                  <a:pt x="1626" y="18"/>
                  <a:pt x="1626" y="19"/>
                  <a:pt x="1625" y="19"/>
                </a:cubicBezTo>
                <a:cubicBezTo>
                  <a:pt x="1625" y="20"/>
                  <a:pt x="1625" y="20"/>
                  <a:pt x="1625" y="20"/>
                </a:cubicBezTo>
                <a:cubicBezTo>
                  <a:pt x="1625" y="21"/>
                  <a:pt x="1625" y="21"/>
                  <a:pt x="1626" y="22"/>
                </a:cubicBezTo>
                <a:cubicBezTo>
                  <a:pt x="1626" y="22"/>
                  <a:pt x="1627" y="23"/>
                  <a:pt x="1627" y="23"/>
                </a:cubicBezTo>
                <a:cubicBezTo>
                  <a:pt x="1628" y="23"/>
                  <a:pt x="1629" y="23"/>
                  <a:pt x="1630" y="24"/>
                </a:cubicBezTo>
                <a:cubicBezTo>
                  <a:pt x="1631" y="24"/>
                  <a:pt x="1632" y="24"/>
                  <a:pt x="1633" y="24"/>
                </a:cubicBezTo>
                <a:cubicBezTo>
                  <a:pt x="1634" y="24"/>
                  <a:pt x="1635" y="24"/>
                  <a:pt x="1636" y="24"/>
                </a:cubicBezTo>
                <a:cubicBezTo>
                  <a:pt x="1637" y="23"/>
                  <a:pt x="1637" y="23"/>
                  <a:pt x="1638" y="23"/>
                </a:cubicBezTo>
                <a:cubicBezTo>
                  <a:pt x="1639" y="23"/>
                  <a:pt x="1639" y="22"/>
                  <a:pt x="1640" y="22"/>
                </a:cubicBezTo>
                <a:cubicBezTo>
                  <a:pt x="1640" y="21"/>
                  <a:pt x="1640" y="21"/>
                  <a:pt x="1640" y="20"/>
                </a:cubicBezTo>
                <a:cubicBezTo>
                  <a:pt x="1640" y="20"/>
                  <a:pt x="1640" y="20"/>
                  <a:pt x="1639" y="19"/>
                </a:cubicBezTo>
                <a:cubicBezTo>
                  <a:pt x="1639" y="19"/>
                  <a:pt x="1638" y="18"/>
                  <a:pt x="1637" y="18"/>
                </a:cubicBezTo>
                <a:cubicBezTo>
                  <a:pt x="1637" y="18"/>
                  <a:pt x="1636" y="17"/>
                  <a:pt x="1635" y="17"/>
                </a:cubicBezTo>
                <a:cubicBezTo>
                  <a:pt x="1634" y="17"/>
                  <a:pt x="1633" y="17"/>
                  <a:pt x="1632" y="17"/>
                </a:cubicBezTo>
                <a:cubicBezTo>
                  <a:pt x="1631" y="17"/>
                  <a:pt x="1630" y="17"/>
                  <a:pt x="1629" y="17"/>
                </a:cubicBezTo>
                <a:close/>
                <a:moveTo>
                  <a:pt x="831" y="17"/>
                </a:moveTo>
                <a:cubicBezTo>
                  <a:pt x="830" y="17"/>
                  <a:pt x="830" y="18"/>
                  <a:pt x="829" y="18"/>
                </a:cubicBezTo>
                <a:cubicBezTo>
                  <a:pt x="828" y="18"/>
                  <a:pt x="827" y="19"/>
                  <a:pt x="827" y="19"/>
                </a:cubicBezTo>
                <a:cubicBezTo>
                  <a:pt x="827" y="20"/>
                  <a:pt x="826" y="20"/>
                  <a:pt x="826" y="20"/>
                </a:cubicBezTo>
                <a:cubicBezTo>
                  <a:pt x="826" y="21"/>
                  <a:pt x="826" y="21"/>
                  <a:pt x="827" y="22"/>
                </a:cubicBezTo>
                <a:cubicBezTo>
                  <a:pt x="827" y="22"/>
                  <a:pt x="827" y="23"/>
                  <a:pt x="828" y="23"/>
                </a:cubicBezTo>
                <a:cubicBezTo>
                  <a:pt x="829" y="23"/>
                  <a:pt x="830" y="23"/>
                  <a:pt x="830" y="24"/>
                </a:cubicBezTo>
                <a:cubicBezTo>
                  <a:pt x="831" y="24"/>
                  <a:pt x="832" y="24"/>
                  <a:pt x="833" y="24"/>
                </a:cubicBezTo>
                <a:cubicBezTo>
                  <a:pt x="834" y="24"/>
                  <a:pt x="835" y="24"/>
                  <a:pt x="836" y="24"/>
                </a:cubicBezTo>
                <a:cubicBezTo>
                  <a:pt x="837" y="23"/>
                  <a:pt x="838" y="23"/>
                  <a:pt x="839" y="23"/>
                </a:cubicBezTo>
                <a:cubicBezTo>
                  <a:pt x="840" y="23"/>
                  <a:pt x="840" y="22"/>
                  <a:pt x="841" y="22"/>
                </a:cubicBezTo>
                <a:cubicBezTo>
                  <a:pt x="841" y="21"/>
                  <a:pt x="841" y="21"/>
                  <a:pt x="841" y="20"/>
                </a:cubicBezTo>
                <a:cubicBezTo>
                  <a:pt x="841" y="20"/>
                  <a:pt x="841" y="20"/>
                  <a:pt x="841" y="19"/>
                </a:cubicBezTo>
                <a:cubicBezTo>
                  <a:pt x="841" y="19"/>
                  <a:pt x="840" y="18"/>
                  <a:pt x="840" y="18"/>
                </a:cubicBezTo>
                <a:cubicBezTo>
                  <a:pt x="839" y="18"/>
                  <a:pt x="838" y="17"/>
                  <a:pt x="837" y="17"/>
                </a:cubicBezTo>
                <a:cubicBezTo>
                  <a:pt x="836" y="17"/>
                  <a:pt x="835" y="17"/>
                  <a:pt x="834" y="17"/>
                </a:cubicBezTo>
                <a:cubicBezTo>
                  <a:pt x="833" y="17"/>
                  <a:pt x="832" y="17"/>
                  <a:pt x="831" y="17"/>
                </a:cubicBezTo>
                <a:close/>
                <a:moveTo>
                  <a:pt x="755" y="17"/>
                </a:moveTo>
                <a:cubicBezTo>
                  <a:pt x="754" y="17"/>
                  <a:pt x="754" y="18"/>
                  <a:pt x="753" y="18"/>
                </a:cubicBezTo>
                <a:cubicBezTo>
                  <a:pt x="752" y="18"/>
                  <a:pt x="751" y="19"/>
                  <a:pt x="751" y="19"/>
                </a:cubicBezTo>
                <a:cubicBezTo>
                  <a:pt x="751" y="20"/>
                  <a:pt x="750" y="20"/>
                  <a:pt x="750" y="20"/>
                </a:cubicBezTo>
                <a:cubicBezTo>
                  <a:pt x="750" y="21"/>
                  <a:pt x="750" y="21"/>
                  <a:pt x="751" y="22"/>
                </a:cubicBezTo>
                <a:cubicBezTo>
                  <a:pt x="751" y="22"/>
                  <a:pt x="751" y="23"/>
                  <a:pt x="752" y="23"/>
                </a:cubicBezTo>
                <a:cubicBezTo>
                  <a:pt x="753" y="23"/>
                  <a:pt x="753" y="23"/>
                  <a:pt x="754" y="24"/>
                </a:cubicBezTo>
                <a:cubicBezTo>
                  <a:pt x="755" y="24"/>
                  <a:pt x="756" y="24"/>
                  <a:pt x="757" y="24"/>
                </a:cubicBezTo>
                <a:cubicBezTo>
                  <a:pt x="758" y="24"/>
                  <a:pt x="759" y="24"/>
                  <a:pt x="760" y="24"/>
                </a:cubicBezTo>
                <a:cubicBezTo>
                  <a:pt x="761" y="23"/>
                  <a:pt x="762" y="23"/>
                  <a:pt x="763" y="23"/>
                </a:cubicBezTo>
                <a:cubicBezTo>
                  <a:pt x="764" y="23"/>
                  <a:pt x="764" y="22"/>
                  <a:pt x="765" y="22"/>
                </a:cubicBezTo>
                <a:cubicBezTo>
                  <a:pt x="765" y="21"/>
                  <a:pt x="765" y="21"/>
                  <a:pt x="765" y="20"/>
                </a:cubicBezTo>
                <a:cubicBezTo>
                  <a:pt x="765" y="20"/>
                  <a:pt x="765" y="20"/>
                  <a:pt x="765" y="19"/>
                </a:cubicBezTo>
                <a:cubicBezTo>
                  <a:pt x="765" y="19"/>
                  <a:pt x="764" y="18"/>
                  <a:pt x="764" y="18"/>
                </a:cubicBezTo>
                <a:cubicBezTo>
                  <a:pt x="763" y="18"/>
                  <a:pt x="762" y="17"/>
                  <a:pt x="761" y="17"/>
                </a:cubicBezTo>
                <a:cubicBezTo>
                  <a:pt x="760" y="17"/>
                  <a:pt x="759" y="17"/>
                  <a:pt x="758" y="17"/>
                </a:cubicBezTo>
                <a:cubicBezTo>
                  <a:pt x="757" y="17"/>
                  <a:pt x="756" y="17"/>
                  <a:pt x="755" y="17"/>
                </a:cubicBezTo>
                <a:close/>
                <a:moveTo>
                  <a:pt x="1021" y="17"/>
                </a:moveTo>
                <a:cubicBezTo>
                  <a:pt x="1020" y="17"/>
                  <a:pt x="1019" y="18"/>
                  <a:pt x="1019" y="18"/>
                </a:cubicBezTo>
                <a:cubicBezTo>
                  <a:pt x="1018" y="18"/>
                  <a:pt x="1017" y="19"/>
                  <a:pt x="1017" y="19"/>
                </a:cubicBezTo>
                <a:cubicBezTo>
                  <a:pt x="1017" y="20"/>
                  <a:pt x="1016" y="20"/>
                  <a:pt x="1016" y="20"/>
                </a:cubicBezTo>
                <a:cubicBezTo>
                  <a:pt x="1016" y="21"/>
                  <a:pt x="1016" y="21"/>
                  <a:pt x="1017" y="22"/>
                </a:cubicBezTo>
                <a:cubicBezTo>
                  <a:pt x="1017" y="22"/>
                  <a:pt x="1018" y="23"/>
                  <a:pt x="1018" y="23"/>
                </a:cubicBezTo>
                <a:cubicBezTo>
                  <a:pt x="1019" y="23"/>
                  <a:pt x="1020" y="23"/>
                  <a:pt x="1021" y="24"/>
                </a:cubicBezTo>
                <a:cubicBezTo>
                  <a:pt x="1022" y="24"/>
                  <a:pt x="1023" y="24"/>
                  <a:pt x="1024" y="24"/>
                </a:cubicBezTo>
                <a:cubicBezTo>
                  <a:pt x="1025" y="24"/>
                  <a:pt x="1026" y="24"/>
                  <a:pt x="1027" y="24"/>
                </a:cubicBezTo>
                <a:cubicBezTo>
                  <a:pt x="1028" y="23"/>
                  <a:pt x="1028" y="23"/>
                  <a:pt x="1029" y="23"/>
                </a:cubicBezTo>
                <a:cubicBezTo>
                  <a:pt x="1030" y="23"/>
                  <a:pt x="1030" y="22"/>
                  <a:pt x="1031" y="22"/>
                </a:cubicBezTo>
                <a:cubicBezTo>
                  <a:pt x="1031" y="21"/>
                  <a:pt x="1032" y="21"/>
                  <a:pt x="1032" y="20"/>
                </a:cubicBezTo>
                <a:cubicBezTo>
                  <a:pt x="1032" y="20"/>
                  <a:pt x="1031" y="20"/>
                  <a:pt x="1031" y="19"/>
                </a:cubicBezTo>
                <a:cubicBezTo>
                  <a:pt x="1031" y="19"/>
                  <a:pt x="1030" y="18"/>
                  <a:pt x="1030" y="18"/>
                </a:cubicBezTo>
                <a:cubicBezTo>
                  <a:pt x="1029" y="18"/>
                  <a:pt x="1028" y="17"/>
                  <a:pt x="1027" y="17"/>
                </a:cubicBezTo>
                <a:cubicBezTo>
                  <a:pt x="1026" y="17"/>
                  <a:pt x="1025" y="17"/>
                  <a:pt x="1024" y="17"/>
                </a:cubicBezTo>
                <a:cubicBezTo>
                  <a:pt x="1023" y="17"/>
                  <a:pt x="1022" y="17"/>
                  <a:pt x="1021" y="17"/>
                </a:cubicBezTo>
                <a:close/>
                <a:moveTo>
                  <a:pt x="945" y="17"/>
                </a:moveTo>
                <a:cubicBezTo>
                  <a:pt x="944" y="17"/>
                  <a:pt x="943" y="18"/>
                  <a:pt x="943" y="18"/>
                </a:cubicBezTo>
                <a:cubicBezTo>
                  <a:pt x="942" y="18"/>
                  <a:pt x="941" y="19"/>
                  <a:pt x="941" y="19"/>
                </a:cubicBezTo>
                <a:cubicBezTo>
                  <a:pt x="941" y="20"/>
                  <a:pt x="940" y="20"/>
                  <a:pt x="940" y="20"/>
                </a:cubicBezTo>
                <a:cubicBezTo>
                  <a:pt x="940" y="21"/>
                  <a:pt x="940" y="21"/>
                  <a:pt x="941" y="22"/>
                </a:cubicBezTo>
                <a:cubicBezTo>
                  <a:pt x="941" y="22"/>
                  <a:pt x="942" y="23"/>
                  <a:pt x="942" y="23"/>
                </a:cubicBezTo>
                <a:cubicBezTo>
                  <a:pt x="943" y="23"/>
                  <a:pt x="944" y="23"/>
                  <a:pt x="945" y="24"/>
                </a:cubicBezTo>
                <a:cubicBezTo>
                  <a:pt x="945" y="24"/>
                  <a:pt x="946" y="24"/>
                  <a:pt x="948" y="24"/>
                </a:cubicBezTo>
                <a:cubicBezTo>
                  <a:pt x="949" y="24"/>
                  <a:pt x="950" y="24"/>
                  <a:pt x="951" y="24"/>
                </a:cubicBezTo>
                <a:cubicBezTo>
                  <a:pt x="951" y="23"/>
                  <a:pt x="952" y="23"/>
                  <a:pt x="953" y="23"/>
                </a:cubicBezTo>
                <a:cubicBezTo>
                  <a:pt x="954" y="23"/>
                  <a:pt x="954" y="22"/>
                  <a:pt x="955" y="22"/>
                </a:cubicBezTo>
                <a:cubicBezTo>
                  <a:pt x="955" y="21"/>
                  <a:pt x="955" y="21"/>
                  <a:pt x="955" y="20"/>
                </a:cubicBezTo>
                <a:cubicBezTo>
                  <a:pt x="956" y="20"/>
                  <a:pt x="955" y="20"/>
                  <a:pt x="955" y="19"/>
                </a:cubicBezTo>
                <a:cubicBezTo>
                  <a:pt x="955" y="19"/>
                  <a:pt x="954" y="18"/>
                  <a:pt x="954" y="18"/>
                </a:cubicBezTo>
                <a:cubicBezTo>
                  <a:pt x="953" y="18"/>
                  <a:pt x="952" y="17"/>
                  <a:pt x="951" y="17"/>
                </a:cubicBezTo>
                <a:cubicBezTo>
                  <a:pt x="950" y="17"/>
                  <a:pt x="949" y="17"/>
                  <a:pt x="948" y="17"/>
                </a:cubicBezTo>
                <a:cubicBezTo>
                  <a:pt x="947" y="17"/>
                  <a:pt x="946" y="17"/>
                  <a:pt x="945" y="17"/>
                </a:cubicBezTo>
                <a:close/>
                <a:moveTo>
                  <a:pt x="869" y="17"/>
                </a:moveTo>
                <a:cubicBezTo>
                  <a:pt x="868" y="17"/>
                  <a:pt x="868" y="18"/>
                  <a:pt x="867" y="18"/>
                </a:cubicBezTo>
                <a:cubicBezTo>
                  <a:pt x="866" y="18"/>
                  <a:pt x="865" y="19"/>
                  <a:pt x="865" y="19"/>
                </a:cubicBezTo>
                <a:cubicBezTo>
                  <a:pt x="865" y="20"/>
                  <a:pt x="864" y="20"/>
                  <a:pt x="864" y="20"/>
                </a:cubicBezTo>
                <a:cubicBezTo>
                  <a:pt x="864" y="21"/>
                  <a:pt x="864" y="21"/>
                  <a:pt x="865" y="22"/>
                </a:cubicBezTo>
                <a:cubicBezTo>
                  <a:pt x="865" y="22"/>
                  <a:pt x="866" y="23"/>
                  <a:pt x="866" y="23"/>
                </a:cubicBezTo>
                <a:cubicBezTo>
                  <a:pt x="867" y="23"/>
                  <a:pt x="868" y="23"/>
                  <a:pt x="868" y="24"/>
                </a:cubicBezTo>
                <a:cubicBezTo>
                  <a:pt x="869" y="24"/>
                  <a:pt x="870" y="24"/>
                  <a:pt x="871" y="24"/>
                </a:cubicBezTo>
                <a:cubicBezTo>
                  <a:pt x="872" y="24"/>
                  <a:pt x="873" y="24"/>
                  <a:pt x="874" y="24"/>
                </a:cubicBezTo>
                <a:cubicBezTo>
                  <a:pt x="875" y="23"/>
                  <a:pt x="876" y="23"/>
                  <a:pt x="877" y="23"/>
                </a:cubicBezTo>
                <a:cubicBezTo>
                  <a:pt x="878" y="23"/>
                  <a:pt x="878" y="22"/>
                  <a:pt x="879" y="22"/>
                </a:cubicBezTo>
                <a:cubicBezTo>
                  <a:pt x="879" y="21"/>
                  <a:pt x="879" y="21"/>
                  <a:pt x="879" y="20"/>
                </a:cubicBezTo>
                <a:cubicBezTo>
                  <a:pt x="880" y="20"/>
                  <a:pt x="879" y="20"/>
                  <a:pt x="879" y="19"/>
                </a:cubicBezTo>
                <a:cubicBezTo>
                  <a:pt x="879" y="19"/>
                  <a:pt x="878" y="18"/>
                  <a:pt x="878" y="18"/>
                </a:cubicBezTo>
                <a:cubicBezTo>
                  <a:pt x="877" y="18"/>
                  <a:pt x="876" y="17"/>
                  <a:pt x="875" y="17"/>
                </a:cubicBezTo>
                <a:cubicBezTo>
                  <a:pt x="874" y="17"/>
                  <a:pt x="873" y="17"/>
                  <a:pt x="872" y="17"/>
                </a:cubicBezTo>
                <a:cubicBezTo>
                  <a:pt x="871" y="17"/>
                  <a:pt x="870" y="17"/>
                  <a:pt x="869" y="17"/>
                </a:cubicBezTo>
                <a:close/>
                <a:moveTo>
                  <a:pt x="1059" y="17"/>
                </a:moveTo>
                <a:cubicBezTo>
                  <a:pt x="1058" y="17"/>
                  <a:pt x="1057" y="18"/>
                  <a:pt x="1057" y="18"/>
                </a:cubicBezTo>
                <a:cubicBezTo>
                  <a:pt x="1056" y="18"/>
                  <a:pt x="1055" y="19"/>
                  <a:pt x="1055" y="19"/>
                </a:cubicBezTo>
                <a:cubicBezTo>
                  <a:pt x="1055" y="20"/>
                  <a:pt x="1054" y="20"/>
                  <a:pt x="1054" y="20"/>
                </a:cubicBezTo>
                <a:cubicBezTo>
                  <a:pt x="1054" y="21"/>
                  <a:pt x="1055" y="21"/>
                  <a:pt x="1055" y="22"/>
                </a:cubicBezTo>
                <a:cubicBezTo>
                  <a:pt x="1055" y="22"/>
                  <a:pt x="1056" y="23"/>
                  <a:pt x="1056" y="23"/>
                </a:cubicBezTo>
                <a:cubicBezTo>
                  <a:pt x="1057" y="23"/>
                  <a:pt x="1058" y="23"/>
                  <a:pt x="1059" y="24"/>
                </a:cubicBezTo>
                <a:cubicBezTo>
                  <a:pt x="1060" y="24"/>
                  <a:pt x="1061" y="24"/>
                  <a:pt x="1062" y="24"/>
                </a:cubicBezTo>
                <a:cubicBezTo>
                  <a:pt x="1063" y="24"/>
                  <a:pt x="1064" y="24"/>
                  <a:pt x="1065" y="24"/>
                </a:cubicBezTo>
                <a:cubicBezTo>
                  <a:pt x="1066" y="23"/>
                  <a:pt x="1066" y="23"/>
                  <a:pt x="1067" y="23"/>
                </a:cubicBezTo>
                <a:cubicBezTo>
                  <a:pt x="1068" y="23"/>
                  <a:pt x="1068" y="22"/>
                  <a:pt x="1069" y="22"/>
                </a:cubicBezTo>
                <a:cubicBezTo>
                  <a:pt x="1069" y="21"/>
                  <a:pt x="1070" y="21"/>
                  <a:pt x="1070" y="20"/>
                </a:cubicBezTo>
                <a:cubicBezTo>
                  <a:pt x="1070" y="20"/>
                  <a:pt x="1069" y="20"/>
                  <a:pt x="1069" y="19"/>
                </a:cubicBezTo>
                <a:cubicBezTo>
                  <a:pt x="1069" y="19"/>
                  <a:pt x="1068" y="18"/>
                  <a:pt x="1068" y="18"/>
                </a:cubicBezTo>
                <a:cubicBezTo>
                  <a:pt x="1067" y="18"/>
                  <a:pt x="1066" y="17"/>
                  <a:pt x="1065" y="17"/>
                </a:cubicBezTo>
                <a:cubicBezTo>
                  <a:pt x="1064" y="17"/>
                  <a:pt x="1063" y="17"/>
                  <a:pt x="1062" y="17"/>
                </a:cubicBezTo>
                <a:cubicBezTo>
                  <a:pt x="1061" y="17"/>
                  <a:pt x="1060" y="17"/>
                  <a:pt x="1059" y="17"/>
                </a:cubicBezTo>
                <a:close/>
                <a:moveTo>
                  <a:pt x="793" y="17"/>
                </a:moveTo>
                <a:cubicBezTo>
                  <a:pt x="792" y="17"/>
                  <a:pt x="792" y="18"/>
                  <a:pt x="791" y="18"/>
                </a:cubicBezTo>
                <a:cubicBezTo>
                  <a:pt x="790" y="18"/>
                  <a:pt x="789" y="19"/>
                  <a:pt x="789" y="19"/>
                </a:cubicBezTo>
                <a:cubicBezTo>
                  <a:pt x="789" y="20"/>
                  <a:pt x="788" y="20"/>
                  <a:pt x="788" y="20"/>
                </a:cubicBezTo>
                <a:cubicBezTo>
                  <a:pt x="788" y="21"/>
                  <a:pt x="788" y="21"/>
                  <a:pt x="789" y="22"/>
                </a:cubicBezTo>
                <a:cubicBezTo>
                  <a:pt x="789" y="22"/>
                  <a:pt x="789" y="23"/>
                  <a:pt x="790" y="23"/>
                </a:cubicBezTo>
                <a:cubicBezTo>
                  <a:pt x="791" y="23"/>
                  <a:pt x="791" y="23"/>
                  <a:pt x="792" y="24"/>
                </a:cubicBezTo>
                <a:cubicBezTo>
                  <a:pt x="793" y="24"/>
                  <a:pt x="794" y="24"/>
                  <a:pt x="795" y="24"/>
                </a:cubicBezTo>
                <a:cubicBezTo>
                  <a:pt x="796" y="24"/>
                  <a:pt x="797" y="24"/>
                  <a:pt x="798" y="24"/>
                </a:cubicBezTo>
                <a:cubicBezTo>
                  <a:pt x="799" y="23"/>
                  <a:pt x="800" y="23"/>
                  <a:pt x="801" y="23"/>
                </a:cubicBezTo>
                <a:cubicBezTo>
                  <a:pt x="802" y="23"/>
                  <a:pt x="802" y="22"/>
                  <a:pt x="803" y="22"/>
                </a:cubicBezTo>
                <a:cubicBezTo>
                  <a:pt x="803" y="21"/>
                  <a:pt x="803" y="21"/>
                  <a:pt x="803" y="20"/>
                </a:cubicBezTo>
                <a:cubicBezTo>
                  <a:pt x="803" y="20"/>
                  <a:pt x="803" y="20"/>
                  <a:pt x="803" y="19"/>
                </a:cubicBezTo>
                <a:cubicBezTo>
                  <a:pt x="803" y="19"/>
                  <a:pt x="802" y="18"/>
                  <a:pt x="802" y="18"/>
                </a:cubicBezTo>
                <a:cubicBezTo>
                  <a:pt x="801" y="18"/>
                  <a:pt x="800" y="17"/>
                  <a:pt x="799" y="17"/>
                </a:cubicBezTo>
                <a:cubicBezTo>
                  <a:pt x="798" y="17"/>
                  <a:pt x="797" y="17"/>
                  <a:pt x="796" y="17"/>
                </a:cubicBezTo>
                <a:cubicBezTo>
                  <a:pt x="795" y="17"/>
                  <a:pt x="794" y="17"/>
                  <a:pt x="793" y="17"/>
                </a:cubicBezTo>
                <a:close/>
                <a:moveTo>
                  <a:pt x="983" y="17"/>
                </a:moveTo>
                <a:cubicBezTo>
                  <a:pt x="982" y="17"/>
                  <a:pt x="982" y="18"/>
                  <a:pt x="981" y="18"/>
                </a:cubicBezTo>
                <a:cubicBezTo>
                  <a:pt x="980" y="18"/>
                  <a:pt x="979" y="19"/>
                  <a:pt x="979" y="19"/>
                </a:cubicBezTo>
                <a:cubicBezTo>
                  <a:pt x="979" y="20"/>
                  <a:pt x="978" y="20"/>
                  <a:pt x="978" y="20"/>
                </a:cubicBezTo>
                <a:cubicBezTo>
                  <a:pt x="978" y="21"/>
                  <a:pt x="978" y="21"/>
                  <a:pt x="979" y="22"/>
                </a:cubicBezTo>
                <a:cubicBezTo>
                  <a:pt x="979" y="22"/>
                  <a:pt x="980" y="23"/>
                  <a:pt x="980" y="23"/>
                </a:cubicBezTo>
                <a:cubicBezTo>
                  <a:pt x="981" y="23"/>
                  <a:pt x="982" y="23"/>
                  <a:pt x="983" y="24"/>
                </a:cubicBezTo>
                <a:cubicBezTo>
                  <a:pt x="984" y="24"/>
                  <a:pt x="985" y="24"/>
                  <a:pt x="986" y="24"/>
                </a:cubicBezTo>
                <a:cubicBezTo>
                  <a:pt x="987" y="24"/>
                  <a:pt x="988" y="24"/>
                  <a:pt x="989" y="24"/>
                </a:cubicBezTo>
                <a:cubicBezTo>
                  <a:pt x="990" y="23"/>
                  <a:pt x="990" y="23"/>
                  <a:pt x="991" y="23"/>
                </a:cubicBezTo>
                <a:cubicBezTo>
                  <a:pt x="992" y="23"/>
                  <a:pt x="992" y="22"/>
                  <a:pt x="993" y="22"/>
                </a:cubicBezTo>
                <a:cubicBezTo>
                  <a:pt x="993" y="21"/>
                  <a:pt x="994" y="21"/>
                  <a:pt x="994" y="20"/>
                </a:cubicBezTo>
                <a:cubicBezTo>
                  <a:pt x="994" y="20"/>
                  <a:pt x="993" y="20"/>
                  <a:pt x="993" y="19"/>
                </a:cubicBezTo>
                <a:cubicBezTo>
                  <a:pt x="993" y="19"/>
                  <a:pt x="992" y="18"/>
                  <a:pt x="992" y="18"/>
                </a:cubicBezTo>
                <a:cubicBezTo>
                  <a:pt x="991" y="18"/>
                  <a:pt x="990" y="17"/>
                  <a:pt x="989" y="17"/>
                </a:cubicBezTo>
                <a:cubicBezTo>
                  <a:pt x="988" y="17"/>
                  <a:pt x="987" y="17"/>
                  <a:pt x="986" y="17"/>
                </a:cubicBezTo>
                <a:cubicBezTo>
                  <a:pt x="985" y="17"/>
                  <a:pt x="984" y="17"/>
                  <a:pt x="983" y="17"/>
                </a:cubicBezTo>
                <a:close/>
                <a:moveTo>
                  <a:pt x="907" y="17"/>
                </a:moveTo>
                <a:cubicBezTo>
                  <a:pt x="906" y="17"/>
                  <a:pt x="906" y="18"/>
                  <a:pt x="905" y="18"/>
                </a:cubicBezTo>
                <a:cubicBezTo>
                  <a:pt x="904" y="18"/>
                  <a:pt x="903" y="19"/>
                  <a:pt x="903" y="19"/>
                </a:cubicBezTo>
                <a:cubicBezTo>
                  <a:pt x="903" y="20"/>
                  <a:pt x="902" y="20"/>
                  <a:pt x="902" y="20"/>
                </a:cubicBezTo>
                <a:cubicBezTo>
                  <a:pt x="902" y="21"/>
                  <a:pt x="902" y="21"/>
                  <a:pt x="903" y="22"/>
                </a:cubicBezTo>
                <a:cubicBezTo>
                  <a:pt x="903" y="22"/>
                  <a:pt x="904" y="23"/>
                  <a:pt x="904" y="23"/>
                </a:cubicBezTo>
                <a:cubicBezTo>
                  <a:pt x="905" y="23"/>
                  <a:pt x="906" y="23"/>
                  <a:pt x="907" y="24"/>
                </a:cubicBezTo>
                <a:cubicBezTo>
                  <a:pt x="907" y="24"/>
                  <a:pt x="908" y="24"/>
                  <a:pt x="909" y="24"/>
                </a:cubicBezTo>
                <a:cubicBezTo>
                  <a:pt x="911" y="24"/>
                  <a:pt x="912" y="24"/>
                  <a:pt x="912" y="24"/>
                </a:cubicBezTo>
                <a:cubicBezTo>
                  <a:pt x="913" y="23"/>
                  <a:pt x="914" y="23"/>
                  <a:pt x="915" y="23"/>
                </a:cubicBezTo>
                <a:cubicBezTo>
                  <a:pt x="916" y="23"/>
                  <a:pt x="916" y="22"/>
                  <a:pt x="917" y="22"/>
                </a:cubicBezTo>
                <a:cubicBezTo>
                  <a:pt x="917" y="21"/>
                  <a:pt x="917" y="21"/>
                  <a:pt x="917" y="20"/>
                </a:cubicBezTo>
                <a:cubicBezTo>
                  <a:pt x="918" y="20"/>
                  <a:pt x="917" y="20"/>
                  <a:pt x="917" y="19"/>
                </a:cubicBezTo>
                <a:cubicBezTo>
                  <a:pt x="917" y="19"/>
                  <a:pt x="916" y="18"/>
                  <a:pt x="916" y="18"/>
                </a:cubicBezTo>
                <a:cubicBezTo>
                  <a:pt x="915" y="18"/>
                  <a:pt x="914" y="17"/>
                  <a:pt x="913" y="17"/>
                </a:cubicBezTo>
                <a:cubicBezTo>
                  <a:pt x="912" y="17"/>
                  <a:pt x="911" y="17"/>
                  <a:pt x="910" y="17"/>
                </a:cubicBezTo>
                <a:cubicBezTo>
                  <a:pt x="909" y="17"/>
                  <a:pt x="908" y="17"/>
                  <a:pt x="907" y="17"/>
                </a:cubicBezTo>
                <a:close/>
                <a:moveTo>
                  <a:pt x="1962" y="27"/>
                </a:moveTo>
                <a:cubicBezTo>
                  <a:pt x="1961" y="26"/>
                  <a:pt x="1960" y="26"/>
                  <a:pt x="1958" y="26"/>
                </a:cubicBezTo>
                <a:cubicBezTo>
                  <a:pt x="1958" y="26"/>
                  <a:pt x="1958" y="26"/>
                  <a:pt x="1958" y="26"/>
                </a:cubicBezTo>
                <a:cubicBezTo>
                  <a:pt x="1958" y="26"/>
                  <a:pt x="1958" y="26"/>
                  <a:pt x="1958" y="26"/>
                </a:cubicBezTo>
                <a:cubicBezTo>
                  <a:pt x="1957" y="26"/>
                  <a:pt x="1957" y="26"/>
                  <a:pt x="1957" y="26"/>
                </a:cubicBezTo>
                <a:cubicBezTo>
                  <a:pt x="1957" y="26"/>
                  <a:pt x="1957" y="26"/>
                  <a:pt x="1957" y="26"/>
                </a:cubicBezTo>
                <a:cubicBezTo>
                  <a:pt x="1957" y="26"/>
                  <a:pt x="1957" y="26"/>
                  <a:pt x="1956" y="26"/>
                </a:cubicBezTo>
                <a:cubicBezTo>
                  <a:pt x="1956" y="26"/>
                  <a:pt x="1956" y="26"/>
                  <a:pt x="1956" y="26"/>
                </a:cubicBezTo>
                <a:cubicBezTo>
                  <a:pt x="1956" y="26"/>
                  <a:pt x="1956" y="26"/>
                  <a:pt x="1956" y="26"/>
                </a:cubicBezTo>
                <a:cubicBezTo>
                  <a:pt x="1956" y="26"/>
                  <a:pt x="1955" y="26"/>
                  <a:pt x="1955" y="26"/>
                </a:cubicBezTo>
                <a:cubicBezTo>
                  <a:pt x="1954" y="26"/>
                  <a:pt x="1954" y="26"/>
                  <a:pt x="1953" y="26"/>
                </a:cubicBezTo>
                <a:cubicBezTo>
                  <a:pt x="1952" y="26"/>
                  <a:pt x="1952" y="27"/>
                  <a:pt x="1951" y="27"/>
                </a:cubicBezTo>
                <a:cubicBezTo>
                  <a:pt x="1951" y="27"/>
                  <a:pt x="1950" y="27"/>
                  <a:pt x="1950" y="28"/>
                </a:cubicBezTo>
                <a:cubicBezTo>
                  <a:pt x="1950" y="28"/>
                  <a:pt x="1950" y="29"/>
                  <a:pt x="1950" y="29"/>
                </a:cubicBezTo>
                <a:cubicBezTo>
                  <a:pt x="1950" y="29"/>
                  <a:pt x="1950" y="30"/>
                  <a:pt x="1951" y="30"/>
                </a:cubicBezTo>
                <a:cubicBezTo>
                  <a:pt x="1951" y="31"/>
                  <a:pt x="1952" y="31"/>
                  <a:pt x="1952" y="31"/>
                </a:cubicBezTo>
                <a:cubicBezTo>
                  <a:pt x="1953" y="32"/>
                  <a:pt x="1954" y="32"/>
                  <a:pt x="1954" y="32"/>
                </a:cubicBezTo>
                <a:cubicBezTo>
                  <a:pt x="1955" y="32"/>
                  <a:pt x="1956" y="32"/>
                  <a:pt x="1957" y="32"/>
                </a:cubicBezTo>
                <a:cubicBezTo>
                  <a:pt x="1957" y="32"/>
                  <a:pt x="1957" y="32"/>
                  <a:pt x="1957" y="32"/>
                </a:cubicBezTo>
                <a:cubicBezTo>
                  <a:pt x="1957" y="32"/>
                  <a:pt x="1957" y="32"/>
                  <a:pt x="1958" y="32"/>
                </a:cubicBezTo>
                <a:cubicBezTo>
                  <a:pt x="1958" y="32"/>
                  <a:pt x="1958" y="32"/>
                  <a:pt x="1958" y="32"/>
                </a:cubicBezTo>
                <a:cubicBezTo>
                  <a:pt x="1958" y="32"/>
                  <a:pt x="1958" y="32"/>
                  <a:pt x="1958" y="32"/>
                </a:cubicBezTo>
                <a:cubicBezTo>
                  <a:pt x="1959" y="32"/>
                  <a:pt x="1959" y="32"/>
                  <a:pt x="1959" y="32"/>
                </a:cubicBezTo>
                <a:cubicBezTo>
                  <a:pt x="1959" y="32"/>
                  <a:pt x="1959" y="32"/>
                  <a:pt x="1959" y="32"/>
                </a:cubicBezTo>
                <a:cubicBezTo>
                  <a:pt x="1959" y="32"/>
                  <a:pt x="1959" y="32"/>
                  <a:pt x="1960" y="32"/>
                </a:cubicBezTo>
                <a:cubicBezTo>
                  <a:pt x="1960" y="32"/>
                  <a:pt x="1960" y="32"/>
                  <a:pt x="1960" y="32"/>
                </a:cubicBezTo>
                <a:cubicBezTo>
                  <a:pt x="1960" y="32"/>
                  <a:pt x="1961" y="32"/>
                  <a:pt x="1961" y="32"/>
                </a:cubicBezTo>
                <a:cubicBezTo>
                  <a:pt x="1961" y="32"/>
                  <a:pt x="1962" y="32"/>
                  <a:pt x="1962" y="32"/>
                </a:cubicBezTo>
                <a:cubicBezTo>
                  <a:pt x="1962" y="32"/>
                  <a:pt x="1963" y="32"/>
                  <a:pt x="1963" y="32"/>
                </a:cubicBezTo>
                <a:cubicBezTo>
                  <a:pt x="1963" y="32"/>
                  <a:pt x="1963" y="32"/>
                  <a:pt x="1964" y="31"/>
                </a:cubicBezTo>
                <a:cubicBezTo>
                  <a:pt x="1964" y="31"/>
                  <a:pt x="1965" y="31"/>
                  <a:pt x="1965" y="30"/>
                </a:cubicBezTo>
                <a:cubicBezTo>
                  <a:pt x="1965" y="30"/>
                  <a:pt x="1965" y="30"/>
                  <a:pt x="1965" y="29"/>
                </a:cubicBezTo>
                <a:cubicBezTo>
                  <a:pt x="1965" y="29"/>
                  <a:pt x="1965" y="29"/>
                  <a:pt x="1965" y="29"/>
                </a:cubicBezTo>
                <a:cubicBezTo>
                  <a:pt x="1965" y="29"/>
                  <a:pt x="1965" y="28"/>
                  <a:pt x="1965" y="28"/>
                </a:cubicBezTo>
                <a:cubicBezTo>
                  <a:pt x="1965" y="28"/>
                  <a:pt x="1965" y="28"/>
                  <a:pt x="1965" y="28"/>
                </a:cubicBezTo>
                <a:cubicBezTo>
                  <a:pt x="1965" y="28"/>
                  <a:pt x="1964" y="28"/>
                  <a:pt x="1964" y="28"/>
                </a:cubicBezTo>
                <a:cubicBezTo>
                  <a:pt x="1964" y="27"/>
                  <a:pt x="1963" y="27"/>
                  <a:pt x="1962" y="27"/>
                </a:cubicBezTo>
                <a:cubicBezTo>
                  <a:pt x="1962" y="26"/>
                  <a:pt x="1963" y="27"/>
                  <a:pt x="1962" y="27"/>
                </a:cubicBezTo>
                <a:close/>
                <a:moveTo>
                  <a:pt x="1655" y="26"/>
                </a:moveTo>
                <a:cubicBezTo>
                  <a:pt x="1655" y="26"/>
                  <a:pt x="1655" y="26"/>
                  <a:pt x="1654" y="26"/>
                </a:cubicBezTo>
                <a:cubicBezTo>
                  <a:pt x="1654" y="26"/>
                  <a:pt x="1654" y="26"/>
                  <a:pt x="1654" y="26"/>
                </a:cubicBezTo>
                <a:cubicBezTo>
                  <a:pt x="1653" y="26"/>
                  <a:pt x="1653" y="26"/>
                  <a:pt x="1653" y="26"/>
                </a:cubicBezTo>
                <a:cubicBezTo>
                  <a:pt x="1653" y="26"/>
                  <a:pt x="1652" y="26"/>
                  <a:pt x="1652" y="26"/>
                </a:cubicBezTo>
                <a:cubicBezTo>
                  <a:pt x="1651" y="26"/>
                  <a:pt x="1650" y="26"/>
                  <a:pt x="1649" y="26"/>
                </a:cubicBezTo>
                <a:cubicBezTo>
                  <a:pt x="1648" y="26"/>
                  <a:pt x="1647" y="26"/>
                  <a:pt x="1647" y="27"/>
                </a:cubicBezTo>
                <a:cubicBezTo>
                  <a:pt x="1646" y="27"/>
                  <a:pt x="1646" y="27"/>
                  <a:pt x="1645" y="28"/>
                </a:cubicBezTo>
                <a:cubicBezTo>
                  <a:pt x="1645" y="28"/>
                  <a:pt x="1645" y="29"/>
                  <a:pt x="1645" y="29"/>
                </a:cubicBezTo>
                <a:cubicBezTo>
                  <a:pt x="1645" y="30"/>
                  <a:pt x="1645" y="30"/>
                  <a:pt x="1646" y="30"/>
                </a:cubicBezTo>
                <a:cubicBezTo>
                  <a:pt x="1646" y="31"/>
                  <a:pt x="1647" y="31"/>
                  <a:pt x="1647" y="31"/>
                </a:cubicBezTo>
                <a:cubicBezTo>
                  <a:pt x="1648" y="32"/>
                  <a:pt x="1649" y="32"/>
                  <a:pt x="1650" y="32"/>
                </a:cubicBezTo>
                <a:cubicBezTo>
                  <a:pt x="1651" y="32"/>
                  <a:pt x="1652" y="32"/>
                  <a:pt x="1653" y="32"/>
                </a:cubicBezTo>
                <a:cubicBezTo>
                  <a:pt x="1653" y="32"/>
                  <a:pt x="1653" y="32"/>
                  <a:pt x="1654" y="32"/>
                </a:cubicBezTo>
                <a:cubicBezTo>
                  <a:pt x="1654" y="32"/>
                  <a:pt x="1654" y="32"/>
                  <a:pt x="1654" y="32"/>
                </a:cubicBezTo>
                <a:cubicBezTo>
                  <a:pt x="1655" y="32"/>
                  <a:pt x="1655" y="32"/>
                  <a:pt x="1655" y="32"/>
                </a:cubicBezTo>
                <a:cubicBezTo>
                  <a:pt x="1655" y="32"/>
                  <a:pt x="1656" y="32"/>
                  <a:pt x="1656" y="32"/>
                </a:cubicBezTo>
                <a:cubicBezTo>
                  <a:pt x="1657" y="32"/>
                  <a:pt x="1657" y="32"/>
                  <a:pt x="1658" y="31"/>
                </a:cubicBezTo>
                <a:cubicBezTo>
                  <a:pt x="1659" y="31"/>
                  <a:pt x="1660" y="30"/>
                  <a:pt x="1660" y="29"/>
                </a:cubicBezTo>
                <a:cubicBezTo>
                  <a:pt x="1660" y="29"/>
                  <a:pt x="1660" y="29"/>
                  <a:pt x="1660" y="28"/>
                </a:cubicBezTo>
                <a:cubicBezTo>
                  <a:pt x="1660" y="28"/>
                  <a:pt x="1660" y="28"/>
                  <a:pt x="1659" y="28"/>
                </a:cubicBezTo>
                <a:cubicBezTo>
                  <a:pt x="1659" y="27"/>
                  <a:pt x="1659" y="27"/>
                  <a:pt x="1659" y="27"/>
                </a:cubicBezTo>
                <a:cubicBezTo>
                  <a:pt x="1658" y="27"/>
                  <a:pt x="1658" y="27"/>
                  <a:pt x="1658" y="27"/>
                </a:cubicBezTo>
                <a:cubicBezTo>
                  <a:pt x="1657" y="27"/>
                  <a:pt x="1657" y="26"/>
                  <a:pt x="1657" y="26"/>
                </a:cubicBezTo>
                <a:cubicBezTo>
                  <a:pt x="1657" y="26"/>
                  <a:pt x="1657" y="26"/>
                  <a:pt x="1656" y="26"/>
                </a:cubicBezTo>
                <a:cubicBezTo>
                  <a:pt x="1656" y="26"/>
                  <a:pt x="1656" y="26"/>
                  <a:pt x="1656" y="26"/>
                </a:cubicBezTo>
                <a:cubicBezTo>
                  <a:pt x="1656" y="26"/>
                  <a:pt x="1655" y="26"/>
                  <a:pt x="1655" y="26"/>
                </a:cubicBezTo>
                <a:cubicBezTo>
                  <a:pt x="1655" y="26"/>
                  <a:pt x="1655" y="26"/>
                  <a:pt x="1655" y="26"/>
                </a:cubicBezTo>
                <a:close/>
                <a:moveTo>
                  <a:pt x="1884" y="26"/>
                </a:moveTo>
                <a:cubicBezTo>
                  <a:pt x="1883" y="26"/>
                  <a:pt x="1882" y="26"/>
                  <a:pt x="1881" y="26"/>
                </a:cubicBezTo>
                <a:cubicBezTo>
                  <a:pt x="1880" y="26"/>
                  <a:pt x="1879" y="26"/>
                  <a:pt x="1878" y="26"/>
                </a:cubicBezTo>
                <a:cubicBezTo>
                  <a:pt x="1877" y="26"/>
                  <a:pt x="1876" y="26"/>
                  <a:pt x="1875" y="27"/>
                </a:cubicBezTo>
                <a:cubicBezTo>
                  <a:pt x="1875" y="27"/>
                  <a:pt x="1874" y="27"/>
                  <a:pt x="1874" y="28"/>
                </a:cubicBezTo>
                <a:cubicBezTo>
                  <a:pt x="1874" y="28"/>
                  <a:pt x="1874" y="29"/>
                  <a:pt x="1874" y="29"/>
                </a:cubicBezTo>
                <a:cubicBezTo>
                  <a:pt x="1874" y="30"/>
                  <a:pt x="1874" y="30"/>
                  <a:pt x="1875" y="30"/>
                </a:cubicBezTo>
                <a:cubicBezTo>
                  <a:pt x="1875" y="31"/>
                  <a:pt x="1876" y="31"/>
                  <a:pt x="1876" y="31"/>
                </a:cubicBezTo>
                <a:cubicBezTo>
                  <a:pt x="1877" y="32"/>
                  <a:pt x="1878" y="32"/>
                  <a:pt x="1879" y="32"/>
                </a:cubicBezTo>
                <a:cubicBezTo>
                  <a:pt x="1880" y="32"/>
                  <a:pt x="1881" y="32"/>
                  <a:pt x="1882" y="32"/>
                </a:cubicBezTo>
                <a:cubicBezTo>
                  <a:pt x="1882" y="32"/>
                  <a:pt x="1883" y="32"/>
                  <a:pt x="1883" y="32"/>
                </a:cubicBezTo>
                <a:cubicBezTo>
                  <a:pt x="1883" y="32"/>
                  <a:pt x="1883" y="32"/>
                  <a:pt x="1884" y="32"/>
                </a:cubicBezTo>
                <a:cubicBezTo>
                  <a:pt x="1884" y="32"/>
                  <a:pt x="1884" y="32"/>
                  <a:pt x="1884" y="32"/>
                </a:cubicBezTo>
                <a:cubicBezTo>
                  <a:pt x="1884" y="32"/>
                  <a:pt x="1885" y="32"/>
                  <a:pt x="1885" y="32"/>
                </a:cubicBezTo>
                <a:cubicBezTo>
                  <a:pt x="1886" y="32"/>
                  <a:pt x="1889" y="31"/>
                  <a:pt x="1889" y="29"/>
                </a:cubicBezTo>
                <a:cubicBezTo>
                  <a:pt x="1889" y="29"/>
                  <a:pt x="1889" y="28"/>
                  <a:pt x="1888" y="28"/>
                </a:cubicBezTo>
                <a:cubicBezTo>
                  <a:pt x="1888" y="28"/>
                  <a:pt x="1888" y="27"/>
                  <a:pt x="1887" y="27"/>
                </a:cubicBezTo>
                <a:cubicBezTo>
                  <a:pt x="1887" y="27"/>
                  <a:pt x="1886" y="27"/>
                  <a:pt x="1886" y="26"/>
                </a:cubicBezTo>
                <a:cubicBezTo>
                  <a:pt x="1885" y="26"/>
                  <a:pt x="1884" y="26"/>
                  <a:pt x="1884" y="26"/>
                </a:cubicBezTo>
                <a:cubicBezTo>
                  <a:pt x="1883" y="26"/>
                  <a:pt x="1884" y="26"/>
                  <a:pt x="1884" y="26"/>
                </a:cubicBezTo>
                <a:close/>
                <a:moveTo>
                  <a:pt x="1916" y="26"/>
                </a:moveTo>
                <a:cubicBezTo>
                  <a:pt x="1915" y="26"/>
                  <a:pt x="1914" y="26"/>
                  <a:pt x="1914" y="27"/>
                </a:cubicBezTo>
                <a:cubicBezTo>
                  <a:pt x="1913" y="27"/>
                  <a:pt x="1912" y="27"/>
                  <a:pt x="1912" y="28"/>
                </a:cubicBezTo>
                <a:cubicBezTo>
                  <a:pt x="1912" y="28"/>
                  <a:pt x="1912" y="29"/>
                  <a:pt x="1912" y="29"/>
                </a:cubicBezTo>
                <a:cubicBezTo>
                  <a:pt x="1912" y="30"/>
                  <a:pt x="1912" y="30"/>
                  <a:pt x="1913" y="30"/>
                </a:cubicBezTo>
                <a:cubicBezTo>
                  <a:pt x="1913" y="31"/>
                  <a:pt x="1914" y="31"/>
                  <a:pt x="1915" y="31"/>
                </a:cubicBezTo>
                <a:cubicBezTo>
                  <a:pt x="1915" y="32"/>
                  <a:pt x="1916" y="32"/>
                  <a:pt x="1917" y="32"/>
                </a:cubicBezTo>
                <a:cubicBezTo>
                  <a:pt x="1918" y="32"/>
                  <a:pt x="1919" y="32"/>
                  <a:pt x="1920" y="32"/>
                </a:cubicBezTo>
                <a:cubicBezTo>
                  <a:pt x="1921" y="32"/>
                  <a:pt x="1922" y="32"/>
                  <a:pt x="1923" y="32"/>
                </a:cubicBezTo>
                <a:cubicBezTo>
                  <a:pt x="1924" y="32"/>
                  <a:pt x="1925" y="32"/>
                  <a:pt x="1925" y="31"/>
                </a:cubicBezTo>
                <a:cubicBezTo>
                  <a:pt x="1926" y="31"/>
                  <a:pt x="1926" y="31"/>
                  <a:pt x="1927" y="30"/>
                </a:cubicBezTo>
                <a:cubicBezTo>
                  <a:pt x="1927" y="30"/>
                  <a:pt x="1927" y="30"/>
                  <a:pt x="1927" y="29"/>
                </a:cubicBezTo>
                <a:cubicBezTo>
                  <a:pt x="1927" y="29"/>
                  <a:pt x="1927" y="28"/>
                  <a:pt x="1926" y="28"/>
                </a:cubicBezTo>
                <a:cubicBezTo>
                  <a:pt x="1926" y="27"/>
                  <a:pt x="1925" y="27"/>
                  <a:pt x="1924" y="27"/>
                </a:cubicBezTo>
                <a:cubicBezTo>
                  <a:pt x="1924" y="26"/>
                  <a:pt x="1923" y="26"/>
                  <a:pt x="1922" y="26"/>
                </a:cubicBezTo>
                <a:cubicBezTo>
                  <a:pt x="1921" y="26"/>
                  <a:pt x="1920" y="26"/>
                  <a:pt x="1919" y="26"/>
                </a:cubicBezTo>
                <a:cubicBezTo>
                  <a:pt x="1918" y="26"/>
                  <a:pt x="1917" y="26"/>
                  <a:pt x="1916" y="26"/>
                </a:cubicBezTo>
                <a:close/>
                <a:moveTo>
                  <a:pt x="1611" y="26"/>
                </a:moveTo>
                <a:cubicBezTo>
                  <a:pt x="1610" y="26"/>
                  <a:pt x="1609" y="26"/>
                  <a:pt x="1609" y="27"/>
                </a:cubicBezTo>
                <a:cubicBezTo>
                  <a:pt x="1608" y="27"/>
                  <a:pt x="1608" y="27"/>
                  <a:pt x="1607" y="28"/>
                </a:cubicBezTo>
                <a:cubicBezTo>
                  <a:pt x="1607" y="28"/>
                  <a:pt x="1607" y="29"/>
                  <a:pt x="1607" y="29"/>
                </a:cubicBezTo>
                <a:cubicBezTo>
                  <a:pt x="1607" y="30"/>
                  <a:pt x="1607" y="30"/>
                  <a:pt x="1607" y="30"/>
                </a:cubicBezTo>
                <a:cubicBezTo>
                  <a:pt x="1608" y="31"/>
                  <a:pt x="1609" y="31"/>
                  <a:pt x="1609" y="31"/>
                </a:cubicBezTo>
                <a:cubicBezTo>
                  <a:pt x="1610" y="32"/>
                  <a:pt x="1611" y="32"/>
                  <a:pt x="1612" y="32"/>
                </a:cubicBezTo>
                <a:cubicBezTo>
                  <a:pt x="1613" y="32"/>
                  <a:pt x="1614" y="32"/>
                  <a:pt x="1615" y="32"/>
                </a:cubicBezTo>
                <a:cubicBezTo>
                  <a:pt x="1616" y="32"/>
                  <a:pt x="1617" y="32"/>
                  <a:pt x="1618" y="32"/>
                </a:cubicBezTo>
                <a:cubicBezTo>
                  <a:pt x="1619" y="32"/>
                  <a:pt x="1619" y="32"/>
                  <a:pt x="1620" y="31"/>
                </a:cubicBezTo>
                <a:cubicBezTo>
                  <a:pt x="1621" y="31"/>
                  <a:pt x="1621" y="31"/>
                  <a:pt x="1622" y="30"/>
                </a:cubicBezTo>
                <a:cubicBezTo>
                  <a:pt x="1622" y="30"/>
                  <a:pt x="1622" y="30"/>
                  <a:pt x="1622" y="29"/>
                </a:cubicBezTo>
                <a:cubicBezTo>
                  <a:pt x="1622" y="29"/>
                  <a:pt x="1622" y="28"/>
                  <a:pt x="1621" y="28"/>
                </a:cubicBezTo>
                <a:cubicBezTo>
                  <a:pt x="1621" y="27"/>
                  <a:pt x="1620" y="27"/>
                  <a:pt x="1619" y="27"/>
                </a:cubicBezTo>
                <a:cubicBezTo>
                  <a:pt x="1619" y="26"/>
                  <a:pt x="1618" y="26"/>
                  <a:pt x="1617" y="26"/>
                </a:cubicBezTo>
                <a:cubicBezTo>
                  <a:pt x="1616" y="26"/>
                  <a:pt x="1615" y="26"/>
                  <a:pt x="1614" y="26"/>
                </a:cubicBezTo>
                <a:cubicBezTo>
                  <a:pt x="1613" y="26"/>
                  <a:pt x="1612" y="26"/>
                  <a:pt x="1611" y="26"/>
                </a:cubicBezTo>
                <a:close/>
                <a:moveTo>
                  <a:pt x="739" y="26"/>
                </a:moveTo>
                <a:cubicBezTo>
                  <a:pt x="739" y="26"/>
                  <a:pt x="739" y="26"/>
                  <a:pt x="739" y="26"/>
                </a:cubicBezTo>
                <a:cubicBezTo>
                  <a:pt x="739" y="26"/>
                  <a:pt x="738" y="26"/>
                  <a:pt x="738" y="26"/>
                </a:cubicBezTo>
                <a:cubicBezTo>
                  <a:pt x="738" y="26"/>
                  <a:pt x="738" y="26"/>
                  <a:pt x="738" y="26"/>
                </a:cubicBezTo>
                <a:cubicBezTo>
                  <a:pt x="737" y="26"/>
                  <a:pt x="736" y="26"/>
                  <a:pt x="735" y="26"/>
                </a:cubicBezTo>
                <a:cubicBezTo>
                  <a:pt x="734" y="26"/>
                  <a:pt x="733" y="26"/>
                  <a:pt x="732" y="27"/>
                </a:cubicBezTo>
                <a:cubicBezTo>
                  <a:pt x="732" y="27"/>
                  <a:pt x="731" y="27"/>
                  <a:pt x="730" y="28"/>
                </a:cubicBezTo>
                <a:cubicBezTo>
                  <a:pt x="730" y="28"/>
                  <a:pt x="730" y="29"/>
                  <a:pt x="730" y="29"/>
                </a:cubicBezTo>
                <a:cubicBezTo>
                  <a:pt x="730" y="30"/>
                  <a:pt x="730" y="30"/>
                  <a:pt x="730" y="30"/>
                </a:cubicBezTo>
                <a:cubicBezTo>
                  <a:pt x="730" y="31"/>
                  <a:pt x="731" y="31"/>
                  <a:pt x="731" y="31"/>
                </a:cubicBezTo>
                <a:cubicBezTo>
                  <a:pt x="732" y="32"/>
                  <a:pt x="733" y="32"/>
                  <a:pt x="734" y="32"/>
                </a:cubicBezTo>
                <a:cubicBezTo>
                  <a:pt x="735" y="32"/>
                  <a:pt x="736" y="32"/>
                  <a:pt x="737" y="32"/>
                </a:cubicBezTo>
                <a:cubicBezTo>
                  <a:pt x="737" y="32"/>
                  <a:pt x="737" y="32"/>
                  <a:pt x="737" y="32"/>
                </a:cubicBezTo>
                <a:cubicBezTo>
                  <a:pt x="737" y="32"/>
                  <a:pt x="737" y="32"/>
                  <a:pt x="737" y="32"/>
                </a:cubicBezTo>
                <a:cubicBezTo>
                  <a:pt x="738" y="32"/>
                  <a:pt x="738" y="32"/>
                  <a:pt x="738" y="32"/>
                </a:cubicBezTo>
                <a:cubicBezTo>
                  <a:pt x="738" y="32"/>
                  <a:pt x="738" y="32"/>
                  <a:pt x="738" y="32"/>
                </a:cubicBezTo>
                <a:cubicBezTo>
                  <a:pt x="739" y="32"/>
                  <a:pt x="740" y="32"/>
                  <a:pt x="741" y="32"/>
                </a:cubicBezTo>
                <a:cubicBezTo>
                  <a:pt x="741" y="32"/>
                  <a:pt x="742" y="32"/>
                  <a:pt x="743" y="31"/>
                </a:cubicBezTo>
                <a:cubicBezTo>
                  <a:pt x="743" y="31"/>
                  <a:pt x="744" y="31"/>
                  <a:pt x="744" y="30"/>
                </a:cubicBezTo>
                <a:cubicBezTo>
                  <a:pt x="745" y="30"/>
                  <a:pt x="745" y="29"/>
                  <a:pt x="745" y="29"/>
                </a:cubicBezTo>
                <a:cubicBezTo>
                  <a:pt x="745" y="29"/>
                  <a:pt x="745" y="28"/>
                  <a:pt x="745" y="28"/>
                </a:cubicBezTo>
                <a:cubicBezTo>
                  <a:pt x="744" y="27"/>
                  <a:pt x="744" y="27"/>
                  <a:pt x="744" y="27"/>
                </a:cubicBezTo>
                <a:cubicBezTo>
                  <a:pt x="743" y="27"/>
                  <a:pt x="742" y="26"/>
                  <a:pt x="742" y="26"/>
                </a:cubicBezTo>
                <a:cubicBezTo>
                  <a:pt x="741" y="26"/>
                  <a:pt x="740" y="26"/>
                  <a:pt x="739" y="26"/>
                </a:cubicBezTo>
                <a:cubicBezTo>
                  <a:pt x="739" y="26"/>
                  <a:pt x="739" y="26"/>
                  <a:pt x="739" y="26"/>
                </a:cubicBezTo>
                <a:close/>
                <a:moveTo>
                  <a:pt x="1046" y="26"/>
                </a:moveTo>
                <a:cubicBezTo>
                  <a:pt x="1045" y="26"/>
                  <a:pt x="1044" y="26"/>
                  <a:pt x="1043" y="26"/>
                </a:cubicBezTo>
                <a:cubicBezTo>
                  <a:pt x="1042" y="26"/>
                  <a:pt x="1042" y="26"/>
                  <a:pt x="1042" y="26"/>
                </a:cubicBezTo>
                <a:cubicBezTo>
                  <a:pt x="1042" y="26"/>
                  <a:pt x="1041" y="26"/>
                  <a:pt x="1041" y="26"/>
                </a:cubicBezTo>
                <a:cubicBezTo>
                  <a:pt x="1041" y="26"/>
                  <a:pt x="1041" y="26"/>
                  <a:pt x="1040" y="26"/>
                </a:cubicBezTo>
                <a:cubicBezTo>
                  <a:pt x="1040" y="26"/>
                  <a:pt x="1040" y="26"/>
                  <a:pt x="1040" y="26"/>
                </a:cubicBezTo>
                <a:cubicBezTo>
                  <a:pt x="1038" y="26"/>
                  <a:pt x="1035" y="27"/>
                  <a:pt x="1035" y="29"/>
                </a:cubicBezTo>
                <a:cubicBezTo>
                  <a:pt x="1035" y="29"/>
                  <a:pt x="1035" y="30"/>
                  <a:pt x="1035" y="30"/>
                </a:cubicBezTo>
                <a:cubicBezTo>
                  <a:pt x="1035" y="30"/>
                  <a:pt x="1035" y="31"/>
                  <a:pt x="1036" y="31"/>
                </a:cubicBezTo>
                <a:cubicBezTo>
                  <a:pt x="1036" y="31"/>
                  <a:pt x="1037" y="31"/>
                  <a:pt x="1037" y="32"/>
                </a:cubicBezTo>
                <a:cubicBezTo>
                  <a:pt x="1038" y="32"/>
                  <a:pt x="1038" y="32"/>
                  <a:pt x="1039" y="32"/>
                </a:cubicBezTo>
                <a:cubicBezTo>
                  <a:pt x="1040" y="32"/>
                  <a:pt x="1041" y="32"/>
                  <a:pt x="1042" y="32"/>
                </a:cubicBezTo>
                <a:cubicBezTo>
                  <a:pt x="1042" y="32"/>
                  <a:pt x="1043" y="32"/>
                  <a:pt x="1043" y="32"/>
                </a:cubicBezTo>
                <a:cubicBezTo>
                  <a:pt x="1043" y="32"/>
                  <a:pt x="1043" y="32"/>
                  <a:pt x="1044" y="32"/>
                </a:cubicBezTo>
                <a:cubicBezTo>
                  <a:pt x="1044" y="32"/>
                  <a:pt x="1044" y="32"/>
                  <a:pt x="1044" y="32"/>
                </a:cubicBezTo>
                <a:cubicBezTo>
                  <a:pt x="1045" y="32"/>
                  <a:pt x="1045" y="32"/>
                  <a:pt x="1045" y="32"/>
                </a:cubicBezTo>
                <a:cubicBezTo>
                  <a:pt x="1047" y="32"/>
                  <a:pt x="1050" y="31"/>
                  <a:pt x="1050" y="29"/>
                </a:cubicBezTo>
                <a:cubicBezTo>
                  <a:pt x="1050" y="29"/>
                  <a:pt x="1050" y="28"/>
                  <a:pt x="1050" y="28"/>
                </a:cubicBezTo>
                <a:cubicBezTo>
                  <a:pt x="1049" y="28"/>
                  <a:pt x="1049" y="27"/>
                  <a:pt x="1049" y="27"/>
                </a:cubicBezTo>
                <a:cubicBezTo>
                  <a:pt x="1048" y="27"/>
                  <a:pt x="1048" y="27"/>
                  <a:pt x="1047" y="26"/>
                </a:cubicBezTo>
                <a:cubicBezTo>
                  <a:pt x="1047" y="26"/>
                  <a:pt x="1046" y="26"/>
                  <a:pt x="1046" y="26"/>
                </a:cubicBezTo>
                <a:cubicBezTo>
                  <a:pt x="1045" y="26"/>
                  <a:pt x="1046" y="26"/>
                  <a:pt x="1046" y="26"/>
                </a:cubicBezTo>
                <a:close/>
                <a:moveTo>
                  <a:pt x="1001" y="26"/>
                </a:moveTo>
                <a:cubicBezTo>
                  <a:pt x="1001" y="26"/>
                  <a:pt x="1000" y="26"/>
                  <a:pt x="999" y="27"/>
                </a:cubicBezTo>
                <a:cubicBezTo>
                  <a:pt x="998" y="27"/>
                  <a:pt x="998" y="27"/>
                  <a:pt x="997" y="28"/>
                </a:cubicBezTo>
                <a:cubicBezTo>
                  <a:pt x="997" y="28"/>
                  <a:pt x="997" y="29"/>
                  <a:pt x="997" y="29"/>
                </a:cubicBezTo>
                <a:cubicBezTo>
                  <a:pt x="997" y="30"/>
                  <a:pt x="997" y="30"/>
                  <a:pt x="997" y="30"/>
                </a:cubicBezTo>
                <a:cubicBezTo>
                  <a:pt x="997" y="31"/>
                  <a:pt x="998" y="31"/>
                  <a:pt x="999" y="31"/>
                </a:cubicBezTo>
                <a:cubicBezTo>
                  <a:pt x="999" y="32"/>
                  <a:pt x="1000" y="32"/>
                  <a:pt x="1001" y="32"/>
                </a:cubicBezTo>
                <a:cubicBezTo>
                  <a:pt x="1002" y="32"/>
                  <a:pt x="1003" y="32"/>
                  <a:pt x="1004" y="32"/>
                </a:cubicBezTo>
                <a:cubicBezTo>
                  <a:pt x="1005" y="32"/>
                  <a:pt x="1006" y="32"/>
                  <a:pt x="1007" y="32"/>
                </a:cubicBezTo>
                <a:cubicBezTo>
                  <a:pt x="1008" y="32"/>
                  <a:pt x="1009" y="32"/>
                  <a:pt x="1009" y="31"/>
                </a:cubicBezTo>
                <a:cubicBezTo>
                  <a:pt x="1010" y="31"/>
                  <a:pt x="1011" y="31"/>
                  <a:pt x="1011" y="30"/>
                </a:cubicBezTo>
                <a:cubicBezTo>
                  <a:pt x="1012" y="30"/>
                  <a:pt x="1012" y="30"/>
                  <a:pt x="1012" y="29"/>
                </a:cubicBezTo>
                <a:cubicBezTo>
                  <a:pt x="1012" y="29"/>
                  <a:pt x="1012" y="28"/>
                  <a:pt x="1011" y="28"/>
                </a:cubicBezTo>
                <a:cubicBezTo>
                  <a:pt x="1011" y="27"/>
                  <a:pt x="1010" y="27"/>
                  <a:pt x="1010" y="27"/>
                </a:cubicBezTo>
                <a:cubicBezTo>
                  <a:pt x="1009" y="26"/>
                  <a:pt x="1008" y="26"/>
                  <a:pt x="1007" y="26"/>
                </a:cubicBezTo>
                <a:cubicBezTo>
                  <a:pt x="1007" y="26"/>
                  <a:pt x="1006" y="26"/>
                  <a:pt x="1004" y="26"/>
                </a:cubicBezTo>
                <a:cubicBezTo>
                  <a:pt x="1003" y="26"/>
                  <a:pt x="1002" y="26"/>
                  <a:pt x="1001" y="26"/>
                </a:cubicBezTo>
                <a:close/>
                <a:moveTo>
                  <a:pt x="849" y="26"/>
                </a:moveTo>
                <a:cubicBezTo>
                  <a:pt x="848" y="26"/>
                  <a:pt x="847" y="26"/>
                  <a:pt x="847" y="27"/>
                </a:cubicBezTo>
                <a:cubicBezTo>
                  <a:pt x="846" y="27"/>
                  <a:pt x="845" y="27"/>
                  <a:pt x="845" y="28"/>
                </a:cubicBezTo>
                <a:cubicBezTo>
                  <a:pt x="844" y="28"/>
                  <a:pt x="844" y="29"/>
                  <a:pt x="844" y="29"/>
                </a:cubicBezTo>
                <a:cubicBezTo>
                  <a:pt x="844" y="30"/>
                  <a:pt x="844" y="30"/>
                  <a:pt x="844" y="30"/>
                </a:cubicBezTo>
                <a:cubicBezTo>
                  <a:pt x="845" y="31"/>
                  <a:pt x="845" y="31"/>
                  <a:pt x="846" y="31"/>
                </a:cubicBezTo>
                <a:cubicBezTo>
                  <a:pt x="847" y="32"/>
                  <a:pt x="847" y="32"/>
                  <a:pt x="848" y="32"/>
                </a:cubicBezTo>
                <a:cubicBezTo>
                  <a:pt x="849" y="32"/>
                  <a:pt x="850" y="32"/>
                  <a:pt x="851" y="32"/>
                </a:cubicBezTo>
                <a:cubicBezTo>
                  <a:pt x="852" y="32"/>
                  <a:pt x="853" y="32"/>
                  <a:pt x="854" y="32"/>
                </a:cubicBezTo>
                <a:cubicBezTo>
                  <a:pt x="855" y="32"/>
                  <a:pt x="856" y="32"/>
                  <a:pt x="857" y="31"/>
                </a:cubicBezTo>
                <a:cubicBezTo>
                  <a:pt x="857" y="31"/>
                  <a:pt x="858" y="31"/>
                  <a:pt x="859" y="30"/>
                </a:cubicBezTo>
                <a:cubicBezTo>
                  <a:pt x="859" y="30"/>
                  <a:pt x="859" y="30"/>
                  <a:pt x="859" y="29"/>
                </a:cubicBezTo>
                <a:cubicBezTo>
                  <a:pt x="859" y="29"/>
                  <a:pt x="859" y="28"/>
                  <a:pt x="859" y="28"/>
                </a:cubicBezTo>
                <a:cubicBezTo>
                  <a:pt x="859" y="27"/>
                  <a:pt x="858" y="27"/>
                  <a:pt x="857" y="27"/>
                </a:cubicBezTo>
                <a:cubicBezTo>
                  <a:pt x="857" y="26"/>
                  <a:pt x="856" y="26"/>
                  <a:pt x="855" y="26"/>
                </a:cubicBezTo>
                <a:cubicBezTo>
                  <a:pt x="854" y="26"/>
                  <a:pt x="853" y="26"/>
                  <a:pt x="852" y="26"/>
                </a:cubicBezTo>
                <a:cubicBezTo>
                  <a:pt x="851" y="26"/>
                  <a:pt x="850" y="26"/>
                  <a:pt x="849" y="26"/>
                </a:cubicBezTo>
                <a:close/>
                <a:moveTo>
                  <a:pt x="892" y="26"/>
                </a:moveTo>
                <a:cubicBezTo>
                  <a:pt x="892" y="26"/>
                  <a:pt x="892" y="26"/>
                  <a:pt x="892" y="26"/>
                </a:cubicBezTo>
                <a:cubicBezTo>
                  <a:pt x="892" y="26"/>
                  <a:pt x="891" y="26"/>
                  <a:pt x="891" y="26"/>
                </a:cubicBezTo>
                <a:cubicBezTo>
                  <a:pt x="891" y="26"/>
                  <a:pt x="890" y="26"/>
                  <a:pt x="890" y="26"/>
                </a:cubicBezTo>
                <a:cubicBezTo>
                  <a:pt x="889" y="26"/>
                  <a:pt x="888" y="26"/>
                  <a:pt x="887" y="26"/>
                </a:cubicBezTo>
                <a:cubicBezTo>
                  <a:pt x="886" y="26"/>
                  <a:pt x="885" y="26"/>
                  <a:pt x="885" y="27"/>
                </a:cubicBezTo>
                <a:cubicBezTo>
                  <a:pt x="884" y="27"/>
                  <a:pt x="883" y="27"/>
                  <a:pt x="883" y="28"/>
                </a:cubicBezTo>
                <a:cubicBezTo>
                  <a:pt x="883" y="28"/>
                  <a:pt x="882" y="29"/>
                  <a:pt x="882" y="29"/>
                </a:cubicBezTo>
                <a:cubicBezTo>
                  <a:pt x="882" y="30"/>
                  <a:pt x="882" y="30"/>
                  <a:pt x="883" y="30"/>
                </a:cubicBezTo>
                <a:cubicBezTo>
                  <a:pt x="883" y="31"/>
                  <a:pt x="883" y="31"/>
                  <a:pt x="884" y="31"/>
                </a:cubicBezTo>
                <a:cubicBezTo>
                  <a:pt x="885" y="32"/>
                  <a:pt x="886" y="32"/>
                  <a:pt x="886" y="32"/>
                </a:cubicBezTo>
                <a:cubicBezTo>
                  <a:pt x="887" y="32"/>
                  <a:pt x="888" y="32"/>
                  <a:pt x="889" y="32"/>
                </a:cubicBezTo>
                <a:cubicBezTo>
                  <a:pt x="890" y="32"/>
                  <a:pt x="890" y="32"/>
                  <a:pt x="890" y="32"/>
                </a:cubicBezTo>
                <a:cubicBezTo>
                  <a:pt x="890" y="32"/>
                  <a:pt x="891" y="32"/>
                  <a:pt x="891" y="32"/>
                </a:cubicBezTo>
                <a:cubicBezTo>
                  <a:pt x="891" y="32"/>
                  <a:pt x="891" y="32"/>
                  <a:pt x="892" y="32"/>
                </a:cubicBezTo>
                <a:cubicBezTo>
                  <a:pt x="892" y="32"/>
                  <a:pt x="892" y="32"/>
                  <a:pt x="892" y="32"/>
                </a:cubicBezTo>
                <a:cubicBezTo>
                  <a:pt x="893" y="32"/>
                  <a:pt x="894" y="32"/>
                  <a:pt x="895" y="31"/>
                </a:cubicBezTo>
                <a:cubicBezTo>
                  <a:pt x="896" y="31"/>
                  <a:pt x="897" y="30"/>
                  <a:pt x="897" y="29"/>
                </a:cubicBezTo>
                <a:cubicBezTo>
                  <a:pt x="897" y="29"/>
                  <a:pt x="897" y="29"/>
                  <a:pt x="897" y="28"/>
                </a:cubicBezTo>
                <a:cubicBezTo>
                  <a:pt x="897" y="28"/>
                  <a:pt x="897" y="28"/>
                  <a:pt x="897" y="28"/>
                </a:cubicBezTo>
                <a:cubicBezTo>
                  <a:pt x="897" y="27"/>
                  <a:pt x="897" y="27"/>
                  <a:pt x="896" y="27"/>
                </a:cubicBezTo>
                <a:cubicBezTo>
                  <a:pt x="896" y="27"/>
                  <a:pt x="896" y="27"/>
                  <a:pt x="895" y="27"/>
                </a:cubicBezTo>
                <a:cubicBezTo>
                  <a:pt x="895" y="27"/>
                  <a:pt x="895" y="26"/>
                  <a:pt x="895" y="26"/>
                </a:cubicBezTo>
                <a:cubicBezTo>
                  <a:pt x="895" y="26"/>
                  <a:pt x="895" y="26"/>
                  <a:pt x="894" y="26"/>
                </a:cubicBezTo>
                <a:cubicBezTo>
                  <a:pt x="894" y="26"/>
                  <a:pt x="894" y="26"/>
                  <a:pt x="894" y="26"/>
                </a:cubicBezTo>
                <a:cubicBezTo>
                  <a:pt x="894" y="26"/>
                  <a:pt x="893" y="26"/>
                  <a:pt x="893" y="26"/>
                </a:cubicBezTo>
                <a:cubicBezTo>
                  <a:pt x="893" y="26"/>
                  <a:pt x="893" y="26"/>
                  <a:pt x="892" y="26"/>
                </a:cubicBezTo>
                <a:close/>
                <a:moveTo>
                  <a:pt x="963" y="26"/>
                </a:moveTo>
                <a:cubicBezTo>
                  <a:pt x="962" y="26"/>
                  <a:pt x="962" y="26"/>
                  <a:pt x="961" y="27"/>
                </a:cubicBezTo>
                <a:cubicBezTo>
                  <a:pt x="960" y="27"/>
                  <a:pt x="960" y="27"/>
                  <a:pt x="959" y="28"/>
                </a:cubicBezTo>
                <a:cubicBezTo>
                  <a:pt x="959" y="28"/>
                  <a:pt x="958" y="29"/>
                  <a:pt x="958" y="29"/>
                </a:cubicBezTo>
                <a:cubicBezTo>
                  <a:pt x="958" y="30"/>
                  <a:pt x="959" y="30"/>
                  <a:pt x="959" y="30"/>
                </a:cubicBezTo>
                <a:cubicBezTo>
                  <a:pt x="959" y="31"/>
                  <a:pt x="960" y="31"/>
                  <a:pt x="960" y="31"/>
                </a:cubicBezTo>
                <a:cubicBezTo>
                  <a:pt x="961" y="32"/>
                  <a:pt x="962" y="32"/>
                  <a:pt x="963" y="32"/>
                </a:cubicBezTo>
                <a:cubicBezTo>
                  <a:pt x="964" y="32"/>
                  <a:pt x="965" y="32"/>
                  <a:pt x="966" y="32"/>
                </a:cubicBezTo>
                <a:cubicBezTo>
                  <a:pt x="967" y="32"/>
                  <a:pt x="968" y="32"/>
                  <a:pt x="969" y="32"/>
                </a:cubicBezTo>
                <a:cubicBezTo>
                  <a:pt x="970" y="32"/>
                  <a:pt x="971" y="32"/>
                  <a:pt x="971" y="31"/>
                </a:cubicBezTo>
                <a:cubicBezTo>
                  <a:pt x="972" y="31"/>
                  <a:pt x="973" y="31"/>
                  <a:pt x="973" y="30"/>
                </a:cubicBezTo>
                <a:cubicBezTo>
                  <a:pt x="973" y="30"/>
                  <a:pt x="974" y="30"/>
                  <a:pt x="974" y="29"/>
                </a:cubicBezTo>
                <a:cubicBezTo>
                  <a:pt x="974" y="29"/>
                  <a:pt x="974" y="28"/>
                  <a:pt x="973" y="28"/>
                </a:cubicBezTo>
                <a:cubicBezTo>
                  <a:pt x="973" y="27"/>
                  <a:pt x="972" y="27"/>
                  <a:pt x="972" y="27"/>
                </a:cubicBezTo>
                <a:cubicBezTo>
                  <a:pt x="971" y="26"/>
                  <a:pt x="970" y="26"/>
                  <a:pt x="969" y="26"/>
                </a:cubicBezTo>
                <a:cubicBezTo>
                  <a:pt x="968" y="26"/>
                  <a:pt x="967" y="26"/>
                  <a:pt x="966" y="26"/>
                </a:cubicBezTo>
                <a:cubicBezTo>
                  <a:pt x="965" y="26"/>
                  <a:pt x="964" y="26"/>
                  <a:pt x="963" y="26"/>
                </a:cubicBezTo>
                <a:close/>
                <a:moveTo>
                  <a:pt x="773" y="26"/>
                </a:moveTo>
                <a:cubicBezTo>
                  <a:pt x="772" y="26"/>
                  <a:pt x="771" y="26"/>
                  <a:pt x="770" y="27"/>
                </a:cubicBezTo>
                <a:cubicBezTo>
                  <a:pt x="770" y="27"/>
                  <a:pt x="769" y="27"/>
                  <a:pt x="769" y="28"/>
                </a:cubicBezTo>
                <a:cubicBezTo>
                  <a:pt x="768" y="28"/>
                  <a:pt x="768" y="29"/>
                  <a:pt x="768" y="29"/>
                </a:cubicBezTo>
                <a:cubicBezTo>
                  <a:pt x="768" y="30"/>
                  <a:pt x="768" y="30"/>
                  <a:pt x="768" y="30"/>
                </a:cubicBezTo>
                <a:cubicBezTo>
                  <a:pt x="768" y="31"/>
                  <a:pt x="769" y="31"/>
                  <a:pt x="770" y="31"/>
                </a:cubicBezTo>
                <a:cubicBezTo>
                  <a:pt x="770" y="32"/>
                  <a:pt x="771" y="32"/>
                  <a:pt x="772" y="32"/>
                </a:cubicBezTo>
                <a:cubicBezTo>
                  <a:pt x="773" y="32"/>
                  <a:pt x="774" y="32"/>
                  <a:pt x="775" y="32"/>
                </a:cubicBezTo>
                <a:cubicBezTo>
                  <a:pt x="776" y="32"/>
                  <a:pt x="777" y="32"/>
                  <a:pt x="778" y="32"/>
                </a:cubicBezTo>
                <a:cubicBezTo>
                  <a:pt x="779" y="32"/>
                  <a:pt x="780" y="32"/>
                  <a:pt x="780" y="31"/>
                </a:cubicBezTo>
                <a:cubicBezTo>
                  <a:pt x="781" y="31"/>
                  <a:pt x="782" y="31"/>
                  <a:pt x="782" y="30"/>
                </a:cubicBezTo>
                <a:cubicBezTo>
                  <a:pt x="783" y="30"/>
                  <a:pt x="783" y="30"/>
                  <a:pt x="783" y="29"/>
                </a:cubicBezTo>
                <a:cubicBezTo>
                  <a:pt x="783" y="29"/>
                  <a:pt x="783" y="28"/>
                  <a:pt x="783" y="28"/>
                </a:cubicBezTo>
                <a:cubicBezTo>
                  <a:pt x="782" y="27"/>
                  <a:pt x="782" y="27"/>
                  <a:pt x="781" y="27"/>
                </a:cubicBezTo>
                <a:cubicBezTo>
                  <a:pt x="781" y="26"/>
                  <a:pt x="780" y="26"/>
                  <a:pt x="779" y="26"/>
                </a:cubicBezTo>
                <a:cubicBezTo>
                  <a:pt x="778" y="26"/>
                  <a:pt x="777" y="26"/>
                  <a:pt x="776" y="26"/>
                </a:cubicBezTo>
                <a:cubicBezTo>
                  <a:pt x="775" y="26"/>
                  <a:pt x="774" y="26"/>
                  <a:pt x="773" y="26"/>
                </a:cubicBezTo>
                <a:close/>
                <a:moveTo>
                  <a:pt x="925" y="26"/>
                </a:moveTo>
                <a:cubicBezTo>
                  <a:pt x="924" y="26"/>
                  <a:pt x="924" y="26"/>
                  <a:pt x="923" y="27"/>
                </a:cubicBezTo>
                <a:cubicBezTo>
                  <a:pt x="922" y="27"/>
                  <a:pt x="922" y="27"/>
                  <a:pt x="921" y="28"/>
                </a:cubicBezTo>
                <a:cubicBezTo>
                  <a:pt x="921" y="28"/>
                  <a:pt x="920" y="29"/>
                  <a:pt x="920" y="29"/>
                </a:cubicBezTo>
                <a:cubicBezTo>
                  <a:pt x="920" y="30"/>
                  <a:pt x="920" y="30"/>
                  <a:pt x="921" y="30"/>
                </a:cubicBezTo>
                <a:cubicBezTo>
                  <a:pt x="921" y="31"/>
                  <a:pt x="922" y="31"/>
                  <a:pt x="922" y="31"/>
                </a:cubicBezTo>
                <a:cubicBezTo>
                  <a:pt x="923" y="32"/>
                  <a:pt x="924" y="32"/>
                  <a:pt x="925" y="32"/>
                </a:cubicBezTo>
                <a:cubicBezTo>
                  <a:pt x="926" y="32"/>
                  <a:pt x="927" y="32"/>
                  <a:pt x="928" y="32"/>
                </a:cubicBezTo>
                <a:cubicBezTo>
                  <a:pt x="929" y="32"/>
                  <a:pt x="930" y="32"/>
                  <a:pt x="931" y="32"/>
                </a:cubicBezTo>
                <a:cubicBezTo>
                  <a:pt x="932" y="32"/>
                  <a:pt x="932" y="32"/>
                  <a:pt x="933" y="31"/>
                </a:cubicBezTo>
                <a:cubicBezTo>
                  <a:pt x="934" y="31"/>
                  <a:pt x="934" y="31"/>
                  <a:pt x="935" y="30"/>
                </a:cubicBezTo>
                <a:cubicBezTo>
                  <a:pt x="935" y="30"/>
                  <a:pt x="936" y="30"/>
                  <a:pt x="936" y="29"/>
                </a:cubicBezTo>
                <a:cubicBezTo>
                  <a:pt x="936" y="29"/>
                  <a:pt x="935" y="28"/>
                  <a:pt x="935" y="28"/>
                </a:cubicBezTo>
                <a:cubicBezTo>
                  <a:pt x="935" y="27"/>
                  <a:pt x="934" y="27"/>
                  <a:pt x="934" y="27"/>
                </a:cubicBezTo>
                <a:cubicBezTo>
                  <a:pt x="933" y="26"/>
                  <a:pt x="932" y="26"/>
                  <a:pt x="931" y="26"/>
                </a:cubicBezTo>
                <a:cubicBezTo>
                  <a:pt x="930" y="26"/>
                  <a:pt x="929" y="26"/>
                  <a:pt x="928" y="26"/>
                </a:cubicBezTo>
                <a:cubicBezTo>
                  <a:pt x="927" y="26"/>
                  <a:pt x="926" y="26"/>
                  <a:pt x="925" y="26"/>
                </a:cubicBezTo>
                <a:close/>
                <a:moveTo>
                  <a:pt x="817" y="26"/>
                </a:moveTo>
                <a:cubicBezTo>
                  <a:pt x="816" y="26"/>
                  <a:pt x="815" y="26"/>
                  <a:pt x="814" y="26"/>
                </a:cubicBezTo>
                <a:cubicBezTo>
                  <a:pt x="813" y="26"/>
                  <a:pt x="812" y="26"/>
                  <a:pt x="811" y="26"/>
                </a:cubicBezTo>
                <a:cubicBezTo>
                  <a:pt x="810" y="26"/>
                  <a:pt x="809" y="26"/>
                  <a:pt x="809" y="27"/>
                </a:cubicBezTo>
                <a:cubicBezTo>
                  <a:pt x="808" y="27"/>
                  <a:pt x="807" y="27"/>
                  <a:pt x="807" y="28"/>
                </a:cubicBezTo>
                <a:cubicBezTo>
                  <a:pt x="806" y="28"/>
                  <a:pt x="806" y="29"/>
                  <a:pt x="806" y="29"/>
                </a:cubicBezTo>
                <a:cubicBezTo>
                  <a:pt x="806" y="30"/>
                  <a:pt x="806" y="30"/>
                  <a:pt x="806" y="30"/>
                </a:cubicBezTo>
                <a:cubicBezTo>
                  <a:pt x="807" y="31"/>
                  <a:pt x="807" y="31"/>
                  <a:pt x="808" y="31"/>
                </a:cubicBezTo>
                <a:cubicBezTo>
                  <a:pt x="808" y="32"/>
                  <a:pt x="809" y="32"/>
                  <a:pt x="810" y="32"/>
                </a:cubicBezTo>
                <a:cubicBezTo>
                  <a:pt x="811" y="32"/>
                  <a:pt x="812" y="32"/>
                  <a:pt x="813" y="32"/>
                </a:cubicBezTo>
                <a:cubicBezTo>
                  <a:pt x="813" y="32"/>
                  <a:pt x="814" y="32"/>
                  <a:pt x="814" y="32"/>
                </a:cubicBezTo>
                <a:cubicBezTo>
                  <a:pt x="814" y="32"/>
                  <a:pt x="814" y="32"/>
                  <a:pt x="815" y="32"/>
                </a:cubicBezTo>
                <a:cubicBezTo>
                  <a:pt x="815" y="32"/>
                  <a:pt x="815" y="32"/>
                  <a:pt x="815" y="32"/>
                </a:cubicBezTo>
                <a:cubicBezTo>
                  <a:pt x="816" y="32"/>
                  <a:pt x="816" y="32"/>
                  <a:pt x="816" y="32"/>
                </a:cubicBezTo>
                <a:cubicBezTo>
                  <a:pt x="817" y="32"/>
                  <a:pt x="818" y="32"/>
                  <a:pt x="819" y="31"/>
                </a:cubicBezTo>
                <a:cubicBezTo>
                  <a:pt x="819" y="31"/>
                  <a:pt x="819" y="31"/>
                  <a:pt x="820" y="31"/>
                </a:cubicBezTo>
                <a:cubicBezTo>
                  <a:pt x="820" y="31"/>
                  <a:pt x="820" y="31"/>
                  <a:pt x="820" y="30"/>
                </a:cubicBezTo>
                <a:cubicBezTo>
                  <a:pt x="821" y="30"/>
                  <a:pt x="821" y="30"/>
                  <a:pt x="821" y="30"/>
                </a:cubicBezTo>
                <a:cubicBezTo>
                  <a:pt x="821" y="30"/>
                  <a:pt x="821" y="29"/>
                  <a:pt x="821" y="29"/>
                </a:cubicBezTo>
                <a:cubicBezTo>
                  <a:pt x="821" y="29"/>
                  <a:pt x="821" y="29"/>
                  <a:pt x="821" y="28"/>
                </a:cubicBezTo>
                <a:cubicBezTo>
                  <a:pt x="821" y="28"/>
                  <a:pt x="821" y="28"/>
                  <a:pt x="821" y="28"/>
                </a:cubicBezTo>
                <a:cubicBezTo>
                  <a:pt x="821" y="27"/>
                  <a:pt x="820" y="27"/>
                  <a:pt x="820" y="27"/>
                </a:cubicBezTo>
                <a:cubicBezTo>
                  <a:pt x="820" y="27"/>
                  <a:pt x="820" y="27"/>
                  <a:pt x="819" y="27"/>
                </a:cubicBezTo>
                <a:cubicBezTo>
                  <a:pt x="819" y="26"/>
                  <a:pt x="818" y="26"/>
                  <a:pt x="817" y="26"/>
                </a:cubicBezTo>
                <a:cubicBezTo>
                  <a:pt x="817" y="26"/>
                  <a:pt x="817" y="26"/>
                  <a:pt x="817" y="26"/>
                </a:cubicBezTo>
                <a:close/>
                <a:moveTo>
                  <a:pt x="561" y="34"/>
                </a:moveTo>
                <a:cubicBezTo>
                  <a:pt x="560" y="35"/>
                  <a:pt x="560" y="35"/>
                  <a:pt x="559" y="35"/>
                </a:cubicBezTo>
                <a:cubicBezTo>
                  <a:pt x="558" y="36"/>
                  <a:pt x="557" y="36"/>
                  <a:pt x="557" y="36"/>
                </a:cubicBezTo>
                <a:cubicBezTo>
                  <a:pt x="556" y="37"/>
                  <a:pt x="556" y="37"/>
                  <a:pt x="556" y="38"/>
                </a:cubicBezTo>
                <a:cubicBezTo>
                  <a:pt x="556" y="38"/>
                  <a:pt x="556" y="39"/>
                  <a:pt x="556" y="39"/>
                </a:cubicBezTo>
                <a:cubicBezTo>
                  <a:pt x="557" y="39"/>
                  <a:pt x="557" y="40"/>
                  <a:pt x="558" y="40"/>
                </a:cubicBezTo>
                <a:cubicBezTo>
                  <a:pt x="558" y="40"/>
                  <a:pt x="559" y="41"/>
                  <a:pt x="560" y="41"/>
                </a:cubicBezTo>
                <a:cubicBezTo>
                  <a:pt x="561" y="41"/>
                  <a:pt x="562" y="41"/>
                  <a:pt x="563" y="41"/>
                </a:cubicBezTo>
                <a:cubicBezTo>
                  <a:pt x="564" y="41"/>
                  <a:pt x="565" y="41"/>
                  <a:pt x="566" y="41"/>
                </a:cubicBezTo>
                <a:cubicBezTo>
                  <a:pt x="567" y="41"/>
                  <a:pt x="568" y="40"/>
                  <a:pt x="568" y="40"/>
                </a:cubicBezTo>
                <a:cubicBezTo>
                  <a:pt x="569" y="40"/>
                  <a:pt x="570" y="39"/>
                  <a:pt x="570" y="39"/>
                </a:cubicBezTo>
                <a:cubicBezTo>
                  <a:pt x="571" y="39"/>
                  <a:pt x="571" y="38"/>
                  <a:pt x="571" y="38"/>
                </a:cubicBezTo>
                <a:cubicBezTo>
                  <a:pt x="571" y="37"/>
                  <a:pt x="571" y="37"/>
                  <a:pt x="571" y="36"/>
                </a:cubicBezTo>
                <a:cubicBezTo>
                  <a:pt x="571" y="36"/>
                  <a:pt x="570" y="36"/>
                  <a:pt x="570" y="35"/>
                </a:cubicBezTo>
                <a:cubicBezTo>
                  <a:pt x="569" y="35"/>
                  <a:pt x="568" y="35"/>
                  <a:pt x="567" y="34"/>
                </a:cubicBezTo>
                <a:cubicBezTo>
                  <a:pt x="566" y="34"/>
                  <a:pt x="565" y="34"/>
                  <a:pt x="564" y="34"/>
                </a:cubicBezTo>
                <a:cubicBezTo>
                  <a:pt x="563" y="34"/>
                  <a:pt x="562" y="34"/>
                  <a:pt x="561" y="34"/>
                </a:cubicBezTo>
                <a:close/>
                <a:moveTo>
                  <a:pt x="1899" y="34"/>
                </a:moveTo>
                <a:cubicBezTo>
                  <a:pt x="1898" y="35"/>
                  <a:pt x="1897" y="35"/>
                  <a:pt x="1896" y="35"/>
                </a:cubicBezTo>
                <a:cubicBezTo>
                  <a:pt x="1896" y="36"/>
                  <a:pt x="1895" y="36"/>
                  <a:pt x="1895" y="36"/>
                </a:cubicBezTo>
                <a:cubicBezTo>
                  <a:pt x="1895" y="37"/>
                  <a:pt x="1894" y="37"/>
                  <a:pt x="1895" y="38"/>
                </a:cubicBezTo>
                <a:cubicBezTo>
                  <a:pt x="1895" y="38"/>
                  <a:pt x="1895" y="39"/>
                  <a:pt x="1895" y="39"/>
                </a:cubicBezTo>
                <a:cubicBezTo>
                  <a:pt x="1896" y="39"/>
                  <a:pt x="1897" y="40"/>
                  <a:pt x="1897" y="40"/>
                </a:cubicBezTo>
                <a:cubicBezTo>
                  <a:pt x="1898" y="40"/>
                  <a:pt x="1899" y="41"/>
                  <a:pt x="1900" y="41"/>
                </a:cubicBezTo>
                <a:cubicBezTo>
                  <a:pt x="1901" y="41"/>
                  <a:pt x="1902" y="41"/>
                  <a:pt x="1903" y="41"/>
                </a:cubicBezTo>
                <a:cubicBezTo>
                  <a:pt x="1904" y="41"/>
                  <a:pt x="1905" y="41"/>
                  <a:pt x="1906" y="41"/>
                </a:cubicBezTo>
                <a:cubicBezTo>
                  <a:pt x="1907" y="41"/>
                  <a:pt x="1908" y="40"/>
                  <a:pt x="1908" y="40"/>
                </a:cubicBezTo>
                <a:cubicBezTo>
                  <a:pt x="1909" y="40"/>
                  <a:pt x="1909" y="39"/>
                  <a:pt x="1910" y="39"/>
                </a:cubicBezTo>
                <a:cubicBezTo>
                  <a:pt x="1910" y="39"/>
                  <a:pt x="1910" y="38"/>
                  <a:pt x="1910" y="38"/>
                </a:cubicBezTo>
                <a:cubicBezTo>
                  <a:pt x="1910" y="37"/>
                  <a:pt x="1909" y="37"/>
                  <a:pt x="1909" y="36"/>
                </a:cubicBezTo>
                <a:cubicBezTo>
                  <a:pt x="1909" y="36"/>
                  <a:pt x="1908" y="36"/>
                  <a:pt x="1907" y="35"/>
                </a:cubicBezTo>
                <a:cubicBezTo>
                  <a:pt x="1906" y="35"/>
                  <a:pt x="1905" y="35"/>
                  <a:pt x="1905" y="34"/>
                </a:cubicBezTo>
                <a:cubicBezTo>
                  <a:pt x="1904" y="34"/>
                  <a:pt x="1903" y="34"/>
                  <a:pt x="1901" y="34"/>
                </a:cubicBezTo>
                <a:cubicBezTo>
                  <a:pt x="1900" y="34"/>
                  <a:pt x="1899" y="34"/>
                  <a:pt x="1899" y="34"/>
                </a:cubicBezTo>
                <a:close/>
                <a:moveTo>
                  <a:pt x="1669" y="34"/>
                </a:moveTo>
                <a:cubicBezTo>
                  <a:pt x="1668" y="35"/>
                  <a:pt x="1668" y="35"/>
                  <a:pt x="1667" y="35"/>
                </a:cubicBezTo>
                <a:cubicBezTo>
                  <a:pt x="1666" y="36"/>
                  <a:pt x="1666" y="36"/>
                  <a:pt x="1666" y="36"/>
                </a:cubicBezTo>
                <a:cubicBezTo>
                  <a:pt x="1665" y="37"/>
                  <a:pt x="1665" y="37"/>
                  <a:pt x="1665" y="38"/>
                </a:cubicBezTo>
                <a:cubicBezTo>
                  <a:pt x="1665" y="38"/>
                  <a:pt x="1665" y="39"/>
                  <a:pt x="1666" y="39"/>
                </a:cubicBezTo>
                <a:cubicBezTo>
                  <a:pt x="1666" y="39"/>
                  <a:pt x="1667" y="40"/>
                  <a:pt x="1668" y="40"/>
                </a:cubicBezTo>
                <a:cubicBezTo>
                  <a:pt x="1668" y="40"/>
                  <a:pt x="1669" y="41"/>
                  <a:pt x="1670" y="41"/>
                </a:cubicBezTo>
                <a:cubicBezTo>
                  <a:pt x="1671" y="41"/>
                  <a:pt x="1672" y="41"/>
                  <a:pt x="1673" y="41"/>
                </a:cubicBezTo>
                <a:cubicBezTo>
                  <a:pt x="1674" y="41"/>
                  <a:pt x="1675" y="41"/>
                  <a:pt x="1676" y="41"/>
                </a:cubicBezTo>
                <a:cubicBezTo>
                  <a:pt x="1677" y="41"/>
                  <a:pt x="1678" y="40"/>
                  <a:pt x="1678" y="40"/>
                </a:cubicBezTo>
                <a:cubicBezTo>
                  <a:pt x="1679" y="40"/>
                  <a:pt x="1680" y="39"/>
                  <a:pt x="1680" y="39"/>
                </a:cubicBezTo>
                <a:cubicBezTo>
                  <a:pt x="1680" y="39"/>
                  <a:pt x="1680" y="38"/>
                  <a:pt x="1680" y="38"/>
                </a:cubicBezTo>
                <a:cubicBezTo>
                  <a:pt x="1680" y="37"/>
                  <a:pt x="1680" y="37"/>
                  <a:pt x="1680" y="36"/>
                </a:cubicBezTo>
                <a:cubicBezTo>
                  <a:pt x="1679" y="36"/>
                  <a:pt x="1679" y="36"/>
                  <a:pt x="1678" y="35"/>
                </a:cubicBezTo>
                <a:cubicBezTo>
                  <a:pt x="1677" y="35"/>
                  <a:pt x="1676" y="35"/>
                  <a:pt x="1675" y="34"/>
                </a:cubicBezTo>
                <a:cubicBezTo>
                  <a:pt x="1674" y="34"/>
                  <a:pt x="1673" y="34"/>
                  <a:pt x="1672" y="34"/>
                </a:cubicBezTo>
                <a:cubicBezTo>
                  <a:pt x="1671" y="34"/>
                  <a:pt x="1670" y="34"/>
                  <a:pt x="1669" y="34"/>
                </a:cubicBezTo>
                <a:close/>
                <a:moveTo>
                  <a:pt x="1020" y="34"/>
                </a:moveTo>
                <a:cubicBezTo>
                  <a:pt x="1019" y="35"/>
                  <a:pt x="1018" y="35"/>
                  <a:pt x="1017" y="35"/>
                </a:cubicBezTo>
                <a:cubicBezTo>
                  <a:pt x="1017" y="36"/>
                  <a:pt x="1016" y="36"/>
                  <a:pt x="1016" y="36"/>
                </a:cubicBezTo>
                <a:cubicBezTo>
                  <a:pt x="1015" y="37"/>
                  <a:pt x="1015" y="37"/>
                  <a:pt x="1015" y="38"/>
                </a:cubicBezTo>
                <a:cubicBezTo>
                  <a:pt x="1015" y="38"/>
                  <a:pt x="1015" y="39"/>
                  <a:pt x="1015" y="39"/>
                </a:cubicBezTo>
                <a:cubicBezTo>
                  <a:pt x="1016" y="39"/>
                  <a:pt x="1016" y="40"/>
                  <a:pt x="1017" y="40"/>
                </a:cubicBezTo>
                <a:cubicBezTo>
                  <a:pt x="1018" y="40"/>
                  <a:pt x="1018" y="41"/>
                  <a:pt x="1019" y="41"/>
                </a:cubicBezTo>
                <a:cubicBezTo>
                  <a:pt x="1020" y="41"/>
                  <a:pt x="1021" y="41"/>
                  <a:pt x="1022" y="41"/>
                </a:cubicBezTo>
                <a:cubicBezTo>
                  <a:pt x="1023" y="41"/>
                  <a:pt x="1024" y="41"/>
                  <a:pt x="1025" y="41"/>
                </a:cubicBezTo>
                <a:cubicBezTo>
                  <a:pt x="1026" y="41"/>
                  <a:pt x="1027" y="40"/>
                  <a:pt x="1028" y="40"/>
                </a:cubicBezTo>
                <a:cubicBezTo>
                  <a:pt x="1029" y="40"/>
                  <a:pt x="1029" y="39"/>
                  <a:pt x="1030" y="39"/>
                </a:cubicBezTo>
                <a:cubicBezTo>
                  <a:pt x="1030" y="39"/>
                  <a:pt x="1030" y="38"/>
                  <a:pt x="1030" y="38"/>
                </a:cubicBezTo>
                <a:cubicBezTo>
                  <a:pt x="1030" y="37"/>
                  <a:pt x="1030" y="37"/>
                  <a:pt x="1030" y="36"/>
                </a:cubicBezTo>
                <a:cubicBezTo>
                  <a:pt x="1029" y="36"/>
                  <a:pt x="1029" y="36"/>
                  <a:pt x="1028" y="35"/>
                </a:cubicBezTo>
                <a:cubicBezTo>
                  <a:pt x="1028" y="35"/>
                  <a:pt x="1027" y="35"/>
                  <a:pt x="1026" y="34"/>
                </a:cubicBezTo>
                <a:cubicBezTo>
                  <a:pt x="1025" y="34"/>
                  <a:pt x="1024" y="34"/>
                  <a:pt x="1023" y="34"/>
                </a:cubicBezTo>
                <a:cubicBezTo>
                  <a:pt x="1022" y="34"/>
                  <a:pt x="1021" y="34"/>
                  <a:pt x="1020" y="34"/>
                </a:cubicBezTo>
                <a:close/>
                <a:moveTo>
                  <a:pt x="791" y="34"/>
                </a:moveTo>
                <a:cubicBezTo>
                  <a:pt x="790" y="35"/>
                  <a:pt x="789" y="35"/>
                  <a:pt x="788" y="35"/>
                </a:cubicBezTo>
                <a:cubicBezTo>
                  <a:pt x="787" y="36"/>
                  <a:pt x="787" y="36"/>
                  <a:pt x="786" y="36"/>
                </a:cubicBezTo>
                <a:cubicBezTo>
                  <a:pt x="786" y="37"/>
                  <a:pt x="786" y="37"/>
                  <a:pt x="785" y="38"/>
                </a:cubicBezTo>
                <a:cubicBezTo>
                  <a:pt x="785" y="38"/>
                  <a:pt x="786" y="39"/>
                  <a:pt x="786" y="39"/>
                </a:cubicBezTo>
                <a:cubicBezTo>
                  <a:pt x="786" y="39"/>
                  <a:pt x="787" y="40"/>
                  <a:pt x="787" y="40"/>
                </a:cubicBezTo>
                <a:cubicBezTo>
                  <a:pt x="788" y="40"/>
                  <a:pt x="789" y="41"/>
                  <a:pt x="790" y="41"/>
                </a:cubicBezTo>
                <a:cubicBezTo>
                  <a:pt x="791" y="41"/>
                  <a:pt x="792" y="41"/>
                  <a:pt x="793" y="41"/>
                </a:cubicBezTo>
                <a:cubicBezTo>
                  <a:pt x="794" y="41"/>
                  <a:pt x="795" y="41"/>
                  <a:pt x="796" y="41"/>
                </a:cubicBezTo>
                <a:cubicBezTo>
                  <a:pt x="797" y="41"/>
                  <a:pt x="797" y="40"/>
                  <a:pt x="798" y="40"/>
                </a:cubicBezTo>
                <a:cubicBezTo>
                  <a:pt x="799" y="40"/>
                  <a:pt x="800" y="39"/>
                  <a:pt x="800" y="39"/>
                </a:cubicBezTo>
                <a:cubicBezTo>
                  <a:pt x="800" y="39"/>
                  <a:pt x="801" y="38"/>
                  <a:pt x="801" y="38"/>
                </a:cubicBezTo>
                <a:cubicBezTo>
                  <a:pt x="801" y="37"/>
                  <a:pt x="801" y="37"/>
                  <a:pt x="800" y="36"/>
                </a:cubicBezTo>
                <a:cubicBezTo>
                  <a:pt x="800" y="36"/>
                  <a:pt x="800" y="36"/>
                  <a:pt x="799" y="35"/>
                </a:cubicBezTo>
                <a:cubicBezTo>
                  <a:pt x="798" y="35"/>
                  <a:pt x="797" y="35"/>
                  <a:pt x="797" y="34"/>
                </a:cubicBezTo>
                <a:cubicBezTo>
                  <a:pt x="796" y="34"/>
                  <a:pt x="795" y="34"/>
                  <a:pt x="794" y="34"/>
                </a:cubicBezTo>
                <a:cubicBezTo>
                  <a:pt x="793" y="34"/>
                  <a:pt x="792" y="34"/>
                  <a:pt x="791" y="34"/>
                </a:cubicBezTo>
                <a:close/>
                <a:moveTo>
                  <a:pt x="982" y="34"/>
                </a:moveTo>
                <a:cubicBezTo>
                  <a:pt x="981" y="35"/>
                  <a:pt x="980" y="35"/>
                  <a:pt x="979" y="35"/>
                </a:cubicBezTo>
                <a:cubicBezTo>
                  <a:pt x="978" y="36"/>
                  <a:pt x="978" y="36"/>
                  <a:pt x="977" y="36"/>
                </a:cubicBezTo>
                <a:cubicBezTo>
                  <a:pt x="977" y="37"/>
                  <a:pt x="977" y="37"/>
                  <a:pt x="977" y="38"/>
                </a:cubicBezTo>
                <a:cubicBezTo>
                  <a:pt x="977" y="38"/>
                  <a:pt x="977" y="39"/>
                  <a:pt x="977" y="39"/>
                </a:cubicBezTo>
                <a:cubicBezTo>
                  <a:pt x="978" y="39"/>
                  <a:pt x="978" y="40"/>
                  <a:pt x="979" y="40"/>
                </a:cubicBezTo>
                <a:cubicBezTo>
                  <a:pt x="979" y="40"/>
                  <a:pt x="980" y="41"/>
                  <a:pt x="981" y="41"/>
                </a:cubicBezTo>
                <a:cubicBezTo>
                  <a:pt x="982" y="41"/>
                  <a:pt x="983" y="41"/>
                  <a:pt x="984" y="41"/>
                </a:cubicBezTo>
                <a:cubicBezTo>
                  <a:pt x="985" y="41"/>
                  <a:pt x="986" y="41"/>
                  <a:pt x="987" y="41"/>
                </a:cubicBezTo>
                <a:cubicBezTo>
                  <a:pt x="988" y="41"/>
                  <a:pt x="989" y="40"/>
                  <a:pt x="990" y="40"/>
                </a:cubicBezTo>
                <a:cubicBezTo>
                  <a:pt x="990" y="40"/>
                  <a:pt x="991" y="39"/>
                  <a:pt x="991" y="39"/>
                </a:cubicBezTo>
                <a:cubicBezTo>
                  <a:pt x="992" y="39"/>
                  <a:pt x="992" y="38"/>
                  <a:pt x="992" y="38"/>
                </a:cubicBezTo>
                <a:cubicBezTo>
                  <a:pt x="992" y="37"/>
                  <a:pt x="992" y="37"/>
                  <a:pt x="992" y="36"/>
                </a:cubicBezTo>
                <a:cubicBezTo>
                  <a:pt x="991" y="36"/>
                  <a:pt x="991" y="36"/>
                  <a:pt x="990" y="35"/>
                </a:cubicBezTo>
                <a:cubicBezTo>
                  <a:pt x="989" y="35"/>
                  <a:pt x="989" y="35"/>
                  <a:pt x="988" y="34"/>
                </a:cubicBezTo>
                <a:cubicBezTo>
                  <a:pt x="987" y="34"/>
                  <a:pt x="986" y="34"/>
                  <a:pt x="985" y="34"/>
                </a:cubicBezTo>
                <a:cubicBezTo>
                  <a:pt x="984" y="34"/>
                  <a:pt x="983" y="34"/>
                  <a:pt x="982" y="34"/>
                </a:cubicBezTo>
                <a:close/>
                <a:moveTo>
                  <a:pt x="943" y="34"/>
                </a:moveTo>
                <a:cubicBezTo>
                  <a:pt x="943" y="35"/>
                  <a:pt x="942" y="35"/>
                  <a:pt x="941" y="35"/>
                </a:cubicBezTo>
                <a:cubicBezTo>
                  <a:pt x="940" y="36"/>
                  <a:pt x="940" y="36"/>
                  <a:pt x="939" y="36"/>
                </a:cubicBezTo>
                <a:cubicBezTo>
                  <a:pt x="939" y="37"/>
                  <a:pt x="938" y="37"/>
                  <a:pt x="938" y="38"/>
                </a:cubicBezTo>
                <a:cubicBezTo>
                  <a:pt x="938" y="38"/>
                  <a:pt x="939" y="39"/>
                  <a:pt x="939" y="39"/>
                </a:cubicBezTo>
                <a:cubicBezTo>
                  <a:pt x="939" y="39"/>
                  <a:pt x="940" y="40"/>
                  <a:pt x="940" y="40"/>
                </a:cubicBezTo>
                <a:cubicBezTo>
                  <a:pt x="941" y="40"/>
                  <a:pt x="942" y="41"/>
                  <a:pt x="943" y="41"/>
                </a:cubicBezTo>
                <a:cubicBezTo>
                  <a:pt x="944" y="41"/>
                  <a:pt x="945" y="41"/>
                  <a:pt x="946" y="41"/>
                </a:cubicBezTo>
                <a:cubicBezTo>
                  <a:pt x="947" y="41"/>
                  <a:pt x="948" y="41"/>
                  <a:pt x="949" y="41"/>
                </a:cubicBezTo>
                <a:cubicBezTo>
                  <a:pt x="950" y="41"/>
                  <a:pt x="951" y="40"/>
                  <a:pt x="951" y="40"/>
                </a:cubicBezTo>
                <a:cubicBezTo>
                  <a:pt x="952" y="40"/>
                  <a:pt x="953" y="39"/>
                  <a:pt x="953" y="39"/>
                </a:cubicBezTo>
                <a:cubicBezTo>
                  <a:pt x="953" y="39"/>
                  <a:pt x="954" y="38"/>
                  <a:pt x="954" y="38"/>
                </a:cubicBezTo>
                <a:cubicBezTo>
                  <a:pt x="954" y="37"/>
                  <a:pt x="954" y="37"/>
                  <a:pt x="953" y="36"/>
                </a:cubicBezTo>
                <a:cubicBezTo>
                  <a:pt x="953" y="36"/>
                  <a:pt x="952" y="36"/>
                  <a:pt x="952" y="35"/>
                </a:cubicBezTo>
                <a:cubicBezTo>
                  <a:pt x="951" y="35"/>
                  <a:pt x="950" y="35"/>
                  <a:pt x="949" y="34"/>
                </a:cubicBezTo>
                <a:cubicBezTo>
                  <a:pt x="948" y="34"/>
                  <a:pt x="947" y="34"/>
                  <a:pt x="946" y="34"/>
                </a:cubicBezTo>
                <a:cubicBezTo>
                  <a:pt x="945" y="34"/>
                  <a:pt x="944" y="34"/>
                  <a:pt x="943" y="34"/>
                </a:cubicBezTo>
                <a:close/>
                <a:moveTo>
                  <a:pt x="905" y="34"/>
                </a:moveTo>
                <a:cubicBezTo>
                  <a:pt x="904" y="35"/>
                  <a:pt x="903" y="35"/>
                  <a:pt x="903" y="35"/>
                </a:cubicBezTo>
                <a:cubicBezTo>
                  <a:pt x="902" y="36"/>
                  <a:pt x="901" y="36"/>
                  <a:pt x="901" y="36"/>
                </a:cubicBezTo>
                <a:cubicBezTo>
                  <a:pt x="901" y="37"/>
                  <a:pt x="900" y="37"/>
                  <a:pt x="900" y="38"/>
                </a:cubicBezTo>
                <a:cubicBezTo>
                  <a:pt x="900" y="38"/>
                  <a:pt x="900" y="39"/>
                  <a:pt x="901" y="39"/>
                </a:cubicBezTo>
                <a:cubicBezTo>
                  <a:pt x="901" y="39"/>
                  <a:pt x="901" y="40"/>
                  <a:pt x="902" y="40"/>
                </a:cubicBezTo>
                <a:cubicBezTo>
                  <a:pt x="903" y="40"/>
                  <a:pt x="904" y="41"/>
                  <a:pt x="904" y="41"/>
                </a:cubicBezTo>
                <a:cubicBezTo>
                  <a:pt x="905" y="41"/>
                  <a:pt x="906" y="41"/>
                  <a:pt x="907" y="41"/>
                </a:cubicBezTo>
                <a:cubicBezTo>
                  <a:pt x="908" y="41"/>
                  <a:pt x="910" y="41"/>
                  <a:pt x="910" y="41"/>
                </a:cubicBezTo>
                <a:cubicBezTo>
                  <a:pt x="911" y="41"/>
                  <a:pt x="912" y="40"/>
                  <a:pt x="913" y="40"/>
                </a:cubicBezTo>
                <a:cubicBezTo>
                  <a:pt x="914" y="40"/>
                  <a:pt x="914" y="39"/>
                  <a:pt x="915" y="39"/>
                </a:cubicBezTo>
                <a:cubicBezTo>
                  <a:pt x="915" y="39"/>
                  <a:pt x="915" y="38"/>
                  <a:pt x="916" y="38"/>
                </a:cubicBezTo>
                <a:cubicBezTo>
                  <a:pt x="916" y="37"/>
                  <a:pt x="915" y="37"/>
                  <a:pt x="915" y="36"/>
                </a:cubicBezTo>
                <a:cubicBezTo>
                  <a:pt x="915" y="36"/>
                  <a:pt x="914" y="36"/>
                  <a:pt x="914" y="35"/>
                </a:cubicBezTo>
                <a:cubicBezTo>
                  <a:pt x="913" y="35"/>
                  <a:pt x="912" y="35"/>
                  <a:pt x="911" y="34"/>
                </a:cubicBezTo>
                <a:cubicBezTo>
                  <a:pt x="910" y="34"/>
                  <a:pt x="909" y="34"/>
                  <a:pt x="908" y="34"/>
                </a:cubicBezTo>
                <a:cubicBezTo>
                  <a:pt x="907" y="34"/>
                  <a:pt x="906" y="34"/>
                  <a:pt x="905" y="34"/>
                </a:cubicBezTo>
                <a:close/>
                <a:moveTo>
                  <a:pt x="752" y="34"/>
                </a:moveTo>
                <a:cubicBezTo>
                  <a:pt x="751" y="35"/>
                  <a:pt x="751" y="35"/>
                  <a:pt x="750" y="35"/>
                </a:cubicBezTo>
                <a:cubicBezTo>
                  <a:pt x="749" y="36"/>
                  <a:pt x="749" y="36"/>
                  <a:pt x="748" y="36"/>
                </a:cubicBezTo>
                <a:cubicBezTo>
                  <a:pt x="748" y="37"/>
                  <a:pt x="747" y="37"/>
                  <a:pt x="747" y="38"/>
                </a:cubicBezTo>
                <a:cubicBezTo>
                  <a:pt x="747" y="38"/>
                  <a:pt x="747" y="39"/>
                  <a:pt x="748" y="39"/>
                </a:cubicBezTo>
                <a:cubicBezTo>
                  <a:pt x="748" y="39"/>
                  <a:pt x="748" y="40"/>
                  <a:pt x="749" y="40"/>
                </a:cubicBezTo>
                <a:cubicBezTo>
                  <a:pt x="750" y="40"/>
                  <a:pt x="750" y="41"/>
                  <a:pt x="751" y="41"/>
                </a:cubicBezTo>
                <a:cubicBezTo>
                  <a:pt x="752" y="41"/>
                  <a:pt x="753" y="41"/>
                  <a:pt x="754" y="41"/>
                </a:cubicBezTo>
                <a:cubicBezTo>
                  <a:pt x="755" y="41"/>
                  <a:pt x="756" y="41"/>
                  <a:pt x="757" y="41"/>
                </a:cubicBezTo>
                <a:cubicBezTo>
                  <a:pt x="758" y="41"/>
                  <a:pt x="759" y="40"/>
                  <a:pt x="760" y="40"/>
                </a:cubicBezTo>
                <a:cubicBezTo>
                  <a:pt x="761" y="40"/>
                  <a:pt x="761" y="39"/>
                  <a:pt x="762" y="39"/>
                </a:cubicBezTo>
                <a:cubicBezTo>
                  <a:pt x="762" y="39"/>
                  <a:pt x="762" y="38"/>
                  <a:pt x="763" y="38"/>
                </a:cubicBezTo>
                <a:cubicBezTo>
                  <a:pt x="763" y="37"/>
                  <a:pt x="762" y="37"/>
                  <a:pt x="762" y="36"/>
                </a:cubicBezTo>
                <a:cubicBezTo>
                  <a:pt x="762" y="36"/>
                  <a:pt x="761" y="36"/>
                  <a:pt x="761" y="35"/>
                </a:cubicBezTo>
                <a:cubicBezTo>
                  <a:pt x="760" y="35"/>
                  <a:pt x="759" y="35"/>
                  <a:pt x="758" y="34"/>
                </a:cubicBezTo>
                <a:cubicBezTo>
                  <a:pt x="758" y="34"/>
                  <a:pt x="757" y="34"/>
                  <a:pt x="755" y="34"/>
                </a:cubicBezTo>
                <a:cubicBezTo>
                  <a:pt x="754" y="34"/>
                  <a:pt x="753" y="34"/>
                  <a:pt x="752" y="34"/>
                </a:cubicBezTo>
                <a:close/>
                <a:moveTo>
                  <a:pt x="867" y="34"/>
                </a:moveTo>
                <a:cubicBezTo>
                  <a:pt x="866" y="35"/>
                  <a:pt x="865" y="35"/>
                  <a:pt x="865" y="35"/>
                </a:cubicBezTo>
                <a:cubicBezTo>
                  <a:pt x="864" y="36"/>
                  <a:pt x="863" y="36"/>
                  <a:pt x="863" y="36"/>
                </a:cubicBezTo>
                <a:cubicBezTo>
                  <a:pt x="862" y="37"/>
                  <a:pt x="862" y="37"/>
                  <a:pt x="862" y="38"/>
                </a:cubicBezTo>
                <a:cubicBezTo>
                  <a:pt x="862" y="38"/>
                  <a:pt x="862" y="39"/>
                  <a:pt x="862" y="39"/>
                </a:cubicBezTo>
                <a:cubicBezTo>
                  <a:pt x="863" y="39"/>
                  <a:pt x="863" y="40"/>
                  <a:pt x="864" y="40"/>
                </a:cubicBezTo>
                <a:cubicBezTo>
                  <a:pt x="865" y="40"/>
                  <a:pt x="865" y="41"/>
                  <a:pt x="866" y="41"/>
                </a:cubicBezTo>
                <a:cubicBezTo>
                  <a:pt x="867" y="41"/>
                  <a:pt x="868" y="41"/>
                  <a:pt x="869" y="41"/>
                </a:cubicBezTo>
                <a:cubicBezTo>
                  <a:pt x="870" y="41"/>
                  <a:pt x="871" y="41"/>
                  <a:pt x="872" y="41"/>
                </a:cubicBezTo>
                <a:cubicBezTo>
                  <a:pt x="873" y="41"/>
                  <a:pt x="874" y="40"/>
                  <a:pt x="875" y="40"/>
                </a:cubicBezTo>
                <a:cubicBezTo>
                  <a:pt x="875" y="40"/>
                  <a:pt x="876" y="39"/>
                  <a:pt x="877" y="39"/>
                </a:cubicBezTo>
                <a:cubicBezTo>
                  <a:pt x="877" y="39"/>
                  <a:pt x="877" y="38"/>
                  <a:pt x="877" y="38"/>
                </a:cubicBezTo>
                <a:cubicBezTo>
                  <a:pt x="877" y="37"/>
                  <a:pt x="877" y="37"/>
                  <a:pt x="877" y="36"/>
                </a:cubicBezTo>
                <a:cubicBezTo>
                  <a:pt x="877" y="36"/>
                  <a:pt x="876" y="36"/>
                  <a:pt x="875" y="35"/>
                </a:cubicBezTo>
                <a:cubicBezTo>
                  <a:pt x="875" y="35"/>
                  <a:pt x="874" y="35"/>
                  <a:pt x="873" y="34"/>
                </a:cubicBezTo>
                <a:cubicBezTo>
                  <a:pt x="872" y="34"/>
                  <a:pt x="871" y="34"/>
                  <a:pt x="870" y="34"/>
                </a:cubicBezTo>
                <a:cubicBezTo>
                  <a:pt x="869" y="34"/>
                  <a:pt x="868" y="34"/>
                  <a:pt x="867" y="34"/>
                </a:cubicBezTo>
                <a:close/>
                <a:moveTo>
                  <a:pt x="1058" y="34"/>
                </a:moveTo>
                <a:cubicBezTo>
                  <a:pt x="1057" y="35"/>
                  <a:pt x="1056" y="35"/>
                  <a:pt x="1056" y="35"/>
                </a:cubicBezTo>
                <a:cubicBezTo>
                  <a:pt x="1055" y="36"/>
                  <a:pt x="1054" y="36"/>
                  <a:pt x="1054" y="36"/>
                </a:cubicBezTo>
                <a:cubicBezTo>
                  <a:pt x="1053" y="37"/>
                  <a:pt x="1053" y="37"/>
                  <a:pt x="1053" y="38"/>
                </a:cubicBezTo>
                <a:cubicBezTo>
                  <a:pt x="1053" y="38"/>
                  <a:pt x="1053" y="39"/>
                  <a:pt x="1054" y="39"/>
                </a:cubicBezTo>
                <a:cubicBezTo>
                  <a:pt x="1054" y="39"/>
                  <a:pt x="1055" y="40"/>
                  <a:pt x="1055" y="40"/>
                </a:cubicBezTo>
                <a:cubicBezTo>
                  <a:pt x="1056" y="40"/>
                  <a:pt x="1057" y="41"/>
                  <a:pt x="1058" y="41"/>
                </a:cubicBezTo>
                <a:cubicBezTo>
                  <a:pt x="1059" y="41"/>
                  <a:pt x="1060" y="41"/>
                  <a:pt x="1061" y="41"/>
                </a:cubicBezTo>
                <a:cubicBezTo>
                  <a:pt x="1062" y="41"/>
                  <a:pt x="1063" y="41"/>
                  <a:pt x="1064" y="41"/>
                </a:cubicBezTo>
                <a:cubicBezTo>
                  <a:pt x="1065" y="41"/>
                  <a:pt x="1065" y="40"/>
                  <a:pt x="1066" y="40"/>
                </a:cubicBezTo>
                <a:cubicBezTo>
                  <a:pt x="1067" y="40"/>
                  <a:pt x="1067" y="39"/>
                  <a:pt x="1068" y="39"/>
                </a:cubicBezTo>
                <a:cubicBezTo>
                  <a:pt x="1068" y="39"/>
                  <a:pt x="1068" y="38"/>
                  <a:pt x="1068" y="38"/>
                </a:cubicBezTo>
                <a:cubicBezTo>
                  <a:pt x="1069" y="37"/>
                  <a:pt x="1068" y="37"/>
                  <a:pt x="1068" y="36"/>
                </a:cubicBezTo>
                <a:cubicBezTo>
                  <a:pt x="1068" y="36"/>
                  <a:pt x="1067" y="36"/>
                  <a:pt x="1066" y="35"/>
                </a:cubicBezTo>
                <a:cubicBezTo>
                  <a:pt x="1066" y="35"/>
                  <a:pt x="1065" y="35"/>
                  <a:pt x="1064" y="34"/>
                </a:cubicBezTo>
                <a:cubicBezTo>
                  <a:pt x="1063" y="34"/>
                  <a:pt x="1062" y="34"/>
                  <a:pt x="1061" y="34"/>
                </a:cubicBezTo>
                <a:cubicBezTo>
                  <a:pt x="1060" y="34"/>
                  <a:pt x="1059" y="34"/>
                  <a:pt x="1058" y="34"/>
                </a:cubicBezTo>
                <a:close/>
                <a:moveTo>
                  <a:pt x="714" y="34"/>
                </a:moveTo>
                <a:cubicBezTo>
                  <a:pt x="713" y="35"/>
                  <a:pt x="712" y="35"/>
                  <a:pt x="712" y="35"/>
                </a:cubicBezTo>
                <a:cubicBezTo>
                  <a:pt x="711" y="36"/>
                  <a:pt x="710" y="36"/>
                  <a:pt x="710" y="36"/>
                </a:cubicBezTo>
                <a:cubicBezTo>
                  <a:pt x="709" y="37"/>
                  <a:pt x="709" y="37"/>
                  <a:pt x="709" y="38"/>
                </a:cubicBezTo>
                <a:cubicBezTo>
                  <a:pt x="709" y="38"/>
                  <a:pt x="709" y="39"/>
                  <a:pt x="709" y="39"/>
                </a:cubicBezTo>
                <a:cubicBezTo>
                  <a:pt x="710" y="39"/>
                  <a:pt x="710" y="40"/>
                  <a:pt x="711" y="40"/>
                </a:cubicBezTo>
                <a:cubicBezTo>
                  <a:pt x="711" y="40"/>
                  <a:pt x="712" y="41"/>
                  <a:pt x="713" y="41"/>
                </a:cubicBezTo>
                <a:cubicBezTo>
                  <a:pt x="714" y="41"/>
                  <a:pt x="715" y="41"/>
                  <a:pt x="716" y="41"/>
                </a:cubicBezTo>
                <a:cubicBezTo>
                  <a:pt x="717" y="41"/>
                  <a:pt x="718" y="41"/>
                  <a:pt x="719" y="41"/>
                </a:cubicBezTo>
                <a:cubicBezTo>
                  <a:pt x="720" y="41"/>
                  <a:pt x="721" y="40"/>
                  <a:pt x="722" y="40"/>
                </a:cubicBezTo>
                <a:cubicBezTo>
                  <a:pt x="722" y="40"/>
                  <a:pt x="723" y="39"/>
                  <a:pt x="723" y="39"/>
                </a:cubicBezTo>
                <a:cubicBezTo>
                  <a:pt x="724" y="39"/>
                  <a:pt x="724" y="38"/>
                  <a:pt x="724" y="38"/>
                </a:cubicBezTo>
                <a:cubicBezTo>
                  <a:pt x="724" y="37"/>
                  <a:pt x="724" y="37"/>
                  <a:pt x="724" y="36"/>
                </a:cubicBezTo>
                <a:cubicBezTo>
                  <a:pt x="724" y="36"/>
                  <a:pt x="723" y="36"/>
                  <a:pt x="722" y="35"/>
                </a:cubicBezTo>
                <a:cubicBezTo>
                  <a:pt x="722" y="35"/>
                  <a:pt x="721" y="35"/>
                  <a:pt x="720" y="34"/>
                </a:cubicBezTo>
                <a:cubicBezTo>
                  <a:pt x="719" y="34"/>
                  <a:pt x="718" y="34"/>
                  <a:pt x="717" y="34"/>
                </a:cubicBezTo>
                <a:cubicBezTo>
                  <a:pt x="716" y="34"/>
                  <a:pt x="715" y="34"/>
                  <a:pt x="714" y="34"/>
                </a:cubicBezTo>
                <a:close/>
                <a:moveTo>
                  <a:pt x="829" y="34"/>
                </a:moveTo>
                <a:cubicBezTo>
                  <a:pt x="828" y="35"/>
                  <a:pt x="827" y="35"/>
                  <a:pt x="826" y="35"/>
                </a:cubicBezTo>
                <a:cubicBezTo>
                  <a:pt x="826" y="36"/>
                  <a:pt x="825" y="36"/>
                  <a:pt x="825" y="36"/>
                </a:cubicBezTo>
                <a:cubicBezTo>
                  <a:pt x="824" y="37"/>
                  <a:pt x="824" y="37"/>
                  <a:pt x="824" y="38"/>
                </a:cubicBezTo>
                <a:cubicBezTo>
                  <a:pt x="824" y="38"/>
                  <a:pt x="824" y="39"/>
                  <a:pt x="824" y="39"/>
                </a:cubicBezTo>
                <a:cubicBezTo>
                  <a:pt x="824" y="39"/>
                  <a:pt x="825" y="40"/>
                  <a:pt x="826" y="40"/>
                </a:cubicBezTo>
                <a:cubicBezTo>
                  <a:pt x="826" y="40"/>
                  <a:pt x="827" y="41"/>
                  <a:pt x="828" y="41"/>
                </a:cubicBezTo>
                <a:cubicBezTo>
                  <a:pt x="829" y="41"/>
                  <a:pt x="830" y="41"/>
                  <a:pt x="831" y="41"/>
                </a:cubicBezTo>
                <a:cubicBezTo>
                  <a:pt x="832" y="41"/>
                  <a:pt x="833" y="41"/>
                  <a:pt x="834" y="41"/>
                </a:cubicBezTo>
                <a:cubicBezTo>
                  <a:pt x="835" y="41"/>
                  <a:pt x="836" y="40"/>
                  <a:pt x="836" y="40"/>
                </a:cubicBezTo>
                <a:cubicBezTo>
                  <a:pt x="837" y="40"/>
                  <a:pt x="838" y="39"/>
                  <a:pt x="838" y="39"/>
                </a:cubicBezTo>
                <a:cubicBezTo>
                  <a:pt x="839" y="39"/>
                  <a:pt x="839" y="38"/>
                  <a:pt x="839" y="38"/>
                </a:cubicBezTo>
                <a:cubicBezTo>
                  <a:pt x="839" y="37"/>
                  <a:pt x="839" y="37"/>
                  <a:pt x="839" y="36"/>
                </a:cubicBezTo>
                <a:cubicBezTo>
                  <a:pt x="838" y="36"/>
                  <a:pt x="838" y="36"/>
                  <a:pt x="837" y="35"/>
                </a:cubicBezTo>
                <a:cubicBezTo>
                  <a:pt x="836" y="35"/>
                  <a:pt x="836" y="35"/>
                  <a:pt x="835" y="34"/>
                </a:cubicBezTo>
                <a:cubicBezTo>
                  <a:pt x="834" y="34"/>
                  <a:pt x="833" y="34"/>
                  <a:pt x="832" y="34"/>
                </a:cubicBezTo>
                <a:cubicBezTo>
                  <a:pt x="831" y="34"/>
                  <a:pt x="830" y="34"/>
                  <a:pt x="829" y="34"/>
                </a:cubicBezTo>
                <a:close/>
                <a:moveTo>
                  <a:pt x="1096" y="34"/>
                </a:moveTo>
                <a:cubicBezTo>
                  <a:pt x="1095" y="35"/>
                  <a:pt x="1095" y="35"/>
                  <a:pt x="1094" y="35"/>
                </a:cubicBezTo>
                <a:cubicBezTo>
                  <a:pt x="1093" y="36"/>
                  <a:pt x="1093" y="36"/>
                  <a:pt x="1092" y="36"/>
                </a:cubicBezTo>
                <a:cubicBezTo>
                  <a:pt x="1092" y="37"/>
                  <a:pt x="1091" y="37"/>
                  <a:pt x="1091" y="38"/>
                </a:cubicBezTo>
                <a:cubicBezTo>
                  <a:pt x="1091" y="38"/>
                  <a:pt x="1092" y="39"/>
                  <a:pt x="1092" y="39"/>
                </a:cubicBezTo>
                <a:cubicBezTo>
                  <a:pt x="1092" y="39"/>
                  <a:pt x="1093" y="40"/>
                  <a:pt x="1094" y="40"/>
                </a:cubicBezTo>
                <a:cubicBezTo>
                  <a:pt x="1094" y="40"/>
                  <a:pt x="1095" y="41"/>
                  <a:pt x="1096" y="41"/>
                </a:cubicBezTo>
                <a:cubicBezTo>
                  <a:pt x="1097" y="41"/>
                  <a:pt x="1098" y="41"/>
                  <a:pt x="1099" y="41"/>
                </a:cubicBezTo>
                <a:cubicBezTo>
                  <a:pt x="1100" y="41"/>
                  <a:pt x="1101" y="41"/>
                  <a:pt x="1102" y="41"/>
                </a:cubicBezTo>
                <a:cubicBezTo>
                  <a:pt x="1103" y="41"/>
                  <a:pt x="1104" y="40"/>
                  <a:pt x="1104" y="40"/>
                </a:cubicBezTo>
                <a:cubicBezTo>
                  <a:pt x="1105" y="40"/>
                  <a:pt x="1106" y="39"/>
                  <a:pt x="1106" y="39"/>
                </a:cubicBezTo>
                <a:cubicBezTo>
                  <a:pt x="1106" y="39"/>
                  <a:pt x="1107" y="38"/>
                  <a:pt x="1107" y="38"/>
                </a:cubicBezTo>
                <a:cubicBezTo>
                  <a:pt x="1107" y="37"/>
                  <a:pt x="1107" y="37"/>
                  <a:pt x="1106" y="36"/>
                </a:cubicBezTo>
                <a:cubicBezTo>
                  <a:pt x="1106" y="36"/>
                  <a:pt x="1105" y="36"/>
                  <a:pt x="1105" y="35"/>
                </a:cubicBezTo>
                <a:cubicBezTo>
                  <a:pt x="1104" y="35"/>
                  <a:pt x="1103" y="35"/>
                  <a:pt x="1102" y="34"/>
                </a:cubicBezTo>
                <a:cubicBezTo>
                  <a:pt x="1101" y="34"/>
                  <a:pt x="1100" y="34"/>
                  <a:pt x="1099" y="34"/>
                </a:cubicBezTo>
                <a:cubicBezTo>
                  <a:pt x="1098" y="34"/>
                  <a:pt x="1097" y="34"/>
                  <a:pt x="1096" y="34"/>
                </a:cubicBezTo>
                <a:close/>
                <a:moveTo>
                  <a:pt x="585" y="43"/>
                </a:moveTo>
                <a:cubicBezTo>
                  <a:pt x="585" y="43"/>
                  <a:pt x="585" y="43"/>
                  <a:pt x="585" y="43"/>
                </a:cubicBezTo>
                <a:cubicBezTo>
                  <a:pt x="584" y="43"/>
                  <a:pt x="584" y="43"/>
                  <a:pt x="584" y="43"/>
                </a:cubicBezTo>
                <a:cubicBezTo>
                  <a:pt x="584" y="43"/>
                  <a:pt x="583" y="43"/>
                  <a:pt x="583" y="43"/>
                </a:cubicBezTo>
                <a:cubicBezTo>
                  <a:pt x="583" y="43"/>
                  <a:pt x="583" y="43"/>
                  <a:pt x="583" y="43"/>
                </a:cubicBezTo>
                <a:cubicBezTo>
                  <a:pt x="583" y="43"/>
                  <a:pt x="583" y="43"/>
                  <a:pt x="582" y="43"/>
                </a:cubicBezTo>
                <a:cubicBezTo>
                  <a:pt x="582" y="43"/>
                  <a:pt x="582" y="43"/>
                  <a:pt x="582" y="43"/>
                </a:cubicBezTo>
                <a:cubicBezTo>
                  <a:pt x="582" y="43"/>
                  <a:pt x="582" y="43"/>
                  <a:pt x="582" y="43"/>
                </a:cubicBezTo>
                <a:cubicBezTo>
                  <a:pt x="581" y="43"/>
                  <a:pt x="581" y="43"/>
                  <a:pt x="580" y="43"/>
                </a:cubicBezTo>
                <a:cubicBezTo>
                  <a:pt x="580" y="43"/>
                  <a:pt x="580" y="43"/>
                  <a:pt x="579" y="43"/>
                </a:cubicBezTo>
                <a:cubicBezTo>
                  <a:pt x="579" y="43"/>
                  <a:pt x="579" y="43"/>
                  <a:pt x="578" y="43"/>
                </a:cubicBezTo>
                <a:cubicBezTo>
                  <a:pt x="578" y="43"/>
                  <a:pt x="578" y="43"/>
                  <a:pt x="577" y="43"/>
                </a:cubicBezTo>
                <a:cubicBezTo>
                  <a:pt x="575" y="44"/>
                  <a:pt x="573" y="45"/>
                  <a:pt x="573" y="47"/>
                </a:cubicBezTo>
                <a:cubicBezTo>
                  <a:pt x="573" y="47"/>
                  <a:pt x="573" y="47"/>
                  <a:pt x="573" y="48"/>
                </a:cubicBezTo>
                <a:cubicBezTo>
                  <a:pt x="573" y="48"/>
                  <a:pt x="574" y="48"/>
                  <a:pt x="574" y="48"/>
                </a:cubicBezTo>
                <a:cubicBezTo>
                  <a:pt x="574" y="48"/>
                  <a:pt x="574" y="48"/>
                  <a:pt x="574" y="48"/>
                </a:cubicBezTo>
                <a:cubicBezTo>
                  <a:pt x="574" y="49"/>
                  <a:pt x="575" y="49"/>
                  <a:pt x="575" y="49"/>
                </a:cubicBezTo>
                <a:cubicBezTo>
                  <a:pt x="576" y="49"/>
                  <a:pt x="576" y="49"/>
                  <a:pt x="576" y="49"/>
                </a:cubicBezTo>
                <a:cubicBezTo>
                  <a:pt x="577" y="50"/>
                  <a:pt x="578" y="50"/>
                  <a:pt x="578" y="50"/>
                </a:cubicBezTo>
                <a:cubicBezTo>
                  <a:pt x="579" y="50"/>
                  <a:pt x="579" y="50"/>
                  <a:pt x="579" y="50"/>
                </a:cubicBezTo>
                <a:cubicBezTo>
                  <a:pt x="579" y="50"/>
                  <a:pt x="579" y="50"/>
                  <a:pt x="579" y="50"/>
                </a:cubicBezTo>
                <a:cubicBezTo>
                  <a:pt x="579" y="50"/>
                  <a:pt x="579" y="50"/>
                  <a:pt x="580" y="50"/>
                </a:cubicBezTo>
                <a:cubicBezTo>
                  <a:pt x="580" y="50"/>
                  <a:pt x="580" y="50"/>
                  <a:pt x="580" y="50"/>
                </a:cubicBezTo>
                <a:cubicBezTo>
                  <a:pt x="580" y="50"/>
                  <a:pt x="580" y="50"/>
                  <a:pt x="580" y="50"/>
                </a:cubicBezTo>
                <a:cubicBezTo>
                  <a:pt x="581" y="50"/>
                  <a:pt x="581" y="50"/>
                  <a:pt x="581" y="50"/>
                </a:cubicBezTo>
                <a:cubicBezTo>
                  <a:pt x="581" y="50"/>
                  <a:pt x="581" y="50"/>
                  <a:pt x="581" y="50"/>
                </a:cubicBezTo>
                <a:cubicBezTo>
                  <a:pt x="581" y="50"/>
                  <a:pt x="581" y="50"/>
                  <a:pt x="582" y="50"/>
                </a:cubicBezTo>
                <a:cubicBezTo>
                  <a:pt x="582" y="50"/>
                  <a:pt x="582" y="50"/>
                  <a:pt x="582" y="50"/>
                </a:cubicBezTo>
                <a:cubicBezTo>
                  <a:pt x="583" y="50"/>
                  <a:pt x="583" y="50"/>
                  <a:pt x="583" y="50"/>
                </a:cubicBezTo>
                <a:cubicBezTo>
                  <a:pt x="583" y="50"/>
                  <a:pt x="584" y="50"/>
                  <a:pt x="584" y="49"/>
                </a:cubicBezTo>
                <a:cubicBezTo>
                  <a:pt x="584" y="49"/>
                  <a:pt x="584" y="49"/>
                  <a:pt x="584" y="49"/>
                </a:cubicBezTo>
                <a:cubicBezTo>
                  <a:pt x="586" y="49"/>
                  <a:pt x="586" y="49"/>
                  <a:pt x="586" y="49"/>
                </a:cubicBezTo>
                <a:cubicBezTo>
                  <a:pt x="587" y="48"/>
                  <a:pt x="588" y="48"/>
                  <a:pt x="588" y="46"/>
                </a:cubicBezTo>
                <a:cubicBezTo>
                  <a:pt x="589" y="46"/>
                  <a:pt x="589" y="46"/>
                  <a:pt x="588" y="45"/>
                </a:cubicBezTo>
                <a:cubicBezTo>
                  <a:pt x="588" y="45"/>
                  <a:pt x="588" y="45"/>
                  <a:pt x="588" y="45"/>
                </a:cubicBezTo>
                <a:cubicBezTo>
                  <a:pt x="588" y="44"/>
                  <a:pt x="587" y="44"/>
                  <a:pt x="587" y="44"/>
                </a:cubicBezTo>
                <a:cubicBezTo>
                  <a:pt x="587" y="44"/>
                  <a:pt x="586" y="44"/>
                  <a:pt x="586" y="43"/>
                </a:cubicBezTo>
                <a:cubicBezTo>
                  <a:pt x="586" y="43"/>
                  <a:pt x="585" y="43"/>
                  <a:pt x="585" y="43"/>
                </a:cubicBezTo>
                <a:close/>
                <a:moveTo>
                  <a:pt x="624" y="43"/>
                </a:moveTo>
                <a:cubicBezTo>
                  <a:pt x="624" y="43"/>
                  <a:pt x="623" y="43"/>
                  <a:pt x="623" y="43"/>
                </a:cubicBezTo>
                <a:cubicBezTo>
                  <a:pt x="623" y="43"/>
                  <a:pt x="623" y="43"/>
                  <a:pt x="622" y="43"/>
                </a:cubicBezTo>
                <a:cubicBezTo>
                  <a:pt x="622" y="43"/>
                  <a:pt x="621" y="43"/>
                  <a:pt x="621" y="43"/>
                </a:cubicBezTo>
                <a:cubicBezTo>
                  <a:pt x="621" y="43"/>
                  <a:pt x="620" y="43"/>
                  <a:pt x="620" y="43"/>
                </a:cubicBezTo>
                <a:cubicBezTo>
                  <a:pt x="619" y="43"/>
                  <a:pt x="619" y="43"/>
                  <a:pt x="619" y="43"/>
                </a:cubicBezTo>
                <a:cubicBezTo>
                  <a:pt x="618" y="43"/>
                  <a:pt x="618" y="43"/>
                  <a:pt x="618" y="43"/>
                </a:cubicBezTo>
                <a:cubicBezTo>
                  <a:pt x="617" y="43"/>
                  <a:pt x="617" y="43"/>
                  <a:pt x="617" y="43"/>
                </a:cubicBezTo>
                <a:cubicBezTo>
                  <a:pt x="616" y="43"/>
                  <a:pt x="616" y="43"/>
                  <a:pt x="615" y="43"/>
                </a:cubicBezTo>
                <a:cubicBezTo>
                  <a:pt x="614" y="44"/>
                  <a:pt x="612" y="45"/>
                  <a:pt x="612" y="47"/>
                </a:cubicBezTo>
                <a:cubicBezTo>
                  <a:pt x="612" y="47"/>
                  <a:pt x="612" y="47"/>
                  <a:pt x="612" y="48"/>
                </a:cubicBezTo>
                <a:cubicBezTo>
                  <a:pt x="612" y="48"/>
                  <a:pt x="612" y="48"/>
                  <a:pt x="612" y="48"/>
                </a:cubicBezTo>
                <a:cubicBezTo>
                  <a:pt x="612" y="48"/>
                  <a:pt x="612" y="48"/>
                  <a:pt x="613" y="48"/>
                </a:cubicBezTo>
                <a:cubicBezTo>
                  <a:pt x="613" y="49"/>
                  <a:pt x="613" y="49"/>
                  <a:pt x="613" y="49"/>
                </a:cubicBezTo>
                <a:cubicBezTo>
                  <a:pt x="614" y="49"/>
                  <a:pt x="614" y="49"/>
                  <a:pt x="614" y="49"/>
                </a:cubicBezTo>
                <a:cubicBezTo>
                  <a:pt x="615" y="50"/>
                  <a:pt x="616" y="50"/>
                  <a:pt x="617" y="50"/>
                </a:cubicBezTo>
                <a:cubicBezTo>
                  <a:pt x="617" y="50"/>
                  <a:pt x="617" y="50"/>
                  <a:pt x="617" y="50"/>
                </a:cubicBezTo>
                <a:cubicBezTo>
                  <a:pt x="617" y="50"/>
                  <a:pt x="618" y="50"/>
                  <a:pt x="618" y="50"/>
                </a:cubicBezTo>
                <a:cubicBezTo>
                  <a:pt x="618" y="50"/>
                  <a:pt x="618" y="50"/>
                  <a:pt x="618" y="50"/>
                </a:cubicBezTo>
                <a:cubicBezTo>
                  <a:pt x="618" y="50"/>
                  <a:pt x="618" y="50"/>
                  <a:pt x="618" y="50"/>
                </a:cubicBezTo>
                <a:cubicBezTo>
                  <a:pt x="619" y="50"/>
                  <a:pt x="619" y="50"/>
                  <a:pt x="619" y="50"/>
                </a:cubicBezTo>
                <a:cubicBezTo>
                  <a:pt x="619" y="50"/>
                  <a:pt x="619" y="50"/>
                  <a:pt x="619" y="50"/>
                </a:cubicBezTo>
                <a:cubicBezTo>
                  <a:pt x="619" y="50"/>
                  <a:pt x="619" y="50"/>
                  <a:pt x="620" y="50"/>
                </a:cubicBezTo>
                <a:cubicBezTo>
                  <a:pt x="620" y="50"/>
                  <a:pt x="620" y="50"/>
                  <a:pt x="620" y="50"/>
                </a:cubicBezTo>
                <a:cubicBezTo>
                  <a:pt x="620" y="50"/>
                  <a:pt x="620" y="50"/>
                  <a:pt x="621" y="50"/>
                </a:cubicBezTo>
                <a:cubicBezTo>
                  <a:pt x="621" y="50"/>
                  <a:pt x="621" y="50"/>
                  <a:pt x="621" y="50"/>
                </a:cubicBezTo>
                <a:cubicBezTo>
                  <a:pt x="622" y="50"/>
                  <a:pt x="622" y="50"/>
                  <a:pt x="622" y="49"/>
                </a:cubicBezTo>
                <a:cubicBezTo>
                  <a:pt x="622" y="49"/>
                  <a:pt x="623" y="49"/>
                  <a:pt x="623" y="49"/>
                </a:cubicBezTo>
                <a:cubicBezTo>
                  <a:pt x="624" y="49"/>
                  <a:pt x="624" y="49"/>
                  <a:pt x="624" y="49"/>
                </a:cubicBezTo>
                <a:cubicBezTo>
                  <a:pt x="625" y="48"/>
                  <a:pt x="626" y="48"/>
                  <a:pt x="627" y="46"/>
                </a:cubicBezTo>
                <a:cubicBezTo>
                  <a:pt x="627" y="46"/>
                  <a:pt x="627" y="46"/>
                  <a:pt x="627" y="45"/>
                </a:cubicBezTo>
                <a:cubicBezTo>
                  <a:pt x="627" y="45"/>
                  <a:pt x="626" y="45"/>
                  <a:pt x="626" y="45"/>
                </a:cubicBezTo>
                <a:cubicBezTo>
                  <a:pt x="626" y="44"/>
                  <a:pt x="626" y="44"/>
                  <a:pt x="625" y="44"/>
                </a:cubicBezTo>
                <a:cubicBezTo>
                  <a:pt x="625" y="44"/>
                  <a:pt x="625" y="44"/>
                  <a:pt x="624" y="43"/>
                </a:cubicBezTo>
                <a:cubicBezTo>
                  <a:pt x="624" y="43"/>
                  <a:pt x="625" y="44"/>
                  <a:pt x="624" y="43"/>
                </a:cubicBezTo>
                <a:close/>
                <a:moveTo>
                  <a:pt x="1965" y="43"/>
                </a:moveTo>
                <a:cubicBezTo>
                  <a:pt x="1964" y="43"/>
                  <a:pt x="1963" y="43"/>
                  <a:pt x="1962" y="43"/>
                </a:cubicBezTo>
                <a:cubicBezTo>
                  <a:pt x="1962" y="43"/>
                  <a:pt x="1962" y="43"/>
                  <a:pt x="1962" y="43"/>
                </a:cubicBezTo>
                <a:cubicBezTo>
                  <a:pt x="1962" y="43"/>
                  <a:pt x="1962" y="43"/>
                  <a:pt x="1962" y="43"/>
                </a:cubicBezTo>
                <a:cubicBezTo>
                  <a:pt x="1961" y="43"/>
                  <a:pt x="1961" y="43"/>
                  <a:pt x="1961" y="43"/>
                </a:cubicBezTo>
                <a:cubicBezTo>
                  <a:pt x="1961" y="43"/>
                  <a:pt x="1961" y="43"/>
                  <a:pt x="1961" y="43"/>
                </a:cubicBezTo>
                <a:cubicBezTo>
                  <a:pt x="1961" y="43"/>
                  <a:pt x="1961" y="43"/>
                  <a:pt x="1960" y="43"/>
                </a:cubicBezTo>
                <a:cubicBezTo>
                  <a:pt x="1960" y="43"/>
                  <a:pt x="1960" y="43"/>
                  <a:pt x="1960" y="43"/>
                </a:cubicBezTo>
                <a:cubicBezTo>
                  <a:pt x="1960" y="43"/>
                  <a:pt x="1960" y="43"/>
                  <a:pt x="1960" y="43"/>
                </a:cubicBezTo>
                <a:cubicBezTo>
                  <a:pt x="1960" y="43"/>
                  <a:pt x="1959" y="43"/>
                  <a:pt x="1959" y="43"/>
                </a:cubicBezTo>
                <a:cubicBezTo>
                  <a:pt x="1959" y="43"/>
                  <a:pt x="1959" y="43"/>
                  <a:pt x="1959" y="43"/>
                </a:cubicBezTo>
                <a:cubicBezTo>
                  <a:pt x="1958" y="43"/>
                  <a:pt x="1958" y="43"/>
                  <a:pt x="1958" y="43"/>
                </a:cubicBezTo>
                <a:cubicBezTo>
                  <a:pt x="1958" y="43"/>
                  <a:pt x="1957" y="43"/>
                  <a:pt x="1957" y="43"/>
                </a:cubicBezTo>
                <a:cubicBezTo>
                  <a:pt x="1957" y="43"/>
                  <a:pt x="1957" y="43"/>
                  <a:pt x="1957" y="43"/>
                </a:cubicBezTo>
                <a:cubicBezTo>
                  <a:pt x="1956" y="44"/>
                  <a:pt x="1956" y="44"/>
                  <a:pt x="1955" y="44"/>
                </a:cubicBezTo>
                <a:cubicBezTo>
                  <a:pt x="1955" y="44"/>
                  <a:pt x="1955" y="44"/>
                  <a:pt x="1954" y="45"/>
                </a:cubicBezTo>
                <a:cubicBezTo>
                  <a:pt x="1954" y="45"/>
                  <a:pt x="1954" y="45"/>
                  <a:pt x="1954" y="45"/>
                </a:cubicBezTo>
                <a:cubicBezTo>
                  <a:pt x="1954" y="46"/>
                  <a:pt x="1954" y="46"/>
                  <a:pt x="1954" y="47"/>
                </a:cubicBezTo>
                <a:cubicBezTo>
                  <a:pt x="1954" y="47"/>
                  <a:pt x="1954" y="47"/>
                  <a:pt x="1955" y="48"/>
                </a:cubicBezTo>
                <a:cubicBezTo>
                  <a:pt x="1955" y="48"/>
                  <a:pt x="1955" y="48"/>
                  <a:pt x="1955" y="48"/>
                </a:cubicBezTo>
                <a:cubicBezTo>
                  <a:pt x="1955" y="48"/>
                  <a:pt x="1956" y="48"/>
                  <a:pt x="1956" y="48"/>
                </a:cubicBezTo>
                <a:cubicBezTo>
                  <a:pt x="1956" y="49"/>
                  <a:pt x="1956" y="49"/>
                  <a:pt x="1957" y="49"/>
                </a:cubicBezTo>
                <a:cubicBezTo>
                  <a:pt x="1958" y="49"/>
                  <a:pt x="1958" y="49"/>
                  <a:pt x="1958" y="49"/>
                </a:cubicBezTo>
                <a:cubicBezTo>
                  <a:pt x="1959" y="50"/>
                  <a:pt x="1960" y="50"/>
                  <a:pt x="1961" y="50"/>
                </a:cubicBezTo>
                <a:cubicBezTo>
                  <a:pt x="1961" y="50"/>
                  <a:pt x="1961" y="50"/>
                  <a:pt x="1961" y="50"/>
                </a:cubicBezTo>
                <a:cubicBezTo>
                  <a:pt x="1961" y="50"/>
                  <a:pt x="1961" y="50"/>
                  <a:pt x="1962" y="50"/>
                </a:cubicBezTo>
                <a:cubicBezTo>
                  <a:pt x="1962" y="50"/>
                  <a:pt x="1962" y="50"/>
                  <a:pt x="1962" y="50"/>
                </a:cubicBezTo>
                <a:cubicBezTo>
                  <a:pt x="1962" y="50"/>
                  <a:pt x="1962" y="50"/>
                  <a:pt x="1962" y="50"/>
                </a:cubicBezTo>
                <a:cubicBezTo>
                  <a:pt x="1963" y="50"/>
                  <a:pt x="1963" y="50"/>
                  <a:pt x="1963" y="50"/>
                </a:cubicBezTo>
                <a:cubicBezTo>
                  <a:pt x="1963" y="50"/>
                  <a:pt x="1963" y="50"/>
                  <a:pt x="1963" y="50"/>
                </a:cubicBezTo>
                <a:cubicBezTo>
                  <a:pt x="1963" y="50"/>
                  <a:pt x="1963" y="50"/>
                  <a:pt x="1964" y="50"/>
                </a:cubicBezTo>
                <a:cubicBezTo>
                  <a:pt x="1964" y="50"/>
                  <a:pt x="1964" y="50"/>
                  <a:pt x="1964" y="50"/>
                </a:cubicBezTo>
                <a:cubicBezTo>
                  <a:pt x="1964" y="50"/>
                  <a:pt x="1964" y="50"/>
                  <a:pt x="1965" y="50"/>
                </a:cubicBezTo>
                <a:cubicBezTo>
                  <a:pt x="1965" y="50"/>
                  <a:pt x="1965" y="50"/>
                  <a:pt x="1965" y="50"/>
                </a:cubicBezTo>
                <a:cubicBezTo>
                  <a:pt x="1966" y="50"/>
                  <a:pt x="1966" y="50"/>
                  <a:pt x="1966" y="49"/>
                </a:cubicBezTo>
                <a:cubicBezTo>
                  <a:pt x="1966" y="49"/>
                  <a:pt x="1966" y="49"/>
                  <a:pt x="1967" y="49"/>
                </a:cubicBezTo>
                <a:cubicBezTo>
                  <a:pt x="1968" y="49"/>
                  <a:pt x="1968" y="49"/>
                  <a:pt x="1968" y="49"/>
                </a:cubicBezTo>
                <a:cubicBezTo>
                  <a:pt x="1969" y="48"/>
                  <a:pt x="1969" y="48"/>
                  <a:pt x="1969" y="46"/>
                </a:cubicBezTo>
                <a:cubicBezTo>
                  <a:pt x="1969" y="46"/>
                  <a:pt x="1969" y="46"/>
                  <a:pt x="1969" y="46"/>
                </a:cubicBezTo>
                <a:cubicBezTo>
                  <a:pt x="1969" y="46"/>
                  <a:pt x="1969" y="46"/>
                  <a:pt x="1969" y="46"/>
                </a:cubicBezTo>
                <a:cubicBezTo>
                  <a:pt x="1969" y="46"/>
                  <a:pt x="1969" y="45"/>
                  <a:pt x="1969" y="45"/>
                </a:cubicBezTo>
                <a:cubicBezTo>
                  <a:pt x="1969" y="45"/>
                  <a:pt x="1968" y="45"/>
                  <a:pt x="1968" y="45"/>
                </a:cubicBezTo>
                <a:cubicBezTo>
                  <a:pt x="1968" y="45"/>
                  <a:pt x="1967" y="44"/>
                  <a:pt x="1966" y="44"/>
                </a:cubicBezTo>
                <a:lnTo>
                  <a:pt x="1965" y="43"/>
                </a:lnTo>
                <a:close/>
                <a:moveTo>
                  <a:pt x="1275" y="43"/>
                </a:moveTo>
                <a:cubicBezTo>
                  <a:pt x="1275" y="43"/>
                  <a:pt x="1274" y="43"/>
                  <a:pt x="1274" y="43"/>
                </a:cubicBezTo>
                <a:cubicBezTo>
                  <a:pt x="1274" y="43"/>
                  <a:pt x="1274" y="43"/>
                  <a:pt x="1273" y="43"/>
                </a:cubicBezTo>
                <a:cubicBezTo>
                  <a:pt x="1273" y="43"/>
                  <a:pt x="1273" y="43"/>
                  <a:pt x="1273" y="43"/>
                </a:cubicBezTo>
                <a:cubicBezTo>
                  <a:pt x="1273" y="43"/>
                  <a:pt x="1272" y="43"/>
                  <a:pt x="1272" y="43"/>
                </a:cubicBezTo>
                <a:cubicBezTo>
                  <a:pt x="1272" y="43"/>
                  <a:pt x="1272" y="43"/>
                  <a:pt x="1272" y="43"/>
                </a:cubicBezTo>
                <a:cubicBezTo>
                  <a:pt x="1272" y="43"/>
                  <a:pt x="1272" y="43"/>
                  <a:pt x="1272" y="43"/>
                </a:cubicBezTo>
                <a:cubicBezTo>
                  <a:pt x="1271" y="43"/>
                  <a:pt x="1271" y="43"/>
                  <a:pt x="1271" y="43"/>
                </a:cubicBezTo>
                <a:cubicBezTo>
                  <a:pt x="1271" y="43"/>
                  <a:pt x="1270" y="43"/>
                  <a:pt x="1270" y="43"/>
                </a:cubicBezTo>
                <a:cubicBezTo>
                  <a:pt x="1270" y="43"/>
                  <a:pt x="1269" y="43"/>
                  <a:pt x="1269" y="43"/>
                </a:cubicBezTo>
                <a:cubicBezTo>
                  <a:pt x="1269" y="43"/>
                  <a:pt x="1268" y="43"/>
                  <a:pt x="1268" y="43"/>
                </a:cubicBezTo>
                <a:cubicBezTo>
                  <a:pt x="1268" y="43"/>
                  <a:pt x="1267" y="43"/>
                  <a:pt x="1267" y="43"/>
                </a:cubicBezTo>
                <a:cubicBezTo>
                  <a:pt x="1265" y="44"/>
                  <a:pt x="1263" y="45"/>
                  <a:pt x="1264" y="47"/>
                </a:cubicBezTo>
                <a:cubicBezTo>
                  <a:pt x="1264" y="47"/>
                  <a:pt x="1264" y="47"/>
                  <a:pt x="1264" y="48"/>
                </a:cubicBezTo>
                <a:cubicBezTo>
                  <a:pt x="1264" y="48"/>
                  <a:pt x="1264" y="48"/>
                  <a:pt x="1264" y="48"/>
                </a:cubicBezTo>
                <a:cubicBezTo>
                  <a:pt x="1265" y="48"/>
                  <a:pt x="1265" y="48"/>
                  <a:pt x="1265" y="48"/>
                </a:cubicBezTo>
                <a:cubicBezTo>
                  <a:pt x="1265" y="49"/>
                  <a:pt x="1266" y="49"/>
                  <a:pt x="1266" y="49"/>
                </a:cubicBezTo>
                <a:cubicBezTo>
                  <a:pt x="1267" y="49"/>
                  <a:pt x="1267" y="49"/>
                  <a:pt x="1267" y="49"/>
                </a:cubicBezTo>
                <a:cubicBezTo>
                  <a:pt x="1268" y="50"/>
                  <a:pt x="1269" y="50"/>
                  <a:pt x="1270" y="50"/>
                </a:cubicBezTo>
                <a:cubicBezTo>
                  <a:pt x="1270" y="50"/>
                  <a:pt x="1270" y="50"/>
                  <a:pt x="1270" y="50"/>
                </a:cubicBezTo>
                <a:cubicBezTo>
                  <a:pt x="1270" y="50"/>
                  <a:pt x="1270" y="50"/>
                  <a:pt x="1270" y="50"/>
                </a:cubicBezTo>
                <a:cubicBezTo>
                  <a:pt x="1271" y="50"/>
                  <a:pt x="1271" y="50"/>
                  <a:pt x="1271" y="50"/>
                </a:cubicBezTo>
                <a:cubicBezTo>
                  <a:pt x="1271" y="50"/>
                  <a:pt x="1271" y="50"/>
                  <a:pt x="1271" y="50"/>
                </a:cubicBezTo>
                <a:cubicBezTo>
                  <a:pt x="1271" y="50"/>
                  <a:pt x="1271" y="50"/>
                  <a:pt x="1272" y="50"/>
                </a:cubicBezTo>
                <a:cubicBezTo>
                  <a:pt x="1272" y="50"/>
                  <a:pt x="1272" y="50"/>
                  <a:pt x="1272" y="50"/>
                </a:cubicBezTo>
                <a:cubicBezTo>
                  <a:pt x="1272" y="50"/>
                  <a:pt x="1272" y="50"/>
                  <a:pt x="1272" y="50"/>
                </a:cubicBezTo>
                <a:cubicBezTo>
                  <a:pt x="1272" y="50"/>
                  <a:pt x="1273" y="50"/>
                  <a:pt x="1273" y="50"/>
                </a:cubicBezTo>
                <a:cubicBezTo>
                  <a:pt x="1273" y="50"/>
                  <a:pt x="1273" y="50"/>
                  <a:pt x="1273" y="50"/>
                </a:cubicBezTo>
                <a:cubicBezTo>
                  <a:pt x="1274" y="50"/>
                  <a:pt x="1274" y="50"/>
                  <a:pt x="1274" y="50"/>
                </a:cubicBezTo>
                <a:cubicBezTo>
                  <a:pt x="1274" y="50"/>
                  <a:pt x="1275" y="50"/>
                  <a:pt x="1275" y="49"/>
                </a:cubicBezTo>
                <a:cubicBezTo>
                  <a:pt x="1275" y="49"/>
                  <a:pt x="1275" y="49"/>
                  <a:pt x="1275" y="49"/>
                </a:cubicBezTo>
                <a:cubicBezTo>
                  <a:pt x="1277" y="49"/>
                  <a:pt x="1277" y="49"/>
                  <a:pt x="1277" y="49"/>
                </a:cubicBezTo>
                <a:cubicBezTo>
                  <a:pt x="1278" y="48"/>
                  <a:pt x="1279" y="48"/>
                  <a:pt x="1279" y="46"/>
                </a:cubicBezTo>
                <a:cubicBezTo>
                  <a:pt x="1279" y="46"/>
                  <a:pt x="1279" y="46"/>
                  <a:pt x="1279" y="45"/>
                </a:cubicBezTo>
                <a:cubicBezTo>
                  <a:pt x="1278" y="45"/>
                  <a:pt x="1278" y="45"/>
                  <a:pt x="1278" y="45"/>
                </a:cubicBezTo>
                <a:cubicBezTo>
                  <a:pt x="1278" y="44"/>
                  <a:pt x="1277" y="44"/>
                  <a:pt x="1277" y="44"/>
                </a:cubicBezTo>
                <a:cubicBezTo>
                  <a:pt x="1276" y="44"/>
                  <a:pt x="1276" y="44"/>
                  <a:pt x="1275" y="43"/>
                </a:cubicBezTo>
                <a:cubicBezTo>
                  <a:pt x="1275" y="43"/>
                  <a:pt x="1275" y="43"/>
                  <a:pt x="1275" y="43"/>
                </a:cubicBezTo>
                <a:close/>
                <a:moveTo>
                  <a:pt x="2195" y="43"/>
                </a:moveTo>
                <a:cubicBezTo>
                  <a:pt x="2194" y="43"/>
                  <a:pt x="2193" y="43"/>
                  <a:pt x="2192" y="43"/>
                </a:cubicBezTo>
                <a:cubicBezTo>
                  <a:pt x="2192" y="43"/>
                  <a:pt x="2192" y="43"/>
                  <a:pt x="2192" y="43"/>
                </a:cubicBezTo>
                <a:cubicBezTo>
                  <a:pt x="2192" y="43"/>
                  <a:pt x="2192" y="43"/>
                  <a:pt x="2191" y="43"/>
                </a:cubicBezTo>
                <a:cubicBezTo>
                  <a:pt x="2191" y="43"/>
                  <a:pt x="2191" y="43"/>
                  <a:pt x="2191" y="43"/>
                </a:cubicBezTo>
                <a:cubicBezTo>
                  <a:pt x="2191" y="43"/>
                  <a:pt x="2191" y="43"/>
                  <a:pt x="2191" y="43"/>
                </a:cubicBezTo>
                <a:cubicBezTo>
                  <a:pt x="2190" y="43"/>
                  <a:pt x="2190" y="43"/>
                  <a:pt x="2189" y="43"/>
                </a:cubicBezTo>
                <a:cubicBezTo>
                  <a:pt x="2189" y="43"/>
                  <a:pt x="2189" y="43"/>
                  <a:pt x="2188" y="43"/>
                </a:cubicBezTo>
                <a:cubicBezTo>
                  <a:pt x="2188" y="43"/>
                  <a:pt x="2188" y="43"/>
                  <a:pt x="2187" y="43"/>
                </a:cubicBezTo>
                <a:cubicBezTo>
                  <a:pt x="2187" y="43"/>
                  <a:pt x="2187" y="43"/>
                  <a:pt x="2187" y="43"/>
                </a:cubicBezTo>
                <a:cubicBezTo>
                  <a:pt x="2185" y="44"/>
                  <a:pt x="2184" y="45"/>
                  <a:pt x="2184" y="47"/>
                </a:cubicBezTo>
                <a:cubicBezTo>
                  <a:pt x="2185" y="47"/>
                  <a:pt x="2185" y="47"/>
                  <a:pt x="2185" y="48"/>
                </a:cubicBezTo>
                <a:cubicBezTo>
                  <a:pt x="2185" y="48"/>
                  <a:pt x="2185" y="48"/>
                  <a:pt x="2185" y="48"/>
                </a:cubicBezTo>
                <a:cubicBezTo>
                  <a:pt x="2186" y="48"/>
                  <a:pt x="2186" y="48"/>
                  <a:pt x="2186" y="48"/>
                </a:cubicBezTo>
                <a:cubicBezTo>
                  <a:pt x="2186" y="49"/>
                  <a:pt x="2187" y="49"/>
                  <a:pt x="2187" y="49"/>
                </a:cubicBezTo>
                <a:cubicBezTo>
                  <a:pt x="2188" y="49"/>
                  <a:pt x="2188" y="49"/>
                  <a:pt x="2188" y="49"/>
                </a:cubicBezTo>
                <a:cubicBezTo>
                  <a:pt x="2189" y="50"/>
                  <a:pt x="2190" y="50"/>
                  <a:pt x="2191" y="50"/>
                </a:cubicBezTo>
                <a:cubicBezTo>
                  <a:pt x="2191" y="50"/>
                  <a:pt x="2191" y="50"/>
                  <a:pt x="2192" y="50"/>
                </a:cubicBezTo>
                <a:cubicBezTo>
                  <a:pt x="2192" y="50"/>
                  <a:pt x="2192" y="50"/>
                  <a:pt x="2192" y="50"/>
                </a:cubicBezTo>
                <a:cubicBezTo>
                  <a:pt x="2192" y="50"/>
                  <a:pt x="2192" y="50"/>
                  <a:pt x="2192" y="50"/>
                </a:cubicBezTo>
                <a:cubicBezTo>
                  <a:pt x="2193" y="50"/>
                  <a:pt x="2193" y="50"/>
                  <a:pt x="2193" y="50"/>
                </a:cubicBezTo>
                <a:cubicBezTo>
                  <a:pt x="2193" y="50"/>
                  <a:pt x="2193" y="50"/>
                  <a:pt x="2193" y="50"/>
                </a:cubicBezTo>
                <a:cubicBezTo>
                  <a:pt x="2193" y="50"/>
                  <a:pt x="2193" y="50"/>
                  <a:pt x="2194" y="50"/>
                </a:cubicBezTo>
                <a:cubicBezTo>
                  <a:pt x="2194" y="50"/>
                  <a:pt x="2194" y="50"/>
                  <a:pt x="2194" y="50"/>
                </a:cubicBezTo>
                <a:cubicBezTo>
                  <a:pt x="2194" y="50"/>
                  <a:pt x="2194" y="50"/>
                  <a:pt x="2194" y="50"/>
                </a:cubicBezTo>
                <a:cubicBezTo>
                  <a:pt x="2195" y="50"/>
                  <a:pt x="2195" y="50"/>
                  <a:pt x="2195" y="50"/>
                </a:cubicBezTo>
                <a:cubicBezTo>
                  <a:pt x="2195" y="50"/>
                  <a:pt x="2195" y="50"/>
                  <a:pt x="2196" y="50"/>
                </a:cubicBezTo>
                <a:cubicBezTo>
                  <a:pt x="2196" y="50"/>
                  <a:pt x="2196" y="50"/>
                  <a:pt x="2196" y="49"/>
                </a:cubicBezTo>
                <a:cubicBezTo>
                  <a:pt x="2197" y="49"/>
                  <a:pt x="2197" y="49"/>
                  <a:pt x="2197" y="49"/>
                </a:cubicBezTo>
                <a:cubicBezTo>
                  <a:pt x="2198" y="49"/>
                  <a:pt x="2198" y="49"/>
                  <a:pt x="2198" y="49"/>
                </a:cubicBezTo>
                <a:cubicBezTo>
                  <a:pt x="2199" y="48"/>
                  <a:pt x="2199" y="48"/>
                  <a:pt x="2199" y="46"/>
                </a:cubicBezTo>
                <a:cubicBezTo>
                  <a:pt x="2199" y="46"/>
                  <a:pt x="2199" y="46"/>
                  <a:pt x="2199" y="45"/>
                </a:cubicBezTo>
                <a:cubicBezTo>
                  <a:pt x="2199" y="45"/>
                  <a:pt x="2198" y="45"/>
                  <a:pt x="2198" y="45"/>
                </a:cubicBezTo>
                <a:cubicBezTo>
                  <a:pt x="2198" y="44"/>
                  <a:pt x="2197" y="44"/>
                  <a:pt x="2197" y="44"/>
                </a:cubicBezTo>
                <a:cubicBezTo>
                  <a:pt x="2196" y="44"/>
                  <a:pt x="2196" y="44"/>
                  <a:pt x="2195" y="43"/>
                </a:cubicBezTo>
                <a:cubicBezTo>
                  <a:pt x="2195" y="43"/>
                  <a:pt x="2196" y="44"/>
                  <a:pt x="2195" y="43"/>
                </a:cubicBezTo>
                <a:close/>
                <a:moveTo>
                  <a:pt x="1697" y="43"/>
                </a:moveTo>
                <a:cubicBezTo>
                  <a:pt x="1696" y="43"/>
                  <a:pt x="1694" y="43"/>
                  <a:pt x="1693" y="43"/>
                </a:cubicBezTo>
                <a:cubicBezTo>
                  <a:pt x="1692" y="43"/>
                  <a:pt x="1692" y="43"/>
                  <a:pt x="1691" y="43"/>
                </a:cubicBezTo>
                <a:cubicBezTo>
                  <a:pt x="1691" y="43"/>
                  <a:pt x="1691" y="43"/>
                  <a:pt x="1690" y="43"/>
                </a:cubicBezTo>
                <a:cubicBezTo>
                  <a:pt x="1690" y="43"/>
                  <a:pt x="1690" y="43"/>
                  <a:pt x="1689" y="43"/>
                </a:cubicBezTo>
                <a:cubicBezTo>
                  <a:pt x="1689" y="43"/>
                  <a:pt x="1689" y="43"/>
                  <a:pt x="1688" y="43"/>
                </a:cubicBezTo>
                <a:cubicBezTo>
                  <a:pt x="1688" y="44"/>
                  <a:pt x="1688" y="44"/>
                  <a:pt x="1687" y="44"/>
                </a:cubicBezTo>
                <a:cubicBezTo>
                  <a:pt x="1687" y="44"/>
                  <a:pt x="1686" y="44"/>
                  <a:pt x="1686" y="45"/>
                </a:cubicBezTo>
                <a:cubicBezTo>
                  <a:pt x="1686" y="45"/>
                  <a:pt x="1686" y="45"/>
                  <a:pt x="1686" y="45"/>
                </a:cubicBezTo>
                <a:cubicBezTo>
                  <a:pt x="1685" y="46"/>
                  <a:pt x="1685" y="46"/>
                  <a:pt x="1686" y="47"/>
                </a:cubicBezTo>
                <a:cubicBezTo>
                  <a:pt x="1686" y="47"/>
                  <a:pt x="1686" y="47"/>
                  <a:pt x="1686" y="48"/>
                </a:cubicBezTo>
                <a:cubicBezTo>
                  <a:pt x="1686" y="48"/>
                  <a:pt x="1686" y="48"/>
                  <a:pt x="1687" y="48"/>
                </a:cubicBezTo>
                <a:cubicBezTo>
                  <a:pt x="1687" y="48"/>
                  <a:pt x="1687" y="48"/>
                  <a:pt x="1687" y="48"/>
                </a:cubicBezTo>
                <a:cubicBezTo>
                  <a:pt x="1688" y="49"/>
                  <a:pt x="1688" y="49"/>
                  <a:pt x="1688" y="49"/>
                </a:cubicBezTo>
                <a:cubicBezTo>
                  <a:pt x="1689" y="49"/>
                  <a:pt x="1689" y="49"/>
                  <a:pt x="1689" y="49"/>
                </a:cubicBezTo>
                <a:cubicBezTo>
                  <a:pt x="1690" y="50"/>
                  <a:pt x="1691" y="50"/>
                  <a:pt x="1692" y="50"/>
                </a:cubicBezTo>
                <a:cubicBezTo>
                  <a:pt x="1692" y="50"/>
                  <a:pt x="1692" y="50"/>
                  <a:pt x="1692" y="50"/>
                </a:cubicBezTo>
                <a:cubicBezTo>
                  <a:pt x="1693" y="50"/>
                  <a:pt x="1693" y="50"/>
                  <a:pt x="1693" y="50"/>
                </a:cubicBezTo>
                <a:cubicBezTo>
                  <a:pt x="1693" y="50"/>
                  <a:pt x="1693" y="50"/>
                  <a:pt x="1693" y="50"/>
                </a:cubicBezTo>
                <a:cubicBezTo>
                  <a:pt x="1693" y="50"/>
                  <a:pt x="1693" y="50"/>
                  <a:pt x="1694" y="50"/>
                </a:cubicBezTo>
                <a:cubicBezTo>
                  <a:pt x="1694" y="50"/>
                  <a:pt x="1694" y="50"/>
                  <a:pt x="1694" y="50"/>
                </a:cubicBezTo>
                <a:cubicBezTo>
                  <a:pt x="1694" y="50"/>
                  <a:pt x="1694" y="50"/>
                  <a:pt x="1694" y="50"/>
                </a:cubicBezTo>
                <a:cubicBezTo>
                  <a:pt x="1695" y="50"/>
                  <a:pt x="1695" y="50"/>
                  <a:pt x="1695" y="50"/>
                </a:cubicBezTo>
                <a:cubicBezTo>
                  <a:pt x="1695" y="50"/>
                  <a:pt x="1695" y="50"/>
                  <a:pt x="1695" y="50"/>
                </a:cubicBezTo>
                <a:cubicBezTo>
                  <a:pt x="1695" y="50"/>
                  <a:pt x="1696" y="50"/>
                  <a:pt x="1696" y="50"/>
                </a:cubicBezTo>
                <a:cubicBezTo>
                  <a:pt x="1696" y="50"/>
                  <a:pt x="1696" y="50"/>
                  <a:pt x="1697" y="50"/>
                </a:cubicBezTo>
                <a:cubicBezTo>
                  <a:pt x="1697" y="50"/>
                  <a:pt x="1697" y="50"/>
                  <a:pt x="1697" y="49"/>
                </a:cubicBezTo>
                <a:cubicBezTo>
                  <a:pt x="1697" y="49"/>
                  <a:pt x="1698" y="49"/>
                  <a:pt x="1698" y="49"/>
                </a:cubicBezTo>
                <a:cubicBezTo>
                  <a:pt x="1699" y="49"/>
                  <a:pt x="1699" y="49"/>
                  <a:pt x="1699" y="49"/>
                </a:cubicBezTo>
                <a:cubicBezTo>
                  <a:pt x="1700" y="48"/>
                  <a:pt x="1701" y="48"/>
                  <a:pt x="1701" y="46"/>
                </a:cubicBezTo>
                <a:cubicBezTo>
                  <a:pt x="1701" y="46"/>
                  <a:pt x="1701" y="46"/>
                  <a:pt x="1700" y="45"/>
                </a:cubicBezTo>
                <a:cubicBezTo>
                  <a:pt x="1700" y="45"/>
                  <a:pt x="1700" y="45"/>
                  <a:pt x="1700" y="45"/>
                </a:cubicBezTo>
                <a:cubicBezTo>
                  <a:pt x="1699" y="44"/>
                  <a:pt x="1699" y="44"/>
                  <a:pt x="1698" y="44"/>
                </a:cubicBezTo>
                <a:cubicBezTo>
                  <a:pt x="1698" y="44"/>
                  <a:pt x="1698" y="44"/>
                  <a:pt x="1697" y="43"/>
                </a:cubicBezTo>
                <a:cubicBezTo>
                  <a:pt x="1697" y="43"/>
                  <a:pt x="1698" y="44"/>
                  <a:pt x="1697" y="43"/>
                </a:cubicBezTo>
                <a:close/>
                <a:moveTo>
                  <a:pt x="1734" y="43"/>
                </a:moveTo>
                <a:cubicBezTo>
                  <a:pt x="1733" y="43"/>
                  <a:pt x="1732" y="43"/>
                  <a:pt x="1731" y="43"/>
                </a:cubicBezTo>
                <a:cubicBezTo>
                  <a:pt x="1731" y="43"/>
                  <a:pt x="1730" y="43"/>
                  <a:pt x="1730" y="43"/>
                </a:cubicBezTo>
                <a:cubicBezTo>
                  <a:pt x="1730" y="43"/>
                  <a:pt x="1730" y="43"/>
                  <a:pt x="1729" y="43"/>
                </a:cubicBezTo>
                <a:cubicBezTo>
                  <a:pt x="1729" y="43"/>
                  <a:pt x="1729" y="43"/>
                  <a:pt x="1729" y="43"/>
                </a:cubicBezTo>
                <a:cubicBezTo>
                  <a:pt x="1728" y="43"/>
                  <a:pt x="1728" y="43"/>
                  <a:pt x="1728" y="43"/>
                </a:cubicBezTo>
                <a:cubicBezTo>
                  <a:pt x="1727" y="43"/>
                  <a:pt x="1727" y="43"/>
                  <a:pt x="1727" y="43"/>
                </a:cubicBezTo>
                <a:cubicBezTo>
                  <a:pt x="1725" y="44"/>
                  <a:pt x="1723" y="45"/>
                  <a:pt x="1724" y="47"/>
                </a:cubicBezTo>
                <a:cubicBezTo>
                  <a:pt x="1724" y="47"/>
                  <a:pt x="1724" y="47"/>
                  <a:pt x="1724" y="48"/>
                </a:cubicBezTo>
                <a:cubicBezTo>
                  <a:pt x="1725" y="48"/>
                  <a:pt x="1725" y="48"/>
                  <a:pt x="1725" y="48"/>
                </a:cubicBezTo>
                <a:cubicBezTo>
                  <a:pt x="1725" y="48"/>
                  <a:pt x="1725" y="48"/>
                  <a:pt x="1726" y="48"/>
                </a:cubicBezTo>
                <a:cubicBezTo>
                  <a:pt x="1726" y="49"/>
                  <a:pt x="1726" y="49"/>
                  <a:pt x="1726" y="49"/>
                </a:cubicBezTo>
                <a:cubicBezTo>
                  <a:pt x="1728" y="49"/>
                  <a:pt x="1728" y="49"/>
                  <a:pt x="1728" y="49"/>
                </a:cubicBezTo>
                <a:cubicBezTo>
                  <a:pt x="1729" y="50"/>
                  <a:pt x="1729" y="50"/>
                  <a:pt x="1729" y="50"/>
                </a:cubicBezTo>
                <a:cubicBezTo>
                  <a:pt x="1729" y="50"/>
                  <a:pt x="1730" y="50"/>
                  <a:pt x="1730" y="50"/>
                </a:cubicBezTo>
                <a:cubicBezTo>
                  <a:pt x="1731" y="50"/>
                  <a:pt x="1731" y="50"/>
                  <a:pt x="1731" y="50"/>
                </a:cubicBezTo>
                <a:cubicBezTo>
                  <a:pt x="1731" y="50"/>
                  <a:pt x="1731" y="50"/>
                  <a:pt x="1731" y="50"/>
                </a:cubicBezTo>
                <a:cubicBezTo>
                  <a:pt x="1731" y="50"/>
                  <a:pt x="1731" y="50"/>
                  <a:pt x="1732" y="50"/>
                </a:cubicBezTo>
                <a:cubicBezTo>
                  <a:pt x="1732" y="50"/>
                  <a:pt x="1732" y="50"/>
                  <a:pt x="1732" y="50"/>
                </a:cubicBezTo>
                <a:cubicBezTo>
                  <a:pt x="1732" y="50"/>
                  <a:pt x="1732" y="50"/>
                  <a:pt x="1732" y="50"/>
                </a:cubicBezTo>
                <a:cubicBezTo>
                  <a:pt x="1733" y="50"/>
                  <a:pt x="1733" y="50"/>
                  <a:pt x="1733" y="50"/>
                </a:cubicBezTo>
                <a:cubicBezTo>
                  <a:pt x="1733" y="50"/>
                  <a:pt x="1733" y="50"/>
                  <a:pt x="1733" y="50"/>
                </a:cubicBezTo>
                <a:cubicBezTo>
                  <a:pt x="1733" y="50"/>
                  <a:pt x="1733" y="50"/>
                  <a:pt x="1734" y="50"/>
                </a:cubicBezTo>
                <a:cubicBezTo>
                  <a:pt x="1734" y="50"/>
                  <a:pt x="1734" y="50"/>
                  <a:pt x="1734" y="50"/>
                </a:cubicBezTo>
                <a:cubicBezTo>
                  <a:pt x="1734" y="50"/>
                  <a:pt x="1734" y="50"/>
                  <a:pt x="1734" y="50"/>
                </a:cubicBezTo>
                <a:cubicBezTo>
                  <a:pt x="1734" y="50"/>
                  <a:pt x="1735" y="50"/>
                  <a:pt x="1735" y="50"/>
                </a:cubicBezTo>
                <a:cubicBezTo>
                  <a:pt x="1735" y="50"/>
                  <a:pt x="1735" y="50"/>
                  <a:pt x="1735" y="50"/>
                </a:cubicBezTo>
                <a:cubicBezTo>
                  <a:pt x="1736" y="49"/>
                  <a:pt x="1736" y="49"/>
                  <a:pt x="1736" y="49"/>
                </a:cubicBezTo>
                <a:cubicBezTo>
                  <a:pt x="1737" y="49"/>
                  <a:pt x="1737" y="49"/>
                  <a:pt x="1737" y="49"/>
                </a:cubicBezTo>
                <a:cubicBezTo>
                  <a:pt x="1738" y="48"/>
                  <a:pt x="1739" y="48"/>
                  <a:pt x="1739" y="46"/>
                </a:cubicBezTo>
                <a:cubicBezTo>
                  <a:pt x="1739" y="46"/>
                  <a:pt x="1739" y="46"/>
                  <a:pt x="1739" y="45"/>
                </a:cubicBezTo>
                <a:cubicBezTo>
                  <a:pt x="1739" y="45"/>
                  <a:pt x="1738" y="45"/>
                  <a:pt x="1738" y="45"/>
                </a:cubicBezTo>
                <a:cubicBezTo>
                  <a:pt x="1738" y="44"/>
                  <a:pt x="1737" y="44"/>
                  <a:pt x="1737" y="44"/>
                </a:cubicBezTo>
                <a:cubicBezTo>
                  <a:pt x="1736" y="44"/>
                  <a:pt x="1736" y="44"/>
                  <a:pt x="1735" y="43"/>
                </a:cubicBezTo>
                <a:lnTo>
                  <a:pt x="1734" y="43"/>
                </a:lnTo>
                <a:close/>
                <a:moveTo>
                  <a:pt x="1774" y="43"/>
                </a:moveTo>
                <a:cubicBezTo>
                  <a:pt x="1773" y="43"/>
                  <a:pt x="1773" y="43"/>
                  <a:pt x="1773" y="43"/>
                </a:cubicBezTo>
                <a:cubicBezTo>
                  <a:pt x="1772" y="43"/>
                  <a:pt x="1772" y="43"/>
                  <a:pt x="1772" y="43"/>
                </a:cubicBezTo>
                <a:cubicBezTo>
                  <a:pt x="1771" y="43"/>
                  <a:pt x="1771" y="43"/>
                  <a:pt x="1770" y="43"/>
                </a:cubicBezTo>
                <a:cubicBezTo>
                  <a:pt x="1770" y="43"/>
                  <a:pt x="1770" y="43"/>
                  <a:pt x="1769" y="43"/>
                </a:cubicBezTo>
                <a:cubicBezTo>
                  <a:pt x="1769" y="43"/>
                  <a:pt x="1768" y="43"/>
                  <a:pt x="1768" y="43"/>
                </a:cubicBezTo>
                <a:cubicBezTo>
                  <a:pt x="1768" y="43"/>
                  <a:pt x="1767" y="43"/>
                  <a:pt x="1767" y="43"/>
                </a:cubicBezTo>
                <a:cubicBezTo>
                  <a:pt x="1767" y="43"/>
                  <a:pt x="1766" y="43"/>
                  <a:pt x="1766" y="43"/>
                </a:cubicBezTo>
                <a:cubicBezTo>
                  <a:pt x="1766" y="43"/>
                  <a:pt x="1765" y="43"/>
                  <a:pt x="1765" y="43"/>
                </a:cubicBezTo>
                <a:cubicBezTo>
                  <a:pt x="1763" y="44"/>
                  <a:pt x="1762" y="45"/>
                  <a:pt x="1762" y="47"/>
                </a:cubicBezTo>
                <a:cubicBezTo>
                  <a:pt x="1763" y="47"/>
                  <a:pt x="1763" y="47"/>
                  <a:pt x="1763" y="48"/>
                </a:cubicBezTo>
                <a:cubicBezTo>
                  <a:pt x="1763" y="48"/>
                  <a:pt x="1763" y="48"/>
                  <a:pt x="1763" y="48"/>
                </a:cubicBezTo>
                <a:cubicBezTo>
                  <a:pt x="1764" y="48"/>
                  <a:pt x="1764" y="48"/>
                  <a:pt x="1764" y="48"/>
                </a:cubicBezTo>
                <a:cubicBezTo>
                  <a:pt x="1764" y="49"/>
                  <a:pt x="1765" y="49"/>
                  <a:pt x="1765" y="49"/>
                </a:cubicBezTo>
                <a:cubicBezTo>
                  <a:pt x="1766" y="49"/>
                  <a:pt x="1766" y="49"/>
                  <a:pt x="1766" y="49"/>
                </a:cubicBezTo>
                <a:cubicBezTo>
                  <a:pt x="1767" y="50"/>
                  <a:pt x="1768" y="50"/>
                  <a:pt x="1769" y="50"/>
                </a:cubicBezTo>
                <a:cubicBezTo>
                  <a:pt x="1769" y="50"/>
                  <a:pt x="1769" y="50"/>
                  <a:pt x="1769" y="50"/>
                </a:cubicBezTo>
                <a:cubicBezTo>
                  <a:pt x="1769" y="50"/>
                  <a:pt x="1769" y="50"/>
                  <a:pt x="1770" y="50"/>
                </a:cubicBezTo>
                <a:cubicBezTo>
                  <a:pt x="1770" y="50"/>
                  <a:pt x="1770" y="50"/>
                  <a:pt x="1770" y="50"/>
                </a:cubicBezTo>
                <a:cubicBezTo>
                  <a:pt x="1770" y="50"/>
                  <a:pt x="1770" y="50"/>
                  <a:pt x="1770" y="50"/>
                </a:cubicBezTo>
                <a:cubicBezTo>
                  <a:pt x="1771" y="50"/>
                  <a:pt x="1771" y="50"/>
                  <a:pt x="1771" y="50"/>
                </a:cubicBezTo>
                <a:cubicBezTo>
                  <a:pt x="1771" y="50"/>
                  <a:pt x="1771" y="50"/>
                  <a:pt x="1771" y="50"/>
                </a:cubicBezTo>
                <a:cubicBezTo>
                  <a:pt x="1771" y="50"/>
                  <a:pt x="1771" y="50"/>
                  <a:pt x="1772" y="50"/>
                </a:cubicBezTo>
                <a:cubicBezTo>
                  <a:pt x="1772" y="50"/>
                  <a:pt x="1772" y="50"/>
                  <a:pt x="1772" y="50"/>
                </a:cubicBezTo>
                <a:cubicBezTo>
                  <a:pt x="1772" y="50"/>
                  <a:pt x="1772" y="50"/>
                  <a:pt x="1773" y="50"/>
                </a:cubicBezTo>
                <a:cubicBezTo>
                  <a:pt x="1773" y="50"/>
                  <a:pt x="1773" y="50"/>
                  <a:pt x="1773" y="50"/>
                </a:cubicBezTo>
                <a:cubicBezTo>
                  <a:pt x="1774" y="50"/>
                  <a:pt x="1774" y="50"/>
                  <a:pt x="1774" y="49"/>
                </a:cubicBezTo>
                <a:cubicBezTo>
                  <a:pt x="1774" y="49"/>
                  <a:pt x="1774" y="49"/>
                  <a:pt x="1775" y="49"/>
                </a:cubicBezTo>
                <a:cubicBezTo>
                  <a:pt x="1776" y="49"/>
                  <a:pt x="1776" y="49"/>
                  <a:pt x="1776" y="49"/>
                </a:cubicBezTo>
                <a:cubicBezTo>
                  <a:pt x="1777" y="48"/>
                  <a:pt x="1777" y="48"/>
                  <a:pt x="1777" y="46"/>
                </a:cubicBezTo>
                <a:cubicBezTo>
                  <a:pt x="1777" y="46"/>
                  <a:pt x="1777" y="46"/>
                  <a:pt x="1777" y="45"/>
                </a:cubicBezTo>
                <a:cubicBezTo>
                  <a:pt x="1777" y="45"/>
                  <a:pt x="1777" y="45"/>
                  <a:pt x="1776" y="45"/>
                </a:cubicBezTo>
                <a:cubicBezTo>
                  <a:pt x="1776" y="44"/>
                  <a:pt x="1776" y="44"/>
                  <a:pt x="1775" y="44"/>
                </a:cubicBezTo>
                <a:cubicBezTo>
                  <a:pt x="1775" y="44"/>
                  <a:pt x="1774" y="44"/>
                  <a:pt x="1774" y="43"/>
                </a:cubicBezTo>
                <a:cubicBezTo>
                  <a:pt x="1773" y="43"/>
                  <a:pt x="1774" y="44"/>
                  <a:pt x="1774" y="43"/>
                </a:cubicBezTo>
                <a:close/>
                <a:moveTo>
                  <a:pt x="854" y="43"/>
                </a:moveTo>
                <a:cubicBezTo>
                  <a:pt x="854" y="43"/>
                  <a:pt x="853" y="43"/>
                  <a:pt x="853" y="43"/>
                </a:cubicBezTo>
                <a:cubicBezTo>
                  <a:pt x="853" y="43"/>
                  <a:pt x="852" y="43"/>
                  <a:pt x="852" y="43"/>
                </a:cubicBezTo>
                <a:cubicBezTo>
                  <a:pt x="852" y="43"/>
                  <a:pt x="851" y="43"/>
                  <a:pt x="851" y="43"/>
                </a:cubicBezTo>
                <a:cubicBezTo>
                  <a:pt x="851" y="43"/>
                  <a:pt x="850" y="43"/>
                  <a:pt x="850" y="43"/>
                </a:cubicBezTo>
                <a:cubicBezTo>
                  <a:pt x="849" y="43"/>
                  <a:pt x="849" y="43"/>
                  <a:pt x="849" y="43"/>
                </a:cubicBezTo>
                <a:cubicBezTo>
                  <a:pt x="848" y="43"/>
                  <a:pt x="848" y="43"/>
                  <a:pt x="847" y="43"/>
                </a:cubicBezTo>
                <a:cubicBezTo>
                  <a:pt x="847" y="43"/>
                  <a:pt x="847" y="43"/>
                  <a:pt x="846" y="43"/>
                </a:cubicBezTo>
                <a:cubicBezTo>
                  <a:pt x="846" y="43"/>
                  <a:pt x="846" y="43"/>
                  <a:pt x="845" y="43"/>
                </a:cubicBezTo>
                <a:cubicBezTo>
                  <a:pt x="844" y="44"/>
                  <a:pt x="842" y="45"/>
                  <a:pt x="842" y="47"/>
                </a:cubicBezTo>
                <a:cubicBezTo>
                  <a:pt x="842" y="48"/>
                  <a:pt x="843" y="48"/>
                  <a:pt x="844" y="49"/>
                </a:cubicBezTo>
                <a:cubicBezTo>
                  <a:pt x="845" y="49"/>
                  <a:pt x="845" y="49"/>
                  <a:pt x="845" y="49"/>
                </a:cubicBezTo>
                <a:cubicBezTo>
                  <a:pt x="845" y="50"/>
                  <a:pt x="846" y="50"/>
                  <a:pt x="847" y="50"/>
                </a:cubicBezTo>
                <a:cubicBezTo>
                  <a:pt x="847" y="50"/>
                  <a:pt x="848" y="50"/>
                  <a:pt x="848" y="50"/>
                </a:cubicBezTo>
                <a:cubicBezTo>
                  <a:pt x="848" y="50"/>
                  <a:pt x="848" y="50"/>
                  <a:pt x="848" y="50"/>
                </a:cubicBezTo>
                <a:cubicBezTo>
                  <a:pt x="848" y="50"/>
                  <a:pt x="848" y="50"/>
                  <a:pt x="848" y="50"/>
                </a:cubicBezTo>
                <a:cubicBezTo>
                  <a:pt x="849" y="50"/>
                  <a:pt x="849" y="50"/>
                  <a:pt x="849" y="50"/>
                </a:cubicBezTo>
                <a:cubicBezTo>
                  <a:pt x="849" y="50"/>
                  <a:pt x="849" y="50"/>
                  <a:pt x="849" y="50"/>
                </a:cubicBezTo>
                <a:cubicBezTo>
                  <a:pt x="849" y="50"/>
                  <a:pt x="849" y="50"/>
                  <a:pt x="850" y="50"/>
                </a:cubicBezTo>
                <a:cubicBezTo>
                  <a:pt x="850" y="50"/>
                  <a:pt x="850" y="50"/>
                  <a:pt x="850" y="50"/>
                </a:cubicBezTo>
                <a:cubicBezTo>
                  <a:pt x="850" y="50"/>
                  <a:pt x="850" y="50"/>
                  <a:pt x="850" y="50"/>
                </a:cubicBezTo>
                <a:cubicBezTo>
                  <a:pt x="851" y="50"/>
                  <a:pt x="851" y="50"/>
                  <a:pt x="851" y="50"/>
                </a:cubicBezTo>
                <a:cubicBezTo>
                  <a:pt x="851" y="50"/>
                  <a:pt x="852" y="50"/>
                  <a:pt x="852" y="50"/>
                </a:cubicBezTo>
                <a:cubicBezTo>
                  <a:pt x="852" y="50"/>
                  <a:pt x="852" y="50"/>
                  <a:pt x="853" y="49"/>
                </a:cubicBezTo>
                <a:cubicBezTo>
                  <a:pt x="853" y="49"/>
                  <a:pt x="853" y="49"/>
                  <a:pt x="853" y="49"/>
                </a:cubicBezTo>
                <a:cubicBezTo>
                  <a:pt x="854" y="49"/>
                  <a:pt x="854" y="49"/>
                  <a:pt x="854" y="49"/>
                </a:cubicBezTo>
                <a:cubicBezTo>
                  <a:pt x="856" y="48"/>
                  <a:pt x="856" y="48"/>
                  <a:pt x="857" y="46"/>
                </a:cubicBezTo>
                <a:cubicBezTo>
                  <a:pt x="857" y="46"/>
                  <a:pt x="857" y="46"/>
                  <a:pt x="857" y="45"/>
                </a:cubicBezTo>
                <a:cubicBezTo>
                  <a:pt x="857" y="45"/>
                  <a:pt x="857" y="45"/>
                  <a:pt x="856" y="45"/>
                </a:cubicBezTo>
                <a:cubicBezTo>
                  <a:pt x="856" y="44"/>
                  <a:pt x="856" y="44"/>
                  <a:pt x="855" y="44"/>
                </a:cubicBezTo>
                <a:cubicBezTo>
                  <a:pt x="855" y="44"/>
                  <a:pt x="854" y="44"/>
                  <a:pt x="854" y="43"/>
                </a:cubicBezTo>
                <a:cubicBezTo>
                  <a:pt x="854" y="43"/>
                  <a:pt x="854" y="44"/>
                  <a:pt x="854" y="43"/>
                </a:cubicBezTo>
                <a:close/>
                <a:moveTo>
                  <a:pt x="969" y="43"/>
                </a:moveTo>
                <a:cubicBezTo>
                  <a:pt x="968" y="43"/>
                  <a:pt x="966" y="43"/>
                  <a:pt x="965" y="43"/>
                </a:cubicBezTo>
                <a:cubicBezTo>
                  <a:pt x="964" y="43"/>
                  <a:pt x="964" y="43"/>
                  <a:pt x="964" y="43"/>
                </a:cubicBezTo>
                <a:cubicBezTo>
                  <a:pt x="963" y="43"/>
                  <a:pt x="963" y="43"/>
                  <a:pt x="962" y="43"/>
                </a:cubicBezTo>
                <a:cubicBezTo>
                  <a:pt x="962" y="43"/>
                  <a:pt x="962" y="43"/>
                  <a:pt x="961" y="43"/>
                </a:cubicBezTo>
                <a:cubicBezTo>
                  <a:pt x="961" y="43"/>
                  <a:pt x="961" y="43"/>
                  <a:pt x="960" y="43"/>
                </a:cubicBezTo>
                <a:cubicBezTo>
                  <a:pt x="959" y="44"/>
                  <a:pt x="957" y="45"/>
                  <a:pt x="957" y="47"/>
                </a:cubicBezTo>
                <a:cubicBezTo>
                  <a:pt x="957" y="47"/>
                  <a:pt x="957" y="47"/>
                  <a:pt x="957" y="48"/>
                </a:cubicBezTo>
                <a:cubicBezTo>
                  <a:pt x="957" y="48"/>
                  <a:pt x="957" y="48"/>
                  <a:pt x="957" y="48"/>
                </a:cubicBezTo>
                <a:cubicBezTo>
                  <a:pt x="958" y="48"/>
                  <a:pt x="958" y="48"/>
                  <a:pt x="958" y="48"/>
                </a:cubicBezTo>
                <a:cubicBezTo>
                  <a:pt x="958" y="49"/>
                  <a:pt x="958" y="49"/>
                  <a:pt x="959" y="49"/>
                </a:cubicBezTo>
                <a:cubicBezTo>
                  <a:pt x="960" y="49"/>
                  <a:pt x="960" y="49"/>
                  <a:pt x="960" y="49"/>
                </a:cubicBezTo>
                <a:cubicBezTo>
                  <a:pt x="961" y="50"/>
                  <a:pt x="962" y="50"/>
                  <a:pt x="962" y="50"/>
                </a:cubicBezTo>
                <a:cubicBezTo>
                  <a:pt x="963" y="50"/>
                  <a:pt x="963" y="50"/>
                  <a:pt x="963" y="50"/>
                </a:cubicBezTo>
                <a:cubicBezTo>
                  <a:pt x="963" y="50"/>
                  <a:pt x="963" y="50"/>
                  <a:pt x="963" y="50"/>
                </a:cubicBezTo>
                <a:cubicBezTo>
                  <a:pt x="963" y="50"/>
                  <a:pt x="963" y="50"/>
                  <a:pt x="964" y="50"/>
                </a:cubicBezTo>
                <a:cubicBezTo>
                  <a:pt x="964" y="50"/>
                  <a:pt x="964" y="50"/>
                  <a:pt x="964" y="50"/>
                </a:cubicBezTo>
                <a:cubicBezTo>
                  <a:pt x="964" y="50"/>
                  <a:pt x="964" y="50"/>
                  <a:pt x="964" y="50"/>
                </a:cubicBezTo>
                <a:cubicBezTo>
                  <a:pt x="965" y="50"/>
                  <a:pt x="965" y="50"/>
                  <a:pt x="965" y="50"/>
                </a:cubicBezTo>
                <a:cubicBezTo>
                  <a:pt x="965" y="50"/>
                  <a:pt x="965" y="50"/>
                  <a:pt x="965" y="50"/>
                </a:cubicBezTo>
                <a:cubicBezTo>
                  <a:pt x="965" y="50"/>
                  <a:pt x="965" y="50"/>
                  <a:pt x="966" y="50"/>
                </a:cubicBezTo>
                <a:cubicBezTo>
                  <a:pt x="966" y="50"/>
                  <a:pt x="966" y="50"/>
                  <a:pt x="966" y="50"/>
                </a:cubicBezTo>
                <a:cubicBezTo>
                  <a:pt x="967" y="50"/>
                  <a:pt x="967" y="50"/>
                  <a:pt x="967" y="50"/>
                </a:cubicBezTo>
                <a:cubicBezTo>
                  <a:pt x="967" y="50"/>
                  <a:pt x="968" y="50"/>
                  <a:pt x="968" y="49"/>
                </a:cubicBezTo>
                <a:cubicBezTo>
                  <a:pt x="968" y="49"/>
                  <a:pt x="968" y="49"/>
                  <a:pt x="968" y="49"/>
                </a:cubicBezTo>
                <a:cubicBezTo>
                  <a:pt x="970" y="49"/>
                  <a:pt x="970" y="49"/>
                  <a:pt x="970" y="49"/>
                </a:cubicBezTo>
                <a:cubicBezTo>
                  <a:pt x="971" y="48"/>
                  <a:pt x="972" y="48"/>
                  <a:pt x="972" y="46"/>
                </a:cubicBezTo>
                <a:cubicBezTo>
                  <a:pt x="972" y="46"/>
                  <a:pt x="972" y="46"/>
                  <a:pt x="972" y="45"/>
                </a:cubicBezTo>
                <a:cubicBezTo>
                  <a:pt x="972" y="45"/>
                  <a:pt x="972" y="45"/>
                  <a:pt x="971" y="45"/>
                </a:cubicBezTo>
                <a:cubicBezTo>
                  <a:pt x="971" y="44"/>
                  <a:pt x="971" y="44"/>
                  <a:pt x="970" y="44"/>
                </a:cubicBezTo>
                <a:cubicBezTo>
                  <a:pt x="970" y="44"/>
                  <a:pt x="969" y="44"/>
                  <a:pt x="969" y="43"/>
                </a:cubicBezTo>
                <a:cubicBezTo>
                  <a:pt x="969" y="43"/>
                  <a:pt x="969" y="44"/>
                  <a:pt x="969" y="43"/>
                </a:cubicBezTo>
                <a:close/>
                <a:moveTo>
                  <a:pt x="1007" y="43"/>
                </a:moveTo>
                <a:cubicBezTo>
                  <a:pt x="1007" y="43"/>
                  <a:pt x="1007" y="43"/>
                  <a:pt x="1006" y="43"/>
                </a:cubicBezTo>
                <a:cubicBezTo>
                  <a:pt x="1006" y="43"/>
                  <a:pt x="1006" y="43"/>
                  <a:pt x="1005" y="43"/>
                </a:cubicBezTo>
                <a:cubicBezTo>
                  <a:pt x="1005" y="43"/>
                  <a:pt x="1005" y="43"/>
                  <a:pt x="1004" y="43"/>
                </a:cubicBezTo>
                <a:cubicBezTo>
                  <a:pt x="1004" y="43"/>
                  <a:pt x="1003" y="43"/>
                  <a:pt x="1003" y="43"/>
                </a:cubicBezTo>
                <a:cubicBezTo>
                  <a:pt x="1003" y="43"/>
                  <a:pt x="1002" y="43"/>
                  <a:pt x="1002" y="43"/>
                </a:cubicBezTo>
                <a:cubicBezTo>
                  <a:pt x="1001" y="43"/>
                  <a:pt x="1001" y="43"/>
                  <a:pt x="1001" y="43"/>
                </a:cubicBezTo>
                <a:cubicBezTo>
                  <a:pt x="1000" y="43"/>
                  <a:pt x="1000" y="43"/>
                  <a:pt x="1000" y="43"/>
                </a:cubicBezTo>
                <a:cubicBezTo>
                  <a:pt x="999" y="43"/>
                  <a:pt x="999" y="43"/>
                  <a:pt x="999" y="43"/>
                </a:cubicBezTo>
                <a:cubicBezTo>
                  <a:pt x="997" y="44"/>
                  <a:pt x="995" y="45"/>
                  <a:pt x="995" y="47"/>
                </a:cubicBezTo>
                <a:cubicBezTo>
                  <a:pt x="995" y="47"/>
                  <a:pt x="995" y="47"/>
                  <a:pt x="995" y="48"/>
                </a:cubicBezTo>
                <a:cubicBezTo>
                  <a:pt x="996" y="48"/>
                  <a:pt x="996" y="48"/>
                  <a:pt x="996" y="48"/>
                </a:cubicBezTo>
                <a:cubicBezTo>
                  <a:pt x="996" y="48"/>
                  <a:pt x="996" y="48"/>
                  <a:pt x="996" y="48"/>
                </a:cubicBezTo>
                <a:cubicBezTo>
                  <a:pt x="997" y="49"/>
                  <a:pt x="997" y="49"/>
                  <a:pt x="997" y="49"/>
                </a:cubicBezTo>
                <a:cubicBezTo>
                  <a:pt x="998" y="49"/>
                  <a:pt x="998" y="49"/>
                  <a:pt x="998" y="49"/>
                </a:cubicBezTo>
                <a:cubicBezTo>
                  <a:pt x="999" y="50"/>
                  <a:pt x="1000" y="50"/>
                  <a:pt x="1001" y="50"/>
                </a:cubicBezTo>
                <a:cubicBezTo>
                  <a:pt x="1001" y="50"/>
                  <a:pt x="1001" y="50"/>
                  <a:pt x="1001" y="50"/>
                </a:cubicBezTo>
                <a:cubicBezTo>
                  <a:pt x="1001" y="50"/>
                  <a:pt x="1002" y="50"/>
                  <a:pt x="1002" y="50"/>
                </a:cubicBezTo>
                <a:cubicBezTo>
                  <a:pt x="1002" y="50"/>
                  <a:pt x="1002" y="50"/>
                  <a:pt x="1002" y="50"/>
                </a:cubicBezTo>
                <a:cubicBezTo>
                  <a:pt x="1002" y="50"/>
                  <a:pt x="1002" y="50"/>
                  <a:pt x="1002" y="50"/>
                </a:cubicBezTo>
                <a:cubicBezTo>
                  <a:pt x="1003" y="50"/>
                  <a:pt x="1003" y="50"/>
                  <a:pt x="1003" y="50"/>
                </a:cubicBezTo>
                <a:cubicBezTo>
                  <a:pt x="1003" y="50"/>
                  <a:pt x="1003" y="50"/>
                  <a:pt x="1003" y="50"/>
                </a:cubicBezTo>
                <a:cubicBezTo>
                  <a:pt x="1003" y="50"/>
                  <a:pt x="1003" y="50"/>
                  <a:pt x="1004" y="50"/>
                </a:cubicBezTo>
                <a:cubicBezTo>
                  <a:pt x="1004" y="50"/>
                  <a:pt x="1004" y="50"/>
                  <a:pt x="1004" y="50"/>
                </a:cubicBezTo>
                <a:cubicBezTo>
                  <a:pt x="1004" y="50"/>
                  <a:pt x="1004" y="50"/>
                  <a:pt x="1005" y="50"/>
                </a:cubicBezTo>
                <a:cubicBezTo>
                  <a:pt x="1005" y="50"/>
                  <a:pt x="1005" y="50"/>
                  <a:pt x="1005" y="50"/>
                </a:cubicBezTo>
                <a:cubicBezTo>
                  <a:pt x="1006" y="50"/>
                  <a:pt x="1006" y="50"/>
                  <a:pt x="1006" y="49"/>
                </a:cubicBezTo>
                <a:cubicBezTo>
                  <a:pt x="1006" y="49"/>
                  <a:pt x="1007" y="49"/>
                  <a:pt x="1007" y="49"/>
                </a:cubicBezTo>
                <a:cubicBezTo>
                  <a:pt x="1008" y="49"/>
                  <a:pt x="1008" y="49"/>
                  <a:pt x="1008" y="49"/>
                </a:cubicBezTo>
                <a:cubicBezTo>
                  <a:pt x="1009" y="48"/>
                  <a:pt x="1010" y="48"/>
                  <a:pt x="1010" y="46"/>
                </a:cubicBezTo>
                <a:cubicBezTo>
                  <a:pt x="1010" y="46"/>
                  <a:pt x="1010" y="46"/>
                  <a:pt x="1010" y="45"/>
                </a:cubicBezTo>
                <a:cubicBezTo>
                  <a:pt x="1010" y="45"/>
                  <a:pt x="1010" y="45"/>
                  <a:pt x="1010" y="45"/>
                </a:cubicBezTo>
                <a:cubicBezTo>
                  <a:pt x="1009" y="44"/>
                  <a:pt x="1009" y="44"/>
                  <a:pt x="1009" y="44"/>
                </a:cubicBezTo>
                <a:cubicBezTo>
                  <a:pt x="1008" y="44"/>
                  <a:pt x="1008" y="44"/>
                  <a:pt x="1007" y="43"/>
                </a:cubicBezTo>
                <a:cubicBezTo>
                  <a:pt x="1007" y="43"/>
                  <a:pt x="1008" y="44"/>
                  <a:pt x="1007" y="43"/>
                </a:cubicBezTo>
                <a:close/>
                <a:moveTo>
                  <a:pt x="814" y="43"/>
                </a:moveTo>
                <a:cubicBezTo>
                  <a:pt x="813" y="43"/>
                  <a:pt x="812" y="43"/>
                  <a:pt x="811" y="43"/>
                </a:cubicBezTo>
                <a:cubicBezTo>
                  <a:pt x="811" y="43"/>
                  <a:pt x="811" y="43"/>
                  <a:pt x="810" y="43"/>
                </a:cubicBezTo>
                <a:cubicBezTo>
                  <a:pt x="810" y="43"/>
                  <a:pt x="810" y="43"/>
                  <a:pt x="809" y="43"/>
                </a:cubicBezTo>
                <a:cubicBezTo>
                  <a:pt x="809" y="43"/>
                  <a:pt x="808" y="43"/>
                  <a:pt x="808" y="43"/>
                </a:cubicBezTo>
                <a:cubicBezTo>
                  <a:pt x="808" y="43"/>
                  <a:pt x="807" y="43"/>
                  <a:pt x="807" y="43"/>
                </a:cubicBezTo>
                <a:cubicBezTo>
                  <a:pt x="807" y="44"/>
                  <a:pt x="806" y="44"/>
                  <a:pt x="806" y="44"/>
                </a:cubicBezTo>
                <a:cubicBezTo>
                  <a:pt x="805" y="44"/>
                  <a:pt x="805" y="44"/>
                  <a:pt x="804" y="45"/>
                </a:cubicBezTo>
                <a:cubicBezTo>
                  <a:pt x="804" y="45"/>
                  <a:pt x="804" y="45"/>
                  <a:pt x="804" y="45"/>
                </a:cubicBezTo>
                <a:cubicBezTo>
                  <a:pt x="803" y="46"/>
                  <a:pt x="803" y="46"/>
                  <a:pt x="803" y="47"/>
                </a:cubicBezTo>
                <a:cubicBezTo>
                  <a:pt x="803" y="47"/>
                  <a:pt x="803" y="47"/>
                  <a:pt x="804" y="48"/>
                </a:cubicBezTo>
                <a:cubicBezTo>
                  <a:pt x="804" y="48"/>
                  <a:pt x="804" y="48"/>
                  <a:pt x="804" y="48"/>
                </a:cubicBezTo>
                <a:cubicBezTo>
                  <a:pt x="804" y="48"/>
                  <a:pt x="804" y="48"/>
                  <a:pt x="804" y="48"/>
                </a:cubicBezTo>
                <a:cubicBezTo>
                  <a:pt x="805" y="49"/>
                  <a:pt x="805" y="49"/>
                  <a:pt x="805" y="49"/>
                </a:cubicBezTo>
                <a:cubicBezTo>
                  <a:pt x="806" y="49"/>
                  <a:pt x="806" y="49"/>
                  <a:pt x="806" y="49"/>
                </a:cubicBezTo>
                <a:cubicBezTo>
                  <a:pt x="807" y="50"/>
                  <a:pt x="808" y="50"/>
                  <a:pt x="809" y="50"/>
                </a:cubicBezTo>
                <a:cubicBezTo>
                  <a:pt x="809" y="50"/>
                  <a:pt x="809" y="50"/>
                  <a:pt x="809" y="50"/>
                </a:cubicBezTo>
                <a:cubicBezTo>
                  <a:pt x="809" y="50"/>
                  <a:pt x="810" y="50"/>
                  <a:pt x="810" y="50"/>
                </a:cubicBezTo>
                <a:cubicBezTo>
                  <a:pt x="810" y="50"/>
                  <a:pt x="810" y="50"/>
                  <a:pt x="810" y="50"/>
                </a:cubicBezTo>
                <a:cubicBezTo>
                  <a:pt x="810" y="50"/>
                  <a:pt x="810" y="50"/>
                  <a:pt x="810" y="50"/>
                </a:cubicBezTo>
                <a:cubicBezTo>
                  <a:pt x="811" y="50"/>
                  <a:pt x="811" y="50"/>
                  <a:pt x="811" y="50"/>
                </a:cubicBezTo>
                <a:cubicBezTo>
                  <a:pt x="811" y="50"/>
                  <a:pt x="811" y="50"/>
                  <a:pt x="811" y="50"/>
                </a:cubicBezTo>
                <a:cubicBezTo>
                  <a:pt x="811" y="50"/>
                  <a:pt x="811" y="50"/>
                  <a:pt x="812" y="50"/>
                </a:cubicBezTo>
                <a:cubicBezTo>
                  <a:pt x="812" y="50"/>
                  <a:pt x="812" y="50"/>
                  <a:pt x="812" y="50"/>
                </a:cubicBezTo>
                <a:cubicBezTo>
                  <a:pt x="812" y="50"/>
                  <a:pt x="812" y="50"/>
                  <a:pt x="812" y="50"/>
                </a:cubicBezTo>
                <a:cubicBezTo>
                  <a:pt x="812" y="50"/>
                  <a:pt x="813" y="50"/>
                  <a:pt x="813" y="50"/>
                </a:cubicBezTo>
                <a:cubicBezTo>
                  <a:pt x="813" y="50"/>
                  <a:pt x="813" y="50"/>
                  <a:pt x="813" y="50"/>
                </a:cubicBezTo>
                <a:cubicBezTo>
                  <a:pt x="813" y="50"/>
                  <a:pt x="813" y="50"/>
                  <a:pt x="813" y="50"/>
                </a:cubicBezTo>
                <a:cubicBezTo>
                  <a:pt x="815" y="49"/>
                  <a:pt x="815" y="49"/>
                  <a:pt x="815" y="49"/>
                </a:cubicBezTo>
                <a:cubicBezTo>
                  <a:pt x="816" y="49"/>
                  <a:pt x="816" y="49"/>
                  <a:pt x="816" y="49"/>
                </a:cubicBezTo>
                <a:cubicBezTo>
                  <a:pt x="817" y="48"/>
                  <a:pt x="818" y="48"/>
                  <a:pt x="819" y="46"/>
                </a:cubicBezTo>
                <a:cubicBezTo>
                  <a:pt x="819" y="46"/>
                  <a:pt x="819" y="46"/>
                  <a:pt x="819" y="46"/>
                </a:cubicBezTo>
                <a:cubicBezTo>
                  <a:pt x="819" y="45"/>
                  <a:pt x="818" y="45"/>
                  <a:pt x="818" y="45"/>
                </a:cubicBezTo>
                <a:cubicBezTo>
                  <a:pt x="818" y="45"/>
                  <a:pt x="818" y="45"/>
                  <a:pt x="818" y="44"/>
                </a:cubicBezTo>
                <a:cubicBezTo>
                  <a:pt x="817" y="44"/>
                  <a:pt x="817" y="44"/>
                  <a:pt x="817" y="44"/>
                </a:cubicBezTo>
                <a:cubicBezTo>
                  <a:pt x="816" y="43"/>
                  <a:pt x="816" y="43"/>
                  <a:pt x="816" y="43"/>
                </a:cubicBezTo>
                <a:lnTo>
                  <a:pt x="814" y="43"/>
                </a:lnTo>
                <a:close/>
                <a:moveTo>
                  <a:pt x="1044" y="43"/>
                </a:moveTo>
                <a:cubicBezTo>
                  <a:pt x="1043" y="43"/>
                  <a:pt x="1042" y="43"/>
                  <a:pt x="1041" y="43"/>
                </a:cubicBezTo>
                <a:cubicBezTo>
                  <a:pt x="1041" y="43"/>
                  <a:pt x="1041" y="43"/>
                  <a:pt x="1041" y="43"/>
                </a:cubicBezTo>
                <a:cubicBezTo>
                  <a:pt x="1040" y="43"/>
                  <a:pt x="1040" y="43"/>
                  <a:pt x="1040" y="43"/>
                </a:cubicBezTo>
                <a:cubicBezTo>
                  <a:pt x="1040" y="43"/>
                  <a:pt x="1039" y="43"/>
                  <a:pt x="1039" y="43"/>
                </a:cubicBezTo>
                <a:cubicBezTo>
                  <a:pt x="1039" y="43"/>
                  <a:pt x="1039" y="43"/>
                  <a:pt x="1038" y="43"/>
                </a:cubicBezTo>
                <a:cubicBezTo>
                  <a:pt x="1037" y="43"/>
                  <a:pt x="1037" y="43"/>
                  <a:pt x="1037" y="43"/>
                </a:cubicBezTo>
                <a:cubicBezTo>
                  <a:pt x="1035" y="44"/>
                  <a:pt x="1033" y="45"/>
                  <a:pt x="1034" y="47"/>
                </a:cubicBezTo>
                <a:cubicBezTo>
                  <a:pt x="1034" y="47"/>
                  <a:pt x="1034" y="47"/>
                  <a:pt x="1034" y="48"/>
                </a:cubicBezTo>
                <a:cubicBezTo>
                  <a:pt x="1034" y="48"/>
                  <a:pt x="1034" y="48"/>
                  <a:pt x="1034" y="48"/>
                </a:cubicBezTo>
                <a:cubicBezTo>
                  <a:pt x="1034" y="48"/>
                  <a:pt x="1035" y="48"/>
                  <a:pt x="1035" y="48"/>
                </a:cubicBezTo>
                <a:cubicBezTo>
                  <a:pt x="1035" y="49"/>
                  <a:pt x="1035" y="49"/>
                  <a:pt x="1035" y="49"/>
                </a:cubicBezTo>
                <a:cubicBezTo>
                  <a:pt x="1037" y="49"/>
                  <a:pt x="1037" y="49"/>
                  <a:pt x="1037" y="49"/>
                </a:cubicBezTo>
                <a:cubicBezTo>
                  <a:pt x="1038" y="50"/>
                  <a:pt x="1038" y="50"/>
                  <a:pt x="1038" y="50"/>
                </a:cubicBezTo>
                <a:cubicBezTo>
                  <a:pt x="1038" y="50"/>
                  <a:pt x="1039" y="50"/>
                  <a:pt x="1039" y="50"/>
                </a:cubicBezTo>
                <a:cubicBezTo>
                  <a:pt x="1039" y="50"/>
                  <a:pt x="1040" y="50"/>
                  <a:pt x="1040" y="50"/>
                </a:cubicBezTo>
                <a:cubicBezTo>
                  <a:pt x="1040" y="50"/>
                  <a:pt x="1040" y="50"/>
                  <a:pt x="1040" y="50"/>
                </a:cubicBezTo>
                <a:cubicBezTo>
                  <a:pt x="1040" y="50"/>
                  <a:pt x="1040" y="50"/>
                  <a:pt x="1040" y="50"/>
                </a:cubicBezTo>
                <a:cubicBezTo>
                  <a:pt x="1041" y="50"/>
                  <a:pt x="1041" y="50"/>
                  <a:pt x="1041" y="50"/>
                </a:cubicBezTo>
                <a:cubicBezTo>
                  <a:pt x="1041" y="50"/>
                  <a:pt x="1041" y="50"/>
                  <a:pt x="1041" y="50"/>
                </a:cubicBezTo>
                <a:cubicBezTo>
                  <a:pt x="1041" y="50"/>
                  <a:pt x="1041" y="50"/>
                  <a:pt x="1042" y="50"/>
                </a:cubicBezTo>
                <a:cubicBezTo>
                  <a:pt x="1042" y="50"/>
                  <a:pt x="1042" y="50"/>
                  <a:pt x="1042" y="50"/>
                </a:cubicBezTo>
                <a:cubicBezTo>
                  <a:pt x="1042" y="50"/>
                  <a:pt x="1042" y="50"/>
                  <a:pt x="1042" y="50"/>
                </a:cubicBezTo>
                <a:cubicBezTo>
                  <a:pt x="1043" y="50"/>
                  <a:pt x="1043" y="50"/>
                  <a:pt x="1043" y="50"/>
                </a:cubicBezTo>
                <a:cubicBezTo>
                  <a:pt x="1043" y="50"/>
                  <a:pt x="1043" y="50"/>
                  <a:pt x="1043" y="50"/>
                </a:cubicBezTo>
                <a:cubicBezTo>
                  <a:pt x="1043" y="50"/>
                  <a:pt x="1043" y="50"/>
                  <a:pt x="1043" y="50"/>
                </a:cubicBezTo>
                <a:cubicBezTo>
                  <a:pt x="1044" y="50"/>
                  <a:pt x="1044" y="50"/>
                  <a:pt x="1044" y="50"/>
                </a:cubicBezTo>
                <a:cubicBezTo>
                  <a:pt x="1045" y="49"/>
                  <a:pt x="1045" y="49"/>
                  <a:pt x="1045" y="49"/>
                </a:cubicBezTo>
                <a:cubicBezTo>
                  <a:pt x="1046" y="49"/>
                  <a:pt x="1046" y="49"/>
                  <a:pt x="1046" y="49"/>
                </a:cubicBezTo>
                <a:cubicBezTo>
                  <a:pt x="1048" y="48"/>
                  <a:pt x="1048" y="48"/>
                  <a:pt x="1049" y="46"/>
                </a:cubicBezTo>
                <a:cubicBezTo>
                  <a:pt x="1049" y="46"/>
                  <a:pt x="1049" y="46"/>
                  <a:pt x="1049" y="45"/>
                </a:cubicBezTo>
                <a:cubicBezTo>
                  <a:pt x="1048" y="45"/>
                  <a:pt x="1048" y="45"/>
                  <a:pt x="1048" y="45"/>
                </a:cubicBezTo>
                <a:cubicBezTo>
                  <a:pt x="1048" y="44"/>
                  <a:pt x="1047" y="44"/>
                  <a:pt x="1047" y="44"/>
                </a:cubicBezTo>
                <a:cubicBezTo>
                  <a:pt x="1047" y="44"/>
                  <a:pt x="1046" y="44"/>
                  <a:pt x="1046" y="43"/>
                </a:cubicBezTo>
                <a:lnTo>
                  <a:pt x="1044" y="43"/>
                </a:lnTo>
                <a:close/>
                <a:moveTo>
                  <a:pt x="1084" y="43"/>
                </a:moveTo>
                <a:cubicBezTo>
                  <a:pt x="1083" y="43"/>
                  <a:pt x="1081" y="43"/>
                  <a:pt x="1080" y="43"/>
                </a:cubicBezTo>
                <a:cubicBezTo>
                  <a:pt x="1079" y="43"/>
                  <a:pt x="1079" y="43"/>
                  <a:pt x="1078" y="43"/>
                </a:cubicBezTo>
                <a:cubicBezTo>
                  <a:pt x="1078" y="43"/>
                  <a:pt x="1078" y="43"/>
                  <a:pt x="1077" y="43"/>
                </a:cubicBezTo>
                <a:cubicBezTo>
                  <a:pt x="1077" y="43"/>
                  <a:pt x="1077" y="43"/>
                  <a:pt x="1076" y="43"/>
                </a:cubicBezTo>
                <a:cubicBezTo>
                  <a:pt x="1076" y="43"/>
                  <a:pt x="1076" y="43"/>
                  <a:pt x="1075" y="43"/>
                </a:cubicBezTo>
                <a:cubicBezTo>
                  <a:pt x="1075" y="44"/>
                  <a:pt x="1074" y="44"/>
                  <a:pt x="1074" y="44"/>
                </a:cubicBezTo>
                <a:cubicBezTo>
                  <a:pt x="1073" y="44"/>
                  <a:pt x="1073" y="44"/>
                  <a:pt x="1073" y="45"/>
                </a:cubicBezTo>
                <a:cubicBezTo>
                  <a:pt x="1072" y="45"/>
                  <a:pt x="1072" y="45"/>
                  <a:pt x="1072" y="45"/>
                </a:cubicBezTo>
                <a:cubicBezTo>
                  <a:pt x="1072" y="46"/>
                  <a:pt x="1072" y="46"/>
                  <a:pt x="1072" y="47"/>
                </a:cubicBezTo>
                <a:cubicBezTo>
                  <a:pt x="1072" y="47"/>
                  <a:pt x="1072" y="47"/>
                  <a:pt x="1072" y="48"/>
                </a:cubicBezTo>
                <a:cubicBezTo>
                  <a:pt x="1072" y="48"/>
                  <a:pt x="1072" y="48"/>
                  <a:pt x="1073" y="48"/>
                </a:cubicBezTo>
                <a:cubicBezTo>
                  <a:pt x="1073" y="48"/>
                  <a:pt x="1073" y="48"/>
                  <a:pt x="1073" y="48"/>
                </a:cubicBezTo>
                <a:cubicBezTo>
                  <a:pt x="1073" y="49"/>
                  <a:pt x="1074" y="49"/>
                  <a:pt x="1074" y="49"/>
                </a:cubicBezTo>
                <a:cubicBezTo>
                  <a:pt x="1075" y="49"/>
                  <a:pt x="1075" y="49"/>
                  <a:pt x="1075" y="49"/>
                </a:cubicBezTo>
                <a:cubicBezTo>
                  <a:pt x="1076" y="50"/>
                  <a:pt x="1077" y="50"/>
                  <a:pt x="1078" y="50"/>
                </a:cubicBezTo>
                <a:cubicBezTo>
                  <a:pt x="1078" y="50"/>
                  <a:pt x="1078" y="50"/>
                  <a:pt x="1078" y="50"/>
                </a:cubicBezTo>
                <a:cubicBezTo>
                  <a:pt x="1078" y="50"/>
                  <a:pt x="1078" y="50"/>
                  <a:pt x="1078" y="50"/>
                </a:cubicBezTo>
                <a:cubicBezTo>
                  <a:pt x="1079" y="50"/>
                  <a:pt x="1079" y="50"/>
                  <a:pt x="1079" y="50"/>
                </a:cubicBezTo>
                <a:cubicBezTo>
                  <a:pt x="1079" y="50"/>
                  <a:pt x="1079" y="50"/>
                  <a:pt x="1079" y="50"/>
                </a:cubicBezTo>
                <a:cubicBezTo>
                  <a:pt x="1079" y="50"/>
                  <a:pt x="1079" y="50"/>
                  <a:pt x="1080" y="50"/>
                </a:cubicBezTo>
                <a:cubicBezTo>
                  <a:pt x="1080" y="50"/>
                  <a:pt x="1080" y="50"/>
                  <a:pt x="1080" y="50"/>
                </a:cubicBezTo>
                <a:cubicBezTo>
                  <a:pt x="1080" y="50"/>
                  <a:pt x="1080" y="50"/>
                  <a:pt x="1080" y="50"/>
                </a:cubicBezTo>
                <a:cubicBezTo>
                  <a:pt x="1081" y="50"/>
                  <a:pt x="1081" y="50"/>
                  <a:pt x="1081" y="50"/>
                </a:cubicBezTo>
                <a:cubicBezTo>
                  <a:pt x="1081" y="50"/>
                  <a:pt x="1081" y="50"/>
                  <a:pt x="1082" y="50"/>
                </a:cubicBezTo>
                <a:cubicBezTo>
                  <a:pt x="1082" y="50"/>
                  <a:pt x="1082" y="50"/>
                  <a:pt x="1082" y="50"/>
                </a:cubicBezTo>
                <a:cubicBezTo>
                  <a:pt x="1082" y="50"/>
                  <a:pt x="1083" y="50"/>
                  <a:pt x="1083" y="49"/>
                </a:cubicBezTo>
                <a:cubicBezTo>
                  <a:pt x="1083" y="49"/>
                  <a:pt x="1083" y="49"/>
                  <a:pt x="1084" y="49"/>
                </a:cubicBezTo>
                <a:cubicBezTo>
                  <a:pt x="1085" y="49"/>
                  <a:pt x="1085" y="49"/>
                  <a:pt x="1085" y="49"/>
                </a:cubicBezTo>
                <a:cubicBezTo>
                  <a:pt x="1086" y="48"/>
                  <a:pt x="1087" y="48"/>
                  <a:pt x="1087" y="46"/>
                </a:cubicBezTo>
                <a:cubicBezTo>
                  <a:pt x="1087" y="46"/>
                  <a:pt x="1087" y="46"/>
                  <a:pt x="1087" y="45"/>
                </a:cubicBezTo>
                <a:cubicBezTo>
                  <a:pt x="1087" y="45"/>
                  <a:pt x="1087" y="45"/>
                  <a:pt x="1086" y="45"/>
                </a:cubicBezTo>
                <a:cubicBezTo>
                  <a:pt x="1086" y="44"/>
                  <a:pt x="1086" y="44"/>
                  <a:pt x="1085" y="44"/>
                </a:cubicBezTo>
                <a:cubicBezTo>
                  <a:pt x="1085" y="44"/>
                  <a:pt x="1084" y="44"/>
                  <a:pt x="1084" y="43"/>
                </a:cubicBezTo>
                <a:cubicBezTo>
                  <a:pt x="1084" y="43"/>
                  <a:pt x="1084" y="44"/>
                  <a:pt x="1084" y="43"/>
                </a:cubicBezTo>
                <a:close/>
                <a:moveTo>
                  <a:pt x="891" y="43"/>
                </a:moveTo>
                <a:cubicBezTo>
                  <a:pt x="890" y="43"/>
                  <a:pt x="889" y="43"/>
                  <a:pt x="888" y="43"/>
                </a:cubicBezTo>
                <a:cubicBezTo>
                  <a:pt x="888" y="43"/>
                  <a:pt x="887" y="43"/>
                  <a:pt x="887" y="43"/>
                </a:cubicBezTo>
                <a:cubicBezTo>
                  <a:pt x="887" y="43"/>
                  <a:pt x="886" y="43"/>
                  <a:pt x="886" y="43"/>
                </a:cubicBezTo>
                <a:cubicBezTo>
                  <a:pt x="885" y="43"/>
                  <a:pt x="885" y="43"/>
                  <a:pt x="885" y="43"/>
                </a:cubicBezTo>
                <a:cubicBezTo>
                  <a:pt x="884" y="43"/>
                  <a:pt x="884" y="43"/>
                  <a:pt x="884" y="43"/>
                </a:cubicBezTo>
                <a:cubicBezTo>
                  <a:pt x="882" y="44"/>
                  <a:pt x="880" y="45"/>
                  <a:pt x="880" y="47"/>
                </a:cubicBezTo>
                <a:cubicBezTo>
                  <a:pt x="880" y="47"/>
                  <a:pt x="880" y="47"/>
                  <a:pt x="880" y="48"/>
                </a:cubicBezTo>
                <a:cubicBezTo>
                  <a:pt x="880" y="48"/>
                  <a:pt x="881" y="48"/>
                  <a:pt x="881" y="48"/>
                </a:cubicBezTo>
                <a:cubicBezTo>
                  <a:pt x="881" y="48"/>
                  <a:pt x="881" y="48"/>
                  <a:pt x="881" y="48"/>
                </a:cubicBezTo>
                <a:cubicBezTo>
                  <a:pt x="881" y="49"/>
                  <a:pt x="882" y="49"/>
                  <a:pt x="882" y="49"/>
                </a:cubicBezTo>
                <a:cubicBezTo>
                  <a:pt x="883" y="49"/>
                  <a:pt x="883" y="49"/>
                  <a:pt x="883" y="49"/>
                </a:cubicBezTo>
                <a:cubicBezTo>
                  <a:pt x="884" y="50"/>
                  <a:pt x="885" y="50"/>
                  <a:pt x="886" y="50"/>
                </a:cubicBezTo>
                <a:cubicBezTo>
                  <a:pt x="886" y="50"/>
                  <a:pt x="886" y="50"/>
                  <a:pt x="886" y="50"/>
                </a:cubicBezTo>
                <a:cubicBezTo>
                  <a:pt x="886" y="50"/>
                  <a:pt x="886" y="50"/>
                  <a:pt x="886" y="50"/>
                </a:cubicBezTo>
                <a:cubicBezTo>
                  <a:pt x="887" y="50"/>
                  <a:pt x="887" y="50"/>
                  <a:pt x="887" y="50"/>
                </a:cubicBezTo>
                <a:cubicBezTo>
                  <a:pt x="887" y="50"/>
                  <a:pt x="887" y="50"/>
                  <a:pt x="887" y="50"/>
                </a:cubicBezTo>
                <a:cubicBezTo>
                  <a:pt x="887" y="50"/>
                  <a:pt x="887" y="50"/>
                  <a:pt x="888" y="50"/>
                </a:cubicBezTo>
                <a:cubicBezTo>
                  <a:pt x="888" y="50"/>
                  <a:pt x="888" y="50"/>
                  <a:pt x="888" y="50"/>
                </a:cubicBezTo>
                <a:cubicBezTo>
                  <a:pt x="888" y="50"/>
                  <a:pt x="888" y="50"/>
                  <a:pt x="888" y="50"/>
                </a:cubicBezTo>
                <a:cubicBezTo>
                  <a:pt x="889" y="50"/>
                  <a:pt x="889" y="50"/>
                  <a:pt x="889" y="50"/>
                </a:cubicBezTo>
                <a:cubicBezTo>
                  <a:pt x="889" y="50"/>
                  <a:pt x="889" y="50"/>
                  <a:pt x="889" y="50"/>
                </a:cubicBezTo>
                <a:cubicBezTo>
                  <a:pt x="889" y="50"/>
                  <a:pt x="889" y="50"/>
                  <a:pt x="890" y="50"/>
                </a:cubicBezTo>
                <a:cubicBezTo>
                  <a:pt x="890" y="50"/>
                  <a:pt x="890" y="50"/>
                  <a:pt x="890" y="50"/>
                </a:cubicBezTo>
                <a:cubicBezTo>
                  <a:pt x="890" y="50"/>
                  <a:pt x="890" y="50"/>
                  <a:pt x="890" y="50"/>
                </a:cubicBezTo>
                <a:cubicBezTo>
                  <a:pt x="892" y="49"/>
                  <a:pt x="892" y="49"/>
                  <a:pt x="892" y="49"/>
                </a:cubicBezTo>
                <a:cubicBezTo>
                  <a:pt x="893" y="49"/>
                  <a:pt x="893" y="49"/>
                  <a:pt x="893" y="49"/>
                </a:cubicBezTo>
                <a:cubicBezTo>
                  <a:pt x="894" y="48"/>
                  <a:pt x="895" y="48"/>
                  <a:pt x="895" y="46"/>
                </a:cubicBezTo>
                <a:cubicBezTo>
                  <a:pt x="895" y="46"/>
                  <a:pt x="895" y="46"/>
                  <a:pt x="895" y="46"/>
                </a:cubicBezTo>
                <a:cubicBezTo>
                  <a:pt x="895" y="45"/>
                  <a:pt x="895" y="45"/>
                  <a:pt x="895" y="45"/>
                </a:cubicBezTo>
                <a:cubicBezTo>
                  <a:pt x="895" y="45"/>
                  <a:pt x="894" y="45"/>
                  <a:pt x="894" y="44"/>
                </a:cubicBezTo>
                <a:cubicBezTo>
                  <a:pt x="894" y="44"/>
                  <a:pt x="894" y="44"/>
                  <a:pt x="893" y="44"/>
                </a:cubicBezTo>
                <a:cubicBezTo>
                  <a:pt x="892" y="43"/>
                  <a:pt x="892" y="43"/>
                  <a:pt x="892" y="43"/>
                </a:cubicBezTo>
                <a:lnTo>
                  <a:pt x="891" y="43"/>
                </a:lnTo>
                <a:close/>
                <a:moveTo>
                  <a:pt x="931" y="43"/>
                </a:moveTo>
                <a:cubicBezTo>
                  <a:pt x="929" y="43"/>
                  <a:pt x="928" y="43"/>
                  <a:pt x="926" y="43"/>
                </a:cubicBezTo>
                <a:cubicBezTo>
                  <a:pt x="926" y="43"/>
                  <a:pt x="926" y="43"/>
                  <a:pt x="925" y="43"/>
                </a:cubicBezTo>
                <a:cubicBezTo>
                  <a:pt x="925" y="43"/>
                  <a:pt x="924" y="43"/>
                  <a:pt x="924" y="43"/>
                </a:cubicBezTo>
                <a:cubicBezTo>
                  <a:pt x="924" y="43"/>
                  <a:pt x="923" y="43"/>
                  <a:pt x="923" y="43"/>
                </a:cubicBezTo>
                <a:cubicBezTo>
                  <a:pt x="923" y="43"/>
                  <a:pt x="922" y="43"/>
                  <a:pt x="922" y="43"/>
                </a:cubicBezTo>
                <a:cubicBezTo>
                  <a:pt x="922" y="44"/>
                  <a:pt x="921" y="44"/>
                  <a:pt x="921" y="44"/>
                </a:cubicBezTo>
                <a:cubicBezTo>
                  <a:pt x="920" y="44"/>
                  <a:pt x="920" y="44"/>
                  <a:pt x="919" y="45"/>
                </a:cubicBezTo>
                <a:cubicBezTo>
                  <a:pt x="919" y="45"/>
                  <a:pt x="919" y="45"/>
                  <a:pt x="919" y="45"/>
                </a:cubicBezTo>
                <a:cubicBezTo>
                  <a:pt x="918" y="46"/>
                  <a:pt x="918" y="46"/>
                  <a:pt x="918" y="47"/>
                </a:cubicBezTo>
                <a:cubicBezTo>
                  <a:pt x="918" y="47"/>
                  <a:pt x="919" y="47"/>
                  <a:pt x="919" y="48"/>
                </a:cubicBezTo>
                <a:cubicBezTo>
                  <a:pt x="919" y="48"/>
                  <a:pt x="919" y="48"/>
                  <a:pt x="919" y="48"/>
                </a:cubicBezTo>
                <a:cubicBezTo>
                  <a:pt x="919" y="48"/>
                  <a:pt x="919" y="48"/>
                  <a:pt x="920" y="48"/>
                </a:cubicBezTo>
                <a:cubicBezTo>
                  <a:pt x="920" y="49"/>
                  <a:pt x="920" y="49"/>
                  <a:pt x="920" y="49"/>
                </a:cubicBezTo>
                <a:cubicBezTo>
                  <a:pt x="921" y="49"/>
                  <a:pt x="921" y="49"/>
                  <a:pt x="921" y="49"/>
                </a:cubicBezTo>
                <a:cubicBezTo>
                  <a:pt x="922" y="50"/>
                  <a:pt x="923" y="50"/>
                  <a:pt x="924" y="50"/>
                </a:cubicBezTo>
                <a:cubicBezTo>
                  <a:pt x="924" y="50"/>
                  <a:pt x="924" y="50"/>
                  <a:pt x="924" y="50"/>
                </a:cubicBezTo>
                <a:cubicBezTo>
                  <a:pt x="925" y="50"/>
                  <a:pt x="925" y="50"/>
                  <a:pt x="925" y="50"/>
                </a:cubicBezTo>
                <a:cubicBezTo>
                  <a:pt x="925" y="50"/>
                  <a:pt x="925" y="50"/>
                  <a:pt x="925" y="50"/>
                </a:cubicBezTo>
                <a:cubicBezTo>
                  <a:pt x="925" y="50"/>
                  <a:pt x="925" y="50"/>
                  <a:pt x="926" y="50"/>
                </a:cubicBezTo>
                <a:cubicBezTo>
                  <a:pt x="926" y="50"/>
                  <a:pt x="926" y="50"/>
                  <a:pt x="926" y="50"/>
                </a:cubicBezTo>
                <a:cubicBezTo>
                  <a:pt x="926" y="50"/>
                  <a:pt x="926" y="50"/>
                  <a:pt x="926" y="50"/>
                </a:cubicBezTo>
                <a:cubicBezTo>
                  <a:pt x="927" y="50"/>
                  <a:pt x="927" y="50"/>
                  <a:pt x="927" y="50"/>
                </a:cubicBezTo>
                <a:cubicBezTo>
                  <a:pt x="927" y="50"/>
                  <a:pt x="927" y="50"/>
                  <a:pt x="927" y="50"/>
                </a:cubicBezTo>
                <a:cubicBezTo>
                  <a:pt x="927" y="50"/>
                  <a:pt x="928" y="50"/>
                  <a:pt x="928" y="50"/>
                </a:cubicBezTo>
                <a:cubicBezTo>
                  <a:pt x="928" y="50"/>
                  <a:pt x="928" y="50"/>
                  <a:pt x="929" y="50"/>
                </a:cubicBezTo>
                <a:cubicBezTo>
                  <a:pt x="929" y="50"/>
                  <a:pt x="929" y="50"/>
                  <a:pt x="929" y="49"/>
                </a:cubicBezTo>
                <a:cubicBezTo>
                  <a:pt x="930" y="49"/>
                  <a:pt x="930" y="49"/>
                  <a:pt x="930" y="49"/>
                </a:cubicBezTo>
                <a:cubicBezTo>
                  <a:pt x="931" y="49"/>
                  <a:pt x="931" y="49"/>
                  <a:pt x="931" y="49"/>
                </a:cubicBezTo>
                <a:cubicBezTo>
                  <a:pt x="932" y="48"/>
                  <a:pt x="933" y="48"/>
                  <a:pt x="934" y="46"/>
                </a:cubicBezTo>
                <a:cubicBezTo>
                  <a:pt x="934" y="46"/>
                  <a:pt x="934" y="46"/>
                  <a:pt x="934" y="45"/>
                </a:cubicBezTo>
                <a:cubicBezTo>
                  <a:pt x="933" y="45"/>
                  <a:pt x="933" y="45"/>
                  <a:pt x="933" y="45"/>
                </a:cubicBezTo>
                <a:cubicBezTo>
                  <a:pt x="933" y="44"/>
                  <a:pt x="932" y="44"/>
                  <a:pt x="932" y="44"/>
                </a:cubicBezTo>
                <a:cubicBezTo>
                  <a:pt x="932" y="44"/>
                  <a:pt x="931" y="44"/>
                  <a:pt x="931" y="43"/>
                </a:cubicBezTo>
                <a:cubicBezTo>
                  <a:pt x="930" y="43"/>
                  <a:pt x="931" y="44"/>
                  <a:pt x="931" y="43"/>
                </a:cubicBezTo>
                <a:close/>
                <a:moveTo>
                  <a:pt x="777" y="43"/>
                </a:moveTo>
                <a:cubicBezTo>
                  <a:pt x="776" y="43"/>
                  <a:pt x="775" y="43"/>
                  <a:pt x="773" y="43"/>
                </a:cubicBezTo>
                <a:cubicBezTo>
                  <a:pt x="773" y="43"/>
                  <a:pt x="772" y="43"/>
                  <a:pt x="772" y="43"/>
                </a:cubicBezTo>
                <a:cubicBezTo>
                  <a:pt x="772" y="43"/>
                  <a:pt x="771" y="43"/>
                  <a:pt x="771" y="43"/>
                </a:cubicBezTo>
                <a:cubicBezTo>
                  <a:pt x="770" y="43"/>
                  <a:pt x="770" y="43"/>
                  <a:pt x="770" y="43"/>
                </a:cubicBezTo>
                <a:cubicBezTo>
                  <a:pt x="769" y="43"/>
                  <a:pt x="769" y="43"/>
                  <a:pt x="769" y="43"/>
                </a:cubicBezTo>
                <a:cubicBezTo>
                  <a:pt x="768" y="44"/>
                  <a:pt x="768" y="44"/>
                  <a:pt x="767" y="44"/>
                </a:cubicBezTo>
                <a:cubicBezTo>
                  <a:pt x="767" y="44"/>
                  <a:pt x="766" y="44"/>
                  <a:pt x="766" y="45"/>
                </a:cubicBezTo>
                <a:cubicBezTo>
                  <a:pt x="766" y="45"/>
                  <a:pt x="766" y="45"/>
                  <a:pt x="765" y="45"/>
                </a:cubicBezTo>
                <a:cubicBezTo>
                  <a:pt x="765" y="46"/>
                  <a:pt x="765" y="46"/>
                  <a:pt x="765" y="47"/>
                </a:cubicBezTo>
                <a:cubicBezTo>
                  <a:pt x="765" y="47"/>
                  <a:pt x="765" y="47"/>
                  <a:pt x="765" y="48"/>
                </a:cubicBezTo>
                <a:cubicBezTo>
                  <a:pt x="765" y="48"/>
                  <a:pt x="765" y="48"/>
                  <a:pt x="766" y="48"/>
                </a:cubicBezTo>
                <a:cubicBezTo>
                  <a:pt x="766" y="48"/>
                  <a:pt x="766" y="48"/>
                  <a:pt x="766" y="48"/>
                </a:cubicBezTo>
                <a:cubicBezTo>
                  <a:pt x="766" y="49"/>
                  <a:pt x="767" y="49"/>
                  <a:pt x="767" y="49"/>
                </a:cubicBezTo>
                <a:cubicBezTo>
                  <a:pt x="768" y="49"/>
                  <a:pt x="768" y="49"/>
                  <a:pt x="768" y="49"/>
                </a:cubicBezTo>
                <a:cubicBezTo>
                  <a:pt x="769" y="50"/>
                  <a:pt x="770" y="50"/>
                  <a:pt x="771" y="50"/>
                </a:cubicBezTo>
                <a:cubicBezTo>
                  <a:pt x="771" y="50"/>
                  <a:pt x="771" y="50"/>
                  <a:pt x="771" y="50"/>
                </a:cubicBezTo>
                <a:cubicBezTo>
                  <a:pt x="771" y="50"/>
                  <a:pt x="771" y="50"/>
                  <a:pt x="771" y="50"/>
                </a:cubicBezTo>
                <a:cubicBezTo>
                  <a:pt x="771" y="50"/>
                  <a:pt x="772" y="50"/>
                  <a:pt x="772" y="50"/>
                </a:cubicBezTo>
                <a:cubicBezTo>
                  <a:pt x="772" y="50"/>
                  <a:pt x="772" y="50"/>
                  <a:pt x="772" y="50"/>
                </a:cubicBezTo>
                <a:cubicBezTo>
                  <a:pt x="772" y="50"/>
                  <a:pt x="772" y="50"/>
                  <a:pt x="772" y="50"/>
                </a:cubicBezTo>
                <a:cubicBezTo>
                  <a:pt x="773" y="50"/>
                  <a:pt x="773" y="50"/>
                  <a:pt x="773" y="50"/>
                </a:cubicBezTo>
                <a:cubicBezTo>
                  <a:pt x="773" y="50"/>
                  <a:pt x="773" y="50"/>
                  <a:pt x="773" y="50"/>
                </a:cubicBezTo>
                <a:cubicBezTo>
                  <a:pt x="773" y="50"/>
                  <a:pt x="773" y="50"/>
                  <a:pt x="774" y="50"/>
                </a:cubicBezTo>
                <a:cubicBezTo>
                  <a:pt x="774" y="50"/>
                  <a:pt x="774" y="50"/>
                  <a:pt x="774" y="50"/>
                </a:cubicBezTo>
                <a:cubicBezTo>
                  <a:pt x="775" y="50"/>
                  <a:pt x="775" y="50"/>
                  <a:pt x="775" y="50"/>
                </a:cubicBezTo>
                <a:cubicBezTo>
                  <a:pt x="775" y="50"/>
                  <a:pt x="776" y="50"/>
                  <a:pt x="776" y="49"/>
                </a:cubicBezTo>
                <a:cubicBezTo>
                  <a:pt x="776" y="49"/>
                  <a:pt x="776" y="49"/>
                  <a:pt x="776" y="49"/>
                </a:cubicBezTo>
                <a:cubicBezTo>
                  <a:pt x="778" y="49"/>
                  <a:pt x="778" y="49"/>
                  <a:pt x="778" y="49"/>
                </a:cubicBezTo>
                <a:cubicBezTo>
                  <a:pt x="779" y="48"/>
                  <a:pt x="780" y="48"/>
                  <a:pt x="780" y="46"/>
                </a:cubicBezTo>
                <a:cubicBezTo>
                  <a:pt x="780" y="46"/>
                  <a:pt x="780" y="46"/>
                  <a:pt x="780" y="45"/>
                </a:cubicBezTo>
                <a:cubicBezTo>
                  <a:pt x="780" y="45"/>
                  <a:pt x="780" y="45"/>
                  <a:pt x="780" y="45"/>
                </a:cubicBezTo>
                <a:cubicBezTo>
                  <a:pt x="779" y="44"/>
                  <a:pt x="779" y="44"/>
                  <a:pt x="779" y="44"/>
                </a:cubicBezTo>
                <a:cubicBezTo>
                  <a:pt x="778" y="44"/>
                  <a:pt x="778" y="44"/>
                  <a:pt x="777" y="43"/>
                </a:cubicBezTo>
                <a:cubicBezTo>
                  <a:pt x="777" y="43"/>
                  <a:pt x="778" y="44"/>
                  <a:pt x="777" y="43"/>
                </a:cubicBezTo>
                <a:close/>
                <a:moveTo>
                  <a:pt x="596" y="52"/>
                </a:moveTo>
                <a:cubicBezTo>
                  <a:pt x="595" y="52"/>
                  <a:pt x="594" y="52"/>
                  <a:pt x="593" y="53"/>
                </a:cubicBezTo>
                <a:cubicBezTo>
                  <a:pt x="592" y="53"/>
                  <a:pt x="592" y="53"/>
                  <a:pt x="591" y="54"/>
                </a:cubicBezTo>
                <a:cubicBezTo>
                  <a:pt x="591" y="54"/>
                  <a:pt x="590" y="55"/>
                  <a:pt x="590" y="55"/>
                </a:cubicBezTo>
                <a:cubicBezTo>
                  <a:pt x="590" y="56"/>
                  <a:pt x="590" y="56"/>
                  <a:pt x="591" y="56"/>
                </a:cubicBezTo>
                <a:cubicBezTo>
                  <a:pt x="591" y="57"/>
                  <a:pt x="591" y="57"/>
                  <a:pt x="592" y="58"/>
                </a:cubicBezTo>
                <a:cubicBezTo>
                  <a:pt x="593" y="58"/>
                  <a:pt x="593" y="58"/>
                  <a:pt x="594" y="58"/>
                </a:cubicBezTo>
                <a:cubicBezTo>
                  <a:pt x="595" y="59"/>
                  <a:pt x="596" y="59"/>
                  <a:pt x="597" y="59"/>
                </a:cubicBezTo>
                <a:cubicBezTo>
                  <a:pt x="598" y="59"/>
                  <a:pt x="599" y="59"/>
                  <a:pt x="600" y="58"/>
                </a:cubicBezTo>
                <a:cubicBezTo>
                  <a:pt x="601" y="58"/>
                  <a:pt x="602" y="58"/>
                  <a:pt x="603" y="58"/>
                </a:cubicBezTo>
                <a:cubicBezTo>
                  <a:pt x="604" y="57"/>
                  <a:pt x="604" y="57"/>
                  <a:pt x="605" y="56"/>
                </a:cubicBezTo>
                <a:cubicBezTo>
                  <a:pt x="605" y="56"/>
                  <a:pt x="606" y="56"/>
                  <a:pt x="606" y="55"/>
                </a:cubicBezTo>
                <a:cubicBezTo>
                  <a:pt x="606" y="55"/>
                  <a:pt x="606" y="54"/>
                  <a:pt x="605" y="54"/>
                </a:cubicBezTo>
                <a:cubicBezTo>
                  <a:pt x="605" y="53"/>
                  <a:pt x="605" y="53"/>
                  <a:pt x="604" y="53"/>
                </a:cubicBezTo>
                <a:cubicBezTo>
                  <a:pt x="603" y="52"/>
                  <a:pt x="603" y="52"/>
                  <a:pt x="602" y="52"/>
                </a:cubicBezTo>
                <a:cubicBezTo>
                  <a:pt x="601" y="52"/>
                  <a:pt x="600" y="52"/>
                  <a:pt x="599" y="52"/>
                </a:cubicBezTo>
                <a:cubicBezTo>
                  <a:pt x="598" y="52"/>
                  <a:pt x="597" y="52"/>
                  <a:pt x="596" y="52"/>
                </a:cubicBezTo>
                <a:close/>
                <a:moveTo>
                  <a:pt x="288" y="52"/>
                </a:moveTo>
                <a:cubicBezTo>
                  <a:pt x="287" y="52"/>
                  <a:pt x="286" y="52"/>
                  <a:pt x="286" y="53"/>
                </a:cubicBezTo>
                <a:cubicBezTo>
                  <a:pt x="285" y="53"/>
                  <a:pt x="284" y="53"/>
                  <a:pt x="284" y="54"/>
                </a:cubicBezTo>
                <a:cubicBezTo>
                  <a:pt x="283" y="54"/>
                  <a:pt x="283" y="55"/>
                  <a:pt x="283" y="55"/>
                </a:cubicBezTo>
                <a:cubicBezTo>
                  <a:pt x="282" y="56"/>
                  <a:pt x="283" y="56"/>
                  <a:pt x="283" y="56"/>
                </a:cubicBezTo>
                <a:cubicBezTo>
                  <a:pt x="283" y="57"/>
                  <a:pt x="283" y="57"/>
                  <a:pt x="284" y="58"/>
                </a:cubicBezTo>
                <a:cubicBezTo>
                  <a:pt x="285" y="58"/>
                  <a:pt x="285" y="58"/>
                  <a:pt x="286" y="58"/>
                </a:cubicBezTo>
                <a:cubicBezTo>
                  <a:pt x="287" y="59"/>
                  <a:pt x="288" y="59"/>
                  <a:pt x="289" y="59"/>
                </a:cubicBezTo>
                <a:cubicBezTo>
                  <a:pt x="290" y="59"/>
                  <a:pt x="291" y="59"/>
                  <a:pt x="292" y="58"/>
                </a:cubicBezTo>
                <a:cubicBezTo>
                  <a:pt x="293" y="58"/>
                  <a:pt x="294" y="58"/>
                  <a:pt x="295" y="58"/>
                </a:cubicBezTo>
                <a:cubicBezTo>
                  <a:pt x="296" y="57"/>
                  <a:pt x="296" y="57"/>
                  <a:pt x="297" y="56"/>
                </a:cubicBezTo>
                <a:cubicBezTo>
                  <a:pt x="298" y="56"/>
                  <a:pt x="298" y="56"/>
                  <a:pt x="298" y="55"/>
                </a:cubicBezTo>
                <a:cubicBezTo>
                  <a:pt x="298" y="55"/>
                  <a:pt x="298" y="54"/>
                  <a:pt x="298" y="54"/>
                </a:cubicBezTo>
                <a:cubicBezTo>
                  <a:pt x="298" y="53"/>
                  <a:pt x="297" y="53"/>
                  <a:pt x="297" y="53"/>
                </a:cubicBezTo>
                <a:cubicBezTo>
                  <a:pt x="296" y="52"/>
                  <a:pt x="295" y="52"/>
                  <a:pt x="294" y="52"/>
                </a:cubicBezTo>
                <a:cubicBezTo>
                  <a:pt x="293" y="52"/>
                  <a:pt x="293" y="52"/>
                  <a:pt x="291" y="52"/>
                </a:cubicBezTo>
                <a:cubicBezTo>
                  <a:pt x="290" y="52"/>
                  <a:pt x="289" y="52"/>
                  <a:pt x="288" y="52"/>
                </a:cubicBezTo>
                <a:close/>
                <a:moveTo>
                  <a:pt x="557" y="52"/>
                </a:moveTo>
                <a:cubicBezTo>
                  <a:pt x="556" y="52"/>
                  <a:pt x="555" y="52"/>
                  <a:pt x="555" y="53"/>
                </a:cubicBezTo>
                <a:cubicBezTo>
                  <a:pt x="554" y="53"/>
                  <a:pt x="553" y="53"/>
                  <a:pt x="553" y="54"/>
                </a:cubicBezTo>
                <a:cubicBezTo>
                  <a:pt x="552" y="54"/>
                  <a:pt x="552" y="55"/>
                  <a:pt x="552" y="55"/>
                </a:cubicBezTo>
                <a:cubicBezTo>
                  <a:pt x="552" y="56"/>
                  <a:pt x="552" y="56"/>
                  <a:pt x="552" y="56"/>
                </a:cubicBezTo>
                <a:cubicBezTo>
                  <a:pt x="552" y="57"/>
                  <a:pt x="553" y="57"/>
                  <a:pt x="554" y="58"/>
                </a:cubicBezTo>
                <a:cubicBezTo>
                  <a:pt x="554" y="58"/>
                  <a:pt x="555" y="58"/>
                  <a:pt x="556" y="58"/>
                </a:cubicBezTo>
                <a:cubicBezTo>
                  <a:pt x="557" y="59"/>
                  <a:pt x="558" y="59"/>
                  <a:pt x="559" y="59"/>
                </a:cubicBezTo>
                <a:cubicBezTo>
                  <a:pt x="560" y="59"/>
                  <a:pt x="561" y="59"/>
                  <a:pt x="562" y="58"/>
                </a:cubicBezTo>
                <a:cubicBezTo>
                  <a:pt x="563" y="58"/>
                  <a:pt x="564" y="58"/>
                  <a:pt x="564" y="58"/>
                </a:cubicBezTo>
                <a:cubicBezTo>
                  <a:pt x="565" y="57"/>
                  <a:pt x="566" y="57"/>
                  <a:pt x="566" y="56"/>
                </a:cubicBezTo>
                <a:cubicBezTo>
                  <a:pt x="567" y="56"/>
                  <a:pt x="567" y="56"/>
                  <a:pt x="567" y="55"/>
                </a:cubicBezTo>
                <a:cubicBezTo>
                  <a:pt x="567" y="55"/>
                  <a:pt x="567" y="54"/>
                  <a:pt x="567" y="54"/>
                </a:cubicBezTo>
                <a:cubicBezTo>
                  <a:pt x="567" y="53"/>
                  <a:pt x="566" y="53"/>
                  <a:pt x="566" y="53"/>
                </a:cubicBezTo>
                <a:cubicBezTo>
                  <a:pt x="565" y="52"/>
                  <a:pt x="564" y="52"/>
                  <a:pt x="563" y="52"/>
                </a:cubicBezTo>
                <a:cubicBezTo>
                  <a:pt x="562" y="52"/>
                  <a:pt x="561" y="52"/>
                  <a:pt x="560" y="52"/>
                </a:cubicBezTo>
                <a:cubicBezTo>
                  <a:pt x="559" y="52"/>
                  <a:pt x="558" y="52"/>
                  <a:pt x="557" y="52"/>
                </a:cubicBezTo>
                <a:close/>
                <a:moveTo>
                  <a:pt x="519" y="52"/>
                </a:moveTo>
                <a:cubicBezTo>
                  <a:pt x="518" y="52"/>
                  <a:pt x="517" y="52"/>
                  <a:pt x="516" y="53"/>
                </a:cubicBezTo>
                <a:cubicBezTo>
                  <a:pt x="516" y="53"/>
                  <a:pt x="515" y="53"/>
                  <a:pt x="514" y="54"/>
                </a:cubicBezTo>
                <a:cubicBezTo>
                  <a:pt x="514" y="54"/>
                  <a:pt x="514" y="55"/>
                  <a:pt x="513" y="55"/>
                </a:cubicBezTo>
                <a:cubicBezTo>
                  <a:pt x="513" y="56"/>
                  <a:pt x="513" y="56"/>
                  <a:pt x="514" y="56"/>
                </a:cubicBezTo>
                <a:cubicBezTo>
                  <a:pt x="514" y="57"/>
                  <a:pt x="514" y="57"/>
                  <a:pt x="515" y="58"/>
                </a:cubicBezTo>
                <a:cubicBezTo>
                  <a:pt x="516" y="58"/>
                  <a:pt x="516" y="58"/>
                  <a:pt x="517" y="58"/>
                </a:cubicBezTo>
                <a:cubicBezTo>
                  <a:pt x="518" y="59"/>
                  <a:pt x="519" y="59"/>
                  <a:pt x="520" y="59"/>
                </a:cubicBezTo>
                <a:cubicBezTo>
                  <a:pt x="521" y="59"/>
                  <a:pt x="522" y="59"/>
                  <a:pt x="523" y="58"/>
                </a:cubicBezTo>
                <a:cubicBezTo>
                  <a:pt x="524" y="58"/>
                  <a:pt x="525" y="58"/>
                  <a:pt x="526" y="58"/>
                </a:cubicBezTo>
                <a:cubicBezTo>
                  <a:pt x="527" y="57"/>
                  <a:pt x="527" y="57"/>
                  <a:pt x="528" y="56"/>
                </a:cubicBezTo>
                <a:cubicBezTo>
                  <a:pt x="528" y="56"/>
                  <a:pt x="529" y="56"/>
                  <a:pt x="529" y="55"/>
                </a:cubicBezTo>
                <a:cubicBezTo>
                  <a:pt x="529" y="55"/>
                  <a:pt x="529" y="54"/>
                  <a:pt x="529" y="54"/>
                </a:cubicBezTo>
                <a:cubicBezTo>
                  <a:pt x="528" y="53"/>
                  <a:pt x="528" y="53"/>
                  <a:pt x="527" y="53"/>
                </a:cubicBezTo>
                <a:cubicBezTo>
                  <a:pt x="527" y="52"/>
                  <a:pt x="526" y="52"/>
                  <a:pt x="525" y="52"/>
                </a:cubicBezTo>
                <a:cubicBezTo>
                  <a:pt x="524" y="52"/>
                  <a:pt x="523" y="52"/>
                  <a:pt x="522" y="52"/>
                </a:cubicBezTo>
                <a:cubicBezTo>
                  <a:pt x="521" y="52"/>
                  <a:pt x="520" y="52"/>
                  <a:pt x="519" y="52"/>
                </a:cubicBezTo>
                <a:close/>
                <a:moveTo>
                  <a:pt x="634" y="52"/>
                </a:moveTo>
                <a:cubicBezTo>
                  <a:pt x="633" y="52"/>
                  <a:pt x="632" y="52"/>
                  <a:pt x="632" y="53"/>
                </a:cubicBezTo>
                <a:cubicBezTo>
                  <a:pt x="631" y="53"/>
                  <a:pt x="630" y="53"/>
                  <a:pt x="630" y="54"/>
                </a:cubicBezTo>
                <a:cubicBezTo>
                  <a:pt x="629" y="54"/>
                  <a:pt x="629" y="55"/>
                  <a:pt x="629" y="55"/>
                </a:cubicBezTo>
                <a:cubicBezTo>
                  <a:pt x="629" y="56"/>
                  <a:pt x="629" y="56"/>
                  <a:pt x="629" y="56"/>
                </a:cubicBezTo>
                <a:cubicBezTo>
                  <a:pt x="629" y="57"/>
                  <a:pt x="630" y="57"/>
                  <a:pt x="631" y="58"/>
                </a:cubicBezTo>
                <a:cubicBezTo>
                  <a:pt x="631" y="58"/>
                  <a:pt x="632" y="58"/>
                  <a:pt x="633" y="58"/>
                </a:cubicBezTo>
                <a:cubicBezTo>
                  <a:pt x="634" y="59"/>
                  <a:pt x="635" y="59"/>
                  <a:pt x="636" y="59"/>
                </a:cubicBezTo>
                <a:cubicBezTo>
                  <a:pt x="637" y="59"/>
                  <a:pt x="638" y="59"/>
                  <a:pt x="639" y="58"/>
                </a:cubicBezTo>
                <a:cubicBezTo>
                  <a:pt x="640" y="58"/>
                  <a:pt x="641" y="58"/>
                  <a:pt x="641" y="58"/>
                </a:cubicBezTo>
                <a:cubicBezTo>
                  <a:pt x="642" y="57"/>
                  <a:pt x="643" y="57"/>
                  <a:pt x="643" y="56"/>
                </a:cubicBezTo>
                <a:cubicBezTo>
                  <a:pt x="644" y="56"/>
                  <a:pt x="644" y="56"/>
                  <a:pt x="644" y="55"/>
                </a:cubicBezTo>
                <a:cubicBezTo>
                  <a:pt x="644" y="55"/>
                  <a:pt x="644" y="54"/>
                  <a:pt x="644" y="54"/>
                </a:cubicBezTo>
                <a:cubicBezTo>
                  <a:pt x="644" y="53"/>
                  <a:pt x="643" y="53"/>
                  <a:pt x="642" y="53"/>
                </a:cubicBezTo>
                <a:cubicBezTo>
                  <a:pt x="642" y="52"/>
                  <a:pt x="641" y="52"/>
                  <a:pt x="640" y="52"/>
                </a:cubicBezTo>
                <a:cubicBezTo>
                  <a:pt x="639" y="52"/>
                  <a:pt x="638" y="52"/>
                  <a:pt x="637" y="52"/>
                </a:cubicBezTo>
                <a:cubicBezTo>
                  <a:pt x="636" y="52"/>
                  <a:pt x="635" y="52"/>
                  <a:pt x="634" y="52"/>
                </a:cubicBezTo>
                <a:close/>
                <a:moveTo>
                  <a:pt x="1057" y="52"/>
                </a:moveTo>
                <a:cubicBezTo>
                  <a:pt x="1056" y="52"/>
                  <a:pt x="1055" y="52"/>
                  <a:pt x="1054" y="53"/>
                </a:cubicBezTo>
                <a:cubicBezTo>
                  <a:pt x="1054" y="53"/>
                  <a:pt x="1053" y="53"/>
                  <a:pt x="1053" y="54"/>
                </a:cubicBezTo>
                <a:cubicBezTo>
                  <a:pt x="1052" y="54"/>
                  <a:pt x="1052" y="55"/>
                  <a:pt x="1052" y="55"/>
                </a:cubicBezTo>
                <a:cubicBezTo>
                  <a:pt x="1052" y="56"/>
                  <a:pt x="1052" y="56"/>
                  <a:pt x="1052" y="56"/>
                </a:cubicBezTo>
                <a:cubicBezTo>
                  <a:pt x="1053" y="57"/>
                  <a:pt x="1053" y="57"/>
                  <a:pt x="1054" y="58"/>
                </a:cubicBezTo>
                <a:cubicBezTo>
                  <a:pt x="1055" y="58"/>
                  <a:pt x="1056" y="58"/>
                  <a:pt x="1056" y="58"/>
                </a:cubicBezTo>
                <a:cubicBezTo>
                  <a:pt x="1057" y="59"/>
                  <a:pt x="1058" y="59"/>
                  <a:pt x="1059" y="59"/>
                </a:cubicBezTo>
                <a:cubicBezTo>
                  <a:pt x="1060" y="59"/>
                  <a:pt x="1062" y="59"/>
                  <a:pt x="1062" y="58"/>
                </a:cubicBezTo>
                <a:cubicBezTo>
                  <a:pt x="1063" y="58"/>
                  <a:pt x="1064" y="58"/>
                  <a:pt x="1065" y="58"/>
                </a:cubicBezTo>
                <a:cubicBezTo>
                  <a:pt x="1066" y="57"/>
                  <a:pt x="1066" y="57"/>
                  <a:pt x="1067" y="56"/>
                </a:cubicBezTo>
                <a:cubicBezTo>
                  <a:pt x="1067" y="56"/>
                  <a:pt x="1067" y="56"/>
                  <a:pt x="1067" y="55"/>
                </a:cubicBezTo>
                <a:cubicBezTo>
                  <a:pt x="1067" y="55"/>
                  <a:pt x="1067" y="54"/>
                  <a:pt x="1067" y="54"/>
                </a:cubicBezTo>
                <a:cubicBezTo>
                  <a:pt x="1066" y="53"/>
                  <a:pt x="1066" y="53"/>
                  <a:pt x="1065" y="53"/>
                </a:cubicBezTo>
                <a:cubicBezTo>
                  <a:pt x="1065" y="52"/>
                  <a:pt x="1064" y="52"/>
                  <a:pt x="1063" y="52"/>
                </a:cubicBezTo>
                <a:cubicBezTo>
                  <a:pt x="1062" y="52"/>
                  <a:pt x="1061" y="52"/>
                  <a:pt x="1060" y="52"/>
                </a:cubicBezTo>
                <a:cubicBezTo>
                  <a:pt x="1059" y="52"/>
                  <a:pt x="1058" y="52"/>
                  <a:pt x="1057" y="52"/>
                </a:cubicBezTo>
                <a:close/>
                <a:moveTo>
                  <a:pt x="903" y="52"/>
                </a:moveTo>
                <a:cubicBezTo>
                  <a:pt x="902" y="52"/>
                  <a:pt x="901" y="52"/>
                  <a:pt x="901" y="53"/>
                </a:cubicBezTo>
                <a:cubicBezTo>
                  <a:pt x="900" y="53"/>
                  <a:pt x="899" y="53"/>
                  <a:pt x="899" y="54"/>
                </a:cubicBezTo>
                <a:cubicBezTo>
                  <a:pt x="898" y="54"/>
                  <a:pt x="898" y="55"/>
                  <a:pt x="898" y="55"/>
                </a:cubicBezTo>
                <a:cubicBezTo>
                  <a:pt x="898" y="56"/>
                  <a:pt x="898" y="56"/>
                  <a:pt x="899" y="56"/>
                </a:cubicBezTo>
                <a:cubicBezTo>
                  <a:pt x="899" y="57"/>
                  <a:pt x="899" y="57"/>
                  <a:pt x="900" y="58"/>
                </a:cubicBezTo>
                <a:cubicBezTo>
                  <a:pt x="901" y="58"/>
                  <a:pt x="902" y="58"/>
                  <a:pt x="902" y="58"/>
                </a:cubicBezTo>
                <a:cubicBezTo>
                  <a:pt x="903" y="59"/>
                  <a:pt x="904" y="59"/>
                  <a:pt x="905" y="59"/>
                </a:cubicBezTo>
                <a:cubicBezTo>
                  <a:pt x="906" y="59"/>
                  <a:pt x="907" y="59"/>
                  <a:pt x="908" y="58"/>
                </a:cubicBezTo>
                <a:cubicBezTo>
                  <a:pt x="909" y="58"/>
                  <a:pt x="910" y="58"/>
                  <a:pt x="911" y="58"/>
                </a:cubicBezTo>
                <a:cubicBezTo>
                  <a:pt x="912" y="57"/>
                  <a:pt x="912" y="57"/>
                  <a:pt x="913" y="56"/>
                </a:cubicBezTo>
                <a:cubicBezTo>
                  <a:pt x="913" y="56"/>
                  <a:pt x="913" y="56"/>
                  <a:pt x="913" y="55"/>
                </a:cubicBezTo>
                <a:cubicBezTo>
                  <a:pt x="914" y="55"/>
                  <a:pt x="913" y="54"/>
                  <a:pt x="913" y="54"/>
                </a:cubicBezTo>
                <a:cubicBezTo>
                  <a:pt x="913" y="53"/>
                  <a:pt x="912" y="53"/>
                  <a:pt x="912" y="53"/>
                </a:cubicBezTo>
                <a:cubicBezTo>
                  <a:pt x="911" y="52"/>
                  <a:pt x="910" y="52"/>
                  <a:pt x="909" y="52"/>
                </a:cubicBezTo>
                <a:cubicBezTo>
                  <a:pt x="908" y="52"/>
                  <a:pt x="907" y="52"/>
                  <a:pt x="906" y="52"/>
                </a:cubicBezTo>
                <a:cubicBezTo>
                  <a:pt x="905" y="52"/>
                  <a:pt x="904" y="52"/>
                  <a:pt x="903" y="52"/>
                </a:cubicBezTo>
                <a:close/>
                <a:moveTo>
                  <a:pt x="1018" y="52"/>
                </a:moveTo>
                <a:cubicBezTo>
                  <a:pt x="1018" y="52"/>
                  <a:pt x="1017" y="52"/>
                  <a:pt x="1016" y="53"/>
                </a:cubicBezTo>
                <a:cubicBezTo>
                  <a:pt x="1015" y="53"/>
                  <a:pt x="1015" y="53"/>
                  <a:pt x="1014" y="54"/>
                </a:cubicBezTo>
                <a:cubicBezTo>
                  <a:pt x="1014" y="54"/>
                  <a:pt x="1014" y="55"/>
                  <a:pt x="1014" y="55"/>
                </a:cubicBezTo>
                <a:cubicBezTo>
                  <a:pt x="1013" y="56"/>
                  <a:pt x="1014" y="56"/>
                  <a:pt x="1014" y="56"/>
                </a:cubicBezTo>
                <a:cubicBezTo>
                  <a:pt x="1014" y="57"/>
                  <a:pt x="1015" y="57"/>
                  <a:pt x="1016" y="58"/>
                </a:cubicBezTo>
                <a:cubicBezTo>
                  <a:pt x="1016" y="58"/>
                  <a:pt x="1017" y="58"/>
                  <a:pt x="1018" y="58"/>
                </a:cubicBezTo>
                <a:cubicBezTo>
                  <a:pt x="1019" y="59"/>
                  <a:pt x="1020" y="59"/>
                  <a:pt x="1021" y="59"/>
                </a:cubicBezTo>
                <a:cubicBezTo>
                  <a:pt x="1022" y="59"/>
                  <a:pt x="1023" y="59"/>
                  <a:pt x="1024" y="58"/>
                </a:cubicBezTo>
                <a:cubicBezTo>
                  <a:pt x="1025" y="58"/>
                  <a:pt x="1026" y="58"/>
                  <a:pt x="1026" y="58"/>
                </a:cubicBezTo>
                <a:cubicBezTo>
                  <a:pt x="1027" y="57"/>
                  <a:pt x="1028" y="57"/>
                  <a:pt x="1028" y="56"/>
                </a:cubicBezTo>
                <a:cubicBezTo>
                  <a:pt x="1029" y="56"/>
                  <a:pt x="1029" y="56"/>
                  <a:pt x="1029" y="55"/>
                </a:cubicBezTo>
                <a:cubicBezTo>
                  <a:pt x="1029" y="55"/>
                  <a:pt x="1029" y="54"/>
                  <a:pt x="1028" y="54"/>
                </a:cubicBezTo>
                <a:cubicBezTo>
                  <a:pt x="1028" y="53"/>
                  <a:pt x="1028" y="53"/>
                  <a:pt x="1027" y="53"/>
                </a:cubicBezTo>
                <a:cubicBezTo>
                  <a:pt x="1026" y="52"/>
                  <a:pt x="1025" y="52"/>
                  <a:pt x="1024" y="52"/>
                </a:cubicBezTo>
                <a:cubicBezTo>
                  <a:pt x="1024" y="52"/>
                  <a:pt x="1023" y="52"/>
                  <a:pt x="1021" y="52"/>
                </a:cubicBezTo>
                <a:cubicBezTo>
                  <a:pt x="1020" y="52"/>
                  <a:pt x="1019" y="52"/>
                  <a:pt x="1018" y="52"/>
                </a:cubicBezTo>
                <a:close/>
                <a:moveTo>
                  <a:pt x="826" y="52"/>
                </a:moveTo>
                <a:cubicBezTo>
                  <a:pt x="825" y="52"/>
                  <a:pt x="825" y="52"/>
                  <a:pt x="824" y="53"/>
                </a:cubicBezTo>
                <a:cubicBezTo>
                  <a:pt x="823" y="53"/>
                  <a:pt x="822" y="53"/>
                  <a:pt x="822" y="54"/>
                </a:cubicBezTo>
                <a:cubicBezTo>
                  <a:pt x="822" y="54"/>
                  <a:pt x="821" y="55"/>
                  <a:pt x="821" y="55"/>
                </a:cubicBezTo>
                <a:cubicBezTo>
                  <a:pt x="821" y="56"/>
                  <a:pt x="821" y="56"/>
                  <a:pt x="822" y="56"/>
                </a:cubicBezTo>
                <a:cubicBezTo>
                  <a:pt x="822" y="57"/>
                  <a:pt x="822" y="57"/>
                  <a:pt x="823" y="58"/>
                </a:cubicBezTo>
                <a:cubicBezTo>
                  <a:pt x="824" y="58"/>
                  <a:pt x="825" y="58"/>
                  <a:pt x="825" y="58"/>
                </a:cubicBezTo>
                <a:cubicBezTo>
                  <a:pt x="826" y="59"/>
                  <a:pt x="827" y="59"/>
                  <a:pt x="828" y="59"/>
                </a:cubicBezTo>
                <a:cubicBezTo>
                  <a:pt x="829" y="59"/>
                  <a:pt x="830" y="59"/>
                  <a:pt x="831" y="58"/>
                </a:cubicBezTo>
                <a:cubicBezTo>
                  <a:pt x="832" y="58"/>
                  <a:pt x="833" y="58"/>
                  <a:pt x="834" y="58"/>
                </a:cubicBezTo>
                <a:cubicBezTo>
                  <a:pt x="835" y="57"/>
                  <a:pt x="835" y="57"/>
                  <a:pt x="836" y="56"/>
                </a:cubicBezTo>
                <a:cubicBezTo>
                  <a:pt x="836" y="56"/>
                  <a:pt x="836" y="56"/>
                  <a:pt x="837" y="55"/>
                </a:cubicBezTo>
                <a:cubicBezTo>
                  <a:pt x="837" y="55"/>
                  <a:pt x="836" y="54"/>
                  <a:pt x="836" y="54"/>
                </a:cubicBezTo>
                <a:cubicBezTo>
                  <a:pt x="836" y="53"/>
                  <a:pt x="835" y="53"/>
                  <a:pt x="835" y="53"/>
                </a:cubicBezTo>
                <a:cubicBezTo>
                  <a:pt x="834" y="52"/>
                  <a:pt x="833" y="52"/>
                  <a:pt x="832" y="52"/>
                </a:cubicBezTo>
                <a:cubicBezTo>
                  <a:pt x="831" y="52"/>
                  <a:pt x="830" y="52"/>
                  <a:pt x="829" y="52"/>
                </a:cubicBezTo>
                <a:cubicBezTo>
                  <a:pt x="828" y="52"/>
                  <a:pt x="827" y="52"/>
                  <a:pt x="826" y="52"/>
                </a:cubicBezTo>
                <a:close/>
                <a:moveTo>
                  <a:pt x="865" y="52"/>
                </a:moveTo>
                <a:cubicBezTo>
                  <a:pt x="864" y="52"/>
                  <a:pt x="863" y="52"/>
                  <a:pt x="862" y="53"/>
                </a:cubicBezTo>
                <a:cubicBezTo>
                  <a:pt x="861" y="53"/>
                  <a:pt x="861" y="53"/>
                  <a:pt x="860" y="54"/>
                </a:cubicBezTo>
                <a:cubicBezTo>
                  <a:pt x="860" y="54"/>
                  <a:pt x="860" y="55"/>
                  <a:pt x="860" y="55"/>
                </a:cubicBezTo>
                <a:cubicBezTo>
                  <a:pt x="860" y="56"/>
                  <a:pt x="860" y="56"/>
                  <a:pt x="860" y="56"/>
                </a:cubicBezTo>
                <a:cubicBezTo>
                  <a:pt x="860" y="57"/>
                  <a:pt x="861" y="57"/>
                  <a:pt x="862" y="58"/>
                </a:cubicBezTo>
                <a:cubicBezTo>
                  <a:pt x="862" y="58"/>
                  <a:pt x="863" y="58"/>
                  <a:pt x="864" y="58"/>
                </a:cubicBezTo>
                <a:cubicBezTo>
                  <a:pt x="865" y="59"/>
                  <a:pt x="866" y="59"/>
                  <a:pt x="867" y="59"/>
                </a:cubicBezTo>
                <a:cubicBezTo>
                  <a:pt x="868" y="59"/>
                  <a:pt x="869" y="59"/>
                  <a:pt x="870" y="58"/>
                </a:cubicBezTo>
                <a:cubicBezTo>
                  <a:pt x="871" y="58"/>
                  <a:pt x="872" y="58"/>
                  <a:pt x="872" y="58"/>
                </a:cubicBezTo>
                <a:cubicBezTo>
                  <a:pt x="873" y="57"/>
                  <a:pt x="874" y="57"/>
                  <a:pt x="874" y="56"/>
                </a:cubicBezTo>
                <a:cubicBezTo>
                  <a:pt x="875" y="56"/>
                  <a:pt x="875" y="56"/>
                  <a:pt x="875" y="55"/>
                </a:cubicBezTo>
                <a:cubicBezTo>
                  <a:pt x="875" y="55"/>
                  <a:pt x="875" y="54"/>
                  <a:pt x="875" y="54"/>
                </a:cubicBezTo>
                <a:cubicBezTo>
                  <a:pt x="874" y="53"/>
                  <a:pt x="874" y="53"/>
                  <a:pt x="873" y="53"/>
                </a:cubicBezTo>
                <a:cubicBezTo>
                  <a:pt x="872" y="52"/>
                  <a:pt x="872" y="52"/>
                  <a:pt x="871" y="52"/>
                </a:cubicBezTo>
                <a:cubicBezTo>
                  <a:pt x="870" y="52"/>
                  <a:pt x="869" y="52"/>
                  <a:pt x="868" y="52"/>
                </a:cubicBezTo>
                <a:cubicBezTo>
                  <a:pt x="867" y="52"/>
                  <a:pt x="866" y="52"/>
                  <a:pt x="865" y="52"/>
                </a:cubicBezTo>
                <a:close/>
                <a:moveTo>
                  <a:pt x="788" y="52"/>
                </a:moveTo>
                <a:cubicBezTo>
                  <a:pt x="787" y="52"/>
                  <a:pt x="786" y="52"/>
                  <a:pt x="785" y="53"/>
                </a:cubicBezTo>
                <a:cubicBezTo>
                  <a:pt x="785" y="53"/>
                  <a:pt x="784" y="53"/>
                  <a:pt x="784" y="54"/>
                </a:cubicBezTo>
                <a:cubicBezTo>
                  <a:pt x="783" y="54"/>
                  <a:pt x="783" y="55"/>
                  <a:pt x="783" y="55"/>
                </a:cubicBezTo>
                <a:cubicBezTo>
                  <a:pt x="783" y="56"/>
                  <a:pt x="783" y="56"/>
                  <a:pt x="783" y="56"/>
                </a:cubicBezTo>
                <a:cubicBezTo>
                  <a:pt x="783" y="57"/>
                  <a:pt x="784" y="57"/>
                  <a:pt x="785" y="58"/>
                </a:cubicBezTo>
                <a:cubicBezTo>
                  <a:pt x="785" y="58"/>
                  <a:pt x="786" y="58"/>
                  <a:pt x="787" y="58"/>
                </a:cubicBezTo>
                <a:cubicBezTo>
                  <a:pt x="788" y="59"/>
                  <a:pt x="789" y="59"/>
                  <a:pt x="790" y="59"/>
                </a:cubicBezTo>
                <a:cubicBezTo>
                  <a:pt x="791" y="59"/>
                  <a:pt x="792" y="59"/>
                  <a:pt x="793" y="58"/>
                </a:cubicBezTo>
                <a:cubicBezTo>
                  <a:pt x="794" y="58"/>
                  <a:pt x="795" y="58"/>
                  <a:pt x="795" y="58"/>
                </a:cubicBezTo>
                <a:cubicBezTo>
                  <a:pt x="796" y="57"/>
                  <a:pt x="797" y="57"/>
                  <a:pt x="797" y="56"/>
                </a:cubicBezTo>
                <a:cubicBezTo>
                  <a:pt x="798" y="56"/>
                  <a:pt x="798" y="56"/>
                  <a:pt x="798" y="55"/>
                </a:cubicBezTo>
                <a:cubicBezTo>
                  <a:pt x="798" y="55"/>
                  <a:pt x="798" y="54"/>
                  <a:pt x="798" y="54"/>
                </a:cubicBezTo>
                <a:cubicBezTo>
                  <a:pt x="797" y="53"/>
                  <a:pt x="797" y="53"/>
                  <a:pt x="796" y="53"/>
                </a:cubicBezTo>
                <a:cubicBezTo>
                  <a:pt x="796" y="52"/>
                  <a:pt x="795" y="52"/>
                  <a:pt x="794" y="52"/>
                </a:cubicBezTo>
                <a:cubicBezTo>
                  <a:pt x="793" y="52"/>
                  <a:pt x="792" y="52"/>
                  <a:pt x="791" y="52"/>
                </a:cubicBezTo>
                <a:cubicBezTo>
                  <a:pt x="790" y="52"/>
                  <a:pt x="789" y="52"/>
                  <a:pt x="788" y="52"/>
                </a:cubicBezTo>
                <a:close/>
                <a:moveTo>
                  <a:pt x="942" y="52"/>
                </a:moveTo>
                <a:cubicBezTo>
                  <a:pt x="941" y="52"/>
                  <a:pt x="940" y="52"/>
                  <a:pt x="939" y="53"/>
                </a:cubicBezTo>
                <a:cubicBezTo>
                  <a:pt x="938" y="53"/>
                  <a:pt x="938" y="53"/>
                  <a:pt x="937" y="54"/>
                </a:cubicBezTo>
                <a:cubicBezTo>
                  <a:pt x="937" y="54"/>
                  <a:pt x="937" y="55"/>
                  <a:pt x="937" y="55"/>
                </a:cubicBezTo>
                <a:cubicBezTo>
                  <a:pt x="936" y="56"/>
                  <a:pt x="937" y="56"/>
                  <a:pt x="937" y="56"/>
                </a:cubicBezTo>
                <a:cubicBezTo>
                  <a:pt x="937" y="57"/>
                  <a:pt x="938" y="57"/>
                  <a:pt x="939" y="58"/>
                </a:cubicBezTo>
                <a:cubicBezTo>
                  <a:pt x="939" y="58"/>
                  <a:pt x="940" y="58"/>
                  <a:pt x="941" y="58"/>
                </a:cubicBezTo>
                <a:cubicBezTo>
                  <a:pt x="942" y="59"/>
                  <a:pt x="943" y="59"/>
                  <a:pt x="944" y="59"/>
                </a:cubicBezTo>
                <a:cubicBezTo>
                  <a:pt x="945" y="59"/>
                  <a:pt x="946" y="59"/>
                  <a:pt x="947" y="58"/>
                </a:cubicBezTo>
                <a:cubicBezTo>
                  <a:pt x="948" y="58"/>
                  <a:pt x="949" y="58"/>
                  <a:pt x="949" y="58"/>
                </a:cubicBezTo>
                <a:cubicBezTo>
                  <a:pt x="950" y="57"/>
                  <a:pt x="951" y="57"/>
                  <a:pt x="951" y="56"/>
                </a:cubicBezTo>
                <a:cubicBezTo>
                  <a:pt x="952" y="56"/>
                  <a:pt x="952" y="56"/>
                  <a:pt x="952" y="55"/>
                </a:cubicBezTo>
                <a:cubicBezTo>
                  <a:pt x="952" y="55"/>
                  <a:pt x="952" y="54"/>
                  <a:pt x="951" y="54"/>
                </a:cubicBezTo>
                <a:cubicBezTo>
                  <a:pt x="951" y="53"/>
                  <a:pt x="951" y="53"/>
                  <a:pt x="950" y="53"/>
                </a:cubicBezTo>
                <a:cubicBezTo>
                  <a:pt x="949" y="52"/>
                  <a:pt x="948" y="52"/>
                  <a:pt x="948" y="52"/>
                </a:cubicBezTo>
                <a:cubicBezTo>
                  <a:pt x="947" y="52"/>
                  <a:pt x="946" y="52"/>
                  <a:pt x="945" y="52"/>
                </a:cubicBezTo>
                <a:cubicBezTo>
                  <a:pt x="944" y="52"/>
                  <a:pt x="943" y="52"/>
                  <a:pt x="942" y="52"/>
                </a:cubicBezTo>
                <a:close/>
                <a:moveTo>
                  <a:pt x="749" y="52"/>
                </a:moveTo>
                <a:cubicBezTo>
                  <a:pt x="749" y="52"/>
                  <a:pt x="748" y="52"/>
                  <a:pt x="747" y="53"/>
                </a:cubicBezTo>
                <a:cubicBezTo>
                  <a:pt x="746" y="53"/>
                  <a:pt x="746" y="53"/>
                  <a:pt x="745" y="54"/>
                </a:cubicBezTo>
                <a:cubicBezTo>
                  <a:pt x="745" y="54"/>
                  <a:pt x="744" y="55"/>
                  <a:pt x="744" y="55"/>
                </a:cubicBezTo>
                <a:cubicBezTo>
                  <a:pt x="744" y="56"/>
                  <a:pt x="744" y="56"/>
                  <a:pt x="745" y="56"/>
                </a:cubicBezTo>
                <a:cubicBezTo>
                  <a:pt x="745" y="57"/>
                  <a:pt x="745" y="57"/>
                  <a:pt x="746" y="58"/>
                </a:cubicBezTo>
                <a:cubicBezTo>
                  <a:pt x="747" y="58"/>
                  <a:pt x="748" y="58"/>
                  <a:pt x="748" y="58"/>
                </a:cubicBezTo>
                <a:cubicBezTo>
                  <a:pt x="749" y="59"/>
                  <a:pt x="750" y="59"/>
                  <a:pt x="751" y="59"/>
                </a:cubicBezTo>
                <a:cubicBezTo>
                  <a:pt x="752" y="59"/>
                  <a:pt x="753" y="59"/>
                  <a:pt x="754" y="58"/>
                </a:cubicBezTo>
                <a:cubicBezTo>
                  <a:pt x="755" y="58"/>
                  <a:pt x="756" y="58"/>
                  <a:pt x="757" y="58"/>
                </a:cubicBezTo>
                <a:cubicBezTo>
                  <a:pt x="758" y="57"/>
                  <a:pt x="758" y="57"/>
                  <a:pt x="759" y="56"/>
                </a:cubicBezTo>
                <a:cubicBezTo>
                  <a:pt x="759" y="56"/>
                  <a:pt x="760" y="56"/>
                  <a:pt x="760" y="55"/>
                </a:cubicBezTo>
                <a:cubicBezTo>
                  <a:pt x="760" y="55"/>
                  <a:pt x="760" y="54"/>
                  <a:pt x="759" y="54"/>
                </a:cubicBezTo>
                <a:cubicBezTo>
                  <a:pt x="759" y="53"/>
                  <a:pt x="758" y="53"/>
                  <a:pt x="758" y="53"/>
                </a:cubicBezTo>
                <a:cubicBezTo>
                  <a:pt x="757" y="52"/>
                  <a:pt x="756" y="52"/>
                  <a:pt x="755" y="52"/>
                </a:cubicBezTo>
                <a:cubicBezTo>
                  <a:pt x="755" y="52"/>
                  <a:pt x="754" y="52"/>
                  <a:pt x="753" y="52"/>
                </a:cubicBezTo>
                <a:cubicBezTo>
                  <a:pt x="751" y="52"/>
                  <a:pt x="750" y="52"/>
                  <a:pt x="749" y="52"/>
                </a:cubicBezTo>
                <a:close/>
                <a:moveTo>
                  <a:pt x="980" y="52"/>
                </a:moveTo>
                <a:cubicBezTo>
                  <a:pt x="979" y="52"/>
                  <a:pt x="978" y="52"/>
                  <a:pt x="978" y="53"/>
                </a:cubicBezTo>
                <a:cubicBezTo>
                  <a:pt x="977" y="53"/>
                  <a:pt x="976" y="53"/>
                  <a:pt x="976" y="54"/>
                </a:cubicBezTo>
                <a:cubicBezTo>
                  <a:pt x="975" y="54"/>
                  <a:pt x="975" y="55"/>
                  <a:pt x="975" y="55"/>
                </a:cubicBezTo>
                <a:cubicBezTo>
                  <a:pt x="975" y="56"/>
                  <a:pt x="975" y="56"/>
                  <a:pt x="976" y="56"/>
                </a:cubicBezTo>
                <a:cubicBezTo>
                  <a:pt x="976" y="57"/>
                  <a:pt x="976" y="57"/>
                  <a:pt x="977" y="58"/>
                </a:cubicBezTo>
                <a:cubicBezTo>
                  <a:pt x="978" y="58"/>
                  <a:pt x="979" y="58"/>
                  <a:pt x="979" y="58"/>
                </a:cubicBezTo>
                <a:cubicBezTo>
                  <a:pt x="980" y="59"/>
                  <a:pt x="981" y="59"/>
                  <a:pt x="982" y="59"/>
                </a:cubicBezTo>
                <a:cubicBezTo>
                  <a:pt x="983" y="59"/>
                  <a:pt x="985" y="59"/>
                  <a:pt x="985" y="58"/>
                </a:cubicBezTo>
                <a:cubicBezTo>
                  <a:pt x="986" y="58"/>
                  <a:pt x="987" y="58"/>
                  <a:pt x="988" y="58"/>
                </a:cubicBezTo>
                <a:cubicBezTo>
                  <a:pt x="989" y="57"/>
                  <a:pt x="989" y="57"/>
                  <a:pt x="990" y="56"/>
                </a:cubicBezTo>
                <a:cubicBezTo>
                  <a:pt x="990" y="56"/>
                  <a:pt x="990" y="56"/>
                  <a:pt x="990" y="55"/>
                </a:cubicBezTo>
                <a:cubicBezTo>
                  <a:pt x="990" y="55"/>
                  <a:pt x="990" y="54"/>
                  <a:pt x="990" y="54"/>
                </a:cubicBezTo>
                <a:cubicBezTo>
                  <a:pt x="990" y="53"/>
                  <a:pt x="989" y="53"/>
                  <a:pt x="988" y="53"/>
                </a:cubicBezTo>
                <a:cubicBezTo>
                  <a:pt x="988" y="52"/>
                  <a:pt x="987" y="52"/>
                  <a:pt x="986" y="52"/>
                </a:cubicBezTo>
                <a:cubicBezTo>
                  <a:pt x="985" y="52"/>
                  <a:pt x="984" y="52"/>
                  <a:pt x="983" y="52"/>
                </a:cubicBezTo>
                <a:cubicBezTo>
                  <a:pt x="982" y="52"/>
                  <a:pt x="981" y="52"/>
                  <a:pt x="980" y="52"/>
                </a:cubicBezTo>
                <a:close/>
                <a:moveTo>
                  <a:pt x="1979" y="52"/>
                </a:moveTo>
                <a:cubicBezTo>
                  <a:pt x="1978" y="52"/>
                  <a:pt x="1977" y="52"/>
                  <a:pt x="1977" y="53"/>
                </a:cubicBezTo>
                <a:cubicBezTo>
                  <a:pt x="1976" y="53"/>
                  <a:pt x="1976" y="53"/>
                  <a:pt x="1975" y="54"/>
                </a:cubicBezTo>
                <a:cubicBezTo>
                  <a:pt x="1975" y="54"/>
                  <a:pt x="1975" y="55"/>
                  <a:pt x="1975" y="55"/>
                </a:cubicBezTo>
                <a:cubicBezTo>
                  <a:pt x="1975" y="56"/>
                  <a:pt x="1976" y="56"/>
                  <a:pt x="1976" y="56"/>
                </a:cubicBezTo>
                <a:cubicBezTo>
                  <a:pt x="1977" y="57"/>
                  <a:pt x="1977" y="57"/>
                  <a:pt x="1978" y="58"/>
                </a:cubicBezTo>
                <a:cubicBezTo>
                  <a:pt x="1979" y="58"/>
                  <a:pt x="1980" y="58"/>
                  <a:pt x="1981" y="58"/>
                </a:cubicBezTo>
                <a:cubicBezTo>
                  <a:pt x="1982" y="59"/>
                  <a:pt x="1983" y="59"/>
                  <a:pt x="1984" y="59"/>
                </a:cubicBezTo>
                <a:cubicBezTo>
                  <a:pt x="1985" y="59"/>
                  <a:pt x="1986" y="59"/>
                  <a:pt x="1987" y="58"/>
                </a:cubicBezTo>
                <a:cubicBezTo>
                  <a:pt x="1987" y="58"/>
                  <a:pt x="1988" y="58"/>
                  <a:pt x="1989" y="58"/>
                </a:cubicBezTo>
                <a:cubicBezTo>
                  <a:pt x="1990" y="57"/>
                  <a:pt x="1990" y="57"/>
                  <a:pt x="1990" y="56"/>
                </a:cubicBezTo>
                <a:cubicBezTo>
                  <a:pt x="1991" y="56"/>
                  <a:pt x="1991" y="56"/>
                  <a:pt x="1991" y="55"/>
                </a:cubicBezTo>
                <a:cubicBezTo>
                  <a:pt x="1990" y="55"/>
                  <a:pt x="1990" y="54"/>
                  <a:pt x="1990" y="54"/>
                </a:cubicBezTo>
                <a:cubicBezTo>
                  <a:pt x="1989" y="53"/>
                  <a:pt x="1988" y="53"/>
                  <a:pt x="1988" y="53"/>
                </a:cubicBezTo>
                <a:cubicBezTo>
                  <a:pt x="1987" y="52"/>
                  <a:pt x="1986" y="52"/>
                  <a:pt x="1985" y="52"/>
                </a:cubicBezTo>
                <a:cubicBezTo>
                  <a:pt x="1984" y="52"/>
                  <a:pt x="1983" y="52"/>
                  <a:pt x="1982" y="52"/>
                </a:cubicBezTo>
                <a:cubicBezTo>
                  <a:pt x="1981" y="52"/>
                  <a:pt x="1980" y="52"/>
                  <a:pt x="1979" y="52"/>
                </a:cubicBezTo>
                <a:close/>
                <a:moveTo>
                  <a:pt x="2210" y="52"/>
                </a:moveTo>
                <a:cubicBezTo>
                  <a:pt x="2209" y="52"/>
                  <a:pt x="2208" y="52"/>
                  <a:pt x="2207" y="53"/>
                </a:cubicBezTo>
                <a:cubicBezTo>
                  <a:pt x="2207" y="53"/>
                  <a:pt x="2206" y="53"/>
                  <a:pt x="2206" y="54"/>
                </a:cubicBezTo>
                <a:cubicBezTo>
                  <a:pt x="2206" y="54"/>
                  <a:pt x="2206" y="55"/>
                  <a:pt x="2206" y="55"/>
                </a:cubicBezTo>
                <a:cubicBezTo>
                  <a:pt x="2206" y="56"/>
                  <a:pt x="2206" y="56"/>
                  <a:pt x="2207" y="56"/>
                </a:cubicBezTo>
                <a:cubicBezTo>
                  <a:pt x="2208" y="57"/>
                  <a:pt x="2208" y="57"/>
                  <a:pt x="2209" y="58"/>
                </a:cubicBezTo>
                <a:cubicBezTo>
                  <a:pt x="2210" y="58"/>
                  <a:pt x="2211" y="58"/>
                  <a:pt x="2212" y="58"/>
                </a:cubicBezTo>
                <a:cubicBezTo>
                  <a:pt x="2213" y="59"/>
                  <a:pt x="2214" y="59"/>
                  <a:pt x="2215" y="59"/>
                </a:cubicBezTo>
                <a:cubicBezTo>
                  <a:pt x="2216" y="59"/>
                  <a:pt x="2217" y="59"/>
                  <a:pt x="2218" y="58"/>
                </a:cubicBezTo>
                <a:cubicBezTo>
                  <a:pt x="2219" y="58"/>
                  <a:pt x="2219" y="58"/>
                  <a:pt x="2220" y="58"/>
                </a:cubicBezTo>
                <a:cubicBezTo>
                  <a:pt x="2220" y="57"/>
                  <a:pt x="2221" y="57"/>
                  <a:pt x="2221" y="56"/>
                </a:cubicBezTo>
                <a:cubicBezTo>
                  <a:pt x="2221" y="56"/>
                  <a:pt x="2222" y="56"/>
                  <a:pt x="2221" y="55"/>
                </a:cubicBezTo>
                <a:cubicBezTo>
                  <a:pt x="2221" y="55"/>
                  <a:pt x="2221" y="54"/>
                  <a:pt x="2220" y="54"/>
                </a:cubicBezTo>
                <a:cubicBezTo>
                  <a:pt x="2220" y="53"/>
                  <a:pt x="2219" y="53"/>
                  <a:pt x="2218" y="53"/>
                </a:cubicBezTo>
                <a:cubicBezTo>
                  <a:pt x="2218" y="52"/>
                  <a:pt x="2217" y="52"/>
                  <a:pt x="2216" y="52"/>
                </a:cubicBezTo>
                <a:cubicBezTo>
                  <a:pt x="2215" y="52"/>
                  <a:pt x="2214" y="52"/>
                  <a:pt x="2213" y="52"/>
                </a:cubicBezTo>
                <a:cubicBezTo>
                  <a:pt x="2211" y="52"/>
                  <a:pt x="2211" y="52"/>
                  <a:pt x="2210" y="52"/>
                </a:cubicBezTo>
                <a:close/>
                <a:moveTo>
                  <a:pt x="1287" y="52"/>
                </a:moveTo>
                <a:cubicBezTo>
                  <a:pt x="1287" y="52"/>
                  <a:pt x="1286" y="52"/>
                  <a:pt x="1285" y="53"/>
                </a:cubicBezTo>
                <a:cubicBezTo>
                  <a:pt x="1284" y="53"/>
                  <a:pt x="1284" y="53"/>
                  <a:pt x="1283" y="54"/>
                </a:cubicBezTo>
                <a:cubicBezTo>
                  <a:pt x="1283" y="54"/>
                  <a:pt x="1283" y="55"/>
                  <a:pt x="1283" y="55"/>
                </a:cubicBezTo>
                <a:cubicBezTo>
                  <a:pt x="1283" y="56"/>
                  <a:pt x="1283" y="56"/>
                  <a:pt x="1283" y="56"/>
                </a:cubicBezTo>
                <a:cubicBezTo>
                  <a:pt x="1284" y="57"/>
                  <a:pt x="1284" y="57"/>
                  <a:pt x="1285" y="58"/>
                </a:cubicBezTo>
                <a:cubicBezTo>
                  <a:pt x="1286" y="58"/>
                  <a:pt x="1287" y="58"/>
                  <a:pt x="1287" y="58"/>
                </a:cubicBezTo>
                <a:cubicBezTo>
                  <a:pt x="1288" y="59"/>
                  <a:pt x="1289" y="59"/>
                  <a:pt x="1290" y="59"/>
                </a:cubicBezTo>
                <a:cubicBezTo>
                  <a:pt x="1292" y="59"/>
                  <a:pt x="1293" y="59"/>
                  <a:pt x="1293" y="58"/>
                </a:cubicBezTo>
                <a:cubicBezTo>
                  <a:pt x="1294" y="58"/>
                  <a:pt x="1295" y="58"/>
                  <a:pt x="1296" y="58"/>
                </a:cubicBezTo>
                <a:cubicBezTo>
                  <a:pt x="1297" y="57"/>
                  <a:pt x="1297" y="57"/>
                  <a:pt x="1298" y="56"/>
                </a:cubicBezTo>
                <a:cubicBezTo>
                  <a:pt x="1298" y="56"/>
                  <a:pt x="1298" y="56"/>
                  <a:pt x="1298" y="55"/>
                </a:cubicBezTo>
                <a:cubicBezTo>
                  <a:pt x="1298" y="55"/>
                  <a:pt x="1298" y="54"/>
                  <a:pt x="1298" y="54"/>
                </a:cubicBezTo>
                <a:cubicBezTo>
                  <a:pt x="1297" y="53"/>
                  <a:pt x="1297" y="53"/>
                  <a:pt x="1296" y="53"/>
                </a:cubicBezTo>
                <a:cubicBezTo>
                  <a:pt x="1295" y="52"/>
                  <a:pt x="1294" y="52"/>
                  <a:pt x="1293" y="52"/>
                </a:cubicBezTo>
                <a:cubicBezTo>
                  <a:pt x="1293" y="52"/>
                  <a:pt x="1291" y="52"/>
                  <a:pt x="1290" y="52"/>
                </a:cubicBezTo>
                <a:cubicBezTo>
                  <a:pt x="1289" y="52"/>
                  <a:pt x="1288" y="52"/>
                  <a:pt x="1287" y="52"/>
                </a:cubicBezTo>
                <a:close/>
                <a:moveTo>
                  <a:pt x="2248" y="52"/>
                </a:moveTo>
                <a:cubicBezTo>
                  <a:pt x="2247" y="52"/>
                  <a:pt x="2246" y="52"/>
                  <a:pt x="2246" y="53"/>
                </a:cubicBezTo>
                <a:cubicBezTo>
                  <a:pt x="2245" y="53"/>
                  <a:pt x="2245" y="53"/>
                  <a:pt x="2245" y="54"/>
                </a:cubicBezTo>
                <a:cubicBezTo>
                  <a:pt x="2244" y="54"/>
                  <a:pt x="2244" y="55"/>
                  <a:pt x="2244" y="55"/>
                </a:cubicBezTo>
                <a:cubicBezTo>
                  <a:pt x="2245" y="56"/>
                  <a:pt x="2245" y="56"/>
                  <a:pt x="2245" y="56"/>
                </a:cubicBezTo>
                <a:cubicBezTo>
                  <a:pt x="2246" y="57"/>
                  <a:pt x="2247" y="57"/>
                  <a:pt x="2247" y="58"/>
                </a:cubicBezTo>
                <a:cubicBezTo>
                  <a:pt x="2248" y="58"/>
                  <a:pt x="2249" y="58"/>
                  <a:pt x="2250" y="58"/>
                </a:cubicBezTo>
                <a:cubicBezTo>
                  <a:pt x="2251" y="59"/>
                  <a:pt x="2252" y="59"/>
                  <a:pt x="2253" y="59"/>
                </a:cubicBezTo>
                <a:cubicBezTo>
                  <a:pt x="2254" y="59"/>
                  <a:pt x="2255" y="59"/>
                  <a:pt x="2256" y="58"/>
                </a:cubicBezTo>
                <a:cubicBezTo>
                  <a:pt x="2257" y="58"/>
                  <a:pt x="2258" y="58"/>
                  <a:pt x="2258" y="58"/>
                </a:cubicBezTo>
                <a:cubicBezTo>
                  <a:pt x="2259" y="57"/>
                  <a:pt x="2259" y="57"/>
                  <a:pt x="2260" y="56"/>
                </a:cubicBezTo>
                <a:cubicBezTo>
                  <a:pt x="2260" y="56"/>
                  <a:pt x="2260" y="56"/>
                  <a:pt x="2260" y="55"/>
                </a:cubicBezTo>
                <a:cubicBezTo>
                  <a:pt x="2260" y="55"/>
                  <a:pt x="2259" y="54"/>
                  <a:pt x="2259" y="54"/>
                </a:cubicBezTo>
                <a:cubicBezTo>
                  <a:pt x="2258" y="53"/>
                  <a:pt x="2258" y="53"/>
                  <a:pt x="2257" y="53"/>
                </a:cubicBezTo>
                <a:cubicBezTo>
                  <a:pt x="2256" y="52"/>
                  <a:pt x="2255" y="52"/>
                  <a:pt x="2254" y="52"/>
                </a:cubicBezTo>
                <a:cubicBezTo>
                  <a:pt x="2253" y="52"/>
                  <a:pt x="2252" y="52"/>
                  <a:pt x="2251" y="52"/>
                </a:cubicBezTo>
                <a:cubicBezTo>
                  <a:pt x="2250" y="52"/>
                  <a:pt x="2249" y="52"/>
                  <a:pt x="2248" y="52"/>
                </a:cubicBezTo>
                <a:close/>
                <a:moveTo>
                  <a:pt x="2171" y="52"/>
                </a:moveTo>
                <a:cubicBezTo>
                  <a:pt x="2170" y="52"/>
                  <a:pt x="2170" y="52"/>
                  <a:pt x="2169" y="53"/>
                </a:cubicBezTo>
                <a:cubicBezTo>
                  <a:pt x="2168" y="53"/>
                  <a:pt x="2168" y="53"/>
                  <a:pt x="2168" y="54"/>
                </a:cubicBezTo>
                <a:cubicBezTo>
                  <a:pt x="2167" y="54"/>
                  <a:pt x="2167" y="55"/>
                  <a:pt x="2167" y="55"/>
                </a:cubicBezTo>
                <a:cubicBezTo>
                  <a:pt x="2168" y="56"/>
                  <a:pt x="2168" y="56"/>
                  <a:pt x="2169" y="56"/>
                </a:cubicBezTo>
                <a:cubicBezTo>
                  <a:pt x="2169" y="57"/>
                  <a:pt x="2170" y="57"/>
                  <a:pt x="2170" y="58"/>
                </a:cubicBezTo>
                <a:cubicBezTo>
                  <a:pt x="2171" y="58"/>
                  <a:pt x="2172" y="58"/>
                  <a:pt x="2173" y="58"/>
                </a:cubicBezTo>
                <a:cubicBezTo>
                  <a:pt x="2174" y="59"/>
                  <a:pt x="2175" y="59"/>
                  <a:pt x="2176" y="59"/>
                </a:cubicBezTo>
                <a:cubicBezTo>
                  <a:pt x="2177" y="59"/>
                  <a:pt x="2178" y="59"/>
                  <a:pt x="2179" y="58"/>
                </a:cubicBezTo>
                <a:cubicBezTo>
                  <a:pt x="2180" y="58"/>
                  <a:pt x="2181" y="58"/>
                  <a:pt x="2181" y="58"/>
                </a:cubicBezTo>
                <a:cubicBezTo>
                  <a:pt x="2182" y="57"/>
                  <a:pt x="2182" y="57"/>
                  <a:pt x="2183" y="56"/>
                </a:cubicBezTo>
                <a:cubicBezTo>
                  <a:pt x="2183" y="56"/>
                  <a:pt x="2183" y="56"/>
                  <a:pt x="2183" y="55"/>
                </a:cubicBezTo>
                <a:cubicBezTo>
                  <a:pt x="2183" y="55"/>
                  <a:pt x="2182" y="54"/>
                  <a:pt x="2182" y="54"/>
                </a:cubicBezTo>
                <a:cubicBezTo>
                  <a:pt x="2181" y="53"/>
                  <a:pt x="2181" y="53"/>
                  <a:pt x="2180" y="53"/>
                </a:cubicBezTo>
                <a:cubicBezTo>
                  <a:pt x="2179" y="52"/>
                  <a:pt x="2178" y="52"/>
                  <a:pt x="2177" y="52"/>
                </a:cubicBezTo>
                <a:cubicBezTo>
                  <a:pt x="2176" y="52"/>
                  <a:pt x="2175" y="52"/>
                  <a:pt x="2174" y="52"/>
                </a:cubicBezTo>
                <a:cubicBezTo>
                  <a:pt x="2173" y="52"/>
                  <a:pt x="2172" y="52"/>
                  <a:pt x="2171" y="52"/>
                </a:cubicBezTo>
                <a:close/>
                <a:moveTo>
                  <a:pt x="1941" y="52"/>
                </a:moveTo>
                <a:cubicBezTo>
                  <a:pt x="1940" y="52"/>
                  <a:pt x="1939" y="52"/>
                  <a:pt x="1938" y="53"/>
                </a:cubicBezTo>
                <a:cubicBezTo>
                  <a:pt x="1938" y="53"/>
                  <a:pt x="1937" y="53"/>
                  <a:pt x="1937" y="54"/>
                </a:cubicBezTo>
                <a:cubicBezTo>
                  <a:pt x="1937" y="54"/>
                  <a:pt x="1937" y="55"/>
                  <a:pt x="1937" y="55"/>
                </a:cubicBezTo>
                <a:cubicBezTo>
                  <a:pt x="1937" y="56"/>
                  <a:pt x="1937" y="56"/>
                  <a:pt x="1938" y="56"/>
                </a:cubicBezTo>
                <a:cubicBezTo>
                  <a:pt x="1938" y="57"/>
                  <a:pt x="1939" y="57"/>
                  <a:pt x="1940" y="58"/>
                </a:cubicBezTo>
                <a:cubicBezTo>
                  <a:pt x="1940" y="58"/>
                  <a:pt x="1941" y="58"/>
                  <a:pt x="1942" y="58"/>
                </a:cubicBezTo>
                <a:cubicBezTo>
                  <a:pt x="1943" y="59"/>
                  <a:pt x="1944" y="59"/>
                  <a:pt x="1945" y="59"/>
                </a:cubicBezTo>
                <a:cubicBezTo>
                  <a:pt x="1946" y="59"/>
                  <a:pt x="1947" y="59"/>
                  <a:pt x="1948" y="58"/>
                </a:cubicBezTo>
                <a:cubicBezTo>
                  <a:pt x="1949" y="58"/>
                  <a:pt x="1950" y="58"/>
                  <a:pt x="1950" y="58"/>
                </a:cubicBezTo>
                <a:cubicBezTo>
                  <a:pt x="1951" y="57"/>
                  <a:pt x="1952" y="57"/>
                  <a:pt x="1952" y="56"/>
                </a:cubicBezTo>
                <a:cubicBezTo>
                  <a:pt x="1952" y="56"/>
                  <a:pt x="1952" y="56"/>
                  <a:pt x="1952" y="55"/>
                </a:cubicBezTo>
                <a:cubicBezTo>
                  <a:pt x="1952" y="55"/>
                  <a:pt x="1952" y="54"/>
                  <a:pt x="1951" y="54"/>
                </a:cubicBezTo>
                <a:cubicBezTo>
                  <a:pt x="1951" y="53"/>
                  <a:pt x="1950" y="53"/>
                  <a:pt x="1949" y="53"/>
                </a:cubicBezTo>
                <a:cubicBezTo>
                  <a:pt x="1949" y="52"/>
                  <a:pt x="1948" y="52"/>
                  <a:pt x="1947" y="52"/>
                </a:cubicBezTo>
                <a:cubicBezTo>
                  <a:pt x="1946" y="52"/>
                  <a:pt x="1945" y="52"/>
                  <a:pt x="1944" y="52"/>
                </a:cubicBezTo>
                <a:cubicBezTo>
                  <a:pt x="1943" y="52"/>
                  <a:pt x="1942" y="52"/>
                  <a:pt x="1941" y="52"/>
                </a:cubicBezTo>
                <a:close/>
                <a:moveTo>
                  <a:pt x="2287" y="52"/>
                </a:moveTo>
                <a:cubicBezTo>
                  <a:pt x="2286" y="52"/>
                  <a:pt x="2285" y="52"/>
                  <a:pt x="2284" y="53"/>
                </a:cubicBezTo>
                <a:cubicBezTo>
                  <a:pt x="2284" y="53"/>
                  <a:pt x="2283" y="53"/>
                  <a:pt x="2283" y="54"/>
                </a:cubicBezTo>
                <a:cubicBezTo>
                  <a:pt x="2283" y="54"/>
                  <a:pt x="2283" y="55"/>
                  <a:pt x="2283" y="55"/>
                </a:cubicBezTo>
                <a:cubicBezTo>
                  <a:pt x="2283" y="56"/>
                  <a:pt x="2283" y="56"/>
                  <a:pt x="2284" y="56"/>
                </a:cubicBezTo>
                <a:cubicBezTo>
                  <a:pt x="2285" y="57"/>
                  <a:pt x="2285" y="57"/>
                  <a:pt x="2286" y="58"/>
                </a:cubicBezTo>
                <a:cubicBezTo>
                  <a:pt x="2287" y="58"/>
                  <a:pt x="2288" y="58"/>
                  <a:pt x="2289" y="58"/>
                </a:cubicBezTo>
                <a:cubicBezTo>
                  <a:pt x="2290" y="59"/>
                  <a:pt x="2291" y="59"/>
                  <a:pt x="2292" y="59"/>
                </a:cubicBezTo>
                <a:cubicBezTo>
                  <a:pt x="2293" y="59"/>
                  <a:pt x="2294" y="59"/>
                  <a:pt x="2295" y="58"/>
                </a:cubicBezTo>
                <a:cubicBezTo>
                  <a:pt x="2296" y="58"/>
                  <a:pt x="2296" y="58"/>
                  <a:pt x="2297" y="58"/>
                </a:cubicBezTo>
                <a:cubicBezTo>
                  <a:pt x="2297" y="57"/>
                  <a:pt x="2298" y="57"/>
                  <a:pt x="2298" y="56"/>
                </a:cubicBezTo>
                <a:cubicBezTo>
                  <a:pt x="2298" y="56"/>
                  <a:pt x="2298" y="56"/>
                  <a:pt x="2298" y="55"/>
                </a:cubicBezTo>
                <a:cubicBezTo>
                  <a:pt x="2298" y="55"/>
                  <a:pt x="2298" y="54"/>
                  <a:pt x="2297" y="54"/>
                </a:cubicBezTo>
                <a:cubicBezTo>
                  <a:pt x="2297" y="53"/>
                  <a:pt x="2296" y="53"/>
                  <a:pt x="2295" y="53"/>
                </a:cubicBezTo>
                <a:cubicBezTo>
                  <a:pt x="2294" y="52"/>
                  <a:pt x="2293" y="52"/>
                  <a:pt x="2292" y="52"/>
                </a:cubicBezTo>
                <a:cubicBezTo>
                  <a:pt x="2292" y="52"/>
                  <a:pt x="2290" y="52"/>
                  <a:pt x="2289" y="52"/>
                </a:cubicBezTo>
                <a:cubicBezTo>
                  <a:pt x="2288" y="52"/>
                  <a:pt x="2287" y="52"/>
                  <a:pt x="2287" y="52"/>
                </a:cubicBezTo>
                <a:close/>
                <a:moveTo>
                  <a:pt x="2018" y="52"/>
                </a:moveTo>
                <a:cubicBezTo>
                  <a:pt x="2017" y="52"/>
                  <a:pt x="2016" y="52"/>
                  <a:pt x="2015" y="53"/>
                </a:cubicBezTo>
                <a:cubicBezTo>
                  <a:pt x="2015" y="53"/>
                  <a:pt x="2014" y="53"/>
                  <a:pt x="2014" y="54"/>
                </a:cubicBezTo>
                <a:cubicBezTo>
                  <a:pt x="2014" y="54"/>
                  <a:pt x="2014" y="55"/>
                  <a:pt x="2014" y="55"/>
                </a:cubicBezTo>
                <a:cubicBezTo>
                  <a:pt x="2014" y="56"/>
                  <a:pt x="2014" y="56"/>
                  <a:pt x="2015" y="56"/>
                </a:cubicBezTo>
                <a:cubicBezTo>
                  <a:pt x="2015" y="57"/>
                  <a:pt x="2016" y="57"/>
                  <a:pt x="2017" y="58"/>
                </a:cubicBezTo>
                <a:cubicBezTo>
                  <a:pt x="2017" y="58"/>
                  <a:pt x="2018" y="58"/>
                  <a:pt x="2019" y="58"/>
                </a:cubicBezTo>
                <a:cubicBezTo>
                  <a:pt x="2020" y="59"/>
                  <a:pt x="2021" y="59"/>
                  <a:pt x="2022" y="59"/>
                </a:cubicBezTo>
                <a:cubicBezTo>
                  <a:pt x="2023" y="59"/>
                  <a:pt x="2024" y="59"/>
                  <a:pt x="2025" y="58"/>
                </a:cubicBezTo>
                <a:cubicBezTo>
                  <a:pt x="2026" y="58"/>
                  <a:pt x="2027" y="58"/>
                  <a:pt x="2027" y="58"/>
                </a:cubicBezTo>
                <a:cubicBezTo>
                  <a:pt x="2028" y="57"/>
                  <a:pt x="2028" y="57"/>
                  <a:pt x="2029" y="56"/>
                </a:cubicBezTo>
                <a:cubicBezTo>
                  <a:pt x="2029" y="56"/>
                  <a:pt x="2029" y="56"/>
                  <a:pt x="2029" y="55"/>
                </a:cubicBezTo>
                <a:cubicBezTo>
                  <a:pt x="2029" y="55"/>
                  <a:pt x="2029" y="54"/>
                  <a:pt x="2028" y="54"/>
                </a:cubicBezTo>
                <a:cubicBezTo>
                  <a:pt x="2028" y="53"/>
                  <a:pt x="2027" y="53"/>
                  <a:pt x="2026" y="53"/>
                </a:cubicBezTo>
                <a:cubicBezTo>
                  <a:pt x="2025" y="52"/>
                  <a:pt x="2024" y="52"/>
                  <a:pt x="2024" y="52"/>
                </a:cubicBezTo>
                <a:cubicBezTo>
                  <a:pt x="2023" y="52"/>
                  <a:pt x="2022" y="52"/>
                  <a:pt x="2020" y="52"/>
                </a:cubicBezTo>
                <a:cubicBezTo>
                  <a:pt x="2019" y="52"/>
                  <a:pt x="2018" y="52"/>
                  <a:pt x="2018" y="52"/>
                </a:cubicBezTo>
                <a:close/>
                <a:moveTo>
                  <a:pt x="1249" y="52"/>
                </a:moveTo>
                <a:cubicBezTo>
                  <a:pt x="1248" y="52"/>
                  <a:pt x="1247" y="52"/>
                  <a:pt x="1247" y="53"/>
                </a:cubicBezTo>
                <a:cubicBezTo>
                  <a:pt x="1246" y="53"/>
                  <a:pt x="1245" y="53"/>
                  <a:pt x="1245" y="54"/>
                </a:cubicBezTo>
                <a:cubicBezTo>
                  <a:pt x="1245" y="54"/>
                  <a:pt x="1244" y="55"/>
                  <a:pt x="1244" y="55"/>
                </a:cubicBezTo>
                <a:cubicBezTo>
                  <a:pt x="1244" y="56"/>
                  <a:pt x="1245" y="56"/>
                  <a:pt x="1245" y="56"/>
                </a:cubicBezTo>
                <a:cubicBezTo>
                  <a:pt x="1245" y="57"/>
                  <a:pt x="1246" y="57"/>
                  <a:pt x="1247" y="58"/>
                </a:cubicBezTo>
                <a:cubicBezTo>
                  <a:pt x="1247" y="58"/>
                  <a:pt x="1248" y="58"/>
                  <a:pt x="1249" y="58"/>
                </a:cubicBezTo>
                <a:cubicBezTo>
                  <a:pt x="1250" y="59"/>
                  <a:pt x="1251" y="59"/>
                  <a:pt x="1252" y="59"/>
                </a:cubicBezTo>
                <a:cubicBezTo>
                  <a:pt x="1253" y="59"/>
                  <a:pt x="1254" y="59"/>
                  <a:pt x="1255" y="58"/>
                </a:cubicBezTo>
                <a:cubicBezTo>
                  <a:pt x="1256" y="58"/>
                  <a:pt x="1257" y="58"/>
                  <a:pt x="1257" y="58"/>
                </a:cubicBezTo>
                <a:cubicBezTo>
                  <a:pt x="1258" y="57"/>
                  <a:pt x="1259" y="57"/>
                  <a:pt x="1259" y="56"/>
                </a:cubicBezTo>
                <a:cubicBezTo>
                  <a:pt x="1259" y="56"/>
                  <a:pt x="1260" y="56"/>
                  <a:pt x="1260" y="55"/>
                </a:cubicBezTo>
                <a:cubicBezTo>
                  <a:pt x="1260" y="55"/>
                  <a:pt x="1259" y="54"/>
                  <a:pt x="1259" y="54"/>
                </a:cubicBezTo>
                <a:cubicBezTo>
                  <a:pt x="1259" y="53"/>
                  <a:pt x="1258" y="53"/>
                  <a:pt x="1257" y="53"/>
                </a:cubicBezTo>
                <a:cubicBezTo>
                  <a:pt x="1257" y="52"/>
                  <a:pt x="1256" y="52"/>
                  <a:pt x="1255" y="52"/>
                </a:cubicBezTo>
                <a:cubicBezTo>
                  <a:pt x="1254" y="52"/>
                  <a:pt x="1253" y="52"/>
                  <a:pt x="1252" y="52"/>
                </a:cubicBezTo>
                <a:cubicBezTo>
                  <a:pt x="1251" y="52"/>
                  <a:pt x="1250" y="52"/>
                  <a:pt x="1249" y="52"/>
                </a:cubicBezTo>
                <a:close/>
                <a:moveTo>
                  <a:pt x="2094" y="52"/>
                </a:moveTo>
                <a:cubicBezTo>
                  <a:pt x="2093" y="52"/>
                  <a:pt x="2093" y="52"/>
                  <a:pt x="2092" y="53"/>
                </a:cubicBezTo>
                <a:cubicBezTo>
                  <a:pt x="2092" y="53"/>
                  <a:pt x="2091" y="53"/>
                  <a:pt x="2091" y="54"/>
                </a:cubicBezTo>
                <a:cubicBezTo>
                  <a:pt x="2091" y="54"/>
                  <a:pt x="2090" y="55"/>
                  <a:pt x="2091" y="55"/>
                </a:cubicBezTo>
                <a:cubicBezTo>
                  <a:pt x="2091" y="56"/>
                  <a:pt x="2091" y="56"/>
                  <a:pt x="2092" y="56"/>
                </a:cubicBezTo>
                <a:cubicBezTo>
                  <a:pt x="2092" y="57"/>
                  <a:pt x="2093" y="57"/>
                  <a:pt x="2093" y="58"/>
                </a:cubicBezTo>
                <a:cubicBezTo>
                  <a:pt x="2094" y="58"/>
                  <a:pt x="2095" y="58"/>
                  <a:pt x="2096" y="58"/>
                </a:cubicBezTo>
                <a:cubicBezTo>
                  <a:pt x="2097" y="59"/>
                  <a:pt x="2098" y="59"/>
                  <a:pt x="2099" y="59"/>
                </a:cubicBezTo>
                <a:cubicBezTo>
                  <a:pt x="2100" y="59"/>
                  <a:pt x="2101" y="59"/>
                  <a:pt x="2102" y="58"/>
                </a:cubicBezTo>
                <a:cubicBezTo>
                  <a:pt x="2103" y="58"/>
                  <a:pt x="2104" y="58"/>
                  <a:pt x="2104" y="58"/>
                </a:cubicBezTo>
                <a:cubicBezTo>
                  <a:pt x="2105" y="57"/>
                  <a:pt x="2105" y="57"/>
                  <a:pt x="2106" y="56"/>
                </a:cubicBezTo>
                <a:cubicBezTo>
                  <a:pt x="2106" y="56"/>
                  <a:pt x="2106" y="56"/>
                  <a:pt x="2106" y="55"/>
                </a:cubicBezTo>
                <a:cubicBezTo>
                  <a:pt x="2106" y="55"/>
                  <a:pt x="2105" y="54"/>
                  <a:pt x="2105" y="54"/>
                </a:cubicBezTo>
                <a:cubicBezTo>
                  <a:pt x="2104" y="53"/>
                  <a:pt x="2104" y="53"/>
                  <a:pt x="2103" y="53"/>
                </a:cubicBezTo>
                <a:cubicBezTo>
                  <a:pt x="2102" y="52"/>
                  <a:pt x="2101" y="52"/>
                  <a:pt x="2100" y="52"/>
                </a:cubicBezTo>
                <a:cubicBezTo>
                  <a:pt x="2099" y="52"/>
                  <a:pt x="2098" y="52"/>
                  <a:pt x="2097" y="52"/>
                </a:cubicBezTo>
                <a:cubicBezTo>
                  <a:pt x="2096" y="52"/>
                  <a:pt x="2095" y="52"/>
                  <a:pt x="2094" y="52"/>
                </a:cubicBezTo>
                <a:close/>
                <a:moveTo>
                  <a:pt x="1749" y="52"/>
                </a:moveTo>
                <a:cubicBezTo>
                  <a:pt x="1748" y="52"/>
                  <a:pt x="1747" y="52"/>
                  <a:pt x="1746" y="53"/>
                </a:cubicBezTo>
                <a:cubicBezTo>
                  <a:pt x="1746" y="53"/>
                  <a:pt x="1745" y="53"/>
                  <a:pt x="1745" y="54"/>
                </a:cubicBezTo>
                <a:cubicBezTo>
                  <a:pt x="1744" y="54"/>
                  <a:pt x="1744" y="55"/>
                  <a:pt x="1744" y="55"/>
                </a:cubicBezTo>
                <a:cubicBezTo>
                  <a:pt x="1744" y="56"/>
                  <a:pt x="1745" y="56"/>
                  <a:pt x="1745" y="56"/>
                </a:cubicBezTo>
                <a:cubicBezTo>
                  <a:pt x="1746" y="57"/>
                  <a:pt x="1746" y="57"/>
                  <a:pt x="1747" y="58"/>
                </a:cubicBezTo>
                <a:cubicBezTo>
                  <a:pt x="1748" y="58"/>
                  <a:pt x="1749" y="58"/>
                  <a:pt x="1750" y="58"/>
                </a:cubicBezTo>
                <a:cubicBezTo>
                  <a:pt x="1751" y="59"/>
                  <a:pt x="1752" y="59"/>
                  <a:pt x="1753" y="59"/>
                </a:cubicBezTo>
                <a:cubicBezTo>
                  <a:pt x="1754" y="59"/>
                  <a:pt x="1755" y="59"/>
                  <a:pt x="1756" y="58"/>
                </a:cubicBezTo>
                <a:cubicBezTo>
                  <a:pt x="1756" y="58"/>
                  <a:pt x="1757" y="58"/>
                  <a:pt x="1758" y="58"/>
                </a:cubicBezTo>
                <a:cubicBezTo>
                  <a:pt x="1759" y="57"/>
                  <a:pt x="1759" y="57"/>
                  <a:pt x="1759" y="56"/>
                </a:cubicBezTo>
                <a:cubicBezTo>
                  <a:pt x="1760" y="56"/>
                  <a:pt x="1760" y="56"/>
                  <a:pt x="1760" y="55"/>
                </a:cubicBezTo>
                <a:cubicBezTo>
                  <a:pt x="1760" y="55"/>
                  <a:pt x="1759" y="54"/>
                  <a:pt x="1759" y="54"/>
                </a:cubicBezTo>
                <a:cubicBezTo>
                  <a:pt x="1758" y="53"/>
                  <a:pt x="1758" y="53"/>
                  <a:pt x="1757" y="53"/>
                </a:cubicBezTo>
                <a:cubicBezTo>
                  <a:pt x="1756" y="52"/>
                  <a:pt x="1756" y="52"/>
                  <a:pt x="1755" y="52"/>
                </a:cubicBezTo>
                <a:cubicBezTo>
                  <a:pt x="1754" y="52"/>
                  <a:pt x="1753" y="52"/>
                  <a:pt x="1752" y="52"/>
                </a:cubicBezTo>
                <a:cubicBezTo>
                  <a:pt x="1750" y="52"/>
                  <a:pt x="1749" y="52"/>
                  <a:pt x="1749" y="52"/>
                </a:cubicBezTo>
                <a:close/>
                <a:moveTo>
                  <a:pt x="1710" y="52"/>
                </a:moveTo>
                <a:cubicBezTo>
                  <a:pt x="1709" y="52"/>
                  <a:pt x="1708" y="52"/>
                  <a:pt x="1708" y="53"/>
                </a:cubicBezTo>
                <a:cubicBezTo>
                  <a:pt x="1707" y="53"/>
                  <a:pt x="1707" y="53"/>
                  <a:pt x="1706" y="54"/>
                </a:cubicBezTo>
                <a:cubicBezTo>
                  <a:pt x="1706" y="54"/>
                  <a:pt x="1706" y="55"/>
                  <a:pt x="1706" y="55"/>
                </a:cubicBezTo>
                <a:cubicBezTo>
                  <a:pt x="1706" y="56"/>
                  <a:pt x="1706" y="56"/>
                  <a:pt x="1707" y="56"/>
                </a:cubicBezTo>
                <a:cubicBezTo>
                  <a:pt x="1707" y="57"/>
                  <a:pt x="1708" y="57"/>
                  <a:pt x="1709" y="58"/>
                </a:cubicBezTo>
                <a:cubicBezTo>
                  <a:pt x="1709" y="58"/>
                  <a:pt x="1710" y="58"/>
                  <a:pt x="1711" y="58"/>
                </a:cubicBezTo>
                <a:cubicBezTo>
                  <a:pt x="1712" y="59"/>
                  <a:pt x="1713" y="59"/>
                  <a:pt x="1714" y="59"/>
                </a:cubicBezTo>
                <a:cubicBezTo>
                  <a:pt x="1715" y="59"/>
                  <a:pt x="1716" y="59"/>
                  <a:pt x="1717" y="58"/>
                </a:cubicBezTo>
                <a:cubicBezTo>
                  <a:pt x="1718" y="58"/>
                  <a:pt x="1719" y="58"/>
                  <a:pt x="1719" y="58"/>
                </a:cubicBezTo>
                <a:cubicBezTo>
                  <a:pt x="1720" y="57"/>
                  <a:pt x="1721" y="57"/>
                  <a:pt x="1721" y="56"/>
                </a:cubicBezTo>
                <a:cubicBezTo>
                  <a:pt x="1721" y="56"/>
                  <a:pt x="1721" y="56"/>
                  <a:pt x="1721" y="55"/>
                </a:cubicBezTo>
                <a:cubicBezTo>
                  <a:pt x="1721" y="55"/>
                  <a:pt x="1721" y="54"/>
                  <a:pt x="1720" y="54"/>
                </a:cubicBezTo>
                <a:cubicBezTo>
                  <a:pt x="1720" y="53"/>
                  <a:pt x="1719" y="53"/>
                  <a:pt x="1719" y="53"/>
                </a:cubicBezTo>
                <a:cubicBezTo>
                  <a:pt x="1718" y="52"/>
                  <a:pt x="1717" y="52"/>
                  <a:pt x="1716" y="52"/>
                </a:cubicBezTo>
                <a:cubicBezTo>
                  <a:pt x="1715" y="52"/>
                  <a:pt x="1714" y="52"/>
                  <a:pt x="1713" y="52"/>
                </a:cubicBezTo>
                <a:cubicBezTo>
                  <a:pt x="1712" y="52"/>
                  <a:pt x="1711" y="52"/>
                  <a:pt x="1710" y="52"/>
                </a:cubicBezTo>
                <a:close/>
                <a:moveTo>
                  <a:pt x="1891" y="61"/>
                </a:moveTo>
                <a:cubicBezTo>
                  <a:pt x="1890" y="60"/>
                  <a:pt x="1889" y="60"/>
                  <a:pt x="1888" y="60"/>
                </a:cubicBezTo>
                <a:cubicBezTo>
                  <a:pt x="1887" y="60"/>
                  <a:pt x="1886" y="60"/>
                  <a:pt x="1885" y="61"/>
                </a:cubicBezTo>
                <a:cubicBezTo>
                  <a:pt x="1884" y="61"/>
                  <a:pt x="1883" y="61"/>
                  <a:pt x="1883" y="61"/>
                </a:cubicBezTo>
                <a:cubicBezTo>
                  <a:pt x="1882" y="62"/>
                  <a:pt x="1881" y="62"/>
                  <a:pt x="1881" y="63"/>
                </a:cubicBezTo>
                <a:cubicBezTo>
                  <a:pt x="1881" y="63"/>
                  <a:pt x="1881" y="63"/>
                  <a:pt x="1881" y="64"/>
                </a:cubicBezTo>
                <a:cubicBezTo>
                  <a:pt x="1881" y="64"/>
                  <a:pt x="1881" y="65"/>
                  <a:pt x="1882" y="65"/>
                </a:cubicBezTo>
                <a:cubicBezTo>
                  <a:pt x="1882" y="66"/>
                  <a:pt x="1883" y="66"/>
                  <a:pt x="1884" y="66"/>
                </a:cubicBezTo>
                <a:cubicBezTo>
                  <a:pt x="1884" y="67"/>
                  <a:pt x="1885" y="67"/>
                  <a:pt x="1886" y="67"/>
                </a:cubicBezTo>
                <a:cubicBezTo>
                  <a:pt x="1887" y="67"/>
                  <a:pt x="1888" y="67"/>
                  <a:pt x="1889" y="67"/>
                </a:cubicBezTo>
                <a:cubicBezTo>
                  <a:pt x="1889" y="67"/>
                  <a:pt x="1890" y="67"/>
                  <a:pt x="1890" y="67"/>
                </a:cubicBezTo>
                <a:cubicBezTo>
                  <a:pt x="1890" y="67"/>
                  <a:pt x="1891" y="67"/>
                  <a:pt x="1891" y="67"/>
                </a:cubicBezTo>
                <a:cubicBezTo>
                  <a:pt x="1891" y="67"/>
                  <a:pt x="1891" y="67"/>
                  <a:pt x="1892" y="67"/>
                </a:cubicBezTo>
                <a:cubicBezTo>
                  <a:pt x="1892" y="67"/>
                  <a:pt x="1892" y="67"/>
                  <a:pt x="1892" y="67"/>
                </a:cubicBezTo>
                <a:cubicBezTo>
                  <a:pt x="1894" y="67"/>
                  <a:pt x="1897" y="66"/>
                  <a:pt x="1896" y="64"/>
                </a:cubicBezTo>
                <a:cubicBezTo>
                  <a:pt x="1896" y="64"/>
                  <a:pt x="1896" y="63"/>
                  <a:pt x="1896" y="63"/>
                </a:cubicBezTo>
                <a:cubicBezTo>
                  <a:pt x="1895" y="63"/>
                  <a:pt x="1895" y="62"/>
                  <a:pt x="1894" y="62"/>
                </a:cubicBezTo>
                <a:cubicBezTo>
                  <a:pt x="1894" y="62"/>
                  <a:pt x="1893" y="61"/>
                  <a:pt x="1893" y="61"/>
                </a:cubicBezTo>
                <a:cubicBezTo>
                  <a:pt x="1892" y="61"/>
                  <a:pt x="1892" y="61"/>
                  <a:pt x="1891" y="61"/>
                </a:cubicBezTo>
                <a:cubicBezTo>
                  <a:pt x="1891" y="61"/>
                  <a:pt x="1892" y="61"/>
                  <a:pt x="1891" y="61"/>
                </a:cubicBezTo>
                <a:close/>
                <a:moveTo>
                  <a:pt x="2120" y="60"/>
                </a:moveTo>
                <a:cubicBezTo>
                  <a:pt x="2120" y="60"/>
                  <a:pt x="2120" y="60"/>
                  <a:pt x="2120" y="60"/>
                </a:cubicBezTo>
                <a:cubicBezTo>
                  <a:pt x="2120" y="60"/>
                  <a:pt x="2120" y="60"/>
                  <a:pt x="2119" y="60"/>
                </a:cubicBezTo>
                <a:cubicBezTo>
                  <a:pt x="2119" y="60"/>
                  <a:pt x="2119" y="60"/>
                  <a:pt x="2119" y="60"/>
                </a:cubicBezTo>
                <a:cubicBezTo>
                  <a:pt x="2118" y="60"/>
                  <a:pt x="2117" y="60"/>
                  <a:pt x="2116" y="61"/>
                </a:cubicBezTo>
                <a:cubicBezTo>
                  <a:pt x="2115" y="61"/>
                  <a:pt x="2114" y="61"/>
                  <a:pt x="2114" y="61"/>
                </a:cubicBezTo>
                <a:cubicBezTo>
                  <a:pt x="2113" y="62"/>
                  <a:pt x="2113" y="62"/>
                  <a:pt x="2112" y="63"/>
                </a:cubicBezTo>
                <a:cubicBezTo>
                  <a:pt x="2112" y="63"/>
                  <a:pt x="2112" y="63"/>
                  <a:pt x="2112" y="64"/>
                </a:cubicBezTo>
                <a:cubicBezTo>
                  <a:pt x="2112" y="64"/>
                  <a:pt x="2113" y="65"/>
                  <a:pt x="2113" y="65"/>
                </a:cubicBezTo>
                <a:cubicBezTo>
                  <a:pt x="2114" y="66"/>
                  <a:pt x="2114" y="66"/>
                  <a:pt x="2115" y="66"/>
                </a:cubicBezTo>
                <a:cubicBezTo>
                  <a:pt x="2116" y="67"/>
                  <a:pt x="2117" y="67"/>
                  <a:pt x="2118" y="67"/>
                </a:cubicBezTo>
                <a:cubicBezTo>
                  <a:pt x="2119" y="67"/>
                  <a:pt x="2120" y="67"/>
                  <a:pt x="2121" y="67"/>
                </a:cubicBezTo>
                <a:cubicBezTo>
                  <a:pt x="2121" y="67"/>
                  <a:pt x="2121" y="67"/>
                  <a:pt x="2121" y="67"/>
                </a:cubicBezTo>
                <a:cubicBezTo>
                  <a:pt x="2122" y="67"/>
                  <a:pt x="2122" y="67"/>
                  <a:pt x="2122" y="67"/>
                </a:cubicBezTo>
                <a:cubicBezTo>
                  <a:pt x="2122" y="67"/>
                  <a:pt x="2122" y="67"/>
                  <a:pt x="2122" y="67"/>
                </a:cubicBezTo>
                <a:cubicBezTo>
                  <a:pt x="2122" y="67"/>
                  <a:pt x="2122" y="67"/>
                  <a:pt x="2123" y="67"/>
                </a:cubicBezTo>
                <a:cubicBezTo>
                  <a:pt x="2123" y="67"/>
                  <a:pt x="2124" y="67"/>
                  <a:pt x="2125" y="67"/>
                </a:cubicBezTo>
                <a:cubicBezTo>
                  <a:pt x="2126" y="67"/>
                  <a:pt x="2126" y="66"/>
                  <a:pt x="2127" y="66"/>
                </a:cubicBezTo>
                <a:cubicBezTo>
                  <a:pt x="2127" y="66"/>
                  <a:pt x="2127" y="65"/>
                  <a:pt x="2128" y="65"/>
                </a:cubicBezTo>
                <a:cubicBezTo>
                  <a:pt x="2128" y="65"/>
                  <a:pt x="2128" y="64"/>
                  <a:pt x="2128" y="64"/>
                </a:cubicBezTo>
                <a:cubicBezTo>
                  <a:pt x="2128" y="63"/>
                  <a:pt x="2127" y="63"/>
                  <a:pt x="2127" y="63"/>
                </a:cubicBezTo>
                <a:cubicBezTo>
                  <a:pt x="2126" y="62"/>
                  <a:pt x="2126" y="62"/>
                  <a:pt x="2125" y="62"/>
                </a:cubicBezTo>
                <a:cubicBezTo>
                  <a:pt x="2125" y="61"/>
                  <a:pt x="2124" y="61"/>
                  <a:pt x="2123" y="61"/>
                </a:cubicBezTo>
                <a:cubicBezTo>
                  <a:pt x="2122" y="61"/>
                  <a:pt x="2121" y="61"/>
                  <a:pt x="2121" y="60"/>
                </a:cubicBezTo>
                <a:cubicBezTo>
                  <a:pt x="2120" y="60"/>
                  <a:pt x="2120" y="60"/>
                  <a:pt x="2120" y="60"/>
                </a:cubicBezTo>
                <a:close/>
                <a:moveTo>
                  <a:pt x="2197" y="60"/>
                </a:moveTo>
                <a:cubicBezTo>
                  <a:pt x="2197" y="60"/>
                  <a:pt x="2197" y="60"/>
                  <a:pt x="2197" y="60"/>
                </a:cubicBezTo>
                <a:cubicBezTo>
                  <a:pt x="2197" y="60"/>
                  <a:pt x="2197" y="60"/>
                  <a:pt x="2196" y="60"/>
                </a:cubicBezTo>
                <a:cubicBezTo>
                  <a:pt x="2196" y="60"/>
                  <a:pt x="2196" y="60"/>
                  <a:pt x="2196" y="60"/>
                </a:cubicBezTo>
                <a:cubicBezTo>
                  <a:pt x="2195" y="60"/>
                  <a:pt x="2194" y="60"/>
                  <a:pt x="2193" y="61"/>
                </a:cubicBezTo>
                <a:cubicBezTo>
                  <a:pt x="2192" y="61"/>
                  <a:pt x="2192" y="61"/>
                  <a:pt x="2191" y="61"/>
                </a:cubicBezTo>
                <a:cubicBezTo>
                  <a:pt x="2190" y="62"/>
                  <a:pt x="2190" y="62"/>
                  <a:pt x="2190" y="63"/>
                </a:cubicBezTo>
                <a:cubicBezTo>
                  <a:pt x="2189" y="63"/>
                  <a:pt x="2189" y="63"/>
                  <a:pt x="2189" y="64"/>
                </a:cubicBezTo>
                <a:cubicBezTo>
                  <a:pt x="2190" y="64"/>
                  <a:pt x="2190" y="65"/>
                  <a:pt x="2190" y="65"/>
                </a:cubicBezTo>
                <a:cubicBezTo>
                  <a:pt x="2191" y="66"/>
                  <a:pt x="2192" y="66"/>
                  <a:pt x="2192" y="66"/>
                </a:cubicBezTo>
                <a:cubicBezTo>
                  <a:pt x="2193" y="67"/>
                  <a:pt x="2194" y="67"/>
                  <a:pt x="2195" y="67"/>
                </a:cubicBezTo>
                <a:cubicBezTo>
                  <a:pt x="2196" y="67"/>
                  <a:pt x="2197" y="67"/>
                  <a:pt x="2198" y="67"/>
                </a:cubicBezTo>
                <a:cubicBezTo>
                  <a:pt x="2198" y="67"/>
                  <a:pt x="2198" y="67"/>
                  <a:pt x="2199" y="67"/>
                </a:cubicBezTo>
                <a:cubicBezTo>
                  <a:pt x="2199" y="67"/>
                  <a:pt x="2199" y="67"/>
                  <a:pt x="2199" y="67"/>
                </a:cubicBezTo>
                <a:cubicBezTo>
                  <a:pt x="2199" y="67"/>
                  <a:pt x="2199" y="67"/>
                  <a:pt x="2199" y="67"/>
                </a:cubicBezTo>
                <a:cubicBezTo>
                  <a:pt x="2199" y="67"/>
                  <a:pt x="2200" y="67"/>
                  <a:pt x="2200" y="67"/>
                </a:cubicBezTo>
                <a:cubicBezTo>
                  <a:pt x="2201" y="67"/>
                  <a:pt x="2201" y="67"/>
                  <a:pt x="2202" y="67"/>
                </a:cubicBezTo>
                <a:cubicBezTo>
                  <a:pt x="2203" y="67"/>
                  <a:pt x="2203" y="66"/>
                  <a:pt x="2204" y="66"/>
                </a:cubicBezTo>
                <a:cubicBezTo>
                  <a:pt x="2204" y="66"/>
                  <a:pt x="2205" y="65"/>
                  <a:pt x="2205" y="65"/>
                </a:cubicBezTo>
                <a:cubicBezTo>
                  <a:pt x="2205" y="65"/>
                  <a:pt x="2205" y="64"/>
                  <a:pt x="2205" y="64"/>
                </a:cubicBezTo>
                <a:cubicBezTo>
                  <a:pt x="2205" y="63"/>
                  <a:pt x="2204" y="63"/>
                  <a:pt x="2204" y="63"/>
                </a:cubicBezTo>
                <a:cubicBezTo>
                  <a:pt x="2204" y="62"/>
                  <a:pt x="2203" y="62"/>
                  <a:pt x="2202" y="62"/>
                </a:cubicBezTo>
                <a:cubicBezTo>
                  <a:pt x="2202" y="61"/>
                  <a:pt x="2201" y="61"/>
                  <a:pt x="2200" y="61"/>
                </a:cubicBezTo>
                <a:cubicBezTo>
                  <a:pt x="2199" y="61"/>
                  <a:pt x="2199" y="61"/>
                  <a:pt x="2198" y="60"/>
                </a:cubicBezTo>
                <a:cubicBezTo>
                  <a:pt x="2197" y="60"/>
                  <a:pt x="2197" y="60"/>
                  <a:pt x="2197" y="60"/>
                </a:cubicBezTo>
                <a:close/>
                <a:moveTo>
                  <a:pt x="1230" y="61"/>
                </a:moveTo>
                <a:cubicBezTo>
                  <a:pt x="1229" y="61"/>
                  <a:pt x="1228" y="61"/>
                  <a:pt x="1227" y="61"/>
                </a:cubicBezTo>
                <a:cubicBezTo>
                  <a:pt x="1227" y="62"/>
                  <a:pt x="1226" y="62"/>
                  <a:pt x="1226" y="63"/>
                </a:cubicBezTo>
                <a:cubicBezTo>
                  <a:pt x="1225" y="63"/>
                  <a:pt x="1225" y="63"/>
                  <a:pt x="1225" y="64"/>
                </a:cubicBezTo>
                <a:cubicBezTo>
                  <a:pt x="1225" y="64"/>
                  <a:pt x="1225" y="65"/>
                  <a:pt x="1226" y="65"/>
                </a:cubicBezTo>
                <a:cubicBezTo>
                  <a:pt x="1226" y="66"/>
                  <a:pt x="1226" y="66"/>
                  <a:pt x="1227" y="66"/>
                </a:cubicBezTo>
                <a:cubicBezTo>
                  <a:pt x="1228" y="67"/>
                  <a:pt x="1229" y="67"/>
                  <a:pt x="1230" y="67"/>
                </a:cubicBezTo>
                <a:cubicBezTo>
                  <a:pt x="1231" y="67"/>
                  <a:pt x="1232" y="67"/>
                  <a:pt x="1233" y="67"/>
                </a:cubicBezTo>
                <a:cubicBezTo>
                  <a:pt x="1234" y="67"/>
                  <a:pt x="1235" y="67"/>
                  <a:pt x="1236" y="67"/>
                </a:cubicBezTo>
                <a:cubicBezTo>
                  <a:pt x="1237" y="67"/>
                  <a:pt x="1237" y="67"/>
                  <a:pt x="1238" y="66"/>
                </a:cubicBezTo>
                <a:cubicBezTo>
                  <a:pt x="1239" y="66"/>
                  <a:pt x="1239" y="66"/>
                  <a:pt x="1240" y="65"/>
                </a:cubicBezTo>
                <a:cubicBezTo>
                  <a:pt x="1240" y="65"/>
                  <a:pt x="1240" y="64"/>
                  <a:pt x="1240" y="64"/>
                </a:cubicBezTo>
                <a:cubicBezTo>
                  <a:pt x="1240" y="63"/>
                  <a:pt x="1240" y="63"/>
                  <a:pt x="1240" y="63"/>
                </a:cubicBezTo>
                <a:cubicBezTo>
                  <a:pt x="1239" y="62"/>
                  <a:pt x="1239" y="62"/>
                  <a:pt x="1238" y="61"/>
                </a:cubicBezTo>
                <a:cubicBezTo>
                  <a:pt x="1237" y="61"/>
                  <a:pt x="1237" y="61"/>
                  <a:pt x="1236" y="61"/>
                </a:cubicBezTo>
                <a:cubicBezTo>
                  <a:pt x="1235" y="60"/>
                  <a:pt x="1234" y="60"/>
                  <a:pt x="1233" y="60"/>
                </a:cubicBezTo>
                <a:cubicBezTo>
                  <a:pt x="1232" y="60"/>
                  <a:pt x="1231" y="60"/>
                  <a:pt x="1230" y="61"/>
                </a:cubicBezTo>
                <a:close/>
                <a:moveTo>
                  <a:pt x="2317" y="67"/>
                </a:moveTo>
                <a:cubicBezTo>
                  <a:pt x="2318" y="67"/>
                  <a:pt x="2319" y="67"/>
                  <a:pt x="2319" y="66"/>
                </a:cubicBezTo>
                <a:cubicBezTo>
                  <a:pt x="2320" y="66"/>
                  <a:pt x="2320" y="66"/>
                  <a:pt x="2320" y="65"/>
                </a:cubicBezTo>
                <a:cubicBezTo>
                  <a:pt x="2321" y="65"/>
                  <a:pt x="2321" y="64"/>
                  <a:pt x="2321" y="64"/>
                </a:cubicBezTo>
                <a:cubicBezTo>
                  <a:pt x="2320" y="63"/>
                  <a:pt x="2320" y="63"/>
                  <a:pt x="2319" y="63"/>
                </a:cubicBezTo>
                <a:cubicBezTo>
                  <a:pt x="2319" y="62"/>
                  <a:pt x="2318" y="62"/>
                  <a:pt x="2317" y="61"/>
                </a:cubicBezTo>
                <a:cubicBezTo>
                  <a:pt x="2317" y="61"/>
                  <a:pt x="2316" y="61"/>
                  <a:pt x="2315" y="61"/>
                </a:cubicBezTo>
                <a:cubicBezTo>
                  <a:pt x="2314" y="60"/>
                  <a:pt x="2313" y="60"/>
                  <a:pt x="2312" y="60"/>
                </a:cubicBezTo>
                <a:cubicBezTo>
                  <a:pt x="2311" y="60"/>
                  <a:pt x="2310" y="60"/>
                  <a:pt x="2309" y="61"/>
                </a:cubicBezTo>
                <a:cubicBezTo>
                  <a:pt x="2308" y="61"/>
                  <a:pt x="2307" y="61"/>
                  <a:pt x="2307" y="61"/>
                </a:cubicBezTo>
                <a:cubicBezTo>
                  <a:pt x="2306" y="62"/>
                  <a:pt x="2306" y="62"/>
                  <a:pt x="2305" y="63"/>
                </a:cubicBezTo>
                <a:cubicBezTo>
                  <a:pt x="2305" y="63"/>
                  <a:pt x="2305" y="63"/>
                  <a:pt x="2305" y="64"/>
                </a:cubicBezTo>
                <a:cubicBezTo>
                  <a:pt x="2305" y="64"/>
                  <a:pt x="2306" y="65"/>
                  <a:pt x="2306" y="65"/>
                </a:cubicBezTo>
                <a:cubicBezTo>
                  <a:pt x="2307" y="66"/>
                  <a:pt x="2307" y="66"/>
                  <a:pt x="2308" y="66"/>
                </a:cubicBezTo>
                <a:cubicBezTo>
                  <a:pt x="2309" y="67"/>
                  <a:pt x="2310" y="67"/>
                  <a:pt x="2311" y="67"/>
                </a:cubicBezTo>
                <a:cubicBezTo>
                  <a:pt x="2312" y="67"/>
                  <a:pt x="2313" y="67"/>
                  <a:pt x="2314" y="67"/>
                </a:cubicBezTo>
                <a:cubicBezTo>
                  <a:pt x="2315" y="67"/>
                  <a:pt x="2316" y="67"/>
                  <a:pt x="2317" y="67"/>
                </a:cubicBezTo>
                <a:close/>
                <a:moveTo>
                  <a:pt x="1692" y="61"/>
                </a:moveTo>
                <a:cubicBezTo>
                  <a:pt x="1691" y="61"/>
                  <a:pt x="1690" y="61"/>
                  <a:pt x="1690" y="61"/>
                </a:cubicBezTo>
                <a:cubicBezTo>
                  <a:pt x="1689" y="62"/>
                  <a:pt x="1689" y="62"/>
                  <a:pt x="1688" y="63"/>
                </a:cubicBezTo>
                <a:cubicBezTo>
                  <a:pt x="1688" y="63"/>
                  <a:pt x="1688" y="63"/>
                  <a:pt x="1688" y="64"/>
                </a:cubicBezTo>
                <a:cubicBezTo>
                  <a:pt x="1688" y="64"/>
                  <a:pt x="1688" y="65"/>
                  <a:pt x="1689" y="65"/>
                </a:cubicBezTo>
                <a:cubicBezTo>
                  <a:pt x="1689" y="66"/>
                  <a:pt x="1690" y="66"/>
                  <a:pt x="1691" y="66"/>
                </a:cubicBezTo>
                <a:cubicBezTo>
                  <a:pt x="1691" y="67"/>
                  <a:pt x="1692" y="67"/>
                  <a:pt x="1693" y="67"/>
                </a:cubicBezTo>
                <a:cubicBezTo>
                  <a:pt x="1694" y="67"/>
                  <a:pt x="1695" y="67"/>
                  <a:pt x="1696" y="67"/>
                </a:cubicBezTo>
                <a:cubicBezTo>
                  <a:pt x="1697" y="67"/>
                  <a:pt x="1698" y="67"/>
                  <a:pt x="1699" y="67"/>
                </a:cubicBezTo>
                <a:cubicBezTo>
                  <a:pt x="1700" y="67"/>
                  <a:pt x="1701" y="67"/>
                  <a:pt x="1701" y="66"/>
                </a:cubicBezTo>
                <a:cubicBezTo>
                  <a:pt x="1702" y="66"/>
                  <a:pt x="1703" y="66"/>
                  <a:pt x="1703" y="65"/>
                </a:cubicBezTo>
                <a:cubicBezTo>
                  <a:pt x="1703" y="65"/>
                  <a:pt x="1703" y="64"/>
                  <a:pt x="1703" y="64"/>
                </a:cubicBezTo>
                <a:cubicBezTo>
                  <a:pt x="1703" y="63"/>
                  <a:pt x="1703" y="63"/>
                  <a:pt x="1703" y="63"/>
                </a:cubicBezTo>
                <a:cubicBezTo>
                  <a:pt x="1702" y="62"/>
                  <a:pt x="1701" y="62"/>
                  <a:pt x="1701" y="61"/>
                </a:cubicBezTo>
                <a:cubicBezTo>
                  <a:pt x="1700" y="61"/>
                  <a:pt x="1699" y="61"/>
                  <a:pt x="1698" y="61"/>
                </a:cubicBezTo>
                <a:cubicBezTo>
                  <a:pt x="1697" y="60"/>
                  <a:pt x="1696" y="60"/>
                  <a:pt x="1695" y="60"/>
                </a:cubicBezTo>
                <a:cubicBezTo>
                  <a:pt x="1694" y="60"/>
                  <a:pt x="1693" y="60"/>
                  <a:pt x="1692" y="61"/>
                </a:cubicBezTo>
                <a:close/>
                <a:moveTo>
                  <a:pt x="1736" y="61"/>
                </a:moveTo>
                <a:cubicBezTo>
                  <a:pt x="1736" y="61"/>
                  <a:pt x="1735" y="60"/>
                  <a:pt x="1735" y="60"/>
                </a:cubicBezTo>
                <a:cubicBezTo>
                  <a:pt x="1735" y="60"/>
                  <a:pt x="1735" y="60"/>
                  <a:pt x="1734" y="60"/>
                </a:cubicBezTo>
                <a:cubicBezTo>
                  <a:pt x="1734" y="60"/>
                  <a:pt x="1734" y="60"/>
                  <a:pt x="1734" y="60"/>
                </a:cubicBezTo>
                <a:cubicBezTo>
                  <a:pt x="1733" y="60"/>
                  <a:pt x="1733" y="60"/>
                  <a:pt x="1733" y="60"/>
                </a:cubicBezTo>
                <a:cubicBezTo>
                  <a:pt x="1733" y="60"/>
                  <a:pt x="1732" y="60"/>
                  <a:pt x="1732" y="60"/>
                </a:cubicBezTo>
                <a:cubicBezTo>
                  <a:pt x="1732" y="60"/>
                  <a:pt x="1732" y="61"/>
                  <a:pt x="1731" y="61"/>
                </a:cubicBezTo>
                <a:cubicBezTo>
                  <a:pt x="1731" y="61"/>
                  <a:pt x="1731" y="61"/>
                  <a:pt x="1731" y="61"/>
                </a:cubicBezTo>
                <a:cubicBezTo>
                  <a:pt x="1729" y="61"/>
                  <a:pt x="1726" y="62"/>
                  <a:pt x="1726" y="64"/>
                </a:cubicBezTo>
                <a:cubicBezTo>
                  <a:pt x="1727" y="64"/>
                  <a:pt x="1727" y="65"/>
                  <a:pt x="1727" y="65"/>
                </a:cubicBezTo>
                <a:cubicBezTo>
                  <a:pt x="1727" y="65"/>
                  <a:pt x="1728" y="66"/>
                  <a:pt x="1728" y="66"/>
                </a:cubicBezTo>
                <a:cubicBezTo>
                  <a:pt x="1729" y="66"/>
                  <a:pt x="1729" y="66"/>
                  <a:pt x="1730" y="67"/>
                </a:cubicBezTo>
                <a:cubicBezTo>
                  <a:pt x="1730" y="67"/>
                  <a:pt x="1731" y="67"/>
                  <a:pt x="1732" y="67"/>
                </a:cubicBezTo>
                <a:cubicBezTo>
                  <a:pt x="1733" y="67"/>
                  <a:pt x="1734" y="67"/>
                  <a:pt x="1735" y="67"/>
                </a:cubicBezTo>
                <a:cubicBezTo>
                  <a:pt x="1735" y="67"/>
                  <a:pt x="1735" y="67"/>
                  <a:pt x="1736" y="67"/>
                </a:cubicBezTo>
                <a:cubicBezTo>
                  <a:pt x="1736" y="67"/>
                  <a:pt x="1736" y="67"/>
                  <a:pt x="1736" y="67"/>
                </a:cubicBezTo>
                <a:cubicBezTo>
                  <a:pt x="1737" y="67"/>
                  <a:pt x="1737" y="67"/>
                  <a:pt x="1737" y="67"/>
                </a:cubicBezTo>
                <a:cubicBezTo>
                  <a:pt x="1737" y="67"/>
                  <a:pt x="1737" y="67"/>
                  <a:pt x="1738" y="67"/>
                </a:cubicBezTo>
                <a:cubicBezTo>
                  <a:pt x="1738" y="67"/>
                  <a:pt x="1739" y="67"/>
                  <a:pt x="1740" y="67"/>
                </a:cubicBezTo>
                <a:cubicBezTo>
                  <a:pt x="1740" y="66"/>
                  <a:pt x="1741" y="66"/>
                  <a:pt x="1741" y="66"/>
                </a:cubicBezTo>
                <a:cubicBezTo>
                  <a:pt x="1741" y="66"/>
                  <a:pt x="1742" y="65"/>
                  <a:pt x="1742" y="65"/>
                </a:cubicBezTo>
                <a:cubicBezTo>
                  <a:pt x="1742" y="65"/>
                  <a:pt x="1742" y="64"/>
                  <a:pt x="1742" y="64"/>
                </a:cubicBezTo>
                <a:cubicBezTo>
                  <a:pt x="1742" y="64"/>
                  <a:pt x="1742" y="63"/>
                  <a:pt x="1741" y="63"/>
                </a:cubicBezTo>
                <a:cubicBezTo>
                  <a:pt x="1741" y="63"/>
                  <a:pt x="1741" y="62"/>
                  <a:pt x="1740" y="62"/>
                </a:cubicBezTo>
                <a:cubicBezTo>
                  <a:pt x="1740" y="62"/>
                  <a:pt x="1739" y="61"/>
                  <a:pt x="1739" y="61"/>
                </a:cubicBezTo>
                <a:cubicBezTo>
                  <a:pt x="1738" y="61"/>
                  <a:pt x="1737" y="61"/>
                  <a:pt x="1737" y="61"/>
                </a:cubicBezTo>
                <a:cubicBezTo>
                  <a:pt x="1736" y="61"/>
                  <a:pt x="1736" y="61"/>
                  <a:pt x="1736" y="61"/>
                </a:cubicBezTo>
                <a:close/>
                <a:moveTo>
                  <a:pt x="2276" y="61"/>
                </a:moveTo>
                <a:cubicBezTo>
                  <a:pt x="2275" y="60"/>
                  <a:pt x="2274" y="60"/>
                  <a:pt x="2273" y="60"/>
                </a:cubicBezTo>
                <a:cubicBezTo>
                  <a:pt x="2272" y="60"/>
                  <a:pt x="2271" y="60"/>
                  <a:pt x="2270" y="61"/>
                </a:cubicBezTo>
                <a:cubicBezTo>
                  <a:pt x="2269" y="61"/>
                  <a:pt x="2269" y="61"/>
                  <a:pt x="2268" y="61"/>
                </a:cubicBezTo>
                <a:cubicBezTo>
                  <a:pt x="2267" y="62"/>
                  <a:pt x="2267" y="62"/>
                  <a:pt x="2267" y="63"/>
                </a:cubicBezTo>
                <a:cubicBezTo>
                  <a:pt x="2266" y="63"/>
                  <a:pt x="2266" y="63"/>
                  <a:pt x="2267" y="64"/>
                </a:cubicBezTo>
                <a:cubicBezTo>
                  <a:pt x="2267" y="64"/>
                  <a:pt x="2267" y="65"/>
                  <a:pt x="2268" y="65"/>
                </a:cubicBezTo>
                <a:cubicBezTo>
                  <a:pt x="2268" y="66"/>
                  <a:pt x="2269" y="66"/>
                  <a:pt x="2270" y="66"/>
                </a:cubicBezTo>
                <a:cubicBezTo>
                  <a:pt x="2270" y="67"/>
                  <a:pt x="2271" y="67"/>
                  <a:pt x="2272" y="67"/>
                </a:cubicBezTo>
                <a:cubicBezTo>
                  <a:pt x="2273" y="67"/>
                  <a:pt x="2274" y="67"/>
                  <a:pt x="2275" y="67"/>
                </a:cubicBezTo>
                <a:cubicBezTo>
                  <a:pt x="2276" y="67"/>
                  <a:pt x="2276" y="67"/>
                  <a:pt x="2276" y="67"/>
                </a:cubicBezTo>
                <a:cubicBezTo>
                  <a:pt x="2277" y="67"/>
                  <a:pt x="2277" y="67"/>
                  <a:pt x="2277" y="67"/>
                </a:cubicBezTo>
                <a:cubicBezTo>
                  <a:pt x="2277" y="67"/>
                  <a:pt x="2277" y="67"/>
                  <a:pt x="2278" y="67"/>
                </a:cubicBezTo>
                <a:cubicBezTo>
                  <a:pt x="2278" y="67"/>
                  <a:pt x="2278" y="67"/>
                  <a:pt x="2278" y="67"/>
                </a:cubicBezTo>
                <a:cubicBezTo>
                  <a:pt x="2279" y="67"/>
                  <a:pt x="2279" y="67"/>
                  <a:pt x="2279" y="67"/>
                </a:cubicBezTo>
                <a:cubicBezTo>
                  <a:pt x="2279" y="67"/>
                  <a:pt x="2279" y="67"/>
                  <a:pt x="2280" y="67"/>
                </a:cubicBezTo>
                <a:cubicBezTo>
                  <a:pt x="2280" y="67"/>
                  <a:pt x="2280" y="67"/>
                  <a:pt x="2280" y="67"/>
                </a:cubicBezTo>
                <a:cubicBezTo>
                  <a:pt x="2280" y="67"/>
                  <a:pt x="2280" y="66"/>
                  <a:pt x="2281" y="66"/>
                </a:cubicBezTo>
                <a:cubicBezTo>
                  <a:pt x="2281" y="66"/>
                  <a:pt x="2281" y="66"/>
                  <a:pt x="2281" y="66"/>
                </a:cubicBezTo>
                <a:cubicBezTo>
                  <a:pt x="2282" y="66"/>
                  <a:pt x="2282" y="65"/>
                  <a:pt x="2282" y="65"/>
                </a:cubicBezTo>
                <a:cubicBezTo>
                  <a:pt x="2282" y="65"/>
                  <a:pt x="2282" y="65"/>
                  <a:pt x="2282" y="65"/>
                </a:cubicBezTo>
                <a:cubicBezTo>
                  <a:pt x="2282" y="64"/>
                  <a:pt x="2282" y="64"/>
                  <a:pt x="2282" y="64"/>
                </a:cubicBezTo>
                <a:cubicBezTo>
                  <a:pt x="2282" y="64"/>
                  <a:pt x="2282" y="63"/>
                  <a:pt x="2282" y="63"/>
                </a:cubicBezTo>
                <a:cubicBezTo>
                  <a:pt x="2281" y="63"/>
                  <a:pt x="2281" y="63"/>
                  <a:pt x="2281" y="63"/>
                </a:cubicBezTo>
                <a:cubicBezTo>
                  <a:pt x="2281" y="62"/>
                  <a:pt x="2280" y="62"/>
                  <a:pt x="2280" y="62"/>
                </a:cubicBezTo>
                <a:cubicBezTo>
                  <a:pt x="2280" y="62"/>
                  <a:pt x="2279" y="62"/>
                  <a:pt x="2279" y="61"/>
                </a:cubicBezTo>
                <a:cubicBezTo>
                  <a:pt x="2278" y="61"/>
                  <a:pt x="2277" y="61"/>
                  <a:pt x="2276" y="61"/>
                </a:cubicBezTo>
                <a:cubicBezTo>
                  <a:pt x="2276" y="61"/>
                  <a:pt x="2276" y="61"/>
                  <a:pt x="2276" y="61"/>
                </a:cubicBezTo>
                <a:close/>
                <a:moveTo>
                  <a:pt x="1971" y="61"/>
                </a:moveTo>
                <a:cubicBezTo>
                  <a:pt x="1969" y="61"/>
                  <a:pt x="1968" y="61"/>
                  <a:pt x="1966" y="60"/>
                </a:cubicBezTo>
                <a:cubicBezTo>
                  <a:pt x="1966" y="60"/>
                  <a:pt x="1966" y="60"/>
                  <a:pt x="1966" y="60"/>
                </a:cubicBezTo>
                <a:cubicBezTo>
                  <a:pt x="1966" y="60"/>
                  <a:pt x="1966" y="60"/>
                  <a:pt x="1966" y="60"/>
                </a:cubicBezTo>
                <a:cubicBezTo>
                  <a:pt x="1966" y="60"/>
                  <a:pt x="1965" y="60"/>
                  <a:pt x="1965" y="60"/>
                </a:cubicBezTo>
                <a:cubicBezTo>
                  <a:pt x="1965" y="60"/>
                  <a:pt x="1965" y="60"/>
                  <a:pt x="1965" y="60"/>
                </a:cubicBezTo>
                <a:cubicBezTo>
                  <a:pt x="1965" y="60"/>
                  <a:pt x="1965" y="60"/>
                  <a:pt x="1964" y="60"/>
                </a:cubicBezTo>
                <a:cubicBezTo>
                  <a:pt x="1964" y="60"/>
                  <a:pt x="1964" y="60"/>
                  <a:pt x="1964" y="60"/>
                </a:cubicBezTo>
                <a:cubicBezTo>
                  <a:pt x="1964" y="60"/>
                  <a:pt x="1964" y="60"/>
                  <a:pt x="1964" y="60"/>
                </a:cubicBezTo>
                <a:cubicBezTo>
                  <a:pt x="1964" y="60"/>
                  <a:pt x="1963" y="60"/>
                  <a:pt x="1963" y="60"/>
                </a:cubicBezTo>
                <a:cubicBezTo>
                  <a:pt x="1962" y="61"/>
                  <a:pt x="1962" y="61"/>
                  <a:pt x="1961" y="61"/>
                </a:cubicBezTo>
                <a:cubicBezTo>
                  <a:pt x="1960" y="61"/>
                  <a:pt x="1960" y="61"/>
                  <a:pt x="1959" y="62"/>
                </a:cubicBezTo>
                <a:cubicBezTo>
                  <a:pt x="1959" y="62"/>
                  <a:pt x="1958" y="62"/>
                  <a:pt x="1958" y="63"/>
                </a:cubicBezTo>
                <a:cubicBezTo>
                  <a:pt x="1958" y="63"/>
                  <a:pt x="1958" y="63"/>
                  <a:pt x="1958" y="64"/>
                </a:cubicBezTo>
                <a:cubicBezTo>
                  <a:pt x="1958" y="64"/>
                  <a:pt x="1958" y="65"/>
                  <a:pt x="1959" y="65"/>
                </a:cubicBezTo>
                <a:cubicBezTo>
                  <a:pt x="1959" y="65"/>
                  <a:pt x="1960" y="66"/>
                  <a:pt x="1960" y="66"/>
                </a:cubicBezTo>
                <a:cubicBezTo>
                  <a:pt x="1961" y="66"/>
                  <a:pt x="1962" y="67"/>
                  <a:pt x="1962" y="67"/>
                </a:cubicBezTo>
                <a:cubicBezTo>
                  <a:pt x="1963" y="67"/>
                  <a:pt x="1964" y="67"/>
                  <a:pt x="1965" y="67"/>
                </a:cubicBezTo>
                <a:cubicBezTo>
                  <a:pt x="1965" y="67"/>
                  <a:pt x="1965" y="67"/>
                  <a:pt x="1965" y="67"/>
                </a:cubicBezTo>
                <a:cubicBezTo>
                  <a:pt x="1965" y="67"/>
                  <a:pt x="1966" y="67"/>
                  <a:pt x="1966" y="67"/>
                </a:cubicBezTo>
                <a:cubicBezTo>
                  <a:pt x="1966" y="67"/>
                  <a:pt x="1966" y="67"/>
                  <a:pt x="1966" y="67"/>
                </a:cubicBezTo>
                <a:cubicBezTo>
                  <a:pt x="1966" y="67"/>
                  <a:pt x="1966" y="67"/>
                  <a:pt x="1966" y="67"/>
                </a:cubicBezTo>
                <a:cubicBezTo>
                  <a:pt x="1967" y="67"/>
                  <a:pt x="1967" y="67"/>
                  <a:pt x="1967" y="67"/>
                </a:cubicBezTo>
                <a:cubicBezTo>
                  <a:pt x="1967" y="67"/>
                  <a:pt x="1967" y="67"/>
                  <a:pt x="1967" y="67"/>
                </a:cubicBezTo>
                <a:cubicBezTo>
                  <a:pt x="1967" y="67"/>
                  <a:pt x="1968" y="67"/>
                  <a:pt x="1968" y="67"/>
                </a:cubicBezTo>
                <a:cubicBezTo>
                  <a:pt x="1968" y="67"/>
                  <a:pt x="1968" y="67"/>
                  <a:pt x="1968" y="67"/>
                </a:cubicBezTo>
                <a:cubicBezTo>
                  <a:pt x="1968" y="67"/>
                  <a:pt x="1969" y="67"/>
                  <a:pt x="1969" y="67"/>
                </a:cubicBezTo>
                <a:cubicBezTo>
                  <a:pt x="1969" y="67"/>
                  <a:pt x="1970" y="67"/>
                  <a:pt x="1970" y="67"/>
                </a:cubicBezTo>
                <a:cubicBezTo>
                  <a:pt x="1970" y="67"/>
                  <a:pt x="1971" y="67"/>
                  <a:pt x="1971" y="67"/>
                </a:cubicBezTo>
                <a:cubicBezTo>
                  <a:pt x="1971" y="67"/>
                  <a:pt x="1971" y="67"/>
                  <a:pt x="1972" y="66"/>
                </a:cubicBezTo>
                <a:cubicBezTo>
                  <a:pt x="1972" y="66"/>
                  <a:pt x="1973" y="66"/>
                  <a:pt x="1973" y="65"/>
                </a:cubicBezTo>
                <a:cubicBezTo>
                  <a:pt x="1973" y="65"/>
                  <a:pt x="1974" y="64"/>
                  <a:pt x="1973" y="64"/>
                </a:cubicBezTo>
                <a:cubicBezTo>
                  <a:pt x="1973" y="64"/>
                  <a:pt x="1973" y="64"/>
                  <a:pt x="1973" y="64"/>
                </a:cubicBezTo>
                <a:cubicBezTo>
                  <a:pt x="1973" y="63"/>
                  <a:pt x="1973" y="63"/>
                  <a:pt x="1973" y="63"/>
                </a:cubicBezTo>
                <a:cubicBezTo>
                  <a:pt x="1973" y="63"/>
                  <a:pt x="1973" y="63"/>
                  <a:pt x="1973" y="63"/>
                </a:cubicBezTo>
                <a:cubicBezTo>
                  <a:pt x="1973" y="63"/>
                  <a:pt x="1973" y="63"/>
                  <a:pt x="1972" y="63"/>
                </a:cubicBezTo>
                <a:cubicBezTo>
                  <a:pt x="1972" y="62"/>
                  <a:pt x="1971" y="62"/>
                  <a:pt x="1971" y="61"/>
                </a:cubicBezTo>
                <a:cubicBezTo>
                  <a:pt x="1970" y="61"/>
                  <a:pt x="1971" y="61"/>
                  <a:pt x="1971" y="61"/>
                </a:cubicBezTo>
                <a:close/>
                <a:moveTo>
                  <a:pt x="2078" y="61"/>
                </a:moveTo>
                <a:cubicBezTo>
                  <a:pt x="2077" y="61"/>
                  <a:pt x="2076" y="61"/>
                  <a:pt x="2075" y="61"/>
                </a:cubicBezTo>
                <a:cubicBezTo>
                  <a:pt x="2075" y="62"/>
                  <a:pt x="2074" y="62"/>
                  <a:pt x="2074" y="63"/>
                </a:cubicBezTo>
                <a:cubicBezTo>
                  <a:pt x="2074" y="63"/>
                  <a:pt x="2074" y="63"/>
                  <a:pt x="2074" y="64"/>
                </a:cubicBezTo>
                <a:cubicBezTo>
                  <a:pt x="2074" y="64"/>
                  <a:pt x="2074" y="65"/>
                  <a:pt x="2075" y="65"/>
                </a:cubicBezTo>
                <a:cubicBezTo>
                  <a:pt x="2075" y="66"/>
                  <a:pt x="2076" y="66"/>
                  <a:pt x="2077" y="66"/>
                </a:cubicBezTo>
                <a:cubicBezTo>
                  <a:pt x="2077" y="67"/>
                  <a:pt x="2078" y="67"/>
                  <a:pt x="2079" y="67"/>
                </a:cubicBezTo>
                <a:cubicBezTo>
                  <a:pt x="2080" y="67"/>
                  <a:pt x="2081" y="67"/>
                  <a:pt x="2082" y="67"/>
                </a:cubicBezTo>
                <a:cubicBezTo>
                  <a:pt x="2083" y="67"/>
                  <a:pt x="2084" y="67"/>
                  <a:pt x="2085" y="67"/>
                </a:cubicBezTo>
                <a:cubicBezTo>
                  <a:pt x="2086" y="67"/>
                  <a:pt x="2087" y="67"/>
                  <a:pt x="2088" y="66"/>
                </a:cubicBezTo>
                <a:cubicBezTo>
                  <a:pt x="2088" y="66"/>
                  <a:pt x="2089" y="66"/>
                  <a:pt x="2089" y="65"/>
                </a:cubicBezTo>
                <a:cubicBezTo>
                  <a:pt x="2089" y="65"/>
                  <a:pt x="2089" y="64"/>
                  <a:pt x="2089" y="64"/>
                </a:cubicBezTo>
                <a:cubicBezTo>
                  <a:pt x="2089" y="63"/>
                  <a:pt x="2089" y="63"/>
                  <a:pt x="2088" y="63"/>
                </a:cubicBezTo>
                <a:cubicBezTo>
                  <a:pt x="2088" y="62"/>
                  <a:pt x="2087" y="62"/>
                  <a:pt x="2086" y="61"/>
                </a:cubicBezTo>
                <a:cubicBezTo>
                  <a:pt x="2085" y="61"/>
                  <a:pt x="2085" y="61"/>
                  <a:pt x="2084" y="61"/>
                </a:cubicBezTo>
                <a:cubicBezTo>
                  <a:pt x="2083" y="60"/>
                  <a:pt x="2082" y="60"/>
                  <a:pt x="2080" y="60"/>
                </a:cubicBezTo>
                <a:cubicBezTo>
                  <a:pt x="2079" y="60"/>
                  <a:pt x="2078" y="60"/>
                  <a:pt x="2078" y="61"/>
                </a:cubicBezTo>
                <a:close/>
                <a:moveTo>
                  <a:pt x="1272" y="60"/>
                </a:moveTo>
                <a:cubicBezTo>
                  <a:pt x="1272" y="60"/>
                  <a:pt x="1272" y="60"/>
                  <a:pt x="1272" y="60"/>
                </a:cubicBezTo>
                <a:cubicBezTo>
                  <a:pt x="1272" y="60"/>
                  <a:pt x="1272" y="60"/>
                  <a:pt x="1272" y="60"/>
                </a:cubicBezTo>
                <a:cubicBezTo>
                  <a:pt x="1272" y="60"/>
                  <a:pt x="1271" y="60"/>
                  <a:pt x="1271" y="60"/>
                </a:cubicBezTo>
                <a:cubicBezTo>
                  <a:pt x="1270" y="60"/>
                  <a:pt x="1269" y="60"/>
                  <a:pt x="1268" y="61"/>
                </a:cubicBezTo>
                <a:cubicBezTo>
                  <a:pt x="1267" y="61"/>
                  <a:pt x="1266" y="61"/>
                  <a:pt x="1266" y="61"/>
                </a:cubicBezTo>
                <a:cubicBezTo>
                  <a:pt x="1265" y="62"/>
                  <a:pt x="1265" y="62"/>
                  <a:pt x="1264" y="63"/>
                </a:cubicBezTo>
                <a:cubicBezTo>
                  <a:pt x="1264" y="63"/>
                  <a:pt x="1264" y="63"/>
                  <a:pt x="1264" y="64"/>
                </a:cubicBezTo>
                <a:cubicBezTo>
                  <a:pt x="1264" y="64"/>
                  <a:pt x="1264" y="65"/>
                  <a:pt x="1264" y="65"/>
                </a:cubicBezTo>
                <a:cubicBezTo>
                  <a:pt x="1265" y="66"/>
                  <a:pt x="1265" y="66"/>
                  <a:pt x="1266" y="66"/>
                </a:cubicBezTo>
                <a:cubicBezTo>
                  <a:pt x="1267" y="67"/>
                  <a:pt x="1267" y="67"/>
                  <a:pt x="1268" y="67"/>
                </a:cubicBezTo>
                <a:cubicBezTo>
                  <a:pt x="1269" y="67"/>
                  <a:pt x="1270" y="67"/>
                  <a:pt x="1271" y="67"/>
                </a:cubicBezTo>
                <a:cubicBezTo>
                  <a:pt x="1271" y="67"/>
                  <a:pt x="1272" y="67"/>
                  <a:pt x="1272" y="67"/>
                </a:cubicBezTo>
                <a:cubicBezTo>
                  <a:pt x="1272" y="67"/>
                  <a:pt x="1272" y="67"/>
                  <a:pt x="1272" y="67"/>
                </a:cubicBezTo>
                <a:cubicBezTo>
                  <a:pt x="1272" y="67"/>
                  <a:pt x="1272" y="67"/>
                  <a:pt x="1272" y="67"/>
                </a:cubicBezTo>
                <a:cubicBezTo>
                  <a:pt x="1273" y="67"/>
                  <a:pt x="1273" y="67"/>
                  <a:pt x="1273" y="67"/>
                </a:cubicBezTo>
                <a:cubicBezTo>
                  <a:pt x="1274" y="67"/>
                  <a:pt x="1275" y="67"/>
                  <a:pt x="1275" y="67"/>
                </a:cubicBezTo>
                <a:cubicBezTo>
                  <a:pt x="1276" y="67"/>
                  <a:pt x="1277" y="66"/>
                  <a:pt x="1277" y="66"/>
                </a:cubicBezTo>
                <a:cubicBezTo>
                  <a:pt x="1278" y="66"/>
                  <a:pt x="1278" y="65"/>
                  <a:pt x="1278" y="65"/>
                </a:cubicBezTo>
                <a:cubicBezTo>
                  <a:pt x="1279" y="65"/>
                  <a:pt x="1279" y="64"/>
                  <a:pt x="1279" y="64"/>
                </a:cubicBezTo>
                <a:cubicBezTo>
                  <a:pt x="1279" y="63"/>
                  <a:pt x="1279" y="63"/>
                  <a:pt x="1278" y="63"/>
                </a:cubicBezTo>
                <a:cubicBezTo>
                  <a:pt x="1278" y="62"/>
                  <a:pt x="1278" y="62"/>
                  <a:pt x="1277" y="62"/>
                </a:cubicBezTo>
                <a:cubicBezTo>
                  <a:pt x="1277" y="61"/>
                  <a:pt x="1276" y="61"/>
                  <a:pt x="1275" y="61"/>
                </a:cubicBezTo>
                <a:cubicBezTo>
                  <a:pt x="1274" y="61"/>
                  <a:pt x="1274" y="61"/>
                  <a:pt x="1273" y="60"/>
                </a:cubicBezTo>
                <a:cubicBezTo>
                  <a:pt x="1273" y="60"/>
                  <a:pt x="1273" y="60"/>
                  <a:pt x="1272" y="60"/>
                </a:cubicBezTo>
                <a:close/>
                <a:moveTo>
                  <a:pt x="2043" y="60"/>
                </a:moveTo>
                <a:cubicBezTo>
                  <a:pt x="2043" y="60"/>
                  <a:pt x="2043" y="60"/>
                  <a:pt x="2043" y="60"/>
                </a:cubicBezTo>
                <a:cubicBezTo>
                  <a:pt x="2043" y="60"/>
                  <a:pt x="2042" y="60"/>
                  <a:pt x="2042" y="60"/>
                </a:cubicBezTo>
                <a:cubicBezTo>
                  <a:pt x="2042" y="60"/>
                  <a:pt x="2042" y="60"/>
                  <a:pt x="2042" y="60"/>
                </a:cubicBezTo>
                <a:cubicBezTo>
                  <a:pt x="2041" y="60"/>
                  <a:pt x="2040" y="60"/>
                  <a:pt x="2039" y="61"/>
                </a:cubicBezTo>
                <a:cubicBezTo>
                  <a:pt x="2038" y="61"/>
                  <a:pt x="2037" y="61"/>
                  <a:pt x="2037" y="61"/>
                </a:cubicBezTo>
                <a:cubicBezTo>
                  <a:pt x="2036" y="62"/>
                  <a:pt x="2036" y="62"/>
                  <a:pt x="2035" y="63"/>
                </a:cubicBezTo>
                <a:cubicBezTo>
                  <a:pt x="2035" y="63"/>
                  <a:pt x="2035" y="63"/>
                  <a:pt x="2035" y="64"/>
                </a:cubicBezTo>
                <a:cubicBezTo>
                  <a:pt x="2035" y="64"/>
                  <a:pt x="2036" y="65"/>
                  <a:pt x="2036" y="65"/>
                </a:cubicBezTo>
                <a:cubicBezTo>
                  <a:pt x="2037" y="66"/>
                  <a:pt x="2037" y="66"/>
                  <a:pt x="2038" y="66"/>
                </a:cubicBezTo>
                <a:cubicBezTo>
                  <a:pt x="2039" y="67"/>
                  <a:pt x="2040" y="67"/>
                  <a:pt x="2041" y="67"/>
                </a:cubicBezTo>
                <a:cubicBezTo>
                  <a:pt x="2042" y="67"/>
                  <a:pt x="2043" y="67"/>
                  <a:pt x="2044" y="67"/>
                </a:cubicBezTo>
                <a:cubicBezTo>
                  <a:pt x="2044" y="67"/>
                  <a:pt x="2044" y="67"/>
                  <a:pt x="2044" y="67"/>
                </a:cubicBezTo>
                <a:cubicBezTo>
                  <a:pt x="2044" y="67"/>
                  <a:pt x="2044" y="67"/>
                  <a:pt x="2045" y="67"/>
                </a:cubicBezTo>
                <a:cubicBezTo>
                  <a:pt x="2045" y="67"/>
                  <a:pt x="2045" y="67"/>
                  <a:pt x="2045" y="67"/>
                </a:cubicBezTo>
                <a:cubicBezTo>
                  <a:pt x="2045" y="67"/>
                  <a:pt x="2045" y="67"/>
                  <a:pt x="2045" y="67"/>
                </a:cubicBezTo>
                <a:cubicBezTo>
                  <a:pt x="2046" y="67"/>
                  <a:pt x="2047" y="67"/>
                  <a:pt x="2048" y="67"/>
                </a:cubicBezTo>
                <a:cubicBezTo>
                  <a:pt x="2048" y="67"/>
                  <a:pt x="2049" y="66"/>
                  <a:pt x="2049" y="66"/>
                </a:cubicBezTo>
                <a:cubicBezTo>
                  <a:pt x="2050" y="66"/>
                  <a:pt x="2050" y="65"/>
                  <a:pt x="2050" y="65"/>
                </a:cubicBezTo>
                <a:cubicBezTo>
                  <a:pt x="2051" y="65"/>
                  <a:pt x="2051" y="64"/>
                  <a:pt x="2051" y="64"/>
                </a:cubicBezTo>
                <a:cubicBezTo>
                  <a:pt x="2050" y="63"/>
                  <a:pt x="2050" y="63"/>
                  <a:pt x="2050" y="63"/>
                </a:cubicBezTo>
                <a:cubicBezTo>
                  <a:pt x="2049" y="62"/>
                  <a:pt x="2049" y="62"/>
                  <a:pt x="2048" y="62"/>
                </a:cubicBezTo>
                <a:cubicBezTo>
                  <a:pt x="2048" y="61"/>
                  <a:pt x="2047" y="61"/>
                  <a:pt x="2046" y="61"/>
                </a:cubicBezTo>
                <a:cubicBezTo>
                  <a:pt x="2045" y="61"/>
                  <a:pt x="2044" y="61"/>
                  <a:pt x="2043" y="60"/>
                </a:cubicBezTo>
                <a:cubicBezTo>
                  <a:pt x="2043" y="60"/>
                  <a:pt x="2043" y="60"/>
                  <a:pt x="2043" y="60"/>
                </a:cubicBezTo>
                <a:close/>
                <a:moveTo>
                  <a:pt x="1769" y="61"/>
                </a:moveTo>
                <a:cubicBezTo>
                  <a:pt x="1768" y="61"/>
                  <a:pt x="1768" y="61"/>
                  <a:pt x="1767" y="61"/>
                </a:cubicBezTo>
                <a:cubicBezTo>
                  <a:pt x="1766" y="62"/>
                  <a:pt x="1766" y="62"/>
                  <a:pt x="1765" y="63"/>
                </a:cubicBezTo>
                <a:cubicBezTo>
                  <a:pt x="1765" y="63"/>
                  <a:pt x="1765" y="63"/>
                  <a:pt x="1765" y="64"/>
                </a:cubicBezTo>
                <a:cubicBezTo>
                  <a:pt x="1765" y="64"/>
                  <a:pt x="1765" y="65"/>
                  <a:pt x="1766" y="65"/>
                </a:cubicBezTo>
                <a:cubicBezTo>
                  <a:pt x="1766" y="66"/>
                  <a:pt x="1767" y="66"/>
                  <a:pt x="1768" y="66"/>
                </a:cubicBezTo>
                <a:cubicBezTo>
                  <a:pt x="1768" y="67"/>
                  <a:pt x="1769" y="67"/>
                  <a:pt x="1770" y="67"/>
                </a:cubicBezTo>
                <a:cubicBezTo>
                  <a:pt x="1771" y="67"/>
                  <a:pt x="1772" y="67"/>
                  <a:pt x="1773" y="67"/>
                </a:cubicBezTo>
                <a:cubicBezTo>
                  <a:pt x="1774" y="67"/>
                  <a:pt x="1775" y="67"/>
                  <a:pt x="1776" y="67"/>
                </a:cubicBezTo>
                <a:cubicBezTo>
                  <a:pt x="1777" y="67"/>
                  <a:pt x="1778" y="67"/>
                  <a:pt x="1779" y="66"/>
                </a:cubicBezTo>
                <a:cubicBezTo>
                  <a:pt x="1779" y="66"/>
                  <a:pt x="1780" y="66"/>
                  <a:pt x="1780" y="65"/>
                </a:cubicBezTo>
                <a:cubicBezTo>
                  <a:pt x="1780" y="65"/>
                  <a:pt x="1781" y="64"/>
                  <a:pt x="1780" y="64"/>
                </a:cubicBezTo>
                <a:cubicBezTo>
                  <a:pt x="1780" y="63"/>
                  <a:pt x="1780" y="63"/>
                  <a:pt x="1780" y="63"/>
                </a:cubicBezTo>
                <a:cubicBezTo>
                  <a:pt x="1779" y="62"/>
                  <a:pt x="1779" y="62"/>
                  <a:pt x="1778" y="61"/>
                </a:cubicBezTo>
                <a:cubicBezTo>
                  <a:pt x="1777" y="61"/>
                  <a:pt x="1776" y="61"/>
                  <a:pt x="1775" y="61"/>
                </a:cubicBezTo>
                <a:cubicBezTo>
                  <a:pt x="1774" y="60"/>
                  <a:pt x="1773" y="60"/>
                  <a:pt x="1772" y="60"/>
                </a:cubicBezTo>
                <a:cubicBezTo>
                  <a:pt x="1771" y="60"/>
                  <a:pt x="1770" y="60"/>
                  <a:pt x="1769" y="61"/>
                </a:cubicBezTo>
                <a:close/>
                <a:moveTo>
                  <a:pt x="2232" y="61"/>
                </a:moveTo>
                <a:cubicBezTo>
                  <a:pt x="2231" y="61"/>
                  <a:pt x="2230" y="61"/>
                  <a:pt x="2229" y="61"/>
                </a:cubicBezTo>
                <a:cubicBezTo>
                  <a:pt x="2229" y="62"/>
                  <a:pt x="2228" y="62"/>
                  <a:pt x="2228" y="63"/>
                </a:cubicBezTo>
                <a:cubicBezTo>
                  <a:pt x="2228" y="63"/>
                  <a:pt x="2228" y="63"/>
                  <a:pt x="2228" y="64"/>
                </a:cubicBezTo>
                <a:cubicBezTo>
                  <a:pt x="2228" y="64"/>
                  <a:pt x="2229" y="65"/>
                  <a:pt x="2229" y="65"/>
                </a:cubicBezTo>
                <a:cubicBezTo>
                  <a:pt x="2230" y="66"/>
                  <a:pt x="2230" y="66"/>
                  <a:pt x="2231" y="66"/>
                </a:cubicBezTo>
                <a:cubicBezTo>
                  <a:pt x="2232" y="67"/>
                  <a:pt x="2233" y="67"/>
                  <a:pt x="2234" y="67"/>
                </a:cubicBezTo>
                <a:cubicBezTo>
                  <a:pt x="2235" y="67"/>
                  <a:pt x="2236" y="67"/>
                  <a:pt x="2237" y="67"/>
                </a:cubicBezTo>
                <a:cubicBezTo>
                  <a:pt x="2238" y="67"/>
                  <a:pt x="2239" y="67"/>
                  <a:pt x="2240" y="67"/>
                </a:cubicBezTo>
                <a:cubicBezTo>
                  <a:pt x="2241" y="67"/>
                  <a:pt x="2241" y="67"/>
                  <a:pt x="2242" y="66"/>
                </a:cubicBezTo>
                <a:cubicBezTo>
                  <a:pt x="2243" y="66"/>
                  <a:pt x="2243" y="66"/>
                  <a:pt x="2243" y="65"/>
                </a:cubicBezTo>
                <a:cubicBezTo>
                  <a:pt x="2244" y="65"/>
                  <a:pt x="2244" y="64"/>
                  <a:pt x="2243" y="64"/>
                </a:cubicBezTo>
                <a:cubicBezTo>
                  <a:pt x="2243" y="63"/>
                  <a:pt x="2243" y="63"/>
                  <a:pt x="2242" y="63"/>
                </a:cubicBezTo>
                <a:cubicBezTo>
                  <a:pt x="2242" y="62"/>
                  <a:pt x="2241" y="62"/>
                  <a:pt x="2240" y="61"/>
                </a:cubicBezTo>
                <a:cubicBezTo>
                  <a:pt x="2240" y="61"/>
                  <a:pt x="2239" y="61"/>
                  <a:pt x="2238" y="61"/>
                </a:cubicBezTo>
                <a:cubicBezTo>
                  <a:pt x="2237" y="60"/>
                  <a:pt x="2236" y="60"/>
                  <a:pt x="2235" y="60"/>
                </a:cubicBezTo>
                <a:cubicBezTo>
                  <a:pt x="2234" y="60"/>
                  <a:pt x="2233" y="60"/>
                  <a:pt x="2232" y="61"/>
                </a:cubicBezTo>
                <a:close/>
                <a:moveTo>
                  <a:pt x="2155" y="61"/>
                </a:moveTo>
                <a:cubicBezTo>
                  <a:pt x="2154" y="61"/>
                  <a:pt x="2153" y="61"/>
                  <a:pt x="2152" y="61"/>
                </a:cubicBezTo>
                <a:cubicBezTo>
                  <a:pt x="2152" y="62"/>
                  <a:pt x="2151" y="62"/>
                  <a:pt x="2151" y="63"/>
                </a:cubicBezTo>
                <a:cubicBezTo>
                  <a:pt x="2151" y="63"/>
                  <a:pt x="2151" y="63"/>
                  <a:pt x="2151" y="64"/>
                </a:cubicBezTo>
                <a:cubicBezTo>
                  <a:pt x="2151" y="64"/>
                  <a:pt x="2151" y="65"/>
                  <a:pt x="2152" y="65"/>
                </a:cubicBezTo>
                <a:cubicBezTo>
                  <a:pt x="2152" y="66"/>
                  <a:pt x="2153" y="66"/>
                  <a:pt x="2154" y="66"/>
                </a:cubicBezTo>
                <a:cubicBezTo>
                  <a:pt x="2155" y="67"/>
                  <a:pt x="2156" y="67"/>
                  <a:pt x="2156" y="67"/>
                </a:cubicBezTo>
                <a:cubicBezTo>
                  <a:pt x="2157" y="67"/>
                  <a:pt x="2159" y="67"/>
                  <a:pt x="2160" y="67"/>
                </a:cubicBezTo>
                <a:cubicBezTo>
                  <a:pt x="2161" y="67"/>
                  <a:pt x="2162" y="67"/>
                  <a:pt x="2163" y="67"/>
                </a:cubicBezTo>
                <a:cubicBezTo>
                  <a:pt x="2163" y="67"/>
                  <a:pt x="2164" y="67"/>
                  <a:pt x="2165" y="66"/>
                </a:cubicBezTo>
                <a:cubicBezTo>
                  <a:pt x="2165" y="66"/>
                  <a:pt x="2166" y="66"/>
                  <a:pt x="2166" y="65"/>
                </a:cubicBezTo>
                <a:cubicBezTo>
                  <a:pt x="2166" y="65"/>
                  <a:pt x="2166" y="64"/>
                  <a:pt x="2166" y="64"/>
                </a:cubicBezTo>
                <a:cubicBezTo>
                  <a:pt x="2166" y="63"/>
                  <a:pt x="2166" y="63"/>
                  <a:pt x="2165" y="63"/>
                </a:cubicBezTo>
                <a:cubicBezTo>
                  <a:pt x="2165" y="62"/>
                  <a:pt x="2164" y="62"/>
                  <a:pt x="2163" y="61"/>
                </a:cubicBezTo>
                <a:cubicBezTo>
                  <a:pt x="2162" y="61"/>
                  <a:pt x="2162" y="61"/>
                  <a:pt x="2161" y="61"/>
                </a:cubicBezTo>
                <a:cubicBezTo>
                  <a:pt x="2160" y="60"/>
                  <a:pt x="2159" y="60"/>
                  <a:pt x="2158" y="60"/>
                </a:cubicBezTo>
                <a:cubicBezTo>
                  <a:pt x="2156" y="60"/>
                  <a:pt x="2155" y="60"/>
                  <a:pt x="2155" y="61"/>
                </a:cubicBezTo>
                <a:close/>
                <a:moveTo>
                  <a:pt x="2000" y="61"/>
                </a:moveTo>
                <a:cubicBezTo>
                  <a:pt x="2000" y="61"/>
                  <a:pt x="1999" y="61"/>
                  <a:pt x="1998" y="61"/>
                </a:cubicBezTo>
                <a:cubicBezTo>
                  <a:pt x="1998" y="62"/>
                  <a:pt x="1997" y="62"/>
                  <a:pt x="1997" y="63"/>
                </a:cubicBezTo>
                <a:cubicBezTo>
                  <a:pt x="1997" y="63"/>
                  <a:pt x="1996" y="63"/>
                  <a:pt x="1997" y="64"/>
                </a:cubicBezTo>
                <a:cubicBezTo>
                  <a:pt x="1997" y="64"/>
                  <a:pt x="1997" y="65"/>
                  <a:pt x="1997" y="65"/>
                </a:cubicBezTo>
                <a:cubicBezTo>
                  <a:pt x="1998" y="66"/>
                  <a:pt x="1999" y="66"/>
                  <a:pt x="1999" y="66"/>
                </a:cubicBezTo>
                <a:cubicBezTo>
                  <a:pt x="2000" y="67"/>
                  <a:pt x="2001" y="67"/>
                  <a:pt x="2002" y="67"/>
                </a:cubicBezTo>
                <a:cubicBezTo>
                  <a:pt x="2003" y="67"/>
                  <a:pt x="2004" y="67"/>
                  <a:pt x="2005" y="67"/>
                </a:cubicBezTo>
                <a:cubicBezTo>
                  <a:pt x="2006" y="67"/>
                  <a:pt x="2007" y="67"/>
                  <a:pt x="2008" y="67"/>
                </a:cubicBezTo>
                <a:cubicBezTo>
                  <a:pt x="2009" y="67"/>
                  <a:pt x="2010" y="67"/>
                  <a:pt x="2010" y="66"/>
                </a:cubicBezTo>
                <a:cubicBezTo>
                  <a:pt x="2011" y="66"/>
                  <a:pt x="2011" y="66"/>
                  <a:pt x="2012" y="65"/>
                </a:cubicBezTo>
                <a:cubicBezTo>
                  <a:pt x="2012" y="65"/>
                  <a:pt x="2012" y="64"/>
                  <a:pt x="2012" y="64"/>
                </a:cubicBezTo>
                <a:cubicBezTo>
                  <a:pt x="2012" y="63"/>
                  <a:pt x="2012" y="63"/>
                  <a:pt x="2011" y="63"/>
                </a:cubicBezTo>
                <a:cubicBezTo>
                  <a:pt x="2011" y="62"/>
                  <a:pt x="2010" y="62"/>
                  <a:pt x="2009" y="61"/>
                </a:cubicBezTo>
                <a:cubicBezTo>
                  <a:pt x="2008" y="61"/>
                  <a:pt x="2007" y="61"/>
                  <a:pt x="2006" y="61"/>
                </a:cubicBezTo>
                <a:cubicBezTo>
                  <a:pt x="2005" y="60"/>
                  <a:pt x="2004" y="60"/>
                  <a:pt x="2003" y="60"/>
                </a:cubicBezTo>
                <a:cubicBezTo>
                  <a:pt x="2002" y="60"/>
                  <a:pt x="2001" y="60"/>
                  <a:pt x="2000" y="61"/>
                </a:cubicBezTo>
                <a:close/>
                <a:moveTo>
                  <a:pt x="690" y="61"/>
                </a:moveTo>
                <a:cubicBezTo>
                  <a:pt x="689" y="61"/>
                  <a:pt x="688" y="61"/>
                  <a:pt x="688" y="61"/>
                </a:cubicBezTo>
                <a:cubicBezTo>
                  <a:pt x="687" y="62"/>
                  <a:pt x="686" y="62"/>
                  <a:pt x="686" y="63"/>
                </a:cubicBezTo>
                <a:cubicBezTo>
                  <a:pt x="685" y="63"/>
                  <a:pt x="685" y="63"/>
                  <a:pt x="685" y="64"/>
                </a:cubicBezTo>
                <a:cubicBezTo>
                  <a:pt x="685" y="64"/>
                  <a:pt x="685" y="65"/>
                  <a:pt x="685" y="65"/>
                </a:cubicBezTo>
                <a:cubicBezTo>
                  <a:pt x="686" y="66"/>
                  <a:pt x="686" y="66"/>
                  <a:pt x="687" y="66"/>
                </a:cubicBezTo>
                <a:cubicBezTo>
                  <a:pt x="687" y="67"/>
                  <a:pt x="688" y="67"/>
                  <a:pt x="689" y="67"/>
                </a:cubicBezTo>
                <a:cubicBezTo>
                  <a:pt x="690" y="67"/>
                  <a:pt x="691" y="67"/>
                  <a:pt x="692" y="67"/>
                </a:cubicBezTo>
                <a:cubicBezTo>
                  <a:pt x="693" y="67"/>
                  <a:pt x="694" y="67"/>
                  <a:pt x="695" y="67"/>
                </a:cubicBezTo>
                <a:cubicBezTo>
                  <a:pt x="696" y="67"/>
                  <a:pt x="697" y="67"/>
                  <a:pt x="698" y="66"/>
                </a:cubicBezTo>
                <a:cubicBezTo>
                  <a:pt x="698" y="66"/>
                  <a:pt x="699" y="66"/>
                  <a:pt x="699" y="65"/>
                </a:cubicBezTo>
                <a:cubicBezTo>
                  <a:pt x="700" y="65"/>
                  <a:pt x="700" y="64"/>
                  <a:pt x="700" y="64"/>
                </a:cubicBezTo>
                <a:cubicBezTo>
                  <a:pt x="700" y="63"/>
                  <a:pt x="700" y="63"/>
                  <a:pt x="700" y="63"/>
                </a:cubicBezTo>
                <a:cubicBezTo>
                  <a:pt x="700" y="62"/>
                  <a:pt x="699" y="62"/>
                  <a:pt x="699" y="61"/>
                </a:cubicBezTo>
                <a:cubicBezTo>
                  <a:pt x="698" y="61"/>
                  <a:pt x="697" y="61"/>
                  <a:pt x="696" y="61"/>
                </a:cubicBezTo>
                <a:cubicBezTo>
                  <a:pt x="695" y="60"/>
                  <a:pt x="694" y="60"/>
                  <a:pt x="693" y="60"/>
                </a:cubicBezTo>
                <a:cubicBezTo>
                  <a:pt x="692" y="60"/>
                  <a:pt x="691" y="60"/>
                  <a:pt x="690" y="61"/>
                </a:cubicBezTo>
                <a:close/>
                <a:moveTo>
                  <a:pt x="536" y="61"/>
                </a:moveTo>
                <a:cubicBezTo>
                  <a:pt x="535" y="61"/>
                  <a:pt x="534" y="61"/>
                  <a:pt x="533" y="61"/>
                </a:cubicBezTo>
                <a:cubicBezTo>
                  <a:pt x="533" y="62"/>
                  <a:pt x="532" y="62"/>
                  <a:pt x="532" y="63"/>
                </a:cubicBezTo>
                <a:cubicBezTo>
                  <a:pt x="531" y="63"/>
                  <a:pt x="531" y="63"/>
                  <a:pt x="531" y="64"/>
                </a:cubicBezTo>
                <a:cubicBezTo>
                  <a:pt x="530" y="64"/>
                  <a:pt x="531" y="65"/>
                  <a:pt x="531" y="65"/>
                </a:cubicBezTo>
                <a:cubicBezTo>
                  <a:pt x="531" y="66"/>
                  <a:pt x="532" y="66"/>
                  <a:pt x="532" y="66"/>
                </a:cubicBezTo>
                <a:cubicBezTo>
                  <a:pt x="533" y="67"/>
                  <a:pt x="534" y="67"/>
                  <a:pt x="535" y="67"/>
                </a:cubicBezTo>
                <a:cubicBezTo>
                  <a:pt x="535" y="67"/>
                  <a:pt x="536" y="67"/>
                  <a:pt x="537" y="67"/>
                </a:cubicBezTo>
                <a:cubicBezTo>
                  <a:pt x="539" y="67"/>
                  <a:pt x="540" y="67"/>
                  <a:pt x="541" y="67"/>
                </a:cubicBezTo>
                <a:cubicBezTo>
                  <a:pt x="541" y="67"/>
                  <a:pt x="542" y="67"/>
                  <a:pt x="543" y="66"/>
                </a:cubicBezTo>
                <a:cubicBezTo>
                  <a:pt x="544" y="66"/>
                  <a:pt x="545" y="66"/>
                  <a:pt x="545" y="65"/>
                </a:cubicBezTo>
                <a:cubicBezTo>
                  <a:pt x="546" y="65"/>
                  <a:pt x="546" y="64"/>
                  <a:pt x="546" y="64"/>
                </a:cubicBezTo>
                <a:cubicBezTo>
                  <a:pt x="546" y="63"/>
                  <a:pt x="546" y="63"/>
                  <a:pt x="546" y="63"/>
                </a:cubicBezTo>
                <a:cubicBezTo>
                  <a:pt x="545" y="62"/>
                  <a:pt x="545" y="62"/>
                  <a:pt x="544" y="61"/>
                </a:cubicBezTo>
                <a:cubicBezTo>
                  <a:pt x="544" y="61"/>
                  <a:pt x="543" y="61"/>
                  <a:pt x="542" y="61"/>
                </a:cubicBezTo>
                <a:cubicBezTo>
                  <a:pt x="541" y="60"/>
                  <a:pt x="540" y="60"/>
                  <a:pt x="539" y="60"/>
                </a:cubicBezTo>
                <a:cubicBezTo>
                  <a:pt x="538" y="60"/>
                  <a:pt x="537" y="60"/>
                  <a:pt x="536" y="61"/>
                </a:cubicBezTo>
                <a:close/>
                <a:moveTo>
                  <a:pt x="656" y="60"/>
                </a:moveTo>
                <a:cubicBezTo>
                  <a:pt x="656" y="60"/>
                  <a:pt x="656" y="60"/>
                  <a:pt x="656" y="60"/>
                </a:cubicBezTo>
                <a:cubicBezTo>
                  <a:pt x="655" y="60"/>
                  <a:pt x="655" y="60"/>
                  <a:pt x="655" y="60"/>
                </a:cubicBezTo>
                <a:cubicBezTo>
                  <a:pt x="655" y="60"/>
                  <a:pt x="655" y="60"/>
                  <a:pt x="655" y="60"/>
                </a:cubicBezTo>
                <a:cubicBezTo>
                  <a:pt x="654" y="60"/>
                  <a:pt x="653" y="60"/>
                  <a:pt x="652" y="61"/>
                </a:cubicBezTo>
                <a:cubicBezTo>
                  <a:pt x="651" y="61"/>
                  <a:pt x="650" y="61"/>
                  <a:pt x="649" y="61"/>
                </a:cubicBezTo>
                <a:cubicBezTo>
                  <a:pt x="648" y="62"/>
                  <a:pt x="648" y="62"/>
                  <a:pt x="647" y="63"/>
                </a:cubicBezTo>
                <a:cubicBezTo>
                  <a:pt x="647" y="63"/>
                  <a:pt x="646" y="63"/>
                  <a:pt x="646" y="64"/>
                </a:cubicBezTo>
                <a:cubicBezTo>
                  <a:pt x="646" y="64"/>
                  <a:pt x="646" y="65"/>
                  <a:pt x="647" y="65"/>
                </a:cubicBezTo>
                <a:cubicBezTo>
                  <a:pt x="647" y="66"/>
                  <a:pt x="647" y="66"/>
                  <a:pt x="648" y="66"/>
                </a:cubicBezTo>
                <a:cubicBezTo>
                  <a:pt x="649" y="67"/>
                  <a:pt x="649" y="67"/>
                  <a:pt x="650" y="67"/>
                </a:cubicBezTo>
                <a:cubicBezTo>
                  <a:pt x="651" y="67"/>
                  <a:pt x="652" y="67"/>
                  <a:pt x="653" y="67"/>
                </a:cubicBezTo>
                <a:cubicBezTo>
                  <a:pt x="653" y="67"/>
                  <a:pt x="654" y="67"/>
                  <a:pt x="654" y="67"/>
                </a:cubicBezTo>
                <a:cubicBezTo>
                  <a:pt x="654" y="67"/>
                  <a:pt x="654" y="67"/>
                  <a:pt x="654" y="67"/>
                </a:cubicBezTo>
                <a:cubicBezTo>
                  <a:pt x="654" y="67"/>
                  <a:pt x="654" y="67"/>
                  <a:pt x="655" y="67"/>
                </a:cubicBezTo>
                <a:cubicBezTo>
                  <a:pt x="655" y="67"/>
                  <a:pt x="655" y="67"/>
                  <a:pt x="655" y="67"/>
                </a:cubicBezTo>
                <a:cubicBezTo>
                  <a:pt x="656" y="67"/>
                  <a:pt x="657" y="67"/>
                  <a:pt x="657" y="67"/>
                </a:cubicBezTo>
                <a:cubicBezTo>
                  <a:pt x="658" y="67"/>
                  <a:pt x="659" y="66"/>
                  <a:pt x="660" y="66"/>
                </a:cubicBezTo>
                <a:cubicBezTo>
                  <a:pt x="660" y="66"/>
                  <a:pt x="661" y="65"/>
                  <a:pt x="661" y="65"/>
                </a:cubicBezTo>
                <a:cubicBezTo>
                  <a:pt x="661" y="65"/>
                  <a:pt x="662" y="64"/>
                  <a:pt x="662" y="64"/>
                </a:cubicBezTo>
                <a:cubicBezTo>
                  <a:pt x="662" y="63"/>
                  <a:pt x="662" y="63"/>
                  <a:pt x="661" y="63"/>
                </a:cubicBezTo>
                <a:cubicBezTo>
                  <a:pt x="661" y="62"/>
                  <a:pt x="661" y="62"/>
                  <a:pt x="660" y="62"/>
                </a:cubicBezTo>
                <a:cubicBezTo>
                  <a:pt x="660" y="61"/>
                  <a:pt x="659" y="61"/>
                  <a:pt x="659" y="61"/>
                </a:cubicBezTo>
                <a:cubicBezTo>
                  <a:pt x="658" y="61"/>
                  <a:pt x="657" y="61"/>
                  <a:pt x="656" y="60"/>
                </a:cubicBezTo>
                <a:cubicBezTo>
                  <a:pt x="656" y="60"/>
                  <a:pt x="656" y="60"/>
                  <a:pt x="656" y="60"/>
                </a:cubicBezTo>
                <a:close/>
                <a:moveTo>
                  <a:pt x="305" y="61"/>
                </a:moveTo>
                <a:cubicBezTo>
                  <a:pt x="304" y="61"/>
                  <a:pt x="303" y="61"/>
                  <a:pt x="302" y="61"/>
                </a:cubicBezTo>
                <a:cubicBezTo>
                  <a:pt x="301" y="62"/>
                  <a:pt x="301" y="62"/>
                  <a:pt x="300" y="63"/>
                </a:cubicBezTo>
                <a:cubicBezTo>
                  <a:pt x="300" y="63"/>
                  <a:pt x="299" y="63"/>
                  <a:pt x="299" y="64"/>
                </a:cubicBezTo>
                <a:cubicBezTo>
                  <a:pt x="299" y="64"/>
                  <a:pt x="299" y="65"/>
                  <a:pt x="299" y="65"/>
                </a:cubicBezTo>
                <a:cubicBezTo>
                  <a:pt x="300" y="66"/>
                  <a:pt x="300" y="66"/>
                  <a:pt x="301" y="66"/>
                </a:cubicBezTo>
                <a:cubicBezTo>
                  <a:pt x="301" y="67"/>
                  <a:pt x="302" y="67"/>
                  <a:pt x="303" y="67"/>
                </a:cubicBezTo>
                <a:cubicBezTo>
                  <a:pt x="304" y="67"/>
                  <a:pt x="305" y="67"/>
                  <a:pt x="306" y="67"/>
                </a:cubicBezTo>
                <a:cubicBezTo>
                  <a:pt x="307" y="67"/>
                  <a:pt x="308" y="67"/>
                  <a:pt x="309" y="67"/>
                </a:cubicBezTo>
                <a:cubicBezTo>
                  <a:pt x="310" y="67"/>
                  <a:pt x="311" y="67"/>
                  <a:pt x="311" y="66"/>
                </a:cubicBezTo>
                <a:cubicBezTo>
                  <a:pt x="312" y="66"/>
                  <a:pt x="313" y="66"/>
                  <a:pt x="313" y="65"/>
                </a:cubicBezTo>
                <a:cubicBezTo>
                  <a:pt x="314" y="65"/>
                  <a:pt x="314" y="64"/>
                  <a:pt x="315" y="64"/>
                </a:cubicBezTo>
                <a:cubicBezTo>
                  <a:pt x="315" y="63"/>
                  <a:pt x="315" y="63"/>
                  <a:pt x="314" y="63"/>
                </a:cubicBezTo>
                <a:cubicBezTo>
                  <a:pt x="314" y="62"/>
                  <a:pt x="314" y="62"/>
                  <a:pt x="313" y="61"/>
                </a:cubicBezTo>
                <a:cubicBezTo>
                  <a:pt x="312" y="61"/>
                  <a:pt x="312" y="61"/>
                  <a:pt x="311" y="61"/>
                </a:cubicBezTo>
                <a:cubicBezTo>
                  <a:pt x="310" y="60"/>
                  <a:pt x="309" y="60"/>
                  <a:pt x="308" y="60"/>
                </a:cubicBezTo>
                <a:cubicBezTo>
                  <a:pt x="307" y="60"/>
                  <a:pt x="306" y="60"/>
                  <a:pt x="305" y="61"/>
                </a:cubicBezTo>
                <a:close/>
                <a:moveTo>
                  <a:pt x="505" y="61"/>
                </a:moveTo>
                <a:cubicBezTo>
                  <a:pt x="504" y="61"/>
                  <a:pt x="503" y="61"/>
                  <a:pt x="502" y="60"/>
                </a:cubicBezTo>
                <a:cubicBezTo>
                  <a:pt x="502" y="60"/>
                  <a:pt x="502" y="60"/>
                  <a:pt x="502" y="60"/>
                </a:cubicBezTo>
                <a:cubicBezTo>
                  <a:pt x="502" y="60"/>
                  <a:pt x="501" y="60"/>
                  <a:pt x="501" y="60"/>
                </a:cubicBezTo>
                <a:cubicBezTo>
                  <a:pt x="501" y="60"/>
                  <a:pt x="501" y="60"/>
                  <a:pt x="501" y="60"/>
                </a:cubicBezTo>
                <a:cubicBezTo>
                  <a:pt x="501" y="60"/>
                  <a:pt x="501" y="60"/>
                  <a:pt x="501" y="60"/>
                </a:cubicBezTo>
                <a:cubicBezTo>
                  <a:pt x="499" y="60"/>
                  <a:pt x="498" y="60"/>
                  <a:pt x="497" y="61"/>
                </a:cubicBezTo>
                <a:cubicBezTo>
                  <a:pt x="497" y="61"/>
                  <a:pt x="496" y="61"/>
                  <a:pt x="495" y="61"/>
                </a:cubicBezTo>
                <a:cubicBezTo>
                  <a:pt x="494" y="62"/>
                  <a:pt x="493" y="62"/>
                  <a:pt x="493" y="63"/>
                </a:cubicBezTo>
                <a:cubicBezTo>
                  <a:pt x="492" y="63"/>
                  <a:pt x="492" y="63"/>
                  <a:pt x="492" y="64"/>
                </a:cubicBezTo>
                <a:cubicBezTo>
                  <a:pt x="492" y="64"/>
                  <a:pt x="492" y="65"/>
                  <a:pt x="492" y="65"/>
                </a:cubicBezTo>
                <a:cubicBezTo>
                  <a:pt x="493" y="66"/>
                  <a:pt x="493" y="66"/>
                  <a:pt x="494" y="66"/>
                </a:cubicBezTo>
                <a:cubicBezTo>
                  <a:pt x="494" y="67"/>
                  <a:pt x="495" y="67"/>
                  <a:pt x="496" y="67"/>
                </a:cubicBezTo>
                <a:cubicBezTo>
                  <a:pt x="497" y="67"/>
                  <a:pt x="498" y="67"/>
                  <a:pt x="499" y="67"/>
                </a:cubicBezTo>
                <a:cubicBezTo>
                  <a:pt x="499" y="67"/>
                  <a:pt x="499" y="67"/>
                  <a:pt x="499" y="67"/>
                </a:cubicBezTo>
                <a:cubicBezTo>
                  <a:pt x="499" y="67"/>
                  <a:pt x="499" y="67"/>
                  <a:pt x="500" y="67"/>
                </a:cubicBezTo>
                <a:cubicBezTo>
                  <a:pt x="500" y="67"/>
                  <a:pt x="500" y="67"/>
                  <a:pt x="500" y="67"/>
                </a:cubicBezTo>
                <a:cubicBezTo>
                  <a:pt x="500" y="67"/>
                  <a:pt x="500" y="67"/>
                  <a:pt x="500" y="67"/>
                </a:cubicBezTo>
                <a:cubicBezTo>
                  <a:pt x="501" y="67"/>
                  <a:pt x="501" y="67"/>
                  <a:pt x="501" y="67"/>
                </a:cubicBezTo>
                <a:cubicBezTo>
                  <a:pt x="501" y="67"/>
                  <a:pt x="502" y="67"/>
                  <a:pt x="502" y="67"/>
                </a:cubicBezTo>
                <a:cubicBezTo>
                  <a:pt x="502" y="67"/>
                  <a:pt x="502" y="67"/>
                  <a:pt x="503" y="67"/>
                </a:cubicBezTo>
                <a:cubicBezTo>
                  <a:pt x="503" y="67"/>
                  <a:pt x="503" y="67"/>
                  <a:pt x="503" y="67"/>
                </a:cubicBezTo>
                <a:cubicBezTo>
                  <a:pt x="505" y="66"/>
                  <a:pt x="505" y="66"/>
                  <a:pt x="505" y="66"/>
                </a:cubicBezTo>
                <a:cubicBezTo>
                  <a:pt x="505" y="66"/>
                  <a:pt x="506" y="66"/>
                  <a:pt x="506" y="65"/>
                </a:cubicBezTo>
                <a:cubicBezTo>
                  <a:pt x="507" y="65"/>
                  <a:pt x="507" y="64"/>
                  <a:pt x="507" y="64"/>
                </a:cubicBezTo>
                <a:cubicBezTo>
                  <a:pt x="507" y="64"/>
                  <a:pt x="507" y="64"/>
                  <a:pt x="507" y="64"/>
                </a:cubicBezTo>
                <a:cubicBezTo>
                  <a:pt x="507" y="63"/>
                  <a:pt x="507" y="63"/>
                  <a:pt x="507" y="63"/>
                </a:cubicBezTo>
                <a:cubicBezTo>
                  <a:pt x="507" y="63"/>
                  <a:pt x="507" y="63"/>
                  <a:pt x="507" y="63"/>
                </a:cubicBezTo>
                <a:cubicBezTo>
                  <a:pt x="507" y="63"/>
                  <a:pt x="507" y="63"/>
                  <a:pt x="507" y="63"/>
                </a:cubicBezTo>
                <a:cubicBezTo>
                  <a:pt x="507" y="62"/>
                  <a:pt x="506" y="62"/>
                  <a:pt x="506" y="61"/>
                </a:cubicBezTo>
                <a:lnTo>
                  <a:pt x="505" y="61"/>
                </a:lnTo>
                <a:close/>
                <a:moveTo>
                  <a:pt x="272" y="61"/>
                </a:moveTo>
                <a:cubicBezTo>
                  <a:pt x="271" y="60"/>
                  <a:pt x="270" y="60"/>
                  <a:pt x="269" y="60"/>
                </a:cubicBezTo>
                <a:cubicBezTo>
                  <a:pt x="269" y="60"/>
                  <a:pt x="269" y="60"/>
                  <a:pt x="269" y="60"/>
                </a:cubicBezTo>
                <a:cubicBezTo>
                  <a:pt x="268" y="60"/>
                  <a:pt x="268" y="60"/>
                  <a:pt x="268" y="60"/>
                </a:cubicBezTo>
                <a:cubicBezTo>
                  <a:pt x="268" y="60"/>
                  <a:pt x="267" y="61"/>
                  <a:pt x="267" y="61"/>
                </a:cubicBezTo>
                <a:cubicBezTo>
                  <a:pt x="267" y="61"/>
                  <a:pt x="267" y="61"/>
                  <a:pt x="266" y="61"/>
                </a:cubicBezTo>
                <a:cubicBezTo>
                  <a:pt x="264" y="61"/>
                  <a:pt x="261" y="62"/>
                  <a:pt x="261" y="64"/>
                </a:cubicBezTo>
                <a:cubicBezTo>
                  <a:pt x="260" y="64"/>
                  <a:pt x="260" y="65"/>
                  <a:pt x="261" y="65"/>
                </a:cubicBezTo>
                <a:cubicBezTo>
                  <a:pt x="261" y="65"/>
                  <a:pt x="261" y="66"/>
                  <a:pt x="261" y="66"/>
                </a:cubicBezTo>
                <a:cubicBezTo>
                  <a:pt x="262" y="66"/>
                  <a:pt x="262" y="66"/>
                  <a:pt x="262" y="67"/>
                </a:cubicBezTo>
                <a:cubicBezTo>
                  <a:pt x="263" y="67"/>
                  <a:pt x="264" y="67"/>
                  <a:pt x="264" y="67"/>
                </a:cubicBezTo>
                <a:cubicBezTo>
                  <a:pt x="265" y="67"/>
                  <a:pt x="266" y="67"/>
                  <a:pt x="267" y="67"/>
                </a:cubicBezTo>
                <a:cubicBezTo>
                  <a:pt x="267" y="67"/>
                  <a:pt x="268" y="67"/>
                  <a:pt x="268" y="67"/>
                </a:cubicBezTo>
                <a:cubicBezTo>
                  <a:pt x="268" y="67"/>
                  <a:pt x="268" y="67"/>
                  <a:pt x="269" y="67"/>
                </a:cubicBezTo>
                <a:cubicBezTo>
                  <a:pt x="269" y="67"/>
                  <a:pt x="269" y="67"/>
                  <a:pt x="269" y="67"/>
                </a:cubicBezTo>
                <a:cubicBezTo>
                  <a:pt x="270" y="67"/>
                  <a:pt x="270" y="67"/>
                  <a:pt x="270" y="67"/>
                </a:cubicBezTo>
                <a:cubicBezTo>
                  <a:pt x="272" y="67"/>
                  <a:pt x="275" y="66"/>
                  <a:pt x="276" y="64"/>
                </a:cubicBezTo>
                <a:cubicBezTo>
                  <a:pt x="276" y="64"/>
                  <a:pt x="276" y="63"/>
                  <a:pt x="276" y="63"/>
                </a:cubicBezTo>
                <a:cubicBezTo>
                  <a:pt x="276" y="63"/>
                  <a:pt x="276" y="62"/>
                  <a:pt x="275" y="62"/>
                </a:cubicBezTo>
                <a:cubicBezTo>
                  <a:pt x="275" y="62"/>
                  <a:pt x="275" y="61"/>
                  <a:pt x="274" y="61"/>
                </a:cubicBezTo>
                <a:cubicBezTo>
                  <a:pt x="274" y="61"/>
                  <a:pt x="273" y="61"/>
                  <a:pt x="272" y="61"/>
                </a:cubicBezTo>
                <a:cubicBezTo>
                  <a:pt x="272" y="61"/>
                  <a:pt x="273" y="61"/>
                  <a:pt x="272" y="61"/>
                </a:cubicBezTo>
                <a:close/>
                <a:moveTo>
                  <a:pt x="228" y="61"/>
                </a:moveTo>
                <a:cubicBezTo>
                  <a:pt x="227" y="61"/>
                  <a:pt x="226" y="61"/>
                  <a:pt x="225" y="61"/>
                </a:cubicBezTo>
                <a:cubicBezTo>
                  <a:pt x="224" y="62"/>
                  <a:pt x="224" y="62"/>
                  <a:pt x="223" y="63"/>
                </a:cubicBezTo>
                <a:cubicBezTo>
                  <a:pt x="223" y="63"/>
                  <a:pt x="222" y="63"/>
                  <a:pt x="222" y="64"/>
                </a:cubicBezTo>
                <a:cubicBezTo>
                  <a:pt x="222" y="64"/>
                  <a:pt x="222" y="65"/>
                  <a:pt x="222" y="65"/>
                </a:cubicBezTo>
                <a:cubicBezTo>
                  <a:pt x="222" y="66"/>
                  <a:pt x="223" y="66"/>
                  <a:pt x="223" y="66"/>
                </a:cubicBezTo>
                <a:cubicBezTo>
                  <a:pt x="224" y="67"/>
                  <a:pt x="225" y="67"/>
                  <a:pt x="226" y="67"/>
                </a:cubicBezTo>
                <a:cubicBezTo>
                  <a:pt x="226" y="67"/>
                  <a:pt x="227" y="67"/>
                  <a:pt x="228" y="67"/>
                </a:cubicBezTo>
                <a:cubicBezTo>
                  <a:pt x="229" y="67"/>
                  <a:pt x="231" y="67"/>
                  <a:pt x="232" y="67"/>
                </a:cubicBezTo>
                <a:cubicBezTo>
                  <a:pt x="233" y="67"/>
                  <a:pt x="233" y="67"/>
                  <a:pt x="234" y="66"/>
                </a:cubicBezTo>
                <a:cubicBezTo>
                  <a:pt x="235" y="66"/>
                  <a:pt x="236" y="66"/>
                  <a:pt x="236" y="65"/>
                </a:cubicBezTo>
                <a:cubicBezTo>
                  <a:pt x="237" y="65"/>
                  <a:pt x="237" y="64"/>
                  <a:pt x="237" y="64"/>
                </a:cubicBezTo>
                <a:cubicBezTo>
                  <a:pt x="238" y="63"/>
                  <a:pt x="237" y="63"/>
                  <a:pt x="237" y="63"/>
                </a:cubicBezTo>
                <a:cubicBezTo>
                  <a:pt x="237" y="62"/>
                  <a:pt x="237" y="62"/>
                  <a:pt x="236" y="61"/>
                </a:cubicBezTo>
                <a:cubicBezTo>
                  <a:pt x="235" y="61"/>
                  <a:pt x="235" y="61"/>
                  <a:pt x="234" y="61"/>
                </a:cubicBezTo>
                <a:cubicBezTo>
                  <a:pt x="233" y="60"/>
                  <a:pt x="232" y="60"/>
                  <a:pt x="231" y="60"/>
                </a:cubicBezTo>
                <a:cubicBezTo>
                  <a:pt x="230" y="60"/>
                  <a:pt x="229" y="60"/>
                  <a:pt x="228" y="61"/>
                </a:cubicBezTo>
                <a:close/>
                <a:moveTo>
                  <a:pt x="960" y="61"/>
                </a:moveTo>
                <a:cubicBezTo>
                  <a:pt x="959" y="61"/>
                  <a:pt x="958" y="61"/>
                  <a:pt x="957" y="61"/>
                </a:cubicBezTo>
                <a:cubicBezTo>
                  <a:pt x="957" y="62"/>
                  <a:pt x="956" y="62"/>
                  <a:pt x="956" y="63"/>
                </a:cubicBezTo>
                <a:cubicBezTo>
                  <a:pt x="955" y="63"/>
                  <a:pt x="955" y="63"/>
                  <a:pt x="955" y="64"/>
                </a:cubicBezTo>
                <a:cubicBezTo>
                  <a:pt x="955" y="64"/>
                  <a:pt x="955" y="65"/>
                  <a:pt x="955" y="65"/>
                </a:cubicBezTo>
                <a:cubicBezTo>
                  <a:pt x="956" y="66"/>
                  <a:pt x="956" y="66"/>
                  <a:pt x="957" y="66"/>
                </a:cubicBezTo>
                <a:cubicBezTo>
                  <a:pt x="958" y="67"/>
                  <a:pt x="958" y="67"/>
                  <a:pt x="959" y="67"/>
                </a:cubicBezTo>
                <a:cubicBezTo>
                  <a:pt x="960" y="67"/>
                  <a:pt x="961" y="67"/>
                  <a:pt x="962" y="67"/>
                </a:cubicBezTo>
                <a:cubicBezTo>
                  <a:pt x="963" y="67"/>
                  <a:pt x="964" y="67"/>
                  <a:pt x="965" y="67"/>
                </a:cubicBezTo>
                <a:cubicBezTo>
                  <a:pt x="966" y="67"/>
                  <a:pt x="967" y="67"/>
                  <a:pt x="968" y="66"/>
                </a:cubicBezTo>
                <a:cubicBezTo>
                  <a:pt x="969" y="66"/>
                  <a:pt x="969" y="66"/>
                  <a:pt x="970" y="65"/>
                </a:cubicBezTo>
                <a:cubicBezTo>
                  <a:pt x="970" y="65"/>
                  <a:pt x="970" y="64"/>
                  <a:pt x="970" y="64"/>
                </a:cubicBezTo>
                <a:cubicBezTo>
                  <a:pt x="970" y="63"/>
                  <a:pt x="970" y="63"/>
                  <a:pt x="970" y="63"/>
                </a:cubicBezTo>
                <a:cubicBezTo>
                  <a:pt x="970" y="62"/>
                  <a:pt x="969" y="62"/>
                  <a:pt x="968" y="61"/>
                </a:cubicBezTo>
                <a:cubicBezTo>
                  <a:pt x="968" y="61"/>
                  <a:pt x="967" y="61"/>
                  <a:pt x="966" y="61"/>
                </a:cubicBezTo>
                <a:cubicBezTo>
                  <a:pt x="965" y="60"/>
                  <a:pt x="964" y="60"/>
                  <a:pt x="963" y="60"/>
                </a:cubicBezTo>
                <a:cubicBezTo>
                  <a:pt x="962" y="60"/>
                  <a:pt x="961" y="60"/>
                  <a:pt x="960" y="61"/>
                </a:cubicBezTo>
                <a:close/>
                <a:moveTo>
                  <a:pt x="844" y="61"/>
                </a:moveTo>
                <a:cubicBezTo>
                  <a:pt x="843" y="61"/>
                  <a:pt x="843" y="61"/>
                  <a:pt x="842" y="61"/>
                </a:cubicBezTo>
                <a:cubicBezTo>
                  <a:pt x="841" y="62"/>
                  <a:pt x="840" y="62"/>
                  <a:pt x="840" y="63"/>
                </a:cubicBezTo>
                <a:cubicBezTo>
                  <a:pt x="840" y="63"/>
                  <a:pt x="839" y="63"/>
                  <a:pt x="839" y="64"/>
                </a:cubicBezTo>
                <a:cubicBezTo>
                  <a:pt x="839" y="64"/>
                  <a:pt x="839" y="65"/>
                  <a:pt x="840" y="65"/>
                </a:cubicBezTo>
                <a:cubicBezTo>
                  <a:pt x="840" y="66"/>
                  <a:pt x="840" y="66"/>
                  <a:pt x="841" y="66"/>
                </a:cubicBezTo>
                <a:cubicBezTo>
                  <a:pt x="842" y="67"/>
                  <a:pt x="843" y="67"/>
                  <a:pt x="843" y="67"/>
                </a:cubicBezTo>
                <a:cubicBezTo>
                  <a:pt x="844" y="67"/>
                  <a:pt x="845" y="67"/>
                  <a:pt x="846" y="67"/>
                </a:cubicBezTo>
                <a:cubicBezTo>
                  <a:pt x="847" y="67"/>
                  <a:pt x="849" y="67"/>
                  <a:pt x="849" y="67"/>
                </a:cubicBezTo>
                <a:cubicBezTo>
                  <a:pt x="850" y="67"/>
                  <a:pt x="851" y="67"/>
                  <a:pt x="852" y="66"/>
                </a:cubicBezTo>
                <a:cubicBezTo>
                  <a:pt x="853" y="66"/>
                  <a:pt x="853" y="66"/>
                  <a:pt x="854" y="65"/>
                </a:cubicBezTo>
                <a:cubicBezTo>
                  <a:pt x="854" y="65"/>
                  <a:pt x="855" y="64"/>
                  <a:pt x="855" y="64"/>
                </a:cubicBezTo>
                <a:cubicBezTo>
                  <a:pt x="855" y="63"/>
                  <a:pt x="855" y="63"/>
                  <a:pt x="854" y="63"/>
                </a:cubicBezTo>
                <a:cubicBezTo>
                  <a:pt x="854" y="62"/>
                  <a:pt x="853" y="62"/>
                  <a:pt x="853" y="61"/>
                </a:cubicBezTo>
                <a:cubicBezTo>
                  <a:pt x="852" y="61"/>
                  <a:pt x="851" y="61"/>
                  <a:pt x="850" y="61"/>
                </a:cubicBezTo>
                <a:cubicBezTo>
                  <a:pt x="849" y="60"/>
                  <a:pt x="848" y="60"/>
                  <a:pt x="847" y="60"/>
                </a:cubicBezTo>
                <a:cubicBezTo>
                  <a:pt x="846" y="60"/>
                  <a:pt x="845" y="60"/>
                  <a:pt x="844" y="61"/>
                </a:cubicBezTo>
                <a:close/>
                <a:moveTo>
                  <a:pt x="998" y="61"/>
                </a:moveTo>
                <a:cubicBezTo>
                  <a:pt x="998" y="61"/>
                  <a:pt x="997" y="61"/>
                  <a:pt x="996" y="61"/>
                </a:cubicBezTo>
                <a:cubicBezTo>
                  <a:pt x="995" y="62"/>
                  <a:pt x="995" y="62"/>
                  <a:pt x="994" y="63"/>
                </a:cubicBezTo>
                <a:cubicBezTo>
                  <a:pt x="994" y="63"/>
                  <a:pt x="994" y="63"/>
                  <a:pt x="993" y="64"/>
                </a:cubicBezTo>
                <a:cubicBezTo>
                  <a:pt x="993" y="64"/>
                  <a:pt x="994" y="65"/>
                  <a:pt x="994" y="65"/>
                </a:cubicBezTo>
                <a:cubicBezTo>
                  <a:pt x="994" y="66"/>
                  <a:pt x="995" y="66"/>
                  <a:pt x="996" y="66"/>
                </a:cubicBezTo>
                <a:cubicBezTo>
                  <a:pt x="996" y="67"/>
                  <a:pt x="997" y="67"/>
                  <a:pt x="998" y="67"/>
                </a:cubicBezTo>
                <a:cubicBezTo>
                  <a:pt x="999" y="67"/>
                  <a:pt x="1000" y="67"/>
                  <a:pt x="1001" y="67"/>
                </a:cubicBezTo>
                <a:cubicBezTo>
                  <a:pt x="1002" y="67"/>
                  <a:pt x="1003" y="67"/>
                  <a:pt x="1004" y="67"/>
                </a:cubicBezTo>
                <a:cubicBezTo>
                  <a:pt x="1005" y="67"/>
                  <a:pt x="1006" y="67"/>
                  <a:pt x="1006" y="66"/>
                </a:cubicBezTo>
                <a:cubicBezTo>
                  <a:pt x="1007" y="66"/>
                  <a:pt x="1008" y="66"/>
                  <a:pt x="1008" y="65"/>
                </a:cubicBezTo>
                <a:cubicBezTo>
                  <a:pt x="1009" y="65"/>
                  <a:pt x="1009" y="64"/>
                  <a:pt x="1009" y="64"/>
                </a:cubicBezTo>
                <a:cubicBezTo>
                  <a:pt x="1009" y="63"/>
                  <a:pt x="1009" y="63"/>
                  <a:pt x="1008" y="63"/>
                </a:cubicBezTo>
                <a:cubicBezTo>
                  <a:pt x="1008" y="62"/>
                  <a:pt x="1008" y="62"/>
                  <a:pt x="1007" y="61"/>
                </a:cubicBezTo>
                <a:cubicBezTo>
                  <a:pt x="1006" y="61"/>
                  <a:pt x="1005" y="61"/>
                  <a:pt x="1004" y="61"/>
                </a:cubicBezTo>
                <a:cubicBezTo>
                  <a:pt x="1004" y="60"/>
                  <a:pt x="1003" y="60"/>
                  <a:pt x="1002" y="60"/>
                </a:cubicBezTo>
                <a:cubicBezTo>
                  <a:pt x="1000" y="60"/>
                  <a:pt x="999" y="60"/>
                  <a:pt x="998" y="61"/>
                </a:cubicBezTo>
                <a:close/>
                <a:moveTo>
                  <a:pt x="812" y="61"/>
                </a:moveTo>
                <a:cubicBezTo>
                  <a:pt x="811" y="60"/>
                  <a:pt x="810" y="60"/>
                  <a:pt x="809" y="60"/>
                </a:cubicBezTo>
                <a:cubicBezTo>
                  <a:pt x="808" y="60"/>
                  <a:pt x="807" y="60"/>
                  <a:pt x="806" y="61"/>
                </a:cubicBezTo>
                <a:cubicBezTo>
                  <a:pt x="805" y="61"/>
                  <a:pt x="804" y="61"/>
                  <a:pt x="803" y="61"/>
                </a:cubicBezTo>
                <a:cubicBezTo>
                  <a:pt x="803" y="62"/>
                  <a:pt x="802" y="62"/>
                  <a:pt x="801" y="63"/>
                </a:cubicBezTo>
                <a:cubicBezTo>
                  <a:pt x="801" y="63"/>
                  <a:pt x="801" y="63"/>
                  <a:pt x="801" y="64"/>
                </a:cubicBezTo>
                <a:cubicBezTo>
                  <a:pt x="801" y="64"/>
                  <a:pt x="801" y="65"/>
                  <a:pt x="801" y="65"/>
                </a:cubicBezTo>
                <a:cubicBezTo>
                  <a:pt x="801" y="66"/>
                  <a:pt x="802" y="66"/>
                  <a:pt x="802" y="66"/>
                </a:cubicBezTo>
                <a:cubicBezTo>
                  <a:pt x="803" y="67"/>
                  <a:pt x="804" y="67"/>
                  <a:pt x="805" y="67"/>
                </a:cubicBezTo>
                <a:cubicBezTo>
                  <a:pt x="806" y="67"/>
                  <a:pt x="807" y="67"/>
                  <a:pt x="808" y="67"/>
                </a:cubicBezTo>
                <a:cubicBezTo>
                  <a:pt x="808" y="67"/>
                  <a:pt x="808" y="67"/>
                  <a:pt x="809" y="67"/>
                </a:cubicBezTo>
                <a:cubicBezTo>
                  <a:pt x="809" y="67"/>
                  <a:pt x="809" y="67"/>
                  <a:pt x="809" y="67"/>
                </a:cubicBezTo>
                <a:cubicBezTo>
                  <a:pt x="810" y="67"/>
                  <a:pt x="810" y="67"/>
                  <a:pt x="810" y="67"/>
                </a:cubicBezTo>
                <a:cubicBezTo>
                  <a:pt x="810" y="67"/>
                  <a:pt x="811" y="67"/>
                  <a:pt x="811" y="67"/>
                </a:cubicBezTo>
                <a:cubicBezTo>
                  <a:pt x="811" y="67"/>
                  <a:pt x="811" y="67"/>
                  <a:pt x="812" y="67"/>
                </a:cubicBezTo>
                <a:cubicBezTo>
                  <a:pt x="812" y="67"/>
                  <a:pt x="812" y="67"/>
                  <a:pt x="812" y="67"/>
                </a:cubicBezTo>
                <a:cubicBezTo>
                  <a:pt x="812" y="67"/>
                  <a:pt x="813" y="67"/>
                  <a:pt x="813" y="67"/>
                </a:cubicBezTo>
                <a:cubicBezTo>
                  <a:pt x="813" y="67"/>
                  <a:pt x="813" y="66"/>
                  <a:pt x="813" y="66"/>
                </a:cubicBezTo>
                <a:cubicBezTo>
                  <a:pt x="814" y="66"/>
                  <a:pt x="816" y="65"/>
                  <a:pt x="816" y="64"/>
                </a:cubicBezTo>
                <a:cubicBezTo>
                  <a:pt x="816" y="64"/>
                  <a:pt x="816" y="63"/>
                  <a:pt x="816" y="63"/>
                </a:cubicBezTo>
                <a:cubicBezTo>
                  <a:pt x="816" y="63"/>
                  <a:pt x="816" y="63"/>
                  <a:pt x="816" y="63"/>
                </a:cubicBezTo>
                <a:cubicBezTo>
                  <a:pt x="815" y="62"/>
                  <a:pt x="815" y="62"/>
                  <a:pt x="815" y="62"/>
                </a:cubicBezTo>
                <a:cubicBezTo>
                  <a:pt x="815" y="62"/>
                  <a:pt x="814" y="62"/>
                  <a:pt x="814" y="61"/>
                </a:cubicBezTo>
                <a:cubicBezTo>
                  <a:pt x="813" y="61"/>
                  <a:pt x="813" y="61"/>
                  <a:pt x="812" y="61"/>
                </a:cubicBezTo>
                <a:cubicBezTo>
                  <a:pt x="812" y="61"/>
                  <a:pt x="812" y="61"/>
                  <a:pt x="812" y="61"/>
                </a:cubicBezTo>
                <a:close/>
                <a:moveTo>
                  <a:pt x="1043" y="61"/>
                </a:moveTo>
                <a:cubicBezTo>
                  <a:pt x="1042" y="60"/>
                  <a:pt x="1041" y="60"/>
                  <a:pt x="1040" y="60"/>
                </a:cubicBezTo>
                <a:cubicBezTo>
                  <a:pt x="1040" y="60"/>
                  <a:pt x="1040" y="60"/>
                  <a:pt x="1039" y="60"/>
                </a:cubicBezTo>
                <a:cubicBezTo>
                  <a:pt x="1039" y="60"/>
                  <a:pt x="1039" y="60"/>
                  <a:pt x="1038" y="60"/>
                </a:cubicBezTo>
                <a:cubicBezTo>
                  <a:pt x="1038" y="60"/>
                  <a:pt x="1038" y="61"/>
                  <a:pt x="1038" y="61"/>
                </a:cubicBezTo>
                <a:cubicBezTo>
                  <a:pt x="1038" y="61"/>
                  <a:pt x="1037" y="61"/>
                  <a:pt x="1037" y="61"/>
                </a:cubicBezTo>
                <a:cubicBezTo>
                  <a:pt x="1035" y="61"/>
                  <a:pt x="1032" y="62"/>
                  <a:pt x="1032" y="64"/>
                </a:cubicBezTo>
                <a:cubicBezTo>
                  <a:pt x="1032" y="64"/>
                  <a:pt x="1032" y="65"/>
                  <a:pt x="1032" y="65"/>
                </a:cubicBezTo>
                <a:cubicBezTo>
                  <a:pt x="1033" y="65"/>
                  <a:pt x="1033" y="66"/>
                  <a:pt x="1033" y="66"/>
                </a:cubicBezTo>
                <a:cubicBezTo>
                  <a:pt x="1034" y="66"/>
                  <a:pt x="1034" y="66"/>
                  <a:pt x="1035" y="67"/>
                </a:cubicBezTo>
                <a:cubicBezTo>
                  <a:pt x="1035" y="67"/>
                  <a:pt x="1036" y="67"/>
                  <a:pt x="1037" y="67"/>
                </a:cubicBezTo>
                <a:cubicBezTo>
                  <a:pt x="1038" y="67"/>
                  <a:pt x="1039" y="67"/>
                  <a:pt x="1040" y="67"/>
                </a:cubicBezTo>
                <a:cubicBezTo>
                  <a:pt x="1040" y="67"/>
                  <a:pt x="1040" y="67"/>
                  <a:pt x="1040" y="67"/>
                </a:cubicBezTo>
                <a:cubicBezTo>
                  <a:pt x="1041" y="67"/>
                  <a:pt x="1041" y="67"/>
                  <a:pt x="1041" y="67"/>
                </a:cubicBezTo>
                <a:cubicBezTo>
                  <a:pt x="1041" y="67"/>
                  <a:pt x="1042" y="67"/>
                  <a:pt x="1042" y="67"/>
                </a:cubicBezTo>
                <a:cubicBezTo>
                  <a:pt x="1042" y="67"/>
                  <a:pt x="1042" y="67"/>
                  <a:pt x="1043" y="67"/>
                </a:cubicBezTo>
                <a:cubicBezTo>
                  <a:pt x="1044" y="67"/>
                  <a:pt x="1047" y="66"/>
                  <a:pt x="1047" y="64"/>
                </a:cubicBezTo>
                <a:cubicBezTo>
                  <a:pt x="1048" y="64"/>
                  <a:pt x="1047" y="63"/>
                  <a:pt x="1047" y="63"/>
                </a:cubicBezTo>
                <a:cubicBezTo>
                  <a:pt x="1047" y="63"/>
                  <a:pt x="1047" y="62"/>
                  <a:pt x="1046" y="62"/>
                </a:cubicBezTo>
                <a:cubicBezTo>
                  <a:pt x="1046" y="62"/>
                  <a:pt x="1045" y="61"/>
                  <a:pt x="1045" y="61"/>
                </a:cubicBezTo>
                <a:cubicBezTo>
                  <a:pt x="1044" y="61"/>
                  <a:pt x="1044" y="61"/>
                  <a:pt x="1043" y="61"/>
                </a:cubicBezTo>
                <a:cubicBezTo>
                  <a:pt x="1043" y="61"/>
                  <a:pt x="1044" y="61"/>
                  <a:pt x="1043" y="61"/>
                </a:cubicBezTo>
                <a:close/>
                <a:moveTo>
                  <a:pt x="921" y="61"/>
                </a:moveTo>
                <a:cubicBezTo>
                  <a:pt x="920" y="61"/>
                  <a:pt x="920" y="61"/>
                  <a:pt x="919" y="61"/>
                </a:cubicBezTo>
                <a:cubicBezTo>
                  <a:pt x="918" y="62"/>
                  <a:pt x="918" y="62"/>
                  <a:pt x="917" y="63"/>
                </a:cubicBezTo>
                <a:cubicBezTo>
                  <a:pt x="917" y="63"/>
                  <a:pt x="916" y="63"/>
                  <a:pt x="916" y="64"/>
                </a:cubicBezTo>
                <a:cubicBezTo>
                  <a:pt x="916" y="64"/>
                  <a:pt x="916" y="65"/>
                  <a:pt x="917" y="65"/>
                </a:cubicBezTo>
                <a:cubicBezTo>
                  <a:pt x="917" y="66"/>
                  <a:pt x="918" y="66"/>
                  <a:pt x="918" y="66"/>
                </a:cubicBezTo>
                <a:cubicBezTo>
                  <a:pt x="919" y="67"/>
                  <a:pt x="920" y="67"/>
                  <a:pt x="921" y="67"/>
                </a:cubicBezTo>
                <a:cubicBezTo>
                  <a:pt x="922" y="67"/>
                  <a:pt x="923" y="67"/>
                  <a:pt x="924" y="67"/>
                </a:cubicBezTo>
                <a:cubicBezTo>
                  <a:pt x="925" y="67"/>
                  <a:pt x="926" y="67"/>
                  <a:pt x="927" y="67"/>
                </a:cubicBezTo>
                <a:cubicBezTo>
                  <a:pt x="928" y="67"/>
                  <a:pt x="929" y="67"/>
                  <a:pt x="929" y="66"/>
                </a:cubicBezTo>
                <a:cubicBezTo>
                  <a:pt x="930" y="66"/>
                  <a:pt x="931" y="66"/>
                  <a:pt x="931" y="65"/>
                </a:cubicBezTo>
                <a:cubicBezTo>
                  <a:pt x="931" y="65"/>
                  <a:pt x="932" y="64"/>
                  <a:pt x="932" y="64"/>
                </a:cubicBezTo>
                <a:cubicBezTo>
                  <a:pt x="932" y="63"/>
                  <a:pt x="932" y="63"/>
                  <a:pt x="931" y="63"/>
                </a:cubicBezTo>
                <a:cubicBezTo>
                  <a:pt x="931" y="62"/>
                  <a:pt x="930" y="62"/>
                  <a:pt x="930" y="61"/>
                </a:cubicBezTo>
                <a:cubicBezTo>
                  <a:pt x="929" y="61"/>
                  <a:pt x="928" y="61"/>
                  <a:pt x="927" y="61"/>
                </a:cubicBezTo>
                <a:cubicBezTo>
                  <a:pt x="927" y="60"/>
                  <a:pt x="926" y="60"/>
                  <a:pt x="924" y="60"/>
                </a:cubicBezTo>
                <a:cubicBezTo>
                  <a:pt x="923" y="60"/>
                  <a:pt x="922" y="60"/>
                  <a:pt x="921" y="61"/>
                </a:cubicBezTo>
                <a:close/>
                <a:moveTo>
                  <a:pt x="767" y="61"/>
                </a:moveTo>
                <a:cubicBezTo>
                  <a:pt x="766" y="61"/>
                  <a:pt x="765" y="61"/>
                  <a:pt x="765" y="61"/>
                </a:cubicBezTo>
                <a:cubicBezTo>
                  <a:pt x="764" y="62"/>
                  <a:pt x="763" y="62"/>
                  <a:pt x="763" y="63"/>
                </a:cubicBezTo>
                <a:cubicBezTo>
                  <a:pt x="762" y="63"/>
                  <a:pt x="762" y="63"/>
                  <a:pt x="762" y="64"/>
                </a:cubicBezTo>
                <a:cubicBezTo>
                  <a:pt x="762" y="64"/>
                  <a:pt x="762" y="65"/>
                  <a:pt x="762" y="65"/>
                </a:cubicBezTo>
                <a:cubicBezTo>
                  <a:pt x="763" y="66"/>
                  <a:pt x="763" y="66"/>
                  <a:pt x="764" y="66"/>
                </a:cubicBezTo>
                <a:cubicBezTo>
                  <a:pt x="765" y="67"/>
                  <a:pt x="765" y="67"/>
                  <a:pt x="766" y="67"/>
                </a:cubicBezTo>
                <a:cubicBezTo>
                  <a:pt x="767" y="67"/>
                  <a:pt x="768" y="67"/>
                  <a:pt x="769" y="67"/>
                </a:cubicBezTo>
                <a:cubicBezTo>
                  <a:pt x="770" y="67"/>
                  <a:pt x="771" y="67"/>
                  <a:pt x="772" y="67"/>
                </a:cubicBezTo>
                <a:cubicBezTo>
                  <a:pt x="773" y="67"/>
                  <a:pt x="774" y="67"/>
                  <a:pt x="775" y="66"/>
                </a:cubicBezTo>
                <a:cubicBezTo>
                  <a:pt x="776" y="66"/>
                  <a:pt x="776" y="66"/>
                  <a:pt x="777" y="65"/>
                </a:cubicBezTo>
                <a:cubicBezTo>
                  <a:pt x="777" y="65"/>
                  <a:pt x="777" y="64"/>
                  <a:pt x="777" y="64"/>
                </a:cubicBezTo>
                <a:cubicBezTo>
                  <a:pt x="778" y="63"/>
                  <a:pt x="777" y="63"/>
                  <a:pt x="777" y="63"/>
                </a:cubicBezTo>
                <a:cubicBezTo>
                  <a:pt x="777" y="62"/>
                  <a:pt x="776" y="62"/>
                  <a:pt x="776" y="61"/>
                </a:cubicBezTo>
                <a:cubicBezTo>
                  <a:pt x="775" y="61"/>
                  <a:pt x="774" y="61"/>
                  <a:pt x="773" y="61"/>
                </a:cubicBezTo>
                <a:cubicBezTo>
                  <a:pt x="772" y="60"/>
                  <a:pt x="771" y="60"/>
                  <a:pt x="770" y="60"/>
                </a:cubicBezTo>
                <a:cubicBezTo>
                  <a:pt x="769" y="60"/>
                  <a:pt x="768" y="60"/>
                  <a:pt x="767" y="61"/>
                </a:cubicBezTo>
                <a:close/>
                <a:moveTo>
                  <a:pt x="1076" y="61"/>
                </a:moveTo>
                <a:cubicBezTo>
                  <a:pt x="1075" y="61"/>
                  <a:pt x="1074" y="61"/>
                  <a:pt x="1073" y="61"/>
                </a:cubicBezTo>
                <a:cubicBezTo>
                  <a:pt x="1072" y="62"/>
                  <a:pt x="1072" y="62"/>
                  <a:pt x="1071" y="63"/>
                </a:cubicBezTo>
                <a:cubicBezTo>
                  <a:pt x="1071" y="63"/>
                  <a:pt x="1071" y="63"/>
                  <a:pt x="1071" y="64"/>
                </a:cubicBezTo>
                <a:cubicBezTo>
                  <a:pt x="1071" y="64"/>
                  <a:pt x="1071" y="65"/>
                  <a:pt x="1071" y="65"/>
                </a:cubicBezTo>
                <a:cubicBezTo>
                  <a:pt x="1072" y="66"/>
                  <a:pt x="1072" y="66"/>
                  <a:pt x="1073" y="66"/>
                </a:cubicBezTo>
                <a:cubicBezTo>
                  <a:pt x="1073" y="67"/>
                  <a:pt x="1074" y="67"/>
                  <a:pt x="1075" y="67"/>
                </a:cubicBezTo>
                <a:cubicBezTo>
                  <a:pt x="1076" y="67"/>
                  <a:pt x="1077" y="67"/>
                  <a:pt x="1078" y="67"/>
                </a:cubicBezTo>
                <a:cubicBezTo>
                  <a:pt x="1079" y="67"/>
                  <a:pt x="1080" y="67"/>
                  <a:pt x="1081" y="67"/>
                </a:cubicBezTo>
                <a:cubicBezTo>
                  <a:pt x="1082" y="67"/>
                  <a:pt x="1083" y="67"/>
                  <a:pt x="1084" y="66"/>
                </a:cubicBezTo>
                <a:cubicBezTo>
                  <a:pt x="1084" y="66"/>
                  <a:pt x="1085" y="66"/>
                  <a:pt x="1085" y="65"/>
                </a:cubicBezTo>
                <a:cubicBezTo>
                  <a:pt x="1086" y="65"/>
                  <a:pt x="1086" y="64"/>
                  <a:pt x="1086" y="64"/>
                </a:cubicBezTo>
                <a:cubicBezTo>
                  <a:pt x="1086" y="63"/>
                  <a:pt x="1086" y="63"/>
                  <a:pt x="1086" y="63"/>
                </a:cubicBezTo>
                <a:cubicBezTo>
                  <a:pt x="1085" y="62"/>
                  <a:pt x="1085" y="62"/>
                  <a:pt x="1084" y="61"/>
                </a:cubicBezTo>
                <a:cubicBezTo>
                  <a:pt x="1083" y="61"/>
                  <a:pt x="1082" y="61"/>
                  <a:pt x="1082" y="61"/>
                </a:cubicBezTo>
                <a:cubicBezTo>
                  <a:pt x="1081" y="60"/>
                  <a:pt x="1080" y="60"/>
                  <a:pt x="1079" y="60"/>
                </a:cubicBezTo>
                <a:cubicBezTo>
                  <a:pt x="1078" y="60"/>
                  <a:pt x="1077" y="60"/>
                  <a:pt x="1076" y="61"/>
                </a:cubicBezTo>
                <a:close/>
                <a:moveTo>
                  <a:pt x="889" y="61"/>
                </a:moveTo>
                <a:cubicBezTo>
                  <a:pt x="888" y="60"/>
                  <a:pt x="887" y="60"/>
                  <a:pt x="886" y="60"/>
                </a:cubicBezTo>
                <a:cubicBezTo>
                  <a:pt x="885" y="60"/>
                  <a:pt x="884" y="60"/>
                  <a:pt x="883" y="61"/>
                </a:cubicBezTo>
                <a:cubicBezTo>
                  <a:pt x="882" y="61"/>
                  <a:pt x="881" y="61"/>
                  <a:pt x="880" y="61"/>
                </a:cubicBezTo>
                <a:cubicBezTo>
                  <a:pt x="880" y="62"/>
                  <a:pt x="879" y="62"/>
                  <a:pt x="879" y="63"/>
                </a:cubicBezTo>
                <a:cubicBezTo>
                  <a:pt x="878" y="63"/>
                  <a:pt x="878" y="63"/>
                  <a:pt x="878" y="64"/>
                </a:cubicBezTo>
                <a:cubicBezTo>
                  <a:pt x="878" y="64"/>
                  <a:pt x="878" y="65"/>
                  <a:pt x="878" y="65"/>
                </a:cubicBezTo>
                <a:cubicBezTo>
                  <a:pt x="879" y="66"/>
                  <a:pt x="879" y="66"/>
                  <a:pt x="880" y="66"/>
                </a:cubicBezTo>
                <a:cubicBezTo>
                  <a:pt x="880" y="67"/>
                  <a:pt x="881" y="67"/>
                  <a:pt x="882" y="67"/>
                </a:cubicBezTo>
                <a:cubicBezTo>
                  <a:pt x="883" y="67"/>
                  <a:pt x="884" y="67"/>
                  <a:pt x="885" y="67"/>
                </a:cubicBezTo>
                <a:cubicBezTo>
                  <a:pt x="885" y="67"/>
                  <a:pt x="886" y="67"/>
                  <a:pt x="886" y="67"/>
                </a:cubicBezTo>
                <a:cubicBezTo>
                  <a:pt x="886" y="67"/>
                  <a:pt x="886" y="67"/>
                  <a:pt x="887" y="67"/>
                </a:cubicBezTo>
                <a:cubicBezTo>
                  <a:pt x="887" y="67"/>
                  <a:pt x="887" y="67"/>
                  <a:pt x="887" y="67"/>
                </a:cubicBezTo>
                <a:cubicBezTo>
                  <a:pt x="888" y="67"/>
                  <a:pt x="888" y="67"/>
                  <a:pt x="888" y="67"/>
                </a:cubicBezTo>
                <a:cubicBezTo>
                  <a:pt x="889" y="67"/>
                  <a:pt x="890" y="67"/>
                  <a:pt x="891" y="66"/>
                </a:cubicBezTo>
                <a:cubicBezTo>
                  <a:pt x="891" y="66"/>
                  <a:pt x="891" y="66"/>
                  <a:pt x="892" y="66"/>
                </a:cubicBezTo>
                <a:cubicBezTo>
                  <a:pt x="892" y="66"/>
                  <a:pt x="892" y="65"/>
                  <a:pt x="892" y="65"/>
                </a:cubicBezTo>
                <a:cubicBezTo>
                  <a:pt x="893" y="65"/>
                  <a:pt x="893" y="65"/>
                  <a:pt x="893" y="65"/>
                </a:cubicBezTo>
                <a:cubicBezTo>
                  <a:pt x="893" y="64"/>
                  <a:pt x="893" y="64"/>
                  <a:pt x="893" y="64"/>
                </a:cubicBezTo>
                <a:cubicBezTo>
                  <a:pt x="893" y="64"/>
                  <a:pt x="893" y="63"/>
                  <a:pt x="893" y="63"/>
                </a:cubicBezTo>
                <a:cubicBezTo>
                  <a:pt x="893" y="63"/>
                  <a:pt x="893" y="63"/>
                  <a:pt x="893" y="63"/>
                </a:cubicBezTo>
                <a:cubicBezTo>
                  <a:pt x="893" y="62"/>
                  <a:pt x="892" y="62"/>
                  <a:pt x="892" y="62"/>
                </a:cubicBezTo>
                <a:cubicBezTo>
                  <a:pt x="892" y="62"/>
                  <a:pt x="892" y="62"/>
                  <a:pt x="891" y="61"/>
                </a:cubicBezTo>
                <a:cubicBezTo>
                  <a:pt x="890" y="61"/>
                  <a:pt x="890" y="61"/>
                  <a:pt x="889" y="61"/>
                </a:cubicBezTo>
                <a:cubicBezTo>
                  <a:pt x="889" y="61"/>
                  <a:pt x="889" y="61"/>
                  <a:pt x="889" y="61"/>
                </a:cubicBezTo>
                <a:close/>
                <a:moveTo>
                  <a:pt x="321" y="69"/>
                </a:moveTo>
                <a:cubicBezTo>
                  <a:pt x="320" y="70"/>
                  <a:pt x="319" y="70"/>
                  <a:pt x="319" y="70"/>
                </a:cubicBezTo>
                <a:cubicBezTo>
                  <a:pt x="318" y="71"/>
                  <a:pt x="317" y="71"/>
                  <a:pt x="317" y="71"/>
                </a:cubicBezTo>
                <a:cubicBezTo>
                  <a:pt x="316" y="72"/>
                  <a:pt x="316" y="72"/>
                  <a:pt x="316" y="73"/>
                </a:cubicBezTo>
                <a:cubicBezTo>
                  <a:pt x="315" y="73"/>
                  <a:pt x="316" y="74"/>
                  <a:pt x="316" y="74"/>
                </a:cubicBezTo>
                <a:cubicBezTo>
                  <a:pt x="316" y="75"/>
                  <a:pt x="317" y="75"/>
                  <a:pt x="317" y="75"/>
                </a:cubicBezTo>
                <a:cubicBezTo>
                  <a:pt x="318" y="76"/>
                  <a:pt x="318" y="76"/>
                  <a:pt x="319" y="76"/>
                </a:cubicBezTo>
                <a:cubicBezTo>
                  <a:pt x="320" y="76"/>
                  <a:pt x="321" y="76"/>
                  <a:pt x="322" y="76"/>
                </a:cubicBezTo>
                <a:cubicBezTo>
                  <a:pt x="323" y="76"/>
                  <a:pt x="324" y="76"/>
                  <a:pt x="325" y="76"/>
                </a:cubicBezTo>
                <a:cubicBezTo>
                  <a:pt x="326" y="76"/>
                  <a:pt x="327" y="76"/>
                  <a:pt x="328" y="75"/>
                </a:cubicBezTo>
                <a:cubicBezTo>
                  <a:pt x="329" y="75"/>
                  <a:pt x="330" y="75"/>
                  <a:pt x="330" y="74"/>
                </a:cubicBezTo>
                <a:cubicBezTo>
                  <a:pt x="331" y="74"/>
                  <a:pt x="331" y="73"/>
                  <a:pt x="331" y="73"/>
                </a:cubicBezTo>
                <a:cubicBezTo>
                  <a:pt x="331" y="72"/>
                  <a:pt x="331" y="72"/>
                  <a:pt x="331" y="71"/>
                </a:cubicBezTo>
                <a:cubicBezTo>
                  <a:pt x="331" y="71"/>
                  <a:pt x="330" y="71"/>
                  <a:pt x="330" y="70"/>
                </a:cubicBezTo>
                <a:cubicBezTo>
                  <a:pt x="329" y="70"/>
                  <a:pt x="328" y="70"/>
                  <a:pt x="327" y="69"/>
                </a:cubicBezTo>
                <a:cubicBezTo>
                  <a:pt x="327" y="69"/>
                  <a:pt x="326" y="69"/>
                  <a:pt x="324" y="69"/>
                </a:cubicBezTo>
                <a:cubicBezTo>
                  <a:pt x="323" y="69"/>
                  <a:pt x="322" y="69"/>
                  <a:pt x="321" y="69"/>
                </a:cubicBezTo>
                <a:close/>
                <a:moveTo>
                  <a:pt x="283" y="69"/>
                </a:moveTo>
                <a:cubicBezTo>
                  <a:pt x="282" y="70"/>
                  <a:pt x="281" y="70"/>
                  <a:pt x="280" y="70"/>
                </a:cubicBezTo>
                <a:cubicBezTo>
                  <a:pt x="279" y="71"/>
                  <a:pt x="279" y="71"/>
                  <a:pt x="278" y="71"/>
                </a:cubicBezTo>
                <a:cubicBezTo>
                  <a:pt x="277" y="72"/>
                  <a:pt x="277" y="72"/>
                  <a:pt x="277" y="73"/>
                </a:cubicBezTo>
                <a:cubicBezTo>
                  <a:pt x="277" y="73"/>
                  <a:pt x="277" y="74"/>
                  <a:pt x="277" y="74"/>
                </a:cubicBezTo>
                <a:cubicBezTo>
                  <a:pt x="277" y="75"/>
                  <a:pt x="278" y="75"/>
                  <a:pt x="278" y="75"/>
                </a:cubicBezTo>
                <a:cubicBezTo>
                  <a:pt x="279" y="76"/>
                  <a:pt x="280" y="76"/>
                  <a:pt x="281" y="76"/>
                </a:cubicBezTo>
                <a:cubicBezTo>
                  <a:pt x="281" y="76"/>
                  <a:pt x="282" y="76"/>
                  <a:pt x="284" y="76"/>
                </a:cubicBezTo>
                <a:cubicBezTo>
                  <a:pt x="285" y="76"/>
                  <a:pt x="286" y="76"/>
                  <a:pt x="287" y="76"/>
                </a:cubicBezTo>
                <a:cubicBezTo>
                  <a:pt x="288" y="76"/>
                  <a:pt x="289" y="76"/>
                  <a:pt x="289" y="75"/>
                </a:cubicBezTo>
                <a:cubicBezTo>
                  <a:pt x="290" y="75"/>
                  <a:pt x="291" y="75"/>
                  <a:pt x="291" y="74"/>
                </a:cubicBezTo>
                <a:cubicBezTo>
                  <a:pt x="292" y="74"/>
                  <a:pt x="292" y="73"/>
                  <a:pt x="292" y="73"/>
                </a:cubicBezTo>
                <a:cubicBezTo>
                  <a:pt x="293" y="72"/>
                  <a:pt x="292" y="72"/>
                  <a:pt x="292" y="71"/>
                </a:cubicBezTo>
                <a:cubicBezTo>
                  <a:pt x="292" y="71"/>
                  <a:pt x="292" y="71"/>
                  <a:pt x="291" y="70"/>
                </a:cubicBezTo>
                <a:cubicBezTo>
                  <a:pt x="290" y="70"/>
                  <a:pt x="290" y="70"/>
                  <a:pt x="289" y="69"/>
                </a:cubicBezTo>
                <a:cubicBezTo>
                  <a:pt x="288" y="69"/>
                  <a:pt x="287" y="69"/>
                  <a:pt x="286" y="69"/>
                </a:cubicBezTo>
                <a:cubicBezTo>
                  <a:pt x="285" y="69"/>
                  <a:pt x="284" y="69"/>
                  <a:pt x="283" y="69"/>
                </a:cubicBezTo>
                <a:close/>
                <a:moveTo>
                  <a:pt x="476" y="69"/>
                </a:moveTo>
                <a:cubicBezTo>
                  <a:pt x="475" y="70"/>
                  <a:pt x="474" y="70"/>
                  <a:pt x="473" y="70"/>
                </a:cubicBezTo>
                <a:cubicBezTo>
                  <a:pt x="473" y="71"/>
                  <a:pt x="472" y="71"/>
                  <a:pt x="471" y="71"/>
                </a:cubicBezTo>
                <a:cubicBezTo>
                  <a:pt x="471" y="72"/>
                  <a:pt x="471" y="72"/>
                  <a:pt x="470" y="73"/>
                </a:cubicBezTo>
                <a:cubicBezTo>
                  <a:pt x="470" y="73"/>
                  <a:pt x="470" y="74"/>
                  <a:pt x="471" y="74"/>
                </a:cubicBezTo>
                <a:cubicBezTo>
                  <a:pt x="471" y="75"/>
                  <a:pt x="471" y="75"/>
                  <a:pt x="472" y="75"/>
                </a:cubicBezTo>
                <a:cubicBezTo>
                  <a:pt x="473" y="76"/>
                  <a:pt x="473" y="76"/>
                  <a:pt x="474" y="76"/>
                </a:cubicBezTo>
                <a:cubicBezTo>
                  <a:pt x="475" y="76"/>
                  <a:pt x="476" y="76"/>
                  <a:pt x="477" y="76"/>
                </a:cubicBezTo>
                <a:cubicBezTo>
                  <a:pt x="478" y="76"/>
                  <a:pt x="479" y="76"/>
                  <a:pt x="480" y="76"/>
                </a:cubicBezTo>
                <a:cubicBezTo>
                  <a:pt x="481" y="76"/>
                  <a:pt x="482" y="76"/>
                  <a:pt x="483" y="75"/>
                </a:cubicBezTo>
                <a:cubicBezTo>
                  <a:pt x="484" y="75"/>
                  <a:pt x="484" y="75"/>
                  <a:pt x="485" y="74"/>
                </a:cubicBezTo>
                <a:cubicBezTo>
                  <a:pt x="485" y="74"/>
                  <a:pt x="486" y="73"/>
                  <a:pt x="486" y="73"/>
                </a:cubicBezTo>
                <a:cubicBezTo>
                  <a:pt x="486" y="72"/>
                  <a:pt x="486" y="72"/>
                  <a:pt x="486" y="71"/>
                </a:cubicBezTo>
                <a:cubicBezTo>
                  <a:pt x="485" y="71"/>
                  <a:pt x="485" y="71"/>
                  <a:pt x="484" y="70"/>
                </a:cubicBezTo>
                <a:cubicBezTo>
                  <a:pt x="484" y="70"/>
                  <a:pt x="483" y="70"/>
                  <a:pt x="482" y="69"/>
                </a:cubicBezTo>
                <a:cubicBezTo>
                  <a:pt x="481" y="69"/>
                  <a:pt x="480" y="69"/>
                  <a:pt x="479" y="69"/>
                </a:cubicBezTo>
                <a:cubicBezTo>
                  <a:pt x="478" y="69"/>
                  <a:pt x="477" y="69"/>
                  <a:pt x="476" y="69"/>
                </a:cubicBezTo>
                <a:close/>
                <a:moveTo>
                  <a:pt x="708" y="69"/>
                </a:moveTo>
                <a:cubicBezTo>
                  <a:pt x="707" y="70"/>
                  <a:pt x="706" y="70"/>
                  <a:pt x="705" y="70"/>
                </a:cubicBezTo>
                <a:cubicBezTo>
                  <a:pt x="705" y="71"/>
                  <a:pt x="704" y="71"/>
                  <a:pt x="703" y="71"/>
                </a:cubicBezTo>
                <a:cubicBezTo>
                  <a:pt x="703" y="72"/>
                  <a:pt x="703" y="72"/>
                  <a:pt x="703" y="73"/>
                </a:cubicBezTo>
                <a:cubicBezTo>
                  <a:pt x="702" y="73"/>
                  <a:pt x="703" y="74"/>
                  <a:pt x="703" y="74"/>
                </a:cubicBezTo>
                <a:cubicBezTo>
                  <a:pt x="703" y="75"/>
                  <a:pt x="704" y="75"/>
                  <a:pt x="704" y="75"/>
                </a:cubicBezTo>
                <a:cubicBezTo>
                  <a:pt x="705" y="76"/>
                  <a:pt x="706" y="76"/>
                  <a:pt x="707" y="76"/>
                </a:cubicBezTo>
                <a:cubicBezTo>
                  <a:pt x="708" y="76"/>
                  <a:pt x="709" y="76"/>
                  <a:pt x="710" y="76"/>
                </a:cubicBezTo>
                <a:cubicBezTo>
                  <a:pt x="711" y="76"/>
                  <a:pt x="712" y="76"/>
                  <a:pt x="713" y="76"/>
                </a:cubicBezTo>
                <a:cubicBezTo>
                  <a:pt x="714" y="76"/>
                  <a:pt x="715" y="76"/>
                  <a:pt x="715" y="75"/>
                </a:cubicBezTo>
                <a:cubicBezTo>
                  <a:pt x="716" y="75"/>
                  <a:pt x="717" y="75"/>
                  <a:pt x="717" y="74"/>
                </a:cubicBezTo>
                <a:cubicBezTo>
                  <a:pt x="718" y="74"/>
                  <a:pt x="718" y="73"/>
                  <a:pt x="718" y="73"/>
                </a:cubicBezTo>
                <a:cubicBezTo>
                  <a:pt x="718" y="72"/>
                  <a:pt x="718" y="72"/>
                  <a:pt x="718" y="71"/>
                </a:cubicBezTo>
                <a:cubicBezTo>
                  <a:pt x="717" y="71"/>
                  <a:pt x="717" y="71"/>
                  <a:pt x="716" y="70"/>
                </a:cubicBezTo>
                <a:cubicBezTo>
                  <a:pt x="716" y="70"/>
                  <a:pt x="715" y="70"/>
                  <a:pt x="714" y="69"/>
                </a:cubicBezTo>
                <a:cubicBezTo>
                  <a:pt x="713" y="69"/>
                  <a:pt x="712" y="69"/>
                  <a:pt x="711" y="69"/>
                </a:cubicBezTo>
                <a:cubicBezTo>
                  <a:pt x="710" y="69"/>
                  <a:pt x="709" y="69"/>
                  <a:pt x="708" y="69"/>
                </a:cubicBezTo>
                <a:close/>
                <a:moveTo>
                  <a:pt x="244" y="69"/>
                </a:moveTo>
                <a:cubicBezTo>
                  <a:pt x="243" y="70"/>
                  <a:pt x="242" y="70"/>
                  <a:pt x="241" y="70"/>
                </a:cubicBezTo>
                <a:cubicBezTo>
                  <a:pt x="241" y="71"/>
                  <a:pt x="240" y="71"/>
                  <a:pt x="239" y="71"/>
                </a:cubicBezTo>
                <a:cubicBezTo>
                  <a:pt x="239" y="72"/>
                  <a:pt x="238" y="72"/>
                  <a:pt x="238" y="73"/>
                </a:cubicBezTo>
                <a:cubicBezTo>
                  <a:pt x="238" y="73"/>
                  <a:pt x="238" y="74"/>
                  <a:pt x="238" y="74"/>
                </a:cubicBezTo>
                <a:cubicBezTo>
                  <a:pt x="239" y="75"/>
                  <a:pt x="239" y="75"/>
                  <a:pt x="240" y="75"/>
                </a:cubicBezTo>
                <a:cubicBezTo>
                  <a:pt x="240" y="76"/>
                  <a:pt x="241" y="76"/>
                  <a:pt x="242" y="76"/>
                </a:cubicBezTo>
                <a:cubicBezTo>
                  <a:pt x="243" y="76"/>
                  <a:pt x="244" y="76"/>
                  <a:pt x="245" y="76"/>
                </a:cubicBezTo>
                <a:cubicBezTo>
                  <a:pt x="246" y="76"/>
                  <a:pt x="247" y="76"/>
                  <a:pt x="248" y="76"/>
                </a:cubicBezTo>
                <a:cubicBezTo>
                  <a:pt x="249" y="76"/>
                  <a:pt x="250" y="76"/>
                  <a:pt x="251" y="75"/>
                </a:cubicBezTo>
                <a:cubicBezTo>
                  <a:pt x="251" y="75"/>
                  <a:pt x="252" y="75"/>
                  <a:pt x="253" y="74"/>
                </a:cubicBezTo>
                <a:cubicBezTo>
                  <a:pt x="253" y="74"/>
                  <a:pt x="254" y="73"/>
                  <a:pt x="254" y="73"/>
                </a:cubicBezTo>
                <a:cubicBezTo>
                  <a:pt x="254" y="72"/>
                  <a:pt x="254" y="72"/>
                  <a:pt x="254" y="71"/>
                </a:cubicBezTo>
                <a:cubicBezTo>
                  <a:pt x="253" y="71"/>
                  <a:pt x="253" y="71"/>
                  <a:pt x="252" y="70"/>
                </a:cubicBezTo>
                <a:cubicBezTo>
                  <a:pt x="252" y="70"/>
                  <a:pt x="251" y="70"/>
                  <a:pt x="250" y="69"/>
                </a:cubicBezTo>
                <a:cubicBezTo>
                  <a:pt x="249" y="69"/>
                  <a:pt x="248" y="69"/>
                  <a:pt x="247" y="69"/>
                </a:cubicBezTo>
                <a:cubicBezTo>
                  <a:pt x="246" y="69"/>
                  <a:pt x="245" y="69"/>
                  <a:pt x="244" y="69"/>
                </a:cubicBezTo>
                <a:close/>
                <a:moveTo>
                  <a:pt x="747" y="69"/>
                </a:moveTo>
                <a:cubicBezTo>
                  <a:pt x="746" y="70"/>
                  <a:pt x="745" y="70"/>
                  <a:pt x="744" y="70"/>
                </a:cubicBezTo>
                <a:cubicBezTo>
                  <a:pt x="743" y="71"/>
                  <a:pt x="743" y="71"/>
                  <a:pt x="742" y="71"/>
                </a:cubicBezTo>
                <a:cubicBezTo>
                  <a:pt x="742" y="72"/>
                  <a:pt x="741" y="72"/>
                  <a:pt x="741" y="73"/>
                </a:cubicBezTo>
                <a:cubicBezTo>
                  <a:pt x="741" y="73"/>
                  <a:pt x="741" y="74"/>
                  <a:pt x="742" y="74"/>
                </a:cubicBezTo>
                <a:cubicBezTo>
                  <a:pt x="742" y="75"/>
                  <a:pt x="742" y="75"/>
                  <a:pt x="743" y="75"/>
                </a:cubicBezTo>
                <a:cubicBezTo>
                  <a:pt x="744" y="76"/>
                  <a:pt x="745" y="76"/>
                  <a:pt x="745" y="76"/>
                </a:cubicBezTo>
                <a:cubicBezTo>
                  <a:pt x="746" y="76"/>
                  <a:pt x="747" y="76"/>
                  <a:pt x="748" y="76"/>
                </a:cubicBezTo>
                <a:cubicBezTo>
                  <a:pt x="749" y="76"/>
                  <a:pt x="750" y="76"/>
                  <a:pt x="751" y="76"/>
                </a:cubicBezTo>
                <a:cubicBezTo>
                  <a:pt x="752" y="76"/>
                  <a:pt x="753" y="76"/>
                  <a:pt x="754" y="75"/>
                </a:cubicBezTo>
                <a:cubicBezTo>
                  <a:pt x="755" y="75"/>
                  <a:pt x="755" y="75"/>
                  <a:pt x="756" y="74"/>
                </a:cubicBezTo>
                <a:cubicBezTo>
                  <a:pt x="756" y="74"/>
                  <a:pt x="757" y="73"/>
                  <a:pt x="757" y="73"/>
                </a:cubicBezTo>
                <a:cubicBezTo>
                  <a:pt x="757" y="72"/>
                  <a:pt x="757" y="72"/>
                  <a:pt x="756" y="71"/>
                </a:cubicBezTo>
                <a:cubicBezTo>
                  <a:pt x="756" y="71"/>
                  <a:pt x="756" y="71"/>
                  <a:pt x="755" y="70"/>
                </a:cubicBezTo>
                <a:cubicBezTo>
                  <a:pt x="754" y="70"/>
                  <a:pt x="753" y="70"/>
                  <a:pt x="753" y="69"/>
                </a:cubicBezTo>
                <a:cubicBezTo>
                  <a:pt x="752" y="69"/>
                  <a:pt x="751" y="69"/>
                  <a:pt x="750" y="69"/>
                </a:cubicBezTo>
                <a:cubicBezTo>
                  <a:pt x="749" y="69"/>
                  <a:pt x="747" y="69"/>
                  <a:pt x="747" y="69"/>
                </a:cubicBezTo>
                <a:close/>
                <a:moveTo>
                  <a:pt x="205" y="69"/>
                </a:moveTo>
                <a:cubicBezTo>
                  <a:pt x="204" y="70"/>
                  <a:pt x="204" y="70"/>
                  <a:pt x="203" y="70"/>
                </a:cubicBezTo>
                <a:cubicBezTo>
                  <a:pt x="202" y="71"/>
                  <a:pt x="201" y="71"/>
                  <a:pt x="201" y="71"/>
                </a:cubicBezTo>
                <a:cubicBezTo>
                  <a:pt x="200" y="72"/>
                  <a:pt x="200" y="72"/>
                  <a:pt x="200" y="73"/>
                </a:cubicBezTo>
                <a:cubicBezTo>
                  <a:pt x="199" y="73"/>
                  <a:pt x="199" y="74"/>
                  <a:pt x="200" y="74"/>
                </a:cubicBezTo>
                <a:cubicBezTo>
                  <a:pt x="200" y="75"/>
                  <a:pt x="200" y="75"/>
                  <a:pt x="201" y="75"/>
                </a:cubicBezTo>
                <a:cubicBezTo>
                  <a:pt x="202" y="76"/>
                  <a:pt x="202" y="76"/>
                  <a:pt x="203" y="76"/>
                </a:cubicBezTo>
                <a:cubicBezTo>
                  <a:pt x="204" y="76"/>
                  <a:pt x="205" y="76"/>
                  <a:pt x="206" y="76"/>
                </a:cubicBezTo>
                <a:cubicBezTo>
                  <a:pt x="207" y="76"/>
                  <a:pt x="208" y="76"/>
                  <a:pt x="209" y="76"/>
                </a:cubicBezTo>
                <a:cubicBezTo>
                  <a:pt x="210" y="76"/>
                  <a:pt x="211" y="76"/>
                  <a:pt x="212" y="75"/>
                </a:cubicBezTo>
                <a:cubicBezTo>
                  <a:pt x="213" y="75"/>
                  <a:pt x="213" y="75"/>
                  <a:pt x="214" y="74"/>
                </a:cubicBezTo>
                <a:cubicBezTo>
                  <a:pt x="215" y="74"/>
                  <a:pt x="215" y="73"/>
                  <a:pt x="215" y="73"/>
                </a:cubicBezTo>
                <a:cubicBezTo>
                  <a:pt x="215" y="72"/>
                  <a:pt x="215" y="72"/>
                  <a:pt x="215" y="71"/>
                </a:cubicBezTo>
                <a:cubicBezTo>
                  <a:pt x="215" y="71"/>
                  <a:pt x="214" y="71"/>
                  <a:pt x="214" y="70"/>
                </a:cubicBezTo>
                <a:cubicBezTo>
                  <a:pt x="213" y="70"/>
                  <a:pt x="212" y="70"/>
                  <a:pt x="211" y="69"/>
                </a:cubicBezTo>
                <a:cubicBezTo>
                  <a:pt x="211" y="69"/>
                  <a:pt x="210" y="69"/>
                  <a:pt x="209" y="69"/>
                </a:cubicBezTo>
                <a:cubicBezTo>
                  <a:pt x="207" y="69"/>
                  <a:pt x="206" y="69"/>
                  <a:pt x="205" y="69"/>
                </a:cubicBezTo>
                <a:close/>
                <a:moveTo>
                  <a:pt x="1056" y="69"/>
                </a:moveTo>
                <a:cubicBezTo>
                  <a:pt x="1055" y="70"/>
                  <a:pt x="1054" y="70"/>
                  <a:pt x="1053" y="70"/>
                </a:cubicBezTo>
                <a:cubicBezTo>
                  <a:pt x="1052" y="71"/>
                  <a:pt x="1052" y="71"/>
                  <a:pt x="1051" y="71"/>
                </a:cubicBezTo>
                <a:cubicBezTo>
                  <a:pt x="1051" y="72"/>
                  <a:pt x="1051" y="72"/>
                  <a:pt x="1051" y="73"/>
                </a:cubicBezTo>
                <a:cubicBezTo>
                  <a:pt x="1051" y="73"/>
                  <a:pt x="1051" y="74"/>
                  <a:pt x="1051" y="74"/>
                </a:cubicBezTo>
                <a:cubicBezTo>
                  <a:pt x="1052" y="75"/>
                  <a:pt x="1052" y="75"/>
                  <a:pt x="1053" y="75"/>
                </a:cubicBezTo>
                <a:cubicBezTo>
                  <a:pt x="1054" y="76"/>
                  <a:pt x="1054" y="76"/>
                  <a:pt x="1055" y="76"/>
                </a:cubicBezTo>
                <a:cubicBezTo>
                  <a:pt x="1056" y="76"/>
                  <a:pt x="1057" y="76"/>
                  <a:pt x="1058" y="76"/>
                </a:cubicBezTo>
                <a:cubicBezTo>
                  <a:pt x="1059" y="76"/>
                  <a:pt x="1060" y="76"/>
                  <a:pt x="1061" y="76"/>
                </a:cubicBezTo>
                <a:cubicBezTo>
                  <a:pt x="1062" y="76"/>
                  <a:pt x="1063" y="76"/>
                  <a:pt x="1064" y="75"/>
                </a:cubicBezTo>
                <a:cubicBezTo>
                  <a:pt x="1065" y="75"/>
                  <a:pt x="1065" y="75"/>
                  <a:pt x="1066" y="74"/>
                </a:cubicBezTo>
                <a:cubicBezTo>
                  <a:pt x="1066" y="74"/>
                  <a:pt x="1066" y="73"/>
                  <a:pt x="1066" y="73"/>
                </a:cubicBezTo>
                <a:cubicBezTo>
                  <a:pt x="1066" y="72"/>
                  <a:pt x="1066" y="72"/>
                  <a:pt x="1066" y="71"/>
                </a:cubicBezTo>
                <a:cubicBezTo>
                  <a:pt x="1065" y="71"/>
                  <a:pt x="1065" y="71"/>
                  <a:pt x="1064" y="70"/>
                </a:cubicBezTo>
                <a:cubicBezTo>
                  <a:pt x="1063" y="70"/>
                  <a:pt x="1063" y="70"/>
                  <a:pt x="1062" y="69"/>
                </a:cubicBezTo>
                <a:cubicBezTo>
                  <a:pt x="1061" y="69"/>
                  <a:pt x="1060" y="69"/>
                  <a:pt x="1059" y="69"/>
                </a:cubicBezTo>
                <a:cubicBezTo>
                  <a:pt x="1058" y="69"/>
                  <a:pt x="1057" y="69"/>
                  <a:pt x="1056" y="69"/>
                </a:cubicBezTo>
                <a:close/>
                <a:moveTo>
                  <a:pt x="901" y="69"/>
                </a:moveTo>
                <a:cubicBezTo>
                  <a:pt x="900" y="70"/>
                  <a:pt x="899" y="70"/>
                  <a:pt x="899" y="70"/>
                </a:cubicBezTo>
                <a:cubicBezTo>
                  <a:pt x="898" y="71"/>
                  <a:pt x="897" y="71"/>
                  <a:pt x="897" y="71"/>
                </a:cubicBezTo>
                <a:cubicBezTo>
                  <a:pt x="896" y="72"/>
                  <a:pt x="896" y="72"/>
                  <a:pt x="896" y="73"/>
                </a:cubicBezTo>
                <a:cubicBezTo>
                  <a:pt x="896" y="73"/>
                  <a:pt x="896" y="74"/>
                  <a:pt x="896" y="74"/>
                </a:cubicBezTo>
                <a:cubicBezTo>
                  <a:pt x="897" y="75"/>
                  <a:pt x="897" y="75"/>
                  <a:pt x="898" y="75"/>
                </a:cubicBezTo>
                <a:cubicBezTo>
                  <a:pt x="899" y="76"/>
                  <a:pt x="899" y="76"/>
                  <a:pt x="900" y="76"/>
                </a:cubicBezTo>
                <a:cubicBezTo>
                  <a:pt x="901" y="76"/>
                  <a:pt x="902" y="76"/>
                  <a:pt x="903" y="76"/>
                </a:cubicBezTo>
                <a:cubicBezTo>
                  <a:pt x="904" y="76"/>
                  <a:pt x="905" y="76"/>
                  <a:pt x="906" y="76"/>
                </a:cubicBezTo>
                <a:cubicBezTo>
                  <a:pt x="907" y="76"/>
                  <a:pt x="908" y="76"/>
                  <a:pt x="909" y="75"/>
                </a:cubicBezTo>
                <a:cubicBezTo>
                  <a:pt x="910" y="75"/>
                  <a:pt x="910" y="75"/>
                  <a:pt x="911" y="74"/>
                </a:cubicBezTo>
                <a:cubicBezTo>
                  <a:pt x="911" y="74"/>
                  <a:pt x="911" y="73"/>
                  <a:pt x="911" y="73"/>
                </a:cubicBezTo>
                <a:cubicBezTo>
                  <a:pt x="912" y="72"/>
                  <a:pt x="911" y="72"/>
                  <a:pt x="911" y="71"/>
                </a:cubicBezTo>
                <a:cubicBezTo>
                  <a:pt x="911" y="71"/>
                  <a:pt x="910" y="71"/>
                  <a:pt x="909" y="70"/>
                </a:cubicBezTo>
                <a:cubicBezTo>
                  <a:pt x="909" y="70"/>
                  <a:pt x="908" y="70"/>
                  <a:pt x="907" y="69"/>
                </a:cubicBezTo>
                <a:cubicBezTo>
                  <a:pt x="906" y="69"/>
                  <a:pt x="905" y="69"/>
                  <a:pt x="904" y="69"/>
                </a:cubicBezTo>
                <a:cubicBezTo>
                  <a:pt x="903" y="69"/>
                  <a:pt x="902" y="69"/>
                  <a:pt x="901" y="69"/>
                </a:cubicBezTo>
                <a:close/>
                <a:moveTo>
                  <a:pt x="824" y="69"/>
                </a:moveTo>
                <a:cubicBezTo>
                  <a:pt x="823" y="70"/>
                  <a:pt x="822" y="70"/>
                  <a:pt x="821" y="70"/>
                </a:cubicBezTo>
                <a:cubicBezTo>
                  <a:pt x="820" y="71"/>
                  <a:pt x="820" y="71"/>
                  <a:pt x="819" y="71"/>
                </a:cubicBezTo>
                <a:cubicBezTo>
                  <a:pt x="819" y="72"/>
                  <a:pt x="819" y="72"/>
                  <a:pt x="819" y="73"/>
                </a:cubicBezTo>
                <a:cubicBezTo>
                  <a:pt x="819" y="73"/>
                  <a:pt x="819" y="74"/>
                  <a:pt x="819" y="74"/>
                </a:cubicBezTo>
                <a:cubicBezTo>
                  <a:pt x="819" y="75"/>
                  <a:pt x="820" y="75"/>
                  <a:pt x="821" y="75"/>
                </a:cubicBezTo>
                <a:cubicBezTo>
                  <a:pt x="821" y="76"/>
                  <a:pt x="822" y="76"/>
                  <a:pt x="823" y="76"/>
                </a:cubicBezTo>
                <a:cubicBezTo>
                  <a:pt x="824" y="76"/>
                  <a:pt x="825" y="76"/>
                  <a:pt x="826" y="76"/>
                </a:cubicBezTo>
                <a:cubicBezTo>
                  <a:pt x="827" y="76"/>
                  <a:pt x="828" y="76"/>
                  <a:pt x="829" y="76"/>
                </a:cubicBezTo>
                <a:cubicBezTo>
                  <a:pt x="830" y="76"/>
                  <a:pt x="831" y="76"/>
                  <a:pt x="831" y="75"/>
                </a:cubicBezTo>
                <a:cubicBezTo>
                  <a:pt x="832" y="75"/>
                  <a:pt x="833" y="75"/>
                  <a:pt x="833" y="74"/>
                </a:cubicBezTo>
                <a:cubicBezTo>
                  <a:pt x="834" y="74"/>
                  <a:pt x="834" y="73"/>
                  <a:pt x="834" y="73"/>
                </a:cubicBezTo>
                <a:cubicBezTo>
                  <a:pt x="834" y="72"/>
                  <a:pt x="834" y="72"/>
                  <a:pt x="834" y="71"/>
                </a:cubicBezTo>
                <a:cubicBezTo>
                  <a:pt x="833" y="71"/>
                  <a:pt x="833" y="71"/>
                  <a:pt x="832" y="70"/>
                </a:cubicBezTo>
                <a:cubicBezTo>
                  <a:pt x="831" y="70"/>
                  <a:pt x="831" y="70"/>
                  <a:pt x="830" y="69"/>
                </a:cubicBezTo>
                <a:cubicBezTo>
                  <a:pt x="829" y="69"/>
                  <a:pt x="828" y="69"/>
                  <a:pt x="827" y="69"/>
                </a:cubicBezTo>
                <a:cubicBezTo>
                  <a:pt x="826" y="69"/>
                  <a:pt x="825" y="69"/>
                  <a:pt x="824" y="69"/>
                </a:cubicBezTo>
                <a:close/>
                <a:moveTo>
                  <a:pt x="978" y="69"/>
                </a:moveTo>
                <a:cubicBezTo>
                  <a:pt x="977" y="70"/>
                  <a:pt x="977" y="70"/>
                  <a:pt x="976" y="70"/>
                </a:cubicBezTo>
                <a:cubicBezTo>
                  <a:pt x="975" y="71"/>
                  <a:pt x="975" y="71"/>
                  <a:pt x="974" y="71"/>
                </a:cubicBezTo>
                <a:cubicBezTo>
                  <a:pt x="974" y="72"/>
                  <a:pt x="973" y="72"/>
                  <a:pt x="973" y="73"/>
                </a:cubicBezTo>
                <a:cubicBezTo>
                  <a:pt x="973" y="73"/>
                  <a:pt x="974" y="74"/>
                  <a:pt x="974" y="74"/>
                </a:cubicBezTo>
                <a:cubicBezTo>
                  <a:pt x="974" y="75"/>
                  <a:pt x="975" y="75"/>
                  <a:pt x="975" y="75"/>
                </a:cubicBezTo>
                <a:cubicBezTo>
                  <a:pt x="976" y="76"/>
                  <a:pt x="977" y="76"/>
                  <a:pt x="978" y="76"/>
                </a:cubicBezTo>
                <a:cubicBezTo>
                  <a:pt x="979" y="76"/>
                  <a:pt x="980" y="76"/>
                  <a:pt x="981" y="76"/>
                </a:cubicBezTo>
                <a:cubicBezTo>
                  <a:pt x="982" y="76"/>
                  <a:pt x="983" y="76"/>
                  <a:pt x="984" y="76"/>
                </a:cubicBezTo>
                <a:cubicBezTo>
                  <a:pt x="985" y="76"/>
                  <a:pt x="986" y="76"/>
                  <a:pt x="986" y="75"/>
                </a:cubicBezTo>
                <a:cubicBezTo>
                  <a:pt x="987" y="75"/>
                  <a:pt x="988" y="75"/>
                  <a:pt x="988" y="74"/>
                </a:cubicBezTo>
                <a:cubicBezTo>
                  <a:pt x="989" y="74"/>
                  <a:pt x="989" y="73"/>
                  <a:pt x="989" y="73"/>
                </a:cubicBezTo>
                <a:cubicBezTo>
                  <a:pt x="989" y="72"/>
                  <a:pt x="989" y="72"/>
                  <a:pt x="988" y="71"/>
                </a:cubicBezTo>
                <a:cubicBezTo>
                  <a:pt x="988" y="71"/>
                  <a:pt x="987" y="71"/>
                  <a:pt x="987" y="70"/>
                </a:cubicBezTo>
                <a:cubicBezTo>
                  <a:pt x="986" y="70"/>
                  <a:pt x="985" y="70"/>
                  <a:pt x="984" y="69"/>
                </a:cubicBezTo>
                <a:cubicBezTo>
                  <a:pt x="984" y="69"/>
                  <a:pt x="983" y="69"/>
                  <a:pt x="981" y="69"/>
                </a:cubicBezTo>
                <a:cubicBezTo>
                  <a:pt x="980" y="69"/>
                  <a:pt x="979" y="69"/>
                  <a:pt x="978" y="69"/>
                </a:cubicBezTo>
                <a:close/>
                <a:moveTo>
                  <a:pt x="862" y="69"/>
                </a:moveTo>
                <a:cubicBezTo>
                  <a:pt x="862" y="70"/>
                  <a:pt x="861" y="70"/>
                  <a:pt x="860" y="70"/>
                </a:cubicBezTo>
                <a:cubicBezTo>
                  <a:pt x="859" y="71"/>
                  <a:pt x="859" y="71"/>
                  <a:pt x="858" y="71"/>
                </a:cubicBezTo>
                <a:cubicBezTo>
                  <a:pt x="858" y="72"/>
                  <a:pt x="857" y="72"/>
                  <a:pt x="857" y="73"/>
                </a:cubicBezTo>
                <a:cubicBezTo>
                  <a:pt x="857" y="73"/>
                  <a:pt x="857" y="74"/>
                  <a:pt x="858" y="74"/>
                </a:cubicBezTo>
                <a:cubicBezTo>
                  <a:pt x="858" y="75"/>
                  <a:pt x="859" y="75"/>
                  <a:pt x="859" y="75"/>
                </a:cubicBezTo>
                <a:cubicBezTo>
                  <a:pt x="860" y="76"/>
                  <a:pt x="861" y="76"/>
                  <a:pt x="862" y="76"/>
                </a:cubicBezTo>
                <a:cubicBezTo>
                  <a:pt x="863" y="76"/>
                  <a:pt x="864" y="76"/>
                  <a:pt x="865" y="76"/>
                </a:cubicBezTo>
                <a:cubicBezTo>
                  <a:pt x="866" y="76"/>
                  <a:pt x="867" y="76"/>
                  <a:pt x="868" y="76"/>
                </a:cubicBezTo>
                <a:cubicBezTo>
                  <a:pt x="869" y="76"/>
                  <a:pt x="869" y="76"/>
                  <a:pt x="870" y="75"/>
                </a:cubicBezTo>
                <a:cubicBezTo>
                  <a:pt x="871" y="75"/>
                  <a:pt x="872" y="75"/>
                  <a:pt x="872" y="74"/>
                </a:cubicBezTo>
                <a:cubicBezTo>
                  <a:pt x="872" y="74"/>
                  <a:pt x="873" y="73"/>
                  <a:pt x="873" y="73"/>
                </a:cubicBezTo>
                <a:cubicBezTo>
                  <a:pt x="873" y="72"/>
                  <a:pt x="873" y="72"/>
                  <a:pt x="872" y="71"/>
                </a:cubicBezTo>
                <a:cubicBezTo>
                  <a:pt x="872" y="71"/>
                  <a:pt x="872" y="71"/>
                  <a:pt x="871" y="70"/>
                </a:cubicBezTo>
                <a:cubicBezTo>
                  <a:pt x="870" y="70"/>
                  <a:pt x="869" y="70"/>
                  <a:pt x="868" y="69"/>
                </a:cubicBezTo>
                <a:cubicBezTo>
                  <a:pt x="868" y="69"/>
                  <a:pt x="867" y="69"/>
                  <a:pt x="866" y="69"/>
                </a:cubicBezTo>
                <a:cubicBezTo>
                  <a:pt x="864" y="69"/>
                  <a:pt x="863" y="69"/>
                  <a:pt x="862" y="69"/>
                </a:cubicBezTo>
                <a:close/>
                <a:moveTo>
                  <a:pt x="1017" y="69"/>
                </a:moveTo>
                <a:cubicBezTo>
                  <a:pt x="1016" y="70"/>
                  <a:pt x="1015" y="70"/>
                  <a:pt x="1015" y="70"/>
                </a:cubicBezTo>
                <a:cubicBezTo>
                  <a:pt x="1014" y="71"/>
                  <a:pt x="1013" y="71"/>
                  <a:pt x="1013" y="71"/>
                </a:cubicBezTo>
                <a:cubicBezTo>
                  <a:pt x="1012" y="72"/>
                  <a:pt x="1012" y="72"/>
                  <a:pt x="1012" y="73"/>
                </a:cubicBezTo>
                <a:cubicBezTo>
                  <a:pt x="1012" y="73"/>
                  <a:pt x="1012" y="74"/>
                  <a:pt x="1013" y="74"/>
                </a:cubicBezTo>
                <a:cubicBezTo>
                  <a:pt x="1013" y="75"/>
                  <a:pt x="1013" y="75"/>
                  <a:pt x="1014" y="75"/>
                </a:cubicBezTo>
                <a:cubicBezTo>
                  <a:pt x="1015" y="76"/>
                  <a:pt x="1016" y="76"/>
                  <a:pt x="1017" y="76"/>
                </a:cubicBezTo>
                <a:cubicBezTo>
                  <a:pt x="1017" y="76"/>
                  <a:pt x="1018" y="76"/>
                  <a:pt x="1020" y="76"/>
                </a:cubicBezTo>
                <a:cubicBezTo>
                  <a:pt x="1021" y="76"/>
                  <a:pt x="1022" y="76"/>
                  <a:pt x="1023" y="76"/>
                </a:cubicBezTo>
                <a:cubicBezTo>
                  <a:pt x="1023" y="76"/>
                  <a:pt x="1024" y="76"/>
                  <a:pt x="1025" y="75"/>
                </a:cubicBezTo>
                <a:cubicBezTo>
                  <a:pt x="1026" y="75"/>
                  <a:pt x="1026" y="75"/>
                  <a:pt x="1027" y="74"/>
                </a:cubicBezTo>
                <a:cubicBezTo>
                  <a:pt x="1027" y="74"/>
                  <a:pt x="1028" y="73"/>
                  <a:pt x="1028" y="73"/>
                </a:cubicBezTo>
                <a:cubicBezTo>
                  <a:pt x="1028" y="72"/>
                  <a:pt x="1027" y="72"/>
                  <a:pt x="1027" y="71"/>
                </a:cubicBezTo>
                <a:cubicBezTo>
                  <a:pt x="1027" y="71"/>
                  <a:pt x="1026" y="71"/>
                  <a:pt x="1025" y="70"/>
                </a:cubicBezTo>
                <a:cubicBezTo>
                  <a:pt x="1025" y="70"/>
                  <a:pt x="1024" y="70"/>
                  <a:pt x="1023" y="69"/>
                </a:cubicBezTo>
                <a:cubicBezTo>
                  <a:pt x="1022" y="69"/>
                  <a:pt x="1021" y="69"/>
                  <a:pt x="1020" y="69"/>
                </a:cubicBezTo>
                <a:cubicBezTo>
                  <a:pt x="1019" y="69"/>
                  <a:pt x="1018" y="69"/>
                  <a:pt x="1017" y="69"/>
                </a:cubicBezTo>
                <a:close/>
                <a:moveTo>
                  <a:pt x="940" y="69"/>
                </a:moveTo>
                <a:cubicBezTo>
                  <a:pt x="939" y="70"/>
                  <a:pt x="938" y="70"/>
                  <a:pt x="937" y="70"/>
                </a:cubicBezTo>
                <a:cubicBezTo>
                  <a:pt x="936" y="71"/>
                  <a:pt x="936" y="71"/>
                  <a:pt x="935" y="71"/>
                </a:cubicBezTo>
                <a:cubicBezTo>
                  <a:pt x="935" y="72"/>
                  <a:pt x="935" y="72"/>
                  <a:pt x="935" y="73"/>
                </a:cubicBezTo>
                <a:cubicBezTo>
                  <a:pt x="935" y="73"/>
                  <a:pt x="935" y="74"/>
                  <a:pt x="935" y="74"/>
                </a:cubicBezTo>
                <a:cubicBezTo>
                  <a:pt x="935" y="75"/>
                  <a:pt x="936" y="75"/>
                  <a:pt x="937" y="75"/>
                </a:cubicBezTo>
                <a:cubicBezTo>
                  <a:pt x="937" y="76"/>
                  <a:pt x="938" y="76"/>
                  <a:pt x="939" y="76"/>
                </a:cubicBezTo>
                <a:cubicBezTo>
                  <a:pt x="940" y="76"/>
                  <a:pt x="941" y="76"/>
                  <a:pt x="942" y="76"/>
                </a:cubicBezTo>
                <a:cubicBezTo>
                  <a:pt x="943" y="76"/>
                  <a:pt x="944" y="76"/>
                  <a:pt x="945" y="76"/>
                </a:cubicBezTo>
                <a:cubicBezTo>
                  <a:pt x="946" y="76"/>
                  <a:pt x="947" y="76"/>
                  <a:pt x="948" y="75"/>
                </a:cubicBezTo>
                <a:cubicBezTo>
                  <a:pt x="948" y="75"/>
                  <a:pt x="949" y="75"/>
                  <a:pt x="949" y="74"/>
                </a:cubicBezTo>
                <a:cubicBezTo>
                  <a:pt x="950" y="74"/>
                  <a:pt x="950" y="73"/>
                  <a:pt x="950" y="73"/>
                </a:cubicBezTo>
                <a:cubicBezTo>
                  <a:pt x="950" y="72"/>
                  <a:pt x="950" y="72"/>
                  <a:pt x="950" y="71"/>
                </a:cubicBezTo>
                <a:cubicBezTo>
                  <a:pt x="949" y="71"/>
                  <a:pt x="949" y="71"/>
                  <a:pt x="948" y="70"/>
                </a:cubicBezTo>
                <a:cubicBezTo>
                  <a:pt x="947" y="70"/>
                  <a:pt x="947" y="70"/>
                  <a:pt x="946" y="69"/>
                </a:cubicBezTo>
                <a:cubicBezTo>
                  <a:pt x="945" y="69"/>
                  <a:pt x="944" y="69"/>
                  <a:pt x="943" y="69"/>
                </a:cubicBezTo>
                <a:cubicBezTo>
                  <a:pt x="942" y="69"/>
                  <a:pt x="941" y="69"/>
                  <a:pt x="940" y="69"/>
                </a:cubicBezTo>
                <a:close/>
                <a:moveTo>
                  <a:pt x="1906" y="69"/>
                </a:moveTo>
                <a:cubicBezTo>
                  <a:pt x="1905" y="70"/>
                  <a:pt x="1904" y="70"/>
                  <a:pt x="1904" y="70"/>
                </a:cubicBezTo>
                <a:cubicBezTo>
                  <a:pt x="1903" y="71"/>
                  <a:pt x="1903" y="71"/>
                  <a:pt x="1902" y="71"/>
                </a:cubicBezTo>
                <a:cubicBezTo>
                  <a:pt x="1902" y="72"/>
                  <a:pt x="1902" y="72"/>
                  <a:pt x="1902" y="73"/>
                </a:cubicBezTo>
                <a:cubicBezTo>
                  <a:pt x="1902" y="73"/>
                  <a:pt x="1902" y="74"/>
                  <a:pt x="1903" y="74"/>
                </a:cubicBezTo>
                <a:cubicBezTo>
                  <a:pt x="1903" y="75"/>
                  <a:pt x="1904" y="75"/>
                  <a:pt x="1905" y="75"/>
                </a:cubicBezTo>
                <a:cubicBezTo>
                  <a:pt x="1906" y="76"/>
                  <a:pt x="1906" y="76"/>
                  <a:pt x="1907" y="76"/>
                </a:cubicBezTo>
                <a:cubicBezTo>
                  <a:pt x="1908" y="76"/>
                  <a:pt x="1909" y="76"/>
                  <a:pt x="1910" y="76"/>
                </a:cubicBezTo>
                <a:cubicBezTo>
                  <a:pt x="1912" y="76"/>
                  <a:pt x="1913" y="76"/>
                  <a:pt x="1913" y="76"/>
                </a:cubicBezTo>
                <a:cubicBezTo>
                  <a:pt x="1914" y="76"/>
                  <a:pt x="1915" y="76"/>
                  <a:pt x="1916" y="75"/>
                </a:cubicBezTo>
                <a:cubicBezTo>
                  <a:pt x="1916" y="75"/>
                  <a:pt x="1917" y="75"/>
                  <a:pt x="1917" y="74"/>
                </a:cubicBezTo>
                <a:cubicBezTo>
                  <a:pt x="1917" y="74"/>
                  <a:pt x="1918" y="73"/>
                  <a:pt x="1917" y="73"/>
                </a:cubicBezTo>
                <a:cubicBezTo>
                  <a:pt x="1917" y="72"/>
                  <a:pt x="1917" y="72"/>
                  <a:pt x="1917" y="71"/>
                </a:cubicBezTo>
                <a:cubicBezTo>
                  <a:pt x="1916" y="71"/>
                  <a:pt x="1915" y="71"/>
                  <a:pt x="1915" y="70"/>
                </a:cubicBezTo>
                <a:cubicBezTo>
                  <a:pt x="1914" y="70"/>
                  <a:pt x="1913" y="70"/>
                  <a:pt x="1912" y="69"/>
                </a:cubicBezTo>
                <a:cubicBezTo>
                  <a:pt x="1911" y="69"/>
                  <a:pt x="1910" y="69"/>
                  <a:pt x="1909" y="69"/>
                </a:cubicBezTo>
                <a:cubicBezTo>
                  <a:pt x="1908" y="69"/>
                  <a:pt x="1907" y="69"/>
                  <a:pt x="1906" y="69"/>
                </a:cubicBezTo>
                <a:close/>
                <a:moveTo>
                  <a:pt x="1751" y="69"/>
                </a:moveTo>
                <a:cubicBezTo>
                  <a:pt x="1751" y="70"/>
                  <a:pt x="1750" y="70"/>
                  <a:pt x="1749" y="70"/>
                </a:cubicBezTo>
                <a:cubicBezTo>
                  <a:pt x="1748" y="71"/>
                  <a:pt x="1748" y="71"/>
                  <a:pt x="1748" y="71"/>
                </a:cubicBezTo>
                <a:cubicBezTo>
                  <a:pt x="1747" y="72"/>
                  <a:pt x="1747" y="72"/>
                  <a:pt x="1747" y="73"/>
                </a:cubicBezTo>
                <a:cubicBezTo>
                  <a:pt x="1747" y="73"/>
                  <a:pt x="1748" y="74"/>
                  <a:pt x="1748" y="74"/>
                </a:cubicBezTo>
                <a:cubicBezTo>
                  <a:pt x="1748" y="75"/>
                  <a:pt x="1749" y="75"/>
                  <a:pt x="1750" y="75"/>
                </a:cubicBezTo>
                <a:cubicBezTo>
                  <a:pt x="1751" y="76"/>
                  <a:pt x="1751" y="76"/>
                  <a:pt x="1752" y="76"/>
                </a:cubicBezTo>
                <a:cubicBezTo>
                  <a:pt x="1753" y="76"/>
                  <a:pt x="1754" y="76"/>
                  <a:pt x="1756" y="76"/>
                </a:cubicBezTo>
                <a:cubicBezTo>
                  <a:pt x="1757" y="76"/>
                  <a:pt x="1758" y="76"/>
                  <a:pt x="1758" y="76"/>
                </a:cubicBezTo>
                <a:cubicBezTo>
                  <a:pt x="1759" y="76"/>
                  <a:pt x="1760" y="76"/>
                  <a:pt x="1761" y="75"/>
                </a:cubicBezTo>
                <a:cubicBezTo>
                  <a:pt x="1761" y="75"/>
                  <a:pt x="1762" y="75"/>
                  <a:pt x="1762" y="74"/>
                </a:cubicBezTo>
                <a:cubicBezTo>
                  <a:pt x="1763" y="74"/>
                  <a:pt x="1763" y="73"/>
                  <a:pt x="1763" y="73"/>
                </a:cubicBezTo>
                <a:cubicBezTo>
                  <a:pt x="1763" y="72"/>
                  <a:pt x="1762" y="72"/>
                  <a:pt x="1762" y="71"/>
                </a:cubicBezTo>
                <a:cubicBezTo>
                  <a:pt x="1761" y="71"/>
                  <a:pt x="1761" y="71"/>
                  <a:pt x="1760" y="70"/>
                </a:cubicBezTo>
                <a:cubicBezTo>
                  <a:pt x="1759" y="70"/>
                  <a:pt x="1758" y="70"/>
                  <a:pt x="1757" y="69"/>
                </a:cubicBezTo>
                <a:cubicBezTo>
                  <a:pt x="1756" y="69"/>
                  <a:pt x="1755" y="69"/>
                  <a:pt x="1754" y="69"/>
                </a:cubicBezTo>
                <a:cubicBezTo>
                  <a:pt x="1753" y="69"/>
                  <a:pt x="1752" y="69"/>
                  <a:pt x="1751" y="69"/>
                </a:cubicBezTo>
                <a:close/>
                <a:moveTo>
                  <a:pt x="1983" y="69"/>
                </a:moveTo>
                <a:cubicBezTo>
                  <a:pt x="1982" y="70"/>
                  <a:pt x="1982" y="70"/>
                  <a:pt x="1981" y="70"/>
                </a:cubicBezTo>
                <a:cubicBezTo>
                  <a:pt x="1980" y="71"/>
                  <a:pt x="1980" y="71"/>
                  <a:pt x="1980" y="71"/>
                </a:cubicBezTo>
                <a:cubicBezTo>
                  <a:pt x="1979" y="72"/>
                  <a:pt x="1979" y="72"/>
                  <a:pt x="1979" y="73"/>
                </a:cubicBezTo>
                <a:cubicBezTo>
                  <a:pt x="1979" y="73"/>
                  <a:pt x="1980" y="74"/>
                  <a:pt x="1980" y="74"/>
                </a:cubicBezTo>
                <a:cubicBezTo>
                  <a:pt x="1981" y="75"/>
                  <a:pt x="1981" y="75"/>
                  <a:pt x="1982" y="75"/>
                </a:cubicBezTo>
                <a:cubicBezTo>
                  <a:pt x="1983" y="76"/>
                  <a:pt x="1984" y="76"/>
                  <a:pt x="1985" y="76"/>
                </a:cubicBezTo>
                <a:cubicBezTo>
                  <a:pt x="1986" y="76"/>
                  <a:pt x="1987" y="76"/>
                  <a:pt x="1988" y="76"/>
                </a:cubicBezTo>
                <a:cubicBezTo>
                  <a:pt x="1989" y="76"/>
                  <a:pt x="1990" y="76"/>
                  <a:pt x="1991" y="76"/>
                </a:cubicBezTo>
                <a:cubicBezTo>
                  <a:pt x="1992" y="76"/>
                  <a:pt x="1993" y="76"/>
                  <a:pt x="1993" y="75"/>
                </a:cubicBezTo>
                <a:cubicBezTo>
                  <a:pt x="1994" y="75"/>
                  <a:pt x="1994" y="75"/>
                  <a:pt x="1995" y="74"/>
                </a:cubicBezTo>
                <a:cubicBezTo>
                  <a:pt x="1995" y="74"/>
                  <a:pt x="1995" y="73"/>
                  <a:pt x="1995" y="73"/>
                </a:cubicBezTo>
                <a:cubicBezTo>
                  <a:pt x="1995" y="72"/>
                  <a:pt x="1994" y="72"/>
                  <a:pt x="1994" y="71"/>
                </a:cubicBezTo>
                <a:cubicBezTo>
                  <a:pt x="1993" y="71"/>
                  <a:pt x="1993" y="71"/>
                  <a:pt x="1992" y="70"/>
                </a:cubicBezTo>
                <a:cubicBezTo>
                  <a:pt x="1991" y="70"/>
                  <a:pt x="1990" y="70"/>
                  <a:pt x="1989" y="69"/>
                </a:cubicBezTo>
                <a:cubicBezTo>
                  <a:pt x="1988" y="69"/>
                  <a:pt x="1987" y="69"/>
                  <a:pt x="1986" y="69"/>
                </a:cubicBezTo>
                <a:cubicBezTo>
                  <a:pt x="1985" y="69"/>
                  <a:pt x="1984" y="69"/>
                  <a:pt x="1983" y="69"/>
                </a:cubicBezTo>
                <a:close/>
                <a:moveTo>
                  <a:pt x="1945" y="69"/>
                </a:moveTo>
                <a:cubicBezTo>
                  <a:pt x="1944" y="70"/>
                  <a:pt x="1943" y="70"/>
                  <a:pt x="1942" y="70"/>
                </a:cubicBezTo>
                <a:cubicBezTo>
                  <a:pt x="1942" y="71"/>
                  <a:pt x="1941" y="71"/>
                  <a:pt x="1941" y="71"/>
                </a:cubicBezTo>
                <a:cubicBezTo>
                  <a:pt x="1941" y="72"/>
                  <a:pt x="1941" y="72"/>
                  <a:pt x="1941" y="73"/>
                </a:cubicBezTo>
                <a:cubicBezTo>
                  <a:pt x="1941" y="73"/>
                  <a:pt x="1941" y="74"/>
                  <a:pt x="1942" y="74"/>
                </a:cubicBezTo>
                <a:cubicBezTo>
                  <a:pt x="1942" y="75"/>
                  <a:pt x="1943" y="75"/>
                  <a:pt x="1943" y="75"/>
                </a:cubicBezTo>
                <a:cubicBezTo>
                  <a:pt x="1944" y="76"/>
                  <a:pt x="1945" y="76"/>
                  <a:pt x="1946" y="76"/>
                </a:cubicBezTo>
                <a:cubicBezTo>
                  <a:pt x="1947" y="76"/>
                  <a:pt x="1948" y="76"/>
                  <a:pt x="1949" y="76"/>
                </a:cubicBezTo>
                <a:cubicBezTo>
                  <a:pt x="1950" y="76"/>
                  <a:pt x="1951" y="76"/>
                  <a:pt x="1952" y="76"/>
                </a:cubicBezTo>
                <a:cubicBezTo>
                  <a:pt x="1953" y="76"/>
                  <a:pt x="1954" y="76"/>
                  <a:pt x="1954" y="75"/>
                </a:cubicBezTo>
                <a:cubicBezTo>
                  <a:pt x="1955" y="75"/>
                  <a:pt x="1956" y="75"/>
                  <a:pt x="1956" y="74"/>
                </a:cubicBezTo>
                <a:cubicBezTo>
                  <a:pt x="1956" y="74"/>
                  <a:pt x="1956" y="73"/>
                  <a:pt x="1956" y="73"/>
                </a:cubicBezTo>
                <a:cubicBezTo>
                  <a:pt x="1956" y="72"/>
                  <a:pt x="1956" y="72"/>
                  <a:pt x="1955" y="71"/>
                </a:cubicBezTo>
                <a:cubicBezTo>
                  <a:pt x="1955" y="71"/>
                  <a:pt x="1954" y="71"/>
                  <a:pt x="1953" y="70"/>
                </a:cubicBezTo>
                <a:cubicBezTo>
                  <a:pt x="1953" y="70"/>
                  <a:pt x="1952" y="70"/>
                  <a:pt x="1951" y="69"/>
                </a:cubicBezTo>
                <a:cubicBezTo>
                  <a:pt x="1950" y="69"/>
                  <a:pt x="1949" y="69"/>
                  <a:pt x="1948" y="69"/>
                </a:cubicBezTo>
                <a:cubicBezTo>
                  <a:pt x="1947" y="69"/>
                  <a:pt x="1946" y="69"/>
                  <a:pt x="1945" y="69"/>
                </a:cubicBezTo>
                <a:close/>
                <a:moveTo>
                  <a:pt x="1867" y="69"/>
                </a:moveTo>
                <a:cubicBezTo>
                  <a:pt x="1866" y="70"/>
                  <a:pt x="1866" y="70"/>
                  <a:pt x="1865" y="70"/>
                </a:cubicBezTo>
                <a:cubicBezTo>
                  <a:pt x="1864" y="71"/>
                  <a:pt x="1864" y="71"/>
                  <a:pt x="1864" y="71"/>
                </a:cubicBezTo>
                <a:cubicBezTo>
                  <a:pt x="1863" y="72"/>
                  <a:pt x="1863" y="72"/>
                  <a:pt x="1863" y="73"/>
                </a:cubicBezTo>
                <a:cubicBezTo>
                  <a:pt x="1863" y="73"/>
                  <a:pt x="1864" y="74"/>
                  <a:pt x="1864" y="74"/>
                </a:cubicBezTo>
                <a:cubicBezTo>
                  <a:pt x="1865" y="75"/>
                  <a:pt x="1865" y="75"/>
                  <a:pt x="1866" y="75"/>
                </a:cubicBezTo>
                <a:cubicBezTo>
                  <a:pt x="1867" y="76"/>
                  <a:pt x="1868" y="76"/>
                  <a:pt x="1869" y="76"/>
                </a:cubicBezTo>
                <a:cubicBezTo>
                  <a:pt x="1870" y="76"/>
                  <a:pt x="1871" y="76"/>
                  <a:pt x="1872" y="76"/>
                </a:cubicBezTo>
                <a:cubicBezTo>
                  <a:pt x="1873" y="76"/>
                  <a:pt x="1874" y="76"/>
                  <a:pt x="1875" y="76"/>
                </a:cubicBezTo>
                <a:cubicBezTo>
                  <a:pt x="1876" y="76"/>
                  <a:pt x="1876" y="76"/>
                  <a:pt x="1877" y="75"/>
                </a:cubicBezTo>
                <a:cubicBezTo>
                  <a:pt x="1878" y="75"/>
                  <a:pt x="1878" y="75"/>
                  <a:pt x="1878" y="74"/>
                </a:cubicBezTo>
                <a:cubicBezTo>
                  <a:pt x="1879" y="74"/>
                  <a:pt x="1879" y="73"/>
                  <a:pt x="1879" y="73"/>
                </a:cubicBezTo>
                <a:cubicBezTo>
                  <a:pt x="1879" y="72"/>
                  <a:pt x="1878" y="72"/>
                  <a:pt x="1878" y="71"/>
                </a:cubicBezTo>
                <a:cubicBezTo>
                  <a:pt x="1877" y="71"/>
                  <a:pt x="1877" y="71"/>
                  <a:pt x="1876" y="70"/>
                </a:cubicBezTo>
                <a:cubicBezTo>
                  <a:pt x="1875" y="70"/>
                  <a:pt x="1874" y="70"/>
                  <a:pt x="1873" y="69"/>
                </a:cubicBezTo>
                <a:cubicBezTo>
                  <a:pt x="1872" y="69"/>
                  <a:pt x="1871" y="69"/>
                  <a:pt x="1870" y="69"/>
                </a:cubicBezTo>
                <a:cubicBezTo>
                  <a:pt x="1869" y="69"/>
                  <a:pt x="1868" y="69"/>
                  <a:pt x="1867" y="69"/>
                </a:cubicBezTo>
                <a:close/>
                <a:moveTo>
                  <a:pt x="2254" y="69"/>
                </a:moveTo>
                <a:cubicBezTo>
                  <a:pt x="2253" y="70"/>
                  <a:pt x="2252" y="70"/>
                  <a:pt x="2252" y="70"/>
                </a:cubicBezTo>
                <a:cubicBezTo>
                  <a:pt x="2251" y="71"/>
                  <a:pt x="2251" y="71"/>
                  <a:pt x="2250" y="71"/>
                </a:cubicBezTo>
                <a:cubicBezTo>
                  <a:pt x="2250" y="72"/>
                  <a:pt x="2250" y="72"/>
                  <a:pt x="2250" y="73"/>
                </a:cubicBezTo>
                <a:cubicBezTo>
                  <a:pt x="2250" y="73"/>
                  <a:pt x="2251" y="74"/>
                  <a:pt x="2251" y="74"/>
                </a:cubicBezTo>
                <a:cubicBezTo>
                  <a:pt x="2252" y="75"/>
                  <a:pt x="2252" y="75"/>
                  <a:pt x="2253" y="75"/>
                </a:cubicBezTo>
                <a:cubicBezTo>
                  <a:pt x="2254" y="76"/>
                  <a:pt x="2255" y="76"/>
                  <a:pt x="2256" y="76"/>
                </a:cubicBezTo>
                <a:cubicBezTo>
                  <a:pt x="2257" y="76"/>
                  <a:pt x="2258" y="76"/>
                  <a:pt x="2259" y="76"/>
                </a:cubicBezTo>
                <a:cubicBezTo>
                  <a:pt x="2260" y="76"/>
                  <a:pt x="2261" y="76"/>
                  <a:pt x="2262" y="76"/>
                </a:cubicBezTo>
                <a:cubicBezTo>
                  <a:pt x="2263" y="76"/>
                  <a:pt x="2264" y="76"/>
                  <a:pt x="2264" y="75"/>
                </a:cubicBezTo>
                <a:cubicBezTo>
                  <a:pt x="2265" y="75"/>
                  <a:pt x="2265" y="75"/>
                  <a:pt x="2265" y="74"/>
                </a:cubicBezTo>
                <a:cubicBezTo>
                  <a:pt x="2266" y="74"/>
                  <a:pt x="2266" y="73"/>
                  <a:pt x="2266" y="73"/>
                </a:cubicBezTo>
                <a:cubicBezTo>
                  <a:pt x="2265" y="72"/>
                  <a:pt x="2265" y="72"/>
                  <a:pt x="2265" y="71"/>
                </a:cubicBezTo>
                <a:cubicBezTo>
                  <a:pt x="2264" y="71"/>
                  <a:pt x="2263" y="71"/>
                  <a:pt x="2263" y="70"/>
                </a:cubicBezTo>
                <a:cubicBezTo>
                  <a:pt x="2262" y="70"/>
                  <a:pt x="2261" y="70"/>
                  <a:pt x="2260" y="69"/>
                </a:cubicBezTo>
                <a:cubicBezTo>
                  <a:pt x="2259" y="69"/>
                  <a:pt x="2258" y="69"/>
                  <a:pt x="2257" y="69"/>
                </a:cubicBezTo>
                <a:cubicBezTo>
                  <a:pt x="2256" y="69"/>
                  <a:pt x="2255" y="69"/>
                  <a:pt x="2254" y="69"/>
                </a:cubicBezTo>
                <a:close/>
                <a:moveTo>
                  <a:pt x="2138" y="69"/>
                </a:moveTo>
                <a:cubicBezTo>
                  <a:pt x="2137" y="70"/>
                  <a:pt x="2136" y="70"/>
                  <a:pt x="2136" y="70"/>
                </a:cubicBezTo>
                <a:cubicBezTo>
                  <a:pt x="2135" y="71"/>
                  <a:pt x="2135" y="71"/>
                  <a:pt x="2134" y="71"/>
                </a:cubicBezTo>
                <a:cubicBezTo>
                  <a:pt x="2134" y="72"/>
                  <a:pt x="2134" y="72"/>
                  <a:pt x="2134" y="73"/>
                </a:cubicBezTo>
                <a:cubicBezTo>
                  <a:pt x="2134" y="73"/>
                  <a:pt x="2135" y="74"/>
                  <a:pt x="2135" y="74"/>
                </a:cubicBezTo>
                <a:cubicBezTo>
                  <a:pt x="2136" y="75"/>
                  <a:pt x="2136" y="75"/>
                  <a:pt x="2137" y="75"/>
                </a:cubicBezTo>
                <a:cubicBezTo>
                  <a:pt x="2138" y="76"/>
                  <a:pt x="2139" y="76"/>
                  <a:pt x="2140" y="76"/>
                </a:cubicBezTo>
                <a:cubicBezTo>
                  <a:pt x="2141" y="76"/>
                  <a:pt x="2142" y="76"/>
                  <a:pt x="2143" y="76"/>
                </a:cubicBezTo>
                <a:cubicBezTo>
                  <a:pt x="2144" y="76"/>
                  <a:pt x="2145" y="76"/>
                  <a:pt x="2146" y="76"/>
                </a:cubicBezTo>
                <a:cubicBezTo>
                  <a:pt x="2147" y="76"/>
                  <a:pt x="2147" y="76"/>
                  <a:pt x="2148" y="75"/>
                </a:cubicBezTo>
                <a:cubicBezTo>
                  <a:pt x="2149" y="75"/>
                  <a:pt x="2149" y="75"/>
                  <a:pt x="2149" y="74"/>
                </a:cubicBezTo>
                <a:cubicBezTo>
                  <a:pt x="2150" y="74"/>
                  <a:pt x="2150" y="73"/>
                  <a:pt x="2150" y="73"/>
                </a:cubicBezTo>
                <a:cubicBezTo>
                  <a:pt x="2149" y="72"/>
                  <a:pt x="2149" y="72"/>
                  <a:pt x="2149" y="71"/>
                </a:cubicBezTo>
                <a:cubicBezTo>
                  <a:pt x="2148" y="71"/>
                  <a:pt x="2147" y="71"/>
                  <a:pt x="2147" y="70"/>
                </a:cubicBezTo>
                <a:cubicBezTo>
                  <a:pt x="2146" y="70"/>
                  <a:pt x="2145" y="70"/>
                  <a:pt x="2144" y="69"/>
                </a:cubicBezTo>
                <a:cubicBezTo>
                  <a:pt x="2143" y="69"/>
                  <a:pt x="2142" y="69"/>
                  <a:pt x="2141" y="69"/>
                </a:cubicBezTo>
                <a:cubicBezTo>
                  <a:pt x="2140" y="69"/>
                  <a:pt x="2139" y="69"/>
                  <a:pt x="2138" y="69"/>
                </a:cubicBezTo>
                <a:close/>
                <a:moveTo>
                  <a:pt x="2099" y="69"/>
                </a:moveTo>
                <a:cubicBezTo>
                  <a:pt x="2098" y="70"/>
                  <a:pt x="2098" y="70"/>
                  <a:pt x="2097" y="70"/>
                </a:cubicBezTo>
                <a:cubicBezTo>
                  <a:pt x="2096" y="71"/>
                  <a:pt x="2096" y="71"/>
                  <a:pt x="2096" y="71"/>
                </a:cubicBezTo>
                <a:cubicBezTo>
                  <a:pt x="2095" y="72"/>
                  <a:pt x="2095" y="72"/>
                  <a:pt x="2095" y="73"/>
                </a:cubicBezTo>
                <a:cubicBezTo>
                  <a:pt x="2096" y="73"/>
                  <a:pt x="2096" y="74"/>
                  <a:pt x="2096" y="74"/>
                </a:cubicBezTo>
                <a:cubicBezTo>
                  <a:pt x="2097" y="75"/>
                  <a:pt x="2098" y="75"/>
                  <a:pt x="2098" y="75"/>
                </a:cubicBezTo>
                <a:cubicBezTo>
                  <a:pt x="2099" y="76"/>
                  <a:pt x="2100" y="76"/>
                  <a:pt x="2101" y="76"/>
                </a:cubicBezTo>
                <a:cubicBezTo>
                  <a:pt x="2102" y="76"/>
                  <a:pt x="2103" y="76"/>
                  <a:pt x="2104" y="76"/>
                </a:cubicBezTo>
                <a:cubicBezTo>
                  <a:pt x="2105" y="76"/>
                  <a:pt x="2106" y="76"/>
                  <a:pt x="2107" y="76"/>
                </a:cubicBezTo>
                <a:cubicBezTo>
                  <a:pt x="2108" y="76"/>
                  <a:pt x="2109" y="76"/>
                  <a:pt x="2109" y="75"/>
                </a:cubicBezTo>
                <a:cubicBezTo>
                  <a:pt x="2110" y="75"/>
                  <a:pt x="2110" y="75"/>
                  <a:pt x="2111" y="74"/>
                </a:cubicBezTo>
                <a:cubicBezTo>
                  <a:pt x="2111" y="74"/>
                  <a:pt x="2111" y="73"/>
                  <a:pt x="2111" y="73"/>
                </a:cubicBezTo>
                <a:cubicBezTo>
                  <a:pt x="2111" y="72"/>
                  <a:pt x="2110" y="72"/>
                  <a:pt x="2110" y="71"/>
                </a:cubicBezTo>
                <a:cubicBezTo>
                  <a:pt x="2109" y="71"/>
                  <a:pt x="2109" y="71"/>
                  <a:pt x="2108" y="70"/>
                </a:cubicBezTo>
                <a:cubicBezTo>
                  <a:pt x="2107" y="70"/>
                  <a:pt x="2106" y="70"/>
                  <a:pt x="2105" y="69"/>
                </a:cubicBezTo>
                <a:cubicBezTo>
                  <a:pt x="2104" y="69"/>
                  <a:pt x="2103" y="69"/>
                  <a:pt x="2102" y="69"/>
                </a:cubicBezTo>
                <a:cubicBezTo>
                  <a:pt x="2101" y="69"/>
                  <a:pt x="2100" y="69"/>
                  <a:pt x="2099" y="69"/>
                </a:cubicBezTo>
                <a:close/>
                <a:moveTo>
                  <a:pt x="1790" y="69"/>
                </a:moveTo>
                <a:cubicBezTo>
                  <a:pt x="1789" y="70"/>
                  <a:pt x="1788" y="70"/>
                  <a:pt x="1788" y="70"/>
                </a:cubicBezTo>
                <a:cubicBezTo>
                  <a:pt x="1787" y="71"/>
                  <a:pt x="1787" y="71"/>
                  <a:pt x="1786" y="71"/>
                </a:cubicBezTo>
                <a:cubicBezTo>
                  <a:pt x="1786" y="72"/>
                  <a:pt x="1786" y="72"/>
                  <a:pt x="1786" y="73"/>
                </a:cubicBezTo>
                <a:cubicBezTo>
                  <a:pt x="1786" y="73"/>
                  <a:pt x="1786" y="74"/>
                  <a:pt x="1787" y="74"/>
                </a:cubicBezTo>
                <a:cubicBezTo>
                  <a:pt x="1787" y="75"/>
                  <a:pt x="1788" y="75"/>
                  <a:pt x="1789" y="75"/>
                </a:cubicBezTo>
                <a:cubicBezTo>
                  <a:pt x="1789" y="76"/>
                  <a:pt x="1790" y="76"/>
                  <a:pt x="1791" y="76"/>
                </a:cubicBezTo>
                <a:cubicBezTo>
                  <a:pt x="1792" y="76"/>
                  <a:pt x="1793" y="76"/>
                  <a:pt x="1794" y="76"/>
                </a:cubicBezTo>
                <a:cubicBezTo>
                  <a:pt x="1795" y="76"/>
                  <a:pt x="1796" y="76"/>
                  <a:pt x="1797" y="76"/>
                </a:cubicBezTo>
                <a:cubicBezTo>
                  <a:pt x="1798" y="76"/>
                  <a:pt x="1799" y="76"/>
                  <a:pt x="1800" y="75"/>
                </a:cubicBezTo>
                <a:cubicBezTo>
                  <a:pt x="1800" y="75"/>
                  <a:pt x="1801" y="75"/>
                  <a:pt x="1801" y="74"/>
                </a:cubicBezTo>
                <a:cubicBezTo>
                  <a:pt x="1801" y="74"/>
                  <a:pt x="1801" y="73"/>
                  <a:pt x="1801" y="73"/>
                </a:cubicBezTo>
                <a:cubicBezTo>
                  <a:pt x="1801" y="72"/>
                  <a:pt x="1801" y="72"/>
                  <a:pt x="1801" y="71"/>
                </a:cubicBezTo>
                <a:cubicBezTo>
                  <a:pt x="1800" y="71"/>
                  <a:pt x="1799" y="71"/>
                  <a:pt x="1799" y="70"/>
                </a:cubicBezTo>
                <a:cubicBezTo>
                  <a:pt x="1798" y="70"/>
                  <a:pt x="1797" y="70"/>
                  <a:pt x="1796" y="69"/>
                </a:cubicBezTo>
                <a:cubicBezTo>
                  <a:pt x="1795" y="69"/>
                  <a:pt x="1794" y="69"/>
                  <a:pt x="1793" y="69"/>
                </a:cubicBezTo>
                <a:cubicBezTo>
                  <a:pt x="1792" y="69"/>
                  <a:pt x="1791" y="69"/>
                  <a:pt x="1790" y="69"/>
                </a:cubicBezTo>
                <a:close/>
                <a:moveTo>
                  <a:pt x="2292" y="69"/>
                </a:moveTo>
                <a:cubicBezTo>
                  <a:pt x="2292" y="70"/>
                  <a:pt x="2291" y="70"/>
                  <a:pt x="2290" y="70"/>
                </a:cubicBezTo>
                <a:cubicBezTo>
                  <a:pt x="2290" y="71"/>
                  <a:pt x="2289" y="71"/>
                  <a:pt x="2289" y="71"/>
                </a:cubicBezTo>
                <a:cubicBezTo>
                  <a:pt x="2289" y="72"/>
                  <a:pt x="2289" y="72"/>
                  <a:pt x="2289" y="73"/>
                </a:cubicBezTo>
                <a:cubicBezTo>
                  <a:pt x="2289" y="73"/>
                  <a:pt x="2289" y="74"/>
                  <a:pt x="2290" y="74"/>
                </a:cubicBezTo>
                <a:cubicBezTo>
                  <a:pt x="2290" y="75"/>
                  <a:pt x="2291" y="75"/>
                  <a:pt x="2292" y="75"/>
                </a:cubicBezTo>
                <a:cubicBezTo>
                  <a:pt x="2293" y="76"/>
                  <a:pt x="2294" y="76"/>
                  <a:pt x="2295" y="76"/>
                </a:cubicBezTo>
                <a:cubicBezTo>
                  <a:pt x="2296" y="76"/>
                  <a:pt x="2297" y="76"/>
                  <a:pt x="2298" y="76"/>
                </a:cubicBezTo>
                <a:cubicBezTo>
                  <a:pt x="2299" y="76"/>
                  <a:pt x="2300" y="76"/>
                  <a:pt x="2301" y="76"/>
                </a:cubicBezTo>
                <a:cubicBezTo>
                  <a:pt x="2302" y="76"/>
                  <a:pt x="2302" y="76"/>
                  <a:pt x="2303" y="75"/>
                </a:cubicBezTo>
                <a:cubicBezTo>
                  <a:pt x="2304" y="75"/>
                  <a:pt x="2304" y="75"/>
                  <a:pt x="2304" y="74"/>
                </a:cubicBezTo>
                <a:cubicBezTo>
                  <a:pt x="2304" y="74"/>
                  <a:pt x="2305" y="73"/>
                  <a:pt x="2304" y="73"/>
                </a:cubicBezTo>
                <a:cubicBezTo>
                  <a:pt x="2304" y="72"/>
                  <a:pt x="2304" y="72"/>
                  <a:pt x="2303" y="71"/>
                </a:cubicBezTo>
                <a:cubicBezTo>
                  <a:pt x="2303" y="71"/>
                  <a:pt x="2302" y="71"/>
                  <a:pt x="2301" y="70"/>
                </a:cubicBezTo>
                <a:cubicBezTo>
                  <a:pt x="2300" y="70"/>
                  <a:pt x="2299" y="70"/>
                  <a:pt x="2299" y="69"/>
                </a:cubicBezTo>
                <a:cubicBezTo>
                  <a:pt x="2298" y="69"/>
                  <a:pt x="2296" y="69"/>
                  <a:pt x="2295" y="69"/>
                </a:cubicBezTo>
                <a:cubicBezTo>
                  <a:pt x="2294" y="69"/>
                  <a:pt x="2293" y="69"/>
                  <a:pt x="2292" y="69"/>
                </a:cubicBezTo>
                <a:close/>
                <a:moveTo>
                  <a:pt x="2022" y="69"/>
                </a:moveTo>
                <a:cubicBezTo>
                  <a:pt x="2021" y="70"/>
                  <a:pt x="2020" y="70"/>
                  <a:pt x="2020" y="70"/>
                </a:cubicBezTo>
                <a:cubicBezTo>
                  <a:pt x="2019" y="71"/>
                  <a:pt x="2019" y="71"/>
                  <a:pt x="2018" y="71"/>
                </a:cubicBezTo>
                <a:cubicBezTo>
                  <a:pt x="2018" y="72"/>
                  <a:pt x="2018" y="72"/>
                  <a:pt x="2018" y="73"/>
                </a:cubicBezTo>
                <a:cubicBezTo>
                  <a:pt x="2018" y="73"/>
                  <a:pt x="2018" y="74"/>
                  <a:pt x="2019" y="74"/>
                </a:cubicBezTo>
                <a:cubicBezTo>
                  <a:pt x="2019" y="75"/>
                  <a:pt x="2020" y="75"/>
                  <a:pt x="2021" y="75"/>
                </a:cubicBezTo>
                <a:cubicBezTo>
                  <a:pt x="2022" y="76"/>
                  <a:pt x="2023" y="76"/>
                  <a:pt x="2024" y="76"/>
                </a:cubicBezTo>
                <a:cubicBezTo>
                  <a:pt x="2025" y="76"/>
                  <a:pt x="2026" y="76"/>
                  <a:pt x="2027" y="76"/>
                </a:cubicBezTo>
                <a:cubicBezTo>
                  <a:pt x="2028" y="76"/>
                  <a:pt x="2029" y="76"/>
                  <a:pt x="2030" y="76"/>
                </a:cubicBezTo>
                <a:cubicBezTo>
                  <a:pt x="2030" y="76"/>
                  <a:pt x="2031" y="76"/>
                  <a:pt x="2032" y="75"/>
                </a:cubicBezTo>
                <a:cubicBezTo>
                  <a:pt x="2032" y="75"/>
                  <a:pt x="2033" y="75"/>
                  <a:pt x="2033" y="74"/>
                </a:cubicBezTo>
                <a:cubicBezTo>
                  <a:pt x="2033" y="74"/>
                  <a:pt x="2034" y="73"/>
                  <a:pt x="2033" y="73"/>
                </a:cubicBezTo>
                <a:cubicBezTo>
                  <a:pt x="2033" y="72"/>
                  <a:pt x="2033" y="72"/>
                  <a:pt x="2033" y="71"/>
                </a:cubicBezTo>
                <a:cubicBezTo>
                  <a:pt x="2032" y="71"/>
                  <a:pt x="2031" y="71"/>
                  <a:pt x="2031" y="70"/>
                </a:cubicBezTo>
                <a:cubicBezTo>
                  <a:pt x="2030" y="70"/>
                  <a:pt x="2029" y="70"/>
                  <a:pt x="2028" y="69"/>
                </a:cubicBezTo>
                <a:cubicBezTo>
                  <a:pt x="2027" y="69"/>
                  <a:pt x="2026" y="69"/>
                  <a:pt x="2025" y="69"/>
                </a:cubicBezTo>
                <a:cubicBezTo>
                  <a:pt x="2024" y="69"/>
                  <a:pt x="2023" y="69"/>
                  <a:pt x="2022" y="69"/>
                </a:cubicBezTo>
                <a:close/>
                <a:moveTo>
                  <a:pt x="1674" y="69"/>
                </a:moveTo>
                <a:cubicBezTo>
                  <a:pt x="1673" y="70"/>
                  <a:pt x="1672" y="70"/>
                  <a:pt x="1672" y="70"/>
                </a:cubicBezTo>
                <a:cubicBezTo>
                  <a:pt x="1671" y="71"/>
                  <a:pt x="1671" y="71"/>
                  <a:pt x="1670" y="71"/>
                </a:cubicBezTo>
                <a:cubicBezTo>
                  <a:pt x="1670" y="72"/>
                  <a:pt x="1670" y="72"/>
                  <a:pt x="1670" y="73"/>
                </a:cubicBezTo>
                <a:cubicBezTo>
                  <a:pt x="1670" y="73"/>
                  <a:pt x="1670" y="74"/>
                  <a:pt x="1671" y="74"/>
                </a:cubicBezTo>
                <a:cubicBezTo>
                  <a:pt x="1671" y="75"/>
                  <a:pt x="1672" y="75"/>
                  <a:pt x="1672" y="75"/>
                </a:cubicBezTo>
                <a:cubicBezTo>
                  <a:pt x="1673" y="76"/>
                  <a:pt x="1674" y="76"/>
                  <a:pt x="1675" y="76"/>
                </a:cubicBezTo>
                <a:cubicBezTo>
                  <a:pt x="1676" y="76"/>
                  <a:pt x="1677" y="76"/>
                  <a:pt x="1678" y="76"/>
                </a:cubicBezTo>
                <a:cubicBezTo>
                  <a:pt x="1679" y="76"/>
                  <a:pt x="1680" y="76"/>
                  <a:pt x="1681" y="76"/>
                </a:cubicBezTo>
                <a:cubicBezTo>
                  <a:pt x="1682" y="76"/>
                  <a:pt x="1683" y="76"/>
                  <a:pt x="1683" y="75"/>
                </a:cubicBezTo>
                <a:cubicBezTo>
                  <a:pt x="1684" y="75"/>
                  <a:pt x="1685" y="75"/>
                  <a:pt x="1685" y="74"/>
                </a:cubicBezTo>
                <a:cubicBezTo>
                  <a:pt x="1685" y="74"/>
                  <a:pt x="1685" y="73"/>
                  <a:pt x="1685" y="73"/>
                </a:cubicBezTo>
                <a:cubicBezTo>
                  <a:pt x="1685" y="72"/>
                  <a:pt x="1685" y="72"/>
                  <a:pt x="1684" y="71"/>
                </a:cubicBezTo>
                <a:cubicBezTo>
                  <a:pt x="1684" y="71"/>
                  <a:pt x="1683" y="71"/>
                  <a:pt x="1683" y="70"/>
                </a:cubicBezTo>
                <a:cubicBezTo>
                  <a:pt x="1682" y="70"/>
                  <a:pt x="1681" y="70"/>
                  <a:pt x="1680" y="69"/>
                </a:cubicBezTo>
                <a:cubicBezTo>
                  <a:pt x="1679" y="69"/>
                  <a:pt x="1678" y="69"/>
                  <a:pt x="1677" y="69"/>
                </a:cubicBezTo>
                <a:cubicBezTo>
                  <a:pt x="1676" y="69"/>
                  <a:pt x="1675" y="69"/>
                  <a:pt x="1674" y="69"/>
                </a:cubicBezTo>
                <a:close/>
                <a:moveTo>
                  <a:pt x="2061" y="69"/>
                </a:moveTo>
                <a:cubicBezTo>
                  <a:pt x="2060" y="70"/>
                  <a:pt x="2059" y="70"/>
                  <a:pt x="2058" y="70"/>
                </a:cubicBezTo>
                <a:cubicBezTo>
                  <a:pt x="2058" y="71"/>
                  <a:pt x="2057" y="71"/>
                  <a:pt x="2057" y="71"/>
                </a:cubicBezTo>
                <a:cubicBezTo>
                  <a:pt x="2057" y="72"/>
                  <a:pt x="2057" y="72"/>
                  <a:pt x="2057" y="73"/>
                </a:cubicBezTo>
                <a:cubicBezTo>
                  <a:pt x="2057" y="73"/>
                  <a:pt x="2057" y="74"/>
                  <a:pt x="2058" y="74"/>
                </a:cubicBezTo>
                <a:cubicBezTo>
                  <a:pt x="2058" y="75"/>
                  <a:pt x="2059" y="75"/>
                  <a:pt x="2060" y="75"/>
                </a:cubicBezTo>
                <a:cubicBezTo>
                  <a:pt x="2060" y="76"/>
                  <a:pt x="2061" y="76"/>
                  <a:pt x="2062" y="76"/>
                </a:cubicBezTo>
                <a:cubicBezTo>
                  <a:pt x="2063" y="76"/>
                  <a:pt x="2064" y="76"/>
                  <a:pt x="2065" y="76"/>
                </a:cubicBezTo>
                <a:cubicBezTo>
                  <a:pt x="2066" y="76"/>
                  <a:pt x="2067" y="76"/>
                  <a:pt x="2068" y="76"/>
                </a:cubicBezTo>
                <a:cubicBezTo>
                  <a:pt x="2069" y="76"/>
                  <a:pt x="2070" y="76"/>
                  <a:pt x="2071" y="75"/>
                </a:cubicBezTo>
                <a:cubicBezTo>
                  <a:pt x="2071" y="75"/>
                  <a:pt x="2072" y="75"/>
                  <a:pt x="2072" y="74"/>
                </a:cubicBezTo>
                <a:cubicBezTo>
                  <a:pt x="2072" y="74"/>
                  <a:pt x="2072" y="73"/>
                  <a:pt x="2072" y="73"/>
                </a:cubicBezTo>
                <a:cubicBezTo>
                  <a:pt x="2072" y="72"/>
                  <a:pt x="2072" y="72"/>
                  <a:pt x="2071" y="71"/>
                </a:cubicBezTo>
                <a:cubicBezTo>
                  <a:pt x="2071" y="71"/>
                  <a:pt x="2070" y="71"/>
                  <a:pt x="2069" y="70"/>
                </a:cubicBezTo>
                <a:cubicBezTo>
                  <a:pt x="2068" y="70"/>
                  <a:pt x="2068" y="70"/>
                  <a:pt x="2067" y="69"/>
                </a:cubicBezTo>
                <a:cubicBezTo>
                  <a:pt x="2066" y="69"/>
                  <a:pt x="2065" y="69"/>
                  <a:pt x="2064" y="69"/>
                </a:cubicBezTo>
                <a:cubicBezTo>
                  <a:pt x="2062" y="69"/>
                  <a:pt x="2061" y="69"/>
                  <a:pt x="2061" y="69"/>
                </a:cubicBezTo>
                <a:close/>
                <a:moveTo>
                  <a:pt x="1829" y="69"/>
                </a:moveTo>
                <a:cubicBezTo>
                  <a:pt x="1828" y="70"/>
                  <a:pt x="1827" y="70"/>
                  <a:pt x="1826" y="70"/>
                </a:cubicBezTo>
                <a:cubicBezTo>
                  <a:pt x="1826" y="71"/>
                  <a:pt x="1825" y="71"/>
                  <a:pt x="1825" y="71"/>
                </a:cubicBezTo>
                <a:cubicBezTo>
                  <a:pt x="1825" y="72"/>
                  <a:pt x="1824" y="72"/>
                  <a:pt x="1825" y="73"/>
                </a:cubicBezTo>
                <a:cubicBezTo>
                  <a:pt x="1825" y="73"/>
                  <a:pt x="1825" y="74"/>
                  <a:pt x="1825" y="74"/>
                </a:cubicBezTo>
                <a:cubicBezTo>
                  <a:pt x="1826" y="75"/>
                  <a:pt x="1827" y="75"/>
                  <a:pt x="1827" y="75"/>
                </a:cubicBezTo>
                <a:cubicBezTo>
                  <a:pt x="1828" y="76"/>
                  <a:pt x="1829" y="76"/>
                  <a:pt x="1830" y="76"/>
                </a:cubicBezTo>
                <a:cubicBezTo>
                  <a:pt x="1831" y="76"/>
                  <a:pt x="1832" y="76"/>
                  <a:pt x="1833" y="76"/>
                </a:cubicBezTo>
                <a:cubicBezTo>
                  <a:pt x="1834" y="76"/>
                  <a:pt x="1835" y="76"/>
                  <a:pt x="1836" y="76"/>
                </a:cubicBezTo>
                <a:cubicBezTo>
                  <a:pt x="1837" y="76"/>
                  <a:pt x="1838" y="76"/>
                  <a:pt x="1838" y="75"/>
                </a:cubicBezTo>
                <a:cubicBezTo>
                  <a:pt x="1839" y="75"/>
                  <a:pt x="1839" y="75"/>
                  <a:pt x="1840" y="74"/>
                </a:cubicBezTo>
                <a:cubicBezTo>
                  <a:pt x="1840" y="74"/>
                  <a:pt x="1840" y="73"/>
                  <a:pt x="1840" y="73"/>
                </a:cubicBezTo>
                <a:cubicBezTo>
                  <a:pt x="1840" y="72"/>
                  <a:pt x="1840" y="72"/>
                  <a:pt x="1839" y="71"/>
                </a:cubicBezTo>
                <a:cubicBezTo>
                  <a:pt x="1839" y="71"/>
                  <a:pt x="1838" y="71"/>
                  <a:pt x="1837" y="70"/>
                </a:cubicBezTo>
                <a:cubicBezTo>
                  <a:pt x="1837" y="70"/>
                  <a:pt x="1836" y="70"/>
                  <a:pt x="1835" y="69"/>
                </a:cubicBezTo>
                <a:cubicBezTo>
                  <a:pt x="1834" y="69"/>
                  <a:pt x="1833" y="69"/>
                  <a:pt x="1832" y="69"/>
                </a:cubicBezTo>
                <a:cubicBezTo>
                  <a:pt x="1831" y="69"/>
                  <a:pt x="1830" y="69"/>
                  <a:pt x="1829" y="69"/>
                </a:cubicBezTo>
                <a:close/>
                <a:moveTo>
                  <a:pt x="2177" y="69"/>
                </a:moveTo>
                <a:cubicBezTo>
                  <a:pt x="2176" y="70"/>
                  <a:pt x="2175" y="70"/>
                  <a:pt x="2174" y="70"/>
                </a:cubicBezTo>
                <a:cubicBezTo>
                  <a:pt x="2174" y="71"/>
                  <a:pt x="2173" y="71"/>
                  <a:pt x="2173" y="71"/>
                </a:cubicBezTo>
                <a:cubicBezTo>
                  <a:pt x="2173" y="72"/>
                  <a:pt x="2173" y="72"/>
                  <a:pt x="2173" y="73"/>
                </a:cubicBezTo>
                <a:cubicBezTo>
                  <a:pt x="2173" y="73"/>
                  <a:pt x="2173" y="74"/>
                  <a:pt x="2174" y="74"/>
                </a:cubicBezTo>
                <a:cubicBezTo>
                  <a:pt x="2174" y="75"/>
                  <a:pt x="2175" y="75"/>
                  <a:pt x="2176" y="75"/>
                </a:cubicBezTo>
                <a:cubicBezTo>
                  <a:pt x="2177" y="76"/>
                  <a:pt x="2178" y="76"/>
                  <a:pt x="2178" y="76"/>
                </a:cubicBezTo>
                <a:cubicBezTo>
                  <a:pt x="2179" y="76"/>
                  <a:pt x="2181" y="76"/>
                  <a:pt x="2182" y="76"/>
                </a:cubicBezTo>
                <a:cubicBezTo>
                  <a:pt x="2183" y="76"/>
                  <a:pt x="2184" y="76"/>
                  <a:pt x="2185" y="76"/>
                </a:cubicBezTo>
                <a:cubicBezTo>
                  <a:pt x="2185" y="76"/>
                  <a:pt x="2186" y="76"/>
                  <a:pt x="2187" y="75"/>
                </a:cubicBezTo>
                <a:cubicBezTo>
                  <a:pt x="2187" y="75"/>
                  <a:pt x="2188" y="75"/>
                  <a:pt x="2188" y="74"/>
                </a:cubicBezTo>
                <a:cubicBezTo>
                  <a:pt x="2188" y="74"/>
                  <a:pt x="2188" y="73"/>
                  <a:pt x="2188" y="73"/>
                </a:cubicBezTo>
                <a:cubicBezTo>
                  <a:pt x="2188" y="72"/>
                  <a:pt x="2188" y="72"/>
                  <a:pt x="2187" y="71"/>
                </a:cubicBezTo>
                <a:cubicBezTo>
                  <a:pt x="2187" y="71"/>
                  <a:pt x="2186" y="71"/>
                  <a:pt x="2185" y="70"/>
                </a:cubicBezTo>
                <a:cubicBezTo>
                  <a:pt x="2184" y="70"/>
                  <a:pt x="2184" y="70"/>
                  <a:pt x="2183" y="69"/>
                </a:cubicBezTo>
                <a:cubicBezTo>
                  <a:pt x="2182" y="69"/>
                  <a:pt x="2181" y="69"/>
                  <a:pt x="2179" y="69"/>
                </a:cubicBezTo>
                <a:cubicBezTo>
                  <a:pt x="2178" y="69"/>
                  <a:pt x="2177" y="69"/>
                  <a:pt x="2177" y="69"/>
                </a:cubicBezTo>
                <a:close/>
                <a:moveTo>
                  <a:pt x="1713" y="69"/>
                </a:moveTo>
                <a:cubicBezTo>
                  <a:pt x="1712" y="70"/>
                  <a:pt x="1711" y="70"/>
                  <a:pt x="1710" y="70"/>
                </a:cubicBezTo>
                <a:cubicBezTo>
                  <a:pt x="1710" y="71"/>
                  <a:pt x="1709" y="71"/>
                  <a:pt x="1709" y="71"/>
                </a:cubicBezTo>
                <a:cubicBezTo>
                  <a:pt x="1709" y="72"/>
                  <a:pt x="1708" y="72"/>
                  <a:pt x="1708" y="73"/>
                </a:cubicBezTo>
                <a:cubicBezTo>
                  <a:pt x="1709" y="73"/>
                  <a:pt x="1709" y="74"/>
                  <a:pt x="1709" y="74"/>
                </a:cubicBezTo>
                <a:cubicBezTo>
                  <a:pt x="1710" y="75"/>
                  <a:pt x="1710" y="75"/>
                  <a:pt x="1711" y="75"/>
                </a:cubicBezTo>
                <a:cubicBezTo>
                  <a:pt x="1712" y="76"/>
                  <a:pt x="1713" y="76"/>
                  <a:pt x="1714" y="76"/>
                </a:cubicBezTo>
                <a:cubicBezTo>
                  <a:pt x="1715" y="76"/>
                  <a:pt x="1716" y="76"/>
                  <a:pt x="1717" y="76"/>
                </a:cubicBezTo>
                <a:cubicBezTo>
                  <a:pt x="1718" y="76"/>
                  <a:pt x="1719" y="76"/>
                  <a:pt x="1720" y="76"/>
                </a:cubicBezTo>
                <a:cubicBezTo>
                  <a:pt x="1721" y="76"/>
                  <a:pt x="1721" y="76"/>
                  <a:pt x="1722" y="75"/>
                </a:cubicBezTo>
                <a:cubicBezTo>
                  <a:pt x="1723" y="75"/>
                  <a:pt x="1723" y="75"/>
                  <a:pt x="1724" y="74"/>
                </a:cubicBezTo>
                <a:cubicBezTo>
                  <a:pt x="1724" y="74"/>
                  <a:pt x="1724" y="73"/>
                  <a:pt x="1724" y="73"/>
                </a:cubicBezTo>
                <a:cubicBezTo>
                  <a:pt x="1724" y="72"/>
                  <a:pt x="1724" y="72"/>
                  <a:pt x="1723" y="71"/>
                </a:cubicBezTo>
                <a:cubicBezTo>
                  <a:pt x="1723" y="71"/>
                  <a:pt x="1722" y="71"/>
                  <a:pt x="1721" y="70"/>
                </a:cubicBezTo>
                <a:cubicBezTo>
                  <a:pt x="1721" y="70"/>
                  <a:pt x="1720" y="70"/>
                  <a:pt x="1719" y="69"/>
                </a:cubicBezTo>
                <a:cubicBezTo>
                  <a:pt x="1718" y="69"/>
                  <a:pt x="1717" y="69"/>
                  <a:pt x="1716" y="69"/>
                </a:cubicBezTo>
                <a:cubicBezTo>
                  <a:pt x="1715" y="69"/>
                  <a:pt x="1714" y="69"/>
                  <a:pt x="1713" y="69"/>
                </a:cubicBezTo>
                <a:close/>
                <a:moveTo>
                  <a:pt x="1519" y="69"/>
                </a:moveTo>
                <a:cubicBezTo>
                  <a:pt x="1519" y="70"/>
                  <a:pt x="1518" y="70"/>
                  <a:pt x="1517" y="70"/>
                </a:cubicBezTo>
                <a:cubicBezTo>
                  <a:pt x="1516" y="71"/>
                  <a:pt x="1516" y="71"/>
                  <a:pt x="1516" y="71"/>
                </a:cubicBezTo>
                <a:cubicBezTo>
                  <a:pt x="1515" y="72"/>
                  <a:pt x="1515" y="72"/>
                  <a:pt x="1515" y="73"/>
                </a:cubicBezTo>
                <a:cubicBezTo>
                  <a:pt x="1515" y="73"/>
                  <a:pt x="1515" y="74"/>
                  <a:pt x="1516" y="74"/>
                </a:cubicBezTo>
                <a:cubicBezTo>
                  <a:pt x="1516" y="75"/>
                  <a:pt x="1517" y="75"/>
                  <a:pt x="1518" y="75"/>
                </a:cubicBezTo>
                <a:cubicBezTo>
                  <a:pt x="1518" y="76"/>
                  <a:pt x="1519" y="76"/>
                  <a:pt x="1520" y="76"/>
                </a:cubicBezTo>
                <a:cubicBezTo>
                  <a:pt x="1521" y="76"/>
                  <a:pt x="1522" y="76"/>
                  <a:pt x="1523" y="76"/>
                </a:cubicBezTo>
                <a:cubicBezTo>
                  <a:pt x="1524" y="76"/>
                  <a:pt x="1525" y="76"/>
                  <a:pt x="1526" y="76"/>
                </a:cubicBezTo>
                <a:cubicBezTo>
                  <a:pt x="1527" y="76"/>
                  <a:pt x="1528" y="76"/>
                  <a:pt x="1528" y="75"/>
                </a:cubicBezTo>
                <a:cubicBezTo>
                  <a:pt x="1529" y="75"/>
                  <a:pt x="1530" y="75"/>
                  <a:pt x="1530" y="74"/>
                </a:cubicBezTo>
                <a:cubicBezTo>
                  <a:pt x="1530" y="74"/>
                  <a:pt x="1531" y="73"/>
                  <a:pt x="1531" y="73"/>
                </a:cubicBezTo>
                <a:cubicBezTo>
                  <a:pt x="1530" y="72"/>
                  <a:pt x="1530" y="72"/>
                  <a:pt x="1530" y="71"/>
                </a:cubicBezTo>
                <a:cubicBezTo>
                  <a:pt x="1529" y="71"/>
                  <a:pt x="1529" y="71"/>
                  <a:pt x="1528" y="70"/>
                </a:cubicBezTo>
                <a:cubicBezTo>
                  <a:pt x="1527" y="70"/>
                  <a:pt x="1526" y="70"/>
                  <a:pt x="1526" y="69"/>
                </a:cubicBezTo>
                <a:cubicBezTo>
                  <a:pt x="1525" y="69"/>
                  <a:pt x="1524" y="69"/>
                  <a:pt x="1522" y="69"/>
                </a:cubicBezTo>
                <a:cubicBezTo>
                  <a:pt x="1521" y="69"/>
                  <a:pt x="1520" y="69"/>
                  <a:pt x="1519" y="69"/>
                </a:cubicBezTo>
                <a:close/>
                <a:moveTo>
                  <a:pt x="2215" y="69"/>
                </a:moveTo>
                <a:cubicBezTo>
                  <a:pt x="2214" y="70"/>
                  <a:pt x="2214" y="70"/>
                  <a:pt x="2213" y="70"/>
                </a:cubicBezTo>
                <a:cubicBezTo>
                  <a:pt x="2212" y="71"/>
                  <a:pt x="2212" y="71"/>
                  <a:pt x="2212" y="71"/>
                </a:cubicBezTo>
                <a:cubicBezTo>
                  <a:pt x="2211" y="72"/>
                  <a:pt x="2211" y="72"/>
                  <a:pt x="2211" y="73"/>
                </a:cubicBezTo>
                <a:cubicBezTo>
                  <a:pt x="2212" y="73"/>
                  <a:pt x="2212" y="74"/>
                  <a:pt x="2212" y="74"/>
                </a:cubicBezTo>
                <a:cubicBezTo>
                  <a:pt x="2213" y="75"/>
                  <a:pt x="2214" y="75"/>
                  <a:pt x="2215" y="75"/>
                </a:cubicBezTo>
                <a:cubicBezTo>
                  <a:pt x="2215" y="76"/>
                  <a:pt x="2216" y="76"/>
                  <a:pt x="2217" y="76"/>
                </a:cubicBezTo>
                <a:cubicBezTo>
                  <a:pt x="2218" y="76"/>
                  <a:pt x="2219" y="76"/>
                  <a:pt x="2220" y="76"/>
                </a:cubicBezTo>
                <a:cubicBezTo>
                  <a:pt x="2221" y="76"/>
                  <a:pt x="2222" y="76"/>
                  <a:pt x="2223" y="76"/>
                </a:cubicBezTo>
                <a:cubicBezTo>
                  <a:pt x="2224" y="76"/>
                  <a:pt x="2225" y="76"/>
                  <a:pt x="2225" y="75"/>
                </a:cubicBezTo>
                <a:cubicBezTo>
                  <a:pt x="2226" y="75"/>
                  <a:pt x="2227" y="75"/>
                  <a:pt x="2227" y="74"/>
                </a:cubicBezTo>
                <a:cubicBezTo>
                  <a:pt x="2227" y="74"/>
                  <a:pt x="2227" y="73"/>
                  <a:pt x="2227" y="73"/>
                </a:cubicBezTo>
                <a:cubicBezTo>
                  <a:pt x="2227" y="72"/>
                  <a:pt x="2226" y="72"/>
                  <a:pt x="2226" y="71"/>
                </a:cubicBezTo>
                <a:cubicBezTo>
                  <a:pt x="2225" y="71"/>
                  <a:pt x="2225" y="71"/>
                  <a:pt x="2224" y="70"/>
                </a:cubicBezTo>
                <a:cubicBezTo>
                  <a:pt x="2223" y="70"/>
                  <a:pt x="2222" y="70"/>
                  <a:pt x="2221" y="69"/>
                </a:cubicBezTo>
                <a:cubicBezTo>
                  <a:pt x="2220" y="69"/>
                  <a:pt x="2219" y="69"/>
                  <a:pt x="2218" y="69"/>
                </a:cubicBezTo>
                <a:cubicBezTo>
                  <a:pt x="2217" y="69"/>
                  <a:pt x="2216" y="69"/>
                  <a:pt x="2215" y="69"/>
                </a:cubicBezTo>
                <a:close/>
                <a:moveTo>
                  <a:pt x="1249" y="69"/>
                </a:moveTo>
                <a:cubicBezTo>
                  <a:pt x="1248" y="70"/>
                  <a:pt x="1247" y="70"/>
                  <a:pt x="1246" y="70"/>
                </a:cubicBezTo>
                <a:cubicBezTo>
                  <a:pt x="1246" y="71"/>
                  <a:pt x="1245" y="71"/>
                  <a:pt x="1245" y="71"/>
                </a:cubicBezTo>
                <a:cubicBezTo>
                  <a:pt x="1244" y="72"/>
                  <a:pt x="1244" y="72"/>
                  <a:pt x="1244" y="73"/>
                </a:cubicBezTo>
                <a:cubicBezTo>
                  <a:pt x="1244" y="73"/>
                  <a:pt x="1244" y="74"/>
                  <a:pt x="1245" y="74"/>
                </a:cubicBezTo>
                <a:cubicBezTo>
                  <a:pt x="1245" y="75"/>
                  <a:pt x="1246" y="75"/>
                  <a:pt x="1246" y="75"/>
                </a:cubicBezTo>
                <a:cubicBezTo>
                  <a:pt x="1247" y="76"/>
                  <a:pt x="1248" y="76"/>
                  <a:pt x="1249" y="76"/>
                </a:cubicBezTo>
                <a:cubicBezTo>
                  <a:pt x="1250" y="76"/>
                  <a:pt x="1251" y="76"/>
                  <a:pt x="1252" y="76"/>
                </a:cubicBezTo>
                <a:cubicBezTo>
                  <a:pt x="1253" y="76"/>
                  <a:pt x="1254" y="76"/>
                  <a:pt x="1255" y="76"/>
                </a:cubicBezTo>
                <a:cubicBezTo>
                  <a:pt x="1256" y="76"/>
                  <a:pt x="1257" y="76"/>
                  <a:pt x="1257" y="75"/>
                </a:cubicBezTo>
                <a:cubicBezTo>
                  <a:pt x="1258" y="75"/>
                  <a:pt x="1259" y="75"/>
                  <a:pt x="1259" y="74"/>
                </a:cubicBezTo>
                <a:cubicBezTo>
                  <a:pt x="1259" y="74"/>
                  <a:pt x="1260" y="73"/>
                  <a:pt x="1260" y="73"/>
                </a:cubicBezTo>
                <a:cubicBezTo>
                  <a:pt x="1260" y="72"/>
                  <a:pt x="1259" y="72"/>
                  <a:pt x="1259" y="71"/>
                </a:cubicBezTo>
                <a:cubicBezTo>
                  <a:pt x="1259" y="71"/>
                  <a:pt x="1258" y="71"/>
                  <a:pt x="1257" y="70"/>
                </a:cubicBezTo>
                <a:cubicBezTo>
                  <a:pt x="1257" y="70"/>
                  <a:pt x="1256" y="70"/>
                  <a:pt x="1255" y="69"/>
                </a:cubicBezTo>
                <a:cubicBezTo>
                  <a:pt x="1254" y="69"/>
                  <a:pt x="1253" y="69"/>
                  <a:pt x="1252" y="69"/>
                </a:cubicBezTo>
                <a:cubicBezTo>
                  <a:pt x="1251" y="69"/>
                  <a:pt x="1250" y="69"/>
                  <a:pt x="1249" y="69"/>
                </a:cubicBezTo>
                <a:close/>
                <a:moveTo>
                  <a:pt x="1696" y="78"/>
                </a:moveTo>
                <a:cubicBezTo>
                  <a:pt x="1695" y="78"/>
                  <a:pt x="1695" y="78"/>
                  <a:pt x="1694" y="79"/>
                </a:cubicBezTo>
                <a:cubicBezTo>
                  <a:pt x="1693" y="79"/>
                  <a:pt x="1693" y="79"/>
                  <a:pt x="1693" y="79"/>
                </a:cubicBezTo>
                <a:cubicBezTo>
                  <a:pt x="1692" y="79"/>
                  <a:pt x="1692" y="79"/>
                  <a:pt x="1691" y="80"/>
                </a:cubicBezTo>
                <a:cubicBezTo>
                  <a:pt x="1691" y="80"/>
                  <a:pt x="1691" y="80"/>
                  <a:pt x="1691" y="80"/>
                </a:cubicBezTo>
                <a:cubicBezTo>
                  <a:pt x="1691" y="80"/>
                  <a:pt x="1691" y="80"/>
                  <a:pt x="1691" y="81"/>
                </a:cubicBezTo>
                <a:cubicBezTo>
                  <a:pt x="1691" y="81"/>
                  <a:pt x="1690" y="81"/>
                  <a:pt x="1690" y="81"/>
                </a:cubicBezTo>
                <a:cubicBezTo>
                  <a:pt x="1690" y="81"/>
                  <a:pt x="1690" y="81"/>
                  <a:pt x="1691" y="82"/>
                </a:cubicBezTo>
                <a:cubicBezTo>
                  <a:pt x="1691" y="83"/>
                  <a:pt x="1691" y="83"/>
                  <a:pt x="1692" y="83"/>
                </a:cubicBezTo>
                <a:cubicBezTo>
                  <a:pt x="1692" y="84"/>
                  <a:pt x="1693" y="84"/>
                  <a:pt x="1694" y="84"/>
                </a:cubicBezTo>
                <a:cubicBezTo>
                  <a:pt x="1694" y="85"/>
                  <a:pt x="1695" y="85"/>
                  <a:pt x="1696" y="85"/>
                </a:cubicBezTo>
                <a:cubicBezTo>
                  <a:pt x="1697" y="85"/>
                  <a:pt x="1698" y="85"/>
                  <a:pt x="1699" y="85"/>
                </a:cubicBezTo>
                <a:cubicBezTo>
                  <a:pt x="1700" y="85"/>
                  <a:pt x="1701" y="85"/>
                  <a:pt x="1701" y="85"/>
                </a:cubicBezTo>
                <a:cubicBezTo>
                  <a:pt x="1702" y="85"/>
                  <a:pt x="1703" y="85"/>
                  <a:pt x="1703" y="84"/>
                </a:cubicBezTo>
                <a:cubicBezTo>
                  <a:pt x="1704" y="84"/>
                  <a:pt x="1705" y="84"/>
                  <a:pt x="1705" y="83"/>
                </a:cubicBezTo>
                <a:cubicBezTo>
                  <a:pt x="1705" y="83"/>
                  <a:pt x="1706" y="83"/>
                  <a:pt x="1706" y="82"/>
                </a:cubicBezTo>
                <a:cubicBezTo>
                  <a:pt x="1706" y="81"/>
                  <a:pt x="1706" y="81"/>
                  <a:pt x="1706" y="81"/>
                </a:cubicBezTo>
                <a:cubicBezTo>
                  <a:pt x="1706" y="81"/>
                  <a:pt x="1706" y="81"/>
                  <a:pt x="1705" y="81"/>
                </a:cubicBezTo>
                <a:cubicBezTo>
                  <a:pt x="1705" y="80"/>
                  <a:pt x="1705" y="80"/>
                  <a:pt x="1705" y="80"/>
                </a:cubicBezTo>
                <a:cubicBezTo>
                  <a:pt x="1705" y="80"/>
                  <a:pt x="1705" y="80"/>
                  <a:pt x="1704" y="80"/>
                </a:cubicBezTo>
                <a:cubicBezTo>
                  <a:pt x="1702" y="78"/>
                  <a:pt x="1700" y="78"/>
                  <a:pt x="1698" y="78"/>
                </a:cubicBezTo>
                <a:cubicBezTo>
                  <a:pt x="1697" y="78"/>
                  <a:pt x="1696" y="78"/>
                  <a:pt x="1696" y="78"/>
                </a:cubicBezTo>
                <a:close/>
                <a:moveTo>
                  <a:pt x="2083" y="78"/>
                </a:moveTo>
                <a:cubicBezTo>
                  <a:pt x="2083" y="78"/>
                  <a:pt x="2082" y="78"/>
                  <a:pt x="2082" y="79"/>
                </a:cubicBezTo>
                <a:cubicBezTo>
                  <a:pt x="2081" y="79"/>
                  <a:pt x="2081" y="79"/>
                  <a:pt x="2080" y="79"/>
                </a:cubicBezTo>
                <a:cubicBezTo>
                  <a:pt x="2080" y="79"/>
                  <a:pt x="2080" y="79"/>
                  <a:pt x="2079" y="80"/>
                </a:cubicBezTo>
                <a:cubicBezTo>
                  <a:pt x="2079" y="80"/>
                  <a:pt x="2079" y="80"/>
                  <a:pt x="2079" y="80"/>
                </a:cubicBezTo>
                <a:cubicBezTo>
                  <a:pt x="2079" y="80"/>
                  <a:pt x="2079" y="80"/>
                  <a:pt x="2079" y="81"/>
                </a:cubicBezTo>
                <a:cubicBezTo>
                  <a:pt x="2078" y="81"/>
                  <a:pt x="2078" y="81"/>
                  <a:pt x="2078" y="81"/>
                </a:cubicBezTo>
                <a:cubicBezTo>
                  <a:pt x="2078" y="81"/>
                  <a:pt x="2078" y="81"/>
                  <a:pt x="2079" y="82"/>
                </a:cubicBezTo>
                <a:cubicBezTo>
                  <a:pt x="2079" y="83"/>
                  <a:pt x="2080" y="83"/>
                  <a:pt x="2080" y="83"/>
                </a:cubicBezTo>
                <a:cubicBezTo>
                  <a:pt x="2081" y="84"/>
                  <a:pt x="2081" y="84"/>
                  <a:pt x="2082" y="84"/>
                </a:cubicBezTo>
                <a:cubicBezTo>
                  <a:pt x="2083" y="85"/>
                  <a:pt x="2084" y="85"/>
                  <a:pt x="2084" y="85"/>
                </a:cubicBezTo>
                <a:cubicBezTo>
                  <a:pt x="2085" y="85"/>
                  <a:pt x="2086" y="85"/>
                  <a:pt x="2087" y="85"/>
                </a:cubicBezTo>
                <a:cubicBezTo>
                  <a:pt x="2088" y="85"/>
                  <a:pt x="2089" y="85"/>
                  <a:pt x="2090" y="85"/>
                </a:cubicBezTo>
                <a:cubicBezTo>
                  <a:pt x="2091" y="85"/>
                  <a:pt x="2091" y="85"/>
                  <a:pt x="2092" y="84"/>
                </a:cubicBezTo>
                <a:cubicBezTo>
                  <a:pt x="2092" y="84"/>
                  <a:pt x="2093" y="84"/>
                  <a:pt x="2093" y="83"/>
                </a:cubicBezTo>
                <a:cubicBezTo>
                  <a:pt x="2094" y="83"/>
                  <a:pt x="2094" y="83"/>
                  <a:pt x="2094" y="82"/>
                </a:cubicBezTo>
                <a:cubicBezTo>
                  <a:pt x="2094" y="81"/>
                  <a:pt x="2094" y="81"/>
                  <a:pt x="2094" y="81"/>
                </a:cubicBezTo>
                <a:cubicBezTo>
                  <a:pt x="2094" y="81"/>
                  <a:pt x="2093" y="81"/>
                  <a:pt x="2093" y="81"/>
                </a:cubicBezTo>
                <a:cubicBezTo>
                  <a:pt x="2093" y="80"/>
                  <a:pt x="2093" y="80"/>
                  <a:pt x="2093" y="80"/>
                </a:cubicBezTo>
                <a:cubicBezTo>
                  <a:pt x="2093" y="80"/>
                  <a:pt x="2092" y="80"/>
                  <a:pt x="2092" y="80"/>
                </a:cubicBezTo>
                <a:cubicBezTo>
                  <a:pt x="2090" y="78"/>
                  <a:pt x="2088" y="78"/>
                  <a:pt x="2085" y="78"/>
                </a:cubicBezTo>
                <a:cubicBezTo>
                  <a:pt x="2085" y="78"/>
                  <a:pt x="2084" y="78"/>
                  <a:pt x="2083" y="78"/>
                </a:cubicBezTo>
                <a:close/>
                <a:moveTo>
                  <a:pt x="2203" y="78"/>
                </a:moveTo>
                <a:cubicBezTo>
                  <a:pt x="2203" y="78"/>
                  <a:pt x="2202" y="78"/>
                  <a:pt x="2202" y="78"/>
                </a:cubicBezTo>
                <a:cubicBezTo>
                  <a:pt x="2202" y="78"/>
                  <a:pt x="2202" y="78"/>
                  <a:pt x="2202" y="78"/>
                </a:cubicBezTo>
                <a:cubicBezTo>
                  <a:pt x="2202" y="78"/>
                  <a:pt x="2202" y="78"/>
                  <a:pt x="2201" y="78"/>
                </a:cubicBezTo>
                <a:cubicBezTo>
                  <a:pt x="2201" y="78"/>
                  <a:pt x="2200" y="78"/>
                  <a:pt x="2200" y="78"/>
                </a:cubicBezTo>
                <a:cubicBezTo>
                  <a:pt x="2199" y="78"/>
                  <a:pt x="2198" y="78"/>
                  <a:pt x="2198" y="79"/>
                </a:cubicBezTo>
                <a:cubicBezTo>
                  <a:pt x="2197" y="79"/>
                  <a:pt x="2197" y="79"/>
                  <a:pt x="2197" y="79"/>
                </a:cubicBezTo>
                <a:cubicBezTo>
                  <a:pt x="2196" y="79"/>
                  <a:pt x="2196" y="79"/>
                  <a:pt x="2196" y="80"/>
                </a:cubicBezTo>
                <a:cubicBezTo>
                  <a:pt x="2195" y="80"/>
                  <a:pt x="2195" y="80"/>
                  <a:pt x="2195" y="80"/>
                </a:cubicBezTo>
                <a:cubicBezTo>
                  <a:pt x="2195" y="80"/>
                  <a:pt x="2195" y="80"/>
                  <a:pt x="2195" y="81"/>
                </a:cubicBezTo>
                <a:cubicBezTo>
                  <a:pt x="2195" y="81"/>
                  <a:pt x="2195" y="81"/>
                  <a:pt x="2195" y="81"/>
                </a:cubicBezTo>
                <a:cubicBezTo>
                  <a:pt x="2195" y="81"/>
                  <a:pt x="2195" y="81"/>
                  <a:pt x="2195" y="82"/>
                </a:cubicBezTo>
                <a:cubicBezTo>
                  <a:pt x="2196" y="83"/>
                  <a:pt x="2196" y="83"/>
                  <a:pt x="2197" y="83"/>
                </a:cubicBezTo>
                <a:cubicBezTo>
                  <a:pt x="2197" y="84"/>
                  <a:pt x="2198" y="84"/>
                  <a:pt x="2199" y="84"/>
                </a:cubicBezTo>
                <a:cubicBezTo>
                  <a:pt x="2199" y="85"/>
                  <a:pt x="2200" y="85"/>
                  <a:pt x="2201" y="85"/>
                </a:cubicBezTo>
                <a:cubicBezTo>
                  <a:pt x="2202" y="85"/>
                  <a:pt x="2203" y="85"/>
                  <a:pt x="2204" y="85"/>
                </a:cubicBezTo>
                <a:cubicBezTo>
                  <a:pt x="2204" y="85"/>
                  <a:pt x="2204" y="85"/>
                  <a:pt x="2204" y="85"/>
                </a:cubicBezTo>
                <a:cubicBezTo>
                  <a:pt x="2204" y="85"/>
                  <a:pt x="2204" y="85"/>
                  <a:pt x="2204" y="85"/>
                </a:cubicBezTo>
                <a:cubicBezTo>
                  <a:pt x="2205" y="85"/>
                  <a:pt x="2205" y="85"/>
                  <a:pt x="2205" y="85"/>
                </a:cubicBezTo>
                <a:cubicBezTo>
                  <a:pt x="2205" y="85"/>
                  <a:pt x="2205" y="85"/>
                  <a:pt x="2205" y="85"/>
                </a:cubicBezTo>
                <a:cubicBezTo>
                  <a:pt x="2206" y="85"/>
                  <a:pt x="2207" y="85"/>
                  <a:pt x="2207" y="85"/>
                </a:cubicBezTo>
                <a:cubicBezTo>
                  <a:pt x="2208" y="85"/>
                  <a:pt x="2208" y="84"/>
                  <a:pt x="2209" y="84"/>
                </a:cubicBezTo>
                <a:cubicBezTo>
                  <a:pt x="2209" y="84"/>
                  <a:pt x="2210" y="84"/>
                  <a:pt x="2210" y="83"/>
                </a:cubicBezTo>
                <a:cubicBezTo>
                  <a:pt x="2210" y="83"/>
                  <a:pt x="2210" y="83"/>
                  <a:pt x="2210" y="82"/>
                </a:cubicBezTo>
                <a:cubicBezTo>
                  <a:pt x="2210" y="81"/>
                  <a:pt x="2210" y="81"/>
                  <a:pt x="2210" y="81"/>
                </a:cubicBezTo>
                <a:cubicBezTo>
                  <a:pt x="2210" y="81"/>
                  <a:pt x="2210" y="81"/>
                  <a:pt x="2210" y="81"/>
                </a:cubicBezTo>
                <a:cubicBezTo>
                  <a:pt x="2210" y="80"/>
                  <a:pt x="2209" y="80"/>
                  <a:pt x="2209" y="80"/>
                </a:cubicBezTo>
                <a:cubicBezTo>
                  <a:pt x="2209" y="80"/>
                  <a:pt x="2209" y="80"/>
                  <a:pt x="2208" y="80"/>
                </a:cubicBezTo>
                <a:cubicBezTo>
                  <a:pt x="2207" y="79"/>
                  <a:pt x="2205" y="78"/>
                  <a:pt x="2203" y="78"/>
                </a:cubicBezTo>
                <a:cubicBezTo>
                  <a:pt x="2203" y="78"/>
                  <a:pt x="2203" y="78"/>
                  <a:pt x="2203" y="78"/>
                </a:cubicBezTo>
                <a:close/>
                <a:moveTo>
                  <a:pt x="1895" y="78"/>
                </a:moveTo>
                <a:cubicBezTo>
                  <a:pt x="1894" y="78"/>
                  <a:pt x="1892" y="78"/>
                  <a:pt x="1891" y="78"/>
                </a:cubicBezTo>
                <a:cubicBezTo>
                  <a:pt x="1891" y="78"/>
                  <a:pt x="1890" y="78"/>
                  <a:pt x="1890" y="78"/>
                </a:cubicBezTo>
                <a:cubicBezTo>
                  <a:pt x="1889" y="78"/>
                  <a:pt x="1888" y="78"/>
                  <a:pt x="1888" y="79"/>
                </a:cubicBezTo>
                <a:cubicBezTo>
                  <a:pt x="1887" y="79"/>
                  <a:pt x="1887" y="79"/>
                  <a:pt x="1886" y="79"/>
                </a:cubicBezTo>
                <a:cubicBezTo>
                  <a:pt x="1886" y="79"/>
                  <a:pt x="1886" y="79"/>
                  <a:pt x="1885" y="80"/>
                </a:cubicBezTo>
                <a:cubicBezTo>
                  <a:pt x="1884" y="80"/>
                  <a:pt x="1884" y="81"/>
                  <a:pt x="1885" y="82"/>
                </a:cubicBezTo>
                <a:cubicBezTo>
                  <a:pt x="1885" y="83"/>
                  <a:pt x="1885" y="83"/>
                  <a:pt x="1886" y="83"/>
                </a:cubicBezTo>
                <a:cubicBezTo>
                  <a:pt x="1886" y="84"/>
                  <a:pt x="1887" y="84"/>
                  <a:pt x="1888" y="84"/>
                </a:cubicBezTo>
                <a:cubicBezTo>
                  <a:pt x="1889" y="85"/>
                  <a:pt x="1889" y="85"/>
                  <a:pt x="1890" y="85"/>
                </a:cubicBezTo>
                <a:cubicBezTo>
                  <a:pt x="1891" y="85"/>
                  <a:pt x="1892" y="85"/>
                  <a:pt x="1893" y="85"/>
                </a:cubicBezTo>
                <a:cubicBezTo>
                  <a:pt x="1893" y="85"/>
                  <a:pt x="1893" y="85"/>
                  <a:pt x="1894" y="85"/>
                </a:cubicBezTo>
                <a:cubicBezTo>
                  <a:pt x="1894" y="85"/>
                  <a:pt x="1894" y="85"/>
                  <a:pt x="1894" y="85"/>
                </a:cubicBezTo>
                <a:cubicBezTo>
                  <a:pt x="1895" y="85"/>
                  <a:pt x="1895" y="85"/>
                  <a:pt x="1895" y="85"/>
                </a:cubicBezTo>
                <a:cubicBezTo>
                  <a:pt x="1895" y="85"/>
                  <a:pt x="1896" y="85"/>
                  <a:pt x="1896" y="85"/>
                </a:cubicBezTo>
                <a:cubicBezTo>
                  <a:pt x="1898" y="85"/>
                  <a:pt x="1900" y="84"/>
                  <a:pt x="1900" y="82"/>
                </a:cubicBezTo>
                <a:cubicBezTo>
                  <a:pt x="1900" y="81"/>
                  <a:pt x="1900" y="81"/>
                  <a:pt x="1900" y="81"/>
                </a:cubicBezTo>
                <a:cubicBezTo>
                  <a:pt x="1900" y="81"/>
                  <a:pt x="1900" y="81"/>
                  <a:pt x="1899" y="81"/>
                </a:cubicBezTo>
                <a:cubicBezTo>
                  <a:pt x="1899" y="80"/>
                  <a:pt x="1899" y="80"/>
                  <a:pt x="1899" y="80"/>
                </a:cubicBezTo>
                <a:cubicBezTo>
                  <a:pt x="1899" y="80"/>
                  <a:pt x="1898" y="80"/>
                  <a:pt x="1898" y="80"/>
                </a:cubicBezTo>
                <a:cubicBezTo>
                  <a:pt x="1898" y="80"/>
                  <a:pt x="1898" y="79"/>
                  <a:pt x="1897" y="79"/>
                </a:cubicBezTo>
                <a:cubicBezTo>
                  <a:pt x="1897" y="79"/>
                  <a:pt x="1897" y="79"/>
                  <a:pt x="1897" y="79"/>
                </a:cubicBezTo>
                <a:cubicBezTo>
                  <a:pt x="1896" y="79"/>
                  <a:pt x="1896" y="79"/>
                  <a:pt x="1896" y="79"/>
                </a:cubicBezTo>
                <a:cubicBezTo>
                  <a:pt x="1895" y="79"/>
                  <a:pt x="1895" y="78"/>
                  <a:pt x="1895" y="78"/>
                </a:cubicBezTo>
                <a:cubicBezTo>
                  <a:pt x="1894" y="78"/>
                  <a:pt x="1895" y="78"/>
                  <a:pt x="1895" y="78"/>
                </a:cubicBezTo>
                <a:close/>
                <a:moveTo>
                  <a:pt x="1975" y="79"/>
                </a:moveTo>
                <a:cubicBezTo>
                  <a:pt x="1973" y="79"/>
                  <a:pt x="1972" y="78"/>
                  <a:pt x="1971" y="78"/>
                </a:cubicBezTo>
                <a:cubicBezTo>
                  <a:pt x="1970" y="78"/>
                  <a:pt x="1970" y="78"/>
                  <a:pt x="1970" y="78"/>
                </a:cubicBezTo>
                <a:cubicBezTo>
                  <a:pt x="1970" y="78"/>
                  <a:pt x="1970" y="78"/>
                  <a:pt x="1970" y="78"/>
                </a:cubicBezTo>
                <a:cubicBezTo>
                  <a:pt x="1970" y="78"/>
                  <a:pt x="1969" y="78"/>
                  <a:pt x="1969" y="78"/>
                </a:cubicBezTo>
                <a:cubicBezTo>
                  <a:pt x="1969" y="78"/>
                  <a:pt x="1969" y="78"/>
                  <a:pt x="1969" y="78"/>
                </a:cubicBezTo>
                <a:cubicBezTo>
                  <a:pt x="1969" y="78"/>
                  <a:pt x="1969" y="78"/>
                  <a:pt x="1969" y="78"/>
                </a:cubicBezTo>
                <a:cubicBezTo>
                  <a:pt x="1968" y="78"/>
                  <a:pt x="1968" y="78"/>
                  <a:pt x="1968" y="78"/>
                </a:cubicBezTo>
                <a:cubicBezTo>
                  <a:pt x="1968" y="78"/>
                  <a:pt x="1968" y="78"/>
                  <a:pt x="1968" y="78"/>
                </a:cubicBezTo>
                <a:cubicBezTo>
                  <a:pt x="1968" y="78"/>
                  <a:pt x="1968" y="78"/>
                  <a:pt x="1967" y="78"/>
                </a:cubicBezTo>
                <a:cubicBezTo>
                  <a:pt x="1967" y="78"/>
                  <a:pt x="1966" y="78"/>
                  <a:pt x="1966" y="78"/>
                </a:cubicBezTo>
                <a:cubicBezTo>
                  <a:pt x="1966" y="78"/>
                  <a:pt x="1965" y="79"/>
                  <a:pt x="1965" y="79"/>
                </a:cubicBezTo>
                <a:cubicBezTo>
                  <a:pt x="1964" y="79"/>
                  <a:pt x="1964" y="79"/>
                  <a:pt x="1964" y="79"/>
                </a:cubicBezTo>
                <a:cubicBezTo>
                  <a:pt x="1963" y="79"/>
                  <a:pt x="1963" y="79"/>
                  <a:pt x="1963" y="80"/>
                </a:cubicBezTo>
                <a:cubicBezTo>
                  <a:pt x="1963" y="80"/>
                  <a:pt x="1963" y="80"/>
                  <a:pt x="1962" y="80"/>
                </a:cubicBezTo>
                <a:cubicBezTo>
                  <a:pt x="1962" y="80"/>
                  <a:pt x="1962" y="80"/>
                  <a:pt x="1962" y="81"/>
                </a:cubicBezTo>
                <a:cubicBezTo>
                  <a:pt x="1962" y="81"/>
                  <a:pt x="1962" y="81"/>
                  <a:pt x="1962" y="81"/>
                </a:cubicBezTo>
                <a:cubicBezTo>
                  <a:pt x="1962" y="81"/>
                  <a:pt x="1962" y="81"/>
                  <a:pt x="1962" y="82"/>
                </a:cubicBezTo>
                <a:cubicBezTo>
                  <a:pt x="1963" y="83"/>
                  <a:pt x="1963" y="83"/>
                  <a:pt x="1963" y="83"/>
                </a:cubicBezTo>
                <a:cubicBezTo>
                  <a:pt x="1964" y="84"/>
                  <a:pt x="1964" y="84"/>
                  <a:pt x="1965" y="84"/>
                </a:cubicBezTo>
                <a:cubicBezTo>
                  <a:pt x="1965" y="84"/>
                  <a:pt x="1966" y="85"/>
                  <a:pt x="1967" y="85"/>
                </a:cubicBezTo>
                <a:cubicBezTo>
                  <a:pt x="1968" y="85"/>
                  <a:pt x="1968" y="85"/>
                  <a:pt x="1969" y="85"/>
                </a:cubicBezTo>
                <a:cubicBezTo>
                  <a:pt x="1969" y="85"/>
                  <a:pt x="1969" y="85"/>
                  <a:pt x="1969" y="85"/>
                </a:cubicBezTo>
                <a:cubicBezTo>
                  <a:pt x="1970" y="85"/>
                  <a:pt x="1970" y="85"/>
                  <a:pt x="1970" y="85"/>
                </a:cubicBezTo>
                <a:cubicBezTo>
                  <a:pt x="1970" y="85"/>
                  <a:pt x="1970" y="85"/>
                  <a:pt x="1970" y="85"/>
                </a:cubicBezTo>
                <a:cubicBezTo>
                  <a:pt x="1970" y="85"/>
                  <a:pt x="1970" y="85"/>
                  <a:pt x="1971" y="85"/>
                </a:cubicBezTo>
                <a:cubicBezTo>
                  <a:pt x="1971" y="85"/>
                  <a:pt x="1971" y="85"/>
                  <a:pt x="1971" y="85"/>
                </a:cubicBezTo>
                <a:cubicBezTo>
                  <a:pt x="1971" y="85"/>
                  <a:pt x="1971" y="85"/>
                  <a:pt x="1971" y="85"/>
                </a:cubicBezTo>
                <a:cubicBezTo>
                  <a:pt x="1972" y="85"/>
                  <a:pt x="1972" y="85"/>
                  <a:pt x="1972" y="85"/>
                </a:cubicBezTo>
                <a:cubicBezTo>
                  <a:pt x="1972" y="85"/>
                  <a:pt x="1972" y="85"/>
                  <a:pt x="1972" y="85"/>
                </a:cubicBezTo>
                <a:cubicBezTo>
                  <a:pt x="1973" y="85"/>
                  <a:pt x="1973" y="85"/>
                  <a:pt x="1973" y="85"/>
                </a:cubicBezTo>
                <a:cubicBezTo>
                  <a:pt x="1974" y="85"/>
                  <a:pt x="1974" y="85"/>
                  <a:pt x="1974" y="85"/>
                </a:cubicBezTo>
                <a:cubicBezTo>
                  <a:pt x="1975" y="85"/>
                  <a:pt x="1975" y="85"/>
                  <a:pt x="1975" y="84"/>
                </a:cubicBezTo>
                <a:cubicBezTo>
                  <a:pt x="1975" y="84"/>
                  <a:pt x="1976" y="84"/>
                  <a:pt x="1976" y="84"/>
                </a:cubicBezTo>
                <a:cubicBezTo>
                  <a:pt x="1976" y="84"/>
                  <a:pt x="1977" y="84"/>
                  <a:pt x="1977" y="83"/>
                </a:cubicBezTo>
                <a:cubicBezTo>
                  <a:pt x="1977" y="83"/>
                  <a:pt x="1978" y="82"/>
                  <a:pt x="1978" y="82"/>
                </a:cubicBezTo>
                <a:cubicBezTo>
                  <a:pt x="1978" y="82"/>
                  <a:pt x="1977" y="81"/>
                  <a:pt x="1977" y="81"/>
                </a:cubicBezTo>
                <a:cubicBezTo>
                  <a:pt x="1977" y="81"/>
                  <a:pt x="1977" y="81"/>
                  <a:pt x="1977" y="81"/>
                </a:cubicBezTo>
                <a:cubicBezTo>
                  <a:pt x="1977" y="81"/>
                  <a:pt x="1977" y="81"/>
                  <a:pt x="1977" y="81"/>
                </a:cubicBezTo>
                <a:cubicBezTo>
                  <a:pt x="1977" y="80"/>
                  <a:pt x="1977" y="80"/>
                  <a:pt x="1977" y="80"/>
                </a:cubicBezTo>
                <a:cubicBezTo>
                  <a:pt x="1976" y="80"/>
                  <a:pt x="1976" y="80"/>
                  <a:pt x="1976" y="80"/>
                </a:cubicBezTo>
                <a:lnTo>
                  <a:pt x="1975" y="79"/>
                </a:lnTo>
                <a:close/>
                <a:moveTo>
                  <a:pt x="1739" y="78"/>
                </a:moveTo>
                <a:cubicBezTo>
                  <a:pt x="1738" y="78"/>
                  <a:pt x="1738" y="78"/>
                  <a:pt x="1738" y="78"/>
                </a:cubicBezTo>
                <a:cubicBezTo>
                  <a:pt x="1738" y="78"/>
                  <a:pt x="1737" y="78"/>
                  <a:pt x="1737" y="78"/>
                </a:cubicBezTo>
                <a:cubicBezTo>
                  <a:pt x="1737" y="78"/>
                  <a:pt x="1737" y="78"/>
                  <a:pt x="1736" y="78"/>
                </a:cubicBezTo>
                <a:cubicBezTo>
                  <a:pt x="1736" y="78"/>
                  <a:pt x="1736" y="78"/>
                  <a:pt x="1736" y="78"/>
                </a:cubicBezTo>
                <a:cubicBezTo>
                  <a:pt x="1735" y="78"/>
                  <a:pt x="1735" y="78"/>
                  <a:pt x="1735" y="78"/>
                </a:cubicBezTo>
                <a:cubicBezTo>
                  <a:pt x="1735" y="78"/>
                  <a:pt x="1734" y="78"/>
                  <a:pt x="1734" y="78"/>
                </a:cubicBezTo>
                <a:cubicBezTo>
                  <a:pt x="1734" y="78"/>
                  <a:pt x="1734" y="78"/>
                  <a:pt x="1733" y="78"/>
                </a:cubicBezTo>
                <a:cubicBezTo>
                  <a:pt x="1732" y="79"/>
                  <a:pt x="1731" y="79"/>
                  <a:pt x="1730" y="80"/>
                </a:cubicBezTo>
                <a:cubicBezTo>
                  <a:pt x="1730" y="80"/>
                  <a:pt x="1730" y="80"/>
                  <a:pt x="1730" y="80"/>
                </a:cubicBezTo>
                <a:cubicBezTo>
                  <a:pt x="1730" y="80"/>
                  <a:pt x="1729" y="80"/>
                  <a:pt x="1729" y="81"/>
                </a:cubicBezTo>
                <a:cubicBezTo>
                  <a:pt x="1729" y="81"/>
                  <a:pt x="1729" y="81"/>
                  <a:pt x="1729" y="81"/>
                </a:cubicBezTo>
                <a:cubicBezTo>
                  <a:pt x="1729" y="81"/>
                  <a:pt x="1729" y="81"/>
                  <a:pt x="1729" y="82"/>
                </a:cubicBezTo>
                <a:cubicBezTo>
                  <a:pt x="1730" y="83"/>
                  <a:pt x="1730" y="83"/>
                  <a:pt x="1730" y="83"/>
                </a:cubicBezTo>
                <a:cubicBezTo>
                  <a:pt x="1731" y="83"/>
                  <a:pt x="1731" y="84"/>
                  <a:pt x="1731" y="84"/>
                </a:cubicBezTo>
                <a:cubicBezTo>
                  <a:pt x="1732" y="84"/>
                  <a:pt x="1732" y="84"/>
                  <a:pt x="1733" y="85"/>
                </a:cubicBezTo>
                <a:cubicBezTo>
                  <a:pt x="1733" y="85"/>
                  <a:pt x="1734" y="85"/>
                  <a:pt x="1734" y="85"/>
                </a:cubicBezTo>
                <a:cubicBezTo>
                  <a:pt x="1735" y="85"/>
                  <a:pt x="1736" y="85"/>
                  <a:pt x="1738" y="85"/>
                </a:cubicBezTo>
                <a:cubicBezTo>
                  <a:pt x="1738" y="85"/>
                  <a:pt x="1738" y="85"/>
                  <a:pt x="1738" y="85"/>
                </a:cubicBezTo>
                <a:cubicBezTo>
                  <a:pt x="1739" y="85"/>
                  <a:pt x="1739" y="85"/>
                  <a:pt x="1739" y="85"/>
                </a:cubicBezTo>
                <a:cubicBezTo>
                  <a:pt x="1739" y="85"/>
                  <a:pt x="1740" y="85"/>
                  <a:pt x="1740" y="85"/>
                </a:cubicBezTo>
                <a:cubicBezTo>
                  <a:pt x="1740" y="85"/>
                  <a:pt x="1740" y="85"/>
                  <a:pt x="1741" y="85"/>
                </a:cubicBezTo>
                <a:cubicBezTo>
                  <a:pt x="1741" y="85"/>
                  <a:pt x="1742" y="85"/>
                  <a:pt x="1742" y="85"/>
                </a:cubicBezTo>
                <a:cubicBezTo>
                  <a:pt x="1743" y="84"/>
                  <a:pt x="1743" y="84"/>
                  <a:pt x="1743" y="84"/>
                </a:cubicBezTo>
                <a:cubicBezTo>
                  <a:pt x="1744" y="84"/>
                  <a:pt x="1744" y="83"/>
                  <a:pt x="1744" y="83"/>
                </a:cubicBezTo>
                <a:cubicBezTo>
                  <a:pt x="1744" y="83"/>
                  <a:pt x="1745" y="83"/>
                  <a:pt x="1745" y="82"/>
                </a:cubicBezTo>
                <a:cubicBezTo>
                  <a:pt x="1745" y="81"/>
                  <a:pt x="1745" y="81"/>
                  <a:pt x="1745" y="81"/>
                </a:cubicBezTo>
                <a:cubicBezTo>
                  <a:pt x="1744" y="81"/>
                  <a:pt x="1744" y="81"/>
                  <a:pt x="1744" y="81"/>
                </a:cubicBezTo>
                <a:cubicBezTo>
                  <a:pt x="1744" y="80"/>
                  <a:pt x="1744" y="80"/>
                  <a:pt x="1744" y="80"/>
                </a:cubicBezTo>
                <a:cubicBezTo>
                  <a:pt x="1744" y="80"/>
                  <a:pt x="1743" y="80"/>
                  <a:pt x="1743" y="80"/>
                </a:cubicBezTo>
                <a:cubicBezTo>
                  <a:pt x="1743" y="80"/>
                  <a:pt x="1743" y="79"/>
                  <a:pt x="1742" y="79"/>
                </a:cubicBezTo>
                <a:cubicBezTo>
                  <a:pt x="1742" y="79"/>
                  <a:pt x="1742" y="79"/>
                  <a:pt x="1741" y="79"/>
                </a:cubicBezTo>
                <a:cubicBezTo>
                  <a:pt x="1741" y="79"/>
                  <a:pt x="1741" y="79"/>
                  <a:pt x="1741" y="79"/>
                </a:cubicBezTo>
                <a:cubicBezTo>
                  <a:pt x="1740" y="79"/>
                  <a:pt x="1740" y="78"/>
                  <a:pt x="1739" y="78"/>
                </a:cubicBezTo>
                <a:cubicBezTo>
                  <a:pt x="1739" y="78"/>
                  <a:pt x="1739" y="78"/>
                  <a:pt x="1739" y="78"/>
                </a:cubicBezTo>
                <a:close/>
                <a:moveTo>
                  <a:pt x="1272" y="78"/>
                </a:moveTo>
                <a:cubicBezTo>
                  <a:pt x="1272" y="78"/>
                  <a:pt x="1272" y="78"/>
                  <a:pt x="1272" y="78"/>
                </a:cubicBezTo>
                <a:cubicBezTo>
                  <a:pt x="1272" y="78"/>
                  <a:pt x="1272" y="78"/>
                  <a:pt x="1272" y="78"/>
                </a:cubicBezTo>
                <a:cubicBezTo>
                  <a:pt x="1272" y="78"/>
                  <a:pt x="1271" y="78"/>
                  <a:pt x="1271" y="78"/>
                </a:cubicBezTo>
                <a:cubicBezTo>
                  <a:pt x="1271" y="78"/>
                  <a:pt x="1270" y="78"/>
                  <a:pt x="1269" y="78"/>
                </a:cubicBezTo>
                <a:cubicBezTo>
                  <a:pt x="1269" y="78"/>
                  <a:pt x="1268" y="78"/>
                  <a:pt x="1268" y="79"/>
                </a:cubicBezTo>
                <a:cubicBezTo>
                  <a:pt x="1267" y="79"/>
                  <a:pt x="1267" y="79"/>
                  <a:pt x="1266" y="79"/>
                </a:cubicBezTo>
                <a:cubicBezTo>
                  <a:pt x="1266" y="79"/>
                  <a:pt x="1265" y="79"/>
                  <a:pt x="1265" y="80"/>
                </a:cubicBezTo>
                <a:cubicBezTo>
                  <a:pt x="1264" y="80"/>
                  <a:pt x="1264" y="81"/>
                  <a:pt x="1264" y="82"/>
                </a:cubicBezTo>
                <a:cubicBezTo>
                  <a:pt x="1264" y="83"/>
                  <a:pt x="1264" y="83"/>
                  <a:pt x="1265" y="83"/>
                </a:cubicBezTo>
                <a:cubicBezTo>
                  <a:pt x="1265" y="84"/>
                  <a:pt x="1266" y="84"/>
                  <a:pt x="1266" y="84"/>
                </a:cubicBezTo>
                <a:cubicBezTo>
                  <a:pt x="1267" y="85"/>
                  <a:pt x="1268" y="85"/>
                  <a:pt x="1269" y="85"/>
                </a:cubicBezTo>
                <a:cubicBezTo>
                  <a:pt x="1269" y="85"/>
                  <a:pt x="1270" y="85"/>
                  <a:pt x="1271" y="85"/>
                </a:cubicBezTo>
                <a:cubicBezTo>
                  <a:pt x="1271" y="85"/>
                  <a:pt x="1272" y="85"/>
                  <a:pt x="1272" y="85"/>
                </a:cubicBezTo>
                <a:cubicBezTo>
                  <a:pt x="1272" y="85"/>
                  <a:pt x="1272" y="85"/>
                  <a:pt x="1272" y="85"/>
                </a:cubicBezTo>
                <a:cubicBezTo>
                  <a:pt x="1272" y="85"/>
                  <a:pt x="1272" y="85"/>
                  <a:pt x="1272" y="85"/>
                </a:cubicBezTo>
                <a:cubicBezTo>
                  <a:pt x="1273" y="85"/>
                  <a:pt x="1273" y="85"/>
                  <a:pt x="1273" y="85"/>
                </a:cubicBezTo>
                <a:cubicBezTo>
                  <a:pt x="1274" y="85"/>
                  <a:pt x="1274" y="85"/>
                  <a:pt x="1275" y="85"/>
                </a:cubicBezTo>
                <a:cubicBezTo>
                  <a:pt x="1276" y="85"/>
                  <a:pt x="1276" y="84"/>
                  <a:pt x="1277" y="84"/>
                </a:cubicBezTo>
                <a:cubicBezTo>
                  <a:pt x="1277" y="84"/>
                  <a:pt x="1278" y="84"/>
                  <a:pt x="1278" y="83"/>
                </a:cubicBezTo>
                <a:cubicBezTo>
                  <a:pt x="1279" y="83"/>
                  <a:pt x="1279" y="83"/>
                  <a:pt x="1279" y="82"/>
                </a:cubicBezTo>
                <a:cubicBezTo>
                  <a:pt x="1279" y="81"/>
                  <a:pt x="1279" y="81"/>
                  <a:pt x="1279" y="81"/>
                </a:cubicBezTo>
                <a:cubicBezTo>
                  <a:pt x="1279" y="81"/>
                  <a:pt x="1279" y="81"/>
                  <a:pt x="1279" y="81"/>
                </a:cubicBezTo>
                <a:cubicBezTo>
                  <a:pt x="1279" y="80"/>
                  <a:pt x="1278" y="80"/>
                  <a:pt x="1278" y="80"/>
                </a:cubicBezTo>
                <a:cubicBezTo>
                  <a:pt x="1278" y="80"/>
                  <a:pt x="1278" y="80"/>
                  <a:pt x="1278" y="80"/>
                </a:cubicBezTo>
                <a:cubicBezTo>
                  <a:pt x="1276" y="79"/>
                  <a:pt x="1275" y="78"/>
                  <a:pt x="1273" y="78"/>
                </a:cubicBezTo>
                <a:cubicBezTo>
                  <a:pt x="1273" y="78"/>
                  <a:pt x="1273" y="78"/>
                  <a:pt x="1272" y="78"/>
                </a:cubicBezTo>
                <a:close/>
                <a:moveTo>
                  <a:pt x="2006" y="78"/>
                </a:moveTo>
                <a:cubicBezTo>
                  <a:pt x="2005" y="78"/>
                  <a:pt x="2005" y="78"/>
                  <a:pt x="2004" y="79"/>
                </a:cubicBezTo>
                <a:cubicBezTo>
                  <a:pt x="2004" y="79"/>
                  <a:pt x="2003" y="79"/>
                  <a:pt x="2003" y="79"/>
                </a:cubicBezTo>
                <a:cubicBezTo>
                  <a:pt x="2002" y="79"/>
                  <a:pt x="2002" y="79"/>
                  <a:pt x="2002" y="80"/>
                </a:cubicBezTo>
                <a:cubicBezTo>
                  <a:pt x="2001" y="80"/>
                  <a:pt x="2001" y="81"/>
                  <a:pt x="2001" y="82"/>
                </a:cubicBezTo>
                <a:cubicBezTo>
                  <a:pt x="2001" y="83"/>
                  <a:pt x="2002" y="83"/>
                  <a:pt x="2002" y="83"/>
                </a:cubicBezTo>
                <a:cubicBezTo>
                  <a:pt x="2003" y="84"/>
                  <a:pt x="2004" y="84"/>
                  <a:pt x="2004" y="84"/>
                </a:cubicBezTo>
                <a:cubicBezTo>
                  <a:pt x="2005" y="85"/>
                  <a:pt x="2006" y="85"/>
                  <a:pt x="2007" y="85"/>
                </a:cubicBezTo>
                <a:cubicBezTo>
                  <a:pt x="2008" y="85"/>
                  <a:pt x="2009" y="85"/>
                  <a:pt x="2009" y="85"/>
                </a:cubicBezTo>
                <a:cubicBezTo>
                  <a:pt x="2010" y="85"/>
                  <a:pt x="2011" y="85"/>
                  <a:pt x="2012" y="85"/>
                </a:cubicBezTo>
                <a:cubicBezTo>
                  <a:pt x="2013" y="85"/>
                  <a:pt x="2014" y="85"/>
                  <a:pt x="2014" y="84"/>
                </a:cubicBezTo>
                <a:cubicBezTo>
                  <a:pt x="2015" y="84"/>
                  <a:pt x="2015" y="84"/>
                  <a:pt x="2016" y="83"/>
                </a:cubicBezTo>
                <a:cubicBezTo>
                  <a:pt x="2016" y="83"/>
                  <a:pt x="2016" y="83"/>
                  <a:pt x="2016" y="82"/>
                </a:cubicBezTo>
                <a:cubicBezTo>
                  <a:pt x="2016" y="81"/>
                  <a:pt x="2016" y="81"/>
                  <a:pt x="2016" y="81"/>
                </a:cubicBezTo>
                <a:cubicBezTo>
                  <a:pt x="2016" y="81"/>
                  <a:pt x="2016" y="81"/>
                  <a:pt x="2016" y="81"/>
                </a:cubicBezTo>
                <a:cubicBezTo>
                  <a:pt x="2016" y="80"/>
                  <a:pt x="2015" y="80"/>
                  <a:pt x="2015" y="80"/>
                </a:cubicBezTo>
                <a:cubicBezTo>
                  <a:pt x="2015" y="80"/>
                  <a:pt x="2015" y="80"/>
                  <a:pt x="2015" y="80"/>
                </a:cubicBezTo>
                <a:cubicBezTo>
                  <a:pt x="2014" y="79"/>
                  <a:pt x="2014" y="79"/>
                  <a:pt x="2013" y="79"/>
                </a:cubicBezTo>
                <a:cubicBezTo>
                  <a:pt x="2013" y="79"/>
                  <a:pt x="2012" y="79"/>
                  <a:pt x="2012" y="79"/>
                </a:cubicBezTo>
                <a:cubicBezTo>
                  <a:pt x="2011" y="78"/>
                  <a:pt x="2010" y="78"/>
                  <a:pt x="2010" y="78"/>
                </a:cubicBezTo>
                <a:cubicBezTo>
                  <a:pt x="2009" y="78"/>
                  <a:pt x="2008" y="78"/>
                  <a:pt x="2008" y="78"/>
                </a:cubicBezTo>
                <a:cubicBezTo>
                  <a:pt x="2007" y="78"/>
                  <a:pt x="2006" y="78"/>
                  <a:pt x="2006" y="78"/>
                </a:cubicBezTo>
                <a:close/>
                <a:moveTo>
                  <a:pt x="2048" y="78"/>
                </a:moveTo>
                <a:cubicBezTo>
                  <a:pt x="2048" y="78"/>
                  <a:pt x="2047" y="78"/>
                  <a:pt x="2047" y="78"/>
                </a:cubicBezTo>
                <a:cubicBezTo>
                  <a:pt x="2047" y="78"/>
                  <a:pt x="2047" y="78"/>
                  <a:pt x="2047" y="78"/>
                </a:cubicBezTo>
                <a:cubicBezTo>
                  <a:pt x="2047" y="78"/>
                  <a:pt x="2047" y="78"/>
                  <a:pt x="2046" y="78"/>
                </a:cubicBezTo>
                <a:cubicBezTo>
                  <a:pt x="2046" y="78"/>
                  <a:pt x="2045" y="78"/>
                  <a:pt x="2045" y="78"/>
                </a:cubicBezTo>
                <a:cubicBezTo>
                  <a:pt x="2044" y="78"/>
                  <a:pt x="2043" y="78"/>
                  <a:pt x="2043" y="79"/>
                </a:cubicBezTo>
                <a:cubicBezTo>
                  <a:pt x="2042" y="79"/>
                  <a:pt x="2042" y="79"/>
                  <a:pt x="2041" y="79"/>
                </a:cubicBezTo>
                <a:cubicBezTo>
                  <a:pt x="2041" y="79"/>
                  <a:pt x="2041" y="79"/>
                  <a:pt x="2040" y="80"/>
                </a:cubicBezTo>
                <a:cubicBezTo>
                  <a:pt x="2039" y="80"/>
                  <a:pt x="2039" y="81"/>
                  <a:pt x="2040" y="82"/>
                </a:cubicBezTo>
                <a:cubicBezTo>
                  <a:pt x="2040" y="83"/>
                  <a:pt x="2041" y="83"/>
                  <a:pt x="2041" y="83"/>
                </a:cubicBezTo>
                <a:cubicBezTo>
                  <a:pt x="2042" y="84"/>
                  <a:pt x="2042" y="84"/>
                  <a:pt x="2043" y="84"/>
                </a:cubicBezTo>
                <a:cubicBezTo>
                  <a:pt x="2044" y="85"/>
                  <a:pt x="2045" y="85"/>
                  <a:pt x="2046" y="85"/>
                </a:cubicBezTo>
                <a:cubicBezTo>
                  <a:pt x="2046" y="85"/>
                  <a:pt x="2047" y="85"/>
                  <a:pt x="2048" y="85"/>
                </a:cubicBezTo>
                <a:cubicBezTo>
                  <a:pt x="2048" y="85"/>
                  <a:pt x="2049" y="85"/>
                  <a:pt x="2049" y="85"/>
                </a:cubicBezTo>
                <a:cubicBezTo>
                  <a:pt x="2049" y="85"/>
                  <a:pt x="2049" y="85"/>
                  <a:pt x="2049" y="85"/>
                </a:cubicBezTo>
                <a:cubicBezTo>
                  <a:pt x="2049" y="85"/>
                  <a:pt x="2049" y="85"/>
                  <a:pt x="2049" y="85"/>
                </a:cubicBezTo>
                <a:cubicBezTo>
                  <a:pt x="2050" y="85"/>
                  <a:pt x="2050" y="85"/>
                  <a:pt x="2050" y="85"/>
                </a:cubicBezTo>
                <a:cubicBezTo>
                  <a:pt x="2051" y="85"/>
                  <a:pt x="2051" y="85"/>
                  <a:pt x="2052" y="85"/>
                </a:cubicBezTo>
                <a:cubicBezTo>
                  <a:pt x="2053" y="85"/>
                  <a:pt x="2053" y="84"/>
                  <a:pt x="2054" y="84"/>
                </a:cubicBezTo>
                <a:cubicBezTo>
                  <a:pt x="2054" y="84"/>
                  <a:pt x="2054" y="84"/>
                  <a:pt x="2055" y="83"/>
                </a:cubicBezTo>
                <a:cubicBezTo>
                  <a:pt x="2055" y="83"/>
                  <a:pt x="2055" y="83"/>
                  <a:pt x="2055" y="82"/>
                </a:cubicBezTo>
                <a:cubicBezTo>
                  <a:pt x="2055" y="81"/>
                  <a:pt x="2055" y="81"/>
                  <a:pt x="2055" y="81"/>
                </a:cubicBezTo>
                <a:cubicBezTo>
                  <a:pt x="2055" y="81"/>
                  <a:pt x="2055" y="81"/>
                  <a:pt x="2055" y="81"/>
                </a:cubicBezTo>
                <a:cubicBezTo>
                  <a:pt x="2054" y="80"/>
                  <a:pt x="2054" y="80"/>
                  <a:pt x="2054" y="80"/>
                </a:cubicBezTo>
                <a:cubicBezTo>
                  <a:pt x="2054" y="80"/>
                  <a:pt x="2054" y="80"/>
                  <a:pt x="2053" y="80"/>
                </a:cubicBezTo>
                <a:cubicBezTo>
                  <a:pt x="2052" y="79"/>
                  <a:pt x="2050" y="78"/>
                  <a:pt x="2048" y="78"/>
                </a:cubicBezTo>
                <a:cubicBezTo>
                  <a:pt x="2048" y="78"/>
                  <a:pt x="2048" y="78"/>
                  <a:pt x="2048" y="78"/>
                </a:cubicBezTo>
                <a:close/>
                <a:moveTo>
                  <a:pt x="2238" y="78"/>
                </a:moveTo>
                <a:cubicBezTo>
                  <a:pt x="2238" y="78"/>
                  <a:pt x="2237" y="78"/>
                  <a:pt x="2237" y="79"/>
                </a:cubicBezTo>
                <a:cubicBezTo>
                  <a:pt x="2236" y="79"/>
                  <a:pt x="2236" y="79"/>
                  <a:pt x="2235" y="79"/>
                </a:cubicBezTo>
                <a:cubicBezTo>
                  <a:pt x="2235" y="79"/>
                  <a:pt x="2235" y="79"/>
                  <a:pt x="2234" y="80"/>
                </a:cubicBezTo>
                <a:cubicBezTo>
                  <a:pt x="2234" y="80"/>
                  <a:pt x="2234" y="80"/>
                  <a:pt x="2234" y="80"/>
                </a:cubicBezTo>
                <a:cubicBezTo>
                  <a:pt x="2234" y="80"/>
                  <a:pt x="2234" y="80"/>
                  <a:pt x="2234" y="81"/>
                </a:cubicBezTo>
                <a:cubicBezTo>
                  <a:pt x="2234" y="81"/>
                  <a:pt x="2234" y="81"/>
                  <a:pt x="2234" y="81"/>
                </a:cubicBezTo>
                <a:cubicBezTo>
                  <a:pt x="2234" y="81"/>
                  <a:pt x="2234" y="81"/>
                  <a:pt x="2234" y="82"/>
                </a:cubicBezTo>
                <a:cubicBezTo>
                  <a:pt x="2234" y="83"/>
                  <a:pt x="2235" y="83"/>
                  <a:pt x="2235" y="83"/>
                </a:cubicBezTo>
                <a:cubicBezTo>
                  <a:pt x="2236" y="84"/>
                  <a:pt x="2237" y="84"/>
                  <a:pt x="2237" y="84"/>
                </a:cubicBezTo>
                <a:cubicBezTo>
                  <a:pt x="2238" y="85"/>
                  <a:pt x="2239" y="85"/>
                  <a:pt x="2240" y="85"/>
                </a:cubicBezTo>
                <a:cubicBezTo>
                  <a:pt x="2241" y="85"/>
                  <a:pt x="2242" y="85"/>
                  <a:pt x="2243" y="85"/>
                </a:cubicBezTo>
                <a:cubicBezTo>
                  <a:pt x="2243" y="85"/>
                  <a:pt x="2244" y="85"/>
                  <a:pt x="2245" y="85"/>
                </a:cubicBezTo>
                <a:cubicBezTo>
                  <a:pt x="2246" y="85"/>
                  <a:pt x="2247" y="85"/>
                  <a:pt x="2247" y="84"/>
                </a:cubicBezTo>
                <a:cubicBezTo>
                  <a:pt x="2248" y="84"/>
                  <a:pt x="2248" y="84"/>
                  <a:pt x="2249" y="83"/>
                </a:cubicBezTo>
                <a:cubicBezTo>
                  <a:pt x="2249" y="83"/>
                  <a:pt x="2249" y="83"/>
                  <a:pt x="2249" y="82"/>
                </a:cubicBezTo>
                <a:cubicBezTo>
                  <a:pt x="2249" y="81"/>
                  <a:pt x="2249" y="81"/>
                  <a:pt x="2249" y="81"/>
                </a:cubicBezTo>
                <a:cubicBezTo>
                  <a:pt x="2249" y="81"/>
                  <a:pt x="2249" y="81"/>
                  <a:pt x="2248" y="81"/>
                </a:cubicBezTo>
                <a:cubicBezTo>
                  <a:pt x="2248" y="80"/>
                  <a:pt x="2248" y="80"/>
                  <a:pt x="2248" y="80"/>
                </a:cubicBezTo>
                <a:cubicBezTo>
                  <a:pt x="2248" y="80"/>
                  <a:pt x="2247" y="80"/>
                  <a:pt x="2247" y="80"/>
                </a:cubicBezTo>
                <a:cubicBezTo>
                  <a:pt x="2245" y="78"/>
                  <a:pt x="2243" y="78"/>
                  <a:pt x="2240" y="78"/>
                </a:cubicBezTo>
                <a:cubicBezTo>
                  <a:pt x="2240" y="78"/>
                  <a:pt x="2239" y="78"/>
                  <a:pt x="2238" y="78"/>
                </a:cubicBezTo>
                <a:close/>
                <a:moveTo>
                  <a:pt x="2161" y="78"/>
                </a:moveTo>
                <a:cubicBezTo>
                  <a:pt x="2160" y="78"/>
                  <a:pt x="2160" y="78"/>
                  <a:pt x="2159" y="79"/>
                </a:cubicBezTo>
                <a:cubicBezTo>
                  <a:pt x="2159" y="79"/>
                  <a:pt x="2158" y="79"/>
                  <a:pt x="2158" y="79"/>
                </a:cubicBezTo>
                <a:cubicBezTo>
                  <a:pt x="2157" y="79"/>
                  <a:pt x="2157" y="79"/>
                  <a:pt x="2157" y="80"/>
                </a:cubicBezTo>
                <a:cubicBezTo>
                  <a:pt x="2156" y="80"/>
                  <a:pt x="2156" y="81"/>
                  <a:pt x="2156" y="82"/>
                </a:cubicBezTo>
                <a:cubicBezTo>
                  <a:pt x="2158" y="85"/>
                  <a:pt x="2162" y="85"/>
                  <a:pt x="2165" y="85"/>
                </a:cubicBezTo>
                <a:cubicBezTo>
                  <a:pt x="2166" y="85"/>
                  <a:pt x="2167" y="85"/>
                  <a:pt x="2167" y="85"/>
                </a:cubicBezTo>
                <a:cubicBezTo>
                  <a:pt x="2168" y="85"/>
                  <a:pt x="2169" y="85"/>
                  <a:pt x="2170" y="84"/>
                </a:cubicBezTo>
                <a:cubicBezTo>
                  <a:pt x="2170" y="84"/>
                  <a:pt x="2171" y="84"/>
                  <a:pt x="2171" y="83"/>
                </a:cubicBezTo>
                <a:cubicBezTo>
                  <a:pt x="2171" y="83"/>
                  <a:pt x="2172" y="83"/>
                  <a:pt x="2172" y="82"/>
                </a:cubicBezTo>
                <a:cubicBezTo>
                  <a:pt x="2172" y="81"/>
                  <a:pt x="2171" y="81"/>
                  <a:pt x="2171" y="81"/>
                </a:cubicBezTo>
                <a:cubicBezTo>
                  <a:pt x="2171" y="81"/>
                  <a:pt x="2171" y="81"/>
                  <a:pt x="2171" y="81"/>
                </a:cubicBezTo>
                <a:cubicBezTo>
                  <a:pt x="2171" y="80"/>
                  <a:pt x="2171" y="80"/>
                  <a:pt x="2170" y="80"/>
                </a:cubicBezTo>
                <a:cubicBezTo>
                  <a:pt x="2170" y="80"/>
                  <a:pt x="2170" y="80"/>
                  <a:pt x="2170" y="80"/>
                </a:cubicBezTo>
                <a:cubicBezTo>
                  <a:pt x="2169" y="79"/>
                  <a:pt x="2169" y="79"/>
                  <a:pt x="2168" y="79"/>
                </a:cubicBezTo>
                <a:cubicBezTo>
                  <a:pt x="2168" y="79"/>
                  <a:pt x="2167" y="79"/>
                  <a:pt x="2167" y="79"/>
                </a:cubicBezTo>
                <a:cubicBezTo>
                  <a:pt x="2166" y="78"/>
                  <a:pt x="2165" y="78"/>
                  <a:pt x="2165" y="78"/>
                </a:cubicBezTo>
                <a:cubicBezTo>
                  <a:pt x="2164" y="78"/>
                  <a:pt x="2163" y="78"/>
                  <a:pt x="2163" y="78"/>
                </a:cubicBezTo>
                <a:cubicBezTo>
                  <a:pt x="2162" y="78"/>
                  <a:pt x="2161" y="78"/>
                  <a:pt x="2161" y="78"/>
                </a:cubicBezTo>
                <a:close/>
                <a:moveTo>
                  <a:pt x="1773" y="78"/>
                </a:moveTo>
                <a:cubicBezTo>
                  <a:pt x="1773" y="78"/>
                  <a:pt x="1772" y="78"/>
                  <a:pt x="1772" y="79"/>
                </a:cubicBezTo>
                <a:cubicBezTo>
                  <a:pt x="1771" y="79"/>
                  <a:pt x="1771" y="79"/>
                  <a:pt x="1770" y="79"/>
                </a:cubicBezTo>
                <a:cubicBezTo>
                  <a:pt x="1770" y="79"/>
                  <a:pt x="1769" y="79"/>
                  <a:pt x="1769" y="80"/>
                </a:cubicBezTo>
                <a:cubicBezTo>
                  <a:pt x="1768" y="80"/>
                  <a:pt x="1768" y="81"/>
                  <a:pt x="1768" y="82"/>
                </a:cubicBezTo>
                <a:cubicBezTo>
                  <a:pt x="1769" y="83"/>
                  <a:pt x="1769" y="83"/>
                  <a:pt x="1769" y="83"/>
                </a:cubicBezTo>
                <a:cubicBezTo>
                  <a:pt x="1770" y="84"/>
                  <a:pt x="1771" y="84"/>
                  <a:pt x="1771" y="84"/>
                </a:cubicBezTo>
                <a:cubicBezTo>
                  <a:pt x="1772" y="85"/>
                  <a:pt x="1773" y="85"/>
                  <a:pt x="1774" y="85"/>
                </a:cubicBezTo>
                <a:cubicBezTo>
                  <a:pt x="1775" y="85"/>
                  <a:pt x="1775" y="85"/>
                  <a:pt x="1776" y="85"/>
                </a:cubicBezTo>
                <a:cubicBezTo>
                  <a:pt x="1777" y="85"/>
                  <a:pt x="1778" y="85"/>
                  <a:pt x="1779" y="85"/>
                </a:cubicBezTo>
                <a:cubicBezTo>
                  <a:pt x="1780" y="85"/>
                  <a:pt x="1781" y="85"/>
                  <a:pt x="1781" y="84"/>
                </a:cubicBezTo>
                <a:cubicBezTo>
                  <a:pt x="1782" y="84"/>
                  <a:pt x="1782" y="84"/>
                  <a:pt x="1783" y="83"/>
                </a:cubicBezTo>
                <a:cubicBezTo>
                  <a:pt x="1783" y="83"/>
                  <a:pt x="1783" y="83"/>
                  <a:pt x="1784" y="82"/>
                </a:cubicBezTo>
                <a:cubicBezTo>
                  <a:pt x="1783" y="81"/>
                  <a:pt x="1783" y="81"/>
                  <a:pt x="1783" y="81"/>
                </a:cubicBezTo>
                <a:cubicBezTo>
                  <a:pt x="1783" y="81"/>
                  <a:pt x="1783" y="81"/>
                  <a:pt x="1783" y="81"/>
                </a:cubicBezTo>
                <a:cubicBezTo>
                  <a:pt x="1783" y="80"/>
                  <a:pt x="1783" y="80"/>
                  <a:pt x="1782" y="80"/>
                </a:cubicBezTo>
                <a:cubicBezTo>
                  <a:pt x="1782" y="80"/>
                  <a:pt x="1782" y="80"/>
                  <a:pt x="1782" y="80"/>
                </a:cubicBezTo>
                <a:cubicBezTo>
                  <a:pt x="1781" y="79"/>
                  <a:pt x="1781" y="79"/>
                  <a:pt x="1781" y="79"/>
                </a:cubicBezTo>
                <a:cubicBezTo>
                  <a:pt x="1780" y="79"/>
                  <a:pt x="1779" y="79"/>
                  <a:pt x="1779" y="79"/>
                </a:cubicBezTo>
                <a:cubicBezTo>
                  <a:pt x="1778" y="78"/>
                  <a:pt x="1778" y="78"/>
                  <a:pt x="1777" y="78"/>
                </a:cubicBezTo>
                <a:cubicBezTo>
                  <a:pt x="1776" y="78"/>
                  <a:pt x="1776" y="78"/>
                  <a:pt x="1775" y="78"/>
                </a:cubicBezTo>
                <a:cubicBezTo>
                  <a:pt x="1774" y="78"/>
                  <a:pt x="1774" y="78"/>
                  <a:pt x="1773" y="78"/>
                </a:cubicBezTo>
                <a:close/>
                <a:moveTo>
                  <a:pt x="1662" y="78"/>
                </a:moveTo>
                <a:cubicBezTo>
                  <a:pt x="1662" y="78"/>
                  <a:pt x="1661" y="78"/>
                  <a:pt x="1661" y="78"/>
                </a:cubicBezTo>
                <a:cubicBezTo>
                  <a:pt x="1661" y="78"/>
                  <a:pt x="1661" y="78"/>
                  <a:pt x="1660" y="78"/>
                </a:cubicBezTo>
                <a:cubicBezTo>
                  <a:pt x="1660" y="78"/>
                  <a:pt x="1660" y="78"/>
                  <a:pt x="1660" y="78"/>
                </a:cubicBezTo>
                <a:cubicBezTo>
                  <a:pt x="1659" y="78"/>
                  <a:pt x="1659" y="78"/>
                  <a:pt x="1659" y="78"/>
                </a:cubicBezTo>
                <a:cubicBezTo>
                  <a:pt x="1658" y="78"/>
                  <a:pt x="1658" y="78"/>
                  <a:pt x="1657" y="78"/>
                </a:cubicBezTo>
                <a:cubicBezTo>
                  <a:pt x="1656" y="78"/>
                  <a:pt x="1656" y="78"/>
                  <a:pt x="1655" y="79"/>
                </a:cubicBezTo>
                <a:cubicBezTo>
                  <a:pt x="1655" y="79"/>
                  <a:pt x="1654" y="79"/>
                  <a:pt x="1654" y="79"/>
                </a:cubicBezTo>
                <a:cubicBezTo>
                  <a:pt x="1653" y="79"/>
                  <a:pt x="1653" y="79"/>
                  <a:pt x="1653" y="80"/>
                </a:cubicBezTo>
                <a:cubicBezTo>
                  <a:pt x="1652" y="80"/>
                  <a:pt x="1652" y="81"/>
                  <a:pt x="1652" y="82"/>
                </a:cubicBezTo>
                <a:cubicBezTo>
                  <a:pt x="1652" y="83"/>
                  <a:pt x="1652" y="83"/>
                  <a:pt x="1653" y="83"/>
                </a:cubicBezTo>
                <a:cubicBezTo>
                  <a:pt x="1653" y="84"/>
                  <a:pt x="1654" y="84"/>
                  <a:pt x="1655" y="84"/>
                </a:cubicBezTo>
                <a:cubicBezTo>
                  <a:pt x="1655" y="85"/>
                  <a:pt x="1656" y="85"/>
                  <a:pt x="1657" y="85"/>
                </a:cubicBezTo>
                <a:cubicBezTo>
                  <a:pt x="1658" y="85"/>
                  <a:pt x="1659" y="85"/>
                  <a:pt x="1660" y="85"/>
                </a:cubicBezTo>
                <a:cubicBezTo>
                  <a:pt x="1660" y="85"/>
                  <a:pt x="1660" y="85"/>
                  <a:pt x="1661" y="85"/>
                </a:cubicBezTo>
                <a:cubicBezTo>
                  <a:pt x="1661" y="85"/>
                  <a:pt x="1661" y="85"/>
                  <a:pt x="1661" y="85"/>
                </a:cubicBezTo>
                <a:cubicBezTo>
                  <a:pt x="1662" y="85"/>
                  <a:pt x="1662" y="85"/>
                  <a:pt x="1662" y="85"/>
                </a:cubicBezTo>
                <a:cubicBezTo>
                  <a:pt x="1662" y="85"/>
                  <a:pt x="1663" y="85"/>
                  <a:pt x="1663" y="85"/>
                </a:cubicBezTo>
                <a:cubicBezTo>
                  <a:pt x="1664" y="85"/>
                  <a:pt x="1664" y="85"/>
                  <a:pt x="1665" y="84"/>
                </a:cubicBezTo>
                <a:cubicBezTo>
                  <a:pt x="1666" y="84"/>
                  <a:pt x="1667" y="83"/>
                  <a:pt x="1667" y="82"/>
                </a:cubicBezTo>
                <a:cubicBezTo>
                  <a:pt x="1667" y="81"/>
                  <a:pt x="1667" y="81"/>
                  <a:pt x="1667" y="81"/>
                </a:cubicBezTo>
                <a:cubicBezTo>
                  <a:pt x="1667" y="81"/>
                  <a:pt x="1667" y="81"/>
                  <a:pt x="1667" y="81"/>
                </a:cubicBezTo>
                <a:cubicBezTo>
                  <a:pt x="1666" y="80"/>
                  <a:pt x="1666" y="80"/>
                  <a:pt x="1666" y="80"/>
                </a:cubicBezTo>
                <a:cubicBezTo>
                  <a:pt x="1666" y="80"/>
                  <a:pt x="1666" y="80"/>
                  <a:pt x="1666" y="80"/>
                </a:cubicBezTo>
                <a:cubicBezTo>
                  <a:pt x="1665" y="79"/>
                  <a:pt x="1665" y="79"/>
                  <a:pt x="1665" y="79"/>
                </a:cubicBezTo>
                <a:cubicBezTo>
                  <a:pt x="1664" y="79"/>
                  <a:pt x="1663" y="79"/>
                  <a:pt x="1662" y="78"/>
                </a:cubicBezTo>
                <a:close/>
                <a:moveTo>
                  <a:pt x="1851" y="78"/>
                </a:moveTo>
                <a:cubicBezTo>
                  <a:pt x="1850" y="78"/>
                  <a:pt x="1850" y="78"/>
                  <a:pt x="1849" y="79"/>
                </a:cubicBezTo>
                <a:cubicBezTo>
                  <a:pt x="1849" y="79"/>
                  <a:pt x="1848" y="79"/>
                  <a:pt x="1848" y="79"/>
                </a:cubicBezTo>
                <a:cubicBezTo>
                  <a:pt x="1847" y="79"/>
                  <a:pt x="1847" y="79"/>
                  <a:pt x="1847" y="80"/>
                </a:cubicBezTo>
                <a:cubicBezTo>
                  <a:pt x="1846" y="80"/>
                  <a:pt x="1846" y="80"/>
                  <a:pt x="1846" y="80"/>
                </a:cubicBezTo>
                <a:cubicBezTo>
                  <a:pt x="1846" y="80"/>
                  <a:pt x="1846" y="80"/>
                  <a:pt x="1846" y="81"/>
                </a:cubicBezTo>
                <a:cubicBezTo>
                  <a:pt x="1846" y="81"/>
                  <a:pt x="1846" y="81"/>
                  <a:pt x="1846" y="81"/>
                </a:cubicBezTo>
                <a:cubicBezTo>
                  <a:pt x="1846" y="81"/>
                  <a:pt x="1846" y="81"/>
                  <a:pt x="1846" y="82"/>
                </a:cubicBezTo>
                <a:cubicBezTo>
                  <a:pt x="1846" y="83"/>
                  <a:pt x="1847" y="83"/>
                  <a:pt x="1847" y="83"/>
                </a:cubicBezTo>
                <a:cubicBezTo>
                  <a:pt x="1848" y="84"/>
                  <a:pt x="1848" y="84"/>
                  <a:pt x="1849" y="84"/>
                </a:cubicBezTo>
                <a:cubicBezTo>
                  <a:pt x="1850" y="85"/>
                  <a:pt x="1851" y="85"/>
                  <a:pt x="1851" y="85"/>
                </a:cubicBezTo>
                <a:cubicBezTo>
                  <a:pt x="1852" y="85"/>
                  <a:pt x="1853" y="85"/>
                  <a:pt x="1854" y="85"/>
                </a:cubicBezTo>
                <a:cubicBezTo>
                  <a:pt x="1855" y="85"/>
                  <a:pt x="1856" y="85"/>
                  <a:pt x="1857" y="85"/>
                </a:cubicBezTo>
                <a:cubicBezTo>
                  <a:pt x="1857" y="85"/>
                  <a:pt x="1858" y="85"/>
                  <a:pt x="1859" y="84"/>
                </a:cubicBezTo>
                <a:cubicBezTo>
                  <a:pt x="1859" y="84"/>
                  <a:pt x="1860" y="84"/>
                  <a:pt x="1860" y="83"/>
                </a:cubicBezTo>
                <a:cubicBezTo>
                  <a:pt x="1861" y="83"/>
                  <a:pt x="1861" y="83"/>
                  <a:pt x="1861" y="82"/>
                </a:cubicBezTo>
                <a:cubicBezTo>
                  <a:pt x="1861" y="81"/>
                  <a:pt x="1861" y="81"/>
                  <a:pt x="1861" y="81"/>
                </a:cubicBezTo>
                <a:cubicBezTo>
                  <a:pt x="1861" y="81"/>
                  <a:pt x="1861" y="81"/>
                  <a:pt x="1861" y="81"/>
                </a:cubicBezTo>
                <a:cubicBezTo>
                  <a:pt x="1860" y="80"/>
                  <a:pt x="1860" y="80"/>
                  <a:pt x="1860" y="80"/>
                </a:cubicBezTo>
                <a:cubicBezTo>
                  <a:pt x="1860" y="80"/>
                  <a:pt x="1860" y="80"/>
                  <a:pt x="1859" y="80"/>
                </a:cubicBezTo>
                <a:cubicBezTo>
                  <a:pt x="1857" y="78"/>
                  <a:pt x="1855" y="78"/>
                  <a:pt x="1853" y="78"/>
                </a:cubicBezTo>
                <a:cubicBezTo>
                  <a:pt x="1852" y="78"/>
                  <a:pt x="1851" y="78"/>
                  <a:pt x="1851" y="78"/>
                </a:cubicBezTo>
                <a:close/>
                <a:moveTo>
                  <a:pt x="2282" y="78"/>
                </a:moveTo>
                <a:cubicBezTo>
                  <a:pt x="2282" y="78"/>
                  <a:pt x="2282" y="78"/>
                  <a:pt x="2281" y="78"/>
                </a:cubicBezTo>
                <a:cubicBezTo>
                  <a:pt x="2281" y="78"/>
                  <a:pt x="2281" y="78"/>
                  <a:pt x="2281" y="78"/>
                </a:cubicBezTo>
                <a:cubicBezTo>
                  <a:pt x="2280" y="78"/>
                  <a:pt x="2280" y="78"/>
                  <a:pt x="2280" y="78"/>
                </a:cubicBezTo>
                <a:cubicBezTo>
                  <a:pt x="2280" y="78"/>
                  <a:pt x="2279" y="78"/>
                  <a:pt x="2279" y="78"/>
                </a:cubicBezTo>
                <a:cubicBezTo>
                  <a:pt x="2278" y="78"/>
                  <a:pt x="2278" y="78"/>
                  <a:pt x="2277" y="78"/>
                </a:cubicBezTo>
                <a:cubicBezTo>
                  <a:pt x="2277" y="78"/>
                  <a:pt x="2276" y="78"/>
                  <a:pt x="2275" y="79"/>
                </a:cubicBezTo>
                <a:cubicBezTo>
                  <a:pt x="2275" y="79"/>
                  <a:pt x="2275" y="79"/>
                  <a:pt x="2274" y="79"/>
                </a:cubicBezTo>
                <a:cubicBezTo>
                  <a:pt x="2274" y="79"/>
                  <a:pt x="2273" y="79"/>
                  <a:pt x="2273" y="80"/>
                </a:cubicBezTo>
                <a:cubicBezTo>
                  <a:pt x="2272" y="80"/>
                  <a:pt x="2272" y="81"/>
                  <a:pt x="2273" y="82"/>
                </a:cubicBezTo>
                <a:cubicBezTo>
                  <a:pt x="2273" y="83"/>
                  <a:pt x="2274" y="83"/>
                  <a:pt x="2274" y="83"/>
                </a:cubicBezTo>
                <a:cubicBezTo>
                  <a:pt x="2275" y="84"/>
                  <a:pt x="2275" y="84"/>
                  <a:pt x="2276" y="84"/>
                </a:cubicBezTo>
                <a:cubicBezTo>
                  <a:pt x="2277" y="85"/>
                  <a:pt x="2278" y="85"/>
                  <a:pt x="2279" y="85"/>
                </a:cubicBezTo>
                <a:cubicBezTo>
                  <a:pt x="2280" y="85"/>
                  <a:pt x="2280" y="85"/>
                  <a:pt x="2281" y="85"/>
                </a:cubicBezTo>
                <a:cubicBezTo>
                  <a:pt x="2282" y="85"/>
                  <a:pt x="2282" y="85"/>
                  <a:pt x="2282" y="85"/>
                </a:cubicBezTo>
                <a:cubicBezTo>
                  <a:pt x="2282" y="85"/>
                  <a:pt x="2283" y="85"/>
                  <a:pt x="2283" y="85"/>
                </a:cubicBezTo>
                <a:cubicBezTo>
                  <a:pt x="2283" y="85"/>
                  <a:pt x="2283" y="85"/>
                  <a:pt x="2284" y="85"/>
                </a:cubicBezTo>
                <a:cubicBezTo>
                  <a:pt x="2284" y="85"/>
                  <a:pt x="2284" y="85"/>
                  <a:pt x="2284" y="85"/>
                </a:cubicBezTo>
                <a:cubicBezTo>
                  <a:pt x="2285" y="85"/>
                  <a:pt x="2286" y="85"/>
                  <a:pt x="2287" y="84"/>
                </a:cubicBezTo>
                <a:cubicBezTo>
                  <a:pt x="2288" y="84"/>
                  <a:pt x="2288" y="83"/>
                  <a:pt x="2288" y="82"/>
                </a:cubicBezTo>
                <a:cubicBezTo>
                  <a:pt x="2288" y="81"/>
                  <a:pt x="2288" y="81"/>
                  <a:pt x="2288" y="81"/>
                </a:cubicBezTo>
                <a:cubicBezTo>
                  <a:pt x="2288" y="81"/>
                  <a:pt x="2287" y="81"/>
                  <a:pt x="2287" y="81"/>
                </a:cubicBezTo>
                <a:cubicBezTo>
                  <a:pt x="2287" y="80"/>
                  <a:pt x="2287" y="80"/>
                  <a:pt x="2287" y="80"/>
                </a:cubicBezTo>
                <a:cubicBezTo>
                  <a:pt x="2286" y="80"/>
                  <a:pt x="2286" y="80"/>
                  <a:pt x="2286" y="80"/>
                </a:cubicBezTo>
                <a:cubicBezTo>
                  <a:pt x="2285" y="79"/>
                  <a:pt x="2285" y="79"/>
                  <a:pt x="2285" y="79"/>
                </a:cubicBezTo>
                <a:cubicBezTo>
                  <a:pt x="2284" y="79"/>
                  <a:pt x="2283" y="79"/>
                  <a:pt x="2282" y="78"/>
                </a:cubicBezTo>
                <a:close/>
                <a:moveTo>
                  <a:pt x="1817" y="78"/>
                </a:moveTo>
                <a:cubicBezTo>
                  <a:pt x="1816" y="78"/>
                  <a:pt x="1815" y="78"/>
                  <a:pt x="1814" y="78"/>
                </a:cubicBezTo>
                <a:cubicBezTo>
                  <a:pt x="1813" y="78"/>
                  <a:pt x="1813" y="78"/>
                  <a:pt x="1812" y="78"/>
                </a:cubicBezTo>
                <a:cubicBezTo>
                  <a:pt x="1811" y="78"/>
                  <a:pt x="1811" y="78"/>
                  <a:pt x="1810" y="79"/>
                </a:cubicBezTo>
                <a:cubicBezTo>
                  <a:pt x="1810" y="79"/>
                  <a:pt x="1809" y="79"/>
                  <a:pt x="1809" y="79"/>
                </a:cubicBezTo>
                <a:cubicBezTo>
                  <a:pt x="1808" y="79"/>
                  <a:pt x="1808" y="79"/>
                  <a:pt x="1808" y="80"/>
                </a:cubicBezTo>
                <a:cubicBezTo>
                  <a:pt x="1808" y="80"/>
                  <a:pt x="1807" y="80"/>
                  <a:pt x="1807" y="80"/>
                </a:cubicBezTo>
                <a:cubicBezTo>
                  <a:pt x="1807" y="80"/>
                  <a:pt x="1807" y="80"/>
                  <a:pt x="1807" y="81"/>
                </a:cubicBezTo>
                <a:cubicBezTo>
                  <a:pt x="1807" y="81"/>
                  <a:pt x="1807" y="81"/>
                  <a:pt x="1807" y="81"/>
                </a:cubicBezTo>
                <a:cubicBezTo>
                  <a:pt x="1807" y="81"/>
                  <a:pt x="1807" y="81"/>
                  <a:pt x="1807" y="82"/>
                </a:cubicBezTo>
                <a:cubicBezTo>
                  <a:pt x="1807" y="83"/>
                  <a:pt x="1808" y="83"/>
                  <a:pt x="1808" y="83"/>
                </a:cubicBezTo>
                <a:cubicBezTo>
                  <a:pt x="1809" y="84"/>
                  <a:pt x="1809" y="84"/>
                  <a:pt x="1810" y="84"/>
                </a:cubicBezTo>
                <a:cubicBezTo>
                  <a:pt x="1811" y="85"/>
                  <a:pt x="1812" y="85"/>
                  <a:pt x="1813" y="85"/>
                </a:cubicBezTo>
                <a:cubicBezTo>
                  <a:pt x="1813" y="85"/>
                  <a:pt x="1814" y="85"/>
                  <a:pt x="1815" y="85"/>
                </a:cubicBezTo>
                <a:cubicBezTo>
                  <a:pt x="1816" y="85"/>
                  <a:pt x="1816" y="85"/>
                  <a:pt x="1816" y="85"/>
                </a:cubicBezTo>
                <a:cubicBezTo>
                  <a:pt x="1816" y="85"/>
                  <a:pt x="1817" y="85"/>
                  <a:pt x="1817" y="85"/>
                </a:cubicBezTo>
                <a:cubicBezTo>
                  <a:pt x="1817" y="85"/>
                  <a:pt x="1817" y="85"/>
                  <a:pt x="1817" y="85"/>
                </a:cubicBezTo>
                <a:cubicBezTo>
                  <a:pt x="1818" y="85"/>
                  <a:pt x="1818" y="85"/>
                  <a:pt x="1818" y="85"/>
                </a:cubicBezTo>
                <a:cubicBezTo>
                  <a:pt x="1820" y="85"/>
                  <a:pt x="1822" y="84"/>
                  <a:pt x="1822" y="82"/>
                </a:cubicBezTo>
                <a:cubicBezTo>
                  <a:pt x="1822" y="81"/>
                  <a:pt x="1822" y="81"/>
                  <a:pt x="1822" y="81"/>
                </a:cubicBezTo>
                <a:cubicBezTo>
                  <a:pt x="1822" y="81"/>
                  <a:pt x="1822" y="81"/>
                  <a:pt x="1822" y="81"/>
                </a:cubicBezTo>
                <a:cubicBezTo>
                  <a:pt x="1822" y="80"/>
                  <a:pt x="1821" y="80"/>
                  <a:pt x="1821" y="80"/>
                </a:cubicBezTo>
                <a:cubicBezTo>
                  <a:pt x="1821" y="80"/>
                  <a:pt x="1821" y="80"/>
                  <a:pt x="1821" y="80"/>
                </a:cubicBezTo>
                <a:cubicBezTo>
                  <a:pt x="1820" y="79"/>
                  <a:pt x="1818" y="79"/>
                  <a:pt x="1817" y="78"/>
                </a:cubicBezTo>
                <a:cubicBezTo>
                  <a:pt x="1817" y="78"/>
                  <a:pt x="1817" y="78"/>
                  <a:pt x="1817" y="78"/>
                </a:cubicBezTo>
                <a:close/>
                <a:moveTo>
                  <a:pt x="1928" y="78"/>
                </a:moveTo>
                <a:cubicBezTo>
                  <a:pt x="1928" y="78"/>
                  <a:pt x="1927" y="78"/>
                  <a:pt x="1927" y="79"/>
                </a:cubicBezTo>
                <a:cubicBezTo>
                  <a:pt x="1926" y="79"/>
                  <a:pt x="1926" y="79"/>
                  <a:pt x="1925" y="79"/>
                </a:cubicBezTo>
                <a:cubicBezTo>
                  <a:pt x="1925" y="79"/>
                  <a:pt x="1924" y="79"/>
                  <a:pt x="1924" y="80"/>
                </a:cubicBezTo>
                <a:cubicBezTo>
                  <a:pt x="1924" y="80"/>
                  <a:pt x="1924" y="80"/>
                  <a:pt x="1924" y="80"/>
                </a:cubicBezTo>
                <a:cubicBezTo>
                  <a:pt x="1924" y="80"/>
                  <a:pt x="1923" y="80"/>
                  <a:pt x="1923" y="81"/>
                </a:cubicBezTo>
                <a:cubicBezTo>
                  <a:pt x="1923" y="81"/>
                  <a:pt x="1923" y="81"/>
                  <a:pt x="1923" y="81"/>
                </a:cubicBezTo>
                <a:cubicBezTo>
                  <a:pt x="1923" y="81"/>
                  <a:pt x="1923" y="81"/>
                  <a:pt x="1924" y="82"/>
                </a:cubicBezTo>
                <a:cubicBezTo>
                  <a:pt x="1924" y="83"/>
                  <a:pt x="1924" y="83"/>
                  <a:pt x="1925" y="83"/>
                </a:cubicBezTo>
                <a:cubicBezTo>
                  <a:pt x="1925" y="84"/>
                  <a:pt x="1926" y="84"/>
                  <a:pt x="1927" y="84"/>
                </a:cubicBezTo>
                <a:cubicBezTo>
                  <a:pt x="1927" y="85"/>
                  <a:pt x="1928" y="85"/>
                  <a:pt x="1929" y="85"/>
                </a:cubicBezTo>
                <a:cubicBezTo>
                  <a:pt x="1930" y="85"/>
                  <a:pt x="1931" y="85"/>
                  <a:pt x="1932" y="85"/>
                </a:cubicBezTo>
                <a:cubicBezTo>
                  <a:pt x="1933" y="85"/>
                  <a:pt x="1934" y="85"/>
                  <a:pt x="1934" y="85"/>
                </a:cubicBezTo>
                <a:cubicBezTo>
                  <a:pt x="1935" y="85"/>
                  <a:pt x="1936" y="85"/>
                  <a:pt x="1937" y="84"/>
                </a:cubicBezTo>
                <a:cubicBezTo>
                  <a:pt x="1937" y="84"/>
                  <a:pt x="1938" y="84"/>
                  <a:pt x="1938" y="83"/>
                </a:cubicBezTo>
                <a:cubicBezTo>
                  <a:pt x="1938" y="83"/>
                  <a:pt x="1939" y="83"/>
                  <a:pt x="1939" y="82"/>
                </a:cubicBezTo>
                <a:cubicBezTo>
                  <a:pt x="1939" y="81"/>
                  <a:pt x="1939" y="81"/>
                  <a:pt x="1939" y="81"/>
                </a:cubicBezTo>
                <a:cubicBezTo>
                  <a:pt x="1938" y="81"/>
                  <a:pt x="1938" y="81"/>
                  <a:pt x="1938" y="81"/>
                </a:cubicBezTo>
                <a:cubicBezTo>
                  <a:pt x="1938" y="80"/>
                  <a:pt x="1938" y="80"/>
                  <a:pt x="1938" y="80"/>
                </a:cubicBezTo>
                <a:cubicBezTo>
                  <a:pt x="1937" y="80"/>
                  <a:pt x="1937" y="80"/>
                  <a:pt x="1937" y="80"/>
                </a:cubicBezTo>
                <a:cubicBezTo>
                  <a:pt x="1937" y="79"/>
                  <a:pt x="1936" y="79"/>
                  <a:pt x="1936" y="79"/>
                </a:cubicBezTo>
                <a:cubicBezTo>
                  <a:pt x="1935" y="79"/>
                  <a:pt x="1935" y="79"/>
                  <a:pt x="1934" y="79"/>
                </a:cubicBezTo>
                <a:cubicBezTo>
                  <a:pt x="1933" y="78"/>
                  <a:pt x="1933" y="78"/>
                  <a:pt x="1932" y="78"/>
                </a:cubicBezTo>
                <a:cubicBezTo>
                  <a:pt x="1932" y="78"/>
                  <a:pt x="1931" y="78"/>
                  <a:pt x="1930" y="78"/>
                </a:cubicBezTo>
                <a:cubicBezTo>
                  <a:pt x="1930" y="78"/>
                  <a:pt x="1929" y="78"/>
                  <a:pt x="1928" y="78"/>
                </a:cubicBezTo>
                <a:close/>
                <a:moveTo>
                  <a:pt x="2125" y="78"/>
                </a:moveTo>
                <a:cubicBezTo>
                  <a:pt x="2125" y="78"/>
                  <a:pt x="2125" y="78"/>
                  <a:pt x="2125" y="78"/>
                </a:cubicBezTo>
                <a:cubicBezTo>
                  <a:pt x="2125" y="78"/>
                  <a:pt x="2125" y="78"/>
                  <a:pt x="2124" y="78"/>
                </a:cubicBezTo>
                <a:cubicBezTo>
                  <a:pt x="2124" y="78"/>
                  <a:pt x="2124" y="78"/>
                  <a:pt x="2124" y="78"/>
                </a:cubicBezTo>
                <a:cubicBezTo>
                  <a:pt x="2123" y="78"/>
                  <a:pt x="2123" y="78"/>
                  <a:pt x="2122" y="78"/>
                </a:cubicBezTo>
                <a:cubicBezTo>
                  <a:pt x="2121" y="78"/>
                  <a:pt x="2121" y="78"/>
                  <a:pt x="2120" y="79"/>
                </a:cubicBezTo>
                <a:cubicBezTo>
                  <a:pt x="2120" y="79"/>
                  <a:pt x="2119" y="79"/>
                  <a:pt x="2119" y="79"/>
                </a:cubicBezTo>
                <a:cubicBezTo>
                  <a:pt x="2119" y="79"/>
                  <a:pt x="2118" y="79"/>
                  <a:pt x="2118" y="80"/>
                </a:cubicBezTo>
                <a:cubicBezTo>
                  <a:pt x="2118" y="80"/>
                  <a:pt x="2118" y="80"/>
                  <a:pt x="2118" y="80"/>
                </a:cubicBezTo>
                <a:cubicBezTo>
                  <a:pt x="2117" y="80"/>
                  <a:pt x="2117" y="80"/>
                  <a:pt x="2117" y="81"/>
                </a:cubicBezTo>
                <a:cubicBezTo>
                  <a:pt x="2117" y="81"/>
                  <a:pt x="2117" y="81"/>
                  <a:pt x="2117" y="81"/>
                </a:cubicBezTo>
                <a:cubicBezTo>
                  <a:pt x="2117" y="81"/>
                  <a:pt x="2117" y="81"/>
                  <a:pt x="2118" y="82"/>
                </a:cubicBezTo>
                <a:cubicBezTo>
                  <a:pt x="2118" y="83"/>
                  <a:pt x="2118" y="83"/>
                  <a:pt x="2119" y="83"/>
                </a:cubicBezTo>
                <a:cubicBezTo>
                  <a:pt x="2119" y="84"/>
                  <a:pt x="2120" y="84"/>
                  <a:pt x="2121" y="84"/>
                </a:cubicBezTo>
                <a:cubicBezTo>
                  <a:pt x="2122" y="85"/>
                  <a:pt x="2122" y="85"/>
                  <a:pt x="2123" y="85"/>
                </a:cubicBezTo>
                <a:cubicBezTo>
                  <a:pt x="2124" y="85"/>
                  <a:pt x="2125" y="85"/>
                  <a:pt x="2126" y="85"/>
                </a:cubicBezTo>
                <a:cubicBezTo>
                  <a:pt x="2126" y="85"/>
                  <a:pt x="2126" y="85"/>
                  <a:pt x="2126" y="85"/>
                </a:cubicBezTo>
                <a:cubicBezTo>
                  <a:pt x="2127" y="85"/>
                  <a:pt x="2127" y="85"/>
                  <a:pt x="2127" y="85"/>
                </a:cubicBezTo>
                <a:cubicBezTo>
                  <a:pt x="2127" y="85"/>
                  <a:pt x="2127" y="85"/>
                  <a:pt x="2127" y="85"/>
                </a:cubicBezTo>
                <a:cubicBezTo>
                  <a:pt x="2127" y="85"/>
                  <a:pt x="2127" y="85"/>
                  <a:pt x="2128" y="85"/>
                </a:cubicBezTo>
                <a:cubicBezTo>
                  <a:pt x="2128" y="85"/>
                  <a:pt x="2129" y="85"/>
                  <a:pt x="2130" y="85"/>
                </a:cubicBezTo>
                <a:cubicBezTo>
                  <a:pt x="2130" y="85"/>
                  <a:pt x="2131" y="84"/>
                  <a:pt x="2131" y="84"/>
                </a:cubicBezTo>
                <a:cubicBezTo>
                  <a:pt x="2132" y="84"/>
                  <a:pt x="2132" y="84"/>
                  <a:pt x="2132" y="83"/>
                </a:cubicBezTo>
                <a:cubicBezTo>
                  <a:pt x="2133" y="83"/>
                  <a:pt x="2133" y="83"/>
                  <a:pt x="2133" y="82"/>
                </a:cubicBezTo>
                <a:cubicBezTo>
                  <a:pt x="2133" y="81"/>
                  <a:pt x="2133" y="81"/>
                  <a:pt x="2133" y="81"/>
                </a:cubicBezTo>
                <a:cubicBezTo>
                  <a:pt x="2132" y="81"/>
                  <a:pt x="2132" y="81"/>
                  <a:pt x="2132" y="81"/>
                </a:cubicBezTo>
                <a:cubicBezTo>
                  <a:pt x="2132" y="80"/>
                  <a:pt x="2132" y="80"/>
                  <a:pt x="2132" y="80"/>
                </a:cubicBezTo>
                <a:cubicBezTo>
                  <a:pt x="2131" y="80"/>
                  <a:pt x="2131" y="80"/>
                  <a:pt x="2131" y="80"/>
                </a:cubicBezTo>
                <a:cubicBezTo>
                  <a:pt x="2129" y="79"/>
                  <a:pt x="2127" y="78"/>
                  <a:pt x="2126" y="78"/>
                </a:cubicBezTo>
                <a:cubicBezTo>
                  <a:pt x="2125" y="78"/>
                  <a:pt x="2125" y="78"/>
                  <a:pt x="2125" y="78"/>
                </a:cubicBezTo>
                <a:close/>
                <a:moveTo>
                  <a:pt x="1507" y="78"/>
                </a:moveTo>
                <a:cubicBezTo>
                  <a:pt x="1507" y="78"/>
                  <a:pt x="1506" y="78"/>
                  <a:pt x="1506" y="78"/>
                </a:cubicBezTo>
                <a:cubicBezTo>
                  <a:pt x="1506" y="78"/>
                  <a:pt x="1506" y="78"/>
                  <a:pt x="1505" y="78"/>
                </a:cubicBezTo>
                <a:cubicBezTo>
                  <a:pt x="1505" y="78"/>
                  <a:pt x="1505" y="78"/>
                  <a:pt x="1505" y="78"/>
                </a:cubicBezTo>
                <a:cubicBezTo>
                  <a:pt x="1504" y="78"/>
                  <a:pt x="1504" y="78"/>
                  <a:pt x="1504" y="78"/>
                </a:cubicBezTo>
                <a:cubicBezTo>
                  <a:pt x="1503" y="78"/>
                  <a:pt x="1503" y="78"/>
                  <a:pt x="1502" y="78"/>
                </a:cubicBezTo>
                <a:cubicBezTo>
                  <a:pt x="1501" y="78"/>
                  <a:pt x="1501" y="78"/>
                  <a:pt x="1500" y="79"/>
                </a:cubicBezTo>
                <a:cubicBezTo>
                  <a:pt x="1500" y="79"/>
                  <a:pt x="1499" y="79"/>
                  <a:pt x="1499" y="79"/>
                </a:cubicBezTo>
                <a:cubicBezTo>
                  <a:pt x="1498" y="79"/>
                  <a:pt x="1498" y="79"/>
                  <a:pt x="1498" y="80"/>
                </a:cubicBezTo>
                <a:cubicBezTo>
                  <a:pt x="1497" y="80"/>
                  <a:pt x="1496" y="81"/>
                  <a:pt x="1497" y="82"/>
                </a:cubicBezTo>
                <a:cubicBezTo>
                  <a:pt x="1497" y="83"/>
                  <a:pt x="1497" y="83"/>
                  <a:pt x="1498" y="83"/>
                </a:cubicBezTo>
                <a:cubicBezTo>
                  <a:pt x="1498" y="84"/>
                  <a:pt x="1499" y="84"/>
                  <a:pt x="1499" y="84"/>
                </a:cubicBezTo>
                <a:cubicBezTo>
                  <a:pt x="1500" y="85"/>
                  <a:pt x="1501" y="85"/>
                  <a:pt x="1502" y="85"/>
                </a:cubicBezTo>
                <a:cubicBezTo>
                  <a:pt x="1503" y="85"/>
                  <a:pt x="1503" y="85"/>
                  <a:pt x="1504" y="85"/>
                </a:cubicBezTo>
                <a:cubicBezTo>
                  <a:pt x="1505" y="85"/>
                  <a:pt x="1505" y="85"/>
                  <a:pt x="1505" y="85"/>
                </a:cubicBezTo>
                <a:cubicBezTo>
                  <a:pt x="1505" y="85"/>
                  <a:pt x="1506" y="85"/>
                  <a:pt x="1506" y="85"/>
                </a:cubicBezTo>
                <a:cubicBezTo>
                  <a:pt x="1506" y="85"/>
                  <a:pt x="1506" y="85"/>
                  <a:pt x="1507" y="85"/>
                </a:cubicBezTo>
                <a:cubicBezTo>
                  <a:pt x="1507" y="85"/>
                  <a:pt x="1507" y="85"/>
                  <a:pt x="1507" y="85"/>
                </a:cubicBezTo>
                <a:cubicBezTo>
                  <a:pt x="1508" y="85"/>
                  <a:pt x="1509" y="85"/>
                  <a:pt x="1510" y="84"/>
                </a:cubicBezTo>
                <a:cubicBezTo>
                  <a:pt x="1511" y="84"/>
                  <a:pt x="1512" y="83"/>
                  <a:pt x="1512" y="82"/>
                </a:cubicBezTo>
                <a:cubicBezTo>
                  <a:pt x="1512" y="81"/>
                  <a:pt x="1512" y="81"/>
                  <a:pt x="1512" y="81"/>
                </a:cubicBezTo>
                <a:cubicBezTo>
                  <a:pt x="1512" y="81"/>
                  <a:pt x="1512" y="81"/>
                  <a:pt x="1511" y="81"/>
                </a:cubicBezTo>
                <a:cubicBezTo>
                  <a:pt x="1511" y="80"/>
                  <a:pt x="1511" y="80"/>
                  <a:pt x="1511" y="80"/>
                </a:cubicBezTo>
                <a:cubicBezTo>
                  <a:pt x="1511" y="80"/>
                  <a:pt x="1511" y="80"/>
                  <a:pt x="1510" y="80"/>
                </a:cubicBezTo>
                <a:cubicBezTo>
                  <a:pt x="1509" y="79"/>
                  <a:pt x="1509" y="79"/>
                  <a:pt x="1509" y="79"/>
                </a:cubicBezTo>
                <a:cubicBezTo>
                  <a:pt x="1509" y="79"/>
                  <a:pt x="1508" y="79"/>
                  <a:pt x="1507" y="78"/>
                </a:cubicBezTo>
                <a:close/>
                <a:moveTo>
                  <a:pt x="575" y="78"/>
                </a:moveTo>
                <a:cubicBezTo>
                  <a:pt x="575" y="78"/>
                  <a:pt x="575" y="78"/>
                  <a:pt x="574" y="78"/>
                </a:cubicBezTo>
                <a:cubicBezTo>
                  <a:pt x="574" y="78"/>
                  <a:pt x="574" y="78"/>
                  <a:pt x="574" y="78"/>
                </a:cubicBezTo>
                <a:cubicBezTo>
                  <a:pt x="574" y="78"/>
                  <a:pt x="574" y="78"/>
                  <a:pt x="574" y="78"/>
                </a:cubicBezTo>
                <a:cubicBezTo>
                  <a:pt x="573" y="78"/>
                  <a:pt x="572" y="78"/>
                  <a:pt x="572" y="78"/>
                </a:cubicBezTo>
                <a:cubicBezTo>
                  <a:pt x="571" y="78"/>
                  <a:pt x="570" y="78"/>
                  <a:pt x="570" y="79"/>
                </a:cubicBezTo>
                <a:cubicBezTo>
                  <a:pt x="569" y="79"/>
                  <a:pt x="569" y="79"/>
                  <a:pt x="568" y="79"/>
                </a:cubicBezTo>
                <a:cubicBezTo>
                  <a:pt x="568" y="79"/>
                  <a:pt x="567" y="79"/>
                  <a:pt x="567" y="80"/>
                </a:cubicBezTo>
                <a:cubicBezTo>
                  <a:pt x="567" y="80"/>
                  <a:pt x="566" y="80"/>
                  <a:pt x="566" y="80"/>
                </a:cubicBezTo>
                <a:cubicBezTo>
                  <a:pt x="566" y="80"/>
                  <a:pt x="566" y="80"/>
                  <a:pt x="566" y="81"/>
                </a:cubicBezTo>
                <a:cubicBezTo>
                  <a:pt x="566" y="81"/>
                  <a:pt x="565" y="81"/>
                  <a:pt x="565" y="81"/>
                </a:cubicBezTo>
                <a:cubicBezTo>
                  <a:pt x="565" y="81"/>
                  <a:pt x="565" y="81"/>
                  <a:pt x="565" y="82"/>
                </a:cubicBezTo>
                <a:cubicBezTo>
                  <a:pt x="565" y="83"/>
                  <a:pt x="565" y="83"/>
                  <a:pt x="566" y="83"/>
                </a:cubicBezTo>
                <a:cubicBezTo>
                  <a:pt x="566" y="84"/>
                  <a:pt x="567" y="84"/>
                  <a:pt x="567" y="84"/>
                </a:cubicBezTo>
                <a:cubicBezTo>
                  <a:pt x="568" y="85"/>
                  <a:pt x="569" y="85"/>
                  <a:pt x="569" y="85"/>
                </a:cubicBezTo>
                <a:cubicBezTo>
                  <a:pt x="570" y="85"/>
                  <a:pt x="571" y="85"/>
                  <a:pt x="572" y="85"/>
                </a:cubicBezTo>
                <a:cubicBezTo>
                  <a:pt x="572" y="85"/>
                  <a:pt x="572" y="85"/>
                  <a:pt x="572" y="85"/>
                </a:cubicBezTo>
                <a:cubicBezTo>
                  <a:pt x="573" y="85"/>
                  <a:pt x="573" y="85"/>
                  <a:pt x="573" y="85"/>
                </a:cubicBezTo>
                <a:cubicBezTo>
                  <a:pt x="573" y="85"/>
                  <a:pt x="573" y="85"/>
                  <a:pt x="573" y="85"/>
                </a:cubicBezTo>
                <a:cubicBezTo>
                  <a:pt x="573" y="85"/>
                  <a:pt x="573" y="85"/>
                  <a:pt x="574" y="85"/>
                </a:cubicBezTo>
                <a:cubicBezTo>
                  <a:pt x="574" y="85"/>
                  <a:pt x="575" y="85"/>
                  <a:pt x="576" y="85"/>
                </a:cubicBezTo>
                <a:cubicBezTo>
                  <a:pt x="577" y="85"/>
                  <a:pt x="577" y="84"/>
                  <a:pt x="578" y="84"/>
                </a:cubicBezTo>
                <a:cubicBezTo>
                  <a:pt x="578" y="84"/>
                  <a:pt x="579" y="84"/>
                  <a:pt x="579" y="83"/>
                </a:cubicBezTo>
                <a:cubicBezTo>
                  <a:pt x="580" y="83"/>
                  <a:pt x="580" y="83"/>
                  <a:pt x="581" y="82"/>
                </a:cubicBezTo>
                <a:cubicBezTo>
                  <a:pt x="581" y="81"/>
                  <a:pt x="581" y="81"/>
                  <a:pt x="581" y="81"/>
                </a:cubicBezTo>
                <a:cubicBezTo>
                  <a:pt x="581" y="81"/>
                  <a:pt x="581" y="81"/>
                  <a:pt x="580" y="81"/>
                </a:cubicBezTo>
                <a:cubicBezTo>
                  <a:pt x="580" y="80"/>
                  <a:pt x="580" y="80"/>
                  <a:pt x="580" y="80"/>
                </a:cubicBezTo>
                <a:cubicBezTo>
                  <a:pt x="580" y="80"/>
                  <a:pt x="580" y="80"/>
                  <a:pt x="580" y="80"/>
                </a:cubicBezTo>
                <a:cubicBezTo>
                  <a:pt x="578" y="79"/>
                  <a:pt x="577" y="78"/>
                  <a:pt x="575" y="78"/>
                </a:cubicBezTo>
                <a:cubicBezTo>
                  <a:pt x="575" y="78"/>
                  <a:pt x="575" y="78"/>
                  <a:pt x="575" y="78"/>
                </a:cubicBezTo>
                <a:close/>
                <a:moveTo>
                  <a:pt x="189" y="78"/>
                </a:moveTo>
                <a:cubicBezTo>
                  <a:pt x="188" y="78"/>
                  <a:pt x="187" y="78"/>
                  <a:pt x="186" y="78"/>
                </a:cubicBezTo>
                <a:cubicBezTo>
                  <a:pt x="185" y="78"/>
                  <a:pt x="185" y="78"/>
                  <a:pt x="184" y="78"/>
                </a:cubicBezTo>
                <a:cubicBezTo>
                  <a:pt x="183" y="78"/>
                  <a:pt x="183" y="78"/>
                  <a:pt x="182" y="79"/>
                </a:cubicBezTo>
                <a:cubicBezTo>
                  <a:pt x="182" y="79"/>
                  <a:pt x="181" y="79"/>
                  <a:pt x="181" y="79"/>
                </a:cubicBezTo>
                <a:cubicBezTo>
                  <a:pt x="180" y="79"/>
                  <a:pt x="179" y="79"/>
                  <a:pt x="179" y="80"/>
                </a:cubicBezTo>
                <a:cubicBezTo>
                  <a:pt x="179" y="80"/>
                  <a:pt x="179" y="80"/>
                  <a:pt x="178" y="80"/>
                </a:cubicBezTo>
                <a:cubicBezTo>
                  <a:pt x="178" y="80"/>
                  <a:pt x="178" y="80"/>
                  <a:pt x="178" y="81"/>
                </a:cubicBezTo>
                <a:cubicBezTo>
                  <a:pt x="178" y="81"/>
                  <a:pt x="177" y="81"/>
                  <a:pt x="177" y="81"/>
                </a:cubicBezTo>
                <a:cubicBezTo>
                  <a:pt x="177" y="81"/>
                  <a:pt x="177" y="81"/>
                  <a:pt x="177" y="82"/>
                </a:cubicBezTo>
                <a:cubicBezTo>
                  <a:pt x="177" y="83"/>
                  <a:pt x="177" y="83"/>
                  <a:pt x="178" y="83"/>
                </a:cubicBezTo>
                <a:cubicBezTo>
                  <a:pt x="178" y="84"/>
                  <a:pt x="178" y="84"/>
                  <a:pt x="179" y="84"/>
                </a:cubicBezTo>
                <a:cubicBezTo>
                  <a:pt x="179" y="85"/>
                  <a:pt x="180" y="85"/>
                  <a:pt x="181" y="85"/>
                </a:cubicBezTo>
                <a:cubicBezTo>
                  <a:pt x="182" y="85"/>
                  <a:pt x="183" y="85"/>
                  <a:pt x="184" y="85"/>
                </a:cubicBezTo>
                <a:cubicBezTo>
                  <a:pt x="184" y="85"/>
                  <a:pt x="184" y="85"/>
                  <a:pt x="184" y="85"/>
                </a:cubicBezTo>
                <a:cubicBezTo>
                  <a:pt x="185" y="85"/>
                  <a:pt x="185" y="85"/>
                  <a:pt x="185" y="85"/>
                </a:cubicBezTo>
                <a:cubicBezTo>
                  <a:pt x="185" y="85"/>
                  <a:pt x="186" y="85"/>
                  <a:pt x="186" y="85"/>
                </a:cubicBezTo>
                <a:cubicBezTo>
                  <a:pt x="186" y="85"/>
                  <a:pt x="186" y="85"/>
                  <a:pt x="187" y="85"/>
                </a:cubicBezTo>
                <a:cubicBezTo>
                  <a:pt x="188" y="85"/>
                  <a:pt x="189" y="85"/>
                  <a:pt x="189" y="84"/>
                </a:cubicBezTo>
                <a:cubicBezTo>
                  <a:pt x="191" y="84"/>
                  <a:pt x="192" y="83"/>
                  <a:pt x="193" y="82"/>
                </a:cubicBezTo>
                <a:cubicBezTo>
                  <a:pt x="193" y="81"/>
                  <a:pt x="193" y="81"/>
                  <a:pt x="193" y="81"/>
                </a:cubicBezTo>
                <a:cubicBezTo>
                  <a:pt x="193" y="81"/>
                  <a:pt x="193" y="81"/>
                  <a:pt x="193" y="81"/>
                </a:cubicBezTo>
                <a:cubicBezTo>
                  <a:pt x="193" y="80"/>
                  <a:pt x="192" y="80"/>
                  <a:pt x="192" y="80"/>
                </a:cubicBezTo>
                <a:cubicBezTo>
                  <a:pt x="192" y="80"/>
                  <a:pt x="192" y="80"/>
                  <a:pt x="192" y="80"/>
                </a:cubicBezTo>
                <a:cubicBezTo>
                  <a:pt x="191" y="79"/>
                  <a:pt x="191" y="79"/>
                  <a:pt x="191" y="79"/>
                </a:cubicBezTo>
                <a:cubicBezTo>
                  <a:pt x="191" y="79"/>
                  <a:pt x="190" y="79"/>
                  <a:pt x="189" y="78"/>
                </a:cubicBezTo>
                <a:close/>
                <a:moveTo>
                  <a:pt x="223" y="78"/>
                </a:moveTo>
                <a:cubicBezTo>
                  <a:pt x="222" y="78"/>
                  <a:pt x="222" y="78"/>
                  <a:pt x="221" y="79"/>
                </a:cubicBezTo>
                <a:cubicBezTo>
                  <a:pt x="220" y="79"/>
                  <a:pt x="220" y="79"/>
                  <a:pt x="219" y="79"/>
                </a:cubicBezTo>
                <a:cubicBezTo>
                  <a:pt x="219" y="79"/>
                  <a:pt x="218" y="79"/>
                  <a:pt x="218" y="80"/>
                </a:cubicBezTo>
                <a:cubicBezTo>
                  <a:pt x="217" y="80"/>
                  <a:pt x="216" y="81"/>
                  <a:pt x="216" y="82"/>
                </a:cubicBezTo>
                <a:cubicBezTo>
                  <a:pt x="216" y="83"/>
                  <a:pt x="216" y="83"/>
                  <a:pt x="216" y="83"/>
                </a:cubicBezTo>
                <a:cubicBezTo>
                  <a:pt x="217" y="84"/>
                  <a:pt x="217" y="84"/>
                  <a:pt x="218" y="84"/>
                </a:cubicBezTo>
                <a:cubicBezTo>
                  <a:pt x="218" y="85"/>
                  <a:pt x="219" y="85"/>
                  <a:pt x="220" y="85"/>
                </a:cubicBezTo>
                <a:cubicBezTo>
                  <a:pt x="221" y="85"/>
                  <a:pt x="221" y="85"/>
                  <a:pt x="222" y="85"/>
                </a:cubicBezTo>
                <a:cubicBezTo>
                  <a:pt x="223" y="85"/>
                  <a:pt x="224" y="85"/>
                  <a:pt x="225" y="85"/>
                </a:cubicBezTo>
                <a:cubicBezTo>
                  <a:pt x="226" y="85"/>
                  <a:pt x="227" y="85"/>
                  <a:pt x="228" y="84"/>
                </a:cubicBezTo>
                <a:cubicBezTo>
                  <a:pt x="228" y="84"/>
                  <a:pt x="229" y="84"/>
                  <a:pt x="230" y="83"/>
                </a:cubicBezTo>
                <a:cubicBezTo>
                  <a:pt x="230" y="83"/>
                  <a:pt x="231" y="83"/>
                  <a:pt x="231" y="82"/>
                </a:cubicBezTo>
                <a:cubicBezTo>
                  <a:pt x="231" y="81"/>
                  <a:pt x="231" y="81"/>
                  <a:pt x="231" y="81"/>
                </a:cubicBezTo>
                <a:cubicBezTo>
                  <a:pt x="231" y="81"/>
                  <a:pt x="231" y="81"/>
                  <a:pt x="231" y="81"/>
                </a:cubicBezTo>
                <a:cubicBezTo>
                  <a:pt x="231" y="80"/>
                  <a:pt x="231" y="80"/>
                  <a:pt x="231" y="80"/>
                </a:cubicBezTo>
                <a:cubicBezTo>
                  <a:pt x="231" y="80"/>
                  <a:pt x="231" y="80"/>
                  <a:pt x="231" y="80"/>
                </a:cubicBezTo>
                <a:cubicBezTo>
                  <a:pt x="230" y="79"/>
                  <a:pt x="230" y="79"/>
                  <a:pt x="230" y="79"/>
                </a:cubicBezTo>
                <a:cubicBezTo>
                  <a:pt x="229" y="79"/>
                  <a:pt x="229" y="79"/>
                  <a:pt x="228" y="79"/>
                </a:cubicBezTo>
                <a:cubicBezTo>
                  <a:pt x="228" y="78"/>
                  <a:pt x="227" y="78"/>
                  <a:pt x="227" y="78"/>
                </a:cubicBezTo>
                <a:cubicBezTo>
                  <a:pt x="226" y="78"/>
                  <a:pt x="225" y="78"/>
                  <a:pt x="225" y="78"/>
                </a:cubicBezTo>
                <a:cubicBezTo>
                  <a:pt x="224" y="78"/>
                  <a:pt x="223" y="78"/>
                  <a:pt x="223" y="78"/>
                </a:cubicBezTo>
                <a:close/>
                <a:moveTo>
                  <a:pt x="344" y="78"/>
                </a:moveTo>
                <a:cubicBezTo>
                  <a:pt x="343" y="78"/>
                  <a:pt x="342" y="78"/>
                  <a:pt x="341" y="78"/>
                </a:cubicBezTo>
                <a:cubicBezTo>
                  <a:pt x="340" y="78"/>
                  <a:pt x="340" y="78"/>
                  <a:pt x="339" y="78"/>
                </a:cubicBezTo>
                <a:cubicBezTo>
                  <a:pt x="338" y="78"/>
                  <a:pt x="338" y="78"/>
                  <a:pt x="337" y="79"/>
                </a:cubicBezTo>
                <a:cubicBezTo>
                  <a:pt x="337" y="79"/>
                  <a:pt x="336" y="79"/>
                  <a:pt x="336" y="79"/>
                </a:cubicBezTo>
                <a:cubicBezTo>
                  <a:pt x="335" y="79"/>
                  <a:pt x="335" y="79"/>
                  <a:pt x="334" y="80"/>
                </a:cubicBezTo>
                <a:cubicBezTo>
                  <a:pt x="333" y="80"/>
                  <a:pt x="332" y="81"/>
                  <a:pt x="332" y="82"/>
                </a:cubicBezTo>
                <a:cubicBezTo>
                  <a:pt x="333" y="85"/>
                  <a:pt x="337" y="85"/>
                  <a:pt x="339" y="85"/>
                </a:cubicBezTo>
                <a:cubicBezTo>
                  <a:pt x="339" y="85"/>
                  <a:pt x="339" y="85"/>
                  <a:pt x="340" y="85"/>
                </a:cubicBezTo>
                <a:cubicBezTo>
                  <a:pt x="340" y="85"/>
                  <a:pt x="340" y="85"/>
                  <a:pt x="341" y="85"/>
                </a:cubicBezTo>
                <a:cubicBezTo>
                  <a:pt x="341" y="85"/>
                  <a:pt x="341" y="85"/>
                  <a:pt x="341" y="85"/>
                </a:cubicBezTo>
                <a:cubicBezTo>
                  <a:pt x="342" y="85"/>
                  <a:pt x="342" y="85"/>
                  <a:pt x="342" y="85"/>
                </a:cubicBezTo>
                <a:cubicBezTo>
                  <a:pt x="344" y="85"/>
                  <a:pt x="347" y="84"/>
                  <a:pt x="348" y="82"/>
                </a:cubicBezTo>
                <a:cubicBezTo>
                  <a:pt x="348" y="81"/>
                  <a:pt x="348" y="81"/>
                  <a:pt x="348" y="81"/>
                </a:cubicBezTo>
                <a:cubicBezTo>
                  <a:pt x="348" y="81"/>
                  <a:pt x="348" y="81"/>
                  <a:pt x="348" y="81"/>
                </a:cubicBezTo>
                <a:cubicBezTo>
                  <a:pt x="348" y="80"/>
                  <a:pt x="348" y="80"/>
                  <a:pt x="347" y="80"/>
                </a:cubicBezTo>
                <a:cubicBezTo>
                  <a:pt x="347" y="80"/>
                  <a:pt x="347" y="80"/>
                  <a:pt x="347" y="80"/>
                </a:cubicBezTo>
                <a:cubicBezTo>
                  <a:pt x="347" y="80"/>
                  <a:pt x="347" y="79"/>
                  <a:pt x="346" y="79"/>
                </a:cubicBezTo>
                <a:cubicBezTo>
                  <a:pt x="346" y="79"/>
                  <a:pt x="346" y="79"/>
                  <a:pt x="346" y="79"/>
                </a:cubicBezTo>
                <a:cubicBezTo>
                  <a:pt x="346" y="79"/>
                  <a:pt x="345" y="79"/>
                  <a:pt x="345" y="79"/>
                </a:cubicBezTo>
                <a:cubicBezTo>
                  <a:pt x="345" y="79"/>
                  <a:pt x="344" y="78"/>
                  <a:pt x="344" y="78"/>
                </a:cubicBezTo>
                <a:cubicBezTo>
                  <a:pt x="344" y="78"/>
                  <a:pt x="344" y="78"/>
                  <a:pt x="344" y="78"/>
                </a:cubicBezTo>
                <a:close/>
                <a:moveTo>
                  <a:pt x="266" y="78"/>
                </a:moveTo>
                <a:cubicBezTo>
                  <a:pt x="266" y="78"/>
                  <a:pt x="265" y="78"/>
                  <a:pt x="264" y="78"/>
                </a:cubicBezTo>
                <a:cubicBezTo>
                  <a:pt x="263" y="78"/>
                  <a:pt x="263" y="78"/>
                  <a:pt x="263" y="78"/>
                </a:cubicBezTo>
                <a:cubicBezTo>
                  <a:pt x="263" y="78"/>
                  <a:pt x="262" y="78"/>
                  <a:pt x="262" y="78"/>
                </a:cubicBezTo>
                <a:cubicBezTo>
                  <a:pt x="262" y="78"/>
                  <a:pt x="261" y="78"/>
                  <a:pt x="261" y="78"/>
                </a:cubicBezTo>
                <a:cubicBezTo>
                  <a:pt x="261" y="78"/>
                  <a:pt x="261" y="78"/>
                  <a:pt x="260" y="78"/>
                </a:cubicBezTo>
                <a:cubicBezTo>
                  <a:pt x="259" y="79"/>
                  <a:pt x="258" y="79"/>
                  <a:pt x="257" y="80"/>
                </a:cubicBezTo>
                <a:cubicBezTo>
                  <a:pt x="255" y="80"/>
                  <a:pt x="255" y="81"/>
                  <a:pt x="255" y="82"/>
                </a:cubicBezTo>
                <a:cubicBezTo>
                  <a:pt x="255" y="83"/>
                  <a:pt x="255" y="83"/>
                  <a:pt x="255" y="83"/>
                </a:cubicBezTo>
                <a:cubicBezTo>
                  <a:pt x="255" y="83"/>
                  <a:pt x="255" y="84"/>
                  <a:pt x="256" y="84"/>
                </a:cubicBezTo>
                <a:cubicBezTo>
                  <a:pt x="256" y="84"/>
                  <a:pt x="256" y="84"/>
                  <a:pt x="257" y="85"/>
                </a:cubicBezTo>
                <a:cubicBezTo>
                  <a:pt x="257" y="85"/>
                  <a:pt x="258" y="85"/>
                  <a:pt x="258" y="85"/>
                </a:cubicBezTo>
                <a:cubicBezTo>
                  <a:pt x="259" y="85"/>
                  <a:pt x="260" y="85"/>
                  <a:pt x="261" y="85"/>
                </a:cubicBezTo>
                <a:cubicBezTo>
                  <a:pt x="262" y="85"/>
                  <a:pt x="262" y="85"/>
                  <a:pt x="262" y="85"/>
                </a:cubicBezTo>
                <a:cubicBezTo>
                  <a:pt x="262" y="85"/>
                  <a:pt x="263" y="85"/>
                  <a:pt x="263" y="85"/>
                </a:cubicBezTo>
                <a:cubicBezTo>
                  <a:pt x="263" y="85"/>
                  <a:pt x="263" y="85"/>
                  <a:pt x="264" y="85"/>
                </a:cubicBezTo>
                <a:cubicBezTo>
                  <a:pt x="264" y="85"/>
                  <a:pt x="264" y="85"/>
                  <a:pt x="264" y="85"/>
                </a:cubicBezTo>
                <a:cubicBezTo>
                  <a:pt x="267" y="85"/>
                  <a:pt x="269" y="84"/>
                  <a:pt x="270" y="82"/>
                </a:cubicBezTo>
                <a:cubicBezTo>
                  <a:pt x="270" y="81"/>
                  <a:pt x="270" y="81"/>
                  <a:pt x="270" y="81"/>
                </a:cubicBezTo>
                <a:cubicBezTo>
                  <a:pt x="270" y="81"/>
                  <a:pt x="270" y="81"/>
                  <a:pt x="270" y="81"/>
                </a:cubicBezTo>
                <a:cubicBezTo>
                  <a:pt x="270" y="80"/>
                  <a:pt x="270" y="80"/>
                  <a:pt x="270" y="80"/>
                </a:cubicBezTo>
                <a:cubicBezTo>
                  <a:pt x="270" y="80"/>
                  <a:pt x="270" y="80"/>
                  <a:pt x="269" y="80"/>
                </a:cubicBezTo>
                <a:cubicBezTo>
                  <a:pt x="269" y="79"/>
                  <a:pt x="268" y="79"/>
                  <a:pt x="266" y="78"/>
                </a:cubicBezTo>
                <a:cubicBezTo>
                  <a:pt x="266" y="78"/>
                  <a:pt x="267" y="78"/>
                  <a:pt x="266" y="78"/>
                </a:cubicBezTo>
                <a:close/>
                <a:moveTo>
                  <a:pt x="300" y="78"/>
                </a:moveTo>
                <a:cubicBezTo>
                  <a:pt x="300" y="78"/>
                  <a:pt x="299" y="78"/>
                  <a:pt x="299" y="79"/>
                </a:cubicBezTo>
                <a:cubicBezTo>
                  <a:pt x="298" y="79"/>
                  <a:pt x="297" y="79"/>
                  <a:pt x="297" y="79"/>
                </a:cubicBezTo>
                <a:cubicBezTo>
                  <a:pt x="296" y="79"/>
                  <a:pt x="296" y="79"/>
                  <a:pt x="295" y="80"/>
                </a:cubicBezTo>
                <a:cubicBezTo>
                  <a:pt x="295" y="80"/>
                  <a:pt x="295" y="80"/>
                  <a:pt x="295" y="80"/>
                </a:cubicBezTo>
                <a:cubicBezTo>
                  <a:pt x="295" y="80"/>
                  <a:pt x="294" y="80"/>
                  <a:pt x="294" y="81"/>
                </a:cubicBezTo>
                <a:cubicBezTo>
                  <a:pt x="294" y="81"/>
                  <a:pt x="294" y="81"/>
                  <a:pt x="294" y="81"/>
                </a:cubicBezTo>
                <a:cubicBezTo>
                  <a:pt x="294" y="81"/>
                  <a:pt x="294" y="81"/>
                  <a:pt x="293" y="82"/>
                </a:cubicBezTo>
                <a:cubicBezTo>
                  <a:pt x="293" y="83"/>
                  <a:pt x="294" y="83"/>
                  <a:pt x="294" y="83"/>
                </a:cubicBezTo>
                <a:cubicBezTo>
                  <a:pt x="294" y="84"/>
                  <a:pt x="295" y="84"/>
                  <a:pt x="295" y="84"/>
                </a:cubicBezTo>
                <a:cubicBezTo>
                  <a:pt x="296" y="85"/>
                  <a:pt x="297" y="85"/>
                  <a:pt x="298" y="85"/>
                </a:cubicBezTo>
                <a:cubicBezTo>
                  <a:pt x="298" y="85"/>
                  <a:pt x="299" y="85"/>
                  <a:pt x="300" y="85"/>
                </a:cubicBezTo>
                <a:cubicBezTo>
                  <a:pt x="301" y="85"/>
                  <a:pt x="302" y="85"/>
                  <a:pt x="303" y="85"/>
                </a:cubicBezTo>
                <a:cubicBezTo>
                  <a:pt x="304" y="85"/>
                  <a:pt x="305" y="85"/>
                  <a:pt x="305" y="84"/>
                </a:cubicBezTo>
                <a:cubicBezTo>
                  <a:pt x="306" y="84"/>
                  <a:pt x="307" y="84"/>
                  <a:pt x="307" y="83"/>
                </a:cubicBezTo>
                <a:cubicBezTo>
                  <a:pt x="308" y="83"/>
                  <a:pt x="308" y="83"/>
                  <a:pt x="309" y="82"/>
                </a:cubicBezTo>
                <a:cubicBezTo>
                  <a:pt x="309" y="81"/>
                  <a:pt x="309" y="81"/>
                  <a:pt x="309" y="81"/>
                </a:cubicBezTo>
                <a:cubicBezTo>
                  <a:pt x="309" y="81"/>
                  <a:pt x="309" y="81"/>
                  <a:pt x="309" y="81"/>
                </a:cubicBezTo>
                <a:cubicBezTo>
                  <a:pt x="309" y="80"/>
                  <a:pt x="309" y="80"/>
                  <a:pt x="309" y="80"/>
                </a:cubicBezTo>
                <a:cubicBezTo>
                  <a:pt x="309" y="80"/>
                  <a:pt x="308" y="80"/>
                  <a:pt x="308" y="80"/>
                </a:cubicBezTo>
                <a:cubicBezTo>
                  <a:pt x="308" y="79"/>
                  <a:pt x="308" y="79"/>
                  <a:pt x="307" y="79"/>
                </a:cubicBezTo>
                <a:cubicBezTo>
                  <a:pt x="307" y="79"/>
                  <a:pt x="306" y="79"/>
                  <a:pt x="306" y="79"/>
                </a:cubicBezTo>
                <a:cubicBezTo>
                  <a:pt x="305" y="78"/>
                  <a:pt x="305" y="78"/>
                  <a:pt x="304" y="78"/>
                </a:cubicBezTo>
                <a:cubicBezTo>
                  <a:pt x="304" y="78"/>
                  <a:pt x="303" y="78"/>
                  <a:pt x="302" y="78"/>
                </a:cubicBezTo>
                <a:cubicBezTo>
                  <a:pt x="302" y="78"/>
                  <a:pt x="301" y="78"/>
                  <a:pt x="300" y="78"/>
                </a:cubicBezTo>
                <a:close/>
                <a:moveTo>
                  <a:pt x="533" y="78"/>
                </a:moveTo>
                <a:cubicBezTo>
                  <a:pt x="532" y="78"/>
                  <a:pt x="532" y="78"/>
                  <a:pt x="531" y="79"/>
                </a:cubicBezTo>
                <a:cubicBezTo>
                  <a:pt x="531" y="79"/>
                  <a:pt x="530" y="79"/>
                  <a:pt x="529" y="79"/>
                </a:cubicBezTo>
                <a:cubicBezTo>
                  <a:pt x="529" y="79"/>
                  <a:pt x="528" y="79"/>
                  <a:pt x="528" y="80"/>
                </a:cubicBezTo>
                <a:cubicBezTo>
                  <a:pt x="528" y="80"/>
                  <a:pt x="528" y="80"/>
                  <a:pt x="527" y="80"/>
                </a:cubicBezTo>
                <a:cubicBezTo>
                  <a:pt x="527" y="80"/>
                  <a:pt x="527" y="80"/>
                  <a:pt x="527" y="81"/>
                </a:cubicBezTo>
                <a:cubicBezTo>
                  <a:pt x="527" y="81"/>
                  <a:pt x="527" y="81"/>
                  <a:pt x="527" y="81"/>
                </a:cubicBezTo>
                <a:cubicBezTo>
                  <a:pt x="526" y="81"/>
                  <a:pt x="526" y="81"/>
                  <a:pt x="526" y="82"/>
                </a:cubicBezTo>
                <a:cubicBezTo>
                  <a:pt x="526" y="83"/>
                  <a:pt x="527" y="83"/>
                  <a:pt x="527" y="83"/>
                </a:cubicBezTo>
                <a:cubicBezTo>
                  <a:pt x="527" y="84"/>
                  <a:pt x="528" y="84"/>
                  <a:pt x="528" y="84"/>
                </a:cubicBezTo>
                <a:cubicBezTo>
                  <a:pt x="529" y="85"/>
                  <a:pt x="530" y="85"/>
                  <a:pt x="531" y="85"/>
                </a:cubicBezTo>
                <a:cubicBezTo>
                  <a:pt x="531" y="85"/>
                  <a:pt x="532" y="85"/>
                  <a:pt x="533" y="85"/>
                </a:cubicBezTo>
                <a:cubicBezTo>
                  <a:pt x="534" y="85"/>
                  <a:pt x="535" y="85"/>
                  <a:pt x="536" y="85"/>
                </a:cubicBezTo>
                <a:cubicBezTo>
                  <a:pt x="537" y="85"/>
                  <a:pt x="538" y="85"/>
                  <a:pt x="538" y="84"/>
                </a:cubicBezTo>
                <a:cubicBezTo>
                  <a:pt x="539" y="84"/>
                  <a:pt x="540" y="84"/>
                  <a:pt x="540" y="83"/>
                </a:cubicBezTo>
                <a:cubicBezTo>
                  <a:pt x="541" y="83"/>
                  <a:pt x="541" y="83"/>
                  <a:pt x="542" y="82"/>
                </a:cubicBezTo>
                <a:cubicBezTo>
                  <a:pt x="542" y="81"/>
                  <a:pt x="542" y="81"/>
                  <a:pt x="542" y="81"/>
                </a:cubicBezTo>
                <a:cubicBezTo>
                  <a:pt x="542" y="81"/>
                  <a:pt x="542" y="81"/>
                  <a:pt x="542" y="81"/>
                </a:cubicBezTo>
                <a:cubicBezTo>
                  <a:pt x="542" y="80"/>
                  <a:pt x="542" y="80"/>
                  <a:pt x="541" y="80"/>
                </a:cubicBezTo>
                <a:cubicBezTo>
                  <a:pt x="541" y="80"/>
                  <a:pt x="541" y="80"/>
                  <a:pt x="541" y="80"/>
                </a:cubicBezTo>
                <a:cubicBezTo>
                  <a:pt x="539" y="78"/>
                  <a:pt x="537" y="78"/>
                  <a:pt x="535" y="78"/>
                </a:cubicBezTo>
                <a:cubicBezTo>
                  <a:pt x="534" y="78"/>
                  <a:pt x="534" y="78"/>
                  <a:pt x="533" y="78"/>
                </a:cubicBezTo>
                <a:close/>
                <a:moveTo>
                  <a:pt x="652" y="78"/>
                </a:moveTo>
                <a:cubicBezTo>
                  <a:pt x="652" y="78"/>
                  <a:pt x="652" y="78"/>
                  <a:pt x="652" y="78"/>
                </a:cubicBezTo>
                <a:cubicBezTo>
                  <a:pt x="652" y="78"/>
                  <a:pt x="652" y="78"/>
                  <a:pt x="652" y="78"/>
                </a:cubicBezTo>
                <a:cubicBezTo>
                  <a:pt x="651" y="78"/>
                  <a:pt x="651" y="78"/>
                  <a:pt x="651" y="78"/>
                </a:cubicBezTo>
                <a:cubicBezTo>
                  <a:pt x="651" y="78"/>
                  <a:pt x="650" y="78"/>
                  <a:pt x="649" y="78"/>
                </a:cubicBezTo>
                <a:cubicBezTo>
                  <a:pt x="649" y="78"/>
                  <a:pt x="648" y="78"/>
                  <a:pt x="647" y="79"/>
                </a:cubicBezTo>
                <a:cubicBezTo>
                  <a:pt x="647" y="79"/>
                  <a:pt x="646" y="79"/>
                  <a:pt x="646" y="79"/>
                </a:cubicBezTo>
                <a:cubicBezTo>
                  <a:pt x="645" y="79"/>
                  <a:pt x="645" y="79"/>
                  <a:pt x="644" y="80"/>
                </a:cubicBezTo>
                <a:cubicBezTo>
                  <a:pt x="644" y="80"/>
                  <a:pt x="644" y="80"/>
                  <a:pt x="644" y="80"/>
                </a:cubicBezTo>
                <a:cubicBezTo>
                  <a:pt x="644" y="80"/>
                  <a:pt x="643" y="80"/>
                  <a:pt x="643" y="81"/>
                </a:cubicBezTo>
                <a:cubicBezTo>
                  <a:pt x="643" y="81"/>
                  <a:pt x="643" y="81"/>
                  <a:pt x="643" y="81"/>
                </a:cubicBezTo>
                <a:cubicBezTo>
                  <a:pt x="643" y="81"/>
                  <a:pt x="643" y="81"/>
                  <a:pt x="643" y="82"/>
                </a:cubicBezTo>
                <a:cubicBezTo>
                  <a:pt x="643" y="83"/>
                  <a:pt x="643" y="83"/>
                  <a:pt x="643" y="83"/>
                </a:cubicBezTo>
                <a:cubicBezTo>
                  <a:pt x="644" y="84"/>
                  <a:pt x="644" y="84"/>
                  <a:pt x="645" y="84"/>
                </a:cubicBezTo>
                <a:cubicBezTo>
                  <a:pt x="646" y="85"/>
                  <a:pt x="646" y="85"/>
                  <a:pt x="647" y="85"/>
                </a:cubicBezTo>
                <a:cubicBezTo>
                  <a:pt x="648" y="85"/>
                  <a:pt x="649" y="85"/>
                  <a:pt x="650" y="85"/>
                </a:cubicBezTo>
                <a:cubicBezTo>
                  <a:pt x="650" y="85"/>
                  <a:pt x="650" y="85"/>
                  <a:pt x="650" y="85"/>
                </a:cubicBezTo>
                <a:cubicBezTo>
                  <a:pt x="650" y="85"/>
                  <a:pt x="650" y="85"/>
                  <a:pt x="651" y="85"/>
                </a:cubicBezTo>
                <a:cubicBezTo>
                  <a:pt x="651" y="85"/>
                  <a:pt x="651" y="85"/>
                  <a:pt x="651" y="85"/>
                </a:cubicBezTo>
                <a:cubicBezTo>
                  <a:pt x="651" y="85"/>
                  <a:pt x="651" y="85"/>
                  <a:pt x="651" y="85"/>
                </a:cubicBezTo>
                <a:cubicBezTo>
                  <a:pt x="652" y="85"/>
                  <a:pt x="653" y="85"/>
                  <a:pt x="654" y="85"/>
                </a:cubicBezTo>
                <a:cubicBezTo>
                  <a:pt x="654" y="85"/>
                  <a:pt x="655" y="84"/>
                  <a:pt x="655" y="84"/>
                </a:cubicBezTo>
                <a:cubicBezTo>
                  <a:pt x="656" y="84"/>
                  <a:pt x="657" y="84"/>
                  <a:pt x="657" y="83"/>
                </a:cubicBezTo>
                <a:cubicBezTo>
                  <a:pt x="657" y="83"/>
                  <a:pt x="658" y="83"/>
                  <a:pt x="658" y="82"/>
                </a:cubicBezTo>
                <a:cubicBezTo>
                  <a:pt x="658" y="81"/>
                  <a:pt x="658" y="81"/>
                  <a:pt x="658" y="81"/>
                </a:cubicBezTo>
                <a:cubicBezTo>
                  <a:pt x="658" y="81"/>
                  <a:pt x="658" y="81"/>
                  <a:pt x="658" y="81"/>
                </a:cubicBezTo>
                <a:cubicBezTo>
                  <a:pt x="658" y="80"/>
                  <a:pt x="658" y="80"/>
                  <a:pt x="658" y="80"/>
                </a:cubicBezTo>
                <a:cubicBezTo>
                  <a:pt x="658" y="80"/>
                  <a:pt x="657" y="80"/>
                  <a:pt x="657" y="80"/>
                </a:cubicBezTo>
                <a:cubicBezTo>
                  <a:pt x="656" y="79"/>
                  <a:pt x="654" y="78"/>
                  <a:pt x="653" y="78"/>
                </a:cubicBezTo>
                <a:cubicBezTo>
                  <a:pt x="653" y="78"/>
                  <a:pt x="652" y="78"/>
                  <a:pt x="652" y="78"/>
                </a:cubicBezTo>
                <a:close/>
                <a:moveTo>
                  <a:pt x="610" y="78"/>
                </a:moveTo>
                <a:cubicBezTo>
                  <a:pt x="610" y="78"/>
                  <a:pt x="609" y="78"/>
                  <a:pt x="609" y="79"/>
                </a:cubicBezTo>
                <a:cubicBezTo>
                  <a:pt x="608" y="79"/>
                  <a:pt x="607" y="79"/>
                  <a:pt x="607" y="79"/>
                </a:cubicBezTo>
                <a:cubicBezTo>
                  <a:pt x="606" y="79"/>
                  <a:pt x="606" y="79"/>
                  <a:pt x="606" y="80"/>
                </a:cubicBezTo>
                <a:cubicBezTo>
                  <a:pt x="605" y="80"/>
                  <a:pt x="604" y="81"/>
                  <a:pt x="604" y="82"/>
                </a:cubicBezTo>
                <a:cubicBezTo>
                  <a:pt x="604" y="83"/>
                  <a:pt x="604" y="83"/>
                  <a:pt x="605" y="83"/>
                </a:cubicBezTo>
                <a:cubicBezTo>
                  <a:pt x="605" y="84"/>
                  <a:pt x="606" y="84"/>
                  <a:pt x="606" y="84"/>
                </a:cubicBezTo>
                <a:cubicBezTo>
                  <a:pt x="607" y="85"/>
                  <a:pt x="607" y="85"/>
                  <a:pt x="608" y="85"/>
                </a:cubicBezTo>
                <a:cubicBezTo>
                  <a:pt x="609" y="85"/>
                  <a:pt x="610" y="85"/>
                  <a:pt x="611" y="85"/>
                </a:cubicBezTo>
                <a:cubicBezTo>
                  <a:pt x="612" y="85"/>
                  <a:pt x="613" y="85"/>
                  <a:pt x="614" y="85"/>
                </a:cubicBezTo>
                <a:cubicBezTo>
                  <a:pt x="614" y="85"/>
                  <a:pt x="615" y="85"/>
                  <a:pt x="616" y="84"/>
                </a:cubicBezTo>
                <a:cubicBezTo>
                  <a:pt x="617" y="84"/>
                  <a:pt x="617" y="84"/>
                  <a:pt x="618" y="83"/>
                </a:cubicBezTo>
                <a:cubicBezTo>
                  <a:pt x="618" y="83"/>
                  <a:pt x="619" y="83"/>
                  <a:pt x="619" y="82"/>
                </a:cubicBezTo>
                <a:cubicBezTo>
                  <a:pt x="619" y="81"/>
                  <a:pt x="619" y="81"/>
                  <a:pt x="619" y="81"/>
                </a:cubicBezTo>
                <a:cubicBezTo>
                  <a:pt x="619" y="81"/>
                  <a:pt x="619" y="81"/>
                  <a:pt x="619" y="81"/>
                </a:cubicBezTo>
                <a:cubicBezTo>
                  <a:pt x="619" y="80"/>
                  <a:pt x="619" y="80"/>
                  <a:pt x="619" y="80"/>
                </a:cubicBezTo>
                <a:cubicBezTo>
                  <a:pt x="619" y="80"/>
                  <a:pt x="619" y="80"/>
                  <a:pt x="619" y="80"/>
                </a:cubicBezTo>
                <a:cubicBezTo>
                  <a:pt x="618" y="79"/>
                  <a:pt x="618" y="79"/>
                  <a:pt x="617" y="79"/>
                </a:cubicBezTo>
                <a:cubicBezTo>
                  <a:pt x="617" y="79"/>
                  <a:pt x="617" y="79"/>
                  <a:pt x="616" y="79"/>
                </a:cubicBezTo>
                <a:cubicBezTo>
                  <a:pt x="615" y="78"/>
                  <a:pt x="615" y="78"/>
                  <a:pt x="614" y="78"/>
                </a:cubicBezTo>
                <a:cubicBezTo>
                  <a:pt x="614" y="78"/>
                  <a:pt x="613" y="78"/>
                  <a:pt x="612" y="78"/>
                </a:cubicBezTo>
                <a:cubicBezTo>
                  <a:pt x="612" y="78"/>
                  <a:pt x="611" y="78"/>
                  <a:pt x="610" y="78"/>
                </a:cubicBezTo>
                <a:close/>
                <a:moveTo>
                  <a:pt x="959" y="78"/>
                </a:moveTo>
                <a:cubicBezTo>
                  <a:pt x="959" y="78"/>
                  <a:pt x="958" y="78"/>
                  <a:pt x="957" y="79"/>
                </a:cubicBezTo>
                <a:cubicBezTo>
                  <a:pt x="957" y="79"/>
                  <a:pt x="956" y="79"/>
                  <a:pt x="956" y="79"/>
                </a:cubicBezTo>
                <a:cubicBezTo>
                  <a:pt x="955" y="79"/>
                  <a:pt x="955" y="79"/>
                  <a:pt x="955" y="80"/>
                </a:cubicBezTo>
                <a:cubicBezTo>
                  <a:pt x="954" y="80"/>
                  <a:pt x="954" y="80"/>
                  <a:pt x="954" y="80"/>
                </a:cubicBezTo>
                <a:cubicBezTo>
                  <a:pt x="954" y="80"/>
                  <a:pt x="954" y="80"/>
                  <a:pt x="954" y="81"/>
                </a:cubicBezTo>
                <a:cubicBezTo>
                  <a:pt x="953" y="81"/>
                  <a:pt x="953" y="81"/>
                  <a:pt x="953" y="81"/>
                </a:cubicBezTo>
                <a:cubicBezTo>
                  <a:pt x="953" y="81"/>
                  <a:pt x="953" y="81"/>
                  <a:pt x="953" y="82"/>
                </a:cubicBezTo>
                <a:cubicBezTo>
                  <a:pt x="953" y="83"/>
                  <a:pt x="954" y="83"/>
                  <a:pt x="954" y="83"/>
                </a:cubicBezTo>
                <a:cubicBezTo>
                  <a:pt x="954" y="84"/>
                  <a:pt x="955" y="84"/>
                  <a:pt x="956" y="84"/>
                </a:cubicBezTo>
                <a:cubicBezTo>
                  <a:pt x="956" y="85"/>
                  <a:pt x="957" y="85"/>
                  <a:pt x="958" y="85"/>
                </a:cubicBezTo>
                <a:cubicBezTo>
                  <a:pt x="959" y="85"/>
                  <a:pt x="960" y="85"/>
                  <a:pt x="961" y="85"/>
                </a:cubicBezTo>
                <a:cubicBezTo>
                  <a:pt x="961" y="85"/>
                  <a:pt x="962" y="85"/>
                  <a:pt x="963" y="85"/>
                </a:cubicBezTo>
                <a:cubicBezTo>
                  <a:pt x="964" y="85"/>
                  <a:pt x="965" y="85"/>
                  <a:pt x="966" y="84"/>
                </a:cubicBezTo>
                <a:cubicBezTo>
                  <a:pt x="966" y="84"/>
                  <a:pt x="967" y="84"/>
                  <a:pt x="967" y="83"/>
                </a:cubicBezTo>
                <a:cubicBezTo>
                  <a:pt x="968" y="83"/>
                  <a:pt x="968" y="83"/>
                  <a:pt x="969" y="82"/>
                </a:cubicBezTo>
                <a:cubicBezTo>
                  <a:pt x="969" y="81"/>
                  <a:pt x="969" y="81"/>
                  <a:pt x="969" y="81"/>
                </a:cubicBezTo>
                <a:cubicBezTo>
                  <a:pt x="969" y="81"/>
                  <a:pt x="968" y="81"/>
                  <a:pt x="968" y="81"/>
                </a:cubicBezTo>
                <a:cubicBezTo>
                  <a:pt x="968" y="80"/>
                  <a:pt x="968" y="80"/>
                  <a:pt x="968" y="80"/>
                </a:cubicBezTo>
                <a:cubicBezTo>
                  <a:pt x="968" y="80"/>
                  <a:pt x="968" y="80"/>
                  <a:pt x="968" y="80"/>
                </a:cubicBezTo>
                <a:cubicBezTo>
                  <a:pt x="967" y="79"/>
                  <a:pt x="967" y="79"/>
                  <a:pt x="966" y="79"/>
                </a:cubicBezTo>
                <a:cubicBezTo>
                  <a:pt x="966" y="79"/>
                  <a:pt x="965" y="79"/>
                  <a:pt x="965" y="79"/>
                </a:cubicBezTo>
                <a:cubicBezTo>
                  <a:pt x="964" y="78"/>
                  <a:pt x="964" y="78"/>
                  <a:pt x="963" y="78"/>
                </a:cubicBezTo>
                <a:cubicBezTo>
                  <a:pt x="963" y="78"/>
                  <a:pt x="962" y="78"/>
                  <a:pt x="961" y="78"/>
                </a:cubicBezTo>
                <a:cubicBezTo>
                  <a:pt x="961" y="78"/>
                  <a:pt x="960" y="78"/>
                  <a:pt x="959" y="78"/>
                </a:cubicBezTo>
                <a:close/>
                <a:moveTo>
                  <a:pt x="998" y="78"/>
                </a:moveTo>
                <a:cubicBezTo>
                  <a:pt x="997" y="78"/>
                  <a:pt x="997" y="78"/>
                  <a:pt x="996" y="79"/>
                </a:cubicBezTo>
                <a:cubicBezTo>
                  <a:pt x="996" y="79"/>
                  <a:pt x="995" y="79"/>
                  <a:pt x="995" y="79"/>
                </a:cubicBezTo>
                <a:cubicBezTo>
                  <a:pt x="994" y="79"/>
                  <a:pt x="994" y="79"/>
                  <a:pt x="993" y="80"/>
                </a:cubicBezTo>
                <a:cubicBezTo>
                  <a:pt x="992" y="80"/>
                  <a:pt x="992" y="81"/>
                  <a:pt x="992" y="82"/>
                </a:cubicBezTo>
                <a:cubicBezTo>
                  <a:pt x="992" y="83"/>
                  <a:pt x="992" y="83"/>
                  <a:pt x="993" y="83"/>
                </a:cubicBezTo>
                <a:cubicBezTo>
                  <a:pt x="993" y="84"/>
                  <a:pt x="994" y="84"/>
                  <a:pt x="995" y="84"/>
                </a:cubicBezTo>
                <a:cubicBezTo>
                  <a:pt x="995" y="85"/>
                  <a:pt x="996" y="85"/>
                  <a:pt x="997" y="85"/>
                </a:cubicBezTo>
                <a:cubicBezTo>
                  <a:pt x="998" y="85"/>
                  <a:pt x="998" y="85"/>
                  <a:pt x="999" y="85"/>
                </a:cubicBezTo>
                <a:cubicBezTo>
                  <a:pt x="1000" y="85"/>
                  <a:pt x="1001" y="85"/>
                  <a:pt x="1002" y="85"/>
                </a:cubicBezTo>
                <a:cubicBezTo>
                  <a:pt x="1003" y="85"/>
                  <a:pt x="1004" y="85"/>
                  <a:pt x="1004" y="84"/>
                </a:cubicBezTo>
                <a:cubicBezTo>
                  <a:pt x="1005" y="84"/>
                  <a:pt x="1006" y="84"/>
                  <a:pt x="1006" y="83"/>
                </a:cubicBezTo>
                <a:cubicBezTo>
                  <a:pt x="1007" y="83"/>
                  <a:pt x="1007" y="83"/>
                  <a:pt x="1007" y="82"/>
                </a:cubicBezTo>
                <a:cubicBezTo>
                  <a:pt x="1007" y="81"/>
                  <a:pt x="1007" y="81"/>
                  <a:pt x="1007" y="81"/>
                </a:cubicBezTo>
                <a:cubicBezTo>
                  <a:pt x="1007" y="81"/>
                  <a:pt x="1007" y="81"/>
                  <a:pt x="1007" y="81"/>
                </a:cubicBezTo>
                <a:cubicBezTo>
                  <a:pt x="1007" y="80"/>
                  <a:pt x="1007" y="80"/>
                  <a:pt x="1007" y="80"/>
                </a:cubicBezTo>
                <a:cubicBezTo>
                  <a:pt x="1007" y="80"/>
                  <a:pt x="1006" y="80"/>
                  <a:pt x="1006" y="80"/>
                </a:cubicBezTo>
                <a:cubicBezTo>
                  <a:pt x="1006" y="79"/>
                  <a:pt x="1006" y="79"/>
                  <a:pt x="1005" y="79"/>
                </a:cubicBezTo>
                <a:cubicBezTo>
                  <a:pt x="1005" y="79"/>
                  <a:pt x="1004" y="79"/>
                  <a:pt x="1004" y="79"/>
                </a:cubicBezTo>
                <a:cubicBezTo>
                  <a:pt x="1003" y="78"/>
                  <a:pt x="1003" y="78"/>
                  <a:pt x="1002" y="78"/>
                </a:cubicBezTo>
                <a:cubicBezTo>
                  <a:pt x="1001" y="78"/>
                  <a:pt x="1001" y="78"/>
                  <a:pt x="1000" y="78"/>
                </a:cubicBezTo>
                <a:cubicBezTo>
                  <a:pt x="999" y="78"/>
                  <a:pt x="999" y="78"/>
                  <a:pt x="998" y="78"/>
                </a:cubicBezTo>
                <a:close/>
                <a:moveTo>
                  <a:pt x="1042" y="78"/>
                </a:moveTo>
                <a:cubicBezTo>
                  <a:pt x="1041" y="78"/>
                  <a:pt x="1040" y="78"/>
                  <a:pt x="1039" y="78"/>
                </a:cubicBezTo>
                <a:cubicBezTo>
                  <a:pt x="1038" y="78"/>
                  <a:pt x="1038" y="78"/>
                  <a:pt x="1038" y="78"/>
                </a:cubicBezTo>
                <a:cubicBezTo>
                  <a:pt x="1038" y="78"/>
                  <a:pt x="1037" y="78"/>
                  <a:pt x="1037" y="78"/>
                </a:cubicBezTo>
                <a:cubicBezTo>
                  <a:pt x="1037" y="78"/>
                  <a:pt x="1037" y="78"/>
                  <a:pt x="1036" y="78"/>
                </a:cubicBezTo>
                <a:cubicBezTo>
                  <a:pt x="1036" y="78"/>
                  <a:pt x="1036" y="78"/>
                  <a:pt x="1036" y="78"/>
                </a:cubicBezTo>
                <a:cubicBezTo>
                  <a:pt x="1034" y="79"/>
                  <a:pt x="1033" y="79"/>
                  <a:pt x="1032" y="80"/>
                </a:cubicBezTo>
                <a:cubicBezTo>
                  <a:pt x="1031" y="80"/>
                  <a:pt x="1031" y="81"/>
                  <a:pt x="1031" y="82"/>
                </a:cubicBezTo>
                <a:cubicBezTo>
                  <a:pt x="1031" y="83"/>
                  <a:pt x="1031" y="83"/>
                  <a:pt x="1031" y="83"/>
                </a:cubicBezTo>
                <a:cubicBezTo>
                  <a:pt x="1032" y="83"/>
                  <a:pt x="1032" y="84"/>
                  <a:pt x="1032" y="84"/>
                </a:cubicBezTo>
                <a:cubicBezTo>
                  <a:pt x="1033" y="84"/>
                  <a:pt x="1033" y="84"/>
                  <a:pt x="1034" y="85"/>
                </a:cubicBezTo>
                <a:cubicBezTo>
                  <a:pt x="1034" y="85"/>
                  <a:pt x="1035" y="85"/>
                  <a:pt x="1035" y="85"/>
                </a:cubicBezTo>
                <a:cubicBezTo>
                  <a:pt x="1036" y="85"/>
                  <a:pt x="1037" y="85"/>
                  <a:pt x="1038" y="85"/>
                </a:cubicBezTo>
                <a:cubicBezTo>
                  <a:pt x="1039" y="85"/>
                  <a:pt x="1039" y="85"/>
                  <a:pt x="1039" y="85"/>
                </a:cubicBezTo>
                <a:cubicBezTo>
                  <a:pt x="1039" y="85"/>
                  <a:pt x="1040" y="85"/>
                  <a:pt x="1040" y="85"/>
                </a:cubicBezTo>
                <a:cubicBezTo>
                  <a:pt x="1040" y="85"/>
                  <a:pt x="1040" y="85"/>
                  <a:pt x="1041" y="85"/>
                </a:cubicBezTo>
                <a:cubicBezTo>
                  <a:pt x="1041" y="85"/>
                  <a:pt x="1041" y="85"/>
                  <a:pt x="1041" y="85"/>
                </a:cubicBezTo>
                <a:cubicBezTo>
                  <a:pt x="1043" y="85"/>
                  <a:pt x="1045" y="84"/>
                  <a:pt x="1046" y="82"/>
                </a:cubicBezTo>
                <a:cubicBezTo>
                  <a:pt x="1046" y="81"/>
                  <a:pt x="1046" y="81"/>
                  <a:pt x="1046" y="81"/>
                </a:cubicBezTo>
                <a:cubicBezTo>
                  <a:pt x="1046" y="81"/>
                  <a:pt x="1046" y="81"/>
                  <a:pt x="1046" y="81"/>
                </a:cubicBezTo>
                <a:cubicBezTo>
                  <a:pt x="1046" y="80"/>
                  <a:pt x="1046" y="80"/>
                  <a:pt x="1046" y="80"/>
                </a:cubicBezTo>
                <a:cubicBezTo>
                  <a:pt x="1045" y="80"/>
                  <a:pt x="1045" y="80"/>
                  <a:pt x="1045" y="80"/>
                </a:cubicBezTo>
                <a:cubicBezTo>
                  <a:pt x="1044" y="79"/>
                  <a:pt x="1043" y="79"/>
                  <a:pt x="1042" y="78"/>
                </a:cubicBezTo>
                <a:cubicBezTo>
                  <a:pt x="1042" y="78"/>
                  <a:pt x="1042" y="78"/>
                  <a:pt x="1042" y="78"/>
                </a:cubicBezTo>
                <a:close/>
                <a:moveTo>
                  <a:pt x="887" y="78"/>
                </a:moveTo>
                <a:cubicBezTo>
                  <a:pt x="886" y="78"/>
                  <a:pt x="886" y="78"/>
                  <a:pt x="886" y="78"/>
                </a:cubicBezTo>
                <a:cubicBezTo>
                  <a:pt x="886" y="78"/>
                  <a:pt x="886" y="78"/>
                  <a:pt x="885" y="78"/>
                </a:cubicBezTo>
                <a:cubicBezTo>
                  <a:pt x="885" y="78"/>
                  <a:pt x="885" y="78"/>
                  <a:pt x="885" y="78"/>
                </a:cubicBezTo>
                <a:cubicBezTo>
                  <a:pt x="884" y="78"/>
                  <a:pt x="884" y="78"/>
                  <a:pt x="884" y="78"/>
                </a:cubicBezTo>
                <a:cubicBezTo>
                  <a:pt x="883" y="78"/>
                  <a:pt x="882" y="78"/>
                  <a:pt x="882" y="78"/>
                </a:cubicBezTo>
                <a:cubicBezTo>
                  <a:pt x="881" y="78"/>
                  <a:pt x="881" y="78"/>
                  <a:pt x="880" y="79"/>
                </a:cubicBezTo>
                <a:cubicBezTo>
                  <a:pt x="879" y="79"/>
                  <a:pt x="879" y="79"/>
                  <a:pt x="878" y="79"/>
                </a:cubicBezTo>
                <a:cubicBezTo>
                  <a:pt x="878" y="79"/>
                  <a:pt x="877" y="79"/>
                  <a:pt x="877" y="80"/>
                </a:cubicBezTo>
                <a:cubicBezTo>
                  <a:pt x="876" y="80"/>
                  <a:pt x="876" y="81"/>
                  <a:pt x="876" y="82"/>
                </a:cubicBezTo>
                <a:cubicBezTo>
                  <a:pt x="876" y="83"/>
                  <a:pt x="876" y="83"/>
                  <a:pt x="876" y="83"/>
                </a:cubicBezTo>
                <a:cubicBezTo>
                  <a:pt x="877" y="84"/>
                  <a:pt x="877" y="84"/>
                  <a:pt x="878" y="84"/>
                </a:cubicBezTo>
                <a:cubicBezTo>
                  <a:pt x="879" y="85"/>
                  <a:pt x="879" y="85"/>
                  <a:pt x="880" y="85"/>
                </a:cubicBezTo>
                <a:cubicBezTo>
                  <a:pt x="881" y="85"/>
                  <a:pt x="882" y="85"/>
                  <a:pt x="883" y="85"/>
                </a:cubicBezTo>
                <a:cubicBezTo>
                  <a:pt x="883" y="85"/>
                  <a:pt x="883" y="85"/>
                  <a:pt x="884" y="85"/>
                </a:cubicBezTo>
                <a:cubicBezTo>
                  <a:pt x="884" y="85"/>
                  <a:pt x="884" y="85"/>
                  <a:pt x="884" y="85"/>
                </a:cubicBezTo>
                <a:cubicBezTo>
                  <a:pt x="885" y="85"/>
                  <a:pt x="885" y="85"/>
                  <a:pt x="885" y="85"/>
                </a:cubicBezTo>
                <a:cubicBezTo>
                  <a:pt x="885" y="85"/>
                  <a:pt x="886" y="85"/>
                  <a:pt x="886" y="85"/>
                </a:cubicBezTo>
                <a:cubicBezTo>
                  <a:pt x="887" y="85"/>
                  <a:pt x="888" y="85"/>
                  <a:pt x="888" y="84"/>
                </a:cubicBezTo>
                <a:cubicBezTo>
                  <a:pt x="890" y="84"/>
                  <a:pt x="891" y="83"/>
                  <a:pt x="891" y="82"/>
                </a:cubicBezTo>
                <a:cubicBezTo>
                  <a:pt x="891" y="81"/>
                  <a:pt x="891" y="81"/>
                  <a:pt x="891" y="81"/>
                </a:cubicBezTo>
                <a:cubicBezTo>
                  <a:pt x="891" y="81"/>
                  <a:pt x="891" y="81"/>
                  <a:pt x="891" y="81"/>
                </a:cubicBezTo>
                <a:cubicBezTo>
                  <a:pt x="891" y="80"/>
                  <a:pt x="891" y="80"/>
                  <a:pt x="890" y="80"/>
                </a:cubicBezTo>
                <a:cubicBezTo>
                  <a:pt x="890" y="80"/>
                  <a:pt x="890" y="80"/>
                  <a:pt x="890" y="80"/>
                </a:cubicBezTo>
                <a:cubicBezTo>
                  <a:pt x="889" y="79"/>
                  <a:pt x="889" y="79"/>
                  <a:pt x="889" y="79"/>
                </a:cubicBezTo>
                <a:cubicBezTo>
                  <a:pt x="888" y="79"/>
                  <a:pt x="888" y="79"/>
                  <a:pt x="887" y="78"/>
                </a:cubicBezTo>
                <a:close/>
                <a:moveTo>
                  <a:pt x="921" y="78"/>
                </a:moveTo>
                <a:cubicBezTo>
                  <a:pt x="920" y="78"/>
                  <a:pt x="919" y="78"/>
                  <a:pt x="919" y="79"/>
                </a:cubicBezTo>
                <a:cubicBezTo>
                  <a:pt x="918" y="79"/>
                  <a:pt x="918" y="79"/>
                  <a:pt x="917" y="79"/>
                </a:cubicBezTo>
                <a:cubicBezTo>
                  <a:pt x="917" y="79"/>
                  <a:pt x="916" y="79"/>
                  <a:pt x="916" y="80"/>
                </a:cubicBezTo>
                <a:cubicBezTo>
                  <a:pt x="916" y="80"/>
                  <a:pt x="915" y="80"/>
                  <a:pt x="915" y="80"/>
                </a:cubicBezTo>
                <a:cubicBezTo>
                  <a:pt x="915" y="80"/>
                  <a:pt x="915" y="80"/>
                  <a:pt x="915" y="81"/>
                </a:cubicBezTo>
                <a:cubicBezTo>
                  <a:pt x="915" y="81"/>
                  <a:pt x="915" y="81"/>
                  <a:pt x="914" y="81"/>
                </a:cubicBezTo>
                <a:cubicBezTo>
                  <a:pt x="914" y="81"/>
                  <a:pt x="914" y="81"/>
                  <a:pt x="914" y="82"/>
                </a:cubicBezTo>
                <a:cubicBezTo>
                  <a:pt x="915" y="83"/>
                  <a:pt x="915" y="83"/>
                  <a:pt x="915" y="83"/>
                </a:cubicBezTo>
                <a:cubicBezTo>
                  <a:pt x="916" y="84"/>
                  <a:pt x="916" y="84"/>
                  <a:pt x="917" y="84"/>
                </a:cubicBezTo>
                <a:cubicBezTo>
                  <a:pt x="917" y="85"/>
                  <a:pt x="918" y="85"/>
                  <a:pt x="919" y="85"/>
                </a:cubicBezTo>
                <a:cubicBezTo>
                  <a:pt x="920" y="85"/>
                  <a:pt x="921" y="85"/>
                  <a:pt x="922" y="85"/>
                </a:cubicBezTo>
                <a:cubicBezTo>
                  <a:pt x="923" y="85"/>
                  <a:pt x="924" y="85"/>
                  <a:pt x="924" y="85"/>
                </a:cubicBezTo>
                <a:cubicBezTo>
                  <a:pt x="925" y="85"/>
                  <a:pt x="926" y="85"/>
                  <a:pt x="927" y="84"/>
                </a:cubicBezTo>
                <a:cubicBezTo>
                  <a:pt x="927" y="84"/>
                  <a:pt x="928" y="84"/>
                  <a:pt x="929" y="83"/>
                </a:cubicBezTo>
                <a:cubicBezTo>
                  <a:pt x="929" y="83"/>
                  <a:pt x="929" y="83"/>
                  <a:pt x="930" y="82"/>
                </a:cubicBezTo>
                <a:cubicBezTo>
                  <a:pt x="930" y="81"/>
                  <a:pt x="930" y="81"/>
                  <a:pt x="930" y="81"/>
                </a:cubicBezTo>
                <a:cubicBezTo>
                  <a:pt x="930" y="81"/>
                  <a:pt x="930" y="81"/>
                  <a:pt x="930" y="81"/>
                </a:cubicBezTo>
                <a:cubicBezTo>
                  <a:pt x="930" y="80"/>
                  <a:pt x="929" y="80"/>
                  <a:pt x="929" y="80"/>
                </a:cubicBezTo>
                <a:cubicBezTo>
                  <a:pt x="929" y="80"/>
                  <a:pt x="929" y="80"/>
                  <a:pt x="929" y="80"/>
                </a:cubicBezTo>
                <a:cubicBezTo>
                  <a:pt x="927" y="78"/>
                  <a:pt x="925" y="78"/>
                  <a:pt x="922" y="78"/>
                </a:cubicBezTo>
                <a:cubicBezTo>
                  <a:pt x="922" y="78"/>
                  <a:pt x="921" y="78"/>
                  <a:pt x="921" y="78"/>
                </a:cubicBezTo>
                <a:close/>
                <a:moveTo>
                  <a:pt x="1076" y="78"/>
                </a:moveTo>
                <a:cubicBezTo>
                  <a:pt x="1075" y="78"/>
                  <a:pt x="1074" y="78"/>
                  <a:pt x="1074" y="79"/>
                </a:cubicBezTo>
                <a:cubicBezTo>
                  <a:pt x="1073" y="79"/>
                  <a:pt x="1073" y="79"/>
                  <a:pt x="1072" y="79"/>
                </a:cubicBezTo>
                <a:cubicBezTo>
                  <a:pt x="1072" y="79"/>
                  <a:pt x="1071" y="79"/>
                  <a:pt x="1071" y="80"/>
                </a:cubicBezTo>
                <a:cubicBezTo>
                  <a:pt x="1071" y="80"/>
                  <a:pt x="1071" y="80"/>
                  <a:pt x="1070" y="80"/>
                </a:cubicBezTo>
                <a:cubicBezTo>
                  <a:pt x="1070" y="80"/>
                  <a:pt x="1070" y="80"/>
                  <a:pt x="1070" y="81"/>
                </a:cubicBezTo>
                <a:cubicBezTo>
                  <a:pt x="1070" y="81"/>
                  <a:pt x="1070" y="81"/>
                  <a:pt x="1070" y="81"/>
                </a:cubicBezTo>
                <a:cubicBezTo>
                  <a:pt x="1070" y="81"/>
                  <a:pt x="1070" y="81"/>
                  <a:pt x="1070" y="82"/>
                </a:cubicBezTo>
                <a:cubicBezTo>
                  <a:pt x="1070" y="83"/>
                  <a:pt x="1070" y="83"/>
                  <a:pt x="1071" y="83"/>
                </a:cubicBezTo>
                <a:cubicBezTo>
                  <a:pt x="1071" y="84"/>
                  <a:pt x="1072" y="84"/>
                  <a:pt x="1072" y="84"/>
                </a:cubicBezTo>
                <a:cubicBezTo>
                  <a:pt x="1073" y="85"/>
                  <a:pt x="1074" y="85"/>
                  <a:pt x="1074" y="85"/>
                </a:cubicBezTo>
                <a:cubicBezTo>
                  <a:pt x="1075" y="85"/>
                  <a:pt x="1076" y="85"/>
                  <a:pt x="1077" y="85"/>
                </a:cubicBezTo>
                <a:cubicBezTo>
                  <a:pt x="1078" y="85"/>
                  <a:pt x="1079" y="85"/>
                  <a:pt x="1080" y="85"/>
                </a:cubicBezTo>
                <a:cubicBezTo>
                  <a:pt x="1081" y="85"/>
                  <a:pt x="1081" y="85"/>
                  <a:pt x="1082" y="84"/>
                </a:cubicBezTo>
                <a:cubicBezTo>
                  <a:pt x="1083" y="84"/>
                  <a:pt x="1083" y="84"/>
                  <a:pt x="1084" y="83"/>
                </a:cubicBezTo>
                <a:cubicBezTo>
                  <a:pt x="1084" y="83"/>
                  <a:pt x="1085" y="83"/>
                  <a:pt x="1085" y="82"/>
                </a:cubicBezTo>
                <a:cubicBezTo>
                  <a:pt x="1085" y="81"/>
                  <a:pt x="1085" y="81"/>
                  <a:pt x="1085" y="81"/>
                </a:cubicBezTo>
                <a:cubicBezTo>
                  <a:pt x="1085" y="81"/>
                  <a:pt x="1085" y="81"/>
                  <a:pt x="1085" y="81"/>
                </a:cubicBezTo>
                <a:cubicBezTo>
                  <a:pt x="1085" y="80"/>
                  <a:pt x="1085" y="80"/>
                  <a:pt x="1084" y="80"/>
                </a:cubicBezTo>
                <a:cubicBezTo>
                  <a:pt x="1084" y="80"/>
                  <a:pt x="1084" y="80"/>
                  <a:pt x="1084" y="80"/>
                </a:cubicBezTo>
                <a:cubicBezTo>
                  <a:pt x="1082" y="78"/>
                  <a:pt x="1080" y="78"/>
                  <a:pt x="1078" y="78"/>
                </a:cubicBezTo>
                <a:cubicBezTo>
                  <a:pt x="1077" y="78"/>
                  <a:pt x="1076" y="78"/>
                  <a:pt x="1076" y="78"/>
                </a:cubicBezTo>
                <a:close/>
                <a:moveTo>
                  <a:pt x="1871" y="87"/>
                </a:moveTo>
                <a:cubicBezTo>
                  <a:pt x="1870" y="87"/>
                  <a:pt x="1869" y="88"/>
                  <a:pt x="1869" y="88"/>
                </a:cubicBezTo>
                <a:cubicBezTo>
                  <a:pt x="1868" y="88"/>
                  <a:pt x="1867" y="89"/>
                  <a:pt x="1867" y="89"/>
                </a:cubicBezTo>
                <a:cubicBezTo>
                  <a:pt x="1867" y="90"/>
                  <a:pt x="1867" y="90"/>
                  <a:pt x="1867" y="91"/>
                </a:cubicBezTo>
                <a:cubicBezTo>
                  <a:pt x="1867" y="91"/>
                  <a:pt x="1867" y="92"/>
                  <a:pt x="1868" y="92"/>
                </a:cubicBezTo>
                <a:cubicBezTo>
                  <a:pt x="1868" y="92"/>
                  <a:pt x="1869" y="93"/>
                  <a:pt x="1870" y="93"/>
                </a:cubicBezTo>
                <a:cubicBezTo>
                  <a:pt x="1870" y="93"/>
                  <a:pt x="1871" y="94"/>
                  <a:pt x="1872" y="94"/>
                </a:cubicBezTo>
                <a:cubicBezTo>
                  <a:pt x="1873" y="94"/>
                  <a:pt x="1874" y="94"/>
                  <a:pt x="1875" y="94"/>
                </a:cubicBezTo>
                <a:cubicBezTo>
                  <a:pt x="1876" y="94"/>
                  <a:pt x="1877" y="94"/>
                  <a:pt x="1878" y="94"/>
                </a:cubicBezTo>
                <a:cubicBezTo>
                  <a:pt x="1879" y="94"/>
                  <a:pt x="1880" y="93"/>
                  <a:pt x="1881" y="93"/>
                </a:cubicBezTo>
                <a:cubicBezTo>
                  <a:pt x="1881" y="93"/>
                  <a:pt x="1882" y="92"/>
                  <a:pt x="1882" y="92"/>
                </a:cubicBezTo>
                <a:cubicBezTo>
                  <a:pt x="1882" y="92"/>
                  <a:pt x="1882" y="91"/>
                  <a:pt x="1882" y="91"/>
                </a:cubicBezTo>
                <a:cubicBezTo>
                  <a:pt x="1882" y="90"/>
                  <a:pt x="1882" y="90"/>
                  <a:pt x="1881" y="89"/>
                </a:cubicBezTo>
                <a:cubicBezTo>
                  <a:pt x="1881" y="89"/>
                  <a:pt x="1880" y="88"/>
                  <a:pt x="1880" y="88"/>
                </a:cubicBezTo>
                <a:cubicBezTo>
                  <a:pt x="1879" y="88"/>
                  <a:pt x="1878" y="87"/>
                  <a:pt x="1877" y="87"/>
                </a:cubicBezTo>
                <a:cubicBezTo>
                  <a:pt x="1876" y="87"/>
                  <a:pt x="1875" y="87"/>
                  <a:pt x="1874" y="87"/>
                </a:cubicBezTo>
                <a:cubicBezTo>
                  <a:pt x="1873" y="87"/>
                  <a:pt x="1872" y="87"/>
                  <a:pt x="1871" y="87"/>
                </a:cubicBezTo>
                <a:close/>
                <a:moveTo>
                  <a:pt x="1832" y="87"/>
                </a:moveTo>
                <a:cubicBezTo>
                  <a:pt x="1831" y="87"/>
                  <a:pt x="1830" y="88"/>
                  <a:pt x="1830" y="88"/>
                </a:cubicBezTo>
                <a:cubicBezTo>
                  <a:pt x="1829" y="88"/>
                  <a:pt x="1829" y="89"/>
                  <a:pt x="1828" y="89"/>
                </a:cubicBezTo>
                <a:cubicBezTo>
                  <a:pt x="1828" y="90"/>
                  <a:pt x="1828" y="90"/>
                  <a:pt x="1828" y="91"/>
                </a:cubicBezTo>
                <a:cubicBezTo>
                  <a:pt x="1828" y="91"/>
                  <a:pt x="1828" y="92"/>
                  <a:pt x="1829" y="92"/>
                </a:cubicBezTo>
                <a:cubicBezTo>
                  <a:pt x="1829" y="92"/>
                  <a:pt x="1830" y="93"/>
                  <a:pt x="1831" y="93"/>
                </a:cubicBezTo>
                <a:cubicBezTo>
                  <a:pt x="1831" y="93"/>
                  <a:pt x="1832" y="94"/>
                  <a:pt x="1833" y="94"/>
                </a:cubicBezTo>
                <a:cubicBezTo>
                  <a:pt x="1834" y="94"/>
                  <a:pt x="1835" y="94"/>
                  <a:pt x="1836" y="94"/>
                </a:cubicBezTo>
                <a:cubicBezTo>
                  <a:pt x="1837" y="94"/>
                  <a:pt x="1838" y="94"/>
                  <a:pt x="1839" y="94"/>
                </a:cubicBezTo>
                <a:cubicBezTo>
                  <a:pt x="1840" y="94"/>
                  <a:pt x="1841" y="93"/>
                  <a:pt x="1842" y="93"/>
                </a:cubicBezTo>
                <a:cubicBezTo>
                  <a:pt x="1842" y="93"/>
                  <a:pt x="1843" y="92"/>
                  <a:pt x="1843" y="92"/>
                </a:cubicBezTo>
                <a:cubicBezTo>
                  <a:pt x="1843" y="92"/>
                  <a:pt x="1844" y="91"/>
                  <a:pt x="1843" y="91"/>
                </a:cubicBezTo>
                <a:cubicBezTo>
                  <a:pt x="1843" y="90"/>
                  <a:pt x="1843" y="90"/>
                  <a:pt x="1843" y="89"/>
                </a:cubicBezTo>
                <a:cubicBezTo>
                  <a:pt x="1842" y="89"/>
                  <a:pt x="1841" y="88"/>
                  <a:pt x="1841" y="88"/>
                </a:cubicBezTo>
                <a:cubicBezTo>
                  <a:pt x="1840" y="88"/>
                  <a:pt x="1839" y="87"/>
                  <a:pt x="1838" y="87"/>
                </a:cubicBezTo>
                <a:cubicBezTo>
                  <a:pt x="1837" y="87"/>
                  <a:pt x="1836" y="87"/>
                  <a:pt x="1835" y="87"/>
                </a:cubicBezTo>
                <a:cubicBezTo>
                  <a:pt x="1834" y="87"/>
                  <a:pt x="1833" y="87"/>
                  <a:pt x="1832" y="87"/>
                </a:cubicBezTo>
                <a:close/>
                <a:moveTo>
                  <a:pt x="1482" y="87"/>
                </a:moveTo>
                <a:cubicBezTo>
                  <a:pt x="1481" y="87"/>
                  <a:pt x="1480" y="88"/>
                  <a:pt x="1480" y="88"/>
                </a:cubicBezTo>
                <a:cubicBezTo>
                  <a:pt x="1479" y="88"/>
                  <a:pt x="1478" y="89"/>
                  <a:pt x="1478" y="89"/>
                </a:cubicBezTo>
                <a:cubicBezTo>
                  <a:pt x="1478" y="90"/>
                  <a:pt x="1478" y="90"/>
                  <a:pt x="1478" y="91"/>
                </a:cubicBezTo>
                <a:cubicBezTo>
                  <a:pt x="1478" y="91"/>
                  <a:pt x="1478" y="92"/>
                  <a:pt x="1478" y="92"/>
                </a:cubicBezTo>
                <a:cubicBezTo>
                  <a:pt x="1479" y="92"/>
                  <a:pt x="1479" y="93"/>
                  <a:pt x="1480" y="93"/>
                </a:cubicBezTo>
                <a:cubicBezTo>
                  <a:pt x="1481" y="93"/>
                  <a:pt x="1482" y="94"/>
                  <a:pt x="1483" y="94"/>
                </a:cubicBezTo>
                <a:cubicBezTo>
                  <a:pt x="1484" y="94"/>
                  <a:pt x="1485" y="94"/>
                  <a:pt x="1486" y="94"/>
                </a:cubicBezTo>
                <a:cubicBezTo>
                  <a:pt x="1487" y="94"/>
                  <a:pt x="1488" y="94"/>
                  <a:pt x="1489" y="94"/>
                </a:cubicBezTo>
                <a:cubicBezTo>
                  <a:pt x="1490" y="94"/>
                  <a:pt x="1490" y="93"/>
                  <a:pt x="1491" y="93"/>
                </a:cubicBezTo>
                <a:cubicBezTo>
                  <a:pt x="1492" y="93"/>
                  <a:pt x="1492" y="92"/>
                  <a:pt x="1493" y="92"/>
                </a:cubicBezTo>
                <a:cubicBezTo>
                  <a:pt x="1493" y="92"/>
                  <a:pt x="1493" y="91"/>
                  <a:pt x="1493" y="91"/>
                </a:cubicBezTo>
                <a:cubicBezTo>
                  <a:pt x="1493" y="90"/>
                  <a:pt x="1493" y="90"/>
                  <a:pt x="1492" y="89"/>
                </a:cubicBezTo>
                <a:cubicBezTo>
                  <a:pt x="1492" y="89"/>
                  <a:pt x="1491" y="88"/>
                  <a:pt x="1491" y="88"/>
                </a:cubicBezTo>
                <a:cubicBezTo>
                  <a:pt x="1490" y="88"/>
                  <a:pt x="1489" y="87"/>
                  <a:pt x="1488" y="87"/>
                </a:cubicBezTo>
                <a:cubicBezTo>
                  <a:pt x="1487" y="87"/>
                  <a:pt x="1486" y="87"/>
                  <a:pt x="1485" y="87"/>
                </a:cubicBezTo>
                <a:cubicBezTo>
                  <a:pt x="1484" y="87"/>
                  <a:pt x="1483" y="87"/>
                  <a:pt x="1482" y="87"/>
                </a:cubicBezTo>
                <a:close/>
                <a:moveTo>
                  <a:pt x="2026" y="87"/>
                </a:moveTo>
                <a:cubicBezTo>
                  <a:pt x="2026" y="87"/>
                  <a:pt x="2025" y="88"/>
                  <a:pt x="2024" y="88"/>
                </a:cubicBezTo>
                <a:cubicBezTo>
                  <a:pt x="2023" y="88"/>
                  <a:pt x="2023" y="89"/>
                  <a:pt x="2023" y="89"/>
                </a:cubicBezTo>
                <a:cubicBezTo>
                  <a:pt x="2022" y="90"/>
                  <a:pt x="2022" y="90"/>
                  <a:pt x="2022" y="91"/>
                </a:cubicBezTo>
                <a:cubicBezTo>
                  <a:pt x="2023" y="91"/>
                  <a:pt x="2023" y="92"/>
                  <a:pt x="2023" y="92"/>
                </a:cubicBezTo>
                <a:cubicBezTo>
                  <a:pt x="2024" y="92"/>
                  <a:pt x="2025" y="93"/>
                  <a:pt x="2025" y="93"/>
                </a:cubicBezTo>
                <a:cubicBezTo>
                  <a:pt x="2026" y="93"/>
                  <a:pt x="2027" y="94"/>
                  <a:pt x="2028" y="94"/>
                </a:cubicBezTo>
                <a:cubicBezTo>
                  <a:pt x="2029" y="94"/>
                  <a:pt x="2030" y="94"/>
                  <a:pt x="2031" y="94"/>
                </a:cubicBezTo>
                <a:cubicBezTo>
                  <a:pt x="2032" y="94"/>
                  <a:pt x="2033" y="94"/>
                  <a:pt x="2034" y="94"/>
                </a:cubicBezTo>
                <a:cubicBezTo>
                  <a:pt x="2035" y="94"/>
                  <a:pt x="2036" y="93"/>
                  <a:pt x="2036" y="93"/>
                </a:cubicBezTo>
                <a:cubicBezTo>
                  <a:pt x="2037" y="93"/>
                  <a:pt x="2037" y="92"/>
                  <a:pt x="2038" y="92"/>
                </a:cubicBezTo>
                <a:cubicBezTo>
                  <a:pt x="2038" y="92"/>
                  <a:pt x="2038" y="91"/>
                  <a:pt x="2038" y="91"/>
                </a:cubicBezTo>
                <a:cubicBezTo>
                  <a:pt x="2038" y="90"/>
                  <a:pt x="2038" y="90"/>
                  <a:pt x="2037" y="89"/>
                </a:cubicBezTo>
                <a:cubicBezTo>
                  <a:pt x="2037" y="89"/>
                  <a:pt x="2036" y="88"/>
                  <a:pt x="2035" y="88"/>
                </a:cubicBezTo>
                <a:cubicBezTo>
                  <a:pt x="2034" y="88"/>
                  <a:pt x="2033" y="87"/>
                  <a:pt x="2032" y="87"/>
                </a:cubicBezTo>
                <a:cubicBezTo>
                  <a:pt x="2031" y="87"/>
                  <a:pt x="2030" y="87"/>
                  <a:pt x="2029" y="87"/>
                </a:cubicBezTo>
                <a:cubicBezTo>
                  <a:pt x="2028" y="87"/>
                  <a:pt x="2027" y="87"/>
                  <a:pt x="2026" y="87"/>
                </a:cubicBezTo>
                <a:close/>
                <a:moveTo>
                  <a:pt x="1793" y="87"/>
                </a:moveTo>
                <a:cubicBezTo>
                  <a:pt x="1792" y="87"/>
                  <a:pt x="1791" y="88"/>
                  <a:pt x="1791" y="88"/>
                </a:cubicBezTo>
                <a:cubicBezTo>
                  <a:pt x="1790" y="88"/>
                  <a:pt x="1790" y="89"/>
                  <a:pt x="1789" y="89"/>
                </a:cubicBezTo>
                <a:cubicBezTo>
                  <a:pt x="1789" y="90"/>
                  <a:pt x="1789" y="90"/>
                  <a:pt x="1789" y="91"/>
                </a:cubicBezTo>
                <a:cubicBezTo>
                  <a:pt x="1789" y="91"/>
                  <a:pt x="1789" y="92"/>
                  <a:pt x="1790" y="92"/>
                </a:cubicBezTo>
                <a:cubicBezTo>
                  <a:pt x="1790" y="92"/>
                  <a:pt x="1791" y="93"/>
                  <a:pt x="1792" y="93"/>
                </a:cubicBezTo>
                <a:cubicBezTo>
                  <a:pt x="1792" y="93"/>
                  <a:pt x="1793" y="94"/>
                  <a:pt x="1794" y="94"/>
                </a:cubicBezTo>
                <a:cubicBezTo>
                  <a:pt x="1795" y="94"/>
                  <a:pt x="1796" y="94"/>
                  <a:pt x="1797" y="94"/>
                </a:cubicBezTo>
                <a:cubicBezTo>
                  <a:pt x="1798" y="94"/>
                  <a:pt x="1799" y="94"/>
                  <a:pt x="1800" y="94"/>
                </a:cubicBezTo>
                <a:cubicBezTo>
                  <a:pt x="1801" y="94"/>
                  <a:pt x="1802" y="93"/>
                  <a:pt x="1803" y="93"/>
                </a:cubicBezTo>
                <a:cubicBezTo>
                  <a:pt x="1803" y="93"/>
                  <a:pt x="1804" y="92"/>
                  <a:pt x="1804" y="92"/>
                </a:cubicBezTo>
                <a:cubicBezTo>
                  <a:pt x="1804" y="92"/>
                  <a:pt x="1805" y="91"/>
                  <a:pt x="1805" y="91"/>
                </a:cubicBezTo>
                <a:cubicBezTo>
                  <a:pt x="1804" y="90"/>
                  <a:pt x="1804" y="90"/>
                  <a:pt x="1804" y="89"/>
                </a:cubicBezTo>
                <a:cubicBezTo>
                  <a:pt x="1803" y="89"/>
                  <a:pt x="1803" y="88"/>
                  <a:pt x="1802" y="88"/>
                </a:cubicBezTo>
                <a:cubicBezTo>
                  <a:pt x="1801" y="88"/>
                  <a:pt x="1800" y="87"/>
                  <a:pt x="1799" y="87"/>
                </a:cubicBezTo>
                <a:cubicBezTo>
                  <a:pt x="1798" y="87"/>
                  <a:pt x="1797" y="87"/>
                  <a:pt x="1796" y="87"/>
                </a:cubicBezTo>
                <a:cubicBezTo>
                  <a:pt x="1795" y="87"/>
                  <a:pt x="1794" y="87"/>
                  <a:pt x="1793" y="87"/>
                </a:cubicBezTo>
                <a:close/>
                <a:moveTo>
                  <a:pt x="2221" y="87"/>
                </a:moveTo>
                <a:cubicBezTo>
                  <a:pt x="2220" y="87"/>
                  <a:pt x="2219" y="88"/>
                  <a:pt x="2219" y="88"/>
                </a:cubicBezTo>
                <a:cubicBezTo>
                  <a:pt x="2218" y="88"/>
                  <a:pt x="2217" y="89"/>
                  <a:pt x="2217" y="89"/>
                </a:cubicBezTo>
                <a:cubicBezTo>
                  <a:pt x="2217" y="90"/>
                  <a:pt x="2217" y="90"/>
                  <a:pt x="2217" y="91"/>
                </a:cubicBezTo>
                <a:cubicBezTo>
                  <a:pt x="2217" y="91"/>
                  <a:pt x="2218" y="92"/>
                  <a:pt x="2218" y="92"/>
                </a:cubicBezTo>
                <a:cubicBezTo>
                  <a:pt x="2219" y="92"/>
                  <a:pt x="2219" y="93"/>
                  <a:pt x="2220" y="93"/>
                </a:cubicBezTo>
                <a:cubicBezTo>
                  <a:pt x="2221" y="93"/>
                  <a:pt x="2222" y="94"/>
                  <a:pt x="2223" y="94"/>
                </a:cubicBezTo>
                <a:cubicBezTo>
                  <a:pt x="2224" y="94"/>
                  <a:pt x="2225" y="94"/>
                  <a:pt x="2226" y="94"/>
                </a:cubicBezTo>
                <a:cubicBezTo>
                  <a:pt x="2227" y="94"/>
                  <a:pt x="2228" y="94"/>
                  <a:pt x="2229" y="94"/>
                </a:cubicBezTo>
                <a:cubicBezTo>
                  <a:pt x="2230" y="94"/>
                  <a:pt x="2231" y="93"/>
                  <a:pt x="2231" y="93"/>
                </a:cubicBezTo>
                <a:cubicBezTo>
                  <a:pt x="2232" y="93"/>
                  <a:pt x="2232" y="92"/>
                  <a:pt x="2232" y="92"/>
                </a:cubicBezTo>
                <a:cubicBezTo>
                  <a:pt x="2233" y="92"/>
                  <a:pt x="2233" y="91"/>
                  <a:pt x="2233" y="91"/>
                </a:cubicBezTo>
                <a:cubicBezTo>
                  <a:pt x="2232" y="90"/>
                  <a:pt x="2232" y="90"/>
                  <a:pt x="2232" y="89"/>
                </a:cubicBezTo>
                <a:cubicBezTo>
                  <a:pt x="2231" y="89"/>
                  <a:pt x="2230" y="88"/>
                  <a:pt x="2230" y="88"/>
                </a:cubicBezTo>
                <a:cubicBezTo>
                  <a:pt x="2229" y="88"/>
                  <a:pt x="2228" y="87"/>
                  <a:pt x="2227" y="87"/>
                </a:cubicBezTo>
                <a:cubicBezTo>
                  <a:pt x="2226" y="87"/>
                  <a:pt x="2225" y="87"/>
                  <a:pt x="2224" y="87"/>
                </a:cubicBezTo>
                <a:cubicBezTo>
                  <a:pt x="2223" y="87"/>
                  <a:pt x="2222" y="87"/>
                  <a:pt x="2221" y="87"/>
                </a:cubicBezTo>
                <a:close/>
                <a:moveTo>
                  <a:pt x="2065" y="87"/>
                </a:moveTo>
                <a:cubicBezTo>
                  <a:pt x="2064" y="87"/>
                  <a:pt x="2064" y="88"/>
                  <a:pt x="2063" y="88"/>
                </a:cubicBezTo>
                <a:cubicBezTo>
                  <a:pt x="2062" y="88"/>
                  <a:pt x="2062" y="89"/>
                  <a:pt x="2062" y="89"/>
                </a:cubicBezTo>
                <a:cubicBezTo>
                  <a:pt x="2061" y="90"/>
                  <a:pt x="2061" y="90"/>
                  <a:pt x="2061" y="91"/>
                </a:cubicBezTo>
                <a:cubicBezTo>
                  <a:pt x="2061" y="91"/>
                  <a:pt x="2062" y="92"/>
                  <a:pt x="2062" y="92"/>
                </a:cubicBezTo>
                <a:cubicBezTo>
                  <a:pt x="2063" y="92"/>
                  <a:pt x="2064" y="93"/>
                  <a:pt x="2064" y="93"/>
                </a:cubicBezTo>
                <a:cubicBezTo>
                  <a:pt x="2065" y="93"/>
                  <a:pt x="2066" y="94"/>
                  <a:pt x="2067" y="94"/>
                </a:cubicBezTo>
                <a:cubicBezTo>
                  <a:pt x="2068" y="94"/>
                  <a:pt x="2069" y="94"/>
                  <a:pt x="2070" y="94"/>
                </a:cubicBezTo>
                <a:cubicBezTo>
                  <a:pt x="2071" y="94"/>
                  <a:pt x="2072" y="94"/>
                  <a:pt x="2073" y="94"/>
                </a:cubicBezTo>
                <a:cubicBezTo>
                  <a:pt x="2074" y="94"/>
                  <a:pt x="2075" y="93"/>
                  <a:pt x="2075" y="93"/>
                </a:cubicBezTo>
                <a:cubicBezTo>
                  <a:pt x="2076" y="93"/>
                  <a:pt x="2076" y="92"/>
                  <a:pt x="2077" y="92"/>
                </a:cubicBezTo>
                <a:cubicBezTo>
                  <a:pt x="2077" y="92"/>
                  <a:pt x="2077" y="91"/>
                  <a:pt x="2077" y="91"/>
                </a:cubicBezTo>
                <a:cubicBezTo>
                  <a:pt x="2077" y="90"/>
                  <a:pt x="2076" y="90"/>
                  <a:pt x="2076" y="89"/>
                </a:cubicBezTo>
                <a:cubicBezTo>
                  <a:pt x="2075" y="89"/>
                  <a:pt x="2075" y="88"/>
                  <a:pt x="2074" y="88"/>
                </a:cubicBezTo>
                <a:cubicBezTo>
                  <a:pt x="2073" y="88"/>
                  <a:pt x="2072" y="87"/>
                  <a:pt x="2071" y="87"/>
                </a:cubicBezTo>
                <a:cubicBezTo>
                  <a:pt x="2070" y="87"/>
                  <a:pt x="2069" y="87"/>
                  <a:pt x="2068" y="87"/>
                </a:cubicBezTo>
                <a:cubicBezTo>
                  <a:pt x="2067" y="87"/>
                  <a:pt x="2066" y="87"/>
                  <a:pt x="2065" y="87"/>
                </a:cubicBezTo>
                <a:close/>
                <a:moveTo>
                  <a:pt x="1754" y="87"/>
                </a:moveTo>
                <a:cubicBezTo>
                  <a:pt x="1753" y="87"/>
                  <a:pt x="1753" y="88"/>
                  <a:pt x="1752" y="88"/>
                </a:cubicBezTo>
                <a:cubicBezTo>
                  <a:pt x="1751" y="88"/>
                  <a:pt x="1751" y="89"/>
                  <a:pt x="1750" y="89"/>
                </a:cubicBezTo>
                <a:cubicBezTo>
                  <a:pt x="1750" y="90"/>
                  <a:pt x="1750" y="90"/>
                  <a:pt x="1750" y="91"/>
                </a:cubicBezTo>
                <a:cubicBezTo>
                  <a:pt x="1750" y="91"/>
                  <a:pt x="1750" y="92"/>
                  <a:pt x="1751" y="92"/>
                </a:cubicBezTo>
                <a:cubicBezTo>
                  <a:pt x="1751" y="92"/>
                  <a:pt x="1752" y="93"/>
                  <a:pt x="1753" y="93"/>
                </a:cubicBezTo>
                <a:cubicBezTo>
                  <a:pt x="1753" y="93"/>
                  <a:pt x="1754" y="94"/>
                  <a:pt x="1755" y="94"/>
                </a:cubicBezTo>
                <a:cubicBezTo>
                  <a:pt x="1756" y="94"/>
                  <a:pt x="1757" y="94"/>
                  <a:pt x="1758" y="94"/>
                </a:cubicBezTo>
                <a:cubicBezTo>
                  <a:pt x="1759" y="94"/>
                  <a:pt x="1761" y="94"/>
                  <a:pt x="1761" y="94"/>
                </a:cubicBezTo>
                <a:cubicBezTo>
                  <a:pt x="1762" y="94"/>
                  <a:pt x="1763" y="93"/>
                  <a:pt x="1764" y="93"/>
                </a:cubicBezTo>
                <a:cubicBezTo>
                  <a:pt x="1764" y="93"/>
                  <a:pt x="1765" y="92"/>
                  <a:pt x="1765" y="92"/>
                </a:cubicBezTo>
                <a:cubicBezTo>
                  <a:pt x="1766" y="92"/>
                  <a:pt x="1766" y="91"/>
                  <a:pt x="1766" y="91"/>
                </a:cubicBezTo>
                <a:cubicBezTo>
                  <a:pt x="1766" y="90"/>
                  <a:pt x="1765" y="90"/>
                  <a:pt x="1765" y="89"/>
                </a:cubicBezTo>
                <a:cubicBezTo>
                  <a:pt x="1764" y="89"/>
                  <a:pt x="1764" y="88"/>
                  <a:pt x="1763" y="88"/>
                </a:cubicBezTo>
                <a:cubicBezTo>
                  <a:pt x="1762" y="88"/>
                  <a:pt x="1761" y="87"/>
                  <a:pt x="1760" y="87"/>
                </a:cubicBezTo>
                <a:cubicBezTo>
                  <a:pt x="1759" y="87"/>
                  <a:pt x="1758" y="87"/>
                  <a:pt x="1757" y="87"/>
                </a:cubicBezTo>
                <a:cubicBezTo>
                  <a:pt x="1756" y="87"/>
                  <a:pt x="1755" y="87"/>
                  <a:pt x="1754" y="87"/>
                </a:cubicBezTo>
                <a:close/>
                <a:moveTo>
                  <a:pt x="2182" y="87"/>
                </a:moveTo>
                <a:cubicBezTo>
                  <a:pt x="2181" y="87"/>
                  <a:pt x="2180" y="88"/>
                  <a:pt x="2180" y="88"/>
                </a:cubicBezTo>
                <a:cubicBezTo>
                  <a:pt x="2179" y="88"/>
                  <a:pt x="2179" y="89"/>
                  <a:pt x="2178" y="89"/>
                </a:cubicBezTo>
                <a:cubicBezTo>
                  <a:pt x="2178" y="90"/>
                  <a:pt x="2178" y="90"/>
                  <a:pt x="2178" y="91"/>
                </a:cubicBezTo>
                <a:cubicBezTo>
                  <a:pt x="2178" y="91"/>
                  <a:pt x="2179" y="92"/>
                  <a:pt x="2179" y="92"/>
                </a:cubicBezTo>
                <a:cubicBezTo>
                  <a:pt x="2180" y="92"/>
                  <a:pt x="2180" y="93"/>
                  <a:pt x="2181" y="93"/>
                </a:cubicBezTo>
                <a:cubicBezTo>
                  <a:pt x="2182" y="93"/>
                  <a:pt x="2183" y="94"/>
                  <a:pt x="2184" y="94"/>
                </a:cubicBezTo>
                <a:cubicBezTo>
                  <a:pt x="2185" y="94"/>
                  <a:pt x="2186" y="94"/>
                  <a:pt x="2187" y="94"/>
                </a:cubicBezTo>
                <a:cubicBezTo>
                  <a:pt x="2188" y="94"/>
                  <a:pt x="2189" y="94"/>
                  <a:pt x="2190" y="94"/>
                </a:cubicBezTo>
                <a:cubicBezTo>
                  <a:pt x="2191" y="94"/>
                  <a:pt x="2192" y="93"/>
                  <a:pt x="2192" y="93"/>
                </a:cubicBezTo>
                <a:cubicBezTo>
                  <a:pt x="2193" y="93"/>
                  <a:pt x="2193" y="92"/>
                  <a:pt x="2194" y="92"/>
                </a:cubicBezTo>
                <a:cubicBezTo>
                  <a:pt x="2194" y="92"/>
                  <a:pt x="2194" y="91"/>
                  <a:pt x="2194" y="91"/>
                </a:cubicBezTo>
                <a:cubicBezTo>
                  <a:pt x="2194" y="90"/>
                  <a:pt x="2193" y="90"/>
                  <a:pt x="2193" y="89"/>
                </a:cubicBezTo>
                <a:cubicBezTo>
                  <a:pt x="2192" y="89"/>
                  <a:pt x="2191" y="88"/>
                  <a:pt x="2191" y="88"/>
                </a:cubicBezTo>
                <a:cubicBezTo>
                  <a:pt x="2190" y="88"/>
                  <a:pt x="2189" y="87"/>
                  <a:pt x="2188" y="87"/>
                </a:cubicBezTo>
                <a:cubicBezTo>
                  <a:pt x="2187" y="87"/>
                  <a:pt x="2186" y="87"/>
                  <a:pt x="2185" y="87"/>
                </a:cubicBezTo>
                <a:cubicBezTo>
                  <a:pt x="2184" y="87"/>
                  <a:pt x="2183" y="87"/>
                  <a:pt x="2182" y="87"/>
                </a:cubicBezTo>
                <a:close/>
                <a:moveTo>
                  <a:pt x="1910" y="87"/>
                </a:moveTo>
                <a:cubicBezTo>
                  <a:pt x="1909" y="87"/>
                  <a:pt x="1908" y="88"/>
                  <a:pt x="1907" y="88"/>
                </a:cubicBezTo>
                <a:cubicBezTo>
                  <a:pt x="1907" y="88"/>
                  <a:pt x="1906" y="89"/>
                  <a:pt x="1906" y="89"/>
                </a:cubicBezTo>
                <a:cubicBezTo>
                  <a:pt x="1906" y="90"/>
                  <a:pt x="1906" y="90"/>
                  <a:pt x="1906" y="91"/>
                </a:cubicBezTo>
                <a:cubicBezTo>
                  <a:pt x="1906" y="91"/>
                  <a:pt x="1906" y="92"/>
                  <a:pt x="1907" y="92"/>
                </a:cubicBezTo>
                <a:cubicBezTo>
                  <a:pt x="1907" y="92"/>
                  <a:pt x="1908" y="93"/>
                  <a:pt x="1909" y="93"/>
                </a:cubicBezTo>
                <a:cubicBezTo>
                  <a:pt x="1909" y="93"/>
                  <a:pt x="1910" y="94"/>
                  <a:pt x="1911" y="94"/>
                </a:cubicBezTo>
                <a:cubicBezTo>
                  <a:pt x="1912" y="94"/>
                  <a:pt x="1913" y="94"/>
                  <a:pt x="1914" y="94"/>
                </a:cubicBezTo>
                <a:cubicBezTo>
                  <a:pt x="1915" y="94"/>
                  <a:pt x="1916" y="94"/>
                  <a:pt x="1917" y="94"/>
                </a:cubicBezTo>
                <a:cubicBezTo>
                  <a:pt x="1918" y="94"/>
                  <a:pt x="1919" y="93"/>
                  <a:pt x="1920" y="93"/>
                </a:cubicBezTo>
                <a:cubicBezTo>
                  <a:pt x="1920" y="93"/>
                  <a:pt x="1921" y="92"/>
                  <a:pt x="1921" y="92"/>
                </a:cubicBezTo>
                <a:cubicBezTo>
                  <a:pt x="1921" y="92"/>
                  <a:pt x="1921" y="91"/>
                  <a:pt x="1921" y="91"/>
                </a:cubicBezTo>
                <a:cubicBezTo>
                  <a:pt x="1921" y="90"/>
                  <a:pt x="1921" y="90"/>
                  <a:pt x="1920" y="89"/>
                </a:cubicBezTo>
                <a:cubicBezTo>
                  <a:pt x="1920" y="89"/>
                  <a:pt x="1919" y="88"/>
                  <a:pt x="1918" y="88"/>
                </a:cubicBezTo>
                <a:cubicBezTo>
                  <a:pt x="1918" y="88"/>
                  <a:pt x="1917" y="87"/>
                  <a:pt x="1916" y="87"/>
                </a:cubicBezTo>
                <a:cubicBezTo>
                  <a:pt x="1915" y="87"/>
                  <a:pt x="1914" y="87"/>
                  <a:pt x="1913" y="87"/>
                </a:cubicBezTo>
                <a:cubicBezTo>
                  <a:pt x="1912" y="87"/>
                  <a:pt x="1911" y="87"/>
                  <a:pt x="1910" y="87"/>
                </a:cubicBezTo>
                <a:close/>
                <a:moveTo>
                  <a:pt x="1715" y="87"/>
                </a:moveTo>
                <a:cubicBezTo>
                  <a:pt x="1714" y="87"/>
                  <a:pt x="1714" y="88"/>
                  <a:pt x="1713" y="88"/>
                </a:cubicBezTo>
                <a:cubicBezTo>
                  <a:pt x="1712" y="88"/>
                  <a:pt x="1712" y="89"/>
                  <a:pt x="1711" y="89"/>
                </a:cubicBezTo>
                <a:cubicBezTo>
                  <a:pt x="1711" y="90"/>
                  <a:pt x="1711" y="90"/>
                  <a:pt x="1711" y="91"/>
                </a:cubicBezTo>
                <a:cubicBezTo>
                  <a:pt x="1711" y="91"/>
                  <a:pt x="1711" y="92"/>
                  <a:pt x="1712" y="92"/>
                </a:cubicBezTo>
                <a:cubicBezTo>
                  <a:pt x="1712" y="92"/>
                  <a:pt x="1713" y="93"/>
                  <a:pt x="1714" y="93"/>
                </a:cubicBezTo>
                <a:cubicBezTo>
                  <a:pt x="1715" y="93"/>
                  <a:pt x="1715" y="94"/>
                  <a:pt x="1716" y="94"/>
                </a:cubicBezTo>
                <a:cubicBezTo>
                  <a:pt x="1717" y="94"/>
                  <a:pt x="1718" y="94"/>
                  <a:pt x="1719" y="94"/>
                </a:cubicBezTo>
                <a:cubicBezTo>
                  <a:pt x="1720" y="94"/>
                  <a:pt x="1722" y="94"/>
                  <a:pt x="1722" y="94"/>
                </a:cubicBezTo>
                <a:cubicBezTo>
                  <a:pt x="1723" y="94"/>
                  <a:pt x="1724" y="93"/>
                  <a:pt x="1725" y="93"/>
                </a:cubicBezTo>
                <a:cubicBezTo>
                  <a:pt x="1725" y="93"/>
                  <a:pt x="1726" y="92"/>
                  <a:pt x="1726" y="92"/>
                </a:cubicBezTo>
                <a:cubicBezTo>
                  <a:pt x="1727" y="92"/>
                  <a:pt x="1727" y="91"/>
                  <a:pt x="1727" y="91"/>
                </a:cubicBezTo>
                <a:cubicBezTo>
                  <a:pt x="1727" y="90"/>
                  <a:pt x="1726" y="90"/>
                  <a:pt x="1726" y="89"/>
                </a:cubicBezTo>
                <a:cubicBezTo>
                  <a:pt x="1725" y="89"/>
                  <a:pt x="1725" y="88"/>
                  <a:pt x="1724" y="88"/>
                </a:cubicBezTo>
                <a:cubicBezTo>
                  <a:pt x="1723" y="88"/>
                  <a:pt x="1722" y="87"/>
                  <a:pt x="1721" y="87"/>
                </a:cubicBezTo>
                <a:cubicBezTo>
                  <a:pt x="1720" y="87"/>
                  <a:pt x="1719" y="87"/>
                  <a:pt x="1718" y="87"/>
                </a:cubicBezTo>
                <a:cubicBezTo>
                  <a:pt x="1717" y="87"/>
                  <a:pt x="1716" y="87"/>
                  <a:pt x="1715" y="87"/>
                </a:cubicBezTo>
                <a:close/>
                <a:moveTo>
                  <a:pt x="1949" y="87"/>
                </a:moveTo>
                <a:cubicBezTo>
                  <a:pt x="1948" y="87"/>
                  <a:pt x="1947" y="88"/>
                  <a:pt x="1946" y="88"/>
                </a:cubicBezTo>
                <a:cubicBezTo>
                  <a:pt x="1946" y="88"/>
                  <a:pt x="1945" y="89"/>
                  <a:pt x="1945" y="89"/>
                </a:cubicBezTo>
                <a:cubicBezTo>
                  <a:pt x="1945" y="90"/>
                  <a:pt x="1944" y="90"/>
                  <a:pt x="1945" y="91"/>
                </a:cubicBezTo>
                <a:cubicBezTo>
                  <a:pt x="1945" y="91"/>
                  <a:pt x="1945" y="92"/>
                  <a:pt x="1946" y="92"/>
                </a:cubicBezTo>
                <a:cubicBezTo>
                  <a:pt x="1946" y="92"/>
                  <a:pt x="1947" y="93"/>
                  <a:pt x="1947" y="93"/>
                </a:cubicBezTo>
                <a:cubicBezTo>
                  <a:pt x="1948" y="93"/>
                  <a:pt x="1949" y="94"/>
                  <a:pt x="1950" y="94"/>
                </a:cubicBezTo>
                <a:cubicBezTo>
                  <a:pt x="1951" y="94"/>
                  <a:pt x="1952" y="94"/>
                  <a:pt x="1953" y="94"/>
                </a:cubicBezTo>
                <a:cubicBezTo>
                  <a:pt x="1954" y="94"/>
                  <a:pt x="1955" y="94"/>
                  <a:pt x="1956" y="94"/>
                </a:cubicBezTo>
                <a:cubicBezTo>
                  <a:pt x="1957" y="94"/>
                  <a:pt x="1958" y="93"/>
                  <a:pt x="1958" y="93"/>
                </a:cubicBezTo>
                <a:cubicBezTo>
                  <a:pt x="1959" y="93"/>
                  <a:pt x="1960" y="92"/>
                  <a:pt x="1960" y="92"/>
                </a:cubicBezTo>
                <a:cubicBezTo>
                  <a:pt x="1960" y="92"/>
                  <a:pt x="1960" y="91"/>
                  <a:pt x="1960" y="91"/>
                </a:cubicBezTo>
                <a:cubicBezTo>
                  <a:pt x="1960" y="90"/>
                  <a:pt x="1960" y="90"/>
                  <a:pt x="1959" y="89"/>
                </a:cubicBezTo>
                <a:cubicBezTo>
                  <a:pt x="1959" y="89"/>
                  <a:pt x="1958" y="88"/>
                  <a:pt x="1957" y="88"/>
                </a:cubicBezTo>
                <a:cubicBezTo>
                  <a:pt x="1957" y="88"/>
                  <a:pt x="1956" y="87"/>
                  <a:pt x="1955" y="87"/>
                </a:cubicBezTo>
                <a:cubicBezTo>
                  <a:pt x="1954" y="87"/>
                  <a:pt x="1953" y="87"/>
                  <a:pt x="1952" y="87"/>
                </a:cubicBezTo>
                <a:cubicBezTo>
                  <a:pt x="1951" y="87"/>
                  <a:pt x="1950" y="87"/>
                  <a:pt x="1949" y="87"/>
                </a:cubicBezTo>
                <a:close/>
                <a:moveTo>
                  <a:pt x="2104" y="87"/>
                </a:moveTo>
                <a:cubicBezTo>
                  <a:pt x="2103" y="87"/>
                  <a:pt x="2102" y="88"/>
                  <a:pt x="2102" y="88"/>
                </a:cubicBezTo>
                <a:cubicBezTo>
                  <a:pt x="2101" y="88"/>
                  <a:pt x="2101" y="89"/>
                  <a:pt x="2100" y="89"/>
                </a:cubicBezTo>
                <a:cubicBezTo>
                  <a:pt x="2100" y="90"/>
                  <a:pt x="2100" y="90"/>
                  <a:pt x="2100" y="91"/>
                </a:cubicBezTo>
                <a:cubicBezTo>
                  <a:pt x="2100" y="91"/>
                  <a:pt x="2101" y="92"/>
                  <a:pt x="2101" y="92"/>
                </a:cubicBezTo>
                <a:cubicBezTo>
                  <a:pt x="2102" y="92"/>
                  <a:pt x="2102" y="93"/>
                  <a:pt x="2103" y="93"/>
                </a:cubicBezTo>
                <a:cubicBezTo>
                  <a:pt x="2104" y="93"/>
                  <a:pt x="2105" y="94"/>
                  <a:pt x="2106" y="94"/>
                </a:cubicBezTo>
                <a:cubicBezTo>
                  <a:pt x="2107" y="94"/>
                  <a:pt x="2108" y="94"/>
                  <a:pt x="2109" y="94"/>
                </a:cubicBezTo>
                <a:cubicBezTo>
                  <a:pt x="2110" y="94"/>
                  <a:pt x="2111" y="94"/>
                  <a:pt x="2112" y="94"/>
                </a:cubicBezTo>
                <a:cubicBezTo>
                  <a:pt x="2113" y="94"/>
                  <a:pt x="2114" y="93"/>
                  <a:pt x="2114" y="93"/>
                </a:cubicBezTo>
                <a:cubicBezTo>
                  <a:pt x="2115" y="93"/>
                  <a:pt x="2115" y="92"/>
                  <a:pt x="2116" y="92"/>
                </a:cubicBezTo>
                <a:cubicBezTo>
                  <a:pt x="2116" y="92"/>
                  <a:pt x="2116" y="91"/>
                  <a:pt x="2116" y="91"/>
                </a:cubicBezTo>
                <a:cubicBezTo>
                  <a:pt x="2116" y="90"/>
                  <a:pt x="2115" y="90"/>
                  <a:pt x="2115" y="89"/>
                </a:cubicBezTo>
                <a:cubicBezTo>
                  <a:pt x="2114" y="89"/>
                  <a:pt x="2114" y="88"/>
                  <a:pt x="2113" y="88"/>
                </a:cubicBezTo>
                <a:cubicBezTo>
                  <a:pt x="2112" y="88"/>
                  <a:pt x="2111" y="87"/>
                  <a:pt x="2110" y="87"/>
                </a:cubicBezTo>
                <a:cubicBezTo>
                  <a:pt x="2109" y="87"/>
                  <a:pt x="2108" y="87"/>
                  <a:pt x="2107" y="87"/>
                </a:cubicBezTo>
                <a:cubicBezTo>
                  <a:pt x="2106" y="87"/>
                  <a:pt x="2105" y="87"/>
                  <a:pt x="2104" y="87"/>
                </a:cubicBezTo>
                <a:close/>
                <a:moveTo>
                  <a:pt x="1676" y="87"/>
                </a:moveTo>
                <a:cubicBezTo>
                  <a:pt x="1676" y="87"/>
                  <a:pt x="1675" y="88"/>
                  <a:pt x="1674" y="88"/>
                </a:cubicBezTo>
                <a:cubicBezTo>
                  <a:pt x="1673" y="88"/>
                  <a:pt x="1673" y="89"/>
                  <a:pt x="1673" y="89"/>
                </a:cubicBezTo>
                <a:cubicBezTo>
                  <a:pt x="1672" y="90"/>
                  <a:pt x="1672" y="90"/>
                  <a:pt x="1672" y="91"/>
                </a:cubicBezTo>
                <a:cubicBezTo>
                  <a:pt x="1672" y="91"/>
                  <a:pt x="1673" y="92"/>
                  <a:pt x="1673" y="92"/>
                </a:cubicBezTo>
                <a:cubicBezTo>
                  <a:pt x="1673" y="92"/>
                  <a:pt x="1674" y="93"/>
                  <a:pt x="1675" y="93"/>
                </a:cubicBezTo>
                <a:cubicBezTo>
                  <a:pt x="1676" y="93"/>
                  <a:pt x="1676" y="94"/>
                  <a:pt x="1677" y="94"/>
                </a:cubicBezTo>
                <a:cubicBezTo>
                  <a:pt x="1678" y="94"/>
                  <a:pt x="1679" y="94"/>
                  <a:pt x="1680" y="94"/>
                </a:cubicBezTo>
                <a:cubicBezTo>
                  <a:pt x="1682" y="94"/>
                  <a:pt x="1683" y="94"/>
                  <a:pt x="1683" y="94"/>
                </a:cubicBezTo>
                <a:cubicBezTo>
                  <a:pt x="1684" y="94"/>
                  <a:pt x="1685" y="93"/>
                  <a:pt x="1686" y="93"/>
                </a:cubicBezTo>
                <a:cubicBezTo>
                  <a:pt x="1686" y="93"/>
                  <a:pt x="1687" y="92"/>
                  <a:pt x="1687" y="92"/>
                </a:cubicBezTo>
                <a:cubicBezTo>
                  <a:pt x="1688" y="92"/>
                  <a:pt x="1688" y="91"/>
                  <a:pt x="1688" y="91"/>
                </a:cubicBezTo>
                <a:cubicBezTo>
                  <a:pt x="1688" y="90"/>
                  <a:pt x="1687" y="90"/>
                  <a:pt x="1687" y="89"/>
                </a:cubicBezTo>
                <a:cubicBezTo>
                  <a:pt x="1687" y="89"/>
                  <a:pt x="1686" y="88"/>
                  <a:pt x="1685" y="88"/>
                </a:cubicBezTo>
                <a:cubicBezTo>
                  <a:pt x="1684" y="88"/>
                  <a:pt x="1684" y="87"/>
                  <a:pt x="1683" y="87"/>
                </a:cubicBezTo>
                <a:cubicBezTo>
                  <a:pt x="1682" y="87"/>
                  <a:pt x="1681" y="87"/>
                  <a:pt x="1679" y="87"/>
                </a:cubicBezTo>
                <a:cubicBezTo>
                  <a:pt x="1678" y="87"/>
                  <a:pt x="1677" y="87"/>
                  <a:pt x="1676" y="87"/>
                </a:cubicBezTo>
                <a:close/>
                <a:moveTo>
                  <a:pt x="2143" y="87"/>
                </a:moveTo>
                <a:cubicBezTo>
                  <a:pt x="2142" y="87"/>
                  <a:pt x="2141" y="88"/>
                  <a:pt x="2141" y="88"/>
                </a:cubicBezTo>
                <a:cubicBezTo>
                  <a:pt x="2140" y="88"/>
                  <a:pt x="2140" y="89"/>
                  <a:pt x="2139" y="89"/>
                </a:cubicBezTo>
                <a:cubicBezTo>
                  <a:pt x="2139" y="90"/>
                  <a:pt x="2139" y="90"/>
                  <a:pt x="2139" y="91"/>
                </a:cubicBezTo>
                <a:cubicBezTo>
                  <a:pt x="2139" y="91"/>
                  <a:pt x="2140" y="92"/>
                  <a:pt x="2140" y="92"/>
                </a:cubicBezTo>
                <a:cubicBezTo>
                  <a:pt x="2141" y="92"/>
                  <a:pt x="2141" y="93"/>
                  <a:pt x="2142" y="93"/>
                </a:cubicBezTo>
                <a:cubicBezTo>
                  <a:pt x="2143" y="93"/>
                  <a:pt x="2144" y="94"/>
                  <a:pt x="2145" y="94"/>
                </a:cubicBezTo>
                <a:cubicBezTo>
                  <a:pt x="2146" y="94"/>
                  <a:pt x="2147" y="94"/>
                  <a:pt x="2148" y="94"/>
                </a:cubicBezTo>
                <a:cubicBezTo>
                  <a:pt x="2149" y="94"/>
                  <a:pt x="2150" y="94"/>
                  <a:pt x="2151" y="94"/>
                </a:cubicBezTo>
                <a:cubicBezTo>
                  <a:pt x="2152" y="94"/>
                  <a:pt x="2153" y="93"/>
                  <a:pt x="2153" y="93"/>
                </a:cubicBezTo>
                <a:cubicBezTo>
                  <a:pt x="2154" y="93"/>
                  <a:pt x="2154" y="92"/>
                  <a:pt x="2155" y="92"/>
                </a:cubicBezTo>
                <a:cubicBezTo>
                  <a:pt x="2155" y="92"/>
                  <a:pt x="2155" y="91"/>
                  <a:pt x="2155" y="91"/>
                </a:cubicBezTo>
                <a:cubicBezTo>
                  <a:pt x="2155" y="90"/>
                  <a:pt x="2154" y="90"/>
                  <a:pt x="2154" y="89"/>
                </a:cubicBezTo>
                <a:cubicBezTo>
                  <a:pt x="2153" y="89"/>
                  <a:pt x="2153" y="88"/>
                  <a:pt x="2152" y="88"/>
                </a:cubicBezTo>
                <a:cubicBezTo>
                  <a:pt x="2151" y="88"/>
                  <a:pt x="2150" y="87"/>
                  <a:pt x="2149" y="87"/>
                </a:cubicBezTo>
                <a:cubicBezTo>
                  <a:pt x="2148" y="87"/>
                  <a:pt x="2147" y="87"/>
                  <a:pt x="2146" y="87"/>
                </a:cubicBezTo>
                <a:cubicBezTo>
                  <a:pt x="2145" y="87"/>
                  <a:pt x="2144" y="87"/>
                  <a:pt x="2143" y="87"/>
                </a:cubicBezTo>
                <a:close/>
                <a:moveTo>
                  <a:pt x="2260" y="87"/>
                </a:moveTo>
                <a:cubicBezTo>
                  <a:pt x="2259" y="87"/>
                  <a:pt x="2258" y="88"/>
                  <a:pt x="2257" y="88"/>
                </a:cubicBezTo>
                <a:cubicBezTo>
                  <a:pt x="2257" y="88"/>
                  <a:pt x="2256" y="89"/>
                  <a:pt x="2256" y="89"/>
                </a:cubicBezTo>
                <a:cubicBezTo>
                  <a:pt x="2256" y="90"/>
                  <a:pt x="2256" y="90"/>
                  <a:pt x="2256" y="91"/>
                </a:cubicBezTo>
                <a:cubicBezTo>
                  <a:pt x="2256" y="91"/>
                  <a:pt x="2257" y="92"/>
                  <a:pt x="2257" y="92"/>
                </a:cubicBezTo>
                <a:cubicBezTo>
                  <a:pt x="2258" y="92"/>
                  <a:pt x="2258" y="93"/>
                  <a:pt x="2259" y="93"/>
                </a:cubicBezTo>
                <a:cubicBezTo>
                  <a:pt x="2260" y="93"/>
                  <a:pt x="2261" y="94"/>
                  <a:pt x="2262" y="94"/>
                </a:cubicBezTo>
                <a:cubicBezTo>
                  <a:pt x="2263" y="94"/>
                  <a:pt x="2264" y="94"/>
                  <a:pt x="2265" y="94"/>
                </a:cubicBezTo>
                <a:cubicBezTo>
                  <a:pt x="2266" y="94"/>
                  <a:pt x="2267" y="94"/>
                  <a:pt x="2268" y="94"/>
                </a:cubicBezTo>
                <a:cubicBezTo>
                  <a:pt x="2269" y="94"/>
                  <a:pt x="2269" y="93"/>
                  <a:pt x="2270" y="93"/>
                </a:cubicBezTo>
                <a:cubicBezTo>
                  <a:pt x="2271" y="93"/>
                  <a:pt x="2271" y="92"/>
                  <a:pt x="2271" y="92"/>
                </a:cubicBezTo>
                <a:cubicBezTo>
                  <a:pt x="2272" y="92"/>
                  <a:pt x="2272" y="91"/>
                  <a:pt x="2272" y="91"/>
                </a:cubicBezTo>
                <a:cubicBezTo>
                  <a:pt x="2271" y="90"/>
                  <a:pt x="2271" y="90"/>
                  <a:pt x="2270" y="89"/>
                </a:cubicBezTo>
                <a:cubicBezTo>
                  <a:pt x="2270" y="89"/>
                  <a:pt x="2269" y="88"/>
                  <a:pt x="2268" y="88"/>
                </a:cubicBezTo>
                <a:cubicBezTo>
                  <a:pt x="2268" y="88"/>
                  <a:pt x="2267" y="87"/>
                  <a:pt x="2266" y="87"/>
                </a:cubicBezTo>
                <a:cubicBezTo>
                  <a:pt x="2265" y="87"/>
                  <a:pt x="2264" y="87"/>
                  <a:pt x="2263" y="87"/>
                </a:cubicBezTo>
                <a:cubicBezTo>
                  <a:pt x="2261" y="87"/>
                  <a:pt x="2260" y="87"/>
                  <a:pt x="2260" y="87"/>
                </a:cubicBezTo>
                <a:close/>
                <a:moveTo>
                  <a:pt x="1987" y="87"/>
                </a:moveTo>
                <a:cubicBezTo>
                  <a:pt x="1987" y="87"/>
                  <a:pt x="1986" y="88"/>
                  <a:pt x="1985" y="88"/>
                </a:cubicBezTo>
                <a:cubicBezTo>
                  <a:pt x="1985" y="88"/>
                  <a:pt x="1984" y="89"/>
                  <a:pt x="1984" y="89"/>
                </a:cubicBezTo>
                <a:cubicBezTo>
                  <a:pt x="1984" y="90"/>
                  <a:pt x="1983" y="90"/>
                  <a:pt x="1984" y="91"/>
                </a:cubicBezTo>
                <a:cubicBezTo>
                  <a:pt x="1984" y="91"/>
                  <a:pt x="1984" y="92"/>
                  <a:pt x="1984" y="92"/>
                </a:cubicBezTo>
                <a:cubicBezTo>
                  <a:pt x="1985" y="92"/>
                  <a:pt x="1986" y="93"/>
                  <a:pt x="1986" y="93"/>
                </a:cubicBezTo>
                <a:cubicBezTo>
                  <a:pt x="1987" y="93"/>
                  <a:pt x="1988" y="94"/>
                  <a:pt x="1989" y="94"/>
                </a:cubicBezTo>
                <a:cubicBezTo>
                  <a:pt x="1990" y="94"/>
                  <a:pt x="1991" y="94"/>
                  <a:pt x="1992" y="94"/>
                </a:cubicBezTo>
                <a:cubicBezTo>
                  <a:pt x="1993" y="94"/>
                  <a:pt x="1994" y="94"/>
                  <a:pt x="1995" y="94"/>
                </a:cubicBezTo>
                <a:cubicBezTo>
                  <a:pt x="1996" y="94"/>
                  <a:pt x="1997" y="93"/>
                  <a:pt x="1997" y="93"/>
                </a:cubicBezTo>
                <a:cubicBezTo>
                  <a:pt x="1998" y="93"/>
                  <a:pt x="1999" y="92"/>
                  <a:pt x="1999" y="92"/>
                </a:cubicBezTo>
                <a:cubicBezTo>
                  <a:pt x="1999" y="92"/>
                  <a:pt x="1999" y="91"/>
                  <a:pt x="1999" y="91"/>
                </a:cubicBezTo>
                <a:cubicBezTo>
                  <a:pt x="1999" y="90"/>
                  <a:pt x="1999" y="90"/>
                  <a:pt x="1998" y="89"/>
                </a:cubicBezTo>
                <a:cubicBezTo>
                  <a:pt x="1998" y="89"/>
                  <a:pt x="1997" y="88"/>
                  <a:pt x="1996" y="88"/>
                </a:cubicBezTo>
                <a:cubicBezTo>
                  <a:pt x="1995" y="88"/>
                  <a:pt x="1995" y="87"/>
                  <a:pt x="1994" y="87"/>
                </a:cubicBezTo>
                <a:cubicBezTo>
                  <a:pt x="1993" y="87"/>
                  <a:pt x="1992" y="87"/>
                  <a:pt x="1990" y="87"/>
                </a:cubicBezTo>
                <a:cubicBezTo>
                  <a:pt x="1989" y="87"/>
                  <a:pt x="1988" y="87"/>
                  <a:pt x="1987" y="87"/>
                </a:cubicBezTo>
                <a:close/>
                <a:moveTo>
                  <a:pt x="1638" y="87"/>
                </a:moveTo>
                <a:cubicBezTo>
                  <a:pt x="1637" y="87"/>
                  <a:pt x="1636" y="88"/>
                  <a:pt x="1635" y="88"/>
                </a:cubicBezTo>
                <a:cubicBezTo>
                  <a:pt x="1635" y="88"/>
                  <a:pt x="1634" y="89"/>
                  <a:pt x="1634" y="89"/>
                </a:cubicBezTo>
                <a:cubicBezTo>
                  <a:pt x="1633" y="90"/>
                  <a:pt x="1633" y="90"/>
                  <a:pt x="1633" y="91"/>
                </a:cubicBezTo>
                <a:cubicBezTo>
                  <a:pt x="1633" y="91"/>
                  <a:pt x="1634" y="92"/>
                  <a:pt x="1634" y="92"/>
                </a:cubicBezTo>
                <a:cubicBezTo>
                  <a:pt x="1635" y="92"/>
                  <a:pt x="1635" y="93"/>
                  <a:pt x="1636" y="93"/>
                </a:cubicBezTo>
                <a:cubicBezTo>
                  <a:pt x="1637" y="93"/>
                  <a:pt x="1637" y="94"/>
                  <a:pt x="1638" y="94"/>
                </a:cubicBezTo>
                <a:cubicBezTo>
                  <a:pt x="1639" y="94"/>
                  <a:pt x="1640" y="94"/>
                  <a:pt x="1642" y="94"/>
                </a:cubicBezTo>
                <a:cubicBezTo>
                  <a:pt x="1643" y="94"/>
                  <a:pt x="1644" y="94"/>
                  <a:pt x="1645" y="94"/>
                </a:cubicBezTo>
                <a:cubicBezTo>
                  <a:pt x="1645" y="94"/>
                  <a:pt x="1646" y="93"/>
                  <a:pt x="1647" y="93"/>
                </a:cubicBezTo>
                <a:cubicBezTo>
                  <a:pt x="1648" y="93"/>
                  <a:pt x="1648" y="92"/>
                  <a:pt x="1648" y="92"/>
                </a:cubicBezTo>
                <a:cubicBezTo>
                  <a:pt x="1649" y="92"/>
                  <a:pt x="1649" y="91"/>
                  <a:pt x="1649" y="91"/>
                </a:cubicBezTo>
                <a:cubicBezTo>
                  <a:pt x="1649" y="90"/>
                  <a:pt x="1649" y="90"/>
                  <a:pt x="1648" y="89"/>
                </a:cubicBezTo>
                <a:cubicBezTo>
                  <a:pt x="1648" y="89"/>
                  <a:pt x="1647" y="88"/>
                  <a:pt x="1646" y="88"/>
                </a:cubicBezTo>
                <a:cubicBezTo>
                  <a:pt x="1646" y="88"/>
                  <a:pt x="1645" y="87"/>
                  <a:pt x="1644" y="87"/>
                </a:cubicBezTo>
                <a:cubicBezTo>
                  <a:pt x="1643" y="87"/>
                  <a:pt x="1642" y="87"/>
                  <a:pt x="1641" y="87"/>
                </a:cubicBezTo>
                <a:cubicBezTo>
                  <a:pt x="1640" y="87"/>
                  <a:pt x="1639" y="87"/>
                  <a:pt x="1638" y="87"/>
                </a:cubicBezTo>
                <a:close/>
                <a:moveTo>
                  <a:pt x="199" y="87"/>
                </a:moveTo>
                <a:cubicBezTo>
                  <a:pt x="198" y="87"/>
                  <a:pt x="197" y="88"/>
                  <a:pt x="197" y="88"/>
                </a:cubicBezTo>
                <a:cubicBezTo>
                  <a:pt x="196" y="88"/>
                  <a:pt x="195" y="89"/>
                  <a:pt x="194" y="89"/>
                </a:cubicBezTo>
                <a:cubicBezTo>
                  <a:pt x="194" y="90"/>
                  <a:pt x="194" y="90"/>
                  <a:pt x="193" y="91"/>
                </a:cubicBezTo>
                <a:cubicBezTo>
                  <a:pt x="193" y="91"/>
                  <a:pt x="193" y="92"/>
                  <a:pt x="193" y="92"/>
                </a:cubicBezTo>
                <a:cubicBezTo>
                  <a:pt x="194" y="92"/>
                  <a:pt x="194" y="93"/>
                  <a:pt x="195" y="93"/>
                </a:cubicBezTo>
                <a:cubicBezTo>
                  <a:pt x="195" y="93"/>
                  <a:pt x="196" y="94"/>
                  <a:pt x="197" y="94"/>
                </a:cubicBezTo>
                <a:cubicBezTo>
                  <a:pt x="198" y="94"/>
                  <a:pt x="199" y="94"/>
                  <a:pt x="200" y="94"/>
                </a:cubicBezTo>
                <a:cubicBezTo>
                  <a:pt x="201" y="94"/>
                  <a:pt x="202" y="94"/>
                  <a:pt x="203" y="94"/>
                </a:cubicBezTo>
                <a:cubicBezTo>
                  <a:pt x="204" y="94"/>
                  <a:pt x="205" y="93"/>
                  <a:pt x="206" y="93"/>
                </a:cubicBezTo>
                <a:cubicBezTo>
                  <a:pt x="207" y="93"/>
                  <a:pt x="207" y="92"/>
                  <a:pt x="208" y="92"/>
                </a:cubicBezTo>
                <a:cubicBezTo>
                  <a:pt x="208" y="92"/>
                  <a:pt x="209" y="91"/>
                  <a:pt x="209" y="91"/>
                </a:cubicBezTo>
                <a:cubicBezTo>
                  <a:pt x="209" y="90"/>
                  <a:pt x="209" y="90"/>
                  <a:pt x="209" y="89"/>
                </a:cubicBezTo>
                <a:cubicBezTo>
                  <a:pt x="209" y="89"/>
                  <a:pt x="208" y="88"/>
                  <a:pt x="208" y="88"/>
                </a:cubicBezTo>
                <a:cubicBezTo>
                  <a:pt x="207" y="88"/>
                  <a:pt x="206" y="87"/>
                  <a:pt x="205" y="87"/>
                </a:cubicBezTo>
                <a:cubicBezTo>
                  <a:pt x="204" y="87"/>
                  <a:pt x="203" y="87"/>
                  <a:pt x="202" y="87"/>
                </a:cubicBezTo>
                <a:cubicBezTo>
                  <a:pt x="201" y="87"/>
                  <a:pt x="200" y="87"/>
                  <a:pt x="199" y="87"/>
                </a:cubicBezTo>
                <a:close/>
                <a:moveTo>
                  <a:pt x="627" y="87"/>
                </a:moveTo>
                <a:cubicBezTo>
                  <a:pt x="626" y="87"/>
                  <a:pt x="625" y="88"/>
                  <a:pt x="624" y="88"/>
                </a:cubicBezTo>
                <a:cubicBezTo>
                  <a:pt x="623" y="88"/>
                  <a:pt x="623" y="89"/>
                  <a:pt x="622" y="89"/>
                </a:cubicBezTo>
                <a:cubicBezTo>
                  <a:pt x="622" y="90"/>
                  <a:pt x="622" y="90"/>
                  <a:pt x="621" y="91"/>
                </a:cubicBezTo>
                <a:cubicBezTo>
                  <a:pt x="621" y="91"/>
                  <a:pt x="621" y="92"/>
                  <a:pt x="622" y="92"/>
                </a:cubicBezTo>
                <a:cubicBezTo>
                  <a:pt x="622" y="92"/>
                  <a:pt x="623" y="93"/>
                  <a:pt x="623" y="93"/>
                </a:cubicBezTo>
                <a:cubicBezTo>
                  <a:pt x="624" y="93"/>
                  <a:pt x="625" y="94"/>
                  <a:pt x="625" y="94"/>
                </a:cubicBezTo>
                <a:cubicBezTo>
                  <a:pt x="626" y="94"/>
                  <a:pt x="627" y="94"/>
                  <a:pt x="628" y="94"/>
                </a:cubicBezTo>
                <a:cubicBezTo>
                  <a:pt x="630" y="94"/>
                  <a:pt x="631" y="94"/>
                  <a:pt x="632" y="94"/>
                </a:cubicBezTo>
                <a:cubicBezTo>
                  <a:pt x="633" y="94"/>
                  <a:pt x="633" y="93"/>
                  <a:pt x="634" y="93"/>
                </a:cubicBezTo>
                <a:cubicBezTo>
                  <a:pt x="635" y="93"/>
                  <a:pt x="636" y="92"/>
                  <a:pt x="636" y="92"/>
                </a:cubicBezTo>
                <a:cubicBezTo>
                  <a:pt x="637" y="92"/>
                  <a:pt x="637" y="91"/>
                  <a:pt x="637" y="91"/>
                </a:cubicBezTo>
                <a:cubicBezTo>
                  <a:pt x="637" y="90"/>
                  <a:pt x="637" y="90"/>
                  <a:pt x="637" y="89"/>
                </a:cubicBezTo>
                <a:cubicBezTo>
                  <a:pt x="636" y="89"/>
                  <a:pt x="636" y="88"/>
                  <a:pt x="635" y="88"/>
                </a:cubicBezTo>
                <a:cubicBezTo>
                  <a:pt x="635" y="88"/>
                  <a:pt x="634" y="87"/>
                  <a:pt x="633" y="87"/>
                </a:cubicBezTo>
                <a:cubicBezTo>
                  <a:pt x="632" y="87"/>
                  <a:pt x="631" y="87"/>
                  <a:pt x="630" y="87"/>
                </a:cubicBezTo>
                <a:cubicBezTo>
                  <a:pt x="629" y="87"/>
                  <a:pt x="628" y="87"/>
                  <a:pt x="627" y="87"/>
                </a:cubicBezTo>
                <a:close/>
                <a:moveTo>
                  <a:pt x="355" y="87"/>
                </a:moveTo>
                <a:cubicBezTo>
                  <a:pt x="354" y="87"/>
                  <a:pt x="353" y="88"/>
                  <a:pt x="352" y="88"/>
                </a:cubicBezTo>
                <a:cubicBezTo>
                  <a:pt x="351" y="88"/>
                  <a:pt x="351" y="89"/>
                  <a:pt x="350" y="89"/>
                </a:cubicBezTo>
                <a:cubicBezTo>
                  <a:pt x="350" y="90"/>
                  <a:pt x="349" y="90"/>
                  <a:pt x="349" y="91"/>
                </a:cubicBezTo>
                <a:cubicBezTo>
                  <a:pt x="349" y="91"/>
                  <a:pt x="349" y="92"/>
                  <a:pt x="349" y="92"/>
                </a:cubicBezTo>
                <a:cubicBezTo>
                  <a:pt x="349" y="92"/>
                  <a:pt x="350" y="93"/>
                  <a:pt x="351" y="93"/>
                </a:cubicBezTo>
                <a:cubicBezTo>
                  <a:pt x="351" y="93"/>
                  <a:pt x="352" y="94"/>
                  <a:pt x="353" y="94"/>
                </a:cubicBezTo>
                <a:cubicBezTo>
                  <a:pt x="354" y="94"/>
                  <a:pt x="355" y="94"/>
                  <a:pt x="356" y="94"/>
                </a:cubicBezTo>
                <a:cubicBezTo>
                  <a:pt x="357" y="94"/>
                  <a:pt x="358" y="94"/>
                  <a:pt x="359" y="94"/>
                </a:cubicBezTo>
                <a:cubicBezTo>
                  <a:pt x="360" y="94"/>
                  <a:pt x="361" y="93"/>
                  <a:pt x="362" y="93"/>
                </a:cubicBezTo>
                <a:cubicBezTo>
                  <a:pt x="362" y="93"/>
                  <a:pt x="363" y="92"/>
                  <a:pt x="364" y="92"/>
                </a:cubicBezTo>
                <a:cubicBezTo>
                  <a:pt x="364" y="92"/>
                  <a:pt x="364" y="91"/>
                  <a:pt x="365" y="91"/>
                </a:cubicBezTo>
                <a:cubicBezTo>
                  <a:pt x="365" y="90"/>
                  <a:pt x="365" y="90"/>
                  <a:pt x="364" y="89"/>
                </a:cubicBezTo>
                <a:cubicBezTo>
                  <a:pt x="364" y="89"/>
                  <a:pt x="364" y="88"/>
                  <a:pt x="363" y="88"/>
                </a:cubicBezTo>
                <a:cubicBezTo>
                  <a:pt x="362" y="88"/>
                  <a:pt x="362" y="87"/>
                  <a:pt x="361" y="87"/>
                </a:cubicBezTo>
                <a:cubicBezTo>
                  <a:pt x="360" y="87"/>
                  <a:pt x="359" y="87"/>
                  <a:pt x="358" y="87"/>
                </a:cubicBezTo>
                <a:cubicBezTo>
                  <a:pt x="357" y="87"/>
                  <a:pt x="356" y="87"/>
                  <a:pt x="355" y="87"/>
                </a:cubicBezTo>
                <a:close/>
                <a:moveTo>
                  <a:pt x="160" y="87"/>
                </a:moveTo>
                <a:cubicBezTo>
                  <a:pt x="159" y="87"/>
                  <a:pt x="158" y="88"/>
                  <a:pt x="158" y="88"/>
                </a:cubicBezTo>
                <a:cubicBezTo>
                  <a:pt x="157" y="88"/>
                  <a:pt x="156" y="89"/>
                  <a:pt x="156" y="89"/>
                </a:cubicBezTo>
                <a:cubicBezTo>
                  <a:pt x="155" y="90"/>
                  <a:pt x="155" y="90"/>
                  <a:pt x="154" y="91"/>
                </a:cubicBezTo>
                <a:cubicBezTo>
                  <a:pt x="154" y="91"/>
                  <a:pt x="154" y="92"/>
                  <a:pt x="154" y="92"/>
                </a:cubicBezTo>
                <a:cubicBezTo>
                  <a:pt x="155" y="92"/>
                  <a:pt x="155" y="93"/>
                  <a:pt x="156" y="93"/>
                </a:cubicBezTo>
                <a:cubicBezTo>
                  <a:pt x="156" y="93"/>
                  <a:pt x="157" y="94"/>
                  <a:pt x="158" y="94"/>
                </a:cubicBezTo>
                <a:cubicBezTo>
                  <a:pt x="159" y="94"/>
                  <a:pt x="160" y="94"/>
                  <a:pt x="161" y="94"/>
                </a:cubicBezTo>
                <a:cubicBezTo>
                  <a:pt x="162" y="94"/>
                  <a:pt x="163" y="94"/>
                  <a:pt x="164" y="94"/>
                </a:cubicBezTo>
                <a:cubicBezTo>
                  <a:pt x="165" y="94"/>
                  <a:pt x="166" y="93"/>
                  <a:pt x="167" y="93"/>
                </a:cubicBezTo>
                <a:cubicBezTo>
                  <a:pt x="168" y="93"/>
                  <a:pt x="168" y="92"/>
                  <a:pt x="169" y="92"/>
                </a:cubicBezTo>
                <a:cubicBezTo>
                  <a:pt x="169" y="92"/>
                  <a:pt x="170" y="91"/>
                  <a:pt x="170" y="91"/>
                </a:cubicBezTo>
                <a:cubicBezTo>
                  <a:pt x="170" y="90"/>
                  <a:pt x="170" y="90"/>
                  <a:pt x="170" y="89"/>
                </a:cubicBezTo>
                <a:cubicBezTo>
                  <a:pt x="170" y="89"/>
                  <a:pt x="169" y="88"/>
                  <a:pt x="169" y="88"/>
                </a:cubicBezTo>
                <a:cubicBezTo>
                  <a:pt x="168" y="88"/>
                  <a:pt x="167" y="87"/>
                  <a:pt x="166" y="87"/>
                </a:cubicBezTo>
                <a:cubicBezTo>
                  <a:pt x="166" y="87"/>
                  <a:pt x="165" y="87"/>
                  <a:pt x="163" y="87"/>
                </a:cubicBezTo>
                <a:cubicBezTo>
                  <a:pt x="162" y="87"/>
                  <a:pt x="161" y="87"/>
                  <a:pt x="160" y="87"/>
                </a:cubicBezTo>
                <a:close/>
                <a:moveTo>
                  <a:pt x="394" y="87"/>
                </a:moveTo>
                <a:cubicBezTo>
                  <a:pt x="393" y="87"/>
                  <a:pt x="392" y="88"/>
                  <a:pt x="391" y="88"/>
                </a:cubicBezTo>
                <a:cubicBezTo>
                  <a:pt x="390" y="88"/>
                  <a:pt x="389" y="89"/>
                  <a:pt x="389" y="89"/>
                </a:cubicBezTo>
                <a:cubicBezTo>
                  <a:pt x="388" y="90"/>
                  <a:pt x="388" y="90"/>
                  <a:pt x="388" y="91"/>
                </a:cubicBezTo>
                <a:cubicBezTo>
                  <a:pt x="388" y="91"/>
                  <a:pt x="388" y="92"/>
                  <a:pt x="388" y="92"/>
                </a:cubicBezTo>
                <a:cubicBezTo>
                  <a:pt x="388" y="92"/>
                  <a:pt x="389" y="93"/>
                  <a:pt x="389" y="93"/>
                </a:cubicBezTo>
                <a:cubicBezTo>
                  <a:pt x="390" y="93"/>
                  <a:pt x="391" y="94"/>
                  <a:pt x="392" y="94"/>
                </a:cubicBezTo>
                <a:cubicBezTo>
                  <a:pt x="393" y="94"/>
                  <a:pt x="394" y="94"/>
                  <a:pt x="395" y="94"/>
                </a:cubicBezTo>
                <a:cubicBezTo>
                  <a:pt x="396" y="94"/>
                  <a:pt x="397" y="94"/>
                  <a:pt x="398" y="94"/>
                </a:cubicBezTo>
                <a:cubicBezTo>
                  <a:pt x="399" y="94"/>
                  <a:pt x="400" y="93"/>
                  <a:pt x="400" y="93"/>
                </a:cubicBezTo>
                <a:cubicBezTo>
                  <a:pt x="401" y="93"/>
                  <a:pt x="402" y="92"/>
                  <a:pt x="402" y="92"/>
                </a:cubicBezTo>
                <a:cubicBezTo>
                  <a:pt x="403" y="92"/>
                  <a:pt x="403" y="91"/>
                  <a:pt x="403" y="91"/>
                </a:cubicBezTo>
                <a:cubicBezTo>
                  <a:pt x="404" y="90"/>
                  <a:pt x="404" y="90"/>
                  <a:pt x="403" y="89"/>
                </a:cubicBezTo>
                <a:cubicBezTo>
                  <a:pt x="403" y="89"/>
                  <a:pt x="403" y="88"/>
                  <a:pt x="402" y="88"/>
                </a:cubicBezTo>
                <a:cubicBezTo>
                  <a:pt x="401" y="88"/>
                  <a:pt x="401" y="87"/>
                  <a:pt x="400" y="87"/>
                </a:cubicBezTo>
                <a:cubicBezTo>
                  <a:pt x="399" y="87"/>
                  <a:pt x="398" y="87"/>
                  <a:pt x="397" y="87"/>
                </a:cubicBezTo>
                <a:cubicBezTo>
                  <a:pt x="396" y="87"/>
                  <a:pt x="395" y="87"/>
                  <a:pt x="394" y="87"/>
                </a:cubicBezTo>
                <a:close/>
                <a:moveTo>
                  <a:pt x="238" y="87"/>
                </a:moveTo>
                <a:cubicBezTo>
                  <a:pt x="237" y="87"/>
                  <a:pt x="236" y="88"/>
                  <a:pt x="235" y="88"/>
                </a:cubicBezTo>
                <a:cubicBezTo>
                  <a:pt x="235" y="88"/>
                  <a:pt x="234" y="89"/>
                  <a:pt x="233" y="89"/>
                </a:cubicBezTo>
                <a:cubicBezTo>
                  <a:pt x="233" y="90"/>
                  <a:pt x="232" y="90"/>
                  <a:pt x="232" y="91"/>
                </a:cubicBezTo>
                <a:cubicBezTo>
                  <a:pt x="232" y="91"/>
                  <a:pt x="232" y="92"/>
                  <a:pt x="232" y="92"/>
                </a:cubicBezTo>
                <a:cubicBezTo>
                  <a:pt x="233" y="92"/>
                  <a:pt x="233" y="93"/>
                  <a:pt x="234" y="93"/>
                </a:cubicBezTo>
                <a:cubicBezTo>
                  <a:pt x="234" y="93"/>
                  <a:pt x="235" y="94"/>
                  <a:pt x="236" y="94"/>
                </a:cubicBezTo>
                <a:cubicBezTo>
                  <a:pt x="237" y="94"/>
                  <a:pt x="238" y="94"/>
                  <a:pt x="239" y="94"/>
                </a:cubicBezTo>
                <a:cubicBezTo>
                  <a:pt x="240" y="94"/>
                  <a:pt x="241" y="94"/>
                  <a:pt x="242" y="94"/>
                </a:cubicBezTo>
                <a:cubicBezTo>
                  <a:pt x="243" y="94"/>
                  <a:pt x="244" y="93"/>
                  <a:pt x="245" y="93"/>
                </a:cubicBezTo>
                <a:cubicBezTo>
                  <a:pt x="246" y="93"/>
                  <a:pt x="246" y="92"/>
                  <a:pt x="247" y="92"/>
                </a:cubicBezTo>
                <a:cubicBezTo>
                  <a:pt x="247" y="92"/>
                  <a:pt x="248" y="91"/>
                  <a:pt x="248" y="91"/>
                </a:cubicBezTo>
                <a:cubicBezTo>
                  <a:pt x="248" y="90"/>
                  <a:pt x="248" y="90"/>
                  <a:pt x="248" y="89"/>
                </a:cubicBezTo>
                <a:cubicBezTo>
                  <a:pt x="247" y="89"/>
                  <a:pt x="247" y="88"/>
                  <a:pt x="246" y="88"/>
                </a:cubicBezTo>
                <a:cubicBezTo>
                  <a:pt x="246" y="88"/>
                  <a:pt x="245" y="87"/>
                  <a:pt x="244" y="87"/>
                </a:cubicBezTo>
                <a:cubicBezTo>
                  <a:pt x="243" y="87"/>
                  <a:pt x="242" y="87"/>
                  <a:pt x="241" y="87"/>
                </a:cubicBezTo>
                <a:cubicBezTo>
                  <a:pt x="240" y="87"/>
                  <a:pt x="239" y="87"/>
                  <a:pt x="238" y="87"/>
                </a:cubicBezTo>
                <a:close/>
                <a:moveTo>
                  <a:pt x="277" y="87"/>
                </a:moveTo>
                <a:cubicBezTo>
                  <a:pt x="276" y="87"/>
                  <a:pt x="275" y="88"/>
                  <a:pt x="274" y="88"/>
                </a:cubicBezTo>
                <a:cubicBezTo>
                  <a:pt x="273" y="88"/>
                  <a:pt x="273" y="89"/>
                  <a:pt x="272" y="89"/>
                </a:cubicBezTo>
                <a:cubicBezTo>
                  <a:pt x="272" y="90"/>
                  <a:pt x="271" y="90"/>
                  <a:pt x="271" y="91"/>
                </a:cubicBezTo>
                <a:cubicBezTo>
                  <a:pt x="271" y="91"/>
                  <a:pt x="271" y="92"/>
                  <a:pt x="271" y="92"/>
                </a:cubicBezTo>
                <a:cubicBezTo>
                  <a:pt x="272" y="92"/>
                  <a:pt x="272" y="93"/>
                  <a:pt x="273" y="93"/>
                </a:cubicBezTo>
                <a:cubicBezTo>
                  <a:pt x="273" y="93"/>
                  <a:pt x="274" y="94"/>
                  <a:pt x="275" y="94"/>
                </a:cubicBezTo>
                <a:cubicBezTo>
                  <a:pt x="276" y="94"/>
                  <a:pt x="277" y="94"/>
                  <a:pt x="278" y="94"/>
                </a:cubicBezTo>
                <a:cubicBezTo>
                  <a:pt x="279" y="94"/>
                  <a:pt x="280" y="94"/>
                  <a:pt x="281" y="94"/>
                </a:cubicBezTo>
                <a:cubicBezTo>
                  <a:pt x="282" y="94"/>
                  <a:pt x="283" y="93"/>
                  <a:pt x="284" y="93"/>
                </a:cubicBezTo>
                <a:cubicBezTo>
                  <a:pt x="284" y="93"/>
                  <a:pt x="285" y="92"/>
                  <a:pt x="286" y="92"/>
                </a:cubicBezTo>
                <a:cubicBezTo>
                  <a:pt x="286" y="92"/>
                  <a:pt x="287" y="91"/>
                  <a:pt x="287" y="91"/>
                </a:cubicBezTo>
                <a:cubicBezTo>
                  <a:pt x="287" y="90"/>
                  <a:pt x="287" y="90"/>
                  <a:pt x="287" y="89"/>
                </a:cubicBezTo>
                <a:cubicBezTo>
                  <a:pt x="286" y="89"/>
                  <a:pt x="286" y="88"/>
                  <a:pt x="285" y="88"/>
                </a:cubicBezTo>
                <a:cubicBezTo>
                  <a:pt x="285" y="88"/>
                  <a:pt x="284" y="87"/>
                  <a:pt x="283" y="87"/>
                </a:cubicBezTo>
                <a:cubicBezTo>
                  <a:pt x="282" y="87"/>
                  <a:pt x="281" y="87"/>
                  <a:pt x="280" y="87"/>
                </a:cubicBezTo>
                <a:cubicBezTo>
                  <a:pt x="279" y="87"/>
                  <a:pt x="278" y="87"/>
                  <a:pt x="277" y="87"/>
                </a:cubicBezTo>
                <a:close/>
                <a:moveTo>
                  <a:pt x="316" y="87"/>
                </a:moveTo>
                <a:cubicBezTo>
                  <a:pt x="315" y="87"/>
                  <a:pt x="314" y="88"/>
                  <a:pt x="313" y="88"/>
                </a:cubicBezTo>
                <a:cubicBezTo>
                  <a:pt x="312" y="88"/>
                  <a:pt x="312" y="89"/>
                  <a:pt x="311" y="89"/>
                </a:cubicBezTo>
                <a:cubicBezTo>
                  <a:pt x="311" y="90"/>
                  <a:pt x="310" y="90"/>
                  <a:pt x="310" y="91"/>
                </a:cubicBezTo>
                <a:cubicBezTo>
                  <a:pt x="310" y="91"/>
                  <a:pt x="310" y="92"/>
                  <a:pt x="310" y="92"/>
                </a:cubicBezTo>
                <a:cubicBezTo>
                  <a:pt x="311" y="92"/>
                  <a:pt x="311" y="93"/>
                  <a:pt x="312" y="93"/>
                </a:cubicBezTo>
                <a:cubicBezTo>
                  <a:pt x="312" y="93"/>
                  <a:pt x="313" y="94"/>
                  <a:pt x="314" y="94"/>
                </a:cubicBezTo>
                <a:cubicBezTo>
                  <a:pt x="315" y="94"/>
                  <a:pt x="316" y="94"/>
                  <a:pt x="317" y="94"/>
                </a:cubicBezTo>
                <a:cubicBezTo>
                  <a:pt x="318" y="94"/>
                  <a:pt x="319" y="94"/>
                  <a:pt x="320" y="94"/>
                </a:cubicBezTo>
                <a:cubicBezTo>
                  <a:pt x="321" y="94"/>
                  <a:pt x="322" y="93"/>
                  <a:pt x="323" y="93"/>
                </a:cubicBezTo>
                <a:cubicBezTo>
                  <a:pt x="323" y="93"/>
                  <a:pt x="324" y="92"/>
                  <a:pt x="325" y="92"/>
                </a:cubicBezTo>
                <a:cubicBezTo>
                  <a:pt x="325" y="92"/>
                  <a:pt x="325" y="91"/>
                  <a:pt x="326" y="91"/>
                </a:cubicBezTo>
                <a:cubicBezTo>
                  <a:pt x="326" y="90"/>
                  <a:pt x="326" y="90"/>
                  <a:pt x="325" y="89"/>
                </a:cubicBezTo>
                <a:cubicBezTo>
                  <a:pt x="325" y="89"/>
                  <a:pt x="325" y="88"/>
                  <a:pt x="324" y="88"/>
                </a:cubicBezTo>
                <a:cubicBezTo>
                  <a:pt x="324" y="88"/>
                  <a:pt x="323" y="87"/>
                  <a:pt x="322" y="87"/>
                </a:cubicBezTo>
                <a:cubicBezTo>
                  <a:pt x="321" y="87"/>
                  <a:pt x="320" y="87"/>
                  <a:pt x="319" y="87"/>
                </a:cubicBezTo>
                <a:cubicBezTo>
                  <a:pt x="318" y="87"/>
                  <a:pt x="317" y="87"/>
                  <a:pt x="316" y="87"/>
                </a:cubicBezTo>
                <a:close/>
                <a:moveTo>
                  <a:pt x="432" y="87"/>
                </a:moveTo>
                <a:cubicBezTo>
                  <a:pt x="431" y="87"/>
                  <a:pt x="431" y="88"/>
                  <a:pt x="430" y="88"/>
                </a:cubicBezTo>
                <a:cubicBezTo>
                  <a:pt x="429" y="88"/>
                  <a:pt x="428" y="89"/>
                  <a:pt x="428" y="89"/>
                </a:cubicBezTo>
                <a:cubicBezTo>
                  <a:pt x="427" y="90"/>
                  <a:pt x="427" y="90"/>
                  <a:pt x="427" y="91"/>
                </a:cubicBezTo>
                <a:cubicBezTo>
                  <a:pt x="427" y="91"/>
                  <a:pt x="427" y="92"/>
                  <a:pt x="427" y="92"/>
                </a:cubicBezTo>
                <a:cubicBezTo>
                  <a:pt x="427" y="92"/>
                  <a:pt x="428" y="93"/>
                  <a:pt x="428" y="93"/>
                </a:cubicBezTo>
                <a:cubicBezTo>
                  <a:pt x="429" y="93"/>
                  <a:pt x="430" y="94"/>
                  <a:pt x="431" y="94"/>
                </a:cubicBezTo>
                <a:cubicBezTo>
                  <a:pt x="432" y="94"/>
                  <a:pt x="433" y="94"/>
                  <a:pt x="434" y="94"/>
                </a:cubicBezTo>
                <a:cubicBezTo>
                  <a:pt x="435" y="94"/>
                  <a:pt x="436" y="94"/>
                  <a:pt x="437" y="94"/>
                </a:cubicBezTo>
                <a:cubicBezTo>
                  <a:pt x="438" y="94"/>
                  <a:pt x="439" y="93"/>
                  <a:pt x="439" y="93"/>
                </a:cubicBezTo>
                <a:cubicBezTo>
                  <a:pt x="440" y="93"/>
                  <a:pt x="441" y="92"/>
                  <a:pt x="441" y="92"/>
                </a:cubicBezTo>
                <a:cubicBezTo>
                  <a:pt x="442" y="92"/>
                  <a:pt x="442" y="91"/>
                  <a:pt x="442" y="91"/>
                </a:cubicBezTo>
                <a:cubicBezTo>
                  <a:pt x="443" y="90"/>
                  <a:pt x="442" y="90"/>
                  <a:pt x="442" y="89"/>
                </a:cubicBezTo>
                <a:cubicBezTo>
                  <a:pt x="442" y="89"/>
                  <a:pt x="441" y="88"/>
                  <a:pt x="441" y="88"/>
                </a:cubicBezTo>
                <a:cubicBezTo>
                  <a:pt x="440" y="88"/>
                  <a:pt x="439" y="87"/>
                  <a:pt x="439" y="87"/>
                </a:cubicBezTo>
                <a:cubicBezTo>
                  <a:pt x="438" y="87"/>
                  <a:pt x="437" y="87"/>
                  <a:pt x="436" y="87"/>
                </a:cubicBezTo>
                <a:cubicBezTo>
                  <a:pt x="434" y="87"/>
                  <a:pt x="433" y="87"/>
                  <a:pt x="432" y="87"/>
                </a:cubicBezTo>
                <a:close/>
                <a:moveTo>
                  <a:pt x="705" y="87"/>
                </a:moveTo>
                <a:cubicBezTo>
                  <a:pt x="704" y="87"/>
                  <a:pt x="703" y="88"/>
                  <a:pt x="702" y="88"/>
                </a:cubicBezTo>
                <a:cubicBezTo>
                  <a:pt x="701" y="88"/>
                  <a:pt x="701" y="89"/>
                  <a:pt x="700" y="89"/>
                </a:cubicBezTo>
                <a:cubicBezTo>
                  <a:pt x="700" y="90"/>
                  <a:pt x="699" y="90"/>
                  <a:pt x="699" y="91"/>
                </a:cubicBezTo>
                <a:cubicBezTo>
                  <a:pt x="699" y="91"/>
                  <a:pt x="699" y="92"/>
                  <a:pt x="700" y="92"/>
                </a:cubicBezTo>
                <a:cubicBezTo>
                  <a:pt x="700" y="92"/>
                  <a:pt x="700" y="93"/>
                  <a:pt x="701" y="93"/>
                </a:cubicBezTo>
                <a:cubicBezTo>
                  <a:pt x="702" y="93"/>
                  <a:pt x="703" y="94"/>
                  <a:pt x="703" y="94"/>
                </a:cubicBezTo>
                <a:cubicBezTo>
                  <a:pt x="704" y="94"/>
                  <a:pt x="705" y="94"/>
                  <a:pt x="706" y="94"/>
                </a:cubicBezTo>
                <a:cubicBezTo>
                  <a:pt x="707" y="94"/>
                  <a:pt x="709" y="94"/>
                  <a:pt x="709" y="94"/>
                </a:cubicBezTo>
                <a:cubicBezTo>
                  <a:pt x="710" y="94"/>
                  <a:pt x="711" y="93"/>
                  <a:pt x="712" y="93"/>
                </a:cubicBezTo>
                <a:cubicBezTo>
                  <a:pt x="713" y="93"/>
                  <a:pt x="713" y="92"/>
                  <a:pt x="714" y="92"/>
                </a:cubicBezTo>
                <a:cubicBezTo>
                  <a:pt x="714" y="92"/>
                  <a:pt x="715" y="91"/>
                  <a:pt x="715" y="91"/>
                </a:cubicBezTo>
                <a:cubicBezTo>
                  <a:pt x="715" y="90"/>
                  <a:pt x="715" y="90"/>
                  <a:pt x="714" y="89"/>
                </a:cubicBezTo>
                <a:cubicBezTo>
                  <a:pt x="714" y="89"/>
                  <a:pt x="714" y="88"/>
                  <a:pt x="713" y="88"/>
                </a:cubicBezTo>
                <a:cubicBezTo>
                  <a:pt x="712" y="88"/>
                  <a:pt x="712" y="87"/>
                  <a:pt x="711" y="87"/>
                </a:cubicBezTo>
                <a:cubicBezTo>
                  <a:pt x="710" y="87"/>
                  <a:pt x="709" y="87"/>
                  <a:pt x="708" y="87"/>
                </a:cubicBezTo>
                <a:cubicBezTo>
                  <a:pt x="707" y="87"/>
                  <a:pt x="706" y="87"/>
                  <a:pt x="705" y="87"/>
                </a:cubicBezTo>
                <a:close/>
                <a:moveTo>
                  <a:pt x="549" y="87"/>
                </a:moveTo>
                <a:cubicBezTo>
                  <a:pt x="548" y="87"/>
                  <a:pt x="547" y="88"/>
                  <a:pt x="546" y="88"/>
                </a:cubicBezTo>
                <a:cubicBezTo>
                  <a:pt x="546" y="88"/>
                  <a:pt x="545" y="89"/>
                  <a:pt x="545" y="89"/>
                </a:cubicBezTo>
                <a:cubicBezTo>
                  <a:pt x="544" y="90"/>
                  <a:pt x="544" y="90"/>
                  <a:pt x="544" y="91"/>
                </a:cubicBezTo>
                <a:cubicBezTo>
                  <a:pt x="543" y="91"/>
                  <a:pt x="544" y="92"/>
                  <a:pt x="544" y="92"/>
                </a:cubicBezTo>
                <a:cubicBezTo>
                  <a:pt x="544" y="92"/>
                  <a:pt x="545" y="93"/>
                  <a:pt x="545" y="93"/>
                </a:cubicBezTo>
                <a:cubicBezTo>
                  <a:pt x="546" y="93"/>
                  <a:pt x="547" y="94"/>
                  <a:pt x="548" y="94"/>
                </a:cubicBezTo>
                <a:cubicBezTo>
                  <a:pt x="548" y="94"/>
                  <a:pt x="549" y="94"/>
                  <a:pt x="551" y="94"/>
                </a:cubicBezTo>
                <a:cubicBezTo>
                  <a:pt x="552" y="94"/>
                  <a:pt x="553" y="94"/>
                  <a:pt x="554" y="94"/>
                </a:cubicBezTo>
                <a:cubicBezTo>
                  <a:pt x="555" y="94"/>
                  <a:pt x="555" y="93"/>
                  <a:pt x="556" y="93"/>
                </a:cubicBezTo>
                <a:cubicBezTo>
                  <a:pt x="557" y="93"/>
                  <a:pt x="558" y="92"/>
                  <a:pt x="558" y="92"/>
                </a:cubicBezTo>
                <a:cubicBezTo>
                  <a:pt x="559" y="92"/>
                  <a:pt x="559" y="91"/>
                  <a:pt x="559" y="91"/>
                </a:cubicBezTo>
                <a:cubicBezTo>
                  <a:pt x="559" y="90"/>
                  <a:pt x="559" y="90"/>
                  <a:pt x="559" y="89"/>
                </a:cubicBezTo>
                <a:cubicBezTo>
                  <a:pt x="559" y="89"/>
                  <a:pt x="558" y="88"/>
                  <a:pt x="557" y="88"/>
                </a:cubicBezTo>
                <a:cubicBezTo>
                  <a:pt x="557" y="88"/>
                  <a:pt x="556" y="87"/>
                  <a:pt x="555" y="87"/>
                </a:cubicBezTo>
                <a:cubicBezTo>
                  <a:pt x="554" y="87"/>
                  <a:pt x="553" y="87"/>
                  <a:pt x="552" y="87"/>
                </a:cubicBezTo>
                <a:cubicBezTo>
                  <a:pt x="551" y="87"/>
                  <a:pt x="550" y="87"/>
                  <a:pt x="549" y="87"/>
                </a:cubicBezTo>
                <a:close/>
                <a:moveTo>
                  <a:pt x="510" y="87"/>
                </a:moveTo>
                <a:cubicBezTo>
                  <a:pt x="509" y="87"/>
                  <a:pt x="508" y="88"/>
                  <a:pt x="508" y="88"/>
                </a:cubicBezTo>
                <a:cubicBezTo>
                  <a:pt x="507" y="88"/>
                  <a:pt x="506" y="89"/>
                  <a:pt x="506" y="89"/>
                </a:cubicBezTo>
                <a:cubicBezTo>
                  <a:pt x="505" y="90"/>
                  <a:pt x="505" y="90"/>
                  <a:pt x="505" y="91"/>
                </a:cubicBezTo>
                <a:cubicBezTo>
                  <a:pt x="505" y="91"/>
                  <a:pt x="505" y="92"/>
                  <a:pt x="505" y="92"/>
                </a:cubicBezTo>
                <a:cubicBezTo>
                  <a:pt x="505" y="92"/>
                  <a:pt x="506" y="93"/>
                  <a:pt x="506" y="93"/>
                </a:cubicBezTo>
                <a:cubicBezTo>
                  <a:pt x="507" y="93"/>
                  <a:pt x="508" y="94"/>
                  <a:pt x="509" y="94"/>
                </a:cubicBezTo>
                <a:cubicBezTo>
                  <a:pt x="509" y="94"/>
                  <a:pt x="510" y="94"/>
                  <a:pt x="512" y="94"/>
                </a:cubicBezTo>
                <a:cubicBezTo>
                  <a:pt x="513" y="94"/>
                  <a:pt x="514" y="94"/>
                  <a:pt x="515" y="94"/>
                </a:cubicBezTo>
                <a:cubicBezTo>
                  <a:pt x="516" y="94"/>
                  <a:pt x="517" y="93"/>
                  <a:pt x="517" y="93"/>
                </a:cubicBezTo>
                <a:cubicBezTo>
                  <a:pt x="518" y="93"/>
                  <a:pt x="519" y="92"/>
                  <a:pt x="519" y="92"/>
                </a:cubicBezTo>
                <a:cubicBezTo>
                  <a:pt x="520" y="92"/>
                  <a:pt x="520" y="91"/>
                  <a:pt x="520" y="91"/>
                </a:cubicBezTo>
                <a:cubicBezTo>
                  <a:pt x="520" y="90"/>
                  <a:pt x="520" y="90"/>
                  <a:pt x="520" y="89"/>
                </a:cubicBezTo>
                <a:cubicBezTo>
                  <a:pt x="520" y="89"/>
                  <a:pt x="519" y="88"/>
                  <a:pt x="519" y="88"/>
                </a:cubicBezTo>
                <a:cubicBezTo>
                  <a:pt x="518" y="88"/>
                  <a:pt x="517" y="87"/>
                  <a:pt x="516" y="87"/>
                </a:cubicBezTo>
                <a:cubicBezTo>
                  <a:pt x="515" y="87"/>
                  <a:pt x="514" y="87"/>
                  <a:pt x="513" y="87"/>
                </a:cubicBezTo>
                <a:cubicBezTo>
                  <a:pt x="512" y="87"/>
                  <a:pt x="511" y="87"/>
                  <a:pt x="510" y="87"/>
                </a:cubicBezTo>
                <a:close/>
                <a:moveTo>
                  <a:pt x="899" y="87"/>
                </a:moveTo>
                <a:cubicBezTo>
                  <a:pt x="898" y="87"/>
                  <a:pt x="897" y="88"/>
                  <a:pt x="896" y="88"/>
                </a:cubicBezTo>
                <a:cubicBezTo>
                  <a:pt x="896" y="88"/>
                  <a:pt x="895" y="89"/>
                  <a:pt x="895" y="89"/>
                </a:cubicBezTo>
                <a:cubicBezTo>
                  <a:pt x="894" y="90"/>
                  <a:pt x="894" y="90"/>
                  <a:pt x="894" y="91"/>
                </a:cubicBezTo>
                <a:cubicBezTo>
                  <a:pt x="894" y="91"/>
                  <a:pt x="894" y="92"/>
                  <a:pt x="894" y="92"/>
                </a:cubicBezTo>
                <a:cubicBezTo>
                  <a:pt x="895" y="92"/>
                  <a:pt x="895" y="93"/>
                  <a:pt x="896" y="93"/>
                </a:cubicBezTo>
                <a:cubicBezTo>
                  <a:pt x="896" y="93"/>
                  <a:pt x="897" y="94"/>
                  <a:pt x="898" y="94"/>
                </a:cubicBezTo>
                <a:cubicBezTo>
                  <a:pt x="899" y="94"/>
                  <a:pt x="900" y="94"/>
                  <a:pt x="901" y="94"/>
                </a:cubicBezTo>
                <a:cubicBezTo>
                  <a:pt x="902" y="94"/>
                  <a:pt x="903" y="94"/>
                  <a:pt x="904" y="94"/>
                </a:cubicBezTo>
                <a:cubicBezTo>
                  <a:pt x="905" y="94"/>
                  <a:pt x="906" y="93"/>
                  <a:pt x="907" y="93"/>
                </a:cubicBezTo>
                <a:cubicBezTo>
                  <a:pt x="908" y="93"/>
                  <a:pt x="908" y="92"/>
                  <a:pt x="909" y="92"/>
                </a:cubicBezTo>
                <a:cubicBezTo>
                  <a:pt x="909" y="92"/>
                  <a:pt x="909" y="91"/>
                  <a:pt x="909" y="91"/>
                </a:cubicBezTo>
                <a:cubicBezTo>
                  <a:pt x="909" y="90"/>
                  <a:pt x="909" y="90"/>
                  <a:pt x="909" y="89"/>
                </a:cubicBezTo>
                <a:cubicBezTo>
                  <a:pt x="909" y="89"/>
                  <a:pt x="908" y="88"/>
                  <a:pt x="907" y="88"/>
                </a:cubicBezTo>
                <a:cubicBezTo>
                  <a:pt x="907" y="88"/>
                  <a:pt x="906" y="87"/>
                  <a:pt x="905" y="87"/>
                </a:cubicBezTo>
                <a:cubicBezTo>
                  <a:pt x="904" y="87"/>
                  <a:pt x="903" y="87"/>
                  <a:pt x="902" y="87"/>
                </a:cubicBezTo>
                <a:cubicBezTo>
                  <a:pt x="901" y="87"/>
                  <a:pt x="900" y="87"/>
                  <a:pt x="899" y="87"/>
                </a:cubicBezTo>
                <a:close/>
                <a:moveTo>
                  <a:pt x="1054" y="87"/>
                </a:moveTo>
                <a:cubicBezTo>
                  <a:pt x="1054" y="87"/>
                  <a:pt x="1053" y="88"/>
                  <a:pt x="1052" y="88"/>
                </a:cubicBezTo>
                <a:cubicBezTo>
                  <a:pt x="1051" y="88"/>
                  <a:pt x="1051" y="89"/>
                  <a:pt x="1050" y="89"/>
                </a:cubicBezTo>
                <a:cubicBezTo>
                  <a:pt x="1050" y="90"/>
                  <a:pt x="1050" y="90"/>
                  <a:pt x="1049" y="91"/>
                </a:cubicBezTo>
                <a:cubicBezTo>
                  <a:pt x="1049" y="91"/>
                  <a:pt x="1050" y="92"/>
                  <a:pt x="1050" y="92"/>
                </a:cubicBezTo>
                <a:cubicBezTo>
                  <a:pt x="1050" y="92"/>
                  <a:pt x="1051" y="93"/>
                  <a:pt x="1052" y="93"/>
                </a:cubicBezTo>
                <a:cubicBezTo>
                  <a:pt x="1052" y="93"/>
                  <a:pt x="1053" y="94"/>
                  <a:pt x="1054" y="94"/>
                </a:cubicBezTo>
                <a:cubicBezTo>
                  <a:pt x="1055" y="94"/>
                  <a:pt x="1056" y="94"/>
                  <a:pt x="1057" y="94"/>
                </a:cubicBezTo>
                <a:cubicBezTo>
                  <a:pt x="1058" y="94"/>
                  <a:pt x="1059" y="94"/>
                  <a:pt x="1060" y="94"/>
                </a:cubicBezTo>
                <a:cubicBezTo>
                  <a:pt x="1061" y="94"/>
                  <a:pt x="1062" y="93"/>
                  <a:pt x="1063" y="93"/>
                </a:cubicBezTo>
                <a:cubicBezTo>
                  <a:pt x="1063" y="93"/>
                  <a:pt x="1064" y="92"/>
                  <a:pt x="1064" y="92"/>
                </a:cubicBezTo>
                <a:cubicBezTo>
                  <a:pt x="1065" y="92"/>
                  <a:pt x="1065" y="91"/>
                  <a:pt x="1065" y="91"/>
                </a:cubicBezTo>
                <a:cubicBezTo>
                  <a:pt x="1065" y="90"/>
                  <a:pt x="1065" y="90"/>
                  <a:pt x="1065" y="89"/>
                </a:cubicBezTo>
                <a:cubicBezTo>
                  <a:pt x="1064" y="89"/>
                  <a:pt x="1064" y="88"/>
                  <a:pt x="1063" y="88"/>
                </a:cubicBezTo>
                <a:cubicBezTo>
                  <a:pt x="1062" y="88"/>
                  <a:pt x="1061" y="87"/>
                  <a:pt x="1061" y="87"/>
                </a:cubicBezTo>
                <a:cubicBezTo>
                  <a:pt x="1060" y="87"/>
                  <a:pt x="1059" y="87"/>
                  <a:pt x="1058" y="87"/>
                </a:cubicBezTo>
                <a:cubicBezTo>
                  <a:pt x="1056" y="87"/>
                  <a:pt x="1055" y="87"/>
                  <a:pt x="1054" y="87"/>
                </a:cubicBezTo>
                <a:close/>
                <a:moveTo>
                  <a:pt x="977" y="87"/>
                </a:moveTo>
                <a:cubicBezTo>
                  <a:pt x="976" y="87"/>
                  <a:pt x="975" y="88"/>
                  <a:pt x="974" y="88"/>
                </a:cubicBezTo>
                <a:cubicBezTo>
                  <a:pt x="973" y="88"/>
                  <a:pt x="973" y="89"/>
                  <a:pt x="972" y="89"/>
                </a:cubicBezTo>
                <a:cubicBezTo>
                  <a:pt x="972" y="90"/>
                  <a:pt x="972" y="90"/>
                  <a:pt x="972" y="91"/>
                </a:cubicBezTo>
                <a:cubicBezTo>
                  <a:pt x="972" y="91"/>
                  <a:pt x="972" y="92"/>
                  <a:pt x="972" y="92"/>
                </a:cubicBezTo>
                <a:cubicBezTo>
                  <a:pt x="973" y="92"/>
                  <a:pt x="973" y="93"/>
                  <a:pt x="974" y="93"/>
                </a:cubicBezTo>
                <a:cubicBezTo>
                  <a:pt x="974" y="93"/>
                  <a:pt x="975" y="94"/>
                  <a:pt x="976" y="94"/>
                </a:cubicBezTo>
                <a:cubicBezTo>
                  <a:pt x="977" y="94"/>
                  <a:pt x="978" y="94"/>
                  <a:pt x="979" y="94"/>
                </a:cubicBezTo>
                <a:cubicBezTo>
                  <a:pt x="980" y="94"/>
                  <a:pt x="981" y="94"/>
                  <a:pt x="982" y="94"/>
                </a:cubicBezTo>
                <a:cubicBezTo>
                  <a:pt x="983" y="94"/>
                  <a:pt x="984" y="93"/>
                  <a:pt x="985" y="93"/>
                </a:cubicBezTo>
                <a:cubicBezTo>
                  <a:pt x="985" y="93"/>
                  <a:pt x="986" y="92"/>
                  <a:pt x="987" y="92"/>
                </a:cubicBezTo>
                <a:cubicBezTo>
                  <a:pt x="987" y="92"/>
                  <a:pt x="987" y="91"/>
                  <a:pt x="987" y="91"/>
                </a:cubicBezTo>
                <a:cubicBezTo>
                  <a:pt x="987" y="90"/>
                  <a:pt x="987" y="90"/>
                  <a:pt x="987" y="89"/>
                </a:cubicBezTo>
                <a:cubicBezTo>
                  <a:pt x="986" y="89"/>
                  <a:pt x="986" y="88"/>
                  <a:pt x="985" y="88"/>
                </a:cubicBezTo>
                <a:cubicBezTo>
                  <a:pt x="985" y="88"/>
                  <a:pt x="984" y="87"/>
                  <a:pt x="983" y="87"/>
                </a:cubicBezTo>
                <a:cubicBezTo>
                  <a:pt x="982" y="87"/>
                  <a:pt x="981" y="87"/>
                  <a:pt x="980" y="87"/>
                </a:cubicBezTo>
                <a:cubicBezTo>
                  <a:pt x="979" y="87"/>
                  <a:pt x="978" y="87"/>
                  <a:pt x="977" y="87"/>
                </a:cubicBezTo>
                <a:close/>
                <a:moveTo>
                  <a:pt x="1016" y="87"/>
                </a:moveTo>
                <a:cubicBezTo>
                  <a:pt x="1015" y="87"/>
                  <a:pt x="1014" y="88"/>
                  <a:pt x="1013" y="88"/>
                </a:cubicBezTo>
                <a:cubicBezTo>
                  <a:pt x="1012" y="88"/>
                  <a:pt x="1012" y="89"/>
                  <a:pt x="1011" y="89"/>
                </a:cubicBezTo>
                <a:cubicBezTo>
                  <a:pt x="1011" y="90"/>
                  <a:pt x="1011" y="90"/>
                  <a:pt x="1011" y="91"/>
                </a:cubicBezTo>
                <a:cubicBezTo>
                  <a:pt x="1011" y="91"/>
                  <a:pt x="1011" y="92"/>
                  <a:pt x="1011" y="92"/>
                </a:cubicBezTo>
                <a:cubicBezTo>
                  <a:pt x="1011" y="92"/>
                  <a:pt x="1012" y="93"/>
                  <a:pt x="1013" y="93"/>
                </a:cubicBezTo>
                <a:cubicBezTo>
                  <a:pt x="1013" y="93"/>
                  <a:pt x="1014" y="94"/>
                  <a:pt x="1015" y="94"/>
                </a:cubicBezTo>
                <a:cubicBezTo>
                  <a:pt x="1016" y="94"/>
                  <a:pt x="1017" y="94"/>
                  <a:pt x="1018" y="94"/>
                </a:cubicBezTo>
                <a:cubicBezTo>
                  <a:pt x="1019" y="94"/>
                  <a:pt x="1020" y="94"/>
                  <a:pt x="1021" y="94"/>
                </a:cubicBezTo>
                <a:cubicBezTo>
                  <a:pt x="1022" y="94"/>
                  <a:pt x="1023" y="93"/>
                  <a:pt x="1024" y="93"/>
                </a:cubicBezTo>
                <a:cubicBezTo>
                  <a:pt x="1024" y="93"/>
                  <a:pt x="1025" y="92"/>
                  <a:pt x="1025" y="92"/>
                </a:cubicBezTo>
                <a:cubicBezTo>
                  <a:pt x="1026" y="92"/>
                  <a:pt x="1026" y="91"/>
                  <a:pt x="1026" y="91"/>
                </a:cubicBezTo>
                <a:cubicBezTo>
                  <a:pt x="1026" y="90"/>
                  <a:pt x="1026" y="90"/>
                  <a:pt x="1026" y="89"/>
                </a:cubicBezTo>
                <a:cubicBezTo>
                  <a:pt x="1025" y="89"/>
                  <a:pt x="1025" y="88"/>
                  <a:pt x="1024" y="88"/>
                </a:cubicBezTo>
                <a:cubicBezTo>
                  <a:pt x="1023" y="88"/>
                  <a:pt x="1023" y="87"/>
                  <a:pt x="1022" y="87"/>
                </a:cubicBezTo>
                <a:cubicBezTo>
                  <a:pt x="1021" y="87"/>
                  <a:pt x="1020" y="87"/>
                  <a:pt x="1019" y="87"/>
                </a:cubicBezTo>
                <a:cubicBezTo>
                  <a:pt x="1018" y="87"/>
                  <a:pt x="1017" y="87"/>
                  <a:pt x="1016" y="87"/>
                </a:cubicBezTo>
                <a:close/>
                <a:moveTo>
                  <a:pt x="860" y="87"/>
                </a:moveTo>
                <a:cubicBezTo>
                  <a:pt x="859" y="87"/>
                  <a:pt x="858" y="88"/>
                  <a:pt x="858" y="88"/>
                </a:cubicBezTo>
                <a:cubicBezTo>
                  <a:pt x="857" y="88"/>
                  <a:pt x="856" y="89"/>
                  <a:pt x="856" y="89"/>
                </a:cubicBezTo>
                <a:cubicBezTo>
                  <a:pt x="855" y="90"/>
                  <a:pt x="855" y="90"/>
                  <a:pt x="855" y="91"/>
                </a:cubicBezTo>
                <a:cubicBezTo>
                  <a:pt x="855" y="91"/>
                  <a:pt x="855" y="92"/>
                  <a:pt x="855" y="92"/>
                </a:cubicBezTo>
                <a:cubicBezTo>
                  <a:pt x="856" y="92"/>
                  <a:pt x="856" y="93"/>
                  <a:pt x="857" y="93"/>
                </a:cubicBezTo>
                <a:cubicBezTo>
                  <a:pt x="858" y="93"/>
                  <a:pt x="858" y="94"/>
                  <a:pt x="859" y="94"/>
                </a:cubicBezTo>
                <a:cubicBezTo>
                  <a:pt x="860" y="94"/>
                  <a:pt x="861" y="94"/>
                  <a:pt x="862" y="94"/>
                </a:cubicBezTo>
                <a:cubicBezTo>
                  <a:pt x="863" y="94"/>
                  <a:pt x="864" y="94"/>
                  <a:pt x="865" y="94"/>
                </a:cubicBezTo>
                <a:cubicBezTo>
                  <a:pt x="866" y="94"/>
                  <a:pt x="867" y="93"/>
                  <a:pt x="868" y="93"/>
                </a:cubicBezTo>
                <a:cubicBezTo>
                  <a:pt x="869" y="93"/>
                  <a:pt x="869" y="92"/>
                  <a:pt x="870" y="92"/>
                </a:cubicBezTo>
                <a:cubicBezTo>
                  <a:pt x="870" y="92"/>
                  <a:pt x="870" y="91"/>
                  <a:pt x="871" y="91"/>
                </a:cubicBezTo>
                <a:cubicBezTo>
                  <a:pt x="871" y="90"/>
                  <a:pt x="870" y="90"/>
                  <a:pt x="870" y="89"/>
                </a:cubicBezTo>
                <a:cubicBezTo>
                  <a:pt x="870" y="89"/>
                  <a:pt x="869" y="88"/>
                  <a:pt x="869" y="88"/>
                </a:cubicBezTo>
                <a:cubicBezTo>
                  <a:pt x="868" y="88"/>
                  <a:pt x="867" y="87"/>
                  <a:pt x="866" y="87"/>
                </a:cubicBezTo>
                <a:cubicBezTo>
                  <a:pt x="865" y="87"/>
                  <a:pt x="864" y="87"/>
                  <a:pt x="863" y="87"/>
                </a:cubicBezTo>
                <a:cubicBezTo>
                  <a:pt x="862" y="87"/>
                  <a:pt x="861" y="87"/>
                  <a:pt x="860" y="87"/>
                </a:cubicBezTo>
                <a:close/>
                <a:moveTo>
                  <a:pt x="938" y="87"/>
                </a:moveTo>
                <a:cubicBezTo>
                  <a:pt x="937" y="87"/>
                  <a:pt x="936" y="88"/>
                  <a:pt x="935" y="88"/>
                </a:cubicBezTo>
                <a:cubicBezTo>
                  <a:pt x="935" y="88"/>
                  <a:pt x="934" y="89"/>
                  <a:pt x="933" y="89"/>
                </a:cubicBezTo>
                <a:cubicBezTo>
                  <a:pt x="933" y="90"/>
                  <a:pt x="933" y="90"/>
                  <a:pt x="933" y="91"/>
                </a:cubicBezTo>
                <a:cubicBezTo>
                  <a:pt x="933" y="91"/>
                  <a:pt x="933" y="92"/>
                  <a:pt x="933" y="92"/>
                </a:cubicBezTo>
                <a:cubicBezTo>
                  <a:pt x="934" y="92"/>
                  <a:pt x="934" y="93"/>
                  <a:pt x="935" y="93"/>
                </a:cubicBezTo>
                <a:cubicBezTo>
                  <a:pt x="935" y="93"/>
                  <a:pt x="936" y="94"/>
                  <a:pt x="937" y="94"/>
                </a:cubicBezTo>
                <a:cubicBezTo>
                  <a:pt x="938" y="94"/>
                  <a:pt x="939" y="94"/>
                  <a:pt x="940" y="94"/>
                </a:cubicBezTo>
                <a:cubicBezTo>
                  <a:pt x="941" y="94"/>
                  <a:pt x="942" y="94"/>
                  <a:pt x="943" y="94"/>
                </a:cubicBezTo>
                <a:cubicBezTo>
                  <a:pt x="944" y="94"/>
                  <a:pt x="945" y="93"/>
                  <a:pt x="946" y="93"/>
                </a:cubicBezTo>
                <a:cubicBezTo>
                  <a:pt x="947" y="93"/>
                  <a:pt x="947" y="92"/>
                  <a:pt x="948" y="92"/>
                </a:cubicBezTo>
                <a:cubicBezTo>
                  <a:pt x="948" y="92"/>
                  <a:pt x="948" y="91"/>
                  <a:pt x="948" y="91"/>
                </a:cubicBezTo>
                <a:cubicBezTo>
                  <a:pt x="948" y="90"/>
                  <a:pt x="948" y="90"/>
                  <a:pt x="948" y="89"/>
                </a:cubicBezTo>
                <a:cubicBezTo>
                  <a:pt x="947" y="89"/>
                  <a:pt x="947" y="88"/>
                  <a:pt x="946" y="88"/>
                </a:cubicBezTo>
                <a:cubicBezTo>
                  <a:pt x="946" y="88"/>
                  <a:pt x="945" y="87"/>
                  <a:pt x="944" y="87"/>
                </a:cubicBezTo>
                <a:cubicBezTo>
                  <a:pt x="943" y="87"/>
                  <a:pt x="942" y="87"/>
                  <a:pt x="941" y="87"/>
                </a:cubicBezTo>
                <a:cubicBezTo>
                  <a:pt x="940" y="87"/>
                  <a:pt x="939" y="87"/>
                  <a:pt x="938" y="87"/>
                </a:cubicBezTo>
                <a:close/>
                <a:moveTo>
                  <a:pt x="261" y="96"/>
                </a:moveTo>
                <a:cubicBezTo>
                  <a:pt x="260" y="96"/>
                  <a:pt x="260" y="96"/>
                  <a:pt x="260" y="96"/>
                </a:cubicBezTo>
                <a:cubicBezTo>
                  <a:pt x="260" y="96"/>
                  <a:pt x="260" y="96"/>
                  <a:pt x="259" y="96"/>
                </a:cubicBezTo>
                <a:cubicBezTo>
                  <a:pt x="259" y="96"/>
                  <a:pt x="259" y="96"/>
                  <a:pt x="259" y="96"/>
                </a:cubicBezTo>
                <a:cubicBezTo>
                  <a:pt x="258" y="96"/>
                  <a:pt x="258" y="96"/>
                  <a:pt x="258" y="96"/>
                </a:cubicBezTo>
                <a:cubicBezTo>
                  <a:pt x="257" y="96"/>
                  <a:pt x="257" y="96"/>
                  <a:pt x="257" y="96"/>
                </a:cubicBezTo>
                <a:cubicBezTo>
                  <a:pt x="257" y="96"/>
                  <a:pt x="256" y="96"/>
                  <a:pt x="256" y="96"/>
                </a:cubicBezTo>
                <a:cubicBezTo>
                  <a:pt x="256" y="96"/>
                  <a:pt x="256" y="96"/>
                  <a:pt x="255" y="96"/>
                </a:cubicBezTo>
                <a:cubicBezTo>
                  <a:pt x="255" y="96"/>
                  <a:pt x="255" y="96"/>
                  <a:pt x="255" y="96"/>
                </a:cubicBezTo>
                <a:cubicBezTo>
                  <a:pt x="254" y="96"/>
                  <a:pt x="253" y="97"/>
                  <a:pt x="253" y="97"/>
                </a:cubicBezTo>
                <a:cubicBezTo>
                  <a:pt x="252" y="97"/>
                  <a:pt x="251" y="97"/>
                  <a:pt x="251" y="98"/>
                </a:cubicBezTo>
                <a:cubicBezTo>
                  <a:pt x="250" y="98"/>
                  <a:pt x="250" y="98"/>
                  <a:pt x="249" y="99"/>
                </a:cubicBezTo>
                <a:cubicBezTo>
                  <a:pt x="249" y="99"/>
                  <a:pt x="249" y="99"/>
                  <a:pt x="249" y="100"/>
                </a:cubicBezTo>
                <a:cubicBezTo>
                  <a:pt x="249" y="100"/>
                  <a:pt x="249" y="100"/>
                  <a:pt x="249" y="101"/>
                </a:cubicBezTo>
                <a:cubicBezTo>
                  <a:pt x="249" y="101"/>
                  <a:pt x="249" y="101"/>
                  <a:pt x="249" y="102"/>
                </a:cubicBezTo>
                <a:cubicBezTo>
                  <a:pt x="250" y="102"/>
                  <a:pt x="250" y="102"/>
                  <a:pt x="251" y="102"/>
                </a:cubicBezTo>
                <a:cubicBezTo>
                  <a:pt x="251" y="103"/>
                  <a:pt x="252" y="103"/>
                  <a:pt x="252" y="103"/>
                </a:cubicBezTo>
                <a:cubicBezTo>
                  <a:pt x="253" y="103"/>
                  <a:pt x="253" y="103"/>
                  <a:pt x="253" y="103"/>
                </a:cubicBezTo>
                <a:cubicBezTo>
                  <a:pt x="253" y="103"/>
                  <a:pt x="254" y="103"/>
                  <a:pt x="254" y="103"/>
                </a:cubicBezTo>
                <a:cubicBezTo>
                  <a:pt x="254" y="103"/>
                  <a:pt x="254" y="103"/>
                  <a:pt x="255" y="103"/>
                </a:cubicBezTo>
                <a:cubicBezTo>
                  <a:pt x="255" y="103"/>
                  <a:pt x="255" y="103"/>
                  <a:pt x="255" y="103"/>
                </a:cubicBezTo>
                <a:cubicBezTo>
                  <a:pt x="256" y="103"/>
                  <a:pt x="256" y="103"/>
                  <a:pt x="256" y="103"/>
                </a:cubicBezTo>
                <a:cubicBezTo>
                  <a:pt x="256" y="103"/>
                  <a:pt x="257" y="103"/>
                  <a:pt x="257" y="103"/>
                </a:cubicBezTo>
                <a:cubicBezTo>
                  <a:pt x="257" y="103"/>
                  <a:pt x="257" y="103"/>
                  <a:pt x="258" y="103"/>
                </a:cubicBezTo>
                <a:cubicBezTo>
                  <a:pt x="258" y="103"/>
                  <a:pt x="258" y="103"/>
                  <a:pt x="258" y="103"/>
                </a:cubicBezTo>
                <a:cubicBezTo>
                  <a:pt x="259" y="103"/>
                  <a:pt x="260" y="103"/>
                  <a:pt x="261" y="102"/>
                </a:cubicBezTo>
                <a:cubicBezTo>
                  <a:pt x="261" y="102"/>
                  <a:pt x="262" y="102"/>
                  <a:pt x="262" y="102"/>
                </a:cubicBezTo>
                <a:cubicBezTo>
                  <a:pt x="263" y="101"/>
                  <a:pt x="263" y="101"/>
                  <a:pt x="264" y="101"/>
                </a:cubicBezTo>
                <a:cubicBezTo>
                  <a:pt x="264" y="100"/>
                  <a:pt x="264" y="100"/>
                  <a:pt x="264" y="100"/>
                </a:cubicBezTo>
                <a:cubicBezTo>
                  <a:pt x="264" y="99"/>
                  <a:pt x="264" y="99"/>
                  <a:pt x="264" y="99"/>
                </a:cubicBezTo>
                <a:cubicBezTo>
                  <a:pt x="264" y="98"/>
                  <a:pt x="264" y="98"/>
                  <a:pt x="264" y="98"/>
                </a:cubicBezTo>
                <a:cubicBezTo>
                  <a:pt x="263" y="97"/>
                  <a:pt x="263" y="97"/>
                  <a:pt x="262" y="97"/>
                </a:cubicBezTo>
                <a:cubicBezTo>
                  <a:pt x="262" y="97"/>
                  <a:pt x="261" y="96"/>
                  <a:pt x="261" y="96"/>
                </a:cubicBezTo>
                <a:cubicBezTo>
                  <a:pt x="260" y="96"/>
                  <a:pt x="261" y="96"/>
                  <a:pt x="261" y="96"/>
                </a:cubicBezTo>
                <a:close/>
                <a:moveTo>
                  <a:pt x="683" y="96"/>
                </a:moveTo>
                <a:cubicBezTo>
                  <a:pt x="683" y="96"/>
                  <a:pt x="682" y="97"/>
                  <a:pt x="681" y="97"/>
                </a:cubicBezTo>
                <a:cubicBezTo>
                  <a:pt x="680" y="97"/>
                  <a:pt x="679" y="98"/>
                  <a:pt x="679" y="98"/>
                </a:cubicBezTo>
                <a:cubicBezTo>
                  <a:pt x="678" y="99"/>
                  <a:pt x="678" y="99"/>
                  <a:pt x="678" y="100"/>
                </a:cubicBezTo>
                <a:cubicBezTo>
                  <a:pt x="678" y="100"/>
                  <a:pt x="678" y="101"/>
                  <a:pt x="678" y="101"/>
                </a:cubicBezTo>
                <a:cubicBezTo>
                  <a:pt x="679" y="101"/>
                  <a:pt x="679" y="102"/>
                  <a:pt x="680" y="102"/>
                </a:cubicBezTo>
                <a:cubicBezTo>
                  <a:pt x="681" y="102"/>
                  <a:pt x="681" y="103"/>
                  <a:pt x="682" y="103"/>
                </a:cubicBezTo>
                <a:cubicBezTo>
                  <a:pt x="683" y="103"/>
                  <a:pt x="684" y="103"/>
                  <a:pt x="685" y="103"/>
                </a:cubicBezTo>
                <a:cubicBezTo>
                  <a:pt x="686" y="103"/>
                  <a:pt x="687" y="103"/>
                  <a:pt x="688" y="103"/>
                </a:cubicBezTo>
                <a:cubicBezTo>
                  <a:pt x="689" y="103"/>
                  <a:pt x="690" y="102"/>
                  <a:pt x="691" y="102"/>
                </a:cubicBezTo>
                <a:cubicBezTo>
                  <a:pt x="692" y="102"/>
                  <a:pt x="692" y="101"/>
                  <a:pt x="693" y="101"/>
                </a:cubicBezTo>
                <a:cubicBezTo>
                  <a:pt x="693" y="101"/>
                  <a:pt x="694" y="100"/>
                  <a:pt x="694" y="100"/>
                </a:cubicBezTo>
                <a:cubicBezTo>
                  <a:pt x="694" y="99"/>
                  <a:pt x="694" y="99"/>
                  <a:pt x="693" y="98"/>
                </a:cubicBezTo>
                <a:cubicBezTo>
                  <a:pt x="693" y="98"/>
                  <a:pt x="693" y="97"/>
                  <a:pt x="692" y="97"/>
                </a:cubicBezTo>
                <a:cubicBezTo>
                  <a:pt x="691" y="97"/>
                  <a:pt x="690" y="96"/>
                  <a:pt x="690" y="96"/>
                </a:cubicBezTo>
                <a:cubicBezTo>
                  <a:pt x="689" y="96"/>
                  <a:pt x="688" y="96"/>
                  <a:pt x="687" y="96"/>
                </a:cubicBezTo>
                <a:cubicBezTo>
                  <a:pt x="685" y="96"/>
                  <a:pt x="684" y="96"/>
                  <a:pt x="683" y="96"/>
                </a:cubicBezTo>
                <a:close/>
                <a:moveTo>
                  <a:pt x="216" y="96"/>
                </a:moveTo>
                <a:cubicBezTo>
                  <a:pt x="215" y="96"/>
                  <a:pt x="214" y="97"/>
                  <a:pt x="213" y="97"/>
                </a:cubicBezTo>
                <a:cubicBezTo>
                  <a:pt x="212" y="97"/>
                  <a:pt x="211" y="98"/>
                  <a:pt x="211" y="98"/>
                </a:cubicBezTo>
                <a:cubicBezTo>
                  <a:pt x="210" y="99"/>
                  <a:pt x="210" y="99"/>
                  <a:pt x="210" y="100"/>
                </a:cubicBezTo>
                <a:cubicBezTo>
                  <a:pt x="210" y="100"/>
                  <a:pt x="210" y="101"/>
                  <a:pt x="210" y="101"/>
                </a:cubicBezTo>
                <a:cubicBezTo>
                  <a:pt x="210" y="101"/>
                  <a:pt x="211" y="102"/>
                  <a:pt x="211" y="102"/>
                </a:cubicBezTo>
                <a:cubicBezTo>
                  <a:pt x="212" y="102"/>
                  <a:pt x="212" y="103"/>
                  <a:pt x="213" y="103"/>
                </a:cubicBezTo>
                <a:cubicBezTo>
                  <a:pt x="214" y="103"/>
                  <a:pt x="215" y="103"/>
                  <a:pt x="216" y="103"/>
                </a:cubicBezTo>
                <a:cubicBezTo>
                  <a:pt x="217" y="103"/>
                  <a:pt x="218" y="103"/>
                  <a:pt x="219" y="103"/>
                </a:cubicBezTo>
                <a:cubicBezTo>
                  <a:pt x="220" y="103"/>
                  <a:pt x="221" y="102"/>
                  <a:pt x="222" y="102"/>
                </a:cubicBezTo>
                <a:cubicBezTo>
                  <a:pt x="223" y="102"/>
                  <a:pt x="224" y="101"/>
                  <a:pt x="224" y="101"/>
                </a:cubicBezTo>
                <a:cubicBezTo>
                  <a:pt x="225" y="101"/>
                  <a:pt x="225" y="100"/>
                  <a:pt x="225" y="100"/>
                </a:cubicBezTo>
                <a:cubicBezTo>
                  <a:pt x="225" y="99"/>
                  <a:pt x="225" y="99"/>
                  <a:pt x="225" y="98"/>
                </a:cubicBezTo>
                <a:cubicBezTo>
                  <a:pt x="225" y="98"/>
                  <a:pt x="224" y="97"/>
                  <a:pt x="224" y="97"/>
                </a:cubicBezTo>
                <a:cubicBezTo>
                  <a:pt x="223" y="97"/>
                  <a:pt x="223" y="96"/>
                  <a:pt x="222" y="96"/>
                </a:cubicBezTo>
                <a:cubicBezTo>
                  <a:pt x="221" y="96"/>
                  <a:pt x="220" y="96"/>
                  <a:pt x="219" y="96"/>
                </a:cubicBezTo>
                <a:cubicBezTo>
                  <a:pt x="218" y="96"/>
                  <a:pt x="217" y="96"/>
                  <a:pt x="216" y="96"/>
                </a:cubicBezTo>
                <a:close/>
                <a:moveTo>
                  <a:pt x="338" y="96"/>
                </a:moveTo>
                <a:cubicBezTo>
                  <a:pt x="338" y="96"/>
                  <a:pt x="337" y="96"/>
                  <a:pt x="337" y="96"/>
                </a:cubicBezTo>
                <a:cubicBezTo>
                  <a:pt x="337" y="96"/>
                  <a:pt x="337" y="96"/>
                  <a:pt x="336" y="96"/>
                </a:cubicBezTo>
                <a:cubicBezTo>
                  <a:pt x="336" y="96"/>
                  <a:pt x="336" y="96"/>
                  <a:pt x="336" y="96"/>
                </a:cubicBezTo>
                <a:cubicBezTo>
                  <a:pt x="335" y="96"/>
                  <a:pt x="334" y="96"/>
                  <a:pt x="333" y="96"/>
                </a:cubicBezTo>
                <a:cubicBezTo>
                  <a:pt x="332" y="96"/>
                  <a:pt x="331" y="97"/>
                  <a:pt x="330" y="97"/>
                </a:cubicBezTo>
                <a:cubicBezTo>
                  <a:pt x="329" y="97"/>
                  <a:pt x="328" y="98"/>
                  <a:pt x="328" y="98"/>
                </a:cubicBezTo>
                <a:cubicBezTo>
                  <a:pt x="327" y="99"/>
                  <a:pt x="327" y="99"/>
                  <a:pt x="327" y="100"/>
                </a:cubicBezTo>
                <a:cubicBezTo>
                  <a:pt x="327" y="100"/>
                  <a:pt x="327" y="101"/>
                  <a:pt x="327" y="101"/>
                </a:cubicBezTo>
                <a:cubicBezTo>
                  <a:pt x="327" y="101"/>
                  <a:pt x="328" y="102"/>
                  <a:pt x="328" y="102"/>
                </a:cubicBezTo>
                <a:cubicBezTo>
                  <a:pt x="329" y="102"/>
                  <a:pt x="330" y="103"/>
                  <a:pt x="331" y="103"/>
                </a:cubicBezTo>
                <a:cubicBezTo>
                  <a:pt x="331" y="103"/>
                  <a:pt x="332" y="103"/>
                  <a:pt x="333" y="103"/>
                </a:cubicBezTo>
                <a:cubicBezTo>
                  <a:pt x="334" y="103"/>
                  <a:pt x="334" y="103"/>
                  <a:pt x="334" y="103"/>
                </a:cubicBezTo>
                <a:cubicBezTo>
                  <a:pt x="335" y="103"/>
                  <a:pt x="335" y="103"/>
                  <a:pt x="335" y="103"/>
                </a:cubicBezTo>
                <a:cubicBezTo>
                  <a:pt x="335" y="103"/>
                  <a:pt x="336" y="103"/>
                  <a:pt x="336" y="103"/>
                </a:cubicBezTo>
                <a:cubicBezTo>
                  <a:pt x="336" y="103"/>
                  <a:pt x="336" y="103"/>
                  <a:pt x="337" y="103"/>
                </a:cubicBezTo>
                <a:cubicBezTo>
                  <a:pt x="337" y="103"/>
                  <a:pt x="338" y="103"/>
                  <a:pt x="339" y="102"/>
                </a:cubicBezTo>
                <a:cubicBezTo>
                  <a:pt x="339" y="102"/>
                  <a:pt x="340" y="102"/>
                  <a:pt x="340" y="102"/>
                </a:cubicBezTo>
                <a:cubicBezTo>
                  <a:pt x="341" y="101"/>
                  <a:pt x="341" y="101"/>
                  <a:pt x="342" y="101"/>
                </a:cubicBezTo>
                <a:cubicBezTo>
                  <a:pt x="342" y="100"/>
                  <a:pt x="342" y="100"/>
                  <a:pt x="342" y="100"/>
                </a:cubicBezTo>
                <a:cubicBezTo>
                  <a:pt x="343" y="99"/>
                  <a:pt x="343" y="99"/>
                  <a:pt x="342" y="99"/>
                </a:cubicBezTo>
                <a:cubicBezTo>
                  <a:pt x="342" y="98"/>
                  <a:pt x="342" y="98"/>
                  <a:pt x="342" y="98"/>
                </a:cubicBezTo>
                <a:cubicBezTo>
                  <a:pt x="341" y="97"/>
                  <a:pt x="341" y="97"/>
                  <a:pt x="340" y="97"/>
                </a:cubicBezTo>
                <a:cubicBezTo>
                  <a:pt x="340" y="97"/>
                  <a:pt x="339" y="96"/>
                  <a:pt x="339" y="96"/>
                </a:cubicBezTo>
                <a:cubicBezTo>
                  <a:pt x="338" y="96"/>
                  <a:pt x="338" y="96"/>
                  <a:pt x="338" y="96"/>
                </a:cubicBezTo>
                <a:close/>
                <a:moveTo>
                  <a:pt x="528" y="96"/>
                </a:moveTo>
                <a:cubicBezTo>
                  <a:pt x="527" y="96"/>
                  <a:pt x="526" y="97"/>
                  <a:pt x="525" y="97"/>
                </a:cubicBezTo>
                <a:cubicBezTo>
                  <a:pt x="524" y="97"/>
                  <a:pt x="523" y="98"/>
                  <a:pt x="523" y="98"/>
                </a:cubicBezTo>
                <a:cubicBezTo>
                  <a:pt x="522" y="99"/>
                  <a:pt x="522" y="99"/>
                  <a:pt x="522" y="100"/>
                </a:cubicBezTo>
                <a:cubicBezTo>
                  <a:pt x="522" y="100"/>
                  <a:pt x="522" y="101"/>
                  <a:pt x="522" y="101"/>
                </a:cubicBezTo>
                <a:cubicBezTo>
                  <a:pt x="523" y="101"/>
                  <a:pt x="523" y="102"/>
                  <a:pt x="524" y="102"/>
                </a:cubicBezTo>
                <a:cubicBezTo>
                  <a:pt x="524" y="102"/>
                  <a:pt x="525" y="103"/>
                  <a:pt x="526" y="103"/>
                </a:cubicBezTo>
                <a:cubicBezTo>
                  <a:pt x="527" y="103"/>
                  <a:pt x="528" y="103"/>
                  <a:pt x="529" y="103"/>
                </a:cubicBezTo>
                <a:cubicBezTo>
                  <a:pt x="530" y="103"/>
                  <a:pt x="531" y="103"/>
                  <a:pt x="532" y="103"/>
                </a:cubicBezTo>
                <a:cubicBezTo>
                  <a:pt x="533" y="103"/>
                  <a:pt x="534" y="102"/>
                  <a:pt x="535" y="102"/>
                </a:cubicBezTo>
                <a:cubicBezTo>
                  <a:pt x="535" y="102"/>
                  <a:pt x="536" y="101"/>
                  <a:pt x="537" y="101"/>
                </a:cubicBezTo>
                <a:cubicBezTo>
                  <a:pt x="537" y="101"/>
                  <a:pt x="537" y="100"/>
                  <a:pt x="538" y="100"/>
                </a:cubicBezTo>
                <a:cubicBezTo>
                  <a:pt x="538" y="99"/>
                  <a:pt x="538" y="99"/>
                  <a:pt x="537" y="98"/>
                </a:cubicBezTo>
                <a:cubicBezTo>
                  <a:pt x="537" y="98"/>
                  <a:pt x="537" y="97"/>
                  <a:pt x="536" y="97"/>
                </a:cubicBezTo>
                <a:cubicBezTo>
                  <a:pt x="535" y="97"/>
                  <a:pt x="534" y="96"/>
                  <a:pt x="534" y="96"/>
                </a:cubicBezTo>
                <a:cubicBezTo>
                  <a:pt x="533" y="96"/>
                  <a:pt x="532" y="96"/>
                  <a:pt x="531" y="96"/>
                </a:cubicBezTo>
                <a:cubicBezTo>
                  <a:pt x="530" y="96"/>
                  <a:pt x="529" y="96"/>
                  <a:pt x="528" y="96"/>
                </a:cubicBezTo>
                <a:close/>
                <a:moveTo>
                  <a:pt x="183" y="96"/>
                </a:moveTo>
                <a:cubicBezTo>
                  <a:pt x="182" y="96"/>
                  <a:pt x="181" y="96"/>
                  <a:pt x="180" y="96"/>
                </a:cubicBezTo>
                <a:cubicBezTo>
                  <a:pt x="179" y="96"/>
                  <a:pt x="178" y="96"/>
                  <a:pt x="177" y="96"/>
                </a:cubicBezTo>
                <a:cubicBezTo>
                  <a:pt x="176" y="96"/>
                  <a:pt x="175" y="97"/>
                  <a:pt x="174" y="97"/>
                </a:cubicBezTo>
                <a:cubicBezTo>
                  <a:pt x="173" y="97"/>
                  <a:pt x="172" y="98"/>
                  <a:pt x="172" y="98"/>
                </a:cubicBezTo>
                <a:cubicBezTo>
                  <a:pt x="171" y="99"/>
                  <a:pt x="171" y="99"/>
                  <a:pt x="171" y="100"/>
                </a:cubicBezTo>
                <a:cubicBezTo>
                  <a:pt x="170" y="100"/>
                  <a:pt x="171" y="101"/>
                  <a:pt x="171" y="101"/>
                </a:cubicBezTo>
                <a:cubicBezTo>
                  <a:pt x="171" y="101"/>
                  <a:pt x="171" y="102"/>
                  <a:pt x="172" y="102"/>
                </a:cubicBezTo>
                <a:cubicBezTo>
                  <a:pt x="173" y="102"/>
                  <a:pt x="173" y="103"/>
                  <a:pt x="174" y="103"/>
                </a:cubicBezTo>
                <a:cubicBezTo>
                  <a:pt x="175" y="103"/>
                  <a:pt x="176" y="103"/>
                  <a:pt x="177" y="103"/>
                </a:cubicBezTo>
                <a:cubicBezTo>
                  <a:pt x="177" y="103"/>
                  <a:pt x="178" y="103"/>
                  <a:pt x="178" y="103"/>
                </a:cubicBezTo>
                <a:cubicBezTo>
                  <a:pt x="178" y="103"/>
                  <a:pt x="179" y="103"/>
                  <a:pt x="179" y="103"/>
                </a:cubicBezTo>
                <a:cubicBezTo>
                  <a:pt x="179" y="103"/>
                  <a:pt x="179" y="103"/>
                  <a:pt x="180" y="103"/>
                </a:cubicBezTo>
                <a:cubicBezTo>
                  <a:pt x="180" y="103"/>
                  <a:pt x="180" y="103"/>
                  <a:pt x="180" y="103"/>
                </a:cubicBezTo>
                <a:cubicBezTo>
                  <a:pt x="181" y="103"/>
                  <a:pt x="182" y="103"/>
                  <a:pt x="183" y="102"/>
                </a:cubicBezTo>
                <a:cubicBezTo>
                  <a:pt x="184" y="102"/>
                  <a:pt x="184" y="102"/>
                  <a:pt x="184" y="102"/>
                </a:cubicBezTo>
                <a:cubicBezTo>
                  <a:pt x="185" y="101"/>
                  <a:pt x="185" y="101"/>
                  <a:pt x="185" y="101"/>
                </a:cubicBezTo>
                <a:cubicBezTo>
                  <a:pt x="185" y="101"/>
                  <a:pt x="186" y="101"/>
                  <a:pt x="186" y="100"/>
                </a:cubicBezTo>
                <a:cubicBezTo>
                  <a:pt x="186" y="100"/>
                  <a:pt x="186" y="100"/>
                  <a:pt x="186" y="100"/>
                </a:cubicBezTo>
                <a:cubicBezTo>
                  <a:pt x="186" y="99"/>
                  <a:pt x="186" y="99"/>
                  <a:pt x="186" y="99"/>
                </a:cubicBezTo>
                <a:cubicBezTo>
                  <a:pt x="186" y="99"/>
                  <a:pt x="186" y="98"/>
                  <a:pt x="186" y="98"/>
                </a:cubicBezTo>
                <a:cubicBezTo>
                  <a:pt x="186" y="98"/>
                  <a:pt x="186" y="98"/>
                  <a:pt x="186" y="98"/>
                </a:cubicBezTo>
                <a:cubicBezTo>
                  <a:pt x="185" y="97"/>
                  <a:pt x="185" y="97"/>
                  <a:pt x="185" y="97"/>
                </a:cubicBezTo>
                <a:cubicBezTo>
                  <a:pt x="185" y="97"/>
                  <a:pt x="185" y="97"/>
                  <a:pt x="184" y="97"/>
                </a:cubicBezTo>
                <a:cubicBezTo>
                  <a:pt x="184" y="97"/>
                  <a:pt x="184" y="97"/>
                  <a:pt x="184" y="97"/>
                </a:cubicBezTo>
                <a:cubicBezTo>
                  <a:pt x="184" y="97"/>
                  <a:pt x="184" y="96"/>
                  <a:pt x="183" y="96"/>
                </a:cubicBezTo>
                <a:cubicBezTo>
                  <a:pt x="183" y="96"/>
                  <a:pt x="183" y="96"/>
                  <a:pt x="183" y="96"/>
                </a:cubicBezTo>
                <a:cubicBezTo>
                  <a:pt x="182" y="96"/>
                  <a:pt x="183" y="96"/>
                  <a:pt x="183" y="96"/>
                </a:cubicBezTo>
                <a:close/>
                <a:moveTo>
                  <a:pt x="727" y="96"/>
                </a:moveTo>
                <a:cubicBezTo>
                  <a:pt x="727" y="96"/>
                  <a:pt x="726" y="96"/>
                  <a:pt x="726" y="96"/>
                </a:cubicBezTo>
                <a:cubicBezTo>
                  <a:pt x="724" y="96"/>
                  <a:pt x="723" y="96"/>
                  <a:pt x="722" y="96"/>
                </a:cubicBezTo>
                <a:cubicBezTo>
                  <a:pt x="721" y="96"/>
                  <a:pt x="721" y="97"/>
                  <a:pt x="720" y="97"/>
                </a:cubicBezTo>
                <a:cubicBezTo>
                  <a:pt x="719" y="97"/>
                  <a:pt x="718" y="98"/>
                  <a:pt x="718" y="98"/>
                </a:cubicBezTo>
                <a:cubicBezTo>
                  <a:pt x="717" y="99"/>
                  <a:pt x="717" y="99"/>
                  <a:pt x="717" y="100"/>
                </a:cubicBezTo>
                <a:cubicBezTo>
                  <a:pt x="717" y="100"/>
                  <a:pt x="717" y="101"/>
                  <a:pt x="717" y="101"/>
                </a:cubicBezTo>
                <a:cubicBezTo>
                  <a:pt x="718" y="101"/>
                  <a:pt x="718" y="102"/>
                  <a:pt x="719" y="102"/>
                </a:cubicBezTo>
                <a:cubicBezTo>
                  <a:pt x="720" y="102"/>
                  <a:pt x="720" y="103"/>
                  <a:pt x="721" y="103"/>
                </a:cubicBezTo>
                <a:cubicBezTo>
                  <a:pt x="722" y="103"/>
                  <a:pt x="723" y="103"/>
                  <a:pt x="724" y="103"/>
                </a:cubicBezTo>
                <a:cubicBezTo>
                  <a:pt x="724" y="103"/>
                  <a:pt x="725" y="103"/>
                  <a:pt x="725" y="103"/>
                </a:cubicBezTo>
                <a:cubicBezTo>
                  <a:pt x="725" y="103"/>
                  <a:pt x="725" y="103"/>
                  <a:pt x="725" y="103"/>
                </a:cubicBezTo>
                <a:cubicBezTo>
                  <a:pt x="725" y="103"/>
                  <a:pt x="725" y="103"/>
                  <a:pt x="725" y="103"/>
                </a:cubicBezTo>
                <a:cubicBezTo>
                  <a:pt x="726" y="103"/>
                  <a:pt x="726" y="103"/>
                  <a:pt x="726" y="103"/>
                </a:cubicBezTo>
                <a:cubicBezTo>
                  <a:pt x="727" y="103"/>
                  <a:pt x="728" y="103"/>
                  <a:pt x="728" y="103"/>
                </a:cubicBezTo>
                <a:cubicBezTo>
                  <a:pt x="729" y="102"/>
                  <a:pt x="730" y="102"/>
                  <a:pt x="731" y="102"/>
                </a:cubicBezTo>
                <a:cubicBezTo>
                  <a:pt x="731" y="102"/>
                  <a:pt x="732" y="101"/>
                  <a:pt x="732" y="101"/>
                </a:cubicBezTo>
                <a:cubicBezTo>
                  <a:pt x="732" y="100"/>
                  <a:pt x="733" y="100"/>
                  <a:pt x="733" y="100"/>
                </a:cubicBezTo>
                <a:cubicBezTo>
                  <a:pt x="733" y="99"/>
                  <a:pt x="733" y="99"/>
                  <a:pt x="732" y="98"/>
                </a:cubicBezTo>
                <a:cubicBezTo>
                  <a:pt x="732" y="98"/>
                  <a:pt x="732" y="98"/>
                  <a:pt x="731" y="97"/>
                </a:cubicBezTo>
                <a:cubicBezTo>
                  <a:pt x="731" y="97"/>
                  <a:pt x="730" y="97"/>
                  <a:pt x="729" y="97"/>
                </a:cubicBezTo>
                <a:cubicBezTo>
                  <a:pt x="729" y="96"/>
                  <a:pt x="728" y="96"/>
                  <a:pt x="727" y="96"/>
                </a:cubicBezTo>
                <a:cubicBezTo>
                  <a:pt x="727" y="96"/>
                  <a:pt x="728" y="96"/>
                  <a:pt x="727" y="96"/>
                </a:cubicBezTo>
                <a:close/>
                <a:moveTo>
                  <a:pt x="294" y="96"/>
                </a:moveTo>
                <a:cubicBezTo>
                  <a:pt x="293" y="96"/>
                  <a:pt x="292" y="97"/>
                  <a:pt x="291" y="97"/>
                </a:cubicBezTo>
                <a:cubicBezTo>
                  <a:pt x="290" y="97"/>
                  <a:pt x="289" y="98"/>
                  <a:pt x="289" y="98"/>
                </a:cubicBezTo>
                <a:cubicBezTo>
                  <a:pt x="288" y="99"/>
                  <a:pt x="288" y="99"/>
                  <a:pt x="288" y="100"/>
                </a:cubicBezTo>
                <a:cubicBezTo>
                  <a:pt x="288" y="100"/>
                  <a:pt x="288" y="101"/>
                  <a:pt x="288" y="101"/>
                </a:cubicBezTo>
                <a:cubicBezTo>
                  <a:pt x="288" y="101"/>
                  <a:pt x="289" y="102"/>
                  <a:pt x="289" y="102"/>
                </a:cubicBezTo>
                <a:cubicBezTo>
                  <a:pt x="290" y="102"/>
                  <a:pt x="291" y="103"/>
                  <a:pt x="291" y="103"/>
                </a:cubicBezTo>
                <a:cubicBezTo>
                  <a:pt x="292" y="103"/>
                  <a:pt x="293" y="103"/>
                  <a:pt x="294" y="103"/>
                </a:cubicBezTo>
                <a:cubicBezTo>
                  <a:pt x="296" y="103"/>
                  <a:pt x="297" y="103"/>
                  <a:pt x="298" y="103"/>
                </a:cubicBezTo>
                <a:cubicBezTo>
                  <a:pt x="299" y="103"/>
                  <a:pt x="299" y="102"/>
                  <a:pt x="300" y="102"/>
                </a:cubicBezTo>
                <a:cubicBezTo>
                  <a:pt x="301" y="102"/>
                  <a:pt x="302" y="101"/>
                  <a:pt x="302" y="101"/>
                </a:cubicBezTo>
                <a:cubicBezTo>
                  <a:pt x="303" y="101"/>
                  <a:pt x="303" y="100"/>
                  <a:pt x="303" y="100"/>
                </a:cubicBezTo>
                <a:cubicBezTo>
                  <a:pt x="304" y="99"/>
                  <a:pt x="303" y="99"/>
                  <a:pt x="303" y="98"/>
                </a:cubicBezTo>
                <a:cubicBezTo>
                  <a:pt x="303" y="98"/>
                  <a:pt x="303" y="97"/>
                  <a:pt x="302" y="97"/>
                </a:cubicBezTo>
                <a:cubicBezTo>
                  <a:pt x="301" y="97"/>
                  <a:pt x="301" y="96"/>
                  <a:pt x="300" y="96"/>
                </a:cubicBezTo>
                <a:cubicBezTo>
                  <a:pt x="299" y="96"/>
                  <a:pt x="298" y="96"/>
                  <a:pt x="297" y="96"/>
                </a:cubicBezTo>
                <a:cubicBezTo>
                  <a:pt x="296" y="96"/>
                  <a:pt x="295" y="96"/>
                  <a:pt x="294" y="96"/>
                </a:cubicBezTo>
                <a:close/>
                <a:moveTo>
                  <a:pt x="138" y="96"/>
                </a:moveTo>
                <a:cubicBezTo>
                  <a:pt x="137" y="96"/>
                  <a:pt x="136" y="97"/>
                  <a:pt x="135" y="97"/>
                </a:cubicBezTo>
                <a:cubicBezTo>
                  <a:pt x="134" y="97"/>
                  <a:pt x="133" y="98"/>
                  <a:pt x="133" y="98"/>
                </a:cubicBezTo>
                <a:cubicBezTo>
                  <a:pt x="132" y="99"/>
                  <a:pt x="132" y="99"/>
                  <a:pt x="132" y="100"/>
                </a:cubicBezTo>
                <a:cubicBezTo>
                  <a:pt x="131" y="100"/>
                  <a:pt x="132" y="101"/>
                  <a:pt x="132" y="101"/>
                </a:cubicBezTo>
                <a:cubicBezTo>
                  <a:pt x="132" y="101"/>
                  <a:pt x="132" y="102"/>
                  <a:pt x="133" y="102"/>
                </a:cubicBezTo>
                <a:cubicBezTo>
                  <a:pt x="134" y="102"/>
                  <a:pt x="134" y="103"/>
                  <a:pt x="135" y="103"/>
                </a:cubicBezTo>
                <a:cubicBezTo>
                  <a:pt x="136" y="103"/>
                  <a:pt x="137" y="103"/>
                  <a:pt x="138" y="103"/>
                </a:cubicBezTo>
                <a:cubicBezTo>
                  <a:pt x="139" y="103"/>
                  <a:pt x="140" y="103"/>
                  <a:pt x="141" y="103"/>
                </a:cubicBezTo>
                <a:cubicBezTo>
                  <a:pt x="142" y="103"/>
                  <a:pt x="143" y="102"/>
                  <a:pt x="144" y="102"/>
                </a:cubicBezTo>
                <a:cubicBezTo>
                  <a:pt x="145" y="102"/>
                  <a:pt x="146" y="101"/>
                  <a:pt x="146" y="101"/>
                </a:cubicBezTo>
                <a:cubicBezTo>
                  <a:pt x="147" y="101"/>
                  <a:pt x="147" y="100"/>
                  <a:pt x="147" y="100"/>
                </a:cubicBezTo>
                <a:cubicBezTo>
                  <a:pt x="147" y="99"/>
                  <a:pt x="147" y="99"/>
                  <a:pt x="147" y="98"/>
                </a:cubicBezTo>
                <a:cubicBezTo>
                  <a:pt x="147" y="98"/>
                  <a:pt x="146" y="97"/>
                  <a:pt x="146" y="97"/>
                </a:cubicBezTo>
                <a:cubicBezTo>
                  <a:pt x="145" y="97"/>
                  <a:pt x="145" y="96"/>
                  <a:pt x="144" y="96"/>
                </a:cubicBezTo>
                <a:cubicBezTo>
                  <a:pt x="143" y="96"/>
                  <a:pt x="142" y="96"/>
                  <a:pt x="141" y="96"/>
                </a:cubicBezTo>
                <a:cubicBezTo>
                  <a:pt x="140" y="96"/>
                  <a:pt x="139" y="96"/>
                  <a:pt x="138" y="96"/>
                </a:cubicBezTo>
                <a:close/>
                <a:moveTo>
                  <a:pt x="571" y="96"/>
                </a:moveTo>
                <a:cubicBezTo>
                  <a:pt x="571" y="96"/>
                  <a:pt x="570" y="96"/>
                  <a:pt x="570" y="96"/>
                </a:cubicBezTo>
                <a:cubicBezTo>
                  <a:pt x="569" y="96"/>
                  <a:pt x="567" y="96"/>
                  <a:pt x="567" y="96"/>
                </a:cubicBezTo>
                <a:cubicBezTo>
                  <a:pt x="566" y="96"/>
                  <a:pt x="565" y="97"/>
                  <a:pt x="564" y="97"/>
                </a:cubicBezTo>
                <a:cubicBezTo>
                  <a:pt x="563" y="97"/>
                  <a:pt x="562" y="98"/>
                  <a:pt x="562" y="98"/>
                </a:cubicBezTo>
                <a:cubicBezTo>
                  <a:pt x="561" y="99"/>
                  <a:pt x="561" y="99"/>
                  <a:pt x="561" y="100"/>
                </a:cubicBezTo>
                <a:cubicBezTo>
                  <a:pt x="561" y="100"/>
                  <a:pt x="561" y="101"/>
                  <a:pt x="561" y="101"/>
                </a:cubicBezTo>
                <a:cubicBezTo>
                  <a:pt x="562" y="101"/>
                  <a:pt x="562" y="102"/>
                  <a:pt x="563" y="102"/>
                </a:cubicBezTo>
                <a:cubicBezTo>
                  <a:pt x="563" y="102"/>
                  <a:pt x="564" y="103"/>
                  <a:pt x="565" y="103"/>
                </a:cubicBezTo>
                <a:cubicBezTo>
                  <a:pt x="566" y="103"/>
                  <a:pt x="567" y="103"/>
                  <a:pt x="568" y="103"/>
                </a:cubicBezTo>
                <a:cubicBezTo>
                  <a:pt x="568" y="103"/>
                  <a:pt x="568" y="103"/>
                  <a:pt x="568" y="103"/>
                </a:cubicBezTo>
                <a:cubicBezTo>
                  <a:pt x="569" y="103"/>
                  <a:pt x="569" y="103"/>
                  <a:pt x="569" y="103"/>
                </a:cubicBezTo>
                <a:cubicBezTo>
                  <a:pt x="569" y="103"/>
                  <a:pt x="569" y="103"/>
                  <a:pt x="569" y="103"/>
                </a:cubicBezTo>
                <a:cubicBezTo>
                  <a:pt x="569" y="103"/>
                  <a:pt x="569" y="103"/>
                  <a:pt x="570" y="103"/>
                </a:cubicBezTo>
                <a:cubicBezTo>
                  <a:pt x="570" y="103"/>
                  <a:pt x="571" y="103"/>
                  <a:pt x="572" y="103"/>
                </a:cubicBezTo>
                <a:cubicBezTo>
                  <a:pt x="573" y="102"/>
                  <a:pt x="574" y="102"/>
                  <a:pt x="574" y="102"/>
                </a:cubicBezTo>
                <a:cubicBezTo>
                  <a:pt x="575" y="102"/>
                  <a:pt x="575" y="101"/>
                  <a:pt x="576" y="101"/>
                </a:cubicBezTo>
                <a:cubicBezTo>
                  <a:pt x="576" y="100"/>
                  <a:pt x="577" y="100"/>
                  <a:pt x="577" y="100"/>
                </a:cubicBezTo>
                <a:cubicBezTo>
                  <a:pt x="577" y="99"/>
                  <a:pt x="577" y="99"/>
                  <a:pt x="576" y="98"/>
                </a:cubicBezTo>
                <a:cubicBezTo>
                  <a:pt x="576" y="98"/>
                  <a:pt x="576" y="98"/>
                  <a:pt x="575" y="97"/>
                </a:cubicBezTo>
                <a:cubicBezTo>
                  <a:pt x="575" y="97"/>
                  <a:pt x="574" y="97"/>
                  <a:pt x="574" y="97"/>
                </a:cubicBezTo>
                <a:cubicBezTo>
                  <a:pt x="573" y="96"/>
                  <a:pt x="572" y="96"/>
                  <a:pt x="571" y="96"/>
                </a:cubicBezTo>
                <a:cubicBezTo>
                  <a:pt x="571" y="96"/>
                  <a:pt x="572" y="96"/>
                  <a:pt x="571" y="96"/>
                </a:cubicBezTo>
                <a:close/>
                <a:moveTo>
                  <a:pt x="372" y="96"/>
                </a:moveTo>
                <a:cubicBezTo>
                  <a:pt x="371" y="96"/>
                  <a:pt x="370" y="97"/>
                  <a:pt x="369" y="97"/>
                </a:cubicBezTo>
                <a:cubicBezTo>
                  <a:pt x="368" y="97"/>
                  <a:pt x="367" y="98"/>
                  <a:pt x="367" y="98"/>
                </a:cubicBezTo>
                <a:cubicBezTo>
                  <a:pt x="366" y="99"/>
                  <a:pt x="366" y="99"/>
                  <a:pt x="366" y="100"/>
                </a:cubicBezTo>
                <a:cubicBezTo>
                  <a:pt x="366" y="100"/>
                  <a:pt x="366" y="101"/>
                  <a:pt x="366" y="101"/>
                </a:cubicBezTo>
                <a:cubicBezTo>
                  <a:pt x="366" y="101"/>
                  <a:pt x="367" y="102"/>
                  <a:pt x="367" y="102"/>
                </a:cubicBezTo>
                <a:cubicBezTo>
                  <a:pt x="368" y="102"/>
                  <a:pt x="369" y="103"/>
                  <a:pt x="370" y="103"/>
                </a:cubicBezTo>
                <a:cubicBezTo>
                  <a:pt x="371" y="103"/>
                  <a:pt x="372" y="103"/>
                  <a:pt x="373" y="103"/>
                </a:cubicBezTo>
                <a:cubicBezTo>
                  <a:pt x="374" y="103"/>
                  <a:pt x="375" y="103"/>
                  <a:pt x="376" y="103"/>
                </a:cubicBezTo>
                <a:cubicBezTo>
                  <a:pt x="377" y="103"/>
                  <a:pt x="378" y="102"/>
                  <a:pt x="378" y="102"/>
                </a:cubicBezTo>
                <a:cubicBezTo>
                  <a:pt x="379" y="102"/>
                  <a:pt x="380" y="101"/>
                  <a:pt x="380" y="101"/>
                </a:cubicBezTo>
                <a:cubicBezTo>
                  <a:pt x="381" y="101"/>
                  <a:pt x="381" y="100"/>
                  <a:pt x="381" y="100"/>
                </a:cubicBezTo>
                <a:cubicBezTo>
                  <a:pt x="382" y="99"/>
                  <a:pt x="381" y="99"/>
                  <a:pt x="381" y="98"/>
                </a:cubicBezTo>
                <a:cubicBezTo>
                  <a:pt x="381" y="98"/>
                  <a:pt x="380" y="97"/>
                  <a:pt x="380" y="97"/>
                </a:cubicBezTo>
                <a:cubicBezTo>
                  <a:pt x="379" y="97"/>
                  <a:pt x="379" y="96"/>
                  <a:pt x="378" y="96"/>
                </a:cubicBezTo>
                <a:cubicBezTo>
                  <a:pt x="377" y="96"/>
                  <a:pt x="376" y="96"/>
                  <a:pt x="375" y="96"/>
                </a:cubicBezTo>
                <a:cubicBezTo>
                  <a:pt x="374" y="96"/>
                  <a:pt x="373" y="96"/>
                  <a:pt x="372" y="96"/>
                </a:cubicBezTo>
                <a:close/>
                <a:moveTo>
                  <a:pt x="496" y="97"/>
                </a:moveTo>
                <a:cubicBezTo>
                  <a:pt x="495" y="96"/>
                  <a:pt x="494" y="96"/>
                  <a:pt x="493" y="96"/>
                </a:cubicBezTo>
                <a:cubicBezTo>
                  <a:pt x="493" y="96"/>
                  <a:pt x="493" y="96"/>
                  <a:pt x="493" y="96"/>
                </a:cubicBezTo>
                <a:cubicBezTo>
                  <a:pt x="493" y="96"/>
                  <a:pt x="493" y="96"/>
                  <a:pt x="492" y="96"/>
                </a:cubicBezTo>
                <a:cubicBezTo>
                  <a:pt x="492" y="96"/>
                  <a:pt x="492" y="96"/>
                  <a:pt x="492" y="96"/>
                </a:cubicBezTo>
                <a:cubicBezTo>
                  <a:pt x="492" y="96"/>
                  <a:pt x="492" y="96"/>
                  <a:pt x="492" y="96"/>
                </a:cubicBezTo>
                <a:cubicBezTo>
                  <a:pt x="491" y="96"/>
                  <a:pt x="489" y="96"/>
                  <a:pt x="489" y="96"/>
                </a:cubicBezTo>
                <a:cubicBezTo>
                  <a:pt x="488" y="96"/>
                  <a:pt x="487" y="97"/>
                  <a:pt x="486" y="97"/>
                </a:cubicBezTo>
                <a:cubicBezTo>
                  <a:pt x="485" y="97"/>
                  <a:pt x="484" y="98"/>
                  <a:pt x="484" y="98"/>
                </a:cubicBezTo>
                <a:cubicBezTo>
                  <a:pt x="483" y="99"/>
                  <a:pt x="483" y="99"/>
                  <a:pt x="483" y="100"/>
                </a:cubicBezTo>
                <a:cubicBezTo>
                  <a:pt x="483" y="100"/>
                  <a:pt x="483" y="101"/>
                  <a:pt x="483" y="101"/>
                </a:cubicBezTo>
                <a:cubicBezTo>
                  <a:pt x="483" y="101"/>
                  <a:pt x="484" y="102"/>
                  <a:pt x="485" y="102"/>
                </a:cubicBezTo>
                <a:cubicBezTo>
                  <a:pt x="485" y="102"/>
                  <a:pt x="486" y="103"/>
                  <a:pt x="487" y="103"/>
                </a:cubicBezTo>
                <a:cubicBezTo>
                  <a:pt x="488" y="103"/>
                  <a:pt x="489" y="103"/>
                  <a:pt x="490" y="103"/>
                </a:cubicBezTo>
                <a:cubicBezTo>
                  <a:pt x="490" y="103"/>
                  <a:pt x="490" y="103"/>
                  <a:pt x="490" y="103"/>
                </a:cubicBezTo>
                <a:cubicBezTo>
                  <a:pt x="490" y="103"/>
                  <a:pt x="490" y="103"/>
                  <a:pt x="491" y="103"/>
                </a:cubicBezTo>
                <a:cubicBezTo>
                  <a:pt x="491" y="103"/>
                  <a:pt x="491" y="103"/>
                  <a:pt x="491" y="103"/>
                </a:cubicBezTo>
                <a:cubicBezTo>
                  <a:pt x="491" y="103"/>
                  <a:pt x="491" y="103"/>
                  <a:pt x="491" y="103"/>
                </a:cubicBezTo>
                <a:cubicBezTo>
                  <a:pt x="492" y="103"/>
                  <a:pt x="492" y="103"/>
                  <a:pt x="492" y="103"/>
                </a:cubicBezTo>
                <a:cubicBezTo>
                  <a:pt x="492" y="103"/>
                  <a:pt x="493" y="103"/>
                  <a:pt x="493" y="103"/>
                </a:cubicBezTo>
                <a:cubicBezTo>
                  <a:pt x="493" y="103"/>
                  <a:pt x="493" y="103"/>
                  <a:pt x="494" y="103"/>
                </a:cubicBezTo>
                <a:cubicBezTo>
                  <a:pt x="494" y="103"/>
                  <a:pt x="494" y="103"/>
                  <a:pt x="494" y="103"/>
                </a:cubicBezTo>
                <a:cubicBezTo>
                  <a:pt x="496" y="102"/>
                  <a:pt x="496" y="102"/>
                  <a:pt x="496" y="102"/>
                </a:cubicBezTo>
                <a:cubicBezTo>
                  <a:pt x="496" y="102"/>
                  <a:pt x="497" y="101"/>
                  <a:pt x="498" y="101"/>
                </a:cubicBezTo>
                <a:cubicBezTo>
                  <a:pt x="498" y="101"/>
                  <a:pt x="498" y="100"/>
                  <a:pt x="499" y="100"/>
                </a:cubicBezTo>
                <a:cubicBezTo>
                  <a:pt x="499" y="99"/>
                  <a:pt x="499" y="99"/>
                  <a:pt x="499" y="99"/>
                </a:cubicBezTo>
                <a:cubicBezTo>
                  <a:pt x="499" y="99"/>
                  <a:pt x="499" y="99"/>
                  <a:pt x="499" y="99"/>
                </a:cubicBezTo>
                <a:cubicBezTo>
                  <a:pt x="499" y="99"/>
                  <a:pt x="498" y="99"/>
                  <a:pt x="498" y="99"/>
                </a:cubicBezTo>
                <a:cubicBezTo>
                  <a:pt x="498" y="98"/>
                  <a:pt x="498" y="98"/>
                  <a:pt x="498" y="98"/>
                </a:cubicBezTo>
                <a:cubicBezTo>
                  <a:pt x="498" y="98"/>
                  <a:pt x="498" y="98"/>
                  <a:pt x="498" y="98"/>
                </a:cubicBezTo>
                <a:cubicBezTo>
                  <a:pt x="498" y="98"/>
                  <a:pt x="498" y="98"/>
                  <a:pt x="498" y="98"/>
                </a:cubicBezTo>
                <a:cubicBezTo>
                  <a:pt x="498" y="97"/>
                  <a:pt x="497" y="97"/>
                  <a:pt x="497" y="97"/>
                </a:cubicBezTo>
                <a:cubicBezTo>
                  <a:pt x="497" y="97"/>
                  <a:pt x="497" y="97"/>
                  <a:pt x="497" y="97"/>
                </a:cubicBezTo>
                <a:lnTo>
                  <a:pt x="496" y="97"/>
                </a:lnTo>
                <a:close/>
                <a:moveTo>
                  <a:pt x="450" y="96"/>
                </a:moveTo>
                <a:cubicBezTo>
                  <a:pt x="449" y="96"/>
                  <a:pt x="448" y="97"/>
                  <a:pt x="447" y="97"/>
                </a:cubicBezTo>
                <a:cubicBezTo>
                  <a:pt x="446" y="97"/>
                  <a:pt x="445" y="98"/>
                  <a:pt x="445" y="98"/>
                </a:cubicBezTo>
                <a:cubicBezTo>
                  <a:pt x="444" y="99"/>
                  <a:pt x="444" y="99"/>
                  <a:pt x="444" y="100"/>
                </a:cubicBezTo>
                <a:cubicBezTo>
                  <a:pt x="444" y="100"/>
                  <a:pt x="444" y="101"/>
                  <a:pt x="444" y="101"/>
                </a:cubicBezTo>
                <a:cubicBezTo>
                  <a:pt x="444" y="101"/>
                  <a:pt x="445" y="102"/>
                  <a:pt x="445" y="102"/>
                </a:cubicBezTo>
                <a:cubicBezTo>
                  <a:pt x="446" y="102"/>
                  <a:pt x="447" y="103"/>
                  <a:pt x="448" y="103"/>
                </a:cubicBezTo>
                <a:cubicBezTo>
                  <a:pt x="449" y="103"/>
                  <a:pt x="450" y="103"/>
                  <a:pt x="451" y="103"/>
                </a:cubicBezTo>
                <a:cubicBezTo>
                  <a:pt x="452" y="103"/>
                  <a:pt x="453" y="103"/>
                  <a:pt x="454" y="103"/>
                </a:cubicBezTo>
                <a:cubicBezTo>
                  <a:pt x="455" y="103"/>
                  <a:pt x="456" y="102"/>
                  <a:pt x="457" y="102"/>
                </a:cubicBezTo>
                <a:cubicBezTo>
                  <a:pt x="457" y="102"/>
                  <a:pt x="458" y="101"/>
                  <a:pt x="459" y="101"/>
                </a:cubicBezTo>
                <a:cubicBezTo>
                  <a:pt x="459" y="101"/>
                  <a:pt x="459" y="100"/>
                  <a:pt x="460" y="100"/>
                </a:cubicBezTo>
                <a:cubicBezTo>
                  <a:pt x="460" y="99"/>
                  <a:pt x="460" y="99"/>
                  <a:pt x="459" y="98"/>
                </a:cubicBezTo>
                <a:cubicBezTo>
                  <a:pt x="459" y="98"/>
                  <a:pt x="459" y="97"/>
                  <a:pt x="458" y="97"/>
                </a:cubicBezTo>
                <a:cubicBezTo>
                  <a:pt x="457" y="97"/>
                  <a:pt x="456" y="96"/>
                  <a:pt x="456" y="96"/>
                </a:cubicBezTo>
                <a:cubicBezTo>
                  <a:pt x="455" y="96"/>
                  <a:pt x="454" y="96"/>
                  <a:pt x="453" y="96"/>
                </a:cubicBezTo>
                <a:cubicBezTo>
                  <a:pt x="452" y="96"/>
                  <a:pt x="451" y="96"/>
                  <a:pt x="450" y="96"/>
                </a:cubicBezTo>
                <a:close/>
                <a:moveTo>
                  <a:pt x="417" y="96"/>
                </a:moveTo>
                <a:cubicBezTo>
                  <a:pt x="416" y="96"/>
                  <a:pt x="416" y="96"/>
                  <a:pt x="416" y="96"/>
                </a:cubicBezTo>
                <a:cubicBezTo>
                  <a:pt x="416" y="96"/>
                  <a:pt x="415" y="96"/>
                  <a:pt x="415" y="96"/>
                </a:cubicBezTo>
                <a:cubicBezTo>
                  <a:pt x="415" y="96"/>
                  <a:pt x="415" y="96"/>
                  <a:pt x="414" y="96"/>
                </a:cubicBezTo>
                <a:cubicBezTo>
                  <a:pt x="414" y="96"/>
                  <a:pt x="414" y="96"/>
                  <a:pt x="414" y="96"/>
                </a:cubicBezTo>
                <a:cubicBezTo>
                  <a:pt x="413" y="96"/>
                  <a:pt x="412" y="96"/>
                  <a:pt x="411" y="96"/>
                </a:cubicBezTo>
                <a:cubicBezTo>
                  <a:pt x="410" y="96"/>
                  <a:pt x="409" y="97"/>
                  <a:pt x="408" y="97"/>
                </a:cubicBezTo>
                <a:cubicBezTo>
                  <a:pt x="407" y="97"/>
                  <a:pt x="406" y="98"/>
                  <a:pt x="406" y="98"/>
                </a:cubicBezTo>
                <a:cubicBezTo>
                  <a:pt x="405" y="99"/>
                  <a:pt x="405" y="99"/>
                  <a:pt x="405" y="100"/>
                </a:cubicBezTo>
                <a:cubicBezTo>
                  <a:pt x="405" y="100"/>
                  <a:pt x="405" y="101"/>
                  <a:pt x="405" y="101"/>
                </a:cubicBezTo>
                <a:cubicBezTo>
                  <a:pt x="405" y="101"/>
                  <a:pt x="406" y="102"/>
                  <a:pt x="406" y="102"/>
                </a:cubicBezTo>
                <a:cubicBezTo>
                  <a:pt x="407" y="102"/>
                  <a:pt x="408" y="103"/>
                  <a:pt x="409" y="103"/>
                </a:cubicBezTo>
                <a:cubicBezTo>
                  <a:pt x="410" y="103"/>
                  <a:pt x="411" y="103"/>
                  <a:pt x="412" y="103"/>
                </a:cubicBezTo>
                <a:cubicBezTo>
                  <a:pt x="412" y="103"/>
                  <a:pt x="412" y="103"/>
                  <a:pt x="412" y="103"/>
                </a:cubicBezTo>
                <a:cubicBezTo>
                  <a:pt x="413" y="103"/>
                  <a:pt x="413" y="103"/>
                  <a:pt x="413" y="103"/>
                </a:cubicBezTo>
                <a:cubicBezTo>
                  <a:pt x="414" y="103"/>
                  <a:pt x="414" y="103"/>
                  <a:pt x="414" y="103"/>
                </a:cubicBezTo>
                <a:cubicBezTo>
                  <a:pt x="414" y="103"/>
                  <a:pt x="415" y="103"/>
                  <a:pt x="415" y="103"/>
                </a:cubicBezTo>
                <a:cubicBezTo>
                  <a:pt x="416" y="103"/>
                  <a:pt x="416" y="103"/>
                  <a:pt x="417" y="102"/>
                </a:cubicBezTo>
                <a:cubicBezTo>
                  <a:pt x="418" y="102"/>
                  <a:pt x="418" y="102"/>
                  <a:pt x="419" y="102"/>
                </a:cubicBezTo>
                <a:cubicBezTo>
                  <a:pt x="419" y="101"/>
                  <a:pt x="420" y="101"/>
                  <a:pt x="420" y="101"/>
                </a:cubicBezTo>
                <a:cubicBezTo>
                  <a:pt x="420" y="100"/>
                  <a:pt x="420" y="100"/>
                  <a:pt x="420" y="100"/>
                </a:cubicBezTo>
                <a:cubicBezTo>
                  <a:pt x="421" y="99"/>
                  <a:pt x="421" y="99"/>
                  <a:pt x="420" y="99"/>
                </a:cubicBezTo>
                <a:cubicBezTo>
                  <a:pt x="420" y="98"/>
                  <a:pt x="420" y="98"/>
                  <a:pt x="420" y="98"/>
                </a:cubicBezTo>
                <a:cubicBezTo>
                  <a:pt x="419" y="97"/>
                  <a:pt x="419" y="97"/>
                  <a:pt x="418" y="97"/>
                </a:cubicBezTo>
                <a:cubicBezTo>
                  <a:pt x="418" y="97"/>
                  <a:pt x="417" y="96"/>
                  <a:pt x="417" y="96"/>
                </a:cubicBezTo>
                <a:cubicBezTo>
                  <a:pt x="416" y="96"/>
                  <a:pt x="417" y="96"/>
                  <a:pt x="417" y="96"/>
                </a:cubicBezTo>
                <a:close/>
                <a:moveTo>
                  <a:pt x="2053" y="96"/>
                </a:moveTo>
                <a:cubicBezTo>
                  <a:pt x="2052" y="96"/>
                  <a:pt x="2052" y="96"/>
                  <a:pt x="2051" y="96"/>
                </a:cubicBezTo>
                <a:cubicBezTo>
                  <a:pt x="2050" y="96"/>
                  <a:pt x="2049" y="96"/>
                  <a:pt x="2048" y="96"/>
                </a:cubicBezTo>
                <a:cubicBezTo>
                  <a:pt x="2047" y="96"/>
                  <a:pt x="2046" y="97"/>
                  <a:pt x="2046" y="97"/>
                </a:cubicBezTo>
                <a:cubicBezTo>
                  <a:pt x="2045" y="97"/>
                  <a:pt x="2045" y="98"/>
                  <a:pt x="2044" y="98"/>
                </a:cubicBezTo>
                <a:cubicBezTo>
                  <a:pt x="2044" y="99"/>
                  <a:pt x="2044" y="99"/>
                  <a:pt x="2044" y="100"/>
                </a:cubicBezTo>
                <a:cubicBezTo>
                  <a:pt x="2044" y="100"/>
                  <a:pt x="2045" y="101"/>
                  <a:pt x="2045" y="101"/>
                </a:cubicBezTo>
                <a:cubicBezTo>
                  <a:pt x="2046" y="101"/>
                  <a:pt x="2046" y="102"/>
                  <a:pt x="2047" y="102"/>
                </a:cubicBezTo>
                <a:cubicBezTo>
                  <a:pt x="2048" y="102"/>
                  <a:pt x="2049" y="103"/>
                  <a:pt x="2050" y="103"/>
                </a:cubicBezTo>
                <a:cubicBezTo>
                  <a:pt x="2051" y="103"/>
                  <a:pt x="2052" y="103"/>
                  <a:pt x="2053" y="103"/>
                </a:cubicBezTo>
                <a:cubicBezTo>
                  <a:pt x="2053" y="103"/>
                  <a:pt x="2053" y="103"/>
                  <a:pt x="2053" y="103"/>
                </a:cubicBezTo>
                <a:cubicBezTo>
                  <a:pt x="2053" y="103"/>
                  <a:pt x="2054" y="103"/>
                  <a:pt x="2054" y="103"/>
                </a:cubicBezTo>
                <a:cubicBezTo>
                  <a:pt x="2054" y="103"/>
                  <a:pt x="2054" y="103"/>
                  <a:pt x="2054" y="103"/>
                </a:cubicBezTo>
                <a:cubicBezTo>
                  <a:pt x="2054" y="103"/>
                  <a:pt x="2054" y="103"/>
                  <a:pt x="2054" y="103"/>
                </a:cubicBezTo>
                <a:cubicBezTo>
                  <a:pt x="2055" y="103"/>
                  <a:pt x="2056" y="103"/>
                  <a:pt x="2057" y="103"/>
                </a:cubicBezTo>
                <a:cubicBezTo>
                  <a:pt x="2058" y="102"/>
                  <a:pt x="2058" y="102"/>
                  <a:pt x="2059" y="102"/>
                </a:cubicBezTo>
                <a:cubicBezTo>
                  <a:pt x="2059" y="102"/>
                  <a:pt x="2059" y="101"/>
                  <a:pt x="2060" y="101"/>
                </a:cubicBezTo>
                <a:cubicBezTo>
                  <a:pt x="2060" y="100"/>
                  <a:pt x="2060" y="100"/>
                  <a:pt x="2060" y="100"/>
                </a:cubicBezTo>
                <a:cubicBezTo>
                  <a:pt x="2060" y="99"/>
                  <a:pt x="2059" y="99"/>
                  <a:pt x="2059" y="98"/>
                </a:cubicBezTo>
                <a:cubicBezTo>
                  <a:pt x="2059" y="98"/>
                  <a:pt x="2058" y="98"/>
                  <a:pt x="2057" y="97"/>
                </a:cubicBezTo>
                <a:cubicBezTo>
                  <a:pt x="2057" y="97"/>
                  <a:pt x="2056" y="97"/>
                  <a:pt x="2055" y="97"/>
                </a:cubicBezTo>
                <a:cubicBezTo>
                  <a:pt x="2054" y="96"/>
                  <a:pt x="2054" y="96"/>
                  <a:pt x="2053" y="96"/>
                </a:cubicBezTo>
                <a:cubicBezTo>
                  <a:pt x="2053" y="96"/>
                  <a:pt x="2054" y="96"/>
                  <a:pt x="2053" y="96"/>
                </a:cubicBezTo>
                <a:close/>
                <a:moveTo>
                  <a:pt x="2087" y="96"/>
                </a:moveTo>
                <a:cubicBezTo>
                  <a:pt x="2086" y="96"/>
                  <a:pt x="2085" y="97"/>
                  <a:pt x="2085" y="97"/>
                </a:cubicBezTo>
                <a:cubicBezTo>
                  <a:pt x="2084" y="97"/>
                  <a:pt x="2084" y="98"/>
                  <a:pt x="2083" y="98"/>
                </a:cubicBezTo>
                <a:cubicBezTo>
                  <a:pt x="2083" y="99"/>
                  <a:pt x="2083" y="99"/>
                  <a:pt x="2083" y="100"/>
                </a:cubicBezTo>
                <a:cubicBezTo>
                  <a:pt x="2083" y="100"/>
                  <a:pt x="2084" y="101"/>
                  <a:pt x="2084" y="101"/>
                </a:cubicBezTo>
                <a:cubicBezTo>
                  <a:pt x="2085" y="101"/>
                  <a:pt x="2085" y="102"/>
                  <a:pt x="2086" y="102"/>
                </a:cubicBezTo>
                <a:cubicBezTo>
                  <a:pt x="2087" y="102"/>
                  <a:pt x="2088" y="103"/>
                  <a:pt x="2089" y="103"/>
                </a:cubicBezTo>
                <a:cubicBezTo>
                  <a:pt x="2090" y="103"/>
                  <a:pt x="2091" y="103"/>
                  <a:pt x="2092" y="103"/>
                </a:cubicBezTo>
                <a:cubicBezTo>
                  <a:pt x="2093" y="103"/>
                  <a:pt x="2094" y="103"/>
                  <a:pt x="2095" y="103"/>
                </a:cubicBezTo>
                <a:cubicBezTo>
                  <a:pt x="2096" y="103"/>
                  <a:pt x="2097" y="102"/>
                  <a:pt x="2097" y="102"/>
                </a:cubicBezTo>
                <a:cubicBezTo>
                  <a:pt x="2098" y="102"/>
                  <a:pt x="2098" y="101"/>
                  <a:pt x="2099" y="101"/>
                </a:cubicBezTo>
                <a:cubicBezTo>
                  <a:pt x="2099" y="101"/>
                  <a:pt x="2099" y="100"/>
                  <a:pt x="2099" y="100"/>
                </a:cubicBezTo>
                <a:cubicBezTo>
                  <a:pt x="2099" y="99"/>
                  <a:pt x="2098" y="99"/>
                  <a:pt x="2098" y="98"/>
                </a:cubicBezTo>
                <a:cubicBezTo>
                  <a:pt x="2097" y="98"/>
                  <a:pt x="2097" y="97"/>
                  <a:pt x="2096" y="97"/>
                </a:cubicBezTo>
                <a:cubicBezTo>
                  <a:pt x="2095" y="97"/>
                  <a:pt x="2094" y="96"/>
                  <a:pt x="2093" y="96"/>
                </a:cubicBezTo>
                <a:cubicBezTo>
                  <a:pt x="2092" y="96"/>
                  <a:pt x="2091" y="96"/>
                  <a:pt x="2090" y="96"/>
                </a:cubicBezTo>
                <a:cubicBezTo>
                  <a:pt x="2089" y="96"/>
                  <a:pt x="2088" y="96"/>
                  <a:pt x="2087" y="96"/>
                </a:cubicBezTo>
                <a:close/>
                <a:moveTo>
                  <a:pt x="1775" y="96"/>
                </a:moveTo>
                <a:cubicBezTo>
                  <a:pt x="1774" y="96"/>
                  <a:pt x="1773" y="97"/>
                  <a:pt x="1773" y="97"/>
                </a:cubicBezTo>
                <a:cubicBezTo>
                  <a:pt x="1772" y="97"/>
                  <a:pt x="1772" y="98"/>
                  <a:pt x="1771" y="98"/>
                </a:cubicBezTo>
                <a:cubicBezTo>
                  <a:pt x="1771" y="99"/>
                  <a:pt x="1771" y="99"/>
                  <a:pt x="1771" y="100"/>
                </a:cubicBezTo>
                <a:cubicBezTo>
                  <a:pt x="1771" y="100"/>
                  <a:pt x="1771" y="101"/>
                  <a:pt x="1772" y="101"/>
                </a:cubicBezTo>
                <a:cubicBezTo>
                  <a:pt x="1772" y="101"/>
                  <a:pt x="1773" y="102"/>
                  <a:pt x="1774" y="102"/>
                </a:cubicBezTo>
                <a:cubicBezTo>
                  <a:pt x="1774" y="102"/>
                  <a:pt x="1775" y="103"/>
                  <a:pt x="1776" y="103"/>
                </a:cubicBezTo>
                <a:cubicBezTo>
                  <a:pt x="1777" y="103"/>
                  <a:pt x="1778" y="103"/>
                  <a:pt x="1779" y="103"/>
                </a:cubicBezTo>
                <a:cubicBezTo>
                  <a:pt x="1780" y="103"/>
                  <a:pt x="1781" y="103"/>
                  <a:pt x="1782" y="103"/>
                </a:cubicBezTo>
                <a:cubicBezTo>
                  <a:pt x="1783" y="103"/>
                  <a:pt x="1784" y="102"/>
                  <a:pt x="1785" y="102"/>
                </a:cubicBezTo>
                <a:cubicBezTo>
                  <a:pt x="1785" y="102"/>
                  <a:pt x="1786" y="101"/>
                  <a:pt x="1786" y="101"/>
                </a:cubicBezTo>
                <a:cubicBezTo>
                  <a:pt x="1787" y="101"/>
                  <a:pt x="1787" y="100"/>
                  <a:pt x="1787" y="100"/>
                </a:cubicBezTo>
                <a:cubicBezTo>
                  <a:pt x="1787" y="99"/>
                  <a:pt x="1786" y="99"/>
                  <a:pt x="1786" y="98"/>
                </a:cubicBezTo>
                <a:cubicBezTo>
                  <a:pt x="1785" y="98"/>
                  <a:pt x="1785" y="97"/>
                  <a:pt x="1784" y="97"/>
                </a:cubicBezTo>
                <a:cubicBezTo>
                  <a:pt x="1783" y="97"/>
                  <a:pt x="1782" y="96"/>
                  <a:pt x="1781" y="96"/>
                </a:cubicBezTo>
                <a:cubicBezTo>
                  <a:pt x="1780" y="96"/>
                  <a:pt x="1779" y="96"/>
                  <a:pt x="1778" y="96"/>
                </a:cubicBezTo>
                <a:cubicBezTo>
                  <a:pt x="1777" y="96"/>
                  <a:pt x="1776" y="96"/>
                  <a:pt x="1775" y="96"/>
                </a:cubicBezTo>
                <a:close/>
                <a:moveTo>
                  <a:pt x="2209" y="96"/>
                </a:moveTo>
                <a:cubicBezTo>
                  <a:pt x="2208" y="96"/>
                  <a:pt x="2208" y="96"/>
                  <a:pt x="2208" y="96"/>
                </a:cubicBezTo>
                <a:cubicBezTo>
                  <a:pt x="2208" y="96"/>
                  <a:pt x="2208" y="96"/>
                  <a:pt x="2208" y="96"/>
                </a:cubicBezTo>
                <a:cubicBezTo>
                  <a:pt x="2208" y="96"/>
                  <a:pt x="2208" y="96"/>
                  <a:pt x="2207" y="96"/>
                </a:cubicBezTo>
                <a:cubicBezTo>
                  <a:pt x="2207" y="96"/>
                  <a:pt x="2207" y="96"/>
                  <a:pt x="2207" y="96"/>
                </a:cubicBezTo>
                <a:cubicBezTo>
                  <a:pt x="2206" y="96"/>
                  <a:pt x="2205" y="96"/>
                  <a:pt x="2204" y="96"/>
                </a:cubicBezTo>
                <a:cubicBezTo>
                  <a:pt x="2203" y="96"/>
                  <a:pt x="2202" y="97"/>
                  <a:pt x="2202" y="97"/>
                </a:cubicBezTo>
                <a:cubicBezTo>
                  <a:pt x="2201" y="97"/>
                  <a:pt x="2201" y="98"/>
                  <a:pt x="2201" y="98"/>
                </a:cubicBezTo>
                <a:cubicBezTo>
                  <a:pt x="2200" y="99"/>
                  <a:pt x="2200" y="99"/>
                  <a:pt x="2200" y="100"/>
                </a:cubicBezTo>
                <a:cubicBezTo>
                  <a:pt x="2201" y="100"/>
                  <a:pt x="2201" y="101"/>
                  <a:pt x="2201" y="101"/>
                </a:cubicBezTo>
                <a:cubicBezTo>
                  <a:pt x="2202" y="101"/>
                  <a:pt x="2203" y="102"/>
                  <a:pt x="2203" y="102"/>
                </a:cubicBezTo>
                <a:cubicBezTo>
                  <a:pt x="2204" y="102"/>
                  <a:pt x="2205" y="103"/>
                  <a:pt x="2206" y="103"/>
                </a:cubicBezTo>
                <a:cubicBezTo>
                  <a:pt x="2207" y="103"/>
                  <a:pt x="2208" y="103"/>
                  <a:pt x="2209" y="103"/>
                </a:cubicBezTo>
                <a:cubicBezTo>
                  <a:pt x="2209" y="103"/>
                  <a:pt x="2210" y="103"/>
                  <a:pt x="2210" y="103"/>
                </a:cubicBezTo>
                <a:cubicBezTo>
                  <a:pt x="2210" y="103"/>
                  <a:pt x="2210" y="103"/>
                  <a:pt x="2210" y="103"/>
                </a:cubicBezTo>
                <a:cubicBezTo>
                  <a:pt x="2210" y="103"/>
                  <a:pt x="2210" y="103"/>
                  <a:pt x="2210" y="103"/>
                </a:cubicBezTo>
                <a:cubicBezTo>
                  <a:pt x="2211" y="103"/>
                  <a:pt x="2211" y="103"/>
                  <a:pt x="2211" y="103"/>
                </a:cubicBezTo>
                <a:cubicBezTo>
                  <a:pt x="2212" y="103"/>
                  <a:pt x="2212" y="103"/>
                  <a:pt x="2213" y="103"/>
                </a:cubicBezTo>
                <a:cubicBezTo>
                  <a:pt x="2214" y="102"/>
                  <a:pt x="2214" y="102"/>
                  <a:pt x="2215" y="102"/>
                </a:cubicBezTo>
                <a:cubicBezTo>
                  <a:pt x="2215" y="102"/>
                  <a:pt x="2216" y="101"/>
                  <a:pt x="2216" y="101"/>
                </a:cubicBezTo>
                <a:cubicBezTo>
                  <a:pt x="2216" y="100"/>
                  <a:pt x="2216" y="100"/>
                  <a:pt x="2216" y="100"/>
                </a:cubicBezTo>
                <a:cubicBezTo>
                  <a:pt x="2216" y="99"/>
                  <a:pt x="2216" y="99"/>
                  <a:pt x="2215" y="98"/>
                </a:cubicBezTo>
                <a:cubicBezTo>
                  <a:pt x="2215" y="98"/>
                  <a:pt x="2214" y="98"/>
                  <a:pt x="2213" y="97"/>
                </a:cubicBezTo>
                <a:cubicBezTo>
                  <a:pt x="2213" y="97"/>
                  <a:pt x="2212" y="97"/>
                  <a:pt x="2211" y="97"/>
                </a:cubicBezTo>
                <a:cubicBezTo>
                  <a:pt x="2210" y="96"/>
                  <a:pt x="2210" y="96"/>
                  <a:pt x="2209" y="96"/>
                </a:cubicBezTo>
                <a:cubicBezTo>
                  <a:pt x="2208" y="96"/>
                  <a:pt x="2210" y="96"/>
                  <a:pt x="2209" y="96"/>
                </a:cubicBezTo>
                <a:close/>
                <a:moveTo>
                  <a:pt x="2131" y="96"/>
                </a:moveTo>
                <a:cubicBezTo>
                  <a:pt x="2130" y="96"/>
                  <a:pt x="2130" y="96"/>
                  <a:pt x="2129" y="96"/>
                </a:cubicBezTo>
                <a:cubicBezTo>
                  <a:pt x="2128" y="96"/>
                  <a:pt x="2127" y="96"/>
                  <a:pt x="2126" y="96"/>
                </a:cubicBezTo>
                <a:cubicBezTo>
                  <a:pt x="2125" y="96"/>
                  <a:pt x="2124" y="97"/>
                  <a:pt x="2124" y="97"/>
                </a:cubicBezTo>
                <a:cubicBezTo>
                  <a:pt x="2123" y="97"/>
                  <a:pt x="2123" y="98"/>
                  <a:pt x="2122" y="98"/>
                </a:cubicBezTo>
                <a:cubicBezTo>
                  <a:pt x="2122" y="99"/>
                  <a:pt x="2122" y="99"/>
                  <a:pt x="2122" y="100"/>
                </a:cubicBezTo>
                <a:cubicBezTo>
                  <a:pt x="2122" y="100"/>
                  <a:pt x="2123" y="101"/>
                  <a:pt x="2123" y="101"/>
                </a:cubicBezTo>
                <a:cubicBezTo>
                  <a:pt x="2124" y="101"/>
                  <a:pt x="2124" y="102"/>
                  <a:pt x="2125" y="102"/>
                </a:cubicBezTo>
                <a:cubicBezTo>
                  <a:pt x="2126" y="102"/>
                  <a:pt x="2127" y="103"/>
                  <a:pt x="2128" y="103"/>
                </a:cubicBezTo>
                <a:cubicBezTo>
                  <a:pt x="2129" y="103"/>
                  <a:pt x="2130" y="103"/>
                  <a:pt x="2131" y="103"/>
                </a:cubicBezTo>
                <a:cubicBezTo>
                  <a:pt x="2131" y="103"/>
                  <a:pt x="2131" y="103"/>
                  <a:pt x="2132" y="103"/>
                </a:cubicBezTo>
                <a:cubicBezTo>
                  <a:pt x="2132" y="103"/>
                  <a:pt x="2132" y="103"/>
                  <a:pt x="2132" y="103"/>
                </a:cubicBezTo>
                <a:cubicBezTo>
                  <a:pt x="2132" y="103"/>
                  <a:pt x="2132" y="103"/>
                  <a:pt x="2132" y="103"/>
                </a:cubicBezTo>
                <a:cubicBezTo>
                  <a:pt x="2132" y="103"/>
                  <a:pt x="2133" y="103"/>
                  <a:pt x="2133" y="103"/>
                </a:cubicBezTo>
                <a:cubicBezTo>
                  <a:pt x="2134" y="103"/>
                  <a:pt x="2134" y="103"/>
                  <a:pt x="2135" y="103"/>
                </a:cubicBezTo>
                <a:cubicBezTo>
                  <a:pt x="2136" y="102"/>
                  <a:pt x="2136" y="102"/>
                  <a:pt x="2137" y="102"/>
                </a:cubicBezTo>
                <a:cubicBezTo>
                  <a:pt x="2137" y="102"/>
                  <a:pt x="2138" y="101"/>
                  <a:pt x="2138" y="101"/>
                </a:cubicBezTo>
                <a:cubicBezTo>
                  <a:pt x="2138" y="100"/>
                  <a:pt x="2138" y="100"/>
                  <a:pt x="2138" y="100"/>
                </a:cubicBezTo>
                <a:cubicBezTo>
                  <a:pt x="2138" y="99"/>
                  <a:pt x="2137" y="99"/>
                  <a:pt x="2137" y="98"/>
                </a:cubicBezTo>
                <a:cubicBezTo>
                  <a:pt x="2137" y="98"/>
                  <a:pt x="2136" y="98"/>
                  <a:pt x="2135" y="97"/>
                </a:cubicBezTo>
                <a:cubicBezTo>
                  <a:pt x="2135" y="97"/>
                  <a:pt x="2134" y="97"/>
                  <a:pt x="2133" y="97"/>
                </a:cubicBezTo>
                <a:cubicBezTo>
                  <a:pt x="2132" y="96"/>
                  <a:pt x="2132" y="96"/>
                  <a:pt x="2131" y="96"/>
                </a:cubicBezTo>
                <a:cubicBezTo>
                  <a:pt x="2131" y="96"/>
                  <a:pt x="2132" y="96"/>
                  <a:pt x="2131" y="96"/>
                </a:cubicBezTo>
                <a:close/>
                <a:moveTo>
                  <a:pt x="1586" y="96"/>
                </a:moveTo>
                <a:cubicBezTo>
                  <a:pt x="1585" y="96"/>
                  <a:pt x="1584" y="96"/>
                  <a:pt x="1583" y="96"/>
                </a:cubicBezTo>
                <a:cubicBezTo>
                  <a:pt x="1582" y="96"/>
                  <a:pt x="1581" y="96"/>
                  <a:pt x="1580" y="96"/>
                </a:cubicBezTo>
                <a:cubicBezTo>
                  <a:pt x="1579" y="96"/>
                  <a:pt x="1579" y="97"/>
                  <a:pt x="1578" y="97"/>
                </a:cubicBezTo>
                <a:cubicBezTo>
                  <a:pt x="1577" y="97"/>
                  <a:pt x="1577" y="98"/>
                  <a:pt x="1576" y="98"/>
                </a:cubicBezTo>
                <a:cubicBezTo>
                  <a:pt x="1576" y="99"/>
                  <a:pt x="1576" y="99"/>
                  <a:pt x="1576" y="100"/>
                </a:cubicBezTo>
                <a:cubicBezTo>
                  <a:pt x="1576" y="100"/>
                  <a:pt x="1576" y="101"/>
                  <a:pt x="1577" y="101"/>
                </a:cubicBezTo>
                <a:cubicBezTo>
                  <a:pt x="1577" y="101"/>
                  <a:pt x="1578" y="102"/>
                  <a:pt x="1578" y="102"/>
                </a:cubicBezTo>
                <a:cubicBezTo>
                  <a:pt x="1579" y="102"/>
                  <a:pt x="1580" y="103"/>
                  <a:pt x="1581" y="103"/>
                </a:cubicBezTo>
                <a:cubicBezTo>
                  <a:pt x="1582" y="103"/>
                  <a:pt x="1583" y="103"/>
                  <a:pt x="1584" y="103"/>
                </a:cubicBezTo>
                <a:cubicBezTo>
                  <a:pt x="1584" y="103"/>
                  <a:pt x="1585" y="103"/>
                  <a:pt x="1585" y="103"/>
                </a:cubicBezTo>
                <a:cubicBezTo>
                  <a:pt x="1585" y="103"/>
                  <a:pt x="1585" y="103"/>
                  <a:pt x="1586" y="103"/>
                </a:cubicBezTo>
                <a:cubicBezTo>
                  <a:pt x="1586" y="103"/>
                  <a:pt x="1586" y="103"/>
                  <a:pt x="1586" y="103"/>
                </a:cubicBezTo>
                <a:cubicBezTo>
                  <a:pt x="1587" y="103"/>
                  <a:pt x="1587" y="103"/>
                  <a:pt x="1587" y="103"/>
                </a:cubicBezTo>
                <a:cubicBezTo>
                  <a:pt x="1587" y="103"/>
                  <a:pt x="1587" y="103"/>
                  <a:pt x="1588" y="103"/>
                </a:cubicBezTo>
                <a:cubicBezTo>
                  <a:pt x="1588" y="103"/>
                  <a:pt x="1588" y="103"/>
                  <a:pt x="1588" y="103"/>
                </a:cubicBezTo>
                <a:cubicBezTo>
                  <a:pt x="1589" y="103"/>
                  <a:pt x="1589" y="102"/>
                  <a:pt x="1589" y="102"/>
                </a:cubicBezTo>
                <a:cubicBezTo>
                  <a:pt x="1589" y="102"/>
                  <a:pt x="1589" y="102"/>
                  <a:pt x="1589" y="102"/>
                </a:cubicBezTo>
                <a:cubicBezTo>
                  <a:pt x="1590" y="102"/>
                  <a:pt x="1592" y="101"/>
                  <a:pt x="1591" y="100"/>
                </a:cubicBezTo>
                <a:cubicBezTo>
                  <a:pt x="1591" y="99"/>
                  <a:pt x="1591" y="99"/>
                  <a:pt x="1591" y="99"/>
                </a:cubicBezTo>
                <a:cubicBezTo>
                  <a:pt x="1591" y="99"/>
                  <a:pt x="1591" y="98"/>
                  <a:pt x="1591" y="98"/>
                </a:cubicBezTo>
                <a:cubicBezTo>
                  <a:pt x="1590" y="98"/>
                  <a:pt x="1590" y="98"/>
                  <a:pt x="1590" y="98"/>
                </a:cubicBezTo>
                <a:cubicBezTo>
                  <a:pt x="1590" y="97"/>
                  <a:pt x="1589" y="97"/>
                  <a:pt x="1589" y="97"/>
                </a:cubicBezTo>
                <a:cubicBezTo>
                  <a:pt x="1588" y="97"/>
                  <a:pt x="1587" y="96"/>
                  <a:pt x="1586" y="96"/>
                </a:cubicBezTo>
                <a:cubicBezTo>
                  <a:pt x="1586" y="96"/>
                  <a:pt x="1587" y="96"/>
                  <a:pt x="1586" y="96"/>
                </a:cubicBezTo>
                <a:close/>
                <a:moveTo>
                  <a:pt x="1931" y="96"/>
                </a:moveTo>
                <a:cubicBezTo>
                  <a:pt x="1930" y="96"/>
                  <a:pt x="1929" y="97"/>
                  <a:pt x="1929" y="97"/>
                </a:cubicBezTo>
                <a:cubicBezTo>
                  <a:pt x="1928" y="97"/>
                  <a:pt x="1928" y="98"/>
                  <a:pt x="1927" y="98"/>
                </a:cubicBezTo>
                <a:cubicBezTo>
                  <a:pt x="1927" y="99"/>
                  <a:pt x="1927" y="99"/>
                  <a:pt x="1927" y="100"/>
                </a:cubicBezTo>
                <a:cubicBezTo>
                  <a:pt x="1927" y="100"/>
                  <a:pt x="1928" y="101"/>
                  <a:pt x="1928" y="101"/>
                </a:cubicBezTo>
                <a:cubicBezTo>
                  <a:pt x="1929" y="101"/>
                  <a:pt x="1929" y="102"/>
                  <a:pt x="1930" y="102"/>
                </a:cubicBezTo>
                <a:cubicBezTo>
                  <a:pt x="1931" y="102"/>
                  <a:pt x="1932" y="103"/>
                  <a:pt x="1933" y="103"/>
                </a:cubicBezTo>
                <a:cubicBezTo>
                  <a:pt x="1934" y="103"/>
                  <a:pt x="1935" y="103"/>
                  <a:pt x="1936" y="103"/>
                </a:cubicBezTo>
                <a:cubicBezTo>
                  <a:pt x="1937" y="103"/>
                  <a:pt x="1938" y="103"/>
                  <a:pt x="1939" y="103"/>
                </a:cubicBezTo>
                <a:cubicBezTo>
                  <a:pt x="1940" y="103"/>
                  <a:pt x="1940" y="102"/>
                  <a:pt x="1941" y="102"/>
                </a:cubicBezTo>
                <a:cubicBezTo>
                  <a:pt x="1942" y="102"/>
                  <a:pt x="1942" y="101"/>
                  <a:pt x="1942" y="101"/>
                </a:cubicBezTo>
                <a:cubicBezTo>
                  <a:pt x="1943" y="101"/>
                  <a:pt x="1943" y="100"/>
                  <a:pt x="1943" y="100"/>
                </a:cubicBezTo>
                <a:cubicBezTo>
                  <a:pt x="1943" y="99"/>
                  <a:pt x="1942" y="99"/>
                  <a:pt x="1942" y="98"/>
                </a:cubicBezTo>
                <a:cubicBezTo>
                  <a:pt x="1941" y="98"/>
                  <a:pt x="1941" y="97"/>
                  <a:pt x="1940" y="97"/>
                </a:cubicBezTo>
                <a:cubicBezTo>
                  <a:pt x="1939" y="97"/>
                  <a:pt x="1938" y="96"/>
                  <a:pt x="1937" y="96"/>
                </a:cubicBezTo>
                <a:cubicBezTo>
                  <a:pt x="1936" y="96"/>
                  <a:pt x="1935" y="96"/>
                  <a:pt x="1934" y="96"/>
                </a:cubicBezTo>
                <a:cubicBezTo>
                  <a:pt x="1933" y="96"/>
                  <a:pt x="1932" y="96"/>
                  <a:pt x="1931" y="96"/>
                </a:cubicBezTo>
                <a:close/>
                <a:moveTo>
                  <a:pt x="1820" y="96"/>
                </a:moveTo>
                <a:cubicBezTo>
                  <a:pt x="1820" y="96"/>
                  <a:pt x="1820" y="96"/>
                  <a:pt x="1820" y="96"/>
                </a:cubicBezTo>
                <a:cubicBezTo>
                  <a:pt x="1819" y="96"/>
                  <a:pt x="1819" y="96"/>
                  <a:pt x="1819" y="96"/>
                </a:cubicBezTo>
                <a:cubicBezTo>
                  <a:pt x="1819" y="96"/>
                  <a:pt x="1818" y="96"/>
                  <a:pt x="1818" y="96"/>
                </a:cubicBezTo>
                <a:cubicBezTo>
                  <a:pt x="1818" y="96"/>
                  <a:pt x="1817" y="96"/>
                  <a:pt x="1817" y="96"/>
                </a:cubicBezTo>
                <a:cubicBezTo>
                  <a:pt x="1816" y="96"/>
                  <a:pt x="1815" y="96"/>
                  <a:pt x="1814" y="96"/>
                </a:cubicBezTo>
                <a:cubicBezTo>
                  <a:pt x="1813" y="96"/>
                  <a:pt x="1813" y="97"/>
                  <a:pt x="1812" y="97"/>
                </a:cubicBezTo>
                <a:cubicBezTo>
                  <a:pt x="1811" y="97"/>
                  <a:pt x="1811" y="98"/>
                  <a:pt x="1810" y="98"/>
                </a:cubicBezTo>
                <a:cubicBezTo>
                  <a:pt x="1810" y="99"/>
                  <a:pt x="1810" y="99"/>
                  <a:pt x="1810" y="100"/>
                </a:cubicBezTo>
                <a:cubicBezTo>
                  <a:pt x="1810" y="100"/>
                  <a:pt x="1810" y="101"/>
                  <a:pt x="1811" y="101"/>
                </a:cubicBezTo>
                <a:cubicBezTo>
                  <a:pt x="1811" y="101"/>
                  <a:pt x="1812" y="102"/>
                  <a:pt x="1813" y="102"/>
                </a:cubicBezTo>
                <a:cubicBezTo>
                  <a:pt x="1814" y="102"/>
                  <a:pt x="1814" y="103"/>
                  <a:pt x="1815" y="103"/>
                </a:cubicBezTo>
                <a:cubicBezTo>
                  <a:pt x="1816" y="103"/>
                  <a:pt x="1817" y="103"/>
                  <a:pt x="1819" y="103"/>
                </a:cubicBezTo>
                <a:cubicBezTo>
                  <a:pt x="1819" y="103"/>
                  <a:pt x="1819" y="103"/>
                  <a:pt x="1819" y="103"/>
                </a:cubicBezTo>
                <a:cubicBezTo>
                  <a:pt x="1820" y="103"/>
                  <a:pt x="1820" y="103"/>
                  <a:pt x="1820" y="103"/>
                </a:cubicBezTo>
                <a:cubicBezTo>
                  <a:pt x="1820" y="103"/>
                  <a:pt x="1821" y="103"/>
                  <a:pt x="1821" y="103"/>
                </a:cubicBezTo>
                <a:cubicBezTo>
                  <a:pt x="1821" y="103"/>
                  <a:pt x="1821" y="103"/>
                  <a:pt x="1821" y="103"/>
                </a:cubicBezTo>
                <a:cubicBezTo>
                  <a:pt x="1822" y="103"/>
                  <a:pt x="1823" y="103"/>
                  <a:pt x="1823" y="102"/>
                </a:cubicBezTo>
                <a:cubicBezTo>
                  <a:pt x="1824" y="102"/>
                  <a:pt x="1824" y="102"/>
                  <a:pt x="1825" y="102"/>
                </a:cubicBezTo>
                <a:cubicBezTo>
                  <a:pt x="1825" y="101"/>
                  <a:pt x="1825" y="101"/>
                  <a:pt x="1825" y="101"/>
                </a:cubicBezTo>
                <a:cubicBezTo>
                  <a:pt x="1826" y="100"/>
                  <a:pt x="1826" y="100"/>
                  <a:pt x="1826" y="100"/>
                </a:cubicBezTo>
                <a:cubicBezTo>
                  <a:pt x="1826" y="99"/>
                  <a:pt x="1825" y="99"/>
                  <a:pt x="1825" y="99"/>
                </a:cubicBezTo>
                <a:cubicBezTo>
                  <a:pt x="1825" y="98"/>
                  <a:pt x="1824" y="98"/>
                  <a:pt x="1824" y="98"/>
                </a:cubicBezTo>
                <a:cubicBezTo>
                  <a:pt x="1823" y="97"/>
                  <a:pt x="1823" y="97"/>
                  <a:pt x="1822" y="97"/>
                </a:cubicBezTo>
                <a:cubicBezTo>
                  <a:pt x="1822" y="97"/>
                  <a:pt x="1821" y="96"/>
                  <a:pt x="1820" y="96"/>
                </a:cubicBezTo>
                <a:cubicBezTo>
                  <a:pt x="1820" y="96"/>
                  <a:pt x="1821" y="96"/>
                  <a:pt x="1820" y="96"/>
                </a:cubicBezTo>
                <a:close/>
                <a:moveTo>
                  <a:pt x="1697" y="96"/>
                </a:moveTo>
                <a:cubicBezTo>
                  <a:pt x="1696" y="96"/>
                  <a:pt x="1696" y="97"/>
                  <a:pt x="1695" y="97"/>
                </a:cubicBezTo>
                <a:cubicBezTo>
                  <a:pt x="1694" y="97"/>
                  <a:pt x="1694" y="98"/>
                  <a:pt x="1693" y="98"/>
                </a:cubicBezTo>
                <a:cubicBezTo>
                  <a:pt x="1693" y="99"/>
                  <a:pt x="1693" y="99"/>
                  <a:pt x="1693" y="100"/>
                </a:cubicBezTo>
                <a:cubicBezTo>
                  <a:pt x="1693" y="100"/>
                  <a:pt x="1693" y="101"/>
                  <a:pt x="1694" y="101"/>
                </a:cubicBezTo>
                <a:cubicBezTo>
                  <a:pt x="1694" y="101"/>
                  <a:pt x="1695" y="102"/>
                  <a:pt x="1696" y="102"/>
                </a:cubicBezTo>
                <a:cubicBezTo>
                  <a:pt x="1696" y="102"/>
                  <a:pt x="1697" y="103"/>
                  <a:pt x="1698" y="103"/>
                </a:cubicBezTo>
                <a:cubicBezTo>
                  <a:pt x="1699" y="103"/>
                  <a:pt x="1700" y="103"/>
                  <a:pt x="1701" y="103"/>
                </a:cubicBezTo>
                <a:cubicBezTo>
                  <a:pt x="1702" y="103"/>
                  <a:pt x="1703" y="103"/>
                  <a:pt x="1704" y="103"/>
                </a:cubicBezTo>
                <a:cubicBezTo>
                  <a:pt x="1705" y="103"/>
                  <a:pt x="1706" y="102"/>
                  <a:pt x="1707" y="102"/>
                </a:cubicBezTo>
                <a:cubicBezTo>
                  <a:pt x="1707" y="102"/>
                  <a:pt x="1708" y="101"/>
                  <a:pt x="1708" y="101"/>
                </a:cubicBezTo>
                <a:cubicBezTo>
                  <a:pt x="1708" y="101"/>
                  <a:pt x="1709" y="100"/>
                  <a:pt x="1709" y="100"/>
                </a:cubicBezTo>
                <a:cubicBezTo>
                  <a:pt x="1708" y="99"/>
                  <a:pt x="1708" y="99"/>
                  <a:pt x="1708" y="98"/>
                </a:cubicBezTo>
                <a:cubicBezTo>
                  <a:pt x="1707" y="98"/>
                  <a:pt x="1707" y="97"/>
                  <a:pt x="1706" y="97"/>
                </a:cubicBezTo>
                <a:cubicBezTo>
                  <a:pt x="1705" y="97"/>
                  <a:pt x="1704" y="96"/>
                  <a:pt x="1703" y="96"/>
                </a:cubicBezTo>
                <a:cubicBezTo>
                  <a:pt x="1702" y="96"/>
                  <a:pt x="1701" y="96"/>
                  <a:pt x="1700" y="96"/>
                </a:cubicBezTo>
                <a:cubicBezTo>
                  <a:pt x="1699" y="96"/>
                  <a:pt x="1698" y="96"/>
                  <a:pt x="1697" y="96"/>
                </a:cubicBezTo>
                <a:close/>
                <a:moveTo>
                  <a:pt x="2321" y="96"/>
                </a:moveTo>
                <a:cubicBezTo>
                  <a:pt x="2320" y="96"/>
                  <a:pt x="2319" y="97"/>
                  <a:pt x="2319" y="97"/>
                </a:cubicBezTo>
                <a:cubicBezTo>
                  <a:pt x="2318" y="97"/>
                  <a:pt x="2318" y="98"/>
                  <a:pt x="2318" y="98"/>
                </a:cubicBezTo>
                <a:cubicBezTo>
                  <a:pt x="2317" y="99"/>
                  <a:pt x="2317" y="99"/>
                  <a:pt x="2317" y="100"/>
                </a:cubicBezTo>
                <a:cubicBezTo>
                  <a:pt x="2318" y="100"/>
                  <a:pt x="2318" y="101"/>
                  <a:pt x="2319" y="101"/>
                </a:cubicBezTo>
                <a:cubicBezTo>
                  <a:pt x="2319" y="101"/>
                  <a:pt x="2320" y="102"/>
                  <a:pt x="2321" y="102"/>
                </a:cubicBezTo>
                <a:cubicBezTo>
                  <a:pt x="2321" y="102"/>
                  <a:pt x="2322" y="103"/>
                  <a:pt x="2323" y="103"/>
                </a:cubicBezTo>
                <a:cubicBezTo>
                  <a:pt x="2324" y="103"/>
                  <a:pt x="2325" y="103"/>
                  <a:pt x="2326" y="103"/>
                </a:cubicBezTo>
                <a:cubicBezTo>
                  <a:pt x="2328" y="103"/>
                  <a:pt x="2329" y="103"/>
                  <a:pt x="2329" y="103"/>
                </a:cubicBezTo>
                <a:cubicBezTo>
                  <a:pt x="2330" y="103"/>
                  <a:pt x="2331" y="102"/>
                  <a:pt x="2332" y="102"/>
                </a:cubicBezTo>
                <a:cubicBezTo>
                  <a:pt x="2332" y="102"/>
                  <a:pt x="2333" y="101"/>
                  <a:pt x="2333" y="101"/>
                </a:cubicBezTo>
                <a:cubicBezTo>
                  <a:pt x="2333" y="101"/>
                  <a:pt x="2333" y="100"/>
                  <a:pt x="2333" y="100"/>
                </a:cubicBezTo>
                <a:cubicBezTo>
                  <a:pt x="2333" y="99"/>
                  <a:pt x="2332" y="99"/>
                  <a:pt x="2332" y="98"/>
                </a:cubicBezTo>
                <a:cubicBezTo>
                  <a:pt x="2331" y="98"/>
                  <a:pt x="2331" y="97"/>
                  <a:pt x="2330" y="97"/>
                </a:cubicBezTo>
                <a:cubicBezTo>
                  <a:pt x="2329" y="97"/>
                  <a:pt x="2328" y="96"/>
                  <a:pt x="2327" y="96"/>
                </a:cubicBezTo>
                <a:cubicBezTo>
                  <a:pt x="2326" y="96"/>
                  <a:pt x="2325" y="96"/>
                  <a:pt x="2324" y="96"/>
                </a:cubicBezTo>
                <a:cubicBezTo>
                  <a:pt x="2323" y="96"/>
                  <a:pt x="2322" y="96"/>
                  <a:pt x="2321" y="96"/>
                </a:cubicBezTo>
                <a:close/>
                <a:moveTo>
                  <a:pt x="1897" y="96"/>
                </a:moveTo>
                <a:cubicBezTo>
                  <a:pt x="1897" y="96"/>
                  <a:pt x="1897" y="96"/>
                  <a:pt x="1897" y="96"/>
                </a:cubicBezTo>
                <a:cubicBezTo>
                  <a:pt x="1896" y="96"/>
                  <a:pt x="1896" y="96"/>
                  <a:pt x="1896" y="96"/>
                </a:cubicBezTo>
                <a:cubicBezTo>
                  <a:pt x="1896" y="96"/>
                  <a:pt x="1895" y="96"/>
                  <a:pt x="1895" y="96"/>
                </a:cubicBezTo>
                <a:cubicBezTo>
                  <a:pt x="1894" y="96"/>
                  <a:pt x="1893" y="96"/>
                  <a:pt x="1892" y="96"/>
                </a:cubicBezTo>
                <a:cubicBezTo>
                  <a:pt x="1891" y="96"/>
                  <a:pt x="1890" y="97"/>
                  <a:pt x="1890" y="97"/>
                </a:cubicBezTo>
                <a:cubicBezTo>
                  <a:pt x="1889" y="97"/>
                  <a:pt x="1889" y="98"/>
                  <a:pt x="1888" y="98"/>
                </a:cubicBezTo>
                <a:cubicBezTo>
                  <a:pt x="1888" y="99"/>
                  <a:pt x="1888" y="99"/>
                  <a:pt x="1888" y="100"/>
                </a:cubicBezTo>
                <a:cubicBezTo>
                  <a:pt x="1888" y="100"/>
                  <a:pt x="1888" y="101"/>
                  <a:pt x="1889" y="101"/>
                </a:cubicBezTo>
                <a:cubicBezTo>
                  <a:pt x="1889" y="101"/>
                  <a:pt x="1890" y="102"/>
                  <a:pt x="1891" y="102"/>
                </a:cubicBezTo>
                <a:cubicBezTo>
                  <a:pt x="1892" y="102"/>
                  <a:pt x="1893" y="103"/>
                  <a:pt x="1894" y="103"/>
                </a:cubicBezTo>
                <a:cubicBezTo>
                  <a:pt x="1894" y="103"/>
                  <a:pt x="1896" y="103"/>
                  <a:pt x="1897" y="103"/>
                </a:cubicBezTo>
                <a:cubicBezTo>
                  <a:pt x="1897" y="103"/>
                  <a:pt x="1897" y="103"/>
                  <a:pt x="1897" y="103"/>
                </a:cubicBezTo>
                <a:cubicBezTo>
                  <a:pt x="1898" y="103"/>
                  <a:pt x="1898" y="103"/>
                  <a:pt x="1898" y="103"/>
                </a:cubicBezTo>
                <a:cubicBezTo>
                  <a:pt x="1898" y="103"/>
                  <a:pt x="1899" y="103"/>
                  <a:pt x="1899" y="103"/>
                </a:cubicBezTo>
                <a:cubicBezTo>
                  <a:pt x="1899" y="103"/>
                  <a:pt x="1899" y="103"/>
                  <a:pt x="1900" y="103"/>
                </a:cubicBezTo>
                <a:cubicBezTo>
                  <a:pt x="1900" y="103"/>
                  <a:pt x="1901" y="103"/>
                  <a:pt x="1901" y="102"/>
                </a:cubicBezTo>
                <a:cubicBezTo>
                  <a:pt x="1902" y="102"/>
                  <a:pt x="1902" y="102"/>
                  <a:pt x="1903" y="102"/>
                </a:cubicBezTo>
                <a:cubicBezTo>
                  <a:pt x="1903" y="101"/>
                  <a:pt x="1903" y="101"/>
                  <a:pt x="1904" y="101"/>
                </a:cubicBezTo>
                <a:cubicBezTo>
                  <a:pt x="1904" y="100"/>
                  <a:pt x="1904" y="100"/>
                  <a:pt x="1904" y="100"/>
                </a:cubicBezTo>
                <a:cubicBezTo>
                  <a:pt x="1904" y="99"/>
                  <a:pt x="1903" y="99"/>
                  <a:pt x="1903" y="99"/>
                </a:cubicBezTo>
                <a:cubicBezTo>
                  <a:pt x="1903" y="98"/>
                  <a:pt x="1902" y="98"/>
                  <a:pt x="1902" y="98"/>
                </a:cubicBezTo>
                <a:cubicBezTo>
                  <a:pt x="1901" y="97"/>
                  <a:pt x="1901" y="97"/>
                  <a:pt x="1900" y="97"/>
                </a:cubicBezTo>
                <a:cubicBezTo>
                  <a:pt x="1900" y="97"/>
                  <a:pt x="1899" y="96"/>
                  <a:pt x="1898" y="96"/>
                </a:cubicBezTo>
                <a:cubicBezTo>
                  <a:pt x="1898" y="96"/>
                  <a:pt x="1898" y="96"/>
                  <a:pt x="1897" y="96"/>
                </a:cubicBezTo>
                <a:close/>
                <a:moveTo>
                  <a:pt x="1979" y="97"/>
                </a:moveTo>
                <a:cubicBezTo>
                  <a:pt x="1978" y="96"/>
                  <a:pt x="1976" y="96"/>
                  <a:pt x="1975" y="96"/>
                </a:cubicBezTo>
                <a:cubicBezTo>
                  <a:pt x="1975" y="96"/>
                  <a:pt x="1974" y="96"/>
                  <a:pt x="1974" y="96"/>
                </a:cubicBezTo>
                <a:cubicBezTo>
                  <a:pt x="1974" y="96"/>
                  <a:pt x="1974" y="96"/>
                  <a:pt x="1974" y="96"/>
                </a:cubicBezTo>
                <a:cubicBezTo>
                  <a:pt x="1974" y="96"/>
                  <a:pt x="1974" y="96"/>
                  <a:pt x="1974" y="96"/>
                </a:cubicBezTo>
                <a:cubicBezTo>
                  <a:pt x="1973" y="96"/>
                  <a:pt x="1973" y="96"/>
                  <a:pt x="1973" y="96"/>
                </a:cubicBezTo>
                <a:cubicBezTo>
                  <a:pt x="1973" y="96"/>
                  <a:pt x="1973" y="96"/>
                  <a:pt x="1973" y="96"/>
                </a:cubicBezTo>
                <a:cubicBezTo>
                  <a:pt x="1973" y="96"/>
                  <a:pt x="1972" y="96"/>
                  <a:pt x="1972" y="96"/>
                </a:cubicBezTo>
                <a:cubicBezTo>
                  <a:pt x="1972" y="96"/>
                  <a:pt x="1972" y="96"/>
                  <a:pt x="1972" y="96"/>
                </a:cubicBezTo>
                <a:cubicBezTo>
                  <a:pt x="1972" y="96"/>
                  <a:pt x="1972" y="96"/>
                  <a:pt x="1972" y="96"/>
                </a:cubicBezTo>
                <a:cubicBezTo>
                  <a:pt x="1970" y="96"/>
                  <a:pt x="1966" y="97"/>
                  <a:pt x="1966" y="100"/>
                </a:cubicBezTo>
                <a:cubicBezTo>
                  <a:pt x="1966" y="100"/>
                  <a:pt x="1967" y="100"/>
                  <a:pt x="1967" y="101"/>
                </a:cubicBezTo>
                <a:cubicBezTo>
                  <a:pt x="1967" y="101"/>
                  <a:pt x="1968" y="102"/>
                  <a:pt x="1968" y="102"/>
                </a:cubicBezTo>
                <a:cubicBezTo>
                  <a:pt x="1969" y="102"/>
                  <a:pt x="1970" y="102"/>
                  <a:pt x="1971" y="103"/>
                </a:cubicBezTo>
                <a:cubicBezTo>
                  <a:pt x="1971" y="103"/>
                  <a:pt x="1972" y="103"/>
                  <a:pt x="1973" y="103"/>
                </a:cubicBezTo>
                <a:cubicBezTo>
                  <a:pt x="1973" y="103"/>
                  <a:pt x="1973" y="103"/>
                  <a:pt x="1974" y="103"/>
                </a:cubicBezTo>
                <a:cubicBezTo>
                  <a:pt x="1974" y="103"/>
                  <a:pt x="1974" y="103"/>
                  <a:pt x="1974" y="103"/>
                </a:cubicBezTo>
                <a:cubicBezTo>
                  <a:pt x="1974" y="103"/>
                  <a:pt x="1974" y="103"/>
                  <a:pt x="1974" y="103"/>
                </a:cubicBezTo>
                <a:cubicBezTo>
                  <a:pt x="1975" y="103"/>
                  <a:pt x="1975" y="103"/>
                  <a:pt x="1975" y="103"/>
                </a:cubicBezTo>
                <a:cubicBezTo>
                  <a:pt x="1975" y="103"/>
                  <a:pt x="1975" y="103"/>
                  <a:pt x="1975" y="103"/>
                </a:cubicBezTo>
                <a:cubicBezTo>
                  <a:pt x="1975" y="103"/>
                  <a:pt x="1975" y="103"/>
                  <a:pt x="1976" y="103"/>
                </a:cubicBezTo>
                <a:cubicBezTo>
                  <a:pt x="1976" y="103"/>
                  <a:pt x="1976" y="103"/>
                  <a:pt x="1976" y="103"/>
                </a:cubicBezTo>
                <a:cubicBezTo>
                  <a:pt x="1976" y="103"/>
                  <a:pt x="1976" y="103"/>
                  <a:pt x="1976" y="103"/>
                </a:cubicBezTo>
                <a:cubicBezTo>
                  <a:pt x="1977" y="103"/>
                  <a:pt x="1977" y="103"/>
                  <a:pt x="1977" y="103"/>
                </a:cubicBezTo>
                <a:cubicBezTo>
                  <a:pt x="1978" y="103"/>
                  <a:pt x="1978" y="103"/>
                  <a:pt x="1978" y="103"/>
                </a:cubicBezTo>
                <a:cubicBezTo>
                  <a:pt x="1979" y="103"/>
                  <a:pt x="1979" y="103"/>
                  <a:pt x="1979" y="102"/>
                </a:cubicBezTo>
                <a:cubicBezTo>
                  <a:pt x="1980" y="102"/>
                  <a:pt x="1980" y="102"/>
                  <a:pt x="1980" y="102"/>
                </a:cubicBezTo>
                <a:cubicBezTo>
                  <a:pt x="1981" y="102"/>
                  <a:pt x="1981" y="101"/>
                  <a:pt x="1981" y="101"/>
                </a:cubicBezTo>
                <a:cubicBezTo>
                  <a:pt x="1982" y="101"/>
                  <a:pt x="1982" y="100"/>
                  <a:pt x="1982" y="100"/>
                </a:cubicBezTo>
                <a:cubicBezTo>
                  <a:pt x="1982" y="99"/>
                  <a:pt x="1982" y="99"/>
                  <a:pt x="1982" y="99"/>
                </a:cubicBezTo>
                <a:cubicBezTo>
                  <a:pt x="1982" y="99"/>
                  <a:pt x="1982" y="99"/>
                  <a:pt x="1981" y="99"/>
                </a:cubicBezTo>
                <a:cubicBezTo>
                  <a:pt x="1981" y="99"/>
                  <a:pt x="1981" y="99"/>
                  <a:pt x="1981" y="99"/>
                </a:cubicBezTo>
                <a:cubicBezTo>
                  <a:pt x="1981" y="98"/>
                  <a:pt x="1981" y="98"/>
                  <a:pt x="1981" y="98"/>
                </a:cubicBezTo>
                <a:cubicBezTo>
                  <a:pt x="1980" y="98"/>
                  <a:pt x="1980" y="97"/>
                  <a:pt x="1979" y="97"/>
                </a:cubicBezTo>
                <a:cubicBezTo>
                  <a:pt x="1979" y="97"/>
                  <a:pt x="1979" y="97"/>
                  <a:pt x="1979" y="97"/>
                </a:cubicBezTo>
                <a:close/>
                <a:moveTo>
                  <a:pt x="1853" y="96"/>
                </a:moveTo>
                <a:cubicBezTo>
                  <a:pt x="1852" y="96"/>
                  <a:pt x="1851" y="97"/>
                  <a:pt x="1851" y="97"/>
                </a:cubicBezTo>
                <a:cubicBezTo>
                  <a:pt x="1850" y="97"/>
                  <a:pt x="1850" y="98"/>
                  <a:pt x="1849" y="98"/>
                </a:cubicBezTo>
                <a:cubicBezTo>
                  <a:pt x="1849" y="99"/>
                  <a:pt x="1849" y="99"/>
                  <a:pt x="1849" y="100"/>
                </a:cubicBezTo>
                <a:cubicBezTo>
                  <a:pt x="1849" y="100"/>
                  <a:pt x="1849" y="101"/>
                  <a:pt x="1850" y="101"/>
                </a:cubicBezTo>
                <a:cubicBezTo>
                  <a:pt x="1850" y="101"/>
                  <a:pt x="1851" y="102"/>
                  <a:pt x="1852" y="102"/>
                </a:cubicBezTo>
                <a:cubicBezTo>
                  <a:pt x="1853" y="102"/>
                  <a:pt x="1853" y="103"/>
                  <a:pt x="1854" y="103"/>
                </a:cubicBezTo>
                <a:cubicBezTo>
                  <a:pt x="1855" y="103"/>
                  <a:pt x="1856" y="103"/>
                  <a:pt x="1858" y="103"/>
                </a:cubicBezTo>
                <a:cubicBezTo>
                  <a:pt x="1859" y="103"/>
                  <a:pt x="1860" y="103"/>
                  <a:pt x="1861" y="103"/>
                </a:cubicBezTo>
                <a:cubicBezTo>
                  <a:pt x="1861" y="103"/>
                  <a:pt x="1862" y="102"/>
                  <a:pt x="1863" y="102"/>
                </a:cubicBezTo>
                <a:cubicBezTo>
                  <a:pt x="1864" y="102"/>
                  <a:pt x="1864" y="101"/>
                  <a:pt x="1864" y="101"/>
                </a:cubicBezTo>
                <a:cubicBezTo>
                  <a:pt x="1865" y="101"/>
                  <a:pt x="1865" y="100"/>
                  <a:pt x="1865" y="100"/>
                </a:cubicBezTo>
                <a:cubicBezTo>
                  <a:pt x="1865" y="99"/>
                  <a:pt x="1864" y="99"/>
                  <a:pt x="1864" y="98"/>
                </a:cubicBezTo>
                <a:cubicBezTo>
                  <a:pt x="1863" y="98"/>
                  <a:pt x="1863" y="97"/>
                  <a:pt x="1862" y="97"/>
                </a:cubicBezTo>
                <a:cubicBezTo>
                  <a:pt x="1861" y="97"/>
                  <a:pt x="1860" y="96"/>
                  <a:pt x="1859" y="96"/>
                </a:cubicBezTo>
                <a:cubicBezTo>
                  <a:pt x="1858" y="96"/>
                  <a:pt x="1857" y="96"/>
                  <a:pt x="1856" y="96"/>
                </a:cubicBezTo>
                <a:cubicBezTo>
                  <a:pt x="1855" y="96"/>
                  <a:pt x="1854" y="96"/>
                  <a:pt x="1853" y="96"/>
                </a:cubicBezTo>
                <a:close/>
                <a:moveTo>
                  <a:pt x="2287" y="96"/>
                </a:moveTo>
                <a:cubicBezTo>
                  <a:pt x="2287" y="96"/>
                  <a:pt x="2287" y="96"/>
                  <a:pt x="2287" y="96"/>
                </a:cubicBezTo>
                <a:cubicBezTo>
                  <a:pt x="2286" y="96"/>
                  <a:pt x="2286" y="96"/>
                  <a:pt x="2286" y="96"/>
                </a:cubicBezTo>
                <a:cubicBezTo>
                  <a:pt x="2286" y="96"/>
                  <a:pt x="2285" y="96"/>
                  <a:pt x="2285" y="96"/>
                </a:cubicBezTo>
                <a:cubicBezTo>
                  <a:pt x="2284" y="96"/>
                  <a:pt x="2283" y="96"/>
                  <a:pt x="2282" y="96"/>
                </a:cubicBezTo>
                <a:cubicBezTo>
                  <a:pt x="2281" y="96"/>
                  <a:pt x="2280" y="97"/>
                  <a:pt x="2280" y="97"/>
                </a:cubicBezTo>
                <a:cubicBezTo>
                  <a:pt x="2279" y="97"/>
                  <a:pt x="2279" y="98"/>
                  <a:pt x="2279" y="98"/>
                </a:cubicBezTo>
                <a:cubicBezTo>
                  <a:pt x="2278" y="99"/>
                  <a:pt x="2278" y="99"/>
                  <a:pt x="2278" y="100"/>
                </a:cubicBezTo>
                <a:cubicBezTo>
                  <a:pt x="2279" y="100"/>
                  <a:pt x="2279" y="101"/>
                  <a:pt x="2279" y="101"/>
                </a:cubicBezTo>
                <a:cubicBezTo>
                  <a:pt x="2280" y="101"/>
                  <a:pt x="2281" y="102"/>
                  <a:pt x="2282" y="102"/>
                </a:cubicBezTo>
                <a:cubicBezTo>
                  <a:pt x="2282" y="102"/>
                  <a:pt x="2283" y="103"/>
                  <a:pt x="2284" y="103"/>
                </a:cubicBezTo>
                <a:cubicBezTo>
                  <a:pt x="2285" y="103"/>
                  <a:pt x="2286" y="103"/>
                  <a:pt x="2287" y="103"/>
                </a:cubicBezTo>
                <a:cubicBezTo>
                  <a:pt x="2288" y="103"/>
                  <a:pt x="2288" y="103"/>
                  <a:pt x="2288" y="103"/>
                </a:cubicBezTo>
                <a:cubicBezTo>
                  <a:pt x="2288" y="103"/>
                  <a:pt x="2289" y="103"/>
                  <a:pt x="2289" y="103"/>
                </a:cubicBezTo>
                <a:cubicBezTo>
                  <a:pt x="2289" y="103"/>
                  <a:pt x="2289" y="103"/>
                  <a:pt x="2290" y="103"/>
                </a:cubicBezTo>
                <a:cubicBezTo>
                  <a:pt x="2290" y="103"/>
                  <a:pt x="2290" y="103"/>
                  <a:pt x="2290" y="103"/>
                </a:cubicBezTo>
                <a:cubicBezTo>
                  <a:pt x="2291" y="103"/>
                  <a:pt x="2291" y="103"/>
                  <a:pt x="2291" y="103"/>
                </a:cubicBezTo>
                <a:cubicBezTo>
                  <a:pt x="2291" y="103"/>
                  <a:pt x="2291" y="103"/>
                  <a:pt x="2292" y="103"/>
                </a:cubicBezTo>
                <a:cubicBezTo>
                  <a:pt x="2292" y="103"/>
                  <a:pt x="2292" y="102"/>
                  <a:pt x="2292" y="102"/>
                </a:cubicBezTo>
                <a:cubicBezTo>
                  <a:pt x="2292" y="102"/>
                  <a:pt x="2292" y="102"/>
                  <a:pt x="2293" y="102"/>
                </a:cubicBezTo>
                <a:cubicBezTo>
                  <a:pt x="2293" y="102"/>
                  <a:pt x="2293" y="102"/>
                  <a:pt x="2293" y="102"/>
                </a:cubicBezTo>
                <a:cubicBezTo>
                  <a:pt x="2294" y="101"/>
                  <a:pt x="2294" y="101"/>
                  <a:pt x="2294" y="101"/>
                </a:cubicBezTo>
                <a:cubicBezTo>
                  <a:pt x="2294" y="101"/>
                  <a:pt x="2294" y="101"/>
                  <a:pt x="2294" y="100"/>
                </a:cubicBezTo>
                <a:cubicBezTo>
                  <a:pt x="2294" y="100"/>
                  <a:pt x="2294" y="100"/>
                  <a:pt x="2294" y="100"/>
                </a:cubicBezTo>
                <a:cubicBezTo>
                  <a:pt x="2294" y="99"/>
                  <a:pt x="2294" y="99"/>
                  <a:pt x="2294" y="99"/>
                </a:cubicBezTo>
                <a:cubicBezTo>
                  <a:pt x="2293" y="99"/>
                  <a:pt x="2293" y="98"/>
                  <a:pt x="2293" y="98"/>
                </a:cubicBezTo>
                <a:cubicBezTo>
                  <a:pt x="2293" y="98"/>
                  <a:pt x="2292" y="98"/>
                  <a:pt x="2292" y="98"/>
                </a:cubicBezTo>
                <a:cubicBezTo>
                  <a:pt x="2292" y="97"/>
                  <a:pt x="2291" y="97"/>
                  <a:pt x="2291" y="97"/>
                </a:cubicBezTo>
                <a:cubicBezTo>
                  <a:pt x="2291" y="97"/>
                  <a:pt x="2290" y="97"/>
                  <a:pt x="2290" y="97"/>
                </a:cubicBezTo>
                <a:cubicBezTo>
                  <a:pt x="2290" y="97"/>
                  <a:pt x="2290" y="97"/>
                  <a:pt x="2290" y="97"/>
                </a:cubicBezTo>
                <a:cubicBezTo>
                  <a:pt x="2289" y="97"/>
                  <a:pt x="2289" y="96"/>
                  <a:pt x="2289" y="96"/>
                </a:cubicBezTo>
                <a:cubicBezTo>
                  <a:pt x="2289" y="96"/>
                  <a:pt x="2288" y="96"/>
                  <a:pt x="2288" y="96"/>
                </a:cubicBezTo>
                <a:cubicBezTo>
                  <a:pt x="2288" y="96"/>
                  <a:pt x="2288" y="96"/>
                  <a:pt x="2287" y="96"/>
                </a:cubicBezTo>
                <a:close/>
                <a:moveTo>
                  <a:pt x="1742" y="96"/>
                </a:moveTo>
                <a:cubicBezTo>
                  <a:pt x="1742" y="96"/>
                  <a:pt x="1742" y="96"/>
                  <a:pt x="1742" y="96"/>
                </a:cubicBezTo>
                <a:cubicBezTo>
                  <a:pt x="1741" y="96"/>
                  <a:pt x="1741" y="96"/>
                  <a:pt x="1741" y="96"/>
                </a:cubicBezTo>
                <a:cubicBezTo>
                  <a:pt x="1741" y="96"/>
                  <a:pt x="1740" y="96"/>
                  <a:pt x="1740" y="96"/>
                </a:cubicBezTo>
                <a:cubicBezTo>
                  <a:pt x="1740" y="96"/>
                  <a:pt x="1739" y="96"/>
                  <a:pt x="1739" y="96"/>
                </a:cubicBezTo>
                <a:cubicBezTo>
                  <a:pt x="1739" y="96"/>
                  <a:pt x="1739" y="96"/>
                  <a:pt x="1738" y="96"/>
                </a:cubicBezTo>
                <a:cubicBezTo>
                  <a:pt x="1738" y="96"/>
                  <a:pt x="1738" y="96"/>
                  <a:pt x="1738" y="96"/>
                </a:cubicBezTo>
                <a:cubicBezTo>
                  <a:pt x="1737" y="96"/>
                  <a:pt x="1737" y="96"/>
                  <a:pt x="1737" y="96"/>
                </a:cubicBezTo>
                <a:cubicBezTo>
                  <a:pt x="1737" y="96"/>
                  <a:pt x="1736" y="96"/>
                  <a:pt x="1736" y="96"/>
                </a:cubicBezTo>
                <a:cubicBezTo>
                  <a:pt x="1736" y="96"/>
                  <a:pt x="1735" y="97"/>
                  <a:pt x="1734" y="97"/>
                </a:cubicBezTo>
                <a:cubicBezTo>
                  <a:pt x="1734" y="97"/>
                  <a:pt x="1733" y="97"/>
                  <a:pt x="1733" y="98"/>
                </a:cubicBezTo>
                <a:cubicBezTo>
                  <a:pt x="1733" y="98"/>
                  <a:pt x="1732" y="98"/>
                  <a:pt x="1732" y="99"/>
                </a:cubicBezTo>
                <a:cubicBezTo>
                  <a:pt x="1732" y="99"/>
                  <a:pt x="1732" y="99"/>
                  <a:pt x="1732" y="100"/>
                </a:cubicBezTo>
                <a:cubicBezTo>
                  <a:pt x="1732" y="100"/>
                  <a:pt x="1732" y="100"/>
                  <a:pt x="1732" y="101"/>
                </a:cubicBezTo>
                <a:cubicBezTo>
                  <a:pt x="1733" y="101"/>
                  <a:pt x="1733" y="101"/>
                  <a:pt x="1734" y="102"/>
                </a:cubicBezTo>
                <a:cubicBezTo>
                  <a:pt x="1734" y="102"/>
                  <a:pt x="1735" y="102"/>
                  <a:pt x="1735" y="102"/>
                </a:cubicBezTo>
                <a:cubicBezTo>
                  <a:pt x="1736" y="103"/>
                  <a:pt x="1737" y="103"/>
                  <a:pt x="1737" y="103"/>
                </a:cubicBezTo>
                <a:cubicBezTo>
                  <a:pt x="1737" y="103"/>
                  <a:pt x="1738" y="103"/>
                  <a:pt x="1738" y="103"/>
                </a:cubicBezTo>
                <a:cubicBezTo>
                  <a:pt x="1738" y="103"/>
                  <a:pt x="1738" y="103"/>
                  <a:pt x="1739" y="103"/>
                </a:cubicBezTo>
                <a:cubicBezTo>
                  <a:pt x="1739" y="103"/>
                  <a:pt x="1739" y="103"/>
                  <a:pt x="1740" y="103"/>
                </a:cubicBezTo>
                <a:cubicBezTo>
                  <a:pt x="1740" y="103"/>
                  <a:pt x="1740" y="103"/>
                  <a:pt x="1740" y="103"/>
                </a:cubicBezTo>
                <a:cubicBezTo>
                  <a:pt x="1741" y="103"/>
                  <a:pt x="1741" y="103"/>
                  <a:pt x="1741" y="103"/>
                </a:cubicBezTo>
                <a:cubicBezTo>
                  <a:pt x="1741" y="103"/>
                  <a:pt x="1742" y="103"/>
                  <a:pt x="1742" y="103"/>
                </a:cubicBezTo>
                <a:cubicBezTo>
                  <a:pt x="1742" y="103"/>
                  <a:pt x="1742" y="103"/>
                  <a:pt x="1743" y="103"/>
                </a:cubicBezTo>
                <a:cubicBezTo>
                  <a:pt x="1743" y="103"/>
                  <a:pt x="1743" y="103"/>
                  <a:pt x="1743" y="103"/>
                </a:cubicBezTo>
                <a:cubicBezTo>
                  <a:pt x="1744" y="103"/>
                  <a:pt x="1745" y="103"/>
                  <a:pt x="1745" y="102"/>
                </a:cubicBezTo>
                <a:cubicBezTo>
                  <a:pt x="1746" y="102"/>
                  <a:pt x="1746" y="102"/>
                  <a:pt x="1747" y="102"/>
                </a:cubicBezTo>
                <a:cubicBezTo>
                  <a:pt x="1747" y="101"/>
                  <a:pt x="1747" y="101"/>
                  <a:pt x="1747" y="101"/>
                </a:cubicBezTo>
                <a:cubicBezTo>
                  <a:pt x="1748" y="100"/>
                  <a:pt x="1748" y="100"/>
                  <a:pt x="1748" y="100"/>
                </a:cubicBezTo>
                <a:cubicBezTo>
                  <a:pt x="1748" y="99"/>
                  <a:pt x="1747" y="99"/>
                  <a:pt x="1747" y="99"/>
                </a:cubicBezTo>
                <a:cubicBezTo>
                  <a:pt x="1747" y="98"/>
                  <a:pt x="1746" y="98"/>
                  <a:pt x="1746" y="98"/>
                </a:cubicBezTo>
                <a:cubicBezTo>
                  <a:pt x="1745" y="97"/>
                  <a:pt x="1745" y="97"/>
                  <a:pt x="1744" y="97"/>
                </a:cubicBezTo>
                <a:cubicBezTo>
                  <a:pt x="1744" y="97"/>
                  <a:pt x="1743" y="96"/>
                  <a:pt x="1742" y="96"/>
                </a:cubicBezTo>
                <a:cubicBezTo>
                  <a:pt x="1742" y="96"/>
                  <a:pt x="1743" y="96"/>
                  <a:pt x="1742" y="96"/>
                </a:cubicBezTo>
                <a:close/>
                <a:moveTo>
                  <a:pt x="2009" y="96"/>
                </a:moveTo>
                <a:cubicBezTo>
                  <a:pt x="2008" y="96"/>
                  <a:pt x="2007" y="97"/>
                  <a:pt x="2007" y="97"/>
                </a:cubicBezTo>
                <a:cubicBezTo>
                  <a:pt x="2006" y="97"/>
                  <a:pt x="2006" y="98"/>
                  <a:pt x="2005" y="98"/>
                </a:cubicBezTo>
                <a:cubicBezTo>
                  <a:pt x="2005" y="99"/>
                  <a:pt x="2005" y="99"/>
                  <a:pt x="2005" y="100"/>
                </a:cubicBezTo>
                <a:cubicBezTo>
                  <a:pt x="2005" y="100"/>
                  <a:pt x="2006" y="101"/>
                  <a:pt x="2006" y="101"/>
                </a:cubicBezTo>
                <a:cubicBezTo>
                  <a:pt x="2007" y="101"/>
                  <a:pt x="2007" y="102"/>
                  <a:pt x="2008" y="102"/>
                </a:cubicBezTo>
                <a:cubicBezTo>
                  <a:pt x="2009" y="102"/>
                  <a:pt x="2010" y="103"/>
                  <a:pt x="2011" y="103"/>
                </a:cubicBezTo>
                <a:cubicBezTo>
                  <a:pt x="2012" y="103"/>
                  <a:pt x="2013" y="103"/>
                  <a:pt x="2014" y="103"/>
                </a:cubicBezTo>
                <a:cubicBezTo>
                  <a:pt x="2015" y="103"/>
                  <a:pt x="2016" y="103"/>
                  <a:pt x="2017" y="103"/>
                </a:cubicBezTo>
                <a:cubicBezTo>
                  <a:pt x="2018" y="103"/>
                  <a:pt x="2019" y="102"/>
                  <a:pt x="2019" y="102"/>
                </a:cubicBezTo>
                <a:cubicBezTo>
                  <a:pt x="2020" y="102"/>
                  <a:pt x="2020" y="101"/>
                  <a:pt x="2021" y="101"/>
                </a:cubicBezTo>
                <a:cubicBezTo>
                  <a:pt x="2021" y="101"/>
                  <a:pt x="2021" y="100"/>
                  <a:pt x="2021" y="100"/>
                </a:cubicBezTo>
                <a:cubicBezTo>
                  <a:pt x="2021" y="99"/>
                  <a:pt x="2020" y="99"/>
                  <a:pt x="2020" y="98"/>
                </a:cubicBezTo>
                <a:cubicBezTo>
                  <a:pt x="2019" y="98"/>
                  <a:pt x="2019" y="97"/>
                  <a:pt x="2018" y="97"/>
                </a:cubicBezTo>
                <a:cubicBezTo>
                  <a:pt x="2017" y="97"/>
                  <a:pt x="2016" y="96"/>
                  <a:pt x="2015" y="96"/>
                </a:cubicBezTo>
                <a:cubicBezTo>
                  <a:pt x="2014" y="96"/>
                  <a:pt x="2013" y="96"/>
                  <a:pt x="2012" y="96"/>
                </a:cubicBezTo>
                <a:cubicBezTo>
                  <a:pt x="2011" y="96"/>
                  <a:pt x="2010" y="96"/>
                  <a:pt x="2009" y="96"/>
                </a:cubicBezTo>
                <a:close/>
                <a:moveTo>
                  <a:pt x="2243" y="96"/>
                </a:moveTo>
                <a:cubicBezTo>
                  <a:pt x="2242" y="96"/>
                  <a:pt x="2241" y="97"/>
                  <a:pt x="2241" y="97"/>
                </a:cubicBezTo>
                <a:cubicBezTo>
                  <a:pt x="2240" y="97"/>
                  <a:pt x="2240" y="98"/>
                  <a:pt x="2240" y="98"/>
                </a:cubicBezTo>
                <a:cubicBezTo>
                  <a:pt x="2239" y="99"/>
                  <a:pt x="2239" y="99"/>
                  <a:pt x="2239" y="100"/>
                </a:cubicBezTo>
                <a:cubicBezTo>
                  <a:pt x="2240" y="100"/>
                  <a:pt x="2240" y="101"/>
                  <a:pt x="2240" y="101"/>
                </a:cubicBezTo>
                <a:cubicBezTo>
                  <a:pt x="2241" y="101"/>
                  <a:pt x="2242" y="102"/>
                  <a:pt x="2242" y="102"/>
                </a:cubicBezTo>
                <a:cubicBezTo>
                  <a:pt x="2243" y="102"/>
                  <a:pt x="2244" y="103"/>
                  <a:pt x="2245" y="103"/>
                </a:cubicBezTo>
                <a:cubicBezTo>
                  <a:pt x="2246" y="103"/>
                  <a:pt x="2247" y="103"/>
                  <a:pt x="2248" y="103"/>
                </a:cubicBezTo>
                <a:cubicBezTo>
                  <a:pt x="2249" y="103"/>
                  <a:pt x="2250" y="103"/>
                  <a:pt x="2251" y="103"/>
                </a:cubicBezTo>
                <a:cubicBezTo>
                  <a:pt x="2252" y="103"/>
                  <a:pt x="2253" y="102"/>
                  <a:pt x="2254" y="102"/>
                </a:cubicBezTo>
                <a:cubicBezTo>
                  <a:pt x="2254" y="102"/>
                  <a:pt x="2255" y="101"/>
                  <a:pt x="2255" y="101"/>
                </a:cubicBezTo>
                <a:cubicBezTo>
                  <a:pt x="2255" y="101"/>
                  <a:pt x="2255" y="100"/>
                  <a:pt x="2255" y="100"/>
                </a:cubicBezTo>
                <a:cubicBezTo>
                  <a:pt x="2255" y="99"/>
                  <a:pt x="2254" y="99"/>
                  <a:pt x="2254" y="98"/>
                </a:cubicBezTo>
                <a:cubicBezTo>
                  <a:pt x="2253" y="98"/>
                  <a:pt x="2253" y="97"/>
                  <a:pt x="2252" y="97"/>
                </a:cubicBezTo>
                <a:cubicBezTo>
                  <a:pt x="2251" y="97"/>
                  <a:pt x="2250" y="96"/>
                  <a:pt x="2249" y="96"/>
                </a:cubicBezTo>
                <a:cubicBezTo>
                  <a:pt x="2248" y="96"/>
                  <a:pt x="2247" y="96"/>
                  <a:pt x="2246" y="96"/>
                </a:cubicBezTo>
                <a:cubicBezTo>
                  <a:pt x="2245" y="96"/>
                  <a:pt x="2244" y="96"/>
                  <a:pt x="2243" y="96"/>
                </a:cubicBezTo>
                <a:close/>
                <a:moveTo>
                  <a:pt x="1664" y="96"/>
                </a:moveTo>
                <a:cubicBezTo>
                  <a:pt x="1664" y="96"/>
                  <a:pt x="1664" y="96"/>
                  <a:pt x="1664" y="96"/>
                </a:cubicBezTo>
                <a:cubicBezTo>
                  <a:pt x="1663" y="96"/>
                  <a:pt x="1663" y="96"/>
                  <a:pt x="1663" y="96"/>
                </a:cubicBezTo>
                <a:cubicBezTo>
                  <a:pt x="1663" y="96"/>
                  <a:pt x="1662" y="96"/>
                  <a:pt x="1662" y="96"/>
                </a:cubicBezTo>
                <a:cubicBezTo>
                  <a:pt x="1662" y="96"/>
                  <a:pt x="1661" y="96"/>
                  <a:pt x="1661" y="96"/>
                </a:cubicBezTo>
                <a:cubicBezTo>
                  <a:pt x="1660" y="96"/>
                  <a:pt x="1659" y="96"/>
                  <a:pt x="1658" y="96"/>
                </a:cubicBezTo>
                <a:cubicBezTo>
                  <a:pt x="1657" y="96"/>
                  <a:pt x="1657" y="97"/>
                  <a:pt x="1656" y="97"/>
                </a:cubicBezTo>
                <a:cubicBezTo>
                  <a:pt x="1655" y="97"/>
                  <a:pt x="1655" y="98"/>
                  <a:pt x="1654" y="98"/>
                </a:cubicBezTo>
                <a:cubicBezTo>
                  <a:pt x="1654" y="99"/>
                  <a:pt x="1654" y="99"/>
                  <a:pt x="1654" y="100"/>
                </a:cubicBezTo>
                <a:cubicBezTo>
                  <a:pt x="1654" y="100"/>
                  <a:pt x="1654" y="101"/>
                  <a:pt x="1655" y="101"/>
                </a:cubicBezTo>
                <a:cubicBezTo>
                  <a:pt x="1655" y="101"/>
                  <a:pt x="1656" y="102"/>
                  <a:pt x="1657" y="102"/>
                </a:cubicBezTo>
                <a:cubicBezTo>
                  <a:pt x="1657" y="102"/>
                  <a:pt x="1658" y="103"/>
                  <a:pt x="1659" y="103"/>
                </a:cubicBezTo>
                <a:cubicBezTo>
                  <a:pt x="1660" y="103"/>
                  <a:pt x="1661" y="103"/>
                  <a:pt x="1662" y="103"/>
                </a:cubicBezTo>
                <a:cubicBezTo>
                  <a:pt x="1662" y="103"/>
                  <a:pt x="1663" y="103"/>
                  <a:pt x="1663" y="103"/>
                </a:cubicBezTo>
                <a:cubicBezTo>
                  <a:pt x="1663" y="103"/>
                  <a:pt x="1663" y="103"/>
                  <a:pt x="1664" y="103"/>
                </a:cubicBezTo>
                <a:cubicBezTo>
                  <a:pt x="1664" y="103"/>
                  <a:pt x="1664" y="103"/>
                  <a:pt x="1664" y="103"/>
                </a:cubicBezTo>
                <a:cubicBezTo>
                  <a:pt x="1665" y="103"/>
                  <a:pt x="1665" y="103"/>
                  <a:pt x="1665" y="103"/>
                </a:cubicBezTo>
                <a:cubicBezTo>
                  <a:pt x="1666" y="103"/>
                  <a:pt x="1667" y="103"/>
                  <a:pt x="1668" y="102"/>
                </a:cubicBezTo>
                <a:cubicBezTo>
                  <a:pt x="1668" y="102"/>
                  <a:pt x="1668" y="102"/>
                  <a:pt x="1668" y="102"/>
                </a:cubicBezTo>
                <a:cubicBezTo>
                  <a:pt x="1669" y="101"/>
                  <a:pt x="1669" y="101"/>
                  <a:pt x="1669" y="101"/>
                </a:cubicBezTo>
                <a:cubicBezTo>
                  <a:pt x="1669" y="101"/>
                  <a:pt x="1669" y="101"/>
                  <a:pt x="1669" y="100"/>
                </a:cubicBezTo>
                <a:cubicBezTo>
                  <a:pt x="1670" y="100"/>
                  <a:pt x="1670" y="100"/>
                  <a:pt x="1669" y="100"/>
                </a:cubicBezTo>
                <a:cubicBezTo>
                  <a:pt x="1669" y="99"/>
                  <a:pt x="1669" y="99"/>
                  <a:pt x="1669" y="99"/>
                </a:cubicBezTo>
                <a:cubicBezTo>
                  <a:pt x="1669" y="99"/>
                  <a:pt x="1669" y="98"/>
                  <a:pt x="1669" y="98"/>
                </a:cubicBezTo>
                <a:cubicBezTo>
                  <a:pt x="1668" y="98"/>
                  <a:pt x="1668" y="98"/>
                  <a:pt x="1668" y="98"/>
                </a:cubicBezTo>
                <a:cubicBezTo>
                  <a:pt x="1668" y="97"/>
                  <a:pt x="1667" y="97"/>
                  <a:pt x="1667" y="97"/>
                </a:cubicBezTo>
                <a:cubicBezTo>
                  <a:pt x="1667" y="97"/>
                  <a:pt x="1666" y="97"/>
                  <a:pt x="1666" y="97"/>
                </a:cubicBezTo>
                <a:cubicBezTo>
                  <a:pt x="1666" y="97"/>
                  <a:pt x="1666" y="97"/>
                  <a:pt x="1666" y="97"/>
                </a:cubicBezTo>
                <a:cubicBezTo>
                  <a:pt x="1665" y="97"/>
                  <a:pt x="1665" y="96"/>
                  <a:pt x="1665" y="96"/>
                </a:cubicBezTo>
                <a:cubicBezTo>
                  <a:pt x="1665" y="96"/>
                  <a:pt x="1665" y="96"/>
                  <a:pt x="1664" y="96"/>
                </a:cubicBezTo>
                <a:cubicBezTo>
                  <a:pt x="1664" y="96"/>
                  <a:pt x="1665" y="96"/>
                  <a:pt x="1664" y="96"/>
                </a:cubicBezTo>
                <a:close/>
                <a:moveTo>
                  <a:pt x="2165" y="96"/>
                </a:moveTo>
                <a:cubicBezTo>
                  <a:pt x="2164" y="96"/>
                  <a:pt x="2163" y="97"/>
                  <a:pt x="2163" y="97"/>
                </a:cubicBezTo>
                <a:cubicBezTo>
                  <a:pt x="2162" y="97"/>
                  <a:pt x="2162" y="98"/>
                  <a:pt x="2161" y="98"/>
                </a:cubicBezTo>
                <a:cubicBezTo>
                  <a:pt x="2161" y="99"/>
                  <a:pt x="2161" y="99"/>
                  <a:pt x="2161" y="100"/>
                </a:cubicBezTo>
                <a:cubicBezTo>
                  <a:pt x="2161" y="100"/>
                  <a:pt x="2162" y="101"/>
                  <a:pt x="2162" y="101"/>
                </a:cubicBezTo>
                <a:cubicBezTo>
                  <a:pt x="2163" y="101"/>
                  <a:pt x="2164" y="102"/>
                  <a:pt x="2164" y="102"/>
                </a:cubicBezTo>
                <a:cubicBezTo>
                  <a:pt x="2165" y="102"/>
                  <a:pt x="2166" y="103"/>
                  <a:pt x="2167" y="103"/>
                </a:cubicBezTo>
                <a:cubicBezTo>
                  <a:pt x="2168" y="103"/>
                  <a:pt x="2169" y="103"/>
                  <a:pt x="2170" y="103"/>
                </a:cubicBezTo>
                <a:cubicBezTo>
                  <a:pt x="2171" y="103"/>
                  <a:pt x="2172" y="103"/>
                  <a:pt x="2173" y="103"/>
                </a:cubicBezTo>
                <a:cubicBezTo>
                  <a:pt x="2174" y="103"/>
                  <a:pt x="2175" y="102"/>
                  <a:pt x="2175" y="102"/>
                </a:cubicBezTo>
                <a:cubicBezTo>
                  <a:pt x="2176" y="102"/>
                  <a:pt x="2176" y="101"/>
                  <a:pt x="2177" y="101"/>
                </a:cubicBezTo>
                <a:cubicBezTo>
                  <a:pt x="2177" y="101"/>
                  <a:pt x="2177" y="100"/>
                  <a:pt x="2177" y="100"/>
                </a:cubicBezTo>
                <a:cubicBezTo>
                  <a:pt x="2177" y="99"/>
                  <a:pt x="2176" y="99"/>
                  <a:pt x="2176" y="98"/>
                </a:cubicBezTo>
                <a:cubicBezTo>
                  <a:pt x="2175" y="98"/>
                  <a:pt x="2175" y="97"/>
                  <a:pt x="2174" y="97"/>
                </a:cubicBezTo>
                <a:cubicBezTo>
                  <a:pt x="2173" y="97"/>
                  <a:pt x="2172" y="96"/>
                  <a:pt x="2171" y="96"/>
                </a:cubicBezTo>
                <a:cubicBezTo>
                  <a:pt x="2170" y="96"/>
                  <a:pt x="2169" y="96"/>
                  <a:pt x="2168" y="96"/>
                </a:cubicBezTo>
                <a:cubicBezTo>
                  <a:pt x="2167" y="96"/>
                  <a:pt x="2166" y="96"/>
                  <a:pt x="2165" y="96"/>
                </a:cubicBezTo>
                <a:close/>
                <a:moveTo>
                  <a:pt x="956" y="96"/>
                </a:moveTo>
                <a:cubicBezTo>
                  <a:pt x="955" y="96"/>
                  <a:pt x="955" y="97"/>
                  <a:pt x="954" y="97"/>
                </a:cubicBezTo>
                <a:cubicBezTo>
                  <a:pt x="953" y="97"/>
                  <a:pt x="952" y="98"/>
                  <a:pt x="952" y="98"/>
                </a:cubicBezTo>
                <a:cubicBezTo>
                  <a:pt x="952" y="99"/>
                  <a:pt x="951" y="99"/>
                  <a:pt x="951" y="100"/>
                </a:cubicBezTo>
                <a:cubicBezTo>
                  <a:pt x="951" y="100"/>
                  <a:pt x="951" y="101"/>
                  <a:pt x="952" y="101"/>
                </a:cubicBezTo>
                <a:cubicBezTo>
                  <a:pt x="952" y="101"/>
                  <a:pt x="953" y="102"/>
                  <a:pt x="953" y="102"/>
                </a:cubicBezTo>
                <a:cubicBezTo>
                  <a:pt x="954" y="102"/>
                  <a:pt x="955" y="103"/>
                  <a:pt x="956" y="103"/>
                </a:cubicBezTo>
                <a:cubicBezTo>
                  <a:pt x="957" y="103"/>
                  <a:pt x="958" y="103"/>
                  <a:pt x="959" y="103"/>
                </a:cubicBezTo>
                <a:cubicBezTo>
                  <a:pt x="960" y="103"/>
                  <a:pt x="961" y="103"/>
                  <a:pt x="962" y="103"/>
                </a:cubicBezTo>
                <a:cubicBezTo>
                  <a:pt x="963" y="103"/>
                  <a:pt x="964" y="102"/>
                  <a:pt x="964" y="102"/>
                </a:cubicBezTo>
                <a:cubicBezTo>
                  <a:pt x="965" y="102"/>
                  <a:pt x="966" y="101"/>
                  <a:pt x="966" y="101"/>
                </a:cubicBezTo>
                <a:cubicBezTo>
                  <a:pt x="967" y="101"/>
                  <a:pt x="967" y="100"/>
                  <a:pt x="967" y="100"/>
                </a:cubicBezTo>
                <a:cubicBezTo>
                  <a:pt x="967" y="99"/>
                  <a:pt x="967" y="99"/>
                  <a:pt x="966" y="98"/>
                </a:cubicBezTo>
                <a:cubicBezTo>
                  <a:pt x="966" y="98"/>
                  <a:pt x="966" y="97"/>
                  <a:pt x="965" y="97"/>
                </a:cubicBezTo>
                <a:cubicBezTo>
                  <a:pt x="964" y="97"/>
                  <a:pt x="963" y="96"/>
                  <a:pt x="962" y="96"/>
                </a:cubicBezTo>
                <a:cubicBezTo>
                  <a:pt x="962" y="96"/>
                  <a:pt x="961" y="96"/>
                  <a:pt x="959" y="96"/>
                </a:cubicBezTo>
                <a:cubicBezTo>
                  <a:pt x="958" y="96"/>
                  <a:pt x="957" y="96"/>
                  <a:pt x="956" y="96"/>
                </a:cubicBezTo>
                <a:close/>
                <a:moveTo>
                  <a:pt x="884" y="96"/>
                </a:moveTo>
                <a:cubicBezTo>
                  <a:pt x="884" y="96"/>
                  <a:pt x="884" y="96"/>
                  <a:pt x="884" y="96"/>
                </a:cubicBezTo>
                <a:cubicBezTo>
                  <a:pt x="884" y="96"/>
                  <a:pt x="883" y="96"/>
                  <a:pt x="883" y="96"/>
                </a:cubicBezTo>
                <a:cubicBezTo>
                  <a:pt x="883" y="96"/>
                  <a:pt x="883" y="96"/>
                  <a:pt x="882" y="96"/>
                </a:cubicBezTo>
                <a:cubicBezTo>
                  <a:pt x="882" y="96"/>
                  <a:pt x="882" y="96"/>
                  <a:pt x="881" y="96"/>
                </a:cubicBezTo>
                <a:cubicBezTo>
                  <a:pt x="880" y="96"/>
                  <a:pt x="879" y="96"/>
                  <a:pt x="878" y="96"/>
                </a:cubicBezTo>
                <a:cubicBezTo>
                  <a:pt x="877" y="96"/>
                  <a:pt x="877" y="97"/>
                  <a:pt x="876" y="97"/>
                </a:cubicBezTo>
                <a:cubicBezTo>
                  <a:pt x="875" y="97"/>
                  <a:pt x="874" y="98"/>
                  <a:pt x="874" y="98"/>
                </a:cubicBezTo>
                <a:cubicBezTo>
                  <a:pt x="874" y="99"/>
                  <a:pt x="873" y="99"/>
                  <a:pt x="873" y="100"/>
                </a:cubicBezTo>
                <a:cubicBezTo>
                  <a:pt x="873" y="100"/>
                  <a:pt x="873" y="101"/>
                  <a:pt x="874" y="101"/>
                </a:cubicBezTo>
                <a:cubicBezTo>
                  <a:pt x="874" y="101"/>
                  <a:pt x="875" y="102"/>
                  <a:pt x="875" y="102"/>
                </a:cubicBezTo>
                <a:cubicBezTo>
                  <a:pt x="876" y="102"/>
                  <a:pt x="877" y="103"/>
                  <a:pt x="878" y="103"/>
                </a:cubicBezTo>
                <a:cubicBezTo>
                  <a:pt x="878" y="103"/>
                  <a:pt x="880" y="103"/>
                  <a:pt x="881" y="103"/>
                </a:cubicBezTo>
                <a:cubicBezTo>
                  <a:pt x="881" y="103"/>
                  <a:pt x="881" y="103"/>
                  <a:pt x="881" y="103"/>
                </a:cubicBezTo>
                <a:cubicBezTo>
                  <a:pt x="882" y="103"/>
                  <a:pt x="882" y="103"/>
                  <a:pt x="882" y="103"/>
                </a:cubicBezTo>
                <a:cubicBezTo>
                  <a:pt x="882" y="103"/>
                  <a:pt x="883" y="103"/>
                  <a:pt x="883" y="103"/>
                </a:cubicBezTo>
                <a:cubicBezTo>
                  <a:pt x="883" y="103"/>
                  <a:pt x="883" y="103"/>
                  <a:pt x="884" y="103"/>
                </a:cubicBezTo>
                <a:cubicBezTo>
                  <a:pt x="885" y="103"/>
                  <a:pt x="885" y="103"/>
                  <a:pt x="886" y="102"/>
                </a:cubicBezTo>
                <a:cubicBezTo>
                  <a:pt x="887" y="102"/>
                  <a:pt x="887" y="102"/>
                  <a:pt x="887" y="102"/>
                </a:cubicBezTo>
                <a:cubicBezTo>
                  <a:pt x="888" y="101"/>
                  <a:pt x="888" y="101"/>
                  <a:pt x="888" y="101"/>
                </a:cubicBezTo>
                <a:cubicBezTo>
                  <a:pt x="888" y="101"/>
                  <a:pt x="888" y="101"/>
                  <a:pt x="889" y="100"/>
                </a:cubicBezTo>
                <a:cubicBezTo>
                  <a:pt x="889" y="100"/>
                  <a:pt x="889" y="100"/>
                  <a:pt x="889" y="100"/>
                </a:cubicBezTo>
                <a:cubicBezTo>
                  <a:pt x="889" y="99"/>
                  <a:pt x="889" y="99"/>
                  <a:pt x="889" y="99"/>
                </a:cubicBezTo>
                <a:cubicBezTo>
                  <a:pt x="889" y="99"/>
                  <a:pt x="889" y="98"/>
                  <a:pt x="888" y="98"/>
                </a:cubicBezTo>
                <a:cubicBezTo>
                  <a:pt x="888" y="98"/>
                  <a:pt x="888" y="98"/>
                  <a:pt x="888" y="98"/>
                </a:cubicBezTo>
                <a:cubicBezTo>
                  <a:pt x="888" y="97"/>
                  <a:pt x="887" y="97"/>
                  <a:pt x="887" y="97"/>
                </a:cubicBezTo>
                <a:cubicBezTo>
                  <a:pt x="887" y="97"/>
                  <a:pt x="887" y="97"/>
                  <a:pt x="886" y="97"/>
                </a:cubicBezTo>
                <a:cubicBezTo>
                  <a:pt x="886" y="97"/>
                  <a:pt x="886" y="97"/>
                  <a:pt x="886" y="97"/>
                </a:cubicBezTo>
                <a:cubicBezTo>
                  <a:pt x="886" y="97"/>
                  <a:pt x="885" y="96"/>
                  <a:pt x="885" y="96"/>
                </a:cubicBezTo>
                <a:cubicBezTo>
                  <a:pt x="885" y="96"/>
                  <a:pt x="885" y="96"/>
                  <a:pt x="884" y="96"/>
                </a:cubicBezTo>
                <a:cubicBezTo>
                  <a:pt x="884" y="96"/>
                  <a:pt x="885" y="96"/>
                  <a:pt x="884" y="96"/>
                </a:cubicBezTo>
                <a:close/>
                <a:moveTo>
                  <a:pt x="1040" y="96"/>
                </a:moveTo>
                <a:cubicBezTo>
                  <a:pt x="1040" y="96"/>
                  <a:pt x="1040" y="96"/>
                  <a:pt x="1040" y="96"/>
                </a:cubicBezTo>
                <a:cubicBezTo>
                  <a:pt x="1040" y="96"/>
                  <a:pt x="1039" y="96"/>
                  <a:pt x="1039" y="96"/>
                </a:cubicBezTo>
                <a:cubicBezTo>
                  <a:pt x="1039" y="96"/>
                  <a:pt x="1039" y="96"/>
                  <a:pt x="1038" y="96"/>
                </a:cubicBezTo>
                <a:cubicBezTo>
                  <a:pt x="1038" y="96"/>
                  <a:pt x="1038" y="96"/>
                  <a:pt x="1037" y="96"/>
                </a:cubicBezTo>
                <a:cubicBezTo>
                  <a:pt x="1037" y="96"/>
                  <a:pt x="1037" y="96"/>
                  <a:pt x="1037" y="96"/>
                </a:cubicBezTo>
                <a:cubicBezTo>
                  <a:pt x="1036" y="96"/>
                  <a:pt x="1036" y="96"/>
                  <a:pt x="1036" y="96"/>
                </a:cubicBezTo>
                <a:cubicBezTo>
                  <a:pt x="1036" y="96"/>
                  <a:pt x="1035" y="96"/>
                  <a:pt x="1035" y="96"/>
                </a:cubicBezTo>
                <a:cubicBezTo>
                  <a:pt x="1035" y="96"/>
                  <a:pt x="1035" y="96"/>
                  <a:pt x="1034" y="96"/>
                </a:cubicBezTo>
                <a:cubicBezTo>
                  <a:pt x="1034" y="96"/>
                  <a:pt x="1033" y="97"/>
                  <a:pt x="1032" y="97"/>
                </a:cubicBezTo>
                <a:cubicBezTo>
                  <a:pt x="1032" y="97"/>
                  <a:pt x="1031" y="97"/>
                  <a:pt x="1031" y="98"/>
                </a:cubicBezTo>
                <a:cubicBezTo>
                  <a:pt x="1030" y="98"/>
                  <a:pt x="1030" y="98"/>
                  <a:pt x="1030" y="99"/>
                </a:cubicBezTo>
                <a:cubicBezTo>
                  <a:pt x="1030" y="99"/>
                  <a:pt x="1029" y="99"/>
                  <a:pt x="1029" y="100"/>
                </a:cubicBezTo>
                <a:cubicBezTo>
                  <a:pt x="1029" y="100"/>
                  <a:pt x="1029" y="100"/>
                  <a:pt x="1030" y="101"/>
                </a:cubicBezTo>
                <a:cubicBezTo>
                  <a:pt x="1030" y="101"/>
                  <a:pt x="1030" y="101"/>
                  <a:pt x="1031" y="102"/>
                </a:cubicBezTo>
                <a:cubicBezTo>
                  <a:pt x="1031" y="102"/>
                  <a:pt x="1031" y="102"/>
                  <a:pt x="1032" y="102"/>
                </a:cubicBezTo>
                <a:cubicBezTo>
                  <a:pt x="1033" y="103"/>
                  <a:pt x="1033" y="103"/>
                  <a:pt x="1034" y="103"/>
                </a:cubicBezTo>
                <a:cubicBezTo>
                  <a:pt x="1034" y="103"/>
                  <a:pt x="1034" y="103"/>
                  <a:pt x="1035" y="103"/>
                </a:cubicBezTo>
                <a:cubicBezTo>
                  <a:pt x="1035" y="103"/>
                  <a:pt x="1035" y="103"/>
                  <a:pt x="1035" y="103"/>
                </a:cubicBezTo>
                <a:cubicBezTo>
                  <a:pt x="1036" y="103"/>
                  <a:pt x="1036" y="103"/>
                  <a:pt x="1036" y="103"/>
                </a:cubicBezTo>
                <a:cubicBezTo>
                  <a:pt x="1036" y="103"/>
                  <a:pt x="1037" y="103"/>
                  <a:pt x="1037" y="103"/>
                </a:cubicBezTo>
                <a:cubicBezTo>
                  <a:pt x="1037" y="103"/>
                  <a:pt x="1037" y="103"/>
                  <a:pt x="1038" y="103"/>
                </a:cubicBezTo>
                <a:cubicBezTo>
                  <a:pt x="1038" y="103"/>
                  <a:pt x="1038" y="103"/>
                  <a:pt x="1038" y="103"/>
                </a:cubicBezTo>
                <a:cubicBezTo>
                  <a:pt x="1039" y="103"/>
                  <a:pt x="1039" y="103"/>
                  <a:pt x="1039" y="103"/>
                </a:cubicBezTo>
                <a:cubicBezTo>
                  <a:pt x="1039" y="103"/>
                  <a:pt x="1040" y="103"/>
                  <a:pt x="1040" y="103"/>
                </a:cubicBezTo>
                <a:cubicBezTo>
                  <a:pt x="1041" y="103"/>
                  <a:pt x="1041" y="103"/>
                  <a:pt x="1042" y="102"/>
                </a:cubicBezTo>
                <a:cubicBezTo>
                  <a:pt x="1043" y="102"/>
                  <a:pt x="1043" y="102"/>
                  <a:pt x="1044" y="102"/>
                </a:cubicBezTo>
                <a:cubicBezTo>
                  <a:pt x="1044" y="101"/>
                  <a:pt x="1044" y="101"/>
                  <a:pt x="1045" y="101"/>
                </a:cubicBezTo>
                <a:cubicBezTo>
                  <a:pt x="1045" y="100"/>
                  <a:pt x="1045" y="100"/>
                  <a:pt x="1045" y="100"/>
                </a:cubicBezTo>
                <a:cubicBezTo>
                  <a:pt x="1045" y="99"/>
                  <a:pt x="1045" y="99"/>
                  <a:pt x="1045" y="99"/>
                </a:cubicBezTo>
                <a:cubicBezTo>
                  <a:pt x="1044" y="98"/>
                  <a:pt x="1044" y="98"/>
                  <a:pt x="1044" y="98"/>
                </a:cubicBezTo>
                <a:cubicBezTo>
                  <a:pt x="1043" y="97"/>
                  <a:pt x="1043" y="97"/>
                  <a:pt x="1042" y="97"/>
                </a:cubicBezTo>
                <a:cubicBezTo>
                  <a:pt x="1042" y="97"/>
                  <a:pt x="1041" y="96"/>
                  <a:pt x="1040" y="96"/>
                </a:cubicBezTo>
                <a:cubicBezTo>
                  <a:pt x="1040" y="96"/>
                  <a:pt x="1041" y="96"/>
                  <a:pt x="1040" y="96"/>
                </a:cubicBezTo>
                <a:close/>
                <a:moveTo>
                  <a:pt x="995" y="96"/>
                </a:moveTo>
                <a:cubicBezTo>
                  <a:pt x="994" y="96"/>
                  <a:pt x="994" y="97"/>
                  <a:pt x="993" y="97"/>
                </a:cubicBezTo>
                <a:cubicBezTo>
                  <a:pt x="992" y="97"/>
                  <a:pt x="991" y="98"/>
                  <a:pt x="991" y="98"/>
                </a:cubicBezTo>
                <a:cubicBezTo>
                  <a:pt x="991" y="99"/>
                  <a:pt x="990" y="99"/>
                  <a:pt x="990" y="100"/>
                </a:cubicBezTo>
                <a:cubicBezTo>
                  <a:pt x="990" y="100"/>
                  <a:pt x="990" y="101"/>
                  <a:pt x="991" y="101"/>
                </a:cubicBezTo>
                <a:cubicBezTo>
                  <a:pt x="991" y="101"/>
                  <a:pt x="992" y="102"/>
                  <a:pt x="992" y="102"/>
                </a:cubicBezTo>
                <a:cubicBezTo>
                  <a:pt x="993" y="102"/>
                  <a:pt x="994" y="103"/>
                  <a:pt x="995" y="103"/>
                </a:cubicBezTo>
                <a:cubicBezTo>
                  <a:pt x="996" y="103"/>
                  <a:pt x="997" y="103"/>
                  <a:pt x="998" y="103"/>
                </a:cubicBezTo>
                <a:cubicBezTo>
                  <a:pt x="999" y="103"/>
                  <a:pt x="1000" y="103"/>
                  <a:pt x="1001" y="103"/>
                </a:cubicBezTo>
                <a:cubicBezTo>
                  <a:pt x="1002" y="103"/>
                  <a:pt x="1003" y="102"/>
                  <a:pt x="1003" y="102"/>
                </a:cubicBezTo>
                <a:cubicBezTo>
                  <a:pt x="1004" y="102"/>
                  <a:pt x="1005" y="101"/>
                  <a:pt x="1005" y="101"/>
                </a:cubicBezTo>
                <a:cubicBezTo>
                  <a:pt x="1006" y="101"/>
                  <a:pt x="1006" y="100"/>
                  <a:pt x="1006" y="100"/>
                </a:cubicBezTo>
                <a:cubicBezTo>
                  <a:pt x="1006" y="99"/>
                  <a:pt x="1006" y="99"/>
                  <a:pt x="1005" y="98"/>
                </a:cubicBezTo>
                <a:cubicBezTo>
                  <a:pt x="1005" y="98"/>
                  <a:pt x="1005" y="97"/>
                  <a:pt x="1004" y="97"/>
                </a:cubicBezTo>
                <a:cubicBezTo>
                  <a:pt x="1003" y="97"/>
                  <a:pt x="1002" y="96"/>
                  <a:pt x="1001" y="96"/>
                </a:cubicBezTo>
                <a:cubicBezTo>
                  <a:pt x="1001" y="96"/>
                  <a:pt x="1000" y="96"/>
                  <a:pt x="998" y="96"/>
                </a:cubicBezTo>
                <a:cubicBezTo>
                  <a:pt x="997" y="96"/>
                  <a:pt x="996" y="96"/>
                  <a:pt x="995" y="96"/>
                </a:cubicBezTo>
                <a:close/>
                <a:moveTo>
                  <a:pt x="917" y="96"/>
                </a:moveTo>
                <a:cubicBezTo>
                  <a:pt x="916" y="96"/>
                  <a:pt x="916" y="97"/>
                  <a:pt x="915" y="97"/>
                </a:cubicBezTo>
                <a:cubicBezTo>
                  <a:pt x="914" y="97"/>
                  <a:pt x="914" y="98"/>
                  <a:pt x="913" y="98"/>
                </a:cubicBezTo>
                <a:cubicBezTo>
                  <a:pt x="913" y="99"/>
                  <a:pt x="912" y="99"/>
                  <a:pt x="912" y="100"/>
                </a:cubicBezTo>
                <a:cubicBezTo>
                  <a:pt x="912" y="100"/>
                  <a:pt x="912" y="101"/>
                  <a:pt x="913" y="101"/>
                </a:cubicBezTo>
                <a:cubicBezTo>
                  <a:pt x="913" y="101"/>
                  <a:pt x="914" y="102"/>
                  <a:pt x="914" y="102"/>
                </a:cubicBezTo>
                <a:cubicBezTo>
                  <a:pt x="915" y="102"/>
                  <a:pt x="916" y="103"/>
                  <a:pt x="917" y="103"/>
                </a:cubicBezTo>
                <a:cubicBezTo>
                  <a:pt x="918" y="103"/>
                  <a:pt x="919" y="103"/>
                  <a:pt x="920" y="103"/>
                </a:cubicBezTo>
                <a:cubicBezTo>
                  <a:pt x="921" y="103"/>
                  <a:pt x="922" y="103"/>
                  <a:pt x="923" y="103"/>
                </a:cubicBezTo>
                <a:cubicBezTo>
                  <a:pt x="924" y="103"/>
                  <a:pt x="925" y="102"/>
                  <a:pt x="925" y="102"/>
                </a:cubicBezTo>
                <a:cubicBezTo>
                  <a:pt x="926" y="102"/>
                  <a:pt x="927" y="101"/>
                  <a:pt x="927" y="101"/>
                </a:cubicBezTo>
                <a:cubicBezTo>
                  <a:pt x="928" y="101"/>
                  <a:pt x="928" y="100"/>
                  <a:pt x="928" y="100"/>
                </a:cubicBezTo>
                <a:cubicBezTo>
                  <a:pt x="928" y="99"/>
                  <a:pt x="928" y="99"/>
                  <a:pt x="927" y="98"/>
                </a:cubicBezTo>
                <a:cubicBezTo>
                  <a:pt x="927" y="98"/>
                  <a:pt x="927" y="97"/>
                  <a:pt x="926" y="97"/>
                </a:cubicBezTo>
                <a:cubicBezTo>
                  <a:pt x="925" y="97"/>
                  <a:pt x="924" y="96"/>
                  <a:pt x="924" y="96"/>
                </a:cubicBezTo>
                <a:cubicBezTo>
                  <a:pt x="923" y="96"/>
                  <a:pt x="922" y="96"/>
                  <a:pt x="921" y="96"/>
                </a:cubicBezTo>
                <a:cubicBezTo>
                  <a:pt x="919" y="96"/>
                  <a:pt x="918" y="96"/>
                  <a:pt x="917" y="96"/>
                </a:cubicBezTo>
                <a:close/>
                <a:moveTo>
                  <a:pt x="388" y="105"/>
                </a:moveTo>
                <a:cubicBezTo>
                  <a:pt x="387" y="105"/>
                  <a:pt x="387" y="106"/>
                  <a:pt x="386" y="106"/>
                </a:cubicBezTo>
                <a:cubicBezTo>
                  <a:pt x="385" y="106"/>
                  <a:pt x="384" y="107"/>
                  <a:pt x="384" y="107"/>
                </a:cubicBezTo>
                <a:cubicBezTo>
                  <a:pt x="383" y="108"/>
                  <a:pt x="383" y="108"/>
                  <a:pt x="383" y="109"/>
                </a:cubicBezTo>
                <a:cubicBezTo>
                  <a:pt x="383" y="109"/>
                  <a:pt x="383" y="110"/>
                  <a:pt x="383" y="110"/>
                </a:cubicBezTo>
                <a:cubicBezTo>
                  <a:pt x="383" y="110"/>
                  <a:pt x="384" y="111"/>
                  <a:pt x="384" y="111"/>
                </a:cubicBezTo>
                <a:cubicBezTo>
                  <a:pt x="385" y="112"/>
                  <a:pt x="386" y="112"/>
                  <a:pt x="387" y="112"/>
                </a:cubicBezTo>
                <a:cubicBezTo>
                  <a:pt x="387" y="112"/>
                  <a:pt x="388" y="112"/>
                  <a:pt x="390" y="112"/>
                </a:cubicBezTo>
                <a:cubicBezTo>
                  <a:pt x="391" y="112"/>
                  <a:pt x="392" y="112"/>
                  <a:pt x="393" y="112"/>
                </a:cubicBezTo>
                <a:cubicBezTo>
                  <a:pt x="394" y="112"/>
                  <a:pt x="395" y="112"/>
                  <a:pt x="395" y="111"/>
                </a:cubicBezTo>
                <a:cubicBezTo>
                  <a:pt x="396" y="111"/>
                  <a:pt x="397" y="110"/>
                  <a:pt x="397" y="110"/>
                </a:cubicBezTo>
                <a:cubicBezTo>
                  <a:pt x="398" y="110"/>
                  <a:pt x="398" y="109"/>
                  <a:pt x="398" y="109"/>
                </a:cubicBezTo>
                <a:cubicBezTo>
                  <a:pt x="399" y="108"/>
                  <a:pt x="398" y="108"/>
                  <a:pt x="398" y="107"/>
                </a:cubicBezTo>
                <a:cubicBezTo>
                  <a:pt x="398" y="107"/>
                  <a:pt x="397" y="106"/>
                  <a:pt x="397" y="106"/>
                </a:cubicBezTo>
                <a:cubicBezTo>
                  <a:pt x="396" y="106"/>
                  <a:pt x="395" y="105"/>
                  <a:pt x="395" y="105"/>
                </a:cubicBezTo>
                <a:cubicBezTo>
                  <a:pt x="394" y="105"/>
                  <a:pt x="393" y="105"/>
                  <a:pt x="392" y="105"/>
                </a:cubicBezTo>
                <a:cubicBezTo>
                  <a:pt x="391" y="105"/>
                  <a:pt x="389" y="105"/>
                  <a:pt x="388" y="105"/>
                </a:cubicBezTo>
                <a:close/>
                <a:moveTo>
                  <a:pt x="154" y="105"/>
                </a:moveTo>
                <a:cubicBezTo>
                  <a:pt x="153" y="105"/>
                  <a:pt x="152" y="106"/>
                  <a:pt x="151" y="106"/>
                </a:cubicBezTo>
                <a:cubicBezTo>
                  <a:pt x="150" y="106"/>
                  <a:pt x="150" y="107"/>
                  <a:pt x="149" y="107"/>
                </a:cubicBezTo>
                <a:cubicBezTo>
                  <a:pt x="148" y="108"/>
                  <a:pt x="148" y="108"/>
                  <a:pt x="148" y="109"/>
                </a:cubicBezTo>
                <a:cubicBezTo>
                  <a:pt x="148" y="109"/>
                  <a:pt x="148" y="110"/>
                  <a:pt x="148" y="110"/>
                </a:cubicBezTo>
                <a:cubicBezTo>
                  <a:pt x="148" y="110"/>
                  <a:pt x="149" y="111"/>
                  <a:pt x="149" y="111"/>
                </a:cubicBezTo>
                <a:cubicBezTo>
                  <a:pt x="150" y="112"/>
                  <a:pt x="151" y="112"/>
                  <a:pt x="151" y="112"/>
                </a:cubicBezTo>
                <a:cubicBezTo>
                  <a:pt x="152" y="112"/>
                  <a:pt x="153" y="112"/>
                  <a:pt x="154" y="112"/>
                </a:cubicBezTo>
                <a:cubicBezTo>
                  <a:pt x="155" y="112"/>
                  <a:pt x="157" y="112"/>
                  <a:pt x="158" y="112"/>
                </a:cubicBezTo>
                <a:cubicBezTo>
                  <a:pt x="159" y="112"/>
                  <a:pt x="159" y="112"/>
                  <a:pt x="160" y="111"/>
                </a:cubicBezTo>
                <a:cubicBezTo>
                  <a:pt x="161" y="111"/>
                  <a:pt x="162" y="110"/>
                  <a:pt x="162" y="110"/>
                </a:cubicBezTo>
                <a:cubicBezTo>
                  <a:pt x="163" y="110"/>
                  <a:pt x="163" y="109"/>
                  <a:pt x="164" y="109"/>
                </a:cubicBezTo>
                <a:cubicBezTo>
                  <a:pt x="164" y="108"/>
                  <a:pt x="164" y="108"/>
                  <a:pt x="163" y="107"/>
                </a:cubicBezTo>
                <a:cubicBezTo>
                  <a:pt x="163" y="107"/>
                  <a:pt x="163" y="106"/>
                  <a:pt x="162" y="106"/>
                </a:cubicBezTo>
                <a:cubicBezTo>
                  <a:pt x="162" y="106"/>
                  <a:pt x="161" y="105"/>
                  <a:pt x="160" y="105"/>
                </a:cubicBezTo>
                <a:cubicBezTo>
                  <a:pt x="159" y="105"/>
                  <a:pt x="158" y="105"/>
                  <a:pt x="157" y="105"/>
                </a:cubicBezTo>
                <a:cubicBezTo>
                  <a:pt x="156" y="105"/>
                  <a:pt x="155" y="105"/>
                  <a:pt x="154" y="105"/>
                </a:cubicBezTo>
                <a:close/>
                <a:moveTo>
                  <a:pt x="506" y="105"/>
                </a:moveTo>
                <a:cubicBezTo>
                  <a:pt x="505" y="105"/>
                  <a:pt x="504" y="106"/>
                  <a:pt x="503" y="106"/>
                </a:cubicBezTo>
                <a:cubicBezTo>
                  <a:pt x="502" y="106"/>
                  <a:pt x="502" y="107"/>
                  <a:pt x="501" y="107"/>
                </a:cubicBezTo>
                <a:cubicBezTo>
                  <a:pt x="501" y="108"/>
                  <a:pt x="500" y="108"/>
                  <a:pt x="500" y="109"/>
                </a:cubicBezTo>
                <a:cubicBezTo>
                  <a:pt x="500" y="109"/>
                  <a:pt x="500" y="110"/>
                  <a:pt x="500" y="110"/>
                </a:cubicBezTo>
                <a:cubicBezTo>
                  <a:pt x="501" y="110"/>
                  <a:pt x="501" y="111"/>
                  <a:pt x="502" y="111"/>
                </a:cubicBezTo>
                <a:cubicBezTo>
                  <a:pt x="502" y="112"/>
                  <a:pt x="503" y="112"/>
                  <a:pt x="504" y="112"/>
                </a:cubicBezTo>
                <a:cubicBezTo>
                  <a:pt x="505" y="112"/>
                  <a:pt x="506" y="112"/>
                  <a:pt x="507" y="112"/>
                </a:cubicBezTo>
                <a:cubicBezTo>
                  <a:pt x="508" y="112"/>
                  <a:pt x="509" y="112"/>
                  <a:pt x="510" y="112"/>
                </a:cubicBezTo>
                <a:cubicBezTo>
                  <a:pt x="511" y="112"/>
                  <a:pt x="512" y="112"/>
                  <a:pt x="513" y="111"/>
                </a:cubicBezTo>
                <a:cubicBezTo>
                  <a:pt x="514" y="111"/>
                  <a:pt x="514" y="110"/>
                  <a:pt x="515" y="110"/>
                </a:cubicBezTo>
                <a:cubicBezTo>
                  <a:pt x="515" y="110"/>
                  <a:pt x="516" y="109"/>
                  <a:pt x="516" y="109"/>
                </a:cubicBezTo>
                <a:cubicBezTo>
                  <a:pt x="516" y="108"/>
                  <a:pt x="516" y="108"/>
                  <a:pt x="516" y="107"/>
                </a:cubicBezTo>
                <a:cubicBezTo>
                  <a:pt x="515" y="107"/>
                  <a:pt x="515" y="106"/>
                  <a:pt x="514" y="106"/>
                </a:cubicBezTo>
                <a:cubicBezTo>
                  <a:pt x="514" y="106"/>
                  <a:pt x="513" y="105"/>
                  <a:pt x="512" y="105"/>
                </a:cubicBezTo>
                <a:cubicBezTo>
                  <a:pt x="511" y="105"/>
                  <a:pt x="510" y="105"/>
                  <a:pt x="509" y="105"/>
                </a:cubicBezTo>
                <a:cubicBezTo>
                  <a:pt x="508" y="105"/>
                  <a:pt x="507" y="105"/>
                  <a:pt x="506" y="105"/>
                </a:cubicBezTo>
                <a:close/>
                <a:moveTo>
                  <a:pt x="701" y="105"/>
                </a:moveTo>
                <a:cubicBezTo>
                  <a:pt x="700" y="105"/>
                  <a:pt x="699" y="106"/>
                  <a:pt x="699" y="106"/>
                </a:cubicBezTo>
                <a:cubicBezTo>
                  <a:pt x="698" y="106"/>
                  <a:pt x="697" y="107"/>
                  <a:pt x="697" y="107"/>
                </a:cubicBezTo>
                <a:cubicBezTo>
                  <a:pt x="696" y="108"/>
                  <a:pt x="696" y="108"/>
                  <a:pt x="696" y="109"/>
                </a:cubicBezTo>
                <a:cubicBezTo>
                  <a:pt x="696" y="109"/>
                  <a:pt x="696" y="110"/>
                  <a:pt x="696" y="110"/>
                </a:cubicBezTo>
                <a:cubicBezTo>
                  <a:pt x="697" y="110"/>
                  <a:pt x="697" y="111"/>
                  <a:pt x="698" y="111"/>
                </a:cubicBezTo>
                <a:cubicBezTo>
                  <a:pt x="698" y="112"/>
                  <a:pt x="699" y="112"/>
                  <a:pt x="700" y="112"/>
                </a:cubicBezTo>
                <a:cubicBezTo>
                  <a:pt x="701" y="112"/>
                  <a:pt x="702" y="112"/>
                  <a:pt x="703" y="112"/>
                </a:cubicBezTo>
                <a:cubicBezTo>
                  <a:pt x="704" y="112"/>
                  <a:pt x="705" y="112"/>
                  <a:pt x="706" y="112"/>
                </a:cubicBezTo>
                <a:cubicBezTo>
                  <a:pt x="707" y="112"/>
                  <a:pt x="708" y="112"/>
                  <a:pt x="709" y="111"/>
                </a:cubicBezTo>
                <a:cubicBezTo>
                  <a:pt x="710" y="111"/>
                  <a:pt x="710" y="110"/>
                  <a:pt x="711" y="110"/>
                </a:cubicBezTo>
                <a:cubicBezTo>
                  <a:pt x="711" y="110"/>
                  <a:pt x="711" y="109"/>
                  <a:pt x="712" y="109"/>
                </a:cubicBezTo>
                <a:cubicBezTo>
                  <a:pt x="712" y="108"/>
                  <a:pt x="712" y="108"/>
                  <a:pt x="711" y="107"/>
                </a:cubicBezTo>
                <a:cubicBezTo>
                  <a:pt x="711" y="107"/>
                  <a:pt x="710" y="106"/>
                  <a:pt x="710" y="106"/>
                </a:cubicBezTo>
                <a:cubicBezTo>
                  <a:pt x="709" y="106"/>
                  <a:pt x="708" y="105"/>
                  <a:pt x="707" y="105"/>
                </a:cubicBezTo>
                <a:cubicBezTo>
                  <a:pt x="707" y="105"/>
                  <a:pt x="706" y="105"/>
                  <a:pt x="704" y="105"/>
                </a:cubicBezTo>
                <a:cubicBezTo>
                  <a:pt x="703" y="105"/>
                  <a:pt x="702" y="105"/>
                  <a:pt x="701" y="105"/>
                </a:cubicBezTo>
                <a:close/>
                <a:moveTo>
                  <a:pt x="467" y="105"/>
                </a:moveTo>
                <a:cubicBezTo>
                  <a:pt x="466" y="105"/>
                  <a:pt x="465" y="106"/>
                  <a:pt x="464" y="106"/>
                </a:cubicBezTo>
                <a:cubicBezTo>
                  <a:pt x="463" y="106"/>
                  <a:pt x="463" y="107"/>
                  <a:pt x="462" y="107"/>
                </a:cubicBezTo>
                <a:cubicBezTo>
                  <a:pt x="462" y="108"/>
                  <a:pt x="461" y="108"/>
                  <a:pt x="461" y="109"/>
                </a:cubicBezTo>
                <a:cubicBezTo>
                  <a:pt x="461" y="109"/>
                  <a:pt x="461" y="110"/>
                  <a:pt x="461" y="110"/>
                </a:cubicBezTo>
                <a:cubicBezTo>
                  <a:pt x="462" y="110"/>
                  <a:pt x="462" y="111"/>
                  <a:pt x="463" y="111"/>
                </a:cubicBezTo>
                <a:cubicBezTo>
                  <a:pt x="463" y="112"/>
                  <a:pt x="464" y="112"/>
                  <a:pt x="465" y="112"/>
                </a:cubicBezTo>
                <a:cubicBezTo>
                  <a:pt x="466" y="112"/>
                  <a:pt x="467" y="112"/>
                  <a:pt x="468" y="112"/>
                </a:cubicBezTo>
                <a:cubicBezTo>
                  <a:pt x="469" y="112"/>
                  <a:pt x="470" y="112"/>
                  <a:pt x="471" y="112"/>
                </a:cubicBezTo>
                <a:cubicBezTo>
                  <a:pt x="472" y="112"/>
                  <a:pt x="473" y="112"/>
                  <a:pt x="474" y="111"/>
                </a:cubicBezTo>
                <a:cubicBezTo>
                  <a:pt x="475" y="111"/>
                  <a:pt x="475" y="110"/>
                  <a:pt x="476" y="110"/>
                </a:cubicBezTo>
                <a:cubicBezTo>
                  <a:pt x="476" y="110"/>
                  <a:pt x="477" y="109"/>
                  <a:pt x="477" y="109"/>
                </a:cubicBezTo>
                <a:cubicBezTo>
                  <a:pt x="477" y="108"/>
                  <a:pt x="477" y="108"/>
                  <a:pt x="476" y="107"/>
                </a:cubicBezTo>
                <a:cubicBezTo>
                  <a:pt x="476" y="107"/>
                  <a:pt x="476" y="106"/>
                  <a:pt x="475" y="106"/>
                </a:cubicBezTo>
                <a:cubicBezTo>
                  <a:pt x="474" y="106"/>
                  <a:pt x="474" y="105"/>
                  <a:pt x="473" y="105"/>
                </a:cubicBezTo>
                <a:cubicBezTo>
                  <a:pt x="472" y="105"/>
                  <a:pt x="471" y="105"/>
                  <a:pt x="470" y="105"/>
                </a:cubicBezTo>
                <a:cubicBezTo>
                  <a:pt x="469" y="105"/>
                  <a:pt x="468" y="105"/>
                  <a:pt x="467" y="105"/>
                </a:cubicBezTo>
                <a:close/>
                <a:moveTo>
                  <a:pt x="623" y="105"/>
                </a:moveTo>
                <a:cubicBezTo>
                  <a:pt x="622" y="105"/>
                  <a:pt x="621" y="106"/>
                  <a:pt x="620" y="106"/>
                </a:cubicBezTo>
                <a:cubicBezTo>
                  <a:pt x="620" y="106"/>
                  <a:pt x="619" y="107"/>
                  <a:pt x="619" y="107"/>
                </a:cubicBezTo>
                <a:cubicBezTo>
                  <a:pt x="618" y="108"/>
                  <a:pt x="618" y="108"/>
                  <a:pt x="618" y="109"/>
                </a:cubicBezTo>
                <a:cubicBezTo>
                  <a:pt x="618" y="109"/>
                  <a:pt x="618" y="110"/>
                  <a:pt x="618" y="110"/>
                </a:cubicBezTo>
                <a:cubicBezTo>
                  <a:pt x="618" y="110"/>
                  <a:pt x="619" y="111"/>
                  <a:pt x="619" y="111"/>
                </a:cubicBezTo>
                <a:cubicBezTo>
                  <a:pt x="620" y="112"/>
                  <a:pt x="621" y="112"/>
                  <a:pt x="622" y="112"/>
                </a:cubicBezTo>
                <a:cubicBezTo>
                  <a:pt x="623" y="112"/>
                  <a:pt x="624" y="112"/>
                  <a:pt x="625" y="112"/>
                </a:cubicBezTo>
                <a:cubicBezTo>
                  <a:pt x="626" y="112"/>
                  <a:pt x="627" y="112"/>
                  <a:pt x="628" y="112"/>
                </a:cubicBezTo>
                <a:cubicBezTo>
                  <a:pt x="629" y="112"/>
                  <a:pt x="630" y="112"/>
                  <a:pt x="630" y="111"/>
                </a:cubicBezTo>
                <a:cubicBezTo>
                  <a:pt x="631" y="111"/>
                  <a:pt x="632" y="110"/>
                  <a:pt x="632" y="110"/>
                </a:cubicBezTo>
                <a:cubicBezTo>
                  <a:pt x="633" y="110"/>
                  <a:pt x="633" y="109"/>
                  <a:pt x="633" y="109"/>
                </a:cubicBezTo>
                <a:cubicBezTo>
                  <a:pt x="633" y="108"/>
                  <a:pt x="633" y="108"/>
                  <a:pt x="633" y="107"/>
                </a:cubicBezTo>
                <a:cubicBezTo>
                  <a:pt x="633" y="107"/>
                  <a:pt x="632" y="106"/>
                  <a:pt x="632" y="106"/>
                </a:cubicBezTo>
                <a:cubicBezTo>
                  <a:pt x="631" y="106"/>
                  <a:pt x="630" y="105"/>
                  <a:pt x="629" y="105"/>
                </a:cubicBezTo>
                <a:cubicBezTo>
                  <a:pt x="628" y="105"/>
                  <a:pt x="627" y="105"/>
                  <a:pt x="626" y="105"/>
                </a:cubicBezTo>
                <a:cubicBezTo>
                  <a:pt x="625" y="105"/>
                  <a:pt x="624" y="105"/>
                  <a:pt x="623" y="105"/>
                </a:cubicBezTo>
                <a:close/>
                <a:moveTo>
                  <a:pt x="310" y="105"/>
                </a:moveTo>
                <a:cubicBezTo>
                  <a:pt x="309" y="105"/>
                  <a:pt x="308" y="106"/>
                  <a:pt x="308" y="106"/>
                </a:cubicBezTo>
                <a:cubicBezTo>
                  <a:pt x="307" y="106"/>
                  <a:pt x="306" y="107"/>
                  <a:pt x="306" y="107"/>
                </a:cubicBezTo>
                <a:cubicBezTo>
                  <a:pt x="305" y="108"/>
                  <a:pt x="305" y="108"/>
                  <a:pt x="304" y="109"/>
                </a:cubicBezTo>
                <a:cubicBezTo>
                  <a:pt x="304" y="109"/>
                  <a:pt x="304" y="110"/>
                  <a:pt x="305" y="110"/>
                </a:cubicBezTo>
                <a:cubicBezTo>
                  <a:pt x="305" y="110"/>
                  <a:pt x="305" y="111"/>
                  <a:pt x="306" y="111"/>
                </a:cubicBezTo>
                <a:cubicBezTo>
                  <a:pt x="307" y="112"/>
                  <a:pt x="307" y="112"/>
                  <a:pt x="308" y="112"/>
                </a:cubicBezTo>
                <a:cubicBezTo>
                  <a:pt x="309" y="112"/>
                  <a:pt x="310" y="112"/>
                  <a:pt x="311" y="112"/>
                </a:cubicBezTo>
                <a:cubicBezTo>
                  <a:pt x="312" y="112"/>
                  <a:pt x="313" y="112"/>
                  <a:pt x="314" y="112"/>
                </a:cubicBezTo>
                <a:cubicBezTo>
                  <a:pt x="315" y="112"/>
                  <a:pt x="316" y="112"/>
                  <a:pt x="317" y="111"/>
                </a:cubicBezTo>
                <a:cubicBezTo>
                  <a:pt x="318" y="111"/>
                  <a:pt x="319" y="110"/>
                  <a:pt x="319" y="110"/>
                </a:cubicBezTo>
                <a:cubicBezTo>
                  <a:pt x="320" y="110"/>
                  <a:pt x="320" y="109"/>
                  <a:pt x="320" y="109"/>
                </a:cubicBezTo>
                <a:cubicBezTo>
                  <a:pt x="320" y="108"/>
                  <a:pt x="320" y="108"/>
                  <a:pt x="320" y="107"/>
                </a:cubicBezTo>
                <a:cubicBezTo>
                  <a:pt x="320" y="107"/>
                  <a:pt x="319" y="106"/>
                  <a:pt x="319" y="106"/>
                </a:cubicBezTo>
                <a:cubicBezTo>
                  <a:pt x="318" y="106"/>
                  <a:pt x="317" y="105"/>
                  <a:pt x="316" y="105"/>
                </a:cubicBezTo>
                <a:cubicBezTo>
                  <a:pt x="316" y="105"/>
                  <a:pt x="315" y="105"/>
                  <a:pt x="313" y="105"/>
                </a:cubicBezTo>
                <a:cubicBezTo>
                  <a:pt x="312" y="105"/>
                  <a:pt x="311" y="105"/>
                  <a:pt x="310" y="105"/>
                </a:cubicBezTo>
                <a:close/>
                <a:moveTo>
                  <a:pt x="740" y="105"/>
                </a:moveTo>
                <a:cubicBezTo>
                  <a:pt x="739" y="105"/>
                  <a:pt x="739" y="106"/>
                  <a:pt x="738" y="106"/>
                </a:cubicBezTo>
                <a:cubicBezTo>
                  <a:pt x="737" y="106"/>
                  <a:pt x="736" y="107"/>
                  <a:pt x="736" y="107"/>
                </a:cubicBezTo>
                <a:cubicBezTo>
                  <a:pt x="735" y="108"/>
                  <a:pt x="735" y="108"/>
                  <a:pt x="735" y="109"/>
                </a:cubicBezTo>
                <a:cubicBezTo>
                  <a:pt x="735" y="109"/>
                  <a:pt x="735" y="110"/>
                  <a:pt x="735" y="110"/>
                </a:cubicBezTo>
                <a:cubicBezTo>
                  <a:pt x="736" y="110"/>
                  <a:pt x="736" y="111"/>
                  <a:pt x="737" y="111"/>
                </a:cubicBezTo>
                <a:cubicBezTo>
                  <a:pt x="738" y="112"/>
                  <a:pt x="738" y="112"/>
                  <a:pt x="739" y="112"/>
                </a:cubicBezTo>
                <a:cubicBezTo>
                  <a:pt x="740" y="112"/>
                  <a:pt x="741" y="112"/>
                  <a:pt x="742" y="112"/>
                </a:cubicBezTo>
                <a:cubicBezTo>
                  <a:pt x="743" y="112"/>
                  <a:pt x="744" y="112"/>
                  <a:pt x="745" y="112"/>
                </a:cubicBezTo>
                <a:cubicBezTo>
                  <a:pt x="746" y="112"/>
                  <a:pt x="747" y="112"/>
                  <a:pt x="748" y="111"/>
                </a:cubicBezTo>
                <a:cubicBezTo>
                  <a:pt x="749" y="111"/>
                  <a:pt x="749" y="110"/>
                  <a:pt x="750" y="110"/>
                </a:cubicBezTo>
                <a:cubicBezTo>
                  <a:pt x="750" y="110"/>
                  <a:pt x="751" y="109"/>
                  <a:pt x="751" y="109"/>
                </a:cubicBezTo>
                <a:cubicBezTo>
                  <a:pt x="751" y="108"/>
                  <a:pt x="751" y="108"/>
                  <a:pt x="750" y="107"/>
                </a:cubicBezTo>
                <a:cubicBezTo>
                  <a:pt x="750" y="107"/>
                  <a:pt x="750" y="106"/>
                  <a:pt x="749" y="106"/>
                </a:cubicBezTo>
                <a:cubicBezTo>
                  <a:pt x="748" y="106"/>
                  <a:pt x="747" y="105"/>
                  <a:pt x="747" y="105"/>
                </a:cubicBezTo>
                <a:cubicBezTo>
                  <a:pt x="746" y="105"/>
                  <a:pt x="745" y="105"/>
                  <a:pt x="744" y="105"/>
                </a:cubicBezTo>
                <a:cubicBezTo>
                  <a:pt x="742" y="105"/>
                  <a:pt x="741" y="105"/>
                  <a:pt x="740" y="105"/>
                </a:cubicBezTo>
                <a:close/>
                <a:moveTo>
                  <a:pt x="545" y="105"/>
                </a:moveTo>
                <a:cubicBezTo>
                  <a:pt x="544" y="105"/>
                  <a:pt x="543" y="106"/>
                  <a:pt x="542" y="106"/>
                </a:cubicBezTo>
                <a:cubicBezTo>
                  <a:pt x="541" y="106"/>
                  <a:pt x="541" y="107"/>
                  <a:pt x="540" y="107"/>
                </a:cubicBezTo>
                <a:cubicBezTo>
                  <a:pt x="540" y="108"/>
                  <a:pt x="539" y="108"/>
                  <a:pt x="539" y="109"/>
                </a:cubicBezTo>
                <a:cubicBezTo>
                  <a:pt x="539" y="109"/>
                  <a:pt x="539" y="110"/>
                  <a:pt x="540" y="110"/>
                </a:cubicBezTo>
                <a:cubicBezTo>
                  <a:pt x="540" y="110"/>
                  <a:pt x="540" y="111"/>
                  <a:pt x="541" y="111"/>
                </a:cubicBezTo>
                <a:cubicBezTo>
                  <a:pt x="542" y="112"/>
                  <a:pt x="542" y="112"/>
                  <a:pt x="543" y="112"/>
                </a:cubicBezTo>
                <a:cubicBezTo>
                  <a:pt x="544" y="112"/>
                  <a:pt x="545" y="112"/>
                  <a:pt x="546" y="112"/>
                </a:cubicBezTo>
                <a:cubicBezTo>
                  <a:pt x="547" y="112"/>
                  <a:pt x="548" y="112"/>
                  <a:pt x="549" y="112"/>
                </a:cubicBezTo>
                <a:cubicBezTo>
                  <a:pt x="550" y="112"/>
                  <a:pt x="551" y="112"/>
                  <a:pt x="552" y="111"/>
                </a:cubicBezTo>
                <a:cubicBezTo>
                  <a:pt x="553" y="111"/>
                  <a:pt x="554" y="110"/>
                  <a:pt x="554" y="110"/>
                </a:cubicBezTo>
                <a:cubicBezTo>
                  <a:pt x="555" y="110"/>
                  <a:pt x="555" y="109"/>
                  <a:pt x="555" y="109"/>
                </a:cubicBezTo>
                <a:cubicBezTo>
                  <a:pt x="555" y="108"/>
                  <a:pt x="555" y="108"/>
                  <a:pt x="555" y="107"/>
                </a:cubicBezTo>
                <a:cubicBezTo>
                  <a:pt x="554" y="107"/>
                  <a:pt x="554" y="106"/>
                  <a:pt x="553" y="106"/>
                </a:cubicBezTo>
                <a:cubicBezTo>
                  <a:pt x="553" y="106"/>
                  <a:pt x="552" y="105"/>
                  <a:pt x="551" y="105"/>
                </a:cubicBezTo>
                <a:cubicBezTo>
                  <a:pt x="550" y="105"/>
                  <a:pt x="549" y="105"/>
                  <a:pt x="548" y="105"/>
                </a:cubicBezTo>
                <a:cubicBezTo>
                  <a:pt x="547" y="105"/>
                  <a:pt x="546" y="105"/>
                  <a:pt x="545" y="105"/>
                </a:cubicBezTo>
                <a:close/>
                <a:moveTo>
                  <a:pt x="193" y="105"/>
                </a:moveTo>
                <a:cubicBezTo>
                  <a:pt x="192" y="105"/>
                  <a:pt x="191" y="106"/>
                  <a:pt x="190" y="106"/>
                </a:cubicBezTo>
                <a:cubicBezTo>
                  <a:pt x="189" y="106"/>
                  <a:pt x="189" y="107"/>
                  <a:pt x="188" y="107"/>
                </a:cubicBezTo>
                <a:cubicBezTo>
                  <a:pt x="188" y="108"/>
                  <a:pt x="187" y="108"/>
                  <a:pt x="187" y="109"/>
                </a:cubicBezTo>
                <a:cubicBezTo>
                  <a:pt x="187" y="109"/>
                  <a:pt x="187" y="110"/>
                  <a:pt x="187" y="110"/>
                </a:cubicBezTo>
                <a:cubicBezTo>
                  <a:pt x="187" y="110"/>
                  <a:pt x="188" y="111"/>
                  <a:pt x="188" y="111"/>
                </a:cubicBezTo>
                <a:cubicBezTo>
                  <a:pt x="189" y="112"/>
                  <a:pt x="190" y="112"/>
                  <a:pt x="191" y="112"/>
                </a:cubicBezTo>
                <a:cubicBezTo>
                  <a:pt x="192" y="112"/>
                  <a:pt x="193" y="112"/>
                  <a:pt x="194" y="112"/>
                </a:cubicBezTo>
                <a:cubicBezTo>
                  <a:pt x="195" y="112"/>
                  <a:pt x="196" y="112"/>
                  <a:pt x="197" y="112"/>
                </a:cubicBezTo>
                <a:cubicBezTo>
                  <a:pt x="198" y="112"/>
                  <a:pt x="199" y="112"/>
                  <a:pt x="200" y="111"/>
                </a:cubicBezTo>
                <a:cubicBezTo>
                  <a:pt x="200" y="111"/>
                  <a:pt x="201" y="110"/>
                  <a:pt x="202" y="110"/>
                </a:cubicBezTo>
                <a:cubicBezTo>
                  <a:pt x="202" y="110"/>
                  <a:pt x="203" y="109"/>
                  <a:pt x="203" y="109"/>
                </a:cubicBezTo>
                <a:cubicBezTo>
                  <a:pt x="203" y="108"/>
                  <a:pt x="203" y="108"/>
                  <a:pt x="203" y="107"/>
                </a:cubicBezTo>
                <a:cubicBezTo>
                  <a:pt x="202" y="107"/>
                  <a:pt x="202" y="106"/>
                  <a:pt x="201" y="106"/>
                </a:cubicBezTo>
                <a:cubicBezTo>
                  <a:pt x="201" y="106"/>
                  <a:pt x="200" y="105"/>
                  <a:pt x="199" y="105"/>
                </a:cubicBezTo>
                <a:cubicBezTo>
                  <a:pt x="198" y="105"/>
                  <a:pt x="197" y="105"/>
                  <a:pt x="196" y="105"/>
                </a:cubicBezTo>
                <a:cubicBezTo>
                  <a:pt x="195" y="105"/>
                  <a:pt x="194" y="105"/>
                  <a:pt x="193" y="105"/>
                </a:cubicBezTo>
                <a:close/>
                <a:moveTo>
                  <a:pt x="232" y="105"/>
                </a:moveTo>
                <a:cubicBezTo>
                  <a:pt x="231" y="105"/>
                  <a:pt x="230" y="106"/>
                  <a:pt x="229" y="106"/>
                </a:cubicBezTo>
                <a:cubicBezTo>
                  <a:pt x="229" y="106"/>
                  <a:pt x="228" y="107"/>
                  <a:pt x="227" y="107"/>
                </a:cubicBezTo>
                <a:cubicBezTo>
                  <a:pt x="227" y="108"/>
                  <a:pt x="226" y="108"/>
                  <a:pt x="226" y="109"/>
                </a:cubicBezTo>
                <a:cubicBezTo>
                  <a:pt x="226" y="109"/>
                  <a:pt x="226" y="110"/>
                  <a:pt x="226" y="110"/>
                </a:cubicBezTo>
                <a:cubicBezTo>
                  <a:pt x="227" y="110"/>
                  <a:pt x="227" y="111"/>
                  <a:pt x="228" y="111"/>
                </a:cubicBezTo>
                <a:cubicBezTo>
                  <a:pt x="228" y="112"/>
                  <a:pt x="229" y="112"/>
                  <a:pt x="230" y="112"/>
                </a:cubicBezTo>
                <a:cubicBezTo>
                  <a:pt x="231" y="112"/>
                  <a:pt x="232" y="112"/>
                  <a:pt x="233" y="112"/>
                </a:cubicBezTo>
                <a:cubicBezTo>
                  <a:pt x="234" y="112"/>
                  <a:pt x="235" y="112"/>
                  <a:pt x="236" y="112"/>
                </a:cubicBezTo>
                <a:cubicBezTo>
                  <a:pt x="237" y="112"/>
                  <a:pt x="238" y="112"/>
                  <a:pt x="239" y="111"/>
                </a:cubicBezTo>
                <a:cubicBezTo>
                  <a:pt x="240" y="111"/>
                  <a:pt x="240" y="110"/>
                  <a:pt x="241" y="110"/>
                </a:cubicBezTo>
                <a:cubicBezTo>
                  <a:pt x="241" y="110"/>
                  <a:pt x="242" y="109"/>
                  <a:pt x="242" y="109"/>
                </a:cubicBezTo>
                <a:cubicBezTo>
                  <a:pt x="242" y="108"/>
                  <a:pt x="242" y="108"/>
                  <a:pt x="242" y="107"/>
                </a:cubicBezTo>
                <a:cubicBezTo>
                  <a:pt x="241" y="107"/>
                  <a:pt x="241" y="106"/>
                  <a:pt x="240" y="106"/>
                </a:cubicBezTo>
                <a:cubicBezTo>
                  <a:pt x="240" y="106"/>
                  <a:pt x="239" y="105"/>
                  <a:pt x="238" y="105"/>
                </a:cubicBezTo>
                <a:cubicBezTo>
                  <a:pt x="237" y="105"/>
                  <a:pt x="236" y="105"/>
                  <a:pt x="235" y="105"/>
                </a:cubicBezTo>
                <a:cubicBezTo>
                  <a:pt x="234" y="105"/>
                  <a:pt x="233" y="105"/>
                  <a:pt x="232" y="105"/>
                </a:cubicBezTo>
                <a:close/>
                <a:moveTo>
                  <a:pt x="349" y="105"/>
                </a:moveTo>
                <a:cubicBezTo>
                  <a:pt x="348" y="105"/>
                  <a:pt x="347" y="106"/>
                  <a:pt x="347" y="106"/>
                </a:cubicBezTo>
                <a:cubicBezTo>
                  <a:pt x="346" y="106"/>
                  <a:pt x="345" y="107"/>
                  <a:pt x="345" y="107"/>
                </a:cubicBezTo>
                <a:cubicBezTo>
                  <a:pt x="344" y="108"/>
                  <a:pt x="344" y="108"/>
                  <a:pt x="344" y="109"/>
                </a:cubicBezTo>
                <a:cubicBezTo>
                  <a:pt x="343" y="109"/>
                  <a:pt x="344" y="110"/>
                  <a:pt x="344" y="110"/>
                </a:cubicBezTo>
                <a:cubicBezTo>
                  <a:pt x="344" y="110"/>
                  <a:pt x="345" y="111"/>
                  <a:pt x="345" y="111"/>
                </a:cubicBezTo>
                <a:cubicBezTo>
                  <a:pt x="346" y="112"/>
                  <a:pt x="347" y="112"/>
                  <a:pt x="347" y="112"/>
                </a:cubicBezTo>
                <a:cubicBezTo>
                  <a:pt x="348" y="112"/>
                  <a:pt x="349" y="112"/>
                  <a:pt x="350" y="112"/>
                </a:cubicBezTo>
                <a:cubicBezTo>
                  <a:pt x="351" y="112"/>
                  <a:pt x="353" y="112"/>
                  <a:pt x="354" y="112"/>
                </a:cubicBezTo>
                <a:cubicBezTo>
                  <a:pt x="355" y="112"/>
                  <a:pt x="355" y="112"/>
                  <a:pt x="356" y="111"/>
                </a:cubicBezTo>
                <a:cubicBezTo>
                  <a:pt x="357" y="111"/>
                  <a:pt x="358" y="110"/>
                  <a:pt x="358" y="110"/>
                </a:cubicBezTo>
                <a:cubicBezTo>
                  <a:pt x="359" y="110"/>
                  <a:pt x="359" y="109"/>
                  <a:pt x="359" y="109"/>
                </a:cubicBezTo>
                <a:cubicBezTo>
                  <a:pt x="359" y="108"/>
                  <a:pt x="359" y="108"/>
                  <a:pt x="359" y="107"/>
                </a:cubicBezTo>
                <a:cubicBezTo>
                  <a:pt x="359" y="107"/>
                  <a:pt x="358" y="106"/>
                  <a:pt x="358" y="106"/>
                </a:cubicBezTo>
                <a:cubicBezTo>
                  <a:pt x="357" y="106"/>
                  <a:pt x="356" y="105"/>
                  <a:pt x="355" y="105"/>
                </a:cubicBezTo>
                <a:cubicBezTo>
                  <a:pt x="355" y="105"/>
                  <a:pt x="354" y="105"/>
                  <a:pt x="353" y="105"/>
                </a:cubicBezTo>
                <a:cubicBezTo>
                  <a:pt x="351" y="105"/>
                  <a:pt x="350" y="105"/>
                  <a:pt x="349" y="105"/>
                </a:cubicBezTo>
                <a:close/>
                <a:moveTo>
                  <a:pt x="271" y="105"/>
                </a:moveTo>
                <a:cubicBezTo>
                  <a:pt x="270" y="105"/>
                  <a:pt x="269" y="106"/>
                  <a:pt x="268" y="106"/>
                </a:cubicBezTo>
                <a:cubicBezTo>
                  <a:pt x="268" y="106"/>
                  <a:pt x="267" y="107"/>
                  <a:pt x="266" y="107"/>
                </a:cubicBezTo>
                <a:cubicBezTo>
                  <a:pt x="266" y="108"/>
                  <a:pt x="265" y="108"/>
                  <a:pt x="265" y="109"/>
                </a:cubicBezTo>
                <a:cubicBezTo>
                  <a:pt x="265" y="109"/>
                  <a:pt x="265" y="110"/>
                  <a:pt x="265" y="110"/>
                </a:cubicBezTo>
                <a:cubicBezTo>
                  <a:pt x="266" y="110"/>
                  <a:pt x="266" y="111"/>
                  <a:pt x="267" y="111"/>
                </a:cubicBezTo>
                <a:cubicBezTo>
                  <a:pt x="267" y="112"/>
                  <a:pt x="268" y="112"/>
                  <a:pt x="269" y="112"/>
                </a:cubicBezTo>
                <a:cubicBezTo>
                  <a:pt x="270" y="112"/>
                  <a:pt x="271" y="112"/>
                  <a:pt x="272" y="112"/>
                </a:cubicBezTo>
                <a:cubicBezTo>
                  <a:pt x="273" y="112"/>
                  <a:pt x="274" y="112"/>
                  <a:pt x="275" y="112"/>
                </a:cubicBezTo>
                <a:cubicBezTo>
                  <a:pt x="276" y="112"/>
                  <a:pt x="277" y="112"/>
                  <a:pt x="278" y="111"/>
                </a:cubicBezTo>
                <a:cubicBezTo>
                  <a:pt x="279" y="111"/>
                  <a:pt x="279" y="110"/>
                  <a:pt x="280" y="110"/>
                </a:cubicBezTo>
                <a:cubicBezTo>
                  <a:pt x="280" y="110"/>
                  <a:pt x="281" y="109"/>
                  <a:pt x="281" y="109"/>
                </a:cubicBezTo>
                <a:cubicBezTo>
                  <a:pt x="281" y="108"/>
                  <a:pt x="281" y="108"/>
                  <a:pt x="281" y="107"/>
                </a:cubicBezTo>
                <a:cubicBezTo>
                  <a:pt x="281" y="107"/>
                  <a:pt x="280" y="106"/>
                  <a:pt x="279" y="106"/>
                </a:cubicBezTo>
                <a:cubicBezTo>
                  <a:pt x="279" y="106"/>
                  <a:pt x="278" y="105"/>
                  <a:pt x="277" y="105"/>
                </a:cubicBezTo>
                <a:cubicBezTo>
                  <a:pt x="276" y="105"/>
                  <a:pt x="275" y="105"/>
                  <a:pt x="274" y="105"/>
                </a:cubicBezTo>
                <a:cubicBezTo>
                  <a:pt x="273" y="105"/>
                  <a:pt x="272" y="105"/>
                  <a:pt x="271" y="105"/>
                </a:cubicBezTo>
                <a:close/>
                <a:moveTo>
                  <a:pt x="662" y="105"/>
                </a:moveTo>
                <a:cubicBezTo>
                  <a:pt x="661" y="105"/>
                  <a:pt x="660" y="106"/>
                  <a:pt x="660" y="106"/>
                </a:cubicBezTo>
                <a:cubicBezTo>
                  <a:pt x="659" y="106"/>
                  <a:pt x="658" y="107"/>
                  <a:pt x="658" y="107"/>
                </a:cubicBezTo>
                <a:cubicBezTo>
                  <a:pt x="657" y="108"/>
                  <a:pt x="657" y="108"/>
                  <a:pt x="657" y="109"/>
                </a:cubicBezTo>
                <a:cubicBezTo>
                  <a:pt x="657" y="109"/>
                  <a:pt x="657" y="110"/>
                  <a:pt x="657" y="110"/>
                </a:cubicBezTo>
                <a:cubicBezTo>
                  <a:pt x="657" y="110"/>
                  <a:pt x="658" y="111"/>
                  <a:pt x="659" y="111"/>
                </a:cubicBezTo>
                <a:cubicBezTo>
                  <a:pt x="659" y="112"/>
                  <a:pt x="660" y="112"/>
                  <a:pt x="661" y="112"/>
                </a:cubicBezTo>
                <a:cubicBezTo>
                  <a:pt x="662" y="112"/>
                  <a:pt x="663" y="112"/>
                  <a:pt x="664" y="112"/>
                </a:cubicBezTo>
                <a:cubicBezTo>
                  <a:pt x="665" y="112"/>
                  <a:pt x="666" y="112"/>
                  <a:pt x="667" y="112"/>
                </a:cubicBezTo>
                <a:cubicBezTo>
                  <a:pt x="668" y="112"/>
                  <a:pt x="669" y="112"/>
                  <a:pt x="670" y="111"/>
                </a:cubicBezTo>
                <a:cubicBezTo>
                  <a:pt x="670" y="111"/>
                  <a:pt x="671" y="110"/>
                  <a:pt x="672" y="110"/>
                </a:cubicBezTo>
                <a:cubicBezTo>
                  <a:pt x="672" y="110"/>
                  <a:pt x="672" y="109"/>
                  <a:pt x="672" y="109"/>
                </a:cubicBezTo>
                <a:cubicBezTo>
                  <a:pt x="673" y="108"/>
                  <a:pt x="672" y="108"/>
                  <a:pt x="672" y="107"/>
                </a:cubicBezTo>
                <a:cubicBezTo>
                  <a:pt x="672" y="107"/>
                  <a:pt x="671" y="106"/>
                  <a:pt x="671" y="106"/>
                </a:cubicBezTo>
                <a:cubicBezTo>
                  <a:pt x="670" y="106"/>
                  <a:pt x="669" y="105"/>
                  <a:pt x="668" y="105"/>
                </a:cubicBezTo>
                <a:cubicBezTo>
                  <a:pt x="667" y="105"/>
                  <a:pt x="666" y="105"/>
                  <a:pt x="665" y="105"/>
                </a:cubicBezTo>
                <a:cubicBezTo>
                  <a:pt x="664" y="105"/>
                  <a:pt x="663" y="105"/>
                  <a:pt x="662" y="105"/>
                </a:cubicBezTo>
                <a:close/>
                <a:moveTo>
                  <a:pt x="428" y="105"/>
                </a:moveTo>
                <a:cubicBezTo>
                  <a:pt x="427" y="105"/>
                  <a:pt x="426" y="106"/>
                  <a:pt x="425" y="106"/>
                </a:cubicBezTo>
                <a:cubicBezTo>
                  <a:pt x="424" y="106"/>
                  <a:pt x="423" y="107"/>
                  <a:pt x="423" y="107"/>
                </a:cubicBezTo>
                <a:cubicBezTo>
                  <a:pt x="422" y="108"/>
                  <a:pt x="422" y="108"/>
                  <a:pt x="422" y="109"/>
                </a:cubicBezTo>
                <a:cubicBezTo>
                  <a:pt x="422" y="109"/>
                  <a:pt x="422" y="110"/>
                  <a:pt x="422" y="110"/>
                </a:cubicBezTo>
                <a:cubicBezTo>
                  <a:pt x="422" y="110"/>
                  <a:pt x="423" y="111"/>
                  <a:pt x="423" y="111"/>
                </a:cubicBezTo>
                <a:cubicBezTo>
                  <a:pt x="424" y="112"/>
                  <a:pt x="425" y="112"/>
                  <a:pt x="426" y="112"/>
                </a:cubicBezTo>
                <a:cubicBezTo>
                  <a:pt x="427" y="112"/>
                  <a:pt x="428" y="112"/>
                  <a:pt x="429" y="112"/>
                </a:cubicBezTo>
                <a:cubicBezTo>
                  <a:pt x="430" y="112"/>
                  <a:pt x="431" y="112"/>
                  <a:pt x="432" y="112"/>
                </a:cubicBezTo>
                <a:cubicBezTo>
                  <a:pt x="433" y="112"/>
                  <a:pt x="434" y="112"/>
                  <a:pt x="435" y="111"/>
                </a:cubicBezTo>
                <a:cubicBezTo>
                  <a:pt x="435" y="111"/>
                  <a:pt x="436" y="110"/>
                  <a:pt x="437" y="110"/>
                </a:cubicBezTo>
                <a:cubicBezTo>
                  <a:pt x="437" y="110"/>
                  <a:pt x="437" y="109"/>
                  <a:pt x="438" y="109"/>
                </a:cubicBezTo>
                <a:cubicBezTo>
                  <a:pt x="438" y="108"/>
                  <a:pt x="438" y="108"/>
                  <a:pt x="437" y="107"/>
                </a:cubicBezTo>
                <a:cubicBezTo>
                  <a:pt x="437" y="107"/>
                  <a:pt x="437" y="106"/>
                  <a:pt x="436" y="106"/>
                </a:cubicBezTo>
                <a:cubicBezTo>
                  <a:pt x="435" y="106"/>
                  <a:pt x="435" y="105"/>
                  <a:pt x="434" y="105"/>
                </a:cubicBezTo>
                <a:cubicBezTo>
                  <a:pt x="433" y="105"/>
                  <a:pt x="432" y="105"/>
                  <a:pt x="431" y="105"/>
                </a:cubicBezTo>
                <a:cubicBezTo>
                  <a:pt x="430" y="105"/>
                  <a:pt x="429" y="105"/>
                  <a:pt x="428" y="105"/>
                </a:cubicBezTo>
                <a:close/>
                <a:moveTo>
                  <a:pt x="936" y="105"/>
                </a:moveTo>
                <a:cubicBezTo>
                  <a:pt x="935" y="105"/>
                  <a:pt x="934" y="106"/>
                  <a:pt x="933" y="106"/>
                </a:cubicBezTo>
                <a:cubicBezTo>
                  <a:pt x="933" y="106"/>
                  <a:pt x="932" y="107"/>
                  <a:pt x="932" y="107"/>
                </a:cubicBezTo>
                <a:cubicBezTo>
                  <a:pt x="931" y="108"/>
                  <a:pt x="931" y="108"/>
                  <a:pt x="931" y="109"/>
                </a:cubicBezTo>
                <a:cubicBezTo>
                  <a:pt x="931" y="109"/>
                  <a:pt x="931" y="110"/>
                  <a:pt x="931" y="110"/>
                </a:cubicBezTo>
                <a:cubicBezTo>
                  <a:pt x="932" y="110"/>
                  <a:pt x="932" y="111"/>
                  <a:pt x="933" y="111"/>
                </a:cubicBezTo>
                <a:cubicBezTo>
                  <a:pt x="933" y="112"/>
                  <a:pt x="934" y="112"/>
                  <a:pt x="935" y="112"/>
                </a:cubicBezTo>
                <a:cubicBezTo>
                  <a:pt x="936" y="112"/>
                  <a:pt x="937" y="112"/>
                  <a:pt x="938" y="112"/>
                </a:cubicBezTo>
                <a:cubicBezTo>
                  <a:pt x="939" y="112"/>
                  <a:pt x="940" y="112"/>
                  <a:pt x="941" y="112"/>
                </a:cubicBezTo>
                <a:cubicBezTo>
                  <a:pt x="942" y="112"/>
                  <a:pt x="943" y="112"/>
                  <a:pt x="944" y="111"/>
                </a:cubicBezTo>
                <a:cubicBezTo>
                  <a:pt x="945" y="111"/>
                  <a:pt x="945" y="110"/>
                  <a:pt x="946" y="110"/>
                </a:cubicBezTo>
                <a:cubicBezTo>
                  <a:pt x="946" y="110"/>
                  <a:pt x="946" y="109"/>
                  <a:pt x="946" y="109"/>
                </a:cubicBezTo>
                <a:cubicBezTo>
                  <a:pt x="947" y="108"/>
                  <a:pt x="946" y="108"/>
                  <a:pt x="946" y="107"/>
                </a:cubicBezTo>
                <a:cubicBezTo>
                  <a:pt x="946" y="107"/>
                  <a:pt x="945" y="106"/>
                  <a:pt x="944" y="106"/>
                </a:cubicBezTo>
                <a:cubicBezTo>
                  <a:pt x="944" y="106"/>
                  <a:pt x="943" y="105"/>
                  <a:pt x="942" y="105"/>
                </a:cubicBezTo>
                <a:cubicBezTo>
                  <a:pt x="941" y="105"/>
                  <a:pt x="940" y="105"/>
                  <a:pt x="939" y="105"/>
                </a:cubicBezTo>
                <a:cubicBezTo>
                  <a:pt x="938" y="105"/>
                  <a:pt x="937" y="105"/>
                  <a:pt x="936" y="105"/>
                </a:cubicBezTo>
                <a:close/>
                <a:moveTo>
                  <a:pt x="858" y="105"/>
                </a:moveTo>
                <a:cubicBezTo>
                  <a:pt x="857" y="105"/>
                  <a:pt x="856" y="106"/>
                  <a:pt x="855" y="106"/>
                </a:cubicBezTo>
                <a:cubicBezTo>
                  <a:pt x="854" y="106"/>
                  <a:pt x="854" y="107"/>
                  <a:pt x="853" y="107"/>
                </a:cubicBezTo>
                <a:cubicBezTo>
                  <a:pt x="853" y="108"/>
                  <a:pt x="853" y="108"/>
                  <a:pt x="853" y="109"/>
                </a:cubicBezTo>
                <a:cubicBezTo>
                  <a:pt x="852" y="109"/>
                  <a:pt x="853" y="110"/>
                  <a:pt x="853" y="110"/>
                </a:cubicBezTo>
                <a:cubicBezTo>
                  <a:pt x="853" y="110"/>
                  <a:pt x="854" y="111"/>
                  <a:pt x="854" y="111"/>
                </a:cubicBezTo>
                <a:cubicBezTo>
                  <a:pt x="855" y="112"/>
                  <a:pt x="856" y="112"/>
                  <a:pt x="857" y="112"/>
                </a:cubicBezTo>
                <a:cubicBezTo>
                  <a:pt x="858" y="112"/>
                  <a:pt x="859" y="112"/>
                  <a:pt x="860" y="112"/>
                </a:cubicBezTo>
                <a:cubicBezTo>
                  <a:pt x="861" y="112"/>
                  <a:pt x="862" y="112"/>
                  <a:pt x="863" y="112"/>
                </a:cubicBezTo>
                <a:cubicBezTo>
                  <a:pt x="864" y="112"/>
                  <a:pt x="865" y="112"/>
                  <a:pt x="866" y="111"/>
                </a:cubicBezTo>
                <a:cubicBezTo>
                  <a:pt x="866" y="111"/>
                  <a:pt x="867" y="110"/>
                  <a:pt x="867" y="110"/>
                </a:cubicBezTo>
                <a:cubicBezTo>
                  <a:pt x="868" y="110"/>
                  <a:pt x="868" y="109"/>
                  <a:pt x="868" y="109"/>
                </a:cubicBezTo>
                <a:cubicBezTo>
                  <a:pt x="868" y="108"/>
                  <a:pt x="868" y="108"/>
                  <a:pt x="868" y="107"/>
                </a:cubicBezTo>
                <a:cubicBezTo>
                  <a:pt x="867" y="107"/>
                  <a:pt x="867" y="106"/>
                  <a:pt x="866" y="106"/>
                </a:cubicBezTo>
                <a:cubicBezTo>
                  <a:pt x="866" y="106"/>
                  <a:pt x="865" y="105"/>
                  <a:pt x="864" y="105"/>
                </a:cubicBezTo>
                <a:cubicBezTo>
                  <a:pt x="863" y="105"/>
                  <a:pt x="862" y="105"/>
                  <a:pt x="861" y="105"/>
                </a:cubicBezTo>
                <a:cubicBezTo>
                  <a:pt x="860" y="105"/>
                  <a:pt x="859" y="105"/>
                  <a:pt x="858" y="105"/>
                </a:cubicBezTo>
                <a:close/>
                <a:moveTo>
                  <a:pt x="1014" y="105"/>
                </a:moveTo>
                <a:cubicBezTo>
                  <a:pt x="1013" y="105"/>
                  <a:pt x="1012" y="106"/>
                  <a:pt x="1012" y="106"/>
                </a:cubicBezTo>
                <a:cubicBezTo>
                  <a:pt x="1011" y="106"/>
                  <a:pt x="1010" y="107"/>
                  <a:pt x="1010" y="107"/>
                </a:cubicBezTo>
                <a:cubicBezTo>
                  <a:pt x="1009" y="108"/>
                  <a:pt x="1009" y="108"/>
                  <a:pt x="1009" y="109"/>
                </a:cubicBezTo>
                <a:cubicBezTo>
                  <a:pt x="1009" y="109"/>
                  <a:pt x="1009" y="110"/>
                  <a:pt x="1010" y="110"/>
                </a:cubicBezTo>
                <a:cubicBezTo>
                  <a:pt x="1010" y="110"/>
                  <a:pt x="1011" y="111"/>
                  <a:pt x="1011" y="111"/>
                </a:cubicBezTo>
                <a:cubicBezTo>
                  <a:pt x="1012" y="112"/>
                  <a:pt x="1013" y="112"/>
                  <a:pt x="1014" y="112"/>
                </a:cubicBezTo>
                <a:cubicBezTo>
                  <a:pt x="1015" y="112"/>
                  <a:pt x="1016" y="112"/>
                  <a:pt x="1017" y="112"/>
                </a:cubicBezTo>
                <a:cubicBezTo>
                  <a:pt x="1018" y="112"/>
                  <a:pt x="1019" y="112"/>
                  <a:pt x="1020" y="112"/>
                </a:cubicBezTo>
                <a:cubicBezTo>
                  <a:pt x="1021" y="112"/>
                  <a:pt x="1022" y="112"/>
                  <a:pt x="1022" y="111"/>
                </a:cubicBezTo>
                <a:cubicBezTo>
                  <a:pt x="1023" y="111"/>
                  <a:pt x="1024" y="110"/>
                  <a:pt x="1024" y="110"/>
                </a:cubicBezTo>
                <a:cubicBezTo>
                  <a:pt x="1024" y="110"/>
                  <a:pt x="1025" y="109"/>
                  <a:pt x="1025" y="109"/>
                </a:cubicBezTo>
                <a:cubicBezTo>
                  <a:pt x="1025" y="108"/>
                  <a:pt x="1025" y="108"/>
                  <a:pt x="1024" y="107"/>
                </a:cubicBezTo>
                <a:cubicBezTo>
                  <a:pt x="1024" y="107"/>
                  <a:pt x="1023" y="106"/>
                  <a:pt x="1023" y="106"/>
                </a:cubicBezTo>
                <a:cubicBezTo>
                  <a:pt x="1022" y="106"/>
                  <a:pt x="1021" y="105"/>
                  <a:pt x="1020" y="105"/>
                </a:cubicBezTo>
                <a:cubicBezTo>
                  <a:pt x="1019" y="105"/>
                  <a:pt x="1018" y="105"/>
                  <a:pt x="1017" y="105"/>
                </a:cubicBezTo>
                <a:cubicBezTo>
                  <a:pt x="1016" y="105"/>
                  <a:pt x="1015" y="105"/>
                  <a:pt x="1014" y="105"/>
                </a:cubicBezTo>
                <a:close/>
                <a:moveTo>
                  <a:pt x="1053" y="105"/>
                </a:moveTo>
                <a:cubicBezTo>
                  <a:pt x="1052" y="105"/>
                  <a:pt x="1051" y="106"/>
                  <a:pt x="1051" y="106"/>
                </a:cubicBezTo>
                <a:cubicBezTo>
                  <a:pt x="1050" y="106"/>
                  <a:pt x="1049" y="107"/>
                  <a:pt x="1049" y="107"/>
                </a:cubicBezTo>
                <a:cubicBezTo>
                  <a:pt x="1049" y="108"/>
                  <a:pt x="1048" y="108"/>
                  <a:pt x="1048" y="109"/>
                </a:cubicBezTo>
                <a:cubicBezTo>
                  <a:pt x="1048" y="109"/>
                  <a:pt x="1048" y="110"/>
                  <a:pt x="1049" y="110"/>
                </a:cubicBezTo>
                <a:cubicBezTo>
                  <a:pt x="1049" y="110"/>
                  <a:pt x="1050" y="111"/>
                  <a:pt x="1050" y="111"/>
                </a:cubicBezTo>
                <a:cubicBezTo>
                  <a:pt x="1051" y="112"/>
                  <a:pt x="1052" y="112"/>
                  <a:pt x="1053" y="112"/>
                </a:cubicBezTo>
                <a:cubicBezTo>
                  <a:pt x="1054" y="112"/>
                  <a:pt x="1055" y="112"/>
                  <a:pt x="1056" y="112"/>
                </a:cubicBezTo>
                <a:cubicBezTo>
                  <a:pt x="1057" y="112"/>
                  <a:pt x="1058" y="112"/>
                  <a:pt x="1059" y="112"/>
                </a:cubicBezTo>
                <a:cubicBezTo>
                  <a:pt x="1060" y="112"/>
                  <a:pt x="1061" y="112"/>
                  <a:pt x="1061" y="111"/>
                </a:cubicBezTo>
                <a:cubicBezTo>
                  <a:pt x="1062" y="111"/>
                  <a:pt x="1063" y="110"/>
                  <a:pt x="1063" y="110"/>
                </a:cubicBezTo>
                <a:cubicBezTo>
                  <a:pt x="1064" y="110"/>
                  <a:pt x="1064" y="109"/>
                  <a:pt x="1064" y="109"/>
                </a:cubicBezTo>
                <a:cubicBezTo>
                  <a:pt x="1064" y="108"/>
                  <a:pt x="1064" y="108"/>
                  <a:pt x="1063" y="107"/>
                </a:cubicBezTo>
                <a:cubicBezTo>
                  <a:pt x="1063" y="107"/>
                  <a:pt x="1062" y="106"/>
                  <a:pt x="1062" y="106"/>
                </a:cubicBezTo>
                <a:cubicBezTo>
                  <a:pt x="1061" y="106"/>
                  <a:pt x="1060" y="105"/>
                  <a:pt x="1059" y="105"/>
                </a:cubicBezTo>
                <a:cubicBezTo>
                  <a:pt x="1058" y="105"/>
                  <a:pt x="1057" y="105"/>
                  <a:pt x="1056" y="105"/>
                </a:cubicBezTo>
                <a:cubicBezTo>
                  <a:pt x="1055" y="105"/>
                  <a:pt x="1054" y="105"/>
                  <a:pt x="1053" y="105"/>
                </a:cubicBezTo>
                <a:close/>
                <a:moveTo>
                  <a:pt x="897" y="105"/>
                </a:moveTo>
                <a:cubicBezTo>
                  <a:pt x="896" y="105"/>
                  <a:pt x="895" y="106"/>
                  <a:pt x="894" y="106"/>
                </a:cubicBezTo>
                <a:cubicBezTo>
                  <a:pt x="894" y="106"/>
                  <a:pt x="893" y="107"/>
                  <a:pt x="892" y="107"/>
                </a:cubicBezTo>
                <a:cubicBezTo>
                  <a:pt x="892" y="108"/>
                  <a:pt x="892" y="108"/>
                  <a:pt x="892" y="109"/>
                </a:cubicBezTo>
                <a:cubicBezTo>
                  <a:pt x="892" y="109"/>
                  <a:pt x="892" y="110"/>
                  <a:pt x="892" y="110"/>
                </a:cubicBezTo>
                <a:cubicBezTo>
                  <a:pt x="892" y="110"/>
                  <a:pt x="893" y="111"/>
                  <a:pt x="894" y="111"/>
                </a:cubicBezTo>
                <a:cubicBezTo>
                  <a:pt x="894" y="112"/>
                  <a:pt x="895" y="112"/>
                  <a:pt x="896" y="112"/>
                </a:cubicBezTo>
                <a:cubicBezTo>
                  <a:pt x="897" y="112"/>
                  <a:pt x="898" y="112"/>
                  <a:pt x="899" y="112"/>
                </a:cubicBezTo>
                <a:cubicBezTo>
                  <a:pt x="900" y="112"/>
                  <a:pt x="901" y="112"/>
                  <a:pt x="902" y="112"/>
                </a:cubicBezTo>
                <a:cubicBezTo>
                  <a:pt x="903" y="112"/>
                  <a:pt x="904" y="112"/>
                  <a:pt x="905" y="111"/>
                </a:cubicBezTo>
                <a:cubicBezTo>
                  <a:pt x="905" y="111"/>
                  <a:pt x="906" y="110"/>
                  <a:pt x="907" y="110"/>
                </a:cubicBezTo>
                <a:cubicBezTo>
                  <a:pt x="907" y="110"/>
                  <a:pt x="907" y="109"/>
                  <a:pt x="907" y="109"/>
                </a:cubicBezTo>
                <a:cubicBezTo>
                  <a:pt x="907" y="108"/>
                  <a:pt x="907" y="108"/>
                  <a:pt x="907" y="107"/>
                </a:cubicBezTo>
                <a:cubicBezTo>
                  <a:pt x="907" y="107"/>
                  <a:pt x="906" y="106"/>
                  <a:pt x="905" y="106"/>
                </a:cubicBezTo>
                <a:cubicBezTo>
                  <a:pt x="905" y="106"/>
                  <a:pt x="904" y="105"/>
                  <a:pt x="903" y="105"/>
                </a:cubicBezTo>
                <a:cubicBezTo>
                  <a:pt x="902" y="105"/>
                  <a:pt x="901" y="105"/>
                  <a:pt x="900" y="105"/>
                </a:cubicBezTo>
                <a:cubicBezTo>
                  <a:pt x="899" y="105"/>
                  <a:pt x="898" y="105"/>
                  <a:pt x="897" y="105"/>
                </a:cubicBezTo>
                <a:close/>
                <a:moveTo>
                  <a:pt x="975" y="105"/>
                </a:moveTo>
                <a:cubicBezTo>
                  <a:pt x="974" y="105"/>
                  <a:pt x="973" y="106"/>
                  <a:pt x="973" y="106"/>
                </a:cubicBezTo>
                <a:cubicBezTo>
                  <a:pt x="972" y="106"/>
                  <a:pt x="971" y="107"/>
                  <a:pt x="971" y="107"/>
                </a:cubicBezTo>
                <a:cubicBezTo>
                  <a:pt x="970" y="108"/>
                  <a:pt x="970" y="108"/>
                  <a:pt x="970" y="109"/>
                </a:cubicBezTo>
                <a:cubicBezTo>
                  <a:pt x="970" y="109"/>
                  <a:pt x="970" y="110"/>
                  <a:pt x="970" y="110"/>
                </a:cubicBezTo>
                <a:cubicBezTo>
                  <a:pt x="971" y="110"/>
                  <a:pt x="971" y="111"/>
                  <a:pt x="972" y="111"/>
                </a:cubicBezTo>
                <a:cubicBezTo>
                  <a:pt x="973" y="112"/>
                  <a:pt x="974" y="112"/>
                  <a:pt x="974" y="112"/>
                </a:cubicBezTo>
                <a:cubicBezTo>
                  <a:pt x="975" y="112"/>
                  <a:pt x="976" y="112"/>
                  <a:pt x="977" y="112"/>
                </a:cubicBezTo>
                <a:cubicBezTo>
                  <a:pt x="979" y="112"/>
                  <a:pt x="980" y="112"/>
                  <a:pt x="981" y="112"/>
                </a:cubicBezTo>
                <a:cubicBezTo>
                  <a:pt x="982" y="112"/>
                  <a:pt x="982" y="112"/>
                  <a:pt x="983" y="111"/>
                </a:cubicBezTo>
                <a:cubicBezTo>
                  <a:pt x="984" y="111"/>
                  <a:pt x="984" y="110"/>
                  <a:pt x="985" y="110"/>
                </a:cubicBezTo>
                <a:cubicBezTo>
                  <a:pt x="985" y="110"/>
                  <a:pt x="986" y="109"/>
                  <a:pt x="986" y="109"/>
                </a:cubicBezTo>
                <a:cubicBezTo>
                  <a:pt x="986" y="108"/>
                  <a:pt x="986" y="108"/>
                  <a:pt x="985" y="107"/>
                </a:cubicBezTo>
                <a:cubicBezTo>
                  <a:pt x="985" y="107"/>
                  <a:pt x="984" y="106"/>
                  <a:pt x="984" y="106"/>
                </a:cubicBezTo>
                <a:cubicBezTo>
                  <a:pt x="983" y="106"/>
                  <a:pt x="982" y="105"/>
                  <a:pt x="981" y="105"/>
                </a:cubicBezTo>
                <a:cubicBezTo>
                  <a:pt x="980" y="105"/>
                  <a:pt x="979" y="105"/>
                  <a:pt x="978" y="105"/>
                </a:cubicBezTo>
                <a:cubicBezTo>
                  <a:pt x="977" y="105"/>
                  <a:pt x="976" y="105"/>
                  <a:pt x="975" y="105"/>
                </a:cubicBezTo>
                <a:close/>
                <a:moveTo>
                  <a:pt x="1953" y="105"/>
                </a:moveTo>
                <a:cubicBezTo>
                  <a:pt x="1952" y="105"/>
                  <a:pt x="1951" y="106"/>
                  <a:pt x="1950" y="106"/>
                </a:cubicBezTo>
                <a:cubicBezTo>
                  <a:pt x="1950" y="106"/>
                  <a:pt x="1949" y="107"/>
                  <a:pt x="1949" y="107"/>
                </a:cubicBezTo>
                <a:cubicBezTo>
                  <a:pt x="1949" y="108"/>
                  <a:pt x="1949" y="108"/>
                  <a:pt x="1949" y="109"/>
                </a:cubicBezTo>
                <a:cubicBezTo>
                  <a:pt x="1949" y="109"/>
                  <a:pt x="1949" y="110"/>
                  <a:pt x="1950" y="110"/>
                </a:cubicBezTo>
                <a:cubicBezTo>
                  <a:pt x="1950" y="110"/>
                  <a:pt x="1951" y="111"/>
                  <a:pt x="1952" y="111"/>
                </a:cubicBezTo>
                <a:cubicBezTo>
                  <a:pt x="1952" y="112"/>
                  <a:pt x="1953" y="112"/>
                  <a:pt x="1954" y="112"/>
                </a:cubicBezTo>
                <a:cubicBezTo>
                  <a:pt x="1955" y="112"/>
                  <a:pt x="1956" y="112"/>
                  <a:pt x="1957" y="112"/>
                </a:cubicBezTo>
                <a:cubicBezTo>
                  <a:pt x="1958" y="112"/>
                  <a:pt x="1959" y="112"/>
                  <a:pt x="1960" y="112"/>
                </a:cubicBezTo>
                <a:cubicBezTo>
                  <a:pt x="1961" y="112"/>
                  <a:pt x="1962" y="112"/>
                  <a:pt x="1963" y="111"/>
                </a:cubicBezTo>
                <a:cubicBezTo>
                  <a:pt x="1963" y="111"/>
                  <a:pt x="1964" y="110"/>
                  <a:pt x="1964" y="110"/>
                </a:cubicBezTo>
                <a:cubicBezTo>
                  <a:pt x="1964" y="110"/>
                  <a:pt x="1964" y="109"/>
                  <a:pt x="1964" y="109"/>
                </a:cubicBezTo>
                <a:cubicBezTo>
                  <a:pt x="1964" y="108"/>
                  <a:pt x="1964" y="108"/>
                  <a:pt x="1963" y="107"/>
                </a:cubicBezTo>
                <a:cubicBezTo>
                  <a:pt x="1963" y="107"/>
                  <a:pt x="1962" y="106"/>
                  <a:pt x="1961" y="106"/>
                </a:cubicBezTo>
                <a:cubicBezTo>
                  <a:pt x="1961" y="106"/>
                  <a:pt x="1960" y="105"/>
                  <a:pt x="1959" y="105"/>
                </a:cubicBezTo>
                <a:cubicBezTo>
                  <a:pt x="1958" y="105"/>
                  <a:pt x="1957" y="105"/>
                  <a:pt x="1956" y="105"/>
                </a:cubicBezTo>
                <a:cubicBezTo>
                  <a:pt x="1955" y="105"/>
                  <a:pt x="1954" y="105"/>
                  <a:pt x="1953" y="105"/>
                </a:cubicBezTo>
                <a:close/>
                <a:moveTo>
                  <a:pt x="1914" y="105"/>
                </a:moveTo>
                <a:cubicBezTo>
                  <a:pt x="1913" y="105"/>
                  <a:pt x="1912" y="106"/>
                  <a:pt x="1911" y="106"/>
                </a:cubicBezTo>
                <a:cubicBezTo>
                  <a:pt x="1911" y="106"/>
                  <a:pt x="1910" y="107"/>
                  <a:pt x="1910" y="107"/>
                </a:cubicBezTo>
                <a:cubicBezTo>
                  <a:pt x="1910" y="108"/>
                  <a:pt x="1909" y="108"/>
                  <a:pt x="1910" y="109"/>
                </a:cubicBezTo>
                <a:cubicBezTo>
                  <a:pt x="1910" y="109"/>
                  <a:pt x="1910" y="110"/>
                  <a:pt x="1910" y="110"/>
                </a:cubicBezTo>
                <a:cubicBezTo>
                  <a:pt x="1911" y="110"/>
                  <a:pt x="1912" y="111"/>
                  <a:pt x="1912" y="111"/>
                </a:cubicBezTo>
                <a:cubicBezTo>
                  <a:pt x="1913" y="112"/>
                  <a:pt x="1914" y="112"/>
                  <a:pt x="1915" y="112"/>
                </a:cubicBezTo>
                <a:cubicBezTo>
                  <a:pt x="1916" y="112"/>
                  <a:pt x="1917" y="112"/>
                  <a:pt x="1918" y="112"/>
                </a:cubicBezTo>
                <a:cubicBezTo>
                  <a:pt x="1919" y="112"/>
                  <a:pt x="1920" y="112"/>
                  <a:pt x="1921" y="112"/>
                </a:cubicBezTo>
                <a:cubicBezTo>
                  <a:pt x="1922" y="112"/>
                  <a:pt x="1923" y="112"/>
                  <a:pt x="1923" y="111"/>
                </a:cubicBezTo>
                <a:cubicBezTo>
                  <a:pt x="1924" y="111"/>
                  <a:pt x="1925" y="110"/>
                  <a:pt x="1925" y="110"/>
                </a:cubicBezTo>
                <a:cubicBezTo>
                  <a:pt x="1925" y="110"/>
                  <a:pt x="1925" y="109"/>
                  <a:pt x="1925" y="109"/>
                </a:cubicBezTo>
                <a:cubicBezTo>
                  <a:pt x="1925" y="108"/>
                  <a:pt x="1925" y="108"/>
                  <a:pt x="1924" y="107"/>
                </a:cubicBezTo>
                <a:cubicBezTo>
                  <a:pt x="1924" y="107"/>
                  <a:pt x="1923" y="106"/>
                  <a:pt x="1922" y="106"/>
                </a:cubicBezTo>
                <a:cubicBezTo>
                  <a:pt x="1922" y="106"/>
                  <a:pt x="1921" y="105"/>
                  <a:pt x="1920" y="105"/>
                </a:cubicBezTo>
                <a:cubicBezTo>
                  <a:pt x="1919" y="105"/>
                  <a:pt x="1918" y="105"/>
                  <a:pt x="1917" y="105"/>
                </a:cubicBezTo>
                <a:cubicBezTo>
                  <a:pt x="1915" y="105"/>
                  <a:pt x="1914" y="105"/>
                  <a:pt x="1914" y="105"/>
                </a:cubicBezTo>
                <a:close/>
                <a:moveTo>
                  <a:pt x="1679" y="105"/>
                </a:moveTo>
                <a:cubicBezTo>
                  <a:pt x="1678" y="105"/>
                  <a:pt x="1677" y="106"/>
                  <a:pt x="1677" y="106"/>
                </a:cubicBezTo>
                <a:cubicBezTo>
                  <a:pt x="1676" y="106"/>
                  <a:pt x="1675" y="107"/>
                  <a:pt x="1675" y="107"/>
                </a:cubicBezTo>
                <a:cubicBezTo>
                  <a:pt x="1675" y="108"/>
                  <a:pt x="1675" y="108"/>
                  <a:pt x="1675" y="109"/>
                </a:cubicBezTo>
                <a:cubicBezTo>
                  <a:pt x="1675" y="109"/>
                  <a:pt x="1675" y="110"/>
                  <a:pt x="1675" y="110"/>
                </a:cubicBezTo>
                <a:cubicBezTo>
                  <a:pt x="1676" y="110"/>
                  <a:pt x="1677" y="111"/>
                  <a:pt x="1677" y="111"/>
                </a:cubicBezTo>
                <a:cubicBezTo>
                  <a:pt x="1678" y="112"/>
                  <a:pt x="1679" y="112"/>
                  <a:pt x="1680" y="112"/>
                </a:cubicBezTo>
                <a:cubicBezTo>
                  <a:pt x="1681" y="112"/>
                  <a:pt x="1682" y="112"/>
                  <a:pt x="1683" y="112"/>
                </a:cubicBezTo>
                <a:cubicBezTo>
                  <a:pt x="1684" y="112"/>
                  <a:pt x="1685" y="112"/>
                  <a:pt x="1686" y="112"/>
                </a:cubicBezTo>
                <a:cubicBezTo>
                  <a:pt x="1687" y="112"/>
                  <a:pt x="1688" y="112"/>
                  <a:pt x="1688" y="111"/>
                </a:cubicBezTo>
                <a:cubicBezTo>
                  <a:pt x="1689" y="111"/>
                  <a:pt x="1690" y="110"/>
                  <a:pt x="1690" y="110"/>
                </a:cubicBezTo>
                <a:cubicBezTo>
                  <a:pt x="1690" y="110"/>
                  <a:pt x="1690" y="109"/>
                  <a:pt x="1690" y="109"/>
                </a:cubicBezTo>
                <a:cubicBezTo>
                  <a:pt x="1690" y="108"/>
                  <a:pt x="1690" y="108"/>
                  <a:pt x="1689" y="107"/>
                </a:cubicBezTo>
                <a:cubicBezTo>
                  <a:pt x="1689" y="107"/>
                  <a:pt x="1688" y="106"/>
                  <a:pt x="1688" y="106"/>
                </a:cubicBezTo>
                <a:cubicBezTo>
                  <a:pt x="1687" y="106"/>
                  <a:pt x="1686" y="105"/>
                  <a:pt x="1685" y="105"/>
                </a:cubicBezTo>
                <a:cubicBezTo>
                  <a:pt x="1684" y="105"/>
                  <a:pt x="1683" y="105"/>
                  <a:pt x="1682" y="105"/>
                </a:cubicBezTo>
                <a:cubicBezTo>
                  <a:pt x="1681" y="105"/>
                  <a:pt x="1680" y="105"/>
                  <a:pt x="1679" y="105"/>
                </a:cubicBezTo>
                <a:close/>
                <a:moveTo>
                  <a:pt x="2187" y="105"/>
                </a:moveTo>
                <a:cubicBezTo>
                  <a:pt x="2186" y="105"/>
                  <a:pt x="2186" y="106"/>
                  <a:pt x="2185" y="106"/>
                </a:cubicBezTo>
                <a:cubicBezTo>
                  <a:pt x="2184" y="106"/>
                  <a:pt x="2184" y="107"/>
                  <a:pt x="2184" y="107"/>
                </a:cubicBezTo>
                <a:cubicBezTo>
                  <a:pt x="2183" y="108"/>
                  <a:pt x="2183" y="108"/>
                  <a:pt x="2184" y="109"/>
                </a:cubicBezTo>
                <a:cubicBezTo>
                  <a:pt x="2184" y="109"/>
                  <a:pt x="2184" y="110"/>
                  <a:pt x="2185" y="110"/>
                </a:cubicBezTo>
                <a:cubicBezTo>
                  <a:pt x="2185" y="110"/>
                  <a:pt x="2186" y="111"/>
                  <a:pt x="2187" y="111"/>
                </a:cubicBezTo>
                <a:cubicBezTo>
                  <a:pt x="2187" y="112"/>
                  <a:pt x="2188" y="112"/>
                  <a:pt x="2189" y="112"/>
                </a:cubicBezTo>
                <a:cubicBezTo>
                  <a:pt x="2190" y="112"/>
                  <a:pt x="2191" y="112"/>
                  <a:pt x="2192" y="112"/>
                </a:cubicBezTo>
                <a:cubicBezTo>
                  <a:pt x="2194" y="112"/>
                  <a:pt x="2195" y="112"/>
                  <a:pt x="2195" y="112"/>
                </a:cubicBezTo>
                <a:cubicBezTo>
                  <a:pt x="2196" y="112"/>
                  <a:pt x="2197" y="112"/>
                  <a:pt x="2198" y="111"/>
                </a:cubicBezTo>
                <a:cubicBezTo>
                  <a:pt x="2198" y="111"/>
                  <a:pt x="2199" y="110"/>
                  <a:pt x="2199" y="110"/>
                </a:cubicBezTo>
                <a:cubicBezTo>
                  <a:pt x="2199" y="110"/>
                  <a:pt x="2199" y="109"/>
                  <a:pt x="2199" y="109"/>
                </a:cubicBezTo>
                <a:cubicBezTo>
                  <a:pt x="2199" y="108"/>
                  <a:pt x="2199" y="108"/>
                  <a:pt x="2198" y="107"/>
                </a:cubicBezTo>
                <a:cubicBezTo>
                  <a:pt x="2198" y="107"/>
                  <a:pt x="2197" y="106"/>
                  <a:pt x="2196" y="106"/>
                </a:cubicBezTo>
                <a:cubicBezTo>
                  <a:pt x="2195" y="106"/>
                  <a:pt x="2194" y="105"/>
                  <a:pt x="2193" y="105"/>
                </a:cubicBezTo>
                <a:cubicBezTo>
                  <a:pt x="2192" y="105"/>
                  <a:pt x="2191" y="105"/>
                  <a:pt x="2190" y="105"/>
                </a:cubicBezTo>
                <a:cubicBezTo>
                  <a:pt x="2189" y="105"/>
                  <a:pt x="2188" y="105"/>
                  <a:pt x="2187" y="105"/>
                </a:cubicBezTo>
                <a:close/>
                <a:moveTo>
                  <a:pt x="1718" y="105"/>
                </a:moveTo>
                <a:cubicBezTo>
                  <a:pt x="1717" y="105"/>
                  <a:pt x="1716" y="106"/>
                  <a:pt x="1716" y="106"/>
                </a:cubicBezTo>
                <a:cubicBezTo>
                  <a:pt x="1715" y="106"/>
                  <a:pt x="1714" y="107"/>
                  <a:pt x="1714" y="107"/>
                </a:cubicBezTo>
                <a:cubicBezTo>
                  <a:pt x="1714" y="108"/>
                  <a:pt x="1714" y="108"/>
                  <a:pt x="1714" y="109"/>
                </a:cubicBezTo>
                <a:cubicBezTo>
                  <a:pt x="1714" y="109"/>
                  <a:pt x="1714" y="110"/>
                  <a:pt x="1715" y="110"/>
                </a:cubicBezTo>
                <a:cubicBezTo>
                  <a:pt x="1715" y="110"/>
                  <a:pt x="1716" y="111"/>
                  <a:pt x="1716" y="111"/>
                </a:cubicBezTo>
                <a:cubicBezTo>
                  <a:pt x="1717" y="112"/>
                  <a:pt x="1718" y="112"/>
                  <a:pt x="1719" y="112"/>
                </a:cubicBezTo>
                <a:cubicBezTo>
                  <a:pt x="1720" y="112"/>
                  <a:pt x="1721" y="112"/>
                  <a:pt x="1722" y="112"/>
                </a:cubicBezTo>
                <a:cubicBezTo>
                  <a:pt x="1723" y="112"/>
                  <a:pt x="1724" y="112"/>
                  <a:pt x="1725" y="112"/>
                </a:cubicBezTo>
                <a:cubicBezTo>
                  <a:pt x="1726" y="112"/>
                  <a:pt x="1727" y="112"/>
                  <a:pt x="1728" y="111"/>
                </a:cubicBezTo>
                <a:cubicBezTo>
                  <a:pt x="1728" y="111"/>
                  <a:pt x="1729" y="110"/>
                  <a:pt x="1729" y="110"/>
                </a:cubicBezTo>
                <a:cubicBezTo>
                  <a:pt x="1729" y="110"/>
                  <a:pt x="1729" y="109"/>
                  <a:pt x="1729" y="109"/>
                </a:cubicBezTo>
                <a:cubicBezTo>
                  <a:pt x="1729" y="108"/>
                  <a:pt x="1729" y="108"/>
                  <a:pt x="1729" y="107"/>
                </a:cubicBezTo>
                <a:cubicBezTo>
                  <a:pt x="1728" y="107"/>
                  <a:pt x="1727" y="106"/>
                  <a:pt x="1727" y="106"/>
                </a:cubicBezTo>
                <a:cubicBezTo>
                  <a:pt x="1726" y="106"/>
                  <a:pt x="1725" y="105"/>
                  <a:pt x="1724" y="105"/>
                </a:cubicBezTo>
                <a:cubicBezTo>
                  <a:pt x="1723" y="105"/>
                  <a:pt x="1722" y="105"/>
                  <a:pt x="1721" y="105"/>
                </a:cubicBezTo>
                <a:cubicBezTo>
                  <a:pt x="1720" y="105"/>
                  <a:pt x="1719" y="105"/>
                  <a:pt x="1718" y="105"/>
                </a:cubicBezTo>
                <a:close/>
                <a:moveTo>
                  <a:pt x="2070" y="105"/>
                </a:moveTo>
                <a:cubicBezTo>
                  <a:pt x="2069" y="105"/>
                  <a:pt x="2068" y="106"/>
                  <a:pt x="2068" y="106"/>
                </a:cubicBezTo>
                <a:cubicBezTo>
                  <a:pt x="2067" y="106"/>
                  <a:pt x="2067" y="107"/>
                  <a:pt x="2066" y="107"/>
                </a:cubicBezTo>
                <a:cubicBezTo>
                  <a:pt x="2066" y="108"/>
                  <a:pt x="2066" y="108"/>
                  <a:pt x="2066" y="109"/>
                </a:cubicBezTo>
                <a:cubicBezTo>
                  <a:pt x="2066" y="109"/>
                  <a:pt x="2067" y="110"/>
                  <a:pt x="2067" y="110"/>
                </a:cubicBezTo>
                <a:cubicBezTo>
                  <a:pt x="2068" y="110"/>
                  <a:pt x="2068" y="111"/>
                  <a:pt x="2069" y="111"/>
                </a:cubicBezTo>
                <a:cubicBezTo>
                  <a:pt x="2070" y="112"/>
                  <a:pt x="2071" y="112"/>
                  <a:pt x="2072" y="112"/>
                </a:cubicBezTo>
                <a:cubicBezTo>
                  <a:pt x="2073" y="112"/>
                  <a:pt x="2074" y="112"/>
                  <a:pt x="2075" y="112"/>
                </a:cubicBezTo>
                <a:cubicBezTo>
                  <a:pt x="2076" y="112"/>
                  <a:pt x="2077" y="112"/>
                  <a:pt x="2078" y="112"/>
                </a:cubicBezTo>
                <a:cubicBezTo>
                  <a:pt x="2079" y="112"/>
                  <a:pt x="2080" y="112"/>
                  <a:pt x="2080" y="111"/>
                </a:cubicBezTo>
                <a:cubicBezTo>
                  <a:pt x="2081" y="111"/>
                  <a:pt x="2081" y="110"/>
                  <a:pt x="2082" y="110"/>
                </a:cubicBezTo>
                <a:cubicBezTo>
                  <a:pt x="2082" y="110"/>
                  <a:pt x="2082" y="109"/>
                  <a:pt x="2082" y="109"/>
                </a:cubicBezTo>
                <a:cubicBezTo>
                  <a:pt x="2082" y="108"/>
                  <a:pt x="2081" y="108"/>
                  <a:pt x="2081" y="107"/>
                </a:cubicBezTo>
                <a:cubicBezTo>
                  <a:pt x="2080" y="107"/>
                  <a:pt x="2080" y="106"/>
                  <a:pt x="2079" y="106"/>
                </a:cubicBezTo>
                <a:cubicBezTo>
                  <a:pt x="2078" y="106"/>
                  <a:pt x="2077" y="105"/>
                  <a:pt x="2076" y="105"/>
                </a:cubicBezTo>
                <a:cubicBezTo>
                  <a:pt x="2075" y="105"/>
                  <a:pt x="2074" y="105"/>
                  <a:pt x="2073" y="105"/>
                </a:cubicBezTo>
                <a:cubicBezTo>
                  <a:pt x="2072" y="105"/>
                  <a:pt x="2071" y="105"/>
                  <a:pt x="2070" y="105"/>
                </a:cubicBezTo>
                <a:close/>
                <a:moveTo>
                  <a:pt x="1562" y="105"/>
                </a:moveTo>
                <a:cubicBezTo>
                  <a:pt x="1561" y="105"/>
                  <a:pt x="1560" y="106"/>
                  <a:pt x="1559" y="106"/>
                </a:cubicBezTo>
                <a:cubicBezTo>
                  <a:pt x="1559" y="106"/>
                  <a:pt x="1558" y="107"/>
                  <a:pt x="1558" y="107"/>
                </a:cubicBezTo>
                <a:cubicBezTo>
                  <a:pt x="1557" y="108"/>
                  <a:pt x="1557" y="108"/>
                  <a:pt x="1557" y="109"/>
                </a:cubicBezTo>
                <a:cubicBezTo>
                  <a:pt x="1557" y="109"/>
                  <a:pt x="1557" y="110"/>
                  <a:pt x="1558" y="110"/>
                </a:cubicBezTo>
                <a:cubicBezTo>
                  <a:pt x="1558" y="110"/>
                  <a:pt x="1559" y="111"/>
                  <a:pt x="1560" y="111"/>
                </a:cubicBezTo>
                <a:cubicBezTo>
                  <a:pt x="1560" y="112"/>
                  <a:pt x="1561" y="112"/>
                  <a:pt x="1562" y="112"/>
                </a:cubicBezTo>
                <a:cubicBezTo>
                  <a:pt x="1563" y="112"/>
                  <a:pt x="1564" y="112"/>
                  <a:pt x="1565" y="112"/>
                </a:cubicBezTo>
                <a:cubicBezTo>
                  <a:pt x="1566" y="112"/>
                  <a:pt x="1567" y="112"/>
                  <a:pt x="1568" y="112"/>
                </a:cubicBezTo>
                <a:cubicBezTo>
                  <a:pt x="1569" y="112"/>
                  <a:pt x="1570" y="112"/>
                  <a:pt x="1571" y="111"/>
                </a:cubicBezTo>
                <a:cubicBezTo>
                  <a:pt x="1571" y="111"/>
                  <a:pt x="1572" y="110"/>
                  <a:pt x="1572" y="110"/>
                </a:cubicBezTo>
                <a:cubicBezTo>
                  <a:pt x="1573" y="110"/>
                  <a:pt x="1573" y="109"/>
                  <a:pt x="1573" y="109"/>
                </a:cubicBezTo>
                <a:cubicBezTo>
                  <a:pt x="1573" y="108"/>
                  <a:pt x="1573" y="108"/>
                  <a:pt x="1572" y="107"/>
                </a:cubicBezTo>
                <a:cubicBezTo>
                  <a:pt x="1572" y="107"/>
                  <a:pt x="1571" y="106"/>
                  <a:pt x="1570" y="106"/>
                </a:cubicBezTo>
                <a:cubicBezTo>
                  <a:pt x="1570" y="106"/>
                  <a:pt x="1569" y="105"/>
                  <a:pt x="1568" y="105"/>
                </a:cubicBezTo>
                <a:cubicBezTo>
                  <a:pt x="1567" y="105"/>
                  <a:pt x="1566" y="105"/>
                  <a:pt x="1565" y="105"/>
                </a:cubicBezTo>
                <a:cubicBezTo>
                  <a:pt x="1564" y="105"/>
                  <a:pt x="1563" y="105"/>
                  <a:pt x="1562" y="105"/>
                </a:cubicBezTo>
                <a:close/>
                <a:moveTo>
                  <a:pt x="2226" y="105"/>
                </a:moveTo>
                <a:cubicBezTo>
                  <a:pt x="2226" y="105"/>
                  <a:pt x="2225" y="106"/>
                  <a:pt x="2224" y="106"/>
                </a:cubicBezTo>
                <a:cubicBezTo>
                  <a:pt x="2224" y="106"/>
                  <a:pt x="2223" y="107"/>
                  <a:pt x="2223" y="107"/>
                </a:cubicBezTo>
                <a:cubicBezTo>
                  <a:pt x="2223" y="108"/>
                  <a:pt x="2223" y="108"/>
                  <a:pt x="2223" y="109"/>
                </a:cubicBezTo>
                <a:cubicBezTo>
                  <a:pt x="2223" y="109"/>
                  <a:pt x="2223" y="110"/>
                  <a:pt x="2224" y="110"/>
                </a:cubicBezTo>
                <a:cubicBezTo>
                  <a:pt x="2224" y="110"/>
                  <a:pt x="2225" y="111"/>
                  <a:pt x="2226" y="111"/>
                </a:cubicBezTo>
                <a:cubicBezTo>
                  <a:pt x="2227" y="112"/>
                  <a:pt x="2228" y="112"/>
                  <a:pt x="2229" y="112"/>
                </a:cubicBezTo>
                <a:cubicBezTo>
                  <a:pt x="2229" y="112"/>
                  <a:pt x="2231" y="112"/>
                  <a:pt x="2232" y="112"/>
                </a:cubicBezTo>
                <a:cubicBezTo>
                  <a:pt x="2233" y="112"/>
                  <a:pt x="2234" y="112"/>
                  <a:pt x="2235" y="112"/>
                </a:cubicBezTo>
                <a:cubicBezTo>
                  <a:pt x="2235" y="112"/>
                  <a:pt x="2236" y="112"/>
                  <a:pt x="2237" y="111"/>
                </a:cubicBezTo>
                <a:cubicBezTo>
                  <a:pt x="2237" y="111"/>
                  <a:pt x="2238" y="110"/>
                  <a:pt x="2238" y="110"/>
                </a:cubicBezTo>
                <a:cubicBezTo>
                  <a:pt x="2238" y="110"/>
                  <a:pt x="2238" y="109"/>
                  <a:pt x="2238" y="109"/>
                </a:cubicBezTo>
                <a:cubicBezTo>
                  <a:pt x="2238" y="108"/>
                  <a:pt x="2238" y="108"/>
                  <a:pt x="2237" y="107"/>
                </a:cubicBezTo>
                <a:cubicBezTo>
                  <a:pt x="2237" y="107"/>
                  <a:pt x="2236" y="106"/>
                  <a:pt x="2235" y="106"/>
                </a:cubicBezTo>
                <a:cubicBezTo>
                  <a:pt x="2234" y="106"/>
                  <a:pt x="2233" y="105"/>
                  <a:pt x="2232" y="105"/>
                </a:cubicBezTo>
                <a:cubicBezTo>
                  <a:pt x="2232" y="105"/>
                  <a:pt x="2230" y="105"/>
                  <a:pt x="2229" y="105"/>
                </a:cubicBezTo>
                <a:cubicBezTo>
                  <a:pt x="2228" y="105"/>
                  <a:pt x="2227" y="105"/>
                  <a:pt x="2226" y="105"/>
                </a:cubicBezTo>
                <a:close/>
                <a:moveTo>
                  <a:pt x="2109" y="105"/>
                </a:moveTo>
                <a:cubicBezTo>
                  <a:pt x="2108" y="105"/>
                  <a:pt x="2107" y="106"/>
                  <a:pt x="2107" y="106"/>
                </a:cubicBezTo>
                <a:cubicBezTo>
                  <a:pt x="2106" y="106"/>
                  <a:pt x="2106" y="107"/>
                  <a:pt x="2105" y="107"/>
                </a:cubicBezTo>
                <a:cubicBezTo>
                  <a:pt x="2105" y="108"/>
                  <a:pt x="2105" y="108"/>
                  <a:pt x="2105" y="109"/>
                </a:cubicBezTo>
                <a:cubicBezTo>
                  <a:pt x="2105" y="109"/>
                  <a:pt x="2106" y="110"/>
                  <a:pt x="2106" y="110"/>
                </a:cubicBezTo>
                <a:cubicBezTo>
                  <a:pt x="2107" y="110"/>
                  <a:pt x="2107" y="111"/>
                  <a:pt x="2108" y="111"/>
                </a:cubicBezTo>
                <a:cubicBezTo>
                  <a:pt x="2109" y="112"/>
                  <a:pt x="2110" y="112"/>
                  <a:pt x="2111" y="112"/>
                </a:cubicBezTo>
                <a:cubicBezTo>
                  <a:pt x="2112" y="112"/>
                  <a:pt x="2113" y="112"/>
                  <a:pt x="2114" y="112"/>
                </a:cubicBezTo>
                <a:cubicBezTo>
                  <a:pt x="2115" y="112"/>
                  <a:pt x="2116" y="112"/>
                  <a:pt x="2117" y="112"/>
                </a:cubicBezTo>
                <a:cubicBezTo>
                  <a:pt x="2118" y="112"/>
                  <a:pt x="2119" y="112"/>
                  <a:pt x="2119" y="111"/>
                </a:cubicBezTo>
                <a:cubicBezTo>
                  <a:pt x="2120" y="111"/>
                  <a:pt x="2120" y="110"/>
                  <a:pt x="2121" y="110"/>
                </a:cubicBezTo>
                <a:cubicBezTo>
                  <a:pt x="2121" y="110"/>
                  <a:pt x="2121" y="109"/>
                  <a:pt x="2121" y="109"/>
                </a:cubicBezTo>
                <a:cubicBezTo>
                  <a:pt x="2121" y="108"/>
                  <a:pt x="2120" y="108"/>
                  <a:pt x="2120" y="107"/>
                </a:cubicBezTo>
                <a:cubicBezTo>
                  <a:pt x="2119" y="107"/>
                  <a:pt x="2119" y="106"/>
                  <a:pt x="2118" y="106"/>
                </a:cubicBezTo>
                <a:cubicBezTo>
                  <a:pt x="2117" y="106"/>
                  <a:pt x="2116" y="105"/>
                  <a:pt x="2115" y="105"/>
                </a:cubicBezTo>
                <a:cubicBezTo>
                  <a:pt x="2114" y="105"/>
                  <a:pt x="2113" y="105"/>
                  <a:pt x="2112" y="105"/>
                </a:cubicBezTo>
                <a:cubicBezTo>
                  <a:pt x="2111" y="105"/>
                  <a:pt x="2110" y="105"/>
                  <a:pt x="2109" y="105"/>
                </a:cubicBezTo>
                <a:close/>
                <a:moveTo>
                  <a:pt x="1992" y="105"/>
                </a:moveTo>
                <a:cubicBezTo>
                  <a:pt x="1991" y="105"/>
                  <a:pt x="1990" y="106"/>
                  <a:pt x="1989" y="106"/>
                </a:cubicBezTo>
                <a:cubicBezTo>
                  <a:pt x="1989" y="106"/>
                  <a:pt x="1988" y="107"/>
                  <a:pt x="1988" y="107"/>
                </a:cubicBezTo>
                <a:cubicBezTo>
                  <a:pt x="1988" y="108"/>
                  <a:pt x="1988" y="108"/>
                  <a:pt x="1988" y="109"/>
                </a:cubicBezTo>
                <a:cubicBezTo>
                  <a:pt x="1988" y="109"/>
                  <a:pt x="1988" y="110"/>
                  <a:pt x="1989" y="110"/>
                </a:cubicBezTo>
                <a:cubicBezTo>
                  <a:pt x="1989" y="110"/>
                  <a:pt x="1990" y="111"/>
                  <a:pt x="1991" y="111"/>
                </a:cubicBezTo>
                <a:cubicBezTo>
                  <a:pt x="1991" y="112"/>
                  <a:pt x="1992" y="112"/>
                  <a:pt x="1993" y="112"/>
                </a:cubicBezTo>
                <a:cubicBezTo>
                  <a:pt x="1994" y="112"/>
                  <a:pt x="1995" y="112"/>
                  <a:pt x="1996" y="112"/>
                </a:cubicBezTo>
                <a:cubicBezTo>
                  <a:pt x="1998" y="112"/>
                  <a:pt x="1999" y="112"/>
                  <a:pt x="1999" y="112"/>
                </a:cubicBezTo>
                <a:cubicBezTo>
                  <a:pt x="2000" y="112"/>
                  <a:pt x="2001" y="112"/>
                  <a:pt x="2002" y="111"/>
                </a:cubicBezTo>
                <a:cubicBezTo>
                  <a:pt x="2002" y="111"/>
                  <a:pt x="2003" y="110"/>
                  <a:pt x="2003" y="110"/>
                </a:cubicBezTo>
                <a:cubicBezTo>
                  <a:pt x="2003" y="110"/>
                  <a:pt x="2004" y="109"/>
                  <a:pt x="2003" y="109"/>
                </a:cubicBezTo>
                <a:cubicBezTo>
                  <a:pt x="2003" y="108"/>
                  <a:pt x="2003" y="108"/>
                  <a:pt x="2002" y="107"/>
                </a:cubicBezTo>
                <a:cubicBezTo>
                  <a:pt x="2002" y="107"/>
                  <a:pt x="2001" y="106"/>
                  <a:pt x="2001" y="106"/>
                </a:cubicBezTo>
                <a:cubicBezTo>
                  <a:pt x="2000" y="106"/>
                  <a:pt x="1999" y="105"/>
                  <a:pt x="1998" y="105"/>
                </a:cubicBezTo>
                <a:cubicBezTo>
                  <a:pt x="1997" y="105"/>
                  <a:pt x="1996" y="105"/>
                  <a:pt x="1995" y="105"/>
                </a:cubicBezTo>
                <a:cubicBezTo>
                  <a:pt x="1994" y="105"/>
                  <a:pt x="1993" y="105"/>
                  <a:pt x="1992" y="105"/>
                </a:cubicBezTo>
                <a:close/>
                <a:moveTo>
                  <a:pt x="1757" y="105"/>
                </a:moveTo>
                <a:cubicBezTo>
                  <a:pt x="1756" y="105"/>
                  <a:pt x="1755" y="106"/>
                  <a:pt x="1755" y="106"/>
                </a:cubicBezTo>
                <a:cubicBezTo>
                  <a:pt x="1754" y="106"/>
                  <a:pt x="1754" y="107"/>
                  <a:pt x="1753" y="107"/>
                </a:cubicBezTo>
                <a:cubicBezTo>
                  <a:pt x="1753" y="108"/>
                  <a:pt x="1753" y="108"/>
                  <a:pt x="1753" y="109"/>
                </a:cubicBezTo>
                <a:cubicBezTo>
                  <a:pt x="1753" y="109"/>
                  <a:pt x="1753" y="110"/>
                  <a:pt x="1754" y="110"/>
                </a:cubicBezTo>
                <a:cubicBezTo>
                  <a:pt x="1754" y="110"/>
                  <a:pt x="1755" y="111"/>
                  <a:pt x="1756" y="111"/>
                </a:cubicBezTo>
                <a:cubicBezTo>
                  <a:pt x="1756" y="112"/>
                  <a:pt x="1757" y="112"/>
                  <a:pt x="1758" y="112"/>
                </a:cubicBezTo>
                <a:cubicBezTo>
                  <a:pt x="1759" y="112"/>
                  <a:pt x="1760" y="112"/>
                  <a:pt x="1761" y="112"/>
                </a:cubicBezTo>
                <a:cubicBezTo>
                  <a:pt x="1762" y="112"/>
                  <a:pt x="1763" y="112"/>
                  <a:pt x="1764" y="112"/>
                </a:cubicBezTo>
                <a:cubicBezTo>
                  <a:pt x="1765" y="112"/>
                  <a:pt x="1766" y="112"/>
                  <a:pt x="1767" y="111"/>
                </a:cubicBezTo>
                <a:cubicBezTo>
                  <a:pt x="1767" y="111"/>
                  <a:pt x="1768" y="110"/>
                  <a:pt x="1768" y="110"/>
                </a:cubicBezTo>
                <a:cubicBezTo>
                  <a:pt x="1769" y="110"/>
                  <a:pt x="1769" y="109"/>
                  <a:pt x="1769" y="109"/>
                </a:cubicBezTo>
                <a:cubicBezTo>
                  <a:pt x="1769" y="108"/>
                  <a:pt x="1768" y="108"/>
                  <a:pt x="1768" y="107"/>
                </a:cubicBezTo>
                <a:cubicBezTo>
                  <a:pt x="1767" y="107"/>
                  <a:pt x="1767" y="106"/>
                  <a:pt x="1766" y="106"/>
                </a:cubicBezTo>
                <a:cubicBezTo>
                  <a:pt x="1765" y="106"/>
                  <a:pt x="1764" y="105"/>
                  <a:pt x="1763" y="105"/>
                </a:cubicBezTo>
                <a:cubicBezTo>
                  <a:pt x="1762" y="105"/>
                  <a:pt x="1761" y="105"/>
                  <a:pt x="1760" y="105"/>
                </a:cubicBezTo>
                <a:cubicBezTo>
                  <a:pt x="1759" y="105"/>
                  <a:pt x="1758" y="105"/>
                  <a:pt x="1757" y="105"/>
                </a:cubicBezTo>
                <a:close/>
                <a:moveTo>
                  <a:pt x="2266" y="105"/>
                </a:moveTo>
                <a:cubicBezTo>
                  <a:pt x="2265" y="105"/>
                  <a:pt x="2264" y="106"/>
                  <a:pt x="2263" y="106"/>
                </a:cubicBezTo>
                <a:cubicBezTo>
                  <a:pt x="2263" y="106"/>
                  <a:pt x="2262" y="107"/>
                  <a:pt x="2262" y="107"/>
                </a:cubicBezTo>
                <a:cubicBezTo>
                  <a:pt x="2262" y="108"/>
                  <a:pt x="2262" y="108"/>
                  <a:pt x="2262" y="109"/>
                </a:cubicBezTo>
                <a:cubicBezTo>
                  <a:pt x="2262" y="109"/>
                  <a:pt x="2262" y="110"/>
                  <a:pt x="2263" y="110"/>
                </a:cubicBezTo>
                <a:cubicBezTo>
                  <a:pt x="2263" y="110"/>
                  <a:pt x="2264" y="111"/>
                  <a:pt x="2265" y="111"/>
                </a:cubicBezTo>
                <a:cubicBezTo>
                  <a:pt x="2266" y="112"/>
                  <a:pt x="2267" y="112"/>
                  <a:pt x="2268" y="112"/>
                </a:cubicBezTo>
                <a:cubicBezTo>
                  <a:pt x="2269" y="112"/>
                  <a:pt x="2270" y="112"/>
                  <a:pt x="2271" y="112"/>
                </a:cubicBezTo>
                <a:cubicBezTo>
                  <a:pt x="2272" y="112"/>
                  <a:pt x="2273" y="112"/>
                  <a:pt x="2274" y="112"/>
                </a:cubicBezTo>
                <a:cubicBezTo>
                  <a:pt x="2275" y="112"/>
                  <a:pt x="2275" y="112"/>
                  <a:pt x="2276" y="111"/>
                </a:cubicBezTo>
                <a:cubicBezTo>
                  <a:pt x="2277" y="111"/>
                  <a:pt x="2277" y="110"/>
                  <a:pt x="2277" y="110"/>
                </a:cubicBezTo>
                <a:cubicBezTo>
                  <a:pt x="2278" y="110"/>
                  <a:pt x="2278" y="109"/>
                  <a:pt x="2277" y="109"/>
                </a:cubicBezTo>
                <a:cubicBezTo>
                  <a:pt x="2277" y="108"/>
                  <a:pt x="2277" y="108"/>
                  <a:pt x="2276" y="107"/>
                </a:cubicBezTo>
                <a:cubicBezTo>
                  <a:pt x="2276" y="107"/>
                  <a:pt x="2275" y="106"/>
                  <a:pt x="2274" y="106"/>
                </a:cubicBezTo>
                <a:cubicBezTo>
                  <a:pt x="2274" y="106"/>
                  <a:pt x="2273" y="105"/>
                  <a:pt x="2272" y="105"/>
                </a:cubicBezTo>
                <a:cubicBezTo>
                  <a:pt x="2271" y="105"/>
                  <a:pt x="2270" y="105"/>
                  <a:pt x="2268" y="105"/>
                </a:cubicBezTo>
                <a:cubicBezTo>
                  <a:pt x="2267" y="105"/>
                  <a:pt x="2266" y="105"/>
                  <a:pt x="2266" y="105"/>
                </a:cubicBezTo>
                <a:close/>
                <a:moveTo>
                  <a:pt x="1874" y="105"/>
                </a:moveTo>
                <a:cubicBezTo>
                  <a:pt x="1874" y="105"/>
                  <a:pt x="1873" y="106"/>
                  <a:pt x="1872" y="106"/>
                </a:cubicBezTo>
                <a:cubicBezTo>
                  <a:pt x="1871" y="106"/>
                  <a:pt x="1871" y="107"/>
                  <a:pt x="1871" y="107"/>
                </a:cubicBezTo>
                <a:cubicBezTo>
                  <a:pt x="1870" y="108"/>
                  <a:pt x="1870" y="108"/>
                  <a:pt x="1870" y="109"/>
                </a:cubicBezTo>
                <a:cubicBezTo>
                  <a:pt x="1870" y="109"/>
                  <a:pt x="1871" y="110"/>
                  <a:pt x="1871" y="110"/>
                </a:cubicBezTo>
                <a:cubicBezTo>
                  <a:pt x="1872" y="110"/>
                  <a:pt x="1872" y="111"/>
                  <a:pt x="1873" y="111"/>
                </a:cubicBezTo>
                <a:cubicBezTo>
                  <a:pt x="1874" y="112"/>
                  <a:pt x="1875" y="112"/>
                  <a:pt x="1876" y="112"/>
                </a:cubicBezTo>
                <a:cubicBezTo>
                  <a:pt x="1877" y="112"/>
                  <a:pt x="1878" y="112"/>
                  <a:pt x="1879" y="112"/>
                </a:cubicBezTo>
                <a:cubicBezTo>
                  <a:pt x="1880" y="112"/>
                  <a:pt x="1881" y="112"/>
                  <a:pt x="1882" y="112"/>
                </a:cubicBezTo>
                <a:cubicBezTo>
                  <a:pt x="1883" y="112"/>
                  <a:pt x="1884" y="112"/>
                  <a:pt x="1884" y="111"/>
                </a:cubicBezTo>
                <a:cubicBezTo>
                  <a:pt x="1885" y="111"/>
                  <a:pt x="1885" y="110"/>
                  <a:pt x="1886" y="110"/>
                </a:cubicBezTo>
                <a:cubicBezTo>
                  <a:pt x="1886" y="110"/>
                  <a:pt x="1886" y="109"/>
                  <a:pt x="1886" y="109"/>
                </a:cubicBezTo>
                <a:cubicBezTo>
                  <a:pt x="1886" y="108"/>
                  <a:pt x="1886" y="108"/>
                  <a:pt x="1885" y="107"/>
                </a:cubicBezTo>
                <a:cubicBezTo>
                  <a:pt x="1885" y="107"/>
                  <a:pt x="1884" y="106"/>
                  <a:pt x="1883" y="106"/>
                </a:cubicBezTo>
                <a:cubicBezTo>
                  <a:pt x="1882" y="106"/>
                  <a:pt x="1882" y="105"/>
                  <a:pt x="1881" y="105"/>
                </a:cubicBezTo>
                <a:cubicBezTo>
                  <a:pt x="1880" y="105"/>
                  <a:pt x="1879" y="105"/>
                  <a:pt x="1877" y="105"/>
                </a:cubicBezTo>
                <a:cubicBezTo>
                  <a:pt x="1876" y="105"/>
                  <a:pt x="1875" y="105"/>
                  <a:pt x="1874" y="105"/>
                </a:cubicBezTo>
                <a:close/>
                <a:moveTo>
                  <a:pt x="2148" y="105"/>
                </a:moveTo>
                <a:cubicBezTo>
                  <a:pt x="2147" y="105"/>
                  <a:pt x="2147" y="106"/>
                  <a:pt x="2146" y="106"/>
                </a:cubicBezTo>
                <a:cubicBezTo>
                  <a:pt x="2145" y="106"/>
                  <a:pt x="2145" y="107"/>
                  <a:pt x="2145" y="107"/>
                </a:cubicBezTo>
                <a:cubicBezTo>
                  <a:pt x="2144" y="108"/>
                  <a:pt x="2144" y="108"/>
                  <a:pt x="2144" y="109"/>
                </a:cubicBezTo>
                <a:cubicBezTo>
                  <a:pt x="2145" y="109"/>
                  <a:pt x="2145" y="110"/>
                  <a:pt x="2145" y="110"/>
                </a:cubicBezTo>
                <a:cubicBezTo>
                  <a:pt x="2146" y="110"/>
                  <a:pt x="2147" y="111"/>
                  <a:pt x="2147" y="111"/>
                </a:cubicBezTo>
                <a:cubicBezTo>
                  <a:pt x="2148" y="112"/>
                  <a:pt x="2149" y="112"/>
                  <a:pt x="2150" y="112"/>
                </a:cubicBezTo>
                <a:cubicBezTo>
                  <a:pt x="2151" y="112"/>
                  <a:pt x="2152" y="112"/>
                  <a:pt x="2153" y="112"/>
                </a:cubicBezTo>
                <a:cubicBezTo>
                  <a:pt x="2154" y="112"/>
                  <a:pt x="2155" y="112"/>
                  <a:pt x="2156" y="112"/>
                </a:cubicBezTo>
                <a:cubicBezTo>
                  <a:pt x="2157" y="112"/>
                  <a:pt x="2158" y="112"/>
                  <a:pt x="2159" y="111"/>
                </a:cubicBezTo>
                <a:cubicBezTo>
                  <a:pt x="2159" y="111"/>
                  <a:pt x="2160" y="110"/>
                  <a:pt x="2160" y="110"/>
                </a:cubicBezTo>
                <a:cubicBezTo>
                  <a:pt x="2160" y="110"/>
                  <a:pt x="2160" y="109"/>
                  <a:pt x="2160" y="109"/>
                </a:cubicBezTo>
                <a:cubicBezTo>
                  <a:pt x="2160" y="108"/>
                  <a:pt x="2160" y="108"/>
                  <a:pt x="2159" y="107"/>
                </a:cubicBezTo>
                <a:cubicBezTo>
                  <a:pt x="2159" y="107"/>
                  <a:pt x="2158" y="106"/>
                  <a:pt x="2157" y="106"/>
                </a:cubicBezTo>
                <a:cubicBezTo>
                  <a:pt x="2156" y="106"/>
                  <a:pt x="2155" y="105"/>
                  <a:pt x="2154" y="105"/>
                </a:cubicBezTo>
                <a:cubicBezTo>
                  <a:pt x="2153" y="105"/>
                  <a:pt x="2152" y="105"/>
                  <a:pt x="2151" y="105"/>
                </a:cubicBezTo>
                <a:cubicBezTo>
                  <a:pt x="2150" y="105"/>
                  <a:pt x="2149" y="105"/>
                  <a:pt x="2148" y="105"/>
                </a:cubicBezTo>
                <a:close/>
                <a:moveTo>
                  <a:pt x="2305" y="105"/>
                </a:moveTo>
                <a:cubicBezTo>
                  <a:pt x="2304" y="105"/>
                  <a:pt x="2303" y="106"/>
                  <a:pt x="2302" y="106"/>
                </a:cubicBezTo>
                <a:cubicBezTo>
                  <a:pt x="2302" y="106"/>
                  <a:pt x="2301" y="107"/>
                  <a:pt x="2301" y="107"/>
                </a:cubicBezTo>
                <a:cubicBezTo>
                  <a:pt x="2301" y="108"/>
                  <a:pt x="2301" y="108"/>
                  <a:pt x="2301" y="109"/>
                </a:cubicBezTo>
                <a:cubicBezTo>
                  <a:pt x="2301" y="109"/>
                  <a:pt x="2302" y="110"/>
                  <a:pt x="2302" y="110"/>
                </a:cubicBezTo>
                <a:cubicBezTo>
                  <a:pt x="2303" y="110"/>
                  <a:pt x="2303" y="111"/>
                  <a:pt x="2304" y="111"/>
                </a:cubicBezTo>
                <a:cubicBezTo>
                  <a:pt x="2305" y="112"/>
                  <a:pt x="2306" y="112"/>
                  <a:pt x="2307" y="112"/>
                </a:cubicBezTo>
                <a:cubicBezTo>
                  <a:pt x="2308" y="112"/>
                  <a:pt x="2309" y="112"/>
                  <a:pt x="2310" y="112"/>
                </a:cubicBezTo>
                <a:cubicBezTo>
                  <a:pt x="2311" y="112"/>
                  <a:pt x="2312" y="112"/>
                  <a:pt x="2313" y="112"/>
                </a:cubicBezTo>
                <a:cubicBezTo>
                  <a:pt x="2314" y="112"/>
                  <a:pt x="2315" y="112"/>
                  <a:pt x="2315" y="111"/>
                </a:cubicBezTo>
                <a:cubicBezTo>
                  <a:pt x="2316" y="111"/>
                  <a:pt x="2316" y="110"/>
                  <a:pt x="2317" y="110"/>
                </a:cubicBezTo>
                <a:cubicBezTo>
                  <a:pt x="2317" y="110"/>
                  <a:pt x="2317" y="109"/>
                  <a:pt x="2317" y="109"/>
                </a:cubicBezTo>
                <a:cubicBezTo>
                  <a:pt x="2316" y="108"/>
                  <a:pt x="2316" y="108"/>
                  <a:pt x="2316" y="107"/>
                </a:cubicBezTo>
                <a:cubicBezTo>
                  <a:pt x="2315" y="107"/>
                  <a:pt x="2314" y="106"/>
                  <a:pt x="2313" y="106"/>
                </a:cubicBezTo>
                <a:cubicBezTo>
                  <a:pt x="2313" y="106"/>
                  <a:pt x="2312" y="105"/>
                  <a:pt x="2311" y="105"/>
                </a:cubicBezTo>
                <a:cubicBezTo>
                  <a:pt x="2310" y="105"/>
                  <a:pt x="2309" y="105"/>
                  <a:pt x="2308" y="105"/>
                </a:cubicBezTo>
                <a:cubicBezTo>
                  <a:pt x="2307" y="105"/>
                  <a:pt x="2306" y="105"/>
                  <a:pt x="2305" y="105"/>
                </a:cubicBezTo>
                <a:close/>
                <a:moveTo>
                  <a:pt x="1640" y="105"/>
                </a:moveTo>
                <a:cubicBezTo>
                  <a:pt x="1639" y="105"/>
                  <a:pt x="1638" y="106"/>
                  <a:pt x="1637" y="106"/>
                </a:cubicBezTo>
                <a:cubicBezTo>
                  <a:pt x="1637" y="106"/>
                  <a:pt x="1636" y="107"/>
                  <a:pt x="1636" y="107"/>
                </a:cubicBezTo>
                <a:cubicBezTo>
                  <a:pt x="1636" y="108"/>
                  <a:pt x="1635" y="108"/>
                  <a:pt x="1635" y="109"/>
                </a:cubicBezTo>
                <a:cubicBezTo>
                  <a:pt x="1636" y="109"/>
                  <a:pt x="1636" y="110"/>
                  <a:pt x="1636" y="110"/>
                </a:cubicBezTo>
                <a:cubicBezTo>
                  <a:pt x="1637" y="110"/>
                  <a:pt x="1637" y="111"/>
                  <a:pt x="1638" y="111"/>
                </a:cubicBezTo>
                <a:cubicBezTo>
                  <a:pt x="1639" y="112"/>
                  <a:pt x="1640" y="112"/>
                  <a:pt x="1641" y="112"/>
                </a:cubicBezTo>
                <a:cubicBezTo>
                  <a:pt x="1642" y="112"/>
                  <a:pt x="1643" y="112"/>
                  <a:pt x="1644" y="112"/>
                </a:cubicBezTo>
                <a:cubicBezTo>
                  <a:pt x="1645" y="112"/>
                  <a:pt x="1646" y="112"/>
                  <a:pt x="1647" y="112"/>
                </a:cubicBezTo>
                <a:cubicBezTo>
                  <a:pt x="1648" y="112"/>
                  <a:pt x="1649" y="112"/>
                  <a:pt x="1649" y="111"/>
                </a:cubicBezTo>
                <a:cubicBezTo>
                  <a:pt x="1650" y="111"/>
                  <a:pt x="1650" y="110"/>
                  <a:pt x="1651" y="110"/>
                </a:cubicBezTo>
                <a:cubicBezTo>
                  <a:pt x="1651" y="110"/>
                  <a:pt x="1651" y="109"/>
                  <a:pt x="1651" y="109"/>
                </a:cubicBezTo>
                <a:cubicBezTo>
                  <a:pt x="1651" y="108"/>
                  <a:pt x="1651" y="108"/>
                  <a:pt x="1650" y="107"/>
                </a:cubicBezTo>
                <a:cubicBezTo>
                  <a:pt x="1650" y="107"/>
                  <a:pt x="1649" y="106"/>
                  <a:pt x="1649" y="106"/>
                </a:cubicBezTo>
                <a:cubicBezTo>
                  <a:pt x="1648" y="106"/>
                  <a:pt x="1647" y="105"/>
                  <a:pt x="1646" y="105"/>
                </a:cubicBezTo>
                <a:cubicBezTo>
                  <a:pt x="1645" y="105"/>
                  <a:pt x="1644" y="105"/>
                  <a:pt x="1643" y="105"/>
                </a:cubicBezTo>
                <a:cubicBezTo>
                  <a:pt x="1642" y="105"/>
                  <a:pt x="1641" y="105"/>
                  <a:pt x="1640" y="105"/>
                </a:cubicBezTo>
                <a:close/>
                <a:moveTo>
                  <a:pt x="1835" y="105"/>
                </a:moveTo>
                <a:cubicBezTo>
                  <a:pt x="1834" y="105"/>
                  <a:pt x="1834" y="106"/>
                  <a:pt x="1833" y="106"/>
                </a:cubicBezTo>
                <a:cubicBezTo>
                  <a:pt x="1832" y="106"/>
                  <a:pt x="1832" y="107"/>
                  <a:pt x="1832" y="107"/>
                </a:cubicBezTo>
                <a:cubicBezTo>
                  <a:pt x="1831" y="108"/>
                  <a:pt x="1831" y="108"/>
                  <a:pt x="1831" y="109"/>
                </a:cubicBezTo>
                <a:cubicBezTo>
                  <a:pt x="1831" y="109"/>
                  <a:pt x="1832" y="110"/>
                  <a:pt x="1832" y="110"/>
                </a:cubicBezTo>
                <a:cubicBezTo>
                  <a:pt x="1833" y="110"/>
                  <a:pt x="1833" y="111"/>
                  <a:pt x="1834" y="111"/>
                </a:cubicBezTo>
                <a:cubicBezTo>
                  <a:pt x="1835" y="112"/>
                  <a:pt x="1836" y="112"/>
                  <a:pt x="1837" y="112"/>
                </a:cubicBezTo>
                <a:cubicBezTo>
                  <a:pt x="1838" y="112"/>
                  <a:pt x="1839" y="112"/>
                  <a:pt x="1840" y="112"/>
                </a:cubicBezTo>
                <a:cubicBezTo>
                  <a:pt x="1841" y="112"/>
                  <a:pt x="1842" y="112"/>
                  <a:pt x="1843" y="112"/>
                </a:cubicBezTo>
                <a:cubicBezTo>
                  <a:pt x="1844" y="112"/>
                  <a:pt x="1844" y="112"/>
                  <a:pt x="1845" y="111"/>
                </a:cubicBezTo>
                <a:cubicBezTo>
                  <a:pt x="1846" y="111"/>
                  <a:pt x="1846" y="110"/>
                  <a:pt x="1847" y="110"/>
                </a:cubicBezTo>
                <a:cubicBezTo>
                  <a:pt x="1847" y="110"/>
                  <a:pt x="1847" y="109"/>
                  <a:pt x="1847" y="109"/>
                </a:cubicBezTo>
                <a:cubicBezTo>
                  <a:pt x="1847" y="108"/>
                  <a:pt x="1846" y="108"/>
                  <a:pt x="1846" y="107"/>
                </a:cubicBezTo>
                <a:cubicBezTo>
                  <a:pt x="1846" y="107"/>
                  <a:pt x="1845" y="106"/>
                  <a:pt x="1844" y="106"/>
                </a:cubicBezTo>
                <a:cubicBezTo>
                  <a:pt x="1843" y="106"/>
                  <a:pt x="1842" y="105"/>
                  <a:pt x="1841" y="105"/>
                </a:cubicBezTo>
                <a:cubicBezTo>
                  <a:pt x="1840" y="105"/>
                  <a:pt x="1839" y="105"/>
                  <a:pt x="1838" y="105"/>
                </a:cubicBezTo>
                <a:cubicBezTo>
                  <a:pt x="1837" y="105"/>
                  <a:pt x="1836" y="105"/>
                  <a:pt x="1835" y="105"/>
                </a:cubicBezTo>
                <a:close/>
                <a:moveTo>
                  <a:pt x="1483" y="105"/>
                </a:moveTo>
                <a:cubicBezTo>
                  <a:pt x="1482" y="105"/>
                  <a:pt x="1482" y="106"/>
                  <a:pt x="1481" y="106"/>
                </a:cubicBezTo>
                <a:cubicBezTo>
                  <a:pt x="1480" y="106"/>
                  <a:pt x="1480" y="107"/>
                  <a:pt x="1479" y="107"/>
                </a:cubicBezTo>
                <a:cubicBezTo>
                  <a:pt x="1479" y="108"/>
                  <a:pt x="1479" y="108"/>
                  <a:pt x="1479" y="109"/>
                </a:cubicBezTo>
                <a:cubicBezTo>
                  <a:pt x="1479" y="109"/>
                  <a:pt x="1479" y="110"/>
                  <a:pt x="1480" y="110"/>
                </a:cubicBezTo>
                <a:cubicBezTo>
                  <a:pt x="1480" y="110"/>
                  <a:pt x="1481" y="111"/>
                  <a:pt x="1481" y="111"/>
                </a:cubicBezTo>
                <a:cubicBezTo>
                  <a:pt x="1482" y="112"/>
                  <a:pt x="1483" y="112"/>
                  <a:pt x="1484" y="112"/>
                </a:cubicBezTo>
                <a:cubicBezTo>
                  <a:pt x="1485" y="112"/>
                  <a:pt x="1486" y="112"/>
                  <a:pt x="1487" y="112"/>
                </a:cubicBezTo>
                <a:cubicBezTo>
                  <a:pt x="1488" y="112"/>
                  <a:pt x="1489" y="112"/>
                  <a:pt x="1490" y="112"/>
                </a:cubicBezTo>
                <a:cubicBezTo>
                  <a:pt x="1491" y="112"/>
                  <a:pt x="1492" y="112"/>
                  <a:pt x="1492" y="111"/>
                </a:cubicBezTo>
                <a:cubicBezTo>
                  <a:pt x="1493" y="111"/>
                  <a:pt x="1494" y="110"/>
                  <a:pt x="1494" y="110"/>
                </a:cubicBezTo>
                <a:cubicBezTo>
                  <a:pt x="1494" y="110"/>
                  <a:pt x="1495" y="109"/>
                  <a:pt x="1495" y="109"/>
                </a:cubicBezTo>
                <a:cubicBezTo>
                  <a:pt x="1494" y="108"/>
                  <a:pt x="1494" y="108"/>
                  <a:pt x="1494" y="107"/>
                </a:cubicBezTo>
                <a:cubicBezTo>
                  <a:pt x="1493" y="107"/>
                  <a:pt x="1493" y="106"/>
                  <a:pt x="1492" y="106"/>
                </a:cubicBezTo>
                <a:cubicBezTo>
                  <a:pt x="1491" y="106"/>
                  <a:pt x="1490" y="105"/>
                  <a:pt x="1490" y="105"/>
                </a:cubicBezTo>
                <a:cubicBezTo>
                  <a:pt x="1489" y="105"/>
                  <a:pt x="1488" y="105"/>
                  <a:pt x="1486" y="105"/>
                </a:cubicBezTo>
                <a:cubicBezTo>
                  <a:pt x="1485" y="105"/>
                  <a:pt x="1484" y="105"/>
                  <a:pt x="1483" y="105"/>
                </a:cubicBezTo>
                <a:close/>
                <a:moveTo>
                  <a:pt x="2031" y="105"/>
                </a:moveTo>
                <a:cubicBezTo>
                  <a:pt x="2030" y="105"/>
                  <a:pt x="2029" y="106"/>
                  <a:pt x="2029" y="106"/>
                </a:cubicBezTo>
                <a:cubicBezTo>
                  <a:pt x="2028" y="106"/>
                  <a:pt x="2028" y="107"/>
                  <a:pt x="2027" y="107"/>
                </a:cubicBezTo>
                <a:cubicBezTo>
                  <a:pt x="2027" y="108"/>
                  <a:pt x="2027" y="108"/>
                  <a:pt x="2027" y="109"/>
                </a:cubicBezTo>
                <a:cubicBezTo>
                  <a:pt x="2027" y="109"/>
                  <a:pt x="2027" y="110"/>
                  <a:pt x="2028" y="110"/>
                </a:cubicBezTo>
                <a:cubicBezTo>
                  <a:pt x="2028" y="110"/>
                  <a:pt x="2029" y="111"/>
                  <a:pt x="2030" y="111"/>
                </a:cubicBezTo>
                <a:cubicBezTo>
                  <a:pt x="2031" y="112"/>
                  <a:pt x="2032" y="112"/>
                  <a:pt x="2033" y="112"/>
                </a:cubicBezTo>
                <a:cubicBezTo>
                  <a:pt x="2034" y="112"/>
                  <a:pt x="2035" y="112"/>
                  <a:pt x="2036" y="112"/>
                </a:cubicBezTo>
                <a:cubicBezTo>
                  <a:pt x="2037" y="112"/>
                  <a:pt x="2038" y="112"/>
                  <a:pt x="2039" y="112"/>
                </a:cubicBezTo>
                <a:cubicBezTo>
                  <a:pt x="2040" y="112"/>
                  <a:pt x="2040" y="112"/>
                  <a:pt x="2041" y="111"/>
                </a:cubicBezTo>
                <a:cubicBezTo>
                  <a:pt x="2042" y="111"/>
                  <a:pt x="2042" y="110"/>
                  <a:pt x="2042" y="110"/>
                </a:cubicBezTo>
                <a:cubicBezTo>
                  <a:pt x="2043" y="110"/>
                  <a:pt x="2043" y="109"/>
                  <a:pt x="2043" y="109"/>
                </a:cubicBezTo>
                <a:cubicBezTo>
                  <a:pt x="2042" y="108"/>
                  <a:pt x="2042" y="108"/>
                  <a:pt x="2042" y="107"/>
                </a:cubicBezTo>
                <a:cubicBezTo>
                  <a:pt x="2041" y="107"/>
                  <a:pt x="2040" y="106"/>
                  <a:pt x="2040" y="106"/>
                </a:cubicBezTo>
                <a:cubicBezTo>
                  <a:pt x="2039" y="106"/>
                  <a:pt x="2038" y="105"/>
                  <a:pt x="2037" y="105"/>
                </a:cubicBezTo>
                <a:cubicBezTo>
                  <a:pt x="2036" y="105"/>
                  <a:pt x="2035" y="105"/>
                  <a:pt x="2034" y="105"/>
                </a:cubicBezTo>
                <a:cubicBezTo>
                  <a:pt x="2033" y="105"/>
                  <a:pt x="2032" y="105"/>
                  <a:pt x="2031" y="105"/>
                </a:cubicBezTo>
                <a:close/>
                <a:moveTo>
                  <a:pt x="1796" y="105"/>
                </a:moveTo>
                <a:cubicBezTo>
                  <a:pt x="1795" y="105"/>
                  <a:pt x="1795" y="106"/>
                  <a:pt x="1794" y="106"/>
                </a:cubicBezTo>
                <a:cubicBezTo>
                  <a:pt x="1793" y="106"/>
                  <a:pt x="1793" y="107"/>
                  <a:pt x="1792" y="107"/>
                </a:cubicBezTo>
                <a:cubicBezTo>
                  <a:pt x="1792" y="108"/>
                  <a:pt x="1792" y="108"/>
                  <a:pt x="1792" y="109"/>
                </a:cubicBezTo>
                <a:cubicBezTo>
                  <a:pt x="1792" y="109"/>
                  <a:pt x="1792" y="110"/>
                  <a:pt x="1793" y="110"/>
                </a:cubicBezTo>
                <a:cubicBezTo>
                  <a:pt x="1793" y="110"/>
                  <a:pt x="1794" y="111"/>
                  <a:pt x="1795" y="111"/>
                </a:cubicBezTo>
                <a:cubicBezTo>
                  <a:pt x="1796" y="112"/>
                  <a:pt x="1796" y="112"/>
                  <a:pt x="1797" y="112"/>
                </a:cubicBezTo>
                <a:cubicBezTo>
                  <a:pt x="1798" y="112"/>
                  <a:pt x="1799" y="112"/>
                  <a:pt x="1801" y="112"/>
                </a:cubicBezTo>
                <a:cubicBezTo>
                  <a:pt x="1802" y="112"/>
                  <a:pt x="1803" y="112"/>
                  <a:pt x="1804" y="112"/>
                </a:cubicBezTo>
                <a:cubicBezTo>
                  <a:pt x="1804" y="112"/>
                  <a:pt x="1805" y="112"/>
                  <a:pt x="1806" y="111"/>
                </a:cubicBezTo>
                <a:cubicBezTo>
                  <a:pt x="1807" y="111"/>
                  <a:pt x="1807" y="110"/>
                  <a:pt x="1807" y="110"/>
                </a:cubicBezTo>
                <a:cubicBezTo>
                  <a:pt x="1808" y="110"/>
                  <a:pt x="1808" y="109"/>
                  <a:pt x="1808" y="109"/>
                </a:cubicBezTo>
                <a:cubicBezTo>
                  <a:pt x="1808" y="108"/>
                  <a:pt x="1807" y="108"/>
                  <a:pt x="1807" y="107"/>
                </a:cubicBezTo>
                <a:cubicBezTo>
                  <a:pt x="1806" y="107"/>
                  <a:pt x="1806" y="106"/>
                  <a:pt x="1805" y="106"/>
                </a:cubicBezTo>
                <a:cubicBezTo>
                  <a:pt x="1804" y="106"/>
                  <a:pt x="1803" y="105"/>
                  <a:pt x="1802" y="105"/>
                </a:cubicBezTo>
                <a:cubicBezTo>
                  <a:pt x="1801" y="105"/>
                  <a:pt x="1800" y="105"/>
                  <a:pt x="1799" y="105"/>
                </a:cubicBezTo>
                <a:cubicBezTo>
                  <a:pt x="1798" y="105"/>
                  <a:pt x="1797" y="105"/>
                  <a:pt x="1796" y="105"/>
                </a:cubicBezTo>
                <a:close/>
                <a:moveTo>
                  <a:pt x="1601" y="105"/>
                </a:moveTo>
                <a:cubicBezTo>
                  <a:pt x="1600" y="105"/>
                  <a:pt x="1599" y="106"/>
                  <a:pt x="1598" y="106"/>
                </a:cubicBezTo>
                <a:cubicBezTo>
                  <a:pt x="1598" y="106"/>
                  <a:pt x="1597" y="107"/>
                  <a:pt x="1597" y="107"/>
                </a:cubicBezTo>
                <a:cubicBezTo>
                  <a:pt x="1596" y="108"/>
                  <a:pt x="1596" y="108"/>
                  <a:pt x="1596" y="109"/>
                </a:cubicBezTo>
                <a:cubicBezTo>
                  <a:pt x="1596" y="109"/>
                  <a:pt x="1597" y="110"/>
                  <a:pt x="1597" y="110"/>
                </a:cubicBezTo>
                <a:cubicBezTo>
                  <a:pt x="1598" y="110"/>
                  <a:pt x="1598" y="111"/>
                  <a:pt x="1599" y="111"/>
                </a:cubicBezTo>
                <a:cubicBezTo>
                  <a:pt x="1600" y="112"/>
                  <a:pt x="1601" y="112"/>
                  <a:pt x="1601" y="112"/>
                </a:cubicBezTo>
                <a:cubicBezTo>
                  <a:pt x="1602" y="112"/>
                  <a:pt x="1603" y="112"/>
                  <a:pt x="1605" y="112"/>
                </a:cubicBezTo>
                <a:cubicBezTo>
                  <a:pt x="1606" y="112"/>
                  <a:pt x="1607" y="112"/>
                  <a:pt x="1608" y="112"/>
                </a:cubicBezTo>
                <a:cubicBezTo>
                  <a:pt x="1608" y="112"/>
                  <a:pt x="1609" y="112"/>
                  <a:pt x="1610" y="111"/>
                </a:cubicBezTo>
                <a:cubicBezTo>
                  <a:pt x="1611" y="111"/>
                  <a:pt x="1611" y="110"/>
                  <a:pt x="1612" y="110"/>
                </a:cubicBezTo>
                <a:cubicBezTo>
                  <a:pt x="1612" y="110"/>
                  <a:pt x="1612" y="109"/>
                  <a:pt x="1612" y="109"/>
                </a:cubicBezTo>
                <a:cubicBezTo>
                  <a:pt x="1612" y="108"/>
                  <a:pt x="1612" y="108"/>
                  <a:pt x="1611" y="107"/>
                </a:cubicBezTo>
                <a:cubicBezTo>
                  <a:pt x="1611" y="107"/>
                  <a:pt x="1610" y="106"/>
                  <a:pt x="1609" y="106"/>
                </a:cubicBezTo>
                <a:cubicBezTo>
                  <a:pt x="1609" y="106"/>
                  <a:pt x="1608" y="105"/>
                  <a:pt x="1607" y="105"/>
                </a:cubicBezTo>
                <a:cubicBezTo>
                  <a:pt x="1606" y="105"/>
                  <a:pt x="1605" y="105"/>
                  <a:pt x="1604" y="105"/>
                </a:cubicBezTo>
                <a:cubicBezTo>
                  <a:pt x="1603" y="105"/>
                  <a:pt x="1602" y="105"/>
                  <a:pt x="1601" y="105"/>
                </a:cubicBezTo>
                <a:close/>
                <a:moveTo>
                  <a:pt x="2100" y="115"/>
                </a:moveTo>
                <a:cubicBezTo>
                  <a:pt x="2099" y="115"/>
                  <a:pt x="2099" y="115"/>
                  <a:pt x="2098" y="114"/>
                </a:cubicBezTo>
                <a:cubicBezTo>
                  <a:pt x="2098" y="114"/>
                  <a:pt x="2098" y="114"/>
                  <a:pt x="2097" y="114"/>
                </a:cubicBezTo>
                <a:cubicBezTo>
                  <a:pt x="2097" y="114"/>
                  <a:pt x="2097" y="114"/>
                  <a:pt x="2096" y="114"/>
                </a:cubicBezTo>
                <a:cubicBezTo>
                  <a:pt x="2096" y="114"/>
                  <a:pt x="2095" y="114"/>
                  <a:pt x="2095" y="114"/>
                </a:cubicBezTo>
                <a:cubicBezTo>
                  <a:pt x="2095" y="114"/>
                  <a:pt x="2094" y="114"/>
                  <a:pt x="2094" y="114"/>
                </a:cubicBezTo>
                <a:cubicBezTo>
                  <a:pt x="2093" y="114"/>
                  <a:pt x="2093" y="114"/>
                  <a:pt x="2093" y="114"/>
                </a:cubicBezTo>
                <a:cubicBezTo>
                  <a:pt x="2092" y="114"/>
                  <a:pt x="2092" y="114"/>
                  <a:pt x="2092" y="114"/>
                </a:cubicBezTo>
                <a:cubicBezTo>
                  <a:pt x="2091" y="115"/>
                  <a:pt x="2091" y="115"/>
                  <a:pt x="2091" y="115"/>
                </a:cubicBezTo>
                <a:cubicBezTo>
                  <a:pt x="2089" y="115"/>
                  <a:pt x="2088" y="116"/>
                  <a:pt x="2088" y="118"/>
                </a:cubicBezTo>
                <a:cubicBezTo>
                  <a:pt x="2089" y="119"/>
                  <a:pt x="2089" y="119"/>
                  <a:pt x="2089" y="119"/>
                </a:cubicBezTo>
                <a:cubicBezTo>
                  <a:pt x="2089" y="119"/>
                  <a:pt x="2089" y="119"/>
                  <a:pt x="2090" y="119"/>
                </a:cubicBezTo>
                <a:cubicBezTo>
                  <a:pt x="2090" y="120"/>
                  <a:pt x="2090" y="120"/>
                  <a:pt x="2090" y="120"/>
                </a:cubicBezTo>
                <a:cubicBezTo>
                  <a:pt x="2091" y="120"/>
                  <a:pt x="2091" y="120"/>
                  <a:pt x="2091" y="120"/>
                </a:cubicBezTo>
                <a:cubicBezTo>
                  <a:pt x="2092" y="121"/>
                  <a:pt x="2092" y="121"/>
                  <a:pt x="2092" y="121"/>
                </a:cubicBezTo>
                <a:cubicBezTo>
                  <a:pt x="2093" y="121"/>
                  <a:pt x="2094" y="121"/>
                  <a:pt x="2095" y="121"/>
                </a:cubicBezTo>
                <a:cubicBezTo>
                  <a:pt x="2095" y="121"/>
                  <a:pt x="2096" y="121"/>
                  <a:pt x="2096" y="121"/>
                </a:cubicBezTo>
                <a:cubicBezTo>
                  <a:pt x="2096" y="121"/>
                  <a:pt x="2096" y="121"/>
                  <a:pt x="2096" y="121"/>
                </a:cubicBezTo>
                <a:cubicBezTo>
                  <a:pt x="2096" y="121"/>
                  <a:pt x="2096" y="121"/>
                  <a:pt x="2097" y="121"/>
                </a:cubicBezTo>
                <a:cubicBezTo>
                  <a:pt x="2097" y="121"/>
                  <a:pt x="2097" y="121"/>
                  <a:pt x="2097" y="121"/>
                </a:cubicBezTo>
                <a:cubicBezTo>
                  <a:pt x="2097" y="121"/>
                  <a:pt x="2097" y="121"/>
                  <a:pt x="2097" y="121"/>
                </a:cubicBezTo>
                <a:cubicBezTo>
                  <a:pt x="2097" y="121"/>
                  <a:pt x="2098" y="121"/>
                  <a:pt x="2098" y="121"/>
                </a:cubicBezTo>
                <a:cubicBezTo>
                  <a:pt x="2098" y="121"/>
                  <a:pt x="2098" y="121"/>
                  <a:pt x="2098" y="121"/>
                </a:cubicBezTo>
                <a:cubicBezTo>
                  <a:pt x="2098" y="121"/>
                  <a:pt x="2098" y="121"/>
                  <a:pt x="2099" y="121"/>
                </a:cubicBezTo>
                <a:cubicBezTo>
                  <a:pt x="2099" y="121"/>
                  <a:pt x="2099" y="121"/>
                  <a:pt x="2099" y="121"/>
                </a:cubicBezTo>
                <a:cubicBezTo>
                  <a:pt x="2099" y="121"/>
                  <a:pt x="2100" y="121"/>
                  <a:pt x="2100" y="121"/>
                </a:cubicBezTo>
                <a:cubicBezTo>
                  <a:pt x="2100" y="121"/>
                  <a:pt x="2100" y="121"/>
                  <a:pt x="2101" y="121"/>
                </a:cubicBezTo>
                <a:cubicBezTo>
                  <a:pt x="2101" y="121"/>
                  <a:pt x="2101" y="121"/>
                  <a:pt x="2101" y="121"/>
                </a:cubicBezTo>
                <a:cubicBezTo>
                  <a:pt x="2102" y="120"/>
                  <a:pt x="2102" y="120"/>
                  <a:pt x="2102" y="120"/>
                </a:cubicBezTo>
                <a:cubicBezTo>
                  <a:pt x="2103" y="120"/>
                  <a:pt x="2104" y="119"/>
                  <a:pt x="2104" y="118"/>
                </a:cubicBezTo>
                <a:cubicBezTo>
                  <a:pt x="2104" y="117"/>
                  <a:pt x="2104" y="117"/>
                  <a:pt x="2103" y="117"/>
                </a:cubicBezTo>
                <a:cubicBezTo>
                  <a:pt x="2103" y="117"/>
                  <a:pt x="2103" y="116"/>
                  <a:pt x="2102" y="116"/>
                </a:cubicBezTo>
                <a:cubicBezTo>
                  <a:pt x="2102" y="116"/>
                  <a:pt x="2102" y="116"/>
                  <a:pt x="2101" y="115"/>
                </a:cubicBezTo>
                <a:cubicBezTo>
                  <a:pt x="2101" y="115"/>
                  <a:pt x="2100" y="115"/>
                  <a:pt x="2100" y="115"/>
                </a:cubicBezTo>
                <a:cubicBezTo>
                  <a:pt x="2099" y="115"/>
                  <a:pt x="2100" y="115"/>
                  <a:pt x="2100" y="115"/>
                </a:cubicBezTo>
                <a:close/>
                <a:moveTo>
                  <a:pt x="2256" y="115"/>
                </a:moveTo>
                <a:cubicBezTo>
                  <a:pt x="2256" y="115"/>
                  <a:pt x="2256" y="115"/>
                  <a:pt x="2255" y="114"/>
                </a:cubicBezTo>
                <a:cubicBezTo>
                  <a:pt x="2255" y="114"/>
                  <a:pt x="2255" y="114"/>
                  <a:pt x="2254" y="114"/>
                </a:cubicBezTo>
                <a:cubicBezTo>
                  <a:pt x="2254" y="114"/>
                  <a:pt x="2253" y="114"/>
                  <a:pt x="2253" y="114"/>
                </a:cubicBezTo>
                <a:cubicBezTo>
                  <a:pt x="2253" y="114"/>
                  <a:pt x="2252" y="114"/>
                  <a:pt x="2252" y="114"/>
                </a:cubicBezTo>
                <a:cubicBezTo>
                  <a:pt x="2251" y="114"/>
                  <a:pt x="2251" y="114"/>
                  <a:pt x="2251" y="114"/>
                </a:cubicBezTo>
                <a:cubicBezTo>
                  <a:pt x="2250" y="114"/>
                  <a:pt x="2250" y="114"/>
                  <a:pt x="2250" y="114"/>
                </a:cubicBezTo>
                <a:cubicBezTo>
                  <a:pt x="2249" y="114"/>
                  <a:pt x="2249" y="114"/>
                  <a:pt x="2249" y="114"/>
                </a:cubicBezTo>
                <a:cubicBezTo>
                  <a:pt x="2248" y="115"/>
                  <a:pt x="2248" y="115"/>
                  <a:pt x="2248" y="115"/>
                </a:cubicBezTo>
                <a:cubicBezTo>
                  <a:pt x="2246" y="115"/>
                  <a:pt x="2245" y="117"/>
                  <a:pt x="2246" y="118"/>
                </a:cubicBezTo>
                <a:cubicBezTo>
                  <a:pt x="2246" y="119"/>
                  <a:pt x="2246" y="119"/>
                  <a:pt x="2246" y="119"/>
                </a:cubicBezTo>
                <a:cubicBezTo>
                  <a:pt x="2246" y="119"/>
                  <a:pt x="2246" y="119"/>
                  <a:pt x="2247" y="119"/>
                </a:cubicBezTo>
                <a:cubicBezTo>
                  <a:pt x="2247" y="120"/>
                  <a:pt x="2247" y="120"/>
                  <a:pt x="2247" y="120"/>
                </a:cubicBezTo>
                <a:cubicBezTo>
                  <a:pt x="2248" y="120"/>
                  <a:pt x="2248" y="120"/>
                  <a:pt x="2248" y="120"/>
                </a:cubicBezTo>
                <a:cubicBezTo>
                  <a:pt x="2250" y="121"/>
                  <a:pt x="2250" y="121"/>
                  <a:pt x="2250" y="121"/>
                </a:cubicBezTo>
                <a:cubicBezTo>
                  <a:pt x="2251" y="121"/>
                  <a:pt x="2252" y="121"/>
                  <a:pt x="2253" y="121"/>
                </a:cubicBezTo>
                <a:cubicBezTo>
                  <a:pt x="2253" y="121"/>
                  <a:pt x="2253" y="121"/>
                  <a:pt x="2253" y="121"/>
                </a:cubicBezTo>
                <a:cubicBezTo>
                  <a:pt x="2253" y="121"/>
                  <a:pt x="2253" y="121"/>
                  <a:pt x="2253" y="121"/>
                </a:cubicBezTo>
                <a:cubicBezTo>
                  <a:pt x="2254" y="121"/>
                  <a:pt x="2254" y="121"/>
                  <a:pt x="2254" y="121"/>
                </a:cubicBezTo>
                <a:cubicBezTo>
                  <a:pt x="2254" y="121"/>
                  <a:pt x="2254" y="121"/>
                  <a:pt x="2254" y="121"/>
                </a:cubicBezTo>
                <a:cubicBezTo>
                  <a:pt x="2254" y="121"/>
                  <a:pt x="2254" y="121"/>
                  <a:pt x="2255" y="121"/>
                </a:cubicBezTo>
                <a:cubicBezTo>
                  <a:pt x="2255" y="121"/>
                  <a:pt x="2255" y="121"/>
                  <a:pt x="2255" y="121"/>
                </a:cubicBezTo>
                <a:cubicBezTo>
                  <a:pt x="2255" y="121"/>
                  <a:pt x="2255" y="121"/>
                  <a:pt x="2255" y="121"/>
                </a:cubicBezTo>
                <a:cubicBezTo>
                  <a:pt x="2256" y="121"/>
                  <a:pt x="2256" y="121"/>
                  <a:pt x="2256" y="121"/>
                </a:cubicBezTo>
                <a:cubicBezTo>
                  <a:pt x="2256" y="121"/>
                  <a:pt x="2256" y="121"/>
                  <a:pt x="2256" y="121"/>
                </a:cubicBezTo>
                <a:cubicBezTo>
                  <a:pt x="2257" y="121"/>
                  <a:pt x="2257" y="121"/>
                  <a:pt x="2257" y="121"/>
                </a:cubicBezTo>
                <a:cubicBezTo>
                  <a:pt x="2257" y="121"/>
                  <a:pt x="2258" y="121"/>
                  <a:pt x="2258" y="121"/>
                </a:cubicBezTo>
                <a:cubicBezTo>
                  <a:pt x="2258" y="121"/>
                  <a:pt x="2258" y="121"/>
                  <a:pt x="2258" y="121"/>
                </a:cubicBezTo>
                <a:cubicBezTo>
                  <a:pt x="2259" y="120"/>
                  <a:pt x="2259" y="120"/>
                  <a:pt x="2259" y="120"/>
                </a:cubicBezTo>
                <a:cubicBezTo>
                  <a:pt x="2260" y="120"/>
                  <a:pt x="2261" y="119"/>
                  <a:pt x="2261" y="118"/>
                </a:cubicBezTo>
                <a:cubicBezTo>
                  <a:pt x="2261" y="117"/>
                  <a:pt x="2261" y="117"/>
                  <a:pt x="2260" y="117"/>
                </a:cubicBezTo>
                <a:cubicBezTo>
                  <a:pt x="2260" y="117"/>
                  <a:pt x="2260" y="116"/>
                  <a:pt x="2259" y="116"/>
                </a:cubicBezTo>
                <a:cubicBezTo>
                  <a:pt x="2259" y="116"/>
                  <a:pt x="2259" y="116"/>
                  <a:pt x="2258" y="115"/>
                </a:cubicBezTo>
                <a:cubicBezTo>
                  <a:pt x="2258" y="115"/>
                  <a:pt x="2257" y="115"/>
                  <a:pt x="2256" y="115"/>
                </a:cubicBezTo>
                <a:cubicBezTo>
                  <a:pt x="2256" y="115"/>
                  <a:pt x="2257" y="115"/>
                  <a:pt x="2256" y="115"/>
                </a:cubicBezTo>
                <a:close/>
                <a:moveTo>
                  <a:pt x="1667" y="114"/>
                </a:moveTo>
                <a:cubicBezTo>
                  <a:pt x="1666" y="114"/>
                  <a:pt x="1665" y="114"/>
                  <a:pt x="1664" y="114"/>
                </a:cubicBezTo>
                <a:cubicBezTo>
                  <a:pt x="1663" y="114"/>
                  <a:pt x="1663" y="114"/>
                  <a:pt x="1662" y="114"/>
                </a:cubicBezTo>
                <a:cubicBezTo>
                  <a:pt x="1662" y="114"/>
                  <a:pt x="1662" y="114"/>
                  <a:pt x="1661" y="114"/>
                </a:cubicBezTo>
                <a:cubicBezTo>
                  <a:pt x="1661" y="114"/>
                  <a:pt x="1661" y="114"/>
                  <a:pt x="1660" y="114"/>
                </a:cubicBezTo>
                <a:cubicBezTo>
                  <a:pt x="1660" y="115"/>
                  <a:pt x="1660" y="115"/>
                  <a:pt x="1659" y="115"/>
                </a:cubicBezTo>
                <a:cubicBezTo>
                  <a:pt x="1659" y="115"/>
                  <a:pt x="1658" y="115"/>
                  <a:pt x="1658" y="115"/>
                </a:cubicBezTo>
                <a:cubicBezTo>
                  <a:pt x="1658" y="116"/>
                  <a:pt x="1657" y="116"/>
                  <a:pt x="1657" y="116"/>
                </a:cubicBezTo>
                <a:cubicBezTo>
                  <a:pt x="1657" y="116"/>
                  <a:pt x="1656" y="117"/>
                  <a:pt x="1656" y="117"/>
                </a:cubicBezTo>
                <a:cubicBezTo>
                  <a:pt x="1656" y="117"/>
                  <a:pt x="1656" y="117"/>
                  <a:pt x="1656" y="118"/>
                </a:cubicBezTo>
                <a:cubicBezTo>
                  <a:pt x="1657" y="119"/>
                  <a:pt x="1657" y="119"/>
                  <a:pt x="1657" y="119"/>
                </a:cubicBezTo>
                <a:cubicBezTo>
                  <a:pt x="1657" y="119"/>
                  <a:pt x="1657" y="119"/>
                  <a:pt x="1657" y="119"/>
                </a:cubicBezTo>
                <a:cubicBezTo>
                  <a:pt x="1658" y="120"/>
                  <a:pt x="1658" y="120"/>
                  <a:pt x="1658" y="120"/>
                </a:cubicBezTo>
                <a:cubicBezTo>
                  <a:pt x="1658" y="120"/>
                  <a:pt x="1659" y="120"/>
                  <a:pt x="1659" y="120"/>
                </a:cubicBezTo>
                <a:cubicBezTo>
                  <a:pt x="1660" y="121"/>
                  <a:pt x="1660" y="121"/>
                  <a:pt x="1660" y="121"/>
                </a:cubicBezTo>
                <a:cubicBezTo>
                  <a:pt x="1661" y="121"/>
                  <a:pt x="1662" y="121"/>
                  <a:pt x="1663" y="121"/>
                </a:cubicBezTo>
                <a:cubicBezTo>
                  <a:pt x="1663" y="121"/>
                  <a:pt x="1663" y="121"/>
                  <a:pt x="1663" y="121"/>
                </a:cubicBezTo>
                <a:cubicBezTo>
                  <a:pt x="1663" y="121"/>
                  <a:pt x="1664" y="121"/>
                  <a:pt x="1664" y="121"/>
                </a:cubicBezTo>
                <a:cubicBezTo>
                  <a:pt x="1664" y="121"/>
                  <a:pt x="1664" y="121"/>
                  <a:pt x="1664" y="121"/>
                </a:cubicBezTo>
                <a:cubicBezTo>
                  <a:pt x="1664" y="121"/>
                  <a:pt x="1664" y="121"/>
                  <a:pt x="1665" y="121"/>
                </a:cubicBezTo>
                <a:cubicBezTo>
                  <a:pt x="1665" y="121"/>
                  <a:pt x="1665" y="121"/>
                  <a:pt x="1665" y="121"/>
                </a:cubicBezTo>
                <a:cubicBezTo>
                  <a:pt x="1665" y="121"/>
                  <a:pt x="1665" y="121"/>
                  <a:pt x="1665" y="121"/>
                </a:cubicBezTo>
                <a:cubicBezTo>
                  <a:pt x="1665" y="121"/>
                  <a:pt x="1666" y="121"/>
                  <a:pt x="1666" y="121"/>
                </a:cubicBezTo>
                <a:cubicBezTo>
                  <a:pt x="1666" y="121"/>
                  <a:pt x="1666" y="121"/>
                  <a:pt x="1666" y="121"/>
                </a:cubicBezTo>
                <a:cubicBezTo>
                  <a:pt x="1666" y="121"/>
                  <a:pt x="1666" y="121"/>
                  <a:pt x="1666" y="121"/>
                </a:cubicBezTo>
                <a:cubicBezTo>
                  <a:pt x="1667" y="121"/>
                  <a:pt x="1667" y="121"/>
                  <a:pt x="1667" y="121"/>
                </a:cubicBezTo>
                <a:cubicBezTo>
                  <a:pt x="1667" y="121"/>
                  <a:pt x="1667" y="121"/>
                  <a:pt x="1667" y="121"/>
                </a:cubicBezTo>
                <a:cubicBezTo>
                  <a:pt x="1667" y="121"/>
                  <a:pt x="1667" y="121"/>
                  <a:pt x="1668" y="121"/>
                </a:cubicBezTo>
                <a:cubicBezTo>
                  <a:pt x="1669" y="121"/>
                  <a:pt x="1669" y="121"/>
                  <a:pt x="1669" y="121"/>
                </a:cubicBezTo>
                <a:cubicBezTo>
                  <a:pt x="1670" y="120"/>
                  <a:pt x="1670" y="120"/>
                  <a:pt x="1670" y="120"/>
                </a:cubicBezTo>
                <a:cubicBezTo>
                  <a:pt x="1671" y="120"/>
                  <a:pt x="1672" y="119"/>
                  <a:pt x="1672" y="118"/>
                </a:cubicBezTo>
                <a:cubicBezTo>
                  <a:pt x="1672" y="117"/>
                  <a:pt x="1672" y="117"/>
                  <a:pt x="1672" y="117"/>
                </a:cubicBezTo>
                <a:cubicBezTo>
                  <a:pt x="1672" y="117"/>
                  <a:pt x="1671" y="117"/>
                  <a:pt x="1671" y="116"/>
                </a:cubicBezTo>
                <a:cubicBezTo>
                  <a:pt x="1671" y="116"/>
                  <a:pt x="1671" y="116"/>
                  <a:pt x="1670" y="116"/>
                </a:cubicBezTo>
                <a:cubicBezTo>
                  <a:pt x="1670" y="116"/>
                  <a:pt x="1670" y="115"/>
                  <a:pt x="1669" y="115"/>
                </a:cubicBezTo>
                <a:cubicBezTo>
                  <a:pt x="1668" y="115"/>
                  <a:pt x="1668" y="115"/>
                  <a:pt x="1668" y="115"/>
                </a:cubicBezTo>
                <a:lnTo>
                  <a:pt x="1667" y="114"/>
                </a:lnTo>
                <a:close/>
                <a:moveTo>
                  <a:pt x="2139" y="115"/>
                </a:moveTo>
                <a:cubicBezTo>
                  <a:pt x="2138" y="114"/>
                  <a:pt x="2137" y="114"/>
                  <a:pt x="2136" y="114"/>
                </a:cubicBezTo>
                <a:cubicBezTo>
                  <a:pt x="2135" y="114"/>
                  <a:pt x="2135" y="114"/>
                  <a:pt x="2134" y="114"/>
                </a:cubicBezTo>
                <a:cubicBezTo>
                  <a:pt x="2134" y="114"/>
                  <a:pt x="2133" y="114"/>
                  <a:pt x="2133" y="114"/>
                </a:cubicBezTo>
                <a:cubicBezTo>
                  <a:pt x="2133" y="114"/>
                  <a:pt x="2132" y="114"/>
                  <a:pt x="2132" y="114"/>
                </a:cubicBezTo>
                <a:cubicBezTo>
                  <a:pt x="2132" y="114"/>
                  <a:pt x="2131" y="114"/>
                  <a:pt x="2131" y="114"/>
                </a:cubicBezTo>
                <a:cubicBezTo>
                  <a:pt x="2131" y="115"/>
                  <a:pt x="2130" y="115"/>
                  <a:pt x="2130" y="115"/>
                </a:cubicBezTo>
                <a:cubicBezTo>
                  <a:pt x="2128" y="115"/>
                  <a:pt x="2127" y="117"/>
                  <a:pt x="2128" y="118"/>
                </a:cubicBezTo>
                <a:cubicBezTo>
                  <a:pt x="2128" y="119"/>
                  <a:pt x="2128" y="119"/>
                  <a:pt x="2128" y="119"/>
                </a:cubicBezTo>
                <a:cubicBezTo>
                  <a:pt x="2128" y="119"/>
                  <a:pt x="2129" y="119"/>
                  <a:pt x="2129" y="119"/>
                </a:cubicBezTo>
                <a:cubicBezTo>
                  <a:pt x="2129" y="120"/>
                  <a:pt x="2129" y="120"/>
                  <a:pt x="2130" y="120"/>
                </a:cubicBezTo>
                <a:cubicBezTo>
                  <a:pt x="2130" y="120"/>
                  <a:pt x="2130" y="120"/>
                  <a:pt x="2130" y="120"/>
                </a:cubicBezTo>
                <a:cubicBezTo>
                  <a:pt x="2132" y="121"/>
                  <a:pt x="2132" y="121"/>
                  <a:pt x="2132" y="121"/>
                </a:cubicBezTo>
                <a:cubicBezTo>
                  <a:pt x="2133" y="121"/>
                  <a:pt x="2134" y="121"/>
                  <a:pt x="2135" y="121"/>
                </a:cubicBezTo>
                <a:cubicBezTo>
                  <a:pt x="2135" y="121"/>
                  <a:pt x="2135" y="121"/>
                  <a:pt x="2135" y="121"/>
                </a:cubicBezTo>
                <a:cubicBezTo>
                  <a:pt x="2135" y="121"/>
                  <a:pt x="2135" y="121"/>
                  <a:pt x="2135" y="121"/>
                </a:cubicBezTo>
                <a:cubicBezTo>
                  <a:pt x="2136" y="121"/>
                  <a:pt x="2136" y="121"/>
                  <a:pt x="2136" y="121"/>
                </a:cubicBezTo>
                <a:cubicBezTo>
                  <a:pt x="2136" y="121"/>
                  <a:pt x="2136" y="121"/>
                  <a:pt x="2136" y="121"/>
                </a:cubicBezTo>
                <a:cubicBezTo>
                  <a:pt x="2136" y="121"/>
                  <a:pt x="2137" y="121"/>
                  <a:pt x="2137" y="121"/>
                </a:cubicBezTo>
                <a:cubicBezTo>
                  <a:pt x="2137" y="121"/>
                  <a:pt x="2137" y="121"/>
                  <a:pt x="2137" y="121"/>
                </a:cubicBezTo>
                <a:cubicBezTo>
                  <a:pt x="2137" y="121"/>
                  <a:pt x="2137" y="121"/>
                  <a:pt x="2137" y="121"/>
                </a:cubicBezTo>
                <a:cubicBezTo>
                  <a:pt x="2138" y="121"/>
                  <a:pt x="2138" y="121"/>
                  <a:pt x="2138" y="121"/>
                </a:cubicBezTo>
                <a:cubicBezTo>
                  <a:pt x="2138" y="121"/>
                  <a:pt x="2138" y="121"/>
                  <a:pt x="2139" y="121"/>
                </a:cubicBezTo>
                <a:cubicBezTo>
                  <a:pt x="2139" y="121"/>
                  <a:pt x="2139" y="121"/>
                  <a:pt x="2139" y="121"/>
                </a:cubicBezTo>
                <a:cubicBezTo>
                  <a:pt x="2139" y="121"/>
                  <a:pt x="2140" y="121"/>
                  <a:pt x="2140" y="121"/>
                </a:cubicBezTo>
                <a:cubicBezTo>
                  <a:pt x="2140" y="121"/>
                  <a:pt x="2140" y="121"/>
                  <a:pt x="2140" y="121"/>
                </a:cubicBezTo>
                <a:cubicBezTo>
                  <a:pt x="2142" y="120"/>
                  <a:pt x="2142" y="120"/>
                  <a:pt x="2142" y="120"/>
                </a:cubicBezTo>
                <a:cubicBezTo>
                  <a:pt x="2143" y="120"/>
                  <a:pt x="2143" y="119"/>
                  <a:pt x="2143" y="118"/>
                </a:cubicBezTo>
                <a:cubicBezTo>
                  <a:pt x="2143" y="117"/>
                  <a:pt x="2143" y="117"/>
                  <a:pt x="2143" y="117"/>
                </a:cubicBezTo>
                <a:cubicBezTo>
                  <a:pt x="2142" y="117"/>
                  <a:pt x="2142" y="116"/>
                  <a:pt x="2142" y="116"/>
                </a:cubicBezTo>
                <a:cubicBezTo>
                  <a:pt x="2141" y="116"/>
                  <a:pt x="2141" y="116"/>
                  <a:pt x="2140" y="115"/>
                </a:cubicBezTo>
                <a:cubicBezTo>
                  <a:pt x="2140" y="115"/>
                  <a:pt x="2139" y="115"/>
                  <a:pt x="2139" y="115"/>
                </a:cubicBezTo>
                <a:cubicBezTo>
                  <a:pt x="2139" y="115"/>
                  <a:pt x="2139" y="115"/>
                  <a:pt x="2139" y="115"/>
                </a:cubicBezTo>
                <a:close/>
                <a:moveTo>
                  <a:pt x="2060" y="115"/>
                </a:moveTo>
                <a:cubicBezTo>
                  <a:pt x="2059" y="114"/>
                  <a:pt x="2058" y="114"/>
                  <a:pt x="2057" y="114"/>
                </a:cubicBezTo>
                <a:cubicBezTo>
                  <a:pt x="2057" y="114"/>
                  <a:pt x="2056" y="114"/>
                  <a:pt x="2056" y="114"/>
                </a:cubicBezTo>
                <a:cubicBezTo>
                  <a:pt x="2055" y="114"/>
                  <a:pt x="2055" y="114"/>
                  <a:pt x="2055" y="114"/>
                </a:cubicBezTo>
                <a:cubicBezTo>
                  <a:pt x="2054" y="114"/>
                  <a:pt x="2054" y="114"/>
                  <a:pt x="2053" y="114"/>
                </a:cubicBezTo>
                <a:cubicBezTo>
                  <a:pt x="2053" y="114"/>
                  <a:pt x="2053" y="114"/>
                  <a:pt x="2052" y="114"/>
                </a:cubicBezTo>
                <a:cubicBezTo>
                  <a:pt x="2052" y="115"/>
                  <a:pt x="2052" y="115"/>
                  <a:pt x="2052" y="115"/>
                </a:cubicBezTo>
                <a:cubicBezTo>
                  <a:pt x="2051" y="115"/>
                  <a:pt x="2051" y="115"/>
                  <a:pt x="2050" y="115"/>
                </a:cubicBezTo>
                <a:cubicBezTo>
                  <a:pt x="2050" y="116"/>
                  <a:pt x="2050" y="116"/>
                  <a:pt x="2049" y="116"/>
                </a:cubicBezTo>
                <a:cubicBezTo>
                  <a:pt x="2049" y="116"/>
                  <a:pt x="2049" y="117"/>
                  <a:pt x="2049" y="117"/>
                </a:cubicBezTo>
                <a:cubicBezTo>
                  <a:pt x="2049" y="117"/>
                  <a:pt x="2049" y="117"/>
                  <a:pt x="2049" y="118"/>
                </a:cubicBezTo>
                <a:cubicBezTo>
                  <a:pt x="2049" y="119"/>
                  <a:pt x="2049" y="119"/>
                  <a:pt x="2050" y="119"/>
                </a:cubicBezTo>
                <a:cubicBezTo>
                  <a:pt x="2050" y="119"/>
                  <a:pt x="2050" y="119"/>
                  <a:pt x="2050" y="119"/>
                </a:cubicBezTo>
                <a:cubicBezTo>
                  <a:pt x="2050" y="120"/>
                  <a:pt x="2051" y="120"/>
                  <a:pt x="2051" y="120"/>
                </a:cubicBezTo>
                <a:cubicBezTo>
                  <a:pt x="2051" y="120"/>
                  <a:pt x="2052" y="120"/>
                  <a:pt x="2052" y="120"/>
                </a:cubicBezTo>
                <a:cubicBezTo>
                  <a:pt x="2053" y="121"/>
                  <a:pt x="2053" y="121"/>
                  <a:pt x="2053" y="121"/>
                </a:cubicBezTo>
                <a:cubicBezTo>
                  <a:pt x="2054" y="121"/>
                  <a:pt x="2055" y="121"/>
                  <a:pt x="2056" y="121"/>
                </a:cubicBezTo>
                <a:cubicBezTo>
                  <a:pt x="2056" y="121"/>
                  <a:pt x="2056" y="121"/>
                  <a:pt x="2056" y="121"/>
                </a:cubicBezTo>
                <a:cubicBezTo>
                  <a:pt x="2057" y="121"/>
                  <a:pt x="2057" y="121"/>
                  <a:pt x="2057" y="121"/>
                </a:cubicBezTo>
                <a:cubicBezTo>
                  <a:pt x="2057" y="121"/>
                  <a:pt x="2057" y="121"/>
                  <a:pt x="2057" y="121"/>
                </a:cubicBezTo>
                <a:cubicBezTo>
                  <a:pt x="2057" y="121"/>
                  <a:pt x="2057" y="121"/>
                  <a:pt x="2058" y="121"/>
                </a:cubicBezTo>
                <a:cubicBezTo>
                  <a:pt x="2058" y="121"/>
                  <a:pt x="2058" y="121"/>
                  <a:pt x="2058" y="121"/>
                </a:cubicBezTo>
                <a:cubicBezTo>
                  <a:pt x="2058" y="121"/>
                  <a:pt x="2058" y="121"/>
                  <a:pt x="2058" y="121"/>
                </a:cubicBezTo>
                <a:cubicBezTo>
                  <a:pt x="2059" y="121"/>
                  <a:pt x="2059" y="121"/>
                  <a:pt x="2059" y="121"/>
                </a:cubicBezTo>
                <a:cubicBezTo>
                  <a:pt x="2059" y="121"/>
                  <a:pt x="2059" y="121"/>
                  <a:pt x="2059" y="121"/>
                </a:cubicBezTo>
                <a:cubicBezTo>
                  <a:pt x="2059" y="121"/>
                  <a:pt x="2060" y="121"/>
                  <a:pt x="2060" y="121"/>
                </a:cubicBezTo>
                <a:cubicBezTo>
                  <a:pt x="2060" y="121"/>
                  <a:pt x="2060" y="121"/>
                  <a:pt x="2061" y="121"/>
                </a:cubicBezTo>
                <a:cubicBezTo>
                  <a:pt x="2061" y="121"/>
                  <a:pt x="2061" y="121"/>
                  <a:pt x="2061" y="121"/>
                </a:cubicBezTo>
                <a:cubicBezTo>
                  <a:pt x="2061" y="121"/>
                  <a:pt x="2062" y="121"/>
                  <a:pt x="2062" y="121"/>
                </a:cubicBezTo>
                <a:cubicBezTo>
                  <a:pt x="2063" y="120"/>
                  <a:pt x="2063" y="120"/>
                  <a:pt x="2063" y="120"/>
                </a:cubicBezTo>
                <a:cubicBezTo>
                  <a:pt x="2064" y="120"/>
                  <a:pt x="2065" y="119"/>
                  <a:pt x="2065" y="118"/>
                </a:cubicBezTo>
                <a:cubicBezTo>
                  <a:pt x="2064" y="117"/>
                  <a:pt x="2064" y="117"/>
                  <a:pt x="2064" y="117"/>
                </a:cubicBezTo>
                <a:cubicBezTo>
                  <a:pt x="2064" y="117"/>
                  <a:pt x="2064" y="116"/>
                  <a:pt x="2063" y="116"/>
                </a:cubicBezTo>
                <a:cubicBezTo>
                  <a:pt x="2063" y="116"/>
                  <a:pt x="2062" y="116"/>
                  <a:pt x="2062" y="115"/>
                </a:cubicBezTo>
                <a:cubicBezTo>
                  <a:pt x="2061" y="115"/>
                  <a:pt x="2061" y="115"/>
                  <a:pt x="2060" y="115"/>
                </a:cubicBezTo>
                <a:cubicBezTo>
                  <a:pt x="2060" y="115"/>
                  <a:pt x="2061" y="115"/>
                  <a:pt x="2060" y="115"/>
                </a:cubicBezTo>
                <a:close/>
                <a:moveTo>
                  <a:pt x="2294" y="114"/>
                </a:moveTo>
                <a:cubicBezTo>
                  <a:pt x="2293" y="114"/>
                  <a:pt x="2292" y="114"/>
                  <a:pt x="2291" y="114"/>
                </a:cubicBezTo>
                <a:cubicBezTo>
                  <a:pt x="2291" y="114"/>
                  <a:pt x="2290" y="114"/>
                  <a:pt x="2290" y="114"/>
                </a:cubicBezTo>
                <a:cubicBezTo>
                  <a:pt x="2289" y="114"/>
                  <a:pt x="2289" y="114"/>
                  <a:pt x="2289" y="114"/>
                </a:cubicBezTo>
                <a:cubicBezTo>
                  <a:pt x="2288" y="114"/>
                  <a:pt x="2288" y="114"/>
                  <a:pt x="2288" y="114"/>
                </a:cubicBezTo>
                <a:cubicBezTo>
                  <a:pt x="2287" y="115"/>
                  <a:pt x="2287" y="115"/>
                  <a:pt x="2287" y="115"/>
                </a:cubicBezTo>
                <a:cubicBezTo>
                  <a:pt x="2286" y="115"/>
                  <a:pt x="2286" y="115"/>
                  <a:pt x="2286" y="115"/>
                </a:cubicBezTo>
                <a:cubicBezTo>
                  <a:pt x="2285" y="116"/>
                  <a:pt x="2285" y="116"/>
                  <a:pt x="2285" y="116"/>
                </a:cubicBezTo>
                <a:cubicBezTo>
                  <a:pt x="2285" y="116"/>
                  <a:pt x="2284" y="117"/>
                  <a:pt x="2284" y="117"/>
                </a:cubicBezTo>
                <a:cubicBezTo>
                  <a:pt x="2284" y="117"/>
                  <a:pt x="2284" y="117"/>
                  <a:pt x="2285" y="118"/>
                </a:cubicBezTo>
                <a:cubicBezTo>
                  <a:pt x="2286" y="119"/>
                  <a:pt x="2287" y="120"/>
                  <a:pt x="2288" y="120"/>
                </a:cubicBezTo>
                <a:cubicBezTo>
                  <a:pt x="2289" y="121"/>
                  <a:pt x="2289" y="121"/>
                  <a:pt x="2289" y="121"/>
                </a:cubicBezTo>
                <a:cubicBezTo>
                  <a:pt x="2290" y="121"/>
                  <a:pt x="2291" y="121"/>
                  <a:pt x="2292" y="121"/>
                </a:cubicBezTo>
                <a:cubicBezTo>
                  <a:pt x="2292" y="121"/>
                  <a:pt x="2292" y="121"/>
                  <a:pt x="2292" y="121"/>
                </a:cubicBezTo>
                <a:cubicBezTo>
                  <a:pt x="2292" y="121"/>
                  <a:pt x="2293" y="121"/>
                  <a:pt x="2293" y="121"/>
                </a:cubicBezTo>
                <a:cubicBezTo>
                  <a:pt x="2293" y="121"/>
                  <a:pt x="2293" y="121"/>
                  <a:pt x="2293" y="121"/>
                </a:cubicBezTo>
                <a:cubicBezTo>
                  <a:pt x="2293" y="121"/>
                  <a:pt x="2293" y="121"/>
                  <a:pt x="2293" y="121"/>
                </a:cubicBezTo>
                <a:cubicBezTo>
                  <a:pt x="2294" y="121"/>
                  <a:pt x="2294" y="121"/>
                  <a:pt x="2294" y="121"/>
                </a:cubicBezTo>
                <a:cubicBezTo>
                  <a:pt x="2294" y="121"/>
                  <a:pt x="2294" y="121"/>
                  <a:pt x="2294" y="121"/>
                </a:cubicBezTo>
                <a:cubicBezTo>
                  <a:pt x="2294" y="121"/>
                  <a:pt x="2295" y="121"/>
                  <a:pt x="2295" y="121"/>
                </a:cubicBezTo>
                <a:cubicBezTo>
                  <a:pt x="2295" y="121"/>
                  <a:pt x="2295" y="121"/>
                  <a:pt x="2295" y="121"/>
                </a:cubicBezTo>
                <a:cubicBezTo>
                  <a:pt x="2295" y="121"/>
                  <a:pt x="2295" y="121"/>
                  <a:pt x="2295" y="121"/>
                </a:cubicBezTo>
                <a:cubicBezTo>
                  <a:pt x="2296" y="121"/>
                  <a:pt x="2296" y="121"/>
                  <a:pt x="2296" y="121"/>
                </a:cubicBezTo>
                <a:cubicBezTo>
                  <a:pt x="2296" y="121"/>
                  <a:pt x="2296" y="121"/>
                  <a:pt x="2296" y="121"/>
                </a:cubicBezTo>
                <a:cubicBezTo>
                  <a:pt x="2296" y="121"/>
                  <a:pt x="2296" y="121"/>
                  <a:pt x="2296" y="121"/>
                </a:cubicBezTo>
                <a:cubicBezTo>
                  <a:pt x="2298" y="121"/>
                  <a:pt x="2298" y="121"/>
                  <a:pt x="2298" y="121"/>
                </a:cubicBezTo>
                <a:cubicBezTo>
                  <a:pt x="2299" y="120"/>
                  <a:pt x="2299" y="120"/>
                  <a:pt x="2299" y="120"/>
                </a:cubicBezTo>
                <a:cubicBezTo>
                  <a:pt x="2300" y="120"/>
                  <a:pt x="2300" y="119"/>
                  <a:pt x="2300" y="118"/>
                </a:cubicBezTo>
                <a:cubicBezTo>
                  <a:pt x="2300" y="117"/>
                  <a:pt x="2300" y="117"/>
                  <a:pt x="2300" y="117"/>
                </a:cubicBezTo>
                <a:cubicBezTo>
                  <a:pt x="2300" y="117"/>
                  <a:pt x="2299" y="117"/>
                  <a:pt x="2299" y="116"/>
                </a:cubicBezTo>
                <a:cubicBezTo>
                  <a:pt x="2299" y="116"/>
                  <a:pt x="2298" y="116"/>
                  <a:pt x="2298" y="116"/>
                </a:cubicBezTo>
                <a:cubicBezTo>
                  <a:pt x="2298" y="116"/>
                  <a:pt x="2297" y="115"/>
                  <a:pt x="2297" y="115"/>
                </a:cubicBezTo>
                <a:cubicBezTo>
                  <a:pt x="2296" y="115"/>
                  <a:pt x="2296" y="115"/>
                  <a:pt x="2296" y="115"/>
                </a:cubicBezTo>
                <a:lnTo>
                  <a:pt x="2294" y="114"/>
                </a:lnTo>
                <a:close/>
                <a:moveTo>
                  <a:pt x="1629" y="115"/>
                </a:moveTo>
                <a:cubicBezTo>
                  <a:pt x="1627" y="114"/>
                  <a:pt x="1626" y="114"/>
                  <a:pt x="1624" y="114"/>
                </a:cubicBezTo>
                <a:cubicBezTo>
                  <a:pt x="1624" y="114"/>
                  <a:pt x="1624" y="114"/>
                  <a:pt x="1623" y="114"/>
                </a:cubicBezTo>
                <a:cubicBezTo>
                  <a:pt x="1623" y="114"/>
                  <a:pt x="1622" y="114"/>
                  <a:pt x="1622" y="114"/>
                </a:cubicBezTo>
                <a:cubicBezTo>
                  <a:pt x="1622" y="114"/>
                  <a:pt x="1621" y="114"/>
                  <a:pt x="1621" y="114"/>
                </a:cubicBezTo>
                <a:cubicBezTo>
                  <a:pt x="1621" y="115"/>
                  <a:pt x="1620" y="115"/>
                  <a:pt x="1620" y="115"/>
                </a:cubicBezTo>
                <a:cubicBezTo>
                  <a:pt x="1620" y="115"/>
                  <a:pt x="1619" y="115"/>
                  <a:pt x="1619" y="115"/>
                </a:cubicBezTo>
                <a:cubicBezTo>
                  <a:pt x="1618" y="116"/>
                  <a:pt x="1618" y="116"/>
                  <a:pt x="1618" y="116"/>
                </a:cubicBezTo>
                <a:cubicBezTo>
                  <a:pt x="1617" y="116"/>
                  <a:pt x="1617" y="117"/>
                  <a:pt x="1617" y="117"/>
                </a:cubicBezTo>
                <a:cubicBezTo>
                  <a:pt x="1617" y="117"/>
                  <a:pt x="1617" y="117"/>
                  <a:pt x="1617" y="118"/>
                </a:cubicBezTo>
                <a:cubicBezTo>
                  <a:pt x="1618" y="119"/>
                  <a:pt x="1619" y="120"/>
                  <a:pt x="1620" y="120"/>
                </a:cubicBezTo>
                <a:cubicBezTo>
                  <a:pt x="1621" y="121"/>
                  <a:pt x="1621" y="121"/>
                  <a:pt x="1621" y="121"/>
                </a:cubicBezTo>
                <a:cubicBezTo>
                  <a:pt x="1622" y="121"/>
                  <a:pt x="1623" y="121"/>
                  <a:pt x="1624" y="121"/>
                </a:cubicBezTo>
                <a:cubicBezTo>
                  <a:pt x="1624" y="121"/>
                  <a:pt x="1624" y="121"/>
                  <a:pt x="1624" y="121"/>
                </a:cubicBezTo>
                <a:cubicBezTo>
                  <a:pt x="1624" y="121"/>
                  <a:pt x="1624" y="121"/>
                  <a:pt x="1624" y="121"/>
                </a:cubicBezTo>
                <a:cubicBezTo>
                  <a:pt x="1625" y="121"/>
                  <a:pt x="1625" y="121"/>
                  <a:pt x="1625" y="121"/>
                </a:cubicBezTo>
                <a:cubicBezTo>
                  <a:pt x="1625" y="121"/>
                  <a:pt x="1625" y="121"/>
                  <a:pt x="1625" y="121"/>
                </a:cubicBezTo>
                <a:cubicBezTo>
                  <a:pt x="1625" y="121"/>
                  <a:pt x="1626" y="121"/>
                  <a:pt x="1626" y="121"/>
                </a:cubicBezTo>
                <a:cubicBezTo>
                  <a:pt x="1626" y="121"/>
                  <a:pt x="1626" y="121"/>
                  <a:pt x="1626" y="121"/>
                </a:cubicBezTo>
                <a:cubicBezTo>
                  <a:pt x="1626" y="121"/>
                  <a:pt x="1626" y="121"/>
                  <a:pt x="1626" y="121"/>
                </a:cubicBezTo>
                <a:cubicBezTo>
                  <a:pt x="1627" y="121"/>
                  <a:pt x="1627" y="121"/>
                  <a:pt x="1627" y="121"/>
                </a:cubicBezTo>
                <a:cubicBezTo>
                  <a:pt x="1627" y="121"/>
                  <a:pt x="1627" y="121"/>
                  <a:pt x="1628" y="121"/>
                </a:cubicBezTo>
                <a:cubicBezTo>
                  <a:pt x="1628" y="121"/>
                  <a:pt x="1628" y="121"/>
                  <a:pt x="1628" y="121"/>
                </a:cubicBezTo>
                <a:cubicBezTo>
                  <a:pt x="1628" y="121"/>
                  <a:pt x="1629" y="121"/>
                  <a:pt x="1629" y="121"/>
                </a:cubicBezTo>
                <a:cubicBezTo>
                  <a:pt x="1629" y="121"/>
                  <a:pt x="1629" y="121"/>
                  <a:pt x="1630" y="121"/>
                </a:cubicBezTo>
                <a:cubicBezTo>
                  <a:pt x="1631" y="120"/>
                  <a:pt x="1631" y="120"/>
                  <a:pt x="1631" y="120"/>
                </a:cubicBezTo>
                <a:cubicBezTo>
                  <a:pt x="1632" y="120"/>
                  <a:pt x="1632" y="119"/>
                  <a:pt x="1633" y="118"/>
                </a:cubicBezTo>
                <a:cubicBezTo>
                  <a:pt x="1633" y="117"/>
                  <a:pt x="1632" y="117"/>
                  <a:pt x="1632" y="117"/>
                </a:cubicBezTo>
                <a:cubicBezTo>
                  <a:pt x="1632" y="117"/>
                  <a:pt x="1632" y="116"/>
                  <a:pt x="1631" y="116"/>
                </a:cubicBezTo>
                <a:cubicBezTo>
                  <a:pt x="1631" y="116"/>
                  <a:pt x="1631" y="116"/>
                  <a:pt x="1630" y="115"/>
                </a:cubicBezTo>
                <a:cubicBezTo>
                  <a:pt x="1630" y="115"/>
                  <a:pt x="1629" y="115"/>
                  <a:pt x="1629" y="115"/>
                </a:cubicBezTo>
                <a:cubicBezTo>
                  <a:pt x="1629" y="115"/>
                  <a:pt x="1629" y="115"/>
                  <a:pt x="1629" y="115"/>
                </a:cubicBezTo>
                <a:close/>
                <a:moveTo>
                  <a:pt x="1707" y="115"/>
                </a:moveTo>
                <a:cubicBezTo>
                  <a:pt x="1707" y="115"/>
                  <a:pt x="1707" y="115"/>
                  <a:pt x="1706" y="114"/>
                </a:cubicBezTo>
                <a:cubicBezTo>
                  <a:pt x="1706" y="114"/>
                  <a:pt x="1706" y="114"/>
                  <a:pt x="1705" y="114"/>
                </a:cubicBezTo>
                <a:cubicBezTo>
                  <a:pt x="1705" y="114"/>
                  <a:pt x="1704" y="114"/>
                  <a:pt x="1704" y="114"/>
                </a:cubicBezTo>
                <a:cubicBezTo>
                  <a:pt x="1704" y="114"/>
                  <a:pt x="1703" y="114"/>
                  <a:pt x="1703" y="114"/>
                </a:cubicBezTo>
                <a:cubicBezTo>
                  <a:pt x="1702" y="114"/>
                  <a:pt x="1702" y="114"/>
                  <a:pt x="1702" y="114"/>
                </a:cubicBezTo>
                <a:cubicBezTo>
                  <a:pt x="1701" y="114"/>
                  <a:pt x="1701" y="114"/>
                  <a:pt x="1700" y="114"/>
                </a:cubicBezTo>
                <a:cubicBezTo>
                  <a:pt x="1700" y="114"/>
                  <a:pt x="1700" y="114"/>
                  <a:pt x="1699" y="114"/>
                </a:cubicBezTo>
                <a:cubicBezTo>
                  <a:pt x="1699" y="115"/>
                  <a:pt x="1699" y="115"/>
                  <a:pt x="1699" y="115"/>
                </a:cubicBezTo>
                <a:cubicBezTo>
                  <a:pt x="1697" y="115"/>
                  <a:pt x="1695" y="116"/>
                  <a:pt x="1696" y="118"/>
                </a:cubicBezTo>
                <a:cubicBezTo>
                  <a:pt x="1696" y="119"/>
                  <a:pt x="1696" y="119"/>
                  <a:pt x="1696" y="119"/>
                </a:cubicBezTo>
                <a:cubicBezTo>
                  <a:pt x="1696" y="119"/>
                  <a:pt x="1696" y="119"/>
                  <a:pt x="1697" y="119"/>
                </a:cubicBezTo>
                <a:cubicBezTo>
                  <a:pt x="1697" y="120"/>
                  <a:pt x="1697" y="120"/>
                  <a:pt x="1697" y="120"/>
                </a:cubicBezTo>
                <a:cubicBezTo>
                  <a:pt x="1698" y="120"/>
                  <a:pt x="1698" y="120"/>
                  <a:pt x="1698" y="120"/>
                </a:cubicBezTo>
                <a:cubicBezTo>
                  <a:pt x="1699" y="121"/>
                  <a:pt x="1699" y="121"/>
                  <a:pt x="1699" y="121"/>
                </a:cubicBezTo>
                <a:cubicBezTo>
                  <a:pt x="1700" y="121"/>
                  <a:pt x="1701" y="121"/>
                  <a:pt x="1702" y="121"/>
                </a:cubicBezTo>
                <a:cubicBezTo>
                  <a:pt x="1702" y="121"/>
                  <a:pt x="1703" y="121"/>
                  <a:pt x="1703" y="121"/>
                </a:cubicBezTo>
                <a:cubicBezTo>
                  <a:pt x="1703" y="121"/>
                  <a:pt x="1703" y="121"/>
                  <a:pt x="1703" y="121"/>
                </a:cubicBezTo>
                <a:cubicBezTo>
                  <a:pt x="1703" y="121"/>
                  <a:pt x="1703" y="121"/>
                  <a:pt x="1703" y="121"/>
                </a:cubicBezTo>
                <a:cubicBezTo>
                  <a:pt x="1704" y="121"/>
                  <a:pt x="1704" y="121"/>
                  <a:pt x="1704" y="121"/>
                </a:cubicBezTo>
                <a:cubicBezTo>
                  <a:pt x="1704" y="121"/>
                  <a:pt x="1704" y="121"/>
                  <a:pt x="1704" y="121"/>
                </a:cubicBezTo>
                <a:cubicBezTo>
                  <a:pt x="1704" y="121"/>
                  <a:pt x="1705" y="121"/>
                  <a:pt x="1705" y="121"/>
                </a:cubicBezTo>
                <a:cubicBezTo>
                  <a:pt x="1705" y="121"/>
                  <a:pt x="1705" y="121"/>
                  <a:pt x="1705" y="121"/>
                </a:cubicBezTo>
                <a:cubicBezTo>
                  <a:pt x="1705" y="121"/>
                  <a:pt x="1705" y="121"/>
                  <a:pt x="1705" y="121"/>
                </a:cubicBezTo>
                <a:cubicBezTo>
                  <a:pt x="1706" y="121"/>
                  <a:pt x="1706" y="121"/>
                  <a:pt x="1706" y="121"/>
                </a:cubicBezTo>
                <a:cubicBezTo>
                  <a:pt x="1706" y="121"/>
                  <a:pt x="1707" y="121"/>
                  <a:pt x="1707" y="121"/>
                </a:cubicBezTo>
                <a:cubicBezTo>
                  <a:pt x="1707" y="121"/>
                  <a:pt x="1707" y="121"/>
                  <a:pt x="1708" y="121"/>
                </a:cubicBezTo>
                <a:cubicBezTo>
                  <a:pt x="1708" y="121"/>
                  <a:pt x="1708" y="121"/>
                  <a:pt x="1708" y="121"/>
                </a:cubicBezTo>
                <a:cubicBezTo>
                  <a:pt x="1709" y="120"/>
                  <a:pt x="1709" y="120"/>
                  <a:pt x="1709" y="120"/>
                </a:cubicBezTo>
                <a:cubicBezTo>
                  <a:pt x="1710" y="120"/>
                  <a:pt x="1711" y="119"/>
                  <a:pt x="1711" y="118"/>
                </a:cubicBezTo>
                <a:cubicBezTo>
                  <a:pt x="1711" y="117"/>
                  <a:pt x="1711" y="117"/>
                  <a:pt x="1711" y="117"/>
                </a:cubicBezTo>
                <a:cubicBezTo>
                  <a:pt x="1711" y="117"/>
                  <a:pt x="1710" y="116"/>
                  <a:pt x="1710" y="116"/>
                </a:cubicBezTo>
                <a:cubicBezTo>
                  <a:pt x="1710" y="116"/>
                  <a:pt x="1709" y="116"/>
                  <a:pt x="1709" y="115"/>
                </a:cubicBezTo>
                <a:cubicBezTo>
                  <a:pt x="1708" y="115"/>
                  <a:pt x="1708" y="115"/>
                  <a:pt x="1707" y="115"/>
                </a:cubicBezTo>
                <a:cubicBezTo>
                  <a:pt x="1707" y="115"/>
                  <a:pt x="1708" y="115"/>
                  <a:pt x="1707" y="115"/>
                </a:cubicBezTo>
                <a:close/>
                <a:moveTo>
                  <a:pt x="1864" y="115"/>
                </a:moveTo>
                <a:cubicBezTo>
                  <a:pt x="1864" y="115"/>
                  <a:pt x="1863" y="115"/>
                  <a:pt x="1863" y="114"/>
                </a:cubicBezTo>
                <a:cubicBezTo>
                  <a:pt x="1863" y="114"/>
                  <a:pt x="1862" y="114"/>
                  <a:pt x="1862" y="114"/>
                </a:cubicBezTo>
                <a:cubicBezTo>
                  <a:pt x="1862" y="114"/>
                  <a:pt x="1861" y="114"/>
                  <a:pt x="1861" y="114"/>
                </a:cubicBezTo>
                <a:cubicBezTo>
                  <a:pt x="1860" y="114"/>
                  <a:pt x="1860" y="114"/>
                  <a:pt x="1860" y="114"/>
                </a:cubicBezTo>
                <a:cubicBezTo>
                  <a:pt x="1859" y="114"/>
                  <a:pt x="1859" y="114"/>
                  <a:pt x="1858" y="114"/>
                </a:cubicBezTo>
                <a:cubicBezTo>
                  <a:pt x="1858" y="114"/>
                  <a:pt x="1858" y="114"/>
                  <a:pt x="1857" y="114"/>
                </a:cubicBezTo>
                <a:cubicBezTo>
                  <a:pt x="1857" y="114"/>
                  <a:pt x="1857" y="114"/>
                  <a:pt x="1856" y="114"/>
                </a:cubicBezTo>
                <a:cubicBezTo>
                  <a:pt x="1856" y="115"/>
                  <a:pt x="1856" y="115"/>
                  <a:pt x="1855" y="115"/>
                </a:cubicBezTo>
                <a:cubicBezTo>
                  <a:pt x="1854" y="115"/>
                  <a:pt x="1852" y="116"/>
                  <a:pt x="1853" y="118"/>
                </a:cubicBezTo>
                <a:cubicBezTo>
                  <a:pt x="1853" y="119"/>
                  <a:pt x="1853" y="119"/>
                  <a:pt x="1853" y="119"/>
                </a:cubicBezTo>
                <a:cubicBezTo>
                  <a:pt x="1853" y="119"/>
                  <a:pt x="1854" y="119"/>
                  <a:pt x="1854" y="119"/>
                </a:cubicBezTo>
                <a:cubicBezTo>
                  <a:pt x="1854" y="120"/>
                  <a:pt x="1854" y="120"/>
                  <a:pt x="1854" y="120"/>
                </a:cubicBezTo>
                <a:cubicBezTo>
                  <a:pt x="1855" y="120"/>
                  <a:pt x="1855" y="120"/>
                  <a:pt x="1855" y="120"/>
                </a:cubicBezTo>
                <a:cubicBezTo>
                  <a:pt x="1857" y="121"/>
                  <a:pt x="1857" y="121"/>
                  <a:pt x="1857" y="121"/>
                </a:cubicBezTo>
                <a:cubicBezTo>
                  <a:pt x="1858" y="121"/>
                  <a:pt x="1859" y="121"/>
                  <a:pt x="1859" y="121"/>
                </a:cubicBezTo>
                <a:cubicBezTo>
                  <a:pt x="1860" y="121"/>
                  <a:pt x="1860" y="121"/>
                  <a:pt x="1860" y="121"/>
                </a:cubicBezTo>
                <a:cubicBezTo>
                  <a:pt x="1860" y="121"/>
                  <a:pt x="1860" y="121"/>
                  <a:pt x="1860" y="121"/>
                </a:cubicBezTo>
                <a:cubicBezTo>
                  <a:pt x="1860" y="121"/>
                  <a:pt x="1861" y="121"/>
                  <a:pt x="1861" y="121"/>
                </a:cubicBezTo>
                <a:cubicBezTo>
                  <a:pt x="1861" y="121"/>
                  <a:pt x="1861" y="121"/>
                  <a:pt x="1861" y="121"/>
                </a:cubicBezTo>
                <a:cubicBezTo>
                  <a:pt x="1861" y="121"/>
                  <a:pt x="1861" y="121"/>
                  <a:pt x="1861" y="121"/>
                </a:cubicBezTo>
                <a:cubicBezTo>
                  <a:pt x="1862" y="121"/>
                  <a:pt x="1862" y="121"/>
                  <a:pt x="1862" y="121"/>
                </a:cubicBezTo>
                <a:cubicBezTo>
                  <a:pt x="1862" y="121"/>
                  <a:pt x="1862" y="121"/>
                  <a:pt x="1862" y="121"/>
                </a:cubicBezTo>
                <a:cubicBezTo>
                  <a:pt x="1862" y="121"/>
                  <a:pt x="1863" y="121"/>
                  <a:pt x="1863" y="121"/>
                </a:cubicBezTo>
                <a:cubicBezTo>
                  <a:pt x="1863" y="121"/>
                  <a:pt x="1863" y="121"/>
                  <a:pt x="1863" y="121"/>
                </a:cubicBezTo>
                <a:cubicBezTo>
                  <a:pt x="1864" y="121"/>
                  <a:pt x="1864" y="121"/>
                  <a:pt x="1864" y="121"/>
                </a:cubicBezTo>
                <a:cubicBezTo>
                  <a:pt x="1864" y="121"/>
                  <a:pt x="1865" y="121"/>
                  <a:pt x="1865" y="121"/>
                </a:cubicBezTo>
                <a:cubicBezTo>
                  <a:pt x="1865" y="121"/>
                  <a:pt x="1865" y="121"/>
                  <a:pt x="1865" y="121"/>
                </a:cubicBezTo>
                <a:cubicBezTo>
                  <a:pt x="1866" y="120"/>
                  <a:pt x="1866" y="120"/>
                  <a:pt x="1866" y="120"/>
                </a:cubicBezTo>
                <a:cubicBezTo>
                  <a:pt x="1868" y="120"/>
                  <a:pt x="1868" y="119"/>
                  <a:pt x="1868" y="118"/>
                </a:cubicBezTo>
                <a:cubicBezTo>
                  <a:pt x="1868" y="117"/>
                  <a:pt x="1868" y="117"/>
                  <a:pt x="1868" y="117"/>
                </a:cubicBezTo>
                <a:cubicBezTo>
                  <a:pt x="1868" y="117"/>
                  <a:pt x="1867" y="116"/>
                  <a:pt x="1867" y="116"/>
                </a:cubicBezTo>
                <a:cubicBezTo>
                  <a:pt x="1867" y="116"/>
                  <a:pt x="1866" y="116"/>
                  <a:pt x="1866" y="115"/>
                </a:cubicBezTo>
                <a:cubicBezTo>
                  <a:pt x="1865" y="115"/>
                  <a:pt x="1865" y="115"/>
                  <a:pt x="1864" y="115"/>
                </a:cubicBezTo>
                <a:cubicBezTo>
                  <a:pt x="1864" y="115"/>
                  <a:pt x="1865" y="115"/>
                  <a:pt x="1864" y="115"/>
                </a:cubicBezTo>
                <a:close/>
                <a:moveTo>
                  <a:pt x="2217" y="115"/>
                </a:moveTo>
                <a:cubicBezTo>
                  <a:pt x="2216" y="114"/>
                  <a:pt x="2215" y="114"/>
                  <a:pt x="2214" y="114"/>
                </a:cubicBezTo>
                <a:cubicBezTo>
                  <a:pt x="2214" y="114"/>
                  <a:pt x="2213" y="114"/>
                  <a:pt x="2213" y="114"/>
                </a:cubicBezTo>
                <a:cubicBezTo>
                  <a:pt x="2212" y="114"/>
                  <a:pt x="2212" y="114"/>
                  <a:pt x="2211" y="114"/>
                </a:cubicBezTo>
                <a:cubicBezTo>
                  <a:pt x="2211" y="114"/>
                  <a:pt x="2211" y="114"/>
                  <a:pt x="2210" y="114"/>
                </a:cubicBezTo>
                <a:cubicBezTo>
                  <a:pt x="2210" y="114"/>
                  <a:pt x="2210" y="114"/>
                  <a:pt x="2209" y="114"/>
                </a:cubicBezTo>
                <a:cubicBezTo>
                  <a:pt x="2209" y="115"/>
                  <a:pt x="2209" y="115"/>
                  <a:pt x="2208" y="115"/>
                </a:cubicBezTo>
                <a:cubicBezTo>
                  <a:pt x="2208" y="115"/>
                  <a:pt x="2208" y="115"/>
                  <a:pt x="2207" y="115"/>
                </a:cubicBezTo>
                <a:cubicBezTo>
                  <a:pt x="2207" y="116"/>
                  <a:pt x="2207" y="116"/>
                  <a:pt x="2206" y="116"/>
                </a:cubicBezTo>
                <a:cubicBezTo>
                  <a:pt x="2206" y="116"/>
                  <a:pt x="2206" y="117"/>
                  <a:pt x="2206" y="117"/>
                </a:cubicBezTo>
                <a:cubicBezTo>
                  <a:pt x="2206" y="117"/>
                  <a:pt x="2206" y="117"/>
                  <a:pt x="2206" y="118"/>
                </a:cubicBezTo>
                <a:cubicBezTo>
                  <a:pt x="2206" y="119"/>
                  <a:pt x="2207" y="119"/>
                  <a:pt x="2207" y="119"/>
                </a:cubicBezTo>
                <a:cubicBezTo>
                  <a:pt x="2207" y="119"/>
                  <a:pt x="2207" y="119"/>
                  <a:pt x="2207" y="119"/>
                </a:cubicBezTo>
                <a:cubicBezTo>
                  <a:pt x="2208" y="120"/>
                  <a:pt x="2208" y="120"/>
                  <a:pt x="2208" y="120"/>
                </a:cubicBezTo>
                <a:cubicBezTo>
                  <a:pt x="2208" y="120"/>
                  <a:pt x="2209" y="120"/>
                  <a:pt x="2209" y="120"/>
                </a:cubicBezTo>
                <a:cubicBezTo>
                  <a:pt x="2210" y="121"/>
                  <a:pt x="2210" y="121"/>
                  <a:pt x="2210" y="121"/>
                </a:cubicBezTo>
                <a:cubicBezTo>
                  <a:pt x="2211" y="121"/>
                  <a:pt x="2212" y="121"/>
                  <a:pt x="2213" y="121"/>
                </a:cubicBezTo>
                <a:cubicBezTo>
                  <a:pt x="2213" y="121"/>
                  <a:pt x="2214" y="121"/>
                  <a:pt x="2214" y="121"/>
                </a:cubicBezTo>
                <a:cubicBezTo>
                  <a:pt x="2214" y="121"/>
                  <a:pt x="2214" y="121"/>
                  <a:pt x="2214" y="121"/>
                </a:cubicBezTo>
                <a:cubicBezTo>
                  <a:pt x="2214" y="121"/>
                  <a:pt x="2214" y="121"/>
                  <a:pt x="2214" y="121"/>
                </a:cubicBezTo>
                <a:cubicBezTo>
                  <a:pt x="2215" y="121"/>
                  <a:pt x="2215" y="121"/>
                  <a:pt x="2215" y="121"/>
                </a:cubicBezTo>
                <a:cubicBezTo>
                  <a:pt x="2215" y="121"/>
                  <a:pt x="2215" y="121"/>
                  <a:pt x="2215" y="121"/>
                </a:cubicBezTo>
                <a:cubicBezTo>
                  <a:pt x="2215" y="121"/>
                  <a:pt x="2216" y="121"/>
                  <a:pt x="2216" y="121"/>
                </a:cubicBezTo>
                <a:cubicBezTo>
                  <a:pt x="2216" y="121"/>
                  <a:pt x="2216" y="121"/>
                  <a:pt x="2216" y="121"/>
                </a:cubicBezTo>
                <a:cubicBezTo>
                  <a:pt x="2216" y="121"/>
                  <a:pt x="2216" y="121"/>
                  <a:pt x="2216" y="121"/>
                </a:cubicBezTo>
                <a:cubicBezTo>
                  <a:pt x="2217" y="121"/>
                  <a:pt x="2217" y="121"/>
                  <a:pt x="2217" y="121"/>
                </a:cubicBezTo>
                <a:cubicBezTo>
                  <a:pt x="2217" y="121"/>
                  <a:pt x="2218" y="121"/>
                  <a:pt x="2218" y="121"/>
                </a:cubicBezTo>
                <a:cubicBezTo>
                  <a:pt x="2218" y="121"/>
                  <a:pt x="2218" y="121"/>
                  <a:pt x="2218" y="121"/>
                </a:cubicBezTo>
                <a:cubicBezTo>
                  <a:pt x="2219" y="121"/>
                  <a:pt x="2219" y="121"/>
                  <a:pt x="2219" y="121"/>
                </a:cubicBezTo>
                <a:cubicBezTo>
                  <a:pt x="2220" y="120"/>
                  <a:pt x="2220" y="120"/>
                  <a:pt x="2220" y="120"/>
                </a:cubicBezTo>
                <a:cubicBezTo>
                  <a:pt x="2221" y="120"/>
                  <a:pt x="2222" y="119"/>
                  <a:pt x="2222" y="118"/>
                </a:cubicBezTo>
                <a:cubicBezTo>
                  <a:pt x="2221" y="117"/>
                  <a:pt x="2221" y="117"/>
                  <a:pt x="2221" y="117"/>
                </a:cubicBezTo>
                <a:cubicBezTo>
                  <a:pt x="2221" y="117"/>
                  <a:pt x="2220" y="116"/>
                  <a:pt x="2220" y="116"/>
                </a:cubicBezTo>
                <a:cubicBezTo>
                  <a:pt x="2220" y="116"/>
                  <a:pt x="2219" y="116"/>
                  <a:pt x="2219" y="115"/>
                </a:cubicBezTo>
                <a:cubicBezTo>
                  <a:pt x="2218" y="115"/>
                  <a:pt x="2218" y="115"/>
                  <a:pt x="2217" y="115"/>
                </a:cubicBezTo>
                <a:cubicBezTo>
                  <a:pt x="2217" y="115"/>
                  <a:pt x="2218" y="115"/>
                  <a:pt x="2217" y="115"/>
                </a:cubicBezTo>
                <a:close/>
                <a:moveTo>
                  <a:pt x="1824" y="114"/>
                </a:moveTo>
                <a:cubicBezTo>
                  <a:pt x="1823" y="114"/>
                  <a:pt x="1822" y="114"/>
                  <a:pt x="1820" y="114"/>
                </a:cubicBezTo>
                <a:cubicBezTo>
                  <a:pt x="1820" y="114"/>
                  <a:pt x="1820" y="114"/>
                  <a:pt x="1819" y="114"/>
                </a:cubicBezTo>
                <a:cubicBezTo>
                  <a:pt x="1819" y="114"/>
                  <a:pt x="1819" y="114"/>
                  <a:pt x="1818" y="114"/>
                </a:cubicBezTo>
                <a:cubicBezTo>
                  <a:pt x="1818" y="114"/>
                  <a:pt x="1817" y="114"/>
                  <a:pt x="1817" y="114"/>
                </a:cubicBezTo>
                <a:cubicBezTo>
                  <a:pt x="1817" y="115"/>
                  <a:pt x="1816" y="115"/>
                  <a:pt x="1816" y="115"/>
                </a:cubicBezTo>
                <a:cubicBezTo>
                  <a:pt x="1814" y="115"/>
                  <a:pt x="1813" y="116"/>
                  <a:pt x="1814" y="118"/>
                </a:cubicBezTo>
                <a:cubicBezTo>
                  <a:pt x="1814" y="119"/>
                  <a:pt x="1814" y="119"/>
                  <a:pt x="1814" y="119"/>
                </a:cubicBezTo>
                <a:cubicBezTo>
                  <a:pt x="1814" y="119"/>
                  <a:pt x="1814" y="119"/>
                  <a:pt x="1815" y="119"/>
                </a:cubicBezTo>
                <a:cubicBezTo>
                  <a:pt x="1815" y="120"/>
                  <a:pt x="1815" y="120"/>
                  <a:pt x="1815" y="120"/>
                </a:cubicBezTo>
                <a:cubicBezTo>
                  <a:pt x="1815" y="120"/>
                  <a:pt x="1816" y="120"/>
                  <a:pt x="1816" y="120"/>
                </a:cubicBezTo>
                <a:cubicBezTo>
                  <a:pt x="1817" y="121"/>
                  <a:pt x="1817" y="121"/>
                  <a:pt x="1817" y="121"/>
                </a:cubicBezTo>
                <a:cubicBezTo>
                  <a:pt x="1818" y="121"/>
                  <a:pt x="1819" y="121"/>
                  <a:pt x="1820" y="121"/>
                </a:cubicBezTo>
                <a:cubicBezTo>
                  <a:pt x="1820" y="121"/>
                  <a:pt x="1820" y="121"/>
                  <a:pt x="1821" y="121"/>
                </a:cubicBezTo>
                <a:cubicBezTo>
                  <a:pt x="1821" y="121"/>
                  <a:pt x="1821" y="121"/>
                  <a:pt x="1821" y="121"/>
                </a:cubicBezTo>
                <a:cubicBezTo>
                  <a:pt x="1821" y="121"/>
                  <a:pt x="1821" y="121"/>
                  <a:pt x="1821" y="121"/>
                </a:cubicBezTo>
                <a:cubicBezTo>
                  <a:pt x="1822" y="121"/>
                  <a:pt x="1822" y="121"/>
                  <a:pt x="1822" y="121"/>
                </a:cubicBezTo>
                <a:cubicBezTo>
                  <a:pt x="1822" y="121"/>
                  <a:pt x="1822" y="121"/>
                  <a:pt x="1822" y="121"/>
                </a:cubicBezTo>
                <a:cubicBezTo>
                  <a:pt x="1822" y="121"/>
                  <a:pt x="1822" y="121"/>
                  <a:pt x="1823" y="121"/>
                </a:cubicBezTo>
                <a:cubicBezTo>
                  <a:pt x="1823" y="121"/>
                  <a:pt x="1823" y="121"/>
                  <a:pt x="1823" y="121"/>
                </a:cubicBezTo>
                <a:cubicBezTo>
                  <a:pt x="1823" y="121"/>
                  <a:pt x="1823" y="121"/>
                  <a:pt x="1823" y="121"/>
                </a:cubicBezTo>
                <a:cubicBezTo>
                  <a:pt x="1824" y="121"/>
                  <a:pt x="1824" y="121"/>
                  <a:pt x="1825" y="121"/>
                </a:cubicBezTo>
                <a:cubicBezTo>
                  <a:pt x="1826" y="121"/>
                  <a:pt x="1826" y="121"/>
                  <a:pt x="1826" y="121"/>
                </a:cubicBezTo>
                <a:cubicBezTo>
                  <a:pt x="1827" y="120"/>
                  <a:pt x="1827" y="120"/>
                  <a:pt x="1827" y="120"/>
                </a:cubicBezTo>
                <a:cubicBezTo>
                  <a:pt x="1828" y="120"/>
                  <a:pt x="1829" y="119"/>
                  <a:pt x="1829" y="118"/>
                </a:cubicBezTo>
                <a:cubicBezTo>
                  <a:pt x="1829" y="117"/>
                  <a:pt x="1829" y="117"/>
                  <a:pt x="1829" y="117"/>
                </a:cubicBezTo>
                <a:cubicBezTo>
                  <a:pt x="1828" y="117"/>
                  <a:pt x="1828" y="116"/>
                  <a:pt x="1828" y="116"/>
                </a:cubicBezTo>
                <a:cubicBezTo>
                  <a:pt x="1827" y="116"/>
                  <a:pt x="1827" y="116"/>
                  <a:pt x="1826" y="115"/>
                </a:cubicBezTo>
                <a:cubicBezTo>
                  <a:pt x="1826" y="115"/>
                  <a:pt x="1826" y="115"/>
                  <a:pt x="1825" y="115"/>
                </a:cubicBezTo>
                <a:lnTo>
                  <a:pt x="1824" y="114"/>
                </a:lnTo>
                <a:close/>
                <a:moveTo>
                  <a:pt x="1982" y="115"/>
                </a:moveTo>
                <a:cubicBezTo>
                  <a:pt x="1981" y="114"/>
                  <a:pt x="1980" y="114"/>
                  <a:pt x="1979" y="114"/>
                </a:cubicBezTo>
                <a:cubicBezTo>
                  <a:pt x="1978" y="114"/>
                  <a:pt x="1978" y="114"/>
                  <a:pt x="1977" y="114"/>
                </a:cubicBezTo>
                <a:cubicBezTo>
                  <a:pt x="1977" y="114"/>
                  <a:pt x="1977" y="114"/>
                  <a:pt x="1977" y="114"/>
                </a:cubicBezTo>
                <a:cubicBezTo>
                  <a:pt x="1977" y="114"/>
                  <a:pt x="1977" y="114"/>
                  <a:pt x="1977" y="114"/>
                </a:cubicBezTo>
                <a:cubicBezTo>
                  <a:pt x="1976" y="114"/>
                  <a:pt x="1976" y="114"/>
                  <a:pt x="1976" y="114"/>
                </a:cubicBezTo>
                <a:cubicBezTo>
                  <a:pt x="1976" y="114"/>
                  <a:pt x="1976" y="114"/>
                  <a:pt x="1976" y="114"/>
                </a:cubicBezTo>
                <a:cubicBezTo>
                  <a:pt x="1975" y="114"/>
                  <a:pt x="1974" y="114"/>
                  <a:pt x="1973" y="115"/>
                </a:cubicBezTo>
                <a:cubicBezTo>
                  <a:pt x="1971" y="115"/>
                  <a:pt x="1970" y="116"/>
                  <a:pt x="1971" y="118"/>
                </a:cubicBezTo>
                <a:cubicBezTo>
                  <a:pt x="1971" y="119"/>
                  <a:pt x="1971" y="119"/>
                  <a:pt x="1971" y="119"/>
                </a:cubicBezTo>
                <a:cubicBezTo>
                  <a:pt x="1971" y="119"/>
                  <a:pt x="1971" y="119"/>
                  <a:pt x="1972" y="119"/>
                </a:cubicBezTo>
                <a:cubicBezTo>
                  <a:pt x="1972" y="120"/>
                  <a:pt x="1972" y="120"/>
                  <a:pt x="1972" y="120"/>
                </a:cubicBezTo>
                <a:cubicBezTo>
                  <a:pt x="1973" y="120"/>
                  <a:pt x="1973" y="120"/>
                  <a:pt x="1973" y="120"/>
                </a:cubicBezTo>
                <a:cubicBezTo>
                  <a:pt x="1974" y="121"/>
                  <a:pt x="1974" y="121"/>
                  <a:pt x="1974" y="121"/>
                </a:cubicBezTo>
                <a:cubicBezTo>
                  <a:pt x="1975" y="121"/>
                  <a:pt x="1976" y="121"/>
                  <a:pt x="1977" y="121"/>
                </a:cubicBezTo>
                <a:cubicBezTo>
                  <a:pt x="1978" y="121"/>
                  <a:pt x="1978" y="121"/>
                  <a:pt x="1978" y="121"/>
                </a:cubicBezTo>
                <a:cubicBezTo>
                  <a:pt x="1978" y="121"/>
                  <a:pt x="1978" y="121"/>
                  <a:pt x="1978" y="121"/>
                </a:cubicBezTo>
                <a:cubicBezTo>
                  <a:pt x="1978" y="121"/>
                  <a:pt x="1978" y="121"/>
                  <a:pt x="1979" y="121"/>
                </a:cubicBezTo>
                <a:cubicBezTo>
                  <a:pt x="1979" y="121"/>
                  <a:pt x="1979" y="121"/>
                  <a:pt x="1979" y="121"/>
                </a:cubicBezTo>
                <a:cubicBezTo>
                  <a:pt x="1979" y="121"/>
                  <a:pt x="1979" y="121"/>
                  <a:pt x="1979" y="121"/>
                </a:cubicBezTo>
                <a:cubicBezTo>
                  <a:pt x="1980" y="121"/>
                  <a:pt x="1980" y="121"/>
                  <a:pt x="1980" y="121"/>
                </a:cubicBezTo>
                <a:cubicBezTo>
                  <a:pt x="1980" y="121"/>
                  <a:pt x="1980" y="121"/>
                  <a:pt x="1980" y="121"/>
                </a:cubicBezTo>
                <a:cubicBezTo>
                  <a:pt x="1980" y="121"/>
                  <a:pt x="1980" y="121"/>
                  <a:pt x="1981" y="121"/>
                </a:cubicBezTo>
                <a:cubicBezTo>
                  <a:pt x="1981" y="121"/>
                  <a:pt x="1981" y="121"/>
                  <a:pt x="1981" y="121"/>
                </a:cubicBezTo>
                <a:cubicBezTo>
                  <a:pt x="1982" y="121"/>
                  <a:pt x="1982" y="121"/>
                  <a:pt x="1982" y="121"/>
                </a:cubicBezTo>
                <a:cubicBezTo>
                  <a:pt x="1982" y="121"/>
                  <a:pt x="1982" y="121"/>
                  <a:pt x="1983" y="121"/>
                </a:cubicBezTo>
                <a:cubicBezTo>
                  <a:pt x="1983" y="121"/>
                  <a:pt x="1983" y="121"/>
                  <a:pt x="1983" y="121"/>
                </a:cubicBezTo>
                <a:cubicBezTo>
                  <a:pt x="1984" y="120"/>
                  <a:pt x="1984" y="120"/>
                  <a:pt x="1984" y="120"/>
                </a:cubicBezTo>
                <a:cubicBezTo>
                  <a:pt x="1985" y="120"/>
                  <a:pt x="1985" y="120"/>
                  <a:pt x="1986" y="119"/>
                </a:cubicBezTo>
                <a:cubicBezTo>
                  <a:pt x="1986" y="119"/>
                  <a:pt x="1986" y="118"/>
                  <a:pt x="1986" y="118"/>
                </a:cubicBezTo>
                <a:cubicBezTo>
                  <a:pt x="1986" y="118"/>
                  <a:pt x="1986" y="117"/>
                  <a:pt x="1986" y="117"/>
                </a:cubicBezTo>
                <a:cubicBezTo>
                  <a:pt x="1986" y="117"/>
                  <a:pt x="1986" y="117"/>
                  <a:pt x="1986" y="117"/>
                </a:cubicBezTo>
                <a:cubicBezTo>
                  <a:pt x="1986" y="117"/>
                  <a:pt x="1986" y="117"/>
                  <a:pt x="1985" y="117"/>
                </a:cubicBezTo>
                <a:cubicBezTo>
                  <a:pt x="1985" y="117"/>
                  <a:pt x="1985" y="116"/>
                  <a:pt x="1985" y="116"/>
                </a:cubicBezTo>
                <a:cubicBezTo>
                  <a:pt x="1985" y="116"/>
                  <a:pt x="1984" y="115"/>
                  <a:pt x="1983" y="115"/>
                </a:cubicBezTo>
                <a:lnTo>
                  <a:pt x="1982" y="115"/>
                </a:lnTo>
                <a:close/>
                <a:moveTo>
                  <a:pt x="1745" y="114"/>
                </a:moveTo>
                <a:cubicBezTo>
                  <a:pt x="1744" y="114"/>
                  <a:pt x="1743" y="114"/>
                  <a:pt x="1742" y="114"/>
                </a:cubicBezTo>
                <a:cubicBezTo>
                  <a:pt x="1742" y="114"/>
                  <a:pt x="1741" y="114"/>
                  <a:pt x="1741" y="114"/>
                </a:cubicBezTo>
                <a:cubicBezTo>
                  <a:pt x="1741" y="114"/>
                  <a:pt x="1741" y="114"/>
                  <a:pt x="1740" y="114"/>
                </a:cubicBezTo>
                <a:cubicBezTo>
                  <a:pt x="1740" y="114"/>
                  <a:pt x="1740" y="114"/>
                  <a:pt x="1740" y="114"/>
                </a:cubicBezTo>
                <a:cubicBezTo>
                  <a:pt x="1739" y="114"/>
                  <a:pt x="1739" y="114"/>
                  <a:pt x="1739" y="114"/>
                </a:cubicBezTo>
                <a:cubicBezTo>
                  <a:pt x="1738" y="115"/>
                  <a:pt x="1738" y="115"/>
                  <a:pt x="1738" y="115"/>
                </a:cubicBezTo>
                <a:cubicBezTo>
                  <a:pt x="1736" y="115"/>
                  <a:pt x="1734" y="116"/>
                  <a:pt x="1735" y="118"/>
                </a:cubicBezTo>
                <a:cubicBezTo>
                  <a:pt x="1735" y="119"/>
                  <a:pt x="1735" y="119"/>
                  <a:pt x="1735" y="119"/>
                </a:cubicBezTo>
                <a:cubicBezTo>
                  <a:pt x="1736" y="119"/>
                  <a:pt x="1736" y="119"/>
                  <a:pt x="1736" y="119"/>
                </a:cubicBezTo>
                <a:cubicBezTo>
                  <a:pt x="1736" y="120"/>
                  <a:pt x="1736" y="120"/>
                  <a:pt x="1737" y="120"/>
                </a:cubicBezTo>
                <a:cubicBezTo>
                  <a:pt x="1737" y="120"/>
                  <a:pt x="1737" y="120"/>
                  <a:pt x="1737" y="120"/>
                </a:cubicBezTo>
                <a:cubicBezTo>
                  <a:pt x="1739" y="121"/>
                  <a:pt x="1739" y="121"/>
                  <a:pt x="1739" y="121"/>
                </a:cubicBezTo>
                <a:cubicBezTo>
                  <a:pt x="1740" y="121"/>
                  <a:pt x="1740" y="121"/>
                  <a:pt x="1740" y="121"/>
                </a:cubicBezTo>
                <a:cubicBezTo>
                  <a:pt x="1741" y="121"/>
                  <a:pt x="1741" y="121"/>
                  <a:pt x="1742" y="121"/>
                </a:cubicBezTo>
                <a:cubicBezTo>
                  <a:pt x="1742" y="121"/>
                  <a:pt x="1742" y="121"/>
                  <a:pt x="1742" y="121"/>
                </a:cubicBezTo>
                <a:cubicBezTo>
                  <a:pt x="1742" y="121"/>
                  <a:pt x="1742" y="121"/>
                  <a:pt x="1742" y="121"/>
                </a:cubicBezTo>
                <a:cubicBezTo>
                  <a:pt x="1742" y="121"/>
                  <a:pt x="1743" y="121"/>
                  <a:pt x="1743" y="121"/>
                </a:cubicBezTo>
                <a:cubicBezTo>
                  <a:pt x="1743" y="121"/>
                  <a:pt x="1743" y="121"/>
                  <a:pt x="1743" y="121"/>
                </a:cubicBezTo>
                <a:cubicBezTo>
                  <a:pt x="1743" y="121"/>
                  <a:pt x="1743" y="121"/>
                  <a:pt x="1744" y="121"/>
                </a:cubicBezTo>
                <a:cubicBezTo>
                  <a:pt x="1744" y="121"/>
                  <a:pt x="1744" y="121"/>
                  <a:pt x="1744" y="121"/>
                </a:cubicBezTo>
                <a:cubicBezTo>
                  <a:pt x="1744" y="121"/>
                  <a:pt x="1744" y="121"/>
                  <a:pt x="1744" y="121"/>
                </a:cubicBezTo>
                <a:cubicBezTo>
                  <a:pt x="1744" y="121"/>
                  <a:pt x="1745" y="121"/>
                  <a:pt x="1745" y="121"/>
                </a:cubicBezTo>
                <a:cubicBezTo>
                  <a:pt x="1745" y="121"/>
                  <a:pt x="1745" y="121"/>
                  <a:pt x="1745" y="121"/>
                </a:cubicBezTo>
                <a:cubicBezTo>
                  <a:pt x="1745" y="121"/>
                  <a:pt x="1745" y="121"/>
                  <a:pt x="1745" y="121"/>
                </a:cubicBezTo>
                <a:cubicBezTo>
                  <a:pt x="1746" y="121"/>
                  <a:pt x="1746" y="121"/>
                  <a:pt x="1746" y="121"/>
                </a:cubicBezTo>
                <a:cubicBezTo>
                  <a:pt x="1746" y="121"/>
                  <a:pt x="1746" y="121"/>
                  <a:pt x="1746" y="121"/>
                </a:cubicBezTo>
                <a:cubicBezTo>
                  <a:pt x="1747" y="121"/>
                  <a:pt x="1747" y="121"/>
                  <a:pt x="1747" y="121"/>
                </a:cubicBezTo>
                <a:cubicBezTo>
                  <a:pt x="1749" y="120"/>
                  <a:pt x="1749" y="120"/>
                  <a:pt x="1749" y="120"/>
                </a:cubicBezTo>
                <a:cubicBezTo>
                  <a:pt x="1750" y="120"/>
                  <a:pt x="1750" y="119"/>
                  <a:pt x="1750" y="118"/>
                </a:cubicBezTo>
                <a:cubicBezTo>
                  <a:pt x="1750" y="117"/>
                  <a:pt x="1750" y="117"/>
                  <a:pt x="1750" y="117"/>
                </a:cubicBezTo>
                <a:cubicBezTo>
                  <a:pt x="1750" y="117"/>
                  <a:pt x="1750" y="116"/>
                  <a:pt x="1749" y="116"/>
                </a:cubicBezTo>
                <a:cubicBezTo>
                  <a:pt x="1749" y="116"/>
                  <a:pt x="1748" y="116"/>
                  <a:pt x="1748" y="115"/>
                </a:cubicBezTo>
                <a:cubicBezTo>
                  <a:pt x="1748" y="115"/>
                  <a:pt x="1747" y="115"/>
                  <a:pt x="1747" y="115"/>
                </a:cubicBezTo>
                <a:lnTo>
                  <a:pt x="1745" y="114"/>
                </a:lnTo>
                <a:close/>
                <a:moveTo>
                  <a:pt x="2178" y="115"/>
                </a:moveTo>
                <a:cubicBezTo>
                  <a:pt x="2176" y="114"/>
                  <a:pt x="2175" y="114"/>
                  <a:pt x="2173" y="114"/>
                </a:cubicBezTo>
                <a:cubicBezTo>
                  <a:pt x="2173" y="114"/>
                  <a:pt x="2173" y="114"/>
                  <a:pt x="2172" y="114"/>
                </a:cubicBezTo>
                <a:cubicBezTo>
                  <a:pt x="2172" y="114"/>
                  <a:pt x="2171" y="114"/>
                  <a:pt x="2171" y="114"/>
                </a:cubicBezTo>
                <a:cubicBezTo>
                  <a:pt x="2171" y="114"/>
                  <a:pt x="2170" y="114"/>
                  <a:pt x="2170" y="114"/>
                </a:cubicBezTo>
                <a:cubicBezTo>
                  <a:pt x="2170" y="115"/>
                  <a:pt x="2169" y="115"/>
                  <a:pt x="2169" y="115"/>
                </a:cubicBezTo>
                <a:cubicBezTo>
                  <a:pt x="2169" y="115"/>
                  <a:pt x="2168" y="115"/>
                  <a:pt x="2168" y="115"/>
                </a:cubicBezTo>
                <a:cubicBezTo>
                  <a:pt x="2168" y="116"/>
                  <a:pt x="2167" y="116"/>
                  <a:pt x="2167" y="116"/>
                </a:cubicBezTo>
                <a:cubicBezTo>
                  <a:pt x="2167" y="116"/>
                  <a:pt x="2167" y="117"/>
                  <a:pt x="2167" y="117"/>
                </a:cubicBezTo>
                <a:cubicBezTo>
                  <a:pt x="2167" y="117"/>
                  <a:pt x="2167" y="117"/>
                  <a:pt x="2167" y="118"/>
                </a:cubicBezTo>
                <a:cubicBezTo>
                  <a:pt x="2168" y="119"/>
                  <a:pt x="2169" y="120"/>
                  <a:pt x="2170" y="120"/>
                </a:cubicBezTo>
                <a:cubicBezTo>
                  <a:pt x="2171" y="121"/>
                  <a:pt x="2171" y="121"/>
                  <a:pt x="2171" y="121"/>
                </a:cubicBezTo>
                <a:cubicBezTo>
                  <a:pt x="2172" y="121"/>
                  <a:pt x="2173" y="121"/>
                  <a:pt x="2174" y="121"/>
                </a:cubicBezTo>
                <a:cubicBezTo>
                  <a:pt x="2174" y="121"/>
                  <a:pt x="2174" y="121"/>
                  <a:pt x="2174" y="121"/>
                </a:cubicBezTo>
                <a:cubicBezTo>
                  <a:pt x="2174" y="121"/>
                  <a:pt x="2175" y="121"/>
                  <a:pt x="2175" y="121"/>
                </a:cubicBezTo>
                <a:cubicBezTo>
                  <a:pt x="2175" y="121"/>
                  <a:pt x="2175" y="121"/>
                  <a:pt x="2175" y="121"/>
                </a:cubicBezTo>
                <a:cubicBezTo>
                  <a:pt x="2175" y="121"/>
                  <a:pt x="2175" y="121"/>
                  <a:pt x="2176" y="121"/>
                </a:cubicBezTo>
                <a:cubicBezTo>
                  <a:pt x="2176" y="121"/>
                  <a:pt x="2176" y="121"/>
                  <a:pt x="2176" y="121"/>
                </a:cubicBezTo>
                <a:cubicBezTo>
                  <a:pt x="2176" y="121"/>
                  <a:pt x="2176" y="121"/>
                  <a:pt x="2176" y="121"/>
                </a:cubicBezTo>
                <a:cubicBezTo>
                  <a:pt x="2176" y="121"/>
                  <a:pt x="2177" y="121"/>
                  <a:pt x="2177" y="121"/>
                </a:cubicBezTo>
                <a:cubicBezTo>
                  <a:pt x="2177" y="121"/>
                  <a:pt x="2177" y="121"/>
                  <a:pt x="2177" y="121"/>
                </a:cubicBezTo>
                <a:cubicBezTo>
                  <a:pt x="2177" y="121"/>
                  <a:pt x="2178" y="121"/>
                  <a:pt x="2178" y="121"/>
                </a:cubicBezTo>
                <a:cubicBezTo>
                  <a:pt x="2178" y="121"/>
                  <a:pt x="2178" y="121"/>
                  <a:pt x="2179" y="121"/>
                </a:cubicBezTo>
                <a:cubicBezTo>
                  <a:pt x="2179" y="121"/>
                  <a:pt x="2179" y="121"/>
                  <a:pt x="2179" y="121"/>
                </a:cubicBezTo>
                <a:cubicBezTo>
                  <a:pt x="2179" y="121"/>
                  <a:pt x="2180" y="121"/>
                  <a:pt x="2180" y="121"/>
                </a:cubicBezTo>
                <a:cubicBezTo>
                  <a:pt x="2181" y="120"/>
                  <a:pt x="2181" y="120"/>
                  <a:pt x="2181" y="120"/>
                </a:cubicBezTo>
                <a:cubicBezTo>
                  <a:pt x="2182" y="120"/>
                  <a:pt x="2182" y="119"/>
                  <a:pt x="2182" y="118"/>
                </a:cubicBezTo>
                <a:cubicBezTo>
                  <a:pt x="2182" y="117"/>
                  <a:pt x="2182" y="117"/>
                  <a:pt x="2182" y="117"/>
                </a:cubicBezTo>
                <a:cubicBezTo>
                  <a:pt x="2182" y="117"/>
                  <a:pt x="2181" y="116"/>
                  <a:pt x="2181" y="116"/>
                </a:cubicBezTo>
                <a:cubicBezTo>
                  <a:pt x="2180" y="116"/>
                  <a:pt x="2180" y="116"/>
                  <a:pt x="2180" y="115"/>
                </a:cubicBezTo>
                <a:cubicBezTo>
                  <a:pt x="2179" y="115"/>
                  <a:pt x="2179" y="115"/>
                  <a:pt x="2178" y="115"/>
                </a:cubicBezTo>
                <a:cubicBezTo>
                  <a:pt x="2178" y="115"/>
                  <a:pt x="2179" y="115"/>
                  <a:pt x="2178" y="115"/>
                </a:cubicBezTo>
                <a:close/>
                <a:moveTo>
                  <a:pt x="1943" y="115"/>
                </a:moveTo>
                <a:cubicBezTo>
                  <a:pt x="1941" y="114"/>
                  <a:pt x="1940" y="114"/>
                  <a:pt x="1938" y="114"/>
                </a:cubicBezTo>
                <a:cubicBezTo>
                  <a:pt x="1938" y="114"/>
                  <a:pt x="1937" y="114"/>
                  <a:pt x="1937" y="114"/>
                </a:cubicBezTo>
                <a:cubicBezTo>
                  <a:pt x="1937" y="114"/>
                  <a:pt x="1936" y="114"/>
                  <a:pt x="1936" y="114"/>
                </a:cubicBezTo>
                <a:cubicBezTo>
                  <a:pt x="1935" y="114"/>
                  <a:pt x="1935" y="114"/>
                  <a:pt x="1935" y="114"/>
                </a:cubicBezTo>
                <a:cubicBezTo>
                  <a:pt x="1934" y="115"/>
                  <a:pt x="1934" y="115"/>
                  <a:pt x="1934" y="115"/>
                </a:cubicBezTo>
                <a:cubicBezTo>
                  <a:pt x="1933" y="115"/>
                  <a:pt x="1933" y="115"/>
                  <a:pt x="1933" y="115"/>
                </a:cubicBezTo>
                <a:cubicBezTo>
                  <a:pt x="1932" y="116"/>
                  <a:pt x="1932" y="116"/>
                  <a:pt x="1932" y="116"/>
                </a:cubicBezTo>
                <a:cubicBezTo>
                  <a:pt x="1931" y="116"/>
                  <a:pt x="1931" y="117"/>
                  <a:pt x="1931" y="117"/>
                </a:cubicBezTo>
                <a:cubicBezTo>
                  <a:pt x="1931" y="117"/>
                  <a:pt x="1931" y="117"/>
                  <a:pt x="1931" y="118"/>
                </a:cubicBezTo>
                <a:cubicBezTo>
                  <a:pt x="1931" y="119"/>
                  <a:pt x="1932" y="119"/>
                  <a:pt x="1932" y="119"/>
                </a:cubicBezTo>
                <a:cubicBezTo>
                  <a:pt x="1932" y="119"/>
                  <a:pt x="1932" y="119"/>
                  <a:pt x="1932" y="119"/>
                </a:cubicBezTo>
                <a:cubicBezTo>
                  <a:pt x="1933" y="120"/>
                  <a:pt x="1933" y="120"/>
                  <a:pt x="1933" y="120"/>
                </a:cubicBezTo>
                <a:cubicBezTo>
                  <a:pt x="1933" y="120"/>
                  <a:pt x="1934" y="120"/>
                  <a:pt x="1934" y="120"/>
                </a:cubicBezTo>
                <a:cubicBezTo>
                  <a:pt x="1935" y="121"/>
                  <a:pt x="1935" y="121"/>
                  <a:pt x="1935" y="121"/>
                </a:cubicBezTo>
                <a:cubicBezTo>
                  <a:pt x="1936" y="121"/>
                  <a:pt x="1937" y="121"/>
                  <a:pt x="1938" y="121"/>
                </a:cubicBezTo>
                <a:cubicBezTo>
                  <a:pt x="1938" y="121"/>
                  <a:pt x="1938" y="121"/>
                  <a:pt x="1938" y="121"/>
                </a:cubicBezTo>
                <a:cubicBezTo>
                  <a:pt x="1939" y="121"/>
                  <a:pt x="1939" y="121"/>
                  <a:pt x="1939" y="121"/>
                </a:cubicBezTo>
                <a:cubicBezTo>
                  <a:pt x="1939" y="121"/>
                  <a:pt x="1939" y="121"/>
                  <a:pt x="1939" y="121"/>
                </a:cubicBezTo>
                <a:cubicBezTo>
                  <a:pt x="1939" y="121"/>
                  <a:pt x="1940" y="121"/>
                  <a:pt x="1940" y="121"/>
                </a:cubicBezTo>
                <a:cubicBezTo>
                  <a:pt x="1940" y="121"/>
                  <a:pt x="1940" y="121"/>
                  <a:pt x="1940" y="121"/>
                </a:cubicBezTo>
                <a:cubicBezTo>
                  <a:pt x="1940" y="121"/>
                  <a:pt x="1940" y="121"/>
                  <a:pt x="1940" y="121"/>
                </a:cubicBezTo>
                <a:cubicBezTo>
                  <a:pt x="1941" y="121"/>
                  <a:pt x="1941" y="121"/>
                  <a:pt x="1941" y="121"/>
                </a:cubicBezTo>
                <a:cubicBezTo>
                  <a:pt x="1941" y="121"/>
                  <a:pt x="1941" y="121"/>
                  <a:pt x="1941" y="121"/>
                </a:cubicBezTo>
                <a:cubicBezTo>
                  <a:pt x="1942" y="121"/>
                  <a:pt x="1942" y="121"/>
                  <a:pt x="1942" y="121"/>
                </a:cubicBezTo>
                <a:cubicBezTo>
                  <a:pt x="1942" y="121"/>
                  <a:pt x="1942" y="121"/>
                  <a:pt x="1943" y="121"/>
                </a:cubicBezTo>
                <a:cubicBezTo>
                  <a:pt x="1943" y="121"/>
                  <a:pt x="1943" y="121"/>
                  <a:pt x="1943" y="121"/>
                </a:cubicBezTo>
                <a:cubicBezTo>
                  <a:pt x="1944" y="121"/>
                  <a:pt x="1944" y="121"/>
                  <a:pt x="1944" y="121"/>
                </a:cubicBezTo>
                <a:cubicBezTo>
                  <a:pt x="1945" y="120"/>
                  <a:pt x="1945" y="120"/>
                  <a:pt x="1945" y="120"/>
                </a:cubicBezTo>
                <a:cubicBezTo>
                  <a:pt x="1946" y="120"/>
                  <a:pt x="1947" y="119"/>
                  <a:pt x="1947" y="118"/>
                </a:cubicBezTo>
                <a:cubicBezTo>
                  <a:pt x="1947" y="117"/>
                  <a:pt x="1947" y="117"/>
                  <a:pt x="1946" y="117"/>
                </a:cubicBezTo>
                <a:cubicBezTo>
                  <a:pt x="1946" y="117"/>
                  <a:pt x="1946" y="116"/>
                  <a:pt x="1945" y="116"/>
                </a:cubicBezTo>
                <a:cubicBezTo>
                  <a:pt x="1945" y="116"/>
                  <a:pt x="1945" y="116"/>
                  <a:pt x="1944" y="115"/>
                </a:cubicBezTo>
                <a:cubicBezTo>
                  <a:pt x="1944" y="115"/>
                  <a:pt x="1943" y="115"/>
                  <a:pt x="1943" y="115"/>
                </a:cubicBezTo>
                <a:cubicBezTo>
                  <a:pt x="1942" y="115"/>
                  <a:pt x="1943" y="115"/>
                  <a:pt x="1943" y="115"/>
                </a:cubicBezTo>
                <a:close/>
                <a:moveTo>
                  <a:pt x="1902" y="114"/>
                </a:moveTo>
                <a:cubicBezTo>
                  <a:pt x="1901" y="114"/>
                  <a:pt x="1900" y="114"/>
                  <a:pt x="1899" y="114"/>
                </a:cubicBezTo>
                <a:cubicBezTo>
                  <a:pt x="1898" y="114"/>
                  <a:pt x="1898" y="114"/>
                  <a:pt x="1898" y="114"/>
                </a:cubicBezTo>
                <a:cubicBezTo>
                  <a:pt x="1897" y="114"/>
                  <a:pt x="1897" y="114"/>
                  <a:pt x="1897" y="114"/>
                </a:cubicBezTo>
                <a:cubicBezTo>
                  <a:pt x="1896" y="114"/>
                  <a:pt x="1896" y="114"/>
                  <a:pt x="1896" y="114"/>
                </a:cubicBezTo>
                <a:cubicBezTo>
                  <a:pt x="1895" y="115"/>
                  <a:pt x="1895" y="115"/>
                  <a:pt x="1895" y="115"/>
                </a:cubicBezTo>
                <a:cubicBezTo>
                  <a:pt x="1894" y="115"/>
                  <a:pt x="1894" y="115"/>
                  <a:pt x="1893" y="115"/>
                </a:cubicBezTo>
                <a:cubicBezTo>
                  <a:pt x="1893" y="116"/>
                  <a:pt x="1893" y="116"/>
                  <a:pt x="1892" y="116"/>
                </a:cubicBezTo>
                <a:cubicBezTo>
                  <a:pt x="1892" y="116"/>
                  <a:pt x="1892" y="117"/>
                  <a:pt x="1892" y="117"/>
                </a:cubicBezTo>
                <a:cubicBezTo>
                  <a:pt x="1892" y="117"/>
                  <a:pt x="1892" y="117"/>
                  <a:pt x="1892" y="118"/>
                </a:cubicBezTo>
                <a:cubicBezTo>
                  <a:pt x="1893" y="119"/>
                  <a:pt x="1894" y="120"/>
                  <a:pt x="1895" y="120"/>
                </a:cubicBezTo>
                <a:cubicBezTo>
                  <a:pt x="1896" y="121"/>
                  <a:pt x="1896" y="121"/>
                  <a:pt x="1896" y="121"/>
                </a:cubicBezTo>
                <a:cubicBezTo>
                  <a:pt x="1897" y="121"/>
                  <a:pt x="1898" y="121"/>
                  <a:pt x="1899" y="121"/>
                </a:cubicBezTo>
                <a:cubicBezTo>
                  <a:pt x="1899" y="121"/>
                  <a:pt x="1899" y="121"/>
                  <a:pt x="1899" y="121"/>
                </a:cubicBezTo>
                <a:cubicBezTo>
                  <a:pt x="1899" y="121"/>
                  <a:pt x="1899" y="121"/>
                  <a:pt x="1900" y="121"/>
                </a:cubicBezTo>
                <a:cubicBezTo>
                  <a:pt x="1900" y="121"/>
                  <a:pt x="1900" y="121"/>
                  <a:pt x="1900" y="121"/>
                </a:cubicBezTo>
                <a:cubicBezTo>
                  <a:pt x="1900" y="121"/>
                  <a:pt x="1900" y="121"/>
                  <a:pt x="1900" y="121"/>
                </a:cubicBezTo>
                <a:cubicBezTo>
                  <a:pt x="1901" y="121"/>
                  <a:pt x="1901" y="121"/>
                  <a:pt x="1901" y="121"/>
                </a:cubicBezTo>
                <a:cubicBezTo>
                  <a:pt x="1901" y="121"/>
                  <a:pt x="1901" y="121"/>
                  <a:pt x="1901" y="121"/>
                </a:cubicBezTo>
                <a:cubicBezTo>
                  <a:pt x="1901" y="121"/>
                  <a:pt x="1901" y="121"/>
                  <a:pt x="1902" y="121"/>
                </a:cubicBezTo>
                <a:cubicBezTo>
                  <a:pt x="1902" y="121"/>
                  <a:pt x="1902" y="121"/>
                  <a:pt x="1902" y="121"/>
                </a:cubicBezTo>
                <a:cubicBezTo>
                  <a:pt x="1902" y="121"/>
                  <a:pt x="1902" y="121"/>
                  <a:pt x="1902" y="121"/>
                </a:cubicBezTo>
                <a:cubicBezTo>
                  <a:pt x="1902" y="121"/>
                  <a:pt x="1903" y="121"/>
                  <a:pt x="1903" y="121"/>
                </a:cubicBezTo>
                <a:cubicBezTo>
                  <a:pt x="1903" y="121"/>
                  <a:pt x="1903" y="121"/>
                  <a:pt x="1903" y="121"/>
                </a:cubicBezTo>
                <a:cubicBezTo>
                  <a:pt x="1903" y="121"/>
                  <a:pt x="1903" y="121"/>
                  <a:pt x="1903" y="121"/>
                </a:cubicBezTo>
                <a:cubicBezTo>
                  <a:pt x="1905" y="121"/>
                  <a:pt x="1905" y="121"/>
                  <a:pt x="1905" y="121"/>
                </a:cubicBezTo>
                <a:cubicBezTo>
                  <a:pt x="1906" y="120"/>
                  <a:pt x="1906" y="120"/>
                  <a:pt x="1906" y="120"/>
                </a:cubicBezTo>
                <a:cubicBezTo>
                  <a:pt x="1907" y="120"/>
                  <a:pt x="1907" y="119"/>
                  <a:pt x="1907" y="118"/>
                </a:cubicBezTo>
                <a:cubicBezTo>
                  <a:pt x="1907" y="117"/>
                  <a:pt x="1907" y="117"/>
                  <a:pt x="1907" y="117"/>
                </a:cubicBezTo>
                <a:cubicBezTo>
                  <a:pt x="1907" y="117"/>
                  <a:pt x="1907" y="116"/>
                  <a:pt x="1906" y="116"/>
                </a:cubicBezTo>
                <a:cubicBezTo>
                  <a:pt x="1906" y="116"/>
                  <a:pt x="1905" y="116"/>
                  <a:pt x="1905" y="115"/>
                </a:cubicBezTo>
                <a:cubicBezTo>
                  <a:pt x="1904" y="115"/>
                  <a:pt x="1904" y="115"/>
                  <a:pt x="1903" y="115"/>
                </a:cubicBezTo>
                <a:lnTo>
                  <a:pt x="1902" y="114"/>
                </a:lnTo>
                <a:close/>
                <a:moveTo>
                  <a:pt x="1588" y="114"/>
                </a:moveTo>
                <a:cubicBezTo>
                  <a:pt x="1587" y="114"/>
                  <a:pt x="1586" y="114"/>
                  <a:pt x="1585" y="114"/>
                </a:cubicBezTo>
                <a:cubicBezTo>
                  <a:pt x="1585" y="114"/>
                  <a:pt x="1584" y="114"/>
                  <a:pt x="1584" y="114"/>
                </a:cubicBezTo>
                <a:cubicBezTo>
                  <a:pt x="1584" y="114"/>
                  <a:pt x="1583" y="114"/>
                  <a:pt x="1583" y="114"/>
                </a:cubicBezTo>
                <a:cubicBezTo>
                  <a:pt x="1582" y="114"/>
                  <a:pt x="1582" y="114"/>
                  <a:pt x="1582" y="114"/>
                </a:cubicBezTo>
                <a:cubicBezTo>
                  <a:pt x="1581" y="115"/>
                  <a:pt x="1581" y="115"/>
                  <a:pt x="1581" y="115"/>
                </a:cubicBezTo>
                <a:cubicBezTo>
                  <a:pt x="1579" y="115"/>
                  <a:pt x="1577" y="116"/>
                  <a:pt x="1578" y="118"/>
                </a:cubicBezTo>
                <a:cubicBezTo>
                  <a:pt x="1578" y="119"/>
                  <a:pt x="1578" y="119"/>
                  <a:pt x="1578" y="119"/>
                </a:cubicBezTo>
                <a:cubicBezTo>
                  <a:pt x="1578" y="119"/>
                  <a:pt x="1579" y="119"/>
                  <a:pt x="1579" y="119"/>
                </a:cubicBezTo>
                <a:cubicBezTo>
                  <a:pt x="1579" y="120"/>
                  <a:pt x="1579" y="120"/>
                  <a:pt x="1579" y="120"/>
                </a:cubicBezTo>
                <a:cubicBezTo>
                  <a:pt x="1580" y="120"/>
                  <a:pt x="1580" y="120"/>
                  <a:pt x="1580" y="120"/>
                </a:cubicBezTo>
                <a:cubicBezTo>
                  <a:pt x="1581" y="121"/>
                  <a:pt x="1581" y="121"/>
                  <a:pt x="1581" y="121"/>
                </a:cubicBezTo>
                <a:cubicBezTo>
                  <a:pt x="1582" y="121"/>
                  <a:pt x="1583" y="121"/>
                  <a:pt x="1584" y="121"/>
                </a:cubicBezTo>
                <a:cubicBezTo>
                  <a:pt x="1584" y="121"/>
                  <a:pt x="1585" y="121"/>
                  <a:pt x="1585" y="121"/>
                </a:cubicBezTo>
                <a:cubicBezTo>
                  <a:pt x="1585" y="121"/>
                  <a:pt x="1585" y="121"/>
                  <a:pt x="1585" y="121"/>
                </a:cubicBezTo>
                <a:cubicBezTo>
                  <a:pt x="1585" y="121"/>
                  <a:pt x="1585" y="121"/>
                  <a:pt x="1586" y="121"/>
                </a:cubicBezTo>
                <a:cubicBezTo>
                  <a:pt x="1586" y="121"/>
                  <a:pt x="1586" y="121"/>
                  <a:pt x="1586" y="121"/>
                </a:cubicBezTo>
                <a:cubicBezTo>
                  <a:pt x="1586" y="121"/>
                  <a:pt x="1586" y="121"/>
                  <a:pt x="1586" y="121"/>
                </a:cubicBezTo>
                <a:cubicBezTo>
                  <a:pt x="1586" y="121"/>
                  <a:pt x="1587" y="121"/>
                  <a:pt x="1587" y="121"/>
                </a:cubicBezTo>
                <a:cubicBezTo>
                  <a:pt x="1587" y="121"/>
                  <a:pt x="1587" y="121"/>
                  <a:pt x="1587" y="121"/>
                </a:cubicBezTo>
                <a:cubicBezTo>
                  <a:pt x="1587" y="121"/>
                  <a:pt x="1587" y="121"/>
                  <a:pt x="1588" y="121"/>
                </a:cubicBezTo>
                <a:cubicBezTo>
                  <a:pt x="1588" y="121"/>
                  <a:pt x="1588" y="121"/>
                  <a:pt x="1588" y="121"/>
                </a:cubicBezTo>
                <a:cubicBezTo>
                  <a:pt x="1588" y="121"/>
                  <a:pt x="1588" y="121"/>
                  <a:pt x="1588" y="121"/>
                </a:cubicBezTo>
                <a:cubicBezTo>
                  <a:pt x="1588" y="121"/>
                  <a:pt x="1588" y="121"/>
                  <a:pt x="1589" y="121"/>
                </a:cubicBezTo>
                <a:cubicBezTo>
                  <a:pt x="1589" y="121"/>
                  <a:pt x="1589" y="121"/>
                  <a:pt x="1589" y="121"/>
                </a:cubicBezTo>
                <a:cubicBezTo>
                  <a:pt x="1590" y="121"/>
                  <a:pt x="1590" y="121"/>
                  <a:pt x="1590" y="121"/>
                </a:cubicBezTo>
                <a:cubicBezTo>
                  <a:pt x="1591" y="120"/>
                  <a:pt x="1591" y="120"/>
                  <a:pt x="1591" y="120"/>
                </a:cubicBezTo>
                <a:cubicBezTo>
                  <a:pt x="1593" y="120"/>
                  <a:pt x="1593" y="119"/>
                  <a:pt x="1593" y="118"/>
                </a:cubicBezTo>
                <a:cubicBezTo>
                  <a:pt x="1593" y="117"/>
                  <a:pt x="1593" y="117"/>
                  <a:pt x="1593" y="117"/>
                </a:cubicBezTo>
                <a:cubicBezTo>
                  <a:pt x="1593" y="117"/>
                  <a:pt x="1593" y="117"/>
                  <a:pt x="1593" y="116"/>
                </a:cubicBezTo>
                <a:cubicBezTo>
                  <a:pt x="1592" y="116"/>
                  <a:pt x="1592" y="116"/>
                  <a:pt x="1592" y="116"/>
                </a:cubicBezTo>
                <a:cubicBezTo>
                  <a:pt x="1592" y="116"/>
                  <a:pt x="1591" y="115"/>
                  <a:pt x="1591" y="115"/>
                </a:cubicBezTo>
                <a:cubicBezTo>
                  <a:pt x="1590" y="115"/>
                  <a:pt x="1590" y="115"/>
                  <a:pt x="1590" y="115"/>
                </a:cubicBezTo>
                <a:lnTo>
                  <a:pt x="1588" y="114"/>
                </a:lnTo>
                <a:close/>
                <a:moveTo>
                  <a:pt x="1786" y="115"/>
                </a:moveTo>
                <a:cubicBezTo>
                  <a:pt x="1784" y="114"/>
                  <a:pt x="1783" y="114"/>
                  <a:pt x="1781" y="114"/>
                </a:cubicBezTo>
                <a:cubicBezTo>
                  <a:pt x="1781" y="114"/>
                  <a:pt x="1780" y="114"/>
                  <a:pt x="1780" y="114"/>
                </a:cubicBezTo>
                <a:cubicBezTo>
                  <a:pt x="1780" y="114"/>
                  <a:pt x="1779" y="114"/>
                  <a:pt x="1779" y="114"/>
                </a:cubicBezTo>
                <a:cubicBezTo>
                  <a:pt x="1779" y="114"/>
                  <a:pt x="1778" y="114"/>
                  <a:pt x="1778" y="114"/>
                </a:cubicBezTo>
                <a:cubicBezTo>
                  <a:pt x="1778" y="115"/>
                  <a:pt x="1777" y="115"/>
                  <a:pt x="1777" y="115"/>
                </a:cubicBezTo>
                <a:cubicBezTo>
                  <a:pt x="1776" y="115"/>
                  <a:pt x="1776" y="115"/>
                  <a:pt x="1776" y="115"/>
                </a:cubicBezTo>
                <a:cubicBezTo>
                  <a:pt x="1775" y="116"/>
                  <a:pt x="1775" y="116"/>
                  <a:pt x="1775" y="116"/>
                </a:cubicBezTo>
                <a:cubicBezTo>
                  <a:pt x="1774" y="116"/>
                  <a:pt x="1774" y="117"/>
                  <a:pt x="1774" y="117"/>
                </a:cubicBezTo>
                <a:cubicBezTo>
                  <a:pt x="1774" y="117"/>
                  <a:pt x="1774" y="117"/>
                  <a:pt x="1774" y="118"/>
                </a:cubicBezTo>
                <a:cubicBezTo>
                  <a:pt x="1774" y="119"/>
                  <a:pt x="1775" y="119"/>
                  <a:pt x="1775" y="119"/>
                </a:cubicBezTo>
                <a:cubicBezTo>
                  <a:pt x="1775" y="119"/>
                  <a:pt x="1775" y="119"/>
                  <a:pt x="1775" y="119"/>
                </a:cubicBezTo>
                <a:cubicBezTo>
                  <a:pt x="1775" y="120"/>
                  <a:pt x="1776" y="120"/>
                  <a:pt x="1776" y="120"/>
                </a:cubicBezTo>
                <a:cubicBezTo>
                  <a:pt x="1776" y="120"/>
                  <a:pt x="1776" y="120"/>
                  <a:pt x="1777" y="120"/>
                </a:cubicBezTo>
                <a:cubicBezTo>
                  <a:pt x="1778" y="121"/>
                  <a:pt x="1778" y="121"/>
                  <a:pt x="1778" y="121"/>
                </a:cubicBezTo>
                <a:cubicBezTo>
                  <a:pt x="1779" y="121"/>
                  <a:pt x="1780" y="121"/>
                  <a:pt x="1781" y="121"/>
                </a:cubicBezTo>
                <a:cubicBezTo>
                  <a:pt x="1781" y="121"/>
                  <a:pt x="1781" y="121"/>
                  <a:pt x="1781" y="121"/>
                </a:cubicBezTo>
                <a:cubicBezTo>
                  <a:pt x="1781" y="121"/>
                  <a:pt x="1782" y="121"/>
                  <a:pt x="1782" y="121"/>
                </a:cubicBezTo>
                <a:cubicBezTo>
                  <a:pt x="1782" y="121"/>
                  <a:pt x="1782" y="121"/>
                  <a:pt x="1782" y="121"/>
                </a:cubicBezTo>
                <a:cubicBezTo>
                  <a:pt x="1782" y="121"/>
                  <a:pt x="1782" y="121"/>
                  <a:pt x="1782" y="121"/>
                </a:cubicBezTo>
                <a:cubicBezTo>
                  <a:pt x="1783" y="121"/>
                  <a:pt x="1783" y="121"/>
                  <a:pt x="1783" y="121"/>
                </a:cubicBezTo>
                <a:cubicBezTo>
                  <a:pt x="1783" y="121"/>
                  <a:pt x="1783" y="121"/>
                  <a:pt x="1783" y="121"/>
                </a:cubicBezTo>
                <a:cubicBezTo>
                  <a:pt x="1783" y="121"/>
                  <a:pt x="1784" y="121"/>
                  <a:pt x="1784" y="121"/>
                </a:cubicBezTo>
                <a:cubicBezTo>
                  <a:pt x="1784" y="121"/>
                  <a:pt x="1784" y="121"/>
                  <a:pt x="1784" y="121"/>
                </a:cubicBezTo>
                <a:cubicBezTo>
                  <a:pt x="1784" y="121"/>
                  <a:pt x="1785" y="121"/>
                  <a:pt x="1785" y="121"/>
                </a:cubicBezTo>
                <a:cubicBezTo>
                  <a:pt x="1785" y="121"/>
                  <a:pt x="1785" y="121"/>
                  <a:pt x="1785" y="121"/>
                </a:cubicBezTo>
                <a:cubicBezTo>
                  <a:pt x="1786" y="121"/>
                  <a:pt x="1786" y="121"/>
                  <a:pt x="1786" y="121"/>
                </a:cubicBezTo>
                <a:cubicBezTo>
                  <a:pt x="1786" y="121"/>
                  <a:pt x="1787" y="121"/>
                  <a:pt x="1787" y="121"/>
                </a:cubicBezTo>
                <a:cubicBezTo>
                  <a:pt x="1788" y="120"/>
                  <a:pt x="1788" y="120"/>
                  <a:pt x="1788" y="120"/>
                </a:cubicBezTo>
                <a:cubicBezTo>
                  <a:pt x="1789" y="120"/>
                  <a:pt x="1790" y="119"/>
                  <a:pt x="1790" y="118"/>
                </a:cubicBezTo>
                <a:cubicBezTo>
                  <a:pt x="1790" y="117"/>
                  <a:pt x="1790" y="117"/>
                  <a:pt x="1789" y="117"/>
                </a:cubicBezTo>
                <a:cubicBezTo>
                  <a:pt x="1789" y="117"/>
                  <a:pt x="1789" y="116"/>
                  <a:pt x="1788" y="116"/>
                </a:cubicBezTo>
                <a:cubicBezTo>
                  <a:pt x="1788" y="116"/>
                  <a:pt x="1788" y="116"/>
                  <a:pt x="1787" y="115"/>
                </a:cubicBezTo>
                <a:cubicBezTo>
                  <a:pt x="1787" y="115"/>
                  <a:pt x="1786" y="115"/>
                  <a:pt x="1786" y="115"/>
                </a:cubicBezTo>
                <a:cubicBezTo>
                  <a:pt x="1785" y="115"/>
                  <a:pt x="1786" y="115"/>
                  <a:pt x="1786" y="115"/>
                </a:cubicBezTo>
                <a:close/>
                <a:moveTo>
                  <a:pt x="2021" y="115"/>
                </a:moveTo>
                <a:cubicBezTo>
                  <a:pt x="2021" y="115"/>
                  <a:pt x="2020" y="115"/>
                  <a:pt x="2020" y="114"/>
                </a:cubicBezTo>
                <a:cubicBezTo>
                  <a:pt x="2020" y="114"/>
                  <a:pt x="2019" y="114"/>
                  <a:pt x="2019" y="114"/>
                </a:cubicBezTo>
                <a:cubicBezTo>
                  <a:pt x="2019" y="114"/>
                  <a:pt x="2018" y="114"/>
                  <a:pt x="2018" y="114"/>
                </a:cubicBezTo>
                <a:cubicBezTo>
                  <a:pt x="2017" y="114"/>
                  <a:pt x="2017" y="114"/>
                  <a:pt x="2017" y="114"/>
                </a:cubicBezTo>
                <a:cubicBezTo>
                  <a:pt x="2016" y="114"/>
                  <a:pt x="2016" y="114"/>
                  <a:pt x="2015" y="114"/>
                </a:cubicBezTo>
                <a:cubicBezTo>
                  <a:pt x="2015" y="114"/>
                  <a:pt x="2015" y="114"/>
                  <a:pt x="2014" y="114"/>
                </a:cubicBezTo>
                <a:cubicBezTo>
                  <a:pt x="2014" y="114"/>
                  <a:pt x="2014" y="114"/>
                  <a:pt x="2013" y="114"/>
                </a:cubicBezTo>
                <a:cubicBezTo>
                  <a:pt x="2013" y="115"/>
                  <a:pt x="2013" y="115"/>
                  <a:pt x="2012" y="115"/>
                </a:cubicBezTo>
                <a:cubicBezTo>
                  <a:pt x="2012" y="115"/>
                  <a:pt x="2011" y="115"/>
                  <a:pt x="2011" y="115"/>
                </a:cubicBezTo>
                <a:cubicBezTo>
                  <a:pt x="2011" y="116"/>
                  <a:pt x="2010" y="116"/>
                  <a:pt x="2010" y="116"/>
                </a:cubicBezTo>
                <a:cubicBezTo>
                  <a:pt x="2010" y="116"/>
                  <a:pt x="2010" y="117"/>
                  <a:pt x="2010" y="117"/>
                </a:cubicBezTo>
                <a:cubicBezTo>
                  <a:pt x="2010" y="117"/>
                  <a:pt x="2009" y="117"/>
                  <a:pt x="2010" y="118"/>
                </a:cubicBezTo>
                <a:cubicBezTo>
                  <a:pt x="2011" y="119"/>
                  <a:pt x="2012" y="120"/>
                  <a:pt x="2012" y="120"/>
                </a:cubicBezTo>
                <a:cubicBezTo>
                  <a:pt x="2014" y="121"/>
                  <a:pt x="2014" y="121"/>
                  <a:pt x="2014" y="121"/>
                </a:cubicBezTo>
                <a:cubicBezTo>
                  <a:pt x="2015" y="121"/>
                  <a:pt x="2016" y="121"/>
                  <a:pt x="2017" y="121"/>
                </a:cubicBezTo>
                <a:cubicBezTo>
                  <a:pt x="2017" y="121"/>
                  <a:pt x="2017" y="121"/>
                  <a:pt x="2017" y="121"/>
                </a:cubicBezTo>
                <a:cubicBezTo>
                  <a:pt x="2017" y="121"/>
                  <a:pt x="2017" y="121"/>
                  <a:pt x="2018" y="121"/>
                </a:cubicBezTo>
                <a:cubicBezTo>
                  <a:pt x="2018" y="121"/>
                  <a:pt x="2018" y="121"/>
                  <a:pt x="2018" y="121"/>
                </a:cubicBezTo>
                <a:cubicBezTo>
                  <a:pt x="2018" y="121"/>
                  <a:pt x="2018" y="121"/>
                  <a:pt x="2018" y="121"/>
                </a:cubicBezTo>
                <a:cubicBezTo>
                  <a:pt x="2018" y="121"/>
                  <a:pt x="2019" y="121"/>
                  <a:pt x="2019" y="121"/>
                </a:cubicBezTo>
                <a:cubicBezTo>
                  <a:pt x="2019" y="121"/>
                  <a:pt x="2019" y="121"/>
                  <a:pt x="2019" y="121"/>
                </a:cubicBezTo>
                <a:cubicBezTo>
                  <a:pt x="2019" y="121"/>
                  <a:pt x="2019" y="121"/>
                  <a:pt x="2020" y="121"/>
                </a:cubicBezTo>
                <a:cubicBezTo>
                  <a:pt x="2020" y="121"/>
                  <a:pt x="2020" y="121"/>
                  <a:pt x="2020" y="121"/>
                </a:cubicBezTo>
                <a:cubicBezTo>
                  <a:pt x="2020" y="121"/>
                  <a:pt x="2020" y="121"/>
                  <a:pt x="2021" y="121"/>
                </a:cubicBezTo>
                <a:cubicBezTo>
                  <a:pt x="2021" y="121"/>
                  <a:pt x="2021" y="121"/>
                  <a:pt x="2021" y="121"/>
                </a:cubicBezTo>
                <a:cubicBezTo>
                  <a:pt x="2022" y="121"/>
                  <a:pt x="2022" y="121"/>
                  <a:pt x="2022" y="121"/>
                </a:cubicBezTo>
                <a:cubicBezTo>
                  <a:pt x="2022" y="121"/>
                  <a:pt x="2022" y="121"/>
                  <a:pt x="2023" y="121"/>
                </a:cubicBezTo>
                <a:cubicBezTo>
                  <a:pt x="2024" y="120"/>
                  <a:pt x="2024" y="120"/>
                  <a:pt x="2024" y="120"/>
                </a:cubicBezTo>
                <a:cubicBezTo>
                  <a:pt x="2025" y="120"/>
                  <a:pt x="2025" y="119"/>
                  <a:pt x="2025" y="118"/>
                </a:cubicBezTo>
                <a:cubicBezTo>
                  <a:pt x="2025" y="117"/>
                  <a:pt x="2025" y="117"/>
                  <a:pt x="2025" y="117"/>
                </a:cubicBezTo>
                <a:cubicBezTo>
                  <a:pt x="2025" y="117"/>
                  <a:pt x="2024" y="116"/>
                  <a:pt x="2024" y="116"/>
                </a:cubicBezTo>
                <a:cubicBezTo>
                  <a:pt x="2024" y="116"/>
                  <a:pt x="2023" y="116"/>
                  <a:pt x="2023" y="115"/>
                </a:cubicBezTo>
                <a:cubicBezTo>
                  <a:pt x="2022" y="115"/>
                  <a:pt x="2022" y="115"/>
                  <a:pt x="2021" y="115"/>
                </a:cubicBezTo>
                <a:cubicBezTo>
                  <a:pt x="2021" y="115"/>
                  <a:pt x="2022" y="115"/>
                  <a:pt x="2021" y="115"/>
                </a:cubicBezTo>
                <a:close/>
                <a:moveTo>
                  <a:pt x="333" y="114"/>
                </a:moveTo>
                <a:cubicBezTo>
                  <a:pt x="332" y="114"/>
                  <a:pt x="331" y="114"/>
                  <a:pt x="330" y="114"/>
                </a:cubicBezTo>
                <a:cubicBezTo>
                  <a:pt x="330" y="114"/>
                  <a:pt x="329" y="114"/>
                  <a:pt x="329" y="114"/>
                </a:cubicBezTo>
                <a:cubicBezTo>
                  <a:pt x="329" y="114"/>
                  <a:pt x="328" y="114"/>
                  <a:pt x="328" y="114"/>
                </a:cubicBezTo>
                <a:cubicBezTo>
                  <a:pt x="327" y="114"/>
                  <a:pt x="327" y="114"/>
                  <a:pt x="327" y="114"/>
                </a:cubicBezTo>
                <a:cubicBezTo>
                  <a:pt x="326" y="115"/>
                  <a:pt x="326" y="115"/>
                  <a:pt x="326" y="115"/>
                </a:cubicBezTo>
                <a:cubicBezTo>
                  <a:pt x="325" y="115"/>
                  <a:pt x="325" y="115"/>
                  <a:pt x="324" y="115"/>
                </a:cubicBezTo>
                <a:cubicBezTo>
                  <a:pt x="324" y="116"/>
                  <a:pt x="323" y="116"/>
                  <a:pt x="323" y="116"/>
                </a:cubicBezTo>
                <a:cubicBezTo>
                  <a:pt x="322" y="116"/>
                  <a:pt x="322" y="117"/>
                  <a:pt x="322" y="117"/>
                </a:cubicBezTo>
                <a:cubicBezTo>
                  <a:pt x="322" y="117"/>
                  <a:pt x="321" y="117"/>
                  <a:pt x="321" y="118"/>
                </a:cubicBezTo>
                <a:cubicBezTo>
                  <a:pt x="321" y="119"/>
                  <a:pt x="322" y="120"/>
                  <a:pt x="323" y="120"/>
                </a:cubicBezTo>
                <a:cubicBezTo>
                  <a:pt x="324" y="121"/>
                  <a:pt x="324" y="121"/>
                  <a:pt x="324" y="121"/>
                </a:cubicBezTo>
                <a:cubicBezTo>
                  <a:pt x="325" y="121"/>
                  <a:pt x="326" y="121"/>
                  <a:pt x="326" y="121"/>
                </a:cubicBezTo>
                <a:cubicBezTo>
                  <a:pt x="327" y="121"/>
                  <a:pt x="327" y="121"/>
                  <a:pt x="327" y="121"/>
                </a:cubicBezTo>
                <a:cubicBezTo>
                  <a:pt x="327" y="121"/>
                  <a:pt x="327" y="121"/>
                  <a:pt x="327" y="121"/>
                </a:cubicBezTo>
                <a:cubicBezTo>
                  <a:pt x="327" y="121"/>
                  <a:pt x="327" y="121"/>
                  <a:pt x="328" y="121"/>
                </a:cubicBezTo>
                <a:cubicBezTo>
                  <a:pt x="328" y="121"/>
                  <a:pt x="328" y="121"/>
                  <a:pt x="328" y="121"/>
                </a:cubicBezTo>
                <a:cubicBezTo>
                  <a:pt x="328" y="121"/>
                  <a:pt x="328" y="121"/>
                  <a:pt x="328" y="121"/>
                </a:cubicBezTo>
                <a:cubicBezTo>
                  <a:pt x="329" y="121"/>
                  <a:pt x="329" y="121"/>
                  <a:pt x="329" y="121"/>
                </a:cubicBezTo>
                <a:cubicBezTo>
                  <a:pt x="329" y="121"/>
                  <a:pt x="329" y="121"/>
                  <a:pt x="329" y="121"/>
                </a:cubicBezTo>
                <a:cubicBezTo>
                  <a:pt x="329" y="121"/>
                  <a:pt x="329" y="121"/>
                  <a:pt x="330" y="121"/>
                </a:cubicBezTo>
                <a:cubicBezTo>
                  <a:pt x="330" y="121"/>
                  <a:pt x="330" y="121"/>
                  <a:pt x="330" y="121"/>
                </a:cubicBezTo>
                <a:cubicBezTo>
                  <a:pt x="330" y="121"/>
                  <a:pt x="330" y="121"/>
                  <a:pt x="330" y="121"/>
                </a:cubicBezTo>
                <a:cubicBezTo>
                  <a:pt x="331" y="121"/>
                  <a:pt x="331" y="121"/>
                  <a:pt x="331" y="121"/>
                </a:cubicBezTo>
                <a:cubicBezTo>
                  <a:pt x="331" y="121"/>
                  <a:pt x="331" y="121"/>
                  <a:pt x="331" y="121"/>
                </a:cubicBezTo>
                <a:cubicBezTo>
                  <a:pt x="333" y="121"/>
                  <a:pt x="333" y="121"/>
                  <a:pt x="333" y="121"/>
                </a:cubicBezTo>
                <a:cubicBezTo>
                  <a:pt x="334" y="120"/>
                  <a:pt x="334" y="120"/>
                  <a:pt x="334" y="120"/>
                </a:cubicBezTo>
                <a:cubicBezTo>
                  <a:pt x="335" y="120"/>
                  <a:pt x="336" y="119"/>
                  <a:pt x="337" y="118"/>
                </a:cubicBezTo>
                <a:cubicBezTo>
                  <a:pt x="337" y="117"/>
                  <a:pt x="337" y="117"/>
                  <a:pt x="337" y="117"/>
                </a:cubicBezTo>
                <a:cubicBezTo>
                  <a:pt x="337" y="117"/>
                  <a:pt x="337" y="116"/>
                  <a:pt x="337" y="116"/>
                </a:cubicBezTo>
                <a:cubicBezTo>
                  <a:pt x="336" y="116"/>
                  <a:pt x="336" y="116"/>
                  <a:pt x="336" y="115"/>
                </a:cubicBezTo>
                <a:cubicBezTo>
                  <a:pt x="335" y="115"/>
                  <a:pt x="335" y="115"/>
                  <a:pt x="334" y="115"/>
                </a:cubicBezTo>
                <a:lnTo>
                  <a:pt x="333" y="114"/>
                </a:lnTo>
                <a:close/>
                <a:moveTo>
                  <a:pt x="373" y="114"/>
                </a:moveTo>
                <a:cubicBezTo>
                  <a:pt x="372" y="114"/>
                  <a:pt x="372" y="114"/>
                  <a:pt x="372" y="114"/>
                </a:cubicBezTo>
                <a:cubicBezTo>
                  <a:pt x="371" y="114"/>
                  <a:pt x="371" y="114"/>
                  <a:pt x="371" y="114"/>
                </a:cubicBezTo>
                <a:cubicBezTo>
                  <a:pt x="370" y="114"/>
                  <a:pt x="370" y="114"/>
                  <a:pt x="369" y="114"/>
                </a:cubicBezTo>
                <a:cubicBezTo>
                  <a:pt x="369" y="114"/>
                  <a:pt x="369" y="114"/>
                  <a:pt x="368" y="114"/>
                </a:cubicBezTo>
                <a:cubicBezTo>
                  <a:pt x="368" y="114"/>
                  <a:pt x="367" y="114"/>
                  <a:pt x="367" y="114"/>
                </a:cubicBezTo>
                <a:cubicBezTo>
                  <a:pt x="367" y="114"/>
                  <a:pt x="366" y="114"/>
                  <a:pt x="366" y="114"/>
                </a:cubicBezTo>
                <a:cubicBezTo>
                  <a:pt x="366" y="115"/>
                  <a:pt x="365" y="115"/>
                  <a:pt x="365" y="115"/>
                </a:cubicBezTo>
                <a:cubicBezTo>
                  <a:pt x="363" y="115"/>
                  <a:pt x="361" y="116"/>
                  <a:pt x="360" y="118"/>
                </a:cubicBezTo>
                <a:cubicBezTo>
                  <a:pt x="361" y="119"/>
                  <a:pt x="361" y="119"/>
                  <a:pt x="361" y="119"/>
                </a:cubicBezTo>
                <a:cubicBezTo>
                  <a:pt x="361" y="119"/>
                  <a:pt x="361" y="119"/>
                  <a:pt x="361" y="119"/>
                </a:cubicBezTo>
                <a:cubicBezTo>
                  <a:pt x="361" y="120"/>
                  <a:pt x="361" y="120"/>
                  <a:pt x="361" y="120"/>
                </a:cubicBezTo>
                <a:cubicBezTo>
                  <a:pt x="362" y="120"/>
                  <a:pt x="362" y="120"/>
                  <a:pt x="362" y="120"/>
                </a:cubicBezTo>
                <a:cubicBezTo>
                  <a:pt x="363" y="121"/>
                  <a:pt x="363" y="121"/>
                  <a:pt x="363" y="121"/>
                </a:cubicBezTo>
                <a:cubicBezTo>
                  <a:pt x="364" y="121"/>
                  <a:pt x="365" y="121"/>
                  <a:pt x="366" y="121"/>
                </a:cubicBezTo>
                <a:cubicBezTo>
                  <a:pt x="366" y="121"/>
                  <a:pt x="366" y="121"/>
                  <a:pt x="366" y="121"/>
                </a:cubicBezTo>
                <a:cubicBezTo>
                  <a:pt x="366" y="121"/>
                  <a:pt x="366" y="121"/>
                  <a:pt x="367" y="121"/>
                </a:cubicBezTo>
                <a:cubicBezTo>
                  <a:pt x="367" y="121"/>
                  <a:pt x="367" y="121"/>
                  <a:pt x="367" y="121"/>
                </a:cubicBezTo>
                <a:cubicBezTo>
                  <a:pt x="367" y="121"/>
                  <a:pt x="367" y="121"/>
                  <a:pt x="367" y="121"/>
                </a:cubicBezTo>
                <a:cubicBezTo>
                  <a:pt x="367" y="121"/>
                  <a:pt x="368" y="121"/>
                  <a:pt x="368" y="121"/>
                </a:cubicBezTo>
                <a:cubicBezTo>
                  <a:pt x="368" y="121"/>
                  <a:pt x="368" y="121"/>
                  <a:pt x="368" y="121"/>
                </a:cubicBezTo>
                <a:cubicBezTo>
                  <a:pt x="368" y="121"/>
                  <a:pt x="368" y="121"/>
                  <a:pt x="369" y="121"/>
                </a:cubicBezTo>
                <a:cubicBezTo>
                  <a:pt x="369" y="121"/>
                  <a:pt x="369" y="121"/>
                  <a:pt x="369" y="121"/>
                </a:cubicBezTo>
                <a:cubicBezTo>
                  <a:pt x="369" y="121"/>
                  <a:pt x="369" y="121"/>
                  <a:pt x="370" y="121"/>
                </a:cubicBezTo>
                <a:cubicBezTo>
                  <a:pt x="370" y="121"/>
                  <a:pt x="370" y="121"/>
                  <a:pt x="370" y="121"/>
                </a:cubicBezTo>
                <a:cubicBezTo>
                  <a:pt x="371" y="121"/>
                  <a:pt x="371" y="121"/>
                  <a:pt x="371" y="121"/>
                </a:cubicBezTo>
                <a:cubicBezTo>
                  <a:pt x="371" y="121"/>
                  <a:pt x="372" y="121"/>
                  <a:pt x="372" y="121"/>
                </a:cubicBezTo>
                <a:cubicBezTo>
                  <a:pt x="373" y="120"/>
                  <a:pt x="373" y="120"/>
                  <a:pt x="373" y="120"/>
                </a:cubicBezTo>
                <a:cubicBezTo>
                  <a:pt x="375" y="120"/>
                  <a:pt x="376" y="119"/>
                  <a:pt x="376" y="118"/>
                </a:cubicBezTo>
                <a:cubicBezTo>
                  <a:pt x="376" y="117"/>
                  <a:pt x="376" y="117"/>
                  <a:pt x="376" y="117"/>
                </a:cubicBezTo>
                <a:cubicBezTo>
                  <a:pt x="376" y="117"/>
                  <a:pt x="376" y="116"/>
                  <a:pt x="376" y="116"/>
                </a:cubicBezTo>
                <a:cubicBezTo>
                  <a:pt x="376" y="116"/>
                  <a:pt x="375" y="116"/>
                  <a:pt x="375" y="115"/>
                </a:cubicBezTo>
                <a:cubicBezTo>
                  <a:pt x="375" y="115"/>
                  <a:pt x="374" y="115"/>
                  <a:pt x="374" y="115"/>
                </a:cubicBezTo>
                <a:cubicBezTo>
                  <a:pt x="373" y="115"/>
                  <a:pt x="373" y="115"/>
                  <a:pt x="373" y="114"/>
                </a:cubicBezTo>
                <a:close/>
                <a:moveTo>
                  <a:pt x="727" y="115"/>
                </a:moveTo>
                <a:cubicBezTo>
                  <a:pt x="726" y="114"/>
                  <a:pt x="725" y="114"/>
                  <a:pt x="724" y="114"/>
                </a:cubicBezTo>
                <a:cubicBezTo>
                  <a:pt x="723" y="114"/>
                  <a:pt x="723" y="114"/>
                  <a:pt x="722" y="114"/>
                </a:cubicBezTo>
                <a:cubicBezTo>
                  <a:pt x="722" y="114"/>
                  <a:pt x="722" y="114"/>
                  <a:pt x="721" y="114"/>
                </a:cubicBezTo>
                <a:cubicBezTo>
                  <a:pt x="721" y="114"/>
                  <a:pt x="720" y="114"/>
                  <a:pt x="720" y="114"/>
                </a:cubicBezTo>
                <a:cubicBezTo>
                  <a:pt x="720" y="114"/>
                  <a:pt x="719" y="114"/>
                  <a:pt x="719" y="114"/>
                </a:cubicBezTo>
                <a:cubicBezTo>
                  <a:pt x="719" y="115"/>
                  <a:pt x="718" y="115"/>
                  <a:pt x="718" y="115"/>
                </a:cubicBezTo>
                <a:cubicBezTo>
                  <a:pt x="717" y="115"/>
                  <a:pt x="717" y="115"/>
                  <a:pt x="716" y="115"/>
                </a:cubicBezTo>
                <a:cubicBezTo>
                  <a:pt x="716" y="116"/>
                  <a:pt x="715" y="116"/>
                  <a:pt x="715" y="116"/>
                </a:cubicBezTo>
                <a:cubicBezTo>
                  <a:pt x="715" y="116"/>
                  <a:pt x="715" y="117"/>
                  <a:pt x="714" y="117"/>
                </a:cubicBezTo>
                <a:cubicBezTo>
                  <a:pt x="714" y="117"/>
                  <a:pt x="714" y="117"/>
                  <a:pt x="714" y="118"/>
                </a:cubicBezTo>
                <a:cubicBezTo>
                  <a:pt x="714" y="119"/>
                  <a:pt x="715" y="120"/>
                  <a:pt x="716" y="120"/>
                </a:cubicBezTo>
                <a:cubicBezTo>
                  <a:pt x="717" y="121"/>
                  <a:pt x="717" y="121"/>
                  <a:pt x="717" y="121"/>
                </a:cubicBezTo>
                <a:cubicBezTo>
                  <a:pt x="718" y="121"/>
                  <a:pt x="719" y="121"/>
                  <a:pt x="720" y="121"/>
                </a:cubicBezTo>
                <a:cubicBezTo>
                  <a:pt x="720" y="121"/>
                  <a:pt x="720" y="121"/>
                  <a:pt x="720" y="121"/>
                </a:cubicBezTo>
                <a:cubicBezTo>
                  <a:pt x="720" y="121"/>
                  <a:pt x="720" y="121"/>
                  <a:pt x="720" y="121"/>
                </a:cubicBezTo>
                <a:cubicBezTo>
                  <a:pt x="720" y="121"/>
                  <a:pt x="721" y="121"/>
                  <a:pt x="721" y="121"/>
                </a:cubicBezTo>
                <a:cubicBezTo>
                  <a:pt x="721" y="121"/>
                  <a:pt x="721" y="121"/>
                  <a:pt x="721" y="121"/>
                </a:cubicBezTo>
                <a:cubicBezTo>
                  <a:pt x="721" y="121"/>
                  <a:pt x="721" y="121"/>
                  <a:pt x="722" y="121"/>
                </a:cubicBezTo>
                <a:cubicBezTo>
                  <a:pt x="722" y="121"/>
                  <a:pt x="722" y="121"/>
                  <a:pt x="722" y="121"/>
                </a:cubicBezTo>
                <a:cubicBezTo>
                  <a:pt x="722" y="121"/>
                  <a:pt x="722" y="121"/>
                  <a:pt x="722" y="121"/>
                </a:cubicBezTo>
                <a:cubicBezTo>
                  <a:pt x="722" y="121"/>
                  <a:pt x="723" y="121"/>
                  <a:pt x="723" y="121"/>
                </a:cubicBezTo>
                <a:cubicBezTo>
                  <a:pt x="723" y="121"/>
                  <a:pt x="723" y="121"/>
                  <a:pt x="723" y="121"/>
                </a:cubicBezTo>
                <a:cubicBezTo>
                  <a:pt x="724" y="121"/>
                  <a:pt x="724" y="121"/>
                  <a:pt x="724" y="121"/>
                </a:cubicBezTo>
                <a:cubicBezTo>
                  <a:pt x="724" y="121"/>
                  <a:pt x="725" y="121"/>
                  <a:pt x="725" y="121"/>
                </a:cubicBezTo>
                <a:cubicBezTo>
                  <a:pt x="725" y="121"/>
                  <a:pt x="725" y="121"/>
                  <a:pt x="726" y="121"/>
                </a:cubicBezTo>
                <a:cubicBezTo>
                  <a:pt x="727" y="120"/>
                  <a:pt x="727" y="120"/>
                  <a:pt x="727" y="120"/>
                </a:cubicBezTo>
                <a:cubicBezTo>
                  <a:pt x="728" y="120"/>
                  <a:pt x="729" y="119"/>
                  <a:pt x="730" y="118"/>
                </a:cubicBezTo>
                <a:cubicBezTo>
                  <a:pt x="730" y="117"/>
                  <a:pt x="730" y="117"/>
                  <a:pt x="730" y="117"/>
                </a:cubicBezTo>
                <a:cubicBezTo>
                  <a:pt x="729" y="117"/>
                  <a:pt x="729" y="116"/>
                  <a:pt x="729" y="116"/>
                </a:cubicBezTo>
                <a:cubicBezTo>
                  <a:pt x="729" y="116"/>
                  <a:pt x="728" y="116"/>
                  <a:pt x="728" y="115"/>
                </a:cubicBezTo>
                <a:cubicBezTo>
                  <a:pt x="728" y="115"/>
                  <a:pt x="727" y="115"/>
                  <a:pt x="727" y="115"/>
                </a:cubicBezTo>
                <a:cubicBezTo>
                  <a:pt x="726" y="115"/>
                  <a:pt x="727" y="115"/>
                  <a:pt x="727" y="115"/>
                </a:cubicBezTo>
                <a:close/>
                <a:moveTo>
                  <a:pt x="452" y="115"/>
                </a:moveTo>
                <a:cubicBezTo>
                  <a:pt x="451" y="114"/>
                  <a:pt x="449" y="114"/>
                  <a:pt x="448" y="114"/>
                </a:cubicBezTo>
                <a:cubicBezTo>
                  <a:pt x="447" y="114"/>
                  <a:pt x="447" y="114"/>
                  <a:pt x="447" y="114"/>
                </a:cubicBezTo>
                <a:cubicBezTo>
                  <a:pt x="446" y="114"/>
                  <a:pt x="446" y="114"/>
                  <a:pt x="445" y="114"/>
                </a:cubicBezTo>
                <a:cubicBezTo>
                  <a:pt x="445" y="114"/>
                  <a:pt x="445" y="114"/>
                  <a:pt x="444" y="114"/>
                </a:cubicBezTo>
                <a:cubicBezTo>
                  <a:pt x="444" y="115"/>
                  <a:pt x="444" y="115"/>
                  <a:pt x="443" y="115"/>
                </a:cubicBezTo>
                <a:cubicBezTo>
                  <a:pt x="443" y="115"/>
                  <a:pt x="442" y="115"/>
                  <a:pt x="442" y="115"/>
                </a:cubicBezTo>
                <a:cubicBezTo>
                  <a:pt x="441" y="116"/>
                  <a:pt x="441" y="116"/>
                  <a:pt x="440" y="116"/>
                </a:cubicBezTo>
                <a:cubicBezTo>
                  <a:pt x="440" y="116"/>
                  <a:pt x="440" y="117"/>
                  <a:pt x="440" y="117"/>
                </a:cubicBezTo>
                <a:cubicBezTo>
                  <a:pt x="439" y="117"/>
                  <a:pt x="439" y="117"/>
                  <a:pt x="439" y="118"/>
                </a:cubicBezTo>
                <a:cubicBezTo>
                  <a:pt x="439" y="119"/>
                  <a:pt x="440" y="120"/>
                  <a:pt x="441" y="120"/>
                </a:cubicBezTo>
                <a:cubicBezTo>
                  <a:pt x="442" y="121"/>
                  <a:pt x="442" y="121"/>
                  <a:pt x="442" y="121"/>
                </a:cubicBezTo>
                <a:cubicBezTo>
                  <a:pt x="443" y="121"/>
                  <a:pt x="443" y="121"/>
                  <a:pt x="444" y="121"/>
                </a:cubicBezTo>
                <a:cubicBezTo>
                  <a:pt x="444" y="121"/>
                  <a:pt x="445" y="121"/>
                  <a:pt x="445" y="121"/>
                </a:cubicBezTo>
                <a:cubicBezTo>
                  <a:pt x="445" y="121"/>
                  <a:pt x="445" y="121"/>
                  <a:pt x="445" y="121"/>
                </a:cubicBezTo>
                <a:cubicBezTo>
                  <a:pt x="445" y="121"/>
                  <a:pt x="445" y="121"/>
                  <a:pt x="446" y="121"/>
                </a:cubicBezTo>
                <a:cubicBezTo>
                  <a:pt x="446" y="121"/>
                  <a:pt x="446" y="121"/>
                  <a:pt x="446" y="121"/>
                </a:cubicBezTo>
                <a:cubicBezTo>
                  <a:pt x="446" y="121"/>
                  <a:pt x="446" y="121"/>
                  <a:pt x="446" y="121"/>
                </a:cubicBezTo>
                <a:cubicBezTo>
                  <a:pt x="446" y="121"/>
                  <a:pt x="447" y="121"/>
                  <a:pt x="447" y="121"/>
                </a:cubicBezTo>
                <a:cubicBezTo>
                  <a:pt x="447" y="121"/>
                  <a:pt x="447" y="121"/>
                  <a:pt x="447" y="121"/>
                </a:cubicBezTo>
                <a:cubicBezTo>
                  <a:pt x="447" y="121"/>
                  <a:pt x="447" y="121"/>
                  <a:pt x="448" y="121"/>
                </a:cubicBezTo>
                <a:cubicBezTo>
                  <a:pt x="448" y="121"/>
                  <a:pt x="448" y="121"/>
                  <a:pt x="448" y="121"/>
                </a:cubicBezTo>
                <a:cubicBezTo>
                  <a:pt x="449" y="121"/>
                  <a:pt x="449" y="121"/>
                  <a:pt x="449" y="121"/>
                </a:cubicBezTo>
                <a:cubicBezTo>
                  <a:pt x="449" y="121"/>
                  <a:pt x="450" y="121"/>
                  <a:pt x="450" y="121"/>
                </a:cubicBezTo>
                <a:cubicBezTo>
                  <a:pt x="450" y="121"/>
                  <a:pt x="450" y="121"/>
                  <a:pt x="450" y="121"/>
                </a:cubicBezTo>
                <a:cubicBezTo>
                  <a:pt x="452" y="120"/>
                  <a:pt x="452" y="120"/>
                  <a:pt x="452" y="120"/>
                </a:cubicBezTo>
                <a:cubicBezTo>
                  <a:pt x="453" y="120"/>
                  <a:pt x="454" y="119"/>
                  <a:pt x="455" y="118"/>
                </a:cubicBezTo>
                <a:cubicBezTo>
                  <a:pt x="455" y="117"/>
                  <a:pt x="455" y="117"/>
                  <a:pt x="455" y="117"/>
                </a:cubicBezTo>
                <a:cubicBezTo>
                  <a:pt x="455" y="117"/>
                  <a:pt x="455" y="116"/>
                  <a:pt x="454" y="116"/>
                </a:cubicBezTo>
                <a:cubicBezTo>
                  <a:pt x="454" y="116"/>
                  <a:pt x="454" y="116"/>
                  <a:pt x="453" y="115"/>
                </a:cubicBezTo>
                <a:cubicBezTo>
                  <a:pt x="453" y="115"/>
                  <a:pt x="453" y="115"/>
                  <a:pt x="452" y="115"/>
                </a:cubicBezTo>
                <a:cubicBezTo>
                  <a:pt x="452" y="115"/>
                  <a:pt x="453" y="115"/>
                  <a:pt x="452" y="115"/>
                </a:cubicBezTo>
                <a:close/>
                <a:moveTo>
                  <a:pt x="217" y="115"/>
                </a:moveTo>
                <a:cubicBezTo>
                  <a:pt x="215" y="114"/>
                  <a:pt x="214" y="114"/>
                  <a:pt x="213" y="114"/>
                </a:cubicBezTo>
                <a:cubicBezTo>
                  <a:pt x="212" y="114"/>
                  <a:pt x="212" y="114"/>
                  <a:pt x="211" y="114"/>
                </a:cubicBezTo>
                <a:cubicBezTo>
                  <a:pt x="211" y="114"/>
                  <a:pt x="211" y="114"/>
                  <a:pt x="210" y="114"/>
                </a:cubicBezTo>
                <a:cubicBezTo>
                  <a:pt x="210" y="114"/>
                  <a:pt x="209" y="114"/>
                  <a:pt x="209" y="114"/>
                </a:cubicBezTo>
                <a:cubicBezTo>
                  <a:pt x="209" y="115"/>
                  <a:pt x="208" y="115"/>
                  <a:pt x="208" y="115"/>
                </a:cubicBezTo>
                <a:cubicBezTo>
                  <a:pt x="207" y="115"/>
                  <a:pt x="207" y="115"/>
                  <a:pt x="206" y="115"/>
                </a:cubicBezTo>
                <a:cubicBezTo>
                  <a:pt x="206" y="116"/>
                  <a:pt x="205" y="116"/>
                  <a:pt x="205" y="116"/>
                </a:cubicBezTo>
                <a:cubicBezTo>
                  <a:pt x="205" y="116"/>
                  <a:pt x="204" y="117"/>
                  <a:pt x="204" y="117"/>
                </a:cubicBezTo>
                <a:cubicBezTo>
                  <a:pt x="204" y="117"/>
                  <a:pt x="204" y="117"/>
                  <a:pt x="203" y="118"/>
                </a:cubicBezTo>
                <a:cubicBezTo>
                  <a:pt x="203" y="119"/>
                  <a:pt x="203" y="119"/>
                  <a:pt x="204" y="119"/>
                </a:cubicBezTo>
                <a:cubicBezTo>
                  <a:pt x="204" y="119"/>
                  <a:pt x="204" y="119"/>
                  <a:pt x="204" y="119"/>
                </a:cubicBezTo>
                <a:cubicBezTo>
                  <a:pt x="204" y="120"/>
                  <a:pt x="204" y="120"/>
                  <a:pt x="204" y="120"/>
                </a:cubicBezTo>
                <a:cubicBezTo>
                  <a:pt x="204" y="120"/>
                  <a:pt x="205" y="120"/>
                  <a:pt x="205" y="120"/>
                </a:cubicBezTo>
                <a:cubicBezTo>
                  <a:pt x="206" y="121"/>
                  <a:pt x="206" y="121"/>
                  <a:pt x="206" y="121"/>
                </a:cubicBezTo>
                <a:cubicBezTo>
                  <a:pt x="207" y="121"/>
                  <a:pt x="208" y="121"/>
                  <a:pt x="209" y="121"/>
                </a:cubicBezTo>
                <a:cubicBezTo>
                  <a:pt x="209" y="121"/>
                  <a:pt x="209" y="121"/>
                  <a:pt x="209" y="121"/>
                </a:cubicBezTo>
                <a:cubicBezTo>
                  <a:pt x="209" y="121"/>
                  <a:pt x="209" y="121"/>
                  <a:pt x="209" y="121"/>
                </a:cubicBezTo>
                <a:cubicBezTo>
                  <a:pt x="209" y="121"/>
                  <a:pt x="210" y="121"/>
                  <a:pt x="210" y="121"/>
                </a:cubicBezTo>
                <a:cubicBezTo>
                  <a:pt x="210" y="121"/>
                  <a:pt x="210" y="121"/>
                  <a:pt x="210" y="121"/>
                </a:cubicBezTo>
                <a:cubicBezTo>
                  <a:pt x="210" y="121"/>
                  <a:pt x="210" y="121"/>
                  <a:pt x="210" y="121"/>
                </a:cubicBezTo>
                <a:cubicBezTo>
                  <a:pt x="211" y="121"/>
                  <a:pt x="211" y="121"/>
                  <a:pt x="211" y="121"/>
                </a:cubicBezTo>
                <a:cubicBezTo>
                  <a:pt x="211" y="121"/>
                  <a:pt x="211" y="121"/>
                  <a:pt x="211" y="121"/>
                </a:cubicBezTo>
                <a:cubicBezTo>
                  <a:pt x="211" y="121"/>
                  <a:pt x="212" y="121"/>
                  <a:pt x="212" y="121"/>
                </a:cubicBezTo>
                <a:cubicBezTo>
                  <a:pt x="212" y="121"/>
                  <a:pt x="212" y="121"/>
                  <a:pt x="212" y="121"/>
                </a:cubicBezTo>
                <a:cubicBezTo>
                  <a:pt x="213" y="121"/>
                  <a:pt x="213" y="121"/>
                  <a:pt x="213" y="121"/>
                </a:cubicBezTo>
                <a:cubicBezTo>
                  <a:pt x="213" y="121"/>
                  <a:pt x="214" y="121"/>
                  <a:pt x="214" y="121"/>
                </a:cubicBezTo>
                <a:cubicBezTo>
                  <a:pt x="214" y="121"/>
                  <a:pt x="214" y="121"/>
                  <a:pt x="215" y="121"/>
                </a:cubicBezTo>
                <a:cubicBezTo>
                  <a:pt x="216" y="120"/>
                  <a:pt x="216" y="120"/>
                  <a:pt x="216" y="120"/>
                </a:cubicBezTo>
                <a:cubicBezTo>
                  <a:pt x="217" y="120"/>
                  <a:pt x="218" y="119"/>
                  <a:pt x="219" y="118"/>
                </a:cubicBezTo>
                <a:cubicBezTo>
                  <a:pt x="219" y="117"/>
                  <a:pt x="219" y="117"/>
                  <a:pt x="219" y="117"/>
                </a:cubicBezTo>
                <a:cubicBezTo>
                  <a:pt x="219" y="117"/>
                  <a:pt x="219" y="116"/>
                  <a:pt x="219" y="116"/>
                </a:cubicBezTo>
                <a:cubicBezTo>
                  <a:pt x="219" y="116"/>
                  <a:pt x="218" y="116"/>
                  <a:pt x="218" y="115"/>
                </a:cubicBezTo>
                <a:cubicBezTo>
                  <a:pt x="218" y="115"/>
                  <a:pt x="217" y="115"/>
                  <a:pt x="217" y="115"/>
                </a:cubicBezTo>
                <a:cubicBezTo>
                  <a:pt x="216" y="115"/>
                  <a:pt x="217" y="115"/>
                  <a:pt x="217" y="115"/>
                </a:cubicBezTo>
                <a:close/>
                <a:moveTo>
                  <a:pt x="176" y="114"/>
                </a:moveTo>
                <a:cubicBezTo>
                  <a:pt x="175" y="114"/>
                  <a:pt x="174" y="114"/>
                  <a:pt x="173" y="114"/>
                </a:cubicBezTo>
                <a:cubicBezTo>
                  <a:pt x="173" y="114"/>
                  <a:pt x="173" y="114"/>
                  <a:pt x="172" y="114"/>
                </a:cubicBezTo>
                <a:cubicBezTo>
                  <a:pt x="172" y="114"/>
                  <a:pt x="171" y="114"/>
                  <a:pt x="171" y="114"/>
                </a:cubicBezTo>
                <a:cubicBezTo>
                  <a:pt x="171" y="114"/>
                  <a:pt x="170" y="114"/>
                  <a:pt x="170" y="114"/>
                </a:cubicBezTo>
                <a:cubicBezTo>
                  <a:pt x="169" y="115"/>
                  <a:pt x="169" y="115"/>
                  <a:pt x="169" y="115"/>
                </a:cubicBezTo>
                <a:cubicBezTo>
                  <a:pt x="168" y="115"/>
                  <a:pt x="168" y="115"/>
                  <a:pt x="167" y="115"/>
                </a:cubicBezTo>
                <a:cubicBezTo>
                  <a:pt x="167" y="116"/>
                  <a:pt x="166" y="116"/>
                  <a:pt x="166" y="116"/>
                </a:cubicBezTo>
                <a:cubicBezTo>
                  <a:pt x="165" y="116"/>
                  <a:pt x="165" y="117"/>
                  <a:pt x="165" y="117"/>
                </a:cubicBezTo>
                <a:cubicBezTo>
                  <a:pt x="165" y="117"/>
                  <a:pt x="164" y="117"/>
                  <a:pt x="164" y="118"/>
                </a:cubicBezTo>
                <a:cubicBezTo>
                  <a:pt x="164" y="119"/>
                  <a:pt x="164" y="119"/>
                  <a:pt x="164" y="119"/>
                </a:cubicBezTo>
                <a:cubicBezTo>
                  <a:pt x="164" y="119"/>
                  <a:pt x="164" y="119"/>
                  <a:pt x="165" y="119"/>
                </a:cubicBezTo>
                <a:cubicBezTo>
                  <a:pt x="165" y="120"/>
                  <a:pt x="165" y="120"/>
                  <a:pt x="165" y="120"/>
                </a:cubicBezTo>
                <a:cubicBezTo>
                  <a:pt x="165" y="120"/>
                  <a:pt x="165" y="120"/>
                  <a:pt x="166" y="120"/>
                </a:cubicBezTo>
                <a:cubicBezTo>
                  <a:pt x="167" y="121"/>
                  <a:pt x="167" y="121"/>
                  <a:pt x="167" y="121"/>
                </a:cubicBezTo>
                <a:cubicBezTo>
                  <a:pt x="167" y="121"/>
                  <a:pt x="168" y="121"/>
                  <a:pt x="169" y="121"/>
                </a:cubicBezTo>
                <a:cubicBezTo>
                  <a:pt x="169" y="121"/>
                  <a:pt x="169" y="121"/>
                  <a:pt x="170" y="121"/>
                </a:cubicBezTo>
                <a:cubicBezTo>
                  <a:pt x="170" y="121"/>
                  <a:pt x="170" y="121"/>
                  <a:pt x="170" y="121"/>
                </a:cubicBezTo>
                <a:cubicBezTo>
                  <a:pt x="170" y="121"/>
                  <a:pt x="170" y="121"/>
                  <a:pt x="170" y="121"/>
                </a:cubicBezTo>
                <a:cubicBezTo>
                  <a:pt x="170" y="121"/>
                  <a:pt x="171" y="121"/>
                  <a:pt x="171" y="121"/>
                </a:cubicBezTo>
                <a:cubicBezTo>
                  <a:pt x="171" y="121"/>
                  <a:pt x="171" y="121"/>
                  <a:pt x="171" y="121"/>
                </a:cubicBezTo>
                <a:cubicBezTo>
                  <a:pt x="171" y="121"/>
                  <a:pt x="171" y="121"/>
                  <a:pt x="172" y="121"/>
                </a:cubicBezTo>
                <a:cubicBezTo>
                  <a:pt x="172" y="121"/>
                  <a:pt x="172" y="121"/>
                  <a:pt x="172" y="121"/>
                </a:cubicBezTo>
                <a:cubicBezTo>
                  <a:pt x="172" y="121"/>
                  <a:pt x="172" y="121"/>
                  <a:pt x="172" y="121"/>
                </a:cubicBezTo>
                <a:cubicBezTo>
                  <a:pt x="173" y="121"/>
                  <a:pt x="173" y="121"/>
                  <a:pt x="173" y="121"/>
                </a:cubicBezTo>
                <a:cubicBezTo>
                  <a:pt x="173" y="121"/>
                  <a:pt x="173" y="121"/>
                  <a:pt x="173" y="121"/>
                </a:cubicBezTo>
                <a:cubicBezTo>
                  <a:pt x="173" y="121"/>
                  <a:pt x="173" y="121"/>
                  <a:pt x="174" y="121"/>
                </a:cubicBezTo>
                <a:cubicBezTo>
                  <a:pt x="174" y="121"/>
                  <a:pt x="174" y="121"/>
                  <a:pt x="174" y="121"/>
                </a:cubicBezTo>
                <a:cubicBezTo>
                  <a:pt x="175" y="121"/>
                  <a:pt x="175" y="121"/>
                  <a:pt x="175" y="121"/>
                </a:cubicBezTo>
                <a:cubicBezTo>
                  <a:pt x="177" y="120"/>
                  <a:pt x="177" y="120"/>
                  <a:pt x="177" y="120"/>
                </a:cubicBezTo>
                <a:cubicBezTo>
                  <a:pt x="178" y="120"/>
                  <a:pt x="179" y="119"/>
                  <a:pt x="180" y="118"/>
                </a:cubicBezTo>
                <a:cubicBezTo>
                  <a:pt x="180" y="117"/>
                  <a:pt x="180" y="117"/>
                  <a:pt x="180" y="117"/>
                </a:cubicBezTo>
                <a:cubicBezTo>
                  <a:pt x="180" y="117"/>
                  <a:pt x="180" y="117"/>
                  <a:pt x="180" y="116"/>
                </a:cubicBezTo>
                <a:cubicBezTo>
                  <a:pt x="180" y="116"/>
                  <a:pt x="180" y="116"/>
                  <a:pt x="179" y="116"/>
                </a:cubicBezTo>
                <a:cubicBezTo>
                  <a:pt x="179" y="116"/>
                  <a:pt x="179" y="115"/>
                  <a:pt x="179" y="115"/>
                </a:cubicBezTo>
                <a:cubicBezTo>
                  <a:pt x="178" y="115"/>
                  <a:pt x="178" y="115"/>
                  <a:pt x="178" y="115"/>
                </a:cubicBezTo>
                <a:lnTo>
                  <a:pt x="176" y="114"/>
                </a:lnTo>
                <a:close/>
                <a:moveTo>
                  <a:pt x="138" y="115"/>
                </a:moveTo>
                <a:cubicBezTo>
                  <a:pt x="138" y="115"/>
                  <a:pt x="138" y="115"/>
                  <a:pt x="137" y="114"/>
                </a:cubicBezTo>
                <a:cubicBezTo>
                  <a:pt x="137" y="114"/>
                  <a:pt x="137" y="114"/>
                  <a:pt x="136" y="114"/>
                </a:cubicBezTo>
                <a:cubicBezTo>
                  <a:pt x="136" y="114"/>
                  <a:pt x="136" y="114"/>
                  <a:pt x="135" y="114"/>
                </a:cubicBezTo>
                <a:cubicBezTo>
                  <a:pt x="135" y="114"/>
                  <a:pt x="135" y="114"/>
                  <a:pt x="134" y="114"/>
                </a:cubicBezTo>
                <a:cubicBezTo>
                  <a:pt x="134" y="114"/>
                  <a:pt x="133" y="114"/>
                  <a:pt x="133" y="114"/>
                </a:cubicBezTo>
                <a:cubicBezTo>
                  <a:pt x="133" y="114"/>
                  <a:pt x="132" y="114"/>
                  <a:pt x="132" y="114"/>
                </a:cubicBezTo>
                <a:cubicBezTo>
                  <a:pt x="131" y="114"/>
                  <a:pt x="131" y="114"/>
                  <a:pt x="131" y="114"/>
                </a:cubicBezTo>
                <a:cubicBezTo>
                  <a:pt x="130" y="115"/>
                  <a:pt x="130" y="115"/>
                  <a:pt x="130" y="115"/>
                </a:cubicBezTo>
                <a:cubicBezTo>
                  <a:pt x="127" y="115"/>
                  <a:pt x="125" y="116"/>
                  <a:pt x="125" y="118"/>
                </a:cubicBezTo>
                <a:cubicBezTo>
                  <a:pt x="125" y="119"/>
                  <a:pt x="125" y="119"/>
                  <a:pt x="125" y="119"/>
                </a:cubicBezTo>
                <a:cubicBezTo>
                  <a:pt x="125" y="119"/>
                  <a:pt x="125" y="119"/>
                  <a:pt x="125" y="119"/>
                </a:cubicBezTo>
                <a:cubicBezTo>
                  <a:pt x="125" y="120"/>
                  <a:pt x="126" y="120"/>
                  <a:pt x="126" y="120"/>
                </a:cubicBezTo>
                <a:cubicBezTo>
                  <a:pt x="126" y="120"/>
                  <a:pt x="126" y="120"/>
                  <a:pt x="126" y="120"/>
                </a:cubicBezTo>
                <a:cubicBezTo>
                  <a:pt x="127" y="121"/>
                  <a:pt x="127" y="121"/>
                  <a:pt x="127" y="121"/>
                </a:cubicBezTo>
                <a:cubicBezTo>
                  <a:pt x="128" y="121"/>
                  <a:pt x="129" y="121"/>
                  <a:pt x="130" y="121"/>
                </a:cubicBezTo>
                <a:cubicBezTo>
                  <a:pt x="130" y="121"/>
                  <a:pt x="130" y="121"/>
                  <a:pt x="130" y="121"/>
                </a:cubicBezTo>
                <a:cubicBezTo>
                  <a:pt x="130" y="121"/>
                  <a:pt x="131" y="121"/>
                  <a:pt x="131" y="121"/>
                </a:cubicBezTo>
                <a:cubicBezTo>
                  <a:pt x="131" y="121"/>
                  <a:pt x="131" y="121"/>
                  <a:pt x="131" y="121"/>
                </a:cubicBezTo>
                <a:cubicBezTo>
                  <a:pt x="131" y="121"/>
                  <a:pt x="131" y="121"/>
                  <a:pt x="131" y="121"/>
                </a:cubicBezTo>
                <a:cubicBezTo>
                  <a:pt x="132" y="121"/>
                  <a:pt x="132" y="121"/>
                  <a:pt x="132" y="121"/>
                </a:cubicBezTo>
                <a:cubicBezTo>
                  <a:pt x="132" y="121"/>
                  <a:pt x="132" y="121"/>
                  <a:pt x="132" y="121"/>
                </a:cubicBezTo>
                <a:cubicBezTo>
                  <a:pt x="132" y="121"/>
                  <a:pt x="133" y="121"/>
                  <a:pt x="133" y="121"/>
                </a:cubicBezTo>
                <a:cubicBezTo>
                  <a:pt x="133" y="121"/>
                  <a:pt x="133" y="121"/>
                  <a:pt x="133" y="121"/>
                </a:cubicBezTo>
                <a:cubicBezTo>
                  <a:pt x="133" y="121"/>
                  <a:pt x="134" y="121"/>
                  <a:pt x="134" y="121"/>
                </a:cubicBezTo>
                <a:cubicBezTo>
                  <a:pt x="134" y="121"/>
                  <a:pt x="134" y="121"/>
                  <a:pt x="135" y="121"/>
                </a:cubicBezTo>
                <a:cubicBezTo>
                  <a:pt x="135" y="121"/>
                  <a:pt x="135" y="121"/>
                  <a:pt x="135" y="121"/>
                </a:cubicBezTo>
                <a:cubicBezTo>
                  <a:pt x="136" y="121"/>
                  <a:pt x="136" y="121"/>
                  <a:pt x="136" y="121"/>
                </a:cubicBezTo>
                <a:cubicBezTo>
                  <a:pt x="137" y="120"/>
                  <a:pt x="137" y="120"/>
                  <a:pt x="137" y="120"/>
                </a:cubicBezTo>
                <a:cubicBezTo>
                  <a:pt x="139" y="120"/>
                  <a:pt x="140" y="119"/>
                  <a:pt x="141" y="118"/>
                </a:cubicBezTo>
                <a:cubicBezTo>
                  <a:pt x="141" y="117"/>
                  <a:pt x="141" y="117"/>
                  <a:pt x="141" y="117"/>
                </a:cubicBezTo>
                <a:cubicBezTo>
                  <a:pt x="141" y="117"/>
                  <a:pt x="141" y="116"/>
                  <a:pt x="140" y="116"/>
                </a:cubicBezTo>
                <a:cubicBezTo>
                  <a:pt x="140" y="116"/>
                  <a:pt x="140" y="116"/>
                  <a:pt x="140" y="115"/>
                </a:cubicBezTo>
                <a:cubicBezTo>
                  <a:pt x="139" y="115"/>
                  <a:pt x="139" y="115"/>
                  <a:pt x="138" y="115"/>
                </a:cubicBezTo>
                <a:cubicBezTo>
                  <a:pt x="138" y="115"/>
                  <a:pt x="139" y="115"/>
                  <a:pt x="138" y="115"/>
                </a:cubicBezTo>
                <a:close/>
                <a:moveTo>
                  <a:pt x="295" y="115"/>
                </a:moveTo>
                <a:cubicBezTo>
                  <a:pt x="295" y="115"/>
                  <a:pt x="295" y="115"/>
                  <a:pt x="294" y="114"/>
                </a:cubicBezTo>
                <a:cubicBezTo>
                  <a:pt x="294" y="114"/>
                  <a:pt x="294" y="114"/>
                  <a:pt x="293" y="114"/>
                </a:cubicBezTo>
                <a:cubicBezTo>
                  <a:pt x="293" y="114"/>
                  <a:pt x="293" y="114"/>
                  <a:pt x="292" y="114"/>
                </a:cubicBezTo>
                <a:cubicBezTo>
                  <a:pt x="292" y="114"/>
                  <a:pt x="291" y="114"/>
                  <a:pt x="291" y="114"/>
                </a:cubicBezTo>
                <a:cubicBezTo>
                  <a:pt x="291" y="114"/>
                  <a:pt x="290" y="114"/>
                  <a:pt x="290" y="114"/>
                </a:cubicBezTo>
                <a:cubicBezTo>
                  <a:pt x="289" y="114"/>
                  <a:pt x="289" y="114"/>
                  <a:pt x="289" y="114"/>
                </a:cubicBezTo>
                <a:cubicBezTo>
                  <a:pt x="288" y="114"/>
                  <a:pt x="288" y="114"/>
                  <a:pt x="287" y="114"/>
                </a:cubicBezTo>
                <a:cubicBezTo>
                  <a:pt x="287" y="115"/>
                  <a:pt x="287" y="115"/>
                  <a:pt x="286" y="115"/>
                </a:cubicBezTo>
                <a:cubicBezTo>
                  <a:pt x="284" y="115"/>
                  <a:pt x="282" y="116"/>
                  <a:pt x="282" y="118"/>
                </a:cubicBezTo>
                <a:cubicBezTo>
                  <a:pt x="282" y="119"/>
                  <a:pt x="282" y="119"/>
                  <a:pt x="282" y="119"/>
                </a:cubicBezTo>
                <a:cubicBezTo>
                  <a:pt x="282" y="119"/>
                  <a:pt x="282" y="119"/>
                  <a:pt x="282" y="119"/>
                </a:cubicBezTo>
                <a:cubicBezTo>
                  <a:pt x="283" y="120"/>
                  <a:pt x="283" y="120"/>
                  <a:pt x="283" y="120"/>
                </a:cubicBezTo>
                <a:cubicBezTo>
                  <a:pt x="283" y="120"/>
                  <a:pt x="283" y="120"/>
                  <a:pt x="283" y="120"/>
                </a:cubicBezTo>
                <a:cubicBezTo>
                  <a:pt x="285" y="121"/>
                  <a:pt x="285" y="121"/>
                  <a:pt x="285" y="121"/>
                </a:cubicBezTo>
                <a:cubicBezTo>
                  <a:pt x="285" y="121"/>
                  <a:pt x="286" y="121"/>
                  <a:pt x="287" y="121"/>
                </a:cubicBezTo>
                <a:cubicBezTo>
                  <a:pt x="287" y="121"/>
                  <a:pt x="287" y="121"/>
                  <a:pt x="288" y="121"/>
                </a:cubicBezTo>
                <a:cubicBezTo>
                  <a:pt x="288" y="121"/>
                  <a:pt x="288" y="121"/>
                  <a:pt x="288" y="121"/>
                </a:cubicBezTo>
                <a:cubicBezTo>
                  <a:pt x="288" y="121"/>
                  <a:pt x="288" y="121"/>
                  <a:pt x="288" y="121"/>
                </a:cubicBezTo>
                <a:cubicBezTo>
                  <a:pt x="288" y="121"/>
                  <a:pt x="289" y="121"/>
                  <a:pt x="289" y="121"/>
                </a:cubicBezTo>
                <a:cubicBezTo>
                  <a:pt x="289" y="121"/>
                  <a:pt x="289" y="121"/>
                  <a:pt x="289" y="121"/>
                </a:cubicBezTo>
                <a:cubicBezTo>
                  <a:pt x="289" y="121"/>
                  <a:pt x="289" y="121"/>
                  <a:pt x="290" y="121"/>
                </a:cubicBezTo>
                <a:cubicBezTo>
                  <a:pt x="290" y="121"/>
                  <a:pt x="290" y="121"/>
                  <a:pt x="290" y="121"/>
                </a:cubicBezTo>
                <a:cubicBezTo>
                  <a:pt x="290" y="121"/>
                  <a:pt x="290" y="121"/>
                  <a:pt x="290" y="121"/>
                </a:cubicBezTo>
                <a:cubicBezTo>
                  <a:pt x="291" y="121"/>
                  <a:pt x="291" y="121"/>
                  <a:pt x="291" y="121"/>
                </a:cubicBezTo>
                <a:cubicBezTo>
                  <a:pt x="291" y="121"/>
                  <a:pt x="292" y="121"/>
                  <a:pt x="292" y="121"/>
                </a:cubicBezTo>
                <a:cubicBezTo>
                  <a:pt x="292" y="121"/>
                  <a:pt x="292" y="121"/>
                  <a:pt x="293" y="121"/>
                </a:cubicBezTo>
                <a:cubicBezTo>
                  <a:pt x="293" y="121"/>
                  <a:pt x="293" y="121"/>
                  <a:pt x="293" y="121"/>
                </a:cubicBezTo>
                <a:cubicBezTo>
                  <a:pt x="295" y="120"/>
                  <a:pt x="295" y="120"/>
                  <a:pt x="295" y="120"/>
                </a:cubicBezTo>
                <a:cubicBezTo>
                  <a:pt x="296" y="120"/>
                  <a:pt x="297" y="119"/>
                  <a:pt x="298" y="118"/>
                </a:cubicBezTo>
                <a:cubicBezTo>
                  <a:pt x="298" y="117"/>
                  <a:pt x="298" y="117"/>
                  <a:pt x="298" y="117"/>
                </a:cubicBezTo>
                <a:cubicBezTo>
                  <a:pt x="298" y="117"/>
                  <a:pt x="298" y="116"/>
                  <a:pt x="297" y="116"/>
                </a:cubicBezTo>
                <a:cubicBezTo>
                  <a:pt x="297" y="116"/>
                  <a:pt x="297" y="116"/>
                  <a:pt x="296" y="115"/>
                </a:cubicBezTo>
                <a:cubicBezTo>
                  <a:pt x="296" y="115"/>
                  <a:pt x="296" y="115"/>
                  <a:pt x="295" y="115"/>
                </a:cubicBezTo>
                <a:cubicBezTo>
                  <a:pt x="295" y="115"/>
                  <a:pt x="296" y="115"/>
                  <a:pt x="295" y="115"/>
                </a:cubicBezTo>
                <a:close/>
                <a:moveTo>
                  <a:pt x="531" y="115"/>
                </a:moveTo>
                <a:cubicBezTo>
                  <a:pt x="530" y="115"/>
                  <a:pt x="530" y="115"/>
                  <a:pt x="530" y="114"/>
                </a:cubicBezTo>
                <a:cubicBezTo>
                  <a:pt x="529" y="114"/>
                  <a:pt x="529" y="114"/>
                  <a:pt x="529" y="114"/>
                </a:cubicBezTo>
                <a:cubicBezTo>
                  <a:pt x="528" y="114"/>
                  <a:pt x="528" y="114"/>
                  <a:pt x="528" y="114"/>
                </a:cubicBezTo>
                <a:cubicBezTo>
                  <a:pt x="527" y="114"/>
                  <a:pt x="527" y="114"/>
                  <a:pt x="526" y="114"/>
                </a:cubicBezTo>
                <a:cubicBezTo>
                  <a:pt x="526" y="114"/>
                  <a:pt x="526" y="114"/>
                  <a:pt x="525" y="114"/>
                </a:cubicBezTo>
                <a:cubicBezTo>
                  <a:pt x="525" y="114"/>
                  <a:pt x="524" y="114"/>
                  <a:pt x="524" y="114"/>
                </a:cubicBezTo>
                <a:cubicBezTo>
                  <a:pt x="524" y="114"/>
                  <a:pt x="523" y="114"/>
                  <a:pt x="523" y="114"/>
                </a:cubicBezTo>
                <a:cubicBezTo>
                  <a:pt x="522" y="115"/>
                  <a:pt x="522" y="115"/>
                  <a:pt x="522" y="115"/>
                </a:cubicBezTo>
                <a:cubicBezTo>
                  <a:pt x="520" y="115"/>
                  <a:pt x="518" y="116"/>
                  <a:pt x="518" y="118"/>
                </a:cubicBezTo>
                <a:cubicBezTo>
                  <a:pt x="518" y="119"/>
                  <a:pt x="518" y="119"/>
                  <a:pt x="518" y="119"/>
                </a:cubicBezTo>
                <a:cubicBezTo>
                  <a:pt x="518" y="119"/>
                  <a:pt x="518" y="119"/>
                  <a:pt x="518" y="119"/>
                </a:cubicBezTo>
                <a:cubicBezTo>
                  <a:pt x="518" y="120"/>
                  <a:pt x="518" y="120"/>
                  <a:pt x="519" y="120"/>
                </a:cubicBezTo>
                <a:cubicBezTo>
                  <a:pt x="519" y="120"/>
                  <a:pt x="519" y="120"/>
                  <a:pt x="519" y="120"/>
                </a:cubicBezTo>
                <a:cubicBezTo>
                  <a:pt x="520" y="121"/>
                  <a:pt x="520" y="121"/>
                  <a:pt x="520" y="121"/>
                </a:cubicBezTo>
                <a:cubicBezTo>
                  <a:pt x="521" y="121"/>
                  <a:pt x="522" y="121"/>
                  <a:pt x="523" y="121"/>
                </a:cubicBezTo>
                <a:cubicBezTo>
                  <a:pt x="523" y="121"/>
                  <a:pt x="523" y="121"/>
                  <a:pt x="523" y="121"/>
                </a:cubicBezTo>
                <a:cubicBezTo>
                  <a:pt x="524" y="121"/>
                  <a:pt x="524" y="121"/>
                  <a:pt x="524" y="121"/>
                </a:cubicBezTo>
                <a:cubicBezTo>
                  <a:pt x="524" y="121"/>
                  <a:pt x="524" y="121"/>
                  <a:pt x="524" y="121"/>
                </a:cubicBezTo>
                <a:cubicBezTo>
                  <a:pt x="524" y="121"/>
                  <a:pt x="524" y="121"/>
                  <a:pt x="525" y="121"/>
                </a:cubicBezTo>
                <a:cubicBezTo>
                  <a:pt x="525" y="121"/>
                  <a:pt x="525" y="121"/>
                  <a:pt x="525" y="121"/>
                </a:cubicBezTo>
                <a:cubicBezTo>
                  <a:pt x="525" y="121"/>
                  <a:pt x="525" y="121"/>
                  <a:pt x="525" y="121"/>
                </a:cubicBezTo>
                <a:cubicBezTo>
                  <a:pt x="526" y="121"/>
                  <a:pt x="526" y="121"/>
                  <a:pt x="526" y="121"/>
                </a:cubicBezTo>
                <a:cubicBezTo>
                  <a:pt x="526" y="121"/>
                  <a:pt x="526" y="121"/>
                  <a:pt x="526" y="121"/>
                </a:cubicBezTo>
                <a:cubicBezTo>
                  <a:pt x="526" y="121"/>
                  <a:pt x="527" y="121"/>
                  <a:pt x="527" y="121"/>
                </a:cubicBezTo>
                <a:cubicBezTo>
                  <a:pt x="527" y="121"/>
                  <a:pt x="527" y="121"/>
                  <a:pt x="528" y="121"/>
                </a:cubicBezTo>
                <a:cubicBezTo>
                  <a:pt x="528" y="121"/>
                  <a:pt x="528" y="121"/>
                  <a:pt x="528" y="121"/>
                </a:cubicBezTo>
                <a:cubicBezTo>
                  <a:pt x="529" y="121"/>
                  <a:pt x="529" y="121"/>
                  <a:pt x="529" y="121"/>
                </a:cubicBezTo>
                <a:cubicBezTo>
                  <a:pt x="530" y="120"/>
                  <a:pt x="530" y="120"/>
                  <a:pt x="530" y="120"/>
                </a:cubicBezTo>
                <a:cubicBezTo>
                  <a:pt x="532" y="120"/>
                  <a:pt x="533" y="119"/>
                  <a:pt x="533" y="118"/>
                </a:cubicBezTo>
                <a:cubicBezTo>
                  <a:pt x="533" y="117"/>
                  <a:pt x="533" y="117"/>
                  <a:pt x="533" y="117"/>
                </a:cubicBezTo>
                <a:cubicBezTo>
                  <a:pt x="533" y="117"/>
                  <a:pt x="533" y="116"/>
                  <a:pt x="533" y="116"/>
                </a:cubicBezTo>
                <a:cubicBezTo>
                  <a:pt x="533" y="116"/>
                  <a:pt x="532" y="116"/>
                  <a:pt x="532" y="115"/>
                </a:cubicBezTo>
                <a:cubicBezTo>
                  <a:pt x="531" y="115"/>
                  <a:pt x="531" y="115"/>
                  <a:pt x="531" y="115"/>
                </a:cubicBezTo>
                <a:cubicBezTo>
                  <a:pt x="530" y="115"/>
                  <a:pt x="531" y="115"/>
                  <a:pt x="531" y="115"/>
                </a:cubicBezTo>
                <a:close/>
                <a:moveTo>
                  <a:pt x="491" y="115"/>
                </a:moveTo>
                <a:cubicBezTo>
                  <a:pt x="490" y="114"/>
                  <a:pt x="490" y="114"/>
                  <a:pt x="489" y="114"/>
                </a:cubicBezTo>
                <a:cubicBezTo>
                  <a:pt x="488" y="114"/>
                  <a:pt x="488" y="114"/>
                  <a:pt x="487" y="114"/>
                </a:cubicBezTo>
                <a:cubicBezTo>
                  <a:pt x="487" y="114"/>
                  <a:pt x="486" y="114"/>
                  <a:pt x="486" y="114"/>
                </a:cubicBezTo>
                <a:cubicBezTo>
                  <a:pt x="485" y="114"/>
                  <a:pt x="485" y="114"/>
                  <a:pt x="485" y="114"/>
                </a:cubicBezTo>
                <a:cubicBezTo>
                  <a:pt x="484" y="114"/>
                  <a:pt x="484" y="114"/>
                  <a:pt x="484" y="114"/>
                </a:cubicBezTo>
                <a:cubicBezTo>
                  <a:pt x="483" y="115"/>
                  <a:pt x="483" y="115"/>
                  <a:pt x="483" y="115"/>
                </a:cubicBezTo>
                <a:cubicBezTo>
                  <a:pt x="482" y="115"/>
                  <a:pt x="481" y="115"/>
                  <a:pt x="481" y="115"/>
                </a:cubicBezTo>
                <a:cubicBezTo>
                  <a:pt x="480" y="116"/>
                  <a:pt x="480" y="116"/>
                  <a:pt x="480" y="116"/>
                </a:cubicBezTo>
                <a:cubicBezTo>
                  <a:pt x="479" y="116"/>
                  <a:pt x="479" y="117"/>
                  <a:pt x="479" y="117"/>
                </a:cubicBezTo>
                <a:cubicBezTo>
                  <a:pt x="479" y="117"/>
                  <a:pt x="478" y="117"/>
                  <a:pt x="478" y="118"/>
                </a:cubicBezTo>
                <a:cubicBezTo>
                  <a:pt x="478" y="119"/>
                  <a:pt x="478" y="119"/>
                  <a:pt x="478" y="119"/>
                </a:cubicBezTo>
                <a:cubicBezTo>
                  <a:pt x="479" y="119"/>
                  <a:pt x="479" y="119"/>
                  <a:pt x="479" y="119"/>
                </a:cubicBezTo>
                <a:cubicBezTo>
                  <a:pt x="479" y="120"/>
                  <a:pt x="479" y="120"/>
                  <a:pt x="479" y="120"/>
                </a:cubicBezTo>
                <a:cubicBezTo>
                  <a:pt x="480" y="120"/>
                  <a:pt x="480" y="120"/>
                  <a:pt x="480" y="120"/>
                </a:cubicBezTo>
                <a:cubicBezTo>
                  <a:pt x="481" y="121"/>
                  <a:pt x="481" y="121"/>
                  <a:pt x="481" y="121"/>
                </a:cubicBezTo>
                <a:cubicBezTo>
                  <a:pt x="482" y="121"/>
                  <a:pt x="483" y="121"/>
                  <a:pt x="484" y="121"/>
                </a:cubicBezTo>
                <a:cubicBezTo>
                  <a:pt x="484" y="121"/>
                  <a:pt x="484" y="121"/>
                  <a:pt x="484" y="121"/>
                </a:cubicBezTo>
                <a:cubicBezTo>
                  <a:pt x="484" y="121"/>
                  <a:pt x="484" y="121"/>
                  <a:pt x="484" y="121"/>
                </a:cubicBezTo>
                <a:cubicBezTo>
                  <a:pt x="485" y="121"/>
                  <a:pt x="485" y="121"/>
                  <a:pt x="485" y="121"/>
                </a:cubicBezTo>
                <a:cubicBezTo>
                  <a:pt x="485" y="121"/>
                  <a:pt x="485" y="121"/>
                  <a:pt x="485" y="121"/>
                </a:cubicBezTo>
                <a:cubicBezTo>
                  <a:pt x="485" y="121"/>
                  <a:pt x="486" y="121"/>
                  <a:pt x="486" y="121"/>
                </a:cubicBezTo>
                <a:cubicBezTo>
                  <a:pt x="486" y="121"/>
                  <a:pt x="486" y="121"/>
                  <a:pt x="486" y="121"/>
                </a:cubicBezTo>
                <a:cubicBezTo>
                  <a:pt x="486" y="121"/>
                  <a:pt x="486" y="121"/>
                  <a:pt x="486" y="121"/>
                </a:cubicBezTo>
                <a:cubicBezTo>
                  <a:pt x="487" y="121"/>
                  <a:pt x="487" y="121"/>
                  <a:pt x="487" y="121"/>
                </a:cubicBezTo>
                <a:cubicBezTo>
                  <a:pt x="487" y="121"/>
                  <a:pt x="487" y="121"/>
                  <a:pt x="488" y="121"/>
                </a:cubicBezTo>
                <a:cubicBezTo>
                  <a:pt x="488" y="121"/>
                  <a:pt x="488" y="121"/>
                  <a:pt x="488" y="121"/>
                </a:cubicBezTo>
                <a:cubicBezTo>
                  <a:pt x="489" y="121"/>
                  <a:pt x="489" y="121"/>
                  <a:pt x="489" y="121"/>
                </a:cubicBezTo>
                <a:cubicBezTo>
                  <a:pt x="489" y="121"/>
                  <a:pt x="490" y="121"/>
                  <a:pt x="490" y="121"/>
                </a:cubicBezTo>
                <a:cubicBezTo>
                  <a:pt x="491" y="120"/>
                  <a:pt x="491" y="120"/>
                  <a:pt x="491" y="120"/>
                </a:cubicBezTo>
                <a:cubicBezTo>
                  <a:pt x="492" y="120"/>
                  <a:pt x="492" y="120"/>
                  <a:pt x="493" y="119"/>
                </a:cubicBezTo>
                <a:cubicBezTo>
                  <a:pt x="493" y="119"/>
                  <a:pt x="494" y="118"/>
                  <a:pt x="494" y="118"/>
                </a:cubicBezTo>
                <a:cubicBezTo>
                  <a:pt x="494" y="118"/>
                  <a:pt x="494" y="117"/>
                  <a:pt x="494" y="117"/>
                </a:cubicBezTo>
                <a:cubicBezTo>
                  <a:pt x="494" y="117"/>
                  <a:pt x="494" y="117"/>
                  <a:pt x="494" y="117"/>
                </a:cubicBezTo>
                <a:cubicBezTo>
                  <a:pt x="494" y="117"/>
                  <a:pt x="494" y="117"/>
                  <a:pt x="494" y="117"/>
                </a:cubicBezTo>
                <a:cubicBezTo>
                  <a:pt x="494" y="117"/>
                  <a:pt x="494" y="116"/>
                  <a:pt x="494" y="116"/>
                </a:cubicBezTo>
                <a:cubicBezTo>
                  <a:pt x="493" y="116"/>
                  <a:pt x="493" y="115"/>
                  <a:pt x="492" y="115"/>
                </a:cubicBezTo>
                <a:lnTo>
                  <a:pt x="491" y="115"/>
                </a:lnTo>
                <a:close/>
                <a:moveTo>
                  <a:pt x="648" y="115"/>
                </a:moveTo>
                <a:cubicBezTo>
                  <a:pt x="648" y="115"/>
                  <a:pt x="648" y="115"/>
                  <a:pt x="648" y="115"/>
                </a:cubicBezTo>
                <a:cubicBezTo>
                  <a:pt x="647" y="114"/>
                  <a:pt x="647" y="114"/>
                  <a:pt x="647" y="114"/>
                </a:cubicBezTo>
                <a:cubicBezTo>
                  <a:pt x="647" y="114"/>
                  <a:pt x="647" y="114"/>
                  <a:pt x="646" y="114"/>
                </a:cubicBezTo>
                <a:cubicBezTo>
                  <a:pt x="646" y="114"/>
                  <a:pt x="646" y="114"/>
                  <a:pt x="646" y="114"/>
                </a:cubicBezTo>
                <a:cubicBezTo>
                  <a:pt x="645" y="114"/>
                  <a:pt x="644" y="114"/>
                  <a:pt x="644" y="114"/>
                </a:cubicBezTo>
                <a:cubicBezTo>
                  <a:pt x="644" y="114"/>
                  <a:pt x="643" y="114"/>
                  <a:pt x="643" y="114"/>
                </a:cubicBezTo>
                <a:cubicBezTo>
                  <a:pt x="642" y="114"/>
                  <a:pt x="642" y="114"/>
                  <a:pt x="642" y="114"/>
                </a:cubicBezTo>
                <a:cubicBezTo>
                  <a:pt x="641" y="114"/>
                  <a:pt x="641" y="114"/>
                  <a:pt x="640" y="114"/>
                </a:cubicBezTo>
                <a:cubicBezTo>
                  <a:pt x="640" y="115"/>
                  <a:pt x="640" y="115"/>
                  <a:pt x="639" y="115"/>
                </a:cubicBezTo>
                <a:cubicBezTo>
                  <a:pt x="638" y="115"/>
                  <a:pt x="636" y="116"/>
                  <a:pt x="635" y="118"/>
                </a:cubicBezTo>
                <a:cubicBezTo>
                  <a:pt x="635" y="119"/>
                  <a:pt x="635" y="119"/>
                  <a:pt x="636" y="119"/>
                </a:cubicBezTo>
                <a:cubicBezTo>
                  <a:pt x="636" y="119"/>
                  <a:pt x="636" y="119"/>
                  <a:pt x="636" y="119"/>
                </a:cubicBezTo>
                <a:cubicBezTo>
                  <a:pt x="636" y="120"/>
                  <a:pt x="636" y="120"/>
                  <a:pt x="636" y="120"/>
                </a:cubicBezTo>
                <a:cubicBezTo>
                  <a:pt x="637" y="120"/>
                  <a:pt x="637" y="120"/>
                  <a:pt x="637" y="120"/>
                </a:cubicBezTo>
                <a:cubicBezTo>
                  <a:pt x="638" y="121"/>
                  <a:pt x="638" y="121"/>
                  <a:pt x="638" y="121"/>
                </a:cubicBezTo>
                <a:cubicBezTo>
                  <a:pt x="639" y="121"/>
                  <a:pt x="640" y="121"/>
                  <a:pt x="641" y="121"/>
                </a:cubicBezTo>
                <a:cubicBezTo>
                  <a:pt x="641" y="121"/>
                  <a:pt x="641" y="121"/>
                  <a:pt x="641" y="121"/>
                </a:cubicBezTo>
                <a:cubicBezTo>
                  <a:pt x="641" y="121"/>
                  <a:pt x="642" y="121"/>
                  <a:pt x="642" y="121"/>
                </a:cubicBezTo>
                <a:cubicBezTo>
                  <a:pt x="642" y="121"/>
                  <a:pt x="642" y="121"/>
                  <a:pt x="642" y="121"/>
                </a:cubicBezTo>
                <a:cubicBezTo>
                  <a:pt x="642" y="121"/>
                  <a:pt x="642" y="121"/>
                  <a:pt x="643" y="121"/>
                </a:cubicBezTo>
                <a:cubicBezTo>
                  <a:pt x="643" y="121"/>
                  <a:pt x="643" y="121"/>
                  <a:pt x="643" y="121"/>
                </a:cubicBezTo>
                <a:cubicBezTo>
                  <a:pt x="643" y="121"/>
                  <a:pt x="643" y="121"/>
                  <a:pt x="643" y="121"/>
                </a:cubicBezTo>
                <a:cubicBezTo>
                  <a:pt x="643" y="121"/>
                  <a:pt x="644" y="121"/>
                  <a:pt x="644" y="121"/>
                </a:cubicBezTo>
                <a:cubicBezTo>
                  <a:pt x="644" y="121"/>
                  <a:pt x="644" y="121"/>
                  <a:pt x="644" y="121"/>
                </a:cubicBezTo>
                <a:cubicBezTo>
                  <a:pt x="644" y="121"/>
                  <a:pt x="645" y="121"/>
                  <a:pt x="645" y="121"/>
                </a:cubicBezTo>
                <a:cubicBezTo>
                  <a:pt x="645" y="121"/>
                  <a:pt x="645" y="121"/>
                  <a:pt x="646" y="121"/>
                </a:cubicBezTo>
                <a:cubicBezTo>
                  <a:pt x="646" y="121"/>
                  <a:pt x="646" y="121"/>
                  <a:pt x="646" y="121"/>
                </a:cubicBezTo>
                <a:cubicBezTo>
                  <a:pt x="647" y="121"/>
                  <a:pt x="647" y="121"/>
                  <a:pt x="647" y="121"/>
                </a:cubicBezTo>
                <a:cubicBezTo>
                  <a:pt x="648" y="120"/>
                  <a:pt x="648" y="120"/>
                  <a:pt x="648" y="120"/>
                </a:cubicBezTo>
                <a:cubicBezTo>
                  <a:pt x="650" y="120"/>
                  <a:pt x="650" y="119"/>
                  <a:pt x="651" y="118"/>
                </a:cubicBezTo>
                <a:cubicBezTo>
                  <a:pt x="651" y="117"/>
                  <a:pt x="651" y="117"/>
                  <a:pt x="651" y="117"/>
                </a:cubicBezTo>
                <a:cubicBezTo>
                  <a:pt x="651" y="117"/>
                  <a:pt x="651" y="116"/>
                  <a:pt x="650" y="116"/>
                </a:cubicBezTo>
                <a:cubicBezTo>
                  <a:pt x="650" y="116"/>
                  <a:pt x="650" y="116"/>
                  <a:pt x="650" y="115"/>
                </a:cubicBezTo>
                <a:cubicBezTo>
                  <a:pt x="649" y="115"/>
                  <a:pt x="649" y="115"/>
                  <a:pt x="648" y="115"/>
                </a:cubicBezTo>
                <a:cubicBezTo>
                  <a:pt x="648" y="115"/>
                  <a:pt x="649" y="115"/>
                  <a:pt x="648" y="115"/>
                </a:cubicBezTo>
                <a:close/>
                <a:moveTo>
                  <a:pt x="412" y="114"/>
                </a:moveTo>
                <a:cubicBezTo>
                  <a:pt x="411" y="114"/>
                  <a:pt x="410" y="114"/>
                  <a:pt x="409" y="114"/>
                </a:cubicBezTo>
                <a:cubicBezTo>
                  <a:pt x="408" y="114"/>
                  <a:pt x="408" y="114"/>
                  <a:pt x="407" y="114"/>
                </a:cubicBezTo>
                <a:cubicBezTo>
                  <a:pt x="407" y="114"/>
                  <a:pt x="407" y="114"/>
                  <a:pt x="406" y="114"/>
                </a:cubicBezTo>
                <a:cubicBezTo>
                  <a:pt x="406" y="114"/>
                  <a:pt x="406" y="114"/>
                  <a:pt x="405" y="114"/>
                </a:cubicBezTo>
                <a:cubicBezTo>
                  <a:pt x="405" y="115"/>
                  <a:pt x="404" y="115"/>
                  <a:pt x="404" y="115"/>
                </a:cubicBezTo>
                <a:cubicBezTo>
                  <a:pt x="402" y="115"/>
                  <a:pt x="400" y="116"/>
                  <a:pt x="400" y="118"/>
                </a:cubicBezTo>
                <a:cubicBezTo>
                  <a:pt x="400" y="119"/>
                  <a:pt x="400" y="119"/>
                  <a:pt x="400" y="119"/>
                </a:cubicBezTo>
                <a:cubicBezTo>
                  <a:pt x="400" y="119"/>
                  <a:pt x="400" y="119"/>
                  <a:pt x="400" y="119"/>
                </a:cubicBezTo>
                <a:cubicBezTo>
                  <a:pt x="400" y="120"/>
                  <a:pt x="401" y="120"/>
                  <a:pt x="401" y="120"/>
                </a:cubicBezTo>
                <a:cubicBezTo>
                  <a:pt x="401" y="120"/>
                  <a:pt x="401" y="120"/>
                  <a:pt x="401" y="120"/>
                </a:cubicBezTo>
                <a:cubicBezTo>
                  <a:pt x="402" y="121"/>
                  <a:pt x="402" y="121"/>
                  <a:pt x="402" y="121"/>
                </a:cubicBezTo>
                <a:cubicBezTo>
                  <a:pt x="403" y="121"/>
                  <a:pt x="404" y="121"/>
                  <a:pt x="405" y="121"/>
                </a:cubicBezTo>
                <a:cubicBezTo>
                  <a:pt x="405" y="121"/>
                  <a:pt x="405" y="121"/>
                  <a:pt x="405" y="121"/>
                </a:cubicBezTo>
                <a:cubicBezTo>
                  <a:pt x="406" y="121"/>
                  <a:pt x="406" y="121"/>
                  <a:pt x="406" y="121"/>
                </a:cubicBezTo>
                <a:cubicBezTo>
                  <a:pt x="406" y="121"/>
                  <a:pt x="406" y="121"/>
                  <a:pt x="406" y="121"/>
                </a:cubicBezTo>
                <a:cubicBezTo>
                  <a:pt x="406" y="121"/>
                  <a:pt x="407" y="121"/>
                  <a:pt x="407" y="121"/>
                </a:cubicBezTo>
                <a:cubicBezTo>
                  <a:pt x="407" y="121"/>
                  <a:pt x="407" y="121"/>
                  <a:pt x="407" y="121"/>
                </a:cubicBezTo>
                <a:cubicBezTo>
                  <a:pt x="407" y="121"/>
                  <a:pt x="407" y="121"/>
                  <a:pt x="407" y="121"/>
                </a:cubicBezTo>
                <a:cubicBezTo>
                  <a:pt x="408" y="121"/>
                  <a:pt x="408" y="121"/>
                  <a:pt x="408" y="121"/>
                </a:cubicBezTo>
                <a:cubicBezTo>
                  <a:pt x="408" y="121"/>
                  <a:pt x="408" y="121"/>
                  <a:pt x="408" y="121"/>
                </a:cubicBezTo>
                <a:cubicBezTo>
                  <a:pt x="408" y="121"/>
                  <a:pt x="409" y="121"/>
                  <a:pt x="409" y="121"/>
                </a:cubicBezTo>
                <a:cubicBezTo>
                  <a:pt x="409" y="121"/>
                  <a:pt x="409" y="121"/>
                  <a:pt x="409" y="121"/>
                </a:cubicBezTo>
                <a:cubicBezTo>
                  <a:pt x="409" y="121"/>
                  <a:pt x="409" y="121"/>
                  <a:pt x="409" y="121"/>
                </a:cubicBezTo>
                <a:cubicBezTo>
                  <a:pt x="410" y="121"/>
                  <a:pt x="410" y="121"/>
                  <a:pt x="410" y="121"/>
                </a:cubicBezTo>
                <a:cubicBezTo>
                  <a:pt x="411" y="121"/>
                  <a:pt x="411" y="121"/>
                  <a:pt x="411" y="121"/>
                </a:cubicBezTo>
                <a:cubicBezTo>
                  <a:pt x="413" y="120"/>
                  <a:pt x="413" y="120"/>
                  <a:pt x="413" y="120"/>
                </a:cubicBezTo>
                <a:cubicBezTo>
                  <a:pt x="414" y="120"/>
                  <a:pt x="415" y="119"/>
                  <a:pt x="416" y="118"/>
                </a:cubicBezTo>
                <a:cubicBezTo>
                  <a:pt x="416" y="117"/>
                  <a:pt x="416" y="117"/>
                  <a:pt x="416" y="117"/>
                </a:cubicBezTo>
                <a:cubicBezTo>
                  <a:pt x="415" y="117"/>
                  <a:pt x="415" y="116"/>
                  <a:pt x="415" y="116"/>
                </a:cubicBezTo>
                <a:cubicBezTo>
                  <a:pt x="415" y="116"/>
                  <a:pt x="415" y="116"/>
                  <a:pt x="414" y="115"/>
                </a:cubicBezTo>
                <a:cubicBezTo>
                  <a:pt x="414" y="115"/>
                  <a:pt x="413" y="115"/>
                  <a:pt x="413" y="115"/>
                </a:cubicBezTo>
                <a:lnTo>
                  <a:pt x="412" y="114"/>
                </a:lnTo>
                <a:close/>
                <a:moveTo>
                  <a:pt x="255" y="114"/>
                </a:moveTo>
                <a:cubicBezTo>
                  <a:pt x="254" y="114"/>
                  <a:pt x="253" y="114"/>
                  <a:pt x="252" y="114"/>
                </a:cubicBezTo>
                <a:cubicBezTo>
                  <a:pt x="252" y="114"/>
                  <a:pt x="251" y="114"/>
                  <a:pt x="251" y="114"/>
                </a:cubicBezTo>
                <a:cubicBezTo>
                  <a:pt x="251" y="114"/>
                  <a:pt x="250" y="114"/>
                  <a:pt x="250" y="114"/>
                </a:cubicBezTo>
                <a:cubicBezTo>
                  <a:pt x="250" y="114"/>
                  <a:pt x="250" y="114"/>
                  <a:pt x="249" y="114"/>
                </a:cubicBezTo>
                <a:cubicBezTo>
                  <a:pt x="249" y="114"/>
                  <a:pt x="249" y="114"/>
                  <a:pt x="249" y="114"/>
                </a:cubicBezTo>
                <a:cubicBezTo>
                  <a:pt x="247" y="115"/>
                  <a:pt x="247" y="115"/>
                  <a:pt x="247" y="115"/>
                </a:cubicBezTo>
                <a:cubicBezTo>
                  <a:pt x="245" y="115"/>
                  <a:pt x="243" y="116"/>
                  <a:pt x="243" y="118"/>
                </a:cubicBezTo>
                <a:cubicBezTo>
                  <a:pt x="243" y="119"/>
                  <a:pt x="243" y="119"/>
                  <a:pt x="243" y="119"/>
                </a:cubicBezTo>
                <a:cubicBezTo>
                  <a:pt x="243" y="119"/>
                  <a:pt x="243" y="119"/>
                  <a:pt x="243" y="119"/>
                </a:cubicBezTo>
                <a:cubicBezTo>
                  <a:pt x="243" y="120"/>
                  <a:pt x="243" y="120"/>
                  <a:pt x="244" y="120"/>
                </a:cubicBezTo>
                <a:cubicBezTo>
                  <a:pt x="244" y="120"/>
                  <a:pt x="244" y="120"/>
                  <a:pt x="244" y="120"/>
                </a:cubicBezTo>
                <a:cubicBezTo>
                  <a:pt x="245" y="121"/>
                  <a:pt x="245" y="121"/>
                  <a:pt x="245" y="121"/>
                </a:cubicBezTo>
                <a:cubicBezTo>
                  <a:pt x="246" y="121"/>
                  <a:pt x="246" y="121"/>
                  <a:pt x="246" y="121"/>
                </a:cubicBezTo>
                <a:cubicBezTo>
                  <a:pt x="247" y="121"/>
                  <a:pt x="247" y="121"/>
                  <a:pt x="248" y="121"/>
                </a:cubicBezTo>
                <a:cubicBezTo>
                  <a:pt x="248" y="121"/>
                  <a:pt x="248" y="121"/>
                  <a:pt x="248" y="121"/>
                </a:cubicBezTo>
                <a:cubicBezTo>
                  <a:pt x="248" y="121"/>
                  <a:pt x="248" y="121"/>
                  <a:pt x="249" y="121"/>
                </a:cubicBezTo>
                <a:cubicBezTo>
                  <a:pt x="249" y="121"/>
                  <a:pt x="249" y="121"/>
                  <a:pt x="249" y="121"/>
                </a:cubicBezTo>
                <a:cubicBezTo>
                  <a:pt x="249" y="121"/>
                  <a:pt x="249" y="121"/>
                  <a:pt x="249" y="121"/>
                </a:cubicBezTo>
                <a:cubicBezTo>
                  <a:pt x="250" y="121"/>
                  <a:pt x="250" y="121"/>
                  <a:pt x="250" y="121"/>
                </a:cubicBezTo>
                <a:cubicBezTo>
                  <a:pt x="250" y="121"/>
                  <a:pt x="250" y="121"/>
                  <a:pt x="250" y="121"/>
                </a:cubicBezTo>
                <a:cubicBezTo>
                  <a:pt x="250" y="121"/>
                  <a:pt x="250" y="121"/>
                  <a:pt x="251" y="121"/>
                </a:cubicBezTo>
                <a:cubicBezTo>
                  <a:pt x="251" y="121"/>
                  <a:pt x="251" y="121"/>
                  <a:pt x="251" y="121"/>
                </a:cubicBezTo>
                <a:cubicBezTo>
                  <a:pt x="251" y="121"/>
                  <a:pt x="251" y="121"/>
                  <a:pt x="251" y="121"/>
                </a:cubicBezTo>
                <a:cubicBezTo>
                  <a:pt x="252" y="121"/>
                  <a:pt x="252" y="121"/>
                  <a:pt x="252" y="121"/>
                </a:cubicBezTo>
                <a:cubicBezTo>
                  <a:pt x="252" y="121"/>
                  <a:pt x="252" y="121"/>
                  <a:pt x="252" y="121"/>
                </a:cubicBezTo>
                <a:cubicBezTo>
                  <a:pt x="252" y="121"/>
                  <a:pt x="252" y="121"/>
                  <a:pt x="253" y="121"/>
                </a:cubicBezTo>
                <a:cubicBezTo>
                  <a:pt x="254" y="121"/>
                  <a:pt x="254" y="121"/>
                  <a:pt x="254" y="121"/>
                </a:cubicBezTo>
                <a:cubicBezTo>
                  <a:pt x="255" y="120"/>
                  <a:pt x="255" y="120"/>
                  <a:pt x="255" y="120"/>
                </a:cubicBezTo>
                <a:cubicBezTo>
                  <a:pt x="257" y="120"/>
                  <a:pt x="258" y="119"/>
                  <a:pt x="258" y="118"/>
                </a:cubicBezTo>
                <a:cubicBezTo>
                  <a:pt x="259" y="117"/>
                  <a:pt x="259" y="117"/>
                  <a:pt x="259" y="117"/>
                </a:cubicBezTo>
                <a:cubicBezTo>
                  <a:pt x="258" y="117"/>
                  <a:pt x="258" y="116"/>
                  <a:pt x="258" y="116"/>
                </a:cubicBezTo>
                <a:cubicBezTo>
                  <a:pt x="258" y="116"/>
                  <a:pt x="258" y="116"/>
                  <a:pt x="257" y="115"/>
                </a:cubicBezTo>
                <a:cubicBezTo>
                  <a:pt x="257" y="115"/>
                  <a:pt x="256" y="115"/>
                  <a:pt x="256" y="115"/>
                </a:cubicBezTo>
                <a:lnTo>
                  <a:pt x="255" y="114"/>
                </a:lnTo>
                <a:close/>
                <a:moveTo>
                  <a:pt x="765" y="114"/>
                </a:moveTo>
                <a:cubicBezTo>
                  <a:pt x="765" y="114"/>
                  <a:pt x="764" y="114"/>
                  <a:pt x="764" y="114"/>
                </a:cubicBezTo>
                <a:cubicBezTo>
                  <a:pt x="764" y="114"/>
                  <a:pt x="763" y="114"/>
                  <a:pt x="763" y="114"/>
                </a:cubicBezTo>
                <a:cubicBezTo>
                  <a:pt x="762" y="114"/>
                  <a:pt x="762" y="114"/>
                  <a:pt x="762" y="114"/>
                </a:cubicBezTo>
                <a:cubicBezTo>
                  <a:pt x="761" y="114"/>
                  <a:pt x="761" y="114"/>
                  <a:pt x="760" y="114"/>
                </a:cubicBezTo>
                <a:cubicBezTo>
                  <a:pt x="760" y="114"/>
                  <a:pt x="760" y="114"/>
                  <a:pt x="759" y="114"/>
                </a:cubicBezTo>
                <a:cubicBezTo>
                  <a:pt x="759" y="114"/>
                  <a:pt x="759" y="114"/>
                  <a:pt x="758" y="114"/>
                </a:cubicBezTo>
                <a:cubicBezTo>
                  <a:pt x="758" y="115"/>
                  <a:pt x="757" y="115"/>
                  <a:pt x="757" y="115"/>
                </a:cubicBezTo>
                <a:cubicBezTo>
                  <a:pt x="755" y="115"/>
                  <a:pt x="753" y="116"/>
                  <a:pt x="753" y="118"/>
                </a:cubicBezTo>
                <a:cubicBezTo>
                  <a:pt x="753" y="119"/>
                  <a:pt x="753" y="119"/>
                  <a:pt x="753" y="119"/>
                </a:cubicBezTo>
                <a:cubicBezTo>
                  <a:pt x="754" y="119"/>
                  <a:pt x="754" y="119"/>
                  <a:pt x="754" y="119"/>
                </a:cubicBezTo>
                <a:cubicBezTo>
                  <a:pt x="754" y="120"/>
                  <a:pt x="754" y="120"/>
                  <a:pt x="754" y="120"/>
                </a:cubicBezTo>
                <a:cubicBezTo>
                  <a:pt x="755" y="120"/>
                  <a:pt x="755" y="120"/>
                  <a:pt x="755" y="120"/>
                </a:cubicBezTo>
                <a:cubicBezTo>
                  <a:pt x="756" y="121"/>
                  <a:pt x="756" y="121"/>
                  <a:pt x="756" y="121"/>
                </a:cubicBezTo>
                <a:cubicBezTo>
                  <a:pt x="757" y="121"/>
                  <a:pt x="758" y="121"/>
                  <a:pt x="759" y="121"/>
                </a:cubicBezTo>
                <a:cubicBezTo>
                  <a:pt x="759" y="121"/>
                  <a:pt x="759" y="121"/>
                  <a:pt x="759" y="121"/>
                </a:cubicBezTo>
                <a:cubicBezTo>
                  <a:pt x="759" y="121"/>
                  <a:pt x="760" y="121"/>
                  <a:pt x="760" y="121"/>
                </a:cubicBezTo>
                <a:cubicBezTo>
                  <a:pt x="760" y="121"/>
                  <a:pt x="760" y="121"/>
                  <a:pt x="760" y="121"/>
                </a:cubicBezTo>
                <a:cubicBezTo>
                  <a:pt x="760" y="121"/>
                  <a:pt x="760" y="121"/>
                  <a:pt x="760" y="121"/>
                </a:cubicBezTo>
                <a:cubicBezTo>
                  <a:pt x="761" y="121"/>
                  <a:pt x="761" y="121"/>
                  <a:pt x="761" y="121"/>
                </a:cubicBezTo>
                <a:cubicBezTo>
                  <a:pt x="761" y="121"/>
                  <a:pt x="761" y="121"/>
                  <a:pt x="761" y="121"/>
                </a:cubicBezTo>
                <a:cubicBezTo>
                  <a:pt x="761" y="121"/>
                  <a:pt x="761" y="121"/>
                  <a:pt x="762" y="121"/>
                </a:cubicBezTo>
                <a:cubicBezTo>
                  <a:pt x="762" y="121"/>
                  <a:pt x="762" y="121"/>
                  <a:pt x="762" y="121"/>
                </a:cubicBezTo>
                <a:cubicBezTo>
                  <a:pt x="763" y="121"/>
                  <a:pt x="764" y="121"/>
                  <a:pt x="765" y="121"/>
                </a:cubicBezTo>
                <a:cubicBezTo>
                  <a:pt x="766" y="120"/>
                  <a:pt x="766" y="120"/>
                  <a:pt x="766" y="120"/>
                </a:cubicBezTo>
                <a:cubicBezTo>
                  <a:pt x="767" y="120"/>
                  <a:pt x="768" y="119"/>
                  <a:pt x="769" y="118"/>
                </a:cubicBezTo>
                <a:cubicBezTo>
                  <a:pt x="769" y="117"/>
                  <a:pt x="769" y="117"/>
                  <a:pt x="769" y="117"/>
                </a:cubicBezTo>
                <a:cubicBezTo>
                  <a:pt x="769" y="117"/>
                  <a:pt x="768" y="116"/>
                  <a:pt x="768" y="116"/>
                </a:cubicBezTo>
                <a:cubicBezTo>
                  <a:pt x="768" y="116"/>
                  <a:pt x="768" y="116"/>
                  <a:pt x="767" y="115"/>
                </a:cubicBezTo>
                <a:cubicBezTo>
                  <a:pt x="767" y="115"/>
                  <a:pt x="766" y="115"/>
                  <a:pt x="766" y="115"/>
                </a:cubicBezTo>
                <a:cubicBezTo>
                  <a:pt x="766" y="115"/>
                  <a:pt x="765" y="115"/>
                  <a:pt x="765" y="114"/>
                </a:cubicBezTo>
                <a:close/>
                <a:moveTo>
                  <a:pt x="1001" y="115"/>
                </a:moveTo>
                <a:cubicBezTo>
                  <a:pt x="1000" y="114"/>
                  <a:pt x="998" y="114"/>
                  <a:pt x="997" y="114"/>
                </a:cubicBezTo>
                <a:cubicBezTo>
                  <a:pt x="996" y="114"/>
                  <a:pt x="996" y="114"/>
                  <a:pt x="996" y="114"/>
                </a:cubicBezTo>
                <a:cubicBezTo>
                  <a:pt x="995" y="114"/>
                  <a:pt x="995" y="114"/>
                  <a:pt x="995" y="114"/>
                </a:cubicBezTo>
                <a:cubicBezTo>
                  <a:pt x="994" y="114"/>
                  <a:pt x="994" y="114"/>
                  <a:pt x="993" y="114"/>
                </a:cubicBezTo>
                <a:cubicBezTo>
                  <a:pt x="993" y="115"/>
                  <a:pt x="993" y="115"/>
                  <a:pt x="992" y="115"/>
                </a:cubicBezTo>
                <a:cubicBezTo>
                  <a:pt x="992" y="115"/>
                  <a:pt x="991" y="115"/>
                  <a:pt x="991" y="115"/>
                </a:cubicBezTo>
                <a:cubicBezTo>
                  <a:pt x="991" y="116"/>
                  <a:pt x="990" y="116"/>
                  <a:pt x="990" y="116"/>
                </a:cubicBezTo>
                <a:cubicBezTo>
                  <a:pt x="989" y="116"/>
                  <a:pt x="989" y="117"/>
                  <a:pt x="989" y="117"/>
                </a:cubicBezTo>
                <a:cubicBezTo>
                  <a:pt x="989" y="117"/>
                  <a:pt x="989" y="117"/>
                  <a:pt x="989" y="118"/>
                </a:cubicBezTo>
                <a:cubicBezTo>
                  <a:pt x="989" y="119"/>
                  <a:pt x="989" y="119"/>
                  <a:pt x="989" y="119"/>
                </a:cubicBezTo>
                <a:cubicBezTo>
                  <a:pt x="989" y="119"/>
                  <a:pt x="989" y="119"/>
                  <a:pt x="990" y="119"/>
                </a:cubicBezTo>
                <a:cubicBezTo>
                  <a:pt x="990" y="120"/>
                  <a:pt x="990" y="120"/>
                  <a:pt x="990" y="120"/>
                </a:cubicBezTo>
                <a:cubicBezTo>
                  <a:pt x="990" y="120"/>
                  <a:pt x="991" y="120"/>
                  <a:pt x="991" y="120"/>
                </a:cubicBezTo>
                <a:cubicBezTo>
                  <a:pt x="992" y="121"/>
                  <a:pt x="992" y="121"/>
                  <a:pt x="992" y="121"/>
                </a:cubicBezTo>
                <a:cubicBezTo>
                  <a:pt x="993" y="121"/>
                  <a:pt x="994" y="121"/>
                  <a:pt x="995" y="121"/>
                </a:cubicBezTo>
                <a:cubicBezTo>
                  <a:pt x="995" y="121"/>
                  <a:pt x="995" y="121"/>
                  <a:pt x="995" y="121"/>
                </a:cubicBezTo>
                <a:cubicBezTo>
                  <a:pt x="995" y="121"/>
                  <a:pt x="995" y="121"/>
                  <a:pt x="995" y="121"/>
                </a:cubicBezTo>
                <a:cubicBezTo>
                  <a:pt x="996" y="121"/>
                  <a:pt x="996" y="121"/>
                  <a:pt x="996" y="121"/>
                </a:cubicBezTo>
                <a:cubicBezTo>
                  <a:pt x="996" y="121"/>
                  <a:pt x="996" y="121"/>
                  <a:pt x="996" y="121"/>
                </a:cubicBezTo>
                <a:cubicBezTo>
                  <a:pt x="996" y="121"/>
                  <a:pt x="997" y="121"/>
                  <a:pt x="997" y="121"/>
                </a:cubicBezTo>
                <a:cubicBezTo>
                  <a:pt x="997" y="121"/>
                  <a:pt x="997" y="121"/>
                  <a:pt x="997" y="121"/>
                </a:cubicBezTo>
                <a:cubicBezTo>
                  <a:pt x="997" y="121"/>
                  <a:pt x="997" y="121"/>
                  <a:pt x="997" y="121"/>
                </a:cubicBezTo>
                <a:cubicBezTo>
                  <a:pt x="998" y="121"/>
                  <a:pt x="998" y="121"/>
                  <a:pt x="998" y="121"/>
                </a:cubicBezTo>
                <a:cubicBezTo>
                  <a:pt x="998" y="121"/>
                  <a:pt x="998" y="121"/>
                  <a:pt x="999" y="121"/>
                </a:cubicBezTo>
                <a:cubicBezTo>
                  <a:pt x="999" y="121"/>
                  <a:pt x="999" y="121"/>
                  <a:pt x="999" y="121"/>
                </a:cubicBezTo>
                <a:cubicBezTo>
                  <a:pt x="1000" y="121"/>
                  <a:pt x="1000" y="121"/>
                  <a:pt x="1000" y="121"/>
                </a:cubicBezTo>
                <a:cubicBezTo>
                  <a:pt x="1000" y="121"/>
                  <a:pt x="1000" y="121"/>
                  <a:pt x="1001" y="121"/>
                </a:cubicBezTo>
                <a:cubicBezTo>
                  <a:pt x="1002" y="120"/>
                  <a:pt x="1002" y="120"/>
                  <a:pt x="1002" y="120"/>
                </a:cubicBezTo>
                <a:cubicBezTo>
                  <a:pt x="1003" y="120"/>
                  <a:pt x="1004" y="119"/>
                  <a:pt x="1004" y="118"/>
                </a:cubicBezTo>
                <a:cubicBezTo>
                  <a:pt x="1004" y="117"/>
                  <a:pt x="1004" y="117"/>
                  <a:pt x="1004" y="117"/>
                </a:cubicBezTo>
                <a:cubicBezTo>
                  <a:pt x="1004" y="117"/>
                  <a:pt x="1004" y="116"/>
                  <a:pt x="1004" y="116"/>
                </a:cubicBezTo>
                <a:cubicBezTo>
                  <a:pt x="1003" y="116"/>
                  <a:pt x="1003" y="116"/>
                  <a:pt x="1003" y="115"/>
                </a:cubicBezTo>
                <a:cubicBezTo>
                  <a:pt x="1002" y="115"/>
                  <a:pt x="1002" y="115"/>
                  <a:pt x="1001" y="115"/>
                </a:cubicBezTo>
                <a:cubicBezTo>
                  <a:pt x="1001" y="115"/>
                  <a:pt x="1002" y="115"/>
                  <a:pt x="1001" y="115"/>
                </a:cubicBezTo>
                <a:close/>
                <a:moveTo>
                  <a:pt x="882" y="114"/>
                </a:moveTo>
                <a:cubicBezTo>
                  <a:pt x="881" y="114"/>
                  <a:pt x="880" y="114"/>
                  <a:pt x="879" y="114"/>
                </a:cubicBezTo>
                <a:cubicBezTo>
                  <a:pt x="879" y="114"/>
                  <a:pt x="878" y="114"/>
                  <a:pt x="878" y="114"/>
                </a:cubicBezTo>
                <a:cubicBezTo>
                  <a:pt x="878" y="114"/>
                  <a:pt x="877" y="114"/>
                  <a:pt x="877" y="114"/>
                </a:cubicBezTo>
                <a:cubicBezTo>
                  <a:pt x="877" y="114"/>
                  <a:pt x="876" y="114"/>
                  <a:pt x="876" y="114"/>
                </a:cubicBezTo>
                <a:cubicBezTo>
                  <a:pt x="875" y="115"/>
                  <a:pt x="875" y="115"/>
                  <a:pt x="875" y="115"/>
                </a:cubicBezTo>
                <a:cubicBezTo>
                  <a:pt x="874" y="115"/>
                  <a:pt x="874" y="115"/>
                  <a:pt x="873" y="115"/>
                </a:cubicBezTo>
                <a:cubicBezTo>
                  <a:pt x="873" y="116"/>
                  <a:pt x="872" y="116"/>
                  <a:pt x="872" y="116"/>
                </a:cubicBezTo>
                <a:cubicBezTo>
                  <a:pt x="872" y="116"/>
                  <a:pt x="872" y="117"/>
                  <a:pt x="871" y="117"/>
                </a:cubicBezTo>
                <a:cubicBezTo>
                  <a:pt x="871" y="117"/>
                  <a:pt x="871" y="117"/>
                  <a:pt x="871" y="118"/>
                </a:cubicBezTo>
                <a:cubicBezTo>
                  <a:pt x="871" y="119"/>
                  <a:pt x="871" y="119"/>
                  <a:pt x="871" y="119"/>
                </a:cubicBezTo>
                <a:cubicBezTo>
                  <a:pt x="871" y="119"/>
                  <a:pt x="872" y="119"/>
                  <a:pt x="872" y="119"/>
                </a:cubicBezTo>
                <a:cubicBezTo>
                  <a:pt x="872" y="120"/>
                  <a:pt x="872" y="120"/>
                  <a:pt x="872" y="120"/>
                </a:cubicBezTo>
                <a:cubicBezTo>
                  <a:pt x="872" y="120"/>
                  <a:pt x="873" y="120"/>
                  <a:pt x="873" y="120"/>
                </a:cubicBezTo>
                <a:cubicBezTo>
                  <a:pt x="874" y="121"/>
                  <a:pt x="874" y="121"/>
                  <a:pt x="874" y="121"/>
                </a:cubicBezTo>
                <a:cubicBezTo>
                  <a:pt x="875" y="121"/>
                  <a:pt x="876" y="121"/>
                  <a:pt x="877" y="121"/>
                </a:cubicBezTo>
                <a:cubicBezTo>
                  <a:pt x="877" y="121"/>
                  <a:pt x="877" y="121"/>
                  <a:pt x="877" y="121"/>
                </a:cubicBezTo>
                <a:cubicBezTo>
                  <a:pt x="877" y="121"/>
                  <a:pt x="877" y="121"/>
                  <a:pt x="878" y="121"/>
                </a:cubicBezTo>
                <a:cubicBezTo>
                  <a:pt x="878" y="121"/>
                  <a:pt x="878" y="121"/>
                  <a:pt x="878" y="121"/>
                </a:cubicBezTo>
                <a:cubicBezTo>
                  <a:pt x="878" y="121"/>
                  <a:pt x="878" y="121"/>
                  <a:pt x="878" y="121"/>
                </a:cubicBezTo>
                <a:cubicBezTo>
                  <a:pt x="878" y="121"/>
                  <a:pt x="879" y="121"/>
                  <a:pt x="879" y="121"/>
                </a:cubicBezTo>
                <a:cubicBezTo>
                  <a:pt x="879" y="121"/>
                  <a:pt x="879" y="121"/>
                  <a:pt x="879" y="121"/>
                </a:cubicBezTo>
                <a:cubicBezTo>
                  <a:pt x="879" y="121"/>
                  <a:pt x="879" y="121"/>
                  <a:pt x="880" y="121"/>
                </a:cubicBezTo>
                <a:cubicBezTo>
                  <a:pt x="880" y="121"/>
                  <a:pt x="880" y="121"/>
                  <a:pt x="880" y="121"/>
                </a:cubicBezTo>
                <a:cubicBezTo>
                  <a:pt x="880" y="121"/>
                  <a:pt x="880" y="121"/>
                  <a:pt x="880" y="121"/>
                </a:cubicBezTo>
                <a:cubicBezTo>
                  <a:pt x="880" y="121"/>
                  <a:pt x="881" y="121"/>
                  <a:pt x="881" y="121"/>
                </a:cubicBezTo>
                <a:cubicBezTo>
                  <a:pt x="881" y="121"/>
                  <a:pt x="881" y="121"/>
                  <a:pt x="881" y="121"/>
                </a:cubicBezTo>
                <a:cubicBezTo>
                  <a:pt x="881" y="121"/>
                  <a:pt x="881" y="121"/>
                  <a:pt x="881" y="121"/>
                </a:cubicBezTo>
                <a:cubicBezTo>
                  <a:pt x="883" y="121"/>
                  <a:pt x="883" y="121"/>
                  <a:pt x="883" y="121"/>
                </a:cubicBezTo>
                <a:cubicBezTo>
                  <a:pt x="884" y="120"/>
                  <a:pt x="884" y="120"/>
                  <a:pt x="884" y="120"/>
                </a:cubicBezTo>
                <a:cubicBezTo>
                  <a:pt x="885" y="120"/>
                  <a:pt x="886" y="119"/>
                  <a:pt x="887" y="118"/>
                </a:cubicBezTo>
                <a:cubicBezTo>
                  <a:pt x="887" y="117"/>
                  <a:pt x="887" y="117"/>
                  <a:pt x="887" y="117"/>
                </a:cubicBezTo>
                <a:cubicBezTo>
                  <a:pt x="886" y="117"/>
                  <a:pt x="886" y="117"/>
                  <a:pt x="886" y="116"/>
                </a:cubicBezTo>
                <a:cubicBezTo>
                  <a:pt x="886" y="116"/>
                  <a:pt x="886" y="116"/>
                  <a:pt x="886" y="116"/>
                </a:cubicBezTo>
                <a:cubicBezTo>
                  <a:pt x="885" y="116"/>
                  <a:pt x="885" y="115"/>
                  <a:pt x="885" y="115"/>
                </a:cubicBezTo>
                <a:cubicBezTo>
                  <a:pt x="884" y="115"/>
                  <a:pt x="884" y="115"/>
                  <a:pt x="884" y="115"/>
                </a:cubicBezTo>
                <a:lnTo>
                  <a:pt x="882" y="114"/>
                </a:lnTo>
                <a:close/>
                <a:moveTo>
                  <a:pt x="1039" y="114"/>
                </a:moveTo>
                <a:cubicBezTo>
                  <a:pt x="1038" y="114"/>
                  <a:pt x="1037" y="114"/>
                  <a:pt x="1036" y="114"/>
                </a:cubicBezTo>
                <a:cubicBezTo>
                  <a:pt x="1036" y="114"/>
                  <a:pt x="1036" y="114"/>
                  <a:pt x="1035" y="114"/>
                </a:cubicBezTo>
                <a:cubicBezTo>
                  <a:pt x="1035" y="114"/>
                  <a:pt x="1035" y="114"/>
                  <a:pt x="1035" y="114"/>
                </a:cubicBezTo>
                <a:cubicBezTo>
                  <a:pt x="1034" y="114"/>
                  <a:pt x="1034" y="114"/>
                  <a:pt x="1034" y="114"/>
                </a:cubicBezTo>
                <a:cubicBezTo>
                  <a:pt x="1034" y="114"/>
                  <a:pt x="1033" y="114"/>
                  <a:pt x="1033" y="114"/>
                </a:cubicBezTo>
                <a:cubicBezTo>
                  <a:pt x="1032" y="115"/>
                  <a:pt x="1032" y="115"/>
                  <a:pt x="1032" y="115"/>
                </a:cubicBezTo>
                <a:cubicBezTo>
                  <a:pt x="1030" y="115"/>
                  <a:pt x="1028" y="116"/>
                  <a:pt x="1028" y="118"/>
                </a:cubicBezTo>
                <a:cubicBezTo>
                  <a:pt x="1028" y="119"/>
                  <a:pt x="1028" y="119"/>
                  <a:pt x="1028" y="119"/>
                </a:cubicBezTo>
                <a:cubicBezTo>
                  <a:pt x="1029" y="119"/>
                  <a:pt x="1029" y="119"/>
                  <a:pt x="1029" y="119"/>
                </a:cubicBezTo>
                <a:cubicBezTo>
                  <a:pt x="1029" y="120"/>
                  <a:pt x="1029" y="120"/>
                  <a:pt x="1029" y="120"/>
                </a:cubicBezTo>
                <a:cubicBezTo>
                  <a:pt x="1030" y="120"/>
                  <a:pt x="1030" y="120"/>
                  <a:pt x="1030" y="120"/>
                </a:cubicBezTo>
                <a:cubicBezTo>
                  <a:pt x="1031" y="121"/>
                  <a:pt x="1031" y="121"/>
                  <a:pt x="1031" y="121"/>
                </a:cubicBezTo>
                <a:cubicBezTo>
                  <a:pt x="1033" y="121"/>
                  <a:pt x="1033" y="121"/>
                  <a:pt x="1033" y="121"/>
                </a:cubicBezTo>
                <a:cubicBezTo>
                  <a:pt x="1033" y="121"/>
                  <a:pt x="1034" y="121"/>
                  <a:pt x="1034" y="121"/>
                </a:cubicBezTo>
                <a:cubicBezTo>
                  <a:pt x="1034" y="121"/>
                  <a:pt x="1034" y="121"/>
                  <a:pt x="1034" y="121"/>
                </a:cubicBezTo>
                <a:cubicBezTo>
                  <a:pt x="1035" y="121"/>
                  <a:pt x="1035" y="121"/>
                  <a:pt x="1035" y="121"/>
                </a:cubicBezTo>
                <a:cubicBezTo>
                  <a:pt x="1035" y="121"/>
                  <a:pt x="1035" y="121"/>
                  <a:pt x="1035" y="121"/>
                </a:cubicBezTo>
                <a:cubicBezTo>
                  <a:pt x="1035" y="121"/>
                  <a:pt x="1035" y="121"/>
                  <a:pt x="1036" y="121"/>
                </a:cubicBezTo>
                <a:cubicBezTo>
                  <a:pt x="1036" y="121"/>
                  <a:pt x="1036" y="121"/>
                  <a:pt x="1036" y="121"/>
                </a:cubicBezTo>
                <a:cubicBezTo>
                  <a:pt x="1036" y="121"/>
                  <a:pt x="1036" y="121"/>
                  <a:pt x="1036" y="121"/>
                </a:cubicBezTo>
                <a:cubicBezTo>
                  <a:pt x="1037" y="121"/>
                  <a:pt x="1037" y="121"/>
                  <a:pt x="1037" y="121"/>
                </a:cubicBezTo>
                <a:cubicBezTo>
                  <a:pt x="1037" y="121"/>
                  <a:pt x="1037" y="121"/>
                  <a:pt x="1037" y="121"/>
                </a:cubicBezTo>
                <a:cubicBezTo>
                  <a:pt x="1037" y="121"/>
                  <a:pt x="1037" y="121"/>
                  <a:pt x="1038" y="121"/>
                </a:cubicBezTo>
                <a:cubicBezTo>
                  <a:pt x="1038" y="121"/>
                  <a:pt x="1038" y="121"/>
                  <a:pt x="1038" y="121"/>
                </a:cubicBezTo>
                <a:cubicBezTo>
                  <a:pt x="1038" y="121"/>
                  <a:pt x="1038" y="121"/>
                  <a:pt x="1038" y="121"/>
                </a:cubicBezTo>
                <a:cubicBezTo>
                  <a:pt x="1038" y="121"/>
                  <a:pt x="1039" y="121"/>
                  <a:pt x="1039" y="121"/>
                </a:cubicBezTo>
                <a:cubicBezTo>
                  <a:pt x="1040" y="121"/>
                  <a:pt x="1040" y="121"/>
                  <a:pt x="1040" y="121"/>
                </a:cubicBezTo>
                <a:cubicBezTo>
                  <a:pt x="1041" y="120"/>
                  <a:pt x="1041" y="120"/>
                  <a:pt x="1041" y="120"/>
                </a:cubicBezTo>
                <a:cubicBezTo>
                  <a:pt x="1042" y="120"/>
                  <a:pt x="1043" y="119"/>
                  <a:pt x="1044" y="118"/>
                </a:cubicBezTo>
                <a:cubicBezTo>
                  <a:pt x="1044" y="117"/>
                  <a:pt x="1044" y="117"/>
                  <a:pt x="1044" y="117"/>
                </a:cubicBezTo>
                <a:cubicBezTo>
                  <a:pt x="1043" y="117"/>
                  <a:pt x="1043" y="116"/>
                  <a:pt x="1043" y="116"/>
                </a:cubicBezTo>
                <a:cubicBezTo>
                  <a:pt x="1043" y="116"/>
                  <a:pt x="1042" y="116"/>
                  <a:pt x="1042" y="115"/>
                </a:cubicBezTo>
                <a:cubicBezTo>
                  <a:pt x="1041" y="115"/>
                  <a:pt x="1041" y="115"/>
                  <a:pt x="1040" y="115"/>
                </a:cubicBezTo>
                <a:lnTo>
                  <a:pt x="1039" y="114"/>
                </a:lnTo>
                <a:close/>
                <a:moveTo>
                  <a:pt x="923" y="115"/>
                </a:moveTo>
                <a:cubicBezTo>
                  <a:pt x="922" y="115"/>
                  <a:pt x="922" y="115"/>
                  <a:pt x="922" y="114"/>
                </a:cubicBezTo>
                <a:cubicBezTo>
                  <a:pt x="922" y="114"/>
                  <a:pt x="921" y="114"/>
                  <a:pt x="921" y="114"/>
                </a:cubicBezTo>
                <a:cubicBezTo>
                  <a:pt x="920" y="114"/>
                  <a:pt x="920" y="114"/>
                  <a:pt x="920" y="114"/>
                </a:cubicBezTo>
                <a:cubicBezTo>
                  <a:pt x="919" y="114"/>
                  <a:pt x="919" y="114"/>
                  <a:pt x="918" y="114"/>
                </a:cubicBezTo>
                <a:cubicBezTo>
                  <a:pt x="918" y="114"/>
                  <a:pt x="918" y="114"/>
                  <a:pt x="917" y="114"/>
                </a:cubicBezTo>
                <a:cubicBezTo>
                  <a:pt x="917" y="114"/>
                  <a:pt x="916" y="114"/>
                  <a:pt x="916" y="114"/>
                </a:cubicBezTo>
                <a:cubicBezTo>
                  <a:pt x="916" y="114"/>
                  <a:pt x="915" y="114"/>
                  <a:pt x="915" y="114"/>
                </a:cubicBezTo>
                <a:cubicBezTo>
                  <a:pt x="915" y="115"/>
                  <a:pt x="914" y="115"/>
                  <a:pt x="914" y="115"/>
                </a:cubicBezTo>
                <a:cubicBezTo>
                  <a:pt x="912" y="115"/>
                  <a:pt x="910" y="116"/>
                  <a:pt x="910" y="118"/>
                </a:cubicBezTo>
                <a:cubicBezTo>
                  <a:pt x="910" y="119"/>
                  <a:pt x="910" y="119"/>
                  <a:pt x="911" y="119"/>
                </a:cubicBezTo>
                <a:cubicBezTo>
                  <a:pt x="911" y="119"/>
                  <a:pt x="911" y="119"/>
                  <a:pt x="911" y="119"/>
                </a:cubicBezTo>
                <a:cubicBezTo>
                  <a:pt x="911" y="120"/>
                  <a:pt x="911" y="120"/>
                  <a:pt x="912" y="120"/>
                </a:cubicBezTo>
                <a:cubicBezTo>
                  <a:pt x="912" y="120"/>
                  <a:pt x="912" y="120"/>
                  <a:pt x="912" y="120"/>
                </a:cubicBezTo>
                <a:cubicBezTo>
                  <a:pt x="913" y="121"/>
                  <a:pt x="913" y="121"/>
                  <a:pt x="913" y="121"/>
                </a:cubicBezTo>
                <a:cubicBezTo>
                  <a:pt x="914" y="121"/>
                  <a:pt x="915" y="121"/>
                  <a:pt x="916" y="121"/>
                </a:cubicBezTo>
                <a:cubicBezTo>
                  <a:pt x="916" y="121"/>
                  <a:pt x="916" y="121"/>
                  <a:pt x="916" y="121"/>
                </a:cubicBezTo>
                <a:cubicBezTo>
                  <a:pt x="917" y="121"/>
                  <a:pt x="917" y="121"/>
                  <a:pt x="917" y="121"/>
                </a:cubicBezTo>
                <a:cubicBezTo>
                  <a:pt x="917" y="121"/>
                  <a:pt x="917" y="121"/>
                  <a:pt x="917" y="121"/>
                </a:cubicBezTo>
                <a:cubicBezTo>
                  <a:pt x="917" y="121"/>
                  <a:pt x="918" y="121"/>
                  <a:pt x="918" y="121"/>
                </a:cubicBezTo>
                <a:cubicBezTo>
                  <a:pt x="918" y="121"/>
                  <a:pt x="918" y="121"/>
                  <a:pt x="918" y="121"/>
                </a:cubicBezTo>
                <a:cubicBezTo>
                  <a:pt x="918" y="121"/>
                  <a:pt x="918" y="121"/>
                  <a:pt x="918" y="121"/>
                </a:cubicBezTo>
                <a:cubicBezTo>
                  <a:pt x="919" y="121"/>
                  <a:pt x="919" y="121"/>
                  <a:pt x="919" y="121"/>
                </a:cubicBezTo>
                <a:cubicBezTo>
                  <a:pt x="919" y="121"/>
                  <a:pt x="919" y="121"/>
                  <a:pt x="919" y="121"/>
                </a:cubicBezTo>
                <a:cubicBezTo>
                  <a:pt x="920" y="121"/>
                  <a:pt x="920" y="121"/>
                  <a:pt x="920" y="121"/>
                </a:cubicBezTo>
                <a:cubicBezTo>
                  <a:pt x="920" y="121"/>
                  <a:pt x="921" y="121"/>
                  <a:pt x="921" y="121"/>
                </a:cubicBezTo>
                <a:cubicBezTo>
                  <a:pt x="921" y="121"/>
                  <a:pt x="921" y="121"/>
                  <a:pt x="921" y="121"/>
                </a:cubicBezTo>
                <a:cubicBezTo>
                  <a:pt x="922" y="121"/>
                  <a:pt x="922" y="121"/>
                  <a:pt x="922" y="121"/>
                </a:cubicBezTo>
                <a:cubicBezTo>
                  <a:pt x="923" y="120"/>
                  <a:pt x="923" y="120"/>
                  <a:pt x="923" y="120"/>
                </a:cubicBezTo>
                <a:cubicBezTo>
                  <a:pt x="925" y="120"/>
                  <a:pt x="925" y="119"/>
                  <a:pt x="926" y="118"/>
                </a:cubicBezTo>
                <a:cubicBezTo>
                  <a:pt x="926" y="117"/>
                  <a:pt x="926" y="117"/>
                  <a:pt x="926" y="117"/>
                </a:cubicBezTo>
                <a:cubicBezTo>
                  <a:pt x="926" y="117"/>
                  <a:pt x="925" y="116"/>
                  <a:pt x="925" y="116"/>
                </a:cubicBezTo>
                <a:cubicBezTo>
                  <a:pt x="925" y="116"/>
                  <a:pt x="925" y="116"/>
                  <a:pt x="924" y="115"/>
                </a:cubicBezTo>
                <a:cubicBezTo>
                  <a:pt x="924" y="115"/>
                  <a:pt x="923" y="115"/>
                  <a:pt x="923" y="115"/>
                </a:cubicBezTo>
                <a:cubicBezTo>
                  <a:pt x="922" y="115"/>
                  <a:pt x="923" y="115"/>
                  <a:pt x="923" y="115"/>
                </a:cubicBezTo>
                <a:close/>
                <a:moveTo>
                  <a:pt x="962" y="115"/>
                </a:moveTo>
                <a:cubicBezTo>
                  <a:pt x="962" y="115"/>
                  <a:pt x="961" y="115"/>
                  <a:pt x="961" y="114"/>
                </a:cubicBezTo>
                <a:cubicBezTo>
                  <a:pt x="961" y="114"/>
                  <a:pt x="960" y="114"/>
                  <a:pt x="960" y="114"/>
                </a:cubicBezTo>
                <a:cubicBezTo>
                  <a:pt x="960" y="114"/>
                  <a:pt x="959" y="114"/>
                  <a:pt x="959" y="114"/>
                </a:cubicBezTo>
                <a:cubicBezTo>
                  <a:pt x="958" y="114"/>
                  <a:pt x="958" y="114"/>
                  <a:pt x="958" y="114"/>
                </a:cubicBezTo>
                <a:cubicBezTo>
                  <a:pt x="957" y="114"/>
                  <a:pt x="957" y="114"/>
                  <a:pt x="956" y="114"/>
                </a:cubicBezTo>
                <a:cubicBezTo>
                  <a:pt x="956" y="114"/>
                  <a:pt x="956" y="114"/>
                  <a:pt x="955" y="114"/>
                </a:cubicBezTo>
                <a:cubicBezTo>
                  <a:pt x="955" y="114"/>
                  <a:pt x="955" y="114"/>
                  <a:pt x="954" y="114"/>
                </a:cubicBezTo>
                <a:cubicBezTo>
                  <a:pt x="954" y="115"/>
                  <a:pt x="954" y="115"/>
                  <a:pt x="953" y="115"/>
                </a:cubicBezTo>
                <a:cubicBezTo>
                  <a:pt x="953" y="115"/>
                  <a:pt x="952" y="115"/>
                  <a:pt x="952" y="115"/>
                </a:cubicBezTo>
                <a:cubicBezTo>
                  <a:pt x="951" y="116"/>
                  <a:pt x="951" y="116"/>
                  <a:pt x="951" y="116"/>
                </a:cubicBezTo>
                <a:cubicBezTo>
                  <a:pt x="950" y="116"/>
                  <a:pt x="950" y="117"/>
                  <a:pt x="950" y="117"/>
                </a:cubicBezTo>
                <a:cubicBezTo>
                  <a:pt x="950" y="117"/>
                  <a:pt x="949" y="117"/>
                  <a:pt x="950" y="118"/>
                </a:cubicBezTo>
                <a:cubicBezTo>
                  <a:pt x="950" y="119"/>
                  <a:pt x="950" y="119"/>
                  <a:pt x="950" y="119"/>
                </a:cubicBezTo>
                <a:cubicBezTo>
                  <a:pt x="950" y="119"/>
                  <a:pt x="950" y="119"/>
                  <a:pt x="950" y="119"/>
                </a:cubicBezTo>
                <a:cubicBezTo>
                  <a:pt x="950" y="120"/>
                  <a:pt x="951" y="120"/>
                  <a:pt x="951" y="120"/>
                </a:cubicBezTo>
                <a:cubicBezTo>
                  <a:pt x="951" y="120"/>
                  <a:pt x="951" y="120"/>
                  <a:pt x="952" y="120"/>
                </a:cubicBezTo>
                <a:cubicBezTo>
                  <a:pt x="953" y="121"/>
                  <a:pt x="953" y="121"/>
                  <a:pt x="953" y="121"/>
                </a:cubicBezTo>
                <a:cubicBezTo>
                  <a:pt x="954" y="121"/>
                  <a:pt x="954" y="121"/>
                  <a:pt x="955" y="121"/>
                </a:cubicBezTo>
                <a:cubicBezTo>
                  <a:pt x="956" y="121"/>
                  <a:pt x="956" y="121"/>
                  <a:pt x="956" y="121"/>
                </a:cubicBezTo>
                <a:cubicBezTo>
                  <a:pt x="956" y="121"/>
                  <a:pt x="956" y="121"/>
                  <a:pt x="956" y="121"/>
                </a:cubicBezTo>
                <a:cubicBezTo>
                  <a:pt x="956" y="121"/>
                  <a:pt x="956" y="121"/>
                  <a:pt x="957" y="121"/>
                </a:cubicBezTo>
                <a:cubicBezTo>
                  <a:pt x="957" y="121"/>
                  <a:pt x="957" y="121"/>
                  <a:pt x="957" y="121"/>
                </a:cubicBezTo>
                <a:cubicBezTo>
                  <a:pt x="957" y="121"/>
                  <a:pt x="957" y="121"/>
                  <a:pt x="957" y="121"/>
                </a:cubicBezTo>
                <a:cubicBezTo>
                  <a:pt x="958" y="121"/>
                  <a:pt x="958" y="121"/>
                  <a:pt x="958" y="121"/>
                </a:cubicBezTo>
                <a:cubicBezTo>
                  <a:pt x="958" y="121"/>
                  <a:pt x="958" y="121"/>
                  <a:pt x="958" y="121"/>
                </a:cubicBezTo>
                <a:cubicBezTo>
                  <a:pt x="958" y="121"/>
                  <a:pt x="958" y="121"/>
                  <a:pt x="959" y="121"/>
                </a:cubicBezTo>
                <a:cubicBezTo>
                  <a:pt x="959" y="121"/>
                  <a:pt x="959" y="121"/>
                  <a:pt x="959" y="121"/>
                </a:cubicBezTo>
                <a:cubicBezTo>
                  <a:pt x="960" y="121"/>
                  <a:pt x="960" y="121"/>
                  <a:pt x="960" y="121"/>
                </a:cubicBezTo>
                <a:cubicBezTo>
                  <a:pt x="960" y="121"/>
                  <a:pt x="961" y="121"/>
                  <a:pt x="961" y="121"/>
                </a:cubicBezTo>
                <a:cubicBezTo>
                  <a:pt x="961" y="121"/>
                  <a:pt x="961" y="121"/>
                  <a:pt x="961" y="121"/>
                </a:cubicBezTo>
                <a:cubicBezTo>
                  <a:pt x="963" y="120"/>
                  <a:pt x="963" y="120"/>
                  <a:pt x="963" y="120"/>
                </a:cubicBezTo>
                <a:cubicBezTo>
                  <a:pt x="964" y="120"/>
                  <a:pt x="965" y="119"/>
                  <a:pt x="965" y="118"/>
                </a:cubicBezTo>
                <a:cubicBezTo>
                  <a:pt x="965" y="117"/>
                  <a:pt x="965" y="117"/>
                  <a:pt x="965" y="117"/>
                </a:cubicBezTo>
                <a:cubicBezTo>
                  <a:pt x="965" y="117"/>
                  <a:pt x="965" y="116"/>
                  <a:pt x="964" y="116"/>
                </a:cubicBezTo>
                <a:cubicBezTo>
                  <a:pt x="964" y="116"/>
                  <a:pt x="964" y="116"/>
                  <a:pt x="963" y="115"/>
                </a:cubicBezTo>
                <a:cubicBezTo>
                  <a:pt x="963" y="115"/>
                  <a:pt x="963" y="115"/>
                  <a:pt x="962" y="115"/>
                </a:cubicBezTo>
                <a:cubicBezTo>
                  <a:pt x="962" y="115"/>
                  <a:pt x="963" y="115"/>
                  <a:pt x="962" y="115"/>
                </a:cubicBezTo>
                <a:close/>
                <a:moveTo>
                  <a:pt x="580" y="124"/>
                </a:moveTo>
                <a:cubicBezTo>
                  <a:pt x="579" y="124"/>
                  <a:pt x="578" y="124"/>
                  <a:pt x="577" y="124"/>
                </a:cubicBezTo>
                <a:cubicBezTo>
                  <a:pt x="577" y="125"/>
                  <a:pt x="576" y="125"/>
                  <a:pt x="575" y="125"/>
                </a:cubicBezTo>
                <a:cubicBezTo>
                  <a:pt x="575" y="126"/>
                  <a:pt x="575" y="126"/>
                  <a:pt x="574" y="127"/>
                </a:cubicBezTo>
                <a:cubicBezTo>
                  <a:pt x="574" y="127"/>
                  <a:pt x="574" y="128"/>
                  <a:pt x="575" y="128"/>
                </a:cubicBezTo>
                <a:cubicBezTo>
                  <a:pt x="575" y="129"/>
                  <a:pt x="576" y="129"/>
                  <a:pt x="576" y="130"/>
                </a:cubicBezTo>
                <a:cubicBezTo>
                  <a:pt x="577" y="130"/>
                  <a:pt x="578" y="130"/>
                  <a:pt x="579" y="130"/>
                </a:cubicBezTo>
                <a:cubicBezTo>
                  <a:pt x="579" y="130"/>
                  <a:pt x="580" y="131"/>
                  <a:pt x="582" y="131"/>
                </a:cubicBezTo>
                <a:cubicBezTo>
                  <a:pt x="583" y="131"/>
                  <a:pt x="584" y="130"/>
                  <a:pt x="585" y="130"/>
                </a:cubicBezTo>
                <a:cubicBezTo>
                  <a:pt x="586" y="130"/>
                  <a:pt x="587" y="130"/>
                  <a:pt x="587" y="130"/>
                </a:cubicBezTo>
                <a:cubicBezTo>
                  <a:pt x="588" y="129"/>
                  <a:pt x="589" y="129"/>
                  <a:pt x="589" y="128"/>
                </a:cubicBezTo>
                <a:cubicBezTo>
                  <a:pt x="590" y="128"/>
                  <a:pt x="590" y="127"/>
                  <a:pt x="590" y="127"/>
                </a:cubicBezTo>
                <a:cubicBezTo>
                  <a:pt x="590" y="126"/>
                  <a:pt x="590" y="126"/>
                  <a:pt x="590" y="125"/>
                </a:cubicBezTo>
                <a:cubicBezTo>
                  <a:pt x="590" y="125"/>
                  <a:pt x="589" y="125"/>
                  <a:pt x="588" y="124"/>
                </a:cubicBezTo>
                <a:cubicBezTo>
                  <a:pt x="588" y="124"/>
                  <a:pt x="587" y="124"/>
                  <a:pt x="586" y="124"/>
                </a:cubicBezTo>
                <a:cubicBezTo>
                  <a:pt x="585" y="123"/>
                  <a:pt x="584" y="123"/>
                  <a:pt x="583" y="123"/>
                </a:cubicBezTo>
                <a:cubicBezTo>
                  <a:pt x="582" y="123"/>
                  <a:pt x="581" y="123"/>
                  <a:pt x="580" y="124"/>
                </a:cubicBezTo>
                <a:close/>
                <a:moveTo>
                  <a:pt x="619" y="124"/>
                </a:moveTo>
                <a:cubicBezTo>
                  <a:pt x="618" y="124"/>
                  <a:pt x="617" y="124"/>
                  <a:pt x="617" y="124"/>
                </a:cubicBezTo>
                <a:cubicBezTo>
                  <a:pt x="616" y="125"/>
                  <a:pt x="615" y="125"/>
                  <a:pt x="615" y="125"/>
                </a:cubicBezTo>
                <a:cubicBezTo>
                  <a:pt x="614" y="126"/>
                  <a:pt x="614" y="126"/>
                  <a:pt x="614" y="127"/>
                </a:cubicBezTo>
                <a:cubicBezTo>
                  <a:pt x="614" y="127"/>
                  <a:pt x="614" y="128"/>
                  <a:pt x="614" y="128"/>
                </a:cubicBezTo>
                <a:cubicBezTo>
                  <a:pt x="614" y="129"/>
                  <a:pt x="615" y="129"/>
                  <a:pt x="616" y="130"/>
                </a:cubicBezTo>
                <a:cubicBezTo>
                  <a:pt x="616" y="130"/>
                  <a:pt x="617" y="130"/>
                  <a:pt x="618" y="130"/>
                </a:cubicBezTo>
                <a:cubicBezTo>
                  <a:pt x="619" y="130"/>
                  <a:pt x="620" y="131"/>
                  <a:pt x="621" y="131"/>
                </a:cubicBezTo>
                <a:cubicBezTo>
                  <a:pt x="622" y="131"/>
                  <a:pt x="623" y="130"/>
                  <a:pt x="624" y="130"/>
                </a:cubicBezTo>
                <a:cubicBezTo>
                  <a:pt x="625" y="130"/>
                  <a:pt x="626" y="130"/>
                  <a:pt x="627" y="130"/>
                </a:cubicBezTo>
                <a:cubicBezTo>
                  <a:pt x="628" y="129"/>
                  <a:pt x="628" y="129"/>
                  <a:pt x="629" y="128"/>
                </a:cubicBezTo>
                <a:cubicBezTo>
                  <a:pt x="629" y="128"/>
                  <a:pt x="629" y="127"/>
                  <a:pt x="630" y="127"/>
                </a:cubicBezTo>
                <a:cubicBezTo>
                  <a:pt x="630" y="126"/>
                  <a:pt x="630" y="126"/>
                  <a:pt x="629" y="125"/>
                </a:cubicBezTo>
                <a:cubicBezTo>
                  <a:pt x="629" y="125"/>
                  <a:pt x="628" y="125"/>
                  <a:pt x="628" y="124"/>
                </a:cubicBezTo>
                <a:cubicBezTo>
                  <a:pt x="627" y="124"/>
                  <a:pt x="626" y="124"/>
                  <a:pt x="625" y="124"/>
                </a:cubicBezTo>
                <a:cubicBezTo>
                  <a:pt x="625" y="123"/>
                  <a:pt x="624" y="123"/>
                  <a:pt x="622" y="123"/>
                </a:cubicBezTo>
                <a:cubicBezTo>
                  <a:pt x="621" y="123"/>
                  <a:pt x="620" y="123"/>
                  <a:pt x="619" y="124"/>
                </a:cubicBezTo>
                <a:close/>
                <a:moveTo>
                  <a:pt x="147" y="124"/>
                </a:moveTo>
                <a:cubicBezTo>
                  <a:pt x="146" y="124"/>
                  <a:pt x="145" y="124"/>
                  <a:pt x="144" y="124"/>
                </a:cubicBezTo>
                <a:cubicBezTo>
                  <a:pt x="144" y="125"/>
                  <a:pt x="143" y="125"/>
                  <a:pt x="142" y="125"/>
                </a:cubicBezTo>
                <a:cubicBezTo>
                  <a:pt x="142" y="126"/>
                  <a:pt x="141" y="126"/>
                  <a:pt x="141" y="127"/>
                </a:cubicBezTo>
                <a:cubicBezTo>
                  <a:pt x="141" y="127"/>
                  <a:pt x="141" y="128"/>
                  <a:pt x="141" y="128"/>
                </a:cubicBezTo>
                <a:cubicBezTo>
                  <a:pt x="142" y="129"/>
                  <a:pt x="142" y="129"/>
                  <a:pt x="143" y="130"/>
                </a:cubicBezTo>
                <a:cubicBezTo>
                  <a:pt x="143" y="130"/>
                  <a:pt x="144" y="130"/>
                  <a:pt x="145" y="130"/>
                </a:cubicBezTo>
                <a:cubicBezTo>
                  <a:pt x="146" y="130"/>
                  <a:pt x="147" y="131"/>
                  <a:pt x="148" y="131"/>
                </a:cubicBezTo>
                <a:cubicBezTo>
                  <a:pt x="149" y="131"/>
                  <a:pt x="150" y="130"/>
                  <a:pt x="151" y="130"/>
                </a:cubicBezTo>
                <a:cubicBezTo>
                  <a:pt x="152" y="130"/>
                  <a:pt x="153" y="130"/>
                  <a:pt x="154" y="130"/>
                </a:cubicBezTo>
                <a:cubicBezTo>
                  <a:pt x="155" y="129"/>
                  <a:pt x="155" y="129"/>
                  <a:pt x="156" y="128"/>
                </a:cubicBezTo>
                <a:cubicBezTo>
                  <a:pt x="156" y="128"/>
                  <a:pt x="157" y="127"/>
                  <a:pt x="157" y="127"/>
                </a:cubicBezTo>
                <a:cubicBezTo>
                  <a:pt x="157" y="126"/>
                  <a:pt x="157" y="126"/>
                  <a:pt x="157" y="125"/>
                </a:cubicBezTo>
                <a:cubicBezTo>
                  <a:pt x="157" y="125"/>
                  <a:pt x="156" y="125"/>
                  <a:pt x="156" y="124"/>
                </a:cubicBezTo>
                <a:cubicBezTo>
                  <a:pt x="155" y="124"/>
                  <a:pt x="154" y="124"/>
                  <a:pt x="153" y="124"/>
                </a:cubicBezTo>
                <a:cubicBezTo>
                  <a:pt x="153" y="123"/>
                  <a:pt x="152" y="123"/>
                  <a:pt x="150" y="123"/>
                </a:cubicBezTo>
                <a:cubicBezTo>
                  <a:pt x="149" y="123"/>
                  <a:pt x="148" y="123"/>
                  <a:pt x="147" y="124"/>
                </a:cubicBezTo>
                <a:close/>
                <a:moveTo>
                  <a:pt x="344" y="124"/>
                </a:moveTo>
                <a:cubicBezTo>
                  <a:pt x="343" y="124"/>
                  <a:pt x="342" y="124"/>
                  <a:pt x="341" y="124"/>
                </a:cubicBezTo>
                <a:cubicBezTo>
                  <a:pt x="340" y="125"/>
                  <a:pt x="340" y="125"/>
                  <a:pt x="339" y="125"/>
                </a:cubicBezTo>
                <a:cubicBezTo>
                  <a:pt x="339" y="126"/>
                  <a:pt x="338" y="126"/>
                  <a:pt x="338" y="127"/>
                </a:cubicBezTo>
                <a:cubicBezTo>
                  <a:pt x="338" y="127"/>
                  <a:pt x="338" y="128"/>
                  <a:pt x="338" y="128"/>
                </a:cubicBezTo>
                <a:cubicBezTo>
                  <a:pt x="339" y="129"/>
                  <a:pt x="339" y="129"/>
                  <a:pt x="340" y="130"/>
                </a:cubicBezTo>
                <a:cubicBezTo>
                  <a:pt x="340" y="130"/>
                  <a:pt x="341" y="130"/>
                  <a:pt x="342" y="130"/>
                </a:cubicBezTo>
                <a:cubicBezTo>
                  <a:pt x="343" y="130"/>
                  <a:pt x="344" y="131"/>
                  <a:pt x="345" y="131"/>
                </a:cubicBezTo>
                <a:cubicBezTo>
                  <a:pt x="346" y="131"/>
                  <a:pt x="347" y="130"/>
                  <a:pt x="348" y="130"/>
                </a:cubicBezTo>
                <a:cubicBezTo>
                  <a:pt x="349" y="130"/>
                  <a:pt x="350" y="130"/>
                  <a:pt x="351" y="130"/>
                </a:cubicBezTo>
                <a:cubicBezTo>
                  <a:pt x="352" y="129"/>
                  <a:pt x="352" y="129"/>
                  <a:pt x="353" y="128"/>
                </a:cubicBezTo>
                <a:cubicBezTo>
                  <a:pt x="353" y="128"/>
                  <a:pt x="354" y="127"/>
                  <a:pt x="354" y="127"/>
                </a:cubicBezTo>
                <a:cubicBezTo>
                  <a:pt x="354" y="126"/>
                  <a:pt x="354" y="126"/>
                  <a:pt x="354" y="125"/>
                </a:cubicBezTo>
                <a:cubicBezTo>
                  <a:pt x="353" y="125"/>
                  <a:pt x="353" y="125"/>
                  <a:pt x="352" y="124"/>
                </a:cubicBezTo>
                <a:cubicBezTo>
                  <a:pt x="352" y="124"/>
                  <a:pt x="351" y="124"/>
                  <a:pt x="350" y="124"/>
                </a:cubicBezTo>
                <a:cubicBezTo>
                  <a:pt x="349" y="123"/>
                  <a:pt x="348" y="123"/>
                  <a:pt x="347" y="123"/>
                </a:cubicBezTo>
                <a:cubicBezTo>
                  <a:pt x="346" y="123"/>
                  <a:pt x="345" y="123"/>
                  <a:pt x="344" y="124"/>
                </a:cubicBezTo>
                <a:close/>
                <a:moveTo>
                  <a:pt x="462" y="124"/>
                </a:moveTo>
                <a:cubicBezTo>
                  <a:pt x="461" y="124"/>
                  <a:pt x="460" y="124"/>
                  <a:pt x="459" y="124"/>
                </a:cubicBezTo>
                <a:cubicBezTo>
                  <a:pt x="458" y="125"/>
                  <a:pt x="458" y="125"/>
                  <a:pt x="457" y="125"/>
                </a:cubicBezTo>
                <a:cubicBezTo>
                  <a:pt x="457" y="126"/>
                  <a:pt x="456" y="126"/>
                  <a:pt x="456" y="127"/>
                </a:cubicBezTo>
                <a:cubicBezTo>
                  <a:pt x="456" y="127"/>
                  <a:pt x="456" y="128"/>
                  <a:pt x="457" y="128"/>
                </a:cubicBezTo>
                <a:cubicBezTo>
                  <a:pt x="457" y="129"/>
                  <a:pt x="457" y="129"/>
                  <a:pt x="458" y="130"/>
                </a:cubicBezTo>
                <a:cubicBezTo>
                  <a:pt x="459" y="130"/>
                  <a:pt x="459" y="130"/>
                  <a:pt x="460" y="130"/>
                </a:cubicBezTo>
                <a:cubicBezTo>
                  <a:pt x="461" y="130"/>
                  <a:pt x="462" y="131"/>
                  <a:pt x="463" y="131"/>
                </a:cubicBezTo>
                <a:cubicBezTo>
                  <a:pt x="464" y="131"/>
                  <a:pt x="465" y="130"/>
                  <a:pt x="466" y="130"/>
                </a:cubicBezTo>
                <a:cubicBezTo>
                  <a:pt x="467" y="130"/>
                  <a:pt x="468" y="130"/>
                  <a:pt x="469" y="130"/>
                </a:cubicBezTo>
                <a:cubicBezTo>
                  <a:pt x="470" y="129"/>
                  <a:pt x="471" y="129"/>
                  <a:pt x="471" y="128"/>
                </a:cubicBezTo>
                <a:cubicBezTo>
                  <a:pt x="472" y="128"/>
                  <a:pt x="472" y="127"/>
                  <a:pt x="472" y="127"/>
                </a:cubicBezTo>
                <a:cubicBezTo>
                  <a:pt x="472" y="126"/>
                  <a:pt x="472" y="126"/>
                  <a:pt x="472" y="125"/>
                </a:cubicBezTo>
                <a:cubicBezTo>
                  <a:pt x="472" y="125"/>
                  <a:pt x="471" y="125"/>
                  <a:pt x="470" y="124"/>
                </a:cubicBezTo>
                <a:cubicBezTo>
                  <a:pt x="470" y="124"/>
                  <a:pt x="469" y="124"/>
                  <a:pt x="468" y="124"/>
                </a:cubicBezTo>
                <a:cubicBezTo>
                  <a:pt x="467" y="123"/>
                  <a:pt x="466" y="123"/>
                  <a:pt x="465" y="123"/>
                </a:cubicBezTo>
                <a:cubicBezTo>
                  <a:pt x="464" y="123"/>
                  <a:pt x="463" y="123"/>
                  <a:pt x="462" y="124"/>
                </a:cubicBezTo>
                <a:close/>
                <a:moveTo>
                  <a:pt x="305" y="124"/>
                </a:moveTo>
                <a:cubicBezTo>
                  <a:pt x="304" y="124"/>
                  <a:pt x="303" y="124"/>
                  <a:pt x="302" y="124"/>
                </a:cubicBezTo>
                <a:cubicBezTo>
                  <a:pt x="301" y="125"/>
                  <a:pt x="300" y="125"/>
                  <a:pt x="300" y="125"/>
                </a:cubicBezTo>
                <a:cubicBezTo>
                  <a:pt x="299" y="126"/>
                  <a:pt x="299" y="126"/>
                  <a:pt x="299" y="127"/>
                </a:cubicBezTo>
                <a:cubicBezTo>
                  <a:pt x="299" y="127"/>
                  <a:pt x="299" y="128"/>
                  <a:pt x="299" y="128"/>
                </a:cubicBezTo>
                <a:cubicBezTo>
                  <a:pt x="299" y="129"/>
                  <a:pt x="300" y="129"/>
                  <a:pt x="300" y="130"/>
                </a:cubicBezTo>
                <a:cubicBezTo>
                  <a:pt x="301" y="130"/>
                  <a:pt x="302" y="130"/>
                  <a:pt x="303" y="130"/>
                </a:cubicBezTo>
                <a:cubicBezTo>
                  <a:pt x="303" y="130"/>
                  <a:pt x="304" y="131"/>
                  <a:pt x="306" y="131"/>
                </a:cubicBezTo>
                <a:cubicBezTo>
                  <a:pt x="307" y="131"/>
                  <a:pt x="308" y="130"/>
                  <a:pt x="309" y="130"/>
                </a:cubicBezTo>
                <a:cubicBezTo>
                  <a:pt x="310" y="130"/>
                  <a:pt x="311" y="130"/>
                  <a:pt x="311" y="130"/>
                </a:cubicBezTo>
                <a:cubicBezTo>
                  <a:pt x="312" y="129"/>
                  <a:pt x="313" y="129"/>
                  <a:pt x="313" y="128"/>
                </a:cubicBezTo>
                <a:cubicBezTo>
                  <a:pt x="314" y="128"/>
                  <a:pt x="314" y="127"/>
                  <a:pt x="315" y="127"/>
                </a:cubicBezTo>
                <a:cubicBezTo>
                  <a:pt x="315" y="126"/>
                  <a:pt x="315" y="126"/>
                  <a:pt x="314" y="125"/>
                </a:cubicBezTo>
                <a:cubicBezTo>
                  <a:pt x="314" y="125"/>
                  <a:pt x="314" y="125"/>
                  <a:pt x="313" y="124"/>
                </a:cubicBezTo>
                <a:cubicBezTo>
                  <a:pt x="312" y="124"/>
                  <a:pt x="312" y="124"/>
                  <a:pt x="311" y="124"/>
                </a:cubicBezTo>
                <a:cubicBezTo>
                  <a:pt x="310" y="123"/>
                  <a:pt x="309" y="123"/>
                  <a:pt x="308" y="123"/>
                </a:cubicBezTo>
                <a:cubicBezTo>
                  <a:pt x="307" y="123"/>
                  <a:pt x="306" y="123"/>
                  <a:pt x="305" y="124"/>
                </a:cubicBezTo>
                <a:close/>
                <a:moveTo>
                  <a:pt x="383" y="124"/>
                </a:moveTo>
                <a:cubicBezTo>
                  <a:pt x="382" y="124"/>
                  <a:pt x="381" y="124"/>
                  <a:pt x="381" y="124"/>
                </a:cubicBezTo>
                <a:cubicBezTo>
                  <a:pt x="380" y="125"/>
                  <a:pt x="379" y="125"/>
                  <a:pt x="379" y="125"/>
                </a:cubicBezTo>
                <a:cubicBezTo>
                  <a:pt x="378" y="126"/>
                  <a:pt x="378" y="126"/>
                  <a:pt x="378" y="127"/>
                </a:cubicBezTo>
                <a:cubicBezTo>
                  <a:pt x="377" y="127"/>
                  <a:pt x="377" y="128"/>
                  <a:pt x="378" y="128"/>
                </a:cubicBezTo>
                <a:cubicBezTo>
                  <a:pt x="378" y="129"/>
                  <a:pt x="378" y="129"/>
                  <a:pt x="379" y="130"/>
                </a:cubicBezTo>
                <a:cubicBezTo>
                  <a:pt x="380" y="130"/>
                  <a:pt x="380" y="130"/>
                  <a:pt x="381" y="130"/>
                </a:cubicBezTo>
                <a:cubicBezTo>
                  <a:pt x="382" y="130"/>
                  <a:pt x="383" y="131"/>
                  <a:pt x="384" y="131"/>
                </a:cubicBezTo>
                <a:cubicBezTo>
                  <a:pt x="385" y="131"/>
                  <a:pt x="387" y="130"/>
                  <a:pt x="388" y="130"/>
                </a:cubicBezTo>
                <a:cubicBezTo>
                  <a:pt x="389" y="130"/>
                  <a:pt x="389" y="130"/>
                  <a:pt x="390" y="130"/>
                </a:cubicBezTo>
                <a:cubicBezTo>
                  <a:pt x="391" y="129"/>
                  <a:pt x="392" y="129"/>
                  <a:pt x="392" y="128"/>
                </a:cubicBezTo>
                <a:cubicBezTo>
                  <a:pt x="393" y="128"/>
                  <a:pt x="393" y="127"/>
                  <a:pt x="393" y="127"/>
                </a:cubicBezTo>
                <a:cubicBezTo>
                  <a:pt x="393" y="126"/>
                  <a:pt x="393" y="126"/>
                  <a:pt x="393" y="125"/>
                </a:cubicBezTo>
                <a:cubicBezTo>
                  <a:pt x="393" y="125"/>
                  <a:pt x="392" y="125"/>
                  <a:pt x="392" y="124"/>
                </a:cubicBezTo>
                <a:cubicBezTo>
                  <a:pt x="391" y="124"/>
                  <a:pt x="390" y="124"/>
                  <a:pt x="389" y="124"/>
                </a:cubicBezTo>
                <a:cubicBezTo>
                  <a:pt x="389" y="123"/>
                  <a:pt x="388" y="123"/>
                  <a:pt x="386" y="123"/>
                </a:cubicBezTo>
                <a:cubicBezTo>
                  <a:pt x="385" y="123"/>
                  <a:pt x="384" y="123"/>
                  <a:pt x="383" y="124"/>
                </a:cubicBezTo>
                <a:close/>
                <a:moveTo>
                  <a:pt x="659" y="124"/>
                </a:moveTo>
                <a:cubicBezTo>
                  <a:pt x="658" y="124"/>
                  <a:pt x="657" y="124"/>
                  <a:pt x="656" y="124"/>
                </a:cubicBezTo>
                <a:cubicBezTo>
                  <a:pt x="655" y="125"/>
                  <a:pt x="655" y="125"/>
                  <a:pt x="654" y="125"/>
                </a:cubicBezTo>
                <a:cubicBezTo>
                  <a:pt x="654" y="126"/>
                  <a:pt x="653" y="126"/>
                  <a:pt x="653" y="127"/>
                </a:cubicBezTo>
                <a:cubicBezTo>
                  <a:pt x="653" y="127"/>
                  <a:pt x="653" y="128"/>
                  <a:pt x="654" y="128"/>
                </a:cubicBezTo>
                <a:cubicBezTo>
                  <a:pt x="654" y="129"/>
                  <a:pt x="654" y="129"/>
                  <a:pt x="655" y="130"/>
                </a:cubicBezTo>
                <a:cubicBezTo>
                  <a:pt x="656" y="130"/>
                  <a:pt x="656" y="130"/>
                  <a:pt x="657" y="130"/>
                </a:cubicBezTo>
                <a:cubicBezTo>
                  <a:pt x="658" y="130"/>
                  <a:pt x="659" y="131"/>
                  <a:pt x="660" y="131"/>
                </a:cubicBezTo>
                <a:cubicBezTo>
                  <a:pt x="661" y="131"/>
                  <a:pt x="662" y="130"/>
                  <a:pt x="663" y="130"/>
                </a:cubicBezTo>
                <a:cubicBezTo>
                  <a:pt x="664" y="130"/>
                  <a:pt x="665" y="130"/>
                  <a:pt x="666" y="130"/>
                </a:cubicBezTo>
                <a:cubicBezTo>
                  <a:pt x="667" y="129"/>
                  <a:pt x="668" y="129"/>
                  <a:pt x="668" y="128"/>
                </a:cubicBezTo>
                <a:cubicBezTo>
                  <a:pt x="669" y="128"/>
                  <a:pt x="669" y="127"/>
                  <a:pt x="669" y="127"/>
                </a:cubicBezTo>
                <a:cubicBezTo>
                  <a:pt x="669" y="126"/>
                  <a:pt x="669" y="126"/>
                  <a:pt x="669" y="125"/>
                </a:cubicBezTo>
                <a:cubicBezTo>
                  <a:pt x="668" y="125"/>
                  <a:pt x="668" y="125"/>
                  <a:pt x="667" y="124"/>
                </a:cubicBezTo>
                <a:cubicBezTo>
                  <a:pt x="666" y="124"/>
                  <a:pt x="666" y="124"/>
                  <a:pt x="665" y="124"/>
                </a:cubicBezTo>
                <a:cubicBezTo>
                  <a:pt x="664" y="123"/>
                  <a:pt x="663" y="123"/>
                  <a:pt x="662" y="123"/>
                </a:cubicBezTo>
                <a:cubicBezTo>
                  <a:pt x="661" y="123"/>
                  <a:pt x="660" y="123"/>
                  <a:pt x="659" y="124"/>
                </a:cubicBezTo>
                <a:close/>
                <a:moveTo>
                  <a:pt x="501" y="124"/>
                </a:moveTo>
                <a:cubicBezTo>
                  <a:pt x="500" y="124"/>
                  <a:pt x="499" y="124"/>
                  <a:pt x="499" y="124"/>
                </a:cubicBezTo>
                <a:cubicBezTo>
                  <a:pt x="498" y="125"/>
                  <a:pt x="497" y="125"/>
                  <a:pt x="497" y="125"/>
                </a:cubicBezTo>
                <a:cubicBezTo>
                  <a:pt x="496" y="126"/>
                  <a:pt x="496" y="126"/>
                  <a:pt x="496" y="127"/>
                </a:cubicBezTo>
                <a:cubicBezTo>
                  <a:pt x="496" y="127"/>
                  <a:pt x="496" y="128"/>
                  <a:pt x="496" y="128"/>
                </a:cubicBezTo>
                <a:cubicBezTo>
                  <a:pt x="496" y="129"/>
                  <a:pt x="497" y="129"/>
                  <a:pt x="497" y="130"/>
                </a:cubicBezTo>
                <a:cubicBezTo>
                  <a:pt x="498" y="130"/>
                  <a:pt x="499" y="130"/>
                  <a:pt x="500" y="130"/>
                </a:cubicBezTo>
                <a:cubicBezTo>
                  <a:pt x="501" y="130"/>
                  <a:pt x="502" y="131"/>
                  <a:pt x="503" y="131"/>
                </a:cubicBezTo>
                <a:cubicBezTo>
                  <a:pt x="504" y="131"/>
                  <a:pt x="505" y="130"/>
                  <a:pt x="506" y="130"/>
                </a:cubicBezTo>
                <a:cubicBezTo>
                  <a:pt x="507" y="130"/>
                  <a:pt x="508" y="130"/>
                  <a:pt x="508" y="130"/>
                </a:cubicBezTo>
                <a:cubicBezTo>
                  <a:pt x="509" y="129"/>
                  <a:pt x="510" y="129"/>
                  <a:pt x="510" y="128"/>
                </a:cubicBezTo>
                <a:cubicBezTo>
                  <a:pt x="511" y="128"/>
                  <a:pt x="511" y="127"/>
                  <a:pt x="511" y="127"/>
                </a:cubicBezTo>
                <a:cubicBezTo>
                  <a:pt x="512" y="126"/>
                  <a:pt x="511" y="126"/>
                  <a:pt x="511" y="125"/>
                </a:cubicBezTo>
                <a:cubicBezTo>
                  <a:pt x="511" y="125"/>
                  <a:pt x="510" y="125"/>
                  <a:pt x="510" y="124"/>
                </a:cubicBezTo>
                <a:cubicBezTo>
                  <a:pt x="509" y="124"/>
                  <a:pt x="508" y="124"/>
                  <a:pt x="507" y="124"/>
                </a:cubicBezTo>
                <a:cubicBezTo>
                  <a:pt x="507" y="123"/>
                  <a:pt x="506" y="123"/>
                  <a:pt x="504" y="123"/>
                </a:cubicBezTo>
                <a:cubicBezTo>
                  <a:pt x="503" y="123"/>
                  <a:pt x="502" y="123"/>
                  <a:pt x="501" y="124"/>
                </a:cubicBezTo>
                <a:close/>
                <a:moveTo>
                  <a:pt x="226" y="124"/>
                </a:moveTo>
                <a:cubicBezTo>
                  <a:pt x="225" y="124"/>
                  <a:pt x="224" y="124"/>
                  <a:pt x="223" y="124"/>
                </a:cubicBezTo>
                <a:cubicBezTo>
                  <a:pt x="222" y="125"/>
                  <a:pt x="222" y="125"/>
                  <a:pt x="221" y="125"/>
                </a:cubicBezTo>
                <a:cubicBezTo>
                  <a:pt x="221" y="126"/>
                  <a:pt x="220" y="126"/>
                  <a:pt x="220" y="127"/>
                </a:cubicBezTo>
                <a:cubicBezTo>
                  <a:pt x="220" y="127"/>
                  <a:pt x="220" y="128"/>
                  <a:pt x="220" y="128"/>
                </a:cubicBezTo>
                <a:cubicBezTo>
                  <a:pt x="220" y="129"/>
                  <a:pt x="221" y="129"/>
                  <a:pt x="221" y="130"/>
                </a:cubicBezTo>
                <a:cubicBezTo>
                  <a:pt x="222" y="130"/>
                  <a:pt x="223" y="130"/>
                  <a:pt x="224" y="130"/>
                </a:cubicBezTo>
                <a:cubicBezTo>
                  <a:pt x="225" y="130"/>
                  <a:pt x="226" y="131"/>
                  <a:pt x="227" y="131"/>
                </a:cubicBezTo>
                <a:cubicBezTo>
                  <a:pt x="228" y="131"/>
                  <a:pt x="229" y="130"/>
                  <a:pt x="230" y="130"/>
                </a:cubicBezTo>
                <a:cubicBezTo>
                  <a:pt x="231" y="130"/>
                  <a:pt x="232" y="130"/>
                  <a:pt x="233" y="130"/>
                </a:cubicBezTo>
                <a:cubicBezTo>
                  <a:pt x="233" y="129"/>
                  <a:pt x="234" y="129"/>
                  <a:pt x="235" y="128"/>
                </a:cubicBezTo>
                <a:cubicBezTo>
                  <a:pt x="235" y="128"/>
                  <a:pt x="236" y="127"/>
                  <a:pt x="236" y="127"/>
                </a:cubicBezTo>
                <a:cubicBezTo>
                  <a:pt x="236" y="126"/>
                  <a:pt x="236" y="126"/>
                  <a:pt x="236" y="125"/>
                </a:cubicBezTo>
                <a:cubicBezTo>
                  <a:pt x="235" y="125"/>
                  <a:pt x="235" y="125"/>
                  <a:pt x="234" y="124"/>
                </a:cubicBezTo>
                <a:cubicBezTo>
                  <a:pt x="234" y="124"/>
                  <a:pt x="233" y="124"/>
                  <a:pt x="232" y="124"/>
                </a:cubicBezTo>
                <a:cubicBezTo>
                  <a:pt x="231" y="123"/>
                  <a:pt x="230" y="123"/>
                  <a:pt x="229" y="123"/>
                </a:cubicBezTo>
                <a:cubicBezTo>
                  <a:pt x="228" y="123"/>
                  <a:pt x="227" y="123"/>
                  <a:pt x="226" y="124"/>
                </a:cubicBezTo>
                <a:close/>
                <a:moveTo>
                  <a:pt x="423" y="124"/>
                </a:moveTo>
                <a:cubicBezTo>
                  <a:pt x="422" y="124"/>
                  <a:pt x="421" y="124"/>
                  <a:pt x="420" y="124"/>
                </a:cubicBezTo>
                <a:cubicBezTo>
                  <a:pt x="419" y="125"/>
                  <a:pt x="418" y="125"/>
                  <a:pt x="418" y="125"/>
                </a:cubicBezTo>
                <a:cubicBezTo>
                  <a:pt x="417" y="126"/>
                  <a:pt x="417" y="126"/>
                  <a:pt x="417" y="127"/>
                </a:cubicBezTo>
                <a:cubicBezTo>
                  <a:pt x="417" y="127"/>
                  <a:pt x="417" y="128"/>
                  <a:pt x="417" y="128"/>
                </a:cubicBezTo>
                <a:cubicBezTo>
                  <a:pt x="417" y="129"/>
                  <a:pt x="418" y="129"/>
                  <a:pt x="419" y="130"/>
                </a:cubicBezTo>
                <a:cubicBezTo>
                  <a:pt x="419" y="130"/>
                  <a:pt x="420" y="130"/>
                  <a:pt x="421" y="130"/>
                </a:cubicBezTo>
                <a:cubicBezTo>
                  <a:pt x="422" y="130"/>
                  <a:pt x="423" y="131"/>
                  <a:pt x="424" y="131"/>
                </a:cubicBezTo>
                <a:cubicBezTo>
                  <a:pt x="425" y="131"/>
                  <a:pt x="426" y="130"/>
                  <a:pt x="427" y="130"/>
                </a:cubicBezTo>
                <a:cubicBezTo>
                  <a:pt x="428" y="130"/>
                  <a:pt x="429" y="130"/>
                  <a:pt x="430" y="130"/>
                </a:cubicBezTo>
                <a:cubicBezTo>
                  <a:pt x="430" y="129"/>
                  <a:pt x="431" y="129"/>
                  <a:pt x="432" y="128"/>
                </a:cubicBezTo>
                <a:cubicBezTo>
                  <a:pt x="432" y="128"/>
                  <a:pt x="433" y="127"/>
                  <a:pt x="433" y="127"/>
                </a:cubicBezTo>
                <a:cubicBezTo>
                  <a:pt x="433" y="126"/>
                  <a:pt x="433" y="126"/>
                  <a:pt x="432" y="125"/>
                </a:cubicBezTo>
                <a:cubicBezTo>
                  <a:pt x="432" y="125"/>
                  <a:pt x="432" y="125"/>
                  <a:pt x="431" y="124"/>
                </a:cubicBezTo>
                <a:cubicBezTo>
                  <a:pt x="430" y="124"/>
                  <a:pt x="430" y="124"/>
                  <a:pt x="429" y="124"/>
                </a:cubicBezTo>
                <a:cubicBezTo>
                  <a:pt x="428" y="123"/>
                  <a:pt x="427" y="123"/>
                  <a:pt x="426" y="123"/>
                </a:cubicBezTo>
                <a:cubicBezTo>
                  <a:pt x="425" y="123"/>
                  <a:pt x="424" y="123"/>
                  <a:pt x="423" y="124"/>
                </a:cubicBezTo>
                <a:close/>
                <a:moveTo>
                  <a:pt x="541" y="124"/>
                </a:moveTo>
                <a:cubicBezTo>
                  <a:pt x="540" y="124"/>
                  <a:pt x="539" y="124"/>
                  <a:pt x="538" y="124"/>
                </a:cubicBezTo>
                <a:cubicBezTo>
                  <a:pt x="537" y="125"/>
                  <a:pt x="536" y="125"/>
                  <a:pt x="536" y="125"/>
                </a:cubicBezTo>
                <a:cubicBezTo>
                  <a:pt x="535" y="126"/>
                  <a:pt x="535" y="126"/>
                  <a:pt x="535" y="127"/>
                </a:cubicBezTo>
                <a:cubicBezTo>
                  <a:pt x="535" y="127"/>
                  <a:pt x="535" y="128"/>
                  <a:pt x="535" y="128"/>
                </a:cubicBezTo>
                <a:cubicBezTo>
                  <a:pt x="536" y="129"/>
                  <a:pt x="536" y="129"/>
                  <a:pt x="537" y="130"/>
                </a:cubicBezTo>
                <a:cubicBezTo>
                  <a:pt x="537" y="130"/>
                  <a:pt x="538" y="130"/>
                  <a:pt x="539" y="130"/>
                </a:cubicBezTo>
                <a:cubicBezTo>
                  <a:pt x="540" y="130"/>
                  <a:pt x="541" y="131"/>
                  <a:pt x="542" y="131"/>
                </a:cubicBezTo>
                <a:cubicBezTo>
                  <a:pt x="543" y="131"/>
                  <a:pt x="544" y="130"/>
                  <a:pt x="545" y="130"/>
                </a:cubicBezTo>
                <a:cubicBezTo>
                  <a:pt x="546" y="130"/>
                  <a:pt x="547" y="130"/>
                  <a:pt x="548" y="130"/>
                </a:cubicBezTo>
                <a:cubicBezTo>
                  <a:pt x="549" y="129"/>
                  <a:pt x="549" y="129"/>
                  <a:pt x="550" y="128"/>
                </a:cubicBezTo>
                <a:cubicBezTo>
                  <a:pt x="550" y="128"/>
                  <a:pt x="551" y="127"/>
                  <a:pt x="551" y="127"/>
                </a:cubicBezTo>
                <a:cubicBezTo>
                  <a:pt x="551" y="126"/>
                  <a:pt x="551" y="126"/>
                  <a:pt x="551" y="125"/>
                </a:cubicBezTo>
                <a:cubicBezTo>
                  <a:pt x="550" y="125"/>
                  <a:pt x="550" y="125"/>
                  <a:pt x="549" y="124"/>
                </a:cubicBezTo>
                <a:cubicBezTo>
                  <a:pt x="548" y="124"/>
                  <a:pt x="548" y="124"/>
                  <a:pt x="547" y="124"/>
                </a:cubicBezTo>
                <a:cubicBezTo>
                  <a:pt x="546" y="123"/>
                  <a:pt x="545" y="123"/>
                  <a:pt x="544" y="123"/>
                </a:cubicBezTo>
                <a:cubicBezTo>
                  <a:pt x="543" y="123"/>
                  <a:pt x="542" y="123"/>
                  <a:pt x="541" y="124"/>
                </a:cubicBezTo>
                <a:close/>
                <a:moveTo>
                  <a:pt x="737" y="124"/>
                </a:moveTo>
                <a:cubicBezTo>
                  <a:pt x="736" y="124"/>
                  <a:pt x="735" y="124"/>
                  <a:pt x="735" y="124"/>
                </a:cubicBezTo>
                <a:cubicBezTo>
                  <a:pt x="734" y="125"/>
                  <a:pt x="733" y="125"/>
                  <a:pt x="733" y="125"/>
                </a:cubicBezTo>
                <a:cubicBezTo>
                  <a:pt x="732" y="126"/>
                  <a:pt x="732" y="126"/>
                  <a:pt x="732" y="127"/>
                </a:cubicBezTo>
                <a:cubicBezTo>
                  <a:pt x="732" y="127"/>
                  <a:pt x="732" y="128"/>
                  <a:pt x="732" y="128"/>
                </a:cubicBezTo>
                <a:cubicBezTo>
                  <a:pt x="733" y="129"/>
                  <a:pt x="733" y="129"/>
                  <a:pt x="734" y="130"/>
                </a:cubicBezTo>
                <a:cubicBezTo>
                  <a:pt x="734" y="130"/>
                  <a:pt x="735" y="130"/>
                  <a:pt x="736" y="130"/>
                </a:cubicBezTo>
                <a:cubicBezTo>
                  <a:pt x="737" y="130"/>
                  <a:pt x="738" y="131"/>
                  <a:pt x="739" y="131"/>
                </a:cubicBezTo>
                <a:cubicBezTo>
                  <a:pt x="740" y="131"/>
                  <a:pt x="741" y="130"/>
                  <a:pt x="742" y="130"/>
                </a:cubicBezTo>
                <a:cubicBezTo>
                  <a:pt x="743" y="130"/>
                  <a:pt x="744" y="130"/>
                  <a:pt x="745" y="130"/>
                </a:cubicBezTo>
                <a:cubicBezTo>
                  <a:pt x="746" y="129"/>
                  <a:pt x="746" y="129"/>
                  <a:pt x="747" y="128"/>
                </a:cubicBezTo>
                <a:cubicBezTo>
                  <a:pt x="747" y="128"/>
                  <a:pt x="748" y="127"/>
                  <a:pt x="748" y="127"/>
                </a:cubicBezTo>
                <a:cubicBezTo>
                  <a:pt x="748" y="126"/>
                  <a:pt x="748" y="126"/>
                  <a:pt x="747" y="125"/>
                </a:cubicBezTo>
                <a:cubicBezTo>
                  <a:pt x="747" y="125"/>
                  <a:pt x="747" y="125"/>
                  <a:pt x="746" y="124"/>
                </a:cubicBezTo>
                <a:cubicBezTo>
                  <a:pt x="745" y="124"/>
                  <a:pt x="744" y="124"/>
                  <a:pt x="743" y="124"/>
                </a:cubicBezTo>
                <a:cubicBezTo>
                  <a:pt x="743" y="123"/>
                  <a:pt x="742" y="123"/>
                  <a:pt x="740" y="123"/>
                </a:cubicBezTo>
                <a:cubicBezTo>
                  <a:pt x="739" y="123"/>
                  <a:pt x="738" y="123"/>
                  <a:pt x="737" y="124"/>
                </a:cubicBezTo>
                <a:close/>
                <a:moveTo>
                  <a:pt x="265" y="124"/>
                </a:moveTo>
                <a:cubicBezTo>
                  <a:pt x="264" y="124"/>
                  <a:pt x="263" y="124"/>
                  <a:pt x="263" y="124"/>
                </a:cubicBezTo>
                <a:cubicBezTo>
                  <a:pt x="262" y="125"/>
                  <a:pt x="261" y="125"/>
                  <a:pt x="260" y="125"/>
                </a:cubicBezTo>
                <a:cubicBezTo>
                  <a:pt x="260" y="126"/>
                  <a:pt x="260" y="126"/>
                  <a:pt x="259" y="127"/>
                </a:cubicBezTo>
                <a:cubicBezTo>
                  <a:pt x="259" y="127"/>
                  <a:pt x="259" y="128"/>
                  <a:pt x="260" y="128"/>
                </a:cubicBezTo>
                <a:cubicBezTo>
                  <a:pt x="260" y="129"/>
                  <a:pt x="260" y="129"/>
                  <a:pt x="261" y="130"/>
                </a:cubicBezTo>
                <a:cubicBezTo>
                  <a:pt x="261" y="130"/>
                  <a:pt x="262" y="130"/>
                  <a:pt x="263" y="130"/>
                </a:cubicBezTo>
                <a:cubicBezTo>
                  <a:pt x="264" y="130"/>
                  <a:pt x="265" y="131"/>
                  <a:pt x="266" y="131"/>
                </a:cubicBezTo>
                <a:cubicBezTo>
                  <a:pt x="267" y="131"/>
                  <a:pt x="268" y="130"/>
                  <a:pt x="269" y="130"/>
                </a:cubicBezTo>
                <a:cubicBezTo>
                  <a:pt x="270" y="130"/>
                  <a:pt x="271" y="130"/>
                  <a:pt x="272" y="130"/>
                </a:cubicBezTo>
                <a:cubicBezTo>
                  <a:pt x="273" y="129"/>
                  <a:pt x="274" y="129"/>
                  <a:pt x="274" y="128"/>
                </a:cubicBezTo>
                <a:cubicBezTo>
                  <a:pt x="275" y="128"/>
                  <a:pt x="275" y="127"/>
                  <a:pt x="275" y="127"/>
                </a:cubicBezTo>
                <a:cubicBezTo>
                  <a:pt x="275" y="126"/>
                  <a:pt x="275" y="126"/>
                  <a:pt x="275" y="125"/>
                </a:cubicBezTo>
                <a:cubicBezTo>
                  <a:pt x="275" y="125"/>
                  <a:pt x="274" y="125"/>
                  <a:pt x="274" y="124"/>
                </a:cubicBezTo>
                <a:cubicBezTo>
                  <a:pt x="273" y="124"/>
                  <a:pt x="272" y="124"/>
                  <a:pt x="271" y="124"/>
                </a:cubicBezTo>
                <a:cubicBezTo>
                  <a:pt x="271" y="123"/>
                  <a:pt x="270" y="123"/>
                  <a:pt x="268" y="123"/>
                </a:cubicBezTo>
                <a:cubicBezTo>
                  <a:pt x="267" y="123"/>
                  <a:pt x="266" y="123"/>
                  <a:pt x="265" y="124"/>
                </a:cubicBezTo>
                <a:close/>
                <a:moveTo>
                  <a:pt x="108" y="124"/>
                </a:moveTo>
                <a:cubicBezTo>
                  <a:pt x="107" y="124"/>
                  <a:pt x="106" y="124"/>
                  <a:pt x="105" y="124"/>
                </a:cubicBezTo>
                <a:cubicBezTo>
                  <a:pt x="104" y="125"/>
                  <a:pt x="104" y="125"/>
                  <a:pt x="103" y="125"/>
                </a:cubicBezTo>
                <a:cubicBezTo>
                  <a:pt x="102" y="126"/>
                  <a:pt x="102" y="126"/>
                  <a:pt x="102" y="127"/>
                </a:cubicBezTo>
                <a:cubicBezTo>
                  <a:pt x="102" y="127"/>
                  <a:pt x="102" y="128"/>
                  <a:pt x="102" y="128"/>
                </a:cubicBezTo>
                <a:cubicBezTo>
                  <a:pt x="102" y="129"/>
                  <a:pt x="103" y="129"/>
                  <a:pt x="103" y="130"/>
                </a:cubicBezTo>
                <a:cubicBezTo>
                  <a:pt x="104" y="130"/>
                  <a:pt x="105" y="130"/>
                  <a:pt x="105" y="130"/>
                </a:cubicBezTo>
                <a:cubicBezTo>
                  <a:pt x="106" y="130"/>
                  <a:pt x="107" y="131"/>
                  <a:pt x="108" y="131"/>
                </a:cubicBezTo>
                <a:cubicBezTo>
                  <a:pt x="109" y="131"/>
                  <a:pt x="111" y="130"/>
                  <a:pt x="112" y="130"/>
                </a:cubicBezTo>
                <a:cubicBezTo>
                  <a:pt x="113" y="130"/>
                  <a:pt x="114" y="130"/>
                  <a:pt x="114" y="130"/>
                </a:cubicBezTo>
                <a:cubicBezTo>
                  <a:pt x="115" y="129"/>
                  <a:pt x="116" y="129"/>
                  <a:pt x="116" y="128"/>
                </a:cubicBezTo>
                <a:cubicBezTo>
                  <a:pt x="117" y="128"/>
                  <a:pt x="117" y="127"/>
                  <a:pt x="118" y="127"/>
                </a:cubicBezTo>
                <a:cubicBezTo>
                  <a:pt x="118" y="126"/>
                  <a:pt x="118" y="126"/>
                  <a:pt x="118" y="125"/>
                </a:cubicBezTo>
                <a:cubicBezTo>
                  <a:pt x="117" y="125"/>
                  <a:pt x="117" y="125"/>
                  <a:pt x="116" y="124"/>
                </a:cubicBezTo>
                <a:cubicBezTo>
                  <a:pt x="116" y="124"/>
                  <a:pt x="115" y="124"/>
                  <a:pt x="114" y="124"/>
                </a:cubicBezTo>
                <a:cubicBezTo>
                  <a:pt x="113" y="123"/>
                  <a:pt x="112" y="123"/>
                  <a:pt x="111" y="123"/>
                </a:cubicBezTo>
                <a:cubicBezTo>
                  <a:pt x="110" y="123"/>
                  <a:pt x="109" y="123"/>
                  <a:pt x="108" y="124"/>
                </a:cubicBezTo>
                <a:close/>
                <a:moveTo>
                  <a:pt x="187" y="124"/>
                </a:moveTo>
                <a:cubicBezTo>
                  <a:pt x="186" y="124"/>
                  <a:pt x="185" y="124"/>
                  <a:pt x="184" y="124"/>
                </a:cubicBezTo>
                <a:cubicBezTo>
                  <a:pt x="183" y="125"/>
                  <a:pt x="182" y="125"/>
                  <a:pt x="182" y="125"/>
                </a:cubicBezTo>
                <a:cubicBezTo>
                  <a:pt x="181" y="126"/>
                  <a:pt x="181" y="126"/>
                  <a:pt x="181" y="127"/>
                </a:cubicBezTo>
                <a:cubicBezTo>
                  <a:pt x="180" y="127"/>
                  <a:pt x="181" y="128"/>
                  <a:pt x="181" y="128"/>
                </a:cubicBezTo>
                <a:cubicBezTo>
                  <a:pt x="181" y="129"/>
                  <a:pt x="181" y="129"/>
                  <a:pt x="182" y="130"/>
                </a:cubicBezTo>
                <a:cubicBezTo>
                  <a:pt x="183" y="130"/>
                  <a:pt x="183" y="130"/>
                  <a:pt x="184" y="130"/>
                </a:cubicBezTo>
                <a:cubicBezTo>
                  <a:pt x="185" y="130"/>
                  <a:pt x="186" y="131"/>
                  <a:pt x="187" y="131"/>
                </a:cubicBezTo>
                <a:cubicBezTo>
                  <a:pt x="188" y="131"/>
                  <a:pt x="189" y="130"/>
                  <a:pt x="190" y="130"/>
                </a:cubicBezTo>
                <a:cubicBezTo>
                  <a:pt x="191" y="130"/>
                  <a:pt x="192" y="130"/>
                  <a:pt x="193" y="130"/>
                </a:cubicBezTo>
                <a:cubicBezTo>
                  <a:pt x="194" y="129"/>
                  <a:pt x="195" y="129"/>
                  <a:pt x="195" y="128"/>
                </a:cubicBezTo>
                <a:cubicBezTo>
                  <a:pt x="196" y="128"/>
                  <a:pt x="196" y="127"/>
                  <a:pt x="196" y="127"/>
                </a:cubicBezTo>
                <a:cubicBezTo>
                  <a:pt x="197" y="126"/>
                  <a:pt x="197" y="126"/>
                  <a:pt x="196" y="125"/>
                </a:cubicBezTo>
                <a:cubicBezTo>
                  <a:pt x="196" y="125"/>
                  <a:pt x="196" y="125"/>
                  <a:pt x="195" y="124"/>
                </a:cubicBezTo>
                <a:cubicBezTo>
                  <a:pt x="194" y="124"/>
                  <a:pt x="194" y="124"/>
                  <a:pt x="193" y="124"/>
                </a:cubicBezTo>
                <a:cubicBezTo>
                  <a:pt x="192" y="123"/>
                  <a:pt x="191" y="123"/>
                  <a:pt x="190" y="123"/>
                </a:cubicBezTo>
                <a:cubicBezTo>
                  <a:pt x="189" y="123"/>
                  <a:pt x="188" y="123"/>
                  <a:pt x="187" y="124"/>
                </a:cubicBezTo>
                <a:close/>
                <a:moveTo>
                  <a:pt x="934" y="124"/>
                </a:moveTo>
                <a:cubicBezTo>
                  <a:pt x="933" y="124"/>
                  <a:pt x="932" y="124"/>
                  <a:pt x="931" y="124"/>
                </a:cubicBezTo>
                <a:cubicBezTo>
                  <a:pt x="931" y="125"/>
                  <a:pt x="930" y="125"/>
                  <a:pt x="930" y="125"/>
                </a:cubicBezTo>
                <a:cubicBezTo>
                  <a:pt x="929" y="126"/>
                  <a:pt x="929" y="126"/>
                  <a:pt x="929" y="127"/>
                </a:cubicBezTo>
                <a:cubicBezTo>
                  <a:pt x="929" y="127"/>
                  <a:pt x="929" y="128"/>
                  <a:pt x="929" y="128"/>
                </a:cubicBezTo>
                <a:cubicBezTo>
                  <a:pt x="930" y="129"/>
                  <a:pt x="930" y="129"/>
                  <a:pt x="931" y="130"/>
                </a:cubicBezTo>
                <a:cubicBezTo>
                  <a:pt x="932" y="130"/>
                  <a:pt x="932" y="130"/>
                  <a:pt x="933" y="130"/>
                </a:cubicBezTo>
                <a:cubicBezTo>
                  <a:pt x="934" y="130"/>
                  <a:pt x="935" y="131"/>
                  <a:pt x="936" y="131"/>
                </a:cubicBezTo>
                <a:cubicBezTo>
                  <a:pt x="937" y="131"/>
                  <a:pt x="938" y="130"/>
                  <a:pt x="939" y="130"/>
                </a:cubicBezTo>
                <a:cubicBezTo>
                  <a:pt x="940" y="130"/>
                  <a:pt x="941" y="130"/>
                  <a:pt x="942" y="130"/>
                </a:cubicBezTo>
                <a:cubicBezTo>
                  <a:pt x="943" y="129"/>
                  <a:pt x="943" y="129"/>
                  <a:pt x="944" y="128"/>
                </a:cubicBezTo>
                <a:cubicBezTo>
                  <a:pt x="944" y="128"/>
                  <a:pt x="945" y="127"/>
                  <a:pt x="945" y="127"/>
                </a:cubicBezTo>
                <a:cubicBezTo>
                  <a:pt x="945" y="126"/>
                  <a:pt x="944" y="126"/>
                  <a:pt x="944" y="125"/>
                </a:cubicBezTo>
                <a:cubicBezTo>
                  <a:pt x="944" y="125"/>
                  <a:pt x="943" y="125"/>
                  <a:pt x="943" y="124"/>
                </a:cubicBezTo>
                <a:cubicBezTo>
                  <a:pt x="942" y="124"/>
                  <a:pt x="941" y="124"/>
                  <a:pt x="940" y="124"/>
                </a:cubicBezTo>
                <a:cubicBezTo>
                  <a:pt x="939" y="123"/>
                  <a:pt x="938" y="123"/>
                  <a:pt x="937" y="123"/>
                </a:cubicBezTo>
                <a:cubicBezTo>
                  <a:pt x="936" y="123"/>
                  <a:pt x="935" y="123"/>
                  <a:pt x="934" y="124"/>
                </a:cubicBezTo>
                <a:close/>
                <a:moveTo>
                  <a:pt x="1013" y="124"/>
                </a:moveTo>
                <a:cubicBezTo>
                  <a:pt x="1012" y="124"/>
                  <a:pt x="1011" y="124"/>
                  <a:pt x="1010" y="124"/>
                </a:cubicBezTo>
                <a:cubicBezTo>
                  <a:pt x="1009" y="125"/>
                  <a:pt x="1009" y="125"/>
                  <a:pt x="1008" y="125"/>
                </a:cubicBezTo>
                <a:cubicBezTo>
                  <a:pt x="1008" y="126"/>
                  <a:pt x="1008" y="126"/>
                  <a:pt x="1008" y="127"/>
                </a:cubicBezTo>
                <a:cubicBezTo>
                  <a:pt x="1008" y="127"/>
                  <a:pt x="1008" y="128"/>
                  <a:pt x="1008" y="128"/>
                </a:cubicBezTo>
                <a:cubicBezTo>
                  <a:pt x="1008" y="129"/>
                  <a:pt x="1009" y="129"/>
                  <a:pt x="1010" y="130"/>
                </a:cubicBezTo>
                <a:cubicBezTo>
                  <a:pt x="1010" y="130"/>
                  <a:pt x="1011" y="130"/>
                  <a:pt x="1012" y="130"/>
                </a:cubicBezTo>
                <a:cubicBezTo>
                  <a:pt x="1013" y="130"/>
                  <a:pt x="1014" y="131"/>
                  <a:pt x="1015" y="131"/>
                </a:cubicBezTo>
                <a:cubicBezTo>
                  <a:pt x="1016" y="131"/>
                  <a:pt x="1017" y="130"/>
                  <a:pt x="1018" y="130"/>
                </a:cubicBezTo>
                <a:cubicBezTo>
                  <a:pt x="1019" y="130"/>
                  <a:pt x="1020" y="130"/>
                  <a:pt x="1021" y="130"/>
                </a:cubicBezTo>
                <a:cubicBezTo>
                  <a:pt x="1022" y="129"/>
                  <a:pt x="1022" y="129"/>
                  <a:pt x="1023" y="128"/>
                </a:cubicBezTo>
                <a:cubicBezTo>
                  <a:pt x="1023" y="128"/>
                  <a:pt x="1023" y="127"/>
                  <a:pt x="1023" y="127"/>
                </a:cubicBezTo>
                <a:cubicBezTo>
                  <a:pt x="1023" y="126"/>
                  <a:pt x="1023" y="126"/>
                  <a:pt x="1023" y="125"/>
                </a:cubicBezTo>
                <a:cubicBezTo>
                  <a:pt x="1023" y="125"/>
                  <a:pt x="1022" y="125"/>
                  <a:pt x="1021" y="124"/>
                </a:cubicBezTo>
                <a:cubicBezTo>
                  <a:pt x="1021" y="124"/>
                  <a:pt x="1020" y="124"/>
                  <a:pt x="1019" y="124"/>
                </a:cubicBezTo>
                <a:cubicBezTo>
                  <a:pt x="1018" y="123"/>
                  <a:pt x="1017" y="123"/>
                  <a:pt x="1016" y="123"/>
                </a:cubicBezTo>
                <a:cubicBezTo>
                  <a:pt x="1015" y="123"/>
                  <a:pt x="1014" y="123"/>
                  <a:pt x="1013" y="124"/>
                </a:cubicBezTo>
                <a:close/>
                <a:moveTo>
                  <a:pt x="973" y="124"/>
                </a:moveTo>
                <a:cubicBezTo>
                  <a:pt x="972" y="124"/>
                  <a:pt x="972" y="124"/>
                  <a:pt x="971" y="124"/>
                </a:cubicBezTo>
                <a:cubicBezTo>
                  <a:pt x="970" y="125"/>
                  <a:pt x="969" y="125"/>
                  <a:pt x="969" y="125"/>
                </a:cubicBezTo>
                <a:cubicBezTo>
                  <a:pt x="969" y="126"/>
                  <a:pt x="968" y="126"/>
                  <a:pt x="968" y="127"/>
                </a:cubicBezTo>
                <a:cubicBezTo>
                  <a:pt x="968" y="127"/>
                  <a:pt x="968" y="128"/>
                  <a:pt x="969" y="128"/>
                </a:cubicBezTo>
                <a:cubicBezTo>
                  <a:pt x="969" y="129"/>
                  <a:pt x="970" y="129"/>
                  <a:pt x="970" y="130"/>
                </a:cubicBezTo>
                <a:cubicBezTo>
                  <a:pt x="971" y="130"/>
                  <a:pt x="972" y="130"/>
                  <a:pt x="973" y="130"/>
                </a:cubicBezTo>
                <a:cubicBezTo>
                  <a:pt x="974" y="130"/>
                  <a:pt x="975" y="131"/>
                  <a:pt x="976" y="131"/>
                </a:cubicBezTo>
                <a:cubicBezTo>
                  <a:pt x="977" y="131"/>
                  <a:pt x="978" y="130"/>
                  <a:pt x="979" y="130"/>
                </a:cubicBezTo>
                <a:cubicBezTo>
                  <a:pt x="980" y="130"/>
                  <a:pt x="981" y="130"/>
                  <a:pt x="981" y="130"/>
                </a:cubicBezTo>
                <a:cubicBezTo>
                  <a:pt x="982" y="129"/>
                  <a:pt x="983" y="129"/>
                  <a:pt x="983" y="128"/>
                </a:cubicBezTo>
                <a:cubicBezTo>
                  <a:pt x="984" y="128"/>
                  <a:pt x="984" y="127"/>
                  <a:pt x="984" y="127"/>
                </a:cubicBezTo>
                <a:cubicBezTo>
                  <a:pt x="984" y="126"/>
                  <a:pt x="984" y="126"/>
                  <a:pt x="984" y="125"/>
                </a:cubicBezTo>
                <a:cubicBezTo>
                  <a:pt x="983" y="125"/>
                  <a:pt x="983" y="125"/>
                  <a:pt x="982" y="124"/>
                </a:cubicBezTo>
                <a:cubicBezTo>
                  <a:pt x="981" y="124"/>
                  <a:pt x="980" y="124"/>
                  <a:pt x="980" y="124"/>
                </a:cubicBezTo>
                <a:cubicBezTo>
                  <a:pt x="979" y="123"/>
                  <a:pt x="978" y="123"/>
                  <a:pt x="976" y="123"/>
                </a:cubicBezTo>
                <a:cubicBezTo>
                  <a:pt x="975" y="123"/>
                  <a:pt x="974" y="123"/>
                  <a:pt x="973" y="124"/>
                </a:cubicBezTo>
                <a:close/>
                <a:moveTo>
                  <a:pt x="855" y="124"/>
                </a:moveTo>
                <a:cubicBezTo>
                  <a:pt x="854" y="124"/>
                  <a:pt x="854" y="124"/>
                  <a:pt x="853" y="124"/>
                </a:cubicBezTo>
                <a:cubicBezTo>
                  <a:pt x="852" y="125"/>
                  <a:pt x="851" y="125"/>
                  <a:pt x="851" y="125"/>
                </a:cubicBezTo>
                <a:cubicBezTo>
                  <a:pt x="850" y="126"/>
                  <a:pt x="850" y="126"/>
                  <a:pt x="850" y="127"/>
                </a:cubicBezTo>
                <a:cubicBezTo>
                  <a:pt x="850" y="127"/>
                  <a:pt x="850" y="128"/>
                  <a:pt x="851" y="128"/>
                </a:cubicBezTo>
                <a:cubicBezTo>
                  <a:pt x="851" y="129"/>
                  <a:pt x="851" y="129"/>
                  <a:pt x="852" y="130"/>
                </a:cubicBezTo>
                <a:cubicBezTo>
                  <a:pt x="853" y="130"/>
                  <a:pt x="854" y="130"/>
                  <a:pt x="854" y="130"/>
                </a:cubicBezTo>
                <a:cubicBezTo>
                  <a:pt x="855" y="130"/>
                  <a:pt x="856" y="131"/>
                  <a:pt x="858" y="131"/>
                </a:cubicBezTo>
                <a:cubicBezTo>
                  <a:pt x="859" y="131"/>
                  <a:pt x="860" y="130"/>
                  <a:pt x="861" y="130"/>
                </a:cubicBezTo>
                <a:cubicBezTo>
                  <a:pt x="862" y="130"/>
                  <a:pt x="862" y="130"/>
                  <a:pt x="863" y="130"/>
                </a:cubicBezTo>
                <a:cubicBezTo>
                  <a:pt x="864" y="129"/>
                  <a:pt x="865" y="129"/>
                  <a:pt x="865" y="128"/>
                </a:cubicBezTo>
                <a:cubicBezTo>
                  <a:pt x="866" y="128"/>
                  <a:pt x="866" y="127"/>
                  <a:pt x="866" y="127"/>
                </a:cubicBezTo>
                <a:cubicBezTo>
                  <a:pt x="866" y="126"/>
                  <a:pt x="866" y="126"/>
                  <a:pt x="865" y="125"/>
                </a:cubicBezTo>
                <a:cubicBezTo>
                  <a:pt x="865" y="125"/>
                  <a:pt x="865" y="125"/>
                  <a:pt x="864" y="124"/>
                </a:cubicBezTo>
                <a:cubicBezTo>
                  <a:pt x="863" y="124"/>
                  <a:pt x="862" y="124"/>
                  <a:pt x="861" y="124"/>
                </a:cubicBezTo>
                <a:cubicBezTo>
                  <a:pt x="861" y="123"/>
                  <a:pt x="860" y="123"/>
                  <a:pt x="858" y="123"/>
                </a:cubicBezTo>
                <a:cubicBezTo>
                  <a:pt x="857" y="123"/>
                  <a:pt x="856" y="123"/>
                  <a:pt x="855" y="124"/>
                </a:cubicBezTo>
                <a:close/>
                <a:moveTo>
                  <a:pt x="895" y="124"/>
                </a:moveTo>
                <a:cubicBezTo>
                  <a:pt x="894" y="124"/>
                  <a:pt x="893" y="124"/>
                  <a:pt x="892" y="124"/>
                </a:cubicBezTo>
                <a:cubicBezTo>
                  <a:pt x="891" y="125"/>
                  <a:pt x="891" y="125"/>
                  <a:pt x="890" y="125"/>
                </a:cubicBezTo>
                <a:cubicBezTo>
                  <a:pt x="890" y="126"/>
                  <a:pt x="890" y="126"/>
                  <a:pt x="889" y="127"/>
                </a:cubicBezTo>
                <a:cubicBezTo>
                  <a:pt x="889" y="127"/>
                  <a:pt x="890" y="128"/>
                  <a:pt x="890" y="128"/>
                </a:cubicBezTo>
                <a:cubicBezTo>
                  <a:pt x="890" y="129"/>
                  <a:pt x="891" y="129"/>
                  <a:pt x="891" y="130"/>
                </a:cubicBezTo>
                <a:cubicBezTo>
                  <a:pt x="892" y="130"/>
                  <a:pt x="893" y="130"/>
                  <a:pt x="894" y="130"/>
                </a:cubicBezTo>
                <a:cubicBezTo>
                  <a:pt x="895" y="130"/>
                  <a:pt x="896" y="131"/>
                  <a:pt x="897" y="131"/>
                </a:cubicBezTo>
                <a:cubicBezTo>
                  <a:pt x="898" y="131"/>
                  <a:pt x="899" y="130"/>
                  <a:pt x="900" y="130"/>
                </a:cubicBezTo>
                <a:cubicBezTo>
                  <a:pt x="901" y="130"/>
                  <a:pt x="902" y="130"/>
                  <a:pt x="903" y="130"/>
                </a:cubicBezTo>
                <a:cubicBezTo>
                  <a:pt x="903" y="129"/>
                  <a:pt x="904" y="129"/>
                  <a:pt x="904" y="128"/>
                </a:cubicBezTo>
                <a:cubicBezTo>
                  <a:pt x="905" y="128"/>
                  <a:pt x="905" y="127"/>
                  <a:pt x="905" y="127"/>
                </a:cubicBezTo>
                <a:cubicBezTo>
                  <a:pt x="905" y="126"/>
                  <a:pt x="905" y="126"/>
                  <a:pt x="905" y="125"/>
                </a:cubicBezTo>
                <a:cubicBezTo>
                  <a:pt x="904" y="125"/>
                  <a:pt x="904" y="125"/>
                  <a:pt x="903" y="124"/>
                </a:cubicBezTo>
                <a:cubicBezTo>
                  <a:pt x="903" y="124"/>
                  <a:pt x="902" y="124"/>
                  <a:pt x="901" y="124"/>
                </a:cubicBezTo>
                <a:cubicBezTo>
                  <a:pt x="900" y="123"/>
                  <a:pt x="899" y="123"/>
                  <a:pt x="898" y="123"/>
                </a:cubicBezTo>
                <a:cubicBezTo>
                  <a:pt x="897" y="123"/>
                  <a:pt x="896" y="123"/>
                  <a:pt x="895" y="124"/>
                </a:cubicBezTo>
                <a:close/>
                <a:moveTo>
                  <a:pt x="2232" y="124"/>
                </a:moveTo>
                <a:cubicBezTo>
                  <a:pt x="2231" y="124"/>
                  <a:pt x="2230" y="124"/>
                  <a:pt x="2230" y="124"/>
                </a:cubicBezTo>
                <a:cubicBezTo>
                  <a:pt x="2229" y="125"/>
                  <a:pt x="2229" y="125"/>
                  <a:pt x="2229" y="125"/>
                </a:cubicBezTo>
                <a:cubicBezTo>
                  <a:pt x="2228" y="126"/>
                  <a:pt x="2228" y="126"/>
                  <a:pt x="2228" y="127"/>
                </a:cubicBezTo>
                <a:cubicBezTo>
                  <a:pt x="2229" y="127"/>
                  <a:pt x="2229" y="128"/>
                  <a:pt x="2229" y="128"/>
                </a:cubicBezTo>
                <a:cubicBezTo>
                  <a:pt x="2230" y="129"/>
                  <a:pt x="2231" y="129"/>
                  <a:pt x="2231" y="130"/>
                </a:cubicBezTo>
                <a:cubicBezTo>
                  <a:pt x="2232" y="130"/>
                  <a:pt x="2233" y="130"/>
                  <a:pt x="2234" y="130"/>
                </a:cubicBezTo>
                <a:cubicBezTo>
                  <a:pt x="2235" y="130"/>
                  <a:pt x="2236" y="131"/>
                  <a:pt x="2237" y="131"/>
                </a:cubicBezTo>
                <a:cubicBezTo>
                  <a:pt x="2239" y="131"/>
                  <a:pt x="2240" y="130"/>
                  <a:pt x="2240" y="130"/>
                </a:cubicBezTo>
                <a:cubicBezTo>
                  <a:pt x="2241" y="130"/>
                  <a:pt x="2242" y="130"/>
                  <a:pt x="2243" y="130"/>
                </a:cubicBezTo>
                <a:cubicBezTo>
                  <a:pt x="2243" y="129"/>
                  <a:pt x="2244" y="129"/>
                  <a:pt x="2244" y="128"/>
                </a:cubicBezTo>
                <a:cubicBezTo>
                  <a:pt x="2244" y="128"/>
                  <a:pt x="2244" y="127"/>
                  <a:pt x="2244" y="127"/>
                </a:cubicBezTo>
                <a:cubicBezTo>
                  <a:pt x="2244" y="126"/>
                  <a:pt x="2244" y="126"/>
                  <a:pt x="2243" y="125"/>
                </a:cubicBezTo>
                <a:cubicBezTo>
                  <a:pt x="2243" y="125"/>
                  <a:pt x="2242" y="125"/>
                  <a:pt x="2241" y="124"/>
                </a:cubicBezTo>
                <a:cubicBezTo>
                  <a:pt x="2240" y="124"/>
                  <a:pt x="2239" y="124"/>
                  <a:pt x="2238" y="124"/>
                </a:cubicBezTo>
                <a:cubicBezTo>
                  <a:pt x="2237" y="123"/>
                  <a:pt x="2236" y="123"/>
                  <a:pt x="2235" y="123"/>
                </a:cubicBezTo>
                <a:cubicBezTo>
                  <a:pt x="2234" y="123"/>
                  <a:pt x="2233" y="123"/>
                  <a:pt x="2232" y="124"/>
                </a:cubicBezTo>
                <a:close/>
                <a:moveTo>
                  <a:pt x="2035" y="124"/>
                </a:moveTo>
                <a:cubicBezTo>
                  <a:pt x="2035" y="124"/>
                  <a:pt x="2034" y="124"/>
                  <a:pt x="2033" y="124"/>
                </a:cubicBezTo>
                <a:cubicBezTo>
                  <a:pt x="2033" y="125"/>
                  <a:pt x="2032" y="125"/>
                  <a:pt x="2032" y="125"/>
                </a:cubicBezTo>
                <a:cubicBezTo>
                  <a:pt x="2031" y="126"/>
                  <a:pt x="2031" y="126"/>
                  <a:pt x="2031" y="127"/>
                </a:cubicBezTo>
                <a:cubicBezTo>
                  <a:pt x="2032" y="127"/>
                  <a:pt x="2032" y="128"/>
                  <a:pt x="2032" y="128"/>
                </a:cubicBezTo>
                <a:cubicBezTo>
                  <a:pt x="2033" y="129"/>
                  <a:pt x="2034" y="129"/>
                  <a:pt x="2034" y="130"/>
                </a:cubicBezTo>
                <a:cubicBezTo>
                  <a:pt x="2035" y="130"/>
                  <a:pt x="2036" y="130"/>
                  <a:pt x="2037" y="130"/>
                </a:cubicBezTo>
                <a:cubicBezTo>
                  <a:pt x="2038" y="130"/>
                  <a:pt x="2039" y="131"/>
                  <a:pt x="2040" y="131"/>
                </a:cubicBezTo>
                <a:cubicBezTo>
                  <a:pt x="2041" y="131"/>
                  <a:pt x="2042" y="130"/>
                  <a:pt x="2043" y="130"/>
                </a:cubicBezTo>
                <a:cubicBezTo>
                  <a:pt x="2044" y="130"/>
                  <a:pt x="2045" y="130"/>
                  <a:pt x="2046" y="130"/>
                </a:cubicBezTo>
                <a:cubicBezTo>
                  <a:pt x="2046" y="129"/>
                  <a:pt x="2047" y="129"/>
                  <a:pt x="2047" y="128"/>
                </a:cubicBezTo>
                <a:cubicBezTo>
                  <a:pt x="2047" y="128"/>
                  <a:pt x="2047" y="127"/>
                  <a:pt x="2047" y="127"/>
                </a:cubicBezTo>
                <a:cubicBezTo>
                  <a:pt x="2047" y="126"/>
                  <a:pt x="2047" y="126"/>
                  <a:pt x="2046" y="125"/>
                </a:cubicBezTo>
                <a:cubicBezTo>
                  <a:pt x="2046" y="125"/>
                  <a:pt x="2045" y="125"/>
                  <a:pt x="2044" y="124"/>
                </a:cubicBezTo>
                <a:cubicBezTo>
                  <a:pt x="2043" y="124"/>
                  <a:pt x="2043" y="124"/>
                  <a:pt x="2042" y="124"/>
                </a:cubicBezTo>
                <a:cubicBezTo>
                  <a:pt x="2041" y="123"/>
                  <a:pt x="2040" y="123"/>
                  <a:pt x="2038" y="123"/>
                </a:cubicBezTo>
                <a:cubicBezTo>
                  <a:pt x="2037" y="123"/>
                  <a:pt x="2036" y="123"/>
                  <a:pt x="2035" y="124"/>
                </a:cubicBezTo>
                <a:close/>
                <a:moveTo>
                  <a:pt x="2271" y="124"/>
                </a:moveTo>
                <a:cubicBezTo>
                  <a:pt x="2271" y="124"/>
                  <a:pt x="2270" y="124"/>
                  <a:pt x="2269" y="124"/>
                </a:cubicBezTo>
                <a:cubicBezTo>
                  <a:pt x="2269" y="125"/>
                  <a:pt x="2268" y="125"/>
                  <a:pt x="2268" y="125"/>
                </a:cubicBezTo>
                <a:cubicBezTo>
                  <a:pt x="2268" y="126"/>
                  <a:pt x="2268" y="126"/>
                  <a:pt x="2268" y="127"/>
                </a:cubicBezTo>
                <a:cubicBezTo>
                  <a:pt x="2268" y="127"/>
                  <a:pt x="2268" y="128"/>
                  <a:pt x="2269" y="128"/>
                </a:cubicBezTo>
                <a:cubicBezTo>
                  <a:pt x="2269" y="129"/>
                  <a:pt x="2270" y="129"/>
                  <a:pt x="2271" y="130"/>
                </a:cubicBezTo>
                <a:cubicBezTo>
                  <a:pt x="2272" y="130"/>
                  <a:pt x="2273" y="130"/>
                  <a:pt x="2274" y="130"/>
                </a:cubicBezTo>
                <a:cubicBezTo>
                  <a:pt x="2275" y="130"/>
                  <a:pt x="2276" y="131"/>
                  <a:pt x="2277" y="131"/>
                </a:cubicBezTo>
                <a:cubicBezTo>
                  <a:pt x="2278" y="131"/>
                  <a:pt x="2279" y="130"/>
                  <a:pt x="2280" y="130"/>
                </a:cubicBezTo>
                <a:cubicBezTo>
                  <a:pt x="2281" y="130"/>
                  <a:pt x="2281" y="130"/>
                  <a:pt x="2282" y="130"/>
                </a:cubicBezTo>
                <a:cubicBezTo>
                  <a:pt x="2283" y="129"/>
                  <a:pt x="2283" y="129"/>
                  <a:pt x="2283" y="128"/>
                </a:cubicBezTo>
                <a:cubicBezTo>
                  <a:pt x="2284" y="128"/>
                  <a:pt x="2284" y="127"/>
                  <a:pt x="2283" y="127"/>
                </a:cubicBezTo>
                <a:cubicBezTo>
                  <a:pt x="2283" y="126"/>
                  <a:pt x="2283" y="126"/>
                  <a:pt x="2282" y="125"/>
                </a:cubicBezTo>
                <a:cubicBezTo>
                  <a:pt x="2282" y="125"/>
                  <a:pt x="2281" y="125"/>
                  <a:pt x="2280" y="124"/>
                </a:cubicBezTo>
                <a:cubicBezTo>
                  <a:pt x="2280" y="124"/>
                  <a:pt x="2279" y="124"/>
                  <a:pt x="2278" y="124"/>
                </a:cubicBezTo>
                <a:cubicBezTo>
                  <a:pt x="2277" y="123"/>
                  <a:pt x="2275" y="123"/>
                  <a:pt x="2274" y="123"/>
                </a:cubicBezTo>
                <a:cubicBezTo>
                  <a:pt x="2273" y="123"/>
                  <a:pt x="2272" y="123"/>
                  <a:pt x="2271" y="124"/>
                </a:cubicBezTo>
                <a:close/>
                <a:moveTo>
                  <a:pt x="1878" y="124"/>
                </a:moveTo>
                <a:cubicBezTo>
                  <a:pt x="1877" y="124"/>
                  <a:pt x="1876" y="124"/>
                  <a:pt x="1876" y="124"/>
                </a:cubicBezTo>
                <a:cubicBezTo>
                  <a:pt x="1875" y="125"/>
                  <a:pt x="1875" y="125"/>
                  <a:pt x="1874" y="125"/>
                </a:cubicBezTo>
                <a:cubicBezTo>
                  <a:pt x="1874" y="126"/>
                  <a:pt x="1874" y="126"/>
                  <a:pt x="1874" y="127"/>
                </a:cubicBezTo>
                <a:cubicBezTo>
                  <a:pt x="1874" y="127"/>
                  <a:pt x="1874" y="128"/>
                  <a:pt x="1875" y="128"/>
                </a:cubicBezTo>
                <a:cubicBezTo>
                  <a:pt x="1875" y="129"/>
                  <a:pt x="1876" y="129"/>
                  <a:pt x="1877" y="130"/>
                </a:cubicBezTo>
                <a:cubicBezTo>
                  <a:pt x="1878" y="130"/>
                  <a:pt x="1878" y="130"/>
                  <a:pt x="1879" y="130"/>
                </a:cubicBezTo>
                <a:cubicBezTo>
                  <a:pt x="1880" y="130"/>
                  <a:pt x="1881" y="131"/>
                  <a:pt x="1883" y="131"/>
                </a:cubicBezTo>
                <a:cubicBezTo>
                  <a:pt x="1884" y="131"/>
                  <a:pt x="1885" y="130"/>
                  <a:pt x="1886" y="130"/>
                </a:cubicBezTo>
                <a:cubicBezTo>
                  <a:pt x="1886" y="130"/>
                  <a:pt x="1887" y="130"/>
                  <a:pt x="1888" y="130"/>
                </a:cubicBezTo>
                <a:cubicBezTo>
                  <a:pt x="1889" y="129"/>
                  <a:pt x="1889" y="129"/>
                  <a:pt x="1889" y="128"/>
                </a:cubicBezTo>
                <a:cubicBezTo>
                  <a:pt x="1890" y="128"/>
                  <a:pt x="1890" y="127"/>
                  <a:pt x="1890" y="127"/>
                </a:cubicBezTo>
                <a:cubicBezTo>
                  <a:pt x="1890" y="126"/>
                  <a:pt x="1889" y="126"/>
                  <a:pt x="1889" y="125"/>
                </a:cubicBezTo>
                <a:cubicBezTo>
                  <a:pt x="1888" y="125"/>
                  <a:pt x="1888" y="125"/>
                  <a:pt x="1887" y="124"/>
                </a:cubicBezTo>
                <a:cubicBezTo>
                  <a:pt x="1886" y="124"/>
                  <a:pt x="1885" y="124"/>
                  <a:pt x="1884" y="124"/>
                </a:cubicBezTo>
                <a:cubicBezTo>
                  <a:pt x="1883" y="123"/>
                  <a:pt x="1882" y="123"/>
                  <a:pt x="1881" y="123"/>
                </a:cubicBezTo>
                <a:cubicBezTo>
                  <a:pt x="1880" y="123"/>
                  <a:pt x="1879" y="123"/>
                  <a:pt x="1878" y="124"/>
                </a:cubicBezTo>
                <a:close/>
                <a:moveTo>
                  <a:pt x="1957" y="124"/>
                </a:moveTo>
                <a:cubicBezTo>
                  <a:pt x="1956" y="124"/>
                  <a:pt x="1955" y="124"/>
                  <a:pt x="1954" y="124"/>
                </a:cubicBezTo>
                <a:cubicBezTo>
                  <a:pt x="1954" y="125"/>
                  <a:pt x="1953" y="125"/>
                  <a:pt x="1953" y="125"/>
                </a:cubicBezTo>
                <a:cubicBezTo>
                  <a:pt x="1953" y="126"/>
                  <a:pt x="1953" y="126"/>
                  <a:pt x="1953" y="127"/>
                </a:cubicBezTo>
                <a:cubicBezTo>
                  <a:pt x="1953" y="127"/>
                  <a:pt x="1953" y="128"/>
                  <a:pt x="1954" y="128"/>
                </a:cubicBezTo>
                <a:cubicBezTo>
                  <a:pt x="1954" y="129"/>
                  <a:pt x="1955" y="129"/>
                  <a:pt x="1956" y="130"/>
                </a:cubicBezTo>
                <a:cubicBezTo>
                  <a:pt x="1956" y="130"/>
                  <a:pt x="1957" y="130"/>
                  <a:pt x="1958" y="130"/>
                </a:cubicBezTo>
                <a:cubicBezTo>
                  <a:pt x="1959" y="130"/>
                  <a:pt x="1960" y="131"/>
                  <a:pt x="1961" y="131"/>
                </a:cubicBezTo>
                <a:cubicBezTo>
                  <a:pt x="1963" y="131"/>
                  <a:pt x="1964" y="130"/>
                  <a:pt x="1964" y="130"/>
                </a:cubicBezTo>
                <a:cubicBezTo>
                  <a:pt x="1965" y="130"/>
                  <a:pt x="1966" y="130"/>
                  <a:pt x="1967" y="130"/>
                </a:cubicBezTo>
                <a:cubicBezTo>
                  <a:pt x="1967" y="129"/>
                  <a:pt x="1968" y="129"/>
                  <a:pt x="1968" y="128"/>
                </a:cubicBezTo>
                <a:cubicBezTo>
                  <a:pt x="1968" y="128"/>
                  <a:pt x="1969" y="127"/>
                  <a:pt x="1968" y="127"/>
                </a:cubicBezTo>
                <a:cubicBezTo>
                  <a:pt x="1968" y="126"/>
                  <a:pt x="1968" y="126"/>
                  <a:pt x="1968" y="125"/>
                </a:cubicBezTo>
                <a:cubicBezTo>
                  <a:pt x="1967" y="125"/>
                  <a:pt x="1966" y="125"/>
                  <a:pt x="1966" y="124"/>
                </a:cubicBezTo>
                <a:cubicBezTo>
                  <a:pt x="1965" y="124"/>
                  <a:pt x="1964" y="124"/>
                  <a:pt x="1963" y="124"/>
                </a:cubicBezTo>
                <a:cubicBezTo>
                  <a:pt x="1962" y="123"/>
                  <a:pt x="1961" y="123"/>
                  <a:pt x="1960" y="123"/>
                </a:cubicBezTo>
                <a:cubicBezTo>
                  <a:pt x="1959" y="123"/>
                  <a:pt x="1958" y="123"/>
                  <a:pt x="1957" y="124"/>
                </a:cubicBezTo>
                <a:close/>
                <a:moveTo>
                  <a:pt x="2193" y="124"/>
                </a:moveTo>
                <a:cubicBezTo>
                  <a:pt x="2192" y="124"/>
                  <a:pt x="2191" y="124"/>
                  <a:pt x="2191" y="124"/>
                </a:cubicBezTo>
                <a:cubicBezTo>
                  <a:pt x="2190" y="125"/>
                  <a:pt x="2189" y="125"/>
                  <a:pt x="2189" y="125"/>
                </a:cubicBezTo>
                <a:cubicBezTo>
                  <a:pt x="2189" y="126"/>
                  <a:pt x="2189" y="126"/>
                  <a:pt x="2189" y="127"/>
                </a:cubicBezTo>
                <a:cubicBezTo>
                  <a:pt x="2189" y="127"/>
                  <a:pt x="2190" y="128"/>
                  <a:pt x="2190" y="128"/>
                </a:cubicBezTo>
                <a:cubicBezTo>
                  <a:pt x="2191" y="129"/>
                  <a:pt x="2191" y="129"/>
                  <a:pt x="2192" y="130"/>
                </a:cubicBezTo>
                <a:cubicBezTo>
                  <a:pt x="2193" y="130"/>
                  <a:pt x="2194" y="130"/>
                  <a:pt x="2195" y="130"/>
                </a:cubicBezTo>
                <a:cubicBezTo>
                  <a:pt x="2196" y="130"/>
                  <a:pt x="2197" y="131"/>
                  <a:pt x="2198" y="131"/>
                </a:cubicBezTo>
                <a:cubicBezTo>
                  <a:pt x="2199" y="131"/>
                  <a:pt x="2200" y="130"/>
                  <a:pt x="2201" y="130"/>
                </a:cubicBezTo>
                <a:cubicBezTo>
                  <a:pt x="2202" y="130"/>
                  <a:pt x="2203" y="130"/>
                  <a:pt x="2203" y="130"/>
                </a:cubicBezTo>
                <a:cubicBezTo>
                  <a:pt x="2204" y="129"/>
                  <a:pt x="2204" y="129"/>
                  <a:pt x="2205" y="128"/>
                </a:cubicBezTo>
                <a:cubicBezTo>
                  <a:pt x="2205" y="128"/>
                  <a:pt x="2205" y="127"/>
                  <a:pt x="2205" y="127"/>
                </a:cubicBezTo>
                <a:cubicBezTo>
                  <a:pt x="2205" y="126"/>
                  <a:pt x="2204" y="126"/>
                  <a:pt x="2204" y="125"/>
                </a:cubicBezTo>
                <a:cubicBezTo>
                  <a:pt x="2203" y="125"/>
                  <a:pt x="2202" y="125"/>
                  <a:pt x="2202" y="124"/>
                </a:cubicBezTo>
                <a:cubicBezTo>
                  <a:pt x="2201" y="124"/>
                  <a:pt x="2200" y="124"/>
                  <a:pt x="2199" y="124"/>
                </a:cubicBezTo>
                <a:cubicBezTo>
                  <a:pt x="2198" y="123"/>
                  <a:pt x="2197" y="123"/>
                  <a:pt x="2196" y="123"/>
                </a:cubicBezTo>
                <a:cubicBezTo>
                  <a:pt x="2195" y="123"/>
                  <a:pt x="2194" y="123"/>
                  <a:pt x="2193" y="124"/>
                </a:cubicBezTo>
                <a:close/>
                <a:moveTo>
                  <a:pt x="2114" y="124"/>
                </a:moveTo>
                <a:cubicBezTo>
                  <a:pt x="2113" y="124"/>
                  <a:pt x="2112" y="124"/>
                  <a:pt x="2112" y="124"/>
                </a:cubicBezTo>
                <a:cubicBezTo>
                  <a:pt x="2111" y="125"/>
                  <a:pt x="2111" y="125"/>
                  <a:pt x="2110" y="125"/>
                </a:cubicBezTo>
                <a:cubicBezTo>
                  <a:pt x="2110" y="126"/>
                  <a:pt x="2110" y="126"/>
                  <a:pt x="2110" y="127"/>
                </a:cubicBezTo>
                <a:cubicBezTo>
                  <a:pt x="2110" y="127"/>
                  <a:pt x="2111" y="128"/>
                  <a:pt x="2111" y="128"/>
                </a:cubicBezTo>
                <a:cubicBezTo>
                  <a:pt x="2112" y="129"/>
                  <a:pt x="2112" y="129"/>
                  <a:pt x="2113" y="130"/>
                </a:cubicBezTo>
                <a:cubicBezTo>
                  <a:pt x="2114" y="130"/>
                  <a:pt x="2115" y="130"/>
                  <a:pt x="2116" y="130"/>
                </a:cubicBezTo>
                <a:cubicBezTo>
                  <a:pt x="2117" y="130"/>
                  <a:pt x="2118" y="131"/>
                  <a:pt x="2119" y="131"/>
                </a:cubicBezTo>
                <a:cubicBezTo>
                  <a:pt x="2120" y="131"/>
                  <a:pt x="2121" y="130"/>
                  <a:pt x="2122" y="130"/>
                </a:cubicBezTo>
                <a:cubicBezTo>
                  <a:pt x="2123" y="130"/>
                  <a:pt x="2124" y="130"/>
                  <a:pt x="2124" y="130"/>
                </a:cubicBezTo>
                <a:cubicBezTo>
                  <a:pt x="2125" y="129"/>
                  <a:pt x="2125" y="129"/>
                  <a:pt x="2126" y="128"/>
                </a:cubicBezTo>
                <a:cubicBezTo>
                  <a:pt x="2126" y="128"/>
                  <a:pt x="2126" y="127"/>
                  <a:pt x="2126" y="127"/>
                </a:cubicBezTo>
                <a:cubicBezTo>
                  <a:pt x="2126" y="126"/>
                  <a:pt x="2125" y="126"/>
                  <a:pt x="2125" y="125"/>
                </a:cubicBezTo>
                <a:cubicBezTo>
                  <a:pt x="2124" y="125"/>
                  <a:pt x="2124" y="125"/>
                  <a:pt x="2123" y="124"/>
                </a:cubicBezTo>
                <a:cubicBezTo>
                  <a:pt x="2122" y="124"/>
                  <a:pt x="2121" y="124"/>
                  <a:pt x="2120" y="124"/>
                </a:cubicBezTo>
                <a:cubicBezTo>
                  <a:pt x="2119" y="123"/>
                  <a:pt x="2118" y="123"/>
                  <a:pt x="2117" y="123"/>
                </a:cubicBezTo>
                <a:cubicBezTo>
                  <a:pt x="2116" y="123"/>
                  <a:pt x="2115" y="123"/>
                  <a:pt x="2114" y="124"/>
                </a:cubicBezTo>
                <a:close/>
                <a:moveTo>
                  <a:pt x="1721" y="124"/>
                </a:moveTo>
                <a:cubicBezTo>
                  <a:pt x="1720" y="124"/>
                  <a:pt x="1719" y="124"/>
                  <a:pt x="1718" y="124"/>
                </a:cubicBezTo>
                <a:cubicBezTo>
                  <a:pt x="1718" y="125"/>
                  <a:pt x="1717" y="125"/>
                  <a:pt x="1717" y="125"/>
                </a:cubicBezTo>
                <a:cubicBezTo>
                  <a:pt x="1717" y="126"/>
                  <a:pt x="1716" y="126"/>
                  <a:pt x="1716" y="127"/>
                </a:cubicBezTo>
                <a:cubicBezTo>
                  <a:pt x="1717" y="127"/>
                  <a:pt x="1717" y="128"/>
                  <a:pt x="1717" y="128"/>
                </a:cubicBezTo>
                <a:cubicBezTo>
                  <a:pt x="1718" y="129"/>
                  <a:pt x="1718" y="129"/>
                  <a:pt x="1719" y="130"/>
                </a:cubicBezTo>
                <a:cubicBezTo>
                  <a:pt x="1720" y="130"/>
                  <a:pt x="1721" y="130"/>
                  <a:pt x="1722" y="130"/>
                </a:cubicBezTo>
                <a:cubicBezTo>
                  <a:pt x="1723" y="130"/>
                  <a:pt x="1724" y="131"/>
                  <a:pt x="1725" y="131"/>
                </a:cubicBezTo>
                <a:cubicBezTo>
                  <a:pt x="1726" y="131"/>
                  <a:pt x="1727" y="130"/>
                  <a:pt x="1728" y="130"/>
                </a:cubicBezTo>
                <a:cubicBezTo>
                  <a:pt x="1729" y="130"/>
                  <a:pt x="1730" y="130"/>
                  <a:pt x="1730" y="130"/>
                </a:cubicBezTo>
                <a:cubicBezTo>
                  <a:pt x="1731" y="129"/>
                  <a:pt x="1731" y="129"/>
                  <a:pt x="1732" y="128"/>
                </a:cubicBezTo>
                <a:cubicBezTo>
                  <a:pt x="1732" y="128"/>
                  <a:pt x="1732" y="127"/>
                  <a:pt x="1732" y="127"/>
                </a:cubicBezTo>
                <a:cubicBezTo>
                  <a:pt x="1732" y="126"/>
                  <a:pt x="1732" y="126"/>
                  <a:pt x="1731" y="125"/>
                </a:cubicBezTo>
                <a:cubicBezTo>
                  <a:pt x="1731" y="125"/>
                  <a:pt x="1730" y="125"/>
                  <a:pt x="1729" y="124"/>
                </a:cubicBezTo>
                <a:cubicBezTo>
                  <a:pt x="1729" y="124"/>
                  <a:pt x="1728" y="124"/>
                  <a:pt x="1727" y="124"/>
                </a:cubicBezTo>
                <a:cubicBezTo>
                  <a:pt x="1726" y="123"/>
                  <a:pt x="1725" y="123"/>
                  <a:pt x="1724" y="123"/>
                </a:cubicBezTo>
                <a:cubicBezTo>
                  <a:pt x="1723" y="123"/>
                  <a:pt x="1722" y="123"/>
                  <a:pt x="1721" y="124"/>
                </a:cubicBezTo>
                <a:close/>
                <a:moveTo>
                  <a:pt x="2153" y="124"/>
                </a:moveTo>
                <a:cubicBezTo>
                  <a:pt x="2153" y="124"/>
                  <a:pt x="2152" y="124"/>
                  <a:pt x="2151" y="124"/>
                </a:cubicBezTo>
                <a:cubicBezTo>
                  <a:pt x="2151" y="125"/>
                  <a:pt x="2150" y="125"/>
                  <a:pt x="2150" y="125"/>
                </a:cubicBezTo>
                <a:cubicBezTo>
                  <a:pt x="2150" y="126"/>
                  <a:pt x="2149" y="126"/>
                  <a:pt x="2150" y="127"/>
                </a:cubicBezTo>
                <a:cubicBezTo>
                  <a:pt x="2150" y="127"/>
                  <a:pt x="2150" y="128"/>
                  <a:pt x="2151" y="128"/>
                </a:cubicBezTo>
                <a:cubicBezTo>
                  <a:pt x="2151" y="129"/>
                  <a:pt x="2152" y="129"/>
                  <a:pt x="2153" y="130"/>
                </a:cubicBezTo>
                <a:cubicBezTo>
                  <a:pt x="2154" y="130"/>
                  <a:pt x="2154" y="130"/>
                  <a:pt x="2155" y="130"/>
                </a:cubicBezTo>
                <a:cubicBezTo>
                  <a:pt x="2156" y="130"/>
                  <a:pt x="2157" y="131"/>
                  <a:pt x="2159" y="131"/>
                </a:cubicBezTo>
                <a:cubicBezTo>
                  <a:pt x="2160" y="131"/>
                  <a:pt x="2161" y="130"/>
                  <a:pt x="2162" y="130"/>
                </a:cubicBezTo>
                <a:cubicBezTo>
                  <a:pt x="2162" y="130"/>
                  <a:pt x="2163" y="130"/>
                  <a:pt x="2164" y="130"/>
                </a:cubicBezTo>
                <a:cubicBezTo>
                  <a:pt x="2164" y="129"/>
                  <a:pt x="2165" y="129"/>
                  <a:pt x="2165" y="128"/>
                </a:cubicBezTo>
                <a:cubicBezTo>
                  <a:pt x="2165" y="128"/>
                  <a:pt x="2166" y="127"/>
                  <a:pt x="2165" y="127"/>
                </a:cubicBezTo>
                <a:cubicBezTo>
                  <a:pt x="2165" y="126"/>
                  <a:pt x="2165" y="126"/>
                  <a:pt x="2164" y="125"/>
                </a:cubicBezTo>
                <a:cubicBezTo>
                  <a:pt x="2164" y="125"/>
                  <a:pt x="2163" y="125"/>
                  <a:pt x="2162" y="124"/>
                </a:cubicBezTo>
                <a:cubicBezTo>
                  <a:pt x="2162" y="124"/>
                  <a:pt x="2161" y="124"/>
                  <a:pt x="2160" y="124"/>
                </a:cubicBezTo>
                <a:cubicBezTo>
                  <a:pt x="2159" y="123"/>
                  <a:pt x="2158" y="123"/>
                  <a:pt x="2156" y="123"/>
                </a:cubicBezTo>
                <a:cubicBezTo>
                  <a:pt x="2155" y="123"/>
                  <a:pt x="2154" y="123"/>
                  <a:pt x="2153" y="124"/>
                </a:cubicBezTo>
                <a:close/>
                <a:moveTo>
                  <a:pt x="1996" y="124"/>
                </a:moveTo>
                <a:cubicBezTo>
                  <a:pt x="1995" y="124"/>
                  <a:pt x="1994" y="124"/>
                  <a:pt x="1994" y="124"/>
                </a:cubicBezTo>
                <a:cubicBezTo>
                  <a:pt x="1993" y="125"/>
                  <a:pt x="1993" y="125"/>
                  <a:pt x="1992" y="125"/>
                </a:cubicBezTo>
                <a:cubicBezTo>
                  <a:pt x="1992" y="126"/>
                  <a:pt x="1992" y="126"/>
                  <a:pt x="1992" y="127"/>
                </a:cubicBezTo>
                <a:cubicBezTo>
                  <a:pt x="1992" y="127"/>
                  <a:pt x="1993" y="128"/>
                  <a:pt x="1993" y="128"/>
                </a:cubicBezTo>
                <a:cubicBezTo>
                  <a:pt x="1994" y="129"/>
                  <a:pt x="1994" y="129"/>
                  <a:pt x="1995" y="130"/>
                </a:cubicBezTo>
                <a:cubicBezTo>
                  <a:pt x="1996" y="130"/>
                  <a:pt x="1997" y="130"/>
                  <a:pt x="1998" y="130"/>
                </a:cubicBezTo>
                <a:cubicBezTo>
                  <a:pt x="1999" y="130"/>
                  <a:pt x="2000" y="131"/>
                  <a:pt x="2001" y="131"/>
                </a:cubicBezTo>
                <a:cubicBezTo>
                  <a:pt x="2002" y="131"/>
                  <a:pt x="2003" y="130"/>
                  <a:pt x="2004" y="130"/>
                </a:cubicBezTo>
                <a:cubicBezTo>
                  <a:pt x="2005" y="130"/>
                  <a:pt x="2006" y="130"/>
                  <a:pt x="2006" y="130"/>
                </a:cubicBezTo>
                <a:cubicBezTo>
                  <a:pt x="2007" y="129"/>
                  <a:pt x="2007" y="129"/>
                  <a:pt x="2008" y="128"/>
                </a:cubicBezTo>
                <a:cubicBezTo>
                  <a:pt x="2008" y="128"/>
                  <a:pt x="2008" y="127"/>
                  <a:pt x="2008" y="127"/>
                </a:cubicBezTo>
                <a:cubicBezTo>
                  <a:pt x="2008" y="126"/>
                  <a:pt x="2007" y="126"/>
                  <a:pt x="2007" y="125"/>
                </a:cubicBezTo>
                <a:cubicBezTo>
                  <a:pt x="2006" y="125"/>
                  <a:pt x="2006" y="125"/>
                  <a:pt x="2005" y="124"/>
                </a:cubicBezTo>
                <a:cubicBezTo>
                  <a:pt x="2004" y="124"/>
                  <a:pt x="2003" y="124"/>
                  <a:pt x="2002" y="124"/>
                </a:cubicBezTo>
                <a:cubicBezTo>
                  <a:pt x="2001" y="123"/>
                  <a:pt x="2000" y="123"/>
                  <a:pt x="1999" y="123"/>
                </a:cubicBezTo>
                <a:cubicBezTo>
                  <a:pt x="1998" y="123"/>
                  <a:pt x="1997" y="123"/>
                  <a:pt x="1996" y="124"/>
                </a:cubicBezTo>
                <a:close/>
                <a:moveTo>
                  <a:pt x="1760" y="124"/>
                </a:moveTo>
                <a:cubicBezTo>
                  <a:pt x="1759" y="124"/>
                  <a:pt x="1758" y="124"/>
                  <a:pt x="1758" y="124"/>
                </a:cubicBezTo>
                <a:cubicBezTo>
                  <a:pt x="1757" y="125"/>
                  <a:pt x="1757" y="125"/>
                  <a:pt x="1756" y="125"/>
                </a:cubicBezTo>
                <a:cubicBezTo>
                  <a:pt x="1756" y="126"/>
                  <a:pt x="1756" y="126"/>
                  <a:pt x="1756" y="127"/>
                </a:cubicBezTo>
                <a:cubicBezTo>
                  <a:pt x="1756" y="127"/>
                  <a:pt x="1756" y="128"/>
                  <a:pt x="1757" y="128"/>
                </a:cubicBezTo>
                <a:cubicBezTo>
                  <a:pt x="1757" y="129"/>
                  <a:pt x="1758" y="129"/>
                  <a:pt x="1759" y="130"/>
                </a:cubicBezTo>
                <a:cubicBezTo>
                  <a:pt x="1759" y="130"/>
                  <a:pt x="1760" y="130"/>
                  <a:pt x="1761" y="130"/>
                </a:cubicBezTo>
                <a:cubicBezTo>
                  <a:pt x="1762" y="130"/>
                  <a:pt x="1763" y="131"/>
                  <a:pt x="1764" y="131"/>
                </a:cubicBezTo>
                <a:cubicBezTo>
                  <a:pt x="1765" y="131"/>
                  <a:pt x="1766" y="130"/>
                  <a:pt x="1767" y="130"/>
                </a:cubicBezTo>
                <a:cubicBezTo>
                  <a:pt x="1768" y="130"/>
                  <a:pt x="1769" y="130"/>
                  <a:pt x="1770" y="130"/>
                </a:cubicBezTo>
                <a:cubicBezTo>
                  <a:pt x="1770" y="129"/>
                  <a:pt x="1771" y="129"/>
                  <a:pt x="1771" y="128"/>
                </a:cubicBezTo>
                <a:cubicBezTo>
                  <a:pt x="1772" y="128"/>
                  <a:pt x="1772" y="127"/>
                  <a:pt x="1772" y="127"/>
                </a:cubicBezTo>
                <a:cubicBezTo>
                  <a:pt x="1772" y="126"/>
                  <a:pt x="1771" y="126"/>
                  <a:pt x="1771" y="125"/>
                </a:cubicBezTo>
                <a:cubicBezTo>
                  <a:pt x="1770" y="125"/>
                  <a:pt x="1770" y="125"/>
                  <a:pt x="1769" y="124"/>
                </a:cubicBezTo>
                <a:cubicBezTo>
                  <a:pt x="1768" y="124"/>
                  <a:pt x="1767" y="124"/>
                  <a:pt x="1766" y="124"/>
                </a:cubicBezTo>
                <a:cubicBezTo>
                  <a:pt x="1765" y="123"/>
                  <a:pt x="1764" y="123"/>
                  <a:pt x="1763" y="123"/>
                </a:cubicBezTo>
                <a:cubicBezTo>
                  <a:pt x="1762" y="123"/>
                  <a:pt x="1761" y="123"/>
                  <a:pt x="1760" y="124"/>
                </a:cubicBezTo>
                <a:close/>
                <a:moveTo>
                  <a:pt x="1917" y="124"/>
                </a:moveTo>
                <a:cubicBezTo>
                  <a:pt x="1917" y="124"/>
                  <a:pt x="1916" y="124"/>
                  <a:pt x="1915" y="124"/>
                </a:cubicBezTo>
                <a:cubicBezTo>
                  <a:pt x="1914" y="125"/>
                  <a:pt x="1914" y="125"/>
                  <a:pt x="1914" y="125"/>
                </a:cubicBezTo>
                <a:cubicBezTo>
                  <a:pt x="1913" y="126"/>
                  <a:pt x="1913" y="126"/>
                  <a:pt x="1913" y="127"/>
                </a:cubicBezTo>
                <a:cubicBezTo>
                  <a:pt x="1913" y="127"/>
                  <a:pt x="1914" y="128"/>
                  <a:pt x="1914" y="128"/>
                </a:cubicBezTo>
                <a:cubicBezTo>
                  <a:pt x="1915" y="129"/>
                  <a:pt x="1915" y="129"/>
                  <a:pt x="1916" y="130"/>
                </a:cubicBezTo>
                <a:cubicBezTo>
                  <a:pt x="1917" y="130"/>
                  <a:pt x="1918" y="130"/>
                  <a:pt x="1919" y="130"/>
                </a:cubicBezTo>
                <a:cubicBezTo>
                  <a:pt x="1920" y="130"/>
                  <a:pt x="1921" y="131"/>
                  <a:pt x="1922" y="131"/>
                </a:cubicBezTo>
                <a:cubicBezTo>
                  <a:pt x="1923" y="131"/>
                  <a:pt x="1924" y="130"/>
                  <a:pt x="1925" y="130"/>
                </a:cubicBezTo>
                <a:cubicBezTo>
                  <a:pt x="1926" y="130"/>
                  <a:pt x="1927" y="130"/>
                  <a:pt x="1927" y="130"/>
                </a:cubicBezTo>
                <a:cubicBezTo>
                  <a:pt x="1928" y="129"/>
                  <a:pt x="1929" y="129"/>
                  <a:pt x="1929" y="128"/>
                </a:cubicBezTo>
                <a:cubicBezTo>
                  <a:pt x="1929" y="128"/>
                  <a:pt x="1929" y="127"/>
                  <a:pt x="1929" y="127"/>
                </a:cubicBezTo>
                <a:cubicBezTo>
                  <a:pt x="1929" y="126"/>
                  <a:pt x="1929" y="126"/>
                  <a:pt x="1928" y="125"/>
                </a:cubicBezTo>
                <a:cubicBezTo>
                  <a:pt x="1928" y="125"/>
                  <a:pt x="1927" y="125"/>
                  <a:pt x="1926" y="124"/>
                </a:cubicBezTo>
                <a:cubicBezTo>
                  <a:pt x="1925" y="124"/>
                  <a:pt x="1925" y="124"/>
                  <a:pt x="1924" y="124"/>
                </a:cubicBezTo>
                <a:cubicBezTo>
                  <a:pt x="1923" y="123"/>
                  <a:pt x="1922" y="123"/>
                  <a:pt x="1920" y="123"/>
                </a:cubicBezTo>
                <a:cubicBezTo>
                  <a:pt x="1919" y="123"/>
                  <a:pt x="1918" y="123"/>
                  <a:pt x="1917" y="124"/>
                </a:cubicBezTo>
                <a:close/>
                <a:moveTo>
                  <a:pt x="1642" y="124"/>
                </a:moveTo>
                <a:cubicBezTo>
                  <a:pt x="1641" y="124"/>
                  <a:pt x="1640" y="124"/>
                  <a:pt x="1640" y="124"/>
                </a:cubicBezTo>
                <a:cubicBezTo>
                  <a:pt x="1639" y="125"/>
                  <a:pt x="1638" y="125"/>
                  <a:pt x="1638" y="125"/>
                </a:cubicBezTo>
                <a:cubicBezTo>
                  <a:pt x="1638" y="126"/>
                  <a:pt x="1638" y="126"/>
                  <a:pt x="1638" y="127"/>
                </a:cubicBezTo>
                <a:cubicBezTo>
                  <a:pt x="1638" y="127"/>
                  <a:pt x="1638" y="128"/>
                  <a:pt x="1638" y="128"/>
                </a:cubicBezTo>
                <a:cubicBezTo>
                  <a:pt x="1639" y="129"/>
                  <a:pt x="1640" y="129"/>
                  <a:pt x="1640" y="130"/>
                </a:cubicBezTo>
                <a:cubicBezTo>
                  <a:pt x="1641" y="130"/>
                  <a:pt x="1642" y="130"/>
                  <a:pt x="1643" y="130"/>
                </a:cubicBezTo>
                <a:cubicBezTo>
                  <a:pt x="1644" y="130"/>
                  <a:pt x="1645" y="131"/>
                  <a:pt x="1646" y="131"/>
                </a:cubicBezTo>
                <a:cubicBezTo>
                  <a:pt x="1647" y="131"/>
                  <a:pt x="1648" y="130"/>
                  <a:pt x="1649" y="130"/>
                </a:cubicBezTo>
                <a:cubicBezTo>
                  <a:pt x="1650" y="130"/>
                  <a:pt x="1651" y="130"/>
                  <a:pt x="1651" y="130"/>
                </a:cubicBezTo>
                <a:cubicBezTo>
                  <a:pt x="1652" y="129"/>
                  <a:pt x="1653" y="129"/>
                  <a:pt x="1653" y="128"/>
                </a:cubicBezTo>
                <a:cubicBezTo>
                  <a:pt x="1653" y="128"/>
                  <a:pt x="1654" y="127"/>
                  <a:pt x="1653" y="127"/>
                </a:cubicBezTo>
                <a:cubicBezTo>
                  <a:pt x="1653" y="126"/>
                  <a:pt x="1653" y="126"/>
                  <a:pt x="1653" y="125"/>
                </a:cubicBezTo>
                <a:cubicBezTo>
                  <a:pt x="1652" y="125"/>
                  <a:pt x="1652" y="125"/>
                  <a:pt x="1651" y="124"/>
                </a:cubicBezTo>
                <a:cubicBezTo>
                  <a:pt x="1650" y="124"/>
                  <a:pt x="1649" y="124"/>
                  <a:pt x="1648" y="124"/>
                </a:cubicBezTo>
                <a:cubicBezTo>
                  <a:pt x="1647" y="123"/>
                  <a:pt x="1646" y="123"/>
                  <a:pt x="1645" y="123"/>
                </a:cubicBezTo>
                <a:cubicBezTo>
                  <a:pt x="1644" y="123"/>
                  <a:pt x="1643" y="123"/>
                  <a:pt x="1642" y="124"/>
                </a:cubicBezTo>
                <a:close/>
                <a:moveTo>
                  <a:pt x="2075" y="124"/>
                </a:moveTo>
                <a:cubicBezTo>
                  <a:pt x="2074" y="124"/>
                  <a:pt x="2073" y="124"/>
                  <a:pt x="2072" y="124"/>
                </a:cubicBezTo>
                <a:cubicBezTo>
                  <a:pt x="2072" y="125"/>
                  <a:pt x="2071" y="125"/>
                  <a:pt x="2071" y="125"/>
                </a:cubicBezTo>
                <a:cubicBezTo>
                  <a:pt x="2071" y="126"/>
                  <a:pt x="2071" y="126"/>
                  <a:pt x="2071" y="127"/>
                </a:cubicBezTo>
                <a:cubicBezTo>
                  <a:pt x="2071" y="127"/>
                  <a:pt x="2071" y="128"/>
                  <a:pt x="2072" y="128"/>
                </a:cubicBezTo>
                <a:cubicBezTo>
                  <a:pt x="2072" y="129"/>
                  <a:pt x="2073" y="129"/>
                  <a:pt x="2074" y="130"/>
                </a:cubicBezTo>
                <a:cubicBezTo>
                  <a:pt x="2075" y="130"/>
                  <a:pt x="2076" y="130"/>
                  <a:pt x="2077" y="130"/>
                </a:cubicBezTo>
                <a:cubicBezTo>
                  <a:pt x="2078" y="130"/>
                  <a:pt x="2079" y="131"/>
                  <a:pt x="2080" y="131"/>
                </a:cubicBezTo>
                <a:cubicBezTo>
                  <a:pt x="2081" y="131"/>
                  <a:pt x="2082" y="130"/>
                  <a:pt x="2083" y="130"/>
                </a:cubicBezTo>
                <a:cubicBezTo>
                  <a:pt x="2084" y="130"/>
                  <a:pt x="2084" y="130"/>
                  <a:pt x="2085" y="130"/>
                </a:cubicBezTo>
                <a:cubicBezTo>
                  <a:pt x="2086" y="129"/>
                  <a:pt x="2086" y="129"/>
                  <a:pt x="2086" y="128"/>
                </a:cubicBezTo>
                <a:cubicBezTo>
                  <a:pt x="2087" y="128"/>
                  <a:pt x="2087" y="127"/>
                  <a:pt x="2087" y="127"/>
                </a:cubicBezTo>
                <a:cubicBezTo>
                  <a:pt x="2086" y="126"/>
                  <a:pt x="2086" y="126"/>
                  <a:pt x="2086" y="125"/>
                </a:cubicBezTo>
                <a:cubicBezTo>
                  <a:pt x="2085" y="125"/>
                  <a:pt x="2084" y="125"/>
                  <a:pt x="2084" y="124"/>
                </a:cubicBezTo>
                <a:cubicBezTo>
                  <a:pt x="2083" y="124"/>
                  <a:pt x="2082" y="124"/>
                  <a:pt x="2081" y="124"/>
                </a:cubicBezTo>
                <a:cubicBezTo>
                  <a:pt x="2080" y="123"/>
                  <a:pt x="2079" y="123"/>
                  <a:pt x="2078" y="123"/>
                </a:cubicBezTo>
                <a:cubicBezTo>
                  <a:pt x="2077" y="123"/>
                  <a:pt x="2076" y="123"/>
                  <a:pt x="2075" y="124"/>
                </a:cubicBezTo>
                <a:close/>
                <a:moveTo>
                  <a:pt x="1327" y="124"/>
                </a:moveTo>
                <a:cubicBezTo>
                  <a:pt x="1326" y="124"/>
                  <a:pt x="1326" y="124"/>
                  <a:pt x="1325" y="124"/>
                </a:cubicBezTo>
                <a:cubicBezTo>
                  <a:pt x="1324" y="125"/>
                  <a:pt x="1324" y="125"/>
                  <a:pt x="1323" y="125"/>
                </a:cubicBezTo>
                <a:cubicBezTo>
                  <a:pt x="1323" y="126"/>
                  <a:pt x="1323" y="126"/>
                  <a:pt x="1323" y="127"/>
                </a:cubicBezTo>
                <a:cubicBezTo>
                  <a:pt x="1323" y="127"/>
                  <a:pt x="1323" y="128"/>
                  <a:pt x="1323" y="128"/>
                </a:cubicBezTo>
                <a:cubicBezTo>
                  <a:pt x="1324" y="129"/>
                  <a:pt x="1324" y="129"/>
                  <a:pt x="1325" y="130"/>
                </a:cubicBezTo>
                <a:cubicBezTo>
                  <a:pt x="1326" y="130"/>
                  <a:pt x="1327" y="130"/>
                  <a:pt x="1328" y="130"/>
                </a:cubicBezTo>
                <a:cubicBezTo>
                  <a:pt x="1328" y="130"/>
                  <a:pt x="1330" y="131"/>
                  <a:pt x="1331" y="131"/>
                </a:cubicBezTo>
                <a:cubicBezTo>
                  <a:pt x="1332" y="131"/>
                  <a:pt x="1333" y="130"/>
                  <a:pt x="1334" y="130"/>
                </a:cubicBezTo>
                <a:cubicBezTo>
                  <a:pt x="1335" y="130"/>
                  <a:pt x="1335" y="130"/>
                  <a:pt x="1336" y="130"/>
                </a:cubicBezTo>
                <a:cubicBezTo>
                  <a:pt x="1337" y="129"/>
                  <a:pt x="1337" y="129"/>
                  <a:pt x="1338" y="128"/>
                </a:cubicBezTo>
                <a:cubicBezTo>
                  <a:pt x="1338" y="128"/>
                  <a:pt x="1338" y="127"/>
                  <a:pt x="1338" y="127"/>
                </a:cubicBezTo>
                <a:cubicBezTo>
                  <a:pt x="1338" y="126"/>
                  <a:pt x="1338" y="126"/>
                  <a:pt x="1338" y="125"/>
                </a:cubicBezTo>
                <a:cubicBezTo>
                  <a:pt x="1337" y="125"/>
                  <a:pt x="1337" y="125"/>
                  <a:pt x="1336" y="124"/>
                </a:cubicBezTo>
                <a:cubicBezTo>
                  <a:pt x="1335" y="124"/>
                  <a:pt x="1334" y="124"/>
                  <a:pt x="1334" y="124"/>
                </a:cubicBezTo>
                <a:cubicBezTo>
                  <a:pt x="1333" y="123"/>
                  <a:pt x="1332" y="123"/>
                  <a:pt x="1330" y="123"/>
                </a:cubicBezTo>
                <a:cubicBezTo>
                  <a:pt x="1329" y="123"/>
                  <a:pt x="1328" y="123"/>
                  <a:pt x="1327" y="124"/>
                </a:cubicBezTo>
                <a:close/>
                <a:moveTo>
                  <a:pt x="1603" y="124"/>
                </a:moveTo>
                <a:cubicBezTo>
                  <a:pt x="1602" y="124"/>
                  <a:pt x="1601" y="124"/>
                  <a:pt x="1600" y="124"/>
                </a:cubicBezTo>
                <a:cubicBezTo>
                  <a:pt x="1600" y="125"/>
                  <a:pt x="1599" y="125"/>
                  <a:pt x="1599" y="125"/>
                </a:cubicBezTo>
                <a:cubicBezTo>
                  <a:pt x="1598" y="126"/>
                  <a:pt x="1598" y="126"/>
                  <a:pt x="1598" y="127"/>
                </a:cubicBezTo>
                <a:cubicBezTo>
                  <a:pt x="1598" y="127"/>
                  <a:pt x="1599" y="128"/>
                  <a:pt x="1599" y="128"/>
                </a:cubicBezTo>
                <a:cubicBezTo>
                  <a:pt x="1600" y="129"/>
                  <a:pt x="1600" y="129"/>
                  <a:pt x="1601" y="130"/>
                </a:cubicBezTo>
                <a:cubicBezTo>
                  <a:pt x="1602" y="130"/>
                  <a:pt x="1603" y="130"/>
                  <a:pt x="1603" y="130"/>
                </a:cubicBezTo>
                <a:cubicBezTo>
                  <a:pt x="1604" y="130"/>
                  <a:pt x="1605" y="131"/>
                  <a:pt x="1607" y="131"/>
                </a:cubicBezTo>
                <a:cubicBezTo>
                  <a:pt x="1608" y="131"/>
                  <a:pt x="1609" y="130"/>
                  <a:pt x="1610" y="130"/>
                </a:cubicBezTo>
                <a:cubicBezTo>
                  <a:pt x="1611" y="130"/>
                  <a:pt x="1611" y="130"/>
                  <a:pt x="1612" y="130"/>
                </a:cubicBezTo>
                <a:cubicBezTo>
                  <a:pt x="1613" y="129"/>
                  <a:pt x="1613" y="129"/>
                  <a:pt x="1614" y="128"/>
                </a:cubicBezTo>
                <a:cubicBezTo>
                  <a:pt x="1614" y="128"/>
                  <a:pt x="1614" y="127"/>
                  <a:pt x="1614" y="127"/>
                </a:cubicBezTo>
                <a:cubicBezTo>
                  <a:pt x="1614" y="126"/>
                  <a:pt x="1614" y="126"/>
                  <a:pt x="1613" y="125"/>
                </a:cubicBezTo>
                <a:cubicBezTo>
                  <a:pt x="1613" y="125"/>
                  <a:pt x="1612" y="125"/>
                  <a:pt x="1611" y="124"/>
                </a:cubicBezTo>
                <a:cubicBezTo>
                  <a:pt x="1611" y="124"/>
                  <a:pt x="1610" y="124"/>
                  <a:pt x="1609" y="124"/>
                </a:cubicBezTo>
                <a:cubicBezTo>
                  <a:pt x="1608" y="123"/>
                  <a:pt x="1607" y="123"/>
                  <a:pt x="1606" y="123"/>
                </a:cubicBezTo>
                <a:cubicBezTo>
                  <a:pt x="1605" y="123"/>
                  <a:pt x="1604" y="123"/>
                  <a:pt x="1603" y="124"/>
                </a:cubicBezTo>
                <a:close/>
                <a:moveTo>
                  <a:pt x="1799" y="124"/>
                </a:moveTo>
                <a:cubicBezTo>
                  <a:pt x="1799" y="124"/>
                  <a:pt x="1798" y="124"/>
                  <a:pt x="1797" y="124"/>
                </a:cubicBezTo>
                <a:cubicBezTo>
                  <a:pt x="1796" y="125"/>
                  <a:pt x="1796" y="125"/>
                  <a:pt x="1796" y="125"/>
                </a:cubicBezTo>
                <a:cubicBezTo>
                  <a:pt x="1795" y="126"/>
                  <a:pt x="1795" y="126"/>
                  <a:pt x="1795" y="127"/>
                </a:cubicBezTo>
                <a:cubicBezTo>
                  <a:pt x="1795" y="127"/>
                  <a:pt x="1796" y="128"/>
                  <a:pt x="1796" y="128"/>
                </a:cubicBezTo>
                <a:cubicBezTo>
                  <a:pt x="1797" y="129"/>
                  <a:pt x="1797" y="129"/>
                  <a:pt x="1798" y="130"/>
                </a:cubicBezTo>
                <a:cubicBezTo>
                  <a:pt x="1799" y="130"/>
                  <a:pt x="1800" y="130"/>
                  <a:pt x="1801" y="130"/>
                </a:cubicBezTo>
                <a:cubicBezTo>
                  <a:pt x="1802" y="130"/>
                  <a:pt x="1803" y="131"/>
                  <a:pt x="1804" y="131"/>
                </a:cubicBezTo>
                <a:cubicBezTo>
                  <a:pt x="1805" y="131"/>
                  <a:pt x="1806" y="130"/>
                  <a:pt x="1807" y="130"/>
                </a:cubicBezTo>
                <a:cubicBezTo>
                  <a:pt x="1808" y="130"/>
                  <a:pt x="1808" y="130"/>
                  <a:pt x="1809" y="130"/>
                </a:cubicBezTo>
                <a:cubicBezTo>
                  <a:pt x="1810" y="129"/>
                  <a:pt x="1810" y="129"/>
                  <a:pt x="1811" y="128"/>
                </a:cubicBezTo>
                <a:cubicBezTo>
                  <a:pt x="1811" y="128"/>
                  <a:pt x="1811" y="127"/>
                  <a:pt x="1811" y="127"/>
                </a:cubicBezTo>
                <a:cubicBezTo>
                  <a:pt x="1811" y="126"/>
                  <a:pt x="1811" y="126"/>
                  <a:pt x="1810" y="125"/>
                </a:cubicBezTo>
                <a:cubicBezTo>
                  <a:pt x="1810" y="125"/>
                  <a:pt x="1809" y="125"/>
                  <a:pt x="1808" y="124"/>
                </a:cubicBezTo>
                <a:cubicBezTo>
                  <a:pt x="1807" y="124"/>
                  <a:pt x="1807" y="124"/>
                  <a:pt x="1806" y="124"/>
                </a:cubicBezTo>
                <a:cubicBezTo>
                  <a:pt x="1805" y="123"/>
                  <a:pt x="1804" y="123"/>
                  <a:pt x="1802" y="123"/>
                </a:cubicBezTo>
                <a:cubicBezTo>
                  <a:pt x="1801" y="123"/>
                  <a:pt x="1800" y="123"/>
                  <a:pt x="1799" y="124"/>
                </a:cubicBezTo>
                <a:close/>
                <a:moveTo>
                  <a:pt x="1563" y="124"/>
                </a:moveTo>
                <a:cubicBezTo>
                  <a:pt x="1562" y="124"/>
                  <a:pt x="1562" y="124"/>
                  <a:pt x="1561" y="124"/>
                </a:cubicBezTo>
                <a:cubicBezTo>
                  <a:pt x="1560" y="125"/>
                  <a:pt x="1560" y="125"/>
                  <a:pt x="1559" y="125"/>
                </a:cubicBezTo>
                <a:cubicBezTo>
                  <a:pt x="1559" y="126"/>
                  <a:pt x="1559" y="126"/>
                  <a:pt x="1559" y="127"/>
                </a:cubicBezTo>
                <a:cubicBezTo>
                  <a:pt x="1559" y="127"/>
                  <a:pt x="1559" y="128"/>
                  <a:pt x="1560" y="128"/>
                </a:cubicBezTo>
                <a:cubicBezTo>
                  <a:pt x="1560" y="129"/>
                  <a:pt x="1561" y="129"/>
                  <a:pt x="1561" y="130"/>
                </a:cubicBezTo>
                <a:cubicBezTo>
                  <a:pt x="1562" y="130"/>
                  <a:pt x="1563" y="130"/>
                  <a:pt x="1564" y="130"/>
                </a:cubicBezTo>
                <a:cubicBezTo>
                  <a:pt x="1565" y="130"/>
                  <a:pt x="1566" y="131"/>
                  <a:pt x="1567" y="131"/>
                </a:cubicBezTo>
                <a:cubicBezTo>
                  <a:pt x="1568" y="131"/>
                  <a:pt x="1569" y="130"/>
                  <a:pt x="1570" y="130"/>
                </a:cubicBezTo>
                <a:cubicBezTo>
                  <a:pt x="1571" y="130"/>
                  <a:pt x="1572" y="130"/>
                  <a:pt x="1573" y="130"/>
                </a:cubicBezTo>
                <a:cubicBezTo>
                  <a:pt x="1573" y="129"/>
                  <a:pt x="1574" y="129"/>
                  <a:pt x="1574" y="128"/>
                </a:cubicBezTo>
                <a:cubicBezTo>
                  <a:pt x="1575" y="128"/>
                  <a:pt x="1575" y="127"/>
                  <a:pt x="1575" y="127"/>
                </a:cubicBezTo>
                <a:cubicBezTo>
                  <a:pt x="1575" y="126"/>
                  <a:pt x="1574" y="126"/>
                  <a:pt x="1574" y="125"/>
                </a:cubicBezTo>
                <a:cubicBezTo>
                  <a:pt x="1573" y="125"/>
                  <a:pt x="1573" y="125"/>
                  <a:pt x="1572" y="124"/>
                </a:cubicBezTo>
                <a:cubicBezTo>
                  <a:pt x="1571" y="124"/>
                  <a:pt x="1570" y="124"/>
                  <a:pt x="1570" y="124"/>
                </a:cubicBezTo>
                <a:cubicBezTo>
                  <a:pt x="1569" y="123"/>
                  <a:pt x="1568" y="123"/>
                  <a:pt x="1566" y="123"/>
                </a:cubicBezTo>
                <a:cubicBezTo>
                  <a:pt x="1565" y="123"/>
                  <a:pt x="1564" y="123"/>
                  <a:pt x="1563" y="124"/>
                </a:cubicBezTo>
                <a:close/>
                <a:moveTo>
                  <a:pt x="1839" y="124"/>
                </a:moveTo>
                <a:cubicBezTo>
                  <a:pt x="1838" y="124"/>
                  <a:pt x="1837" y="124"/>
                  <a:pt x="1836" y="124"/>
                </a:cubicBezTo>
                <a:cubicBezTo>
                  <a:pt x="1836" y="125"/>
                  <a:pt x="1835" y="125"/>
                  <a:pt x="1835" y="125"/>
                </a:cubicBezTo>
                <a:cubicBezTo>
                  <a:pt x="1835" y="126"/>
                  <a:pt x="1834" y="126"/>
                  <a:pt x="1835" y="127"/>
                </a:cubicBezTo>
                <a:cubicBezTo>
                  <a:pt x="1835" y="127"/>
                  <a:pt x="1835" y="128"/>
                  <a:pt x="1835" y="128"/>
                </a:cubicBezTo>
                <a:cubicBezTo>
                  <a:pt x="1836" y="129"/>
                  <a:pt x="1837" y="129"/>
                  <a:pt x="1837" y="130"/>
                </a:cubicBezTo>
                <a:cubicBezTo>
                  <a:pt x="1838" y="130"/>
                  <a:pt x="1839" y="130"/>
                  <a:pt x="1840" y="130"/>
                </a:cubicBezTo>
                <a:cubicBezTo>
                  <a:pt x="1841" y="130"/>
                  <a:pt x="1842" y="131"/>
                  <a:pt x="1843" y="131"/>
                </a:cubicBezTo>
                <a:cubicBezTo>
                  <a:pt x="1844" y="131"/>
                  <a:pt x="1845" y="130"/>
                  <a:pt x="1846" y="130"/>
                </a:cubicBezTo>
                <a:cubicBezTo>
                  <a:pt x="1847" y="130"/>
                  <a:pt x="1848" y="130"/>
                  <a:pt x="1849" y="130"/>
                </a:cubicBezTo>
                <a:cubicBezTo>
                  <a:pt x="1849" y="129"/>
                  <a:pt x="1850" y="129"/>
                  <a:pt x="1850" y="128"/>
                </a:cubicBezTo>
                <a:cubicBezTo>
                  <a:pt x="1850" y="128"/>
                  <a:pt x="1850" y="127"/>
                  <a:pt x="1850" y="127"/>
                </a:cubicBezTo>
                <a:cubicBezTo>
                  <a:pt x="1850" y="126"/>
                  <a:pt x="1850" y="126"/>
                  <a:pt x="1849" y="125"/>
                </a:cubicBezTo>
                <a:cubicBezTo>
                  <a:pt x="1849" y="125"/>
                  <a:pt x="1848" y="125"/>
                  <a:pt x="1848" y="124"/>
                </a:cubicBezTo>
                <a:cubicBezTo>
                  <a:pt x="1847" y="124"/>
                  <a:pt x="1846" y="124"/>
                  <a:pt x="1845" y="124"/>
                </a:cubicBezTo>
                <a:cubicBezTo>
                  <a:pt x="1844" y="123"/>
                  <a:pt x="1843" y="123"/>
                  <a:pt x="1842" y="123"/>
                </a:cubicBezTo>
                <a:cubicBezTo>
                  <a:pt x="1841" y="123"/>
                  <a:pt x="1840" y="123"/>
                  <a:pt x="1839" y="124"/>
                </a:cubicBezTo>
                <a:close/>
                <a:moveTo>
                  <a:pt x="1681" y="124"/>
                </a:moveTo>
                <a:cubicBezTo>
                  <a:pt x="1681" y="124"/>
                  <a:pt x="1680" y="124"/>
                  <a:pt x="1679" y="124"/>
                </a:cubicBezTo>
                <a:cubicBezTo>
                  <a:pt x="1678" y="125"/>
                  <a:pt x="1678" y="125"/>
                  <a:pt x="1677" y="125"/>
                </a:cubicBezTo>
                <a:cubicBezTo>
                  <a:pt x="1677" y="126"/>
                  <a:pt x="1677" y="126"/>
                  <a:pt x="1677" y="127"/>
                </a:cubicBezTo>
                <a:cubicBezTo>
                  <a:pt x="1677" y="127"/>
                  <a:pt x="1677" y="128"/>
                  <a:pt x="1678" y="128"/>
                </a:cubicBezTo>
                <a:cubicBezTo>
                  <a:pt x="1678" y="129"/>
                  <a:pt x="1679" y="129"/>
                  <a:pt x="1680" y="130"/>
                </a:cubicBezTo>
                <a:cubicBezTo>
                  <a:pt x="1680" y="130"/>
                  <a:pt x="1681" y="130"/>
                  <a:pt x="1682" y="130"/>
                </a:cubicBezTo>
                <a:cubicBezTo>
                  <a:pt x="1683" y="130"/>
                  <a:pt x="1684" y="131"/>
                  <a:pt x="1685" y="131"/>
                </a:cubicBezTo>
                <a:cubicBezTo>
                  <a:pt x="1687" y="131"/>
                  <a:pt x="1688" y="130"/>
                  <a:pt x="1688" y="130"/>
                </a:cubicBezTo>
                <a:cubicBezTo>
                  <a:pt x="1689" y="130"/>
                  <a:pt x="1690" y="130"/>
                  <a:pt x="1691" y="130"/>
                </a:cubicBezTo>
                <a:cubicBezTo>
                  <a:pt x="1692" y="129"/>
                  <a:pt x="1692" y="129"/>
                  <a:pt x="1692" y="128"/>
                </a:cubicBezTo>
                <a:cubicBezTo>
                  <a:pt x="1693" y="128"/>
                  <a:pt x="1693" y="127"/>
                  <a:pt x="1693" y="127"/>
                </a:cubicBezTo>
                <a:cubicBezTo>
                  <a:pt x="1693" y="126"/>
                  <a:pt x="1692" y="126"/>
                  <a:pt x="1692" y="125"/>
                </a:cubicBezTo>
                <a:cubicBezTo>
                  <a:pt x="1692" y="125"/>
                  <a:pt x="1691" y="125"/>
                  <a:pt x="1690" y="124"/>
                </a:cubicBezTo>
                <a:cubicBezTo>
                  <a:pt x="1689" y="124"/>
                  <a:pt x="1689" y="124"/>
                  <a:pt x="1688" y="124"/>
                </a:cubicBezTo>
                <a:cubicBezTo>
                  <a:pt x="1687" y="123"/>
                  <a:pt x="1686" y="123"/>
                  <a:pt x="1684" y="123"/>
                </a:cubicBezTo>
                <a:cubicBezTo>
                  <a:pt x="1683" y="123"/>
                  <a:pt x="1682" y="123"/>
                  <a:pt x="1681" y="124"/>
                </a:cubicBezTo>
                <a:close/>
                <a:moveTo>
                  <a:pt x="992" y="133"/>
                </a:moveTo>
                <a:cubicBezTo>
                  <a:pt x="991" y="133"/>
                  <a:pt x="990" y="133"/>
                  <a:pt x="990" y="134"/>
                </a:cubicBezTo>
                <a:cubicBezTo>
                  <a:pt x="989" y="134"/>
                  <a:pt x="988" y="134"/>
                  <a:pt x="988" y="135"/>
                </a:cubicBezTo>
                <a:cubicBezTo>
                  <a:pt x="987" y="135"/>
                  <a:pt x="987" y="136"/>
                  <a:pt x="987" y="136"/>
                </a:cubicBezTo>
                <a:cubicBezTo>
                  <a:pt x="987" y="137"/>
                  <a:pt x="987" y="137"/>
                  <a:pt x="988" y="138"/>
                </a:cubicBezTo>
                <a:cubicBezTo>
                  <a:pt x="988" y="138"/>
                  <a:pt x="988" y="138"/>
                  <a:pt x="989" y="139"/>
                </a:cubicBezTo>
                <a:cubicBezTo>
                  <a:pt x="990" y="139"/>
                  <a:pt x="991" y="139"/>
                  <a:pt x="992" y="140"/>
                </a:cubicBezTo>
                <a:cubicBezTo>
                  <a:pt x="993" y="140"/>
                  <a:pt x="994" y="140"/>
                  <a:pt x="995" y="140"/>
                </a:cubicBezTo>
                <a:cubicBezTo>
                  <a:pt x="996" y="140"/>
                  <a:pt x="997" y="140"/>
                  <a:pt x="998" y="140"/>
                </a:cubicBezTo>
                <a:cubicBezTo>
                  <a:pt x="999" y="139"/>
                  <a:pt x="1000" y="139"/>
                  <a:pt x="1000" y="139"/>
                </a:cubicBezTo>
                <a:cubicBezTo>
                  <a:pt x="1001" y="138"/>
                  <a:pt x="1002" y="138"/>
                  <a:pt x="1002" y="138"/>
                </a:cubicBezTo>
                <a:cubicBezTo>
                  <a:pt x="1003" y="137"/>
                  <a:pt x="1003" y="137"/>
                  <a:pt x="1003" y="136"/>
                </a:cubicBezTo>
                <a:cubicBezTo>
                  <a:pt x="1003" y="136"/>
                  <a:pt x="1003" y="135"/>
                  <a:pt x="1002" y="135"/>
                </a:cubicBezTo>
                <a:cubicBezTo>
                  <a:pt x="1002" y="134"/>
                  <a:pt x="1001" y="134"/>
                  <a:pt x="1001" y="134"/>
                </a:cubicBezTo>
                <a:cubicBezTo>
                  <a:pt x="1000" y="133"/>
                  <a:pt x="999" y="133"/>
                  <a:pt x="998" y="133"/>
                </a:cubicBezTo>
                <a:cubicBezTo>
                  <a:pt x="997" y="133"/>
                  <a:pt x="996" y="132"/>
                  <a:pt x="995" y="132"/>
                </a:cubicBezTo>
                <a:cubicBezTo>
                  <a:pt x="994" y="132"/>
                  <a:pt x="993" y="133"/>
                  <a:pt x="992" y="133"/>
                </a:cubicBezTo>
                <a:close/>
                <a:moveTo>
                  <a:pt x="880" y="133"/>
                </a:moveTo>
                <a:cubicBezTo>
                  <a:pt x="880" y="133"/>
                  <a:pt x="880" y="133"/>
                  <a:pt x="879" y="133"/>
                </a:cubicBezTo>
                <a:cubicBezTo>
                  <a:pt x="879" y="133"/>
                  <a:pt x="879" y="133"/>
                  <a:pt x="879" y="133"/>
                </a:cubicBezTo>
                <a:cubicBezTo>
                  <a:pt x="878" y="132"/>
                  <a:pt x="878" y="132"/>
                  <a:pt x="878" y="132"/>
                </a:cubicBezTo>
                <a:cubicBezTo>
                  <a:pt x="878" y="132"/>
                  <a:pt x="877" y="132"/>
                  <a:pt x="877" y="132"/>
                </a:cubicBezTo>
                <a:cubicBezTo>
                  <a:pt x="876" y="132"/>
                  <a:pt x="875" y="133"/>
                  <a:pt x="874" y="133"/>
                </a:cubicBezTo>
                <a:cubicBezTo>
                  <a:pt x="873" y="133"/>
                  <a:pt x="872" y="133"/>
                  <a:pt x="871" y="134"/>
                </a:cubicBezTo>
                <a:cubicBezTo>
                  <a:pt x="871" y="134"/>
                  <a:pt x="870" y="134"/>
                  <a:pt x="869" y="135"/>
                </a:cubicBezTo>
                <a:cubicBezTo>
                  <a:pt x="869" y="135"/>
                  <a:pt x="869" y="136"/>
                  <a:pt x="869" y="136"/>
                </a:cubicBezTo>
                <a:cubicBezTo>
                  <a:pt x="869" y="137"/>
                  <a:pt x="869" y="137"/>
                  <a:pt x="869" y="138"/>
                </a:cubicBezTo>
                <a:cubicBezTo>
                  <a:pt x="869" y="138"/>
                  <a:pt x="870" y="138"/>
                  <a:pt x="871" y="139"/>
                </a:cubicBezTo>
                <a:cubicBezTo>
                  <a:pt x="871" y="139"/>
                  <a:pt x="872" y="139"/>
                  <a:pt x="873" y="140"/>
                </a:cubicBezTo>
                <a:cubicBezTo>
                  <a:pt x="874" y="140"/>
                  <a:pt x="875" y="140"/>
                  <a:pt x="876" y="140"/>
                </a:cubicBezTo>
                <a:cubicBezTo>
                  <a:pt x="876" y="140"/>
                  <a:pt x="877" y="140"/>
                  <a:pt x="877" y="140"/>
                </a:cubicBezTo>
                <a:cubicBezTo>
                  <a:pt x="877" y="140"/>
                  <a:pt x="877" y="140"/>
                  <a:pt x="878" y="140"/>
                </a:cubicBezTo>
                <a:cubicBezTo>
                  <a:pt x="878" y="140"/>
                  <a:pt x="878" y="140"/>
                  <a:pt x="878" y="140"/>
                </a:cubicBezTo>
                <a:cubicBezTo>
                  <a:pt x="879" y="140"/>
                  <a:pt x="879" y="140"/>
                  <a:pt x="879" y="140"/>
                </a:cubicBezTo>
                <a:cubicBezTo>
                  <a:pt x="880" y="139"/>
                  <a:pt x="881" y="139"/>
                  <a:pt x="882" y="139"/>
                </a:cubicBezTo>
                <a:cubicBezTo>
                  <a:pt x="883" y="138"/>
                  <a:pt x="884" y="137"/>
                  <a:pt x="884" y="136"/>
                </a:cubicBezTo>
                <a:cubicBezTo>
                  <a:pt x="884" y="136"/>
                  <a:pt x="884" y="136"/>
                  <a:pt x="884" y="135"/>
                </a:cubicBezTo>
                <a:cubicBezTo>
                  <a:pt x="884" y="135"/>
                  <a:pt x="884" y="135"/>
                  <a:pt x="884" y="135"/>
                </a:cubicBezTo>
                <a:cubicBezTo>
                  <a:pt x="884" y="134"/>
                  <a:pt x="884" y="134"/>
                  <a:pt x="883" y="134"/>
                </a:cubicBezTo>
                <a:cubicBezTo>
                  <a:pt x="883" y="134"/>
                  <a:pt x="883" y="134"/>
                  <a:pt x="882" y="134"/>
                </a:cubicBezTo>
                <a:cubicBezTo>
                  <a:pt x="882" y="133"/>
                  <a:pt x="882" y="133"/>
                  <a:pt x="882" y="133"/>
                </a:cubicBezTo>
                <a:cubicBezTo>
                  <a:pt x="882" y="133"/>
                  <a:pt x="882" y="133"/>
                  <a:pt x="881" y="133"/>
                </a:cubicBezTo>
                <a:cubicBezTo>
                  <a:pt x="881" y="133"/>
                  <a:pt x="881" y="133"/>
                  <a:pt x="881" y="133"/>
                </a:cubicBezTo>
                <a:cubicBezTo>
                  <a:pt x="880" y="133"/>
                  <a:pt x="880" y="133"/>
                  <a:pt x="880" y="133"/>
                </a:cubicBezTo>
                <a:cubicBezTo>
                  <a:pt x="880" y="133"/>
                  <a:pt x="880" y="133"/>
                  <a:pt x="880" y="133"/>
                </a:cubicBezTo>
                <a:close/>
                <a:moveTo>
                  <a:pt x="913" y="133"/>
                </a:moveTo>
                <a:cubicBezTo>
                  <a:pt x="912" y="133"/>
                  <a:pt x="911" y="133"/>
                  <a:pt x="911" y="134"/>
                </a:cubicBezTo>
                <a:cubicBezTo>
                  <a:pt x="910" y="134"/>
                  <a:pt x="909" y="134"/>
                  <a:pt x="909" y="135"/>
                </a:cubicBezTo>
                <a:cubicBezTo>
                  <a:pt x="908" y="135"/>
                  <a:pt x="908" y="136"/>
                  <a:pt x="908" y="136"/>
                </a:cubicBezTo>
                <a:cubicBezTo>
                  <a:pt x="908" y="137"/>
                  <a:pt x="908" y="137"/>
                  <a:pt x="909" y="138"/>
                </a:cubicBezTo>
                <a:cubicBezTo>
                  <a:pt x="909" y="138"/>
                  <a:pt x="909" y="138"/>
                  <a:pt x="910" y="139"/>
                </a:cubicBezTo>
                <a:cubicBezTo>
                  <a:pt x="911" y="139"/>
                  <a:pt x="912" y="139"/>
                  <a:pt x="913" y="140"/>
                </a:cubicBezTo>
                <a:cubicBezTo>
                  <a:pt x="913" y="140"/>
                  <a:pt x="915" y="140"/>
                  <a:pt x="916" y="140"/>
                </a:cubicBezTo>
                <a:cubicBezTo>
                  <a:pt x="917" y="140"/>
                  <a:pt x="918" y="140"/>
                  <a:pt x="919" y="140"/>
                </a:cubicBezTo>
                <a:cubicBezTo>
                  <a:pt x="920" y="139"/>
                  <a:pt x="921" y="139"/>
                  <a:pt x="921" y="139"/>
                </a:cubicBezTo>
                <a:cubicBezTo>
                  <a:pt x="922" y="138"/>
                  <a:pt x="923" y="138"/>
                  <a:pt x="923" y="138"/>
                </a:cubicBezTo>
                <a:cubicBezTo>
                  <a:pt x="924" y="137"/>
                  <a:pt x="924" y="137"/>
                  <a:pt x="924" y="136"/>
                </a:cubicBezTo>
                <a:cubicBezTo>
                  <a:pt x="924" y="136"/>
                  <a:pt x="924" y="135"/>
                  <a:pt x="923" y="135"/>
                </a:cubicBezTo>
                <a:cubicBezTo>
                  <a:pt x="923" y="134"/>
                  <a:pt x="923" y="134"/>
                  <a:pt x="922" y="134"/>
                </a:cubicBezTo>
                <a:cubicBezTo>
                  <a:pt x="921" y="133"/>
                  <a:pt x="920" y="133"/>
                  <a:pt x="919" y="133"/>
                </a:cubicBezTo>
                <a:cubicBezTo>
                  <a:pt x="919" y="133"/>
                  <a:pt x="918" y="132"/>
                  <a:pt x="916" y="132"/>
                </a:cubicBezTo>
                <a:cubicBezTo>
                  <a:pt x="915" y="132"/>
                  <a:pt x="914" y="133"/>
                  <a:pt x="913" y="133"/>
                </a:cubicBezTo>
                <a:close/>
                <a:moveTo>
                  <a:pt x="953" y="133"/>
                </a:moveTo>
                <a:cubicBezTo>
                  <a:pt x="952" y="133"/>
                  <a:pt x="951" y="133"/>
                  <a:pt x="950" y="134"/>
                </a:cubicBezTo>
                <a:cubicBezTo>
                  <a:pt x="949" y="134"/>
                  <a:pt x="949" y="134"/>
                  <a:pt x="948" y="135"/>
                </a:cubicBezTo>
                <a:cubicBezTo>
                  <a:pt x="948" y="135"/>
                  <a:pt x="948" y="136"/>
                  <a:pt x="948" y="136"/>
                </a:cubicBezTo>
                <a:cubicBezTo>
                  <a:pt x="948" y="137"/>
                  <a:pt x="948" y="137"/>
                  <a:pt x="948" y="138"/>
                </a:cubicBezTo>
                <a:cubicBezTo>
                  <a:pt x="948" y="138"/>
                  <a:pt x="949" y="138"/>
                  <a:pt x="950" y="139"/>
                </a:cubicBezTo>
                <a:cubicBezTo>
                  <a:pt x="950" y="139"/>
                  <a:pt x="951" y="139"/>
                  <a:pt x="952" y="140"/>
                </a:cubicBezTo>
                <a:cubicBezTo>
                  <a:pt x="953" y="140"/>
                  <a:pt x="954" y="140"/>
                  <a:pt x="955" y="140"/>
                </a:cubicBezTo>
                <a:cubicBezTo>
                  <a:pt x="956" y="140"/>
                  <a:pt x="957" y="140"/>
                  <a:pt x="958" y="140"/>
                </a:cubicBezTo>
                <a:cubicBezTo>
                  <a:pt x="959" y="139"/>
                  <a:pt x="960" y="139"/>
                  <a:pt x="961" y="139"/>
                </a:cubicBezTo>
                <a:cubicBezTo>
                  <a:pt x="962" y="138"/>
                  <a:pt x="962" y="138"/>
                  <a:pt x="963" y="138"/>
                </a:cubicBezTo>
                <a:cubicBezTo>
                  <a:pt x="963" y="137"/>
                  <a:pt x="963" y="137"/>
                  <a:pt x="963" y="136"/>
                </a:cubicBezTo>
                <a:cubicBezTo>
                  <a:pt x="963" y="136"/>
                  <a:pt x="963" y="135"/>
                  <a:pt x="963" y="135"/>
                </a:cubicBezTo>
                <a:cubicBezTo>
                  <a:pt x="963" y="134"/>
                  <a:pt x="962" y="134"/>
                  <a:pt x="961" y="134"/>
                </a:cubicBezTo>
                <a:cubicBezTo>
                  <a:pt x="961" y="133"/>
                  <a:pt x="960" y="133"/>
                  <a:pt x="959" y="133"/>
                </a:cubicBezTo>
                <a:cubicBezTo>
                  <a:pt x="958" y="133"/>
                  <a:pt x="957" y="132"/>
                  <a:pt x="956" y="132"/>
                </a:cubicBezTo>
                <a:cubicBezTo>
                  <a:pt x="955" y="132"/>
                  <a:pt x="954" y="133"/>
                  <a:pt x="953" y="133"/>
                </a:cubicBezTo>
                <a:close/>
                <a:moveTo>
                  <a:pt x="1038" y="133"/>
                </a:moveTo>
                <a:cubicBezTo>
                  <a:pt x="1037" y="133"/>
                  <a:pt x="1036" y="132"/>
                  <a:pt x="1035" y="132"/>
                </a:cubicBezTo>
                <a:cubicBezTo>
                  <a:pt x="1035" y="132"/>
                  <a:pt x="1034" y="132"/>
                  <a:pt x="1034" y="132"/>
                </a:cubicBezTo>
                <a:cubicBezTo>
                  <a:pt x="1034" y="132"/>
                  <a:pt x="1033" y="132"/>
                  <a:pt x="1033" y="133"/>
                </a:cubicBezTo>
                <a:cubicBezTo>
                  <a:pt x="1033" y="133"/>
                  <a:pt x="1033" y="133"/>
                  <a:pt x="1032" y="133"/>
                </a:cubicBezTo>
                <a:cubicBezTo>
                  <a:pt x="1032" y="133"/>
                  <a:pt x="1032" y="133"/>
                  <a:pt x="1032" y="133"/>
                </a:cubicBezTo>
                <a:cubicBezTo>
                  <a:pt x="1030" y="133"/>
                  <a:pt x="1027" y="134"/>
                  <a:pt x="1027" y="136"/>
                </a:cubicBezTo>
                <a:cubicBezTo>
                  <a:pt x="1027" y="137"/>
                  <a:pt x="1027" y="137"/>
                  <a:pt x="1027" y="137"/>
                </a:cubicBezTo>
                <a:cubicBezTo>
                  <a:pt x="1027" y="138"/>
                  <a:pt x="1027" y="138"/>
                  <a:pt x="1028" y="138"/>
                </a:cubicBezTo>
                <a:cubicBezTo>
                  <a:pt x="1028" y="138"/>
                  <a:pt x="1029" y="139"/>
                  <a:pt x="1029" y="139"/>
                </a:cubicBezTo>
                <a:cubicBezTo>
                  <a:pt x="1030" y="139"/>
                  <a:pt x="1030" y="139"/>
                  <a:pt x="1031" y="140"/>
                </a:cubicBezTo>
                <a:cubicBezTo>
                  <a:pt x="1032" y="140"/>
                  <a:pt x="1033" y="140"/>
                  <a:pt x="1034" y="140"/>
                </a:cubicBezTo>
                <a:cubicBezTo>
                  <a:pt x="1035" y="140"/>
                  <a:pt x="1035" y="140"/>
                  <a:pt x="1035" y="140"/>
                </a:cubicBezTo>
                <a:cubicBezTo>
                  <a:pt x="1035" y="140"/>
                  <a:pt x="1036" y="140"/>
                  <a:pt x="1036" y="140"/>
                </a:cubicBezTo>
                <a:cubicBezTo>
                  <a:pt x="1036" y="140"/>
                  <a:pt x="1036" y="140"/>
                  <a:pt x="1037" y="140"/>
                </a:cubicBezTo>
                <a:cubicBezTo>
                  <a:pt x="1037" y="140"/>
                  <a:pt x="1037" y="140"/>
                  <a:pt x="1037" y="140"/>
                </a:cubicBezTo>
                <a:cubicBezTo>
                  <a:pt x="1039" y="139"/>
                  <a:pt x="1042" y="138"/>
                  <a:pt x="1042" y="136"/>
                </a:cubicBezTo>
                <a:cubicBezTo>
                  <a:pt x="1042" y="136"/>
                  <a:pt x="1042" y="135"/>
                  <a:pt x="1042" y="135"/>
                </a:cubicBezTo>
                <a:cubicBezTo>
                  <a:pt x="1042" y="135"/>
                  <a:pt x="1042" y="134"/>
                  <a:pt x="1041" y="134"/>
                </a:cubicBezTo>
                <a:cubicBezTo>
                  <a:pt x="1041" y="134"/>
                  <a:pt x="1040" y="133"/>
                  <a:pt x="1040" y="133"/>
                </a:cubicBezTo>
                <a:cubicBezTo>
                  <a:pt x="1039" y="133"/>
                  <a:pt x="1039" y="133"/>
                  <a:pt x="1038" y="133"/>
                </a:cubicBezTo>
                <a:cubicBezTo>
                  <a:pt x="1038" y="133"/>
                  <a:pt x="1039" y="133"/>
                  <a:pt x="1038" y="133"/>
                </a:cubicBezTo>
                <a:close/>
                <a:moveTo>
                  <a:pt x="203" y="133"/>
                </a:moveTo>
                <a:cubicBezTo>
                  <a:pt x="202" y="133"/>
                  <a:pt x="201" y="133"/>
                  <a:pt x="200" y="134"/>
                </a:cubicBezTo>
                <a:cubicBezTo>
                  <a:pt x="200" y="134"/>
                  <a:pt x="199" y="134"/>
                  <a:pt x="198" y="135"/>
                </a:cubicBezTo>
                <a:cubicBezTo>
                  <a:pt x="198" y="135"/>
                  <a:pt x="197" y="136"/>
                  <a:pt x="197" y="136"/>
                </a:cubicBezTo>
                <a:cubicBezTo>
                  <a:pt x="197" y="137"/>
                  <a:pt x="197" y="137"/>
                  <a:pt x="197" y="138"/>
                </a:cubicBezTo>
                <a:cubicBezTo>
                  <a:pt x="198" y="138"/>
                  <a:pt x="198" y="138"/>
                  <a:pt x="199" y="139"/>
                </a:cubicBezTo>
                <a:cubicBezTo>
                  <a:pt x="199" y="139"/>
                  <a:pt x="200" y="139"/>
                  <a:pt x="201" y="140"/>
                </a:cubicBezTo>
                <a:cubicBezTo>
                  <a:pt x="202" y="140"/>
                  <a:pt x="203" y="140"/>
                  <a:pt x="204" y="140"/>
                </a:cubicBezTo>
                <a:cubicBezTo>
                  <a:pt x="205" y="140"/>
                  <a:pt x="206" y="140"/>
                  <a:pt x="207" y="140"/>
                </a:cubicBezTo>
                <a:cubicBezTo>
                  <a:pt x="208" y="139"/>
                  <a:pt x="209" y="139"/>
                  <a:pt x="210" y="139"/>
                </a:cubicBezTo>
                <a:cubicBezTo>
                  <a:pt x="211" y="138"/>
                  <a:pt x="211" y="138"/>
                  <a:pt x="212" y="138"/>
                </a:cubicBezTo>
                <a:cubicBezTo>
                  <a:pt x="212" y="137"/>
                  <a:pt x="213" y="137"/>
                  <a:pt x="213" y="136"/>
                </a:cubicBezTo>
                <a:cubicBezTo>
                  <a:pt x="213" y="136"/>
                  <a:pt x="213" y="135"/>
                  <a:pt x="213" y="135"/>
                </a:cubicBezTo>
                <a:cubicBezTo>
                  <a:pt x="213" y="134"/>
                  <a:pt x="212" y="134"/>
                  <a:pt x="212" y="134"/>
                </a:cubicBezTo>
                <a:cubicBezTo>
                  <a:pt x="211" y="133"/>
                  <a:pt x="210" y="133"/>
                  <a:pt x="209" y="133"/>
                </a:cubicBezTo>
                <a:cubicBezTo>
                  <a:pt x="208" y="133"/>
                  <a:pt x="207" y="132"/>
                  <a:pt x="206" y="132"/>
                </a:cubicBezTo>
                <a:cubicBezTo>
                  <a:pt x="205" y="132"/>
                  <a:pt x="204" y="133"/>
                  <a:pt x="203" y="133"/>
                </a:cubicBezTo>
                <a:close/>
                <a:moveTo>
                  <a:pt x="406" y="133"/>
                </a:moveTo>
                <a:cubicBezTo>
                  <a:pt x="406" y="133"/>
                  <a:pt x="405" y="133"/>
                  <a:pt x="405" y="133"/>
                </a:cubicBezTo>
                <a:cubicBezTo>
                  <a:pt x="405" y="132"/>
                  <a:pt x="405" y="132"/>
                  <a:pt x="404" y="132"/>
                </a:cubicBezTo>
                <a:cubicBezTo>
                  <a:pt x="404" y="132"/>
                  <a:pt x="404" y="132"/>
                  <a:pt x="404" y="132"/>
                </a:cubicBezTo>
                <a:cubicBezTo>
                  <a:pt x="402" y="132"/>
                  <a:pt x="401" y="133"/>
                  <a:pt x="400" y="133"/>
                </a:cubicBezTo>
                <a:cubicBezTo>
                  <a:pt x="399" y="133"/>
                  <a:pt x="399" y="133"/>
                  <a:pt x="398" y="134"/>
                </a:cubicBezTo>
                <a:cubicBezTo>
                  <a:pt x="397" y="134"/>
                  <a:pt x="396" y="134"/>
                  <a:pt x="396" y="135"/>
                </a:cubicBezTo>
                <a:cubicBezTo>
                  <a:pt x="395" y="135"/>
                  <a:pt x="395" y="136"/>
                  <a:pt x="395" y="136"/>
                </a:cubicBezTo>
                <a:cubicBezTo>
                  <a:pt x="395" y="137"/>
                  <a:pt x="395" y="137"/>
                  <a:pt x="395" y="138"/>
                </a:cubicBezTo>
                <a:cubicBezTo>
                  <a:pt x="395" y="138"/>
                  <a:pt x="396" y="138"/>
                  <a:pt x="396" y="139"/>
                </a:cubicBezTo>
                <a:cubicBezTo>
                  <a:pt x="397" y="139"/>
                  <a:pt x="398" y="139"/>
                  <a:pt x="399" y="140"/>
                </a:cubicBezTo>
                <a:cubicBezTo>
                  <a:pt x="399" y="140"/>
                  <a:pt x="400" y="140"/>
                  <a:pt x="402" y="140"/>
                </a:cubicBezTo>
                <a:cubicBezTo>
                  <a:pt x="402" y="140"/>
                  <a:pt x="402" y="140"/>
                  <a:pt x="402" y="140"/>
                </a:cubicBezTo>
                <a:cubicBezTo>
                  <a:pt x="403" y="140"/>
                  <a:pt x="403" y="140"/>
                  <a:pt x="403" y="140"/>
                </a:cubicBezTo>
                <a:cubicBezTo>
                  <a:pt x="403" y="140"/>
                  <a:pt x="404" y="140"/>
                  <a:pt x="404" y="140"/>
                </a:cubicBezTo>
                <a:cubicBezTo>
                  <a:pt x="404" y="140"/>
                  <a:pt x="404" y="140"/>
                  <a:pt x="405" y="140"/>
                </a:cubicBezTo>
                <a:cubicBezTo>
                  <a:pt x="405" y="139"/>
                  <a:pt x="406" y="139"/>
                  <a:pt x="407" y="139"/>
                </a:cubicBezTo>
                <a:cubicBezTo>
                  <a:pt x="407" y="139"/>
                  <a:pt x="408" y="138"/>
                  <a:pt x="409" y="138"/>
                </a:cubicBezTo>
                <a:cubicBezTo>
                  <a:pt x="409" y="138"/>
                  <a:pt x="409" y="138"/>
                  <a:pt x="410" y="137"/>
                </a:cubicBezTo>
                <a:cubicBezTo>
                  <a:pt x="410" y="137"/>
                  <a:pt x="410" y="137"/>
                  <a:pt x="410" y="136"/>
                </a:cubicBezTo>
                <a:cubicBezTo>
                  <a:pt x="411" y="136"/>
                  <a:pt x="411" y="135"/>
                  <a:pt x="410" y="135"/>
                </a:cubicBezTo>
                <a:cubicBezTo>
                  <a:pt x="410" y="135"/>
                  <a:pt x="410" y="134"/>
                  <a:pt x="410" y="134"/>
                </a:cubicBezTo>
                <a:cubicBezTo>
                  <a:pt x="409" y="134"/>
                  <a:pt x="409" y="133"/>
                  <a:pt x="408" y="133"/>
                </a:cubicBezTo>
                <a:cubicBezTo>
                  <a:pt x="408" y="133"/>
                  <a:pt x="407" y="133"/>
                  <a:pt x="407" y="133"/>
                </a:cubicBezTo>
                <a:cubicBezTo>
                  <a:pt x="406" y="133"/>
                  <a:pt x="406" y="133"/>
                  <a:pt x="406" y="133"/>
                </a:cubicBezTo>
                <a:close/>
                <a:moveTo>
                  <a:pt x="361" y="133"/>
                </a:moveTo>
                <a:cubicBezTo>
                  <a:pt x="360" y="133"/>
                  <a:pt x="359" y="133"/>
                  <a:pt x="358" y="134"/>
                </a:cubicBezTo>
                <a:cubicBezTo>
                  <a:pt x="357" y="134"/>
                  <a:pt x="357" y="134"/>
                  <a:pt x="356" y="135"/>
                </a:cubicBezTo>
                <a:cubicBezTo>
                  <a:pt x="356" y="135"/>
                  <a:pt x="355" y="136"/>
                  <a:pt x="355" y="136"/>
                </a:cubicBezTo>
                <a:cubicBezTo>
                  <a:pt x="355" y="137"/>
                  <a:pt x="355" y="137"/>
                  <a:pt x="355" y="138"/>
                </a:cubicBezTo>
                <a:cubicBezTo>
                  <a:pt x="356" y="138"/>
                  <a:pt x="356" y="138"/>
                  <a:pt x="357" y="139"/>
                </a:cubicBezTo>
                <a:cubicBezTo>
                  <a:pt x="357" y="139"/>
                  <a:pt x="358" y="139"/>
                  <a:pt x="359" y="140"/>
                </a:cubicBezTo>
                <a:cubicBezTo>
                  <a:pt x="360" y="140"/>
                  <a:pt x="361" y="140"/>
                  <a:pt x="362" y="140"/>
                </a:cubicBezTo>
                <a:cubicBezTo>
                  <a:pt x="363" y="140"/>
                  <a:pt x="364" y="140"/>
                  <a:pt x="365" y="140"/>
                </a:cubicBezTo>
                <a:cubicBezTo>
                  <a:pt x="366" y="139"/>
                  <a:pt x="367" y="139"/>
                  <a:pt x="368" y="139"/>
                </a:cubicBezTo>
                <a:cubicBezTo>
                  <a:pt x="369" y="138"/>
                  <a:pt x="369" y="138"/>
                  <a:pt x="370" y="138"/>
                </a:cubicBezTo>
                <a:cubicBezTo>
                  <a:pt x="370" y="137"/>
                  <a:pt x="371" y="137"/>
                  <a:pt x="371" y="136"/>
                </a:cubicBezTo>
                <a:cubicBezTo>
                  <a:pt x="371" y="136"/>
                  <a:pt x="371" y="135"/>
                  <a:pt x="371" y="135"/>
                </a:cubicBezTo>
                <a:cubicBezTo>
                  <a:pt x="370" y="134"/>
                  <a:pt x="370" y="134"/>
                  <a:pt x="369" y="134"/>
                </a:cubicBezTo>
                <a:cubicBezTo>
                  <a:pt x="369" y="133"/>
                  <a:pt x="368" y="133"/>
                  <a:pt x="367" y="133"/>
                </a:cubicBezTo>
                <a:cubicBezTo>
                  <a:pt x="366" y="133"/>
                  <a:pt x="365" y="132"/>
                  <a:pt x="364" y="132"/>
                </a:cubicBezTo>
                <a:cubicBezTo>
                  <a:pt x="363" y="132"/>
                  <a:pt x="362" y="133"/>
                  <a:pt x="361" y="133"/>
                </a:cubicBezTo>
                <a:close/>
                <a:moveTo>
                  <a:pt x="282" y="133"/>
                </a:moveTo>
                <a:cubicBezTo>
                  <a:pt x="281" y="133"/>
                  <a:pt x="280" y="133"/>
                  <a:pt x="279" y="134"/>
                </a:cubicBezTo>
                <a:cubicBezTo>
                  <a:pt x="278" y="134"/>
                  <a:pt x="278" y="134"/>
                  <a:pt x="277" y="135"/>
                </a:cubicBezTo>
                <a:cubicBezTo>
                  <a:pt x="277" y="135"/>
                  <a:pt x="276" y="136"/>
                  <a:pt x="276" y="136"/>
                </a:cubicBezTo>
                <a:cubicBezTo>
                  <a:pt x="276" y="137"/>
                  <a:pt x="276" y="137"/>
                  <a:pt x="276" y="138"/>
                </a:cubicBezTo>
                <a:cubicBezTo>
                  <a:pt x="277" y="138"/>
                  <a:pt x="277" y="138"/>
                  <a:pt x="278" y="139"/>
                </a:cubicBezTo>
                <a:cubicBezTo>
                  <a:pt x="278" y="139"/>
                  <a:pt x="279" y="139"/>
                  <a:pt x="280" y="140"/>
                </a:cubicBezTo>
                <a:cubicBezTo>
                  <a:pt x="281" y="140"/>
                  <a:pt x="282" y="140"/>
                  <a:pt x="283" y="140"/>
                </a:cubicBezTo>
                <a:cubicBezTo>
                  <a:pt x="284" y="140"/>
                  <a:pt x="285" y="140"/>
                  <a:pt x="286" y="140"/>
                </a:cubicBezTo>
                <a:cubicBezTo>
                  <a:pt x="287" y="139"/>
                  <a:pt x="288" y="139"/>
                  <a:pt x="289" y="139"/>
                </a:cubicBezTo>
                <a:cubicBezTo>
                  <a:pt x="290" y="138"/>
                  <a:pt x="290" y="138"/>
                  <a:pt x="291" y="138"/>
                </a:cubicBezTo>
                <a:cubicBezTo>
                  <a:pt x="291" y="137"/>
                  <a:pt x="292" y="137"/>
                  <a:pt x="292" y="136"/>
                </a:cubicBezTo>
                <a:cubicBezTo>
                  <a:pt x="292" y="136"/>
                  <a:pt x="292" y="135"/>
                  <a:pt x="292" y="135"/>
                </a:cubicBezTo>
                <a:cubicBezTo>
                  <a:pt x="292" y="134"/>
                  <a:pt x="291" y="134"/>
                  <a:pt x="290" y="134"/>
                </a:cubicBezTo>
                <a:cubicBezTo>
                  <a:pt x="290" y="133"/>
                  <a:pt x="289" y="133"/>
                  <a:pt x="288" y="133"/>
                </a:cubicBezTo>
                <a:cubicBezTo>
                  <a:pt x="287" y="133"/>
                  <a:pt x="286" y="132"/>
                  <a:pt x="285" y="132"/>
                </a:cubicBezTo>
                <a:cubicBezTo>
                  <a:pt x="284" y="132"/>
                  <a:pt x="283" y="133"/>
                  <a:pt x="282" y="133"/>
                </a:cubicBezTo>
                <a:close/>
                <a:moveTo>
                  <a:pt x="440" y="133"/>
                </a:moveTo>
                <a:cubicBezTo>
                  <a:pt x="439" y="133"/>
                  <a:pt x="438" y="133"/>
                  <a:pt x="437" y="134"/>
                </a:cubicBezTo>
                <a:cubicBezTo>
                  <a:pt x="436" y="134"/>
                  <a:pt x="436" y="134"/>
                  <a:pt x="435" y="135"/>
                </a:cubicBezTo>
                <a:cubicBezTo>
                  <a:pt x="435" y="135"/>
                  <a:pt x="434" y="136"/>
                  <a:pt x="434" y="136"/>
                </a:cubicBezTo>
                <a:cubicBezTo>
                  <a:pt x="434" y="137"/>
                  <a:pt x="434" y="137"/>
                  <a:pt x="434" y="138"/>
                </a:cubicBezTo>
                <a:cubicBezTo>
                  <a:pt x="435" y="138"/>
                  <a:pt x="435" y="138"/>
                  <a:pt x="436" y="139"/>
                </a:cubicBezTo>
                <a:cubicBezTo>
                  <a:pt x="436" y="139"/>
                  <a:pt x="437" y="139"/>
                  <a:pt x="438" y="140"/>
                </a:cubicBezTo>
                <a:cubicBezTo>
                  <a:pt x="439" y="140"/>
                  <a:pt x="440" y="140"/>
                  <a:pt x="441" y="140"/>
                </a:cubicBezTo>
                <a:cubicBezTo>
                  <a:pt x="442" y="140"/>
                  <a:pt x="443" y="140"/>
                  <a:pt x="444" y="140"/>
                </a:cubicBezTo>
                <a:cubicBezTo>
                  <a:pt x="445" y="139"/>
                  <a:pt x="446" y="139"/>
                  <a:pt x="447" y="139"/>
                </a:cubicBezTo>
                <a:cubicBezTo>
                  <a:pt x="448" y="138"/>
                  <a:pt x="448" y="138"/>
                  <a:pt x="449" y="138"/>
                </a:cubicBezTo>
                <a:cubicBezTo>
                  <a:pt x="449" y="137"/>
                  <a:pt x="450" y="137"/>
                  <a:pt x="450" y="136"/>
                </a:cubicBezTo>
                <a:cubicBezTo>
                  <a:pt x="450" y="136"/>
                  <a:pt x="450" y="135"/>
                  <a:pt x="450" y="135"/>
                </a:cubicBezTo>
                <a:cubicBezTo>
                  <a:pt x="449" y="134"/>
                  <a:pt x="449" y="134"/>
                  <a:pt x="448" y="134"/>
                </a:cubicBezTo>
                <a:cubicBezTo>
                  <a:pt x="448" y="133"/>
                  <a:pt x="447" y="133"/>
                  <a:pt x="446" y="133"/>
                </a:cubicBezTo>
                <a:cubicBezTo>
                  <a:pt x="445" y="133"/>
                  <a:pt x="444" y="132"/>
                  <a:pt x="443" y="132"/>
                </a:cubicBezTo>
                <a:cubicBezTo>
                  <a:pt x="442" y="132"/>
                  <a:pt x="441" y="133"/>
                  <a:pt x="440" y="133"/>
                </a:cubicBezTo>
                <a:close/>
                <a:moveTo>
                  <a:pt x="170" y="133"/>
                </a:moveTo>
                <a:cubicBezTo>
                  <a:pt x="169" y="133"/>
                  <a:pt x="168" y="132"/>
                  <a:pt x="167" y="132"/>
                </a:cubicBezTo>
                <a:cubicBezTo>
                  <a:pt x="166" y="132"/>
                  <a:pt x="165" y="133"/>
                  <a:pt x="164" y="133"/>
                </a:cubicBezTo>
                <a:cubicBezTo>
                  <a:pt x="163" y="133"/>
                  <a:pt x="162" y="133"/>
                  <a:pt x="161" y="134"/>
                </a:cubicBezTo>
                <a:cubicBezTo>
                  <a:pt x="160" y="134"/>
                  <a:pt x="159" y="134"/>
                  <a:pt x="159" y="135"/>
                </a:cubicBezTo>
                <a:cubicBezTo>
                  <a:pt x="158" y="135"/>
                  <a:pt x="158" y="136"/>
                  <a:pt x="158" y="136"/>
                </a:cubicBezTo>
                <a:cubicBezTo>
                  <a:pt x="157" y="137"/>
                  <a:pt x="158" y="137"/>
                  <a:pt x="158" y="138"/>
                </a:cubicBezTo>
                <a:cubicBezTo>
                  <a:pt x="158" y="138"/>
                  <a:pt x="158" y="138"/>
                  <a:pt x="159" y="139"/>
                </a:cubicBezTo>
                <a:cubicBezTo>
                  <a:pt x="160" y="139"/>
                  <a:pt x="160" y="139"/>
                  <a:pt x="161" y="140"/>
                </a:cubicBezTo>
                <a:cubicBezTo>
                  <a:pt x="162" y="140"/>
                  <a:pt x="163" y="140"/>
                  <a:pt x="164" y="140"/>
                </a:cubicBezTo>
                <a:cubicBezTo>
                  <a:pt x="165" y="140"/>
                  <a:pt x="165" y="140"/>
                  <a:pt x="165" y="140"/>
                </a:cubicBezTo>
                <a:cubicBezTo>
                  <a:pt x="165" y="140"/>
                  <a:pt x="166" y="140"/>
                  <a:pt x="166" y="140"/>
                </a:cubicBezTo>
                <a:cubicBezTo>
                  <a:pt x="166" y="140"/>
                  <a:pt x="166" y="140"/>
                  <a:pt x="167" y="140"/>
                </a:cubicBezTo>
                <a:cubicBezTo>
                  <a:pt x="167" y="140"/>
                  <a:pt x="167" y="140"/>
                  <a:pt x="167" y="140"/>
                </a:cubicBezTo>
                <a:cubicBezTo>
                  <a:pt x="168" y="139"/>
                  <a:pt x="169" y="139"/>
                  <a:pt x="170" y="139"/>
                </a:cubicBezTo>
                <a:cubicBezTo>
                  <a:pt x="171" y="138"/>
                  <a:pt x="173" y="137"/>
                  <a:pt x="173" y="136"/>
                </a:cubicBezTo>
                <a:cubicBezTo>
                  <a:pt x="174" y="136"/>
                  <a:pt x="174" y="136"/>
                  <a:pt x="174" y="135"/>
                </a:cubicBezTo>
                <a:cubicBezTo>
                  <a:pt x="174" y="135"/>
                  <a:pt x="173" y="135"/>
                  <a:pt x="173" y="135"/>
                </a:cubicBezTo>
                <a:cubicBezTo>
                  <a:pt x="173" y="134"/>
                  <a:pt x="173" y="134"/>
                  <a:pt x="173" y="134"/>
                </a:cubicBezTo>
                <a:cubicBezTo>
                  <a:pt x="173" y="134"/>
                  <a:pt x="172" y="134"/>
                  <a:pt x="172" y="134"/>
                </a:cubicBezTo>
                <a:cubicBezTo>
                  <a:pt x="172" y="133"/>
                  <a:pt x="172" y="133"/>
                  <a:pt x="172" y="133"/>
                </a:cubicBezTo>
                <a:cubicBezTo>
                  <a:pt x="171" y="133"/>
                  <a:pt x="171" y="133"/>
                  <a:pt x="171" y="133"/>
                </a:cubicBezTo>
                <a:cubicBezTo>
                  <a:pt x="171" y="133"/>
                  <a:pt x="171" y="133"/>
                  <a:pt x="170" y="133"/>
                </a:cubicBezTo>
                <a:cubicBezTo>
                  <a:pt x="170" y="133"/>
                  <a:pt x="170" y="133"/>
                  <a:pt x="170" y="133"/>
                </a:cubicBezTo>
                <a:cubicBezTo>
                  <a:pt x="170" y="133"/>
                  <a:pt x="170" y="133"/>
                  <a:pt x="170" y="133"/>
                </a:cubicBezTo>
                <a:close/>
                <a:moveTo>
                  <a:pt x="487" y="133"/>
                </a:moveTo>
                <a:cubicBezTo>
                  <a:pt x="486" y="133"/>
                  <a:pt x="485" y="133"/>
                  <a:pt x="484" y="133"/>
                </a:cubicBezTo>
                <a:cubicBezTo>
                  <a:pt x="484" y="132"/>
                  <a:pt x="484" y="132"/>
                  <a:pt x="484" y="132"/>
                </a:cubicBezTo>
                <a:cubicBezTo>
                  <a:pt x="484" y="132"/>
                  <a:pt x="483" y="132"/>
                  <a:pt x="483" y="132"/>
                </a:cubicBezTo>
                <a:cubicBezTo>
                  <a:pt x="483" y="132"/>
                  <a:pt x="483" y="132"/>
                  <a:pt x="483" y="132"/>
                </a:cubicBezTo>
                <a:cubicBezTo>
                  <a:pt x="483" y="132"/>
                  <a:pt x="483" y="132"/>
                  <a:pt x="482" y="132"/>
                </a:cubicBezTo>
                <a:cubicBezTo>
                  <a:pt x="481" y="132"/>
                  <a:pt x="480" y="133"/>
                  <a:pt x="479" y="133"/>
                </a:cubicBezTo>
                <a:cubicBezTo>
                  <a:pt x="478" y="133"/>
                  <a:pt x="477" y="133"/>
                  <a:pt x="477" y="134"/>
                </a:cubicBezTo>
                <a:cubicBezTo>
                  <a:pt x="476" y="134"/>
                  <a:pt x="475" y="134"/>
                  <a:pt x="475" y="135"/>
                </a:cubicBezTo>
                <a:cubicBezTo>
                  <a:pt x="474" y="135"/>
                  <a:pt x="474" y="136"/>
                  <a:pt x="474" y="136"/>
                </a:cubicBezTo>
                <a:cubicBezTo>
                  <a:pt x="474" y="137"/>
                  <a:pt x="474" y="137"/>
                  <a:pt x="474" y="138"/>
                </a:cubicBezTo>
                <a:cubicBezTo>
                  <a:pt x="474" y="138"/>
                  <a:pt x="475" y="138"/>
                  <a:pt x="475" y="139"/>
                </a:cubicBezTo>
                <a:cubicBezTo>
                  <a:pt x="476" y="139"/>
                  <a:pt x="477" y="139"/>
                  <a:pt x="478" y="140"/>
                </a:cubicBezTo>
                <a:cubicBezTo>
                  <a:pt x="478" y="140"/>
                  <a:pt x="480" y="140"/>
                  <a:pt x="481" y="140"/>
                </a:cubicBezTo>
                <a:cubicBezTo>
                  <a:pt x="481" y="140"/>
                  <a:pt x="481" y="140"/>
                  <a:pt x="481" y="140"/>
                </a:cubicBezTo>
                <a:cubicBezTo>
                  <a:pt x="481" y="140"/>
                  <a:pt x="481" y="140"/>
                  <a:pt x="481" y="140"/>
                </a:cubicBezTo>
                <a:cubicBezTo>
                  <a:pt x="482" y="140"/>
                  <a:pt x="482" y="140"/>
                  <a:pt x="482" y="140"/>
                </a:cubicBezTo>
                <a:cubicBezTo>
                  <a:pt x="482" y="140"/>
                  <a:pt x="482" y="140"/>
                  <a:pt x="482" y="140"/>
                </a:cubicBezTo>
                <a:cubicBezTo>
                  <a:pt x="482" y="140"/>
                  <a:pt x="483" y="140"/>
                  <a:pt x="483" y="140"/>
                </a:cubicBezTo>
                <a:cubicBezTo>
                  <a:pt x="483" y="140"/>
                  <a:pt x="484" y="140"/>
                  <a:pt x="484" y="140"/>
                </a:cubicBezTo>
                <a:cubicBezTo>
                  <a:pt x="484" y="139"/>
                  <a:pt x="484" y="139"/>
                  <a:pt x="484" y="139"/>
                </a:cubicBezTo>
                <a:cubicBezTo>
                  <a:pt x="485" y="139"/>
                  <a:pt x="485" y="139"/>
                  <a:pt x="485" y="139"/>
                </a:cubicBezTo>
                <a:cubicBezTo>
                  <a:pt x="486" y="139"/>
                  <a:pt x="486" y="139"/>
                  <a:pt x="486" y="139"/>
                </a:cubicBezTo>
                <a:cubicBezTo>
                  <a:pt x="487" y="138"/>
                  <a:pt x="488" y="138"/>
                  <a:pt x="488" y="138"/>
                </a:cubicBezTo>
                <a:cubicBezTo>
                  <a:pt x="489" y="137"/>
                  <a:pt x="489" y="137"/>
                  <a:pt x="489" y="136"/>
                </a:cubicBezTo>
                <a:cubicBezTo>
                  <a:pt x="489" y="136"/>
                  <a:pt x="489" y="136"/>
                  <a:pt x="489" y="136"/>
                </a:cubicBezTo>
                <a:cubicBezTo>
                  <a:pt x="489" y="136"/>
                  <a:pt x="489" y="135"/>
                  <a:pt x="489" y="135"/>
                </a:cubicBezTo>
                <a:cubicBezTo>
                  <a:pt x="489" y="135"/>
                  <a:pt x="489" y="135"/>
                  <a:pt x="489" y="135"/>
                </a:cubicBezTo>
                <a:cubicBezTo>
                  <a:pt x="489" y="135"/>
                  <a:pt x="489" y="135"/>
                  <a:pt x="489" y="135"/>
                </a:cubicBezTo>
                <a:cubicBezTo>
                  <a:pt x="489" y="134"/>
                  <a:pt x="488" y="134"/>
                  <a:pt x="488" y="134"/>
                </a:cubicBezTo>
                <a:lnTo>
                  <a:pt x="487" y="133"/>
                </a:lnTo>
                <a:close/>
                <a:moveTo>
                  <a:pt x="328" y="133"/>
                </a:moveTo>
                <a:cubicBezTo>
                  <a:pt x="327" y="133"/>
                  <a:pt x="326" y="132"/>
                  <a:pt x="325" y="132"/>
                </a:cubicBezTo>
                <a:cubicBezTo>
                  <a:pt x="324" y="132"/>
                  <a:pt x="323" y="133"/>
                  <a:pt x="322" y="133"/>
                </a:cubicBezTo>
                <a:cubicBezTo>
                  <a:pt x="321" y="133"/>
                  <a:pt x="320" y="133"/>
                  <a:pt x="319" y="134"/>
                </a:cubicBezTo>
                <a:cubicBezTo>
                  <a:pt x="318" y="134"/>
                  <a:pt x="317" y="134"/>
                  <a:pt x="317" y="135"/>
                </a:cubicBezTo>
                <a:cubicBezTo>
                  <a:pt x="316" y="135"/>
                  <a:pt x="316" y="136"/>
                  <a:pt x="316" y="136"/>
                </a:cubicBezTo>
                <a:cubicBezTo>
                  <a:pt x="315" y="137"/>
                  <a:pt x="316" y="137"/>
                  <a:pt x="316" y="138"/>
                </a:cubicBezTo>
                <a:cubicBezTo>
                  <a:pt x="316" y="138"/>
                  <a:pt x="317" y="138"/>
                  <a:pt x="317" y="139"/>
                </a:cubicBezTo>
                <a:cubicBezTo>
                  <a:pt x="318" y="139"/>
                  <a:pt x="319" y="139"/>
                  <a:pt x="319" y="140"/>
                </a:cubicBezTo>
                <a:cubicBezTo>
                  <a:pt x="320" y="140"/>
                  <a:pt x="321" y="140"/>
                  <a:pt x="322" y="140"/>
                </a:cubicBezTo>
                <a:cubicBezTo>
                  <a:pt x="323" y="140"/>
                  <a:pt x="323" y="140"/>
                  <a:pt x="323" y="140"/>
                </a:cubicBezTo>
                <a:cubicBezTo>
                  <a:pt x="324" y="140"/>
                  <a:pt x="324" y="140"/>
                  <a:pt x="324" y="140"/>
                </a:cubicBezTo>
                <a:cubicBezTo>
                  <a:pt x="324" y="140"/>
                  <a:pt x="325" y="140"/>
                  <a:pt x="325" y="140"/>
                </a:cubicBezTo>
                <a:cubicBezTo>
                  <a:pt x="325" y="140"/>
                  <a:pt x="325" y="140"/>
                  <a:pt x="326" y="140"/>
                </a:cubicBezTo>
                <a:cubicBezTo>
                  <a:pt x="328" y="139"/>
                  <a:pt x="331" y="138"/>
                  <a:pt x="331" y="136"/>
                </a:cubicBezTo>
                <a:cubicBezTo>
                  <a:pt x="332" y="136"/>
                  <a:pt x="332" y="135"/>
                  <a:pt x="331" y="135"/>
                </a:cubicBezTo>
                <a:cubicBezTo>
                  <a:pt x="331" y="135"/>
                  <a:pt x="331" y="134"/>
                  <a:pt x="331" y="134"/>
                </a:cubicBezTo>
                <a:cubicBezTo>
                  <a:pt x="330" y="134"/>
                  <a:pt x="330" y="133"/>
                  <a:pt x="329" y="133"/>
                </a:cubicBezTo>
                <a:cubicBezTo>
                  <a:pt x="329" y="133"/>
                  <a:pt x="328" y="133"/>
                  <a:pt x="328" y="133"/>
                </a:cubicBezTo>
                <a:cubicBezTo>
                  <a:pt x="327" y="133"/>
                  <a:pt x="328" y="133"/>
                  <a:pt x="328" y="133"/>
                </a:cubicBezTo>
                <a:close/>
                <a:moveTo>
                  <a:pt x="641" y="132"/>
                </a:moveTo>
                <a:cubicBezTo>
                  <a:pt x="641" y="132"/>
                  <a:pt x="641" y="132"/>
                  <a:pt x="641" y="132"/>
                </a:cubicBezTo>
                <a:cubicBezTo>
                  <a:pt x="641" y="132"/>
                  <a:pt x="641" y="132"/>
                  <a:pt x="641" y="132"/>
                </a:cubicBezTo>
                <a:cubicBezTo>
                  <a:pt x="641" y="132"/>
                  <a:pt x="640" y="132"/>
                  <a:pt x="640" y="132"/>
                </a:cubicBezTo>
                <a:cubicBezTo>
                  <a:pt x="639" y="132"/>
                  <a:pt x="638" y="133"/>
                  <a:pt x="637" y="133"/>
                </a:cubicBezTo>
                <a:cubicBezTo>
                  <a:pt x="636" y="133"/>
                  <a:pt x="635" y="133"/>
                  <a:pt x="634" y="134"/>
                </a:cubicBezTo>
                <a:cubicBezTo>
                  <a:pt x="634" y="134"/>
                  <a:pt x="633" y="134"/>
                  <a:pt x="633" y="135"/>
                </a:cubicBezTo>
                <a:cubicBezTo>
                  <a:pt x="632" y="135"/>
                  <a:pt x="632" y="136"/>
                  <a:pt x="632" y="136"/>
                </a:cubicBezTo>
                <a:cubicBezTo>
                  <a:pt x="632" y="137"/>
                  <a:pt x="632" y="137"/>
                  <a:pt x="632" y="138"/>
                </a:cubicBezTo>
                <a:cubicBezTo>
                  <a:pt x="632" y="138"/>
                  <a:pt x="633" y="138"/>
                  <a:pt x="633" y="139"/>
                </a:cubicBezTo>
                <a:cubicBezTo>
                  <a:pt x="634" y="139"/>
                  <a:pt x="635" y="139"/>
                  <a:pt x="636" y="140"/>
                </a:cubicBezTo>
                <a:cubicBezTo>
                  <a:pt x="637" y="140"/>
                  <a:pt x="638" y="140"/>
                  <a:pt x="639" y="140"/>
                </a:cubicBezTo>
                <a:cubicBezTo>
                  <a:pt x="639" y="140"/>
                  <a:pt x="639" y="140"/>
                  <a:pt x="639" y="140"/>
                </a:cubicBezTo>
                <a:cubicBezTo>
                  <a:pt x="639" y="140"/>
                  <a:pt x="639" y="140"/>
                  <a:pt x="640" y="140"/>
                </a:cubicBezTo>
                <a:cubicBezTo>
                  <a:pt x="640" y="140"/>
                  <a:pt x="640" y="140"/>
                  <a:pt x="640" y="140"/>
                </a:cubicBezTo>
                <a:cubicBezTo>
                  <a:pt x="640" y="140"/>
                  <a:pt x="640" y="140"/>
                  <a:pt x="640" y="140"/>
                </a:cubicBezTo>
                <a:cubicBezTo>
                  <a:pt x="641" y="140"/>
                  <a:pt x="642" y="140"/>
                  <a:pt x="643" y="139"/>
                </a:cubicBezTo>
                <a:cubicBezTo>
                  <a:pt x="644" y="139"/>
                  <a:pt x="645" y="139"/>
                  <a:pt x="645" y="138"/>
                </a:cubicBezTo>
                <a:cubicBezTo>
                  <a:pt x="646" y="138"/>
                  <a:pt x="646" y="138"/>
                  <a:pt x="647" y="137"/>
                </a:cubicBezTo>
                <a:cubicBezTo>
                  <a:pt x="647" y="137"/>
                  <a:pt x="647" y="137"/>
                  <a:pt x="647" y="136"/>
                </a:cubicBezTo>
                <a:cubicBezTo>
                  <a:pt x="648" y="136"/>
                  <a:pt x="647" y="135"/>
                  <a:pt x="647" y="135"/>
                </a:cubicBezTo>
                <a:cubicBezTo>
                  <a:pt x="647" y="134"/>
                  <a:pt x="647" y="134"/>
                  <a:pt x="646" y="134"/>
                </a:cubicBezTo>
                <a:cubicBezTo>
                  <a:pt x="646" y="133"/>
                  <a:pt x="645" y="133"/>
                  <a:pt x="644" y="133"/>
                </a:cubicBezTo>
                <a:cubicBezTo>
                  <a:pt x="644" y="133"/>
                  <a:pt x="643" y="133"/>
                  <a:pt x="642" y="133"/>
                </a:cubicBezTo>
                <a:cubicBezTo>
                  <a:pt x="642" y="132"/>
                  <a:pt x="642" y="132"/>
                  <a:pt x="641" y="132"/>
                </a:cubicBezTo>
                <a:close/>
                <a:moveTo>
                  <a:pt x="519" y="133"/>
                </a:moveTo>
                <a:cubicBezTo>
                  <a:pt x="518" y="133"/>
                  <a:pt x="517" y="133"/>
                  <a:pt x="516" y="134"/>
                </a:cubicBezTo>
                <a:cubicBezTo>
                  <a:pt x="515" y="134"/>
                  <a:pt x="515" y="134"/>
                  <a:pt x="514" y="135"/>
                </a:cubicBezTo>
                <a:cubicBezTo>
                  <a:pt x="514" y="135"/>
                  <a:pt x="513" y="136"/>
                  <a:pt x="513" y="136"/>
                </a:cubicBezTo>
                <a:cubicBezTo>
                  <a:pt x="513" y="137"/>
                  <a:pt x="513" y="137"/>
                  <a:pt x="513" y="138"/>
                </a:cubicBezTo>
                <a:cubicBezTo>
                  <a:pt x="514" y="138"/>
                  <a:pt x="514" y="138"/>
                  <a:pt x="515" y="139"/>
                </a:cubicBezTo>
                <a:cubicBezTo>
                  <a:pt x="515" y="139"/>
                  <a:pt x="516" y="139"/>
                  <a:pt x="517" y="140"/>
                </a:cubicBezTo>
                <a:cubicBezTo>
                  <a:pt x="518" y="140"/>
                  <a:pt x="519" y="140"/>
                  <a:pt x="520" y="140"/>
                </a:cubicBezTo>
                <a:cubicBezTo>
                  <a:pt x="521" y="140"/>
                  <a:pt x="522" y="140"/>
                  <a:pt x="523" y="140"/>
                </a:cubicBezTo>
                <a:cubicBezTo>
                  <a:pt x="524" y="139"/>
                  <a:pt x="525" y="139"/>
                  <a:pt x="526" y="139"/>
                </a:cubicBezTo>
                <a:cubicBezTo>
                  <a:pt x="527" y="138"/>
                  <a:pt x="528" y="138"/>
                  <a:pt x="528" y="138"/>
                </a:cubicBezTo>
                <a:cubicBezTo>
                  <a:pt x="529" y="137"/>
                  <a:pt x="529" y="137"/>
                  <a:pt x="529" y="136"/>
                </a:cubicBezTo>
                <a:cubicBezTo>
                  <a:pt x="529" y="136"/>
                  <a:pt x="529" y="135"/>
                  <a:pt x="529" y="135"/>
                </a:cubicBezTo>
                <a:cubicBezTo>
                  <a:pt x="528" y="134"/>
                  <a:pt x="528" y="134"/>
                  <a:pt x="527" y="134"/>
                </a:cubicBezTo>
                <a:cubicBezTo>
                  <a:pt x="527" y="133"/>
                  <a:pt x="526" y="133"/>
                  <a:pt x="525" y="133"/>
                </a:cubicBezTo>
                <a:cubicBezTo>
                  <a:pt x="524" y="133"/>
                  <a:pt x="523" y="132"/>
                  <a:pt x="522" y="132"/>
                </a:cubicBezTo>
                <a:cubicBezTo>
                  <a:pt x="521" y="132"/>
                  <a:pt x="520" y="133"/>
                  <a:pt x="519" y="133"/>
                </a:cubicBezTo>
                <a:close/>
                <a:moveTo>
                  <a:pt x="249" y="133"/>
                </a:moveTo>
                <a:cubicBezTo>
                  <a:pt x="248" y="133"/>
                  <a:pt x="247" y="132"/>
                  <a:pt x="246" y="132"/>
                </a:cubicBezTo>
                <a:cubicBezTo>
                  <a:pt x="246" y="132"/>
                  <a:pt x="245" y="132"/>
                  <a:pt x="245" y="132"/>
                </a:cubicBezTo>
                <a:cubicBezTo>
                  <a:pt x="245" y="132"/>
                  <a:pt x="244" y="132"/>
                  <a:pt x="244" y="133"/>
                </a:cubicBezTo>
                <a:cubicBezTo>
                  <a:pt x="244" y="133"/>
                  <a:pt x="244" y="133"/>
                  <a:pt x="243" y="133"/>
                </a:cubicBezTo>
                <a:cubicBezTo>
                  <a:pt x="243" y="133"/>
                  <a:pt x="243" y="133"/>
                  <a:pt x="243" y="133"/>
                </a:cubicBezTo>
                <a:cubicBezTo>
                  <a:pt x="241" y="133"/>
                  <a:pt x="237" y="134"/>
                  <a:pt x="237" y="136"/>
                </a:cubicBezTo>
                <a:cubicBezTo>
                  <a:pt x="237" y="137"/>
                  <a:pt x="237" y="137"/>
                  <a:pt x="237" y="137"/>
                </a:cubicBezTo>
                <a:cubicBezTo>
                  <a:pt x="237" y="138"/>
                  <a:pt x="237" y="138"/>
                  <a:pt x="237" y="138"/>
                </a:cubicBezTo>
                <a:cubicBezTo>
                  <a:pt x="238" y="138"/>
                  <a:pt x="238" y="139"/>
                  <a:pt x="239" y="139"/>
                </a:cubicBezTo>
                <a:cubicBezTo>
                  <a:pt x="239" y="139"/>
                  <a:pt x="240" y="139"/>
                  <a:pt x="240" y="140"/>
                </a:cubicBezTo>
                <a:cubicBezTo>
                  <a:pt x="241" y="140"/>
                  <a:pt x="242" y="140"/>
                  <a:pt x="243" y="140"/>
                </a:cubicBezTo>
                <a:cubicBezTo>
                  <a:pt x="244" y="140"/>
                  <a:pt x="244" y="140"/>
                  <a:pt x="244" y="140"/>
                </a:cubicBezTo>
                <a:cubicBezTo>
                  <a:pt x="244" y="140"/>
                  <a:pt x="245" y="140"/>
                  <a:pt x="245" y="140"/>
                </a:cubicBezTo>
                <a:cubicBezTo>
                  <a:pt x="245" y="140"/>
                  <a:pt x="245" y="140"/>
                  <a:pt x="246" y="140"/>
                </a:cubicBezTo>
                <a:cubicBezTo>
                  <a:pt x="246" y="140"/>
                  <a:pt x="246" y="140"/>
                  <a:pt x="247" y="140"/>
                </a:cubicBezTo>
                <a:cubicBezTo>
                  <a:pt x="249" y="139"/>
                  <a:pt x="252" y="138"/>
                  <a:pt x="252" y="136"/>
                </a:cubicBezTo>
                <a:cubicBezTo>
                  <a:pt x="253" y="136"/>
                  <a:pt x="253" y="135"/>
                  <a:pt x="252" y="135"/>
                </a:cubicBezTo>
                <a:cubicBezTo>
                  <a:pt x="252" y="135"/>
                  <a:pt x="252" y="134"/>
                  <a:pt x="252" y="134"/>
                </a:cubicBezTo>
                <a:cubicBezTo>
                  <a:pt x="251" y="134"/>
                  <a:pt x="251" y="133"/>
                  <a:pt x="251" y="133"/>
                </a:cubicBezTo>
                <a:cubicBezTo>
                  <a:pt x="250" y="133"/>
                  <a:pt x="249" y="133"/>
                  <a:pt x="249" y="133"/>
                </a:cubicBezTo>
                <a:cubicBezTo>
                  <a:pt x="249" y="133"/>
                  <a:pt x="249" y="133"/>
                  <a:pt x="249" y="133"/>
                </a:cubicBezTo>
                <a:close/>
                <a:moveTo>
                  <a:pt x="124" y="133"/>
                </a:moveTo>
                <a:cubicBezTo>
                  <a:pt x="123" y="133"/>
                  <a:pt x="122" y="133"/>
                  <a:pt x="121" y="134"/>
                </a:cubicBezTo>
                <a:cubicBezTo>
                  <a:pt x="121" y="134"/>
                  <a:pt x="120" y="134"/>
                  <a:pt x="119" y="135"/>
                </a:cubicBezTo>
                <a:cubicBezTo>
                  <a:pt x="119" y="135"/>
                  <a:pt x="118" y="136"/>
                  <a:pt x="118" y="136"/>
                </a:cubicBezTo>
                <a:cubicBezTo>
                  <a:pt x="118" y="137"/>
                  <a:pt x="118" y="137"/>
                  <a:pt x="118" y="138"/>
                </a:cubicBezTo>
                <a:cubicBezTo>
                  <a:pt x="119" y="138"/>
                  <a:pt x="119" y="138"/>
                  <a:pt x="120" y="139"/>
                </a:cubicBezTo>
                <a:cubicBezTo>
                  <a:pt x="120" y="139"/>
                  <a:pt x="121" y="139"/>
                  <a:pt x="122" y="140"/>
                </a:cubicBezTo>
                <a:cubicBezTo>
                  <a:pt x="123" y="140"/>
                  <a:pt x="124" y="140"/>
                  <a:pt x="125" y="140"/>
                </a:cubicBezTo>
                <a:cubicBezTo>
                  <a:pt x="126" y="140"/>
                  <a:pt x="127" y="140"/>
                  <a:pt x="128" y="140"/>
                </a:cubicBezTo>
                <a:cubicBezTo>
                  <a:pt x="129" y="139"/>
                  <a:pt x="130" y="139"/>
                  <a:pt x="131" y="139"/>
                </a:cubicBezTo>
                <a:cubicBezTo>
                  <a:pt x="132" y="138"/>
                  <a:pt x="132" y="138"/>
                  <a:pt x="133" y="138"/>
                </a:cubicBezTo>
                <a:cubicBezTo>
                  <a:pt x="133" y="137"/>
                  <a:pt x="134" y="137"/>
                  <a:pt x="134" y="136"/>
                </a:cubicBezTo>
                <a:cubicBezTo>
                  <a:pt x="134" y="136"/>
                  <a:pt x="134" y="135"/>
                  <a:pt x="134" y="135"/>
                </a:cubicBezTo>
                <a:cubicBezTo>
                  <a:pt x="134" y="134"/>
                  <a:pt x="133" y="134"/>
                  <a:pt x="133" y="134"/>
                </a:cubicBezTo>
                <a:cubicBezTo>
                  <a:pt x="132" y="133"/>
                  <a:pt x="131" y="133"/>
                  <a:pt x="130" y="133"/>
                </a:cubicBezTo>
                <a:cubicBezTo>
                  <a:pt x="130" y="133"/>
                  <a:pt x="129" y="132"/>
                  <a:pt x="127" y="132"/>
                </a:cubicBezTo>
                <a:cubicBezTo>
                  <a:pt x="126" y="132"/>
                  <a:pt x="125" y="133"/>
                  <a:pt x="124" y="133"/>
                </a:cubicBezTo>
                <a:close/>
                <a:moveTo>
                  <a:pt x="563" y="132"/>
                </a:moveTo>
                <a:cubicBezTo>
                  <a:pt x="562" y="132"/>
                  <a:pt x="562" y="132"/>
                  <a:pt x="562" y="132"/>
                </a:cubicBezTo>
                <a:cubicBezTo>
                  <a:pt x="562" y="132"/>
                  <a:pt x="562" y="132"/>
                  <a:pt x="562" y="132"/>
                </a:cubicBezTo>
                <a:cubicBezTo>
                  <a:pt x="562" y="132"/>
                  <a:pt x="562" y="132"/>
                  <a:pt x="561" y="132"/>
                </a:cubicBezTo>
                <a:cubicBezTo>
                  <a:pt x="560" y="132"/>
                  <a:pt x="559" y="133"/>
                  <a:pt x="558" y="133"/>
                </a:cubicBezTo>
                <a:cubicBezTo>
                  <a:pt x="557" y="133"/>
                  <a:pt x="556" y="133"/>
                  <a:pt x="556" y="134"/>
                </a:cubicBezTo>
                <a:cubicBezTo>
                  <a:pt x="555" y="134"/>
                  <a:pt x="554" y="134"/>
                  <a:pt x="554" y="135"/>
                </a:cubicBezTo>
                <a:cubicBezTo>
                  <a:pt x="553" y="135"/>
                  <a:pt x="553" y="136"/>
                  <a:pt x="553" y="136"/>
                </a:cubicBezTo>
                <a:cubicBezTo>
                  <a:pt x="553" y="137"/>
                  <a:pt x="553" y="137"/>
                  <a:pt x="553" y="138"/>
                </a:cubicBezTo>
                <a:cubicBezTo>
                  <a:pt x="553" y="138"/>
                  <a:pt x="554" y="138"/>
                  <a:pt x="554" y="139"/>
                </a:cubicBezTo>
                <a:cubicBezTo>
                  <a:pt x="555" y="139"/>
                  <a:pt x="556" y="139"/>
                  <a:pt x="557" y="140"/>
                </a:cubicBezTo>
                <a:cubicBezTo>
                  <a:pt x="558" y="140"/>
                  <a:pt x="559" y="140"/>
                  <a:pt x="560" y="140"/>
                </a:cubicBezTo>
                <a:cubicBezTo>
                  <a:pt x="560" y="140"/>
                  <a:pt x="560" y="140"/>
                  <a:pt x="560" y="140"/>
                </a:cubicBezTo>
                <a:cubicBezTo>
                  <a:pt x="560" y="140"/>
                  <a:pt x="560" y="140"/>
                  <a:pt x="561" y="140"/>
                </a:cubicBezTo>
                <a:cubicBezTo>
                  <a:pt x="561" y="140"/>
                  <a:pt x="561" y="140"/>
                  <a:pt x="561" y="140"/>
                </a:cubicBezTo>
                <a:cubicBezTo>
                  <a:pt x="561" y="140"/>
                  <a:pt x="561" y="140"/>
                  <a:pt x="561" y="140"/>
                </a:cubicBezTo>
                <a:cubicBezTo>
                  <a:pt x="562" y="140"/>
                  <a:pt x="563" y="140"/>
                  <a:pt x="564" y="139"/>
                </a:cubicBezTo>
                <a:cubicBezTo>
                  <a:pt x="565" y="139"/>
                  <a:pt x="565" y="139"/>
                  <a:pt x="566" y="138"/>
                </a:cubicBezTo>
                <a:cubicBezTo>
                  <a:pt x="567" y="138"/>
                  <a:pt x="567" y="138"/>
                  <a:pt x="568" y="137"/>
                </a:cubicBezTo>
                <a:cubicBezTo>
                  <a:pt x="568" y="137"/>
                  <a:pt x="568" y="137"/>
                  <a:pt x="568" y="136"/>
                </a:cubicBezTo>
                <a:cubicBezTo>
                  <a:pt x="569" y="136"/>
                  <a:pt x="568" y="135"/>
                  <a:pt x="568" y="135"/>
                </a:cubicBezTo>
                <a:cubicBezTo>
                  <a:pt x="568" y="134"/>
                  <a:pt x="568" y="134"/>
                  <a:pt x="567" y="134"/>
                </a:cubicBezTo>
                <a:cubicBezTo>
                  <a:pt x="567" y="133"/>
                  <a:pt x="566" y="133"/>
                  <a:pt x="565" y="133"/>
                </a:cubicBezTo>
                <a:cubicBezTo>
                  <a:pt x="565" y="133"/>
                  <a:pt x="564" y="133"/>
                  <a:pt x="563" y="133"/>
                </a:cubicBezTo>
                <a:cubicBezTo>
                  <a:pt x="563" y="132"/>
                  <a:pt x="563" y="132"/>
                  <a:pt x="563" y="132"/>
                </a:cubicBezTo>
                <a:close/>
                <a:moveTo>
                  <a:pt x="756" y="133"/>
                </a:moveTo>
                <a:cubicBezTo>
                  <a:pt x="755" y="133"/>
                  <a:pt x="754" y="133"/>
                  <a:pt x="753" y="134"/>
                </a:cubicBezTo>
                <a:cubicBezTo>
                  <a:pt x="752" y="134"/>
                  <a:pt x="751" y="134"/>
                  <a:pt x="751" y="135"/>
                </a:cubicBezTo>
                <a:cubicBezTo>
                  <a:pt x="751" y="135"/>
                  <a:pt x="750" y="136"/>
                  <a:pt x="750" y="136"/>
                </a:cubicBezTo>
                <a:cubicBezTo>
                  <a:pt x="750" y="137"/>
                  <a:pt x="750" y="137"/>
                  <a:pt x="751" y="138"/>
                </a:cubicBezTo>
                <a:cubicBezTo>
                  <a:pt x="751" y="138"/>
                  <a:pt x="751" y="138"/>
                  <a:pt x="752" y="139"/>
                </a:cubicBezTo>
                <a:cubicBezTo>
                  <a:pt x="753" y="139"/>
                  <a:pt x="754" y="139"/>
                  <a:pt x="754" y="140"/>
                </a:cubicBezTo>
                <a:cubicBezTo>
                  <a:pt x="755" y="140"/>
                  <a:pt x="756" y="140"/>
                  <a:pt x="757" y="140"/>
                </a:cubicBezTo>
                <a:cubicBezTo>
                  <a:pt x="759" y="140"/>
                  <a:pt x="760" y="140"/>
                  <a:pt x="761" y="140"/>
                </a:cubicBezTo>
                <a:cubicBezTo>
                  <a:pt x="762" y="139"/>
                  <a:pt x="762" y="139"/>
                  <a:pt x="763" y="139"/>
                </a:cubicBezTo>
                <a:cubicBezTo>
                  <a:pt x="764" y="138"/>
                  <a:pt x="765" y="138"/>
                  <a:pt x="765" y="138"/>
                </a:cubicBezTo>
                <a:cubicBezTo>
                  <a:pt x="766" y="137"/>
                  <a:pt x="766" y="137"/>
                  <a:pt x="766" y="136"/>
                </a:cubicBezTo>
                <a:cubicBezTo>
                  <a:pt x="766" y="136"/>
                  <a:pt x="766" y="135"/>
                  <a:pt x="766" y="135"/>
                </a:cubicBezTo>
                <a:cubicBezTo>
                  <a:pt x="765" y="134"/>
                  <a:pt x="765" y="134"/>
                  <a:pt x="764" y="134"/>
                </a:cubicBezTo>
                <a:cubicBezTo>
                  <a:pt x="763" y="133"/>
                  <a:pt x="763" y="133"/>
                  <a:pt x="762" y="133"/>
                </a:cubicBezTo>
                <a:cubicBezTo>
                  <a:pt x="761" y="133"/>
                  <a:pt x="760" y="132"/>
                  <a:pt x="759" y="132"/>
                </a:cubicBezTo>
                <a:cubicBezTo>
                  <a:pt x="758" y="132"/>
                  <a:pt x="757" y="133"/>
                  <a:pt x="756" y="133"/>
                </a:cubicBezTo>
                <a:close/>
                <a:moveTo>
                  <a:pt x="598" y="133"/>
                </a:moveTo>
                <a:cubicBezTo>
                  <a:pt x="597" y="133"/>
                  <a:pt x="596" y="133"/>
                  <a:pt x="595" y="134"/>
                </a:cubicBezTo>
                <a:cubicBezTo>
                  <a:pt x="594" y="134"/>
                  <a:pt x="594" y="134"/>
                  <a:pt x="593" y="135"/>
                </a:cubicBezTo>
                <a:cubicBezTo>
                  <a:pt x="593" y="135"/>
                  <a:pt x="592" y="136"/>
                  <a:pt x="592" y="136"/>
                </a:cubicBezTo>
                <a:cubicBezTo>
                  <a:pt x="592" y="137"/>
                  <a:pt x="592" y="137"/>
                  <a:pt x="592" y="138"/>
                </a:cubicBezTo>
                <a:cubicBezTo>
                  <a:pt x="593" y="138"/>
                  <a:pt x="593" y="138"/>
                  <a:pt x="594" y="139"/>
                </a:cubicBezTo>
                <a:cubicBezTo>
                  <a:pt x="595" y="139"/>
                  <a:pt x="595" y="139"/>
                  <a:pt x="596" y="140"/>
                </a:cubicBezTo>
                <a:cubicBezTo>
                  <a:pt x="597" y="140"/>
                  <a:pt x="598" y="140"/>
                  <a:pt x="599" y="140"/>
                </a:cubicBezTo>
                <a:cubicBezTo>
                  <a:pt x="600" y="140"/>
                  <a:pt x="601" y="140"/>
                  <a:pt x="602" y="140"/>
                </a:cubicBezTo>
                <a:cubicBezTo>
                  <a:pt x="603" y="139"/>
                  <a:pt x="604" y="139"/>
                  <a:pt x="605" y="139"/>
                </a:cubicBezTo>
                <a:cubicBezTo>
                  <a:pt x="606" y="138"/>
                  <a:pt x="607" y="138"/>
                  <a:pt x="607" y="138"/>
                </a:cubicBezTo>
                <a:cubicBezTo>
                  <a:pt x="608" y="137"/>
                  <a:pt x="608" y="137"/>
                  <a:pt x="608" y="136"/>
                </a:cubicBezTo>
                <a:cubicBezTo>
                  <a:pt x="608" y="136"/>
                  <a:pt x="608" y="135"/>
                  <a:pt x="608" y="135"/>
                </a:cubicBezTo>
                <a:cubicBezTo>
                  <a:pt x="607" y="134"/>
                  <a:pt x="607" y="134"/>
                  <a:pt x="606" y="134"/>
                </a:cubicBezTo>
                <a:cubicBezTo>
                  <a:pt x="606" y="133"/>
                  <a:pt x="605" y="133"/>
                  <a:pt x="604" y="133"/>
                </a:cubicBezTo>
                <a:cubicBezTo>
                  <a:pt x="603" y="133"/>
                  <a:pt x="602" y="132"/>
                  <a:pt x="601" y="132"/>
                </a:cubicBezTo>
                <a:cubicBezTo>
                  <a:pt x="600" y="132"/>
                  <a:pt x="599" y="133"/>
                  <a:pt x="598" y="133"/>
                </a:cubicBezTo>
                <a:close/>
                <a:moveTo>
                  <a:pt x="1827" y="133"/>
                </a:moveTo>
                <a:cubicBezTo>
                  <a:pt x="1826" y="133"/>
                  <a:pt x="1825" y="132"/>
                  <a:pt x="1824" y="132"/>
                </a:cubicBezTo>
                <a:cubicBezTo>
                  <a:pt x="1823" y="132"/>
                  <a:pt x="1822" y="133"/>
                  <a:pt x="1821" y="133"/>
                </a:cubicBezTo>
                <a:cubicBezTo>
                  <a:pt x="1820" y="133"/>
                  <a:pt x="1819" y="133"/>
                  <a:pt x="1818" y="134"/>
                </a:cubicBezTo>
                <a:cubicBezTo>
                  <a:pt x="1818" y="134"/>
                  <a:pt x="1817" y="134"/>
                  <a:pt x="1817" y="135"/>
                </a:cubicBezTo>
                <a:cubicBezTo>
                  <a:pt x="1817" y="135"/>
                  <a:pt x="1816" y="136"/>
                  <a:pt x="1817" y="136"/>
                </a:cubicBezTo>
                <a:cubicBezTo>
                  <a:pt x="1817" y="137"/>
                  <a:pt x="1817" y="137"/>
                  <a:pt x="1817" y="138"/>
                </a:cubicBezTo>
                <a:cubicBezTo>
                  <a:pt x="1818" y="138"/>
                  <a:pt x="1819" y="138"/>
                  <a:pt x="1819" y="139"/>
                </a:cubicBezTo>
                <a:cubicBezTo>
                  <a:pt x="1820" y="139"/>
                  <a:pt x="1821" y="139"/>
                  <a:pt x="1822" y="140"/>
                </a:cubicBezTo>
                <a:cubicBezTo>
                  <a:pt x="1823" y="140"/>
                  <a:pt x="1824" y="140"/>
                  <a:pt x="1825" y="140"/>
                </a:cubicBezTo>
                <a:cubicBezTo>
                  <a:pt x="1825" y="140"/>
                  <a:pt x="1826" y="140"/>
                  <a:pt x="1826" y="140"/>
                </a:cubicBezTo>
                <a:cubicBezTo>
                  <a:pt x="1826" y="140"/>
                  <a:pt x="1826" y="140"/>
                  <a:pt x="1827" y="140"/>
                </a:cubicBezTo>
                <a:cubicBezTo>
                  <a:pt x="1827" y="140"/>
                  <a:pt x="1827" y="140"/>
                  <a:pt x="1827" y="140"/>
                </a:cubicBezTo>
                <a:cubicBezTo>
                  <a:pt x="1828" y="140"/>
                  <a:pt x="1828" y="140"/>
                  <a:pt x="1828" y="140"/>
                </a:cubicBezTo>
                <a:cubicBezTo>
                  <a:pt x="1830" y="139"/>
                  <a:pt x="1833" y="138"/>
                  <a:pt x="1832" y="136"/>
                </a:cubicBezTo>
                <a:cubicBezTo>
                  <a:pt x="1832" y="136"/>
                  <a:pt x="1832" y="135"/>
                  <a:pt x="1832" y="135"/>
                </a:cubicBezTo>
                <a:cubicBezTo>
                  <a:pt x="1831" y="135"/>
                  <a:pt x="1831" y="134"/>
                  <a:pt x="1831" y="134"/>
                </a:cubicBezTo>
                <a:cubicBezTo>
                  <a:pt x="1830" y="134"/>
                  <a:pt x="1830" y="133"/>
                  <a:pt x="1829" y="133"/>
                </a:cubicBezTo>
                <a:cubicBezTo>
                  <a:pt x="1828" y="133"/>
                  <a:pt x="1828" y="133"/>
                  <a:pt x="1827" y="133"/>
                </a:cubicBezTo>
                <a:cubicBezTo>
                  <a:pt x="1827" y="133"/>
                  <a:pt x="1828" y="133"/>
                  <a:pt x="1827" y="133"/>
                </a:cubicBezTo>
                <a:close/>
                <a:moveTo>
                  <a:pt x="2255" y="133"/>
                </a:moveTo>
                <a:cubicBezTo>
                  <a:pt x="2254" y="133"/>
                  <a:pt x="2253" y="133"/>
                  <a:pt x="2252" y="134"/>
                </a:cubicBezTo>
                <a:cubicBezTo>
                  <a:pt x="2252" y="134"/>
                  <a:pt x="2251" y="134"/>
                  <a:pt x="2251" y="135"/>
                </a:cubicBezTo>
                <a:cubicBezTo>
                  <a:pt x="2251" y="135"/>
                  <a:pt x="2251" y="136"/>
                  <a:pt x="2251" y="136"/>
                </a:cubicBezTo>
                <a:cubicBezTo>
                  <a:pt x="2251" y="137"/>
                  <a:pt x="2252" y="137"/>
                  <a:pt x="2252" y="138"/>
                </a:cubicBezTo>
                <a:cubicBezTo>
                  <a:pt x="2253" y="138"/>
                  <a:pt x="2253" y="138"/>
                  <a:pt x="2254" y="139"/>
                </a:cubicBezTo>
                <a:cubicBezTo>
                  <a:pt x="2255" y="139"/>
                  <a:pt x="2256" y="139"/>
                  <a:pt x="2257" y="140"/>
                </a:cubicBezTo>
                <a:cubicBezTo>
                  <a:pt x="2258" y="140"/>
                  <a:pt x="2259" y="140"/>
                  <a:pt x="2260" y="140"/>
                </a:cubicBezTo>
                <a:cubicBezTo>
                  <a:pt x="2261" y="140"/>
                  <a:pt x="2262" y="140"/>
                  <a:pt x="2263" y="140"/>
                </a:cubicBezTo>
                <a:cubicBezTo>
                  <a:pt x="2264" y="139"/>
                  <a:pt x="2265" y="139"/>
                  <a:pt x="2265" y="139"/>
                </a:cubicBezTo>
                <a:cubicBezTo>
                  <a:pt x="2266" y="138"/>
                  <a:pt x="2266" y="138"/>
                  <a:pt x="2267" y="138"/>
                </a:cubicBezTo>
                <a:cubicBezTo>
                  <a:pt x="2267" y="137"/>
                  <a:pt x="2267" y="137"/>
                  <a:pt x="2267" y="136"/>
                </a:cubicBezTo>
                <a:cubicBezTo>
                  <a:pt x="2267" y="136"/>
                  <a:pt x="2266" y="135"/>
                  <a:pt x="2266" y="135"/>
                </a:cubicBezTo>
                <a:cubicBezTo>
                  <a:pt x="2265" y="134"/>
                  <a:pt x="2264" y="134"/>
                  <a:pt x="2264" y="134"/>
                </a:cubicBezTo>
                <a:cubicBezTo>
                  <a:pt x="2263" y="133"/>
                  <a:pt x="2262" y="133"/>
                  <a:pt x="2261" y="133"/>
                </a:cubicBezTo>
                <a:cubicBezTo>
                  <a:pt x="2260" y="133"/>
                  <a:pt x="2259" y="132"/>
                  <a:pt x="2258" y="132"/>
                </a:cubicBezTo>
                <a:cubicBezTo>
                  <a:pt x="2257" y="132"/>
                  <a:pt x="2256" y="133"/>
                  <a:pt x="2255" y="133"/>
                </a:cubicBezTo>
                <a:close/>
                <a:moveTo>
                  <a:pt x="1590" y="133"/>
                </a:moveTo>
                <a:cubicBezTo>
                  <a:pt x="1589" y="133"/>
                  <a:pt x="1588" y="132"/>
                  <a:pt x="1587" y="132"/>
                </a:cubicBezTo>
                <a:cubicBezTo>
                  <a:pt x="1586" y="132"/>
                  <a:pt x="1585" y="133"/>
                  <a:pt x="1584" y="133"/>
                </a:cubicBezTo>
                <a:cubicBezTo>
                  <a:pt x="1583" y="133"/>
                  <a:pt x="1582" y="133"/>
                  <a:pt x="1582" y="134"/>
                </a:cubicBezTo>
                <a:cubicBezTo>
                  <a:pt x="1581" y="134"/>
                  <a:pt x="1580" y="134"/>
                  <a:pt x="1580" y="135"/>
                </a:cubicBezTo>
                <a:cubicBezTo>
                  <a:pt x="1580" y="135"/>
                  <a:pt x="1580" y="136"/>
                  <a:pt x="1580" y="136"/>
                </a:cubicBezTo>
                <a:cubicBezTo>
                  <a:pt x="1580" y="137"/>
                  <a:pt x="1580" y="137"/>
                  <a:pt x="1580" y="138"/>
                </a:cubicBezTo>
                <a:cubicBezTo>
                  <a:pt x="1581" y="138"/>
                  <a:pt x="1581" y="138"/>
                  <a:pt x="1582" y="139"/>
                </a:cubicBezTo>
                <a:cubicBezTo>
                  <a:pt x="1583" y="139"/>
                  <a:pt x="1584" y="139"/>
                  <a:pt x="1585" y="140"/>
                </a:cubicBezTo>
                <a:cubicBezTo>
                  <a:pt x="1586" y="140"/>
                  <a:pt x="1587" y="140"/>
                  <a:pt x="1588" y="140"/>
                </a:cubicBezTo>
                <a:cubicBezTo>
                  <a:pt x="1588" y="140"/>
                  <a:pt x="1588" y="140"/>
                  <a:pt x="1589" y="140"/>
                </a:cubicBezTo>
                <a:cubicBezTo>
                  <a:pt x="1589" y="140"/>
                  <a:pt x="1589" y="140"/>
                  <a:pt x="1589" y="140"/>
                </a:cubicBezTo>
                <a:cubicBezTo>
                  <a:pt x="1590" y="140"/>
                  <a:pt x="1590" y="140"/>
                  <a:pt x="1590" y="140"/>
                </a:cubicBezTo>
                <a:cubicBezTo>
                  <a:pt x="1590" y="140"/>
                  <a:pt x="1591" y="140"/>
                  <a:pt x="1591" y="140"/>
                </a:cubicBezTo>
                <a:cubicBezTo>
                  <a:pt x="1592" y="139"/>
                  <a:pt x="1593" y="139"/>
                  <a:pt x="1593" y="139"/>
                </a:cubicBezTo>
                <a:cubicBezTo>
                  <a:pt x="1594" y="139"/>
                  <a:pt x="1594" y="138"/>
                  <a:pt x="1594" y="138"/>
                </a:cubicBezTo>
                <a:cubicBezTo>
                  <a:pt x="1595" y="138"/>
                  <a:pt x="1595" y="138"/>
                  <a:pt x="1595" y="138"/>
                </a:cubicBezTo>
                <a:cubicBezTo>
                  <a:pt x="1595" y="137"/>
                  <a:pt x="1595" y="137"/>
                  <a:pt x="1595" y="137"/>
                </a:cubicBezTo>
                <a:cubicBezTo>
                  <a:pt x="1595" y="137"/>
                  <a:pt x="1595" y="136"/>
                  <a:pt x="1595" y="136"/>
                </a:cubicBezTo>
                <a:cubicBezTo>
                  <a:pt x="1595" y="136"/>
                  <a:pt x="1595" y="136"/>
                  <a:pt x="1595" y="135"/>
                </a:cubicBezTo>
                <a:cubicBezTo>
                  <a:pt x="1595" y="135"/>
                  <a:pt x="1595" y="135"/>
                  <a:pt x="1595" y="135"/>
                </a:cubicBezTo>
                <a:cubicBezTo>
                  <a:pt x="1594" y="134"/>
                  <a:pt x="1594" y="134"/>
                  <a:pt x="1594" y="134"/>
                </a:cubicBezTo>
                <a:cubicBezTo>
                  <a:pt x="1593" y="134"/>
                  <a:pt x="1593" y="134"/>
                  <a:pt x="1593" y="134"/>
                </a:cubicBezTo>
                <a:cubicBezTo>
                  <a:pt x="1592" y="133"/>
                  <a:pt x="1591" y="133"/>
                  <a:pt x="1590" y="133"/>
                </a:cubicBezTo>
                <a:cubicBezTo>
                  <a:pt x="1590" y="133"/>
                  <a:pt x="1590" y="133"/>
                  <a:pt x="1590" y="133"/>
                </a:cubicBezTo>
                <a:close/>
                <a:moveTo>
                  <a:pt x="1906" y="133"/>
                </a:moveTo>
                <a:cubicBezTo>
                  <a:pt x="1905" y="133"/>
                  <a:pt x="1904" y="132"/>
                  <a:pt x="1903" y="132"/>
                </a:cubicBezTo>
                <a:cubicBezTo>
                  <a:pt x="1902" y="132"/>
                  <a:pt x="1901" y="133"/>
                  <a:pt x="1900" y="133"/>
                </a:cubicBezTo>
                <a:cubicBezTo>
                  <a:pt x="1899" y="133"/>
                  <a:pt x="1898" y="133"/>
                  <a:pt x="1897" y="134"/>
                </a:cubicBezTo>
                <a:cubicBezTo>
                  <a:pt x="1897" y="134"/>
                  <a:pt x="1896" y="134"/>
                  <a:pt x="1896" y="135"/>
                </a:cubicBezTo>
                <a:cubicBezTo>
                  <a:pt x="1896" y="135"/>
                  <a:pt x="1895" y="136"/>
                  <a:pt x="1896" y="136"/>
                </a:cubicBezTo>
                <a:cubicBezTo>
                  <a:pt x="1896" y="137"/>
                  <a:pt x="1896" y="137"/>
                  <a:pt x="1896" y="138"/>
                </a:cubicBezTo>
                <a:cubicBezTo>
                  <a:pt x="1897" y="138"/>
                  <a:pt x="1898" y="138"/>
                  <a:pt x="1898" y="139"/>
                </a:cubicBezTo>
                <a:cubicBezTo>
                  <a:pt x="1899" y="139"/>
                  <a:pt x="1900" y="139"/>
                  <a:pt x="1901" y="140"/>
                </a:cubicBezTo>
                <a:cubicBezTo>
                  <a:pt x="1902" y="140"/>
                  <a:pt x="1903" y="140"/>
                  <a:pt x="1904" y="140"/>
                </a:cubicBezTo>
                <a:cubicBezTo>
                  <a:pt x="1904" y="140"/>
                  <a:pt x="1905" y="140"/>
                  <a:pt x="1905" y="140"/>
                </a:cubicBezTo>
                <a:cubicBezTo>
                  <a:pt x="1905" y="140"/>
                  <a:pt x="1906" y="140"/>
                  <a:pt x="1906" y="140"/>
                </a:cubicBezTo>
                <a:cubicBezTo>
                  <a:pt x="1906" y="140"/>
                  <a:pt x="1906" y="140"/>
                  <a:pt x="1907" y="140"/>
                </a:cubicBezTo>
                <a:cubicBezTo>
                  <a:pt x="1907" y="140"/>
                  <a:pt x="1907" y="140"/>
                  <a:pt x="1907" y="140"/>
                </a:cubicBezTo>
                <a:cubicBezTo>
                  <a:pt x="1909" y="139"/>
                  <a:pt x="1912" y="138"/>
                  <a:pt x="1911" y="136"/>
                </a:cubicBezTo>
                <a:cubicBezTo>
                  <a:pt x="1911" y="136"/>
                  <a:pt x="1911" y="135"/>
                  <a:pt x="1911" y="135"/>
                </a:cubicBezTo>
                <a:cubicBezTo>
                  <a:pt x="1910" y="135"/>
                  <a:pt x="1910" y="134"/>
                  <a:pt x="1910" y="134"/>
                </a:cubicBezTo>
                <a:cubicBezTo>
                  <a:pt x="1909" y="134"/>
                  <a:pt x="1908" y="133"/>
                  <a:pt x="1908" y="133"/>
                </a:cubicBezTo>
                <a:cubicBezTo>
                  <a:pt x="1907" y="133"/>
                  <a:pt x="1907" y="133"/>
                  <a:pt x="1906" y="133"/>
                </a:cubicBezTo>
                <a:cubicBezTo>
                  <a:pt x="1906" y="133"/>
                  <a:pt x="1907" y="133"/>
                  <a:pt x="1906" y="133"/>
                </a:cubicBezTo>
                <a:close/>
                <a:moveTo>
                  <a:pt x="1308" y="133"/>
                </a:moveTo>
                <a:cubicBezTo>
                  <a:pt x="1307" y="133"/>
                  <a:pt x="1306" y="133"/>
                  <a:pt x="1305" y="134"/>
                </a:cubicBezTo>
                <a:cubicBezTo>
                  <a:pt x="1305" y="134"/>
                  <a:pt x="1304" y="134"/>
                  <a:pt x="1304" y="135"/>
                </a:cubicBezTo>
                <a:cubicBezTo>
                  <a:pt x="1303" y="135"/>
                  <a:pt x="1303" y="136"/>
                  <a:pt x="1303" y="136"/>
                </a:cubicBezTo>
                <a:cubicBezTo>
                  <a:pt x="1303" y="137"/>
                  <a:pt x="1303" y="137"/>
                  <a:pt x="1304" y="138"/>
                </a:cubicBezTo>
                <a:cubicBezTo>
                  <a:pt x="1304" y="138"/>
                  <a:pt x="1305" y="138"/>
                  <a:pt x="1305" y="139"/>
                </a:cubicBezTo>
                <a:cubicBezTo>
                  <a:pt x="1306" y="139"/>
                  <a:pt x="1307" y="139"/>
                  <a:pt x="1308" y="140"/>
                </a:cubicBezTo>
                <a:cubicBezTo>
                  <a:pt x="1309" y="140"/>
                  <a:pt x="1310" y="140"/>
                  <a:pt x="1311" y="140"/>
                </a:cubicBezTo>
                <a:cubicBezTo>
                  <a:pt x="1312" y="140"/>
                  <a:pt x="1313" y="140"/>
                  <a:pt x="1314" y="140"/>
                </a:cubicBezTo>
                <a:cubicBezTo>
                  <a:pt x="1315" y="139"/>
                  <a:pt x="1316" y="139"/>
                  <a:pt x="1317" y="139"/>
                </a:cubicBezTo>
                <a:cubicBezTo>
                  <a:pt x="1317" y="138"/>
                  <a:pt x="1318" y="138"/>
                  <a:pt x="1318" y="138"/>
                </a:cubicBezTo>
                <a:cubicBezTo>
                  <a:pt x="1319" y="137"/>
                  <a:pt x="1319" y="137"/>
                  <a:pt x="1319" y="136"/>
                </a:cubicBezTo>
                <a:cubicBezTo>
                  <a:pt x="1319" y="136"/>
                  <a:pt x="1319" y="135"/>
                  <a:pt x="1318" y="135"/>
                </a:cubicBezTo>
                <a:cubicBezTo>
                  <a:pt x="1318" y="134"/>
                  <a:pt x="1317" y="134"/>
                  <a:pt x="1317" y="134"/>
                </a:cubicBezTo>
                <a:cubicBezTo>
                  <a:pt x="1316" y="133"/>
                  <a:pt x="1315" y="133"/>
                  <a:pt x="1314" y="133"/>
                </a:cubicBezTo>
                <a:cubicBezTo>
                  <a:pt x="1313" y="133"/>
                  <a:pt x="1312" y="132"/>
                  <a:pt x="1311" y="132"/>
                </a:cubicBezTo>
                <a:cubicBezTo>
                  <a:pt x="1310" y="132"/>
                  <a:pt x="1309" y="133"/>
                  <a:pt x="1308" y="133"/>
                </a:cubicBezTo>
                <a:close/>
                <a:moveTo>
                  <a:pt x="1352" y="132"/>
                </a:moveTo>
                <a:cubicBezTo>
                  <a:pt x="1351" y="132"/>
                  <a:pt x="1351" y="132"/>
                  <a:pt x="1351" y="132"/>
                </a:cubicBezTo>
                <a:cubicBezTo>
                  <a:pt x="1351" y="132"/>
                  <a:pt x="1351" y="132"/>
                  <a:pt x="1351" y="132"/>
                </a:cubicBezTo>
                <a:cubicBezTo>
                  <a:pt x="1351" y="132"/>
                  <a:pt x="1351" y="132"/>
                  <a:pt x="1350" y="132"/>
                </a:cubicBezTo>
                <a:cubicBezTo>
                  <a:pt x="1349" y="132"/>
                  <a:pt x="1348" y="133"/>
                  <a:pt x="1347" y="133"/>
                </a:cubicBezTo>
                <a:cubicBezTo>
                  <a:pt x="1346" y="133"/>
                  <a:pt x="1346" y="133"/>
                  <a:pt x="1345" y="134"/>
                </a:cubicBezTo>
                <a:cubicBezTo>
                  <a:pt x="1344" y="134"/>
                  <a:pt x="1344" y="134"/>
                  <a:pt x="1343" y="135"/>
                </a:cubicBezTo>
                <a:cubicBezTo>
                  <a:pt x="1343" y="135"/>
                  <a:pt x="1343" y="136"/>
                  <a:pt x="1343" y="136"/>
                </a:cubicBezTo>
                <a:cubicBezTo>
                  <a:pt x="1343" y="137"/>
                  <a:pt x="1343" y="137"/>
                  <a:pt x="1343" y="138"/>
                </a:cubicBezTo>
                <a:cubicBezTo>
                  <a:pt x="1344" y="138"/>
                  <a:pt x="1344" y="138"/>
                  <a:pt x="1345" y="139"/>
                </a:cubicBezTo>
                <a:cubicBezTo>
                  <a:pt x="1346" y="139"/>
                  <a:pt x="1347" y="139"/>
                  <a:pt x="1348" y="140"/>
                </a:cubicBezTo>
                <a:cubicBezTo>
                  <a:pt x="1348" y="140"/>
                  <a:pt x="1349" y="140"/>
                  <a:pt x="1351" y="140"/>
                </a:cubicBezTo>
                <a:cubicBezTo>
                  <a:pt x="1351" y="140"/>
                  <a:pt x="1351" y="140"/>
                  <a:pt x="1351" y="140"/>
                </a:cubicBezTo>
                <a:cubicBezTo>
                  <a:pt x="1351" y="140"/>
                  <a:pt x="1351" y="140"/>
                  <a:pt x="1351" y="140"/>
                </a:cubicBezTo>
                <a:cubicBezTo>
                  <a:pt x="1352" y="140"/>
                  <a:pt x="1352" y="140"/>
                  <a:pt x="1352" y="140"/>
                </a:cubicBezTo>
                <a:cubicBezTo>
                  <a:pt x="1352" y="140"/>
                  <a:pt x="1352" y="140"/>
                  <a:pt x="1352" y="140"/>
                </a:cubicBezTo>
                <a:cubicBezTo>
                  <a:pt x="1353" y="140"/>
                  <a:pt x="1354" y="140"/>
                  <a:pt x="1355" y="139"/>
                </a:cubicBezTo>
                <a:cubicBezTo>
                  <a:pt x="1355" y="139"/>
                  <a:pt x="1356" y="139"/>
                  <a:pt x="1357" y="138"/>
                </a:cubicBezTo>
                <a:cubicBezTo>
                  <a:pt x="1357" y="138"/>
                  <a:pt x="1358" y="138"/>
                  <a:pt x="1358" y="137"/>
                </a:cubicBezTo>
                <a:cubicBezTo>
                  <a:pt x="1358" y="137"/>
                  <a:pt x="1358" y="137"/>
                  <a:pt x="1358" y="136"/>
                </a:cubicBezTo>
                <a:cubicBezTo>
                  <a:pt x="1358" y="136"/>
                  <a:pt x="1358" y="135"/>
                  <a:pt x="1358" y="135"/>
                </a:cubicBezTo>
                <a:cubicBezTo>
                  <a:pt x="1358" y="134"/>
                  <a:pt x="1357" y="134"/>
                  <a:pt x="1357" y="134"/>
                </a:cubicBezTo>
                <a:cubicBezTo>
                  <a:pt x="1356" y="133"/>
                  <a:pt x="1355" y="133"/>
                  <a:pt x="1354" y="133"/>
                </a:cubicBezTo>
                <a:cubicBezTo>
                  <a:pt x="1354" y="133"/>
                  <a:pt x="1353" y="133"/>
                  <a:pt x="1352" y="133"/>
                </a:cubicBezTo>
                <a:cubicBezTo>
                  <a:pt x="1352" y="132"/>
                  <a:pt x="1352" y="132"/>
                  <a:pt x="1352" y="132"/>
                </a:cubicBezTo>
                <a:close/>
                <a:moveTo>
                  <a:pt x="2097" y="133"/>
                </a:moveTo>
                <a:cubicBezTo>
                  <a:pt x="2096" y="133"/>
                  <a:pt x="2095" y="133"/>
                  <a:pt x="2095" y="134"/>
                </a:cubicBezTo>
                <a:cubicBezTo>
                  <a:pt x="2094" y="134"/>
                  <a:pt x="2094" y="134"/>
                  <a:pt x="2093" y="135"/>
                </a:cubicBezTo>
                <a:cubicBezTo>
                  <a:pt x="2093" y="135"/>
                  <a:pt x="2093" y="136"/>
                  <a:pt x="2093" y="136"/>
                </a:cubicBezTo>
                <a:cubicBezTo>
                  <a:pt x="2093" y="137"/>
                  <a:pt x="2094" y="137"/>
                  <a:pt x="2094" y="138"/>
                </a:cubicBezTo>
                <a:cubicBezTo>
                  <a:pt x="2095" y="138"/>
                  <a:pt x="2095" y="138"/>
                  <a:pt x="2096" y="139"/>
                </a:cubicBezTo>
                <a:cubicBezTo>
                  <a:pt x="2097" y="139"/>
                  <a:pt x="2098" y="139"/>
                  <a:pt x="2099" y="140"/>
                </a:cubicBezTo>
                <a:cubicBezTo>
                  <a:pt x="2100" y="140"/>
                  <a:pt x="2101" y="140"/>
                  <a:pt x="2102" y="140"/>
                </a:cubicBezTo>
                <a:cubicBezTo>
                  <a:pt x="2103" y="140"/>
                  <a:pt x="2104" y="140"/>
                  <a:pt x="2105" y="140"/>
                </a:cubicBezTo>
                <a:cubicBezTo>
                  <a:pt x="2106" y="139"/>
                  <a:pt x="2107" y="139"/>
                  <a:pt x="2107" y="139"/>
                </a:cubicBezTo>
                <a:cubicBezTo>
                  <a:pt x="2108" y="138"/>
                  <a:pt x="2108" y="138"/>
                  <a:pt x="2109" y="138"/>
                </a:cubicBezTo>
                <a:cubicBezTo>
                  <a:pt x="2109" y="137"/>
                  <a:pt x="2109" y="137"/>
                  <a:pt x="2109" y="136"/>
                </a:cubicBezTo>
                <a:cubicBezTo>
                  <a:pt x="2109" y="136"/>
                  <a:pt x="2108" y="135"/>
                  <a:pt x="2108" y="135"/>
                </a:cubicBezTo>
                <a:cubicBezTo>
                  <a:pt x="2107" y="134"/>
                  <a:pt x="2107" y="134"/>
                  <a:pt x="2106" y="134"/>
                </a:cubicBezTo>
                <a:cubicBezTo>
                  <a:pt x="2105" y="133"/>
                  <a:pt x="2104" y="133"/>
                  <a:pt x="2103" y="133"/>
                </a:cubicBezTo>
                <a:cubicBezTo>
                  <a:pt x="2102" y="133"/>
                  <a:pt x="2101" y="132"/>
                  <a:pt x="2100" y="132"/>
                </a:cubicBezTo>
                <a:cubicBezTo>
                  <a:pt x="2099" y="132"/>
                  <a:pt x="2098" y="133"/>
                  <a:pt x="2097" y="133"/>
                </a:cubicBezTo>
                <a:close/>
                <a:moveTo>
                  <a:pt x="1669" y="133"/>
                </a:moveTo>
                <a:cubicBezTo>
                  <a:pt x="1669" y="133"/>
                  <a:pt x="1669" y="133"/>
                  <a:pt x="1668" y="133"/>
                </a:cubicBezTo>
                <a:cubicBezTo>
                  <a:pt x="1668" y="133"/>
                  <a:pt x="1668" y="133"/>
                  <a:pt x="1668" y="133"/>
                </a:cubicBezTo>
                <a:cubicBezTo>
                  <a:pt x="1667" y="132"/>
                  <a:pt x="1667" y="132"/>
                  <a:pt x="1667" y="132"/>
                </a:cubicBezTo>
                <a:cubicBezTo>
                  <a:pt x="1667" y="132"/>
                  <a:pt x="1666" y="132"/>
                  <a:pt x="1666" y="132"/>
                </a:cubicBezTo>
                <a:cubicBezTo>
                  <a:pt x="1665" y="132"/>
                  <a:pt x="1664" y="133"/>
                  <a:pt x="1663" y="133"/>
                </a:cubicBezTo>
                <a:cubicBezTo>
                  <a:pt x="1662" y="133"/>
                  <a:pt x="1661" y="133"/>
                  <a:pt x="1661" y="134"/>
                </a:cubicBezTo>
                <a:cubicBezTo>
                  <a:pt x="1660" y="134"/>
                  <a:pt x="1659" y="134"/>
                  <a:pt x="1659" y="135"/>
                </a:cubicBezTo>
                <a:cubicBezTo>
                  <a:pt x="1659" y="135"/>
                  <a:pt x="1659" y="136"/>
                  <a:pt x="1659" y="136"/>
                </a:cubicBezTo>
                <a:cubicBezTo>
                  <a:pt x="1659" y="137"/>
                  <a:pt x="1659" y="137"/>
                  <a:pt x="1659" y="138"/>
                </a:cubicBezTo>
                <a:cubicBezTo>
                  <a:pt x="1660" y="138"/>
                  <a:pt x="1660" y="138"/>
                  <a:pt x="1661" y="139"/>
                </a:cubicBezTo>
                <a:cubicBezTo>
                  <a:pt x="1662" y="139"/>
                  <a:pt x="1663" y="139"/>
                  <a:pt x="1664" y="140"/>
                </a:cubicBezTo>
                <a:cubicBezTo>
                  <a:pt x="1665" y="140"/>
                  <a:pt x="1666" y="140"/>
                  <a:pt x="1667" y="140"/>
                </a:cubicBezTo>
                <a:cubicBezTo>
                  <a:pt x="1667" y="140"/>
                  <a:pt x="1667" y="140"/>
                  <a:pt x="1668" y="140"/>
                </a:cubicBezTo>
                <a:cubicBezTo>
                  <a:pt x="1668" y="140"/>
                  <a:pt x="1668" y="140"/>
                  <a:pt x="1669" y="140"/>
                </a:cubicBezTo>
                <a:cubicBezTo>
                  <a:pt x="1669" y="140"/>
                  <a:pt x="1669" y="140"/>
                  <a:pt x="1669" y="140"/>
                </a:cubicBezTo>
                <a:cubicBezTo>
                  <a:pt x="1670" y="140"/>
                  <a:pt x="1670" y="140"/>
                  <a:pt x="1670" y="140"/>
                </a:cubicBezTo>
                <a:cubicBezTo>
                  <a:pt x="1671" y="139"/>
                  <a:pt x="1672" y="139"/>
                  <a:pt x="1672" y="139"/>
                </a:cubicBezTo>
                <a:cubicBezTo>
                  <a:pt x="1673" y="138"/>
                  <a:pt x="1675" y="137"/>
                  <a:pt x="1674" y="136"/>
                </a:cubicBezTo>
                <a:cubicBezTo>
                  <a:pt x="1674" y="136"/>
                  <a:pt x="1674" y="136"/>
                  <a:pt x="1674" y="135"/>
                </a:cubicBezTo>
                <a:cubicBezTo>
                  <a:pt x="1674" y="135"/>
                  <a:pt x="1674" y="135"/>
                  <a:pt x="1674" y="135"/>
                </a:cubicBezTo>
                <a:cubicBezTo>
                  <a:pt x="1673" y="134"/>
                  <a:pt x="1673" y="134"/>
                  <a:pt x="1673" y="134"/>
                </a:cubicBezTo>
                <a:cubicBezTo>
                  <a:pt x="1672" y="134"/>
                  <a:pt x="1672" y="134"/>
                  <a:pt x="1672" y="134"/>
                </a:cubicBezTo>
                <a:cubicBezTo>
                  <a:pt x="1671" y="133"/>
                  <a:pt x="1671" y="133"/>
                  <a:pt x="1671" y="133"/>
                </a:cubicBezTo>
                <a:cubicBezTo>
                  <a:pt x="1671" y="133"/>
                  <a:pt x="1671" y="133"/>
                  <a:pt x="1670" y="133"/>
                </a:cubicBezTo>
                <a:cubicBezTo>
                  <a:pt x="1670" y="133"/>
                  <a:pt x="1670" y="133"/>
                  <a:pt x="1670" y="133"/>
                </a:cubicBezTo>
                <a:cubicBezTo>
                  <a:pt x="1670" y="133"/>
                  <a:pt x="1669" y="133"/>
                  <a:pt x="1669" y="133"/>
                </a:cubicBezTo>
                <a:cubicBezTo>
                  <a:pt x="1669" y="133"/>
                  <a:pt x="1669" y="133"/>
                  <a:pt x="1669" y="133"/>
                </a:cubicBezTo>
                <a:close/>
                <a:moveTo>
                  <a:pt x="2062" y="132"/>
                </a:moveTo>
                <a:cubicBezTo>
                  <a:pt x="2062" y="132"/>
                  <a:pt x="2061" y="132"/>
                  <a:pt x="2061" y="132"/>
                </a:cubicBezTo>
                <a:cubicBezTo>
                  <a:pt x="2061" y="132"/>
                  <a:pt x="2061" y="132"/>
                  <a:pt x="2061" y="132"/>
                </a:cubicBezTo>
                <a:cubicBezTo>
                  <a:pt x="2061" y="132"/>
                  <a:pt x="2061" y="132"/>
                  <a:pt x="2060" y="132"/>
                </a:cubicBezTo>
                <a:cubicBezTo>
                  <a:pt x="2059" y="132"/>
                  <a:pt x="2058" y="133"/>
                  <a:pt x="2057" y="133"/>
                </a:cubicBezTo>
                <a:cubicBezTo>
                  <a:pt x="2057" y="133"/>
                  <a:pt x="2056" y="133"/>
                  <a:pt x="2055" y="134"/>
                </a:cubicBezTo>
                <a:cubicBezTo>
                  <a:pt x="2055" y="134"/>
                  <a:pt x="2054" y="134"/>
                  <a:pt x="2054" y="135"/>
                </a:cubicBezTo>
                <a:cubicBezTo>
                  <a:pt x="2053" y="135"/>
                  <a:pt x="2053" y="136"/>
                  <a:pt x="2054" y="136"/>
                </a:cubicBezTo>
                <a:cubicBezTo>
                  <a:pt x="2054" y="137"/>
                  <a:pt x="2054" y="137"/>
                  <a:pt x="2054" y="138"/>
                </a:cubicBezTo>
                <a:cubicBezTo>
                  <a:pt x="2055" y="138"/>
                  <a:pt x="2056" y="138"/>
                  <a:pt x="2056" y="139"/>
                </a:cubicBezTo>
                <a:cubicBezTo>
                  <a:pt x="2057" y="139"/>
                  <a:pt x="2058" y="139"/>
                  <a:pt x="2059" y="140"/>
                </a:cubicBezTo>
                <a:cubicBezTo>
                  <a:pt x="2060" y="140"/>
                  <a:pt x="2061" y="140"/>
                  <a:pt x="2062" y="140"/>
                </a:cubicBezTo>
                <a:cubicBezTo>
                  <a:pt x="2063" y="140"/>
                  <a:pt x="2063" y="140"/>
                  <a:pt x="2063" y="140"/>
                </a:cubicBezTo>
                <a:cubicBezTo>
                  <a:pt x="2063" y="140"/>
                  <a:pt x="2063" y="140"/>
                  <a:pt x="2063" y="140"/>
                </a:cubicBezTo>
                <a:cubicBezTo>
                  <a:pt x="2063" y="140"/>
                  <a:pt x="2063" y="140"/>
                  <a:pt x="2064" y="140"/>
                </a:cubicBezTo>
                <a:cubicBezTo>
                  <a:pt x="2064" y="140"/>
                  <a:pt x="2064" y="140"/>
                  <a:pt x="2064" y="140"/>
                </a:cubicBezTo>
                <a:cubicBezTo>
                  <a:pt x="2065" y="140"/>
                  <a:pt x="2066" y="140"/>
                  <a:pt x="2066" y="139"/>
                </a:cubicBezTo>
                <a:cubicBezTo>
                  <a:pt x="2067" y="139"/>
                  <a:pt x="2068" y="139"/>
                  <a:pt x="2068" y="138"/>
                </a:cubicBezTo>
                <a:cubicBezTo>
                  <a:pt x="2069" y="138"/>
                  <a:pt x="2069" y="138"/>
                  <a:pt x="2069" y="137"/>
                </a:cubicBezTo>
                <a:cubicBezTo>
                  <a:pt x="2069" y="137"/>
                  <a:pt x="2069" y="137"/>
                  <a:pt x="2069" y="136"/>
                </a:cubicBezTo>
                <a:cubicBezTo>
                  <a:pt x="2069" y="136"/>
                  <a:pt x="2069" y="135"/>
                  <a:pt x="2069" y="135"/>
                </a:cubicBezTo>
                <a:cubicBezTo>
                  <a:pt x="2068" y="134"/>
                  <a:pt x="2068" y="134"/>
                  <a:pt x="2067" y="134"/>
                </a:cubicBezTo>
                <a:cubicBezTo>
                  <a:pt x="2066" y="133"/>
                  <a:pt x="2065" y="133"/>
                  <a:pt x="2065" y="133"/>
                </a:cubicBezTo>
                <a:cubicBezTo>
                  <a:pt x="2064" y="133"/>
                  <a:pt x="2063" y="133"/>
                  <a:pt x="2062" y="133"/>
                </a:cubicBezTo>
                <a:cubicBezTo>
                  <a:pt x="2062" y="132"/>
                  <a:pt x="2062" y="132"/>
                  <a:pt x="2062" y="132"/>
                </a:cubicBezTo>
                <a:close/>
                <a:moveTo>
                  <a:pt x="2176" y="133"/>
                </a:moveTo>
                <a:cubicBezTo>
                  <a:pt x="2175" y="133"/>
                  <a:pt x="2174" y="133"/>
                  <a:pt x="2174" y="134"/>
                </a:cubicBezTo>
                <a:cubicBezTo>
                  <a:pt x="2173" y="134"/>
                  <a:pt x="2172" y="134"/>
                  <a:pt x="2172" y="135"/>
                </a:cubicBezTo>
                <a:cubicBezTo>
                  <a:pt x="2172" y="135"/>
                  <a:pt x="2172" y="136"/>
                  <a:pt x="2172" y="136"/>
                </a:cubicBezTo>
                <a:cubicBezTo>
                  <a:pt x="2172" y="137"/>
                  <a:pt x="2173" y="137"/>
                  <a:pt x="2173" y="138"/>
                </a:cubicBezTo>
                <a:cubicBezTo>
                  <a:pt x="2174" y="138"/>
                  <a:pt x="2174" y="138"/>
                  <a:pt x="2175" y="139"/>
                </a:cubicBezTo>
                <a:cubicBezTo>
                  <a:pt x="2176" y="139"/>
                  <a:pt x="2177" y="139"/>
                  <a:pt x="2178" y="140"/>
                </a:cubicBezTo>
                <a:cubicBezTo>
                  <a:pt x="2179" y="140"/>
                  <a:pt x="2180" y="140"/>
                  <a:pt x="2181" y="140"/>
                </a:cubicBezTo>
                <a:cubicBezTo>
                  <a:pt x="2182" y="140"/>
                  <a:pt x="2183" y="140"/>
                  <a:pt x="2184" y="140"/>
                </a:cubicBezTo>
                <a:cubicBezTo>
                  <a:pt x="2185" y="139"/>
                  <a:pt x="2186" y="139"/>
                  <a:pt x="2186" y="139"/>
                </a:cubicBezTo>
                <a:cubicBezTo>
                  <a:pt x="2187" y="138"/>
                  <a:pt x="2187" y="138"/>
                  <a:pt x="2188" y="138"/>
                </a:cubicBezTo>
                <a:cubicBezTo>
                  <a:pt x="2188" y="137"/>
                  <a:pt x="2188" y="137"/>
                  <a:pt x="2188" y="136"/>
                </a:cubicBezTo>
                <a:cubicBezTo>
                  <a:pt x="2188" y="136"/>
                  <a:pt x="2187" y="135"/>
                  <a:pt x="2187" y="135"/>
                </a:cubicBezTo>
                <a:cubicBezTo>
                  <a:pt x="2186" y="134"/>
                  <a:pt x="2186" y="134"/>
                  <a:pt x="2185" y="134"/>
                </a:cubicBezTo>
                <a:cubicBezTo>
                  <a:pt x="2184" y="133"/>
                  <a:pt x="2183" y="133"/>
                  <a:pt x="2182" y="133"/>
                </a:cubicBezTo>
                <a:cubicBezTo>
                  <a:pt x="2181" y="133"/>
                  <a:pt x="2180" y="132"/>
                  <a:pt x="2179" y="132"/>
                </a:cubicBezTo>
                <a:cubicBezTo>
                  <a:pt x="2178" y="132"/>
                  <a:pt x="2177" y="133"/>
                  <a:pt x="2176" y="133"/>
                </a:cubicBezTo>
                <a:close/>
                <a:moveTo>
                  <a:pt x="1545" y="133"/>
                </a:moveTo>
                <a:cubicBezTo>
                  <a:pt x="1544" y="133"/>
                  <a:pt x="1543" y="133"/>
                  <a:pt x="1542" y="134"/>
                </a:cubicBezTo>
                <a:cubicBezTo>
                  <a:pt x="1541" y="134"/>
                  <a:pt x="1541" y="134"/>
                  <a:pt x="1541" y="135"/>
                </a:cubicBezTo>
                <a:cubicBezTo>
                  <a:pt x="1540" y="135"/>
                  <a:pt x="1540" y="136"/>
                  <a:pt x="1540" y="136"/>
                </a:cubicBezTo>
                <a:cubicBezTo>
                  <a:pt x="1540" y="137"/>
                  <a:pt x="1540" y="137"/>
                  <a:pt x="1541" y="138"/>
                </a:cubicBezTo>
                <a:cubicBezTo>
                  <a:pt x="1541" y="138"/>
                  <a:pt x="1542" y="138"/>
                  <a:pt x="1543" y="139"/>
                </a:cubicBezTo>
                <a:cubicBezTo>
                  <a:pt x="1543" y="139"/>
                  <a:pt x="1544" y="139"/>
                  <a:pt x="1545" y="140"/>
                </a:cubicBezTo>
                <a:cubicBezTo>
                  <a:pt x="1546" y="140"/>
                  <a:pt x="1547" y="140"/>
                  <a:pt x="1548" y="140"/>
                </a:cubicBezTo>
                <a:cubicBezTo>
                  <a:pt x="1549" y="140"/>
                  <a:pt x="1550" y="140"/>
                  <a:pt x="1551" y="140"/>
                </a:cubicBezTo>
                <a:cubicBezTo>
                  <a:pt x="1552" y="139"/>
                  <a:pt x="1553" y="139"/>
                  <a:pt x="1554" y="139"/>
                </a:cubicBezTo>
                <a:cubicBezTo>
                  <a:pt x="1554" y="138"/>
                  <a:pt x="1555" y="138"/>
                  <a:pt x="1555" y="138"/>
                </a:cubicBezTo>
                <a:cubicBezTo>
                  <a:pt x="1556" y="137"/>
                  <a:pt x="1556" y="137"/>
                  <a:pt x="1556" y="136"/>
                </a:cubicBezTo>
                <a:cubicBezTo>
                  <a:pt x="1556" y="136"/>
                  <a:pt x="1556" y="135"/>
                  <a:pt x="1555" y="135"/>
                </a:cubicBezTo>
                <a:cubicBezTo>
                  <a:pt x="1555" y="134"/>
                  <a:pt x="1554" y="134"/>
                  <a:pt x="1553" y="134"/>
                </a:cubicBezTo>
                <a:cubicBezTo>
                  <a:pt x="1553" y="133"/>
                  <a:pt x="1552" y="133"/>
                  <a:pt x="1551" y="133"/>
                </a:cubicBezTo>
                <a:cubicBezTo>
                  <a:pt x="1550" y="133"/>
                  <a:pt x="1549" y="132"/>
                  <a:pt x="1548" y="132"/>
                </a:cubicBezTo>
                <a:cubicBezTo>
                  <a:pt x="1547" y="132"/>
                  <a:pt x="1546" y="133"/>
                  <a:pt x="1545" y="133"/>
                </a:cubicBezTo>
                <a:close/>
                <a:moveTo>
                  <a:pt x="1781" y="133"/>
                </a:moveTo>
                <a:cubicBezTo>
                  <a:pt x="1780" y="133"/>
                  <a:pt x="1780" y="133"/>
                  <a:pt x="1779" y="134"/>
                </a:cubicBezTo>
                <a:cubicBezTo>
                  <a:pt x="1778" y="134"/>
                  <a:pt x="1778" y="134"/>
                  <a:pt x="1777" y="135"/>
                </a:cubicBezTo>
                <a:cubicBezTo>
                  <a:pt x="1777" y="135"/>
                  <a:pt x="1777" y="136"/>
                  <a:pt x="1777" y="136"/>
                </a:cubicBezTo>
                <a:cubicBezTo>
                  <a:pt x="1777" y="137"/>
                  <a:pt x="1777" y="137"/>
                  <a:pt x="1778" y="138"/>
                </a:cubicBezTo>
                <a:cubicBezTo>
                  <a:pt x="1778" y="138"/>
                  <a:pt x="1779" y="138"/>
                  <a:pt x="1780" y="139"/>
                </a:cubicBezTo>
                <a:cubicBezTo>
                  <a:pt x="1781" y="139"/>
                  <a:pt x="1781" y="139"/>
                  <a:pt x="1782" y="140"/>
                </a:cubicBezTo>
                <a:cubicBezTo>
                  <a:pt x="1783" y="140"/>
                  <a:pt x="1784" y="140"/>
                  <a:pt x="1786" y="140"/>
                </a:cubicBezTo>
                <a:cubicBezTo>
                  <a:pt x="1787" y="140"/>
                  <a:pt x="1788" y="140"/>
                  <a:pt x="1789" y="140"/>
                </a:cubicBezTo>
                <a:cubicBezTo>
                  <a:pt x="1790" y="139"/>
                  <a:pt x="1790" y="139"/>
                  <a:pt x="1791" y="139"/>
                </a:cubicBezTo>
                <a:cubicBezTo>
                  <a:pt x="1792" y="138"/>
                  <a:pt x="1792" y="138"/>
                  <a:pt x="1792" y="138"/>
                </a:cubicBezTo>
                <a:cubicBezTo>
                  <a:pt x="1793" y="137"/>
                  <a:pt x="1793" y="137"/>
                  <a:pt x="1793" y="136"/>
                </a:cubicBezTo>
                <a:cubicBezTo>
                  <a:pt x="1793" y="136"/>
                  <a:pt x="1792" y="135"/>
                  <a:pt x="1792" y="135"/>
                </a:cubicBezTo>
                <a:cubicBezTo>
                  <a:pt x="1791" y="134"/>
                  <a:pt x="1791" y="134"/>
                  <a:pt x="1790" y="134"/>
                </a:cubicBezTo>
                <a:cubicBezTo>
                  <a:pt x="1789" y="133"/>
                  <a:pt x="1788" y="133"/>
                  <a:pt x="1787" y="133"/>
                </a:cubicBezTo>
                <a:cubicBezTo>
                  <a:pt x="1786" y="133"/>
                  <a:pt x="1785" y="132"/>
                  <a:pt x="1784" y="132"/>
                </a:cubicBezTo>
                <a:cubicBezTo>
                  <a:pt x="1783" y="132"/>
                  <a:pt x="1782" y="133"/>
                  <a:pt x="1781" y="133"/>
                </a:cubicBezTo>
                <a:close/>
                <a:moveTo>
                  <a:pt x="1702" y="133"/>
                </a:moveTo>
                <a:cubicBezTo>
                  <a:pt x="1701" y="133"/>
                  <a:pt x="1701" y="133"/>
                  <a:pt x="1700" y="134"/>
                </a:cubicBezTo>
                <a:cubicBezTo>
                  <a:pt x="1699" y="134"/>
                  <a:pt x="1699" y="134"/>
                  <a:pt x="1698" y="135"/>
                </a:cubicBezTo>
                <a:cubicBezTo>
                  <a:pt x="1698" y="135"/>
                  <a:pt x="1698" y="136"/>
                  <a:pt x="1698" y="136"/>
                </a:cubicBezTo>
                <a:cubicBezTo>
                  <a:pt x="1698" y="137"/>
                  <a:pt x="1698" y="137"/>
                  <a:pt x="1699" y="138"/>
                </a:cubicBezTo>
                <a:cubicBezTo>
                  <a:pt x="1699" y="138"/>
                  <a:pt x="1700" y="138"/>
                  <a:pt x="1701" y="139"/>
                </a:cubicBezTo>
                <a:cubicBezTo>
                  <a:pt x="1702" y="139"/>
                  <a:pt x="1702" y="139"/>
                  <a:pt x="1703" y="140"/>
                </a:cubicBezTo>
                <a:cubicBezTo>
                  <a:pt x="1704" y="140"/>
                  <a:pt x="1705" y="140"/>
                  <a:pt x="1707" y="140"/>
                </a:cubicBezTo>
                <a:cubicBezTo>
                  <a:pt x="1708" y="140"/>
                  <a:pt x="1709" y="140"/>
                  <a:pt x="1710" y="140"/>
                </a:cubicBezTo>
                <a:cubicBezTo>
                  <a:pt x="1710" y="139"/>
                  <a:pt x="1711" y="139"/>
                  <a:pt x="1712" y="139"/>
                </a:cubicBezTo>
                <a:cubicBezTo>
                  <a:pt x="1713" y="138"/>
                  <a:pt x="1713" y="138"/>
                  <a:pt x="1713" y="138"/>
                </a:cubicBezTo>
                <a:cubicBezTo>
                  <a:pt x="1714" y="137"/>
                  <a:pt x="1714" y="137"/>
                  <a:pt x="1714" y="136"/>
                </a:cubicBezTo>
                <a:cubicBezTo>
                  <a:pt x="1714" y="136"/>
                  <a:pt x="1714" y="135"/>
                  <a:pt x="1713" y="135"/>
                </a:cubicBezTo>
                <a:cubicBezTo>
                  <a:pt x="1713" y="134"/>
                  <a:pt x="1712" y="134"/>
                  <a:pt x="1711" y="134"/>
                </a:cubicBezTo>
                <a:cubicBezTo>
                  <a:pt x="1710" y="133"/>
                  <a:pt x="1710" y="133"/>
                  <a:pt x="1709" y="133"/>
                </a:cubicBezTo>
                <a:cubicBezTo>
                  <a:pt x="1708" y="133"/>
                  <a:pt x="1707" y="132"/>
                  <a:pt x="1705" y="132"/>
                </a:cubicBezTo>
                <a:cubicBezTo>
                  <a:pt x="1704" y="132"/>
                  <a:pt x="1703" y="133"/>
                  <a:pt x="1702" y="133"/>
                </a:cubicBezTo>
                <a:close/>
                <a:moveTo>
                  <a:pt x="1747" y="133"/>
                </a:moveTo>
                <a:cubicBezTo>
                  <a:pt x="1747" y="133"/>
                  <a:pt x="1747" y="133"/>
                  <a:pt x="1746" y="133"/>
                </a:cubicBezTo>
                <a:cubicBezTo>
                  <a:pt x="1746" y="132"/>
                  <a:pt x="1746" y="132"/>
                  <a:pt x="1746" y="132"/>
                </a:cubicBezTo>
                <a:cubicBezTo>
                  <a:pt x="1745" y="132"/>
                  <a:pt x="1745" y="132"/>
                  <a:pt x="1745" y="132"/>
                </a:cubicBezTo>
                <a:cubicBezTo>
                  <a:pt x="1745" y="132"/>
                  <a:pt x="1744" y="132"/>
                  <a:pt x="1744" y="132"/>
                </a:cubicBezTo>
                <a:cubicBezTo>
                  <a:pt x="1744" y="132"/>
                  <a:pt x="1744" y="132"/>
                  <a:pt x="1743" y="133"/>
                </a:cubicBezTo>
                <a:cubicBezTo>
                  <a:pt x="1743" y="133"/>
                  <a:pt x="1743" y="133"/>
                  <a:pt x="1743" y="133"/>
                </a:cubicBezTo>
                <a:cubicBezTo>
                  <a:pt x="1742" y="133"/>
                  <a:pt x="1742" y="133"/>
                  <a:pt x="1742" y="133"/>
                </a:cubicBezTo>
                <a:cubicBezTo>
                  <a:pt x="1740" y="133"/>
                  <a:pt x="1737" y="134"/>
                  <a:pt x="1738" y="136"/>
                </a:cubicBezTo>
                <a:cubicBezTo>
                  <a:pt x="1738" y="137"/>
                  <a:pt x="1738" y="137"/>
                  <a:pt x="1738" y="137"/>
                </a:cubicBezTo>
                <a:cubicBezTo>
                  <a:pt x="1738" y="138"/>
                  <a:pt x="1739" y="138"/>
                  <a:pt x="1739" y="138"/>
                </a:cubicBezTo>
                <a:cubicBezTo>
                  <a:pt x="1740" y="138"/>
                  <a:pt x="1740" y="139"/>
                  <a:pt x="1741" y="139"/>
                </a:cubicBezTo>
                <a:cubicBezTo>
                  <a:pt x="1741" y="139"/>
                  <a:pt x="1742" y="139"/>
                  <a:pt x="1743" y="140"/>
                </a:cubicBezTo>
                <a:cubicBezTo>
                  <a:pt x="1744" y="140"/>
                  <a:pt x="1745" y="140"/>
                  <a:pt x="1746" y="140"/>
                </a:cubicBezTo>
                <a:cubicBezTo>
                  <a:pt x="1746" y="140"/>
                  <a:pt x="1747" y="140"/>
                  <a:pt x="1747" y="140"/>
                </a:cubicBezTo>
                <a:cubicBezTo>
                  <a:pt x="1747" y="140"/>
                  <a:pt x="1747" y="140"/>
                  <a:pt x="1748" y="140"/>
                </a:cubicBezTo>
                <a:cubicBezTo>
                  <a:pt x="1748" y="140"/>
                  <a:pt x="1748" y="140"/>
                  <a:pt x="1748" y="140"/>
                </a:cubicBezTo>
                <a:cubicBezTo>
                  <a:pt x="1749" y="140"/>
                  <a:pt x="1749" y="140"/>
                  <a:pt x="1749" y="140"/>
                </a:cubicBezTo>
                <a:cubicBezTo>
                  <a:pt x="1750" y="139"/>
                  <a:pt x="1750" y="139"/>
                  <a:pt x="1751" y="139"/>
                </a:cubicBezTo>
                <a:cubicBezTo>
                  <a:pt x="1751" y="139"/>
                  <a:pt x="1752" y="138"/>
                  <a:pt x="1752" y="138"/>
                </a:cubicBezTo>
                <a:cubicBezTo>
                  <a:pt x="1753" y="138"/>
                  <a:pt x="1753" y="138"/>
                  <a:pt x="1753" y="137"/>
                </a:cubicBezTo>
                <a:cubicBezTo>
                  <a:pt x="1753" y="137"/>
                  <a:pt x="1753" y="137"/>
                  <a:pt x="1753" y="136"/>
                </a:cubicBezTo>
                <a:cubicBezTo>
                  <a:pt x="1753" y="136"/>
                  <a:pt x="1753" y="135"/>
                  <a:pt x="1753" y="135"/>
                </a:cubicBezTo>
                <a:cubicBezTo>
                  <a:pt x="1753" y="135"/>
                  <a:pt x="1752" y="134"/>
                  <a:pt x="1752" y="134"/>
                </a:cubicBezTo>
                <a:cubicBezTo>
                  <a:pt x="1751" y="134"/>
                  <a:pt x="1751" y="133"/>
                  <a:pt x="1750" y="133"/>
                </a:cubicBezTo>
                <a:cubicBezTo>
                  <a:pt x="1749" y="133"/>
                  <a:pt x="1749" y="133"/>
                  <a:pt x="1748" y="133"/>
                </a:cubicBezTo>
                <a:cubicBezTo>
                  <a:pt x="1748" y="133"/>
                  <a:pt x="1747" y="133"/>
                  <a:pt x="1747" y="133"/>
                </a:cubicBezTo>
                <a:close/>
                <a:moveTo>
                  <a:pt x="1987" y="134"/>
                </a:moveTo>
                <a:cubicBezTo>
                  <a:pt x="1986" y="133"/>
                  <a:pt x="1985" y="133"/>
                  <a:pt x="1983" y="133"/>
                </a:cubicBezTo>
                <a:cubicBezTo>
                  <a:pt x="1983" y="132"/>
                  <a:pt x="1983" y="132"/>
                  <a:pt x="1983" y="132"/>
                </a:cubicBezTo>
                <a:cubicBezTo>
                  <a:pt x="1983" y="132"/>
                  <a:pt x="1983" y="132"/>
                  <a:pt x="1982" y="132"/>
                </a:cubicBezTo>
                <a:cubicBezTo>
                  <a:pt x="1982" y="132"/>
                  <a:pt x="1982" y="132"/>
                  <a:pt x="1982" y="132"/>
                </a:cubicBezTo>
                <a:cubicBezTo>
                  <a:pt x="1982" y="132"/>
                  <a:pt x="1982" y="132"/>
                  <a:pt x="1982" y="132"/>
                </a:cubicBezTo>
                <a:cubicBezTo>
                  <a:pt x="1981" y="132"/>
                  <a:pt x="1981" y="132"/>
                  <a:pt x="1981" y="132"/>
                </a:cubicBezTo>
                <a:cubicBezTo>
                  <a:pt x="1981" y="132"/>
                  <a:pt x="1981" y="132"/>
                  <a:pt x="1981" y="132"/>
                </a:cubicBezTo>
                <a:cubicBezTo>
                  <a:pt x="1981" y="132"/>
                  <a:pt x="1981" y="132"/>
                  <a:pt x="1980" y="132"/>
                </a:cubicBezTo>
                <a:cubicBezTo>
                  <a:pt x="1980" y="132"/>
                  <a:pt x="1980" y="132"/>
                  <a:pt x="1980" y="133"/>
                </a:cubicBezTo>
                <a:cubicBezTo>
                  <a:pt x="1979" y="133"/>
                  <a:pt x="1978" y="133"/>
                  <a:pt x="1978" y="133"/>
                </a:cubicBezTo>
                <a:cubicBezTo>
                  <a:pt x="1977" y="133"/>
                  <a:pt x="1976" y="133"/>
                  <a:pt x="1976" y="134"/>
                </a:cubicBezTo>
                <a:cubicBezTo>
                  <a:pt x="1975" y="134"/>
                  <a:pt x="1975" y="134"/>
                  <a:pt x="1975" y="135"/>
                </a:cubicBezTo>
                <a:cubicBezTo>
                  <a:pt x="1975" y="135"/>
                  <a:pt x="1974" y="136"/>
                  <a:pt x="1975" y="136"/>
                </a:cubicBezTo>
                <a:cubicBezTo>
                  <a:pt x="1975" y="137"/>
                  <a:pt x="1975" y="137"/>
                  <a:pt x="1975" y="137"/>
                </a:cubicBezTo>
                <a:cubicBezTo>
                  <a:pt x="1976" y="138"/>
                  <a:pt x="1976" y="138"/>
                  <a:pt x="1977" y="138"/>
                </a:cubicBezTo>
                <a:cubicBezTo>
                  <a:pt x="1978" y="139"/>
                  <a:pt x="1978" y="139"/>
                  <a:pt x="1979" y="139"/>
                </a:cubicBezTo>
                <a:cubicBezTo>
                  <a:pt x="1980" y="140"/>
                  <a:pt x="1981" y="140"/>
                  <a:pt x="1982" y="140"/>
                </a:cubicBezTo>
                <a:cubicBezTo>
                  <a:pt x="1982" y="140"/>
                  <a:pt x="1982" y="140"/>
                  <a:pt x="1982" y="140"/>
                </a:cubicBezTo>
                <a:cubicBezTo>
                  <a:pt x="1982" y="140"/>
                  <a:pt x="1982" y="140"/>
                  <a:pt x="1982" y="140"/>
                </a:cubicBezTo>
                <a:cubicBezTo>
                  <a:pt x="1983" y="140"/>
                  <a:pt x="1983" y="140"/>
                  <a:pt x="1983" y="140"/>
                </a:cubicBezTo>
                <a:cubicBezTo>
                  <a:pt x="1983" y="140"/>
                  <a:pt x="1983" y="140"/>
                  <a:pt x="1983" y="140"/>
                </a:cubicBezTo>
                <a:cubicBezTo>
                  <a:pt x="1983" y="140"/>
                  <a:pt x="1984" y="140"/>
                  <a:pt x="1984" y="140"/>
                </a:cubicBezTo>
                <a:cubicBezTo>
                  <a:pt x="1984" y="140"/>
                  <a:pt x="1984" y="140"/>
                  <a:pt x="1984" y="140"/>
                </a:cubicBezTo>
                <a:cubicBezTo>
                  <a:pt x="1984" y="140"/>
                  <a:pt x="1984" y="140"/>
                  <a:pt x="1984" y="140"/>
                </a:cubicBezTo>
                <a:cubicBezTo>
                  <a:pt x="1985" y="140"/>
                  <a:pt x="1985" y="140"/>
                  <a:pt x="1985" y="140"/>
                </a:cubicBezTo>
                <a:cubicBezTo>
                  <a:pt x="1985" y="140"/>
                  <a:pt x="1986" y="140"/>
                  <a:pt x="1986" y="140"/>
                </a:cubicBezTo>
                <a:cubicBezTo>
                  <a:pt x="1986" y="140"/>
                  <a:pt x="1987" y="139"/>
                  <a:pt x="1987" y="139"/>
                </a:cubicBezTo>
                <a:cubicBezTo>
                  <a:pt x="1987" y="139"/>
                  <a:pt x="1988" y="139"/>
                  <a:pt x="1988" y="139"/>
                </a:cubicBezTo>
                <a:cubicBezTo>
                  <a:pt x="1988" y="139"/>
                  <a:pt x="1988" y="139"/>
                  <a:pt x="1989" y="139"/>
                </a:cubicBezTo>
                <a:cubicBezTo>
                  <a:pt x="1989" y="139"/>
                  <a:pt x="1989" y="139"/>
                  <a:pt x="1989" y="138"/>
                </a:cubicBezTo>
                <a:cubicBezTo>
                  <a:pt x="1989" y="138"/>
                  <a:pt x="1989" y="138"/>
                  <a:pt x="1989" y="138"/>
                </a:cubicBezTo>
                <a:cubicBezTo>
                  <a:pt x="1990" y="138"/>
                  <a:pt x="1990" y="138"/>
                  <a:pt x="1990" y="138"/>
                </a:cubicBezTo>
                <a:cubicBezTo>
                  <a:pt x="1990" y="138"/>
                  <a:pt x="1990" y="138"/>
                  <a:pt x="1990" y="138"/>
                </a:cubicBezTo>
                <a:cubicBezTo>
                  <a:pt x="1990" y="137"/>
                  <a:pt x="1990" y="137"/>
                  <a:pt x="1990" y="136"/>
                </a:cubicBezTo>
                <a:cubicBezTo>
                  <a:pt x="1990" y="136"/>
                  <a:pt x="1990" y="136"/>
                  <a:pt x="1990" y="136"/>
                </a:cubicBezTo>
                <a:cubicBezTo>
                  <a:pt x="1990" y="136"/>
                  <a:pt x="1990" y="135"/>
                  <a:pt x="1990" y="135"/>
                </a:cubicBezTo>
                <a:cubicBezTo>
                  <a:pt x="1990" y="135"/>
                  <a:pt x="1990" y="135"/>
                  <a:pt x="1990" y="135"/>
                </a:cubicBezTo>
                <a:cubicBezTo>
                  <a:pt x="1990" y="135"/>
                  <a:pt x="1990" y="135"/>
                  <a:pt x="1989" y="135"/>
                </a:cubicBezTo>
                <a:cubicBezTo>
                  <a:pt x="1989" y="134"/>
                  <a:pt x="1988" y="134"/>
                  <a:pt x="1987" y="134"/>
                </a:cubicBezTo>
                <a:cubicBezTo>
                  <a:pt x="1987" y="133"/>
                  <a:pt x="1988" y="134"/>
                  <a:pt x="1987" y="134"/>
                </a:cubicBezTo>
                <a:close/>
                <a:moveTo>
                  <a:pt x="1939" y="133"/>
                </a:moveTo>
                <a:cubicBezTo>
                  <a:pt x="1938" y="133"/>
                  <a:pt x="1937" y="133"/>
                  <a:pt x="1937" y="134"/>
                </a:cubicBezTo>
                <a:cubicBezTo>
                  <a:pt x="1936" y="134"/>
                  <a:pt x="1936" y="134"/>
                  <a:pt x="1935" y="135"/>
                </a:cubicBezTo>
                <a:cubicBezTo>
                  <a:pt x="1935" y="135"/>
                  <a:pt x="1935" y="136"/>
                  <a:pt x="1935" y="136"/>
                </a:cubicBezTo>
                <a:cubicBezTo>
                  <a:pt x="1935" y="137"/>
                  <a:pt x="1935" y="137"/>
                  <a:pt x="1936" y="138"/>
                </a:cubicBezTo>
                <a:cubicBezTo>
                  <a:pt x="1936" y="138"/>
                  <a:pt x="1937" y="138"/>
                  <a:pt x="1938" y="139"/>
                </a:cubicBezTo>
                <a:cubicBezTo>
                  <a:pt x="1939" y="139"/>
                  <a:pt x="1940" y="139"/>
                  <a:pt x="1941" y="140"/>
                </a:cubicBezTo>
                <a:cubicBezTo>
                  <a:pt x="1942" y="140"/>
                  <a:pt x="1943" y="140"/>
                  <a:pt x="1944" y="140"/>
                </a:cubicBezTo>
                <a:cubicBezTo>
                  <a:pt x="1945" y="140"/>
                  <a:pt x="1946" y="140"/>
                  <a:pt x="1947" y="140"/>
                </a:cubicBezTo>
                <a:cubicBezTo>
                  <a:pt x="1948" y="139"/>
                  <a:pt x="1948" y="139"/>
                  <a:pt x="1949" y="139"/>
                </a:cubicBezTo>
                <a:cubicBezTo>
                  <a:pt x="1950" y="138"/>
                  <a:pt x="1950" y="138"/>
                  <a:pt x="1951" y="138"/>
                </a:cubicBezTo>
                <a:cubicBezTo>
                  <a:pt x="1951" y="137"/>
                  <a:pt x="1951" y="137"/>
                  <a:pt x="1951" y="136"/>
                </a:cubicBezTo>
                <a:cubicBezTo>
                  <a:pt x="1951" y="136"/>
                  <a:pt x="1950" y="135"/>
                  <a:pt x="1950" y="135"/>
                </a:cubicBezTo>
                <a:cubicBezTo>
                  <a:pt x="1949" y="134"/>
                  <a:pt x="1949" y="134"/>
                  <a:pt x="1948" y="134"/>
                </a:cubicBezTo>
                <a:cubicBezTo>
                  <a:pt x="1947" y="133"/>
                  <a:pt x="1946" y="133"/>
                  <a:pt x="1945" y="133"/>
                </a:cubicBezTo>
                <a:cubicBezTo>
                  <a:pt x="1944" y="133"/>
                  <a:pt x="1943" y="132"/>
                  <a:pt x="1942" y="132"/>
                </a:cubicBezTo>
                <a:cubicBezTo>
                  <a:pt x="1941" y="132"/>
                  <a:pt x="1940" y="133"/>
                  <a:pt x="1939" y="133"/>
                </a:cubicBezTo>
                <a:close/>
                <a:moveTo>
                  <a:pt x="2141" y="132"/>
                </a:moveTo>
                <a:cubicBezTo>
                  <a:pt x="2140" y="132"/>
                  <a:pt x="2140" y="132"/>
                  <a:pt x="2140" y="132"/>
                </a:cubicBezTo>
                <a:cubicBezTo>
                  <a:pt x="2140" y="132"/>
                  <a:pt x="2140" y="132"/>
                  <a:pt x="2140" y="132"/>
                </a:cubicBezTo>
                <a:cubicBezTo>
                  <a:pt x="2140" y="132"/>
                  <a:pt x="2140" y="132"/>
                  <a:pt x="2139" y="132"/>
                </a:cubicBezTo>
                <a:cubicBezTo>
                  <a:pt x="2138" y="132"/>
                  <a:pt x="2137" y="133"/>
                  <a:pt x="2136" y="133"/>
                </a:cubicBezTo>
                <a:cubicBezTo>
                  <a:pt x="2135" y="133"/>
                  <a:pt x="2135" y="133"/>
                  <a:pt x="2134" y="134"/>
                </a:cubicBezTo>
                <a:cubicBezTo>
                  <a:pt x="2133" y="134"/>
                  <a:pt x="2133" y="134"/>
                  <a:pt x="2133" y="135"/>
                </a:cubicBezTo>
                <a:cubicBezTo>
                  <a:pt x="2132" y="135"/>
                  <a:pt x="2132" y="136"/>
                  <a:pt x="2133" y="136"/>
                </a:cubicBezTo>
                <a:cubicBezTo>
                  <a:pt x="2133" y="137"/>
                  <a:pt x="2133" y="137"/>
                  <a:pt x="2134" y="138"/>
                </a:cubicBezTo>
                <a:cubicBezTo>
                  <a:pt x="2134" y="138"/>
                  <a:pt x="2135" y="138"/>
                  <a:pt x="2136" y="139"/>
                </a:cubicBezTo>
                <a:cubicBezTo>
                  <a:pt x="2136" y="139"/>
                  <a:pt x="2137" y="139"/>
                  <a:pt x="2138" y="140"/>
                </a:cubicBezTo>
                <a:cubicBezTo>
                  <a:pt x="2139" y="140"/>
                  <a:pt x="2140" y="140"/>
                  <a:pt x="2141" y="140"/>
                </a:cubicBezTo>
                <a:cubicBezTo>
                  <a:pt x="2142" y="140"/>
                  <a:pt x="2142" y="140"/>
                  <a:pt x="2142" y="140"/>
                </a:cubicBezTo>
                <a:cubicBezTo>
                  <a:pt x="2142" y="140"/>
                  <a:pt x="2142" y="140"/>
                  <a:pt x="2142" y="140"/>
                </a:cubicBezTo>
                <a:cubicBezTo>
                  <a:pt x="2142" y="140"/>
                  <a:pt x="2143" y="140"/>
                  <a:pt x="2143" y="140"/>
                </a:cubicBezTo>
                <a:cubicBezTo>
                  <a:pt x="2143" y="140"/>
                  <a:pt x="2143" y="140"/>
                  <a:pt x="2143" y="140"/>
                </a:cubicBezTo>
                <a:cubicBezTo>
                  <a:pt x="2144" y="140"/>
                  <a:pt x="2145" y="140"/>
                  <a:pt x="2145" y="139"/>
                </a:cubicBezTo>
                <a:cubicBezTo>
                  <a:pt x="2146" y="139"/>
                  <a:pt x="2147" y="139"/>
                  <a:pt x="2147" y="138"/>
                </a:cubicBezTo>
                <a:cubicBezTo>
                  <a:pt x="2148" y="138"/>
                  <a:pt x="2148" y="138"/>
                  <a:pt x="2148" y="137"/>
                </a:cubicBezTo>
                <a:cubicBezTo>
                  <a:pt x="2148" y="137"/>
                  <a:pt x="2148" y="137"/>
                  <a:pt x="2148" y="136"/>
                </a:cubicBezTo>
                <a:cubicBezTo>
                  <a:pt x="2148" y="136"/>
                  <a:pt x="2148" y="135"/>
                  <a:pt x="2147" y="135"/>
                </a:cubicBezTo>
                <a:cubicBezTo>
                  <a:pt x="2147" y="134"/>
                  <a:pt x="2147" y="134"/>
                  <a:pt x="2146" y="134"/>
                </a:cubicBezTo>
                <a:cubicBezTo>
                  <a:pt x="2145" y="133"/>
                  <a:pt x="2144" y="133"/>
                  <a:pt x="2144" y="133"/>
                </a:cubicBezTo>
                <a:cubicBezTo>
                  <a:pt x="2143" y="133"/>
                  <a:pt x="2142" y="133"/>
                  <a:pt x="2141" y="133"/>
                </a:cubicBezTo>
                <a:cubicBezTo>
                  <a:pt x="2141" y="132"/>
                  <a:pt x="2141" y="132"/>
                  <a:pt x="2141" y="132"/>
                </a:cubicBezTo>
                <a:close/>
                <a:moveTo>
                  <a:pt x="1860" y="133"/>
                </a:moveTo>
                <a:cubicBezTo>
                  <a:pt x="1859" y="133"/>
                  <a:pt x="1859" y="133"/>
                  <a:pt x="1858" y="134"/>
                </a:cubicBezTo>
                <a:cubicBezTo>
                  <a:pt x="1857" y="134"/>
                  <a:pt x="1857" y="134"/>
                  <a:pt x="1856" y="135"/>
                </a:cubicBezTo>
                <a:cubicBezTo>
                  <a:pt x="1856" y="135"/>
                  <a:pt x="1856" y="136"/>
                  <a:pt x="1856" y="136"/>
                </a:cubicBezTo>
                <a:cubicBezTo>
                  <a:pt x="1856" y="137"/>
                  <a:pt x="1856" y="137"/>
                  <a:pt x="1857" y="138"/>
                </a:cubicBezTo>
                <a:cubicBezTo>
                  <a:pt x="1857" y="138"/>
                  <a:pt x="1858" y="138"/>
                  <a:pt x="1859" y="139"/>
                </a:cubicBezTo>
                <a:cubicBezTo>
                  <a:pt x="1860" y="139"/>
                  <a:pt x="1861" y="139"/>
                  <a:pt x="1862" y="140"/>
                </a:cubicBezTo>
                <a:cubicBezTo>
                  <a:pt x="1863" y="140"/>
                  <a:pt x="1864" y="140"/>
                  <a:pt x="1865" y="140"/>
                </a:cubicBezTo>
                <a:cubicBezTo>
                  <a:pt x="1866" y="140"/>
                  <a:pt x="1867" y="140"/>
                  <a:pt x="1868" y="140"/>
                </a:cubicBezTo>
                <a:cubicBezTo>
                  <a:pt x="1869" y="139"/>
                  <a:pt x="1869" y="139"/>
                  <a:pt x="1870" y="139"/>
                </a:cubicBezTo>
                <a:cubicBezTo>
                  <a:pt x="1871" y="138"/>
                  <a:pt x="1871" y="138"/>
                  <a:pt x="1872" y="138"/>
                </a:cubicBezTo>
                <a:cubicBezTo>
                  <a:pt x="1872" y="137"/>
                  <a:pt x="1872" y="137"/>
                  <a:pt x="1872" y="136"/>
                </a:cubicBezTo>
                <a:cubicBezTo>
                  <a:pt x="1872" y="136"/>
                  <a:pt x="1871" y="135"/>
                  <a:pt x="1871" y="135"/>
                </a:cubicBezTo>
                <a:cubicBezTo>
                  <a:pt x="1870" y="134"/>
                  <a:pt x="1870" y="134"/>
                  <a:pt x="1869" y="134"/>
                </a:cubicBezTo>
                <a:cubicBezTo>
                  <a:pt x="1868" y="133"/>
                  <a:pt x="1867" y="133"/>
                  <a:pt x="1866" y="133"/>
                </a:cubicBezTo>
                <a:cubicBezTo>
                  <a:pt x="1865" y="133"/>
                  <a:pt x="1864" y="132"/>
                  <a:pt x="1863" y="132"/>
                </a:cubicBezTo>
                <a:cubicBezTo>
                  <a:pt x="1862" y="132"/>
                  <a:pt x="1861" y="133"/>
                  <a:pt x="1860" y="133"/>
                </a:cubicBezTo>
                <a:close/>
                <a:moveTo>
                  <a:pt x="2018" y="133"/>
                </a:moveTo>
                <a:cubicBezTo>
                  <a:pt x="2017" y="133"/>
                  <a:pt x="2016" y="133"/>
                  <a:pt x="2016" y="134"/>
                </a:cubicBezTo>
                <a:cubicBezTo>
                  <a:pt x="2015" y="134"/>
                  <a:pt x="2015" y="134"/>
                  <a:pt x="2014" y="135"/>
                </a:cubicBezTo>
                <a:cubicBezTo>
                  <a:pt x="2014" y="135"/>
                  <a:pt x="2014" y="136"/>
                  <a:pt x="2014" y="136"/>
                </a:cubicBezTo>
                <a:cubicBezTo>
                  <a:pt x="2014" y="137"/>
                  <a:pt x="2014" y="137"/>
                  <a:pt x="2015" y="138"/>
                </a:cubicBezTo>
                <a:cubicBezTo>
                  <a:pt x="2016" y="138"/>
                  <a:pt x="2016" y="138"/>
                  <a:pt x="2017" y="139"/>
                </a:cubicBezTo>
                <a:cubicBezTo>
                  <a:pt x="2018" y="139"/>
                  <a:pt x="2019" y="139"/>
                  <a:pt x="2020" y="140"/>
                </a:cubicBezTo>
                <a:cubicBezTo>
                  <a:pt x="2021" y="140"/>
                  <a:pt x="2022" y="140"/>
                  <a:pt x="2023" y="140"/>
                </a:cubicBezTo>
                <a:cubicBezTo>
                  <a:pt x="2024" y="140"/>
                  <a:pt x="2025" y="140"/>
                  <a:pt x="2026" y="140"/>
                </a:cubicBezTo>
                <a:cubicBezTo>
                  <a:pt x="2027" y="139"/>
                  <a:pt x="2028" y="139"/>
                  <a:pt x="2028" y="139"/>
                </a:cubicBezTo>
                <a:cubicBezTo>
                  <a:pt x="2029" y="138"/>
                  <a:pt x="2029" y="138"/>
                  <a:pt x="2030" y="138"/>
                </a:cubicBezTo>
                <a:cubicBezTo>
                  <a:pt x="2030" y="137"/>
                  <a:pt x="2030" y="137"/>
                  <a:pt x="2030" y="136"/>
                </a:cubicBezTo>
                <a:cubicBezTo>
                  <a:pt x="2030" y="136"/>
                  <a:pt x="2029" y="135"/>
                  <a:pt x="2029" y="135"/>
                </a:cubicBezTo>
                <a:cubicBezTo>
                  <a:pt x="2028" y="134"/>
                  <a:pt x="2028" y="134"/>
                  <a:pt x="2027" y="134"/>
                </a:cubicBezTo>
                <a:cubicBezTo>
                  <a:pt x="2026" y="133"/>
                  <a:pt x="2025" y="133"/>
                  <a:pt x="2024" y="133"/>
                </a:cubicBezTo>
                <a:cubicBezTo>
                  <a:pt x="2023" y="133"/>
                  <a:pt x="2022" y="132"/>
                  <a:pt x="2021" y="132"/>
                </a:cubicBezTo>
                <a:cubicBezTo>
                  <a:pt x="2020" y="132"/>
                  <a:pt x="2019" y="133"/>
                  <a:pt x="2018" y="133"/>
                </a:cubicBezTo>
                <a:close/>
                <a:moveTo>
                  <a:pt x="1763" y="142"/>
                </a:moveTo>
                <a:cubicBezTo>
                  <a:pt x="1762" y="142"/>
                  <a:pt x="1761" y="142"/>
                  <a:pt x="1761" y="143"/>
                </a:cubicBezTo>
                <a:cubicBezTo>
                  <a:pt x="1760" y="143"/>
                  <a:pt x="1760" y="143"/>
                  <a:pt x="1759" y="144"/>
                </a:cubicBezTo>
                <a:cubicBezTo>
                  <a:pt x="1759" y="144"/>
                  <a:pt x="1759" y="145"/>
                  <a:pt x="1759" y="145"/>
                </a:cubicBezTo>
                <a:cubicBezTo>
                  <a:pt x="1759" y="146"/>
                  <a:pt x="1759" y="146"/>
                  <a:pt x="1760" y="147"/>
                </a:cubicBezTo>
                <a:cubicBezTo>
                  <a:pt x="1760" y="147"/>
                  <a:pt x="1761" y="148"/>
                  <a:pt x="1762" y="148"/>
                </a:cubicBezTo>
                <a:cubicBezTo>
                  <a:pt x="1762" y="148"/>
                  <a:pt x="1763" y="149"/>
                  <a:pt x="1764" y="149"/>
                </a:cubicBezTo>
                <a:cubicBezTo>
                  <a:pt x="1765" y="149"/>
                  <a:pt x="1766" y="149"/>
                  <a:pt x="1767" y="149"/>
                </a:cubicBezTo>
                <a:cubicBezTo>
                  <a:pt x="1768" y="149"/>
                  <a:pt x="1769" y="149"/>
                  <a:pt x="1770" y="149"/>
                </a:cubicBezTo>
                <a:cubicBezTo>
                  <a:pt x="1771" y="149"/>
                  <a:pt x="1772" y="148"/>
                  <a:pt x="1773" y="148"/>
                </a:cubicBezTo>
                <a:cubicBezTo>
                  <a:pt x="1773" y="148"/>
                  <a:pt x="1774" y="147"/>
                  <a:pt x="1774" y="147"/>
                </a:cubicBezTo>
                <a:cubicBezTo>
                  <a:pt x="1775" y="146"/>
                  <a:pt x="1775" y="146"/>
                  <a:pt x="1775" y="145"/>
                </a:cubicBezTo>
                <a:cubicBezTo>
                  <a:pt x="1775" y="145"/>
                  <a:pt x="1774" y="144"/>
                  <a:pt x="1774" y="144"/>
                </a:cubicBezTo>
                <a:cubicBezTo>
                  <a:pt x="1773" y="143"/>
                  <a:pt x="1773" y="143"/>
                  <a:pt x="1772" y="143"/>
                </a:cubicBezTo>
                <a:cubicBezTo>
                  <a:pt x="1771" y="142"/>
                  <a:pt x="1770" y="142"/>
                  <a:pt x="1769" y="142"/>
                </a:cubicBezTo>
                <a:cubicBezTo>
                  <a:pt x="1768" y="142"/>
                  <a:pt x="1767" y="142"/>
                  <a:pt x="1766" y="142"/>
                </a:cubicBezTo>
                <a:cubicBezTo>
                  <a:pt x="1765" y="142"/>
                  <a:pt x="1764" y="142"/>
                  <a:pt x="1763" y="142"/>
                </a:cubicBezTo>
                <a:close/>
                <a:moveTo>
                  <a:pt x="2040" y="142"/>
                </a:moveTo>
                <a:cubicBezTo>
                  <a:pt x="2039" y="142"/>
                  <a:pt x="2038" y="142"/>
                  <a:pt x="2038" y="143"/>
                </a:cubicBezTo>
                <a:cubicBezTo>
                  <a:pt x="2037" y="143"/>
                  <a:pt x="2037" y="143"/>
                  <a:pt x="2036" y="144"/>
                </a:cubicBezTo>
                <a:cubicBezTo>
                  <a:pt x="2036" y="144"/>
                  <a:pt x="2036" y="145"/>
                  <a:pt x="2036" y="145"/>
                </a:cubicBezTo>
                <a:cubicBezTo>
                  <a:pt x="2036" y="146"/>
                  <a:pt x="2037" y="146"/>
                  <a:pt x="2037" y="147"/>
                </a:cubicBezTo>
                <a:cubicBezTo>
                  <a:pt x="2038" y="147"/>
                  <a:pt x="2038" y="148"/>
                  <a:pt x="2039" y="148"/>
                </a:cubicBezTo>
                <a:cubicBezTo>
                  <a:pt x="2040" y="148"/>
                  <a:pt x="2041" y="149"/>
                  <a:pt x="2042" y="149"/>
                </a:cubicBezTo>
                <a:cubicBezTo>
                  <a:pt x="2043" y="149"/>
                  <a:pt x="2044" y="149"/>
                  <a:pt x="2045" y="149"/>
                </a:cubicBezTo>
                <a:cubicBezTo>
                  <a:pt x="2046" y="149"/>
                  <a:pt x="2047" y="149"/>
                  <a:pt x="2048" y="149"/>
                </a:cubicBezTo>
                <a:cubicBezTo>
                  <a:pt x="2049" y="149"/>
                  <a:pt x="2050" y="148"/>
                  <a:pt x="2050" y="148"/>
                </a:cubicBezTo>
                <a:cubicBezTo>
                  <a:pt x="2051" y="148"/>
                  <a:pt x="2051" y="147"/>
                  <a:pt x="2052" y="147"/>
                </a:cubicBezTo>
                <a:cubicBezTo>
                  <a:pt x="2052" y="146"/>
                  <a:pt x="2052" y="146"/>
                  <a:pt x="2052" y="145"/>
                </a:cubicBezTo>
                <a:cubicBezTo>
                  <a:pt x="2052" y="145"/>
                  <a:pt x="2051" y="144"/>
                  <a:pt x="2051" y="144"/>
                </a:cubicBezTo>
                <a:cubicBezTo>
                  <a:pt x="2050" y="143"/>
                  <a:pt x="2050" y="143"/>
                  <a:pt x="2049" y="143"/>
                </a:cubicBezTo>
                <a:cubicBezTo>
                  <a:pt x="2048" y="142"/>
                  <a:pt x="2047" y="142"/>
                  <a:pt x="2046" y="142"/>
                </a:cubicBezTo>
                <a:cubicBezTo>
                  <a:pt x="2045" y="142"/>
                  <a:pt x="2044" y="142"/>
                  <a:pt x="2043" y="142"/>
                </a:cubicBezTo>
                <a:cubicBezTo>
                  <a:pt x="2042" y="142"/>
                  <a:pt x="2041" y="142"/>
                  <a:pt x="2040" y="142"/>
                </a:cubicBezTo>
                <a:close/>
                <a:moveTo>
                  <a:pt x="2000" y="142"/>
                </a:moveTo>
                <a:cubicBezTo>
                  <a:pt x="2000" y="142"/>
                  <a:pt x="1999" y="142"/>
                  <a:pt x="1998" y="143"/>
                </a:cubicBezTo>
                <a:cubicBezTo>
                  <a:pt x="1998" y="143"/>
                  <a:pt x="1997" y="143"/>
                  <a:pt x="1997" y="144"/>
                </a:cubicBezTo>
                <a:cubicBezTo>
                  <a:pt x="1996" y="144"/>
                  <a:pt x="1996" y="145"/>
                  <a:pt x="1996" y="145"/>
                </a:cubicBezTo>
                <a:cubicBezTo>
                  <a:pt x="1997" y="146"/>
                  <a:pt x="1997" y="146"/>
                  <a:pt x="1997" y="147"/>
                </a:cubicBezTo>
                <a:cubicBezTo>
                  <a:pt x="1998" y="147"/>
                  <a:pt x="1999" y="148"/>
                  <a:pt x="1999" y="148"/>
                </a:cubicBezTo>
                <a:cubicBezTo>
                  <a:pt x="2000" y="148"/>
                  <a:pt x="2001" y="149"/>
                  <a:pt x="2002" y="149"/>
                </a:cubicBezTo>
                <a:cubicBezTo>
                  <a:pt x="2003" y="149"/>
                  <a:pt x="2004" y="149"/>
                  <a:pt x="2005" y="149"/>
                </a:cubicBezTo>
                <a:cubicBezTo>
                  <a:pt x="2006" y="149"/>
                  <a:pt x="2007" y="149"/>
                  <a:pt x="2008" y="149"/>
                </a:cubicBezTo>
                <a:cubicBezTo>
                  <a:pt x="2009" y="149"/>
                  <a:pt x="2010" y="148"/>
                  <a:pt x="2011" y="148"/>
                </a:cubicBezTo>
                <a:cubicBezTo>
                  <a:pt x="2011" y="148"/>
                  <a:pt x="2012" y="147"/>
                  <a:pt x="2012" y="147"/>
                </a:cubicBezTo>
                <a:cubicBezTo>
                  <a:pt x="2012" y="146"/>
                  <a:pt x="2012" y="146"/>
                  <a:pt x="2012" y="145"/>
                </a:cubicBezTo>
                <a:cubicBezTo>
                  <a:pt x="2012" y="145"/>
                  <a:pt x="2012" y="144"/>
                  <a:pt x="2011" y="144"/>
                </a:cubicBezTo>
                <a:cubicBezTo>
                  <a:pt x="2011" y="143"/>
                  <a:pt x="2010" y="143"/>
                  <a:pt x="2009" y="143"/>
                </a:cubicBezTo>
                <a:cubicBezTo>
                  <a:pt x="2009" y="142"/>
                  <a:pt x="2008" y="142"/>
                  <a:pt x="2007" y="142"/>
                </a:cubicBezTo>
                <a:cubicBezTo>
                  <a:pt x="2006" y="142"/>
                  <a:pt x="2005" y="142"/>
                  <a:pt x="2003" y="142"/>
                </a:cubicBezTo>
                <a:cubicBezTo>
                  <a:pt x="2002" y="142"/>
                  <a:pt x="2001" y="142"/>
                  <a:pt x="2000" y="142"/>
                </a:cubicBezTo>
                <a:close/>
                <a:moveTo>
                  <a:pt x="1565" y="142"/>
                </a:moveTo>
                <a:cubicBezTo>
                  <a:pt x="1564" y="142"/>
                  <a:pt x="1563" y="142"/>
                  <a:pt x="1563" y="143"/>
                </a:cubicBezTo>
                <a:cubicBezTo>
                  <a:pt x="1562" y="143"/>
                  <a:pt x="1562" y="143"/>
                  <a:pt x="1561" y="144"/>
                </a:cubicBezTo>
                <a:cubicBezTo>
                  <a:pt x="1561" y="144"/>
                  <a:pt x="1561" y="145"/>
                  <a:pt x="1561" y="145"/>
                </a:cubicBezTo>
                <a:cubicBezTo>
                  <a:pt x="1561" y="146"/>
                  <a:pt x="1561" y="146"/>
                  <a:pt x="1561" y="147"/>
                </a:cubicBezTo>
                <a:cubicBezTo>
                  <a:pt x="1562" y="147"/>
                  <a:pt x="1563" y="148"/>
                  <a:pt x="1563" y="148"/>
                </a:cubicBezTo>
                <a:cubicBezTo>
                  <a:pt x="1564" y="148"/>
                  <a:pt x="1565" y="149"/>
                  <a:pt x="1566" y="149"/>
                </a:cubicBezTo>
                <a:cubicBezTo>
                  <a:pt x="1567" y="149"/>
                  <a:pt x="1568" y="149"/>
                  <a:pt x="1569" y="149"/>
                </a:cubicBezTo>
                <a:cubicBezTo>
                  <a:pt x="1570" y="149"/>
                  <a:pt x="1571" y="149"/>
                  <a:pt x="1572" y="149"/>
                </a:cubicBezTo>
                <a:cubicBezTo>
                  <a:pt x="1573" y="149"/>
                  <a:pt x="1574" y="148"/>
                  <a:pt x="1574" y="148"/>
                </a:cubicBezTo>
                <a:cubicBezTo>
                  <a:pt x="1575" y="148"/>
                  <a:pt x="1576" y="147"/>
                  <a:pt x="1576" y="147"/>
                </a:cubicBezTo>
                <a:cubicBezTo>
                  <a:pt x="1576" y="146"/>
                  <a:pt x="1577" y="146"/>
                  <a:pt x="1577" y="145"/>
                </a:cubicBezTo>
                <a:cubicBezTo>
                  <a:pt x="1577" y="145"/>
                  <a:pt x="1576" y="144"/>
                  <a:pt x="1576" y="144"/>
                </a:cubicBezTo>
                <a:cubicBezTo>
                  <a:pt x="1575" y="143"/>
                  <a:pt x="1575" y="143"/>
                  <a:pt x="1574" y="143"/>
                </a:cubicBezTo>
                <a:cubicBezTo>
                  <a:pt x="1573" y="142"/>
                  <a:pt x="1572" y="142"/>
                  <a:pt x="1571" y="142"/>
                </a:cubicBezTo>
                <a:cubicBezTo>
                  <a:pt x="1570" y="142"/>
                  <a:pt x="1569" y="142"/>
                  <a:pt x="1568" y="142"/>
                </a:cubicBezTo>
                <a:cubicBezTo>
                  <a:pt x="1567" y="142"/>
                  <a:pt x="1566" y="142"/>
                  <a:pt x="1565" y="142"/>
                </a:cubicBezTo>
                <a:close/>
                <a:moveTo>
                  <a:pt x="1605" y="142"/>
                </a:moveTo>
                <a:cubicBezTo>
                  <a:pt x="1604" y="142"/>
                  <a:pt x="1603" y="142"/>
                  <a:pt x="1602" y="143"/>
                </a:cubicBezTo>
                <a:cubicBezTo>
                  <a:pt x="1602" y="143"/>
                  <a:pt x="1601" y="143"/>
                  <a:pt x="1601" y="144"/>
                </a:cubicBezTo>
                <a:cubicBezTo>
                  <a:pt x="1600" y="144"/>
                  <a:pt x="1600" y="145"/>
                  <a:pt x="1600" y="145"/>
                </a:cubicBezTo>
                <a:cubicBezTo>
                  <a:pt x="1600" y="146"/>
                  <a:pt x="1601" y="146"/>
                  <a:pt x="1601" y="147"/>
                </a:cubicBezTo>
                <a:cubicBezTo>
                  <a:pt x="1602" y="147"/>
                  <a:pt x="1602" y="148"/>
                  <a:pt x="1603" y="148"/>
                </a:cubicBezTo>
                <a:cubicBezTo>
                  <a:pt x="1604" y="148"/>
                  <a:pt x="1605" y="149"/>
                  <a:pt x="1606" y="149"/>
                </a:cubicBezTo>
                <a:cubicBezTo>
                  <a:pt x="1606" y="149"/>
                  <a:pt x="1608" y="149"/>
                  <a:pt x="1609" y="149"/>
                </a:cubicBezTo>
                <a:cubicBezTo>
                  <a:pt x="1610" y="149"/>
                  <a:pt x="1611" y="149"/>
                  <a:pt x="1612" y="149"/>
                </a:cubicBezTo>
                <a:cubicBezTo>
                  <a:pt x="1613" y="149"/>
                  <a:pt x="1613" y="148"/>
                  <a:pt x="1614" y="148"/>
                </a:cubicBezTo>
                <a:cubicBezTo>
                  <a:pt x="1615" y="148"/>
                  <a:pt x="1615" y="147"/>
                  <a:pt x="1616" y="147"/>
                </a:cubicBezTo>
                <a:cubicBezTo>
                  <a:pt x="1616" y="146"/>
                  <a:pt x="1616" y="146"/>
                  <a:pt x="1616" y="145"/>
                </a:cubicBezTo>
                <a:cubicBezTo>
                  <a:pt x="1616" y="145"/>
                  <a:pt x="1616" y="144"/>
                  <a:pt x="1615" y="144"/>
                </a:cubicBezTo>
                <a:cubicBezTo>
                  <a:pt x="1615" y="143"/>
                  <a:pt x="1614" y="143"/>
                  <a:pt x="1614" y="143"/>
                </a:cubicBezTo>
                <a:cubicBezTo>
                  <a:pt x="1613" y="142"/>
                  <a:pt x="1612" y="142"/>
                  <a:pt x="1611" y="142"/>
                </a:cubicBezTo>
                <a:cubicBezTo>
                  <a:pt x="1610" y="142"/>
                  <a:pt x="1609" y="142"/>
                  <a:pt x="1608" y="142"/>
                </a:cubicBezTo>
                <a:cubicBezTo>
                  <a:pt x="1607" y="142"/>
                  <a:pt x="1606" y="142"/>
                  <a:pt x="1605" y="142"/>
                </a:cubicBezTo>
                <a:close/>
                <a:moveTo>
                  <a:pt x="1684" y="142"/>
                </a:moveTo>
                <a:cubicBezTo>
                  <a:pt x="1683" y="142"/>
                  <a:pt x="1682" y="142"/>
                  <a:pt x="1682" y="143"/>
                </a:cubicBezTo>
                <a:cubicBezTo>
                  <a:pt x="1681" y="143"/>
                  <a:pt x="1680" y="143"/>
                  <a:pt x="1680" y="144"/>
                </a:cubicBezTo>
                <a:cubicBezTo>
                  <a:pt x="1680" y="144"/>
                  <a:pt x="1679" y="145"/>
                  <a:pt x="1680" y="145"/>
                </a:cubicBezTo>
                <a:cubicBezTo>
                  <a:pt x="1680" y="146"/>
                  <a:pt x="1680" y="146"/>
                  <a:pt x="1680" y="147"/>
                </a:cubicBezTo>
                <a:cubicBezTo>
                  <a:pt x="1681" y="147"/>
                  <a:pt x="1681" y="148"/>
                  <a:pt x="1682" y="148"/>
                </a:cubicBezTo>
                <a:cubicBezTo>
                  <a:pt x="1683" y="148"/>
                  <a:pt x="1684" y="149"/>
                  <a:pt x="1685" y="149"/>
                </a:cubicBezTo>
                <a:cubicBezTo>
                  <a:pt x="1686" y="149"/>
                  <a:pt x="1687" y="149"/>
                  <a:pt x="1688" y="149"/>
                </a:cubicBezTo>
                <a:cubicBezTo>
                  <a:pt x="1689" y="149"/>
                  <a:pt x="1690" y="149"/>
                  <a:pt x="1691" y="149"/>
                </a:cubicBezTo>
                <a:cubicBezTo>
                  <a:pt x="1692" y="149"/>
                  <a:pt x="1693" y="148"/>
                  <a:pt x="1693" y="148"/>
                </a:cubicBezTo>
                <a:cubicBezTo>
                  <a:pt x="1694" y="148"/>
                  <a:pt x="1695" y="147"/>
                  <a:pt x="1695" y="147"/>
                </a:cubicBezTo>
                <a:cubicBezTo>
                  <a:pt x="1695" y="146"/>
                  <a:pt x="1695" y="146"/>
                  <a:pt x="1695" y="145"/>
                </a:cubicBezTo>
                <a:cubicBezTo>
                  <a:pt x="1695" y="145"/>
                  <a:pt x="1695" y="144"/>
                  <a:pt x="1695" y="144"/>
                </a:cubicBezTo>
                <a:cubicBezTo>
                  <a:pt x="1694" y="143"/>
                  <a:pt x="1693" y="143"/>
                  <a:pt x="1693" y="143"/>
                </a:cubicBezTo>
                <a:cubicBezTo>
                  <a:pt x="1692" y="142"/>
                  <a:pt x="1691" y="142"/>
                  <a:pt x="1690" y="142"/>
                </a:cubicBezTo>
                <a:cubicBezTo>
                  <a:pt x="1689" y="142"/>
                  <a:pt x="1688" y="142"/>
                  <a:pt x="1687" y="142"/>
                </a:cubicBezTo>
                <a:cubicBezTo>
                  <a:pt x="1686" y="142"/>
                  <a:pt x="1685" y="142"/>
                  <a:pt x="1684" y="142"/>
                </a:cubicBezTo>
                <a:close/>
                <a:moveTo>
                  <a:pt x="1961" y="142"/>
                </a:moveTo>
                <a:cubicBezTo>
                  <a:pt x="1960" y="142"/>
                  <a:pt x="1959" y="142"/>
                  <a:pt x="1959" y="143"/>
                </a:cubicBezTo>
                <a:cubicBezTo>
                  <a:pt x="1958" y="143"/>
                  <a:pt x="1957" y="143"/>
                  <a:pt x="1957" y="144"/>
                </a:cubicBezTo>
                <a:cubicBezTo>
                  <a:pt x="1957" y="144"/>
                  <a:pt x="1957" y="145"/>
                  <a:pt x="1957" y="145"/>
                </a:cubicBezTo>
                <a:cubicBezTo>
                  <a:pt x="1957" y="146"/>
                  <a:pt x="1957" y="146"/>
                  <a:pt x="1958" y="147"/>
                </a:cubicBezTo>
                <a:cubicBezTo>
                  <a:pt x="1958" y="147"/>
                  <a:pt x="1959" y="148"/>
                  <a:pt x="1960" y="148"/>
                </a:cubicBezTo>
                <a:cubicBezTo>
                  <a:pt x="1961" y="148"/>
                  <a:pt x="1961" y="149"/>
                  <a:pt x="1962" y="149"/>
                </a:cubicBezTo>
                <a:cubicBezTo>
                  <a:pt x="1963" y="149"/>
                  <a:pt x="1965" y="149"/>
                  <a:pt x="1966" y="149"/>
                </a:cubicBezTo>
                <a:cubicBezTo>
                  <a:pt x="1967" y="149"/>
                  <a:pt x="1968" y="149"/>
                  <a:pt x="1969" y="149"/>
                </a:cubicBezTo>
                <a:cubicBezTo>
                  <a:pt x="1970" y="149"/>
                  <a:pt x="1970" y="148"/>
                  <a:pt x="1971" y="148"/>
                </a:cubicBezTo>
                <a:cubicBezTo>
                  <a:pt x="1972" y="148"/>
                  <a:pt x="1972" y="147"/>
                  <a:pt x="1972" y="147"/>
                </a:cubicBezTo>
                <a:cubicBezTo>
                  <a:pt x="1973" y="146"/>
                  <a:pt x="1973" y="146"/>
                  <a:pt x="1973" y="145"/>
                </a:cubicBezTo>
                <a:cubicBezTo>
                  <a:pt x="1973" y="145"/>
                  <a:pt x="1972" y="144"/>
                  <a:pt x="1972" y="144"/>
                </a:cubicBezTo>
                <a:cubicBezTo>
                  <a:pt x="1971" y="143"/>
                  <a:pt x="1971" y="143"/>
                  <a:pt x="1970" y="143"/>
                </a:cubicBezTo>
                <a:cubicBezTo>
                  <a:pt x="1969" y="142"/>
                  <a:pt x="1968" y="142"/>
                  <a:pt x="1967" y="142"/>
                </a:cubicBezTo>
                <a:cubicBezTo>
                  <a:pt x="1966" y="142"/>
                  <a:pt x="1965" y="142"/>
                  <a:pt x="1964" y="142"/>
                </a:cubicBezTo>
                <a:cubicBezTo>
                  <a:pt x="1963" y="142"/>
                  <a:pt x="1962" y="142"/>
                  <a:pt x="1961" y="142"/>
                </a:cubicBezTo>
                <a:close/>
                <a:moveTo>
                  <a:pt x="1526" y="142"/>
                </a:moveTo>
                <a:cubicBezTo>
                  <a:pt x="1525" y="142"/>
                  <a:pt x="1524" y="142"/>
                  <a:pt x="1523" y="143"/>
                </a:cubicBezTo>
                <a:cubicBezTo>
                  <a:pt x="1523" y="143"/>
                  <a:pt x="1522" y="143"/>
                  <a:pt x="1522" y="144"/>
                </a:cubicBezTo>
                <a:cubicBezTo>
                  <a:pt x="1521" y="144"/>
                  <a:pt x="1521" y="145"/>
                  <a:pt x="1521" y="145"/>
                </a:cubicBezTo>
                <a:cubicBezTo>
                  <a:pt x="1521" y="146"/>
                  <a:pt x="1521" y="146"/>
                  <a:pt x="1522" y="147"/>
                </a:cubicBezTo>
                <a:cubicBezTo>
                  <a:pt x="1522" y="147"/>
                  <a:pt x="1523" y="148"/>
                  <a:pt x="1524" y="148"/>
                </a:cubicBezTo>
                <a:cubicBezTo>
                  <a:pt x="1524" y="148"/>
                  <a:pt x="1525" y="149"/>
                  <a:pt x="1526" y="149"/>
                </a:cubicBezTo>
                <a:cubicBezTo>
                  <a:pt x="1527" y="149"/>
                  <a:pt x="1528" y="149"/>
                  <a:pt x="1529" y="149"/>
                </a:cubicBezTo>
                <a:cubicBezTo>
                  <a:pt x="1530" y="149"/>
                  <a:pt x="1531" y="149"/>
                  <a:pt x="1532" y="149"/>
                </a:cubicBezTo>
                <a:cubicBezTo>
                  <a:pt x="1533" y="149"/>
                  <a:pt x="1534" y="148"/>
                  <a:pt x="1535" y="148"/>
                </a:cubicBezTo>
                <a:cubicBezTo>
                  <a:pt x="1536" y="148"/>
                  <a:pt x="1536" y="147"/>
                  <a:pt x="1536" y="147"/>
                </a:cubicBezTo>
                <a:cubicBezTo>
                  <a:pt x="1537" y="146"/>
                  <a:pt x="1537" y="146"/>
                  <a:pt x="1537" y="145"/>
                </a:cubicBezTo>
                <a:cubicBezTo>
                  <a:pt x="1537" y="145"/>
                  <a:pt x="1537" y="144"/>
                  <a:pt x="1536" y="144"/>
                </a:cubicBezTo>
                <a:cubicBezTo>
                  <a:pt x="1536" y="143"/>
                  <a:pt x="1535" y="143"/>
                  <a:pt x="1534" y="143"/>
                </a:cubicBezTo>
                <a:cubicBezTo>
                  <a:pt x="1534" y="142"/>
                  <a:pt x="1533" y="142"/>
                  <a:pt x="1532" y="142"/>
                </a:cubicBezTo>
                <a:cubicBezTo>
                  <a:pt x="1531" y="142"/>
                  <a:pt x="1530" y="142"/>
                  <a:pt x="1529" y="142"/>
                </a:cubicBezTo>
                <a:cubicBezTo>
                  <a:pt x="1528" y="142"/>
                  <a:pt x="1527" y="142"/>
                  <a:pt x="1526" y="142"/>
                </a:cubicBezTo>
                <a:close/>
                <a:moveTo>
                  <a:pt x="1842" y="142"/>
                </a:moveTo>
                <a:cubicBezTo>
                  <a:pt x="1841" y="142"/>
                  <a:pt x="1840" y="142"/>
                  <a:pt x="1840" y="143"/>
                </a:cubicBezTo>
                <a:cubicBezTo>
                  <a:pt x="1839" y="143"/>
                  <a:pt x="1839" y="143"/>
                  <a:pt x="1838" y="144"/>
                </a:cubicBezTo>
                <a:cubicBezTo>
                  <a:pt x="1838" y="144"/>
                  <a:pt x="1838" y="145"/>
                  <a:pt x="1838" y="145"/>
                </a:cubicBezTo>
                <a:cubicBezTo>
                  <a:pt x="1838" y="146"/>
                  <a:pt x="1838" y="146"/>
                  <a:pt x="1839" y="147"/>
                </a:cubicBezTo>
                <a:cubicBezTo>
                  <a:pt x="1839" y="147"/>
                  <a:pt x="1840" y="148"/>
                  <a:pt x="1841" y="148"/>
                </a:cubicBezTo>
                <a:cubicBezTo>
                  <a:pt x="1842" y="148"/>
                  <a:pt x="1842" y="149"/>
                  <a:pt x="1843" y="149"/>
                </a:cubicBezTo>
                <a:cubicBezTo>
                  <a:pt x="1844" y="149"/>
                  <a:pt x="1846" y="149"/>
                  <a:pt x="1847" y="149"/>
                </a:cubicBezTo>
                <a:cubicBezTo>
                  <a:pt x="1848" y="149"/>
                  <a:pt x="1849" y="149"/>
                  <a:pt x="1850" y="149"/>
                </a:cubicBezTo>
                <a:cubicBezTo>
                  <a:pt x="1851" y="149"/>
                  <a:pt x="1851" y="148"/>
                  <a:pt x="1852" y="148"/>
                </a:cubicBezTo>
                <a:cubicBezTo>
                  <a:pt x="1853" y="148"/>
                  <a:pt x="1853" y="147"/>
                  <a:pt x="1854" y="147"/>
                </a:cubicBezTo>
                <a:cubicBezTo>
                  <a:pt x="1854" y="146"/>
                  <a:pt x="1854" y="146"/>
                  <a:pt x="1854" y="145"/>
                </a:cubicBezTo>
                <a:cubicBezTo>
                  <a:pt x="1854" y="145"/>
                  <a:pt x="1853" y="144"/>
                  <a:pt x="1853" y="144"/>
                </a:cubicBezTo>
                <a:cubicBezTo>
                  <a:pt x="1852" y="143"/>
                  <a:pt x="1852" y="143"/>
                  <a:pt x="1851" y="143"/>
                </a:cubicBezTo>
                <a:cubicBezTo>
                  <a:pt x="1850" y="142"/>
                  <a:pt x="1849" y="142"/>
                  <a:pt x="1848" y="142"/>
                </a:cubicBezTo>
                <a:cubicBezTo>
                  <a:pt x="1847" y="142"/>
                  <a:pt x="1846" y="142"/>
                  <a:pt x="1845" y="142"/>
                </a:cubicBezTo>
                <a:cubicBezTo>
                  <a:pt x="1844" y="142"/>
                  <a:pt x="1843" y="142"/>
                  <a:pt x="1842" y="142"/>
                </a:cubicBezTo>
                <a:close/>
                <a:moveTo>
                  <a:pt x="1723" y="142"/>
                </a:moveTo>
                <a:cubicBezTo>
                  <a:pt x="1723" y="142"/>
                  <a:pt x="1722" y="142"/>
                  <a:pt x="1721" y="143"/>
                </a:cubicBezTo>
                <a:cubicBezTo>
                  <a:pt x="1720" y="143"/>
                  <a:pt x="1720" y="143"/>
                  <a:pt x="1720" y="144"/>
                </a:cubicBezTo>
                <a:cubicBezTo>
                  <a:pt x="1719" y="144"/>
                  <a:pt x="1719" y="145"/>
                  <a:pt x="1719" y="145"/>
                </a:cubicBezTo>
                <a:cubicBezTo>
                  <a:pt x="1719" y="146"/>
                  <a:pt x="1720" y="146"/>
                  <a:pt x="1720" y="147"/>
                </a:cubicBezTo>
                <a:cubicBezTo>
                  <a:pt x="1720" y="147"/>
                  <a:pt x="1721" y="148"/>
                  <a:pt x="1722" y="148"/>
                </a:cubicBezTo>
                <a:cubicBezTo>
                  <a:pt x="1723" y="148"/>
                  <a:pt x="1724" y="149"/>
                  <a:pt x="1724" y="149"/>
                </a:cubicBezTo>
                <a:cubicBezTo>
                  <a:pt x="1725" y="149"/>
                  <a:pt x="1727" y="149"/>
                  <a:pt x="1728" y="149"/>
                </a:cubicBezTo>
                <a:cubicBezTo>
                  <a:pt x="1729" y="149"/>
                  <a:pt x="1730" y="149"/>
                  <a:pt x="1731" y="149"/>
                </a:cubicBezTo>
                <a:cubicBezTo>
                  <a:pt x="1732" y="149"/>
                  <a:pt x="1732" y="148"/>
                  <a:pt x="1733" y="148"/>
                </a:cubicBezTo>
                <a:cubicBezTo>
                  <a:pt x="1734" y="148"/>
                  <a:pt x="1734" y="147"/>
                  <a:pt x="1735" y="147"/>
                </a:cubicBezTo>
                <a:cubicBezTo>
                  <a:pt x="1735" y="146"/>
                  <a:pt x="1735" y="146"/>
                  <a:pt x="1735" y="145"/>
                </a:cubicBezTo>
                <a:cubicBezTo>
                  <a:pt x="1735" y="145"/>
                  <a:pt x="1735" y="144"/>
                  <a:pt x="1734" y="144"/>
                </a:cubicBezTo>
                <a:cubicBezTo>
                  <a:pt x="1734" y="143"/>
                  <a:pt x="1733" y="143"/>
                  <a:pt x="1732" y="143"/>
                </a:cubicBezTo>
                <a:cubicBezTo>
                  <a:pt x="1732" y="142"/>
                  <a:pt x="1731" y="142"/>
                  <a:pt x="1730" y="142"/>
                </a:cubicBezTo>
                <a:cubicBezTo>
                  <a:pt x="1729" y="142"/>
                  <a:pt x="1728" y="142"/>
                  <a:pt x="1727" y="142"/>
                </a:cubicBezTo>
                <a:cubicBezTo>
                  <a:pt x="1725" y="142"/>
                  <a:pt x="1724" y="142"/>
                  <a:pt x="1723" y="142"/>
                </a:cubicBezTo>
                <a:close/>
                <a:moveTo>
                  <a:pt x="1921" y="142"/>
                </a:moveTo>
                <a:cubicBezTo>
                  <a:pt x="1920" y="142"/>
                  <a:pt x="1920" y="142"/>
                  <a:pt x="1919" y="143"/>
                </a:cubicBezTo>
                <a:cubicBezTo>
                  <a:pt x="1918" y="143"/>
                  <a:pt x="1918" y="143"/>
                  <a:pt x="1918" y="144"/>
                </a:cubicBezTo>
                <a:cubicBezTo>
                  <a:pt x="1917" y="144"/>
                  <a:pt x="1917" y="145"/>
                  <a:pt x="1917" y="145"/>
                </a:cubicBezTo>
                <a:cubicBezTo>
                  <a:pt x="1917" y="146"/>
                  <a:pt x="1918" y="146"/>
                  <a:pt x="1918" y="147"/>
                </a:cubicBezTo>
                <a:cubicBezTo>
                  <a:pt x="1919" y="147"/>
                  <a:pt x="1919" y="148"/>
                  <a:pt x="1920" y="148"/>
                </a:cubicBezTo>
                <a:cubicBezTo>
                  <a:pt x="1921" y="148"/>
                  <a:pt x="1922" y="149"/>
                  <a:pt x="1923" y="149"/>
                </a:cubicBezTo>
                <a:cubicBezTo>
                  <a:pt x="1924" y="149"/>
                  <a:pt x="1925" y="149"/>
                  <a:pt x="1926" y="149"/>
                </a:cubicBezTo>
                <a:cubicBezTo>
                  <a:pt x="1927" y="149"/>
                  <a:pt x="1928" y="149"/>
                  <a:pt x="1929" y="149"/>
                </a:cubicBezTo>
                <a:cubicBezTo>
                  <a:pt x="1930" y="149"/>
                  <a:pt x="1931" y="148"/>
                  <a:pt x="1931" y="148"/>
                </a:cubicBezTo>
                <a:cubicBezTo>
                  <a:pt x="1932" y="148"/>
                  <a:pt x="1932" y="147"/>
                  <a:pt x="1933" y="147"/>
                </a:cubicBezTo>
                <a:cubicBezTo>
                  <a:pt x="1933" y="146"/>
                  <a:pt x="1933" y="146"/>
                  <a:pt x="1933" y="145"/>
                </a:cubicBezTo>
                <a:cubicBezTo>
                  <a:pt x="1933" y="145"/>
                  <a:pt x="1933" y="144"/>
                  <a:pt x="1932" y="144"/>
                </a:cubicBezTo>
                <a:cubicBezTo>
                  <a:pt x="1932" y="143"/>
                  <a:pt x="1931" y="143"/>
                  <a:pt x="1930" y="143"/>
                </a:cubicBezTo>
                <a:cubicBezTo>
                  <a:pt x="1929" y="142"/>
                  <a:pt x="1929" y="142"/>
                  <a:pt x="1928" y="142"/>
                </a:cubicBezTo>
                <a:cubicBezTo>
                  <a:pt x="1927" y="142"/>
                  <a:pt x="1925" y="142"/>
                  <a:pt x="1924" y="142"/>
                </a:cubicBezTo>
                <a:cubicBezTo>
                  <a:pt x="1923" y="142"/>
                  <a:pt x="1922" y="142"/>
                  <a:pt x="1921" y="142"/>
                </a:cubicBezTo>
                <a:close/>
                <a:moveTo>
                  <a:pt x="1328" y="142"/>
                </a:moveTo>
                <a:cubicBezTo>
                  <a:pt x="1327" y="142"/>
                  <a:pt x="1326" y="142"/>
                  <a:pt x="1325" y="143"/>
                </a:cubicBezTo>
                <a:cubicBezTo>
                  <a:pt x="1325" y="143"/>
                  <a:pt x="1324" y="143"/>
                  <a:pt x="1324" y="144"/>
                </a:cubicBezTo>
                <a:cubicBezTo>
                  <a:pt x="1323" y="144"/>
                  <a:pt x="1323" y="145"/>
                  <a:pt x="1323" y="145"/>
                </a:cubicBezTo>
                <a:cubicBezTo>
                  <a:pt x="1323" y="146"/>
                  <a:pt x="1323" y="146"/>
                  <a:pt x="1324" y="147"/>
                </a:cubicBezTo>
                <a:cubicBezTo>
                  <a:pt x="1324" y="147"/>
                  <a:pt x="1325" y="148"/>
                  <a:pt x="1325" y="148"/>
                </a:cubicBezTo>
                <a:cubicBezTo>
                  <a:pt x="1326" y="148"/>
                  <a:pt x="1327" y="149"/>
                  <a:pt x="1328" y="149"/>
                </a:cubicBezTo>
                <a:cubicBezTo>
                  <a:pt x="1329" y="149"/>
                  <a:pt x="1330" y="149"/>
                  <a:pt x="1331" y="149"/>
                </a:cubicBezTo>
                <a:cubicBezTo>
                  <a:pt x="1332" y="149"/>
                  <a:pt x="1333" y="149"/>
                  <a:pt x="1334" y="149"/>
                </a:cubicBezTo>
                <a:cubicBezTo>
                  <a:pt x="1335" y="149"/>
                  <a:pt x="1336" y="148"/>
                  <a:pt x="1337" y="148"/>
                </a:cubicBezTo>
                <a:cubicBezTo>
                  <a:pt x="1337" y="148"/>
                  <a:pt x="1338" y="147"/>
                  <a:pt x="1338" y="147"/>
                </a:cubicBezTo>
                <a:cubicBezTo>
                  <a:pt x="1339" y="146"/>
                  <a:pt x="1339" y="146"/>
                  <a:pt x="1339" y="145"/>
                </a:cubicBezTo>
                <a:cubicBezTo>
                  <a:pt x="1339" y="145"/>
                  <a:pt x="1339" y="144"/>
                  <a:pt x="1338" y="144"/>
                </a:cubicBezTo>
                <a:cubicBezTo>
                  <a:pt x="1338" y="143"/>
                  <a:pt x="1337" y="143"/>
                  <a:pt x="1336" y="143"/>
                </a:cubicBezTo>
                <a:cubicBezTo>
                  <a:pt x="1336" y="142"/>
                  <a:pt x="1335" y="142"/>
                  <a:pt x="1334" y="142"/>
                </a:cubicBezTo>
                <a:cubicBezTo>
                  <a:pt x="1333" y="142"/>
                  <a:pt x="1332" y="142"/>
                  <a:pt x="1331" y="142"/>
                </a:cubicBezTo>
                <a:cubicBezTo>
                  <a:pt x="1330" y="142"/>
                  <a:pt x="1329" y="142"/>
                  <a:pt x="1328" y="142"/>
                </a:cubicBezTo>
                <a:close/>
                <a:moveTo>
                  <a:pt x="1644" y="142"/>
                </a:moveTo>
                <a:cubicBezTo>
                  <a:pt x="1643" y="142"/>
                  <a:pt x="1643" y="142"/>
                  <a:pt x="1642" y="143"/>
                </a:cubicBezTo>
                <a:cubicBezTo>
                  <a:pt x="1641" y="143"/>
                  <a:pt x="1641" y="143"/>
                  <a:pt x="1640" y="144"/>
                </a:cubicBezTo>
                <a:cubicBezTo>
                  <a:pt x="1640" y="144"/>
                  <a:pt x="1640" y="145"/>
                  <a:pt x="1640" y="145"/>
                </a:cubicBezTo>
                <a:cubicBezTo>
                  <a:pt x="1640" y="146"/>
                  <a:pt x="1640" y="146"/>
                  <a:pt x="1641" y="147"/>
                </a:cubicBezTo>
                <a:cubicBezTo>
                  <a:pt x="1641" y="147"/>
                  <a:pt x="1642" y="148"/>
                  <a:pt x="1643" y="148"/>
                </a:cubicBezTo>
                <a:cubicBezTo>
                  <a:pt x="1643" y="148"/>
                  <a:pt x="1644" y="149"/>
                  <a:pt x="1645" y="149"/>
                </a:cubicBezTo>
                <a:cubicBezTo>
                  <a:pt x="1646" y="149"/>
                  <a:pt x="1647" y="149"/>
                  <a:pt x="1648" y="149"/>
                </a:cubicBezTo>
                <a:cubicBezTo>
                  <a:pt x="1649" y="149"/>
                  <a:pt x="1650" y="149"/>
                  <a:pt x="1651" y="149"/>
                </a:cubicBezTo>
                <a:cubicBezTo>
                  <a:pt x="1652" y="149"/>
                  <a:pt x="1653" y="148"/>
                  <a:pt x="1654" y="148"/>
                </a:cubicBezTo>
                <a:cubicBezTo>
                  <a:pt x="1654" y="148"/>
                  <a:pt x="1655" y="147"/>
                  <a:pt x="1655" y="147"/>
                </a:cubicBezTo>
                <a:cubicBezTo>
                  <a:pt x="1656" y="146"/>
                  <a:pt x="1656" y="146"/>
                  <a:pt x="1656" y="145"/>
                </a:cubicBezTo>
                <a:cubicBezTo>
                  <a:pt x="1656" y="145"/>
                  <a:pt x="1655" y="144"/>
                  <a:pt x="1655" y="144"/>
                </a:cubicBezTo>
                <a:cubicBezTo>
                  <a:pt x="1655" y="143"/>
                  <a:pt x="1654" y="143"/>
                  <a:pt x="1653" y="143"/>
                </a:cubicBezTo>
                <a:cubicBezTo>
                  <a:pt x="1652" y="142"/>
                  <a:pt x="1652" y="142"/>
                  <a:pt x="1651" y="142"/>
                </a:cubicBezTo>
                <a:cubicBezTo>
                  <a:pt x="1650" y="142"/>
                  <a:pt x="1649" y="142"/>
                  <a:pt x="1647" y="142"/>
                </a:cubicBezTo>
                <a:cubicBezTo>
                  <a:pt x="1646" y="142"/>
                  <a:pt x="1645" y="142"/>
                  <a:pt x="1644" y="142"/>
                </a:cubicBezTo>
                <a:close/>
                <a:moveTo>
                  <a:pt x="1882" y="142"/>
                </a:moveTo>
                <a:cubicBezTo>
                  <a:pt x="1881" y="142"/>
                  <a:pt x="1880" y="142"/>
                  <a:pt x="1879" y="143"/>
                </a:cubicBezTo>
                <a:cubicBezTo>
                  <a:pt x="1879" y="143"/>
                  <a:pt x="1878" y="143"/>
                  <a:pt x="1878" y="144"/>
                </a:cubicBezTo>
                <a:cubicBezTo>
                  <a:pt x="1878" y="144"/>
                  <a:pt x="1878" y="145"/>
                  <a:pt x="1878" y="145"/>
                </a:cubicBezTo>
                <a:cubicBezTo>
                  <a:pt x="1878" y="146"/>
                  <a:pt x="1878" y="146"/>
                  <a:pt x="1879" y="147"/>
                </a:cubicBezTo>
                <a:cubicBezTo>
                  <a:pt x="1879" y="147"/>
                  <a:pt x="1880" y="148"/>
                  <a:pt x="1880" y="148"/>
                </a:cubicBezTo>
                <a:cubicBezTo>
                  <a:pt x="1881" y="148"/>
                  <a:pt x="1882" y="149"/>
                  <a:pt x="1883" y="149"/>
                </a:cubicBezTo>
                <a:cubicBezTo>
                  <a:pt x="1884" y="149"/>
                  <a:pt x="1885" y="149"/>
                  <a:pt x="1886" y="149"/>
                </a:cubicBezTo>
                <a:cubicBezTo>
                  <a:pt x="1887" y="149"/>
                  <a:pt x="1888" y="149"/>
                  <a:pt x="1889" y="149"/>
                </a:cubicBezTo>
                <a:cubicBezTo>
                  <a:pt x="1890" y="149"/>
                  <a:pt x="1891" y="148"/>
                  <a:pt x="1892" y="148"/>
                </a:cubicBezTo>
                <a:cubicBezTo>
                  <a:pt x="1892" y="148"/>
                  <a:pt x="1893" y="147"/>
                  <a:pt x="1893" y="147"/>
                </a:cubicBezTo>
                <a:cubicBezTo>
                  <a:pt x="1893" y="146"/>
                  <a:pt x="1894" y="146"/>
                  <a:pt x="1893" y="145"/>
                </a:cubicBezTo>
                <a:cubicBezTo>
                  <a:pt x="1893" y="145"/>
                  <a:pt x="1893" y="144"/>
                  <a:pt x="1893" y="144"/>
                </a:cubicBezTo>
                <a:cubicBezTo>
                  <a:pt x="1892" y="143"/>
                  <a:pt x="1891" y="143"/>
                  <a:pt x="1891" y="143"/>
                </a:cubicBezTo>
                <a:cubicBezTo>
                  <a:pt x="1890" y="142"/>
                  <a:pt x="1889" y="142"/>
                  <a:pt x="1888" y="142"/>
                </a:cubicBezTo>
                <a:cubicBezTo>
                  <a:pt x="1887" y="142"/>
                  <a:pt x="1886" y="142"/>
                  <a:pt x="1885" y="142"/>
                </a:cubicBezTo>
                <a:cubicBezTo>
                  <a:pt x="1884" y="142"/>
                  <a:pt x="1883" y="142"/>
                  <a:pt x="1882" y="142"/>
                </a:cubicBezTo>
                <a:close/>
                <a:moveTo>
                  <a:pt x="2080" y="142"/>
                </a:moveTo>
                <a:cubicBezTo>
                  <a:pt x="2079" y="142"/>
                  <a:pt x="2078" y="142"/>
                  <a:pt x="2077" y="143"/>
                </a:cubicBezTo>
                <a:cubicBezTo>
                  <a:pt x="2077" y="143"/>
                  <a:pt x="2076" y="143"/>
                  <a:pt x="2076" y="144"/>
                </a:cubicBezTo>
                <a:cubicBezTo>
                  <a:pt x="2076" y="144"/>
                  <a:pt x="2076" y="145"/>
                  <a:pt x="2076" y="145"/>
                </a:cubicBezTo>
                <a:cubicBezTo>
                  <a:pt x="2076" y="146"/>
                  <a:pt x="2076" y="146"/>
                  <a:pt x="2077" y="147"/>
                </a:cubicBezTo>
                <a:cubicBezTo>
                  <a:pt x="2077" y="147"/>
                  <a:pt x="2078" y="148"/>
                  <a:pt x="2079" y="148"/>
                </a:cubicBezTo>
                <a:cubicBezTo>
                  <a:pt x="2080" y="148"/>
                  <a:pt x="2080" y="149"/>
                  <a:pt x="2081" y="149"/>
                </a:cubicBezTo>
                <a:cubicBezTo>
                  <a:pt x="2082" y="149"/>
                  <a:pt x="2084" y="149"/>
                  <a:pt x="2085" y="149"/>
                </a:cubicBezTo>
                <a:cubicBezTo>
                  <a:pt x="2086" y="149"/>
                  <a:pt x="2087" y="149"/>
                  <a:pt x="2088" y="149"/>
                </a:cubicBezTo>
                <a:cubicBezTo>
                  <a:pt x="2089" y="149"/>
                  <a:pt x="2089" y="148"/>
                  <a:pt x="2090" y="148"/>
                </a:cubicBezTo>
                <a:cubicBezTo>
                  <a:pt x="2091" y="148"/>
                  <a:pt x="2091" y="147"/>
                  <a:pt x="2091" y="147"/>
                </a:cubicBezTo>
                <a:cubicBezTo>
                  <a:pt x="2092" y="146"/>
                  <a:pt x="2092" y="146"/>
                  <a:pt x="2092" y="145"/>
                </a:cubicBezTo>
                <a:cubicBezTo>
                  <a:pt x="2091" y="145"/>
                  <a:pt x="2091" y="144"/>
                  <a:pt x="2091" y="144"/>
                </a:cubicBezTo>
                <a:cubicBezTo>
                  <a:pt x="2090" y="143"/>
                  <a:pt x="2089" y="143"/>
                  <a:pt x="2089" y="143"/>
                </a:cubicBezTo>
                <a:cubicBezTo>
                  <a:pt x="2088" y="142"/>
                  <a:pt x="2087" y="142"/>
                  <a:pt x="2086" y="142"/>
                </a:cubicBezTo>
                <a:cubicBezTo>
                  <a:pt x="2085" y="142"/>
                  <a:pt x="2084" y="142"/>
                  <a:pt x="2083" y="142"/>
                </a:cubicBezTo>
                <a:cubicBezTo>
                  <a:pt x="2082" y="142"/>
                  <a:pt x="2081" y="142"/>
                  <a:pt x="2080" y="142"/>
                </a:cubicBezTo>
                <a:close/>
                <a:moveTo>
                  <a:pt x="1486" y="142"/>
                </a:moveTo>
                <a:cubicBezTo>
                  <a:pt x="1485" y="142"/>
                  <a:pt x="1484" y="142"/>
                  <a:pt x="1484" y="143"/>
                </a:cubicBezTo>
                <a:cubicBezTo>
                  <a:pt x="1483" y="143"/>
                  <a:pt x="1482" y="143"/>
                  <a:pt x="1482" y="144"/>
                </a:cubicBezTo>
                <a:cubicBezTo>
                  <a:pt x="1482" y="144"/>
                  <a:pt x="1481" y="145"/>
                  <a:pt x="1481" y="145"/>
                </a:cubicBezTo>
                <a:cubicBezTo>
                  <a:pt x="1482" y="146"/>
                  <a:pt x="1482" y="146"/>
                  <a:pt x="1482" y="147"/>
                </a:cubicBezTo>
                <a:cubicBezTo>
                  <a:pt x="1483" y="147"/>
                  <a:pt x="1483" y="148"/>
                  <a:pt x="1484" y="148"/>
                </a:cubicBezTo>
                <a:cubicBezTo>
                  <a:pt x="1485" y="148"/>
                  <a:pt x="1486" y="149"/>
                  <a:pt x="1487" y="149"/>
                </a:cubicBezTo>
                <a:cubicBezTo>
                  <a:pt x="1488" y="149"/>
                  <a:pt x="1489" y="149"/>
                  <a:pt x="1490" y="149"/>
                </a:cubicBezTo>
                <a:cubicBezTo>
                  <a:pt x="1491" y="149"/>
                  <a:pt x="1492" y="149"/>
                  <a:pt x="1493" y="149"/>
                </a:cubicBezTo>
                <a:cubicBezTo>
                  <a:pt x="1494" y="149"/>
                  <a:pt x="1494" y="148"/>
                  <a:pt x="1495" y="148"/>
                </a:cubicBezTo>
                <a:cubicBezTo>
                  <a:pt x="1496" y="148"/>
                  <a:pt x="1496" y="147"/>
                  <a:pt x="1497" y="147"/>
                </a:cubicBezTo>
                <a:cubicBezTo>
                  <a:pt x="1497" y="146"/>
                  <a:pt x="1497" y="146"/>
                  <a:pt x="1497" y="145"/>
                </a:cubicBezTo>
                <a:cubicBezTo>
                  <a:pt x="1497" y="145"/>
                  <a:pt x="1497" y="144"/>
                  <a:pt x="1497" y="144"/>
                </a:cubicBezTo>
                <a:cubicBezTo>
                  <a:pt x="1496" y="143"/>
                  <a:pt x="1496" y="143"/>
                  <a:pt x="1495" y="143"/>
                </a:cubicBezTo>
                <a:cubicBezTo>
                  <a:pt x="1494" y="142"/>
                  <a:pt x="1493" y="142"/>
                  <a:pt x="1492" y="142"/>
                </a:cubicBezTo>
                <a:cubicBezTo>
                  <a:pt x="1491" y="142"/>
                  <a:pt x="1490" y="142"/>
                  <a:pt x="1489" y="142"/>
                </a:cubicBezTo>
                <a:cubicBezTo>
                  <a:pt x="1488" y="142"/>
                  <a:pt x="1487" y="142"/>
                  <a:pt x="1486" y="142"/>
                </a:cubicBezTo>
                <a:close/>
                <a:moveTo>
                  <a:pt x="2119" y="142"/>
                </a:moveTo>
                <a:cubicBezTo>
                  <a:pt x="2118" y="142"/>
                  <a:pt x="2118" y="142"/>
                  <a:pt x="2117" y="143"/>
                </a:cubicBezTo>
                <a:cubicBezTo>
                  <a:pt x="2116" y="143"/>
                  <a:pt x="2116" y="143"/>
                  <a:pt x="2116" y="144"/>
                </a:cubicBezTo>
                <a:cubicBezTo>
                  <a:pt x="2115" y="144"/>
                  <a:pt x="2115" y="145"/>
                  <a:pt x="2115" y="145"/>
                </a:cubicBezTo>
                <a:cubicBezTo>
                  <a:pt x="2115" y="146"/>
                  <a:pt x="2116" y="146"/>
                  <a:pt x="2116" y="147"/>
                </a:cubicBezTo>
                <a:cubicBezTo>
                  <a:pt x="2117" y="147"/>
                  <a:pt x="2118" y="148"/>
                  <a:pt x="2118" y="148"/>
                </a:cubicBezTo>
                <a:cubicBezTo>
                  <a:pt x="2119" y="148"/>
                  <a:pt x="2120" y="149"/>
                  <a:pt x="2121" y="149"/>
                </a:cubicBezTo>
                <a:cubicBezTo>
                  <a:pt x="2122" y="149"/>
                  <a:pt x="2123" y="149"/>
                  <a:pt x="2124" y="149"/>
                </a:cubicBezTo>
                <a:cubicBezTo>
                  <a:pt x="2125" y="149"/>
                  <a:pt x="2126" y="149"/>
                  <a:pt x="2127" y="149"/>
                </a:cubicBezTo>
                <a:cubicBezTo>
                  <a:pt x="2128" y="149"/>
                  <a:pt x="2129" y="148"/>
                  <a:pt x="2130" y="148"/>
                </a:cubicBezTo>
                <a:cubicBezTo>
                  <a:pt x="2130" y="148"/>
                  <a:pt x="2131" y="147"/>
                  <a:pt x="2131" y="147"/>
                </a:cubicBezTo>
                <a:cubicBezTo>
                  <a:pt x="2131" y="146"/>
                  <a:pt x="2131" y="146"/>
                  <a:pt x="2131" y="145"/>
                </a:cubicBezTo>
                <a:cubicBezTo>
                  <a:pt x="2131" y="145"/>
                  <a:pt x="2131" y="144"/>
                  <a:pt x="2130" y="144"/>
                </a:cubicBezTo>
                <a:cubicBezTo>
                  <a:pt x="2130" y="143"/>
                  <a:pt x="2129" y="143"/>
                  <a:pt x="2128" y="143"/>
                </a:cubicBezTo>
                <a:cubicBezTo>
                  <a:pt x="2127" y="142"/>
                  <a:pt x="2126" y="142"/>
                  <a:pt x="2125" y="142"/>
                </a:cubicBezTo>
                <a:cubicBezTo>
                  <a:pt x="2124" y="142"/>
                  <a:pt x="2123" y="142"/>
                  <a:pt x="2122" y="142"/>
                </a:cubicBezTo>
                <a:cubicBezTo>
                  <a:pt x="2121" y="142"/>
                  <a:pt x="2120" y="142"/>
                  <a:pt x="2119" y="142"/>
                </a:cubicBezTo>
                <a:close/>
                <a:moveTo>
                  <a:pt x="2198" y="142"/>
                </a:moveTo>
                <a:cubicBezTo>
                  <a:pt x="2197" y="142"/>
                  <a:pt x="2197" y="142"/>
                  <a:pt x="2196" y="143"/>
                </a:cubicBezTo>
                <a:cubicBezTo>
                  <a:pt x="2195" y="143"/>
                  <a:pt x="2195" y="143"/>
                  <a:pt x="2195" y="144"/>
                </a:cubicBezTo>
                <a:cubicBezTo>
                  <a:pt x="2194" y="144"/>
                  <a:pt x="2194" y="145"/>
                  <a:pt x="2195" y="145"/>
                </a:cubicBezTo>
                <a:cubicBezTo>
                  <a:pt x="2195" y="146"/>
                  <a:pt x="2195" y="146"/>
                  <a:pt x="2196" y="147"/>
                </a:cubicBezTo>
                <a:cubicBezTo>
                  <a:pt x="2196" y="147"/>
                  <a:pt x="2197" y="148"/>
                  <a:pt x="2198" y="148"/>
                </a:cubicBezTo>
                <a:cubicBezTo>
                  <a:pt x="2198" y="148"/>
                  <a:pt x="2199" y="149"/>
                  <a:pt x="2200" y="149"/>
                </a:cubicBezTo>
                <a:cubicBezTo>
                  <a:pt x="2201" y="149"/>
                  <a:pt x="2202" y="149"/>
                  <a:pt x="2204" y="149"/>
                </a:cubicBezTo>
                <a:cubicBezTo>
                  <a:pt x="2205" y="149"/>
                  <a:pt x="2206" y="149"/>
                  <a:pt x="2207" y="149"/>
                </a:cubicBezTo>
                <a:cubicBezTo>
                  <a:pt x="2207" y="149"/>
                  <a:pt x="2208" y="148"/>
                  <a:pt x="2209" y="148"/>
                </a:cubicBezTo>
                <a:cubicBezTo>
                  <a:pt x="2209" y="148"/>
                  <a:pt x="2210" y="147"/>
                  <a:pt x="2210" y="147"/>
                </a:cubicBezTo>
                <a:cubicBezTo>
                  <a:pt x="2210" y="146"/>
                  <a:pt x="2211" y="146"/>
                  <a:pt x="2210" y="145"/>
                </a:cubicBezTo>
                <a:cubicBezTo>
                  <a:pt x="2210" y="145"/>
                  <a:pt x="2210" y="144"/>
                  <a:pt x="2209" y="144"/>
                </a:cubicBezTo>
                <a:cubicBezTo>
                  <a:pt x="2209" y="143"/>
                  <a:pt x="2208" y="143"/>
                  <a:pt x="2207" y="143"/>
                </a:cubicBezTo>
                <a:cubicBezTo>
                  <a:pt x="2206" y="142"/>
                  <a:pt x="2206" y="142"/>
                  <a:pt x="2205" y="142"/>
                </a:cubicBezTo>
                <a:cubicBezTo>
                  <a:pt x="2204" y="142"/>
                  <a:pt x="2202" y="142"/>
                  <a:pt x="2201" y="142"/>
                </a:cubicBezTo>
                <a:cubicBezTo>
                  <a:pt x="2200" y="142"/>
                  <a:pt x="2199" y="142"/>
                  <a:pt x="2198" y="142"/>
                </a:cubicBezTo>
                <a:close/>
                <a:moveTo>
                  <a:pt x="1446" y="142"/>
                </a:moveTo>
                <a:cubicBezTo>
                  <a:pt x="1446" y="142"/>
                  <a:pt x="1445" y="142"/>
                  <a:pt x="1444" y="143"/>
                </a:cubicBezTo>
                <a:cubicBezTo>
                  <a:pt x="1443" y="143"/>
                  <a:pt x="1443" y="143"/>
                  <a:pt x="1442" y="144"/>
                </a:cubicBezTo>
                <a:cubicBezTo>
                  <a:pt x="1442" y="144"/>
                  <a:pt x="1442" y="145"/>
                  <a:pt x="1442" y="145"/>
                </a:cubicBezTo>
                <a:cubicBezTo>
                  <a:pt x="1442" y="146"/>
                  <a:pt x="1442" y="146"/>
                  <a:pt x="1443" y="147"/>
                </a:cubicBezTo>
                <a:cubicBezTo>
                  <a:pt x="1443" y="147"/>
                  <a:pt x="1444" y="148"/>
                  <a:pt x="1444" y="148"/>
                </a:cubicBezTo>
                <a:cubicBezTo>
                  <a:pt x="1445" y="148"/>
                  <a:pt x="1446" y="149"/>
                  <a:pt x="1447" y="149"/>
                </a:cubicBezTo>
                <a:cubicBezTo>
                  <a:pt x="1448" y="149"/>
                  <a:pt x="1449" y="149"/>
                  <a:pt x="1450" y="149"/>
                </a:cubicBezTo>
                <a:cubicBezTo>
                  <a:pt x="1451" y="149"/>
                  <a:pt x="1452" y="149"/>
                  <a:pt x="1453" y="149"/>
                </a:cubicBezTo>
                <a:cubicBezTo>
                  <a:pt x="1454" y="149"/>
                  <a:pt x="1455" y="148"/>
                  <a:pt x="1456" y="148"/>
                </a:cubicBezTo>
                <a:cubicBezTo>
                  <a:pt x="1456" y="148"/>
                  <a:pt x="1457" y="147"/>
                  <a:pt x="1457" y="147"/>
                </a:cubicBezTo>
                <a:cubicBezTo>
                  <a:pt x="1458" y="146"/>
                  <a:pt x="1458" y="146"/>
                  <a:pt x="1458" y="145"/>
                </a:cubicBezTo>
                <a:cubicBezTo>
                  <a:pt x="1458" y="145"/>
                  <a:pt x="1457" y="144"/>
                  <a:pt x="1457" y="144"/>
                </a:cubicBezTo>
                <a:cubicBezTo>
                  <a:pt x="1457" y="143"/>
                  <a:pt x="1456" y="143"/>
                  <a:pt x="1455" y="143"/>
                </a:cubicBezTo>
                <a:cubicBezTo>
                  <a:pt x="1454" y="142"/>
                  <a:pt x="1454" y="142"/>
                  <a:pt x="1453" y="142"/>
                </a:cubicBezTo>
                <a:cubicBezTo>
                  <a:pt x="1452" y="142"/>
                  <a:pt x="1451" y="142"/>
                  <a:pt x="1450" y="142"/>
                </a:cubicBezTo>
                <a:cubicBezTo>
                  <a:pt x="1448" y="142"/>
                  <a:pt x="1447" y="142"/>
                  <a:pt x="1446" y="142"/>
                </a:cubicBezTo>
                <a:close/>
                <a:moveTo>
                  <a:pt x="1407" y="142"/>
                </a:moveTo>
                <a:cubicBezTo>
                  <a:pt x="1406" y="142"/>
                  <a:pt x="1405" y="142"/>
                  <a:pt x="1404" y="143"/>
                </a:cubicBezTo>
                <a:cubicBezTo>
                  <a:pt x="1404" y="143"/>
                  <a:pt x="1403" y="143"/>
                  <a:pt x="1403" y="144"/>
                </a:cubicBezTo>
                <a:cubicBezTo>
                  <a:pt x="1402" y="144"/>
                  <a:pt x="1402" y="145"/>
                  <a:pt x="1402" y="145"/>
                </a:cubicBezTo>
                <a:cubicBezTo>
                  <a:pt x="1402" y="146"/>
                  <a:pt x="1403" y="146"/>
                  <a:pt x="1403" y="147"/>
                </a:cubicBezTo>
                <a:cubicBezTo>
                  <a:pt x="1403" y="147"/>
                  <a:pt x="1404" y="148"/>
                  <a:pt x="1405" y="148"/>
                </a:cubicBezTo>
                <a:cubicBezTo>
                  <a:pt x="1405" y="148"/>
                  <a:pt x="1406" y="149"/>
                  <a:pt x="1407" y="149"/>
                </a:cubicBezTo>
                <a:cubicBezTo>
                  <a:pt x="1408" y="149"/>
                  <a:pt x="1409" y="149"/>
                  <a:pt x="1410" y="149"/>
                </a:cubicBezTo>
                <a:cubicBezTo>
                  <a:pt x="1411" y="149"/>
                  <a:pt x="1412" y="149"/>
                  <a:pt x="1413" y="149"/>
                </a:cubicBezTo>
                <a:cubicBezTo>
                  <a:pt x="1414" y="149"/>
                  <a:pt x="1415" y="148"/>
                  <a:pt x="1416" y="148"/>
                </a:cubicBezTo>
                <a:cubicBezTo>
                  <a:pt x="1417" y="148"/>
                  <a:pt x="1417" y="147"/>
                  <a:pt x="1418" y="147"/>
                </a:cubicBezTo>
                <a:cubicBezTo>
                  <a:pt x="1418" y="146"/>
                  <a:pt x="1418" y="146"/>
                  <a:pt x="1418" y="145"/>
                </a:cubicBezTo>
                <a:cubicBezTo>
                  <a:pt x="1418" y="145"/>
                  <a:pt x="1418" y="144"/>
                  <a:pt x="1417" y="144"/>
                </a:cubicBezTo>
                <a:cubicBezTo>
                  <a:pt x="1417" y="143"/>
                  <a:pt x="1416" y="143"/>
                  <a:pt x="1416" y="143"/>
                </a:cubicBezTo>
                <a:cubicBezTo>
                  <a:pt x="1415" y="142"/>
                  <a:pt x="1414" y="142"/>
                  <a:pt x="1413" y="142"/>
                </a:cubicBezTo>
                <a:cubicBezTo>
                  <a:pt x="1412" y="142"/>
                  <a:pt x="1411" y="142"/>
                  <a:pt x="1410" y="142"/>
                </a:cubicBezTo>
                <a:cubicBezTo>
                  <a:pt x="1409" y="142"/>
                  <a:pt x="1408" y="142"/>
                  <a:pt x="1407" y="142"/>
                </a:cubicBezTo>
                <a:close/>
                <a:moveTo>
                  <a:pt x="1288" y="142"/>
                </a:moveTo>
                <a:cubicBezTo>
                  <a:pt x="1287" y="142"/>
                  <a:pt x="1286" y="142"/>
                  <a:pt x="1286" y="143"/>
                </a:cubicBezTo>
                <a:cubicBezTo>
                  <a:pt x="1285" y="143"/>
                  <a:pt x="1284" y="143"/>
                  <a:pt x="1284" y="144"/>
                </a:cubicBezTo>
                <a:cubicBezTo>
                  <a:pt x="1284" y="144"/>
                  <a:pt x="1283" y="145"/>
                  <a:pt x="1283" y="145"/>
                </a:cubicBezTo>
                <a:cubicBezTo>
                  <a:pt x="1283" y="146"/>
                  <a:pt x="1284" y="146"/>
                  <a:pt x="1284" y="147"/>
                </a:cubicBezTo>
                <a:cubicBezTo>
                  <a:pt x="1284" y="147"/>
                  <a:pt x="1285" y="148"/>
                  <a:pt x="1286" y="148"/>
                </a:cubicBezTo>
                <a:cubicBezTo>
                  <a:pt x="1286" y="148"/>
                  <a:pt x="1287" y="149"/>
                  <a:pt x="1288" y="149"/>
                </a:cubicBezTo>
                <a:cubicBezTo>
                  <a:pt x="1289" y="149"/>
                  <a:pt x="1290" y="149"/>
                  <a:pt x="1291" y="149"/>
                </a:cubicBezTo>
                <a:cubicBezTo>
                  <a:pt x="1292" y="149"/>
                  <a:pt x="1293" y="149"/>
                  <a:pt x="1294" y="149"/>
                </a:cubicBezTo>
                <a:cubicBezTo>
                  <a:pt x="1295" y="149"/>
                  <a:pt x="1296" y="148"/>
                  <a:pt x="1297" y="148"/>
                </a:cubicBezTo>
                <a:cubicBezTo>
                  <a:pt x="1298" y="148"/>
                  <a:pt x="1298" y="147"/>
                  <a:pt x="1299" y="147"/>
                </a:cubicBezTo>
                <a:cubicBezTo>
                  <a:pt x="1299" y="146"/>
                  <a:pt x="1299" y="146"/>
                  <a:pt x="1299" y="145"/>
                </a:cubicBezTo>
                <a:cubicBezTo>
                  <a:pt x="1299" y="145"/>
                  <a:pt x="1299" y="144"/>
                  <a:pt x="1299" y="144"/>
                </a:cubicBezTo>
                <a:cubicBezTo>
                  <a:pt x="1298" y="143"/>
                  <a:pt x="1298" y="143"/>
                  <a:pt x="1297" y="143"/>
                </a:cubicBezTo>
                <a:cubicBezTo>
                  <a:pt x="1296" y="142"/>
                  <a:pt x="1295" y="142"/>
                  <a:pt x="1294" y="142"/>
                </a:cubicBezTo>
                <a:cubicBezTo>
                  <a:pt x="1293" y="142"/>
                  <a:pt x="1292" y="142"/>
                  <a:pt x="1291" y="142"/>
                </a:cubicBezTo>
                <a:cubicBezTo>
                  <a:pt x="1290" y="142"/>
                  <a:pt x="1289" y="142"/>
                  <a:pt x="1288" y="142"/>
                </a:cubicBezTo>
                <a:close/>
                <a:moveTo>
                  <a:pt x="2159" y="142"/>
                </a:moveTo>
                <a:cubicBezTo>
                  <a:pt x="2158" y="142"/>
                  <a:pt x="2157" y="142"/>
                  <a:pt x="2157" y="143"/>
                </a:cubicBezTo>
                <a:cubicBezTo>
                  <a:pt x="2156" y="143"/>
                  <a:pt x="2155" y="143"/>
                  <a:pt x="2155" y="144"/>
                </a:cubicBezTo>
                <a:cubicBezTo>
                  <a:pt x="2155" y="144"/>
                  <a:pt x="2155" y="145"/>
                  <a:pt x="2155" y="145"/>
                </a:cubicBezTo>
                <a:cubicBezTo>
                  <a:pt x="2155" y="146"/>
                  <a:pt x="2155" y="146"/>
                  <a:pt x="2156" y="147"/>
                </a:cubicBezTo>
                <a:cubicBezTo>
                  <a:pt x="2157" y="147"/>
                  <a:pt x="2157" y="148"/>
                  <a:pt x="2158" y="148"/>
                </a:cubicBezTo>
                <a:cubicBezTo>
                  <a:pt x="2159" y="148"/>
                  <a:pt x="2160" y="149"/>
                  <a:pt x="2161" y="149"/>
                </a:cubicBezTo>
                <a:cubicBezTo>
                  <a:pt x="2162" y="149"/>
                  <a:pt x="2163" y="149"/>
                  <a:pt x="2164" y="149"/>
                </a:cubicBezTo>
                <a:cubicBezTo>
                  <a:pt x="2165" y="149"/>
                  <a:pt x="2166" y="149"/>
                  <a:pt x="2167" y="149"/>
                </a:cubicBezTo>
                <a:cubicBezTo>
                  <a:pt x="2168" y="149"/>
                  <a:pt x="2169" y="148"/>
                  <a:pt x="2169" y="148"/>
                </a:cubicBezTo>
                <a:cubicBezTo>
                  <a:pt x="2170" y="148"/>
                  <a:pt x="2170" y="147"/>
                  <a:pt x="2171" y="147"/>
                </a:cubicBezTo>
                <a:cubicBezTo>
                  <a:pt x="2171" y="146"/>
                  <a:pt x="2171" y="146"/>
                  <a:pt x="2171" y="145"/>
                </a:cubicBezTo>
                <a:cubicBezTo>
                  <a:pt x="2171" y="145"/>
                  <a:pt x="2170" y="144"/>
                  <a:pt x="2170" y="144"/>
                </a:cubicBezTo>
                <a:cubicBezTo>
                  <a:pt x="2169" y="143"/>
                  <a:pt x="2169" y="143"/>
                  <a:pt x="2168" y="143"/>
                </a:cubicBezTo>
                <a:cubicBezTo>
                  <a:pt x="2167" y="142"/>
                  <a:pt x="2166" y="142"/>
                  <a:pt x="2165" y="142"/>
                </a:cubicBezTo>
                <a:cubicBezTo>
                  <a:pt x="2164" y="142"/>
                  <a:pt x="2163" y="142"/>
                  <a:pt x="2162" y="142"/>
                </a:cubicBezTo>
                <a:cubicBezTo>
                  <a:pt x="2161" y="142"/>
                  <a:pt x="2160" y="142"/>
                  <a:pt x="2159" y="142"/>
                </a:cubicBezTo>
                <a:close/>
                <a:moveTo>
                  <a:pt x="1803" y="142"/>
                </a:moveTo>
                <a:cubicBezTo>
                  <a:pt x="1802" y="142"/>
                  <a:pt x="1801" y="142"/>
                  <a:pt x="1800" y="143"/>
                </a:cubicBezTo>
                <a:cubicBezTo>
                  <a:pt x="1800" y="143"/>
                  <a:pt x="1799" y="143"/>
                  <a:pt x="1799" y="144"/>
                </a:cubicBezTo>
                <a:cubicBezTo>
                  <a:pt x="1798" y="144"/>
                  <a:pt x="1798" y="145"/>
                  <a:pt x="1798" y="145"/>
                </a:cubicBezTo>
                <a:cubicBezTo>
                  <a:pt x="1798" y="146"/>
                  <a:pt x="1799" y="146"/>
                  <a:pt x="1799" y="147"/>
                </a:cubicBezTo>
                <a:cubicBezTo>
                  <a:pt x="1800" y="147"/>
                  <a:pt x="1800" y="148"/>
                  <a:pt x="1801" y="148"/>
                </a:cubicBezTo>
                <a:cubicBezTo>
                  <a:pt x="1802" y="148"/>
                  <a:pt x="1803" y="149"/>
                  <a:pt x="1804" y="149"/>
                </a:cubicBezTo>
                <a:cubicBezTo>
                  <a:pt x="1805" y="149"/>
                  <a:pt x="1806" y="149"/>
                  <a:pt x="1807" y="149"/>
                </a:cubicBezTo>
                <a:cubicBezTo>
                  <a:pt x="1808" y="149"/>
                  <a:pt x="1809" y="149"/>
                  <a:pt x="1810" y="149"/>
                </a:cubicBezTo>
                <a:cubicBezTo>
                  <a:pt x="1811" y="149"/>
                  <a:pt x="1812" y="148"/>
                  <a:pt x="1812" y="148"/>
                </a:cubicBezTo>
                <a:cubicBezTo>
                  <a:pt x="1813" y="148"/>
                  <a:pt x="1814" y="147"/>
                  <a:pt x="1814" y="147"/>
                </a:cubicBezTo>
                <a:cubicBezTo>
                  <a:pt x="1814" y="146"/>
                  <a:pt x="1814" y="146"/>
                  <a:pt x="1814" y="145"/>
                </a:cubicBezTo>
                <a:cubicBezTo>
                  <a:pt x="1814" y="145"/>
                  <a:pt x="1814" y="144"/>
                  <a:pt x="1813" y="144"/>
                </a:cubicBezTo>
                <a:cubicBezTo>
                  <a:pt x="1813" y="143"/>
                  <a:pt x="1812" y="143"/>
                  <a:pt x="1811" y="143"/>
                </a:cubicBezTo>
                <a:cubicBezTo>
                  <a:pt x="1811" y="142"/>
                  <a:pt x="1810" y="142"/>
                  <a:pt x="1809" y="142"/>
                </a:cubicBezTo>
                <a:cubicBezTo>
                  <a:pt x="1808" y="142"/>
                  <a:pt x="1807" y="142"/>
                  <a:pt x="1806" y="142"/>
                </a:cubicBezTo>
                <a:cubicBezTo>
                  <a:pt x="1805" y="142"/>
                  <a:pt x="1804" y="142"/>
                  <a:pt x="1803" y="142"/>
                </a:cubicBezTo>
                <a:close/>
                <a:moveTo>
                  <a:pt x="1367" y="142"/>
                </a:moveTo>
                <a:cubicBezTo>
                  <a:pt x="1366" y="142"/>
                  <a:pt x="1366" y="142"/>
                  <a:pt x="1365" y="143"/>
                </a:cubicBezTo>
                <a:cubicBezTo>
                  <a:pt x="1364" y="143"/>
                  <a:pt x="1364" y="143"/>
                  <a:pt x="1363" y="144"/>
                </a:cubicBezTo>
                <a:cubicBezTo>
                  <a:pt x="1363" y="144"/>
                  <a:pt x="1363" y="145"/>
                  <a:pt x="1363" y="145"/>
                </a:cubicBezTo>
                <a:cubicBezTo>
                  <a:pt x="1363" y="146"/>
                  <a:pt x="1363" y="146"/>
                  <a:pt x="1363" y="147"/>
                </a:cubicBezTo>
                <a:cubicBezTo>
                  <a:pt x="1364" y="147"/>
                  <a:pt x="1364" y="148"/>
                  <a:pt x="1365" y="148"/>
                </a:cubicBezTo>
                <a:cubicBezTo>
                  <a:pt x="1366" y="148"/>
                  <a:pt x="1367" y="149"/>
                  <a:pt x="1368" y="149"/>
                </a:cubicBezTo>
                <a:cubicBezTo>
                  <a:pt x="1369" y="149"/>
                  <a:pt x="1370" y="149"/>
                  <a:pt x="1371" y="149"/>
                </a:cubicBezTo>
                <a:cubicBezTo>
                  <a:pt x="1372" y="149"/>
                  <a:pt x="1373" y="149"/>
                  <a:pt x="1374" y="149"/>
                </a:cubicBezTo>
                <a:cubicBezTo>
                  <a:pt x="1375" y="149"/>
                  <a:pt x="1376" y="148"/>
                  <a:pt x="1376" y="148"/>
                </a:cubicBezTo>
                <a:cubicBezTo>
                  <a:pt x="1377" y="148"/>
                  <a:pt x="1378" y="147"/>
                  <a:pt x="1378" y="147"/>
                </a:cubicBezTo>
                <a:cubicBezTo>
                  <a:pt x="1378" y="146"/>
                  <a:pt x="1379" y="146"/>
                  <a:pt x="1379" y="145"/>
                </a:cubicBezTo>
                <a:cubicBezTo>
                  <a:pt x="1378" y="145"/>
                  <a:pt x="1378" y="144"/>
                  <a:pt x="1378" y="144"/>
                </a:cubicBezTo>
                <a:cubicBezTo>
                  <a:pt x="1377" y="143"/>
                  <a:pt x="1377" y="143"/>
                  <a:pt x="1376" y="143"/>
                </a:cubicBezTo>
                <a:cubicBezTo>
                  <a:pt x="1375" y="142"/>
                  <a:pt x="1374" y="142"/>
                  <a:pt x="1374" y="142"/>
                </a:cubicBezTo>
                <a:cubicBezTo>
                  <a:pt x="1373" y="142"/>
                  <a:pt x="1372" y="142"/>
                  <a:pt x="1370" y="142"/>
                </a:cubicBezTo>
                <a:cubicBezTo>
                  <a:pt x="1369" y="142"/>
                  <a:pt x="1368" y="142"/>
                  <a:pt x="1367" y="142"/>
                </a:cubicBezTo>
                <a:close/>
                <a:moveTo>
                  <a:pt x="774" y="142"/>
                </a:moveTo>
                <a:cubicBezTo>
                  <a:pt x="773" y="142"/>
                  <a:pt x="772" y="142"/>
                  <a:pt x="771" y="143"/>
                </a:cubicBezTo>
                <a:cubicBezTo>
                  <a:pt x="770" y="143"/>
                  <a:pt x="770" y="143"/>
                  <a:pt x="769" y="144"/>
                </a:cubicBezTo>
                <a:cubicBezTo>
                  <a:pt x="769" y="144"/>
                  <a:pt x="768" y="145"/>
                  <a:pt x="768" y="145"/>
                </a:cubicBezTo>
                <a:cubicBezTo>
                  <a:pt x="768" y="146"/>
                  <a:pt x="768" y="146"/>
                  <a:pt x="769" y="147"/>
                </a:cubicBezTo>
                <a:cubicBezTo>
                  <a:pt x="769" y="147"/>
                  <a:pt x="770" y="148"/>
                  <a:pt x="770" y="148"/>
                </a:cubicBezTo>
                <a:cubicBezTo>
                  <a:pt x="771" y="148"/>
                  <a:pt x="772" y="149"/>
                  <a:pt x="773" y="149"/>
                </a:cubicBezTo>
                <a:cubicBezTo>
                  <a:pt x="774" y="149"/>
                  <a:pt x="775" y="149"/>
                  <a:pt x="776" y="149"/>
                </a:cubicBezTo>
                <a:cubicBezTo>
                  <a:pt x="777" y="149"/>
                  <a:pt x="778" y="149"/>
                  <a:pt x="779" y="149"/>
                </a:cubicBezTo>
                <a:cubicBezTo>
                  <a:pt x="780" y="149"/>
                  <a:pt x="781" y="148"/>
                  <a:pt x="782" y="148"/>
                </a:cubicBezTo>
                <a:cubicBezTo>
                  <a:pt x="782" y="148"/>
                  <a:pt x="783" y="147"/>
                  <a:pt x="783" y="147"/>
                </a:cubicBezTo>
                <a:cubicBezTo>
                  <a:pt x="784" y="146"/>
                  <a:pt x="784" y="146"/>
                  <a:pt x="784" y="145"/>
                </a:cubicBezTo>
                <a:cubicBezTo>
                  <a:pt x="784" y="145"/>
                  <a:pt x="784" y="144"/>
                  <a:pt x="784" y="144"/>
                </a:cubicBezTo>
                <a:cubicBezTo>
                  <a:pt x="784" y="143"/>
                  <a:pt x="783" y="143"/>
                  <a:pt x="782" y="143"/>
                </a:cubicBezTo>
                <a:cubicBezTo>
                  <a:pt x="782" y="142"/>
                  <a:pt x="781" y="142"/>
                  <a:pt x="780" y="142"/>
                </a:cubicBezTo>
                <a:cubicBezTo>
                  <a:pt x="779" y="142"/>
                  <a:pt x="778" y="142"/>
                  <a:pt x="777" y="142"/>
                </a:cubicBezTo>
                <a:cubicBezTo>
                  <a:pt x="776" y="142"/>
                  <a:pt x="775" y="142"/>
                  <a:pt x="774" y="142"/>
                </a:cubicBezTo>
                <a:close/>
                <a:moveTo>
                  <a:pt x="259" y="142"/>
                </a:moveTo>
                <a:cubicBezTo>
                  <a:pt x="258" y="142"/>
                  <a:pt x="257" y="142"/>
                  <a:pt x="257" y="143"/>
                </a:cubicBezTo>
                <a:cubicBezTo>
                  <a:pt x="256" y="143"/>
                  <a:pt x="255" y="143"/>
                  <a:pt x="254" y="144"/>
                </a:cubicBezTo>
                <a:cubicBezTo>
                  <a:pt x="254" y="144"/>
                  <a:pt x="254" y="145"/>
                  <a:pt x="253" y="145"/>
                </a:cubicBezTo>
                <a:cubicBezTo>
                  <a:pt x="253" y="146"/>
                  <a:pt x="253" y="146"/>
                  <a:pt x="254" y="147"/>
                </a:cubicBezTo>
                <a:cubicBezTo>
                  <a:pt x="254" y="147"/>
                  <a:pt x="254" y="148"/>
                  <a:pt x="255" y="148"/>
                </a:cubicBezTo>
                <a:cubicBezTo>
                  <a:pt x="255" y="148"/>
                  <a:pt x="256" y="149"/>
                  <a:pt x="257" y="149"/>
                </a:cubicBezTo>
                <a:cubicBezTo>
                  <a:pt x="258" y="149"/>
                  <a:pt x="259" y="149"/>
                  <a:pt x="260" y="149"/>
                </a:cubicBezTo>
                <a:cubicBezTo>
                  <a:pt x="261" y="149"/>
                  <a:pt x="262" y="149"/>
                  <a:pt x="263" y="149"/>
                </a:cubicBezTo>
                <a:cubicBezTo>
                  <a:pt x="264" y="149"/>
                  <a:pt x="265" y="148"/>
                  <a:pt x="266" y="148"/>
                </a:cubicBezTo>
                <a:cubicBezTo>
                  <a:pt x="267" y="148"/>
                  <a:pt x="268" y="147"/>
                  <a:pt x="268" y="147"/>
                </a:cubicBezTo>
                <a:cubicBezTo>
                  <a:pt x="269" y="146"/>
                  <a:pt x="269" y="146"/>
                  <a:pt x="269" y="145"/>
                </a:cubicBezTo>
                <a:cubicBezTo>
                  <a:pt x="269" y="145"/>
                  <a:pt x="269" y="144"/>
                  <a:pt x="269" y="144"/>
                </a:cubicBezTo>
                <a:cubicBezTo>
                  <a:pt x="269" y="143"/>
                  <a:pt x="268" y="143"/>
                  <a:pt x="268" y="143"/>
                </a:cubicBezTo>
                <a:cubicBezTo>
                  <a:pt x="267" y="142"/>
                  <a:pt x="266" y="142"/>
                  <a:pt x="266" y="142"/>
                </a:cubicBezTo>
                <a:cubicBezTo>
                  <a:pt x="265" y="142"/>
                  <a:pt x="264" y="142"/>
                  <a:pt x="263" y="142"/>
                </a:cubicBezTo>
                <a:cubicBezTo>
                  <a:pt x="261" y="142"/>
                  <a:pt x="260" y="142"/>
                  <a:pt x="259" y="142"/>
                </a:cubicBezTo>
                <a:close/>
                <a:moveTo>
                  <a:pt x="180" y="142"/>
                </a:moveTo>
                <a:cubicBezTo>
                  <a:pt x="179" y="142"/>
                  <a:pt x="178" y="142"/>
                  <a:pt x="177" y="143"/>
                </a:cubicBezTo>
                <a:cubicBezTo>
                  <a:pt x="177" y="143"/>
                  <a:pt x="176" y="143"/>
                  <a:pt x="175" y="144"/>
                </a:cubicBezTo>
                <a:cubicBezTo>
                  <a:pt x="175" y="144"/>
                  <a:pt x="174" y="145"/>
                  <a:pt x="174" y="145"/>
                </a:cubicBezTo>
                <a:cubicBezTo>
                  <a:pt x="174" y="146"/>
                  <a:pt x="174" y="146"/>
                  <a:pt x="174" y="147"/>
                </a:cubicBezTo>
                <a:cubicBezTo>
                  <a:pt x="175" y="147"/>
                  <a:pt x="175" y="148"/>
                  <a:pt x="176" y="148"/>
                </a:cubicBezTo>
                <a:cubicBezTo>
                  <a:pt x="176" y="148"/>
                  <a:pt x="177" y="149"/>
                  <a:pt x="178" y="149"/>
                </a:cubicBezTo>
                <a:cubicBezTo>
                  <a:pt x="179" y="149"/>
                  <a:pt x="180" y="149"/>
                  <a:pt x="181" y="149"/>
                </a:cubicBezTo>
                <a:cubicBezTo>
                  <a:pt x="182" y="149"/>
                  <a:pt x="183" y="149"/>
                  <a:pt x="184" y="149"/>
                </a:cubicBezTo>
                <a:cubicBezTo>
                  <a:pt x="185" y="149"/>
                  <a:pt x="186" y="148"/>
                  <a:pt x="187" y="148"/>
                </a:cubicBezTo>
                <a:cubicBezTo>
                  <a:pt x="188" y="148"/>
                  <a:pt x="188" y="147"/>
                  <a:pt x="189" y="147"/>
                </a:cubicBezTo>
                <a:cubicBezTo>
                  <a:pt x="189" y="146"/>
                  <a:pt x="190" y="146"/>
                  <a:pt x="190" y="145"/>
                </a:cubicBezTo>
                <a:cubicBezTo>
                  <a:pt x="190" y="145"/>
                  <a:pt x="190" y="144"/>
                  <a:pt x="190" y="144"/>
                </a:cubicBezTo>
                <a:cubicBezTo>
                  <a:pt x="190" y="143"/>
                  <a:pt x="189" y="143"/>
                  <a:pt x="189" y="143"/>
                </a:cubicBezTo>
                <a:cubicBezTo>
                  <a:pt x="188" y="142"/>
                  <a:pt x="187" y="142"/>
                  <a:pt x="186" y="142"/>
                </a:cubicBezTo>
                <a:cubicBezTo>
                  <a:pt x="186" y="142"/>
                  <a:pt x="185" y="142"/>
                  <a:pt x="183" y="142"/>
                </a:cubicBezTo>
                <a:cubicBezTo>
                  <a:pt x="182" y="142"/>
                  <a:pt x="181" y="142"/>
                  <a:pt x="180" y="142"/>
                </a:cubicBezTo>
                <a:close/>
                <a:moveTo>
                  <a:pt x="418" y="142"/>
                </a:moveTo>
                <a:cubicBezTo>
                  <a:pt x="417" y="142"/>
                  <a:pt x="416" y="142"/>
                  <a:pt x="415" y="143"/>
                </a:cubicBezTo>
                <a:cubicBezTo>
                  <a:pt x="414" y="143"/>
                  <a:pt x="413" y="143"/>
                  <a:pt x="413" y="144"/>
                </a:cubicBezTo>
                <a:cubicBezTo>
                  <a:pt x="412" y="144"/>
                  <a:pt x="412" y="145"/>
                  <a:pt x="412" y="145"/>
                </a:cubicBezTo>
                <a:cubicBezTo>
                  <a:pt x="412" y="146"/>
                  <a:pt x="412" y="146"/>
                  <a:pt x="412" y="147"/>
                </a:cubicBezTo>
                <a:cubicBezTo>
                  <a:pt x="412" y="147"/>
                  <a:pt x="413" y="148"/>
                  <a:pt x="413" y="148"/>
                </a:cubicBezTo>
                <a:cubicBezTo>
                  <a:pt x="414" y="148"/>
                  <a:pt x="415" y="149"/>
                  <a:pt x="416" y="149"/>
                </a:cubicBezTo>
                <a:cubicBezTo>
                  <a:pt x="417" y="149"/>
                  <a:pt x="418" y="149"/>
                  <a:pt x="419" y="149"/>
                </a:cubicBezTo>
                <a:cubicBezTo>
                  <a:pt x="420" y="149"/>
                  <a:pt x="421" y="149"/>
                  <a:pt x="422" y="149"/>
                </a:cubicBezTo>
                <a:cubicBezTo>
                  <a:pt x="423" y="149"/>
                  <a:pt x="424" y="148"/>
                  <a:pt x="425" y="148"/>
                </a:cubicBezTo>
                <a:cubicBezTo>
                  <a:pt x="425" y="148"/>
                  <a:pt x="426" y="147"/>
                  <a:pt x="427" y="147"/>
                </a:cubicBezTo>
                <a:cubicBezTo>
                  <a:pt x="427" y="146"/>
                  <a:pt x="428" y="146"/>
                  <a:pt x="428" y="145"/>
                </a:cubicBezTo>
                <a:cubicBezTo>
                  <a:pt x="428" y="145"/>
                  <a:pt x="428" y="144"/>
                  <a:pt x="427" y="144"/>
                </a:cubicBezTo>
                <a:cubicBezTo>
                  <a:pt x="427" y="143"/>
                  <a:pt x="427" y="143"/>
                  <a:pt x="426" y="143"/>
                </a:cubicBezTo>
                <a:cubicBezTo>
                  <a:pt x="425" y="142"/>
                  <a:pt x="425" y="142"/>
                  <a:pt x="424" y="142"/>
                </a:cubicBezTo>
                <a:cubicBezTo>
                  <a:pt x="423" y="142"/>
                  <a:pt x="422" y="142"/>
                  <a:pt x="421" y="142"/>
                </a:cubicBezTo>
                <a:cubicBezTo>
                  <a:pt x="420" y="142"/>
                  <a:pt x="419" y="142"/>
                  <a:pt x="418" y="142"/>
                </a:cubicBezTo>
                <a:close/>
                <a:moveTo>
                  <a:pt x="101" y="142"/>
                </a:moveTo>
                <a:cubicBezTo>
                  <a:pt x="100" y="142"/>
                  <a:pt x="99" y="142"/>
                  <a:pt x="98" y="143"/>
                </a:cubicBezTo>
                <a:cubicBezTo>
                  <a:pt x="97" y="143"/>
                  <a:pt x="97" y="143"/>
                  <a:pt x="96" y="144"/>
                </a:cubicBezTo>
                <a:cubicBezTo>
                  <a:pt x="96" y="144"/>
                  <a:pt x="95" y="145"/>
                  <a:pt x="95" y="145"/>
                </a:cubicBezTo>
                <a:cubicBezTo>
                  <a:pt x="95" y="146"/>
                  <a:pt x="95" y="146"/>
                  <a:pt x="95" y="147"/>
                </a:cubicBezTo>
                <a:cubicBezTo>
                  <a:pt x="95" y="147"/>
                  <a:pt x="96" y="148"/>
                  <a:pt x="96" y="148"/>
                </a:cubicBezTo>
                <a:cubicBezTo>
                  <a:pt x="97" y="148"/>
                  <a:pt x="98" y="149"/>
                  <a:pt x="99" y="149"/>
                </a:cubicBezTo>
                <a:cubicBezTo>
                  <a:pt x="99" y="149"/>
                  <a:pt x="100" y="149"/>
                  <a:pt x="101" y="149"/>
                </a:cubicBezTo>
                <a:cubicBezTo>
                  <a:pt x="103" y="149"/>
                  <a:pt x="104" y="149"/>
                  <a:pt x="105" y="149"/>
                </a:cubicBezTo>
                <a:cubicBezTo>
                  <a:pt x="106" y="149"/>
                  <a:pt x="107" y="148"/>
                  <a:pt x="108" y="148"/>
                </a:cubicBezTo>
                <a:cubicBezTo>
                  <a:pt x="108" y="148"/>
                  <a:pt x="109" y="147"/>
                  <a:pt x="110" y="147"/>
                </a:cubicBezTo>
                <a:cubicBezTo>
                  <a:pt x="110" y="146"/>
                  <a:pt x="111" y="146"/>
                  <a:pt x="111" y="145"/>
                </a:cubicBezTo>
                <a:cubicBezTo>
                  <a:pt x="111" y="145"/>
                  <a:pt x="111" y="144"/>
                  <a:pt x="111" y="144"/>
                </a:cubicBezTo>
                <a:cubicBezTo>
                  <a:pt x="110" y="143"/>
                  <a:pt x="110" y="143"/>
                  <a:pt x="109" y="143"/>
                </a:cubicBezTo>
                <a:cubicBezTo>
                  <a:pt x="109" y="142"/>
                  <a:pt x="108" y="142"/>
                  <a:pt x="107" y="142"/>
                </a:cubicBezTo>
                <a:cubicBezTo>
                  <a:pt x="106" y="142"/>
                  <a:pt x="105" y="142"/>
                  <a:pt x="104" y="142"/>
                </a:cubicBezTo>
                <a:cubicBezTo>
                  <a:pt x="103" y="142"/>
                  <a:pt x="102" y="142"/>
                  <a:pt x="101" y="142"/>
                </a:cubicBezTo>
                <a:close/>
                <a:moveTo>
                  <a:pt x="536" y="142"/>
                </a:moveTo>
                <a:cubicBezTo>
                  <a:pt x="535" y="142"/>
                  <a:pt x="534" y="142"/>
                  <a:pt x="534" y="143"/>
                </a:cubicBezTo>
                <a:cubicBezTo>
                  <a:pt x="533" y="143"/>
                  <a:pt x="532" y="143"/>
                  <a:pt x="532" y="144"/>
                </a:cubicBezTo>
                <a:cubicBezTo>
                  <a:pt x="531" y="144"/>
                  <a:pt x="531" y="145"/>
                  <a:pt x="531" y="145"/>
                </a:cubicBezTo>
                <a:cubicBezTo>
                  <a:pt x="531" y="146"/>
                  <a:pt x="531" y="146"/>
                  <a:pt x="531" y="147"/>
                </a:cubicBezTo>
                <a:cubicBezTo>
                  <a:pt x="531" y="147"/>
                  <a:pt x="532" y="148"/>
                  <a:pt x="532" y="148"/>
                </a:cubicBezTo>
                <a:cubicBezTo>
                  <a:pt x="533" y="148"/>
                  <a:pt x="534" y="149"/>
                  <a:pt x="535" y="149"/>
                </a:cubicBezTo>
                <a:cubicBezTo>
                  <a:pt x="536" y="149"/>
                  <a:pt x="537" y="149"/>
                  <a:pt x="538" y="149"/>
                </a:cubicBezTo>
                <a:cubicBezTo>
                  <a:pt x="539" y="149"/>
                  <a:pt x="540" y="149"/>
                  <a:pt x="541" y="149"/>
                </a:cubicBezTo>
                <a:cubicBezTo>
                  <a:pt x="542" y="149"/>
                  <a:pt x="543" y="148"/>
                  <a:pt x="544" y="148"/>
                </a:cubicBezTo>
                <a:cubicBezTo>
                  <a:pt x="544" y="148"/>
                  <a:pt x="545" y="147"/>
                  <a:pt x="546" y="147"/>
                </a:cubicBezTo>
                <a:cubicBezTo>
                  <a:pt x="546" y="146"/>
                  <a:pt x="546" y="146"/>
                  <a:pt x="547" y="145"/>
                </a:cubicBezTo>
                <a:cubicBezTo>
                  <a:pt x="547" y="145"/>
                  <a:pt x="547" y="144"/>
                  <a:pt x="546" y="144"/>
                </a:cubicBezTo>
                <a:cubicBezTo>
                  <a:pt x="546" y="143"/>
                  <a:pt x="545" y="143"/>
                  <a:pt x="545" y="143"/>
                </a:cubicBezTo>
                <a:cubicBezTo>
                  <a:pt x="544" y="142"/>
                  <a:pt x="543" y="142"/>
                  <a:pt x="543" y="142"/>
                </a:cubicBezTo>
                <a:cubicBezTo>
                  <a:pt x="542" y="142"/>
                  <a:pt x="541" y="142"/>
                  <a:pt x="539" y="142"/>
                </a:cubicBezTo>
                <a:cubicBezTo>
                  <a:pt x="538" y="142"/>
                  <a:pt x="537" y="142"/>
                  <a:pt x="536" y="142"/>
                </a:cubicBezTo>
                <a:close/>
                <a:moveTo>
                  <a:pt x="616" y="142"/>
                </a:moveTo>
                <a:cubicBezTo>
                  <a:pt x="615" y="142"/>
                  <a:pt x="614" y="142"/>
                  <a:pt x="613" y="143"/>
                </a:cubicBezTo>
                <a:cubicBezTo>
                  <a:pt x="612" y="143"/>
                  <a:pt x="611" y="143"/>
                  <a:pt x="611" y="144"/>
                </a:cubicBezTo>
                <a:cubicBezTo>
                  <a:pt x="610" y="144"/>
                  <a:pt x="610" y="145"/>
                  <a:pt x="610" y="145"/>
                </a:cubicBezTo>
                <a:cubicBezTo>
                  <a:pt x="610" y="146"/>
                  <a:pt x="610" y="146"/>
                  <a:pt x="610" y="147"/>
                </a:cubicBezTo>
                <a:cubicBezTo>
                  <a:pt x="611" y="147"/>
                  <a:pt x="611" y="148"/>
                  <a:pt x="612" y="148"/>
                </a:cubicBezTo>
                <a:cubicBezTo>
                  <a:pt x="612" y="148"/>
                  <a:pt x="613" y="149"/>
                  <a:pt x="614" y="149"/>
                </a:cubicBezTo>
                <a:cubicBezTo>
                  <a:pt x="615" y="149"/>
                  <a:pt x="616" y="149"/>
                  <a:pt x="617" y="149"/>
                </a:cubicBezTo>
                <a:cubicBezTo>
                  <a:pt x="618" y="149"/>
                  <a:pt x="619" y="149"/>
                  <a:pt x="620" y="149"/>
                </a:cubicBezTo>
                <a:cubicBezTo>
                  <a:pt x="621" y="149"/>
                  <a:pt x="622" y="148"/>
                  <a:pt x="623" y="148"/>
                </a:cubicBezTo>
                <a:cubicBezTo>
                  <a:pt x="624" y="148"/>
                  <a:pt x="624" y="147"/>
                  <a:pt x="625" y="147"/>
                </a:cubicBezTo>
                <a:cubicBezTo>
                  <a:pt x="625" y="146"/>
                  <a:pt x="626" y="146"/>
                  <a:pt x="626" y="145"/>
                </a:cubicBezTo>
                <a:cubicBezTo>
                  <a:pt x="626" y="145"/>
                  <a:pt x="626" y="144"/>
                  <a:pt x="625" y="144"/>
                </a:cubicBezTo>
                <a:cubicBezTo>
                  <a:pt x="625" y="143"/>
                  <a:pt x="625" y="143"/>
                  <a:pt x="624" y="143"/>
                </a:cubicBezTo>
                <a:cubicBezTo>
                  <a:pt x="623" y="142"/>
                  <a:pt x="623" y="142"/>
                  <a:pt x="622" y="142"/>
                </a:cubicBezTo>
                <a:cubicBezTo>
                  <a:pt x="621" y="142"/>
                  <a:pt x="620" y="142"/>
                  <a:pt x="619" y="142"/>
                </a:cubicBezTo>
                <a:cubicBezTo>
                  <a:pt x="618" y="142"/>
                  <a:pt x="616" y="142"/>
                  <a:pt x="616" y="142"/>
                </a:cubicBezTo>
                <a:close/>
                <a:moveTo>
                  <a:pt x="339" y="142"/>
                </a:moveTo>
                <a:cubicBezTo>
                  <a:pt x="338" y="142"/>
                  <a:pt x="337" y="142"/>
                  <a:pt x="336" y="143"/>
                </a:cubicBezTo>
                <a:cubicBezTo>
                  <a:pt x="335" y="143"/>
                  <a:pt x="334" y="143"/>
                  <a:pt x="334" y="144"/>
                </a:cubicBezTo>
                <a:cubicBezTo>
                  <a:pt x="333" y="144"/>
                  <a:pt x="333" y="145"/>
                  <a:pt x="333" y="145"/>
                </a:cubicBezTo>
                <a:cubicBezTo>
                  <a:pt x="332" y="146"/>
                  <a:pt x="333" y="146"/>
                  <a:pt x="333" y="147"/>
                </a:cubicBezTo>
                <a:cubicBezTo>
                  <a:pt x="333" y="147"/>
                  <a:pt x="334" y="148"/>
                  <a:pt x="334" y="148"/>
                </a:cubicBezTo>
                <a:cubicBezTo>
                  <a:pt x="335" y="148"/>
                  <a:pt x="336" y="149"/>
                  <a:pt x="336" y="149"/>
                </a:cubicBezTo>
                <a:cubicBezTo>
                  <a:pt x="337" y="149"/>
                  <a:pt x="338" y="149"/>
                  <a:pt x="339" y="149"/>
                </a:cubicBezTo>
                <a:cubicBezTo>
                  <a:pt x="341" y="149"/>
                  <a:pt x="342" y="149"/>
                  <a:pt x="343" y="149"/>
                </a:cubicBezTo>
                <a:cubicBezTo>
                  <a:pt x="344" y="149"/>
                  <a:pt x="345" y="148"/>
                  <a:pt x="345" y="148"/>
                </a:cubicBezTo>
                <a:cubicBezTo>
                  <a:pt x="346" y="148"/>
                  <a:pt x="347" y="147"/>
                  <a:pt x="347" y="147"/>
                </a:cubicBezTo>
                <a:cubicBezTo>
                  <a:pt x="348" y="146"/>
                  <a:pt x="348" y="146"/>
                  <a:pt x="349" y="145"/>
                </a:cubicBezTo>
                <a:cubicBezTo>
                  <a:pt x="349" y="145"/>
                  <a:pt x="349" y="144"/>
                  <a:pt x="348" y="144"/>
                </a:cubicBezTo>
                <a:cubicBezTo>
                  <a:pt x="348" y="143"/>
                  <a:pt x="348" y="143"/>
                  <a:pt x="347" y="143"/>
                </a:cubicBezTo>
                <a:cubicBezTo>
                  <a:pt x="346" y="142"/>
                  <a:pt x="346" y="142"/>
                  <a:pt x="345" y="142"/>
                </a:cubicBezTo>
                <a:cubicBezTo>
                  <a:pt x="344" y="142"/>
                  <a:pt x="343" y="142"/>
                  <a:pt x="342" y="142"/>
                </a:cubicBezTo>
                <a:cubicBezTo>
                  <a:pt x="341" y="142"/>
                  <a:pt x="340" y="142"/>
                  <a:pt x="339" y="142"/>
                </a:cubicBezTo>
                <a:close/>
                <a:moveTo>
                  <a:pt x="576" y="142"/>
                </a:moveTo>
                <a:cubicBezTo>
                  <a:pt x="575" y="142"/>
                  <a:pt x="574" y="142"/>
                  <a:pt x="573" y="143"/>
                </a:cubicBezTo>
                <a:cubicBezTo>
                  <a:pt x="572" y="143"/>
                  <a:pt x="572" y="143"/>
                  <a:pt x="571" y="144"/>
                </a:cubicBezTo>
                <a:cubicBezTo>
                  <a:pt x="571" y="144"/>
                  <a:pt x="570" y="145"/>
                  <a:pt x="570" y="145"/>
                </a:cubicBezTo>
                <a:cubicBezTo>
                  <a:pt x="570" y="146"/>
                  <a:pt x="570" y="146"/>
                  <a:pt x="571" y="147"/>
                </a:cubicBezTo>
                <a:cubicBezTo>
                  <a:pt x="571" y="147"/>
                  <a:pt x="571" y="148"/>
                  <a:pt x="572" y="148"/>
                </a:cubicBezTo>
                <a:cubicBezTo>
                  <a:pt x="573" y="148"/>
                  <a:pt x="574" y="149"/>
                  <a:pt x="574" y="149"/>
                </a:cubicBezTo>
                <a:cubicBezTo>
                  <a:pt x="575" y="149"/>
                  <a:pt x="576" y="149"/>
                  <a:pt x="577" y="149"/>
                </a:cubicBezTo>
                <a:cubicBezTo>
                  <a:pt x="579" y="149"/>
                  <a:pt x="580" y="149"/>
                  <a:pt x="581" y="149"/>
                </a:cubicBezTo>
                <a:cubicBezTo>
                  <a:pt x="582" y="149"/>
                  <a:pt x="583" y="148"/>
                  <a:pt x="583" y="148"/>
                </a:cubicBezTo>
                <a:cubicBezTo>
                  <a:pt x="584" y="148"/>
                  <a:pt x="585" y="147"/>
                  <a:pt x="585" y="147"/>
                </a:cubicBezTo>
                <a:cubicBezTo>
                  <a:pt x="586" y="146"/>
                  <a:pt x="586" y="146"/>
                  <a:pt x="586" y="145"/>
                </a:cubicBezTo>
                <a:cubicBezTo>
                  <a:pt x="586" y="145"/>
                  <a:pt x="586" y="144"/>
                  <a:pt x="586" y="144"/>
                </a:cubicBezTo>
                <a:cubicBezTo>
                  <a:pt x="586" y="143"/>
                  <a:pt x="585" y="143"/>
                  <a:pt x="584" y="143"/>
                </a:cubicBezTo>
                <a:cubicBezTo>
                  <a:pt x="584" y="142"/>
                  <a:pt x="583" y="142"/>
                  <a:pt x="582" y="142"/>
                </a:cubicBezTo>
                <a:cubicBezTo>
                  <a:pt x="581" y="142"/>
                  <a:pt x="580" y="142"/>
                  <a:pt x="579" y="142"/>
                </a:cubicBezTo>
                <a:cubicBezTo>
                  <a:pt x="578" y="142"/>
                  <a:pt x="577" y="142"/>
                  <a:pt x="576" y="142"/>
                </a:cubicBezTo>
                <a:close/>
                <a:moveTo>
                  <a:pt x="497" y="142"/>
                </a:moveTo>
                <a:cubicBezTo>
                  <a:pt x="496" y="142"/>
                  <a:pt x="495" y="142"/>
                  <a:pt x="494" y="143"/>
                </a:cubicBezTo>
                <a:cubicBezTo>
                  <a:pt x="493" y="143"/>
                  <a:pt x="493" y="143"/>
                  <a:pt x="492" y="144"/>
                </a:cubicBezTo>
                <a:cubicBezTo>
                  <a:pt x="492" y="144"/>
                  <a:pt x="491" y="145"/>
                  <a:pt x="491" y="145"/>
                </a:cubicBezTo>
                <a:cubicBezTo>
                  <a:pt x="491" y="146"/>
                  <a:pt x="491" y="146"/>
                  <a:pt x="491" y="147"/>
                </a:cubicBezTo>
                <a:cubicBezTo>
                  <a:pt x="492" y="147"/>
                  <a:pt x="492" y="148"/>
                  <a:pt x="493" y="148"/>
                </a:cubicBezTo>
                <a:cubicBezTo>
                  <a:pt x="493" y="148"/>
                  <a:pt x="494" y="149"/>
                  <a:pt x="495" y="149"/>
                </a:cubicBezTo>
                <a:cubicBezTo>
                  <a:pt x="496" y="149"/>
                  <a:pt x="497" y="149"/>
                  <a:pt x="498" y="149"/>
                </a:cubicBezTo>
                <a:cubicBezTo>
                  <a:pt x="499" y="149"/>
                  <a:pt x="500" y="149"/>
                  <a:pt x="501" y="149"/>
                </a:cubicBezTo>
                <a:cubicBezTo>
                  <a:pt x="502" y="149"/>
                  <a:pt x="503" y="148"/>
                  <a:pt x="504" y="148"/>
                </a:cubicBezTo>
                <a:cubicBezTo>
                  <a:pt x="505" y="148"/>
                  <a:pt x="505" y="147"/>
                  <a:pt x="506" y="147"/>
                </a:cubicBezTo>
                <a:cubicBezTo>
                  <a:pt x="506" y="146"/>
                  <a:pt x="507" y="146"/>
                  <a:pt x="507" y="145"/>
                </a:cubicBezTo>
                <a:cubicBezTo>
                  <a:pt x="507" y="145"/>
                  <a:pt x="507" y="144"/>
                  <a:pt x="507" y="144"/>
                </a:cubicBezTo>
                <a:cubicBezTo>
                  <a:pt x="506" y="143"/>
                  <a:pt x="506" y="143"/>
                  <a:pt x="505" y="143"/>
                </a:cubicBezTo>
                <a:cubicBezTo>
                  <a:pt x="505" y="142"/>
                  <a:pt x="504" y="142"/>
                  <a:pt x="503" y="142"/>
                </a:cubicBezTo>
                <a:cubicBezTo>
                  <a:pt x="502" y="142"/>
                  <a:pt x="501" y="142"/>
                  <a:pt x="500" y="142"/>
                </a:cubicBezTo>
                <a:cubicBezTo>
                  <a:pt x="499" y="142"/>
                  <a:pt x="498" y="142"/>
                  <a:pt x="497" y="142"/>
                </a:cubicBezTo>
                <a:close/>
                <a:moveTo>
                  <a:pt x="220" y="142"/>
                </a:moveTo>
                <a:cubicBezTo>
                  <a:pt x="219" y="142"/>
                  <a:pt x="218" y="142"/>
                  <a:pt x="217" y="143"/>
                </a:cubicBezTo>
                <a:cubicBezTo>
                  <a:pt x="216" y="143"/>
                  <a:pt x="215" y="143"/>
                  <a:pt x="215" y="144"/>
                </a:cubicBezTo>
                <a:cubicBezTo>
                  <a:pt x="214" y="144"/>
                  <a:pt x="214" y="145"/>
                  <a:pt x="214" y="145"/>
                </a:cubicBezTo>
                <a:cubicBezTo>
                  <a:pt x="214" y="146"/>
                  <a:pt x="214" y="146"/>
                  <a:pt x="214" y="147"/>
                </a:cubicBezTo>
                <a:cubicBezTo>
                  <a:pt x="214" y="147"/>
                  <a:pt x="215" y="148"/>
                  <a:pt x="215" y="148"/>
                </a:cubicBezTo>
                <a:cubicBezTo>
                  <a:pt x="216" y="148"/>
                  <a:pt x="217" y="149"/>
                  <a:pt x="217" y="149"/>
                </a:cubicBezTo>
                <a:cubicBezTo>
                  <a:pt x="218" y="149"/>
                  <a:pt x="219" y="149"/>
                  <a:pt x="220" y="149"/>
                </a:cubicBezTo>
                <a:cubicBezTo>
                  <a:pt x="222" y="149"/>
                  <a:pt x="223" y="149"/>
                  <a:pt x="224" y="149"/>
                </a:cubicBezTo>
                <a:cubicBezTo>
                  <a:pt x="225" y="149"/>
                  <a:pt x="226" y="148"/>
                  <a:pt x="226" y="148"/>
                </a:cubicBezTo>
                <a:cubicBezTo>
                  <a:pt x="227" y="148"/>
                  <a:pt x="228" y="147"/>
                  <a:pt x="229" y="147"/>
                </a:cubicBezTo>
                <a:cubicBezTo>
                  <a:pt x="229" y="146"/>
                  <a:pt x="229" y="146"/>
                  <a:pt x="230" y="145"/>
                </a:cubicBezTo>
                <a:cubicBezTo>
                  <a:pt x="230" y="145"/>
                  <a:pt x="230" y="144"/>
                  <a:pt x="230" y="144"/>
                </a:cubicBezTo>
                <a:cubicBezTo>
                  <a:pt x="229" y="143"/>
                  <a:pt x="229" y="143"/>
                  <a:pt x="228" y="143"/>
                </a:cubicBezTo>
                <a:cubicBezTo>
                  <a:pt x="228" y="142"/>
                  <a:pt x="227" y="142"/>
                  <a:pt x="226" y="142"/>
                </a:cubicBezTo>
                <a:cubicBezTo>
                  <a:pt x="225" y="142"/>
                  <a:pt x="224" y="142"/>
                  <a:pt x="223" y="142"/>
                </a:cubicBezTo>
                <a:cubicBezTo>
                  <a:pt x="222" y="142"/>
                  <a:pt x="221" y="142"/>
                  <a:pt x="220" y="142"/>
                </a:cubicBezTo>
                <a:close/>
                <a:moveTo>
                  <a:pt x="734" y="142"/>
                </a:moveTo>
                <a:cubicBezTo>
                  <a:pt x="733" y="142"/>
                  <a:pt x="732" y="142"/>
                  <a:pt x="732" y="143"/>
                </a:cubicBezTo>
                <a:cubicBezTo>
                  <a:pt x="731" y="143"/>
                  <a:pt x="730" y="143"/>
                  <a:pt x="730" y="144"/>
                </a:cubicBezTo>
                <a:cubicBezTo>
                  <a:pt x="729" y="144"/>
                  <a:pt x="729" y="145"/>
                  <a:pt x="729" y="145"/>
                </a:cubicBezTo>
                <a:cubicBezTo>
                  <a:pt x="729" y="146"/>
                  <a:pt x="729" y="146"/>
                  <a:pt x="729" y="147"/>
                </a:cubicBezTo>
                <a:cubicBezTo>
                  <a:pt x="730" y="147"/>
                  <a:pt x="730" y="148"/>
                  <a:pt x="731" y="148"/>
                </a:cubicBezTo>
                <a:cubicBezTo>
                  <a:pt x="731" y="148"/>
                  <a:pt x="732" y="149"/>
                  <a:pt x="733" y="149"/>
                </a:cubicBezTo>
                <a:cubicBezTo>
                  <a:pt x="734" y="149"/>
                  <a:pt x="735" y="149"/>
                  <a:pt x="736" y="149"/>
                </a:cubicBezTo>
                <a:cubicBezTo>
                  <a:pt x="737" y="149"/>
                  <a:pt x="738" y="149"/>
                  <a:pt x="739" y="149"/>
                </a:cubicBezTo>
                <a:cubicBezTo>
                  <a:pt x="740" y="149"/>
                  <a:pt x="741" y="148"/>
                  <a:pt x="742" y="148"/>
                </a:cubicBezTo>
                <a:cubicBezTo>
                  <a:pt x="743" y="148"/>
                  <a:pt x="743" y="147"/>
                  <a:pt x="744" y="147"/>
                </a:cubicBezTo>
                <a:cubicBezTo>
                  <a:pt x="744" y="146"/>
                  <a:pt x="745" y="146"/>
                  <a:pt x="745" y="145"/>
                </a:cubicBezTo>
                <a:cubicBezTo>
                  <a:pt x="745" y="145"/>
                  <a:pt x="745" y="144"/>
                  <a:pt x="744" y="144"/>
                </a:cubicBezTo>
                <a:cubicBezTo>
                  <a:pt x="744" y="143"/>
                  <a:pt x="743" y="143"/>
                  <a:pt x="743" y="143"/>
                </a:cubicBezTo>
                <a:cubicBezTo>
                  <a:pt x="742" y="142"/>
                  <a:pt x="741" y="142"/>
                  <a:pt x="740" y="142"/>
                </a:cubicBezTo>
                <a:cubicBezTo>
                  <a:pt x="739" y="142"/>
                  <a:pt x="738" y="142"/>
                  <a:pt x="737" y="142"/>
                </a:cubicBezTo>
                <a:cubicBezTo>
                  <a:pt x="736" y="142"/>
                  <a:pt x="735" y="142"/>
                  <a:pt x="734" y="142"/>
                </a:cubicBezTo>
                <a:close/>
                <a:moveTo>
                  <a:pt x="378" y="142"/>
                </a:moveTo>
                <a:cubicBezTo>
                  <a:pt x="377" y="142"/>
                  <a:pt x="376" y="142"/>
                  <a:pt x="375" y="143"/>
                </a:cubicBezTo>
                <a:cubicBezTo>
                  <a:pt x="375" y="143"/>
                  <a:pt x="374" y="143"/>
                  <a:pt x="373" y="144"/>
                </a:cubicBezTo>
                <a:cubicBezTo>
                  <a:pt x="373" y="144"/>
                  <a:pt x="372" y="145"/>
                  <a:pt x="372" y="145"/>
                </a:cubicBezTo>
                <a:cubicBezTo>
                  <a:pt x="372" y="146"/>
                  <a:pt x="372" y="146"/>
                  <a:pt x="372" y="147"/>
                </a:cubicBezTo>
                <a:cubicBezTo>
                  <a:pt x="373" y="147"/>
                  <a:pt x="373" y="148"/>
                  <a:pt x="374" y="148"/>
                </a:cubicBezTo>
                <a:cubicBezTo>
                  <a:pt x="374" y="148"/>
                  <a:pt x="375" y="149"/>
                  <a:pt x="376" y="149"/>
                </a:cubicBezTo>
                <a:cubicBezTo>
                  <a:pt x="377" y="149"/>
                  <a:pt x="378" y="149"/>
                  <a:pt x="379" y="149"/>
                </a:cubicBezTo>
                <a:cubicBezTo>
                  <a:pt x="380" y="149"/>
                  <a:pt x="381" y="149"/>
                  <a:pt x="382" y="149"/>
                </a:cubicBezTo>
                <a:cubicBezTo>
                  <a:pt x="383" y="149"/>
                  <a:pt x="384" y="148"/>
                  <a:pt x="385" y="148"/>
                </a:cubicBezTo>
                <a:cubicBezTo>
                  <a:pt x="386" y="148"/>
                  <a:pt x="387" y="147"/>
                  <a:pt x="387" y="147"/>
                </a:cubicBezTo>
                <a:cubicBezTo>
                  <a:pt x="388" y="146"/>
                  <a:pt x="388" y="146"/>
                  <a:pt x="388" y="145"/>
                </a:cubicBezTo>
                <a:cubicBezTo>
                  <a:pt x="388" y="145"/>
                  <a:pt x="388" y="144"/>
                  <a:pt x="388" y="144"/>
                </a:cubicBezTo>
                <a:cubicBezTo>
                  <a:pt x="388" y="143"/>
                  <a:pt x="387" y="143"/>
                  <a:pt x="387" y="143"/>
                </a:cubicBezTo>
                <a:cubicBezTo>
                  <a:pt x="386" y="142"/>
                  <a:pt x="385" y="142"/>
                  <a:pt x="384" y="142"/>
                </a:cubicBezTo>
                <a:cubicBezTo>
                  <a:pt x="383" y="142"/>
                  <a:pt x="382" y="142"/>
                  <a:pt x="381" y="142"/>
                </a:cubicBezTo>
                <a:cubicBezTo>
                  <a:pt x="380" y="142"/>
                  <a:pt x="379" y="142"/>
                  <a:pt x="378" y="142"/>
                </a:cubicBezTo>
                <a:close/>
                <a:moveTo>
                  <a:pt x="141" y="142"/>
                </a:moveTo>
                <a:cubicBezTo>
                  <a:pt x="140" y="142"/>
                  <a:pt x="139" y="142"/>
                  <a:pt x="138" y="143"/>
                </a:cubicBezTo>
                <a:cubicBezTo>
                  <a:pt x="137" y="143"/>
                  <a:pt x="136" y="143"/>
                  <a:pt x="136" y="144"/>
                </a:cubicBezTo>
                <a:cubicBezTo>
                  <a:pt x="135" y="144"/>
                  <a:pt x="135" y="145"/>
                  <a:pt x="135" y="145"/>
                </a:cubicBezTo>
                <a:cubicBezTo>
                  <a:pt x="134" y="146"/>
                  <a:pt x="134" y="146"/>
                  <a:pt x="135" y="147"/>
                </a:cubicBezTo>
                <a:cubicBezTo>
                  <a:pt x="135" y="147"/>
                  <a:pt x="135" y="148"/>
                  <a:pt x="136" y="148"/>
                </a:cubicBezTo>
                <a:cubicBezTo>
                  <a:pt x="137" y="148"/>
                  <a:pt x="137" y="149"/>
                  <a:pt x="138" y="149"/>
                </a:cubicBezTo>
                <a:cubicBezTo>
                  <a:pt x="139" y="149"/>
                  <a:pt x="140" y="149"/>
                  <a:pt x="141" y="149"/>
                </a:cubicBezTo>
                <a:cubicBezTo>
                  <a:pt x="142" y="149"/>
                  <a:pt x="143" y="149"/>
                  <a:pt x="144" y="149"/>
                </a:cubicBezTo>
                <a:cubicBezTo>
                  <a:pt x="145" y="149"/>
                  <a:pt x="146" y="148"/>
                  <a:pt x="147" y="148"/>
                </a:cubicBezTo>
                <a:cubicBezTo>
                  <a:pt x="148" y="148"/>
                  <a:pt x="149" y="147"/>
                  <a:pt x="149" y="147"/>
                </a:cubicBezTo>
                <a:cubicBezTo>
                  <a:pt x="150" y="146"/>
                  <a:pt x="150" y="146"/>
                  <a:pt x="150" y="145"/>
                </a:cubicBezTo>
                <a:cubicBezTo>
                  <a:pt x="151" y="145"/>
                  <a:pt x="151" y="144"/>
                  <a:pt x="150" y="144"/>
                </a:cubicBezTo>
                <a:cubicBezTo>
                  <a:pt x="150" y="143"/>
                  <a:pt x="150" y="143"/>
                  <a:pt x="149" y="143"/>
                </a:cubicBezTo>
                <a:cubicBezTo>
                  <a:pt x="148" y="142"/>
                  <a:pt x="148" y="142"/>
                  <a:pt x="147" y="142"/>
                </a:cubicBezTo>
                <a:cubicBezTo>
                  <a:pt x="146" y="142"/>
                  <a:pt x="145" y="142"/>
                  <a:pt x="144" y="142"/>
                </a:cubicBezTo>
                <a:cubicBezTo>
                  <a:pt x="143" y="142"/>
                  <a:pt x="142" y="142"/>
                  <a:pt x="141" y="142"/>
                </a:cubicBezTo>
                <a:close/>
                <a:moveTo>
                  <a:pt x="457" y="142"/>
                </a:moveTo>
                <a:cubicBezTo>
                  <a:pt x="456" y="142"/>
                  <a:pt x="455" y="142"/>
                  <a:pt x="455" y="143"/>
                </a:cubicBezTo>
                <a:cubicBezTo>
                  <a:pt x="454" y="143"/>
                  <a:pt x="453" y="143"/>
                  <a:pt x="453" y="144"/>
                </a:cubicBezTo>
                <a:cubicBezTo>
                  <a:pt x="452" y="144"/>
                  <a:pt x="452" y="145"/>
                  <a:pt x="452" y="145"/>
                </a:cubicBezTo>
                <a:cubicBezTo>
                  <a:pt x="451" y="146"/>
                  <a:pt x="451" y="146"/>
                  <a:pt x="452" y="147"/>
                </a:cubicBezTo>
                <a:cubicBezTo>
                  <a:pt x="452" y="147"/>
                  <a:pt x="453" y="148"/>
                  <a:pt x="453" y="148"/>
                </a:cubicBezTo>
                <a:cubicBezTo>
                  <a:pt x="454" y="148"/>
                  <a:pt x="455" y="149"/>
                  <a:pt x="455" y="149"/>
                </a:cubicBezTo>
                <a:cubicBezTo>
                  <a:pt x="456" y="149"/>
                  <a:pt x="457" y="149"/>
                  <a:pt x="458" y="149"/>
                </a:cubicBezTo>
                <a:cubicBezTo>
                  <a:pt x="460" y="149"/>
                  <a:pt x="461" y="149"/>
                  <a:pt x="462" y="149"/>
                </a:cubicBezTo>
                <a:cubicBezTo>
                  <a:pt x="463" y="149"/>
                  <a:pt x="464" y="148"/>
                  <a:pt x="464" y="148"/>
                </a:cubicBezTo>
                <a:cubicBezTo>
                  <a:pt x="465" y="148"/>
                  <a:pt x="466" y="147"/>
                  <a:pt x="466" y="147"/>
                </a:cubicBezTo>
                <a:cubicBezTo>
                  <a:pt x="467" y="146"/>
                  <a:pt x="467" y="146"/>
                  <a:pt x="467" y="145"/>
                </a:cubicBezTo>
                <a:cubicBezTo>
                  <a:pt x="467" y="145"/>
                  <a:pt x="467" y="144"/>
                  <a:pt x="467" y="144"/>
                </a:cubicBezTo>
                <a:cubicBezTo>
                  <a:pt x="467" y="143"/>
                  <a:pt x="466" y="143"/>
                  <a:pt x="466" y="143"/>
                </a:cubicBezTo>
                <a:cubicBezTo>
                  <a:pt x="465" y="142"/>
                  <a:pt x="464" y="142"/>
                  <a:pt x="463" y="142"/>
                </a:cubicBezTo>
                <a:cubicBezTo>
                  <a:pt x="462" y="142"/>
                  <a:pt x="461" y="142"/>
                  <a:pt x="460" y="142"/>
                </a:cubicBezTo>
                <a:cubicBezTo>
                  <a:pt x="459" y="142"/>
                  <a:pt x="458" y="142"/>
                  <a:pt x="457" y="142"/>
                </a:cubicBezTo>
                <a:close/>
                <a:moveTo>
                  <a:pt x="299" y="142"/>
                </a:moveTo>
                <a:cubicBezTo>
                  <a:pt x="298" y="142"/>
                  <a:pt x="297" y="142"/>
                  <a:pt x="296" y="143"/>
                </a:cubicBezTo>
                <a:cubicBezTo>
                  <a:pt x="295" y="143"/>
                  <a:pt x="295" y="143"/>
                  <a:pt x="294" y="144"/>
                </a:cubicBezTo>
                <a:cubicBezTo>
                  <a:pt x="294" y="144"/>
                  <a:pt x="293" y="145"/>
                  <a:pt x="293" y="145"/>
                </a:cubicBezTo>
                <a:cubicBezTo>
                  <a:pt x="293" y="146"/>
                  <a:pt x="293" y="146"/>
                  <a:pt x="293" y="147"/>
                </a:cubicBezTo>
                <a:cubicBezTo>
                  <a:pt x="293" y="147"/>
                  <a:pt x="294" y="148"/>
                  <a:pt x="295" y="148"/>
                </a:cubicBezTo>
                <a:cubicBezTo>
                  <a:pt x="295" y="148"/>
                  <a:pt x="296" y="149"/>
                  <a:pt x="297" y="149"/>
                </a:cubicBezTo>
                <a:cubicBezTo>
                  <a:pt x="298" y="149"/>
                  <a:pt x="299" y="149"/>
                  <a:pt x="300" y="149"/>
                </a:cubicBezTo>
                <a:cubicBezTo>
                  <a:pt x="301" y="149"/>
                  <a:pt x="302" y="149"/>
                  <a:pt x="303" y="149"/>
                </a:cubicBezTo>
                <a:cubicBezTo>
                  <a:pt x="304" y="149"/>
                  <a:pt x="305" y="148"/>
                  <a:pt x="306" y="148"/>
                </a:cubicBezTo>
                <a:cubicBezTo>
                  <a:pt x="307" y="148"/>
                  <a:pt x="307" y="147"/>
                  <a:pt x="308" y="147"/>
                </a:cubicBezTo>
                <a:cubicBezTo>
                  <a:pt x="308" y="146"/>
                  <a:pt x="309" y="146"/>
                  <a:pt x="309" y="145"/>
                </a:cubicBezTo>
                <a:cubicBezTo>
                  <a:pt x="309" y="145"/>
                  <a:pt x="309" y="144"/>
                  <a:pt x="309" y="144"/>
                </a:cubicBezTo>
                <a:cubicBezTo>
                  <a:pt x="308" y="143"/>
                  <a:pt x="308" y="143"/>
                  <a:pt x="307" y="143"/>
                </a:cubicBezTo>
                <a:cubicBezTo>
                  <a:pt x="307" y="142"/>
                  <a:pt x="306" y="142"/>
                  <a:pt x="305" y="142"/>
                </a:cubicBezTo>
                <a:cubicBezTo>
                  <a:pt x="304" y="142"/>
                  <a:pt x="303" y="142"/>
                  <a:pt x="302" y="142"/>
                </a:cubicBezTo>
                <a:cubicBezTo>
                  <a:pt x="301" y="142"/>
                  <a:pt x="300" y="142"/>
                  <a:pt x="299" y="142"/>
                </a:cubicBezTo>
                <a:close/>
                <a:moveTo>
                  <a:pt x="892" y="142"/>
                </a:moveTo>
                <a:cubicBezTo>
                  <a:pt x="892" y="142"/>
                  <a:pt x="891" y="142"/>
                  <a:pt x="890" y="143"/>
                </a:cubicBezTo>
                <a:cubicBezTo>
                  <a:pt x="889" y="143"/>
                  <a:pt x="888" y="143"/>
                  <a:pt x="888" y="144"/>
                </a:cubicBezTo>
                <a:cubicBezTo>
                  <a:pt x="888" y="144"/>
                  <a:pt x="887" y="145"/>
                  <a:pt x="887" y="145"/>
                </a:cubicBezTo>
                <a:cubicBezTo>
                  <a:pt x="887" y="146"/>
                  <a:pt x="887" y="146"/>
                  <a:pt x="888" y="147"/>
                </a:cubicBezTo>
                <a:cubicBezTo>
                  <a:pt x="888" y="147"/>
                  <a:pt x="889" y="148"/>
                  <a:pt x="889" y="148"/>
                </a:cubicBezTo>
                <a:cubicBezTo>
                  <a:pt x="890" y="148"/>
                  <a:pt x="891" y="149"/>
                  <a:pt x="892" y="149"/>
                </a:cubicBezTo>
                <a:cubicBezTo>
                  <a:pt x="893" y="149"/>
                  <a:pt x="894" y="149"/>
                  <a:pt x="895" y="149"/>
                </a:cubicBezTo>
                <a:cubicBezTo>
                  <a:pt x="896" y="149"/>
                  <a:pt x="897" y="149"/>
                  <a:pt x="898" y="149"/>
                </a:cubicBezTo>
                <a:cubicBezTo>
                  <a:pt x="899" y="149"/>
                  <a:pt x="900" y="148"/>
                  <a:pt x="900" y="148"/>
                </a:cubicBezTo>
                <a:cubicBezTo>
                  <a:pt x="901" y="148"/>
                  <a:pt x="902" y="147"/>
                  <a:pt x="902" y="147"/>
                </a:cubicBezTo>
                <a:cubicBezTo>
                  <a:pt x="903" y="146"/>
                  <a:pt x="903" y="146"/>
                  <a:pt x="903" y="145"/>
                </a:cubicBezTo>
                <a:cubicBezTo>
                  <a:pt x="903" y="145"/>
                  <a:pt x="903" y="144"/>
                  <a:pt x="903" y="144"/>
                </a:cubicBezTo>
                <a:cubicBezTo>
                  <a:pt x="902" y="143"/>
                  <a:pt x="902" y="143"/>
                  <a:pt x="901" y="143"/>
                </a:cubicBezTo>
                <a:cubicBezTo>
                  <a:pt x="900" y="142"/>
                  <a:pt x="900" y="142"/>
                  <a:pt x="899" y="142"/>
                </a:cubicBezTo>
                <a:cubicBezTo>
                  <a:pt x="898" y="142"/>
                  <a:pt x="897" y="142"/>
                  <a:pt x="896" y="142"/>
                </a:cubicBezTo>
                <a:cubicBezTo>
                  <a:pt x="895" y="142"/>
                  <a:pt x="893" y="142"/>
                  <a:pt x="892" y="142"/>
                </a:cubicBezTo>
                <a:close/>
                <a:moveTo>
                  <a:pt x="972" y="142"/>
                </a:moveTo>
                <a:cubicBezTo>
                  <a:pt x="971" y="142"/>
                  <a:pt x="970" y="142"/>
                  <a:pt x="969" y="143"/>
                </a:cubicBezTo>
                <a:cubicBezTo>
                  <a:pt x="968" y="143"/>
                  <a:pt x="968" y="143"/>
                  <a:pt x="967" y="144"/>
                </a:cubicBezTo>
                <a:cubicBezTo>
                  <a:pt x="967" y="144"/>
                  <a:pt x="967" y="145"/>
                  <a:pt x="966" y="145"/>
                </a:cubicBezTo>
                <a:cubicBezTo>
                  <a:pt x="966" y="146"/>
                  <a:pt x="967" y="146"/>
                  <a:pt x="967" y="147"/>
                </a:cubicBezTo>
                <a:cubicBezTo>
                  <a:pt x="967" y="147"/>
                  <a:pt x="968" y="148"/>
                  <a:pt x="969" y="148"/>
                </a:cubicBezTo>
                <a:cubicBezTo>
                  <a:pt x="969" y="148"/>
                  <a:pt x="970" y="149"/>
                  <a:pt x="971" y="149"/>
                </a:cubicBezTo>
                <a:cubicBezTo>
                  <a:pt x="972" y="149"/>
                  <a:pt x="973" y="149"/>
                  <a:pt x="974" y="149"/>
                </a:cubicBezTo>
                <a:cubicBezTo>
                  <a:pt x="975" y="149"/>
                  <a:pt x="976" y="149"/>
                  <a:pt x="977" y="149"/>
                </a:cubicBezTo>
                <a:cubicBezTo>
                  <a:pt x="978" y="149"/>
                  <a:pt x="979" y="148"/>
                  <a:pt x="980" y="148"/>
                </a:cubicBezTo>
                <a:cubicBezTo>
                  <a:pt x="981" y="148"/>
                  <a:pt x="981" y="147"/>
                  <a:pt x="982" y="147"/>
                </a:cubicBezTo>
                <a:cubicBezTo>
                  <a:pt x="982" y="146"/>
                  <a:pt x="982" y="146"/>
                  <a:pt x="982" y="145"/>
                </a:cubicBezTo>
                <a:cubicBezTo>
                  <a:pt x="982" y="145"/>
                  <a:pt x="982" y="144"/>
                  <a:pt x="982" y="144"/>
                </a:cubicBezTo>
                <a:cubicBezTo>
                  <a:pt x="982" y="143"/>
                  <a:pt x="981" y="143"/>
                  <a:pt x="980" y="143"/>
                </a:cubicBezTo>
                <a:cubicBezTo>
                  <a:pt x="980" y="142"/>
                  <a:pt x="979" y="142"/>
                  <a:pt x="978" y="142"/>
                </a:cubicBezTo>
                <a:cubicBezTo>
                  <a:pt x="977" y="142"/>
                  <a:pt x="976" y="142"/>
                  <a:pt x="975" y="142"/>
                </a:cubicBezTo>
                <a:cubicBezTo>
                  <a:pt x="974" y="142"/>
                  <a:pt x="973" y="142"/>
                  <a:pt x="972" y="142"/>
                </a:cubicBezTo>
                <a:close/>
                <a:moveTo>
                  <a:pt x="932" y="142"/>
                </a:moveTo>
                <a:cubicBezTo>
                  <a:pt x="931" y="142"/>
                  <a:pt x="930" y="142"/>
                  <a:pt x="929" y="143"/>
                </a:cubicBezTo>
                <a:cubicBezTo>
                  <a:pt x="929" y="143"/>
                  <a:pt x="928" y="143"/>
                  <a:pt x="928" y="144"/>
                </a:cubicBezTo>
                <a:cubicBezTo>
                  <a:pt x="927" y="144"/>
                  <a:pt x="927" y="145"/>
                  <a:pt x="927" y="145"/>
                </a:cubicBezTo>
                <a:cubicBezTo>
                  <a:pt x="927" y="146"/>
                  <a:pt x="927" y="146"/>
                  <a:pt x="927" y="147"/>
                </a:cubicBezTo>
                <a:cubicBezTo>
                  <a:pt x="928" y="147"/>
                  <a:pt x="928" y="148"/>
                  <a:pt x="929" y="148"/>
                </a:cubicBezTo>
                <a:cubicBezTo>
                  <a:pt x="930" y="148"/>
                  <a:pt x="930" y="149"/>
                  <a:pt x="931" y="149"/>
                </a:cubicBezTo>
                <a:cubicBezTo>
                  <a:pt x="932" y="149"/>
                  <a:pt x="933" y="149"/>
                  <a:pt x="934" y="149"/>
                </a:cubicBezTo>
                <a:cubicBezTo>
                  <a:pt x="935" y="149"/>
                  <a:pt x="937" y="149"/>
                  <a:pt x="938" y="149"/>
                </a:cubicBezTo>
                <a:cubicBezTo>
                  <a:pt x="938" y="149"/>
                  <a:pt x="939" y="148"/>
                  <a:pt x="940" y="148"/>
                </a:cubicBezTo>
                <a:cubicBezTo>
                  <a:pt x="941" y="148"/>
                  <a:pt x="941" y="147"/>
                  <a:pt x="942" y="147"/>
                </a:cubicBezTo>
                <a:cubicBezTo>
                  <a:pt x="942" y="146"/>
                  <a:pt x="943" y="146"/>
                  <a:pt x="943" y="145"/>
                </a:cubicBezTo>
                <a:cubicBezTo>
                  <a:pt x="943" y="145"/>
                  <a:pt x="943" y="144"/>
                  <a:pt x="942" y="144"/>
                </a:cubicBezTo>
                <a:cubicBezTo>
                  <a:pt x="942" y="143"/>
                  <a:pt x="941" y="143"/>
                  <a:pt x="941" y="143"/>
                </a:cubicBezTo>
                <a:cubicBezTo>
                  <a:pt x="940" y="142"/>
                  <a:pt x="939" y="142"/>
                  <a:pt x="938" y="142"/>
                </a:cubicBezTo>
                <a:cubicBezTo>
                  <a:pt x="937" y="142"/>
                  <a:pt x="936" y="142"/>
                  <a:pt x="935" y="142"/>
                </a:cubicBezTo>
                <a:cubicBezTo>
                  <a:pt x="934" y="142"/>
                  <a:pt x="933" y="142"/>
                  <a:pt x="932" y="142"/>
                </a:cubicBezTo>
                <a:close/>
                <a:moveTo>
                  <a:pt x="853" y="142"/>
                </a:moveTo>
                <a:cubicBezTo>
                  <a:pt x="852" y="142"/>
                  <a:pt x="851" y="142"/>
                  <a:pt x="850" y="143"/>
                </a:cubicBezTo>
                <a:cubicBezTo>
                  <a:pt x="850" y="143"/>
                  <a:pt x="849" y="143"/>
                  <a:pt x="848" y="144"/>
                </a:cubicBezTo>
                <a:cubicBezTo>
                  <a:pt x="848" y="144"/>
                  <a:pt x="848" y="145"/>
                  <a:pt x="848" y="145"/>
                </a:cubicBezTo>
                <a:cubicBezTo>
                  <a:pt x="848" y="146"/>
                  <a:pt x="848" y="146"/>
                  <a:pt x="848" y="147"/>
                </a:cubicBezTo>
                <a:cubicBezTo>
                  <a:pt x="848" y="147"/>
                  <a:pt x="849" y="148"/>
                  <a:pt x="850" y="148"/>
                </a:cubicBezTo>
                <a:cubicBezTo>
                  <a:pt x="850" y="148"/>
                  <a:pt x="851" y="149"/>
                  <a:pt x="852" y="149"/>
                </a:cubicBezTo>
                <a:cubicBezTo>
                  <a:pt x="853" y="149"/>
                  <a:pt x="854" y="149"/>
                  <a:pt x="855" y="149"/>
                </a:cubicBezTo>
                <a:cubicBezTo>
                  <a:pt x="856" y="149"/>
                  <a:pt x="857" y="149"/>
                  <a:pt x="858" y="149"/>
                </a:cubicBezTo>
                <a:cubicBezTo>
                  <a:pt x="859" y="149"/>
                  <a:pt x="860" y="148"/>
                  <a:pt x="861" y="148"/>
                </a:cubicBezTo>
                <a:cubicBezTo>
                  <a:pt x="862" y="148"/>
                  <a:pt x="862" y="147"/>
                  <a:pt x="863" y="147"/>
                </a:cubicBezTo>
                <a:cubicBezTo>
                  <a:pt x="863" y="146"/>
                  <a:pt x="863" y="146"/>
                  <a:pt x="864" y="145"/>
                </a:cubicBezTo>
                <a:cubicBezTo>
                  <a:pt x="864" y="145"/>
                  <a:pt x="863" y="144"/>
                  <a:pt x="863" y="144"/>
                </a:cubicBezTo>
                <a:cubicBezTo>
                  <a:pt x="863" y="143"/>
                  <a:pt x="862" y="143"/>
                  <a:pt x="862" y="143"/>
                </a:cubicBezTo>
                <a:cubicBezTo>
                  <a:pt x="861" y="142"/>
                  <a:pt x="860" y="142"/>
                  <a:pt x="859" y="142"/>
                </a:cubicBezTo>
                <a:cubicBezTo>
                  <a:pt x="858" y="142"/>
                  <a:pt x="857" y="142"/>
                  <a:pt x="856" y="142"/>
                </a:cubicBezTo>
                <a:cubicBezTo>
                  <a:pt x="855" y="142"/>
                  <a:pt x="854" y="142"/>
                  <a:pt x="853" y="142"/>
                </a:cubicBezTo>
                <a:close/>
                <a:moveTo>
                  <a:pt x="1011" y="142"/>
                </a:moveTo>
                <a:cubicBezTo>
                  <a:pt x="1010" y="142"/>
                  <a:pt x="1009" y="142"/>
                  <a:pt x="1009" y="143"/>
                </a:cubicBezTo>
                <a:cubicBezTo>
                  <a:pt x="1008" y="143"/>
                  <a:pt x="1007" y="143"/>
                  <a:pt x="1007" y="144"/>
                </a:cubicBezTo>
                <a:cubicBezTo>
                  <a:pt x="1006" y="144"/>
                  <a:pt x="1006" y="145"/>
                  <a:pt x="1006" y="145"/>
                </a:cubicBezTo>
                <a:cubicBezTo>
                  <a:pt x="1006" y="146"/>
                  <a:pt x="1006" y="146"/>
                  <a:pt x="1007" y="147"/>
                </a:cubicBezTo>
                <a:cubicBezTo>
                  <a:pt x="1007" y="147"/>
                  <a:pt x="1008" y="148"/>
                  <a:pt x="1008" y="148"/>
                </a:cubicBezTo>
                <a:cubicBezTo>
                  <a:pt x="1009" y="148"/>
                  <a:pt x="1010" y="149"/>
                  <a:pt x="1011" y="149"/>
                </a:cubicBezTo>
                <a:cubicBezTo>
                  <a:pt x="1012" y="149"/>
                  <a:pt x="1013" y="149"/>
                  <a:pt x="1014" y="149"/>
                </a:cubicBezTo>
                <a:cubicBezTo>
                  <a:pt x="1015" y="149"/>
                  <a:pt x="1016" y="149"/>
                  <a:pt x="1017" y="149"/>
                </a:cubicBezTo>
                <a:cubicBezTo>
                  <a:pt x="1018" y="149"/>
                  <a:pt x="1019" y="148"/>
                  <a:pt x="1019" y="148"/>
                </a:cubicBezTo>
                <a:cubicBezTo>
                  <a:pt x="1020" y="148"/>
                  <a:pt x="1021" y="147"/>
                  <a:pt x="1021" y="147"/>
                </a:cubicBezTo>
                <a:cubicBezTo>
                  <a:pt x="1022" y="146"/>
                  <a:pt x="1022" y="146"/>
                  <a:pt x="1022" y="145"/>
                </a:cubicBezTo>
                <a:cubicBezTo>
                  <a:pt x="1022" y="145"/>
                  <a:pt x="1022" y="144"/>
                  <a:pt x="1021" y="144"/>
                </a:cubicBezTo>
                <a:cubicBezTo>
                  <a:pt x="1021" y="143"/>
                  <a:pt x="1021" y="143"/>
                  <a:pt x="1020" y="143"/>
                </a:cubicBezTo>
                <a:cubicBezTo>
                  <a:pt x="1019" y="142"/>
                  <a:pt x="1018" y="142"/>
                  <a:pt x="1017" y="142"/>
                </a:cubicBezTo>
                <a:cubicBezTo>
                  <a:pt x="1016" y="142"/>
                  <a:pt x="1015" y="142"/>
                  <a:pt x="1014" y="142"/>
                </a:cubicBezTo>
                <a:cubicBezTo>
                  <a:pt x="1013" y="142"/>
                  <a:pt x="1012" y="142"/>
                  <a:pt x="1011" y="142"/>
                </a:cubicBezTo>
                <a:close/>
                <a:moveTo>
                  <a:pt x="1792" y="152"/>
                </a:moveTo>
                <a:cubicBezTo>
                  <a:pt x="1792" y="152"/>
                  <a:pt x="1791" y="151"/>
                  <a:pt x="1791" y="151"/>
                </a:cubicBezTo>
                <a:cubicBezTo>
                  <a:pt x="1791" y="151"/>
                  <a:pt x="1790" y="151"/>
                  <a:pt x="1790" y="151"/>
                </a:cubicBezTo>
                <a:cubicBezTo>
                  <a:pt x="1789" y="151"/>
                  <a:pt x="1789" y="151"/>
                  <a:pt x="1789" y="151"/>
                </a:cubicBezTo>
                <a:cubicBezTo>
                  <a:pt x="1788" y="151"/>
                  <a:pt x="1788" y="151"/>
                  <a:pt x="1787" y="151"/>
                </a:cubicBezTo>
                <a:cubicBezTo>
                  <a:pt x="1787" y="151"/>
                  <a:pt x="1787" y="151"/>
                  <a:pt x="1786" y="151"/>
                </a:cubicBezTo>
                <a:cubicBezTo>
                  <a:pt x="1786" y="151"/>
                  <a:pt x="1785" y="151"/>
                  <a:pt x="1785" y="151"/>
                </a:cubicBezTo>
                <a:cubicBezTo>
                  <a:pt x="1785" y="151"/>
                  <a:pt x="1784" y="151"/>
                  <a:pt x="1784" y="151"/>
                </a:cubicBezTo>
                <a:cubicBezTo>
                  <a:pt x="1784" y="151"/>
                  <a:pt x="1783" y="152"/>
                  <a:pt x="1783" y="152"/>
                </a:cubicBezTo>
                <a:cubicBezTo>
                  <a:pt x="1781" y="152"/>
                  <a:pt x="1780" y="153"/>
                  <a:pt x="1780" y="155"/>
                </a:cubicBezTo>
                <a:cubicBezTo>
                  <a:pt x="1781" y="156"/>
                  <a:pt x="1781" y="156"/>
                  <a:pt x="1781" y="156"/>
                </a:cubicBezTo>
                <a:cubicBezTo>
                  <a:pt x="1781" y="156"/>
                  <a:pt x="1781" y="156"/>
                  <a:pt x="1781" y="157"/>
                </a:cubicBezTo>
                <a:cubicBezTo>
                  <a:pt x="1782" y="157"/>
                  <a:pt x="1782" y="157"/>
                  <a:pt x="1782" y="157"/>
                </a:cubicBezTo>
                <a:cubicBezTo>
                  <a:pt x="1782" y="157"/>
                  <a:pt x="1783" y="157"/>
                  <a:pt x="1783" y="157"/>
                </a:cubicBezTo>
                <a:cubicBezTo>
                  <a:pt x="1784" y="158"/>
                  <a:pt x="1784" y="158"/>
                  <a:pt x="1784" y="158"/>
                </a:cubicBezTo>
                <a:cubicBezTo>
                  <a:pt x="1785" y="158"/>
                  <a:pt x="1786" y="158"/>
                  <a:pt x="1787" y="158"/>
                </a:cubicBezTo>
                <a:cubicBezTo>
                  <a:pt x="1787" y="158"/>
                  <a:pt x="1787" y="158"/>
                  <a:pt x="1787" y="158"/>
                </a:cubicBezTo>
                <a:cubicBezTo>
                  <a:pt x="1788" y="158"/>
                  <a:pt x="1788" y="158"/>
                  <a:pt x="1788" y="158"/>
                </a:cubicBezTo>
                <a:cubicBezTo>
                  <a:pt x="1788" y="158"/>
                  <a:pt x="1788" y="158"/>
                  <a:pt x="1788" y="158"/>
                </a:cubicBezTo>
                <a:cubicBezTo>
                  <a:pt x="1788" y="158"/>
                  <a:pt x="1789" y="158"/>
                  <a:pt x="1789" y="158"/>
                </a:cubicBezTo>
                <a:cubicBezTo>
                  <a:pt x="1789" y="158"/>
                  <a:pt x="1789" y="158"/>
                  <a:pt x="1789" y="158"/>
                </a:cubicBezTo>
                <a:cubicBezTo>
                  <a:pt x="1789" y="158"/>
                  <a:pt x="1789" y="158"/>
                  <a:pt x="1790" y="158"/>
                </a:cubicBezTo>
                <a:cubicBezTo>
                  <a:pt x="1790" y="158"/>
                  <a:pt x="1790" y="158"/>
                  <a:pt x="1790" y="158"/>
                </a:cubicBezTo>
                <a:cubicBezTo>
                  <a:pt x="1790" y="158"/>
                  <a:pt x="1790" y="158"/>
                  <a:pt x="1790" y="158"/>
                </a:cubicBezTo>
                <a:cubicBezTo>
                  <a:pt x="1791" y="158"/>
                  <a:pt x="1791" y="158"/>
                  <a:pt x="1791" y="158"/>
                </a:cubicBezTo>
                <a:cubicBezTo>
                  <a:pt x="1791" y="158"/>
                  <a:pt x="1792" y="158"/>
                  <a:pt x="1792" y="158"/>
                </a:cubicBezTo>
                <a:cubicBezTo>
                  <a:pt x="1792" y="158"/>
                  <a:pt x="1792" y="158"/>
                  <a:pt x="1792" y="158"/>
                </a:cubicBezTo>
                <a:cubicBezTo>
                  <a:pt x="1793" y="158"/>
                  <a:pt x="1793" y="158"/>
                  <a:pt x="1793" y="158"/>
                </a:cubicBezTo>
                <a:cubicBezTo>
                  <a:pt x="1794" y="157"/>
                  <a:pt x="1794" y="157"/>
                  <a:pt x="1794" y="157"/>
                </a:cubicBezTo>
                <a:cubicBezTo>
                  <a:pt x="1795" y="157"/>
                  <a:pt x="1796" y="156"/>
                  <a:pt x="1796" y="155"/>
                </a:cubicBezTo>
                <a:cubicBezTo>
                  <a:pt x="1796" y="154"/>
                  <a:pt x="1796" y="154"/>
                  <a:pt x="1796" y="154"/>
                </a:cubicBezTo>
                <a:cubicBezTo>
                  <a:pt x="1795" y="153"/>
                  <a:pt x="1795" y="153"/>
                  <a:pt x="1795" y="153"/>
                </a:cubicBezTo>
                <a:cubicBezTo>
                  <a:pt x="1794" y="153"/>
                  <a:pt x="1794" y="152"/>
                  <a:pt x="1794" y="152"/>
                </a:cubicBezTo>
                <a:cubicBezTo>
                  <a:pt x="1793" y="152"/>
                  <a:pt x="1793" y="152"/>
                  <a:pt x="1792" y="152"/>
                </a:cubicBezTo>
                <a:cubicBezTo>
                  <a:pt x="1792" y="152"/>
                  <a:pt x="1793" y="152"/>
                  <a:pt x="1792" y="152"/>
                </a:cubicBezTo>
                <a:close/>
                <a:moveTo>
                  <a:pt x="2110" y="152"/>
                </a:moveTo>
                <a:cubicBezTo>
                  <a:pt x="2108" y="151"/>
                  <a:pt x="2107" y="151"/>
                  <a:pt x="2105" y="151"/>
                </a:cubicBezTo>
                <a:cubicBezTo>
                  <a:pt x="2105" y="151"/>
                  <a:pt x="2104" y="151"/>
                  <a:pt x="2104" y="151"/>
                </a:cubicBezTo>
                <a:cubicBezTo>
                  <a:pt x="2103" y="151"/>
                  <a:pt x="2103" y="151"/>
                  <a:pt x="2103" y="151"/>
                </a:cubicBezTo>
                <a:cubicBezTo>
                  <a:pt x="2102" y="151"/>
                  <a:pt x="2102" y="151"/>
                  <a:pt x="2102" y="151"/>
                </a:cubicBezTo>
                <a:cubicBezTo>
                  <a:pt x="2101" y="151"/>
                  <a:pt x="2101" y="152"/>
                  <a:pt x="2101" y="152"/>
                </a:cubicBezTo>
                <a:cubicBezTo>
                  <a:pt x="2100" y="152"/>
                  <a:pt x="2100" y="152"/>
                  <a:pt x="2099" y="152"/>
                </a:cubicBezTo>
                <a:cubicBezTo>
                  <a:pt x="2099" y="152"/>
                  <a:pt x="2099" y="153"/>
                  <a:pt x="2098" y="153"/>
                </a:cubicBezTo>
                <a:cubicBezTo>
                  <a:pt x="2098" y="153"/>
                  <a:pt x="2098" y="153"/>
                  <a:pt x="2098" y="154"/>
                </a:cubicBezTo>
                <a:cubicBezTo>
                  <a:pt x="2098" y="154"/>
                  <a:pt x="2098" y="154"/>
                  <a:pt x="2098" y="155"/>
                </a:cubicBezTo>
                <a:cubicBezTo>
                  <a:pt x="2098" y="156"/>
                  <a:pt x="2099" y="156"/>
                  <a:pt x="2099" y="156"/>
                </a:cubicBezTo>
                <a:cubicBezTo>
                  <a:pt x="2099" y="156"/>
                  <a:pt x="2099" y="156"/>
                  <a:pt x="2099" y="157"/>
                </a:cubicBezTo>
                <a:cubicBezTo>
                  <a:pt x="2100" y="157"/>
                  <a:pt x="2100" y="157"/>
                  <a:pt x="2100" y="157"/>
                </a:cubicBezTo>
                <a:cubicBezTo>
                  <a:pt x="2100" y="157"/>
                  <a:pt x="2101" y="157"/>
                  <a:pt x="2101" y="157"/>
                </a:cubicBezTo>
                <a:cubicBezTo>
                  <a:pt x="2102" y="158"/>
                  <a:pt x="2102" y="158"/>
                  <a:pt x="2102" y="158"/>
                </a:cubicBezTo>
                <a:cubicBezTo>
                  <a:pt x="2103" y="158"/>
                  <a:pt x="2104" y="158"/>
                  <a:pt x="2105" y="158"/>
                </a:cubicBezTo>
                <a:cubicBezTo>
                  <a:pt x="2105" y="158"/>
                  <a:pt x="2106" y="158"/>
                  <a:pt x="2106" y="158"/>
                </a:cubicBezTo>
                <a:cubicBezTo>
                  <a:pt x="2106" y="158"/>
                  <a:pt x="2106" y="158"/>
                  <a:pt x="2106" y="158"/>
                </a:cubicBezTo>
                <a:cubicBezTo>
                  <a:pt x="2106" y="158"/>
                  <a:pt x="2106" y="158"/>
                  <a:pt x="2107" y="158"/>
                </a:cubicBezTo>
                <a:cubicBezTo>
                  <a:pt x="2107" y="158"/>
                  <a:pt x="2107" y="158"/>
                  <a:pt x="2107" y="158"/>
                </a:cubicBezTo>
                <a:cubicBezTo>
                  <a:pt x="2107" y="158"/>
                  <a:pt x="2107" y="158"/>
                  <a:pt x="2107" y="158"/>
                </a:cubicBezTo>
                <a:cubicBezTo>
                  <a:pt x="2108" y="158"/>
                  <a:pt x="2108" y="158"/>
                  <a:pt x="2108" y="158"/>
                </a:cubicBezTo>
                <a:cubicBezTo>
                  <a:pt x="2108" y="158"/>
                  <a:pt x="2108" y="158"/>
                  <a:pt x="2108" y="158"/>
                </a:cubicBezTo>
                <a:cubicBezTo>
                  <a:pt x="2108" y="158"/>
                  <a:pt x="2108" y="158"/>
                  <a:pt x="2109" y="158"/>
                </a:cubicBezTo>
                <a:cubicBezTo>
                  <a:pt x="2109" y="158"/>
                  <a:pt x="2109" y="158"/>
                  <a:pt x="2109" y="158"/>
                </a:cubicBezTo>
                <a:cubicBezTo>
                  <a:pt x="2110" y="158"/>
                  <a:pt x="2110" y="158"/>
                  <a:pt x="2110" y="158"/>
                </a:cubicBezTo>
                <a:cubicBezTo>
                  <a:pt x="2110" y="158"/>
                  <a:pt x="2110" y="158"/>
                  <a:pt x="2111" y="158"/>
                </a:cubicBezTo>
                <a:cubicBezTo>
                  <a:pt x="2111" y="158"/>
                  <a:pt x="2111" y="158"/>
                  <a:pt x="2111" y="158"/>
                </a:cubicBezTo>
                <a:cubicBezTo>
                  <a:pt x="2112" y="157"/>
                  <a:pt x="2112" y="157"/>
                  <a:pt x="2112" y="157"/>
                </a:cubicBezTo>
                <a:cubicBezTo>
                  <a:pt x="2113" y="157"/>
                  <a:pt x="2114" y="156"/>
                  <a:pt x="2114" y="155"/>
                </a:cubicBezTo>
                <a:cubicBezTo>
                  <a:pt x="2114" y="154"/>
                  <a:pt x="2114" y="154"/>
                  <a:pt x="2113" y="154"/>
                </a:cubicBezTo>
                <a:cubicBezTo>
                  <a:pt x="2113" y="153"/>
                  <a:pt x="2113" y="153"/>
                  <a:pt x="2112" y="153"/>
                </a:cubicBezTo>
                <a:cubicBezTo>
                  <a:pt x="2112" y="153"/>
                  <a:pt x="2112" y="152"/>
                  <a:pt x="2111" y="152"/>
                </a:cubicBezTo>
                <a:cubicBezTo>
                  <a:pt x="2111" y="152"/>
                  <a:pt x="2110" y="152"/>
                  <a:pt x="2110" y="152"/>
                </a:cubicBezTo>
                <a:cubicBezTo>
                  <a:pt x="2109" y="152"/>
                  <a:pt x="2110" y="152"/>
                  <a:pt x="2110" y="152"/>
                </a:cubicBezTo>
                <a:close/>
                <a:moveTo>
                  <a:pt x="1316" y="152"/>
                </a:moveTo>
                <a:cubicBezTo>
                  <a:pt x="1314" y="151"/>
                  <a:pt x="1313" y="151"/>
                  <a:pt x="1311" y="151"/>
                </a:cubicBezTo>
                <a:cubicBezTo>
                  <a:pt x="1311" y="151"/>
                  <a:pt x="1310" y="151"/>
                  <a:pt x="1310" y="151"/>
                </a:cubicBezTo>
                <a:cubicBezTo>
                  <a:pt x="1310" y="151"/>
                  <a:pt x="1309" y="151"/>
                  <a:pt x="1309" y="151"/>
                </a:cubicBezTo>
                <a:cubicBezTo>
                  <a:pt x="1308" y="151"/>
                  <a:pt x="1308" y="151"/>
                  <a:pt x="1308" y="151"/>
                </a:cubicBezTo>
                <a:cubicBezTo>
                  <a:pt x="1307" y="151"/>
                  <a:pt x="1307" y="152"/>
                  <a:pt x="1307" y="152"/>
                </a:cubicBezTo>
                <a:cubicBezTo>
                  <a:pt x="1306" y="152"/>
                  <a:pt x="1306" y="152"/>
                  <a:pt x="1305" y="152"/>
                </a:cubicBezTo>
                <a:cubicBezTo>
                  <a:pt x="1305" y="152"/>
                  <a:pt x="1305" y="153"/>
                  <a:pt x="1304" y="153"/>
                </a:cubicBezTo>
                <a:cubicBezTo>
                  <a:pt x="1304" y="153"/>
                  <a:pt x="1304" y="153"/>
                  <a:pt x="1304" y="154"/>
                </a:cubicBezTo>
                <a:cubicBezTo>
                  <a:pt x="1303" y="154"/>
                  <a:pt x="1303" y="154"/>
                  <a:pt x="1304" y="155"/>
                </a:cubicBezTo>
                <a:cubicBezTo>
                  <a:pt x="1304" y="156"/>
                  <a:pt x="1304" y="156"/>
                  <a:pt x="1304" y="156"/>
                </a:cubicBezTo>
                <a:cubicBezTo>
                  <a:pt x="1304" y="156"/>
                  <a:pt x="1304" y="156"/>
                  <a:pt x="1304" y="157"/>
                </a:cubicBezTo>
                <a:cubicBezTo>
                  <a:pt x="1305" y="157"/>
                  <a:pt x="1305" y="157"/>
                  <a:pt x="1305" y="157"/>
                </a:cubicBezTo>
                <a:cubicBezTo>
                  <a:pt x="1305" y="157"/>
                  <a:pt x="1305" y="157"/>
                  <a:pt x="1306" y="157"/>
                </a:cubicBezTo>
                <a:cubicBezTo>
                  <a:pt x="1307" y="158"/>
                  <a:pt x="1307" y="158"/>
                  <a:pt x="1307" y="158"/>
                </a:cubicBezTo>
                <a:cubicBezTo>
                  <a:pt x="1308" y="158"/>
                  <a:pt x="1309" y="158"/>
                  <a:pt x="1310" y="158"/>
                </a:cubicBezTo>
                <a:cubicBezTo>
                  <a:pt x="1310" y="158"/>
                  <a:pt x="1310" y="158"/>
                  <a:pt x="1310" y="158"/>
                </a:cubicBezTo>
                <a:cubicBezTo>
                  <a:pt x="1310" y="158"/>
                  <a:pt x="1310" y="158"/>
                  <a:pt x="1311" y="158"/>
                </a:cubicBezTo>
                <a:cubicBezTo>
                  <a:pt x="1311" y="158"/>
                  <a:pt x="1311" y="158"/>
                  <a:pt x="1311" y="158"/>
                </a:cubicBezTo>
                <a:cubicBezTo>
                  <a:pt x="1311" y="158"/>
                  <a:pt x="1311" y="158"/>
                  <a:pt x="1311" y="158"/>
                </a:cubicBezTo>
                <a:cubicBezTo>
                  <a:pt x="1311" y="158"/>
                  <a:pt x="1312" y="158"/>
                  <a:pt x="1312" y="158"/>
                </a:cubicBezTo>
                <a:cubicBezTo>
                  <a:pt x="1312" y="158"/>
                  <a:pt x="1312" y="158"/>
                  <a:pt x="1312" y="158"/>
                </a:cubicBezTo>
                <a:cubicBezTo>
                  <a:pt x="1312" y="158"/>
                  <a:pt x="1312" y="158"/>
                  <a:pt x="1313" y="158"/>
                </a:cubicBezTo>
                <a:cubicBezTo>
                  <a:pt x="1313" y="158"/>
                  <a:pt x="1313" y="158"/>
                  <a:pt x="1313" y="158"/>
                </a:cubicBezTo>
                <a:cubicBezTo>
                  <a:pt x="1313" y="158"/>
                  <a:pt x="1313" y="158"/>
                  <a:pt x="1314" y="158"/>
                </a:cubicBezTo>
                <a:cubicBezTo>
                  <a:pt x="1314" y="158"/>
                  <a:pt x="1314" y="158"/>
                  <a:pt x="1314" y="158"/>
                </a:cubicBezTo>
                <a:cubicBezTo>
                  <a:pt x="1315" y="158"/>
                  <a:pt x="1315" y="158"/>
                  <a:pt x="1315" y="158"/>
                </a:cubicBezTo>
                <a:cubicBezTo>
                  <a:pt x="1315" y="158"/>
                  <a:pt x="1316" y="158"/>
                  <a:pt x="1316" y="158"/>
                </a:cubicBezTo>
                <a:cubicBezTo>
                  <a:pt x="1317" y="157"/>
                  <a:pt x="1317" y="157"/>
                  <a:pt x="1317" y="157"/>
                </a:cubicBezTo>
                <a:cubicBezTo>
                  <a:pt x="1318" y="157"/>
                  <a:pt x="1319" y="156"/>
                  <a:pt x="1319" y="155"/>
                </a:cubicBezTo>
                <a:cubicBezTo>
                  <a:pt x="1319" y="154"/>
                  <a:pt x="1319" y="154"/>
                  <a:pt x="1319" y="154"/>
                </a:cubicBezTo>
                <a:cubicBezTo>
                  <a:pt x="1319" y="153"/>
                  <a:pt x="1319" y="153"/>
                  <a:pt x="1318" y="153"/>
                </a:cubicBezTo>
                <a:cubicBezTo>
                  <a:pt x="1318" y="153"/>
                  <a:pt x="1318" y="152"/>
                  <a:pt x="1317" y="152"/>
                </a:cubicBezTo>
                <a:cubicBezTo>
                  <a:pt x="1317" y="152"/>
                  <a:pt x="1316" y="152"/>
                  <a:pt x="1316" y="152"/>
                </a:cubicBezTo>
                <a:cubicBezTo>
                  <a:pt x="1315" y="152"/>
                  <a:pt x="1316" y="152"/>
                  <a:pt x="1316" y="152"/>
                </a:cubicBezTo>
                <a:close/>
                <a:moveTo>
                  <a:pt x="1275" y="151"/>
                </a:moveTo>
                <a:cubicBezTo>
                  <a:pt x="1275" y="151"/>
                  <a:pt x="1275" y="151"/>
                  <a:pt x="1275" y="151"/>
                </a:cubicBezTo>
                <a:cubicBezTo>
                  <a:pt x="1274" y="151"/>
                  <a:pt x="1274" y="151"/>
                  <a:pt x="1274" y="151"/>
                </a:cubicBezTo>
                <a:cubicBezTo>
                  <a:pt x="1274" y="151"/>
                  <a:pt x="1273" y="151"/>
                  <a:pt x="1273" y="151"/>
                </a:cubicBezTo>
                <a:cubicBezTo>
                  <a:pt x="1273" y="151"/>
                  <a:pt x="1273" y="151"/>
                  <a:pt x="1273" y="151"/>
                </a:cubicBezTo>
                <a:cubicBezTo>
                  <a:pt x="1273" y="151"/>
                  <a:pt x="1272" y="151"/>
                  <a:pt x="1272" y="151"/>
                </a:cubicBezTo>
                <a:cubicBezTo>
                  <a:pt x="1272" y="151"/>
                  <a:pt x="1272" y="151"/>
                  <a:pt x="1272" y="151"/>
                </a:cubicBezTo>
                <a:cubicBezTo>
                  <a:pt x="1272" y="151"/>
                  <a:pt x="1272" y="151"/>
                  <a:pt x="1272" y="151"/>
                </a:cubicBezTo>
                <a:cubicBezTo>
                  <a:pt x="1271" y="151"/>
                  <a:pt x="1271" y="151"/>
                  <a:pt x="1270" y="151"/>
                </a:cubicBezTo>
                <a:cubicBezTo>
                  <a:pt x="1270" y="151"/>
                  <a:pt x="1270" y="151"/>
                  <a:pt x="1269" y="151"/>
                </a:cubicBezTo>
                <a:cubicBezTo>
                  <a:pt x="1269" y="151"/>
                  <a:pt x="1268" y="151"/>
                  <a:pt x="1268" y="151"/>
                </a:cubicBezTo>
                <a:cubicBezTo>
                  <a:pt x="1268" y="151"/>
                  <a:pt x="1267" y="152"/>
                  <a:pt x="1267" y="152"/>
                </a:cubicBezTo>
                <a:cubicBezTo>
                  <a:pt x="1265" y="152"/>
                  <a:pt x="1263" y="153"/>
                  <a:pt x="1264" y="155"/>
                </a:cubicBezTo>
                <a:cubicBezTo>
                  <a:pt x="1264" y="156"/>
                  <a:pt x="1264" y="156"/>
                  <a:pt x="1264" y="156"/>
                </a:cubicBezTo>
                <a:cubicBezTo>
                  <a:pt x="1264" y="156"/>
                  <a:pt x="1264" y="156"/>
                  <a:pt x="1265" y="157"/>
                </a:cubicBezTo>
                <a:cubicBezTo>
                  <a:pt x="1265" y="157"/>
                  <a:pt x="1265" y="157"/>
                  <a:pt x="1265" y="157"/>
                </a:cubicBezTo>
                <a:cubicBezTo>
                  <a:pt x="1265" y="157"/>
                  <a:pt x="1266" y="157"/>
                  <a:pt x="1266" y="157"/>
                </a:cubicBezTo>
                <a:cubicBezTo>
                  <a:pt x="1267" y="158"/>
                  <a:pt x="1267" y="158"/>
                  <a:pt x="1267" y="158"/>
                </a:cubicBezTo>
                <a:cubicBezTo>
                  <a:pt x="1268" y="158"/>
                  <a:pt x="1269" y="158"/>
                  <a:pt x="1270" y="158"/>
                </a:cubicBezTo>
                <a:cubicBezTo>
                  <a:pt x="1270" y="158"/>
                  <a:pt x="1270" y="158"/>
                  <a:pt x="1270" y="158"/>
                </a:cubicBezTo>
                <a:cubicBezTo>
                  <a:pt x="1270" y="158"/>
                  <a:pt x="1271" y="158"/>
                  <a:pt x="1271" y="158"/>
                </a:cubicBezTo>
                <a:cubicBezTo>
                  <a:pt x="1271" y="158"/>
                  <a:pt x="1271" y="158"/>
                  <a:pt x="1271" y="158"/>
                </a:cubicBezTo>
                <a:cubicBezTo>
                  <a:pt x="1271" y="158"/>
                  <a:pt x="1271" y="158"/>
                  <a:pt x="1272" y="158"/>
                </a:cubicBezTo>
                <a:cubicBezTo>
                  <a:pt x="1272" y="158"/>
                  <a:pt x="1272" y="158"/>
                  <a:pt x="1272" y="158"/>
                </a:cubicBezTo>
                <a:cubicBezTo>
                  <a:pt x="1272" y="158"/>
                  <a:pt x="1272" y="158"/>
                  <a:pt x="1272" y="158"/>
                </a:cubicBezTo>
                <a:cubicBezTo>
                  <a:pt x="1272" y="158"/>
                  <a:pt x="1273" y="158"/>
                  <a:pt x="1273" y="158"/>
                </a:cubicBezTo>
                <a:cubicBezTo>
                  <a:pt x="1273" y="158"/>
                  <a:pt x="1273" y="158"/>
                  <a:pt x="1273" y="158"/>
                </a:cubicBezTo>
                <a:cubicBezTo>
                  <a:pt x="1273" y="158"/>
                  <a:pt x="1274" y="158"/>
                  <a:pt x="1274" y="158"/>
                </a:cubicBezTo>
                <a:cubicBezTo>
                  <a:pt x="1274" y="158"/>
                  <a:pt x="1274" y="158"/>
                  <a:pt x="1275" y="158"/>
                </a:cubicBezTo>
                <a:cubicBezTo>
                  <a:pt x="1275" y="158"/>
                  <a:pt x="1275" y="158"/>
                  <a:pt x="1275" y="158"/>
                </a:cubicBezTo>
                <a:cubicBezTo>
                  <a:pt x="1276" y="158"/>
                  <a:pt x="1276" y="158"/>
                  <a:pt x="1276" y="158"/>
                </a:cubicBezTo>
                <a:cubicBezTo>
                  <a:pt x="1277" y="157"/>
                  <a:pt x="1277" y="157"/>
                  <a:pt x="1277" y="157"/>
                </a:cubicBezTo>
                <a:cubicBezTo>
                  <a:pt x="1278" y="157"/>
                  <a:pt x="1279" y="156"/>
                  <a:pt x="1279" y="155"/>
                </a:cubicBezTo>
                <a:cubicBezTo>
                  <a:pt x="1279" y="154"/>
                  <a:pt x="1279" y="154"/>
                  <a:pt x="1279" y="154"/>
                </a:cubicBezTo>
                <a:cubicBezTo>
                  <a:pt x="1279" y="153"/>
                  <a:pt x="1279" y="153"/>
                  <a:pt x="1279" y="153"/>
                </a:cubicBezTo>
                <a:cubicBezTo>
                  <a:pt x="1278" y="153"/>
                  <a:pt x="1278" y="152"/>
                  <a:pt x="1277" y="152"/>
                </a:cubicBezTo>
                <a:cubicBezTo>
                  <a:pt x="1277" y="152"/>
                  <a:pt x="1276" y="152"/>
                  <a:pt x="1276" y="152"/>
                </a:cubicBezTo>
                <a:cubicBezTo>
                  <a:pt x="1276" y="152"/>
                  <a:pt x="1276" y="151"/>
                  <a:pt x="1275" y="151"/>
                </a:cubicBezTo>
                <a:close/>
                <a:moveTo>
                  <a:pt x="1990" y="152"/>
                </a:moveTo>
                <a:cubicBezTo>
                  <a:pt x="1990" y="151"/>
                  <a:pt x="1989" y="151"/>
                  <a:pt x="1988" y="151"/>
                </a:cubicBezTo>
                <a:cubicBezTo>
                  <a:pt x="1987" y="151"/>
                  <a:pt x="1987" y="151"/>
                  <a:pt x="1987" y="151"/>
                </a:cubicBezTo>
                <a:cubicBezTo>
                  <a:pt x="1987" y="151"/>
                  <a:pt x="1987" y="151"/>
                  <a:pt x="1987" y="151"/>
                </a:cubicBezTo>
                <a:cubicBezTo>
                  <a:pt x="1987" y="151"/>
                  <a:pt x="1986" y="151"/>
                  <a:pt x="1986" y="151"/>
                </a:cubicBezTo>
                <a:cubicBezTo>
                  <a:pt x="1986" y="151"/>
                  <a:pt x="1986" y="151"/>
                  <a:pt x="1986" y="151"/>
                </a:cubicBezTo>
                <a:cubicBezTo>
                  <a:pt x="1986" y="151"/>
                  <a:pt x="1986" y="151"/>
                  <a:pt x="1985" y="151"/>
                </a:cubicBezTo>
                <a:cubicBezTo>
                  <a:pt x="1985" y="151"/>
                  <a:pt x="1985" y="151"/>
                  <a:pt x="1985" y="151"/>
                </a:cubicBezTo>
                <a:cubicBezTo>
                  <a:pt x="1985" y="151"/>
                  <a:pt x="1985" y="151"/>
                  <a:pt x="1985" y="151"/>
                </a:cubicBezTo>
                <a:cubicBezTo>
                  <a:pt x="1985" y="151"/>
                  <a:pt x="1984" y="151"/>
                  <a:pt x="1984" y="151"/>
                </a:cubicBezTo>
                <a:cubicBezTo>
                  <a:pt x="1984" y="151"/>
                  <a:pt x="1984" y="151"/>
                  <a:pt x="1984" y="151"/>
                </a:cubicBezTo>
                <a:cubicBezTo>
                  <a:pt x="1983" y="151"/>
                  <a:pt x="1983" y="151"/>
                  <a:pt x="1983" y="151"/>
                </a:cubicBezTo>
                <a:cubicBezTo>
                  <a:pt x="1983" y="151"/>
                  <a:pt x="1982" y="151"/>
                  <a:pt x="1982" y="151"/>
                </a:cubicBezTo>
                <a:cubicBezTo>
                  <a:pt x="1982" y="151"/>
                  <a:pt x="1982" y="152"/>
                  <a:pt x="1982" y="152"/>
                </a:cubicBezTo>
                <a:cubicBezTo>
                  <a:pt x="1981" y="152"/>
                  <a:pt x="1981" y="152"/>
                  <a:pt x="1980" y="152"/>
                </a:cubicBezTo>
                <a:cubicBezTo>
                  <a:pt x="1980" y="152"/>
                  <a:pt x="1980" y="153"/>
                  <a:pt x="1979" y="153"/>
                </a:cubicBezTo>
                <a:cubicBezTo>
                  <a:pt x="1979" y="153"/>
                  <a:pt x="1979" y="153"/>
                  <a:pt x="1979" y="154"/>
                </a:cubicBezTo>
                <a:cubicBezTo>
                  <a:pt x="1979" y="154"/>
                  <a:pt x="1979" y="154"/>
                  <a:pt x="1979" y="155"/>
                </a:cubicBezTo>
                <a:cubicBezTo>
                  <a:pt x="1979" y="156"/>
                  <a:pt x="1979" y="156"/>
                  <a:pt x="1980" y="156"/>
                </a:cubicBezTo>
                <a:cubicBezTo>
                  <a:pt x="1980" y="156"/>
                  <a:pt x="1980" y="156"/>
                  <a:pt x="1980" y="157"/>
                </a:cubicBezTo>
                <a:cubicBezTo>
                  <a:pt x="1980" y="157"/>
                  <a:pt x="1981" y="157"/>
                  <a:pt x="1981" y="157"/>
                </a:cubicBezTo>
                <a:cubicBezTo>
                  <a:pt x="1981" y="157"/>
                  <a:pt x="1981" y="157"/>
                  <a:pt x="1982" y="157"/>
                </a:cubicBezTo>
                <a:cubicBezTo>
                  <a:pt x="1983" y="158"/>
                  <a:pt x="1983" y="158"/>
                  <a:pt x="1983" y="158"/>
                </a:cubicBezTo>
                <a:cubicBezTo>
                  <a:pt x="1984" y="158"/>
                  <a:pt x="1985" y="158"/>
                  <a:pt x="1986" y="158"/>
                </a:cubicBezTo>
                <a:cubicBezTo>
                  <a:pt x="1986" y="158"/>
                  <a:pt x="1986" y="158"/>
                  <a:pt x="1986" y="158"/>
                </a:cubicBezTo>
                <a:cubicBezTo>
                  <a:pt x="1987" y="158"/>
                  <a:pt x="1987" y="158"/>
                  <a:pt x="1987" y="158"/>
                </a:cubicBezTo>
                <a:cubicBezTo>
                  <a:pt x="1987" y="158"/>
                  <a:pt x="1987" y="158"/>
                  <a:pt x="1987" y="158"/>
                </a:cubicBezTo>
                <a:cubicBezTo>
                  <a:pt x="1987" y="158"/>
                  <a:pt x="1987" y="158"/>
                  <a:pt x="1988" y="158"/>
                </a:cubicBezTo>
                <a:cubicBezTo>
                  <a:pt x="1988" y="158"/>
                  <a:pt x="1988" y="158"/>
                  <a:pt x="1988" y="158"/>
                </a:cubicBezTo>
                <a:cubicBezTo>
                  <a:pt x="1988" y="158"/>
                  <a:pt x="1988" y="158"/>
                  <a:pt x="1988" y="158"/>
                </a:cubicBezTo>
                <a:cubicBezTo>
                  <a:pt x="1989" y="158"/>
                  <a:pt x="1989" y="158"/>
                  <a:pt x="1989" y="158"/>
                </a:cubicBezTo>
                <a:cubicBezTo>
                  <a:pt x="1989" y="158"/>
                  <a:pt x="1989" y="158"/>
                  <a:pt x="1989" y="158"/>
                </a:cubicBezTo>
                <a:cubicBezTo>
                  <a:pt x="1989" y="158"/>
                  <a:pt x="1990" y="158"/>
                  <a:pt x="1990" y="158"/>
                </a:cubicBezTo>
                <a:cubicBezTo>
                  <a:pt x="1990" y="158"/>
                  <a:pt x="1990" y="158"/>
                  <a:pt x="1991" y="158"/>
                </a:cubicBezTo>
                <a:cubicBezTo>
                  <a:pt x="1991" y="158"/>
                  <a:pt x="1991" y="158"/>
                  <a:pt x="1991" y="158"/>
                </a:cubicBezTo>
                <a:cubicBezTo>
                  <a:pt x="1992" y="158"/>
                  <a:pt x="1992" y="158"/>
                  <a:pt x="1992" y="158"/>
                </a:cubicBezTo>
                <a:cubicBezTo>
                  <a:pt x="1993" y="157"/>
                  <a:pt x="1993" y="157"/>
                  <a:pt x="1993" y="157"/>
                </a:cubicBezTo>
                <a:cubicBezTo>
                  <a:pt x="1994" y="157"/>
                  <a:pt x="1994" y="157"/>
                  <a:pt x="1994" y="156"/>
                </a:cubicBezTo>
                <a:cubicBezTo>
                  <a:pt x="1994" y="156"/>
                  <a:pt x="1995" y="155"/>
                  <a:pt x="1995" y="155"/>
                </a:cubicBezTo>
                <a:cubicBezTo>
                  <a:pt x="1995" y="155"/>
                  <a:pt x="1995" y="154"/>
                  <a:pt x="1995" y="154"/>
                </a:cubicBezTo>
                <a:cubicBezTo>
                  <a:pt x="1995" y="154"/>
                  <a:pt x="1994" y="154"/>
                  <a:pt x="1994" y="154"/>
                </a:cubicBezTo>
                <a:cubicBezTo>
                  <a:pt x="1994" y="154"/>
                  <a:pt x="1994" y="154"/>
                  <a:pt x="1994" y="154"/>
                </a:cubicBezTo>
                <a:cubicBezTo>
                  <a:pt x="1994" y="153"/>
                  <a:pt x="1994" y="153"/>
                  <a:pt x="1994" y="153"/>
                </a:cubicBezTo>
                <a:cubicBezTo>
                  <a:pt x="1993" y="153"/>
                  <a:pt x="1992" y="152"/>
                  <a:pt x="1992" y="152"/>
                </a:cubicBezTo>
                <a:lnTo>
                  <a:pt x="1990" y="152"/>
                </a:lnTo>
                <a:close/>
                <a:moveTo>
                  <a:pt x="2030" y="152"/>
                </a:moveTo>
                <a:cubicBezTo>
                  <a:pt x="2029" y="151"/>
                  <a:pt x="2027" y="151"/>
                  <a:pt x="2026" y="151"/>
                </a:cubicBezTo>
                <a:cubicBezTo>
                  <a:pt x="2025" y="151"/>
                  <a:pt x="2025" y="151"/>
                  <a:pt x="2024" y="151"/>
                </a:cubicBezTo>
                <a:cubicBezTo>
                  <a:pt x="2024" y="151"/>
                  <a:pt x="2024" y="151"/>
                  <a:pt x="2023" y="151"/>
                </a:cubicBezTo>
                <a:cubicBezTo>
                  <a:pt x="2023" y="151"/>
                  <a:pt x="2023" y="151"/>
                  <a:pt x="2022" y="151"/>
                </a:cubicBezTo>
                <a:cubicBezTo>
                  <a:pt x="2022" y="151"/>
                  <a:pt x="2022" y="152"/>
                  <a:pt x="2021" y="152"/>
                </a:cubicBezTo>
                <a:cubicBezTo>
                  <a:pt x="2019" y="152"/>
                  <a:pt x="2018" y="153"/>
                  <a:pt x="2019" y="155"/>
                </a:cubicBezTo>
                <a:cubicBezTo>
                  <a:pt x="2020" y="156"/>
                  <a:pt x="2021" y="157"/>
                  <a:pt x="2021" y="157"/>
                </a:cubicBezTo>
                <a:cubicBezTo>
                  <a:pt x="2023" y="158"/>
                  <a:pt x="2023" y="158"/>
                  <a:pt x="2023" y="158"/>
                </a:cubicBezTo>
                <a:cubicBezTo>
                  <a:pt x="2024" y="158"/>
                  <a:pt x="2025" y="158"/>
                  <a:pt x="2026" y="158"/>
                </a:cubicBezTo>
                <a:cubicBezTo>
                  <a:pt x="2026" y="158"/>
                  <a:pt x="2026" y="158"/>
                  <a:pt x="2026" y="158"/>
                </a:cubicBezTo>
                <a:cubicBezTo>
                  <a:pt x="2026" y="158"/>
                  <a:pt x="2026" y="158"/>
                  <a:pt x="2027" y="158"/>
                </a:cubicBezTo>
                <a:cubicBezTo>
                  <a:pt x="2027" y="158"/>
                  <a:pt x="2027" y="158"/>
                  <a:pt x="2027" y="158"/>
                </a:cubicBezTo>
                <a:cubicBezTo>
                  <a:pt x="2027" y="158"/>
                  <a:pt x="2027" y="158"/>
                  <a:pt x="2027" y="158"/>
                </a:cubicBezTo>
                <a:cubicBezTo>
                  <a:pt x="2028" y="158"/>
                  <a:pt x="2028" y="158"/>
                  <a:pt x="2028" y="158"/>
                </a:cubicBezTo>
                <a:cubicBezTo>
                  <a:pt x="2028" y="158"/>
                  <a:pt x="2028" y="158"/>
                  <a:pt x="2028" y="158"/>
                </a:cubicBezTo>
                <a:cubicBezTo>
                  <a:pt x="2028" y="158"/>
                  <a:pt x="2028" y="158"/>
                  <a:pt x="2029" y="158"/>
                </a:cubicBezTo>
                <a:cubicBezTo>
                  <a:pt x="2029" y="158"/>
                  <a:pt x="2029" y="158"/>
                  <a:pt x="2029" y="158"/>
                </a:cubicBezTo>
                <a:cubicBezTo>
                  <a:pt x="2029" y="158"/>
                  <a:pt x="2029" y="158"/>
                  <a:pt x="2030" y="158"/>
                </a:cubicBezTo>
                <a:cubicBezTo>
                  <a:pt x="2030" y="158"/>
                  <a:pt x="2030" y="158"/>
                  <a:pt x="2030" y="158"/>
                </a:cubicBezTo>
                <a:cubicBezTo>
                  <a:pt x="2031" y="158"/>
                  <a:pt x="2031" y="158"/>
                  <a:pt x="2031" y="158"/>
                </a:cubicBezTo>
                <a:cubicBezTo>
                  <a:pt x="2031" y="158"/>
                  <a:pt x="2031" y="158"/>
                  <a:pt x="2032" y="158"/>
                </a:cubicBezTo>
                <a:cubicBezTo>
                  <a:pt x="2033" y="157"/>
                  <a:pt x="2033" y="157"/>
                  <a:pt x="2033" y="157"/>
                </a:cubicBezTo>
                <a:cubicBezTo>
                  <a:pt x="2034" y="157"/>
                  <a:pt x="2034" y="156"/>
                  <a:pt x="2034" y="155"/>
                </a:cubicBezTo>
                <a:cubicBezTo>
                  <a:pt x="2034" y="154"/>
                  <a:pt x="2034" y="154"/>
                  <a:pt x="2034" y="154"/>
                </a:cubicBezTo>
                <a:cubicBezTo>
                  <a:pt x="2034" y="153"/>
                  <a:pt x="2033" y="153"/>
                  <a:pt x="2033" y="153"/>
                </a:cubicBezTo>
                <a:cubicBezTo>
                  <a:pt x="2033" y="153"/>
                  <a:pt x="2032" y="152"/>
                  <a:pt x="2032" y="152"/>
                </a:cubicBezTo>
                <a:cubicBezTo>
                  <a:pt x="2031" y="152"/>
                  <a:pt x="2031" y="152"/>
                  <a:pt x="2030" y="152"/>
                </a:cubicBezTo>
                <a:cubicBezTo>
                  <a:pt x="2030" y="152"/>
                  <a:pt x="2031" y="152"/>
                  <a:pt x="2030" y="152"/>
                </a:cubicBezTo>
                <a:close/>
                <a:moveTo>
                  <a:pt x="1355" y="151"/>
                </a:moveTo>
                <a:cubicBezTo>
                  <a:pt x="1354" y="151"/>
                  <a:pt x="1354" y="151"/>
                  <a:pt x="1354" y="151"/>
                </a:cubicBezTo>
                <a:cubicBezTo>
                  <a:pt x="1354" y="151"/>
                  <a:pt x="1354" y="151"/>
                  <a:pt x="1353" y="151"/>
                </a:cubicBezTo>
                <a:cubicBezTo>
                  <a:pt x="1353" y="151"/>
                  <a:pt x="1353" y="151"/>
                  <a:pt x="1353" y="151"/>
                </a:cubicBezTo>
                <a:cubicBezTo>
                  <a:pt x="1352" y="151"/>
                  <a:pt x="1352" y="151"/>
                  <a:pt x="1352" y="151"/>
                </a:cubicBezTo>
                <a:cubicBezTo>
                  <a:pt x="1352" y="151"/>
                  <a:pt x="1352" y="151"/>
                  <a:pt x="1352" y="151"/>
                </a:cubicBezTo>
                <a:cubicBezTo>
                  <a:pt x="1352" y="151"/>
                  <a:pt x="1351" y="151"/>
                  <a:pt x="1351" y="151"/>
                </a:cubicBezTo>
                <a:cubicBezTo>
                  <a:pt x="1351" y="151"/>
                  <a:pt x="1351" y="151"/>
                  <a:pt x="1351" y="151"/>
                </a:cubicBezTo>
                <a:cubicBezTo>
                  <a:pt x="1350" y="151"/>
                  <a:pt x="1350" y="151"/>
                  <a:pt x="1350" y="151"/>
                </a:cubicBezTo>
                <a:cubicBezTo>
                  <a:pt x="1349" y="151"/>
                  <a:pt x="1349" y="151"/>
                  <a:pt x="1349" y="151"/>
                </a:cubicBezTo>
                <a:cubicBezTo>
                  <a:pt x="1348" y="151"/>
                  <a:pt x="1348" y="151"/>
                  <a:pt x="1347" y="151"/>
                </a:cubicBezTo>
                <a:cubicBezTo>
                  <a:pt x="1347" y="151"/>
                  <a:pt x="1347" y="152"/>
                  <a:pt x="1346" y="152"/>
                </a:cubicBezTo>
                <a:cubicBezTo>
                  <a:pt x="1346" y="152"/>
                  <a:pt x="1345" y="152"/>
                  <a:pt x="1345" y="152"/>
                </a:cubicBezTo>
                <a:cubicBezTo>
                  <a:pt x="1345" y="152"/>
                  <a:pt x="1344" y="153"/>
                  <a:pt x="1344" y="153"/>
                </a:cubicBezTo>
                <a:cubicBezTo>
                  <a:pt x="1344" y="153"/>
                  <a:pt x="1343" y="153"/>
                  <a:pt x="1343" y="154"/>
                </a:cubicBezTo>
                <a:cubicBezTo>
                  <a:pt x="1343" y="154"/>
                  <a:pt x="1343" y="154"/>
                  <a:pt x="1343" y="155"/>
                </a:cubicBezTo>
                <a:cubicBezTo>
                  <a:pt x="1343" y="156"/>
                  <a:pt x="1343" y="156"/>
                  <a:pt x="1344" y="156"/>
                </a:cubicBezTo>
                <a:cubicBezTo>
                  <a:pt x="1344" y="156"/>
                  <a:pt x="1344" y="156"/>
                  <a:pt x="1344" y="157"/>
                </a:cubicBezTo>
                <a:cubicBezTo>
                  <a:pt x="1344" y="157"/>
                  <a:pt x="1344" y="157"/>
                  <a:pt x="1345" y="157"/>
                </a:cubicBezTo>
                <a:cubicBezTo>
                  <a:pt x="1345" y="157"/>
                  <a:pt x="1345" y="157"/>
                  <a:pt x="1345" y="157"/>
                </a:cubicBezTo>
                <a:cubicBezTo>
                  <a:pt x="1347" y="158"/>
                  <a:pt x="1347" y="158"/>
                  <a:pt x="1347" y="158"/>
                </a:cubicBezTo>
                <a:cubicBezTo>
                  <a:pt x="1348" y="158"/>
                  <a:pt x="1349" y="158"/>
                  <a:pt x="1350" y="158"/>
                </a:cubicBezTo>
                <a:cubicBezTo>
                  <a:pt x="1350" y="158"/>
                  <a:pt x="1350" y="158"/>
                  <a:pt x="1350" y="158"/>
                </a:cubicBezTo>
                <a:cubicBezTo>
                  <a:pt x="1350" y="158"/>
                  <a:pt x="1350" y="158"/>
                  <a:pt x="1350" y="158"/>
                </a:cubicBezTo>
                <a:cubicBezTo>
                  <a:pt x="1350" y="158"/>
                  <a:pt x="1351" y="158"/>
                  <a:pt x="1351" y="158"/>
                </a:cubicBezTo>
                <a:cubicBezTo>
                  <a:pt x="1351" y="158"/>
                  <a:pt x="1351" y="158"/>
                  <a:pt x="1351" y="158"/>
                </a:cubicBezTo>
                <a:cubicBezTo>
                  <a:pt x="1351" y="158"/>
                  <a:pt x="1351" y="158"/>
                  <a:pt x="1352" y="158"/>
                </a:cubicBezTo>
                <a:cubicBezTo>
                  <a:pt x="1352" y="158"/>
                  <a:pt x="1352" y="158"/>
                  <a:pt x="1352" y="158"/>
                </a:cubicBezTo>
                <a:cubicBezTo>
                  <a:pt x="1352" y="158"/>
                  <a:pt x="1352" y="158"/>
                  <a:pt x="1352" y="158"/>
                </a:cubicBezTo>
                <a:cubicBezTo>
                  <a:pt x="1352" y="158"/>
                  <a:pt x="1353" y="158"/>
                  <a:pt x="1353" y="158"/>
                </a:cubicBezTo>
                <a:cubicBezTo>
                  <a:pt x="1353" y="158"/>
                  <a:pt x="1353" y="158"/>
                  <a:pt x="1353" y="158"/>
                </a:cubicBezTo>
                <a:cubicBezTo>
                  <a:pt x="1354" y="158"/>
                  <a:pt x="1354" y="158"/>
                  <a:pt x="1354" y="158"/>
                </a:cubicBezTo>
                <a:cubicBezTo>
                  <a:pt x="1354" y="158"/>
                  <a:pt x="1355" y="158"/>
                  <a:pt x="1355" y="158"/>
                </a:cubicBezTo>
                <a:cubicBezTo>
                  <a:pt x="1355" y="158"/>
                  <a:pt x="1355" y="158"/>
                  <a:pt x="1356" y="158"/>
                </a:cubicBezTo>
                <a:cubicBezTo>
                  <a:pt x="1357" y="157"/>
                  <a:pt x="1357" y="157"/>
                  <a:pt x="1357" y="157"/>
                </a:cubicBezTo>
                <a:cubicBezTo>
                  <a:pt x="1358" y="157"/>
                  <a:pt x="1359" y="156"/>
                  <a:pt x="1359" y="155"/>
                </a:cubicBezTo>
                <a:cubicBezTo>
                  <a:pt x="1359" y="154"/>
                  <a:pt x="1359" y="154"/>
                  <a:pt x="1359" y="154"/>
                </a:cubicBezTo>
                <a:cubicBezTo>
                  <a:pt x="1359" y="153"/>
                  <a:pt x="1358" y="153"/>
                  <a:pt x="1358" y="153"/>
                </a:cubicBezTo>
                <a:cubicBezTo>
                  <a:pt x="1358" y="153"/>
                  <a:pt x="1357" y="152"/>
                  <a:pt x="1357" y="152"/>
                </a:cubicBezTo>
                <a:cubicBezTo>
                  <a:pt x="1356" y="152"/>
                  <a:pt x="1356" y="152"/>
                  <a:pt x="1355" y="152"/>
                </a:cubicBezTo>
                <a:cubicBezTo>
                  <a:pt x="1355" y="152"/>
                  <a:pt x="1355" y="151"/>
                  <a:pt x="1355" y="151"/>
                </a:cubicBezTo>
                <a:close/>
                <a:moveTo>
                  <a:pt x="1672" y="151"/>
                </a:moveTo>
                <a:cubicBezTo>
                  <a:pt x="1670" y="151"/>
                  <a:pt x="1669" y="151"/>
                  <a:pt x="1668" y="151"/>
                </a:cubicBezTo>
                <a:cubicBezTo>
                  <a:pt x="1668" y="151"/>
                  <a:pt x="1668" y="151"/>
                  <a:pt x="1667" y="151"/>
                </a:cubicBezTo>
                <a:cubicBezTo>
                  <a:pt x="1667" y="151"/>
                  <a:pt x="1666" y="151"/>
                  <a:pt x="1666" y="151"/>
                </a:cubicBezTo>
                <a:cubicBezTo>
                  <a:pt x="1666" y="151"/>
                  <a:pt x="1665" y="151"/>
                  <a:pt x="1665" y="151"/>
                </a:cubicBezTo>
                <a:cubicBezTo>
                  <a:pt x="1665" y="151"/>
                  <a:pt x="1664" y="152"/>
                  <a:pt x="1664" y="152"/>
                </a:cubicBezTo>
                <a:cubicBezTo>
                  <a:pt x="1662" y="152"/>
                  <a:pt x="1661" y="153"/>
                  <a:pt x="1661" y="155"/>
                </a:cubicBezTo>
                <a:cubicBezTo>
                  <a:pt x="1661" y="156"/>
                  <a:pt x="1661" y="156"/>
                  <a:pt x="1662" y="156"/>
                </a:cubicBezTo>
                <a:cubicBezTo>
                  <a:pt x="1662" y="156"/>
                  <a:pt x="1662" y="156"/>
                  <a:pt x="1662" y="157"/>
                </a:cubicBezTo>
                <a:cubicBezTo>
                  <a:pt x="1662" y="157"/>
                  <a:pt x="1663" y="157"/>
                  <a:pt x="1663" y="157"/>
                </a:cubicBezTo>
                <a:cubicBezTo>
                  <a:pt x="1663" y="157"/>
                  <a:pt x="1663" y="157"/>
                  <a:pt x="1664" y="157"/>
                </a:cubicBezTo>
                <a:cubicBezTo>
                  <a:pt x="1665" y="158"/>
                  <a:pt x="1665" y="158"/>
                  <a:pt x="1665" y="158"/>
                </a:cubicBezTo>
                <a:cubicBezTo>
                  <a:pt x="1666" y="158"/>
                  <a:pt x="1667" y="158"/>
                  <a:pt x="1668" y="158"/>
                </a:cubicBezTo>
                <a:cubicBezTo>
                  <a:pt x="1668" y="158"/>
                  <a:pt x="1668" y="158"/>
                  <a:pt x="1668" y="158"/>
                </a:cubicBezTo>
                <a:cubicBezTo>
                  <a:pt x="1668" y="158"/>
                  <a:pt x="1668" y="158"/>
                  <a:pt x="1669" y="158"/>
                </a:cubicBezTo>
                <a:cubicBezTo>
                  <a:pt x="1669" y="158"/>
                  <a:pt x="1669" y="158"/>
                  <a:pt x="1669" y="158"/>
                </a:cubicBezTo>
                <a:cubicBezTo>
                  <a:pt x="1669" y="158"/>
                  <a:pt x="1669" y="158"/>
                  <a:pt x="1669" y="158"/>
                </a:cubicBezTo>
                <a:cubicBezTo>
                  <a:pt x="1669" y="158"/>
                  <a:pt x="1670" y="158"/>
                  <a:pt x="1670" y="158"/>
                </a:cubicBezTo>
                <a:cubicBezTo>
                  <a:pt x="1670" y="158"/>
                  <a:pt x="1670" y="158"/>
                  <a:pt x="1670" y="158"/>
                </a:cubicBezTo>
                <a:cubicBezTo>
                  <a:pt x="1670" y="158"/>
                  <a:pt x="1670" y="158"/>
                  <a:pt x="1671" y="158"/>
                </a:cubicBezTo>
                <a:cubicBezTo>
                  <a:pt x="1671" y="158"/>
                  <a:pt x="1671" y="158"/>
                  <a:pt x="1671" y="158"/>
                </a:cubicBezTo>
                <a:cubicBezTo>
                  <a:pt x="1671" y="158"/>
                  <a:pt x="1671" y="158"/>
                  <a:pt x="1671" y="158"/>
                </a:cubicBezTo>
                <a:cubicBezTo>
                  <a:pt x="1671" y="158"/>
                  <a:pt x="1672" y="158"/>
                  <a:pt x="1672" y="158"/>
                </a:cubicBezTo>
                <a:cubicBezTo>
                  <a:pt x="1672" y="158"/>
                  <a:pt x="1672" y="158"/>
                  <a:pt x="1672" y="158"/>
                </a:cubicBezTo>
                <a:cubicBezTo>
                  <a:pt x="1672" y="158"/>
                  <a:pt x="1672" y="158"/>
                  <a:pt x="1672" y="158"/>
                </a:cubicBezTo>
                <a:cubicBezTo>
                  <a:pt x="1674" y="158"/>
                  <a:pt x="1674" y="158"/>
                  <a:pt x="1674" y="158"/>
                </a:cubicBezTo>
                <a:cubicBezTo>
                  <a:pt x="1675" y="157"/>
                  <a:pt x="1675" y="157"/>
                  <a:pt x="1675" y="157"/>
                </a:cubicBezTo>
                <a:cubicBezTo>
                  <a:pt x="1676" y="157"/>
                  <a:pt x="1677" y="156"/>
                  <a:pt x="1677" y="155"/>
                </a:cubicBezTo>
                <a:cubicBezTo>
                  <a:pt x="1677" y="154"/>
                  <a:pt x="1677" y="154"/>
                  <a:pt x="1677" y="154"/>
                </a:cubicBezTo>
                <a:cubicBezTo>
                  <a:pt x="1676" y="154"/>
                  <a:pt x="1676" y="153"/>
                  <a:pt x="1676" y="153"/>
                </a:cubicBezTo>
                <a:cubicBezTo>
                  <a:pt x="1676" y="153"/>
                  <a:pt x="1676" y="153"/>
                  <a:pt x="1675" y="153"/>
                </a:cubicBezTo>
                <a:cubicBezTo>
                  <a:pt x="1675" y="152"/>
                  <a:pt x="1675" y="152"/>
                  <a:pt x="1674" y="152"/>
                </a:cubicBezTo>
                <a:cubicBezTo>
                  <a:pt x="1673" y="152"/>
                  <a:pt x="1673" y="152"/>
                  <a:pt x="1673" y="152"/>
                </a:cubicBezTo>
                <a:lnTo>
                  <a:pt x="1672" y="151"/>
                </a:lnTo>
                <a:close/>
                <a:moveTo>
                  <a:pt x="1951" y="152"/>
                </a:moveTo>
                <a:cubicBezTo>
                  <a:pt x="1950" y="152"/>
                  <a:pt x="1950" y="151"/>
                  <a:pt x="1950" y="151"/>
                </a:cubicBezTo>
                <a:cubicBezTo>
                  <a:pt x="1949" y="151"/>
                  <a:pt x="1949" y="151"/>
                  <a:pt x="1949" y="151"/>
                </a:cubicBezTo>
                <a:cubicBezTo>
                  <a:pt x="1948" y="151"/>
                  <a:pt x="1948" y="151"/>
                  <a:pt x="1947" y="151"/>
                </a:cubicBezTo>
                <a:cubicBezTo>
                  <a:pt x="1947" y="151"/>
                  <a:pt x="1947" y="151"/>
                  <a:pt x="1946" y="151"/>
                </a:cubicBezTo>
                <a:cubicBezTo>
                  <a:pt x="1946" y="151"/>
                  <a:pt x="1945" y="151"/>
                  <a:pt x="1945" y="151"/>
                </a:cubicBezTo>
                <a:cubicBezTo>
                  <a:pt x="1945" y="151"/>
                  <a:pt x="1944" y="151"/>
                  <a:pt x="1944" y="151"/>
                </a:cubicBezTo>
                <a:cubicBezTo>
                  <a:pt x="1944" y="151"/>
                  <a:pt x="1943" y="151"/>
                  <a:pt x="1943" y="151"/>
                </a:cubicBezTo>
                <a:cubicBezTo>
                  <a:pt x="1942" y="151"/>
                  <a:pt x="1942" y="152"/>
                  <a:pt x="1942" y="152"/>
                </a:cubicBezTo>
                <a:cubicBezTo>
                  <a:pt x="1940" y="152"/>
                  <a:pt x="1939" y="153"/>
                  <a:pt x="1939" y="155"/>
                </a:cubicBezTo>
                <a:cubicBezTo>
                  <a:pt x="1940" y="156"/>
                  <a:pt x="1940" y="156"/>
                  <a:pt x="1940" y="156"/>
                </a:cubicBezTo>
                <a:cubicBezTo>
                  <a:pt x="1940" y="156"/>
                  <a:pt x="1940" y="156"/>
                  <a:pt x="1940" y="157"/>
                </a:cubicBezTo>
                <a:cubicBezTo>
                  <a:pt x="1941" y="157"/>
                  <a:pt x="1941" y="157"/>
                  <a:pt x="1941" y="157"/>
                </a:cubicBezTo>
                <a:cubicBezTo>
                  <a:pt x="1941" y="157"/>
                  <a:pt x="1942" y="157"/>
                  <a:pt x="1942" y="157"/>
                </a:cubicBezTo>
                <a:cubicBezTo>
                  <a:pt x="1943" y="158"/>
                  <a:pt x="1943" y="158"/>
                  <a:pt x="1943" y="158"/>
                </a:cubicBezTo>
                <a:cubicBezTo>
                  <a:pt x="1944" y="158"/>
                  <a:pt x="1945" y="158"/>
                  <a:pt x="1946" y="158"/>
                </a:cubicBezTo>
                <a:cubicBezTo>
                  <a:pt x="1946" y="158"/>
                  <a:pt x="1946" y="158"/>
                  <a:pt x="1947" y="158"/>
                </a:cubicBezTo>
                <a:cubicBezTo>
                  <a:pt x="1947" y="158"/>
                  <a:pt x="1947" y="158"/>
                  <a:pt x="1947" y="158"/>
                </a:cubicBezTo>
                <a:cubicBezTo>
                  <a:pt x="1947" y="158"/>
                  <a:pt x="1947" y="158"/>
                  <a:pt x="1947" y="158"/>
                </a:cubicBezTo>
                <a:cubicBezTo>
                  <a:pt x="1948" y="158"/>
                  <a:pt x="1948" y="158"/>
                  <a:pt x="1948" y="158"/>
                </a:cubicBezTo>
                <a:cubicBezTo>
                  <a:pt x="1948" y="158"/>
                  <a:pt x="1948" y="158"/>
                  <a:pt x="1948" y="158"/>
                </a:cubicBezTo>
                <a:cubicBezTo>
                  <a:pt x="1948" y="158"/>
                  <a:pt x="1949" y="158"/>
                  <a:pt x="1949" y="158"/>
                </a:cubicBezTo>
                <a:cubicBezTo>
                  <a:pt x="1949" y="158"/>
                  <a:pt x="1949" y="158"/>
                  <a:pt x="1949" y="158"/>
                </a:cubicBezTo>
                <a:cubicBezTo>
                  <a:pt x="1949" y="158"/>
                  <a:pt x="1949" y="158"/>
                  <a:pt x="1949" y="158"/>
                </a:cubicBezTo>
                <a:cubicBezTo>
                  <a:pt x="1950" y="158"/>
                  <a:pt x="1950" y="158"/>
                  <a:pt x="1950" y="158"/>
                </a:cubicBezTo>
                <a:cubicBezTo>
                  <a:pt x="1950" y="158"/>
                  <a:pt x="1951" y="158"/>
                  <a:pt x="1951" y="158"/>
                </a:cubicBezTo>
                <a:cubicBezTo>
                  <a:pt x="1951" y="158"/>
                  <a:pt x="1951" y="158"/>
                  <a:pt x="1952" y="158"/>
                </a:cubicBezTo>
                <a:cubicBezTo>
                  <a:pt x="1952" y="158"/>
                  <a:pt x="1952" y="158"/>
                  <a:pt x="1952" y="158"/>
                </a:cubicBezTo>
                <a:cubicBezTo>
                  <a:pt x="1953" y="157"/>
                  <a:pt x="1953" y="157"/>
                  <a:pt x="1953" y="157"/>
                </a:cubicBezTo>
                <a:cubicBezTo>
                  <a:pt x="1954" y="157"/>
                  <a:pt x="1955" y="156"/>
                  <a:pt x="1955" y="155"/>
                </a:cubicBezTo>
                <a:cubicBezTo>
                  <a:pt x="1955" y="154"/>
                  <a:pt x="1955" y="154"/>
                  <a:pt x="1954" y="154"/>
                </a:cubicBezTo>
                <a:cubicBezTo>
                  <a:pt x="1954" y="153"/>
                  <a:pt x="1954" y="153"/>
                  <a:pt x="1954" y="153"/>
                </a:cubicBezTo>
                <a:cubicBezTo>
                  <a:pt x="1953" y="153"/>
                  <a:pt x="1953" y="152"/>
                  <a:pt x="1952" y="152"/>
                </a:cubicBezTo>
                <a:cubicBezTo>
                  <a:pt x="1952" y="152"/>
                  <a:pt x="1951" y="152"/>
                  <a:pt x="1951" y="152"/>
                </a:cubicBezTo>
                <a:cubicBezTo>
                  <a:pt x="1950" y="152"/>
                  <a:pt x="1951" y="152"/>
                  <a:pt x="1951" y="152"/>
                </a:cubicBezTo>
                <a:close/>
                <a:moveTo>
                  <a:pt x="1395" y="152"/>
                </a:moveTo>
                <a:cubicBezTo>
                  <a:pt x="1395" y="152"/>
                  <a:pt x="1394" y="151"/>
                  <a:pt x="1394" y="151"/>
                </a:cubicBezTo>
                <a:cubicBezTo>
                  <a:pt x="1394" y="151"/>
                  <a:pt x="1393" y="151"/>
                  <a:pt x="1393" y="151"/>
                </a:cubicBezTo>
                <a:cubicBezTo>
                  <a:pt x="1393" y="151"/>
                  <a:pt x="1392" y="151"/>
                  <a:pt x="1392" y="151"/>
                </a:cubicBezTo>
                <a:cubicBezTo>
                  <a:pt x="1391" y="151"/>
                  <a:pt x="1391" y="151"/>
                  <a:pt x="1391" y="151"/>
                </a:cubicBezTo>
                <a:cubicBezTo>
                  <a:pt x="1390" y="151"/>
                  <a:pt x="1390" y="151"/>
                  <a:pt x="1389" y="151"/>
                </a:cubicBezTo>
                <a:cubicBezTo>
                  <a:pt x="1389" y="151"/>
                  <a:pt x="1389" y="151"/>
                  <a:pt x="1388" y="151"/>
                </a:cubicBezTo>
                <a:cubicBezTo>
                  <a:pt x="1388" y="151"/>
                  <a:pt x="1388" y="151"/>
                  <a:pt x="1387" y="151"/>
                </a:cubicBezTo>
                <a:cubicBezTo>
                  <a:pt x="1387" y="151"/>
                  <a:pt x="1386" y="152"/>
                  <a:pt x="1386" y="152"/>
                </a:cubicBezTo>
                <a:cubicBezTo>
                  <a:pt x="1384" y="152"/>
                  <a:pt x="1383" y="153"/>
                  <a:pt x="1383" y="155"/>
                </a:cubicBezTo>
                <a:cubicBezTo>
                  <a:pt x="1383" y="156"/>
                  <a:pt x="1383" y="156"/>
                  <a:pt x="1383" y="156"/>
                </a:cubicBezTo>
                <a:cubicBezTo>
                  <a:pt x="1383" y="156"/>
                  <a:pt x="1384" y="156"/>
                  <a:pt x="1384" y="157"/>
                </a:cubicBezTo>
                <a:cubicBezTo>
                  <a:pt x="1384" y="157"/>
                  <a:pt x="1384" y="157"/>
                  <a:pt x="1384" y="157"/>
                </a:cubicBezTo>
                <a:cubicBezTo>
                  <a:pt x="1385" y="157"/>
                  <a:pt x="1385" y="157"/>
                  <a:pt x="1385" y="157"/>
                </a:cubicBezTo>
                <a:cubicBezTo>
                  <a:pt x="1386" y="158"/>
                  <a:pt x="1386" y="158"/>
                  <a:pt x="1386" y="158"/>
                </a:cubicBezTo>
                <a:cubicBezTo>
                  <a:pt x="1387" y="158"/>
                  <a:pt x="1388" y="158"/>
                  <a:pt x="1389" y="158"/>
                </a:cubicBezTo>
                <a:cubicBezTo>
                  <a:pt x="1389" y="158"/>
                  <a:pt x="1390" y="158"/>
                  <a:pt x="1390" y="158"/>
                </a:cubicBezTo>
                <a:cubicBezTo>
                  <a:pt x="1390" y="158"/>
                  <a:pt x="1390" y="158"/>
                  <a:pt x="1390" y="158"/>
                </a:cubicBezTo>
                <a:cubicBezTo>
                  <a:pt x="1390" y="158"/>
                  <a:pt x="1390" y="158"/>
                  <a:pt x="1390" y="158"/>
                </a:cubicBezTo>
                <a:cubicBezTo>
                  <a:pt x="1391" y="158"/>
                  <a:pt x="1391" y="158"/>
                  <a:pt x="1391" y="158"/>
                </a:cubicBezTo>
                <a:cubicBezTo>
                  <a:pt x="1391" y="158"/>
                  <a:pt x="1391" y="158"/>
                  <a:pt x="1391" y="158"/>
                </a:cubicBezTo>
                <a:cubicBezTo>
                  <a:pt x="1391" y="158"/>
                  <a:pt x="1392" y="158"/>
                  <a:pt x="1392" y="158"/>
                </a:cubicBezTo>
                <a:cubicBezTo>
                  <a:pt x="1392" y="158"/>
                  <a:pt x="1392" y="158"/>
                  <a:pt x="1392" y="158"/>
                </a:cubicBezTo>
                <a:cubicBezTo>
                  <a:pt x="1392" y="158"/>
                  <a:pt x="1392" y="158"/>
                  <a:pt x="1392" y="158"/>
                </a:cubicBezTo>
                <a:cubicBezTo>
                  <a:pt x="1393" y="158"/>
                  <a:pt x="1393" y="158"/>
                  <a:pt x="1393" y="158"/>
                </a:cubicBezTo>
                <a:cubicBezTo>
                  <a:pt x="1393" y="158"/>
                  <a:pt x="1394" y="158"/>
                  <a:pt x="1394" y="158"/>
                </a:cubicBezTo>
                <a:cubicBezTo>
                  <a:pt x="1394" y="158"/>
                  <a:pt x="1394" y="158"/>
                  <a:pt x="1395" y="158"/>
                </a:cubicBezTo>
                <a:cubicBezTo>
                  <a:pt x="1395" y="158"/>
                  <a:pt x="1395" y="158"/>
                  <a:pt x="1395" y="158"/>
                </a:cubicBezTo>
                <a:cubicBezTo>
                  <a:pt x="1396" y="157"/>
                  <a:pt x="1396" y="157"/>
                  <a:pt x="1396" y="157"/>
                </a:cubicBezTo>
                <a:cubicBezTo>
                  <a:pt x="1398" y="157"/>
                  <a:pt x="1398" y="156"/>
                  <a:pt x="1399" y="155"/>
                </a:cubicBezTo>
                <a:cubicBezTo>
                  <a:pt x="1399" y="154"/>
                  <a:pt x="1399" y="154"/>
                  <a:pt x="1398" y="154"/>
                </a:cubicBezTo>
                <a:cubicBezTo>
                  <a:pt x="1398" y="153"/>
                  <a:pt x="1398" y="153"/>
                  <a:pt x="1398" y="153"/>
                </a:cubicBezTo>
                <a:cubicBezTo>
                  <a:pt x="1397" y="153"/>
                  <a:pt x="1397" y="152"/>
                  <a:pt x="1397" y="152"/>
                </a:cubicBezTo>
                <a:cubicBezTo>
                  <a:pt x="1396" y="152"/>
                  <a:pt x="1396" y="152"/>
                  <a:pt x="1395" y="152"/>
                </a:cubicBezTo>
                <a:cubicBezTo>
                  <a:pt x="1395" y="152"/>
                  <a:pt x="1396" y="152"/>
                  <a:pt x="1395" y="152"/>
                </a:cubicBezTo>
                <a:close/>
                <a:moveTo>
                  <a:pt x="1633" y="152"/>
                </a:moveTo>
                <a:cubicBezTo>
                  <a:pt x="1633" y="152"/>
                  <a:pt x="1633" y="151"/>
                  <a:pt x="1632" y="151"/>
                </a:cubicBezTo>
                <a:cubicBezTo>
                  <a:pt x="1632" y="151"/>
                  <a:pt x="1631" y="151"/>
                  <a:pt x="1631" y="151"/>
                </a:cubicBezTo>
                <a:cubicBezTo>
                  <a:pt x="1631" y="151"/>
                  <a:pt x="1630" y="151"/>
                  <a:pt x="1630" y="151"/>
                </a:cubicBezTo>
                <a:cubicBezTo>
                  <a:pt x="1630" y="151"/>
                  <a:pt x="1629" y="151"/>
                  <a:pt x="1629" y="151"/>
                </a:cubicBezTo>
                <a:cubicBezTo>
                  <a:pt x="1628" y="151"/>
                  <a:pt x="1628" y="151"/>
                  <a:pt x="1628" y="151"/>
                </a:cubicBezTo>
                <a:cubicBezTo>
                  <a:pt x="1627" y="151"/>
                  <a:pt x="1627" y="151"/>
                  <a:pt x="1626" y="151"/>
                </a:cubicBezTo>
                <a:cubicBezTo>
                  <a:pt x="1626" y="151"/>
                  <a:pt x="1626" y="151"/>
                  <a:pt x="1625" y="151"/>
                </a:cubicBezTo>
                <a:cubicBezTo>
                  <a:pt x="1625" y="151"/>
                  <a:pt x="1625" y="152"/>
                  <a:pt x="1624" y="152"/>
                </a:cubicBezTo>
                <a:cubicBezTo>
                  <a:pt x="1622" y="152"/>
                  <a:pt x="1621" y="153"/>
                  <a:pt x="1621" y="155"/>
                </a:cubicBezTo>
                <a:cubicBezTo>
                  <a:pt x="1622" y="156"/>
                  <a:pt x="1623" y="157"/>
                  <a:pt x="1624" y="157"/>
                </a:cubicBezTo>
                <a:cubicBezTo>
                  <a:pt x="1625" y="158"/>
                  <a:pt x="1625" y="158"/>
                  <a:pt x="1625" y="158"/>
                </a:cubicBezTo>
                <a:cubicBezTo>
                  <a:pt x="1626" y="158"/>
                  <a:pt x="1627" y="158"/>
                  <a:pt x="1628" y="158"/>
                </a:cubicBezTo>
                <a:cubicBezTo>
                  <a:pt x="1628" y="158"/>
                  <a:pt x="1628" y="158"/>
                  <a:pt x="1628" y="158"/>
                </a:cubicBezTo>
                <a:cubicBezTo>
                  <a:pt x="1628" y="158"/>
                  <a:pt x="1629" y="158"/>
                  <a:pt x="1629" y="158"/>
                </a:cubicBezTo>
                <a:cubicBezTo>
                  <a:pt x="1629" y="158"/>
                  <a:pt x="1629" y="158"/>
                  <a:pt x="1629" y="158"/>
                </a:cubicBezTo>
                <a:cubicBezTo>
                  <a:pt x="1629" y="158"/>
                  <a:pt x="1629" y="158"/>
                  <a:pt x="1630" y="158"/>
                </a:cubicBezTo>
                <a:cubicBezTo>
                  <a:pt x="1630" y="158"/>
                  <a:pt x="1630" y="158"/>
                  <a:pt x="1630" y="158"/>
                </a:cubicBezTo>
                <a:cubicBezTo>
                  <a:pt x="1630" y="158"/>
                  <a:pt x="1630" y="158"/>
                  <a:pt x="1630" y="158"/>
                </a:cubicBezTo>
                <a:cubicBezTo>
                  <a:pt x="1631" y="158"/>
                  <a:pt x="1631" y="158"/>
                  <a:pt x="1631" y="158"/>
                </a:cubicBezTo>
                <a:cubicBezTo>
                  <a:pt x="1631" y="158"/>
                  <a:pt x="1631" y="158"/>
                  <a:pt x="1631" y="158"/>
                </a:cubicBezTo>
                <a:cubicBezTo>
                  <a:pt x="1631" y="158"/>
                  <a:pt x="1632" y="158"/>
                  <a:pt x="1632" y="158"/>
                </a:cubicBezTo>
                <a:cubicBezTo>
                  <a:pt x="1632" y="158"/>
                  <a:pt x="1632" y="158"/>
                  <a:pt x="1633" y="158"/>
                </a:cubicBezTo>
                <a:cubicBezTo>
                  <a:pt x="1633" y="158"/>
                  <a:pt x="1633" y="158"/>
                  <a:pt x="1633" y="158"/>
                </a:cubicBezTo>
                <a:cubicBezTo>
                  <a:pt x="1634" y="158"/>
                  <a:pt x="1634" y="158"/>
                  <a:pt x="1634" y="158"/>
                </a:cubicBezTo>
                <a:cubicBezTo>
                  <a:pt x="1635" y="157"/>
                  <a:pt x="1635" y="157"/>
                  <a:pt x="1635" y="157"/>
                </a:cubicBezTo>
                <a:cubicBezTo>
                  <a:pt x="1636" y="157"/>
                  <a:pt x="1637" y="156"/>
                  <a:pt x="1637" y="155"/>
                </a:cubicBezTo>
                <a:cubicBezTo>
                  <a:pt x="1637" y="154"/>
                  <a:pt x="1637" y="154"/>
                  <a:pt x="1637" y="154"/>
                </a:cubicBezTo>
                <a:cubicBezTo>
                  <a:pt x="1637" y="153"/>
                  <a:pt x="1636" y="153"/>
                  <a:pt x="1636" y="153"/>
                </a:cubicBezTo>
                <a:cubicBezTo>
                  <a:pt x="1636" y="153"/>
                  <a:pt x="1635" y="152"/>
                  <a:pt x="1635" y="152"/>
                </a:cubicBezTo>
                <a:cubicBezTo>
                  <a:pt x="1634" y="152"/>
                  <a:pt x="1634" y="152"/>
                  <a:pt x="1633" y="152"/>
                </a:cubicBezTo>
                <a:cubicBezTo>
                  <a:pt x="1633" y="152"/>
                  <a:pt x="1634" y="152"/>
                  <a:pt x="1633" y="152"/>
                </a:cubicBezTo>
                <a:close/>
                <a:moveTo>
                  <a:pt x="1830" y="151"/>
                </a:moveTo>
                <a:cubicBezTo>
                  <a:pt x="1829" y="151"/>
                  <a:pt x="1828" y="151"/>
                  <a:pt x="1827" y="151"/>
                </a:cubicBezTo>
                <a:cubicBezTo>
                  <a:pt x="1827" y="151"/>
                  <a:pt x="1826" y="151"/>
                  <a:pt x="1826" y="151"/>
                </a:cubicBezTo>
                <a:cubicBezTo>
                  <a:pt x="1826" y="151"/>
                  <a:pt x="1825" y="151"/>
                  <a:pt x="1825" y="151"/>
                </a:cubicBezTo>
                <a:cubicBezTo>
                  <a:pt x="1824" y="151"/>
                  <a:pt x="1824" y="151"/>
                  <a:pt x="1824" y="151"/>
                </a:cubicBezTo>
                <a:cubicBezTo>
                  <a:pt x="1823" y="151"/>
                  <a:pt x="1823" y="152"/>
                  <a:pt x="1823" y="152"/>
                </a:cubicBezTo>
                <a:cubicBezTo>
                  <a:pt x="1822" y="152"/>
                  <a:pt x="1822" y="152"/>
                  <a:pt x="1822" y="152"/>
                </a:cubicBezTo>
                <a:cubicBezTo>
                  <a:pt x="1821" y="152"/>
                  <a:pt x="1821" y="153"/>
                  <a:pt x="1821" y="153"/>
                </a:cubicBezTo>
                <a:cubicBezTo>
                  <a:pt x="1820" y="153"/>
                  <a:pt x="1820" y="153"/>
                  <a:pt x="1820" y="154"/>
                </a:cubicBezTo>
                <a:cubicBezTo>
                  <a:pt x="1820" y="154"/>
                  <a:pt x="1820" y="154"/>
                  <a:pt x="1820" y="155"/>
                </a:cubicBezTo>
                <a:cubicBezTo>
                  <a:pt x="1820" y="156"/>
                  <a:pt x="1820" y="156"/>
                  <a:pt x="1821" y="156"/>
                </a:cubicBezTo>
                <a:cubicBezTo>
                  <a:pt x="1821" y="156"/>
                  <a:pt x="1821" y="156"/>
                  <a:pt x="1821" y="157"/>
                </a:cubicBezTo>
                <a:cubicBezTo>
                  <a:pt x="1821" y="157"/>
                  <a:pt x="1822" y="157"/>
                  <a:pt x="1822" y="157"/>
                </a:cubicBezTo>
                <a:cubicBezTo>
                  <a:pt x="1822" y="157"/>
                  <a:pt x="1822" y="157"/>
                  <a:pt x="1823" y="157"/>
                </a:cubicBezTo>
                <a:cubicBezTo>
                  <a:pt x="1824" y="158"/>
                  <a:pt x="1824" y="158"/>
                  <a:pt x="1824" y="158"/>
                </a:cubicBezTo>
                <a:cubicBezTo>
                  <a:pt x="1825" y="158"/>
                  <a:pt x="1826" y="158"/>
                  <a:pt x="1827" y="158"/>
                </a:cubicBezTo>
                <a:cubicBezTo>
                  <a:pt x="1827" y="158"/>
                  <a:pt x="1827" y="158"/>
                  <a:pt x="1827" y="158"/>
                </a:cubicBezTo>
                <a:cubicBezTo>
                  <a:pt x="1827" y="158"/>
                  <a:pt x="1828" y="158"/>
                  <a:pt x="1828" y="158"/>
                </a:cubicBezTo>
                <a:cubicBezTo>
                  <a:pt x="1828" y="158"/>
                  <a:pt x="1828" y="158"/>
                  <a:pt x="1828" y="158"/>
                </a:cubicBezTo>
                <a:cubicBezTo>
                  <a:pt x="1828" y="158"/>
                  <a:pt x="1828" y="158"/>
                  <a:pt x="1829" y="158"/>
                </a:cubicBezTo>
                <a:cubicBezTo>
                  <a:pt x="1829" y="158"/>
                  <a:pt x="1829" y="158"/>
                  <a:pt x="1829" y="158"/>
                </a:cubicBezTo>
                <a:cubicBezTo>
                  <a:pt x="1829" y="158"/>
                  <a:pt x="1829" y="158"/>
                  <a:pt x="1829" y="158"/>
                </a:cubicBezTo>
                <a:cubicBezTo>
                  <a:pt x="1829" y="158"/>
                  <a:pt x="1830" y="158"/>
                  <a:pt x="1830" y="158"/>
                </a:cubicBezTo>
                <a:cubicBezTo>
                  <a:pt x="1830" y="158"/>
                  <a:pt x="1830" y="158"/>
                  <a:pt x="1830" y="158"/>
                </a:cubicBezTo>
                <a:cubicBezTo>
                  <a:pt x="1830" y="158"/>
                  <a:pt x="1830" y="158"/>
                  <a:pt x="1830" y="158"/>
                </a:cubicBezTo>
                <a:cubicBezTo>
                  <a:pt x="1831" y="158"/>
                  <a:pt x="1831" y="158"/>
                  <a:pt x="1831" y="158"/>
                </a:cubicBezTo>
                <a:cubicBezTo>
                  <a:pt x="1831" y="158"/>
                  <a:pt x="1831" y="158"/>
                  <a:pt x="1831" y="158"/>
                </a:cubicBezTo>
                <a:cubicBezTo>
                  <a:pt x="1831" y="158"/>
                  <a:pt x="1831" y="158"/>
                  <a:pt x="1832" y="158"/>
                </a:cubicBezTo>
                <a:cubicBezTo>
                  <a:pt x="1833" y="158"/>
                  <a:pt x="1833" y="158"/>
                  <a:pt x="1833" y="158"/>
                </a:cubicBezTo>
                <a:cubicBezTo>
                  <a:pt x="1834" y="157"/>
                  <a:pt x="1834" y="157"/>
                  <a:pt x="1834" y="157"/>
                </a:cubicBezTo>
                <a:cubicBezTo>
                  <a:pt x="1835" y="157"/>
                  <a:pt x="1836" y="156"/>
                  <a:pt x="1836" y="155"/>
                </a:cubicBezTo>
                <a:cubicBezTo>
                  <a:pt x="1836" y="154"/>
                  <a:pt x="1836" y="154"/>
                  <a:pt x="1835" y="154"/>
                </a:cubicBezTo>
                <a:cubicBezTo>
                  <a:pt x="1835" y="153"/>
                  <a:pt x="1835" y="153"/>
                  <a:pt x="1834" y="153"/>
                </a:cubicBezTo>
                <a:cubicBezTo>
                  <a:pt x="1834" y="153"/>
                  <a:pt x="1834" y="152"/>
                  <a:pt x="1833" y="152"/>
                </a:cubicBezTo>
                <a:cubicBezTo>
                  <a:pt x="1833" y="152"/>
                  <a:pt x="1832" y="152"/>
                  <a:pt x="1832" y="152"/>
                </a:cubicBezTo>
                <a:lnTo>
                  <a:pt x="1830" y="151"/>
                </a:lnTo>
                <a:close/>
                <a:moveTo>
                  <a:pt x="1713" y="152"/>
                </a:moveTo>
                <a:cubicBezTo>
                  <a:pt x="1711" y="151"/>
                  <a:pt x="1710" y="151"/>
                  <a:pt x="1708" y="151"/>
                </a:cubicBezTo>
                <a:cubicBezTo>
                  <a:pt x="1708" y="151"/>
                  <a:pt x="1707" y="151"/>
                  <a:pt x="1707" y="151"/>
                </a:cubicBezTo>
                <a:cubicBezTo>
                  <a:pt x="1706" y="151"/>
                  <a:pt x="1706" y="151"/>
                  <a:pt x="1706" y="151"/>
                </a:cubicBezTo>
                <a:cubicBezTo>
                  <a:pt x="1705" y="151"/>
                  <a:pt x="1705" y="151"/>
                  <a:pt x="1705" y="151"/>
                </a:cubicBezTo>
                <a:cubicBezTo>
                  <a:pt x="1704" y="151"/>
                  <a:pt x="1704" y="152"/>
                  <a:pt x="1704" y="152"/>
                </a:cubicBezTo>
                <a:cubicBezTo>
                  <a:pt x="1703" y="152"/>
                  <a:pt x="1703" y="152"/>
                  <a:pt x="1702" y="152"/>
                </a:cubicBezTo>
                <a:cubicBezTo>
                  <a:pt x="1702" y="152"/>
                  <a:pt x="1702" y="153"/>
                  <a:pt x="1701" y="153"/>
                </a:cubicBezTo>
                <a:cubicBezTo>
                  <a:pt x="1701" y="153"/>
                  <a:pt x="1701" y="153"/>
                  <a:pt x="1701" y="154"/>
                </a:cubicBezTo>
                <a:cubicBezTo>
                  <a:pt x="1701" y="154"/>
                  <a:pt x="1701" y="154"/>
                  <a:pt x="1701" y="155"/>
                </a:cubicBezTo>
                <a:cubicBezTo>
                  <a:pt x="1701" y="156"/>
                  <a:pt x="1701" y="156"/>
                  <a:pt x="1701" y="156"/>
                </a:cubicBezTo>
                <a:cubicBezTo>
                  <a:pt x="1701" y="156"/>
                  <a:pt x="1702" y="156"/>
                  <a:pt x="1702" y="157"/>
                </a:cubicBezTo>
                <a:cubicBezTo>
                  <a:pt x="1702" y="157"/>
                  <a:pt x="1702" y="157"/>
                  <a:pt x="1703" y="157"/>
                </a:cubicBezTo>
                <a:cubicBezTo>
                  <a:pt x="1703" y="157"/>
                  <a:pt x="1703" y="157"/>
                  <a:pt x="1703" y="157"/>
                </a:cubicBezTo>
                <a:cubicBezTo>
                  <a:pt x="1705" y="158"/>
                  <a:pt x="1705" y="158"/>
                  <a:pt x="1705" y="158"/>
                </a:cubicBezTo>
                <a:cubicBezTo>
                  <a:pt x="1706" y="158"/>
                  <a:pt x="1707" y="158"/>
                  <a:pt x="1708" y="158"/>
                </a:cubicBezTo>
                <a:cubicBezTo>
                  <a:pt x="1708" y="158"/>
                  <a:pt x="1708" y="158"/>
                  <a:pt x="1708" y="158"/>
                </a:cubicBezTo>
                <a:cubicBezTo>
                  <a:pt x="1708" y="158"/>
                  <a:pt x="1708" y="158"/>
                  <a:pt x="1708" y="158"/>
                </a:cubicBezTo>
                <a:cubicBezTo>
                  <a:pt x="1708" y="158"/>
                  <a:pt x="1709" y="158"/>
                  <a:pt x="1709" y="158"/>
                </a:cubicBezTo>
                <a:cubicBezTo>
                  <a:pt x="1709" y="158"/>
                  <a:pt x="1709" y="158"/>
                  <a:pt x="1709" y="158"/>
                </a:cubicBezTo>
                <a:cubicBezTo>
                  <a:pt x="1709" y="158"/>
                  <a:pt x="1709" y="158"/>
                  <a:pt x="1710" y="158"/>
                </a:cubicBezTo>
                <a:cubicBezTo>
                  <a:pt x="1710" y="158"/>
                  <a:pt x="1710" y="158"/>
                  <a:pt x="1710" y="158"/>
                </a:cubicBezTo>
                <a:cubicBezTo>
                  <a:pt x="1710" y="158"/>
                  <a:pt x="1710" y="158"/>
                  <a:pt x="1710" y="158"/>
                </a:cubicBezTo>
                <a:cubicBezTo>
                  <a:pt x="1711" y="158"/>
                  <a:pt x="1711" y="158"/>
                  <a:pt x="1711" y="158"/>
                </a:cubicBezTo>
                <a:cubicBezTo>
                  <a:pt x="1711" y="158"/>
                  <a:pt x="1711" y="158"/>
                  <a:pt x="1712" y="158"/>
                </a:cubicBezTo>
                <a:cubicBezTo>
                  <a:pt x="1712" y="158"/>
                  <a:pt x="1712" y="158"/>
                  <a:pt x="1712" y="158"/>
                </a:cubicBezTo>
                <a:cubicBezTo>
                  <a:pt x="1712" y="158"/>
                  <a:pt x="1713" y="158"/>
                  <a:pt x="1713" y="158"/>
                </a:cubicBezTo>
                <a:cubicBezTo>
                  <a:pt x="1713" y="158"/>
                  <a:pt x="1713" y="158"/>
                  <a:pt x="1714" y="158"/>
                </a:cubicBezTo>
                <a:cubicBezTo>
                  <a:pt x="1715" y="157"/>
                  <a:pt x="1715" y="157"/>
                  <a:pt x="1715" y="157"/>
                </a:cubicBezTo>
                <a:cubicBezTo>
                  <a:pt x="1716" y="157"/>
                  <a:pt x="1716" y="156"/>
                  <a:pt x="1717" y="155"/>
                </a:cubicBezTo>
                <a:cubicBezTo>
                  <a:pt x="1717" y="154"/>
                  <a:pt x="1716" y="154"/>
                  <a:pt x="1716" y="154"/>
                </a:cubicBezTo>
                <a:cubicBezTo>
                  <a:pt x="1716" y="153"/>
                  <a:pt x="1716" y="153"/>
                  <a:pt x="1715" y="153"/>
                </a:cubicBezTo>
                <a:cubicBezTo>
                  <a:pt x="1715" y="153"/>
                  <a:pt x="1715" y="152"/>
                  <a:pt x="1714" y="152"/>
                </a:cubicBezTo>
                <a:cubicBezTo>
                  <a:pt x="1714" y="152"/>
                  <a:pt x="1713" y="152"/>
                  <a:pt x="1713" y="152"/>
                </a:cubicBezTo>
                <a:cubicBezTo>
                  <a:pt x="1712" y="152"/>
                  <a:pt x="1713" y="152"/>
                  <a:pt x="1713" y="152"/>
                </a:cubicBezTo>
                <a:close/>
                <a:moveTo>
                  <a:pt x="1474" y="152"/>
                </a:moveTo>
                <a:cubicBezTo>
                  <a:pt x="1473" y="151"/>
                  <a:pt x="1471" y="151"/>
                  <a:pt x="1470" y="151"/>
                </a:cubicBezTo>
                <a:cubicBezTo>
                  <a:pt x="1470" y="151"/>
                  <a:pt x="1469" y="151"/>
                  <a:pt x="1469" y="151"/>
                </a:cubicBezTo>
                <a:cubicBezTo>
                  <a:pt x="1468" y="151"/>
                  <a:pt x="1468" y="151"/>
                  <a:pt x="1468" y="151"/>
                </a:cubicBezTo>
                <a:cubicBezTo>
                  <a:pt x="1467" y="151"/>
                  <a:pt x="1467" y="151"/>
                  <a:pt x="1467" y="151"/>
                </a:cubicBezTo>
                <a:cubicBezTo>
                  <a:pt x="1466" y="151"/>
                  <a:pt x="1466" y="152"/>
                  <a:pt x="1466" y="152"/>
                </a:cubicBezTo>
                <a:cubicBezTo>
                  <a:pt x="1465" y="152"/>
                  <a:pt x="1465" y="152"/>
                  <a:pt x="1464" y="152"/>
                </a:cubicBezTo>
                <a:cubicBezTo>
                  <a:pt x="1464" y="152"/>
                  <a:pt x="1463" y="153"/>
                  <a:pt x="1463" y="153"/>
                </a:cubicBezTo>
                <a:cubicBezTo>
                  <a:pt x="1463" y="153"/>
                  <a:pt x="1463" y="153"/>
                  <a:pt x="1462" y="154"/>
                </a:cubicBezTo>
                <a:cubicBezTo>
                  <a:pt x="1462" y="154"/>
                  <a:pt x="1462" y="154"/>
                  <a:pt x="1462" y="155"/>
                </a:cubicBezTo>
                <a:cubicBezTo>
                  <a:pt x="1463" y="156"/>
                  <a:pt x="1463" y="156"/>
                  <a:pt x="1463" y="156"/>
                </a:cubicBezTo>
                <a:cubicBezTo>
                  <a:pt x="1463" y="156"/>
                  <a:pt x="1463" y="156"/>
                  <a:pt x="1463" y="157"/>
                </a:cubicBezTo>
                <a:cubicBezTo>
                  <a:pt x="1464" y="157"/>
                  <a:pt x="1464" y="157"/>
                  <a:pt x="1464" y="157"/>
                </a:cubicBezTo>
                <a:cubicBezTo>
                  <a:pt x="1464" y="157"/>
                  <a:pt x="1464" y="157"/>
                  <a:pt x="1465" y="157"/>
                </a:cubicBezTo>
                <a:cubicBezTo>
                  <a:pt x="1466" y="158"/>
                  <a:pt x="1466" y="158"/>
                  <a:pt x="1466" y="158"/>
                </a:cubicBezTo>
                <a:cubicBezTo>
                  <a:pt x="1467" y="158"/>
                  <a:pt x="1468" y="158"/>
                  <a:pt x="1469" y="158"/>
                </a:cubicBezTo>
                <a:cubicBezTo>
                  <a:pt x="1469" y="158"/>
                  <a:pt x="1469" y="158"/>
                  <a:pt x="1469" y="158"/>
                </a:cubicBezTo>
                <a:cubicBezTo>
                  <a:pt x="1469" y="158"/>
                  <a:pt x="1470" y="158"/>
                  <a:pt x="1470" y="158"/>
                </a:cubicBezTo>
                <a:cubicBezTo>
                  <a:pt x="1470" y="158"/>
                  <a:pt x="1470" y="158"/>
                  <a:pt x="1470" y="158"/>
                </a:cubicBezTo>
                <a:cubicBezTo>
                  <a:pt x="1470" y="158"/>
                  <a:pt x="1470" y="158"/>
                  <a:pt x="1470" y="158"/>
                </a:cubicBezTo>
                <a:cubicBezTo>
                  <a:pt x="1471" y="158"/>
                  <a:pt x="1471" y="158"/>
                  <a:pt x="1471" y="158"/>
                </a:cubicBezTo>
                <a:cubicBezTo>
                  <a:pt x="1471" y="158"/>
                  <a:pt x="1471" y="158"/>
                  <a:pt x="1471" y="158"/>
                </a:cubicBezTo>
                <a:cubicBezTo>
                  <a:pt x="1471" y="158"/>
                  <a:pt x="1472" y="158"/>
                  <a:pt x="1472" y="158"/>
                </a:cubicBezTo>
                <a:cubicBezTo>
                  <a:pt x="1472" y="158"/>
                  <a:pt x="1472" y="158"/>
                  <a:pt x="1472" y="158"/>
                </a:cubicBezTo>
                <a:cubicBezTo>
                  <a:pt x="1472" y="158"/>
                  <a:pt x="1473" y="158"/>
                  <a:pt x="1473" y="158"/>
                </a:cubicBezTo>
                <a:cubicBezTo>
                  <a:pt x="1473" y="158"/>
                  <a:pt x="1473" y="158"/>
                  <a:pt x="1474" y="158"/>
                </a:cubicBezTo>
                <a:cubicBezTo>
                  <a:pt x="1474" y="158"/>
                  <a:pt x="1474" y="158"/>
                  <a:pt x="1474" y="158"/>
                </a:cubicBezTo>
                <a:cubicBezTo>
                  <a:pt x="1474" y="158"/>
                  <a:pt x="1475" y="158"/>
                  <a:pt x="1475" y="158"/>
                </a:cubicBezTo>
                <a:cubicBezTo>
                  <a:pt x="1476" y="157"/>
                  <a:pt x="1476" y="157"/>
                  <a:pt x="1476" y="157"/>
                </a:cubicBezTo>
                <a:cubicBezTo>
                  <a:pt x="1477" y="157"/>
                  <a:pt x="1478" y="156"/>
                  <a:pt x="1478" y="155"/>
                </a:cubicBezTo>
                <a:cubicBezTo>
                  <a:pt x="1478" y="154"/>
                  <a:pt x="1478" y="154"/>
                  <a:pt x="1478" y="154"/>
                </a:cubicBezTo>
                <a:cubicBezTo>
                  <a:pt x="1478" y="153"/>
                  <a:pt x="1477" y="153"/>
                  <a:pt x="1477" y="153"/>
                </a:cubicBezTo>
                <a:cubicBezTo>
                  <a:pt x="1477" y="153"/>
                  <a:pt x="1476" y="152"/>
                  <a:pt x="1476" y="152"/>
                </a:cubicBezTo>
                <a:cubicBezTo>
                  <a:pt x="1475" y="152"/>
                  <a:pt x="1475" y="152"/>
                  <a:pt x="1474" y="152"/>
                </a:cubicBezTo>
                <a:cubicBezTo>
                  <a:pt x="1474" y="152"/>
                  <a:pt x="1475" y="152"/>
                  <a:pt x="1474" y="152"/>
                </a:cubicBezTo>
                <a:close/>
                <a:moveTo>
                  <a:pt x="1910" y="151"/>
                </a:moveTo>
                <a:cubicBezTo>
                  <a:pt x="1909" y="151"/>
                  <a:pt x="1908" y="151"/>
                  <a:pt x="1907" y="151"/>
                </a:cubicBezTo>
                <a:cubicBezTo>
                  <a:pt x="1906" y="151"/>
                  <a:pt x="1906" y="151"/>
                  <a:pt x="1905" y="151"/>
                </a:cubicBezTo>
                <a:cubicBezTo>
                  <a:pt x="1905" y="151"/>
                  <a:pt x="1905" y="151"/>
                  <a:pt x="1904" y="151"/>
                </a:cubicBezTo>
                <a:cubicBezTo>
                  <a:pt x="1904" y="151"/>
                  <a:pt x="1903" y="151"/>
                  <a:pt x="1903" y="151"/>
                </a:cubicBezTo>
                <a:cubicBezTo>
                  <a:pt x="1903" y="151"/>
                  <a:pt x="1902" y="152"/>
                  <a:pt x="1902" y="152"/>
                </a:cubicBezTo>
                <a:cubicBezTo>
                  <a:pt x="1900" y="152"/>
                  <a:pt x="1899" y="153"/>
                  <a:pt x="1900" y="155"/>
                </a:cubicBezTo>
                <a:cubicBezTo>
                  <a:pt x="1900" y="156"/>
                  <a:pt x="1901" y="157"/>
                  <a:pt x="1902" y="157"/>
                </a:cubicBezTo>
                <a:cubicBezTo>
                  <a:pt x="1903" y="158"/>
                  <a:pt x="1903" y="158"/>
                  <a:pt x="1903" y="158"/>
                </a:cubicBezTo>
                <a:cubicBezTo>
                  <a:pt x="1904" y="158"/>
                  <a:pt x="1905" y="158"/>
                  <a:pt x="1906" y="158"/>
                </a:cubicBezTo>
                <a:cubicBezTo>
                  <a:pt x="1907" y="158"/>
                  <a:pt x="1907" y="158"/>
                  <a:pt x="1907" y="158"/>
                </a:cubicBezTo>
                <a:cubicBezTo>
                  <a:pt x="1907" y="158"/>
                  <a:pt x="1907" y="158"/>
                  <a:pt x="1907" y="158"/>
                </a:cubicBezTo>
                <a:cubicBezTo>
                  <a:pt x="1907" y="158"/>
                  <a:pt x="1907" y="158"/>
                  <a:pt x="1908" y="158"/>
                </a:cubicBezTo>
                <a:cubicBezTo>
                  <a:pt x="1908" y="158"/>
                  <a:pt x="1908" y="158"/>
                  <a:pt x="1908" y="158"/>
                </a:cubicBezTo>
                <a:cubicBezTo>
                  <a:pt x="1908" y="158"/>
                  <a:pt x="1908" y="158"/>
                  <a:pt x="1908" y="158"/>
                </a:cubicBezTo>
                <a:cubicBezTo>
                  <a:pt x="1909" y="158"/>
                  <a:pt x="1909" y="158"/>
                  <a:pt x="1909" y="158"/>
                </a:cubicBezTo>
                <a:cubicBezTo>
                  <a:pt x="1909" y="158"/>
                  <a:pt x="1909" y="158"/>
                  <a:pt x="1909" y="158"/>
                </a:cubicBezTo>
                <a:cubicBezTo>
                  <a:pt x="1909" y="158"/>
                  <a:pt x="1910" y="158"/>
                  <a:pt x="1910" y="158"/>
                </a:cubicBezTo>
                <a:cubicBezTo>
                  <a:pt x="1910" y="158"/>
                  <a:pt x="1910" y="158"/>
                  <a:pt x="1910" y="158"/>
                </a:cubicBezTo>
                <a:cubicBezTo>
                  <a:pt x="1910" y="158"/>
                  <a:pt x="1910" y="158"/>
                  <a:pt x="1910" y="158"/>
                </a:cubicBezTo>
                <a:cubicBezTo>
                  <a:pt x="1911" y="158"/>
                  <a:pt x="1911" y="158"/>
                  <a:pt x="1911" y="158"/>
                </a:cubicBezTo>
                <a:cubicBezTo>
                  <a:pt x="1911" y="158"/>
                  <a:pt x="1911" y="158"/>
                  <a:pt x="1911" y="158"/>
                </a:cubicBezTo>
                <a:cubicBezTo>
                  <a:pt x="1912" y="158"/>
                  <a:pt x="1912" y="158"/>
                  <a:pt x="1912" y="158"/>
                </a:cubicBezTo>
                <a:cubicBezTo>
                  <a:pt x="1913" y="157"/>
                  <a:pt x="1913" y="157"/>
                  <a:pt x="1913" y="157"/>
                </a:cubicBezTo>
                <a:cubicBezTo>
                  <a:pt x="1915" y="157"/>
                  <a:pt x="1915" y="156"/>
                  <a:pt x="1915" y="155"/>
                </a:cubicBezTo>
                <a:cubicBezTo>
                  <a:pt x="1915" y="154"/>
                  <a:pt x="1915" y="154"/>
                  <a:pt x="1915" y="154"/>
                </a:cubicBezTo>
                <a:cubicBezTo>
                  <a:pt x="1915" y="153"/>
                  <a:pt x="1914" y="153"/>
                  <a:pt x="1914" y="153"/>
                </a:cubicBezTo>
                <a:cubicBezTo>
                  <a:pt x="1914" y="153"/>
                  <a:pt x="1913" y="152"/>
                  <a:pt x="1913" y="152"/>
                </a:cubicBezTo>
                <a:cubicBezTo>
                  <a:pt x="1912" y="152"/>
                  <a:pt x="1912" y="152"/>
                  <a:pt x="1911" y="152"/>
                </a:cubicBezTo>
                <a:lnTo>
                  <a:pt x="1910" y="151"/>
                </a:lnTo>
                <a:close/>
                <a:moveTo>
                  <a:pt x="1871" y="152"/>
                </a:moveTo>
                <a:cubicBezTo>
                  <a:pt x="1870" y="151"/>
                  <a:pt x="1868" y="151"/>
                  <a:pt x="1867" y="151"/>
                </a:cubicBezTo>
                <a:cubicBezTo>
                  <a:pt x="1866" y="151"/>
                  <a:pt x="1866" y="151"/>
                  <a:pt x="1866" y="151"/>
                </a:cubicBezTo>
                <a:cubicBezTo>
                  <a:pt x="1865" y="151"/>
                  <a:pt x="1865" y="151"/>
                  <a:pt x="1864" y="151"/>
                </a:cubicBezTo>
                <a:cubicBezTo>
                  <a:pt x="1864" y="151"/>
                  <a:pt x="1864" y="151"/>
                  <a:pt x="1863" y="151"/>
                </a:cubicBezTo>
                <a:cubicBezTo>
                  <a:pt x="1863" y="151"/>
                  <a:pt x="1863" y="152"/>
                  <a:pt x="1863" y="152"/>
                </a:cubicBezTo>
                <a:cubicBezTo>
                  <a:pt x="1862" y="152"/>
                  <a:pt x="1862" y="152"/>
                  <a:pt x="1861" y="152"/>
                </a:cubicBezTo>
                <a:cubicBezTo>
                  <a:pt x="1861" y="152"/>
                  <a:pt x="1860" y="153"/>
                  <a:pt x="1860" y="153"/>
                </a:cubicBezTo>
                <a:cubicBezTo>
                  <a:pt x="1860" y="153"/>
                  <a:pt x="1860" y="153"/>
                  <a:pt x="1860" y="154"/>
                </a:cubicBezTo>
                <a:cubicBezTo>
                  <a:pt x="1860" y="154"/>
                  <a:pt x="1860" y="154"/>
                  <a:pt x="1860" y="155"/>
                </a:cubicBezTo>
                <a:cubicBezTo>
                  <a:pt x="1860" y="156"/>
                  <a:pt x="1860" y="156"/>
                  <a:pt x="1860" y="156"/>
                </a:cubicBezTo>
                <a:cubicBezTo>
                  <a:pt x="1860" y="156"/>
                  <a:pt x="1861" y="156"/>
                  <a:pt x="1861" y="157"/>
                </a:cubicBezTo>
                <a:cubicBezTo>
                  <a:pt x="1861" y="157"/>
                  <a:pt x="1861" y="157"/>
                  <a:pt x="1862" y="157"/>
                </a:cubicBezTo>
                <a:cubicBezTo>
                  <a:pt x="1862" y="157"/>
                  <a:pt x="1862" y="157"/>
                  <a:pt x="1862" y="157"/>
                </a:cubicBezTo>
                <a:cubicBezTo>
                  <a:pt x="1864" y="158"/>
                  <a:pt x="1864" y="158"/>
                  <a:pt x="1864" y="158"/>
                </a:cubicBezTo>
                <a:cubicBezTo>
                  <a:pt x="1865" y="158"/>
                  <a:pt x="1866" y="158"/>
                  <a:pt x="1867" y="158"/>
                </a:cubicBezTo>
                <a:cubicBezTo>
                  <a:pt x="1867" y="158"/>
                  <a:pt x="1867" y="158"/>
                  <a:pt x="1867" y="158"/>
                </a:cubicBezTo>
                <a:cubicBezTo>
                  <a:pt x="1867" y="158"/>
                  <a:pt x="1867" y="158"/>
                  <a:pt x="1867" y="158"/>
                </a:cubicBezTo>
                <a:cubicBezTo>
                  <a:pt x="1868" y="158"/>
                  <a:pt x="1868" y="158"/>
                  <a:pt x="1868" y="158"/>
                </a:cubicBezTo>
                <a:cubicBezTo>
                  <a:pt x="1868" y="158"/>
                  <a:pt x="1868" y="158"/>
                  <a:pt x="1868" y="158"/>
                </a:cubicBezTo>
                <a:cubicBezTo>
                  <a:pt x="1868" y="158"/>
                  <a:pt x="1869" y="158"/>
                  <a:pt x="1869" y="158"/>
                </a:cubicBezTo>
                <a:cubicBezTo>
                  <a:pt x="1869" y="158"/>
                  <a:pt x="1869" y="158"/>
                  <a:pt x="1869" y="158"/>
                </a:cubicBezTo>
                <a:cubicBezTo>
                  <a:pt x="1869" y="158"/>
                  <a:pt x="1869" y="158"/>
                  <a:pt x="1869" y="158"/>
                </a:cubicBezTo>
                <a:cubicBezTo>
                  <a:pt x="1870" y="158"/>
                  <a:pt x="1870" y="158"/>
                  <a:pt x="1870" y="158"/>
                </a:cubicBezTo>
                <a:cubicBezTo>
                  <a:pt x="1870" y="158"/>
                  <a:pt x="1870" y="158"/>
                  <a:pt x="1871" y="158"/>
                </a:cubicBezTo>
                <a:cubicBezTo>
                  <a:pt x="1871" y="158"/>
                  <a:pt x="1871" y="158"/>
                  <a:pt x="1871" y="158"/>
                </a:cubicBezTo>
                <a:cubicBezTo>
                  <a:pt x="1872" y="158"/>
                  <a:pt x="1872" y="158"/>
                  <a:pt x="1872" y="158"/>
                </a:cubicBezTo>
                <a:cubicBezTo>
                  <a:pt x="1872" y="158"/>
                  <a:pt x="1872" y="158"/>
                  <a:pt x="1873" y="158"/>
                </a:cubicBezTo>
                <a:cubicBezTo>
                  <a:pt x="1874" y="157"/>
                  <a:pt x="1874" y="157"/>
                  <a:pt x="1874" y="157"/>
                </a:cubicBezTo>
                <a:cubicBezTo>
                  <a:pt x="1875" y="157"/>
                  <a:pt x="1875" y="156"/>
                  <a:pt x="1876" y="155"/>
                </a:cubicBezTo>
                <a:cubicBezTo>
                  <a:pt x="1875" y="154"/>
                  <a:pt x="1875" y="154"/>
                  <a:pt x="1875" y="154"/>
                </a:cubicBezTo>
                <a:cubicBezTo>
                  <a:pt x="1875" y="153"/>
                  <a:pt x="1875" y="153"/>
                  <a:pt x="1874" y="153"/>
                </a:cubicBezTo>
                <a:cubicBezTo>
                  <a:pt x="1874" y="153"/>
                  <a:pt x="1873" y="152"/>
                  <a:pt x="1873" y="152"/>
                </a:cubicBezTo>
                <a:cubicBezTo>
                  <a:pt x="1872" y="152"/>
                  <a:pt x="1872" y="152"/>
                  <a:pt x="1871" y="152"/>
                </a:cubicBezTo>
                <a:cubicBezTo>
                  <a:pt x="1871" y="152"/>
                  <a:pt x="1872" y="152"/>
                  <a:pt x="1871" y="152"/>
                </a:cubicBezTo>
                <a:close/>
                <a:moveTo>
                  <a:pt x="1592" y="151"/>
                </a:moveTo>
                <a:cubicBezTo>
                  <a:pt x="1591" y="151"/>
                  <a:pt x="1590" y="151"/>
                  <a:pt x="1589" y="151"/>
                </a:cubicBezTo>
                <a:cubicBezTo>
                  <a:pt x="1589" y="151"/>
                  <a:pt x="1588" y="151"/>
                  <a:pt x="1588" y="151"/>
                </a:cubicBezTo>
                <a:cubicBezTo>
                  <a:pt x="1587" y="151"/>
                  <a:pt x="1587" y="151"/>
                  <a:pt x="1587" y="151"/>
                </a:cubicBezTo>
                <a:cubicBezTo>
                  <a:pt x="1586" y="151"/>
                  <a:pt x="1586" y="151"/>
                  <a:pt x="1586" y="151"/>
                </a:cubicBezTo>
                <a:cubicBezTo>
                  <a:pt x="1585" y="151"/>
                  <a:pt x="1585" y="152"/>
                  <a:pt x="1585" y="152"/>
                </a:cubicBezTo>
                <a:cubicBezTo>
                  <a:pt x="1584" y="152"/>
                  <a:pt x="1584" y="152"/>
                  <a:pt x="1583" y="152"/>
                </a:cubicBezTo>
                <a:cubicBezTo>
                  <a:pt x="1583" y="152"/>
                  <a:pt x="1583" y="153"/>
                  <a:pt x="1582" y="153"/>
                </a:cubicBezTo>
                <a:cubicBezTo>
                  <a:pt x="1582" y="153"/>
                  <a:pt x="1582" y="153"/>
                  <a:pt x="1582" y="154"/>
                </a:cubicBezTo>
                <a:cubicBezTo>
                  <a:pt x="1581" y="154"/>
                  <a:pt x="1581" y="154"/>
                  <a:pt x="1582" y="155"/>
                </a:cubicBezTo>
                <a:cubicBezTo>
                  <a:pt x="1582" y="156"/>
                  <a:pt x="1582" y="156"/>
                  <a:pt x="1582" y="156"/>
                </a:cubicBezTo>
                <a:cubicBezTo>
                  <a:pt x="1582" y="156"/>
                  <a:pt x="1582" y="156"/>
                  <a:pt x="1583" y="157"/>
                </a:cubicBezTo>
                <a:cubicBezTo>
                  <a:pt x="1583" y="157"/>
                  <a:pt x="1583" y="157"/>
                  <a:pt x="1583" y="157"/>
                </a:cubicBezTo>
                <a:cubicBezTo>
                  <a:pt x="1584" y="157"/>
                  <a:pt x="1584" y="157"/>
                  <a:pt x="1584" y="157"/>
                </a:cubicBezTo>
                <a:cubicBezTo>
                  <a:pt x="1585" y="158"/>
                  <a:pt x="1585" y="158"/>
                  <a:pt x="1585" y="158"/>
                </a:cubicBezTo>
                <a:cubicBezTo>
                  <a:pt x="1586" y="158"/>
                  <a:pt x="1587" y="158"/>
                  <a:pt x="1588" y="158"/>
                </a:cubicBezTo>
                <a:cubicBezTo>
                  <a:pt x="1588" y="158"/>
                  <a:pt x="1588" y="158"/>
                  <a:pt x="1589" y="158"/>
                </a:cubicBezTo>
                <a:cubicBezTo>
                  <a:pt x="1589" y="158"/>
                  <a:pt x="1589" y="158"/>
                  <a:pt x="1589" y="158"/>
                </a:cubicBezTo>
                <a:cubicBezTo>
                  <a:pt x="1589" y="158"/>
                  <a:pt x="1589" y="158"/>
                  <a:pt x="1589" y="158"/>
                </a:cubicBezTo>
                <a:cubicBezTo>
                  <a:pt x="1590" y="158"/>
                  <a:pt x="1590" y="158"/>
                  <a:pt x="1590" y="158"/>
                </a:cubicBezTo>
                <a:cubicBezTo>
                  <a:pt x="1590" y="158"/>
                  <a:pt x="1590" y="158"/>
                  <a:pt x="1590" y="158"/>
                </a:cubicBezTo>
                <a:cubicBezTo>
                  <a:pt x="1590" y="158"/>
                  <a:pt x="1590" y="158"/>
                  <a:pt x="1591" y="158"/>
                </a:cubicBezTo>
                <a:cubicBezTo>
                  <a:pt x="1591" y="158"/>
                  <a:pt x="1591" y="158"/>
                  <a:pt x="1591" y="158"/>
                </a:cubicBezTo>
                <a:cubicBezTo>
                  <a:pt x="1591" y="158"/>
                  <a:pt x="1591" y="158"/>
                  <a:pt x="1591" y="158"/>
                </a:cubicBezTo>
                <a:cubicBezTo>
                  <a:pt x="1592" y="158"/>
                  <a:pt x="1592" y="158"/>
                  <a:pt x="1592" y="158"/>
                </a:cubicBezTo>
                <a:cubicBezTo>
                  <a:pt x="1592" y="158"/>
                  <a:pt x="1592" y="158"/>
                  <a:pt x="1592" y="158"/>
                </a:cubicBezTo>
                <a:cubicBezTo>
                  <a:pt x="1592" y="158"/>
                  <a:pt x="1592" y="158"/>
                  <a:pt x="1593" y="158"/>
                </a:cubicBezTo>
                <a:cubicBezTo>
                  <a:pt x="1593" y="158"/>
                  <a:pt x="1593" y="158"/>
                  <a:pt x="1593" y="158"/>
                </a:cubicBezTo>
                <a:cubicBezTo>
                  <a:pt x="1594" y="158"/>
                  <a:pt x="1594" y="158"/>
                  <a:pt x="1594" y="158"/>
                </a:cubicBezTo>
                <a:cubicBezTo>
                  <a:pt x="1595" y="157"/>
                  <a:pt x="1595" y="157"/>
                  <a:pt x="1595" y="157"/>
                </a:cubicBezTo>
                <a:cubicBezTo>
                  <a:pt x="1597" y="157"/>
                  <a:pt x="1597" y="156"/>
                  <a:pt x="1597" y="155"/>
                </a:cubicBezTo>
                <a:cubicBezTo>
                  <a:pt x="1597" y="154"/>
                  <a:pt x="1597" y="154"/>
                  <a:pt x="1597" y="154"/>
                </a:cubicBezTo>
                <a:cubicBezTo>
                  <a:pt x="1597" y="154"/>
                  <a:pt x="1597" y="153"/>
                  <a:pt x="1597" y="153"/>
                </a:cubicBezTo>
                <a:cubicBezTo>
                  <a:pt x="1596" y="153"/>
                  <a:pt x="1596" y="153"/>
                  <a:pt x="1596" y="153"/>
                </a:cubicBezTo>
                <a:cubicBezTo>
                  <a:pt x="1595" y="152"/>
                  <a:pt x="1595" y="152"/>
                  <a:pt x="1595" y="152"/>
                </a:cubicBezTo>
                <a:cubicBezTo>
                  <a:pt x="1594" y="152"/>
                  <a:pt x="1594" y="152"/>
                  <a:pt x="1594" y="152"/>
                </a:cubicBezTo>
                <a:lnTo>
                  <a:pt x="1592" y="151"/>
                </a:lnTo>
                <a:close/>
                <a:moveTo>
                  <a:pt x="1513" y="151"/>
                </a:moveTo>
                <a:cubicBezTo>
                  <a:pt x="1512" y="151"/>
                  <a:pt x="1511" y="151"/>
                  <a:pt x="1510" y="151"/>
                </a:cubicBezTo>
                <a:cubicBezTo>
                  <a:pt x="1509" y="151"/>
                  <a:pt x="1509" y="151"/>
                  <a:pt x="1508" y="151"/>
                </a:cubicBezTo>
                <a:cubicBezTo>
                  <a:pt x="1508" y="151"/>
                  <a:pt x="1508" y="151"/>
                  <a:pt x="1507" y="151"/>
                </a:cubicBezTo>
                <a:cubicBezTo>
                  <a:pt x="1507" y="151"/>
                  <a:pt x="1507" y="151"/>
                  <a:pt x="1506" y="151"/>
                </a:cubicBezTo>
                <a:cubicBezTo>
                  <a:pt x="1506" y="151"/>
                  <a:pt x="1506" y="152"/>
                  <a:pt x="1505" y="152"/>
                </a:cubicBezTo>
                <a:cubicBezTo>
                  <a:pt x="1503" y="152"/>
                  <a:pt x="1502" y="153"/>
                  <a:pt x="1502" y="155"/>
                </a:cubicBezTo>
                <a:cubicBezTo>
                  <a:pt x="1503" y="156"/>
                  <a:pt x="1504" y="157"/>
                  <a:pt x="1505" y="157"/>
                </a:cubicBezTo>
                <a:cubicBezTo>
                  <a:pt x="1506" y="158"/>
                  <a:pt x="1506" y="158"/>
                  <a:pt x="1506" y="158"/>
                </a:cubicBezTo>
                <a:cubicBezTo>
                  <a:pt x="1507" y="158"/>
                  <a:pt x="1508" y="158"/>
                  <a:pt x="1509" y="158"/>
                </a:cubicBezTo>
                <a:cubicBezTo>
                  <a:pt x="1509" y="158"/>
                  <a:pt x="1509" y="158"/>
                  <a:pt x="1509" y="158"/>
                </a:cubicBezTo>
                <a:cubicBezTo>
                  <a:pt x="1509" y="158"/>
                  <a:pt x="1509" y="158"/>
                  <a:pt x="1509" y="158"/>
                </a:cubicBezTo>
                <a:cubicBezTo>
                  <a:pt x="1510" y="158"/>
                  <a:pt x="1510" y="158"/>
                  <a:pt x="1510" y="158"/>
                </a:cubicBezTo>
                <a:cubicBezTo>
                  <a:pt x="1510" y="158"/>
                  <a:pt x="1510" y="158"/>
                  <a:pt x="1510" y="158"/>
                </a:cubicBezTo>
                <a:cubicBezTo>
                  <a:pt x="1510" y="158"/>
                  <a:pt x="1511" y="158"/>
                  <a:pt x="1511" y="158"/>
                </a:cubicBezTo>
                <a:cubicBezTo>
                  <a:pt x="1511" y="158"/>
                  <a:pt x="1511" y="158"/>
                  <a:pt x="1511" y="158"/>
                </a:cubicBezTo>
                <a:cubicBezTo>
                  <a:pt x="1511" y="158"/>
                  <a:pt x="1511" y="158"/>
                  <a:pt x="1511" y="158"/>
                </a:cubicBezTo>
                <a:cubicBezTo>
                  <a:pt x="1512" y="158"/>
                  <a:pt x="1512" y="158"/>
                  <a:pt x="1512" y="158"/>
                </a:cubicBezTo>
                <a:cubicBezTo>
                  <a:pt x="1512" y="158"/>
                  <a:pt x="1512" y="158"/>
                  <a:pt x="1512" y="158"/>
                </a:cubicBezTo>
                <a:cubicBezTo>
                  <a:pt x="1512" y="158"/>
                  <a:pt x="1512" y="158"/>
                  <a:pt x="1513" y="158"/>
                </a:cubicBezTo>
                <a:cubicBezTo>
                  <a:pt x="1513" y="158"/>
                  <a:pt x="1513" y="158"/>
                  <a:pt x="1513" y="158"/>
                </a:cubicBezTo>
                <a:cubicBezTo>
                  <a:pt x="1513" y="158"/>
                  <a:pt x="1513" y="158"/>
                  <a:pt x="1513" y="158"/>
                </a:cubicBezTo>
                <a:cubicBezTo>
                  <a:pt x="1515" y="158"/>
                  <a:pt x="1515" y="158"/>
                  <a:pt x="1515" y="158"/>
                </a:cubicBezTo>
                <a:cubicBezTo>
                  <a:pt x="1516" y="157"/>
                  <a:pt x="1516" y="157"/>
                  <a:pt x="1516" y="157"/>
                </a:cubicBezTo>
                <a:cubicBezTo>
                  <a:pt x="1517" y="157"/>
                  <a:pt x="1518" y="156"/>
                  <a:pt x="1518" y="155"/>
                </a:cubicBezTo>
                <a:cubicBezTo>
                  <a:pt x="1518" y="154"/>
                  <a:pt x="1518" y="154"/>
                  <a:pt x="1518" y="154"/>
                </a:cubicBezTo>
                <a:cubicBezTo>
                  <a:pt x="1518" y="154"/>
                  <a:pt x="1517" y="153"/>
                  <a:pt x="1517" y="153"/>
                </a:cubicBezTo>
                <a:cubicBezTo>
                  <a:pt x="1517" y="153"/>
                  <a:pt x="1517" y="153"/>
                  <a:pt x="1516" y="153"/>
                </a:cubicBezTo>
                <a:cubicBezTo>
                  <a:pt x="1516" y="152"/>
                  <a:pt x="1516" y="152"/>
                  <a:pt x="1515" y="152"/>
                </a:cubicBezTo>
                <a:cubicBezTo>
                  <a:pt x="1514" y="152"/>
                  <a:pt x="1514" y="152"/>
                  <a:pt x="1514" y="152"/>
                </a:cubicBezTo>
                <a:lnTo>
                  <a:pt x="1513" y="151"/>
                </a:lnTo>
                <a:close/>
                <a:moveTo>
                  <a:pt x="1751" y="151"/>
                </a:moveTo>
                <a:cubicBezTo>
                  <a:pt x="1750" y="151"/>
                  <a:pt x="1749" y="151"/>
                  <a:pt x="1748" y="151"/>
                </a:cubicBezTo>
                <a:cubicBezTo>
                  <a:pt x="1747" y="151"/>
                  <a:pt x="1747" y="151"/>
                  <a:pt x="1747" y="151"/>
                </a:cubicBezTo>
                <a:cubicBezTo>
                  <a:pt x="1747" y="151"/>
                  <a:pt x="1746" y="151"/>
                  <a:pt x="1746" y="151"/>
                </a:cubicBezTo>
                <a:cubicBezTo>
                  <a:pt x="1746" y="151"/>
                  <a:pt x="1746" y="151"/>
                  <a:pt x="1745" y="151"/>
                </a:cubicBezTo>
                <a:cubicBezTo>
                  <a:pt x="1745" y="151"/>
                  <a:pt x="1745" y="151"/>
                  <a:pt x="1745" y="151"/>
                </a:cubicBezTo>
                <a:cubicBezTo>
                  <a:pt x="1743" y="152"/>
                  <a:pt x="1743" y="152"/>
                  <a:pt x="1743" y="152"/>
                </a:cubicBezTo>
                <a:cubicBezTo>
                  <a:pt x="1742" y="152"/>
                  <a:pt x="1740" y="153"/>
                  <a:pt x="1741" y="155"/>
                </a:cubicBezTo>
                <a:cubicBezTo>
                  <a:pt x="1741" y="156"/>
                  <a:pt x="1741" y="156"/>
                  <a:pt x="1741" y="156"/>
                </a:cubicBezTo>
                <a:cubicBezTo>
                  <a:pt x="1741" y="156"/>
                  <a:pt x="1741" y="156"/>
                  <a:pt x="1742" y="157"/>
                </a:cubicBezTo>
                <a:cubicBezTo>
                  <a:pt x="1742" y="157"/>
                  <a:pt x="1742" y="157"/>
                  <a:pt x="1742" y="157"/>
                </a:cubicBezTo>
                <a:cubicBezTo>
                  <a:pt x="1743" y="157"/>
                  <a:pt x="1743" y="157"/>
                  <a:pt x="1743" y="157"/>
                </a:cubicBezTo>
                <a:cubicBezTo>
                  <a:pt x="1744" y="158"/>
                  <a:pt x="1744" y="158"/>
                  <a:pt x="1744" y="158"/>
                </a:cubicBezTo>
                <a:cubicBezTo>
                  <a:pt x="1746" y="158"/>
                  <a:pt x="1746" y="158"/>
                  <a:pt x="1746" y="158"/>
                </a:cubicBezTo>
                <a:cubicBezTo>
                  <a:pt x="1746" y="158"/>
                  <a:pt x="1747" y="158"/>
                  <a:pt x="1747" y="158"/>
                </a:cubicBezTo>
                <a:cubicBezTo>
                  <a:pt x="1747" y="158"/>
                  <a:pt x="1748" y="158"/>
                  <a:pt x="1748" y="158"/>
                </a:cubicBezTo>
                <a:cubicBezTo>
                  <a:pt x="1748" y="158"/>
                  <a:pt x="1748" y="158"/>
                  <a:pt x="1748" y="158"/>
                </a:cubicBezTo>
                <a:cubicBezTo>
                  <a:pt x="1748" y="158"/>
                  <a:pt x="1748" y="158"/>
                  <a:pt x="1749" y="158"/>
                </a:cubicBezTo>
                <a:cubicBezTo>
                  <a:pt x="1749" y="158"/>
                  <a:pt x="1749" y="158"/>
                  <a:pt x="1749" y="158"/>
                </a:cubicBezTo>
                <a:cubicBezTo>
                  <a:pt x="1749" y="158"/>
                  <a:pt x="1749" y="158"/>
                  <a:pt x="1749" y="158"/>
                </a:cubicBezTo>
                <a:cubicBezTo>
                  <a:pt x="1749" y="158"/>
                  <a:pt x="1750" y="158"/>
                  <a:pt x="1750" y="158"/>
                </a:cubicBezTo>
                <a:cubicBezTo>
                  <a:pt x="1750" y="158"/>
                  <a:pt x="1750" y="158"/>
                  <a:pt x="1750" y="158"/>
                </a:cubicBezTo>
                <a:cubicBezTo>
                  <a:pt x="1750" y="158"/>
                  <a:pt x="1750" y="158"/>
                  <a:pt x="1751" y="158"/>
                </a:cubicBezTo>
                <a:cubicBezTo>
                  <a:pt x="1751" y="158"/>
                  <a:pt x="1751" y="158"/>
                  <a:pt x="1751" y="158"/>
                </a:cubicBezTo>
                <a:cubicBezTo>
                  <a:pt x="1751" y="158"/>
                  <a:pt x="1751" y="158"/>
                  <a:pt x="1751" y="158"/>
                </a:cubicBezTo>
                <a:cubicBezTo>
                  <a:pt x="1751" y="158"/>
                  <a:pt x="1752" y="158"/>
                  <a:pt x="1752" y="158"/>
                </a:cubicBezTo>
                <a:cubicBezTo>
                  <a:pt x="1752" y="158"/>
                  <a:pt x="1752" y="158"/>
                  <a:pt x="1752" y="158"/>
                </a:cubicBezTo>
                <a:cubicBezTo>
                  <a:pt x="1753" y="158"/>
                  <a:pt x="1753" y="158"/>
                  <a:pt x="1753" y="158"/>
                </a:cubicBezTo>
                <a:cubicBezTo>
                  <a:pt x="1754" y="157"/>
                  <a:pt x="1754" y="157"/>
                  <a:pt x="1754" y="157"/>
                </a:cubicBezTo>
                <a:cubicBezTo>
                  <a:pt x="1756" y="157"/>
                  <a:pt x="1756" y="156"/>
                  <a:pt x="1756" y="155"/>
                </a:cubicBezTo>
                <a:cubicBezTo>
                  <a:pt x="1756" y="154"/>
                  <a:pt x="1756" y="154"/>
                  <a:pt x="1756" y="154"/>
                </a:cubicBezTo>
                <a:cubicBezTo>
                  <a:pt x="1756" y="153"/>
                  <a:pt x="1755" y="153"/>
                  <a:pt x="1755" y="153"/>
                </a:cubicBezTo>
                <a:cubicBezTo>
                  <a:pt x="1755" y="153"/>
                  <a:pt x="1754" y="152"/>
                  <a:pt x="1754" y="152"/>
                </a:cubicBezTo>
                <a:cubicBezTo>
                  <a:pt x="1753" y="152"/>
                  <a:pt x="1753" y="152"/>
                  <a:pt x="1752" y="152"/>
                </a:cubicBezTo>
                <a:lnTo>
                  <a:pt x="1751" y="151"/>
                </a:lnTo>
                <a:close/>
                <a:moveTo>
                  <a:pt x="2149" y="151"/>
                </a:moveTo>
                <a:cubicBezTo>
                  <a:pt x="2148" y="151"/>
                  <a:pt x="2148" y="151"/>
                  <a:pt x="2148" y="151"/>
                </a:cubicBezTo>
                <a:cubicBezTo>
                  <a:pt x="2148" y="151"/>
                  <a:pt x="2147" y="151"/>
                  <a:pt x="2147" y="151"/>
                </a:cubicBezTo>
                <a:cubicBezTo>
                  <a:pt x="2147" y="151"/>
                  <a:pt x="2147" y="151"/>
                  <a:pt x="2146" y="151"/>
                </a:cubicBezTo>
                <a:cubicBezTo>
                  <a:pt x="2146" y="151"/>
                  <a:pt x="2146" y="151"/>
                  <a:pt x="2146" y="151"/>
                </a:cubicBezTo>
                <a:cubicBezTo>
                  <a:pt x="2146" y="151"/>
                  <a:pt x="2146" y="151"/>
                  <a:pt x="2145" y="151"/>
                </a:cubicBezTo>
                <a:cubicBezTo>
                  <a:pt x="2145" y="151"/>
                  <a:pt x="2145" y="151"/>
                  <a:pt x="2145" y="151"/>
                </a:cubicBezTo>
                <a:cubicBezTo>
                  <a:pt x="2145" y="151"/>
                  <a:pt x="2145" y="151"/>
                  <a:pt x="2145" y="151"/>
                </a:cubicBezTo>
                <a:cubicBezTo>
                  <a:pt x="2144" y="151"/>
                  <a:pt x="2144" y="151"/>
                  <a:pt x="2143" y="151"/>
                </a:cubicBezTo>
                <a:cubicBezTo>
                  <a:pt x="2143" y="151"/>
                  <a:pt x="2143" y="151"/>
                  <a:pt x="2142" y="151"/>
                </a:cubicBezTo>
                <a:cubicBezTo>
                  <a:pt x="2142" y="151"/>
                  <a:pt x="2142" y="151"/>
                  <a:pt x="2141" y="151"/>
                </a:cubicBezTo>
                <a:cubicBezTo>
                  <a:pt x="2141" y="151"/>
                  <a:pt x="2141" y="152"/>
                  <a:pt x="2140" y="152"/>
                </a:cubicBezTo>
                <a:cubicBezTo>
                  <a:pt x="2140" y="152"/>
                  <a:pt x="2139" y="152"/>
                  <a:pt x="2139" y="152"/>
                </a:cubicBezTo>
                <a:cubicBezTo>
                  <a:pt x="2139" y="152"/>
                  <a:pt x="2138" y="153"/>
                  <a:pt x="2138" y="153"/>
                </a:cubicBezTo>
                <a:cubicBezTo>
                  <a:pt x="2138" y="153"/>
                  <a:pt x="2138" y="153"/>
                  <a:pt x="2138" y="154"/>
                </a:cubicBezTo>
                <a:cubicBezTo>
                  <a:pt x="2138" y="154"/>
                  <a:pt x="2138" y="154"/>
                  <a:pt x="2138" y="155"/>
                </a:cubicBezTo>
                <a:cubicBezTo>
                  <a:pt x="2138" y="156"/>
                  <a:pt x="2138" y="156"/>
                  <a:pt x="2139" y="156"/>
                </a:cubicBezTo>
                <a:cubicBezTo>
                  <a:pt x="2139" y="156"/>
                  <a:pt x="2139" y="156"/>
                  <a:pt x="2139" y="157"/>
                </a:cubicBezTo>
                <a:cubicBezTo>
                  <a:pt x="2139" y="157"/>
                  <a:pt x="2140" y="157"/>
                  <a:pt x="2140" y="157"/>
                </a:cubicBezTo>
                <a:cubicBezTo>
                  <a:pt x="2140" y="157"/>
                  <a:pt x="2140" y="157"/>
                  <a:pt x="2141" y="157"/>
                </a:cubicBezTo>
                <a:cubicBezTo>
                  <a:pt x="2142" y="158"/>
                  <a:pt x="2142" y="158"/>
                  <a:pt x="2142" y="158"/>
                </a:cubicBezTo>
                <a:cubicBezTo>
                  <a:pt x="2143" y="158"/>
                  <a:pt x="2144" y="158"/>
                  <a:pt x="2145" y="158"/>
                </a:cubicBezTo>
                <a:cubicBezTo>
                  <a:pt x="2145" y="158"/>
                  <a:pt x="2145" y="158"/>
                  <a:pt x="2146" y="158"/>
                </a:cubicBezTo>
                <a:cubicBezTo>
                  <a:pt x="2146" y="158"/>
                  <a:pt x="2146" y="158"/>
                  <a:pt x="2146" y="158"/>
                </a:cubicBezTo>
                <a:cubicBezTo>
                  <a:pt x="2146" y="158"/>
                  <a:pt x="2146" y="158"/>
                  <a:pt x="2146" y="158"/>
                </a:cubicBezTo>
                <a:cubicBezTo>
                  <a:pt x="2146" y="158"/>
                  <a:pt x="2147" y="158"/>
                  <a:pt x="2147" y="158"/>
                </a:cubicBezTo>
                <a:cubicBezTo>
                  <a:pt x="2147" y="158"/>
                  <a:pt x="2147" y="158"/>
                  <a:pt x="2147" y="158"/>
                </a:cubicBezTo>
                <a:cubicBezTo>
                  <a:pt x="2147" y="158"/>
                  <a:pt x="2147" y="158"/>
                  <a:pt x="2148" y="158"/>
                </a:cubicBezTo>
                <a:cubicBezTo>
                  <a:pt x="2148" y="158"/>
                  <a:pt x="2148" y="158"/>
                  <a:pt x="2148" y="158"/>
                </a:cubicBezTo>
                <a:cubicBezTo>
                  <a:pt x="2148" y="158"/>
                  <a:pt x="2148" y="158"/>
                  <a:pt x="2148" y="158"/>
                </a:cubicBezTo>
                <a:cubicBezTo>
                  <a:pt x="2149" y="158"/>
                  <a:pt x="2149" y="158"/>
                  <a:pt x="2149" y="158"/>
                </a:cubicBezTo>
                <a:cubicBezTo>
                  <a:pt x="2149" y="158"/>
                  <a:pt x="2150" y="158"/>
                  <a:pt x="2150" y="158"/>
                </a:cubicBezTo>
                <a:cubicBezTo>
                  <a:pt x="2150" y="158"/>
                  <a:pt x="2150" y="158"/>
                  <a:pt x="2150" y="158"/>
                </a:cubicBezTo>
                <a:cubicBezTo>
                  <a:pt x="2151" y="158"/>
                  <a:pt x="2151" y="158"/>
                  <a:pt x="2151" y="158"/>
                </a:cubicBezTo>
                <a:cubicBezTo>
                  <a:pt x="2152" y="157"/>
                  <a:pt x="2152" y="157"/>
                  <a:pt x="2152" y="157"/>
                </a:cubicBezTo>
                <a:cubicBezTo>
                  <a:pt x="2153" y="157"/>
                  <a:pt x="2154" y="156"/>
                  <a:pt x="2154" y="155"/>
                </a:cubicBezTo>
                <a:cubicBezTo>
                  <a:pt x="2154" y="154"/>
                  <a:pt x="2153" y="154"/>
                  <a:pt x="2153" y="154"/>
                </a:cubicBezTo>
                <a:cubicBezTo>
                  <a:pt x="2153" y="153"/>
                  <a:pt x="2153" y="153"/>
                  <a:pt x="2152" y="153"/>
                </a:cubicBezTo>
                <a:cubicBezTo>
                  <a:pt x="2152" y="153"/>
                  <a:pt x="2151" y="152"/>
                  <a:pt x="2151" y="152"/>
                </a:cubicBezTo>
                <a:cubicBezTo>
                  <a:pt x="2150" y="152"/>
                  <a:pt x="2150" y="152"/>
                  <a:pt x="2149" y="152"/>
                </a:cubicBezTo>
                <a:cubicBezTo>
                  <a:pt x="2149" y="152"/>
                  <a:pt x="2149" y="151"/>
                  <a:pt x="2149" y="151"/>
                </a:cubicBezTo>
                <a:close/>
                <a:moveTo>
                  <a:pt x="2069" y="151"/>
                </a:moveTo>
                <a:cubicBezTo>
                  <a:pt x="2069" y="151"/>
                  <a:pt x="2069" y="151"/>
                  <a:pt x="2068" y="151"/>
                </a:cubicBezTo>
                <a:cubicBezTo>
                  <a:pt x="2068" y="151"/>
                  <a:pt x="2068" y="151"/>
                  <a:pt x="2068" y="151"/>
                </a:cubicBezTo>
                <a:cubicBezTo>
                  <a:pt x="2067" y="151"/>
                  <a:pt x="2067" y="151"/>
                  <a:pt x="2067" y="151"/>
                </a:cubicBezTo>
                <a:cubicBezTo>
                  <a:pt x="2067" y="151"/>
                  <a:pt x="2067" y="151"/>
                  <a:pt x="2066" y="151"/>
                </a:cubicBezTo>
                <a:cubicBezTo>
                  <a:pt x="2066" y="151"/>
                  <a:pt x="2066" y="151"/>
                  <a:pt x="2066" y="151"/>
                </a:cubicBezTo>
                <a:cubicBezTo>
                  <a:pt x="2066" y="151"/>
                  <a:pt x="2066" y="151"/>
                  <a:pt x="2066" y="151"/>
                </a:cubicBezTo>
                <a:cubicBezTo>
                  <a:pt x="2066" y="151"/>
                  <a:pt x="2065" y="151"/>
                  <a:pt x="2065" y="151"/>
                </a:cubicBezTo>
                <a:cubicBezTo>
                  <a:pt x="2065" y="151"/>
                  <a:pt x="2064" y="151"/>
                  <a:pt x="2064" y="151"/>
                </a:cubicBezTo>
                <a:cubicBezTo>
                  <a:pt x="2064" y="151"/>
                  <a:pt x="2063" y="151"/>
                  <a:pt x="2063" y="151"/>
                </a:cubicBezTo>
                <a:cubicBezTo>
                  <a:pt x="2063" y="151"/>
                  <a:pt x="2062" y="151"/>
                  <a:pt x="2062" y="151"/>
                </a:cubicBezTo>
                <a:cubicBezTo>
                  <a:pt x="2062" y="151"/>
                  <a:pt x="2061" y="152"/>
                  <a:pt x="2061" y="152"/>
                </a:cubicBezTo>
                <a:cubicBezTo>
                  <a:pt x="2059" y="152"/>
                  <a:pt x="2058" y="153"/>
                  <a:pt x="2059" y="155"/>
                </a:cubicBezTo>
                <a:cubicBezTo>
                  <a:pt x="2059" y="156"/>
                  <a:pt x="2059" y="156"/>
                  <a:pt x="2059" y="156"/>
                </a:cubicBezTo>
                <a:cubicBezTo>
                  <a:pt x="2059" y="156"/>
                  <a:pt x="2059" y="156"/>
                  <a:pt x="2060" y="157"/>
                </a:cubicBezTo>
                <a:cubicBezTo>
                  <a:pt x="2060" y="157"/>
                  <a:pt x="2060" y="157"/>
                  <a:pt x="2060" y="157"/>
                </a:cubicBezTo>
                <a:cubicBezTo>
                  <a:pt x="2061" y="157"/>
                  <a:pt x="2061" y="157"/>
                  <a:pt x="2061" y="157"/>
                </a:cubicBezTo>
                <a:cubicBezTo>
                  <a:pt x="2063" y="158"/>
                  <a:pt x="2063" y="158"/>
                  <a:pt x="2063" y="158"/>
                </a:cubicBezTo>
                <a:cubicBezTo>
                  <a:pt x="2064" y="158"/>
                  <a:pt x="2065" y="158"/>
                  <a:pt x="2066" y="158"/>
                </a:cubicBezTo>
                <a:cubicBezTo>
                  <a:pt x="2066" y="158"/>
                  <a:pt x="2066" y="158"/>
                  <a:pt x="2066" y="158"/>
                </a:cubicBezTo>
                <a:cubicBezTo>
                  <a:pt x="2066" y="158"/>
                  <a:pt x="2066" y="158"/>
                  <a:pt x="2066" y="158"/>
                </a:cubicBezTo>
                <a:cubicBezTo>
                  <a:pt x="2066" y="158"/>
                  <a:pt x="2067" y="158"/>
                  <a:pt x="2067" y="158"/>
                </a:cubicBezTo>
                <a:cubicBezTo>
                  <a:pt x="2067" y="158"/>
                  <a:pt x="2067" y="158"/>
                  <a:pt x="2067" y="158"/>
                </a:cubicBezTo>
                <a:cubicBezTo>
                  <a:pt x="2067" y="158"/>
                  <a:pt x="2067" y="158"/>
                  <a:pt x="2068" y="158"/>
                </a:cubicBezTo>
                <a:cubicBezTo>
                  <a:pt x="2068" y="158"/>
                  <a:pt x="2068" y="158"/>
                  <a:pt x="2068" y="158"/>
                </a:cubicBezTo>
                <a:cubicBezTo>
                  <a:pt x="2068" y="158"/>
                  <a:pt x="2068" y="158"/>
                  <a:pt x="2068" y="158"/>
                </a:cubicBezTo>
                <a:cubicBezTo>
                  <a:pt x="2068" y="158"/>
                  <a:pt x="2069" y="158"/>
                  <a:pt x="2069" y="158"/>
                </a:cubicBezTo>
                <a:cubicBezTo>
                  <a:pt x="2069" y="158"/>
                  <a:pt x="2069" y="158"/>
                  <a:pt x="2069" y="158"/>
                </a:cubicBezTo>
                <a:cubicBezTo>
                  <a:pt x="2070" y="158"/>
                  <a:pt x="2070" y="158"/>
                  <a:pt x="2070" y="158"/>
                </a:cubicBezTo>
                <a:cubicBezTo>
                  <a:pt x="2070" y="158"/>
                  <a:pt x="2071" y="158"/>
                  <a:pt x="2071" y="158"/>
                </a:cubicBezTo>
                <a:cubicBezTo>
                  <a:pt x="2071" y="158"/>
                  <a:pt x="2071" y="158"/>
                  <a:pt x="2071" y="158"/>
                </a:cubicBezTo>
                <a:cubicBezTo>
                  <a:pt x="2073" y="157"/>
                  <a:pt x="2073" y="157"/>
                  <a:pt x="2073" y="157"/>
                </a:cubicBezTo>
                <a:cubicBezTo>
                  <a:pt x="2074" y="157"/>
                  <a:pt x="2074" y="156"/>
                  <a:pt x="2074" y="155"/>
                </a:cubicBezTo>
                <a:cubicBezTo>
                  <a:pt x="2074" y="154"/>
                  <a:pt x="2074" y="154"/>
                  <a:pt x="2074" y="154"/>
                </a:cubicBezTo>
                <a:cubicBezTo>
                  <a:pt x="2073" y="153"/>
                  <a:pt x="2073" y="153"/>
                  <a:pt x="2073" y="153"/>
                </a:cubicBezTo>
                <a:cubicBezTo>
                  <a:pt x="2072" y="153"/>
                  <a:pt x="2072" y="152"/>
                  <a:pt x="2071" y="152"/>
                </a:cubicBezTo>
                <a:cubicBezTo>
                  <a:pt x="2071" y="152"/>
                  <a:pt x="2070" y="152"/>
                  <a:pt x="2070" y="152"/>
                </a:cubicBezTo>
                <a:cubicBezTo>
                  <a:pt x="2070" y="152"/>
                  <a:pt x="2069" y="151"/>
                  <a:pt x="2069" y="151"/>
                </a:cubicBezTo>
                <a:close/>
                <a:moveTo>
                  <a:pt x="1554" y="152"/>
                </a:moveTo>
                <a:cubicBezTo>
                  <a:pt x="1553" y="152"/>
                  <a:pt x="1553" y="151"/>
                  <a:pt x="1553" y="151"/>
                </a:cubicBezTo>
                <a:cubicBezTo>
                  <a:pt x="1552" y="151"/>
                  <a:pt x="1552" y="151"/>
                  <a:pt x="1552" y="151"/>
                </a:cubicBezTo>
                <a:cubicBezTo>
                  <a:pt x="1551" y="151"/>
                  <a:pt x="1551" y="151"/>
                  <a:pt x="1551" y="151"/>
                </a:cubicBezTo>
                <a:cubicBezTo>
                  <a:pt x="1550" y="151"/>
                  <a:pt x="1550" y="151"/>
                  <a:pt x="1549" y="151"/>
                </a:cubicBezTo>
                <a:cubicBezTo>
                  <a:pt x="1549" y="151"/>
                  <a:pt x="1549" y="151"/>
                  <a:pt x="1548" y="151"/>
                </a:cubicBezTo>
                <a:cubicBezTo>
                  <a:pt x="1548" y="151"/>
                  <a:pt x="1547" y="151"/>
                  <a:pt x="1547" y="151"/>
                </a:cubicBezTo>
                <a:cubicBezTo>
                  <a:pt x="1547" y="151"/>
                  <a:pt x="1546" y="151"/>
                  <a:pt x="1546" y="151"/>
                </a:cubicBezTo>
                <a:cubicBezTo>
                  <a:pt x="1546" y="151"/>
                  <a:pt x="1545" y="152"/>
                  <a:pt x="1545" y="152"/>
                </a:cubicBezTo>
                <a:cubicBezTo>
                  <a:pt x="1543" y="152"/>
                  <a:pt x="1541" y="153"/>
                  <a:pt x="1542" y="155"/>
                </a:cubicBezTo>
                <a:cubicBezTo>
                  <a:pt x="1542" y="156"/>
                  <a:pt x="1542" y="156"/>
                  <a:pt x="1542" y="156"/>
                </a:cubicBezTo>
                <a:cubicBezTo>
                  <a:pt x="1542" y="156"/>
                  <a:pt x="1543" y="156"/>
                  <a:pt x="1543" y="157"/>
                </a:cubicBezTo>
                <a:cubicBezTo>
                  <a:pt x="1543" y="157"/>
                  <a:pt x="1543" y="157"/>
                  <a:pt x="1544" y="157"/>
                </a:cubicBezTo>
                <a:cubicBezTo>
                  <a:pt x="1544" y="157"/>
                  <a:pt x="1544" y="157"/>
                  <a:pt x="1544" y="157"/>
                </a:cubicBezTo>
                <a:cubicBezTo>
                  <a:pt x="1545" y="158"/>
                  <a:pt x="1545" y="158"/>
                  <a:pt x="1545" y="158"/>
                </a:cubicBezTo>
                <a:cubicBezTo>
                  <a:pt x="1546" y="158"/>
                  <a:pt x="1547" y="158"/>
                  <a:pt x="1548" y="158"/>
                </a:cubicBezTo>
                <a:cubicBezTo>
                  <a:pt x="1549" y="158"/>
                  <a:pt x="1549" y="158"/>
                  <a:pt x="1549" y="158"/>
                </a:cubicBezTo>
                <a:cubicBezTo>
                  <a:pt x="1549" y="158"/>
                  <a:pt x="1549" y="158"/>
                  <a:pt x="1549" y="158"/>
                </a:cubicBezTo>
                <a:cubicBezTo>
                  <a:pt x="1549" y="158"/>
                  <a:pt x="1549" y="158"/>
                  <a:pt x="1550" y="158"/>
                </a:cubicBezTo>
                <a:cubicBezTo>
                  <a:pt x="1550" y="158"/>
                  <a:pt x="1550" y="158"/>
                  <a:pt x="1550" y="158"/>
                </a:cubicBezTo>
                <a:cubicBezTo>
                  <a:pt x="1550" y="158"/>
                  <a:pt x="1550" y="158"/>
                  <a:pt x="1550" y="158"/>
                </a:cubicBezTo>
                <a:cubicBezTo>
                  <a:pt x="1551" y="158"/>
                  <a:pt x="1551" y="158"/>
                  <a:pt x="1551" y="158"/>
                </a:cubicBezTo>
                <a:cubicBezTo>
                  <a:pt x="1551" y="158"/>
                  <a:pt x="1551" y="158"/>
                  <a:pt x="1551" y="158"/>
                </a:cubicBezTo>
                <a:cubicBezTo>
                  <a:pt x="1551" y="158"/>
                  <a:pt x="1551" y="158"/>
                  <a:pt x="1552" y="158"/>
                </a:cubicBezTo>
                <a:cubicBezTo>
                  <a:pt x="1552" y="158"/>
                  <a:pt x="1552" y="158"/>
                  <a:pt x="1552" y="158"/>
                </a:cubicBezTo>
                <a:cubicBezTo>
                  <a:pt x="1553" y="158"/>
                  <a:pt x="1553" y="158"/>
                  <a:pt x="1553" y="158"/>
                </a:cubicBezTo>
                <a:cubicBezTo>
                  <a:pt x="1553" y="158"/>
                  <a:pt x="1554" y="158"/>
                  <a:pt x="1554" y="158"/>
                </a:cubicBezTo>
                <a:cubicBezTo>
                  <a:pt x="1554" y="158"/>
                  <a:pt x="1554" y="158"/>
                  <a:pt x="1554" y="158"/>
                </a:cubicBezTo>
                <a:cubicBezTo>
                  <a:pt x="1556" y="157"/>
                  <a:pt x="1556" y="157"/>
                  <a:pt x="1556" y="157"/>
                </a:cubicBezTo>
                <a:cubicBezTo>
                  <a:pt x="1557" y="157"/>
                  <a:pt x="1557" y="156"/>
                  <a:pt x="1558" y="155"/>
                </a:cubicBezTo>
                <a:cubicBezTo>
                  <a:pt x="1558" y="154"/>
                  <a:pt x="1557" y="154"/>
                  <a:pt x="1557" y="154"/>
                </a:cubicBezTo>
                <a:cubicBezTo>
                  <a:pt x="1557" y="153"/>
                  <a:pt x="1557" y="153"/>
                  <a:pt x="1556" y="153"/>
                </a:cubicBezTo>
                <a:cubicBezTo>
                  <a:pt x="1556" y="153"/>
                  <a:pt x="1556" y="152"/>
                  <a:pt x="1555" y="152"/>
                </a:cubicBezTo>
                <a:cubicBezTo>
                  <a:pt x="1555" y="152"/>
                  <a:pt x="1554" y="152"/>
                  <a:pt x="1554" y="152"/>
                </a:cubicBezTo>
                <a:cubicBezTo>
                  <a:pt x="1553" y="152"/>
                  <a:pt x="1554" y="152"/>
                  <a:pt x="1554" y="152"/>
                </a:cubicBezTo>
                <a:close/>
                <a:moveTo>
                  <a:pt x="2268" y="152"/>
                </a:moveTo>
                <a:cubicBezTo>
                  <a:pt x="2267" y="151"/>
                  <a:pt x="2265" y="151"/>
                  <a:pt x="2264" y="151"/>
                </a:cubicBezTo>
                <a:cubicBezTo>
                  <a:pt x="2263" y="151"/>
                  <a:pt x="2263" y="151"/>
                  <a:pt x="2262" y="151"/>
                </a:cubicBezTo>
                <a:cubicBezTo>
                  <a:pt x="2262" y="151"/>
                  <a:pt x="2262" y="151"/>
                  <a:pt x="2261" y="151"/>
                </a:cubicBezTo>
                <a:cubicBezTo>
                  <a:pt x="2261" y="151"/>
                  <a:pt x="2261" y="151"/>
                  <a:pt x="2260" y="151"/>
                </a:cubicBezTo>
                <a:cubicBezTo>
                  <a:pt x="2260" y="151"/>
                  <a:pt x="2260" y="152"/>
                  <a:pt x="2259" y="152"/>
                </a:cubicBezTo>
                <a:cubicBezTo>
                  <a:pt x="2259" y="152"/>
                  <a:pt x="2259" y="152"/>
                  <a:pt x="2258" y="152"/>
                </a:cubicBezTo>
                <a:cubicBezTo>
                  <a:pt x="2258" y="152"/>
                  <a:pt x="2258" y="153"/>
                  <a:pt x="2257" y="153"/>
                </a:cubicBezTo>
                <a:cubicBezTo>
                  <a:pt x="2257" y="153"/>
                  <a:pt x="2257" y="153"/>
                  <a:pt x="2257" y="154"/>
                </a:cubicBezTo>
                <a:cubicBezTo>
                  <a:pt x="2257" y="154"/>
                  <a:pt x="2257" y="154"/>
                  <a:pt x="2257" y="155"/>
                </a:cubicBezTo>
                <a:cubicBezTo>
                  <a:pt x="2257" y="156"/>
                  <a:pt x="2258" y="156"/>
                  <a:pt x="2258" y="156"/>
                </a:cubicBezTo>
                <a:cubicBezTo>
                  <a:pt x="2258" y="156"/>
                  <a:pt x="2258" y="156"/>
                  <a:pt x="2258" y="157"/>
                </a:cubicBezTo>
                <a:cubicBezTo>
                  <a:pt x="2259" y="157"/>
                  <a:pt x="2259" y="157"/>
                  <a:pt x="2259" y="157"/>
                </a:cubicBezTo>
                <a:cubicBezTo>
                  <a:pt x="2260" y="157"/>
                  <a:pt x="2260" y="157"/>
                  <a:pt x="2260" y="157"/>
                </a:cubicBezTo>
                <a:cubicBezTo>
                  <a:pt x="2261" y="158"/>
                  <a:pt x="2261" y="158"/>
                  <a:pt x="2261" y="158"/>
                </a:cubicBezTo>
                <a:cubicBezTo>
                  <a:pt x="2262" y="158"/>
                  <a:pt x="2263" y="158"/>
                  <a:pt x="2264" y="158"/>
                </a:cubicBezTo>
                <a:cubicBezTo>
                  <a:pt x="2265" y="158"/>
                  <a:pt x="2265" y="158"/>
                  <a:pt x="2265" y="158"/>
                </a:cubicBezTo>
                <a:cubicBezTo>
                  <a:pt x="2265" y="158"/>
                  <a:pt x="2265" y="158"/>
                  <a:pt x="2265" y="158"/>
                </a:cubicBezTo>
                <a:cubicBezTo>
                  <a:pt x="2265" y="158"/>
                  <a:pt x="2266" y="158"/>
                  <a:pt x="2266" y="158"/>
                </a:cubicBezTo>
                <a:cubicBezTo>
                  <a:pt x="2266" y="158"/>
                  <a:pt x="2266" y="158"/>
                  <a:pt x="2266" y="158"/>
                </a:cubicBezTo>
                <a:cubicBezTo>
                  <a:pt x="2266" y="158"/>
                  <a:pt x="2266" y="158"/>
                  <a:pt x="2266" y="158"/>
                </a:cubicBezTo>
                <a:cubicBezTo>
                  <a:pt x="2267" y="158"/>
                  <a:pt x="2267" y="158"/>
                  <a:pt x="2267" y="158"/>
                </a:cubicBezTo>
                <a:cubicBezTo>
                  <a:pt x="2267" y="158"/>
                  <a:pt x="2267" y="158"/>
                  <a:pt x="2267" y="158"/>
                </a:cubicBezTo>
                <a:cubicBezTo>
                  <a:pt x="2267" y="158"/>
                  <a:pt x="2268" y="158"/>
                  <a:pt x="2268" y="158"/>
                </a:cubicBezTo>
                <a:cubicBezTo>
                  <a:pt x="2268" y="158"/>
                  <a:pt x="2268" y="158"/>
                  <a:pt x="2268" y="158"/>
                </a:cubicBezTo>
                <a:cubicBezTo>
                  <a:pt x="2269" y="158"/>
                  <a:pt x="2269" y="158"/>
                  <a:pt x="2269" y="158"/>
                </a:cubicBezTo>
                <a:cubicBezTo>
                  <a:pt x="2269" y="158"/>
                  <a:pt x="2270" y="158"/>
                  <a:pt x="2270" y="158"/>
                </a:cubicBezTo>
                <a:cubicBezTo>
                  <a:pt x="2270" y="158"/>
                  <a:pt x="2270" y="158"/>
                  <a:pt x="2270" y="158"/>
                </a:cubicBezTo>
                <a:cubicBezTo>
                  <a:pt x="2271" y="157"/>
                  <a:pt x="2271" y="157"/>
                  <a:pt x="2271" y="157"/>
                </a:cubicBezTo>
                <a:cubicBezTo>
                  <a:pt x="2272" y="157"/>
                  <a:pt x="2273" y="156"/>
                  <a:pt x="2273" y="155"/>
                </a:cubicBezTo>
                <a:cubicBezTo>
                  <a:pt x="2273" y="154"/>
                  <a:pt x="2273" y="154"/>
                  <a:pt x="2272" y="154"/>
                </a:cubicBezTo>
                <a:cubicBezTo>
                  <a:pt x="2272" y="153"/>
                  <a:pt x="2272" y="153"/>
                  <a:pt x="2271" y="153"/>
                </a:cubicBezTo>
                <a:cubicBezTo>
                  <a:pt x="2271" y="153"/>
                  <a:pt x="2270" y="152"/>
                  <a:pt x="2270" y="152"/>
                </a:cubicBezTo>
                <a:cubicBezTo>
                  <a:pt x="2269" y="152"/>
                  <a:pt x="2269" y="152"/>
                  <a:pt x="2268" y="152"/>
                </a:cubicBezTo>
                <a:cubicBezTo>
                  <a:pt x="2268" y="152"/>
                  <a:pt x="2269" y="152"/>
                  <a:pt x="2268" y="152"/>
                </a:cubicBezTo>
                <a:close/>
                <a:moveTo>
                  <a:pt x="322" y="151"/>
                </a:moveTo>
                <a:cubicBezTo>
                  <a:pt x="321" y="151"/>
                  <a:pt x="320" y="151"/>
                  <a:pt x="319" y="151"/>
                </a:cubicBezTo>
                <a:cubicBezTo>
                  <a:pt x="319" y="151"/>
                  <a:pt x="318" y="151"/>
                  <a:pt x="318" y="151"/>
                </a:cubicBezTo>
                <a:cubicBezTo>
                  <a:pt x="317" y="151"/>
                  <a:pt x="317" y="151"/>
                  <a:pt x="317" y="151"/>
                </a:cubicBezTo>
                <a:cubicBezTo>
                  <a:pt x="316" y="151"/>
                  <a:pt x="316" y="151"/>
                  <a:pt x="316" y="151"/>
                </a:cubicBezTo>
                <a:cubicBezTo>
                  <a:pt x="315" y="151"/>
                  <a:pt x="315" y="152"/>
                  <a:pt x="314" y="152"/>
                </a:cubicBezTo>
                <a:cubicBezTo>
                  <a:pt x="312" y="152"/>
                  <a:pt x="310" y="153"/>
                  <a:pt x="310" y="155"/>
                </a:cubicBezTo>
                <a:cubicBezTo>
                  <a:pt x="310" y="156"/>
                  <a:pt x="311" y="157"/>
                  <a:pt x="312" y="157"/>
                </a:cubicBezTo>
                <a:cubicBezTo>
                  <a:pt x="313" y="158"/>
                  <a:pt x="313" y="158"/>
                  <a:pt x="313" y="158"/>
                </a:cubicBezTo>
                <a:cubicBezTo>
                  <a:pt x="313" y="158"/>
                  <a:pt x="314" y="158"/>
                  <a:pt x="315" y="158"/>
                </a:cubicBezTo>
                <a:cubicBezTo>
                  <a:pt x="315" y="158"/>
                  <a:pt x="315" y="158"/>
                  <a:pt x="316" y="158"/>
                </a:cubicBezTo>
                <a:cubicBezTo>
                  <a:pt x="316" y="158"/>
                  <a:pt x="316" y="158"/>
                  <a:pt x="316" y="158"/>
                </a:cubicBezTo>
                <a:cubicBezTo>
                  <a:pt x="316" y="158"/>
                  <a:pt x="316" y="158"/>
                  <a:pt x="316" y="158"/>
                </a:cubicBezTo>
                <a:cubicBezTo>
                  <a:pt x="317" y="158"/>
                  <a:pt x="317" y="158"/>
                  <a:pt x="317" y="158"/>
                </a:cubicBezTo>
                <a:cubicBezTo>
                  <a:pt x="317" y="158"/>
                  <a:pt x="317" y="158"/>
                  <a:pt x="317" y="158"/>
                </a:cubicBezTo>
                <a:cubicBezTo>
                  <a:pt x="317" y="158"/>
                  <a:pt x="317" y="158"/>
                  <a:pt x="318" y="158"/>
                </a:cubicBezTo>
                <a:cubicBezTo>
                  <a:pt x="318" y="158"/>
                  <a:pt x="318" y="158"/>
                  <a:pt x="318" y="158"/>
                </a:cubicBezTo>
                <a:cubicBezTo>
                  <a:pt x="318" y="158"/>
                  <a:pt x="318" y="158"/>
                  <a:pt x="318" y="158"/>
                </a:cubicBezTo>
                <a:cubicBezTo>
                  <a:pt x="319" y="158"/>
                  <a:pt x="319" y="158"/>
                  <a:pt x="319" y="158"/>
                </a:cubicBezTo>
                <a:cubicBezTo>
                  <a:pt x="319" y="158"/>
                  <a:pt x="319" y="158"/>
                  <a:pt x="319" y="158"/>
                </a:cubicBezTo>
                <a:cubicBezTo>
                  <a:pt x="319" y="158"/>
                  <a:pt x="319" y="158"/>
                  <a:pt x="320" y="158"/>
                </a:cubicBezTo>
                <a:cubicBezTo>
                  <a:pt x="320" y="158"/>
                  <a:pt x="320" y="158"/>
                  <a:pt x="320" y="158"/>
                </a:cubicBezTo>
                <a:cubicBezTo>
                  <a:pt x="321" y="158"/>
                  <a:pt x="321" y="158"/>
                  <a:pt x="321" y="158"/>
                </a:cubicBezTo>
                <a:cubicBezTo>
                  <a:pt x="323" y="157"/>
                  <a:pt x="323" y="157"/>
                  <a:pt x="323" y="157"/>
                </a:cubicBezTo>
                <a:cubicBezTo>
                  <a:pt x="324" y="157"/>
                  <a:pt x="325" y="156"/>
                  <a:pt x="326" y="155"/>
                </a:cubicBezTo>
                <a:cubicBezTo>
                  <a:pt x="326" y="154"/>
                  <a:pt x="326" y="154"/>
                  <a:pt x="326" y="154"/>
                </a:cubicBezTo>
                <a:cubicBezTo>
                  <a:pt x="326" y="153"/>
                  <a:pt x="326" y="153"/>
                  <a:pt x="325" y="153"/>
                </a:cubicBezTo>
                <a:cubicBezTo>
                  <a:pt x="325" y="153"/>
                  <a:pt x="325" y="152"/>
                  <a:pt x="325" y="152"/>
                </a:cubicBezTo>
                <a:cubicBezTo>
                  <a:pt x="324" y="152"/>
                  <a:pt x="324" y="152"/>
                  <a:pt x="323" y="152"/>
                </a:cubicBezTo>
                <a:lnTo>
                  <a:pt x="322" y="151"/>
                </a:lnTo>
                <a:close/>
                <a:moveTo>
                  <a:pt x="163" y="151"/>
                </a:moveTo>
                <a:cubicBezTo>
                  <a:pt x="162" y="151"/>
                  <a:pt x="161" y="151"/>
                  <a:pt x="160" y="151"/>
                </a:cubicBezTo>
                <a:cubicBezTo>
                  <a:pt x="160" y="151"/>
                  <a:pt x="160" y="151"/>
                  <a:pt x="159" y="151"/>
                </a:cubicBezTo>
                <a:cubicBezTo>
                  <a:pt x="159" y="151"/>
                  <a:pt x="158" y="151"/>
                  <a:pt x="158" y="151"/>
                </a:cubicBezTo>
                <a:cubicBezTo>
                  <a:pt x="158" y="151"/>
                  <a:pt x="157" y="151"/>
                  <a:pt x="157" y="151"/>
                </a:cubicBezTo>
                <a:cubicBezTo>
                  <a:pt x="156" y="151"/>
                  <a:pt x="156" y="152"/>
                  <a:pt x="156" y="152"/>
                </a:cubicBezTo>
                <a:cubicBezTo>
                  <a:pt x="154" y="152"/>
                  <a:pt x="151" y="153"/>
                  <a:pt x="151" y="155"/>
                </a:cubicBezTo>
                <a:cubicBezTo>
                  <a:pt x="151" y="156"/>
                  <a:pt x="151" y="156"/>
                  <a:pt x="151" y="156"/>
                </a:cubicBezTo>
                <a:cubicBezTo>
                  <a:pt x="151" y="156"/>
                  <a:pt x="151" y="156"/>
                  <a:pt x="151" y="157"/>
                </a:cubicBezTo>
                <a:cubicBezTo>
                  <a:pt x="152" y="157"/>
                  <a:pt x="152" y="157"/>
                  <a:pt x="152" y="157"/>
                </a:cubicBezTo>
                <a:cubicBezTo>
                  <a:pt x="152" y="157"/>
                  <a:pt x="152" y="157"/>
                  <a:pt x="152" y="157"/>
                </a:cubicBezTo>
                <a:cubicBezTo>
                  <a:pt x="153" y="158"/>
                  <a:pt x="153" y="158"/>
                  <a:pt x="153" y="158"/>
                </a:cubicBezTo>
                <a:cubicBezTo>
                  <a:pt x="154" y="158"/>
                  <a:pt x="155" y="158"/>
                  <a:pt x="156" y="158"/>
                </a:cubicBezTo>
                <a:cubicBezTo>
                  <a:pt x="156" y="158"/>
                  <a:pt x="156" y="158"/>
                  <a:pt x="156" y="158"/>
                </a:cubicBezTo>
                <a:cubicBezTo>
                  <a:pt x="157" y="158"/>
                  <a:pt x="157" y="158"/>
                  <a:pt x="157" y="158"/>
                </a:cubicBezTo>
                <a:cubicBezTo>
                  <a:pt x="157" y="158"/>
                  <a:pt x="157" y="158"/>
                  <a:pt x="157" y="158"/>
                </a:cubicBezTo>
                <a:cubicBezTo>
                  <a:pt x="157" y="158"/>
                  <a:pt x="158" y="158"/>
                  <a:pt x="158" y="158"/>
                </a:cubicBezTo>
                <a:cubicBezTo>
                  <a:pt x="158" y="158"/>
                  <a:pt x="158" y="158"/>
                  <a:pt x="158" y="158"/>
                </a:cubicBezTo>
                <a:cubicBezTo>
                  <a:pt x="158" y="158"/>
                  <a:pt x="158" y="158"/>
                  <a:pt x="159" y="158"/>
                </a:cubicBezTo>
                <a:cubicBezTo>
                  <a:pt x="159" y="158"/>
                  <a:pt x="159" y="158"/>
                  <a:pt x="159" y="158"/>
                </a:cubicBezTo>
                <a:cubicBezTo>
                  <a:pt x="159" y="158"/>
                  <a:pt x="159" y="158"/>
                  <a:pt x="159" y="158"/>
                </a:cubicBezTo>
                <a:cubicBezTo>
                  <a:pt x="159" y="158"/>
                  <a:pt x="160" y="158"/>
                  <a:pt x="160" y="158"/>
                </a:cubicBezTo>
                <a:cubicBezTo>
                  <a:pt x="160" y="158"/>
                  <a:pt x="160" y="158"/>
                  <a:pt x="160" y="158"/>
                </a:cubicBezTo>
                <a:cubicBezTo>
                  <a:pt x="160" y="158"/>
                  <a:pt x="160" y="158"/>
                  <a:pt x="161" y="158"/>
                </a:cubicBezTo>
                <a:cubicBezTo>
                  <a:pt x="161" y="158"/>
                  <a:pt x="161" y="158"/>
                  <a:pt x="161" y="158"/>
                </a:cubicBezTo>
                <a:cubicBezTo>
                  <a:pt x="162" y="158"/>
                  <a:pt x="162" y="158"/>
                  <a:pt x="162" y="158"/>
                </a:cubicBezTo>
                <a:cubicBezTo>
                  <a:pt x="164" y="157"/>
                  <a:pt x="164" y="157"/>
                  <a:pt x="164" y="157"/>
                </a:cubicBezTo>
                <a:cubicBezTo>
                  <a:pt x="165" y="157"/>
                  <a:pt x="166" y="156"/>
                  <a:pt x="167" y="155"/>
                </a:cubicBezTo>
                <a:cubicBezTo>
                  <a:pt x="167" y="154"/>
                  <a:pt x="167" y="154"/>
                  <a:pt x="167" y="154"/>
                </a:cubicBezTo>
                <a:cubicBezTo>
                  <a:pt x="167" y="154"/>
                  <a:pt x="167" y="153"/>
                  <a:pt x="167" y="153"/>
                </a:cubicBezTo>
                <a:cubicBezTo>
                  <a:pt x="167" y="153"/>
                  <a:pt x="167" y="153"/>
                  <a:pt x="166" y="153"/>
                </a:cubicBezTo>
                <a:cubicBezTo>
                  <a:pt x="166" y="152"/>
                  <a:pt x="166" y="152"/>
                  <a:pt x="166" y="152"/>
                </a:cubicBezTo>
                <a:cubicBezTo>
                  <a:pt x="165" y="152"/>
                  <a:pt x="165" y="152"/>
                  <a:pt x="165" y="152"/>
                </a:cubicBezTo>
                <a:lnTo>
                  <a:pt x="163" y="151"/>
                </a:lnTo>
                <a:close/>
                <a:moveTo>
                  <a:pt x="284" y="152"/>
                </a:moveTo>
                <a:cubicBezTo>
                  <a:pt x="282" y="151"/>
                  <a:pt x="281" y="151"/>
                  <a:pt x="279" y="151"/>
                </a:cubicBezTo>
                <a:cubicBezTo>
                  <a:pt x="279" y="151"/>
                  <a:pt x="279" y="151"/>
                  <a:pt x="278" y="151"/>
                </a:cubicBezTo>
                <a:cubicBezTo>
                  <a:pt x="278" y="151"/>
                  <a:pt x="277" y="151"/>
                  <a:pt x="277" y="151"/>
                </a:cubicBezTo>
                <a:cubicBezTo>
                  <a:pt x="277" y="151"/>
                  <a:pt x="276" y="151"/>
                  <a:pt x="276" y="151"/>
                </a:cubicBezTo>
                <a:cubicBezTo>
                  <a:pt x="275" y="151"/>
                  <a:pt x="275" y="152"/>
                  <a:pt x="275" y="152"/>
                </a:cubicBezTo>
                <a:cubicBezTo>
                  <a:pt x="274" y="152"/>
                  <a:pt x="274" y="152"/>
                  <a:pt x="273" y="152"/>
                </a:cubicBezTo>
                <a:cubicBezTo>
                  <a:pt x="273" y="152"/>
                  <a:pt x="272" y="153"/>
                  <a:pt x="272" y="153"/>
                </a:cubicBezTo>
                <a:cubicBezTo>
                  <a:pt x="271" y="153"/>
                  <a:pt x="271" y="153"/>
                  <a:pt x="271" y="154"/>
                </a:cubicBezTo>
                <a:cubicBezTo>
                  <a:pt x="271" y="154"/>
                  <a:pt x="270" y="154"/>
                  <a:pt x="270" y="155"/>
                </a:cubicBezTo>
                <a:cubicBezTo>
                  <a:pt x="270" y="156"/>
                  <a:pt x="270" y="156"/>
                  <a:pt x="270" y="156"/>
                </a:cubicBezTo>
                <a:cubicBezTo>
                  <a:pt x="270" y="156"/>
                  <a:pt x="271" y="156"/>
                  <a:pt x="271" y="157"/>
                </a:cubicBezTo>
                <a:cubicBezTo>
                  <a:pt x="271" y="157"/>
                  <a:pt x="271" y="157"/>
                  <a:pt x="271" y="157"/>
                </a:cubicBezTo>
                <a:cubicBezTo>
                  <a:pt x="271" y="157"/>
                  <a:pt x="272" y="157"/>
                  <a:pt x="272" y="157"/>
                </a:cubicBezTo>
                <a:cubicBezTo>
                  <a:pt x="273" y="158"/>
                  <a:pt x="273" y="158"/>
                  <a:pt x="273" y="158"/>
                </a:cubicBezTo>
                <a:cubicBezTo>
                  <a:pt x="274" y="158"/>
                  <a:pt x="275" y="158"/>
                  <a:pt x="275" y="158"/>
                </a:cubicBezTo>
                <a:cubicBezTo>
                  <a:pt x="276" y="158"/>
                  <a:pt x="276" y="158"/>
                  <a:pt x="276" y="158"/>
                </a:cubicBezTo>
                <a:cubicBezTo>
                  <a:pt x="276" y="158"/>
                  <a:pt x="276" y="158"/>
                  <a:pt x="276" y="158"/>
                </a:cubicBezTo>
                <a:cubicBezTo>
                  <a:pt x="276" y="158"/>
                  <a:pt x="276" y="158"/>
                  <a:pt x="277" y="158"/>
                </a:cubicBezTo>
                <a:cubicBezTo>
                  <a:pt x="277" y="158"/>
                  <a:pt x="277" y="158"/>
                  <a:pt x="277" y="158"/>
                </a:cubicBezTo>
                <a:cubicBezTo>
                  <a:pt x="277" y="158"/>
                  <a:pt x="277" y="158"/>
                  <a:pt x="277" y="158"/>
                </a:cubicBezTo>
                <a:cubicBezTo>
                  <a:pt x="278" y="158"/>
                  <a:pt x="278" y="158"/>
                  <a:pt x="278" y="158"/>
                </a:cubicBezTo>
                <a:cubicBezTo>
                  <a:pt x="278" y="158"/>
                  <a:pt x="278" y="158"/>
                  <a:pt x="278" y="158"/>
                </a:cubicBezTo>
                <a:cubicBezTo>
                  <a:pt x="278" y="158"/>
                  <a:pt x="279" y="158"/>
                  <a:pt x="279" y="158"/>
                </a:cubicBezTo>
                <a:cubicBezTo>
                  <a:pt x="279" y="158"/>
                  <a:pt x="279" y="158"/>
                  <a:pt x="279" y="158"/>
                </a:cubicBezTo>
                <a:cubicBezTo>
                  <a:pt x="280" y="158"/>
                  <a:pt x="280" y="158"/>
                  <a:pt x="280" y="158"/>
                </a:cubicBezTo>
                <a:cubicBezTo>
                  <a:pt x="280" y="158"/>
                  <a:pt x="281" y="158"/>
                  <a:pt x="281" y="158"/>
                </a:cubicBezTo>
                <a:cubicBezTo>
                  <a:pt x="281" y="158"/>
                  <a:pt x="281" y="158"/>
                  <a:pt x="282" y="158"/>
                </a:cubicBezTo>
                <a:cubicBezTo>
                  <a:pt x="283" y="157"/>
                  <a:pt x="283" y="157"/>
                  <a:pt x="283" y="157"/>
                </a:cubicBezTo>
                <a:cubicBezTo>
                  <a:pt x="284" y="157"/>
                  <a:pt x="285" y="156"/>
                  <a:pt x="286" y="155"/>
                </a:cubicBezTo>
                <a:cubicBezTo>
                  <a:pt x="286" y="154"/>
                  <a:pt x="286" y="154"/>
                  <a:pt x="286" y="154"/>
                </a:cubicBezTo>
                <a:cubicBezTo>
                  <a:pt x="286" y="153"/>
                  <a:pt x="286" y="153"/>
                  <a:pt x="286" y="153"/>
                </a:cubicBezTo>
                <a:cubicBezTo>
                  <a:pt x="286" y="153"/>
                  <a:pt x="285" y="152"/>
                  <a:pt x="285" y="152"/>
                </a:cubicBezTo>
                <a:cubicBezTo>
                  <a:pt x="285" y="152"/>
                  <a:pt x="284" y="152"/>
                  <a:pt x="284" y="152"/>
                </a:cubicBezTo>
                <a:cubicBezTo>
                  <a:pt x="283" y="152"/>
                  <a:pt x="284" y="152"/>
                  <a:pt x="284" y="152"/>
                </a:cubicBezTo>
                <a:close/>
                <a:moveTo>
                  <a:pt x="125" y="152"/>
                </a:moveTo>
                <a:cubicBezTo>
                  <a:pt x="124" y="151"/>
                  <a:pt x="122" y="151"/>
                  <a:pt x="121" y="151"/>
                </a:cubicBezTo>
                <a:cubicBezTo>
                  <a:pt x="120" y="151"/>
                  <a:pt x="120" y="151"/>
                  <a:pt x="119" y="151"/>
                </a:cubicBezTo>
                <a:cubicBezTo>
                  <a:pt x="119" y="151"/>
                  <a:pt x="119" y="151"/>
                  <a:pt x="118" y="151"/>
                </a:cubicBezTo>
                <a:cubicBezTo>
                  <a:pt x="118" y="151"/>
                  <a:pt x="117" y="151"/>
                  <a:pt x="117" y="151"/>
                </a:cubicBezTo>
                <a:cubicBezTo>
                  <a:pt x="117" y="151"/>
                  <a:pt x="116" y="152"/>
                  <a:pt x="116" y="152"/>
                </a:cubicBezTo>
                <a:cubicBezTo>
                  <a:pt x="115" y="152"/>
                  <a:pt x="115" y="152"/>
                  <a:pt x="114" y="152"/>
                </a:cubicBezTo>
                <a:cubicBezTo>
                  <a:pt x="114" y="152"/>
                  <a:pt x="113" y="153"/>
                  <a:pt x="113" y="153"/>
                </a:cubicBezTo>
                <a:cubicBezTo>
                  <a:pt x="113" y="153"/>
                  <a:pt x="112" y="153"/>
                  <a:pt x="112" y="154"/>
                </a:cubicBezTo>
                <a:cubicBezTo>
                  <a:pt x="112" y="154"/>
                  <a:pt x="111" y="154"/>
                  <a:pt x="111" y="155"/>
                </a:cubicBezTo>
                <a:cubicBezTo>
                  <a:pt x="111" y="156"/>
                  <a:pt x="111" y="156"/>
                  <a:pt x="111" y="156"/>
                </a:cubicBezTo>
                <a:cubicBezTo>
                  <a:pt x="111" y="156"/>
                  <a:pt x="112" y="156"/>
                  <a:pt x="112" y="157"/>
                </a:cubicBezTo>
                <a:cubicBezTo>
                  <a:pt x="112" y="157"/>
                  <a:pt x="112" y="157"/>
                  <a:pt x="112" y="157"/>
                </a:cubicBezTo>
                <a:cubicBezTo>
                  <a:pt x="112" y="157"/>
                  <a:pt x="112" y="157"/>
                  <a:pt x="113" y="157"/>
                </a:cubicBezTo>
                <a:cubicBezTo>
                  <a:pt x="114" y="158"/>
                  <a:pt x="114" y="158"/>
                  <a:pt x="114" y="158"/>
                </a:cubicBezTo>
                <a:cubicBezTo>
                  <a:pt x="115" y="158"/>
                  <a:pt x="115" y="158"/>
                  <a:pt x="116" y="158"/>
                </a:cubicBezTo>
                <a:cubicBezTo>
                  <a:pt x="116" y="158"/>
                  <a:pt x="117" y="158"/>
                  <a:pt x="117" y="158"/>
                </a:cubicBezTo>
                <a:cubicBezTo>
                  <a:pt x="117" y="158"/>
                  <a:pt x="117" y="158"/>
                  <a:pt x="117" y="158"/>
                </a:cubicBezTo>
                <a:cubicBezTo>
                  <a:pt x="117" y="158"/>
                  <a:pt x="117" y="158"/>
                  <a:pt x="118" y="158"/>
                </a:cubicBezTo>
                <a:cubicBezTo>
                  <a:pt x="118" y="158"/>
                  <a:pt x="118" y="158"/>
                  <a:pt x="118" y="158"/>
                </a:cubicBezTo>
                <a:cubicBezTo>
                  <a:pt x="118" y="158"/>
                  <a:pt x="118" y="158"/>
                  <a:pt x="118" y="158"/>
                </a:cubicBezTo>
                <a:cubicBezTo>
                  <a:pt x="118" y="158"/>
                  <a:pt x="119" y="158"/>
                  <a:pt x="119" y="158"/>
                </a:cubicBezTo>
                <a:cubicBezTo>
                  <a:pt x="119" y="158"/>
                  <a:pt x="119" y="158"/>
                  <a:pt x="119" y="158"/>
                </a:cubicBezTo>
                <a:cubicBezTo>
                  <a:pt x="119" y="158"/>
                  <a:pt x="119" y="158"/>
                  <a:pt x="120" y="158"/>
                </a:cubicBezTo>
                <a:cubicBezTo>
                  <a:pt x="120" y="158"/>
                  <a:pt x="120" y="158"/>
                  <a:pt x="120" y="158"/>
                </a:cubicBezTo>
                <a:cubicBezTo>
                  <a:pt x="121" y="158"/>
                  <a:pt x="121" y="158"/>
                  <a:pt x="121" y="158"/>
                </a:cubicBezTo>
                <a:cubicBezTo>
                  <a:pt x="121" y="158"/>
                  <a:pt x="122" y="158"/>
                  <a:pt x="122" y="158"/>
                </a:cubicBezTo>
                <a:cubicBezTo>
                  <a:pt x="122" y="158"/>
                  <a:pt x="122" y="158"/>
                  <a:pt x="123" y="158"/>
                </a:cubicBezTo>
                <a:cubicBezTo>
                  <a:pt x="124" y="157"/>
                  <a:pt x="124" y="157"/>
                  <a:pt x="124" y="157"/>
                </a:cubicBezTo>
                <a:cubicBezTo>
                  <a:pt x="125" y="157"/>
                  <a:pt x="126" y="156"/>
                  <a:pt x="127" y="155"/>
                </a:cubicBezTo>
                <a:cubicBezTo>
                  <a:pt x="127" y="154"/>
                  <a:pt x="127" y="154"/>
                  <a:pt x="127" y="154"/>
                </a:cubicBezTo>
                <a:cubicBezTo>
                  <a:pt x="127" y="153"/>
                  <a:pt x="127" y="153"/>
                  <a:pt x="127" y="153"/>
                </a:cubicBezTo>
                <a:cubicBezTo>
                  <a:pt x="127" y="153"/>
                  <a:pt x="126" y="152"/>
                  <a:pt x="126" y="152"/>
                </a:cubicBezTo>
                <a:cubicBezTo>
                  <a:pt x="126" y="152"/>
                  <a:pt x="125" y="152"/>
                  <a:pt x="125" y="152"/>
                </a:cubicBezTo>
                <a:cubicBezTo>
                  <a:pt x="125" y="152"/>
                  <a:pt x="125" y="152"/>
                  <a:pt x="125" y="152"/>
                </a:cubicBezTo>
                <a:close/>
                <a:moveTo>
                  <a:pt x="401" y="151"/>
                </a:moveTo>
                <a:cubicBezTo>
                  <a:pt x="400" y="151"/>
                  <a:pt x="399" y="151"/>
                  <a:pt x="398" y="151"/>
                </a:cubicBezTo>
                <a:cubicBezTo>
                  <a:pt x="398" y="151"/>
                  <a:pt x="398" y="151"/>
                  <a:pt x="397" y="151"/>
                </a:cubicBezTo>
                <a:cubicBezTo>
                  <a:pt x="397" y="151"/>
                  <a:pt x="396" y="151"/>
                  <a:pt x="396" y="151"/>
                </a:cubicBezTo>
                <a:cubicBezTo>
                  <a:pt x="396" y="151"/>
                  <a:pt x="395" y="151"/>
                  <a:pt x="395" y="151"/>
                </a:cubicBezTo>
                <a:cubicBezTo>
                  <a:pt x="395" y="151"/>
                  <a:pt x="394" y="152"/>
                  <a:pt x="394" y="152"/>
                </a:cubicBezTo>
                <a:cubicBezTo>
                  <a:pt x="393" y="152"/>
                  <a:pt x="393" y="152"/>
                  <a:pt x="392" y="152"/>
                </a:cubicBezTo>
                <a:cubicBezTo>
                  <a:pt x="392" y="152"/>
                  <a:pt x="391" y="153"/>
                  <a:pt x="391" y="153"/>
                </a:cubicBezTo>
                <a:cubicBezTo>
                  <a:pt x="391" y="153"/>
                  <a:pt x="390" y="153"/>
                  <a:pt x="390" y="154"/>
                </a:cubicBezTo>
                <a:cubicBezTo>
                  <a:pt x="390" y="154"/>
                  <a:pt x="390" y="154"/>
                  <a:pt x="389" y="155"/>
                </a:cubicBezTo>
                <a:cubicBezTo>
                  <a:pt x="389" y="156"/>
                  <a:pt x="389" y="156"/>
                  <a:pt x="390" y="156"/>
                </a:cubicBezTo>
                <a:cubicBezTo>
                  <a:pt x="390" y="156"/>
                  <a:pt x="390" y="156"/>
                  <a:pt x="390" y="157"/>
                </a:cubicBezTo>
                <a:cubicBezTo>
                  <a:pt x="390" y="157"/>
                  <a:pt x="390" y="157"/>
                  <a:pt x="390" y="157"/>
                </a:cubicBezTo>
                <a:cubicBezTo>
                  <a:pt x="391" y="157"/>
                  <a:pt x="391" y="157"/>
                  <a:pt x="391" y="157"/>
                </a:cubicBezTo>
                <a:cubicBezTo>
                  <a:pt x="392" y="158"/>
                  <a:pt x="392" y="158"/>
                  <a:pt x="392" y="158"/>
                </a:cubicBezTo>
                <a:cubicBezTo>
                  <a:pt x="393" y="158"/>
                  <a:pt x="394" y="158"/>
                  <a:pt x="395" y="158"/>
                </a:cubicBezTo>
                <a:cubicBezTo>
                  <a:pt x="395" y="158"/>
                  <a:pt x="395" y="158"/>
                  <a:pt x="395" y="158"/>
                </a:cubicBezTo>
                <a:cubicBezTo>
                  <a:pt x="395" y="158"/>
                  <a:pt x="395" y="158"/>
                  <a:pt x="396" y="158"/>
                </a:cubicBezTo>
                <a:cubicBezTo>
                  <a:pt x="396" y="158"/>
                  <a:pt x="396" y="158"/>
                  <a:pt x="396" y="158"/>
                </a:cubicBezTo>
                <a:cubicBezTo>
                  <a:pt x="396" y="158"/>
                  <a:pt x="396" y="158"/>
                  <a:pt x="396" y="158"/>
                </a:cubicBezTo>
                <a:cubicBezTo>
                  <a:pt x="397" y="158"/>
                  <a:pt x="397" y="158"/>
                  <a:pt x="397" y="158"/>
                </a:cubicBezTo>
                <a:cubicBezTo>
                  <a:pt x="397" y="158"/>
                  <a:pt x="397" y="158"/>
                  <a:pt x="397" y="158"/>
                </a:cubicBezTo>
                <a:cubicBezTo>
                  <a:pt x="397" y="158"/>
                  <a:pt x="397" y="158"/>
                  <a:pt x="398" y="158"/>
                </a:cubicBezTo>
                <a:cubicBezTo>
                  <a:pt x="398" y="158"/>
                  <a:pt x="398" y="158"/>
                  <a:pt x="398" y="158"/>
                </a:cubicBezTo>
                <a:cubicBezTo>
                  <a:pt x="398" y="158"/>
                  <a:pt x="398" y="158"/>
                  <a:pt x="398" y="158"/>
                </a:cubicBezTo>
                <a:cubicBezTo>
                  <a:pt x="399" y="158"/>
                  <a:pt x="399" y="158"/>
                  <a:pt x="399" y="158"/>
                </a:cubicBezTo>
                <a:cubicBezTo>
                  <a:pt x="399" y="158"/>
                  <a:pt x="399" y="158"/>
                  <a:pt x="399" y="158"/>
                </a:cubicBezTo>
                <a:cubicBezTo>
                  <a:pt x="399" y="158"/>
                  <a:pt x="399" y="158"/>
                  <a:pt x="400" y="158"/>
                </a:cubicBezTo>
                <a:cubicBezTo>
                  <a:pt x="401" y="158"/>
                  <a:pt x="401" y="158"/>
                  <a:pt x="401" y="158"/>
                </a:cubicBezTo>
                <a:cubicBezTo>
                  <a:pt x="402" y="157"/>
                  <a:pt x="402" y="157"/>
                  <a:pt x="402" y="157"/>
                </a:cubicBezTo>
                <a:cubicBezTo>
                  <a:pt x="404" y="157"/>
                  <a:pt x="405" y="156"/>
                  <a:pt x="405" y="155"/>
                </a:cubicBezTo>
                <a:cubicBezTo>
                  <a:pt x="405" y="154"/>
                  <a:pt x="405" y="154"/>
                  <a:pt x="405" y="154"/>
                </a:cubicBezTo>
                <a:cubicBezTo>
                  <a:pt x="405" y="153"/>
                  <a:pt x="405" y="153"/>
                  <a:pt x="405" y="153"/>
                </a:cubicBezTo>
                <a:cubicBezTo>
                  <a:pt x="405" y="153"/>
                  <a:pt x="404" y="152"/>
                  <a:pt x="404" y="152"/>
                </a:cubicBezTo>
                <a:cubicBezTo>
                  <a:pt x="404" y="152"/>
                  <a:pt x="403" y="152"/>
                  <a:pt x="403" y="152"/>
                </a:cubicBezTo>
                <a:lnTo>
                  <a:pt x="401" y="151"/>
                </a:lnTo>
                <a:close/>
                <a:moveTo>
                  <a:pt x="720" y="151"/>
                </a:moveTo>
                <a:cubicBezTo>
                  <a:pt x="719" y="151"/>
                  <a:pt x="719" y="151"/>
                  <a:pt x="719" y="151"/>
                </a:cubicBezTo>
                <a:cubicBezTo>
                  <a:pt x="719" y="151"/>
                  <a:pt x="719" y="151"/>
                  <a:pt x="718" y="151"/>
                </a:cubicBezTo>
                <a:cubicBezTo>
                  <a:pt x="718" y="151"/>
                  <a:pt x="718" y="151"/>
                  <a:pt x="718" y="151"/>
                </a:cubicBezTo>
                <a:cubicBezTo>
                  <a:pt x="717" y="151"/>
                  <a:pt x="717" y="151"/>
                  <a:pt x="717" y="151"/>
                </a:cubicBezTo>
                <a:cubicBezTo>
                  <a:pt x="717" y="151"/>
                  <a:pt x="717" y="151"/>
                  <a:pt x="717" y="151"/>
                </a:cubicBezTo>
                <a:cubicBezTo>
                  <a:pt x="717" y="151"/>
                  <a:pt x="716" y="151"/>
                  <a:pt x="716" y="151"/>
                </a:cubicBezTo>
                <a:cubicBezTo>
                  <a:pt x="716" y="151"/>
                  <a:pt x="716" y="151"/>
                  <a:pt x="716" y="151"/>
                </a:cubicBezTo>
                <a:cubicBezTo>
                  <a:pt x="716" y="151"/>
                  <a:pt x="715" y="151"/>
                  <a:pt x="715" y="151"/>
                </a:cubicBezTo>
                <a:cubicBezTo>
                  <a:pt x="714" y="151"/>
                  <a:pt x="714" y="151"/>
                  <a:pt x="714" y="151"/>
                </a:cubicBezTo>
                <a:cubicBezTo>
                  <a:pt x="713" y="151"/>
                  <a:pt x="713" y="151"/>
                  <a:pt x="712" y="151"/>
                </a:cubicBezTo>
                <a:cubicBezTo>
                  <a:pt x="712" y="151"/>
                  <a:pt x="712" y="152"/>
                  <a:pt x="711" y="152"/>
                </a:cubicBezTo>
                <a:cubicBezTo>
                  <a:pt x="709" y="152"/>
                  <a:pt x="707" y="153"/>
                  <a:pt x="707" y="155"/>
                </a:cubicBezTo>
                <a:cubicBezTo>
                  <a:pt x="708" y="156"/>
                  <a:pt x="708" y="157"/>
                  <a:pt x="709" y="157"/>
                </a:cubicBezTo>
                <a:cubicBezTo>
                  <a:pt x="710" y="158"/>
                  <a:pt x="710" y="158"/>
                  <a:pt x="710" y="158"/>
                </a:cubicBezTo>
                <a:cubicBezTo>
                  <a:pt x="711" y="158"/>
                  <a:pt x="712" y="158"/>
                  <a:pt x="713" y="158"/>
                </a:cubicBezTo>
                <a:cubicBezTo>
                  <a:pt x="713" y="158"/>
                  <a:pt x="713" y="158"/>
                  <a:pt x="713" y="158"/>
                </a:cubicBezTo>
                <a:cubicBezTo>
                  <a:pt x="714" y="158"/>
                  <a:pt x="714" y="158"/>
                  <a:pt x="714" y="158"/>
                </a:cubicBezTo>
                <a:cubicBezTo>
                  <a:pt x="714" y="158"/>
                  <a:pt x="714" y="158"/>
                  <a:pt x="714" y="158"/>
                </a:cubicBezTo>
                <a:cubicBezTo>
                  <a:pt x="714" y="158"/>
                  <a:pt x="714" y="158"/>
                  <a:pt x="715" y="158"/>
                </a:cubicBezTo>
                <a:cubicBezTo>
                  <a:pt x="715" y="158"/>
                  <a:pt x="715" y="158"/>
                  <a:pt x="715" y="158"/>
                </a:cubicBezTo>
                <a:cubicBezTo>
                  <a:pt x="715" y="158"/>
                  <a:pt x="715" y="158"/>
                  <a:pt x="715" y="158"/>
                </a:cubicBezTo>
                <a:cubicBezTo>
                  <a:pt x="716" y="158"/>
                  <a:pt x="716" y="158"/>
                  <a:pt x="716" y="158"/>
                </a:cubicBezTo>
                <a:cubicBezTo>
                  <a:pt x="716" y="158"/>
                  <a:pt x="716" y="158"/>
                  <a:pt x="716" y="158"/>
                </a:cubicBezTo>
                <a:cubicBezTo>
                  <a:pt x="716" y="158"/>
                  <a:pt x="717" y="158"/>
                  <a:pt x="717" y="158"/>
                </a:cubicBezTo>
                <a:cubicBezTo>
                  <a:pt x="717" y="158"/>
                  <a:pt x="718" y="158"/>
                  <a:pt x="718" y="158"/>
                </a:cubicBezTo>
                <a:cubicBezTo>
                  <a:pt x="718" y="158"/>
                  <a:pt x="718" y="158"/>
                  <a:pt x="718" y="158"/>
                </a:cubicBezTo>
                <a:cubicBezTo>
                  <a:pt x="719" y="158"/>
                  <a:pt x="719" y="158"/>
                  <a:pt x="719" y="158"/>
                </a:cubicBezTo>
                <a:cubicBezTo>
                  <a:pt x="720" y="157"/>
                  <a:pt x="720" y="157"/>
                  <a:pt x="720" y="157"/>
                </a:cubicBezTo>
                <a:cubicBezTo>
                  <a:pt x="722" y="157"/>
                  <a:pt x="723" y="156"/>
                  <a:pt x="723" y="155"/>
                </a:cubicBezTo>
                <a:cubicBezTo>
                  <a:pt x="723" y="154"/>
                  <a:pt x="723" y="154"/>
                  <a:pt x="723" y="154"/>
                </a:cubicBezTo>
                <a:cubicBezTo>
                  <a:pt x="723" y="153"/>
                  <a:pt x="723" y="153"/>
                  <a:pt x="723" y="153"/>
                </a:cubicBezTo>
                <a:cubicBezTo>
                  <a:pt x="722" y="153"/>
                  <a:pt x="722" y="152"/>
                  <a:pt x="722" y="152"/>
                </a:cubicBezTo>
                <a:cubicBezTo>
                  <a:pt x="721" y="152"/>
                  <a:pt x="721" y="152"/>
                  <a:pt x="720" y="152"/>
                </a:cubicBezTo>
                <a:cubicBezTo>
                  <a:pt x="720" y="152"/>
                  <a:pt x="720" y="151"/>
                  <a:pt x="720" y="151"/>
                </a:cubicBezTo>
                <a:close/>
                <a:moveTo>
                  <a:pt x="363" y="152"/>
                </a:moveTo>
                <a:cubicBezTo>
                  <a:pt x="362" y="151"/>
                  <a:pt x="360" y="151"/>
                  <a:pt x="359" y="151"/>
                </a:cubicBezTo>
                <a:cubicBezTo>
                  <a:pt x="358" y="151"/>
                  <a:pt x="358" y="151"/>
                  <a:pt x="358" y="151"/>
                </a:cubicBezTo>
                <a:cubicBezTo>
                  <a:pt x="357" y="151"/>
                  <a:pt x="357" y="151"/>
                  <a:pt x="356" y="151"/>
                </a:cubicBezTo>
                <a:cubicBezTo>
                  <a:pt x="356" y="151"/>
                  <a:pt x="356" y="151"/>
                  <a:pt x="355" y="151"/>
                </a:cubicBezTo>
                <a:cubicBezTo>
                  <a:pt x="355" y="151"/>
                  <a:pt x="355" y="152"/>
                  <a:pt x="354" y="152"/>
                </a:cubicBezTo>
                <a:cubicBezTo>
                  <a:pt x="354" y="152"/>
                  <a:pt x="353" y="152"/>
                  <a:pt x="353" y="152"/>
                </a:cubicBezTo>
                <a:cubicBezTo>
                  <a:pt x="352" y="152"/>
                  <a:pt x="352" y="153"/>
                  <a:pt x="351" y="153"/>
                </a:cubicBezTo>
                <a:cubicBezTo>
                  <a:pt x="351" y="153"/>
                  <a:pt x="351" y="153"/>
                  <a:pt x="350" y="154"/>
                </a:cubicBezTo>
                <a:cubicBezTo>
                  <a:pt x="350" y="154"/>
                  <a:pt x="350" y="154"/>
                  <a:pt x="350" y="155"/>
                </a:cubicBezTo>
                <a:cubicBezTo>
                  <a:pt x="350" y="156"/>
                  <a:pt x="350" y="156"/>
                  <a:pt x="350" y="156"/>
                </a:cubicBezTo>
                <a:cubicBezTo>
                  <a:pt x="350" y="156"/>
                  <a:pt x="350" y="156"/>
                  <a:pt x="350" y="157"/>
                </a:cubicBezTo>
                <a:cubicBezTo>
                  <a:pt x="350" y="157"/>
                  <a:pt x="350" y="157"/>
                  <a:pt x="351" y="157"/>
                </a:cubicBezTo>
                <a:cubicBezTo>
                  <a:pt x="351" y="157"/>
                  <a:pt x="351" y="157"/>
                  <a:pt x="351" y="157"/>
                </a:cubicBezTo>
                <a:cubicBezTo>
                  <a:pt x="352" y="158"/>
                  <a:pt x="352" y="158"/>
                  <a:pt x="352" y="158"/>
                </a:cubicBezTo>
                <a:cubicBezTo>
                  <a:pt x="353" y="158"/>
                  <a:pt x="354" y="158"/>
                  <a:pt x="355" y="158"/>
                </a:cubicBezTo>
                <a:cubicBezTo>
                  <a:pt x="355" y="158"/>
                  <a:pt x="355" y="158"/>
                  <a:pt x="355" y="158"/>
                </a:cubicBezTo>
                <a:cubicBezTo>
                  <a:pt x="356" y="158"/>
                  <a:pt x="356" y="158"/>
                  <a:pt x="356" y="158"/>
                </a:cubicBezTo>
                <a:cubicBezTo>
                  <a:pt x="356" y="158"/>
                  <a:pt x="356" y="158"/>
                  <a:pt x="356" y="158"/>
                </a:cubicBezTo>
                <a:cubicBezTo>
                  <a:pt x="356" y="158"/>
                  <a:pt x="356" y="158"/>
                  <a:pt x="357" y="158"/>
                </a:cubicBezTo>
                <a:cubicBezTo>
                  <a:pt x="357" y="158"/>
                  <a:pt x="357" y="158"/>
                  <a:pt x="357" y="158"/>
                </a:cubicBezTo>
                <a:cubicBezTo>
                  <a:pt x="357" y="158"/>
                  <a:pt x="357" y="158"/>
                  <a:pt x="357" y="158"/>
                </a:cubicBezTo>
                <a:cubicBezTo>
                  <a:pt x="358" y="158"/>
                  <a:pt x="358" y="158"/>
                  <a:pt x="358" y="158"/>
                </a:cubicBezTo>
                <a:cubicBezTo>
                  <a:pt x="358" y="158"/>
                  <a:pt x="358" y="158"/>
                  <a:pt x="358" y="158"/>
                </a:cubicBezTo>
                <a:cubicBezTo>
                  <a:pt x="359" y="158"/>
                  <a:pt x="359" y="158"/>
                  <a:pt x="359" y="158"/>
                </a:cubicBezTo>
                <a:cubicBezTo>
                  <a:pt x="359" y="158"/>
                  <a:pt x="360" y="158"/>
                  <a:pt x="360" y="158"/>
                </a:cubicBezTo>
                <a:cubicBezTo>
                  <a:pt x="360" y="158"/>
                  <a:pt x="360" y="158"/>
                  <a:pt x="361" y="158"/>
                </a:cubicBezTo>
                <a:cubicBezTo>
                  <a:pt x="361" y="158"/>
                  <a:pt x="361" y="158"/>
                  <a:pt x="361" y="158"/>
                </a:cubicBezTo>
                <a:cubicBezTo>
                  <a:pt x="363" y="157"/>
                  <a:pt x="363" y="157"/>
                  <a:pt x="363" y="157"/>
                </a:cubicBezTo>
                <a:cubicBezTo>
                  <a:pt x="364" y="157"/>
                  <a:pt x="365" y="156"/>
                  <a:pt x="366" y="155"/>
                </a:cubicBezTo>
                <a:cubicBezTo>
                  <a:pt x="366" y="154"/>
                  <a:pt x="366" y="154"/>
                  <a:pt x="366" y="154"/>
                </a:cubicBezTo>
                <a:cubicBezTo>
                  <a:pt x="366" y="153"/>
                  <a:pt x="365" y="153"/>
                  <a:pt x="365" y="153"/>
                </a:cubicBezTo>
                <a:cubicBezTo>
                  <a:pt x="365" y="153"/>
                  <a:pt x="365" y="152"/>
                  <a:pt x="364" y="152"/>
                </a:cubicBezTo>
                <a:cubicBezTo>
                  <a:pt x="364" y="152"/>
                  <a:pt x="364" y="152"/>
                  <a:pt x="363" y="152"/>
                </a:cubicBezTo>
                <a:cubicBezTo>
                  <a:pt x="363" y="152"/>
                  <a:pt x="364" y="152"/>
                  <a:pt x="363" y="152"/>
                </a:cubicBezTo>
                <a:close/>
                <a:moveTo>
                  <a:pt x="522" y="152"/>
                </a:moveTo>
                <a:cubicBezTo>
                  <a:pt x="520" y="151"/>
                  <a:pt x="519" y="151"/>
                  <a:pt x="518" y="151"/>
                </a:cubicBezTo>
                <a:cubicBezTo>
                  <a:pt x="517" y="151"/>
                  <a:pt x="517" y="151"/>
                  <a:pt x="516" y="151"/>
                </a:cubicBezTo>
                <a:cubicBezTo>
                  <a:pt x="516" y="151"/>
                  <a:pt x="515" y="151"/>
                  <a:pt x="515" y="151"/>
                </a:cubicBezTo>
                <a:cubicBezTo>
                  <a:pt x="515" y="151"/>
                  <a:pt x="514" y="151"/>
                  <a:pt x="514" y="151"/>
                </a:cubicBezTo>
                <a:cubicBezTo>
                  <a:pt x="514" y="151"/>
                  <a:pt x="513" y="152"/>
                  <a:pt x="513" y="152"/>
                </a:cubicBezTo>
                <a:cubicBezTo>
                  <a:pt x="512" y="152"/>
                  <a:pt x="512" y="152"/>
                  <a:pt x="511" y="152"/>
                </a:cubicBezTo>
                <a:cubicBezTo>
                  <a:pt x="511" y="152"/>
                  <a:pt x="510" y="153"/>
                  <a:pt x="510" y="153"/>
                </a:cubicBezTo>
                <a:cubicBezTo>
                  <a:pt x="510" y="153"/>
                  <a:pt x="509" y="153"/>
                  <a:pt x="509" y="154"/>
                </a:cubicBezTo>
                <a:cubicBezTo>
                  <a:pt x="509" y="154"/>
                  <a:pt x="509" y="154"/>
                  <a:pt x="509" y="155"/>
                </a:cubicBezTo>
                <a:cubicBezTo>
                  <a:pt x="509" y="156"/>
                  <a:pt x="509" y="156"/>
                  <a:pt x="509" y="156"/>
                </a:cubicBezTo>
                <a:cubicBezTo>
                  <a:pt x="509" y="156"/>
                  <a:pt x="509" y="156"/>
                  <a:pt x="509" y="157"/>
                </a:cubicBezTo>
                <a:cubicBezTo>
                  <a:pt x="509" y="157"/>
                  <a:pt x="510" y="157"/>
                  <a:pt x="510" y="157"/>
                </a:cubicBezTo>
                <a:cubicBezTo>
                  <a:pt x="510" y="157"/>
                  <a:pt x="510" y="157"/>
                  <a:pt x="510" y="157"/>
                </a:cubicBezTo>
                <a:cubicBezTo>
                  <a:pt x="511" y="158"/>
                  <a:pt x="511" y="158"/>
                  <a:pt x="511" y="158"/>
                </a:cubicBezTo>
                <a:cubicBezTo>
                  <a:pt x="512" y="158"/>
                  <a:pt x="513" y="158"/>
                  <a:pt x="514" y="158"/>
                </a:cubicBezTo>
                <a:cubicBezTo>
                  <a:pt x="514" y="158"/>
                  <a:pt x="514" y="158"/>
                  <a:pt x="515" y="158"/>
                </a:cubicBezTo>
                <a:cubicBezTo>
                  <a:pt x="515" y="158"/>
                  <a:pt x="515" y="158"/>
                  <a:pt x="515" y="158"/>
                </a:cubicBezTo>
                <a:cubicBezTo>
                  <a:pt x="515" y="158"/>
                  <a:pt x="515" y="158"/>
                  <a:pt x="515" y="158"/>
                </a:cubicBezTo>
                <a:cubicBezTo>
                  <a:pt x="515" y="158"/>
                  <a:pt x="516" y="158"/>
                  <a:pt x="516" y="158"/>
                </a:cubicBezTo>
                <a:cubicBezTo>
                  <a:pt x="516" y="158"/>
                  <a:pt x="516" y="158"/>
                  <a:pt x="516" y="158"/>
                </a:cubicBezTo>
                <a:cubicBezTo>
                  <a:pt x="516" y="158"/>
                  <a:pt x="516" y="158"/>
                  <a:pt x="517" y="158"/>
                </a:cubicBezTo>
                <a:cubicBezTo>
                  <a:pt x="517" y="158"/>
                  <a:pt x="517" y="158"/>
                  <a:pt x="517" y="158"/>
                </a:cubicBezTo>
                <a:cubicBezTo>
                  <a:pt x="517" y="158"/>
                  <a:pt x="517" y="158"/>
                  <a:pt x="517" y="158"/>
                </a:cubicBezTo>
                <a:cubicBezTo>
                  <a:pt x="518" y="158"/>
                  <a:pt x="518" y="158"/>
                  <a:pt x="518" y="158"/>
                </a:cubicBezTo>
                <a:cubicBezTo>
                  <a:pt x="518" y="158"/>
                  <a:pt x="519" y="158"/>
                  <a:pt x="519" y="158"/>
                </a:cubicBezTo>
                <a:cubicBezTo>
                  <a:pt x="519" y="158"/>
                  <a:pt x="519" y="158"/>
                  <a:pt x="520" y="158"/>
                </a:cubicBezTo>
                <a:cubicBezTo>
                  <a:pt x="520" y="158"/>
                  <a:pt x="520" y="158"/>
                  <a:pt x="520" y="158"/>
                </a:cubicBezTo>
                <a:cubicBezTo>
                  <a:pt x="522" y="157"/>
                  <a:pt x="522" y="157"/>
                  <a:pt x="522" y="157"/>
                </a:cubicBezTo>
                <a:cubicBezTo>
                  <a:pt x="523" y="157"/>
                  <a:pt x="524" y="156"/>
                  <a:pt x="525" y="155"/>
                </a:cubicBezTo>
                <a:cubicBezTo>
                  <a:pt x="525" y="154"/>
                  <a:pt x="525" y="154"/>
                  <a:pt x="525" y="154"/>
                </a:cubicBezTo>
                <a:cubicBezTo>
                  <a:pt x="524" y="153"/>
                  <a:pt x="524" y="153"/>
                  <a:pt x="524" y="153"/>
                </a:cubicBezTo>
                <a:cubicBezTo>
                  <a:pt x="524" y="153"/>
                  <a:pt x="523" y="152"/>
                  <a:pt x="523" y="152"/>
                </a:cubicBezTo>
                <a:cubicBezTo>
                  <a:pt x="523" y="152"/>
                  <a:pt x="522" y="152"/>
                  <a:pt x="522" y="152"/>
                </a:cubicBezTo>
                <a:cubicBezTo>
                  <a:pt x="522" y="152"/>
                  <a:pt x="522" y="152"/>
                  <a:pt x="522" y="152"/>
                </a:cubicBezTo>
                <a:close/>
                <a:moveTo>
                  <a:pt x="482" y="152"/>
                </a:moveTo>
                <a:cubicBezTo>
                  <a:pt x="481" y="151"/>
                  <a:pt x="480" y="151"/>
                  <a:pt x="479" y="151"/>
                </a:cubicBezTo>
                <a:cubicBezTo>
                  <a:pt x="479" y="151"/>
                  <a:pt x="479" y="151"/>
                  <a:pt x="479" y="151"/>
                </a:cubicBezTo>
                <a:cubicBezTo>
                  <a:pt x="479" y="151"/>
                  <a:pt x="479" y="151"/>
                  <a:pt x="479" y="151"/>
                </a:cubicBezTo>
                <a:cubicBezTo>
                  <a:pt x="478" y="151"/>
                  <a:pt x="478" y="151"/>
                  <a:pt x="478" y="151"/>
                </a:cubicBezTo>
                <a:cubicBezTo>
                  <a:pt x="478" y="151"/>
                  <a:pt x="478" y="151"/>
                  <a:pt x="478" y="151"/>
                </a:cubicBezTo>
                <a:cubicBezTo>
                  <a:pt x="477" y="151"/>
                  <a:pt x="477" y="151"/>
                  <a:pt x="477" y="151"/>
                </a:cubicBezTo>
                <a:cubicBezTo>
                  <a:pt x="476" y="151"/>
                  <a:pt x="476" y="151"/>
                  <a:pt x="475" y="151"/>
                </a:cubicBezTo>
                <a:cubicBezTo>
                  <a:pt x="475" y="151"/>
                  <a:pt x="475" y="151"/>
                  <a:pt x="474" y="151"/>
                </a:cubicBezTo>
                <a:cubicBezTo>
                  <a:pt x="474" y="151"/>
                  <a:pt x="474" y="152"/>
                  <a:pt x="473" y="152"/>
                </a:cubicBezTo>
                <a:cubicBezTo>
                  <a:pt x="471" y="152"/>
                  <a:pt x="469" y="153"/>
                  <a:pt x="469" y="155"/>
                </a:cubicBezTo>
                <a:cubicBezTo>
                  <a:pt x="469" y="156"/>
                  <a:pt x="469" y="156"/>
                  <a:pt x="469" y="156"/>
                </a:cubicBezTo>
                <a:cubicBezTo>
                  <a:pt x="469" y="156"/>
                  <a:pt x="469" y="156"/>
                  <a:pt x="469" y="157"/>
                </a:cubicBezTo>
                <a:cubicBezTo>
                  <a:pt x="470" y="157"/>
                  <a:pt x="470" y="157"/>
                  <a:pt x="470" y="157"/>
                </a:cubicBezTo>
                <a:cubicBezTo>
                  <a:pt x="470" y="157"/>
                  <a:pt x="470" y="157"/>
                  <a:pt x="471" y="157"/>
                </a:cubicBezTo>
                <a:cubicBezTo>
                  <a:pt x="472" y="158"/>
                  <a:pt x="472" y="158"/>
                  <a:pt x="472" y="158"/>
                </a:cubicBezTo>
                <a:cubicBezTo>
                  <a:pt x="473" y="158"/>
                  <a:pt x="473" y="158"/>
                  <a:pt x="474" y="158"/>
                </a:cubicBezTo>
                <a:cubicBezTo>
                  <a:pt x="474" y="158"/>
                  <a:pt x="475" y="158"/>
                  <a:pt x="475" y="158"/>
                </a:cubicBezTo>
                <a:cubicBezTo>
                  <a:pt x="475" y="158"/>
                  <a:pt x="475" y="158"/>
                  <a:pt x="475" y="158"/>
                </a:cubicBezTo>
                <a:cubicBezTo>
                  <a:pt x="475" y="158"/>
                  <a:pt x="475" y="158"/>
                  <a:pt x="476" y="158"/>
                </a:cubicBezTo>
                <a:cubicBezTo>
                  <a:pt x="476" y="158"/>
                  <a:pt x="476" y="158"/>
                  <a:pt x="476" y="158"/>
                </a:cubicBezTo>
                <a:cubicBezTo>
                  <a:pt x="476" y="158"/>
                  <a:pt x="476" y="158"/>
                  <a:pt x="476" y="158"/>
                </a:cubicBezTo>
                <a:cubicBezTo>
                  <a:pt x="476" y="158"/>
                  <a:pt x="477" y="158"/>
                  <a:pt x="477" y="158"/>
                </a:cubicBezTo>
                <a:cubicBezTo>
                  <a:pt x="477" y="158"/>
                  <a:pt x="477" y="158"/>
                  <a:pt x="477" y="158"/>
                </a:cubicBezTo>
                <a:cubicBezTo>
                  <a:pt x="477" y="158"/>
                  <a:pt x="477" y="158"/>
                  <a:pt x="478" y="158"/>
                </a:cubicBezTo>
                <a:cubicBezTo>
                  <a:pt x="478" y="158"/>
                  <a:pt x="478" y="158"/>
                  <a:pt x="478" y="158"/>
                </a:cubicBezTo>
                <a:cubicBezTo>
                  <a:pt x="479" y="158"/>
                  <a:pt x="479" y="158"/>
                  <a:pt x="479" y="158"/>
                </a:cubicBezTo>
                <a:cubicBezTo>
                  <a:pt x="479" y="158"/>
                  <a:pt x="480" y="158"/>
                  <a:pt x="480" y="158"/>
                </a:cubicBezTo>
                <a:cubicBezTo>
                  <a:pt x="480" y="158"/>
                  <a:pt x="480" y="158"/>
                  <a:pt x="481" y="158"/>
                </a:cubicBezTo>
                <a:cubicBezTo>
                  <a:pt x="482" y="157"/>
                  <a:pt x="482" y="157"/>
                  <a:pt x="482" y="157"/>
                </a:cubicBezTo>
                <a:cubicBezTo>
                  <a:pt x="483" y="157"/>
                  <a:pt x="483" y="157"/>
                  <a:pt x="484" y="156"/>
                </a:cubicBezTo>
                <a:cubicBezTo>
                  <a:pt x="484" y="156"/>
                  <a:pt x="484" y="155"/>
                  <a:pt x="485" y="155"/>
                </a:cubicBezTo>
                <a:cubicBezTo>
                  <a:pt x="485" y="155"/>
                  <a:pt x="485" y="154"/>
                  <a:pt x="485" y="154"/>
                </a:cubicBezTo>
                <a:cubicBezTo>
                  <a:pt x="485" y="154"/>
                  <a:pt x="485" y="154"/>
                  <a:pt x="485" y="154"/>
                </a:cubicBezTo>
                <a:cubicBezTo>
                  <a:pt x="485" y="154"/>
                  <a:pt x="485" y="154"/>
                  <a:pt x="485" y="154"/>
                </a:cubicBezTo>
                <a:cubicBezTo>
                  <a:pt x="485" y="153"/>
                  <a:pt x="485" y="153"/>
                  <a:pt x="485" y="153"/>
                </a:cubicBezTo>
                <a:cubicBezTo>
                  <a:pt x="484" y="153"/>
                  <a:pt x="484" y="153"/>
                  <a:pt x="484" y="153"/>
                </a:cubicBezTo>
                <a:cubicBezTo>
                  <a:pt x="484" y="153"/>
                  <a:pt x="484" y="153"/>
                  <a:pt x="484" y="153"/>
                </a:cubicBezTo>
                <a:cubicBezTo>
                  <a:pt x="484" y="153"/>
                  <a:pt x="484" y="152"/>
                  <a:pt x="484" y="152"/>
                </a:cubicBezTo>
                <a:cubicBezTo>
                  <a:pt x="483" y="152"/>
                  <a:pt x="483" y="152"/>
                  <a:pt x="483" y="152"/>
                </a:cubicBezTo>
                <a:lnTo>
                  <a:pt x="482" y="152"/>
                </a:lnTo>
                <a:close/>
                <a:moveTo>
                  <a:pt x="601" y="152"/>
                </a:moveTo>
                <a:cubicBezTo>
                  <a:pt x="601" y="152"/>
                  <a:pt x="601" y="151"/>
                  <a:pt x="600" y="151"/>
                </a:cubicBezTo>
                <a:cubicBezTo>
                  <a:pt x="600" y="151"/>
                  <a:pt x="600" y="151"/>
                  <a:pt x="599" y="151"/>
                </a:cubicBezTo>
                <a:cubicBezTo>
                  <a:pt x="599" y="151"/>
                  <a:pt x="598" y="151"/>
                  <a:pt x="598" y="151"/>
                </a:cubicBezTo>
                <a:cubicBezTo>
                  <a:pt x="598" y="151"/>
                  <a:pt x="597" y="151"/>
                  <a:pt x="597" y="151"/>
                </a:cubicBezTo>
                <a:cubicBezTo>
                  <a:pt x="596" y="151"/>
                  <a:pt x="596" y="151"/>
                  <a:pt x="596" y="151"/>
                </a:cubicBezTo>
                <a:cubicBezTo>
                  <a:pt x="595" y="151"/>
                  <a:pt x="595" y="151"/>
                  <a:pt x="594" y="151"/>
                </a:cubicBezTo>
                <a:cubicBezTo>
                  <a:pt x="594" y="151"/>
                  <a:pt x="594" y="151"/>
                  <a:pt x="593" y="151"/>
                </a:cubicBezTo>
                <a:cubicBezTo>
                  <a:pt x="593" y="151"/>
                  <a:pt x="593" y="152"/>
                  <a:pt x="592" y="152"/>
                </a:cubicBezTo>
                <a:cubicBezTo>
                  <a:pt x="590" y="152"/>
                  <a:pt x="588" y="153"/>
                  <a:pt x="588" y="155"/>
                </a:cubicBezTo>
                <a:cubicBezTo>
                  <a:pt x="588" y="156"/>
                  <a:pt x="588" y="156"/>
                  <a:pt x="588" y="156"/>
                </a:cubicBezTo>
                <a:cubicBezTo>
                  <a:pt x="588" y="156"/>
                  <a:pt x="589" y="156"/>
                  <a:pt x="589" y="157"/>
                </a:cubicBezTo>
                <a:cubicBezTo>
                  <a:pt x="589" y="157"/>
                  <a:pt x="589" y="157"/>
                  <a:pt x="589" y="157"/>
                </a:cubicBezTo>
                <a:cubicBezTo>
                  <a:pt x="589" y="157"/>
                  <a:pt x="590" y="157"/>
                  <a:pt x="590" y="157"/>
                </a:cubicBezTo>
                <a:cubicBezTo>
                  <a:pt x="591" y="158"/>
                  <a:pt x="591" y="158"/>
                  <a:pt x="591" y="158"/>
                </a:cubicBezTo>
                <a:cubicBezTo>
                  <a:pt x="592" y="158"/>
                  <a:pt x="593" y="158"/>
                  <a:pt x="594" y="158"/>
                </a:cubicBezTo>
                <a:cubicBezTo>
                  <a:pt x="594" y="158"/>
                  <a:pt x="594" y="158"/>
                  <a:pt x="594" y="158"/>
                </a:cubicBezTo>
                <a:cubicBezTo>
                  <a:pt x="594" y="158"/>
                  <a:pt x="594" y="158"/>
                  <a:pt x="594" y="158"/>
                </a:cubicBezTo>
                <a:cubicBezTo>
                  <a:pt x="595" y="158"/>
                  <a:pt x="595" y="158"/>
                  <a:pt x="595" y="158"/>
                </a:cubicBezTo>
                <a:cubicBezTo>
                  <a:pt x="595" y="158"/>
                  <a:pt x="595" y="158"/>
                  <a:pt x="595" y="158"/>
                </a:cubicBezTo>
                <a:cubicBezTo>
                  <a:pt x="595" y="158"/>
                  <a:pt x="596" y="158"/>
                  <a:pt x="596" y="158"/>
                </a:cubicBezTo>
                <a:cubicBezTo>
                  <a:pt x="596" y="158"/>
                  <a:pt x="596" y="158"/>
                  <a:pt x="596" y="158"/>
                </a:cubicBezTo>
                <a:cubicBezTo>
                  <a:pt x="596" y="158"/>
                  <a:pt x="596" y="158"/>
                  <a:pt x="596" y="158"/>
                </a:cubicBezTo>
                <a:cubicBezTo>
                  <a:pt x="597" y="158"/>
                  <a:pt x="597" y="158"/>
                  <a:pt x="597" y="158"/>
                </a:cubicBezTo>
                <a:cubicBezTo>
                  <a:pt x="597" y="158"/>
                  <a:pt x="597" y="158"/>
                  <a:pt x="598" y="158"/>
                </a:cubicBezTo>
                <a:cubicBezTo>
                  <a:pt x="598" y="158"/>
                  <a:pt x="598" y="158"/>
                  <a:pt x="598" y="158"/>
                </a:cubicBezTo>
                <a:cubicBezTo>
                  <a:pt x="599" y="158"/>
                  <a:pt x="599" y="158"/>
                  <a:pt x="599" y="158"/>
                </a:cubicBezTo>
                <a:cubicBezTo>
                  <a:pt x="599" y="158"/>
                  <a:pt x="600" y="158"/>
                  <a:pt x="600" y="158"/>
                </a:cubicBezTo>
                <a:cubicBezTo>
                  <a:pt x="601" y="157"/>
                  <a:pt x="601" y="157"/>
                  <a:pt x="601" y="157"/>
                </a:cubicBezTo>
                <a:cubicBezTo>
                  <a:pt x="602" y="157"/>
                  <a:pt x="603" y="156"/>
                  <a:pt x="604" y="155"/>
                </a:cubicBezTo>
                <a:cubicBezTo>
                  <a:pt x="604" y="154"/>
                  <a:pt x="604" y="154"/>
                  <a:pt x="604" y="154"/>
                </a:cubicBezTo>
                <a:cubicBezTo>
                  <a:pt x="604" y="153"/>
                  <a:pt x="604" y="153"/>
                  <a:pt x="603" y="153"/>
                </a:cubicBezTo>
                <a:cubicBezTo>
                  <a:pt x="603" y="153"/>
                  <a:pt x="603" y="152"/>
                  <a:pt x="602" y="152"/>
                </a:cubicBezTo>
                <a:cubicBezTo>
                  <a:pt x="602" y="152"/>
                  <a:pt x="602" y="152"/>
                  <a:pt x="601" y="152"/>
                </a:cubicBezTo>
                <a:cubicBezTo>
                  <a:pt x="601" y="152"/>
                  <a:pt x="602" y="152"/>
                  <a:pt x="601" y="152"/>
                </a:cubicBezTo>
                <a:close/>
                <a:moveTo>
                  <a:pt x="442" y="152"/>
                </a:moveTo>
                <a:cubicBezTo>
                  <a:pt x="442" y="152"/>
                  <a:pt x="442" y="151"/>
                  <a:pt x="441" y="151"/>
                </a:cubicBezTo>
                <a:cubicBezTo>
                  <a:pt x="441" y="151"/>
                  <a:pt x="441" y="151"/>
                  <a:pt x="440" y="151"/>
                </a:cubicBezTo>
                <a:cubicBezTo>
                  <a:pt x="440" y="151"/>
                  <a:pt x="440" y="151"/>
                  <a:pt x="439" y="151"/>
                </a:cubicBezTo>
                <a:cubicBezTo>
                  <a:pt x="439" y="151"/>
                  <a:pt x="439" y="151"/>
                  <a:pt x="438" y="151"/>
                </a:cubicBezTo>
                <a:cubicBezTo>
                  <a:pt x="438" y="151"/>
                  <a:pt x="437" y="151"/>
                  <a:pt x="437" y="151"/>
                </a:cubicBezTo>
                <a:cubicBezTo>
                  <a:pt x="437" y="151"/>
                  <a:pt x="436" y="151"/>
                  <a:pt x="436" y="151"/>
                </a:cubicBezTo>
                <a:cubicBezTo>
                  <a:pt x="435" y="151"/>
                  <a:pt x="435" y="151"/>
                  <a:pt x="435" y="151"/>
                </a:cubicBezTo>
                <a:cubicBezTo>
                  <a:pt x="434" y="151"/>
                  <a:pt x="434" y="152"/>
                  <a:pt x="434" y="152"/>
                </a:cubicBezTo>
                <a:cubicBezTo>
                  <a:pt x="432" y="152"/>
                  <a:pt x="429" y="153"/>
                  <a:pt x="429" y="155"/>
                </a:cubicBezTo>
                <a:cubicBezTo>
                  <a:pt x="429" y="156"/>
                  <a:pt x="430" y="157"/>
                  <a:pt x="431" y="157"/>
                </a:cubicBezTo>
                <a:cubicBezTo>
                  <a:pt x="432" y="158"/>
                  <a:pt x="432" y="158"/>
                  <a:pt x="432" y="158"/>
                </a:cubicBezTo>
                <a:cubicBezTo>
                  <a:pt x="433" y="158"/>
                  <a:pt x="434" y="158"/>
                  <a:pt x="435" y="158"/>
                </a:cubicBezTo>
                <a:cubicBezTo>
                  <a:pt x="435" y="158"/>
                  <a:pt x="435" y="158"/>
                  <a:pt x="435" y="158"/>
                </a:cubicBezTo>
                <a:cubicBezTo>
                  <a:pt x="435" y="158"/>
                  <a:pt x="435" y="158"/>
                  <a:pt x="435" y="158"/>
                </a:cubicBezTo>
                <a:cubicBezTo>
                  <a:pt x="435" y="158"/>
                  <a:pt x="436" y="158"/>
                  <a:pt x="436" y="158"/>
                </a:cubicBezTo>
                <a:cubicBezTo>
                  <a:pt x="436" y="158"/>
                  <a:pt x="436" y="158"/>
                  <a:pt x="436" y="158"/>
                </a:cubicBezTo>
                <a:cubicBezTo>
                  <a:pt x="436" y="158"/>
                  <a:pt x="436" y="158"/>
                  <a:pt x="437" y="158"/>
                </a:cubicBezTo>
                <a:cubicBezTo>
                  <a:pt x="437" y="158"/>
                  <a:pt x="437" y="158"/>
                  <a:pt x="437" y="158"/>
                </a:cubicBezTo>
                <a:cubicBezTo>
                  <a:pt x="437" y="158"/>
                  <a:pt x="437" y="158"/>
                  <a:pt x="437" y="158"/>
                </a:cubicBezTo>
                <a:cubicBezTo>
                  <a:pt x="438" y="158"/>
                  <a:pt x="438" y="158"/>
                  <a:pt x="438" y="158"/>
                </a:cubicBezTo>
                <a:cubicBezTo>
                  <a:pt x="438" y="158"/>
                  <a:pt x="438" y="158"/>
                  <a:pt x="439" y="158"/>
                </a:cubicBezTo>
                <a:cubicBezTo>
                  <a:pt x="439" y="158"/>
                  <a:pt x="439" y="158"/>
                  <a:pt x="439" y="158"/>
                </a:cubicBezTo>
                <a:cubicBezTo>
                  <a:pt x="440" y="158"/>
                  <a:pt x="440" y="158"/>
                  <a:pt x="440" y="158"/>
                </a:cubicBezTo>
                <a:cubicBezTo>
                  <a:pt x="440" y="158"/>
                  <a:pt x="441" y="158"/>
                  <a:pt x="441" y="158"/>
                </a:cubicBezTo>
                <a:cubicBezTo>
                  <a:pt x="442" y="157"/>
                  <a:pt x="442" y="157"/>
                  <a:pt x="442" y="157"/>
                </a:cubicBezTo>
                <a:cubicBezTo>
                  <a:pt x="443" y="157"/>
                  <a:pt x="444" y="156"/>
                  <a:pt x="445" y="155"/>
                </a:cubicBezTo>
                <a:cubicBezTo>
                  <a:pt x="445" y="154"/>
                  <a:pt x="445" y="154"/>
                  <a:pt x="445" y="154"/>
                </a:cubicBezTo>
                <a:cubicBezTo>
                  <a:pt x="445" y="153"/>
                  <a:pt x="445" y="153"/>
                  <a:pt x="445" y="153"/>
                </a:cubicBezTo>
                <a:cubicBezTo>
                  <a:pt x="444" y="153"/>
                  <a:pt x="444" y="152"/>
                  <a:pt x="444" y="152"/>
                </a:cubicBezTo>
                <a:cubicBezTo>
                  <a:pt x="443" y="152"/>
                  <a:pt x="443" y="152"/>
                  <a:pt x="442" y="152"/>
                </a:cubicBezTo>
                <a:cubicBezTo>
                  <a:pt x="442" y="152"/>
                  <a:pt x="443" y="152"/>
                  <a:pt x="442" y="152"/>
                </a:cubicBezTo>
                <a:close/>
                <a:moveTo>
                  <a:pt x="243" y="151"/>
                </a:moveTo>
                <a:cubicBezTo>
                  <a:pt x="242" y="151"/>
                  <a:pt x="241" y="151"/>
                  <a:pt x="240" y="151"/>
                </a:cubicBezTo>
                <a:cubicBezTo>
                  <a:pt x="239" y="151"/>
                  <a:pt x="239" y="151"/>
                  <a:pt x="239" y="151"/>
                </a:cubicBezTo>
                <a:cubicBezTo>
                  <a:pt x="239" y="151"/>
                  <a:pt x="238" y="151"/>
                  <a:pt x="238" y="151"/>
                </a:cubicBezTo>
                <a:cubicBezTo>
                  <a:pt x="238" y="151"/>
                  <a:pt x="238" y="151"/>
                  <a:pt x="237" y="151"/>
                </a:cubicBezTo>
                <a:cubicBezTo>
                  <a:pt x="237" y="151"/>
                  <a:pt x="237" y="151"/>
                  <a:pt x="237" y="151"/>
                </a:cubicBezTo>
                <a:cubicBezTo>
                  <a:pt x="235" y="152"/>
                  <a:pt x="235" y="152"/>
                  <a:pt x="235" y="152"/>
                </a:cubicBezTo>
                <a:cubicBezTo>
                  <a:pt x="233" y="152"/>
                  <a:pt x="231" y="153"/>
                  <a:pt x="230" y="155"/>
                </a:cubicBezTo>
                <a:cubicBezTo>
                  <a:pt x="230" y="156"/>
                  <a:pt x="231" y="156"/>
                  <a:pt x="231" y="156"/>
                </a:cubicBezTo>
                <a:cubicBezTo>
                  <a:pt x="231" y="156"/>
                  <a:pt x="231" y="156"/>
                  <a:pt x="231" y="157"/>
                </a:cubicBezTo>
                <a:cubicBezTo>
                  <a:pt x="231" y="157"/>
                  <a:pt x="231" y="157"/>
                  <a:pt x="231" y="157"/>
                </a:cubicBezTo>
                <a:cubicBezTo>
                  <a:pt x="232" y="157"/>
                  <a:pt x="232" y="157"/>
                  <a:pt x="232" y="157"/>
                </a:cubicBezTo>
                <a:cubicBezTo>
                  <a:pt x="233" y="158"/>
                  <a:pt x="233" y="158"/>
                  <a:pt x="233" y="158"/>
                </a:cubicBezTo>
                <a:cubicBezTo>
                  <a:pt x="234" y="158"/>
                  <a:pt x="234" y="158"/>
                  <a:pt x="234" y="158"/>
                </a:cubicBezTo>
                <a:cubicBezTo>
                  <a:pt x="235" y="158"/>
                  <a:pt x="235" y="158"/>
                  <a:pt x="236" y="158"/>
                </a:cubicBezTo>
                <a:cubicBezTo>
                  <a:pt x="236" y="158"/>
                  <a:pt x="236" y="158"/>
                  <a:pt x="236" y="158"/>
                </a:cubicBezTo>
                <a:cubicBezTo>
                  <a:pt x="236" y="158"/>
                  <a:pt x="236" y="158"/>
                  <a:pt x="236" y="158"/>
                </a:cubicBezTo>
                <a:cubicBezTo>
                  <a:pt x="237" y="158"/>
                  <a:pt x="237" y="158"/>
                  <a:pt x="237" y="158"/>
                </a:cubicBezTo>
                <a:cubicBezTo>
                  <a:pt x="237" y="158"/>
                  <a:pt x="237" y="158"/>
                  <a:pt x="237" y="158"/>
                </a:cubicBezTo>
                <a:cubicBezTo>
                  <a:pt x="237" y="158"/>
                  <a:pt x="238" y="158"/>
                  <a:pt x="238" y="158"/>
                </a:cubicBezTo>
                <a:cubicBezTo>
                  <a:pt x="238" y="158"/>
                  <a:pt x="238" y="158"/>
                  <a:pt x="238" y="158"/>
                </a:cubicBezTo>
                <a:cubicBezTo>
                  <a:pt x="238" y="158"/>
                  <a:pt x="238" y="158"/>
                  <a:pt x="238" y="158"/>
                </a:cubicBezTo>
                <a:cubicBezTo>
                  <a:pt x="239" y="158"/>
                  <a:pt x="239" y="158"/>
                  <a:pt x="239" y="158"/>
                </a:cubicBezTo>
                <a:cubicBezTo>
                  <a:pt x="239" y="158"/>
                  <a:pt x="239" y="158"/>
                  <a:pt x="239" y="158"/>
                </a:cubicBezTo>
                <a:cubicBezTo>
                  <a:pt x="239" y="158"/>
                  <a:pt x="240" y="158"/>
                  <a:pt x="240" y="158"/>
                </a:cubicBezTo>
                <a:cubicBezTo>
                  <a:pt x="240" y="158"/>
                  <a:pt x="240" y="158"/>
                  <a:pt x="240" y="158"/>
                </a:cubicBezTo>
                <a:cubicBezTo>
                  <a:pt x="240" y="158"/>
                  <a:pt x="240" y="158"/>
                  <a:pt x="240" y="158"/>
                </a:cubicBezTo>
                <a:cubicBezTo>
                  <a:pt x="242" y="158"/>
                  <a:pt x="242" y="158"/>
                  <a:pt x="242" y="158"/>
                </a:cubicBezTo>
                <a:cubicBezTo>
                  <a:pt x="243" y="157"/>
                  <a:pt x="243" y="157"/>
                  <a:pt x="243" y="157"/>
                </a:cubicBezTo>
                <a:cubicBezTo>
                  <a:pt x="245" y="157"/>
                  <a:pt x="246" y="156"/>
                  <a:pt x="246" y="155"/>
                </a:cubicBezTo>
                <a:cubicBezTo>
                  <a:pt x="247" y="154"/>
                  <a:pt x="247" y="154"/>
                  <a:pt x="247" y="154"/>
                </a:cubicBezTo>
                <a:cubicBezTo>
                  <a:pt x="246" y="153"/>
                  <a:pt x="246" y="153"/>
                  <a:pt x="246" y="153"/>
                </a:cubicBezTo>
                <a:cubicBezTo>
                  <a:pt x="246" y="153"/>
                  <a:pt x="246" y="152"/>
                  <a:pt x="245" y="152"/>
                </a:cubicBezTo>
                <a:cubicBezTo>
                  <a:pt x="245" y="152"/>
                  <a:pt x="244" y="152"/>
                  <a:pt x="244" y="152"/>
                </a:cubicBezTo>
                <a:lnTo>
                  <a:pt x="243" y="151"/>
                </a:lnTo>
                <a:close/>
                <a:moveTo>
                  <a:pt x="760" y="152"/>
                </a:moveTo>
                <a:cubicBezTo>
                  <a:pt x="759" y="151"/>
                  <a:pt x="757" y="151"/>
                  <a:pt x="756" y="151"/>
                </a:cubicBezTo>
                <a:cubicBezTo>
                  <a:pt x="755" y="151"/>
                  <a:pt x="755" y="151"/>
                  <a:pt x="754" y="151"/>
                </a:cubicBezTo>
                <a:cubicBezTo>
                  <a:pt x="754" y="151"/>
                  <a:pt x="754" y="151"/>
                  <a:pt x="753" y="151"/>
                </a:cubicBezTo>
                <a:cubicBezTo>
                  <a:pt x="753" y="151"/>
                  <a:pt x="752" y="151"/>
                  <a:pt x="752" y="151"/>
                </a:cubicBezTo>
                <a:cubicBezTo>
                  <a:pt x="752" y="151"/>
                  <a:pt x="751" y="152"/>
                  <a:pt x="751" y="152"/>
                </a:cubicBezTo>
                <a:cubicBezTo>
                  <a:pt x="751" y="152"/>
                  <a:pt x="750" y="152"/>
                  <a:pt x="750" y="152"/>
                </a:cubicBezTo>
                <a:cubicBezTo>
                  <a:pt x="749" y="152"/>
                  <a:pt x="749" y="153"/>
                  <a:pt x="748" y="153"/>
                </a:cubicBezTo>
                <a:cubicBezTo>
                  <a:pt x="748" y="153"/>
                  <a:pt x="748" y="153"/>
                  <a:pt x="747" y="154"/>
                </a:cubicBezTo>
                <a:cubicBezTo>
                  <a:pt x="747" y="154"/>
                  <a:pt x="747" y="154"/>
                  <a:pt x="747" y="155"/>
                </a:cubicBezTo>
                <a:cubicBezTo>
                  <a:pt x="747" y="156"/>
                  <a:pt x="747" y="156"/>
                  <a:pt x="747" y="156"/>
                </a:cubicBezTo>
                <a:cubicBezTo>
                  <a:pt x="747" y="156"/>
                  <a:pt x="748" y="156"/>
                  <a:pt x="748" y="157"/>
                </a:cubicBezTo>
                <a:cubicBezTo>
                  <a:pt x="748" y="157"/>
                  <a:pt x="748" y="157"/>
                  <a:pt x="748" y="157"/>
                </a:cubicBezTo>
                <a:cubicBezTo>
                  <a:pt x="748" y="157"/>
                  <a:pt x="749" y="157"/>
                  <a:pt x="749" y="157"/>
                </a:cubicBezTo>
                <a:cubicBezTo>
                  <a:pt x="750" y="158"/>
                  <a:pt x="750" y="158"/>
                  <a:pt x="750" y="158"/>
                </a:cubicBezTo>
                <a:cubicBezTo>
                  <a:pt x="751" y="158"/>
                  <a:pt x="752" y="158"/>
                  <a:pt x="753" y="158"/>
                </a:cubicBezTo>
                <a:cubicBezTo>
                  <a:pt x="753" y="158"/>
                  <a:pt x="753" y="158"/>
                  <a:pt x="753" y="158"/>
                </a:cubicBezTo>
                <a:cubicBezTo>
                  <a:pt x="753" y="158"/>
                  <a:pt x="753" y="158"/>
                  <a:pt x="754" y="158"/>
                </a:cubicBezTo>
                <a:cubicBezTo>
                  <a:pt x="754" y="158"/>
                  <a:pt x="754" y="158"/>
                  <a:pt x="754" y="158"/>
                </a:cubicBezTo>
                <a:cubicBezTo>
                  <a:pt x="754" y="158"/>
                  <a:pt x="754" y="158"/>
                  <a:pt x="754" y="158"/>
                </a:cubicBezTo>
                <a:cubicBezTo>
                  <a:pt x="755" y="158"/>
                  <a:pt x="755" y="158"/>
                  <a:pt x="755" y="158"/>
                </a:cubicBezTo>
                <a:cubicBezTo>
                  <a:pt x="755" y="158"/>
                  <a:pt x="755" y="158"/>
                  <a:pt x="755" y="158"/>
                </a:cubicBezTo>
                <a:cubicBezTo>
                  <a:pt x="755" y="158"/>
                  <a:pt x="755" y="158"/>
                  <a:pt x="756" y="158"/>
                </a:cubicBezTo>
                <a:cubicBezTo>
                  <a:pt x="756" y="158"/>
                  <a:pt x="756" y="158"/>
                  <a:pt x="756" y="158"/>
                </a:cubicBezTo>
                <a:cubicBezTo>
                  <a:pt x="757" y="158"/>
                  <a:pt x="758" y="158"/>
                  <a:pt x="759" y="158"/>
                </a:cubicBezTo>
                <a:cubicBezTo>
                  <a:pt x="760" y="157"/>
                  <a:pt x="760" y="157"/>
                  <a:pt x="760" y="157"/>
                </a:cubicBezTo>
                <a:cubicBezTo>
                  <a:pt x="762" y="157"/>
                  <a:pt x="762" y="156"/>
                  <a:pt x="763" y="155"/>
                </a:cubicBezTo>
                <a:cubicBezTo>
                  <a:pt x="763" y="154"/>
                  <a:pt x="763" y="154"/>
                  <a:pt x="763" y="154"/>
                </a:cubicBezTo>
                <a:cubicBezTo>
                  <a:pt x="763" y="153"/>
                  <a:pt x="763" y="153"/>
                  <a:pt x="762" y="153"/>
                </a:cubicBezTo>
                <a:cubicBezTo>
                  <a:pt x="762" y="153"/>
                  <a:pt x="762" y="152"/>
                  <a:pt x="761" y="152"/>
                </a:cubicBezTo>
                <a:cubicBezTo>
                  <a:pt x="761" y="152"/>
                  <a:pt x="760" y="152"/>
                  <a:pt x="760" y="152"/>
                </a:cubicBezTo>
                <a:cubicBezTo>
                  <a:pt x="760" y="152"/>
                  <a:pt x="760" y="152"/>
                  <a:pt x="760" y="152"/>
                </a:cubicBezTo>
                <a:close/>
                <a:moveTo>
                  <a:pt x="561" y="151"/>
                </a:moveTo>
                <a:cubicBezTo>
                  <a:pt x="561" y="151"/>
                  <a:pt x="560" y="151"/>
                  <a:pt x="560" y="151"/>
                </a:cubicBezTo>
                <a:cubicBezTo>
                  <a:pt x="560" y="151"/>
                  <a:pt x="560" y="151"/>
                  <a:pt x="560" y="151"/>
                </a:cubicBezTo>
                <a:cubicBezTo>
                  <a:pt x="559" y="151"/>
                  <a:pt x="559" y="151"/>
                  <a:pt x="559" y="151"/>
                </a:cubicBezTo>
                <a:cubicBezTo>
                  <a:pt x="559" y="151"/>
                  <a:pt x="559" y="151"/>
                  <a:pt x="558" y="151"/>
                </a:cubicBezTo>
                <a:cubicBezTo>
                  <a:pt x="558" y="151"/>
                  <a:pt x="558" y="151"/>
                  <a:pt x="558" y="151"/>
                </a:cubicBezTo>
                <a:cubicBezTo>
                  <a:pt x="558" y="151"/>
                  <a:pt x="558" y="151"/>
                  <a:pt x="558" y="151"/>
                </a:cubicBezTo>
                <a:cubicBezTo>
                  <a:pt x="557" y="151"/>
                  <a:pt x="557" y="151"/>
                  <a:pt x="557" y="151"/>
                </a:cubicBezTo>
                <a:cubicBezTo>
                  <a:pt x="557" y="151"/>
                  <a:pt x="556" y="151"/>
                  <a:pt x="556" y="151"/>
                </a:cubicBezTo>
                <a:cubicBezTo>
                  <a:pt x="556" y="151"/>
                  <a:pt x="555" y="151"/>
                  <a:pt x="555" y="151"/>
                </a:cubicBezTo>
                <a:cubicBezTo>
                  <a:pt x="554" y="151"/>
                  <a:pt x="554" y="151"/>
                  <a:pt x="554" y="151"/>
                </a:cubicBezTo>
                <a:cubicBezTo>
                  <a:pt x="553" y="151"/>
                  <a:pt x="553" y="152"/>
                  <a:pt x="553" y="152"/>
                </a:cubicBezTo>
                <a:cubicBezTo>
                  <a:pt x="551" y="152"/>
                  <a:pt x="549" y="153"/>
                  <a:pt x="548" y="155"/>
                </a:cubicBezTo>
                <a:cubicBezTo>
                  <a:pt x="548" y="156"/>
                  <a:pt x="548" y="156"/>
                  <a:pt x="549" y="156"/>
                </a:cubicBezTo>
                <a:cubicBezTo>
                  <a:pt x="549" y="156"/>
                  <a:pt x="549" y="156"/>
                  <a:pt x="549" y="157"/>
                </a:cubicBezTo>
                <a:cubicBezTo>
                  <a:pt x="549" y="157"/>
                  <a:pt x="549" y="157"/>
                  <a:pt x="549" y="157"/>
                </a:cubicBezTo>
                <a:cubicBezTo>
                  <a:pt x="550" y="157"/>
                  <a:pt x="550" y="157"/>
                  <a:pt x="550" y="157"/>
                </a:cubicBezTo>
                <a:cubicBezTo>
                  <a:pt x="551" y="158"/>
                  <a:pt x="551" y="158"/>
                  <a:pt x="551" y="158"/>
                </a:cubicBezTo>
                <a:cubicBezTo>
                  <a:pt x="552" y="158"/>
                  <a:pt x="553" y="158"/>
                  <a:pt x="554" y="158"/>
                </a:cubicBezTo>
                <a:cubicBezTo>
                  <a:pt x="554" y="158"/>
                  <a:pt x="554" y="158"/>
                  <a:pt x="554" y="158"/>
                </a:cubicBezTo>
                <a:cubicBezTo>
                  <a:pt x="554" y="158"/>
                  <a:pt x="555" y="158"/>
                  <a:pt x="555" y="158"/>
                </a:cubicBezTo>
                <a:cubicBezTo>
                  <a:pt x="555" y="158"/>
                  <a:pt x="555" y="158"/>
                  <a:pt x="555" y="158"/>
                </a:cubicBezTo>
                <a:cubicBezTo>
                  <a:pt x="555" y="158"/>
                  <a:pt x="555" y="158"/>
                  <a:pt x="556" y="158"/>
                </a:cubicBezTo>
                <a:cubicBezTo>
                  <a:pt x="556" y="158"/>
                  <a:pt x="556" y="158"/>
                  <a:pt x="556" y="158"/>
                </a:cubicBezTo>
                <a:cubicBezTo>
                  <a:pt x="556" y="158"/>
                  <a:pt x="556" y="158"/>
                  <a:pt x="556" y="158"/>
                </a:cubicBezTo>
                <a:cubicBezTo>
                  <a:pt x="556" y="158"/>
                  <a:pt x="557" y="158"/>
                  <a:pt x="557" y="158"/>
                </a:cubicBezTo>
                <a:cubicBezTo>
                  <a:pt x="557" y="158"/>
                  <a:pt x="557" y="158"/>
                  <a:pt x="557" y="158"/>
                </a:cubicBezTo>
                <a:cubicBezTo>
                  <a:pt x="557" y="158"/>
                  <a:pt x="558" y="158"/>
                  <a:pt x="558" y="158"/>
                </a:cubicBezTo>
                <a:cubicBezTo>
                  <a:pt x="558" y="158"/>
                  <a:pt x="558" y="158"/>
                  <a:pt x="559" y="158"/>
                </a:cubicBezTo>
                <a:cubicBezTo>
                  <a:pt x="559" y="158"/>
                  <a:pt x="559" y="158"/>
                  <a:pt x="559" y="158"/>
                </a:cubicBezTo>
                <a:cubicBezTo>
                  <a:pt x="560" y="158"/>
                  <a:pt x="560" y="158"/>
                  <a:pt x="560" y="158"/>
                </a:cubicBezTo>
                <a:cubicBezTo>
                  <a:pt x="561" y="157"/>
                  <a:pt x="561" y="157"/>
                  <a:pt x="561" y="157"/>
                </a:cubicBezTo>
                <a:cubicBezTo>
                  <a:pt x="563" y="157"/>
                  <a:pt x="564" y="156"/>
                  <a:pt x="564" y="155"/>
                </a:cubicBezTo>
                <a:cubicBezTo>
                  <a:pt x="564" y="154"/>
                  <a:pt x="564" y="154"/>
                  <a:pt x="564" y="154"/>
                </a:cubicBezTo>
                <a:cubicBezTo>
                  <a:pt x="564" y="153"/>
                  <a:pt x="564" y="153"/>
                  <a:pt x="564" y="153"/>
                </a:cubicBezTo>
                <a:cubicBezTo>
                  <a:pt x="563" y="153"/>
                  <a:pt x="563" y="152"/>
                  <a:pt x="563" y="152"/>
                </a:cubicBezTo>
                <a:cubicBezTo>
                  <a:pt x="562" y="152"/>
                  <a:pt x="562" y="152"/>
                  <a:pt x="561" y="152"/>
                </a:cubicBezTo>
                <a:cubicBezTo>
                  <a:pt x="561" y="152"/>
                  <a:pt x="561" y="151"/>
                  <a:pt x="561" y="151"/>
                </a:cubicBezTo>
                <a:close/>
                <a:moveTo>
                  <a:pt x="878" y="151"/>
                </a:moveTo>
                <a:cubicBezTo>
                  <a:pt x="877" y="151"/>
                  <a:pt x="876" y="151"/>
                  <a:pt x="875" y="151"/>
                </a:cubicBezTo>
                <a:cubicBezTo>
                  <a:pt x="874" y="151"/>
                  <a:pt x="874" y="151"/>
                  <a:pt x="873" y="151"/>
                </a:cubicBezTo>
                <a:cubicBezTo>
                  <a:pt x="873" y="151"/>
                  <a:pt x="873" y="151"/>
                  <a:pt x="872" y="151"/>
                </a:cubicBezTo>
                <a:cubicBezTo>
                  <a:pt x="872" y="151"/>
                  <a:pt x="872" y="151"/>
                  <a:pt x="871" y="151"/>
                </a:cubicBezTo>
                <a:cubicBezTo>
                  <a:pt x="871" y="151"/>
                  <a:pt x="870" y="152"/>
                  <a:pt x="870" y="152"/>
                </a:cubicBezTo>
                <a:cubicBezTo>
                  <a:pt x="868" y="152"/>
                  <a:pt x="866" y="153"/>
                  <a:pt x="866" y="155"/>
                </a:cubicBezTo>
                <a:cubicBezTo>
                  <a:pt x="866" y="156"/>
                  <a:pt x="866" y="156"/>
                  <a:pt x="867" y="156"/>
                </a:cubicBezTo>
                <a:cubicBezTo>
                  <a:pt x="867" y="156"/>
                  <a:pt x="867" y="156"/>
                  <a:pt x="867" y="157"/>
                </a:cubicBezTo>
                <a:cubicBezTo>
                  <a:pt x="867" y="157"/>
                  <a:pt x="867" y="157"/>
                  <a:pt x="868" y="157"/>
                </a:cubicBezTo>
                <a:cubicBezTo>
                  <a:pt x="868" y="157"/>
                  <a:pt x="868" y="157"/>
                  <a:pt x="868" y="157"/>
                </a:cubicBezTo>
                <a:cubicBezTo>
                  <a:pt x="869" y="158"/>
                  <a:pt x="869" y="158"/>
                  <a:pt x="869" y="158"/>
                </a:cubicBezTo>
                <a:cubicBezTo>
                  <a:pt x="870" y="158"/>
                  <a:pt x="871" y="158"/>
                  <a:pt x="872" y="158"/>
                </a:cubicBezTo>
                <a:cubicBezTo>
                  <a:pt x="872" y="158"/>
                  <a:pt x="872" y="158"/>
                  <a:pt x="873" y="158"/>
                </a:cubicBezTo>
                <a:cubicBezTo>
                  <a:pt x="873" y="158"/>
                  <a:pt x="873" y="158"/>
                  <a:pt x="873" y="158"/>
                </a:cubicBezTo>
                <a:cubicBezTo>
                  <a:pt x="873" y="158"/>
                  <a:pt x="873" y="158"/>
                  <a:pt x="873" y="158"/>
                </a:cubicBezTo>
                <a:cubicBezTo>
                  <a:pt x="873" y="158"/>
                  <a:pt x="874" y="158"/>
                  <a:pt x="874" y="158"/>
                </a:cubicBezTo>
                <a:cubicBezTo>
                  <a:pt x="874" y="158"/>
                  <a:pt x="874" y="158"/>
                  <a:pt x="874" y="158"/>
                </a:cubicBezTo>
                <a:cubicBezTo>
                  <a:pt x="874" y="158"/>
                  <a:pt x="874" y="158"/>
                  <a:pt x="875" y="158"/>
                </a:cubicBezTo>
                <a:cubicBezTo>
                  <a:pt x="875" y="158"/>
                  <a:pt x="875" y="158"/>
                  <a:pt x="875" y="158"/>
                </a:cubicBezTo>
                <a:cubicBezTo>
                  <a:pt x="875" y="158"/>
                  <a:pt x="875" y="158"/>
                  <a:pt x="875" y="158"/>
                </a:cubicBezTo>
                <a:cubicBezTo>
                  <a:pt x="875" y="158"/>
                  <a:pt x="876" y="158"/>
                  <a:pt x="876" y="158"/>
                </a:cubicBezTo>
                <a:cubicBezTo>
                  <a:pt x="876" y="158"/>
                  <a:pt x="876" y="158"/>
                  <a:pt x="876" y="158"/>
                </a:cubicBezTo>
                <a:cubicBezTo>
                  <a:pt x="876" y="158"/>
                  <a:pt x="876" y="158"/>
                  <a:pt x="877" y="158"/>
                </a:cubicBezTo>
                <a:cubicBezTo>
                  <a:pt x="877" y="158"/>
                  <a:pt x="877" y="158"/>
                  <a:pt x="877" y="158"/>
                </a:cubicBezTo>
                <a:cubicBezTo>
                  <a:pt x="878" y="158"/>
                  <a:pt x="878" y="158"/>
                  <a:pt x="878" y="158"/>
                </a:cubicBezTo>
                <a:cubicBezTo>
                  <a:pt x="879" y="157"/>
                  <a:pt x="879" y="157"/>
                  <a:pt x="879" y="157"/>
                </a:cubicBezTo>
                <a:cubicBezTo>
                  <a:pt x="881" y="157"/>
                  <a:pt x="882" y="156"/>
                  <a:pt x="882" y="155"/>
                </a:cubicBezTo>
                <a:cubicBezTo>
                  <a:pt x="882" y="154"/>
                  <a:pt x="882" y="154"/>
                  <a:pt x="882" y="154"/>
                </a:cubicBezTo>
                <a:cubicBezTo>
                  <a:pt x="882" y="154"/>
                  <a:pt x="882" y="153"/>
                  <a:pt x="882" y="153"/>
                </a:cubicBezTo>
                <a:cubicBezTo>
                  <a:pt x="882" y="153"/>
                  <a:pt x="881" y="153"/>
                  <a:pt x="881" y="153"/>
                </a:cubicBezTo>
                <a:cubicBezTo>
                  <a:pt x="881" y="152"/>
                  <a:pt x="880" y="152"/>
                  <a:pt x="880" y="152"/>
                </a:cubicBezTo>
                <a:cubicBezTo>
                  <a:pt x="879" y="152"/>
                  <a:pt x="879" y="152"/>
                  <a:pt x="879" y="152"/>
                </a:cubicBezTo>
                <a:lnTo>
                  <a:pt x="878" y="151"/>
                </a:lnTo>
                <a:close/>
                <a:moveTo>
                  <a:pt x="919" y="152"/>
                </a:moveTo>
                <a:cubicBezTo>
                  <a:pt x="917" y="151"/>
                  <a:pt x="916" y="151"/>
                  <a:pt x="914" y="151"/>
                </a:cubicBezTo>
                <a:cubicBezTo>
                  <a:pt x="914" y="151"/>
                  <a:pt x="914" y="151"/>
                  <a:pt x="913" y="151"/>
                </a:cubicBezTo>
                <a:cubicBezTo>
                  <a:pt x="913" y="151"/>
                  <a:pt x="912" y="151"/>
                  <a:pt x="912" y="151"/>
                </a:cubicBezTo>
                <a:cubicBezTo>
                  <a:pt x="912" y="151"/>
                  <a:pt x="911" y="151"/>
                  <a:pt x="911" y="151"/>
                </a:cubicBezTo>
                <a:cubicBezTo>
                  <a:pt x="911" y="151"/>
                  <a:pt x="910" y="152"/>
                  <a:pt x="910" y="152"/>
                </a:cubicBezTo>
                <a:cubicBezTo>
                  <a:pt x="909" y="152"/>
                  <a:pt x="909" y="152"/>
                  <a:pt x="908" y="152"/>
                </a:cubicBezTo>
                <a:cubicBezTo>
                  <a:pt x="908" y="152"/>
                  <a:pt x="908" y="153"/>
                  <a:pt x="907" y="153"/>
                </a:cubicBezTo>
                <a:cubicBezTo>
                  <a:pt x="907" y="153"/>
                  <a:pt x="907" y="153"/>
                  <a:pt x="906" y="154"/>
                </a:cubicBezTo>
                <a:cubicBezTo>
                  <a:pt x="906" y="154"/>
                  <a:pt x="906" y="154"/>
                  <a:pt x="906" y="155"/>
                </a:cubicBezTo>
                <a:cubicBezTo>
                  <a:pt x="906" y="156"/>
                  <a:pt x="906" y="156"/>
                  <a:pt x="906" y="156"/>
                </a:cubicBezTo>
                <a:cubicBezTo>
                  <a:pt x="906" y="156"/>
                  <a:pt x="907" y="156"/>
                  <a:pt x="907" y="157"/>
                </a:cubicBezTo>
                <a:cubicBezTo>
                  <a:pt x="907" y="157"/>
                  <a:pt x="907" y="157"/>
                  <a:pt x="907" y="157"/>
                </a:cubicBezTo>
                <a:cubicBezTo>
                  <a:pt x="908" y="157"/>
                  <a:pt x="908" y="157"/>
                  <a:pt x="908" y="157"/>
                </a:cubicBezTo>
                <a:cubicBezTo>
                  <a:pt x="909" y="158"/>
                  <a:pt x="909" y="158"/>
                  <a:pt x="909" y="158"/>
                </a:cubicBezTo>
                <a:cubicBezTo>
                  <a:pt x="910" y="158"/>
                  <a:pt x="911" y="158"/>
                  <a:pt x="912" y="158"/>
                </a:cubicBezTo>
                <a:cubicBezTo>
                  <a:pt x="912" y="158"/>
                  <a:pt x="912" y="158"/>
                  <a:pt x="912" y="158"/>
                </a:cubicBezTo>
                <a:cubicBezTo>
                  <a:pt x="912" y="158"/>
                  <a:pt x="913" y="158"/>
                  <a:pt x="913" y="158"/>
                </a:cubicBezTo>
                <a:cubicBezTo>
                  <a:pt x="913" y="158"/>
                  <a:pt x="913" y="158"/>
                  <a:pt x="913" y="158"/>
                </a:cubicBezTo>
                <a:cubicBezTo>
                  <a:pt x="913" y="158"/>
                  <a:pt x="913" y="158"/>
                  <a:pt x="914" y="158"/>
                </a:cubicBezTo>
                <a:cubicBezTo>
                  <a:pt x="914" y="158"/>
                  <a:pt x="914" y="158"/>
                  <a:pt x="914" y="158"/>
                </a:cubicBezTo>
                <a:cubicBezTo>
                  <a:pt x="914" y="158"/>
                  <a:pt x="914" y="158"/>
                  <a:pt x="914" y="158"/>
                </a:cubicBezTo>
                <a:cubicBezTo>
                  <a:pt x="914" y="158"/>
                  <a:pt x="915" y="158"/>
                  <a:pt x="915" y="158"/>
                </a:cubicBezTo>
                <a:cubicBezTo>
                  <a:pt x="915" y="158"/>
                  <a:pt x="915" y="158"/>
                  <a:pt x="915" y="158"/>
                </a:cubicBezTo>
                <a:cubicBezTo>
                  <a:pt x="915" y="158"/>
                  <a:pt x="916" y="158"/>
                  <a:pt x="916" y="158"/>
                </a:cubicBezTo>
                <a:cubicBezTo>
                  <a:pt x="916" y="158"/>
                  <a:pt x="916" y="158"/>
                  <a:pt x="917" y="158"/>
                </a:cubicBezTo>
                <a:cubicBezTo>
                  <a:pt x="917" y="158"/>
                  <a:pt x="917" y="158"/>
                  <a:pt x="917" y="158"/>
                </a:cubicBezTo>
                <a:cubicBezTo>
                  <a:pt x="918" y="158"/>
                  <a:pt x="918" y="158"/>
                  <a:pt x="918" y="158"/>
                </a:cubicBezTo>
                <a:cubicBezTo>
                  <a:pt x="919" y="157"/>
                  <a:pt x="919" y="157"/>
                  <a:pt x="919" y="157"/>
                </a:cubicBezTo>
                <a:cubicBezTo>
                  <a:pt x="921" y="157"/>
                  <a:pt x="921" y="156"/>
                  <a:pt x="922" y="155"/>
                </a:cubicBezTo>
                <a:cubicBezTo>
                  <a:pt x="922" y="154"/>
                  <a:pt x="922" y="154"/>
                  <a:pt x="922" y="154"/>
                </a:cubicBezTo>
                <a:cubicBezTo>
                  <a:pt x="922" y="153"/>
                  <a:pt x="921" y="153"/>
                  <a:pt x="921" y="153"/>
                </a:cubicBezTo>
                <a:cubicBezTo>
                  <a:pt x="921" y="153"/>
                  <a:pt x="921" y="152"/>
                  <a:pt x="920" y="152"/>
                </a:cubicBezTo>
                <a:cubicBezTo>
                  <a:pt x="920" y="152"/>
                  <a:pt x="919" y="152"/>
                  <a:pt x="919" y="152"/>
                </a:cubicBezTo>
                <a:cubicBezTo>
                  <a:pt x="918" y="152"/>
                  <a:pt x="919" y="152"/>
                  <a:pt x="919" y="152"/>
                </a:cubicBezTo>
                <a:close/>
                <a:moveTo>
                  <a:pt x="958" y="152"/>
                </a:moveTo>
                <a:cubicBezTo>
                  <a:pt x="957" y="151"/>
                  <a:pt x="956" y="151"/>
                  <a:pt x="954" y="151"/>
                </a:cubicBezTo>
                <a:cubicBezTo>
                  <a:pt x="954" y="151"/>
                  <a:pt x="953" y="151"/>
                  <a:pt x="953" y="151"/>
                </a:cubicBezTo>
                <a:cubicBezTo>
                  <a:pt x="952" y="151"/>
                  <a:pt x="952" y="151"/>
                  <a:pt x="952" y="151"/>
                </a:cubicBezTo>
                <a:cubicBezTo>
                  <a:pt x="951" y="151"/>
                  <a:pt x="951" y="151"/>
                  <a:pt x="951" y="151"/>
                </a:cubicBezTo>
                <a:cubicBezTo>
                  <a:pt x="950" y="151"/>
                  <a:pt x="950" y="152"/>
                  <a:pt x="950" y="152"/>
                </a:cubicBezTo>
                <a:cubicBezTo>
                  <a:pt x="948" y="152"/>
                  <a:pt x="946" y="153"/>
                  <a:pt x="946" y="155"/>
                </a:cubicBezTo>
                <a:cubicBezTo>
                  <a:pt x="946" y="156"/>
                  <a:pt x="946" y="156"/>
                  <a:pt x="946" y="156"/>
                </a:cubicBezTo>
                <a:cubicBezTo>
                  <a:pt x="946" y="156"/>
                  <a:pt x="946" y="156"/>
                  <a:pt x="946" y="157"/>
                </a:cubicBezTo>
                <a:cubicBezTo>
                  <a:pt x="947" y="157"/>
                  <a:pt x="947" y="157"/>
                  <a:pt x="947" y="157"/>
                </a:cubicBezTo>
                <a:cubicBezTo>
                  <a:pt x="947" y="157"/>
                  <a:pt x="948" y="157"/>
                  <a:pt x="948" y="157"/>
                </a:cubicBezTo>
                <a:cubicBezTo>
                  <a:pt x="949" y="158"/>
                  <a:pt x="949" y="158"/>
                  <a:pt x="949" y="158"/>
                </a:cubicBezTo>
                <a:cubicBezTo>
                  <a:pt x="950" y="158"/>
                  <a:pt x="951" y="158"/>
                  <a:pt x="952" y="158"/>
                </a:cubicBezTo>
                <a:cubicBezTo>
                  <a:pt x="952" y="158"/>
                  <a:pt x="952" y="158"/>
                  <a:pt x="952" y="158"/>
                </a:cubicBezTo>
                <a:cubicBezTo>
                  <a:pt x="952" y="158"/>
                  <a:pt x="952" y="158"/>
                  <a:pt x="952" y="158"/>
                </a:cubicBezTo>
                <a:cubicBezTo>
                  <a:pt x="953" y="158"/>
                  <a:pt x="953" y="158"/>
                  <a:pt x="953" y="158"/>
                </a:cubicBezTo>
                <a:cubicBezTo>
                  <a:pt x="953" y="158"/>
                  <a:pt x="953" y="158"/>
                  <a:pt x="953" y="158"/>
                </a:cubicBezTo>
                <a:cubicBezTo>
                  <a:pt x="953" y="158"/>
                  <a:pt x="954" y="158"/>
                  <a:pt x="954" y="158"/>
                </a:cubicBezTo>
                <a:cubicBezTo>
                  <a:pt x="954" y="158"/>
                  <a:pt x="954" y="158"/>
                  <a:pt x="954" y="158"/>
                </a:cubicBezTo>
                <a:cubicBezTo>
                  <a:pt x="954" y="158"/>
                  <a:pt x="954" y="158"/>
                  <a:pt x="955" y="158"/>
                </a:cubicBezTo>
                <a:cubicBezTo>
                  <a:pt x="955" y="158"/>
                  <a:pt x="955" y="158"/>
                  <a:pt x="955" y="158"/>
                </a:cubicBezTo>
                <a:cubicBezTo>
                  <a:pt x="955" y="158"/>
                  <a:pt x="955" y="158"/>
                  <a:pt x="956" y="158"/>
                </a:cubicBezTo>
                <a:cubicBezTo>
                  <a:pt x="956" y="158"/>
                  <a:pt x="956" y="158"/>
                  <a:pt x="956" y="158"/>
                </a:cubicBezTo>
                <a:cubicBezTo>
                  <a:pt x="957" y="158"/>
                  <a:pt x="957" y="158"/>
                  <a:pt x="957" y="158"/>
                </a:cubicBezTo>
                <a:cubicBezTo>
                  <a:pt x="957" y="158"/>
                  <a:pt x="958" y="158"/>
                  <a:pt x="958" y="158"/>
                </a:cubicBezTo>
                <a:cubicBezTo>
                  <a:pt x="959" y="157"/>
                  <a:pt x="959" y="157"/>
                  <a:pt x="959" y="157"/>
                </a:cubicBezTo>
                <a:cubicBezTo>
                  <a:pt x="960" y="157"/>
                  <a:pt x="961" y="156"/>
                  <a:pt x="962" y="155"/>
                </a:cubicBezTo>
                <a:cubicBezTo>
                  <a:pt x="962" y="154"/>
                  <a:pt x="962" y="154"/>
                  <a:pt x="961" y="154"/>
                </a:cubicBezTo>
                <a:cubicBezTo>
                  <a:pt x="961" y="153"/>
                  <a:pt x="961" y="153"/>
                  <a:pt x="961" y="153"/>
                </a:cubicBezTo>
                <a:cubicBezTo>
                  <a:pt x="961" y="153"/>
                  <a:pt x="960" y="152"/>
                  <a:pt x="960" y="152"/>
                </a:cubicBezTo>
                <a:cubicBezTo>
                  <a:pt x="959" y="152"/>
                  <a:pt x="959" y="152"/>
                  <a:pt x="958" y="152"/>
                </a:cubicBezTo>
                <a:cubicBezTo>
                  <a:pt x="958" y="152"/>
                  <a:pt x="959" y="152"/>
                  <a:pt x="958" y="152"/>
                </a:cubicBezTo>
                <a:close/>
                <a:moveTo>
                  <a:pt x="572" y="161"/>
                </a:moveTo>
                <a:cubicBezTo>
                  <a:pt x="571" y="161"/>
                  <a:pt x="570" y="161"/>
                  <a:pt x="569" y="161"/>
                </a:cubicBezTo>
                <a:cubicBezTo>
                  <a:pt x="568" y="162"/>
                  <a:pt x="568" y="162"/>
                  <a:pt x="567" y="163"/>
                </a:cubicBezTo>
                <a:cubicBezTo>
                  <a:pt x="567" y="163"/>
                  <a:pt x="566" y="164"/>
                  <a:pt x="566" y="164"/>
                </a:cubicBezTo>
                <a:cubicBezTo>
                  <a:pt x="566" y="165"/>
                  <a:pt x="566" y="165"/>
                  <a:pt x="566" y="166"/>
                </a:cubicBezTo>
                <a:cubicBezTo>
                  <a:pt x="567" y="166"/>
                  <a:pt x="567" y="166"/>
                  <a:pt x="568" y="167"/>
                </a:cubicBezTo>
                <a:cubicBezTo>
                  <a:pt x="569" y="167"/>
                  <a:pt x="569" y="167"/>
                  <a:pt x="570" y="168"/>
                </a:cubicBezTo>
                <a:cubicBezTo>
                  <a:pt x="571" y="168"/>
                  <a:pt x="572" y="168"/>
                  <a:pt x="573" y="168"/>
                </a:cubicBezTo>
                <a:cubicBezTo>
                  <a:pt x="574" y="168"/>
                  <a:pt x="576" y="168"/>
                  <a:pt x="577" y="168"/>
                </a:cubicBezTo>
                <a:cubicBezTo>
                  <a:pt x="578" y="167"/>
                  <a:pt x="578" y="167"/>
                  <a:pt x="579" y="167"/>
                </a:cubicBezTo>
                <a:cubicBezTo>
                  <a:pt x="580" y="166"/>
                  <a:pt x="581" y="166"/>
                  <a:pt x="581" y="166"/>
                </a:cubicBezTo>
                <a:cubicBezTo>
                  <a:pt x="582" y="165"/>
                  <a:pt x="582" y="165"/>
                  <a:pt x="582" y="164"/>
                </a:cubicBezTo>
                <a:cubicBezTo>
                  <a:pt x="582" y="164"/>
                  <a:pt x="582" y="163"/>
                  <a:pt x="582" y="163"/>
                </a:cubicBezTo>
                <a:cubicBezTo>
                  <a:pt x="582" y="162"/>
                  <a:pt x="581" y="162"/>
                  <a:pt x="580" y="161"/>
                </a:cubicBezTo>
                <a:cubicBezTo>
                  <a:pt x="580" y="161"/>
                  <a:pt x="579" y="161"/>
                  <a:pt x="578" y="161"/>
                </a:cubicBezTo>
                <a:cubicBezTo>
                  <a:pt x="577" y="160"/>
                  <a:pt x="576" y="160"/>
                  <a:pt x="575" y="160"/>
                </a:cubicBezTo>
                <a:cubicBezTo>
                  <a:pt x="574" y="160"/>
                  <a:pt x="573" y="160"/>
                  <a:pt x="572" y="161"/>
                </a:cubicBezTo>
                <a:close/>
                <a:moveTo>
                  <a:pt x="532" y="161"/>
                </a:moveTo>
                <a:cubicBezTo>
                  <a:pt x="531" y="161"/>
                  <a:pt x="530" y="161"/>
                  <a:pt x="529" y="161"/>
                </a:cubicBezTo>
                <a:cubicBezTo>
                  <a:pt x="528" y="162"/>
                  <a:pt x="528" y="162"/>
                  <a:pt x="527" y="163"/>
                </a:cubicBezTo>
                <a:cubicBezTo>
                  <a:pt x="527" y="163"/>
                  <a:pt x="526" y="164"/>
                  <a:pt x="526" y="164"/>
                </a:cubicBezTo>
                <a:cubicBezTo>
                  <a:pt x="526" y="165"/>
                  <a:pt x="526" y="165"/>
                  <a:pt x="527" y="166"/>
                </a:cubicBezTo>
                <a:cubicBezTo>
                  <a:pt x="527" y="166"/>
                  <a:pt x="527" y="166"/>
                  <a:pt x="528" y="167"/>
                </a:cubicBezTo>
                <a:cubicBezTo>
                  <a:pt x="529" y="167"/>
                  <a:pt x="529" y="167"/>
                  <a:pt x="530" y="168"/>
                </a:cubicBezTo>
                <a:cubicBezTo>
                  <a:pt x="531" y="168"/>
                  <a:pt x="532" y="168"/>
                  <a:pt x="533" y="168"/>
                </a:cubicBezTo>
                <a:cubicBezTo>
                  <a:pt x="535" y="168"/>
                  <a:pt x="536" y="168"/>
                  <a:pt x="537" y="168"/>
                </a:cubicBezTo>
                <a:cubicBezTo>
                  <a:pt x="538" y="167"/>
                  <a:pt x="539" y="167"/>
                  <a:pt x="539" y="167"/>
                </a:cubicBezTo>
                <a:cubicBezTo>
                  <a:pt x="540" y="166"/>
                  <a:pt x="541" y="166"/>
                  <a:pt x="541" y="166"/>
                </a:cubicBezTo>
                <a:cubicBezTo>
                  <a:pt x="542" y="165"/>
                  <a:pt x="542" y="165"/>
                  <a:pt x="542" y="164"/>
                </a:cubicBezTo>
                <a:cubicBezTo>
                  <a:pt x="542" y="164"/>
                  <a:pt x="542" y="163"/>
                  <a:pt x="542" y="163"/>
                </a:cubicBezTo>
                <a:cubicBezTo>
                  <a:pt x="542" y="162"/>
                  <a:pt x="541" y="162"/>
                  <a:pt x="541" y="161"/>
                </a:cubicBezTo>
                <a:cubicBezTo>
                  <a:pt x="540" y="161"/>
                  <a:pt x="539" y="161"/>
                  <a:pt x="538" y="161"/>
                </a:cubicBezTo>
                <a:cubicBezTo>
                  <a:pt x="537" y="160"/>
                  <a:pt x="536" y="160"/>
                  <a:pt x="535" y="160"/>
                </a:cubicBezTo>
                <a:cubicBezTo>
                  <a:pt x="534" y="160"/>
                  <a:pt x="533" y="160"/>
                  <a:pt x="532" y="161"/>
                </a:cubicBezTo>
                <a:close/>
                <a:moveTo>
                  <a:pt x="373" y="161"/>
                </a:moveTo>
                <a:cubicBezTo>
                  <a:pt x="372" y="161"/>
                  <a:pt x="371" y="161"/>
                  <a:pt x="370" y="161"/>
                </a:cubicBezTo>
                <a:cubicBezTo>
                  <a:pt x="369" y="162"/>
                  <a:pt x="368" y="162"/>
                  <a:pt x="368" y="163"/>
                </a:cubicBezTo>
                <a:cubicBezTo>
                  <a:pt x="367" y="163"/>
                  <a:pt x="367" y="164"/>
                  <a:pt x="367" y="164"/>
                </a:cubicBezTo>
                <a:cubicBezTo>
                  <a:pt x="367" y="165"/>
                  <a:pt x="367" y="165"/>
                  <a:pt x="367" y="166"/>
                </a:cubicBezTo>
                <a:cubicBezTo>
                  <a:pt x="367" y="166"/>
                  <a:pt x="368" y="166"/>
                  <a:pt x="368" y="167"/>
                </a:cubicBezTo>
                <a:cubicBezTo>
                  <a:pt x="369" y="167"/>
                  <a:pt x="370" y="167"/>
                  <a:pt x="371" y="168"/>
                </a:cubicBezTo>
                <a:cubicBezTo>
                  <a:pt x="372" y="168"/>
                  <a:pt x="373" y="168"/>
                  <a:pt x="374" y="168"/>
                </a:cubicBezTo>
                <a:cubicBezTo>
                  <a:pt x="375" y="168"/>
                  <a:pt x="376" y="168"/>
                  <a:pt x="377" y="168"/>
                </a:cubicBezTo>
                <a:cubicBezTo>
                  <a:pt x="378" y="167"/>
                  <a:pt x="379" y="167"/>
                  <a:pt x="380" y="167"/>
                </a:cubicBezTo>
                <a:cubicBezTo>
                  <a:pt x="381" y="166"/>
                  <a:pt x="381" y="166"/>
                  <a:pt x="382" y="166"/>
                </a:cubicBezTo>
                <a:cubicBezTo>
                  <a:pt x="382" y="165"/>
                  <a:pt x="383" y="165"/>
                  <a:pt x="383" y="164"/>
                </a:cubicBezTo>
                <a:cubicBezTo>
                  <a:pt x="383" y="164"/>
                  <a:pt x="383" y="163"/>
                  <a:pt x="383" y="163"/>
                </a:cubicBezTo>
                <a:cubicBezTo>
                  <a:pt x="382" y="162"/>
                  <a:pt x="382" y="162"/>
                  <a:pt x="381" y="161"/>
                </a:cubicBezTo>
                <a:cubicBezTo>
                  <a:pt x="381" y="161"/>
                  <a:pt x="380" y="161"/>
                  <a:pt x="379" y="161"/>
                </a:cubicBezTo>
                <a:cubicBezTo>
                  <a:pt x="378" y="160"/>
                  <a:pt x="377" y="160"/>
                  <a:pt x="376" y="160"/>
                </a:cubicBezTo>
                <a:cubicBezTo>
                  <a:pt x="375" y="160"/>
                  <a:pt x="374" y="160"/>
                  <a:pt x="373" y="161"/>
                </a:cubicBezTo>
                <a:close/>
                <a:moveTo>
                  <a:pt x="94" y="161"/>
                </a:moveTo>
                <a:cubicBezTo>
                  <a:pt x="93" y="161"/>
                  <a:pt x="92" y="161"/>
                  <a:pt x="91" y="161"/>
                </a:cubicBezTo>
                <a:cubicBezTo>
                  <a:pt x="90" y="162"/>
                  <a:pt x="90" y="162"/>
                  <a:pt x="89" y="163"/>
                </a:cubicBezTo>
                <a:cubicBezTo>
                  <a:pt x="89" y="163"/>
                  <a:pt x="88" y="164"/>
                  <a:pt x="88" y="164"/>
                </a:cubicBezTo>
                <a:cubicBezTo>
                  <a:pt x="88" y="165"/>
                  <a:pt x="88" y="165"/>
                  <a:pt x="88" y="166"/>
                </a:cubicBezTo>
                <a:cubicBezTo>
                  <a:pt x="88" y="166"/>
                  <a:pt x="89" y="166"/>
                  <a:pt x="89" y="167"/>
                </a:cubicBezTo>
                <a:cubicBezTo>
                  <a:pt x="90" y="167"/>
                  <a:pt x="91" y="167"/>
                  <a:pt x="92" y="168"/>
                </a:cubicBezTo>
                <a:cubicBezTo>
                  <a:pt x="92" y="168"/>
                  <a:pt x="93" y="168"/>
                  <a:pt x="95" y="168"/>
                </a:cubicBezTo>
                <a:cubicBezTo>
                  <a:pt x="96" y="168"/>
                  <a:pt x="97" y="168"/>
                  <a:pt x="98" y="168"/>
                </a:cubicBezTo>
                <a:cubicBezTo>
                  <a:pt x="99" y="167"/>
                  <a:pt x="100" y="167"/>
                  <a:pt x="101" y="167"/>
                </a:cubicBezTo>
                <a:cubicBezTo>
                  <a:pt x="101" y="166"/>
                  <a:pt x="102" y="166"/>
                  <a:pt x="103" y="166"/>
                </a:cubicBezTo>
                <a:cubicBezTo>
                  <a:pt x="103" y="165"/>
                  <a:pt x="104" y="165"/>
                  <a:pt x="104" y="164"/>
                </a:cubicBezTo>
                <a:cubicBezTo>
                  <a:pt x="104" y="164"/>
                  <a:pt x="104" y="163"/>
                  <a:pt x="104" y="163"/>
                </a:cubicBezTo>
                <a:cubicBezTo>
                  <a:pt x="104" y="162"/>
                  <a:pt x="103" y="162"/>
                  <a:pt x="103" y="161"/>
                </a:cubicBezTo>
                <a:cubicBezTo>
                  <a:pt x="102" y="161"/>
                  <a:pt x="101" y="161"/>
                  <a:pt x="100" y="161"/>
                </a:cubicBezTo>
                <a:cubicBezTo>
                  <a:pt x="99" y="160"/>
                  <a:pt x="98" y="160"/>
                  <a:pt x="97" y="160"/>
                </a:cubicBezTo>
                <a:cubicBezTo>
                  <a:pt x="96" y="160"/>
                  <a:pt x="95" y="160"/>
                  <a:pt x="94" y="161"/>
                </a:cubicBezTo>
                <a:close/>
                <a:moveTo>
                  <a:pt x="492" y="161"/>
                </a:moveTo>
                <a:cubicBezTo>
                  <a:pt x="491" y="161"/>
                  <a:pt x="490" y="161"/>
                  <a:pt x="489" y="161"/>
                </a:cubicBezTo>
                <a:cubicBezTo>
                  <a:pt x="489" y="162"/>
                  <a:pt x="488" y="162"/>
                  <a:pt x="487" y="163"/>
                </a:cubicBezTo>
                <a:cubicBezTo>
                  <a:pt x="487" y="163"/>
                  <a:pt x="487" y="164"/>
                  <a:pt x="486" y="164"/>
                </a:cubicBezTo>
                <a:cubicBezTo>
                  <a:pt x="486" y="165"/>
                  <a:pt x="486" y="165"/>
                  <a:pt x="487" y="166"/>
                </a:cubicBezTo>
                <a:cubicBezTo>
                  <a:pt x="487" y="166"/>
                  <a:pt x="488" y="166"/>
                  <a:pt x="488" y="167"/>
                </a:cubicBezTo>
                <a:cubicBezTo>
                  <a:pt x="489" y="167"/>
                  <a:pt x="490" y="167"/>
                  <a:pt x="490" y="168"/>
                </a:cubicBezTo>
                <a:cubicBezTo>
                  <a:pt x="491" y="168"/>
                  <a:pt x="492" y="168"/>
                  <a:pt x="494" y="168"/>
                </a:cubicBezTo>
                <a:cubicBezTo>
                  <a:pt x="495" y="168"/>
                  <a:pt x="496" y="168"/>
                  <a:pt x="497" y="168"/>
                </a:cubicBezTo>
                <a:cubicBezTo>
                  <a:pt x="498" y="167"/>
                  <a:pt x="499" y="167"/>
                  <a:pt x="499" y="167"/>
                </a:cubicBezTo>
                <a:cubicBezTo>
                  <a:pt x="500" y="166"/>
                  <a:pt x="501" y="166"/>
                  <a:pt x="501" y="166"/>
                </a:cubicBezTo>
                <a:cubicBezTo>
                  <a:pt x="502" y="165"/>
                  <a:pt x="502" y="165"/>
                  <a:pt x="502" y="164"/>
                </a:cubicBezTo>
                <a:cubicBezTo>
                  <a:pt x="503" y="164"/>
                  <a:pt x="502" y="163"/>
                  <a:pt x="502" y="163"/>
                </a:cubicBezTo>
                <a:cubicBezTo>
                  <a:pt x="502" y="162"/>
                  <a:pt x="501" y="162"/>
                  <a:pt x="501" y="161"/>
                </a:cubicBezTo>
                <a:cubicBezTo>
                  <a:pt x="500" y="161"/>
                  <a:pt x="499" y="161"/>
                  <a:pt x="498" y="161"/>
                </a:cubicBezTo>
                <a:cubicBezTo>
                  <a:pt x="497" y="160"/>
                  <a:pt x="496" y="160"/>
                  <a:pt x="495" y="160"/>
                </a:cubicBezTo>
                <a:cubicBezTo>
                  <a:pt x="494" y="160"/>
                  <a:pt x="493" y="160"/>
                  <a:pt x="492" y="161"/>
                </a:cubicBezTo>
                <a:close/>
                <a:moveTo>
                  <a:pt x="253" y="161"/>
                </a:moveTo>
                <a:cubicBezTo>
                  <a:pt x="252" y="161"/>
                  <a:pt x="251" y="161"/>
                  <a:pt x="251" y="161"/>
                </a:cubicBezTo>
                <a:cubicBezTo>
                  <a:pt x="250" y="162"/>
                  <a:pt x="249" y="162"/>
                  <a:pt x="248" y="163"/>
                </a:cubicBezTo>
                <a:cubicBezTo>
                  <a:pt x="248" y="163"/>
                  <a:pt x="248" y="164"/>
                  <a:pt x="247" y="164"/>
                </a:cubicBezTo>
                <a:cubicBezTo>
                  <a:pt x="247" y="165"/>
                  <a:pt x="247" y="165"/>
                  <a:pt x="247" y="166"/>
                </a:cubicBezTo>
                <a:cubicBezTo>
                  <a:pt x="248" y="166"/>
                  <a:pt x="248" y="166"/>
                  <a:pt x="249" y="167"/>
                </a:cubicBezTo>
                <a:cubicBezTo>
                  <a:pt x="249" y="167"/>
                  <a:pt x="250" y="167"/>
                  <a:pt x="251" y="168"/>
                </a:cubicBezTo>
                <a:cubicBezTo>
                  <a:pt x="252" y="168"/>
                  <a:pt x="253" y="168"/>
                  <a:pt x="254" y="168"/>
                </a:cubicBezTo>
                <a:cubicBezTo>
                  <a:pt x="255" y="168"/>
                  <a:pt x="256" y="168"/>
                  <a:pt x="257" y="168"/>
                </a:cubicBezTo>
                <a:cubicBezTo>
                  <a:pt x="258" y="167"/>
                  <a:pt x="259" y="167"/>
                  <a:pt x="260" y="167"/>
                </a:cubicBezTo>
                <a:cubicBezTo>
                  <a:pt x="261" y="166"/>
                  <a:pt x="262" y="166"/>
                  <a:pt x="262" y="166"/>
                </a:cubicBezTo>
                <a:cubicBezTo>
                  <a:pt x="263" y="165"/>
                  <a:pt x="263" y="165"/>
                  <a:pt x="263" y="164"/>
                </a:cubicBezTo>
                <a:cubicBezTo>
                  <a:pt x="263" y="164"/>
                  <a:pt x="263" y="163"/>
                  <a:pt x="263" y="163"/>
                </a:cubicBezTo>
                <a:cubicBezTo>
                  <a:pt x="263" y="162"/>
                  <a:pt x="262" y="162"/>
                  <a:pt x="262" y="161"/>
                </a:cubicBezTo>
                <a:cubicBezTo>
                  <a:pt x="261" y="161"/>
                  <a:pt x="260" y="161"/>
                  <a:pt x="260" y="161"/>
                </a:cubicBezTo>
                <a:cubicBezTo>
                  <a:pt x="259" y="160"/>
                  <a:pt x="258" y="160"/>
                  <a:pt x="257" y="160"/>
                </a:cubicBezTo>
                <a:cubicBezTo>
                  <a:pt x="255" y="160"/>
                  <a:pt x="254" y="160"/>
                  <a:pt x="253" y="161"/>
                </a:cubicBezTo>
                <a:close/>
                <a:moveTo>
                  <a:pt x="293" y="161"/>
                </a:moveTo>
                <a:cubicBezTo>
                  <a:pt x="292" y="161"/>
                  <a:pt x="291" y="161"/>
                  <a:pt x="290" y="161"/>
                </a:cubicBezTo>
                <a:cubicBezTo>
                  <a:pt x="290" y="162"/>
                  <a:pt x="289" y="162"/>
                  <a:pt x="288" y="163"/>
                </a:cubicBezTo>
                <a:cubicBezTo>
                  <a:pt x="288" y="163"/>
                  <a:pt x="287" y="164"/>
                  <a:pt x="287" y="164"/>
                </a:cubicBezTo>
                <a:cubicBezTo>
                  <a:pt x="287" y="165"/>
                  <a:pt x="287" y="165"/>
                  <a:pt x="287" y="166"/>
                </a:cubicBezTo>
                <a:cubicBezTo>
                  <a:pt x="288" y="166"/>
                  <a:pt x="288" y="166"/>
                  <a:pt x="289" y="167"/>
                </a:cubicBezTo>
                <a:cubicBezTo>
                  <a:pt x="289" y="167"/>
                  <a:pt x="290" y="167"/>
                  <a:pt x="291" y="168"/>
                </a:cubicBezTo>
                <a:cubicBezTo>
                  <a:pt x="292" y="168"/>
                  <a:pt x="293" y="168"/>
                  <a:pt x="294" y="168"/>
                </a:cubicBezTo>
                <a:cubicBezTo>
                  <a:pt x="295" y="168"/>
                  <a:pt x="296" y="168"/>
                  <a:pt x="297" y="168"/>
                </a:cubicBezTo>
                <a:cubicBezTo>
                  <a:pt x="298" y="167"/>
                  <a:pt x="299" y="167"/>
                  <a:pt x="300" y="167"/>
                </a:cubicBezTo>
                <a:cubicBezTo>
                  <a:pt x="301" y="166"/>
                  <a:pt x="302" y="166"/>
                  <a:pt x="302" y="166"/>
                </a:cubicBezTo>
                <a:cubicBezTo>
                  <a:pt x="303" y="165"/>
                  <a:pt x="303" y="165"/>
                  <a:pt x="303" y="164"/>
                </a:cubicBezTo>
                <a:cubicBezTo>
                  <a:pt x="303" y="164"/>
                  <a:pt x="303" y="163"/>
                  <a:pt x="303" y="163"/>
                </a:cubicBezTo>
                <a:cubicBezTo>
                  <a:pt x="303" y="162"/>
                  <a:pt x="302" y="162"/>
                  <a:pt x="302" y="161"/>
                </a:cubicBezTo>
                <a:cubicBezTo>
                  <a:pt x="301" y="161"/>
                  <a:pt x="300" y="161"/>
                  <a:pt x="299" y="161"/>
                </a:cubicBezTo>
                <a:cubicBezTo>
                  <a:pt x="298" y="160"/>
                  <a:pt x="297" y="160"/>
                  <a:pt x="296" y="160"/>
                </a:cubicBezTo>
                <a:cubicBezTo>
                  <a:pt x="295" y="160"/>
                  <a:pt x="294" y="160"/>
                  <a:pt x="293" y="161"/>
                </a:cubicBezTo>
                <a:close/>
                <a:moveTo>
                  <a:pt x="333" y="161"/>
                </a:moveTo>
                <a:cubicBezTo>
                  <a:pt x="332" y="161"/>
                  <a:pt x="331" y="161"/>
                  <a:pt x="330" y="161"/>
                </a:cubicBezTo>
                <a:cubicBezTo>
                  <a:pt x="329" y="162"/>
                  <a:pt x="329" y="162"/>
                  <a:pt x="328" y="163"/>
                </a:cubicBezTo>
                <a:cubicBezTo>
                  <a:pt x="328" y="163"/>
                  <a:pt x="327" y="164"/>
                  <a:pt x="327" y="164"/>
                </a:cubicBezTo>
                <a:cubicBezTo>
                  <a:pt x="327" y="165"/>
                  <a:pt x="327" y="165"/>
                  <a:pt x="327" y="166"/>
                </a:cubicBezTo>
                <a:cubicBezTo>
                  <a:pt x="328" y="166"/>
                  <a:pt x="328" y="166"/>
                  <a:pt x="329" y="167"/>
                </a:cubicBezTo>
                <a:cubicBezTo>
                  <a:pt x="329" y="167"/>
                  <a:pt x="330" y="167"/>
                  <a:pt x="331" y="168"/>
                </a:cubicBezTo>
                <a:cubicBezTo>
                  <a:pt x="332" y="168"/>
                  <a:pt x="333" y="168"/>
                  <a:pt x="334" y="168"/>
                </a:cubicBezTo>
                <a:cubicBezTo>
                  <a:pt x="335" y="168"/>
                  <a:pt x="336" y="168"/>
                  <a:pt x="337" y="168"/>
                </a:cubicBezTo>
                <a:cubicBezTo>
                  <a:pt x="338" y="167"/>
                  <a:pt x="339" y="167"/>
                  <a:pt x="340" y="167"/>
                </a:cubicBezTo>
                <a:cubicBezTo>
                  <a:pt x="341" y="166"/>
                  <a:pt x="341" y="166"/>
                  <a:pt x="342" y="166"/>
                </a:cubicBezTo>
                <a:cubicBezTo>
                  <a:pt x="343" y="165"/>
                  <a:pt x="343" y="165"/>
                  <a:pt x="343" y="164"/>
                </a:cubicBezTo>
                <a:cubicBezTo>
                  <a:pt x="343" y="164"/>
                  <a:pt x="343" y="163"/>
                  <a:pt x="343" y="163"/>
                </a:cubicBezTo>
                <a:cubicBezTo>
                  <a:pt x="343" y="162"/>
                  <a:pt x="342" y="162"/>
                  <a:pt x="341" y="161"/>
                </a:cubicBezTo>
                <a:cubicBezTo>
                  <a:pt x="341" y="161"/>
                  <a:pt x="340" y="161"/>
                  <a:pt x="339" y="161"/>
                </a:cubicBezTo>
                <a:cubicBezTo>
                  <a:pt x="338" y="160"/>
                  <a:pt x="337" y="160"/>
                  <a:pt x="336" y="160"/>
                </a:cubicBezTo>
                <a:cubicBezTo>
                  <a:pt x="335" y="160"/>
                  <a:pt x="334" y="160"/>
                  <a:pt x="333" y="161"/>
                </a:cubicBezTo>
                <a:close/>
                <a:moveTo>
                  <a:pt x="771" y="161"/>
                </a:moveTo>
                <a:cubicBezTo>
                  <a:pt x="770" y="161"/>
                  <a:pt x="769" y="161"/>
                  <a:pt x="768" y="161"/>
                </a:cubicBezTo>
                <a:cubicBezTo>
                  <a:pt x="767" y="162"/>
                  <a:pt x="767" y="162"/>
                  <a:pt x="766" y="163"/>
                </a:cubicBezTo>
                <a:cubicBezTo>
                  <a:pt x="766" y="163"/>
                  <a:pt x="766" y="164"/>
                  <a:pt x="765" y="164"/>
                </a:cubicBezTo>
                <a:cubicBezTo>
                  <a:pt x="765" y="165"/>
                  <a:pt x="765" y="165"/>
                  <a:pt x="766" y="166"/>
                </a:cubicBezTo>
                <a:cubicBezTo>
                  <a:pt x="766" y="166"/>
                  <a:pt x="767" y="166"/>
                  <a:pt x="767" y="167"/>
                </a:cubicBezTo>
                <a:cubicBezTo>
                  <a:pt x="768" y="167"/>
                  <a:pt x="769" y="167"/>
                  <a:pt x="770" y="168"/>
                </a:cubicBezTo>
                <a:cubicBezTo>
                  <a:pt x="771" y="168"/>
                  <a:pt x="772" y="168"/>
                  <a:pt x="773" y="168"/>
                </a:cubicBezTo>
                <a:cubicBezTo>
                  <a:pt x="774" y="168"/>
                  <a:pt x="775" y="168"/>
                  <a:pt x="776" y="168"/>
                </a:cubicBezTo>
                <a:cubicBezTo>
                  <a:pt x="777" y="167"/>
                  <a:pt x="778" y="167"/>
                  <a:pt x="779" y="167"/>
                </a:cubicBezTo>
                <a:cubicBezTo>
                  <a:pt x="779" y="166"/>
                  <a:pt x="780" y="166"/>
                  <a:pt x="781" y="166"/>
                </a:cubicBezTo>
                <a:cubicBezTo>
                  <a:pt x="781" y="165"/>
                  <a:pt x="781" y="165"/>
                  <a:pt x="781" y="164"/>
                </a:cubicBezTo>
                <a:cubicBezTo>
                  <a:pt x="781" y="164"/>
                  <a:pt x="781" y="163"/>
                  <a:pt x="781" y="163"/>
                </a:cubicBezTo>
                <a:cubicBezTo>
                  <a:pt x="781" y="162"/>
                  <a:pt x="780" y="162"/>
                  <a:pt x="779" y="161"/>
                </a:cubicBezTo>
                <a:cubicBezTo>
                  <a:pt x="779" y="161"/>
                  <a:pt x="778" y="161"/>
                  <a:pt x="777" y="161"/>
                </a:cubicBezTo>
                <a:cubicBezTo>
                  <a:pt x="776" y="160"/>
                  <a:pt x="775" y="160"/>
                  <a:pt x="774" y="160"/>
                </a:cubicBezTo>
                <a:cubicBezTo>
                  <a:pt x="773" y="160"/>
                  <a:pt x="772" y="160"/>
                  <a:pt x="771" y="161"/>
                </a:cubicBezTo>
                <a:close/>
                <a:moveTo>
                  <a:pt x="413" y="161"/>
                </a:moveTo>
                <a:cubicBezTo>
                  <a:pt x="412" y="161"/>
                  <a:pt x="411" y="161"/>
                  <a:pt x="410" y="161"/>
                </a:cubicBezTo>
                <a:cubicBezTo>
                  <a:pt x="409" y="162"/>
                  <a:pt x="408" y="162"/>
                  <a:pt x="408" y="163"/>
                </a:cubicBezTo>
                <a:cubicBezTo>
                  <a:pt x="407" y="163"/>
                  <a:pt x="407" y="164"/>
                  <a:pt x="407" y="164"/>
                </a:cubicBezTo>
                <a:cubicBezTo>
                  <a:pt x="407" y="165"/>
                  <a:pt x="407" y="165"/>
                  <a:pt x="407" y="166"/>
                </a:cubicBezTo>
                <a:cubicBezTo>
                  <a:pt x="407" y="166"/>
                  <a:pt x="408" y="166"/>
                  <a:pt x="408" y="167"/>
                </a:cubicBezTo>
                <a:cubicBezTo>
                  <a:pt x="409" y="167"/>
                  <a:pt x="410" y="167"/>
                  <a:pt x="411" y="168"/>
                </a:cubicBezTo>
                <a:cubicBezTo>
                  <a:pt x="412" y="168"/>
                  <a:pt x="413" y="168"/>
                  <a:pt x="414" y="168"/>
                </a:cubicBezTo>
                <a:cubicBezTo>
                  <a:pt x="415" y="168"/>
                  <a:pt x="416" y="168"/>
                  <a:pt x="417" y="168"/>
                </a:cubicBezTo>
                <a:cubicBezTo>
                  <a:pt x="418" y="167"/>
                  <a:pt x="419" y="167"/>
                  <a:pt x="420" y="167"/>
                </a:cubicBezTo>
                <a:cubicBezTo>
                  <a:pt x="420" y="166"/>
                  <a:pt x="421" y="166"/>
                  <a:pt x="422" y="166"/>
                </a:cubicBezTo>
                <a:cubicBezTo>
                  <a:pt x="422" y="165"/>
                  <a:pt x="423" y="165"/>
                  <a:pt x="423" y="164"/>
                </a:cubicBezTo>
                <a:cubicBezTo>
                  <a:pt x="423" y="164"/>
                  <a:pt x="423" y="163"/>
                  <a:pt x="422" y="163"/>
                </a:cubicBezTo>
                <a:cubicBezTo>
                  <a:pt x="422" y="162"/>
                  <a:pt x="422" y="162"/>
                  <a:pt x="421" y="161"/>
                </a:cubicBezTo>
                <a:cubicBezTo>
                  <a:pt x="420" y="161"/>
                  <a:pt x="420" y="161"/>
                  <a:pt x="419" y="161"/>
                </a:cubicBezTo>
                <a:cubicBezTo>
                  <a:pt x="418" y="160"/>
                  <a:pt x="417" y="160"/>
                  <a:pt x="416" y="160"/>
                </a:cubicBezTo>
                <a:cubicBezTo>
                  <a:pt x="415" y="160"/>
                  <a:pt x="414" y="160"/>
                  <a:pt x="413" y="161"/>
                </a:cubicBezTo>
                <a:close/>
                <a:moveTo>
                  <a:pt x="731" y="161"/>
                </a:moveTo>
                <a:cubicBezTo>
                  <a:pt x="730" y="161"/>
                  <a:pt x="729" y="161"/>
                  <a:pt x="728" y="161"/>
                </a:cubicBezTo>
                <a:cubicBezTo>
                  <a:pt x="728" y="162"/>
                  <a:pt x="727" y="162"/>
                  <a:pt x="726" y="163"/>
                </a:cubicBezTo>
                <a:cubicBezTo>
                  <a:pt x="726" y="163"/>
                  <a:pt x="726" y="164"/>
                  <a:pt x="726" y="164"/>
                </a:cubicBezTo>
                <a:cubicBezTo>
                  <a:pt x="726" y="165"/>
                  <a:pt x="726" y="165"/>
                  <a:pt x="726" y="166"/>
                </a:cubicBezTo>
                <a:cubicBezTo>
                  <a:pt x="726" y="166"/>
                  <a:pt x="727" y="166"/>
                  <a:pt x="727" y="167"/>
                </a:cubicBezTo>
                <a:cubicBezTo>
                  <a:pt x="728" y="167"/>
                  <a:pt x="729" y="167"/>
                  <a:pt x="730" y="168"/>
                </a:cubicBezTo>
                <a:cubicBezTo>
                  <a:pt x="731" y="168"/>
                  <a:pt x="732" y="168"/>
                  <a:pt x="733" y="168"/>
                </a:cubicBezTo>
                <a:cubicBezTo>
                  <a:pt x="734" y="168"/>
                  <a:pt x="735" y="168"/>
                  <a:pt x="736" y="168"/>
                </a:cubicBezTo>
                <a:cubicBezTo>
                  <a:pt x="737" y="167"/>
                  <a:pt x="738" y="167"/>
                  <a:pt x="739" y="167"/>
                </a:cubicBezTo>
                <a:cubicBezTo>
                  <a:pt x="740" y="166"/>
                  <a:pt x="740" y="166"/>
                  <a:pt x="741" y="166"/>
                </a:cubicBezTo>
                <a:cubicBezTo>
                  <a:pt x="741" y="165"/>
                  <a:pt x="741" y="165"/>
                  <a:pt x="742" y="164"/>
                </a:cubicBezTo>
                <a:cubicBezTo>
                  <a:pt x="742" y="164"/>
                  <a:pt x="741" y="163"/>
                  <a:pt x="741" y="163"/>
                </a:cubicBezTo>
                <a:cubicBezTo>
                  <a:pt x="741" y="162"/>
                  <a:pt x="740" y="162"/>
                  <a:pt x="740" y="161"/>
                </a:cubicBezTo>
                <a:cubicBezTo>
                  <a:pt x="739" y="161"/>
                  <a:pt x="738" y="161"/>
                  <a:pt x="737" y="161"/>
                </a:cubicBezTo>
                <a:cubicBezTo>
                  <a:pt x="736" y="160"/>
                  <a:pt x="735" y="160"/>
                  <a:pt x="734" y="160"/>
                </a:cubicBezTo>
                <a:cubicBezTo>
                  <a:pt x="733" y="160"/>
                  <a:pt x="732" y="160"/>
                  <a:pt x="731" y="161"/>
                </a:cubicBezTo>
                <a:close/>
                <a:moveTo>
                  <a:pt x="452" y="161"/>
                </a:moveTo>
                <a:cubicBezTo>
                  <a:pt x="451" y="161"/>
                  <a:pt x="450" y="161"/>
                  <a:pt x="450" y="161"/>
                </a:cubicBezTo>
                <a:cubicBezTo>
                  <a:pt x="449" y="162"/>
                  <a:pt x="448" y="162"/>
                  <a:pt x="448" y="163"/>
                </a:cubicBezTo>
                <a:cubicBezTo>
                  <a:pt x="447" y="163"/>
                  <a:pt x="447" y="164"/>
                  <a:pt x="447" y="164"/>
                </a:cubicBezTo>
                <a:cubicBezTo>
                  <a:pt x="446" y="165"/>
                  <a:pt x="447" y="165"/>
                  <a:pt x="447" y="166"/>
                </a:cubicBezTo>
                <a:cubicBezTo>
                  <a:pt x="447" y="166"/>
                  <a:pt x="448" y="166"/>
                  <a:pt x="448" y="167"/>
                </a:cubicBezTo>
                <a:cubicBezTo>
                  <a:pt x="449" y="167"/>
                  <a:pt x="450" y="167"/>
                  <a:pt x="451" y="168"/>
                </a:cubicBezTo>
                <a:cubicBezTo>
                  <a:pt x="452" y="168"/>
                  <a:pt x="453" y="168"/>
                  <a:pt x="454" y="168"/>
                </a:cubicBezTo>
                <a:cubicBezTo>
                  <a:pt x="455" y="168"/>
                  <a:pt x="456" y="168"/>
                  <a:pt x="457" y="168"/>
                </a:cubicBezTo>
                <a:cubicBezTo>
                  <a:pt x="458" y="167"/>
                  <a:pt x="459" y="167"/>
                  <a:pt x="460" y="167"/>
                </a:cubicBezTo>
                <a:cubicBezTo>
                  <a:pt x="460" y="166"/>
                  <a:pt x="461" y="166"/>
                  <a:pt x="462" y="166"/>
                </a:cubicBezTo>
                <a:cubicBezTo>
                  <a:pt x="462" y="165"/>
                  <a:pt x="462" y="165"/>
                  <a:pt x="463" y="164"/>
                </a:cubicBezTo>
                <a:cubicBezTo>
                  <a:pt x="463" y="164"/>
                  <a:pt x="463" y="163"/>
                  <a:pt x="462" y="163"/>
                </a:cubicBezTo>
                <a:cubicBezTo>
                  <a:pt x="462" y="162"/>
                  <a:pt x="462" y="162"/>
                  <a:pt x="461" y="161"/>
                </a:cubicBezTo>
                <a:cubicBezTo>
                  <a:pt x="460" y="161"/>
                  <a:pt x="460" y="161"/>
                  <a:pt x="459" y="161"/>
                </a:cubicBezTo>
                <a:cubicBezTo>
                  <a:pt x="458" y="160"/>
                  <a:pt x="457" y="160"/>
                  <a:pt x="456" y="160"/>
                </a:cubicBezTo>
                <a:cubicBezTo>
                  <a:pt x="454" y="160"/>
                  <a:pt x="453" y="160"/>
                  <a:pt x="452" y="161"/>
                </a:cubicBezTo>
                <a:close/>
                <a:moveTo>
                  <a:pt x="1806" y="161"/>
                </a:moveTo>
                <a:cubicBezTo>
                  <a:pt x="1805" y="161"/>
                  <a:pt x="1804" y="161"/>
                  <a:pt x="1803" y="161"/>
                </a:cubicBezTo>
                <a:cubicBezTo>
                  <a:pt x="1803" y="162"/>
                  <a:pt x="1802" y="162"/>
                  <a:pt x="1802" y="163"/>
                </a:cubicBezTo>
                <a:cubicBezTo>
                  <a:pt x="1802" y="163"/>
                  <a:pt x="1802" y="164"/>
                  <a:pt x="1802" y="164"/>
                </a:cubicBezTo>
                <a:cubicBezTo>
                  <a:pt x="1802" y="165"/>
                  <a:pt x="1802" y="165"/>
                  <a:pt x="1802" y="166"/>
                </a:cubicBezTo>
                <a:cubicBezTo>
                  <a:pt x="1803" y="166"/>
                  <a:pt x="1804" y="166"/>
                  <a:pt x="1804" y="167"/>
                </a:cubicBezTo>
                <a:cubicBezTo>
                  <a:pt x="1805" y="167"/>
                  <a:pt x="1806" y="167"/>
                  <a:pt x="1807" y="168"/>
                </a:cubicBezTo>
                <a:cubicBezTo>
                  <a:pt x="1808" y="168"/>
                  <a:pt x="1809" y="168"/>
                  <a:pt x="1810" y="168"/>
                </a:cubicBezTo>
                <a:cubicBezTo>
                  <a:pt x="1811" y="168"/>
                  <a:pt x="1812" y="168"/>
                  <a:pt x="1813" y="168"/>
                </a:cubicBezTo>
                <a:cubicBezTo>
                  <a:pt x="1814" y="167"/>
                  <a:pt x="1815" y="167"/>
                  <a:pt x="1816" y="167"/>
                </a:cubicBezTo>
                <a:cubicBezTo>
                  <a:pt x="1816" y="166"/>
                  <a:pt x="1817" y="166"/>
                  <a:pt x="1817" y="166"/>
                </a:cubicBezTo>
                <a:cubicBezTo>
                  <a:pt x="1818" y="165"/>
                  <a:pt x="1818" y="165"/>
                  <a:pt x="1818" y="164"/>
                </a:cubicBezTo>
                <a:cubicBezTo>
                  <a:pt x="1817" y="164"/>
                  <a:pt x="1817" y="163"/>
                  <a:pt x="1817" y="163"/>
                </a:cubicBezTo>
                <a:cubicBezTo>
                  <a:pt x="1816" y="162"/>
                  <a:pt x="1816" y="162"/>
                  <a:pt x="1815" y="161"/>
                </a:cubicBezTo>
                <a:cubicBezTo>
                  <a:pt x="1814" y="161"/>
                  <a:pt x="1813" y="161"/>
                  <a:pt x="1812" y="161"/>
                </a:cubicBezTo>
                <a:cubicBezTo>
                  <a:pt x="1811" y="160"/>
                  <a:pt x="1810" y="160"/>
                  <a:pt x="1809" y="160"/>
                </a:cubicBezTo>
                <a:cubicBezTo>
                  <a:pt x="1808" y="160"/>
                  <a:pt x="1807" y="160"/>
                  <a:pt x="1806" y="161"/>
                </a:cubicBezTo>
                <a:close/>
                <a:moveTo>
                  <a:pt x="1726" y="161"/>
                </a:moveTo>
                <a:cubicBezTo>
                  <a:pt x="1725" y="161"/>
                  <a:pt x="1725" y="161"/>
                  <a:pt x="1724" y="161"/>
                </a:cubicBezTo>
                <a:cubicBezTo>
                  <a:pt x="1723" y="162"/>
                  <a:pt x="1723" y="162"/>
                  <a:pt x="1722" y="163"/>
                </a:cubicBezTo>
                <a:cubicBezTo>
                  <a:pt x="1722" y="163"/>
                  <a:pt x="1722" y="164"/>
                  <a:pt x="1722" y="164"/>
                </a:cubicBezTo>
                <a:cubicBezTo>
                  <a:pt x="1722" y="165"/>
                  <a:pt x="1722" y="165"/>
                  <a:pt x="1723" y="166"/>
                </a:cubicBezTo>
                <a:cubicBezTo>
                  <a:pt x="1723" y="166"/>
                  <a:pt x="1724" y="166"/>
                  <a:pt x="1725" y="167"/>
                </a:cubicBezTo>
                <a:cubicBezTo>
                  <a:pt x="1725" y="167"/>
                  <a:pt x="1726" y="167"/>
                  <a:pt x="1727" y="168"/>
                </a:cubicBezTo>
                <a:cubicBezTo>
                  <a:pt x="1728" y="168"/>
                  <a:pt x="1729" y="168"/>
                  <a:pt x="1730" y="168"/>
                </a:cubicBezTo>
                <a:cubicBezTo>
                  <a:pt x="1732" y="168"/>
                  <a:pt x="1733" y="168"/>
                  <a:pt x="1733" y="168"/>
                </a:cubicBezTo>
                <a:cubicBezTo>
                  <a:pt x="1734" y="167"/>
                  <a:pt x="1735" y="167"/>
                  <a:pt x="1736" y="167"/>
                </a:cubicBezTo>
                <a:cubicBezTo>
                  <a:pt x="1737" y="166"/>
                  <a:pt x="1737" y="166"/>
                  <a:pt x="1737" y="166"/>
                </a:cubicBezTo>
                <a:cubicBezTo>
                  <a:pt x="1738" y="165"/>
                  <a:pt x="1738" y="165"/>
                  <a:pt x="1738" y="164"/>
                </a:cubicBezTo>
                <a:cubicBezTo>
                  <a:pt x="1738" y="164"/>
                  <a:pt x="1737" y="163"/>
                  <a:pt x="1737" y="163"/>
                </a:cubicBezTo>
                <a:cubicBezTo>
                  <a:pt x="1737" y="162"/>
                  <a:pt x="1736" y="162"/>
                  <a:pt x="1735" y="161"/>
                </a:cubicBezTo>
                <a:cubicBezTo>
                  <a:pt x="1734" y="161"/>
                  <a:pt x="1733" y="161"/>
                  <a:pt x="1732" y="161"/>
                </a:cubicBezTo>
                <a:cubicBezTo>
                  <a:pt x="1731" y="160"/>
                  <a:pt x="1730" y="160"/>
                  <a:pt x="1729" y="160"/>
                </a:cubicBezTo>
                <a:cubicBezTo>
                  <a:pt x="1728" y="160"/>
                  <a:pt x="1727" y="160"/>
                  <a:pt x="1726" y="161"/>
                </a:cubicBezTo>
                <a:close/>
                <a:moveTo>
                  <a:pt x="1487" y="161"/>
                </a:moveTo>
                <a:cubicBezTo>
                  <a:pt x="1486" y="161"/>
                  <a:pt x="1486" y="161"/>
                  <a:pt x="1485" y="161"/>
                </a:cubicBezTo>
                <a:cubicBezTo>
                  <a:pt x="1484" y="162"/>
                  <a:pt x="1484" y="162"/>
                  <a:pt x="1483" y="163"/>
                </a:cubicBezTo>
                <a:cubicBezTo>
                  <a:pt x="1483" y="163"/>
                  <a:pt x="1483" y="164"/>
                  <a:pt x="1483" y="164"/>
                </a:cubicBezTo>
                <a:cubicBezTo>
                  <a:pt x="1483" y="165"/>
                  <a:pt x="1483" y="165"/>
                  <a:pt x="1484" y="166"/>
                </a:cubicBezTo>
                <a:cubicBezTo>
                  <a:pt x="1484" y="166"/>
                  <a:pt x="1485" y="166"/>
                  <a:pt x="1485" y="167"/>
                </a:cubicBezTo>
                <a:cubicBezTo>
                  <a:pt x="1486" y="167"/>
                  <a:pt x="1487" y="167"/>
                  <a:pt x="1488" y="168"/>
                </a:cubicBezTo>
                <a:cubicBezTo>
                  <a:pt x="1489" y="168"/>
                  <a:pt x="1490" y="168"/>
                  <a:pt x="1491" y="168"/>
                </a:cubicBezTo>
                <a:cubicBezTo>
                  <a:pt x="1492" y="168"/>
                  <a:pt x="1493" y="168"/>
                  <a:pt x="1494" y="168"/>
                </a:cubicBezTo>
                <a:cubicBezTo>
                  <a:pt x="1495" y="167"/>
                  <a:pt x="1496" y="167"/>
                  <a:pt x="1497" y="167"/>
                </a:cubicBezTo>
                <a:cubicBezTo>
                  <a:pt x="1497" y="166"/>
                  <a:pt x="1498" y="166"/>
                  <a:pt x="1498" y="166"/>
                </a:cubicBezTo>
                <a:cubicBezTo>
                  <a:pt x="1499" y="165"/>
                  <a:pt x="1499" y="165"/>
                  <a:pt x="1499" y="164"/>
                </a:cubicBezTo>
                <a:cubicBezTo>
                  <a:pt x="1499" y="164"/>
                  <a:pt x="1498" y="163"/>
                  <a:pt x="1498" y="163"/>
                </a:cubicBezTo>
                <a:cubicBezTo>
                  <a:pt x="1498" y="162"/>
                  <a:pt x="1497" y="162"/>
                  <a:pt x="1496" y="161"/>
                </a:cubicBezTo>
                <a:cubicBezTo>
                  <a:pt x="1495" y="161"/>
                  <a:pt x="1495" y="161"/>
                  <a:pt x="1494" y="161"/>
                </a:cubicBezTo>
                <a:cubicBezTo>
                  <a:pt x="1493" y="160"/>
                  <a:pt x="1492" y="160"/>
                  <a:pt x="1491" y="160"/>
                </a:cubicBezTo>
                <a:cubicBezTo>
                  <a:pt x="1489" y="160"/>
                  <a:pt x="1488" y="160"/>
                  <a:pt x="1487" y="161"/>
                </a:cubicBezTo>
                <a:close/>
                <a:moveTo>
                  <a:pt x="1448" y="161"/>
                </a:moveTo>
                <a:cubicBezTo>
                  <a:pt x="1447" y="161"/>
                  <a:pt x="1446" y="161"/>
                  <a:pt x="1445" y="161"/>
                </a:cubicBezTo>
                <a:cubicBezTo>
                  <a:pt x="1444" y="162"/>
                  <a:pt x="1444" y="162"/>
                  <a:pt x="1443" y="163"/>
                </a:cubicBezTo>
                <a:cubicBezTo>
                  <a:pt x="1443" y="163"/>
                  <a:pt x="1443" y="164"/>
                  <a:pt x="1443" y="164"/>
                </a:cubicBezTo>
                <a:cubicBezTo>
                  <a:pt x="1443" y="165"/>
                  <a:pt x="1443" y="165"/>
                  <a:pt x="1444" y="166"/>
                </a:cubicBezTo>
                <a:cubicBezTo>
                  <a:pt x="1444" y="166"/>
                  <a:pt x="1445" y="166"/>
                  <a:pt x="1445" y="167"/>
                </a:cubicBezTo>
                <a:cubicBezTo>
                  <a:pt x="1446" y="167"/>
                  <a:pt x="1447" y="167"/>
                  <a:pt x="1448" y="168"/>
                </a:cubicBezTo>
                <a:cubicBezTo>
                  <a:pt x="1449" y="168"/>
                  <a:pt x="1450" y="168"/>
                  <a:pt x="1451" y="168"/>
                </a:cubicBezTo>
                <a:cubicBezTo>
                  <a:pt x="1452" y="168"/>
                  <a:pt x="1453" y="168"/>
                  <a:pt x="1454" y="168"/>
                </a:cubicBezTo>
                <a:cubicBezTo>
                  <a:pt x="1455" y="167"/>
                  <a:pt x="1456" y="167"/>
                  <a:pt x="1457" y="167"/>
                </a:cubicBezTo>
                <a:cubicBezTo>
                  <a:pt x="1457" y="166"/>
                  <a:pt x="1458" y="166"/>
                  <a:pt x="1458" y="166"/>
                </a:cubicBezTo>
                <a:cubicBezTo>
                  <a:pt x="1459" y="165"/>
                  <a:pt x="1459" y="165"/>
                  <a:pt x="1459" y="164"/>
                </a:cubicBezTo>
                <a:cubicBezTo>
                  <a:pt x="1459" y="164"/>
                  <a:pt x="1459" y="163"/>
                  <a:pt x="1458" y="163"/>
                </a:cubicBezTo>
                <a:cubicBezTo>
                  <a:pt x="1458" y="162"/>
                  <a:pt x="1457" y="162"/>
                  <a:pt x="1456" y="161"/>
                </a:cubicBezTo>
                <a:cubicBezTo>
                  <a:pt x="1456" y="161"/>
                  <a:pt x="1455" y="161"/>
                  <a:pt x="1454" y="161"/>
                </a:cubicBezTo>
                <a:cubicBezTo>
                  <a:pt x="1453" y="160"/>
                  <a:pt x="1452" y="160"/>
                  <a:pt x="1451" y="160"/>
                </a:cubicBezTo>
                <a:cubicBezTo>
                  <a:pt x="1450" y="160"/>
                  <a:pt x="1449" y="160"/>
                  <a:pt x="1448" y="161"/>
                </a:cubicBezTo>
                <a:close/>
                <a:moveTo>
                  <a:pt x="1846" y="161"/>
                </a:moveTo>
                <a:cubicBezTo>
                  <a:pt x="1845" y="161"/>
                  <a:pt x="1844" y="161"/>
                  <a:pt x="1843" y="161"/>
                </a:cubicBezTo>
                <a:cubicBezTo>
                  <a:pt x="1843" y="162"/>
                  <a:pt x="1842" y="162"/>
                  <a:pt x="1842" y="163"/>
                </a:cubicBezTo>
                <a:cubicBezTo>
                  <a:pt x="1841" y="163"/>
                  <a:pt x="1841" y="164"/>
                  <a:pt x="1841" y="164"/>
                </a:cubicBezTo>
                <a:cubicBezTo>
                  <a:pt x="1842" y="165"/>
                  <a:pt x="1842" y="165"/>
                  <a:pt x="1842" y="166"/>
                </a:cubicBezTo>
                <a:cubicBezTo>
                  <a:pt x="1843" y="166"/>
                  <a:pt x="1844" y="166"/>
                  <a:pt x="1844" y="167"/>
                </a:cubicBezTo>
                <a:cubicBezTo>
                  <a:pt x="1845" y="167"/>
                  <a:pt x="1846" y="167"/>
                  <a:pt x="1847" y="168"/>
                </a:cubicBezTo>
                <a:cubicBezTo>
                  <a:pt x="1848" y="168"/>
                  <a:pt x="1849" y="168"/>
                  <a:pt x="1850" y="168"/>
                </a:cubicBezTo>
                <a:cubicBezTo>
                  <a:pt x="1851" y="168"/>
                  <a:pt x="1852" y="168"/>
                  <a:pt x="1853" y="168"/>
                </a:cubicBezTo>
                <a:cubicBezTo>
                  <a:pt x="1854" y="167"/>
                  <a:pt x="1855" y="167"/>
                  <a:pt x="1856" y="167"/>
                </a:cubicBezTo>
                <a:cubicBezTo>
                  <a:pt x="1856" y="166"/>
                  <a:pt x="1857" y="166"/>
                  <a:pt x="1857" y="166"/>
                </a:cubicBezTo>
                <a:cubicBezTo>
                  <a:pt x="1857" y="165"/>
                  <a:pt x="1858" y="165"/>
                  <a:pt x="1857" y="164"/>
                </a:cubicBezTo>
                <a:cubicBezTo>
                  <a:pt x="1857" y="164"/>
                  <a:pt x="1857" y="163"/>
                  <a:pt x="1857" y="163"/>
                </a:cubicBezTo>
                <a:cubicBezTo>
                  <a:pt x="1856" y="162"/>
                  <a:pt x="1855" y="162"/>
                  <a:pt x="1855" y="161"/>
                </a:cubicBezTo>
                <a:cubicBezTo>
                  <a:pt x="1854" y="161"/>
                  <a:pt x="1853" y="161"/>
                  <a:pt x="1852" y="161"/>
                </a:cubicBezTo>
                <a:cubicBezTo>
                  <a:pt x="1851" y="160"/>
                  <a:pt x="1850" y="160"/>
                  <a:pt x="1849" y="160"/>
                </a:cubicBezTo>
                <a:cubicBezTo>
                  <a:pt x="1848" y="160"/>
                  <a:pt x="1847" y="160"/>
                  <a:pt x="1846" y="161"/>
                </a:cubicBezTo>
                <a:close/>
                <a:moveTo>
                  <a:pt x="1885" y="161"/>
                </a:moveTo>
                <a:cubicBezTo>
                  <a:pt x="1885" y="161"/>
                  <a:pt x="1884" y="161"/>
                  <a:pt x="1883" y="161"/>
                </a:cubicBezTo>
                <a:cubicBezTo>
                  <a:pt x="1882" y="162"/>
                  <a:pt x="1882" y="162"/>
                  <a:pt x="1882" y="163"/>
                </a:cubicBezTo>
                <a:cubicBezTo>
                  <a:pt x="1881" y="163"/>
                  <a:pt x="1881" y="164"/>
                  <a:pt x="1881" y="164"/>
                </a:cubicBezTo>
                <a:cubicBezTo>
                  <a:pt x="1881" y="165"/>
                  <a:pt x="1882" y="165"/>
                  <a:pt x="1882" y="166"/>
                </a:cubicBezTo>
                <a:cubicBezTo>
                  <a:pt x="1883" y="166"/>
                  <a:pt x="1883" y="166"/>
                  <a:pt x="1884" y="167"/>
                </a:cubicBezTo>
                <a:cubicBezTo>
                  <a:pt x="1885" y="167"/>
                  <a:pt x="1886" y="167"/>
                  <a:pt x="1887" y="168"/>
                </a:cubicBezTo>
                <a:cubicBezTo>
                  <a:pt x="1888" y="168"/>
                  <a:pt x="1889" y="168"/>
                  <a:pt x="1890" y="168"/>
                </a:cubicBezTo>
                <a:cubicBezTo>
                  <a:pt x="1891" y="168"/>
                  <a:pt x="1892" y="168"/>
                  <a:pt x="1893" y="168"/>
                </a:cubicBezTo>
                <a:cubicBezTo>
                  <a:pt x="1894" y="167"/>
                  <a:pt x="1895" y="167"/>
                  <a:pt x="1895" y="167"/>
                </a:cubicBezTo>
                <a:cubicBezTo>
                  <a:pt x="1896" y="166"/>
                  <a:pt x="1897" y="166"/>
                  <a:pt x="1897" y="166"/>
                </a:cubicBezTo>
                <a:cubicBezTo>
                  <a:pt x="1897" y="165"/>
                  <a:pt x="1897" y="165"/>
                  <a:pt x="1897" y="164"/>
                </a:cubicBezTo>
                <a:cubicBezTo>
                  <a:pt x="1897" y="164"/>
                  <a:pt x="1897" y="163"/>
                  <a:pt x="1896" y="163"/>
                </a:cubicBezTo>
                <a:cubicBezTo>
                  <a:pt x="1896" y="162"/>
                  <a:pt x="1895" y="162"/>
                  <a:pt x="1894" y="161"/>
                </a:cubicBezTo>
                <a:cubicBezTo>
                  <a:pt x="1894" y="161"/>
                  <a:pt x="1893" y="161"/>
                  <a:pt x="1892" y="161"/>
                </a:cubicBezTo>
                <a:cubicBezTo>
                  <a:pt x="1891" y="160"/>
                  <a:pt x="1890" y="160"/>
                  <a:pt x="1889" y="160"/>
                </a:cubicBezTo>
                <a:cubicBezTo>
                  <a:pt x="1887" y="160"/>
                  <a:pt x="1886" y="160"/>
                  <a:pt x="1885" y="161"/>
                </a:cubicBezTo>
                <a:close/>
                <a:moveTo>
                  <a:pt x="1925" y="161"/>
                </a:moveTo>
                <a:cubicBezTo>
                  <a:pt x="1924" y="161"/>
                  <a:pt x="1924" y="161"/>
                  <a:pt x="1923" y="161"/>
                </a:cubicBezTo>
                <a:cubicBezTo>
                  <a:pt x="1922" y="162"/>
                  <a:pt x="1922" y="162"/>
                  <a:pt x="1922" y="163"/>
                </a:cubicBezTo>
                <a:cubicBezTo>
                  <a:pt x="1921" y="163"/>
                  <a:pt x="1921" y="164"/>
                  <a:pt x="1921" y="164"/>
                </a:cubicBezTo>
                <a:cubicBezTo>
                  <a:pt x="1921" y="165"/>
                  <a:pt x="1922" y="165"/>
                  <a:pt x="1922" y="166"/>
                </a:cubicBezTo>
                <a:cubicBezTo>
                  <a:pt x="1923" y="166"/>
                  <a:pt x="1923" y="166"/>
                  <a:pt x="1924" y="167"/>
                </a:cubicBezTo>
                <a:cubicBezTo>
                  <a:pt x="1925" y="167"/>
                  <a:pt x="1926" y="167"/>
                  <a:pt x="1927" y="168"/>
                </a:cubicBezTo>
                <a:cubicBezTo>
                  <a:pt x="1928" y="168"/>
                  <a:pt x="1929" y="168"/>
                  <a:pt x="1930" y="168"/>
                </a:cubicBezTo>
                <a:cubicBezTo>
                  <a:pt x="1931" y="168"/>
                  <a:pt x="1932" y="168"/>
                  <a:pt x="1933" y="168"/>
                </a:cubicBezTo>
                <a:cubicBezTo>
                  <a:pt x="1934" y="167"/>
                  <a:pt x="1935" y="167"/>
                  <a:pt x="1935" y="167"/>
                </a:cubicBezTo>
                <a:cubicBezTo>
                  <a:pt x="1936" y="166"/>
                  <a:pt x="1937" y="166"/>
                  <a:pt x="1937" y="166"/>
                </a:cubicBezTo>
                <a:cubicBezTo>
                  <a:pt x="1937" y="165"/>
                  <a:pt x="1937" y="165"/>
                  <a:pt x="1937" y="164"/>
                </a:cubicBezTo>
                <a:cubicBezTo>
                  <a:pt x="1937" y="164"/>
                  <a:pt x="1937" y="163"/>
                  <a:pt x="1936" y="163"/>
                </a:cubicBezTo>
                <a:cubicBezTo>
                  <a:pt x="1936" y="162"/>
                  <a:pt x="1935" y="162"/>
                  <a:pt x="1934" y="161"/>
                </a:cubicBezTo>
                <a:cubicBezTo>
                  <a:pt x="1933" y="161"/>
                  <a:pt x="1933" y="161"/>
                  <a:pt x="1932" y="161"/>
                </a:cubicBezTo>
                <a:cubicBezTo>
                  <a:pt x="1931" y="160"/>
                  <a:pt x="1929" y="160"/>
                  <a:pt x="1928" y="160"/>
                </a:cubicBezTo>
                <a:cubicBezTo>
                  <a:pt x="1927" y="160"/>
                  <a:pt x="1926" y="160"/>
                  <a:pt x="1925" y="161"/>
                </a:cubicBezTo>
                <a:close/>
                <a:moveTo>
                  <a:pt x="2045" y="161"/>
                </a:moveTo>
                <a:cubicBezTo>
                  <a:pt x="2044" y="161"/>
                  <a:pt x="2043" y="161"/>
                  <a:pt x="2042" y="161"/>
                </a:cubicBezTo>
                <a:cubicBezTo>
                  <a:pt x="2042" y="162"/>
                  <a:pt x="2041" y="162"/>
                  <a:pt x="2041" y="163"/>
                </a:cubicBezTo>
                <a:cubicBezTo>
                  <a:pt x="2041" y="163"/>
                  <a:pt x="2041" y="164"/>
                  <a:pt x="2041" y="164"/>
                </a:cubicBezTo>
                <a:cubicBezTo>
                  <a:pt x="2041" y="165"/>
                  <a:pt x="2041" y="165"/>
                  <a:pt x="2042" y="166"/>
                </a:cubicBezTo>
                <a:cubicBezTo>
                  <a:pt x="2042" y="166"/>
                  <a:pt x="2043" y="166"/>
                  <a:pt x="2044" y="167"/>
                </a:cubicBezTo>
                <a:cubicBezTo>
                  <a:pt x="2045" y="167"/>
                  <a:pt x="2045" y="167"/>
                  <a:pt x="2046" y="168"/>
                </a:cubicBezTo>
                <a:cubicBezTo>
                  <a:pt x="2047" y="168"/>
                  <a:pt x="2049" y="168"/>
                  <a:pt x="2050" y="168"/>
                </a:cubicBezTo>
                <a:cubicBezTo>
                  <a:pt x="2051" y="168"/>
                  <a:pt x="2052" y="168"/>
                  <a:pt x="2053" y="168"/>
                </a:cubicBezTo>
                <a:cubicBezTo>
                  <a:pt x="2054" y="167"/>
                  <a:pt x="2054" y="167"/>
                  <a:pt x="2055" y="167"/>
                </a:cubicBezTo>
                <a:cubicBezTo>
                  <a:pt x="2056" y="166"/>
                  <a:pt x="2056" y="166"/>
                  <a:pt x="2056" y="166"/>
                </a:cubicBezTo>
                <a:cubicBezTo>
                  <a:pt x="2057" y="165"/>
                  <a:pt x="2057" y="165"/>
                  <a:pt x="2057" y="164"/>
                </a:cubicBezTo>
                <a:cubicBezTo>
                  <a:pt x="2057" y="164"/>
                  <a:pt x="2056" y="163"/>
                  <a:pt x="2056" y="163"/>
                </a:cubicBezTo>
                <a:cubicBezTo>
                  <a:pt x="2055" y="162"/>
                  <a:pt x="2054" y="162"/>
                  <a:pt x="2054" y="161"/>
                </a:cubicBezTo>
                <a:cubicBezTo>
                  <a:pt x="2053" y="161"/>
                  <a:pt x="2052" y="161"/>
                  <a:pt x="2051" y="161"/>
                </a:cubicBezTo>
                <a:cubicBezTo>
                  <a:pt x="2050" y="160"/>
                  <a:pt x="2049" y="160"/>
                  <a:pt x="2048" y="160"/>
                </a:cubicBezTo>
                <a:cubicBezTo>
                  <a:pt x="2047" y="160"/>
                  <a:pt x="2046" y="160"/>
                  <a:pt x="2045" y="161"/>
                </a:cubicBezTo>
                <a:close/>
                <a:moveTo>
                  <a:pt x="1686" y="161"/>
                </a:moveTo>
                <a:cubicBezTo>
                  <a:pt x="1686" y="161"/>
                  <a:pt x="1685" y="161"/>
                  <a:pt x="1684" y="161"/>
                </a:cubicBezTo>
                <a:cubicBezTo>
                  <a:pt x="1683" y="162"/>
                  <a:pt x="1683" y="162"/>
                  <a:pt x="1682" y="163"/>
                </a:cubicBezTo>
                <a:cubicBezTo>
                  <a:pt x="1682" y="163"/>
                  <a:pt x="1682" y="164"/>
                  <a:pt x="1682" y="164"/>
                </a:cubicBezTo>
                <a:cubicBezTo>
                  <a:pt x="1682" y="165"/>
                  <a:pt x="1682" y="165"/>
                  <a:pt x="1683" y="166"/>
                </a:cubicBezTo>
                <a:cubicBezTo>
                  <a:pt x="1683" y="166"/>
                  <a:pt x="1684" y="166"/>
                  <a:pt x="1685" y="167"/>
                </a:cubicBezTo>
                <a:cubicBezTo>
                  <a:pt x="1686" y="167"/>
                  <a:pt x="1686" y="167"/>
                  <a:pt x="1687" y="168"/>
                </a:cubicBezTo>
                <a:cubicBezTo>
                  <a:pt x="1688" y="168"/>
                  <a:pt x="1689" y="168"/>
                  <a:pt x="1691" y="168"/>
                </a:cubicBezTo>
                <a:cubicBezTo>
                  <a:pt x="1692" y="168"/>
                  <a:pt x="1693" y="168"/>
                  <a:pt x="1694" y="168"/>
                </a:cubicBezTo>
                <a:cubicBezTo>
                  <a:pt x="1695" y="167"/>
                  <a:pt x="1695" y="167"/>
                  <a:pt x="1696" y="167"/>
                </a:cubicBezTo>
                <a:cubicBezTo>
                  <a:pt x="1697" y="166"/>
                  <a:pt x="1697" y="166"/>
                  <a:pt x="1698" y="166"/>
                </a:cubicBezTo>
                <a:cubicBezTo>
                  <a:pt x="1698" y="165"/>
                  <a:pt x="1698" y="165"/>
                  <a:pt x="1698" y="164"/>
                </a:cubicBezTo>
                <a:cubicBezTo>
                  <a:pt x="1698" y="164"/>
                  <a:pt x="1698" y="163"/>
                  <a:pt x="1697" y="163"/>
                </a:cubicBezTo>
                <a:cubicBezTo>
                  <a:pt x="1697" y="162"/>
                  <a:pt x="1696" y="162"/>
                  <a:pt x="1695" y="161"/>
                </a:cubicBezTo>
                <a:cubicBezTo>
                  <a:pt x="1695" y="161"/>
                  <a:pt x="1694" y="161"/>
                  <a:pt x="1693" y="161"/>
                </a:cubicBezTo>
                <a:cubicBezTo>
                  <a:pt x="1692" y="160"/>
                  <a:pt x="1691" y="160"/>
                  <a:pt x="1690" y="160"/>
                </a:cubicBezTo>
                <a:cubicBezTo>
                  <a:pt x="1688" y="160"/>
                  <a:pt x="1687" y="160"/>
                  <a:pt x="1686" y="161"/>
                </a:cubicBezTo>
                <a:close/>
                <a:moveTo>
                  <a:pt x="1647" y="161"/>
                </a:moveTo>
                <a:cubicBezTo>
                  <a:pt x="1646" y="161"/>
                  <a:pt x="1645" y="161"/>
                  <a:pt x="1644" y="161"/>
                </a:cubicBezTo>
                <a:cubicBezTo>
                  <a:pt x="1644" y="162"/>
                  <a:pt x="1643" y="162"/>
                  <a:pt x="1643" y="163"/>
                </a:cubicBezTo>
                <a:cubicBezTo>
                  <a:pt x="1642" y="163"/>
                  <a:pt x="1642" y="164"/>
                  <a:pt x="1642" y="164"/>
                </a:cubicBezTo>
                <a:cubicBezTo>
                  <a:pt x="1642" y="165"/>
                  <a:pt x="1643" y="165"/>
                  <a:pt x="1643" y="166"/>
                </a:cubicBezTo>
                <a:cubicBezTo>
                  <a:pt x="1643" y="166"/>
                  <a:pt x="1644" y="166"/>
                  <a:pt x="1645" y="167"/>
                </a:cubicBezTo>
                <a:cubicBezTo>
                  <a:pt x="1646" y="167"/>
                  <a:pt x="1647" y="167"/>
                  <a:pt x="1648" y="168"/>
                </a:cubicBezTo>
                <a:cubicBezTo>
                  <a:pt x="1648" y="168"/>
                  <a:pt x="1650" y="168"/>
                  <a:pt x="1651" y="168"/>
                </a:cubicBezTo>
                <a:cubicBezTo>
                  <a:pt x="1652" y="168"/>
                  <a:pt x="1653" y="168"/>
                  <a:pt x="1654" y="168"/>
                </a:cubicBezTo>
                <a:cubicBezTo>
                  <a:pt x="1655" y="167"/>
                  <a:pt x="1655" y="167"/>
                  <a:pt x="1656" y="167"/>
                </a:cubicBezTo>
                <a:cubicBezTo>
                  <a:pt x="1657" y="166"/>
                  <a:pt x="1657" y="166"/>
                  <a:pt x="1658" y="166"/>
                </a:cubicBezTo>
                <a:cubicBezTo>
                  <a:pt x="1658" y="165"/>
                  <a:pt x="1658" y="165"/>
                  <a:pt x="1658" y="164"/>
                </a:cubicBezTo>
                <a:cubicBezTo>
                  <a:pt x="1658" y="164"/>
                  <a:pt x="1658" y="163"/>
                  <a:pt x="1657" y="163"/>
                </a:cubicBezTo>
                <a:cubicBezTo>
                  <a:pt x="1657" y="162"/>
                  <a:pt x="1656" y="162"/>
                  <a:pt x="1656" y="161"/>
                </a:cubicBezTo>
                <a:cubicBezTo>
                  <a:pt x="1655" y="161"/>
                  <a:pt x="1654" y="161"/>
                  <a:pt x="1653" y="161"/>
                </a:cubicBezTo>
                <a:cubicBezTo>
                  <a:pt x="1652" y="160"/>
                  <a:pt x="1651" y="160"/>
                  <a:pt x="1650" y="160"/>
                </a:cubicBezTo>
                <a:cubicBezTo>
                  <a:pt x="1649" y="160"/>
                  <a:pt x="1648" y="160"/>
                  <a:pt x="1647" y="161"/>
                </a:cubicBezTo>
                <a:close/>
                <a:moveTo>
                  <a:pt x="2005" y="161"/>
                </a:moveTo>
                <a:cubicBezTo>
                  <a:pt x="2004" y="161"/>
                  <a:pt x="2003" y="161"/>
                  <a:pt x="2003" y="161"/>
                </a:cubicBezTo>
                <a:cubicBezTo>
                  <a:pt x="2002" y="162"/>
                  <a:pt x="2001" y="162"/>
                  <a:pt x="2001" y="163"/>
                </a:cubicBezTo>
                <a:cubicBezTo>
                  <a:pt x="2001" y="163"/>
                  <a:pt x="2001" y="164"/>
                  <a:pt x="2001" y="164"/>
                </a:cubicBezTo>
                <a:cubicBezTo>
                  <a:pt x="2001" y="165"/>
                  <a:pt x="2001" y="165"/>
                  <a:pt x="2002" y="166"/>
                </a:cubicBezTo>
                <a:cubicBezTo>
                  <a:pt x="2002" y="166"/>
                  <a:pt x="2003" y="166"/>
                  <a:pt x="2004" y="167"/>
                </a:cubicBezTo>
                <a:cubicBezTo>
                  <a:pt x="2005" y="167"/>
                  <a:pt x="2006" y="167"/>
                  <a:pt x="2007" y="168"/>
                </a:cubicBezTo>
                <a:cubicBezTo>
                  <a:pt x="2008" y="168"/>
                  <a:pt x="2009" y="168"/>
                  <a:pt x="2010" y="168"/>
                </a:cubicBezTo>
                <a:cubicBezTo>
                  <a:pt x="2011" y="168"/>
                  <a:pt x="2012" y="168"/>
                  <a:pt x="2013" y="168"/>
                </a:cubicBezTo>
                <a:cubicBezTo>
                  <a:pt x="2014" y="167"/>
                  <a:pt x="2014" y="167"/>
                  <a:pt x="2015" y="167"/>
                </a:cubicBezTo>
                <a:cubicBezTo>
                  <a:pt x="2016" y="166"/>
                  <a:pt x="2016" y="166"/>
                  <a:pt x="2017" y="166"/>
                </a:cubicBezTo>
                <a:cubicBezTo>
                  <a:pt x="2017" y="165"/>
                  <a:pt x="2017" y="165"/>
                  <a:pt x="2017" y="164"/>
                </a:cubicBezTo>
                <a:cubicBezTo>
                  <a:pt x="2017" y="164"/>
                  <a:pt x="2016" y="163"/>
                  <a:pt x="2016" y="163"/>
                </a:cubicBezTo>
                <a:cubicBezTo>
                  <a:pt x="2015" y="162"/>
                  <a:pt x="2015" y="162"/>
                  <a:pt x="2014" y="161"/>
                </a:cubicBezTo>
                <a:cubicBezTo>
                  <a:pt x="2013" y="161"/>
                  <a:pt x="2012" y="161"/>
                  <a:pt x="2011" y="161"/>
                </a:cubicBezTo>
                <a:cubicBezTo>
                  <a:pt x="2010" y="160"/>
                  <a:pt x="2009" y="160"/>
                  <a:pt x="2008" y="160"/>
                </a:cubicBezTo>
                <a:cubicBezTo>
                  <a:pt x="2007" y="160"/>
                  <a:pt x="2006" y="160"/>
                  <a:pt x="2005" y="161"/>
                </a:cubicBezTo>
                <a:close/>
                <a:moveTo>
                  <a:pt x="1965" y="161"/>
                </a:moveTo>
                <a:cubicBezTo>
                  <a:pt x="1964" y="161"/>
                  <a:pt x="1963" y="161"/>
                  <a:pt x="1963" y="161"/>
                </a:cubicBezTo>
                <a:cubicBezTo>
                  <a:pt x="1962" y="162"/>
                  <a:pt x="1962" y="162"/>
                  <a:pt x="1961" y="163"/>
                </a:cubicBezTo>
                <a:cubicBezTo>
                  <a:pt x="1961" y="163"/>
                  <a:pt x="1961" y="164"/>
                  <a:pt x="1961" y="164"/>
                </a:cubicBezTo>
                <a:cubicBezTo>
                  <a:pt x="1961" y="165"/>
                  <a:pt x="1961" y="165"/>
                  <a:pt x="1962" y="166"/>
                </a:cubicBezTo>
                <a:cubicBezTo>
                  <a:pt x="1962" y="166"/>
                  <a:pt x="1963" y="166"/>
                  <a:pt x="1964" y="167"/>
                </a:cubicBezTo>
                <a:cubicBezTo>
                  <a:pt x="1965" y="167"/>
                  <a:pt x="1966" y="167"/>
                  <a:pt x="1967" y="168"/>
                </a:cubicBezTo>
                <a:cubicBezTo>
                  <a:pt x="1968" y="168"/>
                  <a:pt x="1969" y="168"/>
                  <a:pt x="1970" y="168"/>
                </a:cubicBezTo>
                <a:cubicBezTo>
                  <a:pt x="1971" y="168"/>
                  <a:pt x="1972" y="168"/>
                  <a:pt x="1973" y="168"/>
                </a:cubicBezTo>
                <a:cubicBezTo>
                  <a:pt x="1974" y="167"/>
                  <a:pt x="1975" y="167"/>
                  <a:pt x="1975" y="167"/>
                </a:cubicBezTo>
                <a:cubicBezTo>
                  <a:pt x="1976" y="166"/>
                  <a:pt x="1976" y="166"/>
                  <a:pt x="1977" y="166"/>
                </a:cubicBezTo>
                <a:cubicBezTo>
                  <a:pt x="1977" y="165"/>
                  <a:pt x="1977" y="165"/>
                  <a:pt x="1977" y="164"/>
                </a:cubicBezTo>
                <a:cubicBezTo>
                  <a:pt x="1977" y="164"/>
                  <a:pt x="1977" y="163"/>
                  <a:pt x="1976" y="163"/>
                </a:cubicBezTo>
                <a:cubicBezTo>
                  <a:pt x="1976" y="162"/>
                  <a:pt x="1975" y="162"/>
                  <a:pt x="1974" y="161"/>
                </a:cubicBezTo>
                <a:cubicBezTo>
                  <a:pt x="1973" y="161"/>
                  <a:pt x="1972" y="161"/>
                  <a:pt x="1971" y="161"/>
                </a:cubicBezTo>
                <a:cubicBezTo>
                  <a:pt x="1970" y="160"/>
                  <a:pt x="1969" y="160"/>
                  <a:pt x="1968" y="160"/>
                </a:cubicBezTo>
                <a:cubicBezTo>
                  <a:pt x="1967" y="160"/>
                  <a:pt x="1966" y="160"/>
                  <a:pt x="1965" y="161"/>
                </a:cubicBezTo>
                <a:close/>
                <a:moveTo>
                  <a:pt x="1368" y="161"/>
                </a:moveTo>
                <a:cubicBezTo>
                  <a:pt x="1367" y="161"/>
                  <a:pt x="1366" y="161"/>
                  <a:pt x="1366" y="161"/>
                </a:cubicBezTo>
                <a:cubicBezTo>
                  <a:pt x="1365" y="162"/>
                  <a:pt x="1364" y="162"/>
                  <a:pt x="1364" y="163"/>
                </a:cubicBezTo>
                <a:cubicBezTo>
                  <a:pt x="1363" y="163"/>
                  <a:pt x="1363" y="164"/>
                  <a:pt x="1363" y="164"/>
                </a:cubicBezTo>
                <a:cubicBezTo>
                  <a:pt x="1363" y="165"/>
                  <a:pt x="1364" y="165"/>
                  <a:pt x="1364" y="166"/>
                </a:cubicBezTo>
                <a:cubicBezTo>
                  <a:pt x="1364" y="166"/>
                  <a:pt x="1365" y="166"/>
                  <a:pt x="1366" y="167"/>
                </a:cubicBezTo>
                <a:cubicBezTo>
                  <a:pt x="1366" y="167"/>
                  <a:pt x="1367" y="167"/>
                  <a:pt x="1368" y="168"/>
                </a:cubicBezTo>
                <a:cubicBezTo>
                  <a:pt x="1369" y="168"/>
                  <a:pt x="1370" y="168"/>
                  <a:pt x="1371" y="168"/>
                </a:cubicBezTo>
                <a:cubicBezTo>
                  <a:pt x="1372" y="168"/>
                  <a:pt x="1374" y="168"/>
                  <a:pt x="1374" y="168"/>
                </a:cubicBezTo>
                <a:cubicBezTo>
                  <a:pt x="1375" y="167"/>
                  <a:pt x="1376" y="167"/>
                  <a:pt x="1377" y="167"/>
                </a:cubicBezTo>
                <a:cubicBezTo>
                  <a:pt x="1378" y="166"/>
                  <a:pt x="1378" y="166"/>
                  <a:pt x="1379" y="166"/>
                </a:cubicBezTo>
                <a:cubicBezTo>
                  <a:pt x="1379" y="165"/>
                  <a:pt x="1379" y="165"/>
                  <a:pt x="1379" y="164"/>
                </a:cubicBezTo>
                <a:cubicBezTo>
                  <a:pt x="1379" y="164"/>
                  <a:pt x="1379" y="163"/>
                  <a:pt x="1379" y="163"/>
                </a:cubicBezTo>
                <a:cubicBezTo>
                  <a:pt x="1378" y="162"/>
                  <a:pt x="1378" y="162"/>
                  <a:pt x="1377" y="161"/>
                </a:cubicBezTo>
                <a:cubicBezTo>
                  <a:pt x="1376" y="161"/>
                  <a:pt x="1375" y="161"/>
                  <a:pt x="1374" y="161"/>
                </a:cubicBezTo>
                <a:cubicBezTo>
                  <a:pt x="1373" y="160"/>
                  <a:pt x="1372" y="160"/>
                  <a:pt x="1371" y="160"/>
                </a:cubicBezTo>
                <a:cubicBezTo>
                  <a:pt x="1370" y="160"/>
                  <a:pt x="1369" y="160"/>
                  <a:pt x="1368" y="161"/>
                </a:cubicBezTo>
                <a:close/>
                <a:moveTo>
                  <a:pt x="1328" y="161"/>
                </a:moveTo>
                <a:cubicBezTo>
                  <a:pt x="1327" y="161"/>
                  <a:pt x="1326" y="161"/>
                  <a:pt x="1326" y="161"/>
                </a:cubicBezTo>
                <a:cubicBezTo>
                  <a:pt x="1325" y="162"/>
                  <a:pt x="1324" y="162"/>
                  <a:pt x="1324" y="163"/>
                </a:cubicBezTo>
                <a:cubicBezTo>
                  <a:pt x="1324" y="163"/>
                  <a:pt x="1323" y="164"/>
                  <a:pt x="1323" y="164"/>
                </a:cubicBezTo>
                <a:cubicBezTo>
                  <a:pt x="1323" y="165"/>
                  <a:pt x="1324" y="165"/>
                  <a:pt x="1324" y="166"/>
                </a:cubicBezTo>
                <a:cubicBezTo>
                  <a:pt x="1324" y="166"/>
                  <a:pt x="1325" y="166"/>
                  <a:pt x="1326" y="167"/>
                </a:cubicBezTo>
                <a:cubicBezTo>
                  <a:pt x="1326" y="167"/>
                  <a:pt x="1327" y="167"/>
                  <a:pt x="1328" y="168"/>
                </a:cubicBezTo>
                <a:cubicBezTo>
                  <a:pt x="1329" y="168"/>
                  <a:pt x="1330" y="168"/>
                  <a:pt x="1331" y="168"/>
                </a:cubicBezTo>
                <a:cubicBezTo>
                  <a:pt x="1333" y="168"/>
                  <a:pt x="1334" y="168"/>
                  <a:pt x="1335" y="168"/>
                </a:cubicBezTo>
                <a:cubicBezTo>
                  <a:pt x="1335" y="167"/>
                  <a:pt x="1336" y="167"/>
                  <a:pt x="1337" y="167"/>
                </a:cubicBezTo>
                <a:cubicBezTo>
                  <a:pt x="1338" y="166"/>
                  <a:pt x="1338" y="166"/>
                  <a:pt x="1339" y="166"/>
                </a:cubicBezTo>
                <a:cubicBezTo>
                  <a:pt x="1339" y="165"/>
                  <a:pt x="1339" y="165"/>
                  <a:pt x="1339" y="164"/>
                </a:cubicBezTo>
                <a:cubicBezTo>
                  <a:pt x="1339" y="164"/>
                  <a:pt x="1339" y="163"/>
                  <a:pt x="1339" y="163"/>
                </a:cubicBezTo>
                <a:cubicBezTo>
                  <a:pt x="1338" y="162"/>
                  <a:pt x="1338" y="162"/>
                  <a:pt x="1337" y="161"/>
                </a:cubicBezTo>
                <a:cubicBezTo>
                  <a:pt x="1336" y="161"/>
                  <a:pt x="1335" y="161"/>
                  <a:pt x="1334" y="161"/>
                </a:cubicBezTo>
                <a:cubicBezTo>
                  <a:pt x="1333" y="160"/>
                  <a:pt x="1332" y="160"/>
                  <a:pt x="1331" y="160"/>
                </a:cubicBezTo>
                <a:cubicBezTo>
                  <a:pt x="1330" y="160"/>
                  <a:pt x="1329" y="160"/>
                  <a:pt x="1328" y="161"/>
                </a:cubicBezTo>
                <a:close/>
                <a:moveTo>
                  <a:pt x="1766" y="161"/>
                </a:moveTo>
                <a:cubicBezTo>
                  <a:pt x="1765" y="161"/>
                  <a:pt x="1764" y="161"/>
                  <a:pt x="1764" y="161"/>
                </a:cubicBezTo>
                <a:cubicBezTo>
                  <a:pt x="1763" y="162"/>
                  <a:pt x="1763" y="162"/>
                  <a:pt x="1762" y="163"/>
                </a:cubicBezTo>
                <a:cubicBezTo>
                  <a:pt x="1762" y="163"/>
                  <a:pt x="1762" y="164"/>
                  <a:pt x="1762" y="164"/>
                </a:cubicBezTo>
                <a:cubicBezTo>
                  <a:pt x="1762" y="165"/>
                  <a:pt x="1762" y="165"/>
                  <a:pt x="1763" y="166"/>
                </a:cubicBezTo>
                <a:cubicBezTo>
                  <a:pt x="1763" y="166"/>
                  <a:pt x="1764" y="166"/>
                  <a:pt x="1765" y="167"/>
                </a:cubicBezTo>
                <a:cubicBezTo>
                  <a:pt x="1765" y="167"/>
                  <a:pt x="1766" y="167"/>
                  <a:pt x="1767" y="168"/>
                </a:cubicBezTo>
                <a:cubicBezTo>
                  <a:pt x="1768" y="168"/>
                  <a:pt x="1769" y="168"/>
                  <a:pt x="1770" y="168"/>
                </a:cubicBezTo>
                <a:cubicBezTo>
                  <a:pt x="1771" y="168"/>
                  <a:pt x="1773" y="168"/>
                  <a:pt x="1773" y="168"/>
                </a:cubicBezTo>
                <a:cubicBezTo>
                  <a:pt x="1774" y="167"/>
                  <a:pt x="1775" y="167"/>
                  <a:pt x="1776" y="167"/>
                </a:cubicBezTo>
                <a:cubicBezTo>
                  <a:pt x="1777" y="166"/>
                  <a:pt x="1777" y="166"/>
                  <a:pt x="1777" y="166"/>
                </a:cubicBezTo>
                <a:cubicBezTo>
                  <a:pt x="1778" y="165"/>
                  <a:pt x="1778" y="165"/>
                  <a:pt x="1778" y="164"/>
                </a:cubicBezTo>
                <a:cubicBezTo>
                  <a:pt x="1778" y="164"/>
                  <a:pt x="1777" y="163"/>
                  <a:pt x="1777" y="163"/>
                </a:cubicBezTo>
                <a:cubicBezTo>
                  <a:pt x="1776" y="162"/>
                  <a:pt x="1776" y="162"/>
                  <a:pt x="1775" y="161"/>
                </a:cubicBezTo>
                <a:cubicBezTo>
                  <a:pt x="1774" y="161"/>
                  <a:pt x="1773" y="161"/>
                  <a:pt x="1772" y="161"/>
                </a:cubicBezTo>
                <a:cubicBezTo>
                  <a:pt x="1771" y="160"/>
                  <a:pt x="1770" y="160"/>
                  <a:pt x="1769" y="160"/>
                </a:cubicBezTo>
                <a:cubicBezTo>
                  <a:pt x="1768" y="160"/>
                  <a:pt x="1767" y="160"/>
                  <a:pt x="1766" y="161"/>
                </a:cubicBezTo>
                <a:close/>
                <a:moveTo>
                  <a:pt x="1607" y="161"/>
                </a:moveTo>
                <a:cubicBezTo>
                  <a:pt x="1606" y="161"/>
                  <a:pt x="1605" y="161"/>
                  <a:pt x="1604" y="161"/>
                </a:cubicBezTo>
                <a:cubicBezTo>
                  <a:pt x="1604" y="162"/>
                  <a:pt x="1603" y="162"/>
                  <a:pt x="1603" y="163"/>
                </a:cubicBezTo>
                <a:cubicBezTo>
                  <a:pt x="1602" y="163"/>
                  <a:pt x="1602" y="164"/>
                  <a:pt x="1602" y="164"/>
                </a:cubicBezTo>
                <a:cubicBezTo>
                  <a:pt x="1602" y="165"/>
                  <a:pt x="1603" y="165"/>
                  <a:pt x="1603" y="166"/>
                </a:cubicBezTo>
                <a:cubicBezTo>
                  <a:pt x="1604" y="166"/>
                  <a:pt x="1604" y="166"/>
                  <a:pt x="1605" y="167"/>
                </a:cubicBezTo>
                <a:cubicBezTo>
                  <a:pt x="1606" y="167"/>
                  <a:pt x="1607" y="167"/>
                  <a:pt x="1608" y="168"/>
                </a:cubicBezTo>
                <a:cubicBezTo>
                  <a:pt x="1609" y="168"/>
                  <a:pt x="1610" y="168"/>
                  <a:pt x="1611" y="168"/>
                </a:cubicBezTo>
                <a:cubicBezTo>
                  <a:pt x="1612" y="168"/>
                  <a:pt x="1613" y="168"/>
                  <a:pt x="1614" y="168"/>
                </a:cubicBezTo>
                <a:cubicBezTo>
                  <a:pt x="1615" y="167"/>
                  <a:pt x="1616" y="167"/>
                  <a:pt x="1616" y="167"/>
                </a:cubicBezTo>
                <a:cubicBezTo>
                  <a:pt x="1617" y="166"/>
                  <a:pt x="1617" y="166"/>
                  <a:pt x="1618" y="166"/>
                </a:cubicBezTo>
                <a:cubicBezTo>
                  <a:pt x="1618" y="165"/>
                  <a:pt x="1618" y="165"/>
                  <a:pt x="1618" y="164"/>
                </a:cubicBezTo>
                <a:cubicBezTo>
                  <a:pt x="1618" y="164"/>
                  <a:pt x="1618" y="163"/>
                  <a:pt x="1617" y="163"/>
                </a:cubicBezTo>
                <a:cubicBezTo>
                  <a:pt x="1617" y="162"/>
                  <a:pt x="1616" y="162"/>
                  <a:pt x="1616" y="161"/>
                </a:cubicBezTo>
                <a:cubicBezTo>
                  <a:pt x="1615" y="161"/>
                  <a:pt x="1614" y="161"/>
                  <a:pt x="1613" y="161"/>
                </a:cubicBezTo>
                <a:cubicBezTo>
                  <a:pt x="1612" y="160"/>
                  <a:pt x="1611" y="160"/>
                  <a:pt x="1610" y="160"/>
                </a:cubicBezTo>
                <a:cubicBezTo>
                  <a:pt x="1609" y="160"/>
                  <a:pt x="1608" y="160"/>
                  <a:pt x="1607" y="161"/>
                </a:cubicBezTo>
                <a:close/>
                <a:moveTo>
                  <a:pt x="1567" y="161"/>
                </a:moveTo>
                <a:cubicBezTo>
                  <a:pt x="1566" y="161"/>
                  <a:pt x="1565" y="161"/>
                  <a:pt x="1565" y="161"/>
                </a:cubicBezTo>
                <a:cubicBezTo>
                  <a:pt x="1564" y="162"/>
                  <a:pt x="1563" y="162"/>
                  <a:pt x="1563" y="163"/>
                </a:cubicBezTo>
                <a:cubicBezTo>
                  <a:pt x="1563" y="163"/>
                  <a:pt x="1562" y="164"/>
                  <a:pt x="1562" y="164"/>
                </a:cubicBezTo>
                <a:cubicBezTo>
                  <a:pt x="1563" y="165"/>
                  <a:pt x="1563" y="165"/>
                  <a:pt x="1563" y="166"/>
                </a:cubicBezTo>
                <a:cubicBezTo>
                  <a:pt x="1564" y="166"/>
                  <a:pt x="1564" y="166"/>
                  <a:pt x="1565" y="167"/>
                </a:cubicBezTo>
                <a:cubicBezTo>
                  <a:pt x="1566" y="167"/>
                  <a:pt x="1567" y="167"/>
                  <a:pt x="1568" y="168"/>
                </a:cubicBezTo>
                <a:cubicBezTo>
                  <a:pt x="1569" y="168"/>
                  <a:pt x="1570" y="168"/>
                  <a:pt x="1571" y="168"/>
                </a:cubicBezTo>
                <a:cubicBezTo>
                  <a:pt x="1572" y="168"/>
                  <a:pt x="1573" y="168"/>
                  <a:pt x="1574" y="168"/>
                </a:cubicBezTo>
                <a:cubicBezTo>
                  <a:pt x="1575" y="167"/>
                  <a:pt x="1576" y="167"/>
                  <a:pt x="1576" y="167"/>
                </a:cubicBezTo>
                <a:cubicBezTo>
                  <a:pt x="1577" y="166"/>
                  <a:pt x="1578" y="166"/>
                  <a:pt x="1578" y="166"/>
                </a:cubicBezTo>
                <a:cubicBezTo>
                  <a:pt x="1578" y="165"/>
                  <a:pt x="1578" y="165"/>
                  <a:pt x="1578" y="164"/>
                </a:cubicBezTo>
                <a:cubicBezTo>
                  <a:pt x="1578" y="164"/>
                  <a:pt x="1578" y="163"/>
                  <a:pt x="1578" y="163"/>
                </a:cubicBezTo>
                <a:cubicBezTo>
                  <a:pt x="1577" y="162"/>
                  <a:pt x="1577" y="162"/>
                  <a:pt x="1576" y="161"/>
                </a:cubicBezTo>
                <a:cubicBezTo>
                  <a:pt x="1575" y="161"/>
                  <a:pt x="1574" y="161"/>
                  <a:pt x="1573" y="161"/>
                </a:cubicBezTo>
                <a:cubicBezTo>
                  <a:pt x="1572" y="160"/>
                  <a:pt x="1571" y="160"/>
                  <a:pt x="1570" y="160"/>
                </a:cubicBezTo>
                <a:cubicBezTo>
                  <a:pt x="1569" y="160"/>
                  <a:pt x="1568" y="160"/>
                  <a:pt x="1567" y="161"/>
                </a:cubicBezTo>
                <a:close/>
                <a:moveTo>
                  <a:pt x="1527" y="161"/>
                </a:moveTo>
                <a:cubicBezTo>
                  <a:pt x="1526" y="161"/>
                  <a:pt x="1525" y="161"/>
                  <a:pt x="1525" y="161"/>
                </a:cubicBezTo>
                <a:cubicBezTo>
                  <a:pt x="1524" y="162"/>
                  <a:pt x="1524" y="162"/>
                  <a:pt x="1523" y="163"/>
                </a:cubicBezTo>
                <a:cubicBezTo>
                  <a:pt x="1523" y="163"/>
                  <a:pt x="1523" y="164"/>
                  <a:pt x="1523" y="164"/>
                </a:cubicBezTo>
                <a:cubicBezTo>
                  <a:pt x="1523" y="165"/>
                  <a:pt x="1523" y="165"/>
                  <a:pt x="1523" y="166"/>
                </a:cubicBezTo>
                <a:cubicBezTo>
                  <a:pt x="1524" y="166"/>
                  <a:pt x="1524" y="166"/>
                  <a:pt x="1525" y="167"/>
                </a:cubicBezTo>
                <a:cubicBezTo>
                  <a:pt x="1526" y="167"/>
                  <a:pt x="1527" y="167"/>
                  <a:pt x="1528" y="168"/>
                </a:cubicBezTo>
                <a:cubicBezTo>
                  <a:pt x="1529" y="168"/>
                  <a:pt x="1530" y="168"/>
                  <a:pt x="1531" y="168"/>
                </a:cubicBezTo>
                <a:cubicBezTo>
                  <a:pt x="1532" y="168"/>
                  <a:pt x="1533" y="168"/>
                  <a:pt x="1534" y="168"/>
                </a:cubicBezTo>
                <a:cubicBezTo>
                  <a:pt x="1535" y="167"/>
                  <a:pt x="1536" y="167"/>
                  <a:pt x="1537" y="167"/>
                </a:cubicBezTo>
                <a:cubicBezTo>
                  <a:pt x="1537" y="166"/>
                  <a:pt x="1538" y="166"/>
                  <a:pt x="1538" y="166"/>
                </a:cubicBezTo>
                <a:cubicBezTo>
                  <a:pt x="1538" y="165"/>
                  <a:pt x="1539" y="165"/>
                  <a:pt x="1539" y="164"/>
                </a:cubicBezTo>
                <a:cubicBezTo>
                  <a:pt x="1539" y="164"/>
                  <a:pt x="1538" y="163"/>
                  <a:pt x="1538" y="163"/>
                </a:cubicBezTo>
                <a:cubicBezTo>
                  <a:pt x="1537" y="162"/>
                  <a:pt x="1537" y="162"/>
                  <a:pt x="1536" y="161"/>
                </a:cubicBezTo>
                <a:cubicBezTo>
                  <a:pt x="1535" y="161"/>
                  <a:pt x="1534" y="161"/>
                  <a:pt x="1533" y="161"/>
                </a:cubicBezTo>
                <a:cubicBezTo>
                  <a:pt x="1532" y="160"/>
                  <a:pt x="1531" y="160"/>
                  <a:pt x="1530" y="160"/>
                </a:cubicBezTo>
                <a:cubicBezTo>
                  <a:pt x="1529" y="160"/>
                  <a:pt x="1528" y="160"/>
                  <a:pt x="1527" y="161"/>
                </a:cubicBezTo>
                <a:close/>
                <a:moveTo>
                  <a:pt x="1288" y="161"/>
                </a:moveTo>
                <a:cubicBezTo>
                  <a:pt x="1287" y="161"/>
                  <a:pt x="1287" y="161"/>
                  <a:pt x="1286" y="161"/>
                </a:cubicBezTo>
                <a:cubicBezTo>
                  <a:pt x="1285" y="162"/>
                  <a:pt x="1285" y="162"/>
                  <a:pt x="1284" y="163"/>
                </a:cubicBezTo>
                <a:cubicBezTo>
                  <a:pt x="1284" y="163"/>
                  <a:pt x="1284" y="164"/>
                  <a:pt x="1284" y="164"/>
                </a:cubicBezTo>
                <a:cubicBezTo>
                  <a:pt x="1284" y="165"/>
                  <a:pt x="1284" y="165"/>
                  <a:pt x="1284" y="166"/>
                </a:cubicBezTo>
                <a:cubicBezTo>
                  <a:pt x="1285" y="166"/>
                  <a:pt x="1285" y="166"/>
                  <a:pt x="1286" y="167"/>
                </a:cubicBezTo>
                <a:cubicBezTo>
                  <a:pt x="1287" y="167"/>
                  <a:pt x="1287" y="167"/>
                  <a:pt x="1288" y="168"/>
                </a:cubicBezTo>
                <a:cubicBezTo>
                  <a:pt x="1289" y="168"/>
                  <a:pt x="1290" y="168"/>
                  <a:pt x="1292" y="168"/>
                </a:cubicBezTo>
                <a:cubicBezTo>
                  <a:pt x="1293" y="168"/>
                  <a:pt x="1294" y="168"/>
                  <a:pt x="1295" y="168"/>
                </a:cubicBezTo>
                <a:cubicBezTo>
                  <a:pt x="1296" y="167"/>
                  <a:pt x="1296" y="167"/>
                  <a:pt x="1297" y="167"/>
                </a:cubicBezTo>
                <a:cubicBezTo>
                  <a:pt x="1298" y="166"/>
                  <a:pt x="1298" y="166"/>
                  <a:pt x="1299" y="166"/>
                </a:cubicBezTo>
                <a:cubicBezTo>
                  <a:pt x="1299" y="165"/>
                  <a:pt x="1299" y="165"/>
                  <a:pt x="1299" y="164"/>
                </a:cubicBezTo>
                <a:cubicBezTo>
                  <a:pt x="1299" y="164"/>
                  <a:pt x="1299" y="163"/>
                  <a:pt x="1299" y="163"/>
                </a:cubicBezTo>
                <a:cubicBezTo>
                  <a:pt x="1298" y="162"/>
                  <a:pt x="1298" y="162"/>
                  <a:pt x="1297" y="161"/>
                </a:cubicBezTo>
                <a:cubicBezTo>
                  <a:pt x="1296" y="161"/>
                  <a:pt x="1296" y="161"/>
                  <a:pt x="1295" y="161"/>
                </a:cubicBezTo>
                <a:cubicBezTo>
                  <a:pt x="1294" y="160"/>
                  <a:pt x="1293" y="160"/>
                  <a:pt x="1291" y="160"/>
                </a:cubicBezTo>
                <a:cubicBezTo>
                  <a:pt x="1290" y="160"/>
                  <a:pt x="1289" y="160"/>
                  <a:pt x="1288" y="161"/>
                </a:cubicBezTo>
                <a:close/>
                <a:moveTo>
                  <a:pt x="2284" y="161"/>
                </a:moveTo>
                <a:cubicBezTo>
                  <a:pt x="2283" y="161"/>
                  <a:pt x="2282" y="161"/>
                  <a:pt x="2281" y="161"/>
                </a:cubicBezTo>
                <a:cubicBezTo>
                  <a:pt x="2281" y="162"/>
                  <a:pt x="2280" y="162"/>
                  <a:pt x="2280" y="163"/>
                </a:cubicBezTo>
                <a:cubicBezTo>
                  <a:pt x="2280" y="163"/>
                  <a:pt x="2280" y="164"/>
                  <a:pt x="2280" y="164"/>
                </a:cubicBezTo>
                <a:cubicBezTo>
                  <a:pt x="2280" y="165"/>
                  <a:pt x="2280" y="165"/>
                  <a:pt x="2281" y="166"/>
                </a:cubicBezTo>
                <a:cubicBezTo>
                  <a:pt x="2282" y="166"/>
                  <a:pt x="2282" y="166"/>
                  <a:pt x="2283" y="167"/>
                </a:cubicBezTo>
                <a:cubicBezTo>
                  <a:pt x="2284" y="167"/>
                  <a:pt x="2285" y="167"/>
                  <a:pt x="2286" y="168"/>
                </a:cubicBezTo>
                <a:cubicBezTo>
                  <a:pt x="2287" y="168"/>
                  <a:pt x="2288" y="168"/>
                  <a:pt x="2289" y="168"/>
                </a:cubicBezTo>
                <a:cubicBezTo>
                  <a:pt x="2290" y="168"/>
                  <a:pt x="2291" y="168"/>
                  <a:pt x="2292" y="168"/>
                </a:cubicBezTo>
                <a:cubicBezTo>
                  <a:pt x="2293" y="167"/>
                  <a:pt x="2294" y="167"/>
                  <a:pt x="2294" y="167"/>
                </a:cubicBezTo>
                <a:cubicBezTo>
                  <a:pt x="2295" y="166"/>
                  <a:pt x="2295" y="166"/>
                  <a:pt x="2296" y="166"/>
                </a:cubicBezTo>
                <a:cubicBezTo>
                  <a:pt x="2296" y="165"/>
                  <a:pt x="2296" y="165"/>
                  <a:pt x="2296" y="164"/>
                </a:cubicBezTo>
                <a:cubicBezTo>
                  <a:pt x="2296" y="164"/>
                  <a:pt x="2295" y="163"/>
                  <a:pt x="2295" y="163"/>
                </a:cubicBezTo>
                <a:cubicBezTo>
                  <a:pt x="2294" y="162"/>
                  <a:pt x="2293" y="162"/>
                  <a:pt x="2293" y="161"/>
                </a:cubicBezTo>
                <a:cubicBezTo>
                  <a:pt x="2292" y="161"/>
                  <a:pt x="2291" y="161"/>
                  <a:pt x="2290" y="161"/>
                </a:cubicBezTo>
                <a:cubicBezTo>
                  <a:pt x="2289" y="160"/>
                  <a:pt x="2288" y="160"/>
                  <a:pt x="2287" y="160"/>
                </a:cubicBezTo>
                <a:cubicBezTo>
                  <a:pt x="2285" y="160"/>
                  <a:pt x="2284" y="160"/>
                  <a:pt x="2284" y="161"/>
                </a:cubicBezTo>
                <a:close/>
                <a:moveTo>
                  <a:pt x="2244" y="161"/>
                </a:moveTo>
                <a:cubicBezTo>
                  <a:pt x="2243" y="161"/>
                  <a:pt x="2242" y="161"/>
                  <a:pt x="2241" y="161"/>
                </a:cubicBezTo>
                <a:cubicBezTo>
                  <a:pt x="2241" y="162"/>
                  <a:pt x="2240" y="162"/>
                  <a:pt x="2240" y="163"/>
                </a:cubicBezTo>
                <a:cubicBezTo>
                  <a:pt x="2240" y="163"/>
                  <a:pt x="2240" y="164"/>
                  <a:pt x="2240" y="164"/>
                </a:cubicBezTo>
                <a:cubicBezTo>
                  <a:pt x="2240" y="165"/>
                  <a:pt x="2241" y="165"/>
                  <a:pt x="2241" y="166"/>
                </a:cubicBezTo>
                <a:cubicBezTo>
                  <a:pt x="2242" y="166"/>
                  <a:pt x="2242" y="166"/>
                  <a:pt x="2243" y="167"/>
                </a:cubicBezTo>
                <a:cubicBezTo>
                  <a:pt x="2244" y="167"/>
                  <a:pt x="2245" y="167"/>
                  <a:pt x="2246" y="168"/>
                </a:cubicBezTo>
                <a:cubicBezTo>
                  <a:pt x="2247" y="168"/>
                  <a:pt x="2248" y="168"/>
                  <a:pt x="2249" y="168"/>
                </a:cubicBezTo>
                <a:cubicBezTo>
                  <a:pt x="2250" y="168"/>
                  <a:pt x="2251" y="168"/>
                  <a:pt x="2252" y="168"/>
                </a:cubicBezTo>
                <a:cubicBezTo>
                  <a:pt x="2253" y="167"/>
                  <a:pt x="2254" y="167"/>
                  <a:pt x="2254" y="167"/>
                </a:cubicBezTo>
                <a:cubicBezTo>
                  <a:pt x="2255" y="166"/>
                  <a:pt x="2256" y="166"/>
                  <a:pt x="2256" y="166"/>
                </a:cubicBezTo>
                <a:cubicBezTo>
                  <a:pt x="2256" y="165"/>
                  <a:pt x="2256" y="165"/>
                  <a:pt x="2256" y="164"/>
                </a:cubicBezTo>
                <a:cubicBezTo>
                  <a:pt x="2256" y="164"/>
                  <a:pt x="2255" y="163"/>
                  <a:pt x="2255" y="163"/>
                </a:cubicBezTo>
                <a:cubicBezTo>
                  <a:pt x="2254" y="162"/>
                  <a:pt x="2254" y="162"/>
                  <a:pt x="2253" y="161"/>
                </a:cubicBezTo>
                <a:cubicBezTo>
                  <a:pt x="2252" y="161"/>
                  <a:pt x="2251" y="161"/>
                  <a:pt x="2250" y="161"/>
                </a:cubicBezTo>
                <a:cubicBezTo>
                  <a:pt x="2249" y="160"/>
                  <a:pt x="2248" y="160"/>
                  <a:pt x="2247" y="160"/>
                </a:cubicBezTo>
                <a:cubicBezTo>
                  <a:pt x="2246" y="160"/>
                  <a:pt x="2245" y="160"/>
                  <a:pt x="2244" y="161"/>
                </a:cubicBezTo>
                <a:close/>
                <a:moveTo>
                  <a:pt x="2124" y="161"/>
                </a:moveTo>
                <a:cubicBezTo>
                  <a:pt x="2123" y="161"/>
                  <a:pt x="2123" y="161"/>
                  <a:pt x="2122" y="161"/>
                </a:cubicBezTo>
                <a:cubicBezTo>
                  <a:pt x="2121" y="162"/>
                  <a:pt x="2121" y="162"/>
                  <a:pt x="2121" y="163"/>
                </a:cubicBezTo>
                <a:cubicBezTo>
                  <a:pt x="2120" y="163"/>
                  <a:pt x="2120" y="164"/>
                  <a:pt x="2120" y="164"/>
                </a:cubicBezTo>
                <a:cubicBezTo>
                  <a:pt x="2121" y="165"/>
                  <a:pt x="2121" y="165"/>
                  <a:pt x="2121" y="166"/>
                </a:cubicBezTo>
                <a:cubicBezTo>
                  <a:pt x="2122" y="166"/>
                  <a:pt x="2123" y="166"/>
                  <a:pt x="2123" y="167"/>
                </a:cubicBezTo>
                <a:cubicBezTo>
                  <a:pt x="2124" y="167"/>
                  <a:pt x="2125" y="167"/>
                  <a:pt x="2126" y="168"/>
                </a:cubicBezTo>
                <a:cubicBezTo>
                  <a:pt x="2127" y="168"/>
                  <a:pt x="2128" y="168"/>
                  <a:pt x="2129" y="168"/>
                </a:cubicBezTo>
                <a:cubicBezTo>
                  <a:pt x="2131" y="168"/>
                  <a:pt x="2132" y="168"/>
                  <a:pt x="2132" y="168"/>
                </a:cubicBezTo>
                <a:cubicBezTo>
                  <a:pt x="2133" y="167"/>
                  <a:pt x="2134" y="167"/>
                  <a:pt x="2135" y="167"/>
                </a:cubicBezTo>
                <a:cubicBezTo>
                  <a:pt x="2135" y="166"/>
                  <a:pt x="2136" y="166"/>
                  <a:pt x="2136" y="166"/>
                </a:cubicBezTo>
                <a:cubicBezTo>
                  <a:pt x="2136" y="165"/>
                  <a:pt x="2137" y="165"/>
                  <a:pt x="2136" y="164"/>
                </a:cubicBezTo>
                <a:cubicBezTo>
                  <a:pt x="2136" y="164"/>
                  <a:pt x="2136" y="163"/>
                  <a:pt x="2135" y="163"/>
                </a:cubicBezTo>
                <a:cubicBezTo>
                  <a:pt x="2135" y="162"/>
                  <a:pt x="2134" y="162"/>
                  <a:pt x="2133" y="161"/>
                </a:cubicBezTo>
                <a:cubicBezTo>
                  <a:pt x="2132" y="161"/>
                  <a:pt x="2132" y="161"/>
                  <a:pt x="2131" y="161"/>
                </a:cubicBezTo>
                <a:cubicBezTo>
                  <a:pt x="2130" y="160"/>
                  <a:pt x="2128" y="160"/>
                  <a:pt x="2127" y="160"/>
                </a:cubicBezTo>
                <a:cubicBezTo>
                  <a:pt x="2126" y="160"/>
                  <a:pt x="2125" y="160"/>
                  <a:pt x="2124" y="161"/>
                </a:cubicBezTo>
                <a:close/>
                <a:moveTo>
                  <a:pt x="2085" y="161"/>
                </a:moveTo>
                <a:cubicBezTo>
                  <a:pt x="2084" y="161"/>
                  <a:pt x="2083" y="161"/>
                  <a:pt x="2082" y="161"/>
                </a:cubicBezTo>
                <a:cubicBezTo>
                  <a:pt x="2082" y="162"/>
                  <a:pt x="2081" y="162"/>
                  <a:pt x="2081" y="163"/>
                </a:cubicBezTo>
                <a:cubicBezTo>
                  <a:pt x="2081" y="163"/>
                  <a:pt x="2080" y="164"/>
                  <a:pt x="2081" y="164"/>
                </a:cubicBezTo>
                <a:cubicBezTo>
                  <a:pt x="2081" y="165"/>
                  <a:pt x="2081" y="165"/>
                  <a:pt x="2082" y="166"/>
                </a:cubicBezTo>
                <a:cubicBezTo>
                  <a:pt x="2082" y="166"/>
                  <a:pt x="2083" y="166"/>
                  <a:pt x="2084" y="167"/>
                </a:cubicBezTo>
                <a:cubicBezTo>
                  <a:pt x="2084" y="167"/>
                  <a:pt x="2085" y="167"/>
                  <a:pt x="2086" y="168"/>
                </a:cubicBezTo>
                <a:cubicBezTo>
                  <a:pt x="2087" y="168"/>
                  <a:pt x="2088" y="168"/>
                  <a:pt x="2090" y="168"/>
                </a:cubicBezTo>
                <a:cubicBezTo>
                  <a:pt x="2091" y="168"/>
                  <a:pt x="2092" y="168"/>
                  <a:pt x="2093" y="168"/>
                </a:cubicBezTo>
                <a:cubicBezTo>
                  <a:pt x="2093" y="167"/>
                  <a:pt x="2094" y="167"/>
                  <a:pt x="2095" y="167"/>
                </a:cubicBezTo>
                <a:cubicBezTo>
                  <a:pt x="2096" y="166"/>
                  <a:pt x="2096" y="166"/>
                  <a:pt x="2096" y="166"/>
                </a:cubicBezTo>
                <a:cubicBezTo>
                  <a:pt x="2097" y="165"/>
                  <a:pt x="2097" y="165"/>
                  <a:pt x="2097" y="164"/>
                </a:cubicBezTo>
                <a:cubicBezTo>
                  <a:pt x="2096" y="164"/>
                  <a:pt x="2096" y="163"/>
                  <a:pt x="2096" y="163"/>
                </a:cubicBezTo>
                <a:cubicBezTo>
                  <a:pt x="2095" y="162"/>
                  <a:pt x="2094" y="162"/>
                  <a:pt x="2093" y="161"/>
                </a:cubicBezTo>
                <a:cubicBezTo>
                  <a:pt x="2093" y="161"/>
                  <a:pt x="2092" y="161"/>
                  <a:pt x="2091" y="161"/>
                </a:cubicBezTo>
                <a:cubicBezTo>
                  <a:pt x="2090" y="160"/>
                  <a:pt x="2089" y="160"/>
                  <a:pt x="2088" y="160"/>
                </a:cubicBezTo>
                <a:cubicBezTo>
                  <a:pt x="2086" y="160"/>
                  <a:pt x="2085" y="160"/>
                  <a:pt x="2085" y="161"/>
                </a:cubicBezTo>
                <a:close/>
                <a:moveTo>
                  <a:pt x="890" y="161"/>
                </a:moveTo>
                <a:cubicBezTo>
                  <a:pt x="889" y="161"/>
                  <a:pt x="888" y="161"/>
                  <a:pt x="888" y="161"/>
                </a:cubicBezTo>
                <a:cubicBezTo>
                  <a:pt x="887" y="162"/>
                  <a:pt x="886" y="162"/>
                  <a:pt x="886" y="163"/>
                </a:cubicBezTo>
                <a:cubicBezTo>
                  <a:pt x="885" y="163"/>
                  <a:pt x="885" y="164"/>
                  <a:pt x="885" y="164"/>
                </a:cubicBezTo>
                <a:cubicBezTo>
                  <a:pt x="885" y="165"/>
                  <a:pt x="885" y="165"/>
                  <a:pt x="885" y="166"/>
                </a:cubicBezTo>
                <a:cubicBezTo>
                  <a:pt x="886" y="166"/>
                  <a:pt x="886" y="166"/>
                  <a:pt x="887" y="167"/>
                </a:cubicBezTo>
                <a:cubicBezTo>
                  <a:pt x="888" y="167"/>
                  <a:pt x="889" y="167"/>
                  <a:pt x="889" y="168"/>
                </a:cubicBezTo>
                <a:cubicBezTo>
                  <a:pt x="890" y="168"/>
                  <a:pt x="891" y="168"/>
                  <a:pt x="893" y="168"/>
                </a:cubicBezTo>
                <a:cubicBezTo>
                  <a:pt x="894" y="168"/>
                  <a:pt x="895" y="168"/>
                  <a:pt x="896" y="168"/>
                </a:cubicBezTo>
                <a:cubicBezTo>
                  <a:pt x="897" y="167"/>
                  <a:pt x="898" y="167"/>
                  <a:pt x="898" y="167"/>
                </a:cubicBezTo>
                <a:cubicBezTo>
                  <a:pt x="899" y="166"/>
                  <a:pt x="900" y="166"/>
                  <a:pt x="900" y="166"/>
                </a:cubicBezTo>
                <a:cubicBezTo>
                  <a:pt x="901" y="165"/>
                  <a:pt x="901" y="165"/>
                  <a:pt x="901" y="164"/>
                </a:cubicBezTo>
                <a:cubicBezTo>
                  <a:pt x="901" y="164"/>
                  <a:pt x="901" y="163"/>
                  <a:pt x="900" y="163"/>
                </a:cubicBezTo>
                <a:cubicBezTo>
                  <a:pt x="900" y="162"/>
                  <a:pt x="900" y="162"/>
                  <a:pt x="899" y="161"/>
                </a:cubicBezTo>
                <a:cubicBezTo>
                  <a:pt x="898" y="161"/>
                  <a:pt x="897" y="161"/>
                  <a:pt x="896" y="161"/>
                </a:cubicBezTo>
                <a:cubicBezTo>
                  <a:pt x="896" y="160"/>
                  <a:pt x="895" y="160"/>
                  <a:pt x="893" y="160"/>
                </a:cubicBezTo>
                <a:cubicBezTo>
                  <a:pt x="892" y="160"/>
                  <a:pt x="891" y="160"/>
                  <a:pt x="890" y="161"/>
                </a:cubicBezTo>
                <a:close/>
                <a:moveTo>
                  <a:pt x="850" y="161"/>
                </a:moveTo>
                <a:cubicBezTo>
                  <a:pt x="850" y="161"/>
                  <a:pt x="849" y="161"/>
                  <a:pt x="848" y="161"/>
                </a:cubicBezTo>
                <a:cubicBezTo>
                  <a:pt x="847" y="162"/>
                  <a:pt x="846" y="162"/>
                  <a:pt x="846" y="163"/>
                </a:cubicBezTo>
                <a:cubicBezTo>
                  <a:pt x="846" y="163"/>
                  <a:pt x="845" y="164"/>
                  <a:pt x="845" y="164"/>
                </a:cubicBezTo>
                <a:cubicBezTo>
                  <a:pt x="845" y="165"/>
                  <a:pt x="845" y="165"/>
                  <a:pt x="846" y="166"/>
                </a:cubicBezTo>
                <a:cubicBezTo>
                  <a:pt x="846" y="166"/>
                  <a:pt x="846" y="166"/>
                  <a:pt x="847" y="167"/>
                </a:cubicBezTo>
                <a:cubicBezTo>
                  <a:pt x="848" y="167"/>
                  <a:pt x="849" y="167"/>
                  <a:pt x="850" y="168"/>
                </a:cubicBezTo>
                <a:cubicBezTo>
                  <a:pt x="851" y="168"/>
                  <a:pt x="852" y="168"/>
                  <a:pt x="853" y="168"/>
                </a:cubicBezTo>
                <a:cubicBezTo>
                  <a:pt x="854" y="168"/>
                  <a:pt x="855" y="168"/>
                  <a:pt x="856" y="168"/>
                </a:cubicBezTo>
                <a:cubicBezTo>
                  <a:pt x="857" y="167"/>
                  <a:pt x="858" y="167"/>
                  <a:pt x="858" y="167"/>
                </a:cubicBezTo>
                <a:cubicBezTo>
                  <a:pt x="859" y="166"/>
                  <a:pt x="860" y="166"/>
                  <a:pt x="860" y="166"/>
                </a:cubicBezTo>
                <a:cubicBezTo>
                  <a:pt x="861" y="165"/>
                  <a:pt x="861" y="165"/>
                  <a:pt x="861" y="164"/>
                </a:cubicBezTo>
                <a:cubicBezTo>
                  <a:pt x="861" y="164"/>
                  <a:pt x="861" y="163"/>
                  <a:pt x="861" y="163"/>
                </a:cubicBezTo>
                <a:cubicBezTo>
                  <a:pt x="860" y="162"/>
                  <a:pt x="860" y="162"/>
                  <a:pt x="859" y="161"/>
                </a:cubicBezTo>
                <a:cubicBezTo>
                  <a:pt x="858" y="161"/>
                  <a:pt x="858" y="161"/>
                  <a:pt x="857" y="161"/>
                </a:cubicBezTo>
                <a:cubicBezTo>
                  <a:pt x="856" y="160"/>
                  <a:pt x="855" y="160"/>
                  <a:pt x="854" y="160"/>
                </a:cubicBezTo>
                <a:cubicBezTo>
                  <a:pt x="853" y="160"/>
                  <a:pt x="851" y="160"/>
                  <a:pt x="850" y="161"/>
                </a:cubicBezTo>
                <a:close/>
                <a:moveTo>
                  <a:pt x="930" y="161"/>
                </a:moveTo>
                <a:cubicBezTo>
                  <a:pt x="929" y="161"/>
                  <a:pt x="928" y="161"/>
                  <a:pt x="927" y="161"/>
                </a:cubicBezTo>
                <a:cubicBezTo>
                  <a:pt x="927" y="162"/>
                  <a:pt x="926" y="162"/>
                  <a:pt x="926" y="163"/>
                </a:cubicBezTo>
                <a:cubicBezTo>
                  <a:pt x="925" y="163"/>
                  <a:pt x="925" y="164"/>
                  <a:pt x="925" y="164"/>
                </a:cubicBezTo>
                <a:cubicBezTo>
                  <a:pt x="925" y="165"/>
                  <a:pt x="925" y="165"/>
                  <a:pt x="925" y="166"/>
                </a:cubicBezTo>
                <a:cubicBezTo>
                  <a:pt x="926" y="166"/>
                  <a:pt x="926" y="166"/>
                  <a:pt x="927" y="167"/>
                </a:cubicBezTo>
                <a:cubicBezTo>
                  <a:pt x="928" y="167"/>
                  <a:pt x="928" y="167"/>
                  <a:pt x="929" y="168"/>
                </a:cubicBezTo>
                <a:cubicBezTo>
                  <a:pt x="930" y="168"/>
                  <a:pt x="931" y="168"/>
                  <a:pt x="932" y="168"/>
                </a:cubicBezTo>
                <a:cubicBezTo>
                  <a:pt x="934" y="168"/>
                  <a:pt x="935" y="168"/>
                  <a:pt x="936" y="168"/>
                </a:cubicBezTo>
                <a:cubicBezTo>
                  <a:pt x="937" y="167"/>
                  <a:pt x="937" y="167"/>
                  <a:pt x="938" y="167"/>
                </a:cubicBezTo>
                <a:cubicBezTo>
                  <a:pt x="939" y="166"/>
                  <a:pt x="940" y="166"/>
                  <a:pt x="940" y="166"/>
                </a:cubicBezTo>
                <a:cubicBezTo>
                  <a:pt x="940" y="165"/>
                  <a:pt x="941" y="165"/>
                  <a:pt x="941" y="164"/>
                </a:cubicBezTo>
                <a:cubicBezTo>
                  <a:pt x="941" y="164"/>
                  <a:pt x="941" y="163"/>
                  <a:pt x="940" y="163"/>
                </a:cubicBezTo>
                <a:cubicBezTo>
                  <a:pt x="940" y="162"/>
                  <a:pt x="939" y="162"/>
                  <a:pt x="939" y="161"/>
                </a:cubicBezTo>
                <a:cubicBezTo>
                  <a:pt x="938" y="161"/>
                  <a:pt x="937" y="161"/>
                  <a:pt x="936" y="161"/>
                </a:cubicBezTo>
                <a:cubicBezTo>
                  <a:pt x="935" y="160"/>
                  <a:pt x="934" y="160"/>
                  <a:pt x="933" y="160"/>
                </a:cubicBezTo>
                <a:cubicBezTo>
                  <a:pt x="932" y="160"/>
                  <a:pt x="931" y="160"/>
                  <a:pt x="930" y="161"/>
                </a:cubicBezTo>
                <a:close/>
                <a:moveTo>
                  <a:pt x="1050" y="161"/>
                </a:moveTo>
                <a:cubicBezTo>
                  <a:pt x="1049" y="161"/>
                  <a:pt x="1048" y="161"/>
                  <a:pt x="1047" y="161"/>
                </a:cubicBezTo>
                <a:cubicBezTo>
                  <a:pt x="1046" y="162"/>
                  <a:pt x="1046" y="162"/>
                  <a:pt x="1045" y="163"/>
                </a:cubicBezTo>
                <a:cubicBezTo>
                  <a:pt x="1045" y="163"/>
                  <a:pt x="1044" y="164"/>
                  <a:pt x="1044" y="164"/>
                </a:cubicBezTo>
                <a:cubicBezTo>
                  <a:pt x="1044" y="165"/>
                  <a:pt x="1045" y="165"/>
                  <a:pt x="1045" y="166"/>
                </a:cubicBezTo>
                <a:cubicBezTo>
                  <a:pt x="1045" y="166"/>
                  <a:pt x="1046" y="166"/>
                  <a:pt x="1047" y="167"/>
                </a:cubicBezTo>
                <a:cubicBezTo>
                  <a:pt x="1047" y="167"/>
                  <a:pt x="1048" y="167"/>
                  <a:pt x="1049" y="168"/>
                </a:cubicBezTo>
                <a:cubicBezTo>
                  <a:pt x="1050" y="168"/>
                  <a:pt x="1051" y="168"/>
                  <a:pt x="1052" y="168"/>
                </a:cubicBezTo>
                <a:cubicBezTo>
                  <a:pt x="1053" y="168"/>
                  <a:pt x="1054" y="168"/>
                  <a:pt x="1055" y="168"/>
                </a:cubicBezTo>
                <a:cubicBezTo>
                  <a:pt x="1056" y="167"/>
                  <a:pt x="1057" y="167"/>
                  <a:pt x="1058" y="167"/>
                </a:cubicBezTo>
                <a:cubicBezTo>
                  <a:pt x="1059" y="166"/>
                  <a:pt x="1059" y="166"/>
                  <a:pt x="1060" y="166"/>
                </a:cubicBezTo>
                <a:cubicBezTo>
                  <a:pt x="1060" y="165"/>
                  <a:pt x="1060" y="165"/>
                  <a:pt x="1060" y="164"/>
                </a:cubicBezTo>
                <a:cubicBezTo>
                  <a:pt x="1060" y="164"/>
                  <a:pt x="1060" y="163"/>
                  <a:pt x="1060" y="163"/>
                </a:cubicBezTo>
                <a:cubicBezTo>
                  <a:pt x="1059" y="162"/>
                  <a:pt x="1059" y="162"/>
                  <a:pt x="1058" y="161"/>
                </a:cubicBezTo>
                <a:cubicBezTo>
                  <a:pt x="1057" y="161"/>
                  <a:pt x="1057" y="161"/>
                  <a:pt x="1056" y="161"/>
                </a:cubicBezTo>
                <a:cubicBezTo>
                  <a:pt x="1055" y="160"/>
                  <a:pt x="1054" y="160"/>
                  <a:pt x="1053" y="160"/>
                </a:cubicBezTo>
                <a:cubicBezTo>
                  <a:pt x="1052" y="160"/>
                  <a:pt x="1050" y="160"/>
                  <a:pt x="1050" y="161"/>
                </a:cubicBezTo>
                <a:close/>
                <a:moveTo>
                  <a:pt x="1089" y="161"/>
                </a:moveTo>
                <a:cubicBezTo>
                  <a:pt x="1088" y="161"/>
                  <a:pt x="1087" y="161"/>
                  <a:pt x="1087" y="161"/>
                </a:cubicBezTo>
                <a:cubicBezTo>
                  <a:pt x="1086" y="162"/>
                  <a:pt x="1085" y="162"/>
                  <a:pt x="1085" y="163"/>
                </a:cubicBezTo>
                <a:cubicBezTo>
                  <a:pt x="1085" y="163"/>
                  <a:pt x="1084" y="164"/>
                  <a:pt x="1084" y="164"/>
                </a:cubicBezTo>
                <a:cubicBezTo>
                  <a:pt x="1084" y="165"/>
                  <a:pt x="1084" y="165"/>
                  <a:pt x="1085" y="166"/>
                </a:cubicBezTo>
                <a:cubicBezTo>
                  <a:pt x="1085" y="166"/>
                  <a:pt x="1086" y="166"/>
                  <a:pt x="1086" y="167"/>
                </a:cubicBezTo>
                <a:cubicBezTo>
                  <a:pt x="1087" y="167"/>
                  <a:pt x="1088" y="167"/>
                  <a:pt x="1089" y="168"/>
                </a:cubicBezTo>
                <a:cubicBezTo>
                  <a:pt x="1090" y="168"/>
                  <a:pt x="1091" y="168"/>
                  <a:pt x="1092" y="168"/>
                </a:cubicBezTo>
                <a:cubicBezTo>
                  <a:pt x="1093" y="168"/>
                  <a:pt x="1094" y="168"/>
                  <a:pt x="1095" y="168"/>
                </a:cubicBezTo>
                <a:cubicBezTo>
                  <a:pt x="1096" y="167"/>
                  <a:pt x="1097" y="167"/>
                  <a:pt x="1098" y="167"/>
                </a:cubicBezTo>
                <a:cubicBezTo>
                  <a:pt x="1098" y="166"/>
                  <a:pt x="1099" y="166"/>
                  <a:pt x="1099" y="166"/>
                </a:cubicBezTo>
                <a:cubicBezTo>
                  <a:pt x="1100" y="165"/>
                  <a:pt x="1100" y="165"/>
                  <a:pt x="1100" y="164"/>
                </a:cubicBezTo>
                <a:cubicBezTo>
                  <a:pt x="1100" y="164"/>
                  <a:pt x="1100" y="163"/>
                  <a:pt x="1100" y="163"/>
                </a:cubicBezTo>
                <a:cubicBezTo>
                  <a:pt x="1099" y="162"/>
                  <a:pt x="1099" y="162"/>
                  <a:pt x="1098" y="161"/>
                </a:cubicBezTo>
                <a:cubicBezTo>
                  <a:pt x="1097" y="161"/>
                  <a:pt x="1096" y="161"/>
                  <a:pt x="1096" y="161"/>
                </a:cubicBezTo>
                <a:cubicBezTo>
                  <a:pt x="1095" y="160"/>
                  <a:pt x="1094" y="160"/>
                  <a:pt x="1092" y="160"/>
                </a:cubicBezTo>
                <a:cubicBezTo>
                  <a:pt x="1091" y="160"/>
                  <a:pt x="1090" y="160"/>
                  <a:pt x="1089" y="161"/>
                </a:cubicBezTo>
                <a:close/>
                <a:moveTo>
                  <a:pt x="670" y="170"/>
                </a:moveTo>
                <a:cubicBezTo>
                  <a:pt x="669" y="170"/>
                  <a:pt x="668" y="171"/>
                  <a:pt x="667" y="171"/>
                </a:cubicBezTo>
                <a:cubicBezTo>
                  <a:pt x="666" y="171"/>
                  <a:pt x="665" y="172"/>
                  <a:pt x="665" y="172"/>
                </a:cubicBezTo>
                <a:cubicBezTo>
                  <a:pt x="664" y="173"/>
                  <a:pt x="664" y="173"/>
                  <a:pt x="664" y="174"/>
                </a:cubicBezTo>
                <a:cubicBezTo>
                  <a:pt x="664" y="174"/>
                  <a:pt x="664" y="175"/>
                  <a:pt x="664" y="175"/>
                </a:cubicBezTo>
                <a:cubicBezTo>
                  <a:pt x="665" y="175"/>
                  <a:pt x="665" y="176"/>
                  <a:pt x="666" y="176"/>
                </a:cubicBezTo>
                <a:cubicBezTo>
                  <a:pt x="667" y="177"/>
                  <a:pt x="667" y="177"/>
                  <a:pt x="668" y="177"/>
                </a:cubicBezTo>
                <a:cubicBezTo>
                  <a:pt x="669" y="177"/>
                  <a:pt x="670" y="177"/>
                  <a:pt x="671" y="177"/>
                </a:cubicBezTo>
                <a:cubicBezTo>
                  <a:pt x="672" y="177"/>
                  <a:pt x="673" y="177"/>
                  <a:pt x="674" y="177"/>
                </a:cubicBezTo>
                <a:cubicBezTo>
                  <a:pt x="675" y="177"/>
                  <a:pt x="676" y="177"/>
                  <a:pt x="677" y="176"/>
                </a:cubicBezTo>
                <a:cubicBezTo>
                  <a:pt x="678" y="176"/>
                  <a:pt x="679" y="175"/>
                  <a:pt x="679" y="175"/>
                </a:cubicBezTo>
                <a:cubicBezTo>
                  <a:pt x="680" y="175"/>
                  <a:pt x="680" y="174"/>
                  <a:pt x="680" y="174"/>
                </a:cubicBezTo>
                <a:cubicBezTo>
                  <a:pt x="680" y="173"/>
                  <a:pt x="680" y="173"/>
                  <a:pt x="680" y="172"/>
                </a:cubicBezTo>
                <a:cubicBezTo>
                  <a:pt x="679" y="172"/>
                  <a:pt x="679" y="171"/>
                  <a:pt x="678" y="171"/>
                </a:cubicBezTo>
                <a:cubicBezTo>
                  <a:pt x="678" y="171"/>
                  <a:pt x="677" y="170"/>
                  <a:pt x="676" y="170"/>
                </a:cubicBezTo>
                <a:cubicBezTo>
                  <a:pt x="675" y="170"/>
                  <a:pt x="674" y="170"/>
                  <a:pt x="673" y="170"/>
                </a:cubicBezTo>
                <a:cubicBezTo>
                  <a:pt x="672" y="170"/>
                  <a:pt x="671" y="170"/>
                  <a:pt x="670" y="170"/>
                </a:cubicBezTo>
                <a:close/>
                <a:moveTo>
                  <a:pt x="75" y="170"/>
                </a:moveTo>
                <a:cubicBezTo>
                  <a:pt x="75" y="170"/>
                  <a:pt x="75" y="170"/>
                  <a:pt x="75" y="170"/>
                </a:cubicBezTo>
                <a:cubicBezTo>
                  <a:pt x="75" y="170"/>
                  <a:pt x="74" y="170"/>
                  <a:pt x="74" y="170"/>
                </a:cubicBezTo>
                <a:cubicBezTo>
                  <a:pt x="74" y="170"/>
                  <a:pt x="74" y="170"/>
                  <a:pt x="74" y="170"/>
                </a:cubicBezTo>
                <a:cubicBezTo>
                  <a:pt x="73" y="170"/>
                  <a:pt x="72" y="170"/>
                  <a:pt x="71" y="170"/>
                </a:cubicBezTo>
                <a:cubicBezTo>
                  <a:pt x="70" y="170"/>
                  <a:pt x="69" y="171"/>
                  <a:pt x="68" y="171"/>
                </a:cubicBezTo>
                <a:cubicBezTo>
                  <a:pt x="67" y="171"/>
                  <a:pt x="66" y="172"/>
                  <a:pt x="66" y="172"/>
                </a:cubicBezTo>
                <a:cubicBezTo>
                  <a:pt x="65" y="173"/>
                  <a:pt x="65" y="173"/>
                  <a:pt x="64" y="174"/>
                </a:cubicBezTo>
                <a:cubicBezTo>
                  <a:pt x="64" y="174"/>
                  <a:pt x="64" y="175"/>
                  <a:pt x="65" y="175"/>
                </a:cubicBezTo>
                <a:cubicBezTo>
                  <a:pt x="65" y="175"/>
                  <a:pt x="65" y="176"/>
                  <a:pt x="66" y="176"/>
                </a:cubicBezTo>
                <a:cubicBezTo>
                  <a:pt x="66" y="177"/>
                  <a:pt x="67" y="177"/>
                  <a:pt x="68" y="177"/>
                </a:cubicBezTo>
                <a:cubicBezTo>
                  <a:pt x="69" y="177"/>
                  <a:pt x="70" y="177"/>
                  <a:pt x="71" y="177"/>
                </a:cubicBezTo>
                <a:cubicBezTo>
                  <a:pt x="71" y="177"/>
                  <a:pt x="71" y="177"/>
                  <a:pt x="71" y="177"/>
                </a:cubicBezTo>
                <a:cubicBezTo>
                  <a:pt x="72" y="177"/>
                  <a:pt x="72" y="177"/>
                  <a:pt x="72" y="177"/>
                </a:cubicBezTo>
                <a:cubicBezTo>
                  <a:pt x="72" y="177"/>
                  <a:pt x="72" y="177"/>
                  <a:pt x="72" y="177"/>
                </a:cubicBezTo>
                <a:cubicBezTo>
                  <a:pt x="72" y="177"/>
                  <a:pt x="72" y="177"/>
                  <a:pt x="73" y="177"/>
                </a:cubicBezTo>
                <a:cubicBezTo>
                  <a:pt x="74" y="177"/>
                  <a:pt x="74" y="177"/>
                  <a:pt x="75" y="177"/>
                </a:cubicBezTo>
                <a:cubicBezTo>
                  <a:pt x="76" y="177"/>
                  <a:pt x="77" y="176"/>
                  <a:pt x="78" y="176"/>
                </a:cubicBezTo>
                <a:cubicBezTo>
                  <a:pt x="78" y="176"/>
                  <a:pt x="79" y="175"/>
                  <a:pt x="79" y="175"/>
                </a:cubicBezTo>
                <a:cubicBezTo>
                  <a:pt x="80" y="174"/>
                  <a:pt x="80" y="174"/>
                  <a:pt x="80" y="174"/>
                </a:cubicBezTo>
                <a:cubicBezTo>
                  <a:pt x="81" y="173"/>
                  <a:pt x="81" y="173"/>
                  <a:pt x="80" y="172"/>
                </a:cubicBezTo>
                <a:cubicBezTo>
                  <a:pt x="80" y="172"/>
                  <a:pt x="80" y="171"/>
                  <a:pt x="79" y="171"/>
                </a:cubicBezTo>
                <a:cubicBezTo>
                  <a:pt x="79" y="171"/>
                  <a:pt x="78" y="171"/>
                  <a:pt x="78" y="170"/>
                </a:cubicBezTo>
                <a:cubicBezTo>
                  <a:pt x="77" y="170"/>
                  <a:pt x="76" y="170"/>
                  <a:pt x="75" y="170"/>
                </a:cubicBezTo>
                <a:cubicBezTo>
                  <a:pt x="75" y="170"/>
                  <a:pt x="75" y="170"/>
                  <a:pt x="75" y="170"/>
                </a:cubicBezTo>
                <a:close/>
                <a:moveTo>
                  <a:pt x="270" y="170"/>
                </a:moveTo>
                <a:cubicBezTo>
                  <a:pt x="269" y="170"/>
                  <a:pt x="268" y="171"/>
                  <a:pt x="267" y="171"/>
                </a:cubicBezTo>
                <a:cubicBezTo>
                  <a:pt x="267" y="171"/>
                  <a:pt x="266" y="172"/>
                  <a:pt x="265" y="172"/>
                </a:cubicBezTo>
                <a:cubicBezTo>
                  <a:pt x="265" y="173"/>
                  <a:pt x="264" y="173"/>
                  <a:pt x="264" y="174"/>
                </a:cubicBezTo>
                <a:cubicBezTo>
                  <a:pt x="264" y="174"/>
                  <a:pt x="264" y="175"/>
                  <a:pt x="264" y="175"/>
                </a:cubicBezTo>
                <a:cubicBezTo>
                  <a:pt x="265" y="175"/>
                  <a:pt x="265" y="176"/>
                  <a:pt x="266" y="176"/>
                </a:cubicBezTo>
                <a:cubicBezTo>
                  <a:pt x="266" y="177"/>
                  <a:pt x="267" y="177"/>
                  <a:pt x="268" y="177"/>
                </a:cubicBezTo>
                <a:cubicBezTo>
                  <a:pt x="269" y="177"/>
                  <a:pt x="270" y="177"/>
                  <a:pt x="271" y="177"/>
                </a:cubicBezTo>
                <a:cubicBezTo>
                  <a:pt x="272" y="177"/>
                  <a:pt x="273" y="177"/>
                  <a:pt x="274" y="177"/>
                </a:cubicBezTo>
                <a:cubicBezTo>
                  <a:pt x="275" y="177"/>
                  <a:pt x="276" y="177"/>
                  <a:pt x="277" y="176"/>
                </a:cubicBezTo>
                <a:cubicBezTo>
                  <a:pt x="278" y="176"/>
                  <a:pt x="279" y="175"/>
                  <a:pt x="279" y="175"/>
                </a:cubicBezTo>
                <a:cubicBezTo>
                  <a:pt x="280" y="175"/>
                  <a:pt x="280" y="174"/>
                  <a:pt x="280" y="174"/>
                </a:cubicBezTo>
                <a:cubicBezTo>
                  <a:pt x="280" y="173"/>
                  <a:pt x="280" y="173"/>
                  <a:pt x="280" y="172"/>
                </a:cubicBezTo>
                <a:cubicBezTo>
                  <a:pt x="280" y="172"/>
                  <a:pt x="279" y="171"/>
                  <a:pt x="279" y="171"/>
                </a:cubicBezTo>
                <a:cubicBezTo>
                  <a:pt x="278" y="171"/>
                  <a:pt x="277" y="170"/>
                  <a:pt x="277" y="170"/>
                </a:cubicBezTo>
                <a:cubicBezTo>
                  <a:pt x="276" y="170"/>
                  <a:pt x="275" y="170"/>
                  <a:pt x="273" y="170"/>
                </a:cubicBezTo>
                <a:cubicBezTo>
                  <a:pt x="272" y="170"/>
                  <a:pt x="271" y="170"/>
                  <a:pt x="270" y="170"/>
                </a:cubicBezTo>
                <a:close/>
                <a:moveTo>
                  <a:pt x="510" y="170"/>
                </a:moveTo>
                <a:cubicBezTo>
                  <a:pt x="509" y="170"/>
                  <a:pt x="508" y="171"/>
                  <a:pt x="507" y="171"/>
                </a:cubicBezTo>
                <a:cubicBezTo>
                  <a:pt x="506" y="171"/>
                  <a:pt x="506" y="172"/>
                  <a:pt x="505" y="172"/>
                </a:cubicBezTo>
                <a:cubicBezTo>
                  <a:pt x="505" y="173"/>
                  <a:pt x="504" y="173"/>
                  <a:pt x="504" y="174"/>
                </a:cubicBezTo>
                <a:cubicBezTo>
                  <a:pt x="504" y="174"/>
                  <a:pt x="504" y="175"/>
                  <a:pt x="504" y="175"/>
                </a:cubicBezTo>
                <a:cubicBezTo>
                  <a:pt x="505" y="175"/>
                  <a:pt x="505" y="176"/>
                  <a:pt x="506" y="176"/>
                </a:cubicBezTo>
                <a:cubicBezTo>
                  <a:pt x="506" y="177"/>
                  <a:pt x="507" y="177"/>
                  <a:pt x="508" y="177"/>
                </a:cubicBezTo>
                <a:cubicBezTo>
                  <a:pt x="509" y="177"/>
                  <a:pt x="510" y="177"/>
                  <a:pt x="511" y="177"/>
                </a:cubicBezTo>
                <a:cubicBezTo>
                  <a:pt x="512" y="177"/>
                  <a:pt x="513" y="177"/>
                  <a:pt x="514" y="177"/>
                </a:cubicBezTo>
                <a:cubicBezTo>
                  <a:pt x="515" y="177"/>
                  <a:pt x="516" y="177"/>
                  <a:pt x="517" y="176"/>
                </a:cubicBezTo>
                <a:cubicBezTo>
                  <a:pt x="518" y="176"/>
                  <a:pt x="519" y="175"/>
                  <a:pt x="519" y="175"/>
                </a:cubicBezTo>
                <a:cubicBezTo>
                  <a:pt x="520" y="175"/>
                  <a:pt x="520" y="174"/>
                  <a:pt x="520" y="174"/>
                </a:cubicBezTo>
                <a:cubicBezTo>
                  <a:pt x="520" y="173"/>
                  <a:pt x="520" y="173"/>
                  <a:pt x="520" y="172"/>
                </a:cubicBezTo>
                <a:cubicBezTo>
                  <a:pt x="520" y="172"/>
                  <a:pt x="519" y="171"/>
                  <a:pt x="518" y="171"/>
                </a:cubicBezTo>
                <a:cubicBezTo>
                  <a:pt x="518" y="171"/>
                  <a:pt x="517" y="170"/>
                  <a:pt x="516" y="170"/>
                </a:cubicBezTo>
                <a:cubicBezTo>
                  <a:pt x="515" y="170"/>
                  <a:pt x="514" y="170"/>
                  <a:pt x="513" y="170"/>
                </a:cubicBezTo>
                <a:cubicBezTo>
                  <a:pt x="512" y="170"/>
                  <a:pt x="511" y="170"/>
                  <a:pt x="510" y="170"/>
                </a:cubicBezTo>
                <a:close/>
                <a:moveTo>
                  <a:pt x="316" y="170"/>
                </a:moveTo>
                <a:cubicBezTo>
                  <a:pt x="315" y="170"/>
                  <a:pt x="314" y="170"/>
                  <a:pt x="313" y="170"/>
                </a:cubicBezTo>
                <a:cubicBezTo>
                  <a:pt x="312" y="170"/>
                  <a:pt x="311" y="170"/>
                  <a:pt x="310" y="170"/>
                </a:cubicBezTo>
                <a:cubicBezTo>
                  <a:pt x="309" y="170"/>
                  <a:pt x="308" y="171"/>
                  <a:pt x="307" y="171"/>
                </a:cubicBezTo>
                <a:cubicBezTo>
                  <a:pt x="307" y="171"/>
                  <a:pt x="306" y="172"/>
                  <a:pt x="305" y="172"/>
                </a:cubicBezTo>
                <a:cubicBezTo>
                  <a:pt x="305" y="173"/>
                  <a:pt x="304" y="173"/>
                  <a:pt x="304" y="174"/>
                </a:cubicBezTo>
                <a:cubicBezTo>
                  <a:pt x="304" y="174"/>
                  <a:pt x="304" y="175"/>
                  <a:pt x="304" y="175"/>
                </a:cubicBezTo>
                <a:cubicBezTo>
                  <a:pt x="305" y="175"/>
                  <a:pt x="305" y="176"/>
                  <a:pt x="306" y="176"/>
                </a:cubicBezTo>
                <a:cubicBezTo>
                  <a:pt x="306" y="177"/>
                  <a:pt x="307" y="177"/>
                  <a:pt x="308" y="177"/>
                </a:cubicBezTo>
                <a:cubicBezTo>
                  <a:pt x="309" y="177"/>
                  <a:pt x="310" y="177"/>
                  <a:pt x="311" y="177"/>
                </a:cubicBezTo>
                <a:cubicBezTo>
                  <a:pt x="311" y="177"/>
                  <a:pt x="312" y="177"/>
                  <a:pt x="312" y="177"/>
                </a:cubicBezTo>
                <a:cubicBezTo>
                  <a:pt x="312" y="177"/>
                  <a:pt x="312" y="177"/>
                  <a:pt x="313" y="177"/>
                </a:cubicBezTo>
                <a:cubicBezTo>
                  <a:pt x="313" y="177"/>
                  <a:pt x="313" y="177"/>
                  <a:pt x="314" y="177"/>
                </a:cubicBezTo>
                <a:cubicBezTo>
                  <a:pt x="314" y="177"/>
                  <a:pt x="314" y="177"/>
                  <a:pt x="314" y="177"/>
                </a:cubicBezTo>
                <a:cubicBezTo>
                  <a:pt x="316" y="177"/>
                  <a:pt x="320" y="176"/>
                  <a:pt x="320" y="174"/>
                </a:cubicBezTo>
                <a:cubicBezTo>
                  <a:pt x="320" y="173"/>
                  <a:pt x="320" y="173"/>
                  <a:pt x="320" y="172"/>
                </a:cubicBezTo>
                <a:cubicBezTo>
                  <a:pt x="320" y="172"/>
                  <a:pt x="320" y="172"/>
                  <a:pt x="320" y="171"/>
                </a:cubicBezTo>
                <a:cubicBezTo>
                  <a:pt x="319" y="171"/>
                  <a:pt x="319" y="171"/>
                  <a:pt x="318" y="171"/>
                </a:cubicBezTo>
                <a:cubicBezTo>
                  <a:pt x="318" y="170"/>
                  <a:pt x="317" y="170"/>
                  <a:pt x="316" y="170"/>
                </a:cubicBezTo>
                <a:cubicBezTo>
                  <a:pt x="316" y="170"/>
                  <a:pt x="317" y="170"/>
                  <a:pt x="316" y="170"/>
                </a:cubicBezTo>
                <a:close/>
                <a:moveTo>
                  <a:pt x="350" y="170"/>
                </a:moveTo>
                <a:cubicBezTo>
                  <a:pt x="349" y="170"/>
                  <a:pt x="348" y="171"/>
                  <a:pt x="347" y="171"/>
                </a:cubicBezTo>
                <a:cubicBezTo>
                  <a:pt x="347" y="171"/>
                  <a:pt x="346" y="172"/>
                  <a:pt x="345" y="172"/>
                </a:cubicBezTo>
                <a:cubicBezTo>
                  <a:pt x="345" y="173"/>
                  <a:pt x="344" y="173"/>
                  <a:pt x="344" y="174"/>
                </a:cubicBezTo>
                <a:cubicBezTo>
                  <a:pt x="344" y="174"/>
                  <a:pt x="344" y="175"/>
                  <a:pt x="344" y="175"/>
                </a:cubicBezTo>
                <a:cubicBezTo>
                  <a:pt x="345" y="175"/>
                  <a:pt x="345" y="176"/>
                  <a:pt x="346" y="176"/>
                </a:cubicBezTo>
                <a:cubicBezTo>
                  <a:pt x="346" y="177"/>
                  <a:pt x="347" y="177"/>
                  <a:pt x="348" y="177"/>
                </a:cubicBezTo>
                <a:cubicBezTo>
                  <a:pt x="349" y="177"/>
                  <a:pt x="350" y="177"/>
                  <a:pt x="351" y="177"/>
                </a:cubicBezTo>
                <a:cubicBezTo>
                  <a:pt x="352" y="177"/>
                  <a:pt x="353" y="177"/>
                  <a:pt x="354" y="177"/>
                </a:cubicBezTo>
                <a:cubicBezTo>
                  <a:pt x="355" y="177"/>
                  <a:pt x="356" y="177"/>
                  <a:pt x="357" y="176"/>
                </a:cubicBezTo>
                <a:cubicBezTo>
                  <a:pt x="358" y="176"/>
                  <a:pt x="359" y="175"/>
                  <a:pt x="359" y="175"/>
                </a:cubicBezTo>
                <a:cubicBezTo>
                  <a:pt x="360" y="175"/>
                  <a:pt x="360" y="174"/>
                  <a:pt x="360" y="174"/>
                </a:cubicBezTo>
                <a:cubicBezTo>
                  <a:pt x="360" y="173"/>
                  <a:pt x="360" y="173"/>
                  <a:pt x="360" y="172"/>
                </a:cubicBezTo>
                <a:cubicBezTo>
                  <a:pt x="360" y="172"/>
                  <a:pt x="359" y="171"/>
                  <a:pt x="359" y="171"/>
                </a:cubicBezTo>
                <a:cubicBezTo>
                  <a:pt x="358" y="171"/>
                  <a:pt x="357" y="170"/>
                  <a:pt x="356" y="170"/>
                </a:cubicBezTo>
                <a:cubicBezTo>
                  <a:pt x="355" y="170"/>
                  <a:pt x="354" y="170"/>
                  <a:pt x="353" y="170"/>
                </a:cubicBezTo>
                <a:cubicBezTo>
                  <a:pt x="352" y="170"/>
                  <a:pt x="351" y="170"/>
                  <a:pt x="350" y="170"/>
                </a:cubicBezTo>
                <a:close/>
                <a:moveTo>
                  <a:pt x="477" y="170"/>
                </a:moveTo>
                <a:cubicBezTo>
                  <a:pt x="477" y="170"/>
                  <a:pt x="476" y="170"/>
                  <a:pt x="475" y="170"/>
                </a:cubicBezTo>
                <a:cubicBezTo>
                  <a:pt x="475" y="170"/>
                  <a:pt x="474" y="170"/>
                  <a:pt x="474" y="170"/>
                </a:cubicBezTo>
                <a:cubicBezTo>
                  <a:pt x="474" y="170"/>
                  <a:pt x="474" y="170"/>
                  <a:pt x="474" y="170"/>
                </a:cubicBezTo>
                <a:cubicBezTo>
                  <a:pt x="474" y="170"/>
                  <a:pt x="474" y="170"/>
                  <a:pt x="474" y="170"/>
                </a:cubicBezTo>
                <a:cubicBezTo>
                  <a:pt x="473" y="170"/>
                  <a:pt x="473" y="170"/>
                  <a:pt x="473" y="170"/>
                </a:cubicBezTo>
                <a:cubicBezTo>
                  <a:pt x="472" y="170"/>
                  <a:pt x="471" y="170"/>
                  <a:pt x="470" y="170"/>
                </a:cubicBezTo>
                <a:cubicBezTo>
                  <a:pt x="469" y="170"/>
                  <a:pt x="468" y="171"/>
                  <a:pt x="467" y="171"/>
                </a:cubicBezTo>
                <a:cubicBezTo>
                  <a:pt x="466" y="171"/>
                  <a:pt x="466" y="172"/>
                  <a:pt x="465" y="172"/>
                </a:cubicBezTo>
                <a:cubicBezTo>
                  <a:pt x="465" y="173"/>
                  <a:pt x="464" y="173"/>
                  <a:pt x="464" y="174"/>
                </a:cubicBezTo>
                <a:cubicBezTo>
                  <a:pt x="464" y="174"/>
                  <a:pt x="464" y="175"/>
                  <a:pt x="464" y="175"/>
                </a:cubicBezTo>
                <a:cubicBezTo>
                  <a:pt x="465" y="175"/>
                  <a:pt x="465" y="176"/>
                  <a:pt x="466" y="176"/>
                </a:cubicBezTo>
                <a:cubicBezTo>
                  <a:pt x="466" y="177"/>
                  <a:pt x="467" y="177"/>
                  <a:pt x="468" y="177"/>
                </a:cubicBezTo>
                <a:cubicBezTo>
                  <a:pt x="469" y="177"/>
                  <a:pt x="470" y="177"/>
                  <a:pt x="471" y="177"/>
                </a:cubicBezTo>
                <a:cubicBezTo>
                  <a:pt x="471" y="177"/>
                  <a:pt x="471" y="177"/>
                  <a:pt x="472" y="177"/>
                </a:cubicBezTo>
                <a:cubicBezTo>
                  <a:pt x="472" y="177"/>
                  <a:pt x="472" y="177"/>
                  <a:pt x="472" y="177"/>
                </a:cubicBezTo>
                <a:cubicBezTo>
                  <a:pt x="472" y="177"/>
                  <a:pt x="472" y="177"/>
                  <a:pt x="472" y="177"/>
                </a:cubicBezTo>
                <a:cubicBezTo>
                  <a:pt x="473" y="177"/>
                  <a:pt x="473" y="177"/>
                  <a:pt x="473" y="177"/>
                </a:cubicBezTo>
                <a:cubicBezTo>
                  <a:pt x="473" y="177"/>
                  <a:pt x="473" y="177"/>
                  <a:pt x="474" y="177"/>
                </a:cubicBezTo>
                <a:cubicBezTo>
                  <a:pt x="474" y="177"/>
                  <a:pt x="474" y="177"/>
                  <a:pt x="474" y="177"/>
                </a:cubicBezTo>
                <a:cubicBezTo>
                  <a:pt x="475" y="177"/>
                  <a:pt x="475" y="177"/>
                  <a:pt x="475" y="177"/>
                </a:cubicBezTo>
                <a:cubicBezTo>
                  <a:pt x="475" y="177"/>
                  <a:pt x="476" y="177"/>
                  <a:pt x="476" y="177"/>
                </a:cubicBezTo>
                <a:cubicBezTo>
                  <a:pt x="477" y="176"/>
                  <a:pt x="477" y="176"/>
                  <a:pt x="477" y="176"/>
                </a:cubicBezTo>
                <a:cubicBezTo>
                  <a:pt x="478" y="176"/>
                  <a:pt x="479" y="176"/>
                  <a:pt x="479" y="175"/>
                </a:cubicBezTo>
                <a:cubicBezTo>
                  <a:pt x="480" y="175"/>
                  <a:pt x="480" y="174"/>
                  <a:pt x="480" y="174"/>
                </a:cubicBezTo>
                <a:cubicBezTo>
                  <a:pt x="480" y="173"/>
                  <a:pt x="480" y="173"/>
                  <a:pt x="480" y="173"/>
                </a:cubicBezTo>
                <a:cubicBezTo>
                  <a:pt x="480" y="173"/>
                  <a:pt x="480" y="173"/>
                  <a:pt x="480" y="173"/>
                </a:cubicBezTo>
                <a:cubicBezTo>
                  <a:pt x="480" y="173"/>
                  <a:pt x="480" y="173"/>
                  <a:pt x="480" y="172"/>
                </a:cubicBezTo>
                <a:cubicBezTo>
                  <a:pt x="480" y="172"/>
                  <a:pt x="480" y="172"/>
                  <a:pt x="480" y="172"/>
                </a:cubicBezTo>
                <a:cubicBezTo>
                  <a:pt x="480" y="172"/>
                  <a:pt x="479" y="171"/>
                  <a:pt x="478" y="171"/>
                </a:cubicBezTo>
                <a:lnTo>
                  <a:pt x="477" y="170"/>
                </a:lnTo>
                <a:close/>
                <a:moveTo>
                  <a:pt x="554" y="170"/>
                </a:moveTo>
                <a:cubicBezTo>
                  <a:pt x="554" y="170"/>
                  <a:pt x="554" y="170"/>
                  <a:pt x="554" y="170"/>
                </a:cubicBezTo>
                <a:cubicBezTo>
                  <a:pt x="554" y="170"/>
                  <a:pt x="554" y="170"/>
                  <a:pt x="553" y="170"/>
                </a:cubicBezTo>
                <a:cubicBezTo>
                  <a:pt x="553" y="170"/>
                  <a:pt x="553" y="170"/>
                  <a:pt x="553" y="170"/>
                </a:cubicBezTo>
                <a:cubicBezTo>
                  <a:pt x="552" y="170"/>
                  <a:pt x="551" y="170"/>
                  <a:pt x="550" y="170"/>
                </a:cubicBezTo>
                <a:cubicBezTo>
                  <a:pt x="549" y="170"/>
                  <a:pt x="548" y="171"/>
                  <a:pt x="547" y="171"/>
                </a:cubicBezTo>
                <a:cubicBezTo>
                  <a:pt x="546" y="171"/>
                  <a:pt x="546" y="172"/>
                  <a:pt x="545" y="172"/>
                </a:cubicBezTo>
                <a:cubicBezTo>
                  <a:pt x="545" y="173"/>
                  <a:pt x="544" y="173"/>
                  <a:pt x="544" y="174"/>
                </a:cubicBezTo>
                <a:cubicBezTo>
                  <a:pt x="544" y="174"/>
                  <a:pt x="544" y="175"/>
                  <a:pt x="544" y="175"/>
                </a:cubicBezTo>
                <a:cubicBezTo>
                  <a:pt x="545" y="175"/>
                  <a:pt x="545" y="176"/>
                  <a:pt x="546" y="176"/>
                </a:cubicBezTo>
                <a:cubicBezTo>
                  <a:pt x="546" y="177"/>
                  <a:pt x="547" y="177"/>
                  <a:pt x="548" y="177"/>
                </a:cubicBezTo>
                <a:cubicBezTo>
                  <a:pt x="549" y="177"/>
                  <a:pt x="550" y="177"/>
                  <a:pt x="551" y="177"/>
                </a:cubicBezTo>
                <a:cubicBezTo>
                  <a:pt x="551" y="177"/>
                  <a:pt x="552" y="177"/>
                  <a:pt x="552" y="177"/>
                </a:cubicBezTo>
                <a:cubicBezTo>
                  <a:pt x="552" y="177"/>
                  <a:pt x="552" y="177"/>
                  <a:pt x="552" y="177"/>
                </a:cubicBezTo>
                <a:cubicBezTo>
                  <a:pt x="552" y="177"/>
                  <a:pt x="552" y="177"/>
                  <a:pt x="552" y="177"/>
                </a:cubicBezTo>
                <a:cubicBezTo>
                  <a:pt x="553" y="177"/>
                  <a:pt x="553" y="177"/>
                  <a:pt x="553" y="177"/>
                </a:cubicBezTo>
                <a:cubicBezTo>
                  <a:pt x="554" y="177"/>
                  <a:pt x="555" y="177"/>
                  <a:pt x="556" y="177"/>
                </a:cubicBezTo>
                <a:cubicBezTo>
                  <a:pt x="556" y="177"/>
                  <a:pt x="557" y="176"/>
                  <a:pt x="558" y="176"/>
                </a:cubicBezTo>
                <a:cubicBezTo>
                  <a:pt x="558" y="176"/>
                  <a:pt x="559" y="175"/>
                  <a:pt x="559" y="175"/>
                </a:cubicBezTo>
                <a:cubicBezTo>
                  <a:pt x="560" y="174"/>
                  <a:pt x="560" y="174"/>
                  <a:pt x="560" y="174"/>
                </a:cubicBezTo>
                <a:cubicBezTo>
                  <a:pt x="560" y="173"/>
                  <a:pt x="560" y="173"/>
                  <a:pt x="560" y="172"/>
                </a:cubicBezTo>
                <a:cubicBezTo>
                  <a:pt x="560" y="172"/>
                  <a:pt x="559" y="171"/>
                  <a:pt x="559" y="171"/>
                </a:cubicBezTo>
                <a:cubicBezTo>
                  <a:pt x="558" y="171"/>
                  <a:pt x="558" y="171"/>
                  <a:pt x="557" y="170"/>
                </a:cubicBezTo>
                <a:cubicBezTo>
                  <a:pt x="556" y="170"/>
                  <a:pt x="555" y="170"/>
                  <a:pt x="555" y="170"/>
                </a:cubicBezTo>
                <a:cubicBezTo>
                  <a:pt x="554" y="170"/>
                  <a:pt x="554" y="170"/>
                  <a:pt x="554" y="170"/>
                </a:cubicBezTo>
                <a:close/>
                <a:moveTo>
                  <a:pt x="31" y="170"/>
                </a:moveTo>
                <a:cubicBezTo>
                  <a:pt x="30" y="170"/>
                  <a:pt x="29" y="171"/>
                  <a:pt x="28" y="171"/>
                </a:cubicBezTo>
                <a:cubicBezTo>
                  <a:pt x="27" y="171"/>
                  <a:pt x="26" y="172"/>
                  <a:pt x="26" y="172"/>
                </a:cubicBezTo>
                <a:cubicBezTo>
                  <a:pt x="25" y="173"/>
                  <a:pt x="25" y="173"/>
                  <a:pt x="24" y="174"/>
                </a:cubicBezTo>
                <a:cubicBezTo>
                  <a:pt x="24" y="174"/>
                  <a:pt x="24" y="175"/>
                  <a:pt x="24" y="175"/>
                </a:cubicBezTo>
                <a:cubicBezTo>
                  <a:pt x="25" y="175"/>
                  <a:pt x="25" y="176"/>
                  <a:pt x="26" y="176"/>
                </a:cubicBezTo>
                <a:cubicBezTo>
                  <a:pt x="26" y="177"/>
                  <a:pt x="27" y="177"/>
                  <a:pt x="28" y="177"/>
                </a:cubicBezTo>
                <a:cubicBezTo>
                  <a:pt x="29" y="177"/>
                  <a:pt x="30" y="177"/>
                  <a:pt x="31" y="177"/>
                </a:cubicBezTo>
                <a:cubicBezTo>
                  <a:pt x="32" y="177"/>
                  <a:pt x="33" y="177"/>
                  <a:pt x="34" y="177"/>
                </a:cubicBezTo>
                <a:cubicBezTo>
                  <a:pt x="35" y="177"/>
                  <a:pt x="36" y="177"/>
                  <a:pt x="37" y="176"/>
                </a:cubicBezTo>
                <a:cubicBezTo>
                  <a:pt x="38" y="176"/>
                  <a:pt x="39" y="175"/>
                  <a:pt x="39" y="175"/>
                </a:cubicBezTo>
                <a:cubicBezTo>
                  <a:pt x="40" y="175"/>
                  <a:pt x="40" y="174"/>
                  <a:pt x="40" y="174"/>
                </a:cubicBezTo>
                <a:cubicBezTo>
                  <a:pt x="41" y="173"/>
                  <a:pt x="41" y="173"/>
                  <a:pt x="40" y="172"/>
                </a:cubicBezTo>
                <a:cubicBezTo>
                  <a:pt x="40" y="172"/>
                  <a:pt x="40" y="171"/>
                  <a:pt x="39" y="171"/>
                </a:cubicBezTo>
                <a:cubicBezTo>
                  <a:pt x="39" y="171"/>
                  <a:pt x="38" y="170"/>
                  <a:pt x="37" y="170"/>
                </a:cubicBezTo>
                <a:cubicBezTo>
                  <a:pt x="36" y="170"/>
                  <a:pt x="35" y="170"/>
                  <a:pt x="34" y="170"/>
                </a:cubicBezTo>
                <a:cubicBezTo>
                  <a:pt x="33" y="170"/>
                  <a:pt x="32" y="170"/>
                  <a:pt x="31" y="170"/>
                </a:cubicBezTo>
                <a:close/>
                <a:moveTo>
                  <a:pt x="749" y="170"/>
                </a:moveTo>
                <a:cubicBezTo>
                  <a:pt x="748" y="170"/>
                  <a:pt x="748" y="171"/>
                  <a:pt x="747" y="171"/>
                </a:cubicBezTo>
                <a:cubicBezTo>
                  <a:pt x="746" y="171"/>
                  <a:pt x="745" y="172"/>
                  <a:pt x="745" y="172"/>
                </a:cubicBezTo>
                <a:cubicBezTo>
                  <a:pt x="744" y="173"/>
                  <a:pt x="744" y="173"/>
                  <a:pt x="744" y="174"/>
                </a:cubicBezTo>
                <a:cubicBezTo>
                  <a:pt x="744" y="174"/>
                  <a:pt x="744" y="175"/>
                  <a:pt x="744" y="175"/>
                </a:cubicBezTo>
                <a:cubicBezTo>
                  <a:pt x="745" y="175"/>
                  <a:pt x="745" y="176"/>
                  <a:pt x="746" y="176"/>
                </a:cubicBezTo>
                <a:cubicBezTo>
                  <a:pt x="747" y="177"/>
                  <a:pt x="747" y="177"/>
                  <a:pt x="748" y="177"/>
                </a:cubicBezTo>
                <a:cubicBezTo>
                  <a:pt x="749" y="177"/>
                  <a:pt x="750" y="177"/>
                  <a:pt x="751" y="177"/>
                </a:cubicBezTo>
                <a:cubicBezTo>
                  <a:pt x="752" y="177"/>
                  <a:pt x="754" y="177"/>
                  <a:pt x="755" y="177"/>
                </a:cubicBezTo>
                <a:cubicBezTo>
                  <a:pt x="755" y="177"/>
                  <a:pt x="756" y="177"/>
                  <a:pt x="757" y="176"/>
                </a:cubicBezTo>
                <a:cubicBezTo>
                  <a:pt x="758" y="176"/>
                  <a:pt x="759" y="175"/>
                  <a:pt x="759" y="175"/>
                </a:cubicBezTo>
                <a:cubicBezTo>
                  <a:pt x="760" y="175"/>
                  <a:pt x="760" y="174"/>
                  <a:pt x="760" y="174"/>
                </a:cubicBezTo>
                <a:cubicBezTo>
                  <a:pt x="760" y="173"/>
                  <a:pt x="760" y="173"/>
                  <a:pt x="760" y="172"/>
                </a:cubicBezTo>
                <a:cubicBezTo>
                  <a:pt x="759" y="172"/>
                  <a:pt x="759" y="171"/>
                  <a:pt x="758" y="171"/>
                </a:cubicBezTo>
                <a:cubicBezTo>
                  <a:pt x="757" y="171"/>
                  <a:pt x="757" y="170"/>
                  <a:pt x="756" y="170"/>
                </a:cubicBezTo>
                <a:cubicBezTo>
                  <a:pt x="755" y="170"/>
                  <a:pt x="754" y="170"/>
                  <a:pt x="753" y="170"/>
                </a:cubicBezTo>
                <a:cubicBezTo>
                  <a:pt x="752" y="170"/>
                  <a:pt x="750" y="170"/>
                  <a:pt x="749" y="170"/>
                </a:cubicBezTo>
                <a:close/>
                <a:moveTo>
                  <a:pt x="396" y="170"/>
                </a:moveTo>
                <a:cubicBezTo>
                  <a:pt x="395" y="170"/>
                  <a:pt x="395" y="170"/>
                  <a:pt x="395" y="170"/>
                </a:cubicBezTo>
                <a:cubicBezTo>
                  <a:pt x="395" y="170"/>
                  <a:pt x="394" y="170"/>
                  <a:pt x="394" y="170"/>
                </a:cubicBezTo>
                <a:cubicBezTo>
                  <a:pt x="394" y="170"/>
                  <a:pt x="394" y="170"/>
                  <a:pt x="393" y="170"/>
                </a:cubicBezTo>
                <a:cubicBezTo>
                  <a:pt x="392" y="170"/>
                  <a:pt x="391" y="170"/>
                  <a:pt x="390" y="170"/>
                </a:cubicBezTo>
                <a:cubicBezTo>
                  <a:pt x="389" y="170"/>
                  <a:pt x="388" y="171"/>
                  <a:pt x="387" y="171"/>
                </a:cubicBezTo>
                <a:cubicBezTo>
                  <a:pt x="386" y="171"/>
                  <a:pt x="386" y="172"/>
                  <a:pt x="385" y="172"/>
                </a:cubicBezTo>
                <a:cubicBezTo>
                  <a:pt x="385" y="173"/>
                  <a:pt x="384" y="173"/>
                  <a:pt x="384" y="174"/>
                </a:cubicBezTo>
                <a:cubicBezTo>
                  <a:pt x="384" y="174"/>
                  <a:pt x="384" y="175"/>
                  <a:pt x="384" y="175"/>
                </a:cubicBezTo>
                <a:cubicBezTo>
                  <a:pt x="385" y="175"/>
                  <a:pt x="385" y="176"/>
                  <a:pt x="386" y="176"/>
                </a:cubicBezTo>
                <a:cubicBezTo>
                  <a:pt x="386" y="177"/>
                  <a:pt x="387" y="177"/>
                  <a:pt x="388" y="177"/>
                </a:cubicBezTo>
                <a:cubicBezTo>
                  <a:pt x="389" y="177"/>
                  <a:pt x="390" y="177"/>
                  <a:pt x="391" y="177"/>
                </a:cubicBezTo>
                <a:cubicBezTo>
                  <a:pt x="391" y="177"/>
                  <a:pt x="392" y="177"/>
                  <a:pt x="392" y="177"/>
                </a:cubicBezTo>
                <a:cubicBezTo>
                  <a:pt x="392" y="177"/>
                  <a:pt x="393" y="177"/>
                  <a:pt x="393" y="177"/>
                </a:cubicBezTo>
                <a:cubicBezTo>
                  <a:pt x="393" y="177"/>
                  <a:pt x="393" y="177"/>
                  <a:pt x="394" y="177"/>
                </a:cubicBezTo>
                <a:cubicBezTo>
                  <a:pt x="394" y="177"/>
                  <a:pt x="394" y="177"/>
                  <a:pt x="394" y="177"/>
                </a:cubicBezTo>
                <a:cubicBezTo>
                  <a:pt x="395" y="177"/>
                  <a:pt x="396" y="177"/>
                  <a:pt x="396" y="176"/>
                </a:cubicBezTo>
                <a:cubicBezTo>
                  <a:pt x="397" y="176"/>
                  <a:pt x="398" y="176"/>
                  <a:pt x="398" y="176"/>
                </a:cubicBezTo>
                <a:cubicBezTo>
                  <a:pt x="399" y="175"/>
                  <a:pt x="399" y="175"/>
                  <a:pt x="400" y="175"/>
                </a:cubicBezTo>
                <a:cubicBezTo>
                  <a:pt x="400" y="174"/>
                  <a:pt x="400" y="174"/>
                  <a:pt x="400" y="174"/>
                </a:cubicBezTo>
                <a:cubicBezTo>
                  <a:pt x="400" y="173"/>
                  <a:pt x="400" y="173"/>
                  <a:pt x="400" y="172"/>
                </a:cubicBezTo>
                <a:cubicBezTo>
                  <a:pt x="400" y="172"/>
                  <a:pt x="400" y="172"/>
                  <a:pt x="399" y="171"/>
                </a:cubicBezTo>
                <a:cubicBezTo>
                  <a:pt x="399" y="171"/>
                  <a:pt x="399" y="171"/>
                  <a:pt x="398" y="171"/>
                </a:cubicBezTo>
                <a:cubicBezTo>
                  <a:pt x="398" y="170"/>
                  <a:pt x="397" y="170"/>
                  <a:pt x="396" y="170"/>
                </a:cubicBezTo>
                <a:cubicBezTo>
                  <a:pt x="396" y="170"/>
                  <a:pt x="396" y="170"/>
                  <a:pt x="396" y="170"/>
                </a:cubicBezTo>
                <a:close/>
                <a:moveTo>
                  <a:pt x="430" y="170"/>
                </a:moveTo>
                <a:cubicBezTo>
                  <a:pt x="429" y="170"/>
                  <a:pt x="428" y="171"/>
                  <a:pt x="427" y="171"/>
                </a:cubicBezTo>
                <a:cubicBezTo>
                  <a:pt x="426" y="171"/>
                  <a:pt x="426" y="172"/>
                  <a:pt x="425" y="172"/>
                </a:cubicBezTo>
                <a:cubicBezTo>
                  <a:pt x="425" y="173"/>
                  <a:pt x="424" y="173"/>
                  <a:pt x="424" y="174"/>
                </a:cubicBezTo>
                <a:cubicBezTo>
                  <a:pt x="424" y="174"/>
                  <a:pt x="424" y="175"/>
                  <a:pt x="424" y="175"/>
                </a:cubicBezTo>
                <a:cubicBezTo>
                  <a:pt x="425" y="175"/>
                  <a:pt x="425" y="176"/>
                  <a:pt x="426" y="176"/>
                </a:cubicBezTo>
                <a:cubicBezTo>
                  <a:pt x="426" y="177"/>
                  <a:pt x="427" y="177"/>
                  <a:pt x="428" y="177"/>
                </a:cubicBezTo>
                <a:cubicBezTo>
                  <a:pt x="429" y="177"/>
                  <a:pt x="430" y="177"/>
                  <a:pt x="431" y="177"/>
                </a:cubicBezTo>
                <a:cubicBezTo>
                  <a:pt x="432" y="177"/>
                  <a:pt x="433" y="177"/>
                  <a:pt x="434" y="177"/>
                </a:cubicBezTo>
                <a:cubicBezTo>
                  <a:pt x="435" y="177"/>
                  <a:pt x="436" y="177"/>
                  <a:pt x="437" y="176"/>
                </a:cubicBezTo>
                <a:cubicBezTo>
                  <a:pt x="438" y="176"/>
                  <a:pt x="439" y="175"/>
                  <a:pt x="439" y="175"/>
                </a:cubicBezTo>
                <a:cubicBezTo>
                  <a:pt x="440" y="175"/>
                  <a:pt x="440" y="174"/>
                  <a:pt x="440" y="174"/>
                </a:cubicBezTo>
                <a:cubicBezTo>
                  <a:pt x="440" y="173"/>
                  <a:pt x="440" y="173"/>
                  <a:pt x="440" y="172"/>
                </a:cubicBezTo>
                <a:cubicBezTo>
                  <a:pt x="440" y="172"/>
                  <a:pt x="439" y="171"/>
                  <a:pt x="439" y="171"/>
                </a:cubicBezTo>
                <a:cubicBezTo>
                  <a:pt x="438" y="171"/>
                  <a:pt x="437" y="170"/>
                  <a:pt x="436" y="170"/>
                </a:cubicBezTo>
                <a:cubicBezTo>
                  <a:pt x="435" y="170"/>
                  <a:pt x="434" y="170"/>
                  <a:pt x="433" y="170"/>
                </a:cubicBezTo>
                <a:cubicBezTo>
                  <a:pt x="432" y="170"/>
                  <a:pt x="431" y="170"/>
                  <a:pt x="430" y="170"/>
                </a:cubicBezTo>
                <a:close/>
                <a:moveTo>
                  <a:pt x="1514" y="170"/>
                </a:moveTo>
                <a:cubicBezTo>
                  <a:pt x="1513" y="170"/>
                  <a:pt x="1512" y="170"/>
                  <a:pt x="1511" y="170"/>
                </a:cubicBezTo>
                <a:cubicBezTo>
                  <a:pt x="1510" y="170"/>
                  <a:pt x="1509" y="170"/>
                  <a:pt x="1508" y="170"/>
                </a:cubicBezTo>
                <a:cubicBezTo>
                  <a:pt x="1507" y="170"/>
                  <a:pt x="1506" y="171"/>
                  <a:pt x="1506" y="171"/>
                </a:cubicBezTo>
                <a:cubicBezTo>
                  <a:pt x="1505" y="171"/>
                  <a:pt x="1504" y="172"/>
                  <a:pt x="1504" y="172"/>
                </a:cubicBezTo>
                <a:cubicBezTo>
                  <a:pt x="1504" y="173"/>
                  <a:pt x="1503" y="173"/>
                  <a:pt x="1503" y="174"/>
                </a:cubicBezTo>
                <a:cubicBezTo>
                  <a:pt x="1503" y="174"/>
                  <a:pt x="1504" y="175"/>
                  <a:pt x="1504" y="175"/>
                </a:cubicBezTo>
                <a:cubicBezTo>
                  <a:pt x="1505" y="175"/>
                  <a:pt x="1505" y="176"/>
                  <a:pt x="1506" y="176"/>
                </a:cubicBezTo>
                <a:cubicBezTo>
                  <a:pt x="1507" y="177"/>
                  <a:pt x="1508" y="177"/>
                  <a:pt x="1509" y="177"/>
                </a:cubicBezTo>
                <a:cubicBezTo>
                  <a:pt x="1510" y="177"/>
                  <a:pt x="1511" y="177"/>
                  <a:pt x="1512" y="177"/>
                </a:cubicBezTo>
                <a:cubicBezTo>
                  <a:pt x="1512" y="177"/>
                  <a:pt x="1512" y="177"/>
                  <a:pt x="1513" y="177"/>
                </a:cubicBezTo>
                <a:cubicBezTo>
                  <a:pt x="1513" y="177"/>
                  <a:pt x="1513" y="177"/>
                  <a:pt x="1513" y="177"/>
                </a:cubicBezTo>
                <a:cubicBezTo>
                  <a:pt x="1514" y="177"/>
                  <a:pt x="1514" y="177"/>
                  <a:pt x="1514" y="177"/>
                </a:cubicBezTo>
                <a:cubicBezTo>
                  <a:pt x="1514" y="177"/>
                  <a:pt x="1515" y="177"/>
                  <a:pt x="1515" y="177"/>
                </a:cubicBezTo>
                <a:cubicBezTo>
                  <a:pt x="1515" y="177"/>
                  <a:pt x="1515" y="177"/>
                  <a:pt x="1516" y="177"/>
                </a:cubicBezTo>
                <a:cubicBezTo>
                  <a:pt x="1516" y="177"/>
                  <a:pt x="1516" y="177"/>
                  <a:pt x="1516" y="177"/>
                </a:cubicBezTo>
                <a:cubicBezTo>
                  <a:pt x="1516" y="177"/>
                  <a:pt x="1517" y="177"/>
                  <a:pt x="1517" y="176"/>
                </a:cubicBezTo>
                <a:cubicBezTo>
                  <a:pt x="1517" y="176"/>
                  <a:pt x="1517" y="176"/>
                  <a:pt x="1517" y="176"/>
                </a:cubicBezTo>
                <a:cubicBezTo>
                  <a:pt x="1518" y="176"/>
                  <a:pt x="1518" y="176"/>
                  <a:pt x="1518" y="176"/>
                </a:cubicBezTo>
                <a:cubicBezTo>
                  <a:pt x="1519" y="175"/>
                  <a:pt x="1519" y="175"/>
                  <a:pt x="1519" y="175"/>
                </a:cubicBezTo>
                <a:cubicBezTo>
                  <a:pt x="1519" y="175"/>
                  <a:pt x="1519" y="175"/>
                  <a:pt x="1519" y="174"/>
                </a:cubicBezTo>
                <a:cubicBezTo>
                  <a:pt x="1519" y="174"/>
                  <a:pt x="1519" y="174"/>
                  <a:pt x="1519" y="174"/>
                </a:cubicBezTo>
                <a:cubicBezTo>
                  <a:pt x="1519" y="173"/>
                  <a:pt x="1519" y="173"/>
                  <a:pt x="1519" y="173"/>
                </a:cubicBezTo>
                <a:cubicBezTo>
                  <a:pt x="1519" y="173"/>
                  <a:pt x="1519" y="172"/>
                  <a:pt x="1519" y="172"/>
                </a:cubicBezTo>
                <a:cubicBezTo>
                  <a:pt x="1518" y="172"/>
                  <a:pt x="1518" y="172"/>
                  <a:pt x="1518" y="171"/>
                </a:cubicBezTo>
                <a:cubicBezTo>
                  <a:pt x="1518" y="171"/>
                  <a:pt x="1517" y="171"/>
                  <a:pt x="1517" y="171"/>
                </a:cubicBezTo>
                <a:cubicBezTo>
                  <a:pt x="1516" y="170"/>
                  <a:pt x="1515" y="170"/>
                  <a:pt x="1514" y="170"/>
                </a:cubicBezTo>
                <a:cubicBezTo>
                  <a:pt x="1514" y="170"/>
                  <a:pt x="1515" y="170"/>
                  <a:pt x="1514" y="170"/>
                </a:cubicBezTo>
                <a:close/>
                <a:moveTo>
                  <a:pt x="1996" y="171"/>
                </a:moveTo>
                <a:cubicBezTo>
                  <a:pt x="1995" y="170"/>
                  <a:pt x="1993" y="170"/>
                  <a:pt x="1992" y="170"/>
                </a:cubicBezTo>
                <a:cubicBezTo>
                  <a:pt x="1992" y="170"/>
                  <a:pt x="1992" y="170"/>
                  <a:pt x="1991" y="170"/>
                </a:cubicBezTo>
                <a:cubicBezTo>
                  <a:pt x="1991" y="170"/>
                  <a:pt x="1991" y="170"/>
                  <a:pt x="1991" y="170"/>
                </a:cubicBezTo>
                <a:cubicBezTo>
                  <a:pt x="1991" y="170"/>
                  <a:pt x="1991" y="170"/>
                  <a:pt x="1991" y="170"/>
                </a:cubicBezTo>
                <a:cubicBezTo>
                  <a:pt x="1991" y="170"/>
                  <a:pt x="1990" y="170"/>
                  <a:pt x="1990" y="170"/>
                </a:cubicBezTo>
                <a:cubicBezTo>
                  <a:pt x="1990" y="170"/>
                  <a:pt x="1990" y="170"/>
                  <a:pt x="1990" y="170"/>
                </a:cubicBezTo>
                <a:cubicBezTo>
                  <a:pt x="1990" y="170"/>
                  <a:pt x="1990" y="170"/>
                  <a:pt x="1989" y="170"/>
                </a:cubicBezTo>
                <a:cubicBezTo>
                  <a:pt x="1989" y="170"/>
                  <a:pt x="1989" y="170"/>
                  <a:pt x="1989" y="170"/>
                </a:cubicBezTo>
                <a:cubicBezTo>
                  <a:pt x="1989" y="170"/>
                  <a:pt x="1989" y="170"/>
                  <a:pt x="1989" y="170"/>
                </a:cubicBezTo>
                <a:cubicBezTo>
                  <a:pt x="1988" y="170"/>
                  <a:pt x="1987" y="170"/>
                  <a:pt x="1986" y="170"/>
                </a:cubicBezTo>
                <a:cubicBezTo>
                  <a:pt x="1986" y="171"/>
                  <a:pt x="1985" y="171"/>
                  <a:pt x="1984" y="171"/>
                </a:cubicBezTo>
                <a:cubicBezTo>
                  <a:pt x="1984" y="171"/>
                  <a:pt x="1984" y="172"/>
                  <a:pt x="1983" y="172"/>
                </a:cubicBezTo>
                <a:cubicBezTo>
                  <a:pt x="1983" y="173"/>
                  <a:pt x="1983" y="173"/>
                  <a:pt x="1983" y="174"/>
                </a:cubicBezTo>
                <a:cubicBezTo>
                  <a:pt x="1983" y="174"/>
                  <a:pt x="1984" y="174"/>
                  <a:pt x="1984" y="175"/>
                </a:cubicBezTo>
                <a:cubicBezTo>
                  <a:pt x="1984" y="175"/>
                  <a:pt x="1985" y="176"/>
                  <a:pt x="1986" y="176"/>
                </a:cubicBezTo>
                <a:cubicBezTo>
                  <a:pt x="1986" y="176"/>
                  <a:pt x="1987" y="177"/>
                  <a:pt x="1988" y="177"/>
                </a:cubicBezTo>
                <a:cubicBezTo>
                  <a:pt x="1989" y="177"/>
                  <a:pt x="1989" y="177"/>
                  <a:pt x="1990" y="177"/>
                </a:cubicBezTo>
                <a:cubicBezTo>
                  <a:pt x="1991" y="177"/>
                  <a:pt x="1991" y="177"/>
                  <a:pt x="1991" y="177"/>
                </a:cubicBezTo>
                <a:cubicBezTo>
                  <a:pt x="1991" y="177"/>
                  <a:pt x="1991" y="177"/>
                  <a:pt x="1991" y="177"/>
                </a:cubicBezTo>
                <a:cubicBezTo>
                  <a:pt x="1991" y="177"/>
                  <a:pt x="1991" y="177"/>
                  <a:pt x="1992" y="177"/>
                </a:cubicBezTo>
                <a:cubicBezTo>
                  <a:pt x="1992" y="177"/>
                  <a:pt x="1992" y="177"/>
                  <a:pt x="1992" y="177"/>
                </a:cubicBezTo>
                <a:cubicBezTo>
                  <a:pt x="1992" y="177"/>
                  <a:pt x="1992" y="177"/>
                  <a:pt x="1992" y="177"/>
                </a:cubicBezTo>
                <a:cubicBezTo>
                  <a:pt x="1993" y="177"/>
                  <a:pt x="1993" y="177"/>
                  <a:pt x="1993" y="177"/>
                </a:cubicBezTo>
                <a:cubicBezTo>
                  <a:pt x="1993" y="177"/>
                  <a:pt x="1993" y="177"/>
                  <a:pt x="1993" y="177"/>
                </a:cubicBezTo>
                <a:cubicBezTo>
                  <a:pt x="1993" y="177"/>
                  <a:pt x="1993" y="177"/>
                  <a:pt x="1994" y="177"/>
                </a:cubicBezTo>
                <a:cubicBezTo>
                  <a:pt x="1994" y="177"/>
                  <a:pt x="1994" y="177"/>
                  <a:pt x="1995" y="177"/>
                </a:cubicBezTo>
                <a:cubicBezTo>
                  <a:pt x="1995" y="177"/>
                  <a:pt x="1995" y="177"/>
                  <a:pt x="1996" y="177"/>
                </a:cubicBezTo>
                <a:cubicBezTo>
                  <a:pt x="1996" y="177"/>
                  <a:pt x="1996" y="177"/>
                  <a:pt x="1997" y="177"/>
                </a:cubicBezTo>
                <a:cubicBezTo>
                  <a:pt x="1997" y="176"/>
                  <a:pt x="1997" y="176"/>
                  <a:pt x="1997" y="176"/>
                </a:cubicBezTo>
                <a:cubicBezTo>
                  <a:pt x="1998" y="176"/>
                  <a:pt x="1999" y="176"/>
                  <a:pt x="1999" y="175"/>
                </a:cubicBezTo>
                <a:cubicBezTo>
                  <a:pt x="1999" y="175"/>
                  <a:pt x="1999" y="174"/>
                  <a:pt x="1999" y="174"/>
                </a:cubicBezTo>
                <a:cubicBezTo>
                  <a:pt x="1999" y="173"/>
                  <a:pt x="1999" y="173"/>
                  <a:pt x="1999" y="173"/>
                </a:cubicBezTo>
                <a:cubicBezTo>
                  <a:pt x="1999" y="173"/>
                  <a:pt x="1999" y="173"/>
                  <a:pt x="1999" y="173"/>
                </a:cubicBezTo>
                <a:cubicBezTo>
                  <a:pt x="1999" y="173"/>
                  <a:pt x="1999" y="173"/>
                  <a:pt x="1998" y="172"/>
                </a:cubicBezTo>
                <a:cubicBezTo>
                  <a:pt x="1998" y="172"/>
                  <a:pt x="1998" y="172"/>
                  <a:pt x="1998" y="172"/>
                </a:cubicBezTo>
                <a:cubicBezTo>
                  <a:pt x="1998" y="172"/>
                  <a:pt x="1997" y="171"/>
                  <a:pt x="1996" y="171"/>
                </a:cubicBezTo>
                <a:cubicBezTo>
                  <a:pt x="1996" y="171"/>
                  <a:pt x="1996" y="171"/>
                  <a:pt x="1996" y="171"/>
                </a:cubicBezTo>
                <a:close/>
                <a:moveTo>
                  <a:pt x="2027" y="170"/>
                </a:moveTo>
                <a:cubicBezTo>
                  <a:pt x="2026" y="170"/>
                  <a:pt x="2025" y="171"/>
                  <a:pt x="2025" y="171"/>
                </a:cubicBezTo>
                <a:cubicBezTo>
                  <a:pt x="2024" y="171"/>
                  <a:pt x="2024" y="172"/>
                  <a:pt x="2023" y="172"/>
                </a:cubicBezTo>
                <a:cubicBezTo>
                  <a:pt x="2023" y="173"/>
                  <a:pt x="2023" y="173"/>
                  <a:pt x="2023" y="174"/>
                </a:cubicBezTo>
                <a:cubicBezTo>
                  <a:pt x="2023" y="174"/>
                  <a:pt x="2024" y="175"/>
                  <a:pt x="2024" y="175"/>
                </a:cubicBezTo>
                <a:cubicBezTo>
                  <a:pt x="2025" y="175"/>
                  <a:pt x="2025" y="176"/>
                  <a:pt x="2026" y="176"/>
                </a:cubicBezTo>
                <a:cubicBezTo>
                  <a:pt x="2027" y="177"/>
                  <a:pt x="2028" y="177"/>
                  <a:pt x="2029" y="177"/>
                </a:cubicBezTo>
                <a:cubicBezTo>
                  <a:pt x="2030" y="177"/>
                  <a:pt x="2031" y="177"/>
                  <a:pt x="2032" y="177"/>
                </a:cubicBezTo>
                <a:cubicBezTo>
                  <a:pt x="2033" y="177"/>
                  <a:pt x="2034" y="177"/>
                  <a:pt x="2035" y="177"/>
                </a:cubicBezTo>
                <a:cubicBezTo>
                  <a:pt x="2036" y="177"/>
                  <a:pt x="2037" y="177"/>
                  <a:pt x="2037" y="176"/>
                </a:cubicBezTo>
                <a:cubicBezTo>
                  <a:pt x="2038" y="176"/>
                  <a:pt x="2039" y="175"/>
                  <a:pt x="2039" y="175"/>
                </a:cubicBezTo>
                <a:cubicBezTo>
                  <a:pt x="2039" y="175"/>
                  <a:pt x="2039" y="174"/>
                  <a:pt x="2039" y="174"/>
                </a:cubicBezTo>
                <a:cubicBezTo>
                  <a:pt x="2039" y="173"/>
                  <a:pt x="2039" y="173"/>
                  <a:pt x="2038" y="172"/>
                </a:cubicBezTo>
                <a:cubicBezTo>
                  <a:pt x="2038" y="172"/>
                  <a:pt x="2037" y="171"/>
                  <a:pt x="2036" y="171"/>
                </a:cubicBezTo>
                <a:cubicBezTo>
                  <a:pt x="2035" y="171"/>
                  <a:pt x="2034" y="170"/>
                  <a:pt x="2033" y="170"/>
                </a:cubicBezTo>
                <a:cubicBezTo>
                  <a:pt x="2032" y="170"/>
                  <a:pt x="2031" y="170"/>
                  <a:pt x="2030" y="170"/>
                </a:cubicBezTo>
                <a:cubicBezTo>
                  <a:pt x="2029" y="170"/>
                  <a:pt x="2028" y="170"/>
                  <a:pt x="2027" y="170"/>
                </a:cubicBezTo>
                <a:close/>
                <a:moveTo>
                  <a:pt x="1548" y="170"/>
                </a:moveTo>
                <a:cubicBezTo>
                  <a:pt x="1547" y="170"/>
                  <a:pt x="1546" y="171"/>
                  <a:pt x="1546" y="171"/>
                </a:cubicBezTo>
                <a:cubicBezTo>
                  <a:pt x="1545" y="171"/>
                  <a:pt x="1544" y="172"/>
                  <a:pt x="1544" y="172"/>
                </a:cubicBezTo>
                <a:cubicBezTo>
                  <a:pt x="1544" y="173"/>
                  <a:pt x="1543" y="173"/>
                  <a:pt x="1543" y="174"/>
                </a:cubicBezTo>
                <a:cubicBezTo>
                  <a:pt x="1543" y="174"/>
                  <a:pt x="1544" y="175"/>
                  <a:pt x="1544" y="175"/>
                </a:cubicBezTo>
                <a:cubicBezTo>
                  <a:pt x="1545" y="175"/>
                  <a:pt x="1545" y="176"/>
                  <a:pt x="1546" y="176"/>
                </a:cubicBezTo>
                <a:cubicBezTo>
                  <a:pt x="1547" y="177"/>
                  <a:pt x="1548" y="177"/>
                  <a:pt x="1549" y="177"/>
                </a:cubicBezTo>
                <a:cubicBezTo>
                  <a:pt x="1550" y="177"/>
                  <a:pt x="1551" y="177"/>
                  <a:pt x="1552" y="177"/>
                </a:cubicBezTo>
                <a:cubicBezTo>
                  <a:pt x="1553" y="177"/>
                  <a:pt x="1554" y="177"/>
                  <a:pt x="1555" y="177"/>
                </a:cubicBezTo>
                <a:cubicBezTo>
                  <a:pt x="1556" y="177"/>
                  <a:pt x="1557" y="177"/>
                  <a:pt x="1557" y="176"/>
                </a:cubicBezTo>
                <a:cubicBezTo>
                  <a:pt x="1558" y="176"/>
                  <a:pt x="1559" y="175"/>
                  <a:pt x="1559" y="175"/>
                </a:cubicBezTo>
                <a:cubicBezTo>
                  <a:pt x="1559" y="175"/>
                  <a:pt x="1559" y="174"/>
                  <a:pt x="1559" y="174"/>
                </a:cubicBezTo>
                <a:cubicBezTo>
                  <a:pt x="1559" y="173"/>
                  <a:pt x="1559" y="173"/>
                  <a:pt x="1559" y="172"/>
                </a:cubicBezTo>
                <a:cubicBezTo>
                  <a:pt x="1558" y="172"/>
                  <a:pt x="1558" y="171"/>
                  <a:pt x="1557" y="171"/>
                </a:cubicBezTo>
                <a:cubicBezTo>
                  <a:pt x="1556" y="171"/>
                  <a:pt x="1555" y="170"/>
                  <a:pt x="1554" y="170"/>
                </a:cubicBezTo>
                <a:cubicBezTo>
                  <a:pt x="1553" y="170"/>
                  <a:pt x="1552" y="170"/>
                  <a:pt x="1551" y="170"/>
                </a:cubicBezTo>
                <a:cubicBezTo>
                  <a:pt x="1550" y="170"/>
                  <a:pt x="1549" y="170"/>
                  <a:pt x="1548" y="170"/>
                </a:cubicBezTo>
                <a:close/>
                <a:moveTo>
                  <a:pt x="1468" y="170"/>
                </a:moveTo>
                <a:cubicBezTo>
                  <a:pt x="1467" y="170"/>
                  <a:pt x="1466" y="171"/>
                  <a:pt x="1466" y="171"/>
                </a:cubicBezTo>
                <a:cubicBezTo>
                  <a:pt x="1465" y="171"/>
                  <a:pt x="1464" y="172"/>
                  <a:pt x="1464" y="172"/>
                </a:cubicBezTo>
                <a:cubicBezTo>
                  <a:pt x="1464" y="173"/>
                  <a:pt x="1463" y="173"/>
                  <a:pt x="1463" y="174"/>
                </a:cubicBezTo>
                <a:cubicBezTo>
                  <a:pt x="1464" y="174"/>
                  <a:pt x="1464" y="175"/>
                  <a:pt x="1464" y="175"/>
                </a:cubicBezTo>
                <a:cubicBezTo>
                  <a:pt x="1465" y="175"/>
                  <a:pt x="1465" y="176"/>
                  <a:pt x="1466" y="176"/>
                </a:cubicBezTo>
                <a:cubicBezTo>
                  <a:pt x="1467" y="177"/>
                  <a:pt x="1468" y="177"/>
                  <a:pt x="1469" y="177"/>
                </a:cubicBezTo>
                <a:cubicBezTo>
                  <a:pt x="1470" y="177"/>
                  <a:pt x="1471" y="177"/>
                  <a:pt x="1472" y="177"/>
                </a:cubicBezTo>
                <a:cubicBezTo>
                  <a:pt x="1473" y="177"/>
                  <a:pt x="1474" y="177"/>
                  <a:pt x="1475" y="177"/>
                </a:cubicBezTo>
                <a:cubicBezTo>
                  <a:pt x="1476" y="177"/>
                  <a:pt x="1477" y="177"/>
                  <a:pt x="1477" y="176"/>
                </a:cubicBezTo>
                <a:cubicBezTo>
                  <a:pt x="1478" y="176"/>
                  <a:pt x="1479" y="175"/>
                  <a:pt x="1479" y="175"/>
                </a:cubicBezTo>
                <a:cubicBezTo>
                  <a:pt x="1479" y="175"/>
                  <a:pt x="1480" y="174"/>
                  <a:pt x="1479" y="174"/>
                </a:cubicBezTo>
                <a:cubicBezTo>
                  <a:pt x="1479" y="173"/>
                  <a:pt x="1479" y="173"/>
                  <a:pt x="1479" y="172"/>
                </a:cubicBezTo>
                <a:cubicBezTo>
                  <a:pt x="1478" y="172"/>
                  <a:pt x="1478" y="171"/>
                  <a:pt x="1477" y="171"/>
                </a:cubicBezTo>
                <a:cubicBezTo>
                  <a:pt x="1476" y="171"/>
                  <a:pt x="1475" y="170"/>
                  <a:pt x="1474" y="170"/>
                </a:cubicBezTo>
                <a:cubicBezTo>
                  <a:pt x="1473" y="170"/>
                  <a:pt x="1472" y="170"/>
                  <a:pt x="1471" y="170"/>
                </a:cubicBezTo>
                <a:cubicBezTo>
                  <a:pt x="1470" y="170"/>
                  <a:pt x="1469" y="170"/>
                  <a:pt x="1468" y="170"/>
                </a:cubicBezTo>
                <a:close/>
                <a:moveTo>
                  <a:pt x="2071" y="170"/>
                </a:moveTo>
                <a:cubicBezTo>
                  <a:pt x="2071" y="170"/>
                  <a:pt x="2071" y="170"/>
                  <a:pt x="2071" y="170"/>
                </a:cubicBezTo>
                <a:cubicBezTo>
                  <a:pt x="2071" y="170"/>
                  <a:pt x="2071" y="170"/>
                  <a:pt x="2070" y="170"/>
                </a:cubicBezTo>
                <a:cubicBezTo>
                  <a:pt x="2070" y="170"/>
                  <a:pt x="2070" y="170"/>
                  <a:pt x="2070" y="170"/>
                </a:cubicBezTo>
                <a:cubicBezTo>
                  <a:pt x="2069" y="170"/>
                  <a:pt x="2068" y="170"/>
                  <a:pt x="2067" y="170"/>
                </a:cubicBezTo>
                <a:cubicBezTo>
                  <a:pt x="2066" y="170"/>
                  <a:pt x="2065" y="171"/>
                  <a:pt x="2065" y="171"/>
                </a:cubicBezTo>
                <a:cubicBezTo>
                  <a:pt x="2064" y="171"/>
                  <a:pt x="2064" y="172"/>
                  <a:pt x="2063" y="172"/>
                </a:cubicBezTo>
                <a:cubicBezTo>
                  <a:pt x="2063" y="173"/>
                  <a:pt x="2063" y="173"/>
                  <a:pt x="2063" y="174"/>
                </a:cubicBezTo>
                <a:cubicBezTo>
                  <a:pt x="2063" y="174"/>
                  <a:pt x="2064" y="175"/>
                  <a:pt x="2064" y="175"/>
                </a:cubicBezTo>
                <a:cubicBezTo>
                  <a:pt x="2065" y="175"/>
                  <a:pt x="2065" y="176"/>
                  <a:pt x="2066" y="176"/>
                </a:cubicBezTo>
                <a:cubicBezTo>
                  <a:pt x="2067" y="177"/>
                  <a:pt x="2068" y="177"/>
                  <a:pt x="2069" y="177"/>
                </a:cubicBezTo>
                <a:cubicBezTo>
                  <a:pt x="2070" y="177"/>
                  <a:pt x="2071" y="177"/>
                  <a:pt x="2072" y="177"/>
                </a:cubicBezTo>
                <a:cubicBezTo>
                  <a:pt x="2072" y="177"/>
                  <a:pt x="2072" y="177"/>
                  <a:pt x="2072" y="177"/>
                </a:cubicBezTo>
                <a:cubicBezTo>
                  <a:pt x="2073" y="177"/>
                  <a:pt x="2073" y="177"/>
                  <a:pt x="2073" y="177"/>
                </a:cubicBezTo>
                <a:cubicBezTo>
                  <a:pt x="2073" y="177"/>
                  <a:pt x="2073" y="177"/>
                  <a:pt x="2073" y="177"/>
                </a:cubicBezTo>
                <a:cubicBezTo>
                  <a:pt x="2073" y="177"/>
                  <a:pt x="2073" y="177"/>
                  <a:pt x="2074" y="177"/>
                </a:cubicBezTo>
                <a:cubicBezTo>
                  <a:pt x="2075" y="177"/>
                  <a:pt x="2075" y="177"/>
                  <a:pt x="2076" y="177"/>
                </a:cubicBezTo>
                <a:cubicBezTo>
                  <a:pt x="2077" y="177"/>
                  <a:pt x="2077" y="176"/>
                  <a:pt x="2078" y="176"/>
                </a:cubicBezTo>
                <a:cubicBezTo>
                  <a:pt x="2078" y="176"/>
                  <a:pt x="2079" y="175"/>
                  <a:pt x="2079" y="175"/>
                </a:cubicBezTo>
                <a:cubicBezTo>
                  <a:pt x="2079" y="174"/>
                  <a:pt x="2079" y="174"/>
                  <a:pt x="2079" y="174"/>
                </a:cubicBezTo>
                <a:cubicBezTo>
                  <a:pt x="2079" y="173"/>
                  <a:pt x="2079" y="173"/>
                  <a:pt x="2078" y="172"/>
                </a:cubicBezTo>
                <a:cubicBezTo>
                  <a:pt x="2078" y="172"/>
                  <a:pt x="2077" y="171"/>
                  <a:pt x="2077" y="171"/>
                </a:cubicBezTo>
                <a:cubicBezTo>
                  <a:pt x="2076" y="171"/>
                  <a:pt x="2075" y="171"/>
                  <a:pt x="2074" y="170"/>
                </a:cubicBezTo>
                <a:cubicBezTo>
                  <a:pt x="2074" y="170"/>
                  <a:pt x="2073" y="170"/>
                  <a:pt x="2072" y="170"/>
                </a:cubicBezTo>
                <a:cubicBezTo>
                  <a:pt x="2072" y="170"/>
                  <a:pt x="2071" y="170"/>
                  <a:pt x="2071" y="170"/>
                </a:cubicBezTo>
                <a:close/>
                <a:moveTo>
                  <a:pt x="1594" y="170"/>
                </a:moveTo>
                <a:cubicBezTo>
                  <a:pt x="1593" y="170"/>
                  <a:pt x="1592" y="170"/>
                  <a:pt x="1591" y="170"/>
                </a:cubicBezTo>
                <a:cubicBezTo>
                  <a:pt x="1590" y="170"/>
                  <a:pt x="1589" y="170"/>
                  <a:pt x="1588" y="170"/>
                </a:cubicBezTo>
                <a:cubicBezTo>
                  <a:pt x="1587" y="170"/>
                  <a:pt x="1586" y="171"/>
                  <a:pt x="1585" y="171"/>
                </a:cubicBezTo>
                <a:cubicBezTo>
                  <a:pt x="1585" y="171"/>
                  <a:pt x="1584" y="172"/>
                  <a:pt x="1584" y="172"/>
                </a:cubicBezTo>
                <a:cubicBezTo>
                  <a:pt x="1584" y="173"/>
                  <a:pt x="1583" y="173"/>
                  <a:pt x="1583" y="174"/>
                </a:cubicBezTo>
                <a:cubicBezTo>
                  <a:pt x="1583" y="174"/>
                  <a:pt x="1584" y="175"/>
                  <a:pt x="1584" y="175"/>
                </a:cubicBezTo>
                <a:cubicBezTo>
                  <a:pt x="1585" y="175"/>
                  <a:pt x="1585" y="176"/>
                  <a:pt x="1586" y="176"/>
                </a:cubicBezTo>
                <a:cubicBezTo>
                  <a:pt x="1587" y="177"/>
                  <a:pt x="1588" y="177"/>
                  <a:pt x="1589" y="177"/>
                </a:cubicBezTo>
                <a:cubicBezTo>
                  <a:pt x="1590" y="177"/>
                  <a:pt x="1591" y="177"/>
                  <a:pt x="1592" y="177"/>
                </a:cubicBezTo>
                <a:cubicBezTo>
                  <a:pt x="1592" y="177"/>
                  <a:pt x="1592" y="177"/>
                  <a:pt x="1593" y="177"/>
                </a:cubicBezTo>
                <a:cubicBezTo>
                  <a:pt x="1593" y="177"/>
                  <a:pt x="1593" y="177"/>
                  <a:pt x="1593" y="177"/>
                </a:cubicBezTo>
                <a:cubicBezTo>
                  <a:pt x="1594" y="177"/>
                  <a:pt x="1594" y="177"/>
                  <a:pt x="1594" y="177"/>
                </a:cubicBezTo>
                <a:cubicBezTo>
                  <a:pt x="1594" y="177"/>
                  <a:pt x="1595" y="177"/>
                  <a:pt x="1595" y="177"/>
                </a:cubicBezTo>
                <a:cubicBezTo>
                  <a:pt x="1595" y="177"/>
                  <a:pt x="1595" y="177"/>
                  <a:pt x="1596" y="177"/>
                </a:cubicBezTo>
                <a:cubicBezTo>
                  <a:pt x="1596" y="177"/>
                  <a:pt x="1596" y="177"/>
                  <a:pt x="1596" y="177"/>
                </a:cubicBezTo>
                <a:cubicBezTo>
                  <a:pt x="1596" y="177"/>
                  <a:pt x="1597" y="177"/>
                  <a:pt x="1597" y="176"/>
                </a:cubicBezTo>
                <a:cubicBezTo>
                  <a:pt x="1597" y="176"/>
                  <a:pt x="1597" y="176"/>
                  <a:pt x="1597" y="176"/>
                </a:cubicBezTo>
                <a:cubicBezTo>
                  <a:pt x="1598" y="176"/>
                  <a:pt x="1600" y="175"/>
                  <a:pt x="1599" y="174"/>
                </a:cubicBezTo>
                <a:cubicBezTo>
                  <a:pt x="1599" y="173"/>
                  <a:pt x="1599" y="173"/>
                  <a:pt x="1599" y="173"/>
                </a:cubicBezTo>
                <a:cubicBezTo>
                  <a:pt x="1599" y="173"/>
                  <a:pt x="1599" y="172"/>
                  <a:pt x="1599" y="172"/>
                </a:cubicBezTo>
                <a:cubicBezTo>
                  <a:pt x="1598" y="172"/>
                  <a:pt x="1598" y="172"/>
                  <a:pt x="1598" y="171"/>
                </a:cubicBezTo>
                <a:cubicBezTo>
                  <a:pt x="1597" y="171"/>
                  <a:pt x="1597" y="171"/>
                  <a:pt x="1597" y="171"/>
                </a:cubicBezTo>
                <a:cubicBezTo>
                  <a:pt x="1596" y="170"/>
                  <a:pt x="1595" y="170"/>
                  <a:pt x="1594" y="170"/>
                </a:cubicBezTo>
                <a:cubicBezTo>
                  <a:pt x="1594" y="170"/>
                  <a:pt x="1594" y="170"/>
                  <a:pt x="1594" y="170"/>
                </a:cubicBezTo>
                <a:close/>
                <a:moveTo>
                  <a:pt x="1914" y="170"/>
                </a:moveTo>
                <a:cubicBezTo>
                  <a:pt x="1913" y="170"/>
                  <a:pt x="1911" y="170"/>
                  <a:pt x="1910" y="170"/>
                </a:cubicBezTo>
                <a:cubicBezTo>
                  <a:pt x="1909" y="170"/>
                  <a:pt x="1908" y="170"/>
                  <a:pt x="1907" y="170"/>
                </a:cubicBezTo>
                <a:cubicBezTo>
                  <a:pt x="1906" y="170"/>
                  <a:pt x="1906" y="171"/>
                  <a:pt x="1905" y="171"/>
                </a:cubicBezTo>
                <a:cubicBezTo>
                  <a:pt x="1904" y="171"/>
                  <a:pt x="1904" y="172"/>
                  <a:pt x="1903" y="172"/>
                </a:cubicBezTo>
                <a:cubicBezTo>
                  <a:pt x="1903" y="173"/>
                  <a:pt x="1903" y="173"/>
                  <a:pt x="1903" y="174"/>
                </a:cubicBezTo>
                <a:cubicBezTo>
                  <a:pt x="1903" y="174"/>
                  <a:pt x="1904" y="175"/>
                  <a:pt x="1904" y="175"/>
                </a:cubicBezTo>
                <a:cubicBezTo>
                  <a:pt x="1905" y="175"/>
                  <a:pt x="1905" y="176"/>
                  <a:pt x="1906" y="176"/>
                </a:cubicBezTo>
                <a:cubicBezTo>
                  <a:pt x="1907" y="177"/>
                  <a:pt x="1908" y="177"/>
                  <a:pt x="1909" y="177"/>
                </a:cubicBezTo>
                <a:cubicBezTo>
                  <a:pt x="1910" y="177"/>
                  <a:pt x="1911" y="177"/>
                  <a:pt x="1912" y="177"/>
                </a:cubicBezTo>
                <a:cubicBezTo>
                  <a:pt x="1912" y="177"/>
                  <a:pt x="1912" y="177"/>
                  <a:pt x="1913" y="177"/>
                </a:cubicBezTo>
                <a:cubicBezTo>
                  <a:pt x="1913" y="177"/>
                  <a:pt x="1913" y="177"/>
                  <a:pt x="1914" y="177"/>
                </a:cubicBezTo>
                <a:cubicBezTo>
                  <a:pt x="1914" y="177"/>
                  <a:pt x="1914" y="177"/>
                  <a:pt x="1914" y="177"/>
                </a:cubicBezTo>
                <a:cubicBezTo>
                  <a:pt x="1915" y="177"/>
                  <a:pt x="1915" y="177"/>
                  <a:pt x="1915" y="177"/>
                </a:cubicBezTo>
                <a:cubicBezTo>
                  <a:pt x="1917" y="177"/>
                  <a:pt x="1920" y="176"/>
                  <a:pt x="1919" y="174"/>
                </a:cubicBezTo>
                <a:cubicBezTo>
                  <a:pt x="1919" y="173"/>
                  <a:pt x="1919" y="173"/>
                  <a:pt x="1919" y="172"/>
                </a:cubicBezTo>
                <a:cubicBezTo>
                  <a:pt x="1918" y="172"/>
                  <a:pt x="1918" y="172"/>
                  <a:pt x="1917" y="171"/>
                </a:cubicBezTo>
                <a:cubicBezTo>
                  <a:pt x="1917" y="171"/>
                  <a:pt x="1916" y="171"/>
                  <a:pt x="1916" y="171"/>
                </a:cubicBezTo>
                <a:cubicBezTo>
                  <a:pt x="1915" y="170"/>
                  <a:pt x="1914" y="170"/>
                  <a:pt x="1914" y="170"/>
                </a:cubicBezTo>
                <a:cubicBezTo>
                  <a:pt x="1913" y="170"/>
                  <a:pt x="1914" y="170"/>
                  <a:pt x="1914" y="170"/>
                </a:cubicBezTo>
                <a:close/>
                <a:moveTo>
                  <a:pt x="1273" y="170"/>
                </a:moveTo>
                <a:cubicBezTo>
                  <a:pt x="1273" y="170"/>
                  <a:pt x="1273" y="170"/>
                  <a:pt x="1272" y="170"/>
                </a:cubicBezTo>
                <a:cubicBezTo>
                  <a:pt x="1272" y="170"/>
                  <a:pt x="1272" y="170"/>
                  <a:pt x="1272" y="170"/>
                </a:cubicBezTo>
                <a:cubicBezTo>
                  <a:pt x="1272" y="170"/>
                  <a:pt x="1272" y="170"/>
                  <a:pt x="1272" y="170"/>
                </a:cubicBezTo>
                <a:cubicBezTo>
                  <a:pt x="1270" y="170"/>
                  <a:pt x="1269" y="170"/>
                  <a:pt x="1268" y="170"/>
                </a:cubicBezTo>
                <a:cubicBezTo>
                  <a:pt x="1268" y="170"/>
                  <a:pt x="1267" y="171"/>
                  <a:pt x="1266" y="171"/>
                </a:cubicBezTo>
                <a:cubicBezTo>
                  <a:pt x="1265" y="171"/>
                  <a:pt x="1265" y="172"/>
                  <a:pt x="1264" y="172"/>
                </a:cubicBezTo>
                <a:cubicBezTo>
                  <a:pt x="1264" y="173"/>
                  <a:pt x="1264" y="173"/>
                  <a:pt x="1264" y="174"/>
                </a:cubicBezTo>
                <a:cubicBezTo>
                  <a:pt x="1264" y="174"/>
                  <a:pt x="1264" y="175"/>
                  <a:pt x="1264" y="175"/>
                </a:cubicBezTo>
                <a:cubicBezTo>
                  <a:pt x="1265" y="175"/>
                  <a:pt x="1265" y="176"/>
                  <a:pt x="1266" y="176"/>
                </a:cubicBezTo>
                <a:cubicBezTo>
                  <a:pt x="1267" y="177"/>
                  <a:pt x="1268" y="177"/>
                  <a:pt x="1268" y="177"/>
                </a:cubicBezTo>
                <a:cubicBezTo>
                  <a:pt x="1269" y="177"/>
                  <a:pt x="1270" y="177"/>
                  <a:pt x="1272" y="177"/>
                </a:cubicBezTo>
                <a:cubicBezTo>
                  <a:pt x="1272" y="177"/>
                  <a:pt x="1272" y="177"/>
                  <a:pt x="1272" y="177"/>
                </a:cubicBezTo>
                <a:cubicBezTo>
                  <a:pt x="1272" y="177"/>
                  <a:pt x="1272" y="177"/>
                  <a:pt x="1272" y="177"/>
                </a:cubicBezTo>
                <a:cubicBezTo>
                  <a:pt x="1273" y="177"/>
                  <a:pt x="1273" y="177"/>
                  <a:pt x="1273" y="177"/>
                </a:cubicBezTo>
                <a:cubicBezTo>
                  <a:pt x="1273" y="177"/>
                  <a:pt x="1273" y="177"/>
                  <a:pt x="1273" y="177"/>
                </a:cubicBezTo>
                <a:cubicBezTo>
                  <a:pt x="1274" y="177"/>
                  <a:pt x="1275" y="177"/>
                  <a:pt x="1276" y="177"/>
                </a:cubicBezTo>
                <a:cubicBezTo>
                  <a:pt x="1277" y="177"/>
                  <a:pt x="1277" y="176"/>
                  <a:pt x="1278" y="176"/>
                </a:cubicBezTo>
                <a:cubicBezTo>
                  <a:pt x="1278" y="176"/>
                  <a:pt x="1279" y="175"/>
                  <a:pt x="1279" y="175"/>
                </a:cubicBezTo>
                <a:cubicBezTo>
                  <a:pt x="1279" y="174"/>
                  <a:pt x="1280" y="174"/>
                  <a:pt x="1280" y="174"/>
                </a:cubicBezTo>
                <a:cubicBezTo>
                  <a:pt x="1280" y="173"/>
                  <a:pt x="1279" y="173"/>
                  <a:pt x="1279" y="172"/>
                </a:cubicBezTo>
                <a:cubicBezTo>
                  <a:pt x="1279" y="172"/>
                  <a:pt x="1278" y="171"/>
                  <a:pt x="1278" y="171"/>
                </a:cubicBezTo>
                <a:cubicBezTo>
                  <a:pt x="1277" y="171"/>
                  <a:pt x="1276" y="171"/>
                  <a:pt x="1276" y="170"/>
                </a:cubicBezTo>
                <a:cubicBezTo>
                  <a:pt x="1275" y="170"/>
                  <a:pt x="1274" y="170"/>
                  <a:pt x="1273" y="170"/>
                </a:cubicBezTo>
                <a:cubicBezTo>
                  <a:pt x="1273" y="170"/>
                  <a:pt x="1273" y="170"/>
                  <a:pt x="1273" y="170"/>
                </a:cubicBezTo>
                <a:close/>
                <a:moveTo>
                  <a:pt x="1628" y="170"/>
                </a:moveTo>
                <a:cubicBezTo>
                  <a:pt x="1627" y="170"/>
                  <a:pt x="1626" y="171"/>
                  <a:pt x="1625" y="171"/>
                </a:cubicBezTo>
                <a:cubicBezTo>
                  <a:pt x="1625" y="171"/>
                  <a:pt x="1624" y="172"/>
                  <a:pt x="1624" y="172"/>
                </a:cubicBezTo>
                <a:cubicBezTo>
                  <a:pt x="1623" y="173"/>
                  <a:pt x="1623" y="173"/>
                  <a:pt x="1623" y="174"/>
                </a:cubicBezTo>
                <a:cubicBezTo>
                  <a:pt x="1623" y="174"/>
                  <a:pt x="1624" y="175"/>
                  <a:pt x="1624" y="175"/>
                </a:cubicBezTo>
                <a:cubicBezTo>
                  <a:pt x="1625" y="175"/>
                  <a:pt x="1625" y="176"/>
                  <a:pt x="1626" y="176"/>
                </a:cubicBezTo>
                <a:cubicBezTo>
                  <a:pt x="1627" y="177"/>
                  <a:pt x="1628" y="177"/>
                  <a:pt x="1629" y="177"/>
                </a:cubicBezTo>
                <a:cubicBezTo>
                  <a:pt x="1630" y="177"/>
                  <a:pt x="1631" y="177"/>
                  <a:pt x="1632" y="177"/>
                </a:cubicBezTo>
                <a:cubicBezTo>
                  <a:pt x="1633" y="177"/>
                  <a:pt x="1634" y="177"/>
                  <a:pt x="1635" y="177"/>
                </a:cubicBezTo>
                <a:cubicBezTo>
                  <a:pt x="1636" y="177"/>
                  <a:pt x="1637" y="177"/>
                  <a:pt x="1637" y="176"/>
                </a:cubicBezTo>
                <a:cubicBezTo>
                  <a:pt x="1638" y="176"/>
                  <a:pt x="1639" y="175"/>
                  <a:pt x="1639" y="175"/>
                </a:cubicBezTo>
                <a:cubicBezTo>
                  <a:pt x="1639" y="175"/>
                  <a:pt x="1639" y="174"/>
                  <a:pt x="1639" y="174"/>
                </a:cubicBezTo>
                <a:cubicBezTo>
                  <a:pt x="1639" y="173"/>
                  <a:pt x="1639" y="173"/>
                  <a:pt x="1639" y="172"/>
                </a:cubicBezTo>
                <a:cubicBezTo>
                  <a:pt x="1638" y="172"/>
                  <a:pt x="1637" y="171"/>
                  <a:pt x="1637" y="171"/>
                </a:cubicBezTo>
                <a:cubicBezTo>
                  <a:pt x="1636" y="171"/>
                  <a:pt x="1635" y="170"/>
                  <a:pt x="1634" y="170"/>
                </a:cubicBezTo>
                <a:cubicBezTo>
                  <a:pt x="1633" y="170"/>
                  <a:pt x="1632" y="170"/>
                  <a:pt x="1631" y="170"/>
                </a:cubicBezTo>
                <a:cubicBezTo>
                  <a:pt x="1630" y="170"/>
                  <a:pt x="1629" y="170"/>
                  <a:pt x="1628" y="170"/>
                </a:cubicBezTo>
                <a:close/>
                <a:moveTo>
                  <a:pt x="1433" y="170"/>
                </a:moveTo>
                <a:cubicBezTo>
                  <a:pt x="1432" y="170"/>
                  <a:pt x="1432" y="170"/>
                  <a:pt x="1432" y="170"/>
                </a:cubicBezTo>
                <a:cubicBezTo>
                  <a:pt x="1432" y="170"/>
                  <a:pt x="1432" y="170"/>
                  <a:pt x="1432" y="170"/>
                </a:cubicBezTo>
                <a:cubicBezTo>
                  <a:pt x="1432" y="170"/>
                  <a:pt x="1431" y="170"/>
                  <a:pt x="1431" y="170"/>
                </a:cubicBezTo>
                <a:cubicBezTo>
                  <a:pt x="1430" y="170"/>
                  <a:pt x="1429" y="170"/>
                  <a:pt x="1428" y="170"/>
                </a:cubicBezTo>
                <a:cubicBezTo>
                  <a:pt x="1427" y="170"/>
                  <a:pt x="1426" y="171"/>
                  <a:pt x="1426" y="171"/>
                </a:cubicBezTo>
                <a:cubicBezTo>
                  <a:pt x="1425" y="171"/>
                  <a:pt x="1424" y="172"/>
                  <a:pt x="1424" y="172"/>
                </a:cubicBezTo>
                <a:cubicBezTo>
                  <a:pt x="1424" y="173"/>
                  <a:pt x="1423" y="173"/>
                  <a:pt x="1424" y="174"/>
                </a:cubicBezTo>
                <a:cubicBezTo>
                  <a:pt x="1424" y="174"/>
                  <a:pt x="1424" y="175"/>
                  <a:pt x="1424" y="175"/>
                </a:cubicBezTo>
                <a:cubicBezTo>
                  <a:pt x="1425" y="175"/>
                  <a:pt x="1425" y="176"/>
                  <a:pt x="1426" y="176"/>
                </a:cubicBezTo>
                <a:cubicBezTo>
                  <a:pt x="1427" y="177"/>
                  <a:pt x="1428" y="177"/>
                  <a:pt x="1429" y="177"/>
                </a:cubicBezTo>
                <a:cubicBezTo>
                  <a:pt x="1430" y="177"/>
                  <a:pt x="1431" y="177"/>
                  <a:pt x="1432" y="177"/>
                </a:cubicBezTo>
                <a:cubicBezTo>
                  <a:pt x="1432" y="177"/>
                  <a:pt x="1432" y="177"/>
                  <a:pt x="1432" y="177"/>
                </a:cubicBezTo>
                <a:cubicBezTo>
                  <a:pt x="1432" y="177"/>
                  <a:pt x="1432" y="177"/>
                  <a:pt x="1433" y="177"/>
                </a:cubicBezTo>
                <a:cubicBezTo>
                  <a:pt x="1433" y="177"/>
                  <a:pt x="1433" y="177"/>
                  <a:pt x="1433" y="177"/>
                </a:cubicBezTo>
                <a:cubicBezTo>
                  <a:pt x="1433" y="177"/>
                  <a:pt x="1433" y="177"/>
                  <a:pt x="1433" y="177"/>
                </a:cubicBezTo>
                <a:cubicBezTo>
                  <a:pt x="1434" y="177"/>
                  <a:pt x="1435" y="177"/>
                  <a:pt x="1436" y="177"/>
                </a:cubicBezTo>
                <a:cubicBezTo>
                  <a:pt x="1437" y="177"/>
                  <a:pt x="1437" y="176"/>
                  <a:pt x="1438" y="176"/>
                </a:cubicBezTo>
                <a:cubicBezTo>
                  <a:pt x="1438" y="176"/>
                  <a:pt x="1439" y="175"/>
                  <a:pt x="1439" y="175"/>
                </a:cubicBezTo>
                <a:cubicBezTo>
                  <a:pt x="1439" y="174"/>
                  <a:pt x="1439" y="174"/>
                  <a:pt x="1439" y="174"/>
                </a:cubicBezTo>
                <a:cubicBezTo>
                  <a:pt x="1439" y="173"/>
                  <a:pt x="1439" y="173"/>
                  <a:pt x="1439" y="172"/>
                </a:cubicBezTo>
                <a:cubicBezTo>
                  <a:pt x="1439" y="172"/>
                  <a:pt x="1438" y="171"/>
                  <a:pt x="1438" y="171"/>
                </a:cubicBezTo>
                <a:cubicBezTo>
                  <a:pt x="1437" y="171"/>
                  <a:pt x="1436" y="171"/>
                  <a:pt x="1435" y="170"/>
                </a:cubicBezTo>
                <a:cubicBezTo>
                  <a:pt x="1435" y="170"/>
                  <a:pt x="1434" y="170"/>
                  <a:pt x="1433" y="170"/>
                </a:cubicBezTo>
                <a:cubicBezTo>
                  <a:pt x="1433" y="170"/>
                  <a:pt x="1433" y="170"/>
                  <a:pt x="1433" y="170"/>
                </a:cubicBezTo>
                <a:close/>
                <a:moveTo>
                  <a:pt x="1867" y="170"/>
                </a:moveTo>
                <a:cubicBezTo>
                  <a:pt x="1866" y="170"/>
                  <a:pt x="1866" y="171"/>
                  <a:pt x="1865" y="171"/>
                </a:cubicBezTo>
                <a:cubicBezTo>
                  <a:pt x="1864" y="171"/>
                  <a:pt x="1864" y="172"/>
                  <a:pt x="1864" y="172"/>
                </a:cubicBezTo>
                <a:cubicBezTo>
                  <a:pt x="1863" y="173"/>
                  <a:pt x="1863" y="173"/>
                  <a:pt x="1863" y="174"/>
                </a:cubicBezTo>
                <a:cubicBezTo>
                  <a:pt x="1863" y="174"/>
                  <a:pt x="1864" y="175"/>
                  <a:pt x="1864" y="175"/>
                </a:cubicBezTo>
                <a:cubicBezTo>
                  <a:pt x="1865" y="175"/>
                  <a:pt x="1865" y="176"/>
                  <a:pt x="1866" y="176"/>
                </a:cubicBezTo>
                <a:cubicBezTo>
                  <a:pt x="1867" y="177"/>
                  <a:pt x="1868" y="177"/>
                  <a:pt x="1869" y="177"/>
                </a:cubicBezTo>
                <a:cubicBezTo>
                  <a:pt x="1870" y="177"/>
                  <a:pt x="1871" y="177"/>
                  <a:pt x="1872" y="177"/>
                </a:cubicBezTo>
                <a:cubicBezTo>
                  <a:pt x="1873" y="177"/>
                  <a:pt x="1874" y="177"/>
                  <a:pt x="1875" y="177"/>
                </a:cubicBezTo>
                <a:cubicBezTo>
                  <a:pt x="1876" y="177"/>
                  <a:pt x="1877" y="177"/>
                  <a:pt x="1877" y="176"/>
                </a:cubicBezTo>
                <a:cubicBezTo>
                  <a:pt x="1878" y="176"/>
                  <a:pt x="1879" y="175"/>
                  <a:pt x="1879" y="175"/>
                </a:cubicBezTo>
                <a:cubicBezTo>
                  <a:pt x="1879" y="175"/>
                  <a:pt x="1879" y="174"/>
                  <a:pt x="1879" y="174"/>
                </a:cubicBezTo>
                <a:cubicBezTo>
                  <a:pt x="1879" y="173"/>
                  <a:pt x="1879" y="173"/>
                  <a:pt x="1878" y="172"/>
                </a:cubicBezTo>
                <a:cubicBezTo>
                  <a:pt x="1878" y="172"/>
                  <a:pt x="1877" y="171"/>
                  <a:pt x="1876" y="171"/>
                </a:cubicBezTo>
                <a:cubicBezTo>
                  <a:pt x="1876" y="171"/>
                  <a:pt x="1875" y="170"/>
                  <a:pt x="1874" y="170"/>
                </a:cubicBezTo>
                <a:cubicBezTo>
                  <a:pt x="1873" y="170"/>
                  <a:pt x="1872" y="170"/>
                  <a:pt x="1870" y="170"/>
                </a:cubicBezTo>
                <a:cubicBezTo>
                  <a:pt x="1869" y="170"/>
                  <a:pt x="1868" y="170"/>
                  <a:pt x="1867" y="170"/>
                </a:cubicBezTo>
                <a:close/>
                <a:moveTo>
                  <a:pt x="1674" y="170"/>
                </a:moveTo>
                <a:cubicBezTo>
                  <a:pt x="1673" y="170"/>
                  <a:pt x="1672" y="170"/>
                  <a:pt x="1671" y="170"/>
                </a:cubicBezTo>
                <a:cubicBezTo>
                  <a:pt x="1670" y="170"/>
                  <a:pt x="1669" y="170"/>
                  <a:pt x="1668" y="170"/>
                </a:cubicBezTo>
                <a:cubicBezTo>
                  <a:pt x="1667" y="170"/>
                  <a:pt x="1666" y="171"/>
                  <a:pt x="1665" y="171"/>
                </a:cubicBezTo>
                <a:cubicBezTo>
                  <a:pt x="1665" y="171"/>
                  <a:pt x="1664" y="172"/>
                  <a:pt x="1664" y="172"/>
                </a:cubicBezTo>
                <a:cubicBezTo>
                  <a:pt x="1663" y="173"/>
                  <a:pt x="1663" y="173"/>
                  <a:pt x="1663" y="174"/>
                </a:cubicBezTo>
                <a:cubicBezTo>
                  <a:pt x="1663" y="174"/>
                  <a:pt x="1664" y="175"/>
                  <a:pt x="1664" y="175"/>
                </a:cubicBezTo>
                <a:cubicBezTo>
                  <a:pt x="1665" y="175"/>
                  <a:pt x="1665" y="176"/>
                  <a:pt x="1666" y="176"/>
                </a:cubicBezTo>
                <a:cubicBezTo>
                  <a:pt x="1667" y="177"/>
                  <a:pt x="1668" y="177"/>
                  <a:pt x="1669" y="177"/>
                </a:cubicBezTo>
                <a:cubicBezTo>
                  <a:pt x="1670" y="177"/>
                  <a:pt x="1671" y="177"/>
                  <a:pt x="1672" y="177"/>
                </a:cubicBezTo>
                <a:cubicBezTo>
                  <a:pt x="1672" y="177"/>
                  <a:pt x="1672" y="177"/>
                  <a:pt x="1673" y="177"/>
                </a:cubicBezTo>
                <a:cubicBezTo>
                  <a:pt x="1673" y="177"/>
                  <a:pt x="1673" y="177"/>
                  <a:pt x="1673" y="177"/>
                </a:cubicBezTo>
                <a:cubicBezTo>
                  <a:pt x="1674" y="177"/>
                  <a:pt x="1674" y="177"/>
                  <a:pt x="1674" y="177"/>
                </a:cubicBezTo>
                <a:cubicBezTo>
                  <a:pt x="1674" y="177"/>
                  <a:pt x="1675" y="177"/>
                  <a:pt x="1675" y="177"/>
                </a:cubicBezTo>
                <a:cubicBezTo>
                  <a:pt x="1676" y="177"/>
                  <a:pt x="1677" y="177"/>
                  <a:pt x="1677" y="176"/>
                </a:cubicBezTo>
                <a:cubicBezTo>
                  <a:pt x="1678" y="176"/>
                  <a:pt x="1678" y="176"/>
                  <a:pt x="1678" y="176"/>
                </a:cubicBezTo>
                <a:cubicBezTo>
                  <a:pt x="1679" y="175"/>
                  <a:pt x="1679" y="175"/>
                  <a:pt x="1679" y="175"/>
                </a:cubicBezTo>
                <a:cubicBezTo>
                  <a:pt x="1679" y="175"/>
                  <a:pt x="1679" y="175"/>
                  <a:pt x="1679" y="174"/>
                </a:cubicBezTo>
                <a:cubicBezTo>
                  <a:pt x="1679" y="174"/>
                  <a:pt x="1679" y="174"/>
                  <a:pt x="1679" y="174"/>
                </a:cubicBezTo>
                <a:cubicBezTo>
                  <a:pt x="1679" y="173"/>
                  <a:pt x="1679" y="173"/>
                  <a:pt x="1679" y="173"/>
                </a:cubicBezTo>
                <a:cubicBezTo>
                  <a:pt x="1679" y="173"/>
                  <a:pt x="1679" y="172"/>
                  <a:pt x="1678" y="172"/>
                </a:cubicBezTo>
                <a:cubicBezTo>
                  <a:pt x="1678" y="172"/>
                  <a:pt x="1678" y="172"/>
                  <a:pt x="1678" y="171"/>
                </a:cubicBezTo>
                <a:cubicBezTo>
                  <a:pt x="1677" y="171"/>
                  <a:pt x="1677" y="171"/>
                  <a:pt x="1677" y="171"/>
                </a:cubicBezTo>
                <a:cubicBezTo>
                  <a:pt x="1676" y="170"/>
                  <a:pt x="1675" y="170"/>
                  <a:pt x="1674" y="170"/>
                </a:cubicBezTo>
                <a:cubicBezTo>
                  <a:pt x="1674" y="170"/>
                  <a:pt x="1674" y="170"/>
                  <a:pt x="1674" y="170"/>
                </a:cubicBezTo>
                <a:close/>
                <a:moveTo>
                  <a:pt x="2107" y="170"/>
                </a:moveTo>
                <a:cubicBezTo>
                  <a:pt x="2106" y="170"/>
                  <a:pt x="2105" y="171"/>
                  <a:pt x="2105" y="171"/>
                </a:cubicBezTo>
                <a:cubicBezTo>
                  <a:pt x="2104" y="171"/>
                  <a:pt x="2104" y="172"/>
                  <a:pt x="2103" y="172"/>
                </a:cubicBezTo>
                <a:cubicBezTo>
                  <a:pt x="2103" y="173"/>
                  <a:pt x="2103" y="173"/>
                  <a:pt x="2103" y="174"/>
                </a:cubicBezTo>
                <a:cubicBezTo>
                  <a:pt x="2103" y="174"/>
                  <a:pt x="2104" y="175"/>
                  <a:pt x="2104" y="175"/>
                </a:cubicBezTo>
                <a:cubicBezTo>
                  <a:pt x="2105" y="175"/>
                  <a:pt x="2105" y="176"/>
                  <a:pt x="2106" y="176"/>
                </a:cubicBezTo>
                <a:cubicBezTo>
                  <a:pt x="2107" y="177"/>
                  <a:pt x="2108" y="177"/>
                  <a:pt x="2109" y="177"/>
                </a:cubicBezTo>
                <a:cubicBezTo>
                  <a:pt x="2110" y="177"/>
                  <a:pt x="2111" y="177"/>
                  <a:pt x="2112" y="177"/>
                </a:cubicBezTo>
                <a:cubicBezTo>
                  <a:pt x="2113" y="177"/>
                  <a:pt x="2114" y="177"/>
                  <a:pt x="2115" y="177"/>
                </a:cubicBezTo>
                <a:cubicBezTo>
                  <a:pt x="2116" y="177"/>
                  <a:pt x="2117" y="177"/>
                  <a:pt x="2117" y="176"/>
                </a:cubicBezTo>
                <a:cubicBezTo>
                  <a:pt x="2118" y="176"/>
                  <a:pt x="2119" y="175"/>
                  <a:pt x="2119" y="175"/>
                </a:cubicBezTo>
                <a:cubicBezTo>
                  <a:pt x="2119" y="175"/>
                  <a:pt x="2119" y="174"/>
                  <a:pt x="2119" y="174"/>
                </a:cubicBezTo>
                <a:cubicBezTo>
                  <a:pt x="2119" y="173"/>
                  <a:pt x="2119" y="173"/>
                  <a:pt x="2118" y="172"/>
                </a:cubicBezTo>
                <a:cubicBezTo>
                  <a:pt x="2117" y="172"/>
                  <a:pt x="2117" y="171"/>
                  <a:pt x="2116" y="171"/>
                </a:cubicBezTo>
                <a:cubicBezTo>
                  <a:pt x="2115" y="171"/>
                  <a:pt x="2114" y="170"/>
                  <a:pt x="2113" y="170"/>
                </a:cubicBezTo>
                <a:cubicBezTo>
                  <a:pt x="2112" y="170"/>
                  <a:pt x="2111" y="170"/>
                  <a:pt x="2110" y="170"/>
                </a:cubicBezTo>
                <a:cubicBezTo>
                  <a:pt x="2109" y="170"/>
                  <a:pt x="2108" y="170"/>
                  <a:pt x="2107" y="170"/>
                </a:cubicBezTo>
                <a:close/>
                <a:moveTo>
                  <a:pt x="1353" y="170"/>
                </a:moveTo>
                <a:cubicBezTo>
                  <a:pt x="1353" y="170"/>
                  <a:pt x="1352" y="170"/>
                  <a:pt x="1352" y="170"/>
                </a:cubicBezTo>
                <a:cubicBezTo>
                  <a:pt x="1352" y="170"/>
                  <a:pt x="1352" y="170"/>
                  <a:pt x="1352" y="170"/>
                </a:cubicBezTo>
                <a:cubicBezTo>
                  <a:pt x="1352" y="170"/>
                  <a:pt x="1352" y="170"/>
                  <a:pt x="1351" y="170"/>
                </a:cubicBezTo>
                <a:cubicBezTo>
                  <a:pt x="1350" y="170"/>
                  <a:pt x="1349" y="170"/>
                  <a:pt x="1348" y="170"/>
                </a:cubicBezTo>
                <a:cubicBezTo>
                  <a:pt x="1347" y="170"/>
                  <a:pt x="1347" y="171"/>
                  <a:pt x="1346" y="171"/>
                </a:cubicBezTo>
                <a:cubicBezTo>
                  <a:pt x="1345" y="171"/>
                  <a:pt x="1345" y="172"/>
                  <a:pt x="1344" y="172"/>
                </a:cubicBezTo>
                <a:cubicBezTo>
                  <a:pt x="1344" y="173"/>
                  <a:pt x="1344" y="173"/>
                  <a:pt x="1344" y="174"/>
                </a:cubicBezTo>
                <a:cubicBezTo>
                  <a:pt x="1344" y="174"/>
                  <a:pt x="1344" y="175"/>
                  <a:pt x="1344" y="175"/>
                </a:cubicBezTo>
                <a:cubicBezTo>
                  <a:pt x="1345" y="175"/>
                  <a:pt x="1345" y="176"/>
                  <a:pt x="1346" y="176"/>
                </a:cubicBezTo>
                <a:cubicBezTo>
                  <a:pt x="1347" y="177"/>
                  <a:pt x="1348" y="177"/>
                  <a:pt x="1349" y="177"/>
                </a:cubicBezTo>
                <a:cubicBezTo>
                  <a:pt x="1350" y="177"/>
                  <a:pt x="1351" y="177"/>
                  <a:pt x="1352" y="177"/>
                </a:cubicBezTo>
                <a:cubicBezTo>
                  <a:pt x="1352" y="177"/>
                  <a:pt x="1352" y="177"/>
                  <a:pt x="1352" y="177"/>
                </a:cubicBezTo>
                <a:cubicBezTo>
                  <a:pt x="1352" y="177"/>
                  <a:pt x="1352" y="177"/>
                  <a:pt x="1352" y="177"/>
                </a:cubicBezTo>
                <a:cubicBezTo>
                  <a:pt x="1353" y="177"/>
                  <a:pt x="1353" y="177"/>
                  <a:pt x="1353" y="177"/>
                </a:cubicBezTo>
                <a:cubicBezTo>
                  <a:pt x="1353" y="177"/>
                  <a:pt x="1353" y="177"/>
                  <a:pt x="1353" y="177"/>
                </a:cubicBezTo>
                <a:cubicBezTo>
                  <a:pt x="1354" y="177"/>
                  <a:pt x="1355" y="177"/>
                  <a:pt x="1356" y="177"/>
                </a:cubicBezTo>
                <a:cubicBezTo>
                  <a:pt x="1357" y="177"/>
                  <a:pt x="1357" y="176"/>
                  <a:pt x="1358" y="176"/>
                </a:cubicBezTo>
                <a:cubicBezTo>
                  <a:pt x="1358" y="176"/>
                  <a:pt x="1359" y="175"/>
                  <a:pt x="1359" y="175"/>
                </a:cubicBezTo>
                <a:cubicBezTo>
                  <a:pt x="1359" y="174"/>
                  <a:pt x="1360" y="174"/>
                  <a:pt x="1360" y="174"/>
                </a:cubicBezTo>
                <a:cubicBezTo>
                  <a:pt x="1360" y="173"/>
                  <a:pt x="1359" y="173"/>
                  <a:pt x="1359" y="172"/>
                </a:cubicBezTo>
                <a:cubicBezTo>
                  <a:pt x="1359" y="172"/>
                  <a:pt x="1358" y="171"/>
                  <a:pt x="1358" y="171"/>
                </a:cubicBezTo>
                <a:cubicBezTo>
                  <a:pt x="1357" y="171"/>
                  <a:pt x="1356" y="171"/>
                  <a:pt x="1356" y="170"/>
                </a:cubicBezTo>
                <a:cubicBezTo>
                  <a:pt x="1355" y="170"/>
                  <a:pt x="1354" y="170"/>
                  <a:pt x="1353" y="170"/>
                </a:cubicBezTo>
                <a:cubicBezTo>
                  <a:pt x="1353" y="170"/>
                  <a:pt x="1353" y="170"/>
                  <a:pt x="1353" y="170"/>
                </a:cubicBezTo>
                <a:close/>
                <a:moveTo>
                  <a:pt x="1708" y="170"/>
                </a:moveTo>
                <a:cubicBezTo>
                  <a:pt x="1707" y="170"/>
                  <a:pt x="1706" y="171"/>
                  <a:pt x="1705" y="171"/>
                </a:cubicBezTo>
                <a:cubicBezTo>
                  <a:pt x="1705" y="171"/>
                  <a:pt x="1704" y="172"/>
                  <a:pt x="1704" y="172"/>
                </a:cubicBezTo>
                <a:cubicBezTo>
                  <a:pt x="1703" y="173"/>
                  <a:pt x="1703" y="173"/>
                  <a:pt x="1703" y="174"/>
                </a:cubicBezTo>
                <a:cubicBezTo>
                  <a:pt x="1703" y="174"/>
                  <a:pt x="1704" y="175"/>
                  <a:pt x="1704" y="175"/>
                </a:cubicBezTo>
                <a:cubicBezTo>
                  <a:pt x="1705" y="175"/>
                  <a:pt x="1705" y="176"/>
                  <a:pt x="1706" y="176"/>
                </a:cubicBezTo>
                <a:cubicBezTo>
                  <a:pt x="1707" y="177"/>
                  <a:pt x="1708" y="177"/>
                  <a:pt x="1709" y="177"/>
                </a:cubicBezTo>
                <a:cubicBezTo>
                  <a:pt x="1710" y="177"/>
                  <a:pt x="1711" y="177"/>
                  <a:pt x="1712" y="177"/>
                </a:cubicBezTo>
                <a:cubicBezTo>
                  <a:pt x="1713" y="177"/>
                  <a:pt x="1714" y="177"/>
                  <a:pt x="1715" y="177"/>
                </a:cubicBezTo>
                <a:cubicBezTo>
                  <a:pt x="1716" y="177"/>
                  <a:pt x="1717" y="177"/>
                  <a:pt x="1717" y="176"/>
                </a:cubicBezTo>
                <a:cubicBezTo>
                  <a:pt x="1718" y="176"/>
                  <a:pt x="1719" y="175"/>
                  <a:pt x="1719" y="175"/>
                </a:cubicBezTo>
                <a:cubicBezTo>
                  <a:pt x="1719" y="175"/>
                  <a:pt x="1719" y="174"/>
                  <a:pt x="1719" y="174"/>
                </a:cubicBezTo>
                <a:cubicBezTo>
                  <a:pt x="1719" y="173"/>
                  <a:pt x="1719" y="173"/>
                  <a:pt x="1718" y="172"/>
                </a:cubicBezTo>
                <a:cubicBezTo>
                  <a:pt x="1718" y="172"/>
                  <a:pt x="1717" y="171"/>
                  <a:pt x="1717" y="171"/>
                </a:cubicBezTo>
                <a:cubicBezTo>
                  <a:pt x="1716" y="171"/>
                  <a:pt x="1715" y="170"/>
                  <a:pt x="1714" y="170"/>
                </a:cubicBezTo>
                <a:cubicBezTo>
                  <a:pt x="1713" y="170"/>
                  <a:pt x="1712" y="170"/>
                  <a:pt x="1711" y="170"/>
                </a:cubicBezTo>
                <a:cubicBezTo>
                  <a:pt x="1710" y="170"/>
                  <a:pt x="1709" y="170"/>
                  <a:pt x="1708" y="170"/>
                </a:cubicBezTo>
                <a:close/>
                <a:moveTo>
                  <a:pt x="1834" y="170"/>
                </a:moveTo>
                <a:cubicBezTo>
                  <a:pt x="1833" y="170"/>
                  <a:pt x="1832" y="170"/>
                  <a:pt x="1831" y="170"/>
                </a:cubicBezTo>
                <a:cubicBezTo>
                  <a:pt x="1829" y="170"/>
                  <a:pt x="1828" y="170"/>
                  <a:pt x="1828" y="170"/>
                </a:cubicBezTo>
                <a:cubicBezTo>
                  <a:pt x="1827" y="170"/>
                  <a:pt x="1826" y="171"/>
                  <a:pt x="1825" y="171"/>
                </a:cubicBezTo>
                <a:cubicBezTo>
                  <a:pt x="1824" y="171"/>
                  <a:pt x="1824" y="172"/>
                  <a:pt x="1824" y="172"/>
                </a:cubicBezTo>
                <a:cubicBezTo>
                  <a:pt x="1823" y="173"/>
                  <a:pt x="1823" y="173"/>
                  <a:pt x="1823" y="174"/>
                </a:cubicBezTo>
                <a:cubicBezTo>
                  <a:pt x="1823" y="174"/>
                  <a:pt x="1824" y="175"/>
                  <a:pt x="1824" y="175"/>
                </a:cubicBezTo>
                <a:cubicBezTo>
                  <a:pt x="1825" y="175"/>
                  <a:pt x="1825" y="176"/>
                  <a:pt x="1826" y="176"/>
                </a:cubicBezTo>
                <a:cubicBezTo>
                  <a:pt x="1827" y="177"/>
                  <a:pt x="1828" y="177"/>
                  <a:pt x="1829" y="177"/>
                </a:cubicBezTo>
                <a:cubicBezTo>
                  <a:pt x="1830" y="177"/>
                  <a:pt x="1831" y="177"/>
                  <a:pt x="1832" y="177"/>
                </a:cubicBezTo>
                <a:cubicBezTo>
                  <a:pt x="1832" y="177"/>
                  <a:pt x="1832" y="177"/>
                  <a:pt x="1833" y="177"/>
                </a:cubicBezTo>
                <a:cubicBezTo>
                  <a:pt x="1833" y="177"/>
                  <a:pt x="1833" y="177"/>
                  <a:pt x="1834" y="177"/>
                </a:cubicBezTo>
                <a:cubicBezTo>
                  <a:pt x="1834" y="177"/>
                  <a:pt x="1834" y="177"/>
                  <a:pt x="1834" y="177"/>
                </a:cubicBezTo>
                <a:cubicBezTo>
                  <a:pt x="1834" y="177"/>
                  <a:pt x="1835" y="177"/>
                  <a:pt x="1835" y="177"/>
                </a:cubicBezTo>
                <a:cubicBezTo>
                  <a:pt x="1836" y="177"/>
                  <a:pt x="1840" y="176"/>
                  <a:pt x="1839" y="174"/>
                </a:cubicBezTo>
                <a:cubicBezTo>
                  <a:pt x="1839" y="173"/>
                  <a:pt x="1839" y="173"/>
                  <a:pt x="1839" y="172"/>
                </a:cubicBezTo>
                <a:cubicBezTo>
                  <a:pt x="1838" y="172"/>
                  <a:pt x="1838" y="172"/>
                  <a:pt x="1837" y="171"/>
                </a:cubicBezTo>
                <a:cubicBezTo>
                  <a:pt x="1837" y="171"/>
                  <a:pt x="1836" y="171"/>
                  <a:pt x="1836" y="171"/>
                </a:cubicBezTo>
                <a:cubicBezTo>
                  <a:pt x="1835" y="170"/>
                  <a:pt x="1834" y="170"/>
                  <a:pt x="1834" y="170"/>
                </a:cubicBezTo>
                <a:cubicBezTo>
                  <a:pt x="1833" y="170"/>
                  <a:pt x="1834" y="170"/>
                  <a:pt x="1834" y="170"/>
                </a:cubicBezTo>
                <a:close/>
                <a:moveTo>
                  <a:pt x="2267" y="170"/>
                </a:moveTo>
                <a:cubicBezTo>
                  <a:pt x="2266" y="170"/>
                  <a:pt x="2265" y="171"/>
                  <a:pt x="2264" y="171"/>
                </a:cubicBezTo>
                <a:cubicBezTo>
                  <a:pt x="2264" y="171"/>
                  <a:pt x="2263" y="172"/>
                  <a:pt x="2263" y="172"/>
                </a:cubicBezTo>
                <a:cubicBezTo>
                  <a:pt x="2263" y="173"/>
                  <a:pt x="2263" y="173"/>
                  <a:pt x="2263" y="174"/>
                </a:cubicBezTo>
                <a:cubicBezTo>
                  <a:pt x="2263" y="174"/>
                  <a:pt x="2263" y="175"/>
                  <a:pt x="2264" y="175"/>
                </a:cubicBezTo>
                <a:cubicBezTo>
                  <a:pt x="2265" y="175"/>
                  <a:pt x="2265" y="176"/>
                  <a:pt x="2266" y="176"/>
                </a:cubicBezTo>
                <a:cubicBezTo>
                  <a:pt x="2267" y="177"/>
                  <a:pt x="2268" y="177"/>
                  <a:pt x="2269" y="177"/>
                </a:cubicBezTo>
                <a:cubicBezTo>
                  <a:pt x="2270" y="177"/>
                  <a:pt x="2271" y="177"/>
                  <a:pt x="2272" y="177"/>
                </a:cubicBezTo>
                <a:cubicBezTo>
                  <a:pt x="2273" y="177"/>
                  <a:pt x="2274" y="177"/>
                  <a:pt x="2275" y="177"/>
                </a:cubicBezTo>
                <a:cubicBezTo>
                  <a:pt x="2276" y="177"/>
                  <a:pt x="2277" y="177"/>
                  <a:pt x="2277" y="176"/>
                </a:cubicBezTo>
                <a:cubicBezTo>
                  <a:pt x="2278" y="176"/>
                  <a:pt x="2279" y="175"/>
                  <a:pt x="2279" y="175"/>
                </a:cubicBezTo>
                <a:cubicBezTo>
                  <a:pt x="2279" y="175"/>
                  <a:pt x="2279" y="174"/>
                  <a:pt x="2279" y="174"/>
                </a:cubicBezTo>
                <a:cubicBezTo>
                  <a:pt x="2279" y="173"/>
                  <a:pt x="2278" y="173"/>
                  <a:pt x="2278" y="172"/>
                </a:cubicBezTo>
                <a:cubicBezTo>
                  <a:pt x="2277" y="172"/>
                  <a:pt x="2277" y="171"/>
                  <a:pt x="2276" y="171"/>
                </a:cubicBezTo>
                <a:cubicBezTo>
                  <a:pt x="2275" y="171"/>
                  <a:pt x="2274" y="170"/>
                  <a:pt x="2273" y="170"/>
                </a:cubicBezTo>
                <a:cubicBezTo>
                  <a:pt x="2272" y="170"/>
                  <a:pt x="2271" y="170"/>
                  <a:pt x="2270" y="170"/>
                </a:cubicBezTo>
                <a:cubicBezTo>
                  <a:pt x="2269" y="170"/>
                  <a:pt x="2268" y="170"/>
                  <a:pt x="2267" y="170"/>
                </a:cubicBezTo>
                <a:close/>
                <a:moveTo>
                  <a:pt x="1753" y="170"/>
                </a:moveTo>
                <a:cubicBezTo>
                  <a:pt x="1753" y="170"/>
                  <a:pt x="1753" y="170"/>
                  <a:pt x="1752" y="170"/>
                </a:cubicBezTo>
                <a:cubicBezTo>
                  <a:pt x="1752" y="170"/>
                  <a:pt x="1752" y="170"/>
                  <a:pt x="1752" y="170"/>
                </a:cubicBezTo>
                <a:cubicBezTo>
                  <a:pt x="1751" y="170"/>
                  <a:pt x="1751" y="170"/>
                  <a:pt x="1751" y="170"/>
                </a:cubicBezTo>
                <a:cubicBezTo>
                  <a:pt x="1750" y="170"/>
                  <a:pt x="1750" y="170"/>
                  <a:pt x="1750" y="170"/>
                </a:cubicBezTo>
                <a:cubicBezTo>
                  <a:pt x="1750" y="170"/>
                  <a:pt x="1749" y="170"/>
                  <a:pt x="1749" y="170"/>
                </a:cubicBezTo>
                <a:cubicBezTo>
                  <a:pt x="1749" y="170"/>
                  <a:pt x="1749" y="170"/>
                  <a:pt x="1748" y="170"/>
                </a:cubicBezTo>
                <a:cubicBezTo>
                  <a:pt x="1748" y="170"/>
                  <a:pt x="1748" y="170"/>
                  <a:pt x="1748" y="170"/>
                </a:cubicBezTo>
                <a:cubicBezTo>
                  <a:pt x="1746" y="170"/>
                  <a:pt x="1743" y="171"/>
                  <a:pt x="1743" y="174"/>
                </a:cubicBezTo>
                <a:cubicBezTo>
                  <a:pt x="1743" y="174"/>
                  <a:pt x="1744" y="174"/>
                  <a:pt x="1744" y="175"/>
                </a:cubicBezTo>
                <a:cubicBezTo>
                  <a:pt x="1744" y="175"/>
                  <a:pt x="1744" y="175"/>
                  <a:pt x="1745" y="176"/>
                </a:cubicBezTo>
                <a:cubicBezTo>
                  <a:pt x="1745" y="176"/>
                  <a:pt x="1746" y="176"/>
                  <a:pt x="1747" y="176"/>
                </a:cubicBezTo>
                <a:cubicBezTo>
                  <a:pt x="1747" y="177"/>
                  <a:pt x="1748" y="177"/>
                  <a:pt x="1749" y="177"/>
                </a:cubicBezTo>
                <a:cubicBezTo>
                  <a:pt x="1750" y="177"/>
                  <a:pt x="1751" y="177"/>
                  <a:pt x="1752" y="177"/>
                </a:cubicBezTo>
                <a:cubicBezTo>
                  <a:pt x="1752" y="177"/>
                  <a:pt x="1752" y="177"/>
                  <a:pt x="1753" y="177"/>
                </a:cubicBezTo>
                <a:cubicBezTo>
                  <a:pt x="1753" y="177"/>
                  <a:pt x="1753" y="177"/>
                  <a:pt x="1753" y="177"/>
                </a:cubicBezTo>
                <a:cubicBezTo>
                  <a:pt x="1754" y="177"/>
                  <a:pt x="1754" y="177"/>
                  <a:pt x="1754" y="177"/>
                </a:cubicBezTo>
                <a:cubicBezTo>
                  <a:pt x="1754" y="177"/>
                  <a:pt x="1755" y="177"/>
                  <a:pt x="1755" y="177"/>
                </a:cubicBezTo>
                <a:cubicBezTo>
                  <a:pt x="1756" y="177"/>
                  <a:pt x="1756" y="177"/>
                  <a:pt x="1757" y="176"/>
                </a:cubicBezTo>
                <a:cubicBezTo>
                  <a:pt x="1757" y="176"/>
                  <a:pt x="1758" y="176"/>
                  <a:pt x="1758" y="176"/>
                </a:cubicBezTo>
                <a:cubicBezTo>
                  <a:pt x="1759" y="175"/>
                  <a:pt x="1759" y="175"/>
                  <a:pt x="1759" y="175"/>
                </a:cubicBezTo>
                <a:cubicBezTo>
                  <a:pt x="1759" y="174"/>
                  <a:pt x="1759" y="174"/>
                  <a:pt x="1759" y="174"/>
                </a:cubicBezTo>
                <a:cubicBezTo>
                  <a:pt x="1759" y="173"/>
                  <a:pt x="1759" y="173"/>
                  <a:pt x="1759" y="172"/>
                </a:cubicBezTo>
                <a:cubicBezTo>
                  <a:pt x="1758" y="172"/>
                  <a:pt x="1758" y="172"/>
                  <a:pt x="1758" y="171"/>
                </a:cubicBezTo>
                <a:cubicBezTo>
                  <a:pt x="1757" y="171"/>
                  <a:pt x="1757" y="171"/>
                  <a:pt x="1756" y="171"/>
                </a:cubicBezTo>
                <a:cubicBezTo>
                  <a:pt x="1755" y="170"/>
                  <a:pt x="1755" y="170"/>
                  <a:pt x="1754" y="170"/>
                </a:cubicBezTo>
                <a:cubicBezTo>
                  <a:pt x="1754" y="170"/>
                  <a:pt x="1753" y="170"/>
                  <a:pt x="1753" y="170"/>
                </a:cubicBezTo>
                <a:close/>
                <a:moveTo>
                  <a:pt x="1388" y="170"/>
                </a:moveTo>
                <a:cubicBezTo>
                  <a:pt x="1387" y="170"/>
                  <a:pt x="1386" y="171"/>
                  <a:pt x="1386" y="171"/>
                </a:cubicBezTo>
                <a:cubicBezTo>
                  <a:pt x="1385" y="171"/>
                  <a:pt x="1384" y="172"/>
                  <a:pt x="1384" y="172"/>
                </a:cubicBezTo>
                <a:cubicBezTo>
                  <a:pt x="1384" y="173"/>
                  <a:pt x="1383" y="173"/>
                  <a:pt x="1384" y="174"/>
                </a:cubicBezTo>
                <a:cubicBezTo>
                  <a:pt x="1384" y="174"/>
                  <a:pt x="1384" y="175"/>
                  <a:pt x="1384" y="175"/>
                </a:cubicBezTo>
                <a:cubicBezTo>
                  <a:pt x="1385" y="175"/>
                  <a:pt x="1385" y="176"/>
                  <a:pt x="1386" y="176"/>
                </a:cubicBezTo>
                <a:cubicBezTo>
                  <a:pt x="1387" y="177"/>
                  <a:pt x="1388" y="177"/>
                  <a:pt x="1389" y="177"/>
                </a:cubicBezTo>
                <a:cubicBezTo>
                  <a:pt x="1390" y="177"/>
                  <a:pt x="1391" y="177"/>
                  <a:pt x="1392" y="177"/>
                </a:cubicBezTo>
                <a:cubicBezTo>
                  <a:pt x="1393" y="177"/>
                  <a:pt x="1394" y="177"/>
                  <a:pt x="1395" y="177"/>
                </a:cubicBezTo>
                <a:cubicBezTo>
                  <a:pt x="1396" y="177"/>
                  <a:pt x="1397" y="177"/>
                  <a:pt x="1397" y="176"/>
                </a:cubicBezTo>
                <a:cubicBezTo>
                  <a:pt x="1398" y="176"/>
                  <a:pt x="1399" y="175"/>
                  <a:pt x="1399" y="175"/>
                </a:cubicBezTo>
                <a:cubicBezTo>
                  <a:pt x="1399" y="175"/>
                  <a:pt x="1400" y="174"/>
                  <a:pt x="1400" y="174"/>
                </a:cubicBezTo>
                <a:cubicBezTo>
                  <a:pt x="1399" y="173"/>
                  <a:pt x="1399" y="173"/>
                  <a:pt x="1399" y="172"/>
                </a:cubicBezTo>
                <a:cubicBezTo>
                  <a:pt x="1398" y="172"/>
                  <a:pt x="1398" y="171"/>
                  <a:pt x="1397" y="171"/>
                </a:cubicBezTo>
                <a:cubicBezTo>
                  <a:pt x="1396" y="171"/>
                  <a:pt x="1395" y="170"/>
                  <a:pt x="1394" y="170"/>
                </a:cubicBezTo>
                <a:cubicBezTo>
                  <a:pt x="1394" y="170"/>
                  <a:pt x="1392" y="170"/>
                  <a:pt x="1391" y="170"/>
                </a:cubicBezTo>
                <a:cubicBezTo>
                  <a:pt x="1390" y="170"/>
                  <a:pt x="1389" y="170"/>
                  <a:pt x="1388" y="170"/>
                </a:cubicBezTo>
                <a:close/>
                <a:moveTo>
                  <a:pt x="1947" y="170"/>
                </a:moveTo>
                <a:cubicBezTo>
                  <a:pt x="1946" y="170"/>
                  <a:pt x="1946" y="171"/>
                  <a:pt x="1945" y="171"/>
                </a:cubicBezTo>
                <a:cubicBezTo>
                  <a:pt x="1944" y="171"/>
                  <a:pt x="1944" y="172"/>
                  <a:pt x="1943" y="172"/>
                </a:cubicBezTo>
                <a:cubicBezTo>
                  <a:pt x="1943" y="173"/>
                  <a:pt x="1943" y="173"/>
                  <a:pt x="1943" y="174"/>
                </a:cubicBezTo>
                <a:cubicBezTo>
                  <a:pt x="1943" y="174"/>
                  <a:pt x="1944" y="175"/>
                  <a:pt x="1944" y="175"/>
                </a:cubicBezTo>
                <a:cubicBezTo>
                  <a:pt x="1945" y="175"/>
                  <a:pt x="1945" y="176"/>
                  <a:pt x="1946" y="176"/>
                </a:cubicBezTo>
                <a:cubicBezTo>
                  <a:pt x="1947" y="177"/>
                  <a:pt x="1948" y="177"/>
                  <a:pt x="1949" y="177"/>
                </a:cubicBezTo>
                <a:cubicBezTo>
                  <a:pt x="1950" y="177"/>
                  <a:pt x="1951" y="177"/>
                  <a:pt x="1952" y="177"/>
                </a:cubicBezTo>
                <a:cubicBezTo>
                  <a:pt x="1953" y="177"/>
                  <a:pt x="1954" y="177"/>
                  <a:pt x="1955" y="177"/>
                </a:cubicBezTo>
                <a:cubicBezTo>
                  <a:pt x="1956" y="177"/>
                  <a:pt x="1957" y="177"/>
                  <a:pt x="1957" y="176"/>
                </a:cubicBezTo>
                <a:cubicBezTo>
                  <a:pt x="1958" y="176"/>
                  <a:pt x="1959" y="175"/>
                  <a:pt x="1959" y="175"/>
                </a:cubicBezTo>
                <a:cubicBezTo>
                  <a:pt x="1959" y="175"/>
                  <a:pt x="1959" y="174"/>
                  <a:pt x="1959" y="174"/>
                </a:cubicBezTo>
                <a:cubicBezTo>
                  <a:pt x="1959" y="173"/>
                  <a:pt x="1959" y="173"/>
                  <a:pt x="1958" y="172"/>
                </a:cubicBezTo>
                <a:cubicBezTo>
                  <a:pt x="1958" y="172"/>
                  <a:pt x="1957" y="171"/>
                  <a:pt x="1956" y="171"/>
                </a:cubicBezTo>
                <a:cubicBezTo>
                  <a:pt x="1955" y="171"/>
                  <a:pt x="1954" y="170"/>
                  <a:pt x="1953" y="170"/>
                </a:cubicBezTo>
                <a:cubicBezTo>
                  <a:pt x="1952" y="170"/>
                  <a:pt x="1951" y="170"/>
                  <a:pt x="1950" y="170"/>
                </a:cubicBezTo>
                <a:cubicBezTo>
                  <a:pt x="1949" y="170"/>
                  <a:pt x="1948" y="170"/>
                  <a:pt x="1947" y="170"/>
                </a:cubicBezTo>
                <a:close/>
                <a:moveTo>
                  <a:pt x="1788" y="170"/>
                </a:moveTo>
                <a:cubicBezTo>
                  <a:pt x="1787" y="170"/>
                  <a:pt x="1786" y="171"/>
                  <a:pt x="1785" y="171"/>
                </a:cubicBezTo>
                <a:cubicBezTo>
                  <a:pt x="1784" y="171"/>
                  <a:pt x="1784" y="172"/>
                  <a:pt x="1784" y="172"/>
                </a:cubicBezTo>
                <a:cubicBezTo>
                  <a:pt x="1783" y="173"/>
                  <a:pt x="1783" y="173"/>
                  <a:pt x="1783" y="174"/>
                </a:cubicBezTo>
                <a:cubicBezTo>
                  <a:pt x="1783" y="174"/>
                  <a:pt x="1784" y="175"/>
                  <a:pt x="1784" y="175"/>
                </a:cubicBezTo>
                <a:cubicBezTo>
                  <a:pt x="1785" y="175"/>
                  <a:pt x="1785" y="176"/>
                  <a:pt x="1786" y="176"/>
                </a:cubicBezTo>
                <a:cubicBezTo>
                  <a:pt x="1787" y="177"/>
                  <a:pt x="1788" y="177"/>
                  <a:pt x="1789" y="177"/>
                </a:cubicBezTo>
                <a:cubicBezTo>
                  <a:pt x="1790" y="177"/>
                  <a:pt x="1791" y="177"/>
                  <a:pt x="1792" y="177"/>
                </a:cubicBezTo>
                <a:cubicBezTo>
                  <a:pt x="1793" y="177"/>
                  <a:pt x="1794" y="177"/>
                  <a:pt x="1795" y="177"/>
                </a:cubicBezTo>
                <a:cubicBezTo>
                  <a:pt x="1796" y="177"/>
                  <a:pt x="1797" y="177"/>
                  <a:pt x="1797" y="176"/>
                </a:cubicBezTo>
                <a:cubicBezTo>
                  <a:pt x="1798" y="176"/>
                  <a:pt x="1799" y="175"/>
                  <a:pt x="1799" y="175"/>
                </a:cubicBezTo>
                <a:cubicBezTo>
                  <a:pt x="1799" y="175"/>
                  <a:pt x="1799" y="174"/>
                  <a:pt x="1799" y="174"/>
                </a:cubicBezTo>
                <a:cubicBezTo>
                  <a:pt x="1799" y="173"/>
                  <a:pt x="1799" y="173"/>
                  <a:pt x="1798" y="172"/>
                </a:cubicBezTo>
                <a:cubicBezTo>
                  <a:pt x="1798" y="172"/>
                  <a:pt x="1797" y="171"/>
                  <a:pt x="1796" y="171"/>
                </a:cubicBezTo>
                <a:cubicBezTo>
                  <a:pt x="1796" y="171"/>
                  <a:pt x="1795" y="170"/>
                  <a:pt x="1794" y="170"/>
                </a:cubicBezTo>
                <a:cubicBezTo>
                  <a:pt x="1793" y="170"/>
                  <a:pt x="1792" y="170"/>
                  <a:pt x="1791" y="170"/>
                </a:cubicBezTo>
                <a:cubicBezTo>
                  <a:pt x="1789" y="170"/>
                  <a:pt x="1788" y="170"/>
                  <a:pt x="1788" y="170"/>
                </a:cubicBezTo>
                <a:close/>
                <a:moveTo>
                  <a:pt x="875" y="170"/>
                </a:moveTo>
                <a:cubicBezTo>
                  <a:pt x="874" y="170"/>
                  <a:pt x="873" y="170"/>
                  <a:pt x="872" y="170"/>
                </a:cubicBezTo>
                <a:cubicBezTo>
                  <a:pt x="871" y="170"/>
                  <a:pt x="870" y="170"/>
                  <a:pt x="869" y="170"/>
                </a:cubicBezTo>
                <a:cubicBezTo>
                  <a:pt x="868" y="170"/>
                  <a:pt x="867" y="171"/>
                  <a:pt x="867" y="171"/>
                </a:cubicBezTo>
                <a:cubicBezTo>
                  <a:pt x="866" y="171"/>
                  <a:pt x="865" y="172"/>
                  <a:pt x="865" y="172"/>
                </a:cubicBezTo>
                <a:cubicBezTo>
                  <a:pt x="864" y="173"/>
                  <a:pt x="864" y="173"/>
                  <a:pt x="864" y="174"/>
                </a:cubicBezTo>
                <a:cubicBezTo>
                  <a:pt x="864" y="174"/>
                  <a:pt x="864" y="175"/>
                  <a:pt x="864" y="175"/>
                </a:cubicBezTo>
                <a:cubicBezTo>
                  <a:pt x="865" y="175"/>
                  <a:pt x="865" y="176"/>
                  <a:pt x="866" y="176"/>
                </a:cubicBezTo>
                <a:cubicBezTo>
                  <a:pt x="867" y="177"/>
                  <a:pt x="867" y="177"/>
                  <a:pt x="868" y="177"/>
                </a:cubicBezTo>
                <a:cubicBezTo>
                  <a:pt x="869" y="177"/>
                  <a:pt x="870" y="177"/>
                  <a:pt x="871" y="177"/>
                </a:cubicBezTo>
                <a:cubicBezTo>
                  <a:pt x="872" y="177"/>
                  <a:pt x="872" y="177"/>
                  <a:pt x="872" y="177"/>
                </a:cubicBezTo>
                <a:cubicBezTo>
                  <a:pt x="873" y="177"/>
                  <a:pt x="873" y="177"/>
                  <a:pt x="873" y="177"/>
                </a:cubicBezTo>
                <a:cubicBezTo>
                  <a:pt x="873" y="177"/>
                  <a:pt x="874" y="177"/>
                  <a:pt x="874" y="177"/>
                </a:cubicBezTo>
                <a:cubicBezTo>
                  <a:pt x="874" y="177"/>
                  <a:pt x="874" y="177"/>
                  <a:pt x="875" y="177"/>
                </a:cubicBezTo>
                <a:cubicBezTo>
                  <a:pt x="875" y="177"/>
                  <a:pt x="876" y="177"/>
                  <a:pt x="877" y="176"/>
                </a:cubicBezTo>
                <a:cubicBezTo>
                  <a:pt x="878" y="176"/>
                  <a:pt x="878" y="176"/>
                  <a:pt x="878" y="176"/>
                </a:cubicBezTo>
                <a:cubicBezTo>
                  <a:pt x="879" y="175"/>
                  <a:pt x="879" y="175"/>
                  <a:pt x="879" y="175"/>
                </a:cubicBezTo>
                <a:cubicBezTo>
                  <a:pt x="879" y="175"/>
                  <a:pt x="879" y="175"/>
                  <a:pt x="880" y="174"/>
                </a:cubicBezTo>
                <a:cubicBezTo>
                  <a:pt x="880" y="174"/>
                  <a:pt x="880" y="174"/>
                  <a:pt x="880" y="174"/>
                </a:cubicBezTo>
                <a:cubicBezTo>
                  <a:pt x="880" y="173"/>
                  <a:pt x="880" y="173"/>
                  <a:pt x="880" y="173"/>
                </a:cubicBezTo>
                <a:cubicBezTo>
                  <a:pt x="880" y="173"/>
                  <a:pt x="880" y="172"/>
                  <a:pt x="879" y="172"/>
                </a:cubicBezTo>
                <a:cubicBezTo>
                  <a:pt x="879" y="172"/>
                  <a:pt x="879" y="172"/>
                  <a:pt x="879" y="171"/>
                </a:cubicBezTo>
                <a:cubicBezTo>
                  <a:pt x="878" y="171"/>
                  <a:pt x="878" y="171"/>
                  <a:pt x="878" y="171"/>
                </a:cubicBezTo>
                <a:cubicBezTo>
                  <a:pt x="877" y="170"/>
                  <a:pt x="876" y="170"/>
                  <a:pt x="875" y="170"/>
                </a:cubicBezTo>
                <a:cubicBezTo>
                  <a:pt x="875" y="170"/>
                  <a:pt x="876" y="170"/>
                  <a:pt x="875" y="170"/>
                </a:cubicBezTo>
                <a:close/>
                <a:moveTo>
                  <a:pt x="909" y="170"/>
                </a:moveTo>
                <a:cubicBezTo>
                  <a:pt x="908" y="170"/>
                  <a:pt x="907" y="171"/>
                  <a:pt x="907" y="171"/>
                </a:cubicBezTo>
                <a:cubicBezTo>
                  <a:pt x="906" y="171"/>
                  <a:pt x="905" y="172"/>
                  <a:pt x="905" y="172"/>
                </a:cubicBezTo>
                <a:cubicBezTo>
                  <a:pt x="904" y="173"/>
                  <a:pt x="904" y="173"/>
                  <a:pt x="904" y="174"/>
                </a:cubicBezTo>
                <a:cubicBezTo>
                  <a:pt x="904" y="174"/>
                  <a:pt x="904" y="175"/>
                  <a:pt x="904" y="175"/>
                </a:cubicBezTo>
                <a:cubicBezTo>
                  <a:pt x="905" y="175"/>
                  <a:pt x="905" y="176"/>
                  <a:pt x="906" y="176"/>
                </a:cubicBezTo>
                <a:cubicBezTo>
                  <a:pt x="907" y="177"/>
                  <a:pt x="907" y="177"/>
                  <a:pt x="908" y="177"/>
                </a:cubicBezTo>
                <a:cubicBezTo>
                  <a:pt x="909" y="177"/>
                  <a:pt x="910" y="177"/>
                  <a:pt x="911" y="177"/>
                </a:cubicBezTo>
                <a:cubicBezTo>
                  <a:pt x="913" y="177"/>
                  <a:pt x="914" y="177"/>
                  <a:pt x="915" y="177"/>
                </a:cubicBezTo>
                <a:cubicBezTo>
                  <a:pt x="916" y="177"/>
                  <a:pt x="916" y="177"/>
                  <a:pt x="917" y="176"/>
                </a:cubicBezTo>
                <a:cubicBezTo>
                  <a:pt x="918" y="176"/>
                  <a:pt x="919" y="175"/>
                  <a:pt x="919" y="175"/>
                </a:cubicBezTo>
                <a:cubicBezTo>
                  <a:pt x="920" y="175"/>
                  <a:pt x="920" y="174"/>
                  <a:pt x="920" y="174"/>
                </a:cubicBezTo>
                <a:cubicBezTo>
                  <a:pt x="920" y="173"/>
                  <a:pt x="920" y="173"/>
                  <a:pt x="919" y="172"/>
                </a:cubicBezTo>
                <a:cubicBezTo>
                  <a:pt x="919" y="172"/>
                  <a:pt x="919" y="171"/>
                  <a:pt x="918" y="171"/>
                </a:cubicBezTo>
                <a:cubicBezTo>
                  <a:pt x="917" y="171"/>
                  <a:pt x="916" y="170"/>
                  <a:pt x="915" y="170"/>
                </a:cubicBezTo>
                <a:cubicBezTo>
                  <a:pt x="914" y="170"/>
                  <a:pt x="913" y="170"/>
                  <a:pt x="912" y="170"/>
                </a:cubicBezTo>
                <a:cubicBezTo>
                  <a:pt x="911" y="170"/>
                  <a:pt x="910" y="170"/>
                  <a:pt x="909" y="170"/>
                </a:cubicBezTo>
                <a:close/>
                <a:moveTo>
                  <a:pt x="1069" y="170"/>
                </a:moveTo>
                <a:cubicBezTo>
                  <a:pt x="1068" y="170"/>
                  <a:pt x="1067" y="171"/>
                  <a:pt x="1066" y="171"/>
                </a:cubicBezTo>
                <a:cubicBezTo>
                  <a:pt x="1066" y="171"/>
                  <a:pt x="1065" y="172"/>
                  <a:pt x="1064" y="172"/>
                </a:cubicBezTo>
                <a:cubicBezTo>
                  <a:pt x="1064" y="173"/>
                  <a:pt x="1064" y="173"/>
                  <a:pt x="1064" y="174"/>
                </a:cubicBezTo>
                <a:cubicBezTo>
                  <a:pt x="1064" y="174"/>
                  <a:pt x="1064" y="175"/>
                  <a:pt x="1064" y="175"/>
                </a:cubicBezTo>
                <a:cubicBezTo>
                  <a:pt x="1065" y="175"/>
                  <a:pt x="1065" y="176"/>
                  <a:pt x="1066" y="176"/>
                </a:cubicBezTo>
                <a:cubicBezTo>
                  <a:pt x="1067" y="177"/>
                  <a:pt x="1067" y="177"/>
                  <a:pt x="1068" y="177"/>
                </a:cubicBezTo>
                <a:cubicBezTo>
                  <a:pt x="1069" y="177"/>
                  <a:pt x="1070" y="177"/>
                  <a:pt x="1072" y="177"/>
                </a:cubicBezTo>
                <a:cubicBezTo>
                  <a:pt x="1073" y="177"/>
                  <a:pt x="1074" y="177"/>
                  <a:pt x="1075" y="177"/>
                </a:cubicBezTo>
                <a:cubicBezTo>
                  <a:pt x="1076" y="177"/>
                  <a:pt x="1077" y="177"/>
                  <a:pt x="1077" y="176"/>
                </a:cubicBezTo>
                <a:cubicBezTo>
                  <a:pt x="1078" y="176"/>
                  <a:pt x="1079" y="175"/>
                  <a:pt x="1079" y="175"/>
                </a:cubicBezTo>
                <a:cubicBezTo>
                  <a:pt x="1079" y="175"/>
                  <a:pt x="1080" y="174"/>
                  <a:pt x="1080" y="174"/>
                </a:cubicBezTo>
                <a:cubicBezTo>
                  <a:pt x="1080" y="173"/>
                  <a:pt x="1080" y="173"/>
                  <a:pt x="1079" y="172"/>
                </a:cubicBezTo>
                <a:cubicBezTo>
                  <a:pt x="1079" y="172"/>
                  <a:pt x="1078" y="171"/>
                  <a:pt x="1078" y="171"/>
                </a:cubicBezTo>
                <a:cubicBezTo>
                  <a:pt x="1077" y="171"/>
                  <a:pt x="1076" y="170"/>
                  <a:pt x="1075" y="170"/>
                </a:cubicBezTo>
                <a:cubicBezTo>
                  <a:pt x="1074" y="170"/>
                  <a:pt x="1073" y="170"/>
                  <a:pt x="1072" y="170"/>
                </a:cubicBezTo>
                <a:cubicBezTo>
                  <a:pt x="1071" y="170"/>
                  <a:pt x="1070" y="170"/>
                  <a:pt x="1069" y="170"/>
                </a:cubicBezTo>
                <a:close/>
                <a:moveTo>
                  <a:pt x="1035" y="170"/>
                </a:moveTo>
                <a:cubicBezTo>
                  <a:pt x="1034" y="170"/>
                  <a:pt x="1033" y="170"/>
                  <a:pt x="1032" y="170"/>
                </a:cubicBezTo>
                <a:cubicBezTo>
                  <a:pt x="1032" y="170"/>
                  <a:pt x="1032" y="170"/>
                  <a:pt x="1031" y="170"/>
                </a:cubicBezTo>
                <a:cubicBezTo>
                  <a:pt x="1031" y="170"/>
                  <a:pt x="1031" y="170"/>
                  <a:pt x="1030" y="170"/>
                </a:cubicBezTo>
                <a:cubicBezTo>
                  <a:pt x="1030" y="170"/>
                  <a:pt x="1030" y="170"/>
                  <a:pt x="1030" y="170"/>
                </a:cubicBezTo>
                <a:cubicBezTo>
                  <a:pt x="1029" y="170"/>
                  <a:pt x="1029" y="170"/>
                  <a:pt x="1029" y="170"/>
                </a:cubicBezTo>
                <a:cubicBezTo>
                  <a:pt x="1027" y="170"/>
                  <a:pt x="1024" y="171"/>
                  <a:pt x="1024" y="174"/>
                </a:cubicBezTo>
                <a:cubicBezTo>
                  <a:pt x="1024" y="174"/>
                  <a:pt x="1024" y="174"/>
                  <a:pt x="1024" y="175"/>
                </a:cubicBezTo>
                <a:cubicBezTo>
                  <a:pt x="1024" y="175"/>
                  <a:pt x="1025" y="175"/>
                  <a:pt x="1025" y="176"/>
                </a:cubicBezTo>
                <a:cubicBezTo>
                  <a:pt x="1025" y="176"/>
                  <a:pt x="1026" y="176"/>
                  <a:pt x="1026" y="176"/>
                </a:cubicBezTo>
                <a:cubicBezTo>
                  <a:pt x="1027" y="177"/>
                  <a:pt x="1028" y="177"/>
                  <a:pt x="1028" y="177"/>
                </a:cubicBezTo>
                <a:cubicBezTo>
                  <a:pt x="1029" y="177"/>
                  <a:pt x="1030" y="177"/>
                  <a:pt x="1032" y="177"/>
                </a:cubicBezTo>
                <a:cubicBezTo>
                  <a:pt x="1032" y="177"/>
                  <a:pt x="1032" y="177"/>
                  <a:pt x="1032" y="177"/>
                </a:cubicBezTo>
                <a:cubicBezTo>
                  <a:pt x="1033" y="177"/>
                  <a:pt x="1033" y="177"/>
                  <a:pt x="1033" y="177"/>
                </a:cubicBezTo>
                <a:cubicBezTo>
                  <a:pt x="1033" y="177"/>
                  <a:pt x="1034" y="177"/>
                  <a:pt x="1034" y="177"/>
                </a:cubicBezTo>
                <a:cubicBezTo>
                  <a:pt x="1034" y="177"/>
                  <a:pt x="1034" y="177"/>
                  <a:pt x="1035" y="177"/>
                </a:cubicBezTo>
                <a:cubicBezTo>
                  <a:pt x="1036" y="177"/>
                  <a:pt x="1040" y="176"/>
                  <a:pt x="1040" y="174"/>
                </a:cubicBezTo>
                <a:cubicBezTo>
                  <a:pt x="1040" y="173"/>
                  <a:pt x="1040" y="173"/>
                  <a:pt x="1039" y="172"/>
                </a:cubicBezTo>
                <a:cubicBezTo>
                  <a:pt x="1039" y="172"/>
                  <a:pt x="1039" y="172"/>
                  <a:pt x="1039" y="171"/>
                </a:cubicBezTo>
                <a:cubicBezTo>
                  <a:pt x="1038" y="171"/>
                  <a:pt x="1038" y="171"/>
                  <a:pt x="1037" y="171"/>
                </a:cubicBezTo>
                <a:cubicBezTo>
                  <a:pt x="1036" y="170"/>
                  <a:pt x="1036" y="170"/>
                  <a:pt x="1035" y="170"/>
                </a:cubicBezTo>
                <a:cubicBezTo>
                  <a:pt x="1035" y="170"/>
                  <a:pt x="1036" y="170"/>
                  <a:pt x="1035" y="170"/>
                </a:cubicBezTo>
                <a:close/>
                <a:moveTo>
                  <a:pt x="1689" y="180"/>
                </a:moveTo>
                <a:cubicBezTo>
                  <a:pt x="1688" y="180"/>
                  <a:pt x="1687" y="180"/>
                  <a:pt x="1687" y="180"/>
                </a:cubicBezTo>
                <a:cubicBezTo>
                  <a:pt x="1686" y="181"/>
                  <a:pt x="1685" y="181"/>
                  <a:pt x="1685" y="182"/>
                </a:cubicBezTo>
                <a:cubicBezTo>
                  <a:pt x="1685" y="182"/>
                  <a:pt x="1685" y="183"/>
                  <a:pt x="1685" y="183"/>
                </a:cubicBezTo>
                <a:cubicBezTo>
                  <a:pt x="1685" y="184"/>
                  <a:pt x="1685" y="184"/>
                  <a:pt x="1685" y="185"/>
                </a:cubicBezTo>
                <a:cubicBezTo>
                  <a:pt x="1686" y="185"/>
                  <a:pt x="1687" y="185"/>
                  <a:pt x="1687" y="186"/>
                </a:cubicBezTo>
                <a:cubicBezTo>
                  <a:pt x="1688" y="186"/>
                  <a:pt x="1689" y="186"/>
                  <a:pt x="1690" y="187"/>
                </a:cubicBezTo>
                <a:cubicBezTo>
                  <a:pt x="1691" y="187"/>
                  <a:pt x="1692" y="187"/>
                  <a:pt x="1693" y="187"/>
                </a:cubicBezTo>
                <a:cubicBezTo>
                  <a:pt x="1694" y="187"/>
                  <a:pt x="1695" y="187"/>
                  <a:pt x="1696" y="187"/>
                </a:cubicBezTo>
                <a:cubicBezTo>
                  <a:pt x="1697" y="186"/>
                  <a:pt x="1698" y="186"/>
                  <a:pt x="1699" y="186"/>
                </a:cubicBezTo>
                <a:cubicBezTo>
                  <a:pt x="1699" y="185"/>
                  <a:pt x="1700" y="185"/>
                  <a:pt x="1700" y="185"/>
                </a:cubicBezTo>
                <a:cubicBezTo>
                  <a:pt x="1701" y="184"/>
                  <a:pt x="1701" y="184"/>
                  <a:pt x="1701" y="183"/>
                </a:cubicBezTo>
                <a:cubicBezTo>
                  <a:pt x="1701" y="183"/>
                  <a:pt x="1700" y="182"/>
                  <a:pt x="1700" y="182"/>
                </a:cubicBezTo>
                <a:cubicBezTo>
                  <a:pt x="1699" y="181"/>
                  <a:pt x="1699" y="181"/>
                  <a:pt x="1698" y="180"/>
                </a:cubicBezTo>
                <a:cubicBezTo>
                  <a:pt x="1697" y="180"/>
                  <a:pt x="1696" y="180"/>
                  <a:pt x="1695" y="180"/>
                </a:cubicBezTo>
                <a:cubicBezTo>
                  <a:pt x="1694" y="179"/>
                  <a:pt x="1693" y="179"/>
                  <a:pt x="1692" y="179"/>
                </a:cubicBezTo>
                <a:cubicBezTo>
                  <a:pt x="1691" y="179"/>
                  <a:pt x="1690" y="179"/>
                  <a:pt x="1689" y="180"/>
                </a:cubicBezTo>
                <a:close/>
                <a:moveTo>
                  <a:pt x="1329" y="180"/>
                </a:moveTo>
                <a:cubicBezTo>
                  <a:pt x="1328" y="180"/>
                  <a:pt x="1327" y="180"/>
                  <a:pt x="1326" y="180"/>
                </a:cubicBezTo>
                <a:cubicBezTo>
                  <a:pt x="1325" y="181"/>
                  <a:pt x="1325" y="181"/>
                  <a:pt x="1324" y="182"/>
                </a:cubicBezTo>
                <a:cubicBezTo>
                  <a:pt x="1324" y="182"/>
                  <a:pt x="1324" y="183"/>
                  <a:pt x="1324" y="183"/>
                </a:cubicBezTo>
                <a:cubicBezTo>
                  <a:pt x="1324" y="184"/>
                  <a:pt x="1324" y="184"/>
                  <a:pt x="1324" y="185"/>
                </a:cubicBezTo>
                <a:cubicBezTo>
                  <a:pt x="1325" y="185"/>
                  <a:pt x="1325" y="185"/>
                  <a:pt x="1326" y="186"/>
                </a:cubicBezTo>
                <a:cubicBezTo>
                  <a:pt x="1327" y="186"/>
                  <a:pt x="1328" y="186"/>
                  <a:pt x="1329" y="187"/>
                </a:cubicBezTo>
                <a:cubicBezTo>
                  <a:pt x="1330" y="187"/>
                  <a:pt x="1331" y="187"/>
                  <a:pt x="1332" y="187"/>
                </a:cubicBezTo>
                <a:cubicBezTo>
                  <a:pt x="1333" y="187"/>
                  <a:pt x="1334" y="187"/>
                  <a:pt x="1335" y="187"/>
                </a:cubicBezTo>
                <a:cubicBezTo>
                  <a:pt x="1336" y="186"/>
                  <a:pt x="1337" y="186"/>
                  <a:pt x="1338" y="186"/>
                </a:cubicBezTo>
                <a:cubicBezTo>
                  <a:pt x="1338" y="185"/>
                  <a:pt x="1339" y="185"/>
                  <a:pt x="1339" y="185"/>
                </a:cubicBezTo>
                <a:cubicBezTo>
                  <a:pt x="1340" y="184"/>
                  <a:pt x="1340" y="184"/>
                  <a:pt x="1340" y="183"/>
                </a:cubicBezTo>
                <a:cubicBezTo>
                  <a:pt x="1340" y="183"/>
                  <a:pt x="1340" y="182"/>
                  <a:pt x="1339" y="182"/>
                </a:cubicBezTo>
                <a:cubicBezTo>
                  <a:pt x="1339" y="181"/>
                  <a:pt x="1338" y="181"/>
                  <a:pt x="1337" y="180"/>
                </a:cubicBezTo>
                <a:cubicBezTo>
                  <a:pt x="1337" y="180"/>
                  <a:pt x="1336" y="180"/>
                  <a:pt x="1335" y="180"/>
                </a:cubicBezTo>
                <a:cubicBezTo>
                  <a:pt x="1334" y="179"/>
                  <a:pt x="1333" y="179"/>
                  <a:pt x="1332" y="179"/>
                </a:cubicBezTo>
                <a:cubicBezTo>
                  <a:pt x="1331" y="179"/>
                  <a:pt x="1330" y="179"/>
                  <a:pt x="1329" y="180"/>
                </a:cubicBezTo>
                <a:close/>
                <a:moveTo>
                  <a:pt x="1889" y="180"/>
                </a:moveTo>
                <a:cubicBezTo>
                  <a:pt x="1888" y="180"/>
                  <a:pt x="1888" y="180"/>
                  <a:pt x="1887" y="180"/>
                </a:cubicBezTo>
                <a:cubicBezTo>
                  <a:pt x="1886" y="181"/>
                  <a:pt x="1886" y="181"/>
                  <a:pt x="1885" y="182"/>
                </a:cubicBezTo>
                <a:cubicBezTo>
                  <a:pt x="1885" y="182"/>
                  <a:pt x="1885" y="183"/>
                  <a:pt x="1885" y="183"/>
                </a:cubicBezTo>
                <a:cubicBezTo>
                  <a:pt x="1885" y="184"/>
                  <a:pt x="1886" y="184"/>
                  <a:pt x="1886" y="185"/>
                </a:cubicBezTo>
                <a:cubicBezTo>
                  <a:pt x="1886" y="185"/>
                  <a:pt x="1887" y="185"/>
                  <a:pt x="1888" y="186"/>
                </a:cubicBezTo>
                <a:cubicBezTo>
                  <a:pt x="1889" y="186"/>
                  <a:pt x="1890" y="186"/>
                  <a:pt x="1891" y="187"/>
                </a:cubicBezTo>
                <a:cubicBezTo>
                  <a:pt x="1892" y="187"/>
                  <a:pt x="1893" y="187"/>
                  <a:pt x="1894" y="187"/>
                </a:cubicBezTo>
                <a:cubicBezTo>
                  <a:pt x="1895" y="187"/>
                  <a:pt x="1896" y="187"/>
                  <a:pt x="1897" y="187"/>
                </a:cubicBezTo>
                <a:cubicBezTo>
                  <a:pt x="1898" y="186"/>
                  <a:pt x="1899" y="186"/>
                  <a:pt x="1899" y="186"/>
                </a:cubicBezTo>
                <a:cubicBezTo>
                  <a:pt x="1900" y="185"/>
                  <a:pt x="1900" y="185"/>
                  <a:pt x="1901" y="185"/>
                </a:cubicBezTo>
                <a:cubicBezTo>
                  <a:pt x="1901" y="184"/>
                  <a:pt x="1901" y="184"/>
                  <a:pt x="1901" y="183"/>
                </a:cubicBezTo>
                <a:cubicBezTo>
                  <a:pt x="1901" y="183"/>
                  <a:pt x="1901" y="182"/>
                  <a:pt x="1900" y="182"/>
                </a:cubicBezTo>
                <a:cubicBezTo>
                  <a:pt x="1900" y="181"/>
                  <a:pt x="1899" y="181"/>
                  <a:pt x="1898" y="180"/>
                </a:cubicBezTo>
                <a:cubicBezTo>
                  <a:pt x="1897" y="180"/>
                  <a:pt x="1896" y="180"/>
                  <a:pt x="1895" y="180"/>
                </a:cubicBezTo>
                <a:cubicBezTo>
                  <a:pt x="1894" y="179"/>
                  <a:pt x="1893" y="179"/>
                  <a:pt x="1892" y="179"/>
                </a:cubicBezTo>
                <a:cubicBezTo>
                  <a:pt x="1891" y="179"/>
                  <a:pt x="1890" y="179"/>
                  <a:pt x="1889" y="180"/>
                </a:cubicBezTo>
                <a:close/>
                <a:moveTo>
                  <a:pt x="1649" y="180"/>
                </a:moveTo>
                <a:cubicBezTo>
                  <a:pt x="1648" y="180"/>
                  <a:pt x="1647" y="180"/>
                  <a:pt x="1647" y="180"/>
                </a:cubicBezTo>
                <a:cubicBezTo>
                  <a:pt x="1646" y="181"/>
                  <a:pt x="1645" y="181"/>
                  <a:pt x="1645" y="182"/>
                </a:cubicBezTo>
                <a:cubicBezTo>
                  <a:pt x="1645" y="182"/>
                  <a:pt x="1644" y="183"/>
                  <a:pt x="1645" y="183"/>
                </a:cubicBezTo>
                <a:cubicBezTo>
                  <a:pt x="1645" y="184"/>
                  <a:pt x="1645" y="184"/>
                  <a:pt x="1645" y="185"/>
                </a:cubicBezTo>
                <a:cubicBezTo>
                  <a:pt x="1646" y="185"/>
                  <a:pt x="1646" y="185"/>
                  <a:pt x="1647" y="186"/>
                </a:cubicBezTo>
                <a:cubicBezTo>
                  <a:pt x="1648" y="186"/>
                  <a:pt x="1649" y="186"/>
                  <a:pt x="1650" y="187"/>
                </a:cubicBezTo>
                <a:cubicBezTo>
                  <a:pt x="1651" y="187"/>
                  <a:pt x="1652" y="187"/>
                  <a:pt x="1653" y="187"/>
                </a:cubicBezTo>
                <a:cubicBezTo>
                  <a:pt x="1654" y="187"/>
                  <a:pt x="1655" y="187"/>
                  <a:pt x="1656" y="187"/>
                </a:cubicBezTo>
                <a:cubicBezTo>
                  <a:pt x="1657" y="186"/>
                  <a:pt x="1658" y="186"/>
                  <a:pt x="1659" y="186"/>
                </a:cubicBezTo>
                <a:cubicBezTo>
                  <a:pt x="1659" y="185"/>
                  <a:pt x="1660" y="185"/>
                  <a:pt x="1660" y="185"/>
                </a:cubicBezTo>
                <a:cubicBezTo>
                  <a:pt x="1660" y="184"/>
                  <a:pt x="1661" y="184"/>
                  <a:pt x="1661" y="183"/>
                </a:cubicBezTo>
                <a:cubicBezTo>
                  <a:pt x="1661" y="183"/>
                  <a:pt x="1660" y="182"/>
                  <a:pt x="1660" y="182"/>
                </a:cubicBezTo>
                <a:cubicBezTo>
                  <a:pt x="1659" y="181"/>
                  <a:pt x="1659" y="181"/>
                  <a:pt x="1658" y="180"/>
                </a:cubicBezTo>
                <a:cubicBezTo>
                  <a:pt x="1657" y="180"/>
                  <a:pt x="1656" y="180"/>
                  <a:pt x="1655" y="180"/>
                </a:cubicBezTo>
                <a:cubicBezTo>
                  <a:pt x="1654" y="179"/>
                  <a:pt x="1653" y="179"/>
                  <a:pt x="1652" y="179"/>
                </a:cubicBezTo>
                <a:cubicBezTo>
                  <a:pt x="1651" y="179"/>
                  <a:pt x="1650" y="179"/>
                  <a:pt x="1649" y="180"/>
                </a:cubicBezTo>
                <a:close/>
                <a:moveTo>
                  <a:pt x="1609" y="180"/>
                </a:moveTo>
                <a:cubicBezTo>
                  <a:pt x="1608" y="180"/>
                  <a:pt x="1607" y="180"/>
                  <a:pt x="1606" y="180"/>
                </a:cubicBezTo>
                <a:cubicBezTo>
                  <a:pt x="1606" y="181"/>
                  <a:pt x="1605" y="181"/>
                  <a:pt x="1605" y="182"/>
                </a:cubicBezTo>
                <a:cubicBezTo>
                  <a:pt x="1605" y="182"/>
                  <a:pt x="1604" y="183"/>
                  <a:pt x="1604" y="183"/>
                </a:cubicBezTo>
                <a:cubicBezTo>
                  <a:pt x="1604" y="184"/>
                  <a:pt x="1605" y="184"/>
                  <a:pt x="1605" y="185"/>
                </a:cubicBezTo>
                <a:cubicBezTo>
                  <a:pt x="1606" y="185"/>
                  <a:pt x="1606" y="185"/>
                  <a:pt x="1607" y="186"/>
                </a:cubicBezTo>
                <a:cubicBezTo>
                  <a:pt x="1608" y="186"/>
                  <a:pt x="1609" y="186"/>
                  <a:pt x="1610" y="187"/>
                </a:cubicBezTo>
                <a:cubicBezTo>
                  <a:pt x="1611" y="187"/>
                  <a:pt x="1612" y="187"/>
                  <a:pt x="1613" y="187"/>
                </a:cubicBezTo>
                <a:cubicBezTo>
                  <a:pt x="1614" y="187"/>
                  <a:pt x="1615" y="187"/>
                  <a:pt x="1616" y="187"/>
                </a:cubicBezTo>
                <a:cubicBezTo>
                  <a:pt x="1617" y="186"/>
                  <a:pt x="1618" y="186"/>
                  <a:pt x="1618" y="186"/>
                </a:cubicBezTo>
                <a:cubicBezTo>
                  <a:pt x="1619" y="185"/>
                  <a:pt x="1620" y="185"/>
                  <a:pt x="1620" y="185"/>
                </a:cubicBezTo>
                <a:cubicBezTo>
                  <a:pt x="1620" y="184"/>
                  <a:pt x="1620" y="184"/>
                  <a:pt x="1620" y="183"/>
                </a:cubicBezTo>
                <a:cubicBezTo>
                  <a:pt x="1620" y="183"/>
                  <a:pt x="1620" y="182"/>
                  <a:pt x="1620" y="182"/>
                </a:cubicBezTo>
                <a:cubicBezTo>
                  <a:pt x="1619" y="181"/>
                  <a:pt x="1619" y="181"/>
                  <a:pt x="1618" y="180"/>
                </a:cubicBezTo>
                <a:cubicBezTo>
                  <a:pt x="1617" y="180"/>
                  <a:pt x="1616" y="180"/>
                  <a:pt x="1615" y="180"/>
                </a:cubicBezTo>
                <a:cubicBezTo>
                  <a:pt x="1614" y="179"/>
                  <a:pt x="1613" y="179"/>
                  <a:pt x="1612" y="179"/>
                </a:cubicBezTo>
                <a:cubicBezTo>
                  <a:pt x="1611" y="179"/>
                  <a:pt x="1610" y="179"/>
                  <a:pt x="1609" y="180"/>
                </a:cubicBezTo>
                <a:close/>
                <a:moveTo>
                  <a:pt x="1929" y="180"/>
                </a:moveTo>
                <a:cubicBezTo>
                  <a:pt x="1928" y="180"/>
                  <a:pt x="1928" y="180"/>
                  <a:pt x="1927" y="180"/>
                </a:cubicBezTo>
                <a:cubicBezTo>
                  <a:pt x="1926" y="181"/>
                  <a:pt x="1926" y="181"/>
                  <a:pt x="1925" y="182"/>
                </a:cubicBezTo>
                <a:cubicBezTo>
                  <a:pt x="1925" y="182"/>
                  <a:pt x="1925" y="183"/>
                  <a:pt x="1925" y="183"/>
                </a:cubicBezTo>
                <a:cubicBezTo>
                  <a:pt x="1925" y="184"/>
                  <a:pt x="1926" y="184"/>
                  <a:pt x="1926" y="185"/>
                </a:cubicBezTo>
                <a:cubicBezTo>
                  <a:pt x="1927" y="185"/>
                  <a:pt x="1927" y="185"/>
                  <a:pt x="1928" y="186"/>
                </a:cubicBezTo>
                <a:cubicBezTo>
                  <a:pt x="1929" y="186"/>
                  <a:pt x="1930" y="186"/>
                  <a:pt x="1931" y="187"/>
                </a:cubicBezTo>
                <a:cubicBezTo>
                  <a:pt x="1932" y="187"/>
                  <a:pt x="1933" y="187"/>
                  <a:pt x="1934" y="187"/>
                </a:cubicBezTo>
                <a:cubicBezTo>
                  <a:pt x="1935" y="187"/>
                  <a:pt x="1936" y="187"/>
                  <a:pt x="1937" y="187"/>
                </a:cubicBezTo>
                <a:cubicBezTo>
                  <a:pt x="1938" y="186"/>
                  <a:pt x="1939" y="186"/>
                  <a:pt x="1939" y="186"/>
                </a:cubicBezTo>
                <a:cubicBezTo>
                  <a:pt x="1940" y="185"/>
                  <a:pt x="1941" y="185"/>
                  <a:pt x="1941" y="185"/>
                </a:cubicBezTo>
                <a:cubicBezTo>
                  <a:pt x="1941" y="184"/>
                  <a:pt x="1941" y="184"/>
                  <a:pt x="1941" y="183"/>
                </a:cubicBezTo>
                <a:cubicBezTo>
                  <a:pt x="1941" y="183"/>
                  <a:pt x="1941" y="182"/>
                  <a:pt x="1940" y="182"/>
                </a:cubicBezTo>
                <a:cubicBezTo>
                  <a:pt x="1940" y="181"/>
                  <a:pt x="1939" y="181"/>
                  <a:pt x="1938" y="180"/>
                </a:cubicBezTo>
                <a:cubicBezTo>
                  <a:pt x="1937" y="180"/>
                  <a:pt x="1937" y="180"/>
                  <a:pt x="1936" y="180"/>
                </a:cubicBezTo>
                <a:cubicBezTo>
                  <a:pt x="1935" y="179"/>
                  <a:pt x="1933" y="179"/>
                  <a:pt x="1932" y="179"/>
                </a:cubicBezTo>
                <a:cubicBezTo>
                  <a:pt x="1931" y="179"/>
                  <a:pt x="1930" y="179"/>
                  <a:pt x="1929" y="180"/>
                </a:cubicBezTo>
                <a:close/>
                <a:moveTo>
                  <a:pt x="1849" y="180"/>
                </a:moveTo>
                <a:cubicBezTo>
                  <a:pt x="1848" y="180"/>
                  <a:pt x="1847" y="180"/>
                  <a:pt x="1847" y="180"/>
                </a:cubicBezTo>
                <a:cubicBezTo>
                  <a:pt x="1846" y="181"/>
                  <a:pt x="1846" y="181"/>
                  <a:pt x="1845" y="182"/>
                </a:cubicBezTo>
                <a:cubicBezTo>
                  <a:pt x="1845" y="182"/>
                  <a:pt x="1845" y="183"/>
                  <a:pt x="1845" y="183"/>
                </a:cubicBezTo>
                <a:cubicBezTo>
                  <a:pt x="1845" y="184"/>
                  <a:pt x="1845" y="184"/>
                  <a:pt x="1846" y="185"/>
                </a:cubicBezTo>
                <a:cubicBezTo>
                  <a:pt x="1846" y="185"/>
                  <a:pt x="1847" y="185"/>
                  <a:pt x="1848" y="186"/>
                </a:cubicBezTo>
                <a:cubicBezTo>
                  <a:pt x="1849" y="186"/>
                  <a:pt x="1850" y="186"/>
                  <a:pt x="1851" y="187"/>
                </a:cubicBezTo>
                <a:cubicBezTo>
                  <a:pt x="1852" y="187"/>
                  <a:pt x="1853" y="187"/>
                  <a:pt x="1854" y="187"/>
                </a:cubicBezTo>
                <a:cubicBezTo>
                  <a:pt x="1855" y="187"/>
                  <a:pt x="1856" y="187"/>
                  <a:pt x="1857" y="187"/>
                </a:cubicBezTo>
                <a:cubicBezTo>
                  <a:pt x="1858" y="186"/>
                  <a:pt x="1859" y="186"/>
                  <a:pt x="1859" y="186"/>
                </a:cubicBezTo>
                <a:cubicBezTo>
                  <a:pt x="1860" y="185"/>
                  <a:pt x="1860" y="185"/>
                  <a:pt x="1861" y="185"/>
                </a:cubicBezTo>
                <a:cubicBezTo>
                  <a:pt x="1861" y="184"/>
                  <a:pt x="1861" y="184"/>
                  <a:pt x="1861" y="183"/>
                </a:cubicBezTo>
                <a:cubicBezTo>
                  <a:pt x="1861" y="183"/>
                  <a:pt x="1861" y="182"/>
                  <a:pt x="1860" y="182"/>
                </a:cubicBezTo>
                <a:cubicBezTo>
                  <a:pt x="1860" y="181"/>
                  <a:pt x="1859" y="181"/>
                  <a:pt x="1858" y="180"/>
                </a:cubicBezTo>
                <a:cubicBezTo>
                  <a:pt x="1857" y="180"/>
                  <a:pt x="1856" y="180"/>
                  <a:pt x="1855" y="180"/>
                </a:cubicBezTo>
                <a:cubicBezTo>
                  <a:pt x="1854" y="179"/>
                  <a:pt x="1853" y="179"/>
                  <a:pt x="1852" y="179"/>
                </a:cubicBezTo>
                <a:cubicBezTo>
                  <a:pt x="1851" y="179"/>
                  <a:pt x="1850" y="179"/>
                  <a:pt x="1849" y="180"/>
                </a:cubicBezTo>
                <a:close/>
                <a:moveTo>
                  <a:pt x="1569" y="180"/>
                </a:moveTo>
                <a:cubicBezTo>
                  <a:pt x="1568" y="180"/>
                  <a:pt x="1567" y="180"/>
                  <a:pt x="1566" y="180"/>
                </a:cubicBezTo>
                <a:cubicBezTo>
                  <a:pt x="1566" y="181"/>
                  <a:pt x="1565" y="181"/>
                  <a:pt x="1565" y="182"/>
                </a:cubicBezTo>
                <a:cubicBezTo>
                  <a:pt x="1564" y="182"/>
                  <a:pt x="1564" y="183"/>
                  <a:pt x="1564" y="183"/>
                </a:cubicBezTo>
                <a:cubicBezTo>
                  <a:pt x="1564" y="184"/>
                  <a:pt x="1565" y="184"/>
                  <a:pt x="1565" y="185"/>
                </a:cubicBezTo>
                <a:cubicBezTo>
                  <a:pt x="1566" y="185"/>
                  <a:pt x="1566" y="185"/>
                  <a:pt x="1567" y="186"/>
                </a:cubicBezTo>
                <a:cubicBezTo>
                  <a:pt x="1568" y="186"/>
                  <a:pt x="1569" y="186"/>
                  <a:pt x="1570" y="187"/>
                </a:cubicBezTo>
                <a:cubicBezTo>
                  <a:pt x="1571" y="187"/>
                  <a:pt x="1572" y="187"/>
                  <a:pt x="1573" y="187"/>
                </a:cubicBezTo>
                <a:cubicBezTo>
                  <a:pt x="1574" y="187"/>
                  <a:pt x="1575" y="187"/>
                  <a:pt x="1576" y="187"/>
                </a:cubicBezTo>
                <a:cubicBezTo>
                  <a:pt x="1577" y="186"/>
                  <a:pt x="1578" y="186"/>
                  <a:pt x="1578" y="186"/>
                </a:cubicBezTo>
                <a:cubicBezTo>
                  <a:pt x="1579" y="185"/>
                  <a:pt x="1580" y="185"/>
                  <a:pt x="1580" y="185"/>
                </a:cubicBezTo>
                <a:cubicBezTo>
                  <a:pt x="1580" y="184"/>
                  <a:pt x="1580" y="184"/>
                  <a:pt x="1580" y="183"/>
                </a:cubicBezTo>
                <a:cubicBezTo>
                  <a:pt x="1580" y="183"/>
                  <a:pt x="1580" y="182"/>
                  <a:pt x="1580" y="182"/>
                </a:cubicBezTo>
                <a:cubicBezTo>
                  <a:pt x="1579" y="181"/>
                  <a:pt x="1578" y="181"/>
                  <a:pt x="1578" y="180"/>
                </a:cubicBezTo>
                <a:cubicBezTo>
                  <a:pt x="1577" y="180"/>
                  <a:pt x="1576" y="180"/>
                  <a:pt x="1575" y="180"/>
                </a:cubicBezTo>
                <a:cubicBezTo>
                  <a:pt x="1574" y="179"/>
                  <a:pt x="1573" y="179"/>
                  <a:pt x="1572" y="179"/>
                </a:cubicBezTo>
                <a:cubicBezTo>
                  <a:pt x="1571" y="179"/>
                  <a:pt x="1570" y="179"/>
                  <a:pt x="1569" y="180"/>
                </a:cubicBezTo>
                <a:close/>
                <a:moveTo>
                  <a:pt x="1969" y="180"/>
                </a:moveTo>
                <a:cubicBezTo>
                  <a:pt x="1968" y="180"/>
                  <a:pt x="1968" y="180"/>
                  <a:pt x="1967" y="180"/>
                </a:cubicBezTo>
                <a:cubicBezTo>
                  <a:pt x="1966" y="181"/>
                  <a:pt x="1966" y="181"/>
                  <a:pt x="1966" y="182"/>
                </a:cubicBezTo>
                <a:cubicBezTo>
                  <a:pt x="1965" y="182"/>
                  <a:pt x="1965" y="183"/>
                  <a:pt x="1965" y="183"/>
                </a:cubicBezTo>
                <a:cubicBezTo>
                  <a:pt x="1965" y="184"/>
                  <a:pt x="1966" y="184"/>
                  <a:pt x="1966" y="185"/>
                </a:cubicBezTo>
                <a:cubicBezTo>
                  <a:pt x="1967" y="185"/>
                  <a:pt x="1967" y="185"/>
                  <a:pt x="1968" y="186"/>
                </a:cubicBezTo>
                <a:cubicBezTo>
                  <a:pt x="1969" y="186"/>
                  <a:pt x="1970" y="186"/>
                  <a:pt x="1971" y="187"/>
                </a:cubicBezTo>
                <a:cubicBezTo>
                  <a:pt x="1972" y="187"/>
                  <a:pt x="1973" y="187"/>
                  <a:pt x="1974" y="187"/>
                </a:cubicBezTo>
                <a:cubicBezTo>
                  <a:pt x="1975" y="187"/>
                  <a:pt x="1976" y="187"/>
                  <a:pt x="1977" y="187"/>
                </a:cubicBezTo>
                <a:cubicBezTo>
                  <a:pt x="1978" y="186"/>
                  <a:pt x="1979" y="186"/>
                  <a:pt x="1980" y="186"/>
                </a:cubicBezTo>
                <a:cubicBezTo>
                  <a:pt x="1980" y="185"/>
                  <a:pt x="1981" y="185"/>
                  <a:pt x="1981" y="185"/>
                </a:cubicBezTo>
                <a:cubicBezTo>
                  <a:pt x="1981" y="184"/>
                  <a:pt x="1981" y="184"/>
                  <a:pt x="1981" y="183"/>
                </a:cubicBezTo>
                <a:cubicBezTo>
                  <a:pt x="1981" y="183"/>
                  <a:pt x="1981" y="182"/>
                  <a:pt x="1980" y="182"/>
                </a:cubicBezTo>
                <a:cubicBezTo>
                  <a:pt x="1980" y="181"/>
                  <a:pt x="1979" y="181"/>
                  <a:pt x="1978" y="180"/>
                </a:cubicBezTo>
                <a:cubicBezTo>
                  <a:pt x="1978" y="180"/>
                  <a:pt x="1977" y="180"/>
                  <a:pt x="1976" y="180"/>
                </a:cubicBezTo>
                <a:cubicBezTo>
                  <a:pt x="1975" y="179"/>
                  <a:pt x="1974" y="179"/>
                  <a:pt x="1972" y="179"/>
                </a:cubicBezTo>
                <a:cubicBezTo>
                  <a:pt x="1971" y="179"/>
                  <a:pt x="1970" y="179"/>
                  <a:pt x="1969" y="180"/>
                </a:cubicBezTo>
                <a:close/>
                <a:moveTo>
                  <a:pt x="1248" y="180"/>
                </a:moveTo>
                <a:cubicBezTo>
                  <a:pt x="1248" y="180"/>
                  <a:pt x="1247" y="180"/>
                  <a:pt x="1246" y="180"/>
                </a:cubicBezTo>
                <a:cubicBezTo>
                  <a:pt x="1245" y="181"/>
                  <a:pt x="1245" y="181"/>
                  <a:pt x="1244" y="182"/>
                </a:cubicBezTo>
                <a:cubicBezTo>
                  <a:pt x="1244" y="182"/>
                  <a:pt x="1244" y="183"/>
                  <a:pt x="1244" y="183"/>
                </a:cubicBezTo>
                <a:cubicBezTo>
                  <a:pt x="1244" y="184"/>
                  <a:pt x="1244" y="184"/>
                  <a:pt x="1244" y="185"/>
                </a:cubicBezTo>
                <a:cubicBezTo>
                  <a:pt x="1245" y="185"/>
                  <a:pt x="1245" y="185"/>
                  <a:pt x="1246" y="186"/>
                </a:cubicBezTo>
                <a:cubicBezTo>
                  <a:pt x="1247" y="186"/>
                  <a:pt x="1248" y="186"/>
                  <a:pt x="1248" y="187"/>
                </a:cubicBezTo>
                <a:cubicBezTo>
                  <a:pt x="1249" y="187"/>
                  <a:pt x="1250" y="187"/>
                  <a:pt x="1252" y="187"/>
                </a:cubicBezTo>
                <a:cubicBezTo>
                  <a:pt x="1253" y="187"/>
                  <a:pt x="1254" y="187"/>
                  <a:pt x="1255" y="187"/>
                </a:cubicBezTo>
                <a:cubicBezTo>
                  <a:pt x="1256" y="186"/>
                  <a:pt x="1257" y="186"/>
                  <a:pt x="1257" y="186"/>
                </a:cubicBezTo>
                <a:cubicBezTo>
                  <a:pt x="1258" y="185"/>
                  <a:pt x="1259" y="185"/>
                  <a:pt x="1259" y="185"/>
                </a:cubicBezTo>
                <a:cubicBezTo>
                  <a:pt x="1259" y="184"/>
                  <a:pt x="1260" y="184"/>
                  <a:pt x="1260" y="183"/>
                </a:cubicBezTo>
                <a:cubicBezTo>
                  <a:pt x="1260" y="183"/>
                  <a:pt x="1259" y="182"/>
                  <a:pt x="1259" y="182"/>
                </a:cubicBezTo>
                <a:cubicBezTo>
                  <a:pt x="1259" y="181"/>
                  <a:pt x="1258" y="181"/>
                  <a:pt x="1257" y="180"/>
                </a:cubicBezTo>
                <a:cubicBezTo>
                  <a:pt x="1257" y="180"/>
                  <a:pt x="1256" y="180"/>
                  <a:pt x="1255" y="180"/>
                </a:cubicBezTo>
                <a:cubicBezTo>
                  <a:pt x="1254" y="179"/>
                  <a:pt x="1253" y="179"/>
                  <a:pt x="1252" y="179"/>
                </a:cubicBezTo>
                <a:cubicBezTo>
                  <a:pt x="1251" y="179"/>
                  <a:pt x="1249" y="179"/>
                  <a:pt x="1248" y="180"/>
                </a:cubicBezTo>
                <a:close/>
                <a:moveTo>
                  <a:pt x="1529" y="180"/>
                </a:moveTo>
                <a:cubicBezTo>
                  <a:pt x="1528" y="180"/>
                  <a:pt x="1527" y="180"/>
                  <a:pt x="1526" y="180"/>
                </a:cubicBezTo>
                <a:cubicBezTo>
                  <a:pt x="1526" y="181"/>
                  <a:pt x="1525" y="181"/>
                  <a:pt x="1525" y="182"/>
                </a:cubicBezTo>
                <a:cubicBezTo>
                  <a:pt x="1524" y="182"/>
                  <a:pt x="1524" y="183"/>
                  <a:pt x="1524" y="183"/>
                </a:cubicBezTo>
                <a:cubicBezTo>
                  <a:pt x="1524" y="184"/>
                  <a:pt x="1525" y="184"/>
                  <a:pt x="1525" y="185"/>
                </a:cubicBezTo>
                <a:cubicBezTo>
                  <a:pt x="1525" y="185"/>
                  <a:pt x="1526" y="185"/>
                  <a:pt x="1527" y="186"/>
                </a:cubicBezTo>
                <a:cubicBezTo>
                  <a:pt x="1528" y="186"/>
                  <a:pt x="1528" y="186"/>
                  <a:pt x="1529" y="187"/>
                </a:cubicBezTo>
                <a:cubicBezTo>
                  <a:pt x="1530" y="187"/>
                  <a:pt x="1531" y="187"/>
                  <a:pt x="1533" y="187"/>
                </a:cubicBezTo>
                <a:cubicBezTo>
                  <a:pt x="1534" y="187"/>
                  <a:pt x="1535" y="187"/>
                  <a:pt x="1536" y="187"/>
                </a:cubicBezTo>
                <a:cubicBezTo>
                  <a:pt x="1537" y="186"/>
                  <a:pt x="1537" y="186"/>
                  <a:pt x="1538" y="186"/>
                </a:cubicBezTo>
                <a:cubicBezTo>
                  <a:pt x="1539" y="185"/>
                  <a:pt x="1539" y="185"/>
                  <a:pt x="1540" y="185"/>
                </a:cubicBezTo>
                <a:cubicBezTo>
                  <a:pt x="1540" y="184"/>
                  <a:pt x="1540" y="184"/>
                  <a:pt x="1540" y="183"/>
                </a:cubicBezTo>
                <a:cubicBezTo>
                  <a:pt x="1540" y="183"/>
                  <a:pt x="1540" y="182"/>
                  <a:pt x="1540" y="182"/>
                </a:cubicBezTo>
                <a:cubicBezTo>
                  <a:pt x="1539" y="181"/>
                  <a:pt x="1538" y="181"/>
                  <a:pt x="1538" y="180"/>
                </a:cubicBezTo>
                <a:cubicBezTo>
                  <a:pt x="1537" y="180"/>
                  <a:pt x="1536" y="180"/>
                  <a:pt x="1535" y="180"/>
                </a:cubicBezTo>
                <a:cubicBezTo>
                  <a:pt x="1534" y="179"/>
                  <a:pt x="1533" y="179"/>
                  <a:pt x="1532" y="179"/>
                </a:cubicBezTo>
                <a:cubicBezTo>
                  <a:pt x="1531" y="179"/>
                  <a:pt x="1530" y="179"/>
                  <a:pt x="1529" y="180"/>
                </a:cubicBezTo>
                <a:close/>
                <a:moveTo>
                  <a:pt x="2009" y="180"/>
                </a:moveTo>
                <a:cubicBezTo>
                  <a:pt x="2008" y="180"/>
                  <a:pt x="2008" y="180"/>
                  <a:pt x="2007" y="180"/>
                </a:cubicBezTo>
                <a:cubicBezTo>
                  <a:pt x="2006" y="181"/>
                  <a:pt x="2006" y="181"/>
                  <a:pt x="2006" y="182"/>
                </a:cubicBezTo>
                <a:cubicBezTo>
                  <a:pt x="2005" y="182"/>
                  <a:pt x="2005" y="183"/>
                  <a:pt x="2005" y="183"/>
                </a:cubicBezTo>
                <a:cubicBezTo>
                  <a:pt x="2005" y="184"/>
                  <a:pt x="2006" y="184"/>
                  <a:pt x="2006" y="185"/>
                </a:cubicBezTo>
                <a:cubicBezTo>
                  <a:pt x="2007" y="185"/>
                  <a:pt x="2008" y="185"/>
                  <a:pt x="2008" y="186"/>
                </a:cubicBezTo>
                <a:cubicBezTo>
                  <a:pt x="2009" y="186"/>
                  <a:pt x="2010" y="186"/>
                  <a:pt x="2011" y="187"/>
                </a:cubicBezTo>
                <a:cubicBezTo>
                  <a:pt x="2012" y="187"/>
                  <a:pt x="2013" y="187"/>
                  <a:pt x="2014" y="187"/>
                </a:cubicBezTo>
                <a:cubicBezTo>
                  <a:pt x="2015" y="187"/>
                  <a:pt x="2016" y="187"/>
                  <a:pt x="2017" y="187"/>
                </a:cubicBezTo>
                <a:cubicBezTo>
                  <a:pt x="2018" y="186"/>
                  <a:pt x="2019" y="186"/>
                  <a:pt x="2020" y="186"/>
                </a:cubicBezTo>
                <a:cubicBezTo>
                  <a:pt x="2020" y="185"/>
                  <a:pt x="2021" y="185"/>
                  <a:pt x="2021" y="185"/>
                </a:cubicBezTo>
                <a:cubicBezTo>
                  <a:pt x="2021" y="184"/>
                  <a:pt x="2022" y="184"/>
                  <a:pt x="2021" y="183"/>
                </a:cubicBezTo>
                <a:cubicBezTo>
                  <a:pt x="2021" y="183"/>
                  <a:pt x="2021" y="182"/>
                  <a:pt x="2020" y="182"/>
                </a:cubicBezTo>
                <a:cubicBezTo>
                  <a:pt x="2020" y="181"/>
                  <a:pt x="2019" y="181"/>
                  <a:pt x="2018" y="180"/>
                </a:cubicBezTo>
                <a:cubicBezTo>
                  <a:pt x="2018" y="180"/>
                  <a:pt x="2017" y="180"/>
                  <a:pt x="2016" y="180"/>
                </a:cubicBezTo>
                <a:cubicBezTo>
                  <a:pt x="2015" y="179"/>
                  <a:pt x="2014" y="179"/>
                  <a:pt x="2012" y="179"/>
                </a:cubicBezTo>
                <a:cubicBezTo>
                  <a:pt x="2011" y="179"/>
                  <a:pt x="2010" y="179"/>
                  <a:pt x="2009" y="180"/>
                </a:cubicBezTo>
                <a:close/>
                <a:moveTo>
                  <a:pt x="2298" y="187"/>
                </a:moveTo>
                <a:cubicBezTo>
                  <a:pt x="2299" y="186"/>
                  <a:pt x="2300" y="186"/>
                  <a:pt x="2301" y="186"/>
                </a:cubicBezTo>
                <a:cubicBezTo>
                  <a:pt x="2301" y="185"/>
                  <a:pt x="2302" y="185"/>
                  <a:pt x="2302" y="185"/>
                </a:cubicBezTo>
                <a:cubicBezTo>
                  <a:pt x="2302" y="184"/>
                  <a:pt x="2302" y="184"/>
                  <a:pt x="2302" y="183"/>
                </a:cubicBezTo>
                <a:cubicBezTo>
                  <a:pt x="2302" y="183"/>
                  <a:pt x="2301" y="182"/>
                  <a:pt x="2301" y="182"/>
                </a:cubicBezTo>
                <a:cubicBezTo>
                  <a:pt x="2300" y="181"/>
                  <a:pt x="2300" y="181"/>
                  <a:pt x="2299" y="180"/>
                </a:cubicBezTo>
                <a:cubicBezTo>
                  <a:pt x="2298" y="180"/>
                  <a:pt x="2297" y="180"/>
                  <a:pt x="2296" y="180"/>
                </a:cubicBezTo>
                <a:cubicBezTo>
                  <a:pt x="2295" y="179"/>
                  <a:pt x="2294" y="179"/>
                  <a:pt x="2293" y="179"/>
                </a:cubicBezTo>
                <a:cubicBezTo>
                  <a:pt x="2292" y="179"/>
                  <a:pt x="2291" y="179"/>
                  <a:pt x="2290" y="180"/>
                </a:cubicBezTo>
                <a:cubicBezTo>
                  <a:pt x="2289" y="180"/>
                  <a:pt x="2288" y="180"/>
                  <a:pt x="2287" y="180"/>
                </a:cubicBezTo>
                <a:cubicBezTo>
                  <a:pt x="2287" y="181"/>
                  <a:pt x="2286" y="181"/>
                  <a:pt x="2286" y="182"/>
                </a:cubicBezTo>
                <a:cubicBezTo>
                  <a:pt x="2286" y="182"/>
                  <a:pt x="2286" y="183"/>
                  <a:pt x="2286" y="183"/>
                </a:cubicBezTo>
                <a:cubicBezTo>
                  <a:pt x="2286" y="184"/>
                  <a:pt x="2287" y="184"/>
                  <a:pt x="2287" y="185"/>
                </a:cubicBezTo>
                <a:cubicBezTo>
                  <a:pt x="2288" y="185"/>
                  <a:pt x="2288" y="185"/>
                  <a:pt x="2289" y="186"/>
                </a:cubicBezTo>
                <a:cubicBezTo>
                  <a:pt x="2290" y="186"/>
                  <a:pt x="2291" y="186"/>
                  <a:pt x="2292" y="187"/>
                </a:cubicBezTo>
                <a:cubicBezTo>
                  <a:pt x="2293" y="187"/>
                  <a:pt x="2294" y="187"/>
                  <a:pt x="2295" y="187"/>
                </a:cubicBezTo>
                <a:cubicBezTo>
                  <a:pt x="2296" y="187"/>
                  <a:pt x="2297" y="187"/>
                  <a:pt x="2298" y="187"/>
                </a:cubicBezTo>
                <a:close/>
                <a:moveTo>
                  <a:pt x="1769" y="180"/>
                </a:moveTo>
                <a:cubicBezTo>
                  <a:pt x="1768" y="180"/>
                  <a:pt x="1767" y="180"/>
                  <a:pt x="1767" y="180"/>
                </a:cubicBezTo>
                <a:cubicBezTo>
                  <a:pt x="1766" y="181"/>
                  <a:pt x="1766" y="181"/>
                  <a:pt x="1765" y="182"/>
                </a:cubicBezTo>
                <a:cubicBezTo>
                  <a:pt x="1765" y="182"/>
                  <a:pt x="1765" y="183"/>
                  <a:pt x="1765" y="183"/>
                </a:cubicBezTo>
                <a:cubicBezTo>
                  <a:pt x="1765" y="184"/>
                  <a:pt x="1765" y="184"/>
                  <a:pt x="1766" y="185"/>
                </a:cubicBezTo>
                <a:cubicBezTo>
                  <a:pt x="1766" y="185"/>
                  <a:pt x="1767" y="185"/>
                  <a:pt x="1768" y="186"/>
                </a:cubicBezTo>
                <a:cubicBezTo>
                  <a:pt x="1768" y="186"/>
                  <a:pt x="1769" y="186"/>
                  <a:pt x="1770" y="187"/>
                </a:cubicBezTo>
                <a:cubicBezTo>
                  <a:pt x="1771" y="187"/>
                  <a:pt x="1772" y="187"/>
                  <a:pt x="1773" y="187"/>
                </a:cubicBezTo>
                <a:cubicBezTo>
                  <a:pt x="1775" y="187"/>
                  <a:pt x="1776" y="187"/>
                  <a:pt x="1777" y="187"/>
                </a:cubicBezTo>
                <a:cubicBezTo>
                  <a:pt x="1777" y="186"/>
                  <a:pt x="1778" y="186"/>
                  <a:pt x="1779" y="186"/>
                </a:cubicBezTo>
                <a:cubicBezTo>
                  <a:pt x="1780" y="185"/>
                  <a:pt x="1780" y="185"/>
                  <a:pt x="1780" y="185"/>
                </a:cubicBezTo>
                <a:cubicBezTo>
                  <a:pt x="1781" y="184"/>
                  <a:pt x="1781" y="184"/>
                  <a:pt x="1781" y="183"/>
                </a:cubicBezTo>
                <a:cubicBezTo>
                  <a:pt x="1781" y="183"/>
                  <a:pt x="1780" y="182"/>
                  <a:pt x="1780" y="182"/>
                </a:cubicBezTo>
                <a:cubicBezTo>
                  <a:pt x="1779" y="181"/>
                  <a:pt x="1779" y="181"/>
                  <a:pt x="1778" y="180"/>
                </a:cubicBezTo>
                <a:cubicBezTo>
                  <a:pt x="1777" y="180"/>
                  <a:pt x="1776" y="180"/>
                  <a:pt x="1775" y="180"/>
                </a:cubicBezTo>
                <a:cubicBezTo>
                  <a:pt x="1774" y="179"/>
                  <a:pt x="1773" y="179"/>
                  <a:pt x="1772" y="179"/>
                </a:cubicBezTo>
                <a:cubicBezTo>
                  <a:pt x="1771" y="179"/>
                  <a:pt x="1770" y="179"/>
                  <a:pt x="1769" y="180"/>
                </a:cubicBezTo>
                <a:close/>
                <a:moveTo>
                  <a:pt x="1489" y="180"/>
                </a:moveTo>
                <a:cubicBezTo>
                  <a:pt x="1488" y="180"/>
                  <a:pt x="1487" y="180"/>
                  <a:pt x="1486" y="180"/>
                </a:cubicBezTo>
                <a:cubicBezTo>
                  <a:pt x="1486" y="181"/>
                  <a:pt x="1485" y="181"/>
                  <a:pt x="1485" y="182"/>
                </a:cubicBezTo>
                <a:cubicBezTo>
                  <a:pt x="1484" y="182"/>
                  <a:pt x="1484" y="183"/>
                  <a:pt x="1484" y="183"/>
                </a:cubicBezTo>
                <a:cubicBezTo>
                  <a:pt x="1484" y="184"/>
                  <a:pt x="1484" y="184"/>
                  <a:pt x="1485" y="185"/>
                </a:cubicBezTo>
                <a:cubicBezTo>
                  <a:pt x="1485" y="185"/>
                  <a:pt x="1486" y="185"/>
                  <a:pt x="1487" y="186"/>
                </a:cubicBezTo>
                <a:cubicBezTo>
                  <a:pt x="1487" y="186"/>
                  <a:pt x="1488" y="186"/>
                  <a:pt x="1489" y="187"/>
                </a:cubicBezTo>
                <a:cubicBezTo>
                  <a:pt x="1490" y="187"/>
                  <a:pt x="1491" y="187"/>
                  <a:pt x="1492" y="187"/>
                </a:cubicBezTo>
                <a:cubicBezTo>
                  <a:pt x="1494" y="187"/>
                  <a:pt x="1495" y="187"/>
                  <a:pt x="1496" y="187"/>
                </a:cubicBezTo>
                <a:cubicBezTo>
                  <a:pt x="1496" y="186"/>
                  <a:pt x="1497" y="186"/>
                  <a:pt x="1498" y="186"/>
                </a:cubicBezTo>
                <a:cubicBezTo>
                  <a:pt x="1499" y="185"/>
                  <a:pt x="1499" y="185"/>
                  <a:pt x="1500" y="185"/>
                </a:cubicBezTo>
                <a:cubicBezTo>
                  <a:pt x="1500" y="184"/>
                  <a:pt x="1500" y="184"/>
                  <a:pt x="1500" y="183"/>
                </a:cubicBezTo>
                <a:cubicBezTo>
                  <a:pt x="1500" y="183"/>
                  <a:pt x="1500" y="182"/>
                  <a:pt x="1499" y="182"/>
                </a:cubicBezTo>
                <a:cubicBezTo>
                  <a:pt x="1499" y="181"/>
                  <a:pt x="1498" y="181"/>
                  <a:pt x="1498" y="180"/>
                </a:cubicBezTo>
                <a:cubicBezTo>
                  <a:pt x="1497" y="180"/>
                  <a:pt x="1496" y="180"/>
                  <a:pt x="1495" y="180"/>
                </a:cubicBezTo>
                <a:cubicBezTo>
                  <a:pt x="1494" y="179"/>
                  <a:pt x="1493" y="179"/>
                  <a:pt x="1492" y="179"/>
                </a:cubicBezTo>
                <a:cubicBezTo>
                  <a:pt x="1491" y="179"/>
                  <a:pt x="1490" y="179"/>
                  <a:pt x="1489" y="180"/>
                </a:cubicBezTo>
                <a:close/>
                <a:moveTo>
                  <a:pt x="1729" y="180"/>
                </a:moveTo>
                <a:cubicBezTo>
                  <a:pt x="1728" y="180"/>
                  <a:pt x="1727" y="180"/>
                  <a:pt x="1727" y="180"/>
                </a:cubicBezTo>
                <a:cubicBezTo>
                  <a:pt x="1726" y="181"/>
                  <a:pt x="1725" y="181"/>
                  <a:pt x="1725" y="182"/>
                </a:cubicBezTo>
                <a:cubicBezTo>
                  <a:pt x="1725" y="182"/>
                  <a:pt x="1725" y="183"/>
                  <a:pt x="1725" y="183"/>
                </a:cubicBezTo>
                <a:cubicBezTo>
                  <a:pt x="1725" y="184"/>
                  <a:pt x="1725" y="184"/>
                  <a:pt x="1726" y="185"/>
                </a:cubicBezTo>
                <a:cubicBezTo>
                  <a:pt x="1726" y="185"/>
                  <a:pt x="1727" y="185"/>
                  <a:pt x="1727" y="186"/>
                </a:cubicBezTo>
                <a:cubicBezTo>
                  <a:pt x="1728" y="186"/>
                  <a:pt x="1729" y="186"/>
                  <a:pt x="1730" y="187"/>
                </a:cubicBezTo>
                <a:cubicBezTo>
                  <a:pt x="1731" y="187"/>
                  <a:pt x="1732" y="187"/>
                  <a:pt x="1733" y="187"/>
                </a:cubicBezTo>
                <a:cubicBezTo>
                  <a:pt x="1734" y="187"/>
                  <a:pt x="1735" y="187"/>
                  <a:pt x="1736" y="187"/>
                </a:cubicBezTo>
                <a:cubicBezTo>
                  <a:pt x="1737" y="186"/>
                  <a:pt x="1738" y="186"/>
                  <a:pt x="1739" y="186"/>
                </a:cubicBezTo>
                <a:cubicBezTo>
                  <a:pt x="1739" y="185"/>
                  <a:pt x="1740" y="185"/>
                  <a:pt x="1740" y="185"/>
                </a:cubicBezTo>
                <a:cubicBezTo>
                  <a:pt x="1741" y="184"/>
                  <a:pt x="1741" y="184"/>
                  <a:pt x="1741" y="183"/>
                </a:cubicBezTo>
                <a:cubicBezTo>
                  <a:pt x="1741" y="183"/>
                  <a:pt x="1740" y="182"/>
                  <a:pt x="1740" y="182"/>
                </a:cubicBezTo>
                <a:cubicBezTo>
                  <a:pt x="1739" y="181"/>
                  <a:pt x="1739" y="181"/>
                  <a:pt x="1738" y="180"/>
                </a:cubicBezTo>
                <a:cubicBezTo>
                  <a:pt x="1737" y="180"/>
                  <a:pt x="1736" y="180"/>
                  <a:pt x="1735" y="180"/>
                </a:cubicBezTo>
                <a:cubicBezTo>
                  <a:pt x="1734" y="179"/>
                  <a:pt x="1733" y="179"/>
                  <a:pt x="1732" y="179"/>
                </a:cubicBezTo>
                <a:cubicBezTo>
                  <a:pt x="1731" y="179"/>
                  <a:pt x="1730" y="179"/>
                  <a:pt x="1729" y="180"/>
                </a:cubicBezTo>
                <a:close/>
                <a:moveTo>
                  <a:pt x="1449" y="180"/>
                </a:moveTo>
                <a:cubicBezTo>
                  <a:pt x="1448" y="180"/>
                  <a:pt x="1447" y="180"/>
                  <a:pt x="1446" y="180"/>
                </a:cubicBezTo>
                <a:cubicBezTo>
                  <a:pt x="1446" y="181"/>
                  <a:pt x="1445" y="181"/>
                  <a:pt x="1445" y="182"/>
                </a:cubicBezTo>
                <a:cubicBezTo>
                  <a:pt x="1444" y="182"/>
                  <a:pt x="1444" y="183"/>
                  <a:pt x="1444" y="183"/>
                </a:cubicBezTo>
                <a:cubicBezTo>
                  <a:pt x="1444" y="184"/>
                  <a:pt x="1444" y="184"/>
                  <a:pt x="1445" y="185"/>
                </a:cubicBezTo>
                <a:cubicBezTo>
                  <a:pt x="1445" y="185"/>
                  <a:pt x="1446" y="185"/>
                  <a:pt x="1447" y="186"/>
                </a:cubicBezTo>
                <a:cubicBezTo>
                  <a:pt x="1447" y="186"/>
                  <a:pt x="1448" y="186"/>
                  <a:pt x="1449" y="187"/>
                </a:cubicBezTo>
                <a:cubicBezTo>
                  <a:pt x="1450" y="187"/>
                  <a:pt x="1451" y="187"/>
                  <a:pt x="1452" y="187"/>
                </a:cubicBezTo>
                <a:cubicBezTo>
                  <a:pt x="1453" y="187"/>
                  <a:pt x="1454" y="187"/>
                  <a:pt x="1455" y="187"/>
                </a:cubicBezTo>
                <a:cubicBezTo>
                  <a:pt x="1456" y="186"/>
                  <a:pt x="1457" y="186"/>
                  <a:pt x="1458" y="186"/>
                </a:cubicBezTo>
                <a:cubicBezTo>
                  <a:pt x="1459" y="185"/>
                  <a:pt x="1459" y="185"/>
                  <a:pt x="1460" y="185"/>
                </a:cubicBezTo>
                <a:cubicBezTo>
                  <a:pt x="1460" y="184"/>
                  <a:pt x="1460" y="184"/>
                  <a:pt x="1460" y="183"/>
                </a:cubicBezTo>
                <a:cubicBezTo>
                  <a:pt x="1460" y="183"/>
                  <a:pt x="1460" y="182"/>
                  <a:pt x="1459" y="182"/>
                </a:cubicBezTo>
                <a:cubicBezTo>
                  <a:pt x="1459" y="181"/>
                  <a:pt x="1458" y="181"/>
                  <a:pt x="1458" y="180"/>
                </a:cubicBezTo>
                <a:cubicBezTo>
                  <a:pt x="1457" y="180"/>
                  <a:pt x="1456" y="180"/>
                  <a:pt x="1455" y="180"/>
                </a:cubicBezTo>
                <a:cubicBezTo>
                  <a:pt x="1454" y="179"/>
                  <a:pt x="1453" y="179"/>
                  <a:pt x="1452" y="179"/>
                </a:cubicBezTo>
                <a:cubicBezTo>
                  <a:pt x="1451" y="179"/>
                  <a:pt x="1450" y="179"/>
                  <a:pt x="1449" y="180"/>
                </a:cubicBezTo>
                <a:close/>
                <a:moveTo>
                  <a:pt x="2090" y="180"/>
                </a:moveTo>
                <a:cubicBezTo>
                  <a:pt x="2089" y="180"/>
                  <a:pt x="2088" y="180"/>
                  <a:pt x="2087" y="180"/>
                </a:cubicBezTo>
                <a:cubicBezTo>
                  <a:pt x="2087" y="181"/>
                  <a:pt x="2086" y="181"/>
                  <a:pt x="2086" y="182"/>
                </a:cubicBezTo>
                <a:cubicBezTo>
                  <a:pt x="2085" y="182"/>
                  <a:pt x="2085" y="183"/>
                  <a:pt x="2086" y="183"/>
                </a:cubicBezTo>
                <a:cubicBezTo>
                  <a:pt x="2086" y="184"/>
                  <a:pt x="2086" y="184"/>
                  <a:pt x="2087" y="185"/>
                </a:cubicBezTo>
                <a:cubicBezTo>
                  <a:pt x="2087" y="185"/>
                  <a:pt x="2088" y="185"/>
                  <a:pt x="2089" y="186"/>
                </a:cubicBezTo>
                <a:cubicBezTo>
                  <a:pt x="2089" y="186"/>
                  <a:pt x="2090" y="186"/>
                  <a:pt x="2091" y="187"/>
                </a:cubicBezTo>
                <a:cubicBezTo>
                  <a:pt x="2092" y="187"/>
                  <a:pt x="2093" y="187"/>
                  <a:pt x="2095" y="187"/>
                </a:cubicBezTo>
                <a:cubicBezTo>
                  <a:pt x="2096" y="187"/>
                  <a:pt x="2097" y="187"/>
                  <a:pt x="2098" y="187"/>
                </a:cubicBezTo>
                <a:cubicBezTo>
                  <a:pt x="2099" y="186"/>
                  <a:pt x="2099" y="186"/>
                  <a:pt x="2100" y="186"/>
                </a:cubicBezTo>
                <a:cubicBezTo>
                  <a:pt x="2101" y="185"/>
                  <a:pt x="2101" y="185"/>
                  <a:pt x="2101" y="185"/>
                </a:cubicBezTo>
                <a:cubicBezTo>
                  <a:pt x="2102" y="184"/>
                  <a:pt x="2102" y="184"/>
                  <a:pt x="2102" y="183"/>
                </a:cubicBezTo>
                <a:cubicBezTo>
                  <a:pt x="2101" y="183"/>
                  <a:pt x="2101" y="182"/>
                  <a:pt x="2101" y="182"/>
                </a:cubicBezTo>
                <a:cubicBezTo>
                  <a:pt x="2100" y="181"/>
                  <a:pt x="2099" y="181"/>
                  <a:pt x="2099" y="180"/>
                </a:cubicBezTo>
                <a:cubicBezTo>
                  <a:pt x="2098" y="180"/>
                  <a:pt x="2097" y="180"/>
                  <a:pt x="2096" y="180"/>
                </a:cubicBezTo>
                <a:cubicBezTo>
                  <a:pt x="2095" y="179"/>
                  <a:pt x="2094" y="179"/>
                  <a:pt x="2093" y="179"/>
                </a:cubicBezTo>
                <a:cubicBezTo>
                  <a:pt x="2091" y="179"/>
                  <a:pt x="2090" y="179"/>
                  <a:pt x="2090" y="180"/>
                </a:cubicBezTo>
                <a:close/>
                <a:moveTo>
                  <a:pt x="1809" y="180"/>
                </a:moveTo>
                <a:cubicBezTo>
                  <a:pt x="1808" y="180"/>
                  <a:pt x="1807" y="180"/>
                  <a:pt x="1807" y="180"/>
                </a:cubicBezTo>
                <a:cubicBezTo>
                  <a:pt x="1806" y="181"/>
                  <a:pt x="1806" y="181"/>
                  <a:pt x="1805" y="182"/>
                </a:cubicBezTo>
                <a:cubicBezTo>
                  <a:pt x="1805" y="182"/>
                  <a:pt x="1805" y="183"/>
                  <a:pt x="1805" y="183"/>
                </a:cubicBezTo>
                <a:cubicBezTo>
                  <a:pt x="1805" y="184"/>
                  <a:pt x="1805" y="184"/>
                  <a:pt x="1806" y="185"/>
                </a:cubicBezTo>
                <a:cubicBezTo>
                  <a:pt x="1806" y="185"/>
                  <a:pt x="1807" y="185"/>
                  <a:pt x="1808" y="186"/>
                </a:cubicBezTo>
                <a:cubicBezTo>
                  <a:pt x="1808" y="186"/>
                  <a:pt x="1809" y="186"/>
                  <a:pt x="1810" y="187"/>
                </a:cubicBezTo>
                <a:cubicBezTo>
                  <a:pt x="1811" y="187"/>
                  <a:pt x="1812" y="187"/>
                  <a:pt x="1814" y="187"/>
                </a:cubicBezTo>
                <a:cubicBezTo>
                  <a:pt x="1815" y="187"/>
                  <a:pt x="1816" y="187"/>
                  <a:pt x="1817" y="187"/>
                </a:cubicBezTo>
                <a:cubicBezTo>
                  <a:pt x="1818" y="186"/>
                  <a:pt x="1818" y="186"/>
                  <a:pt x="1819" y="186"/>
                </a:cubicBezTo>
                <a:cubicBezTo>
                  <a:pt x="1820" y="185"/>
                  <a:pt x="1820" y="185"/>
                  <a:pt x="1821" y="185"/>
                </a:cubicBezTo>
                <a:cubicBezTo>
                  <a:pt x="1821" y="184"/>
                  <a:pt x="1821" y="184"/>
                  <a:pt x="1821" y="183"/>
                </a:cubicBezTo>
                <a:cubicBezTo>
                  <a:pt x="1821" y="183"/>
                  <a:pt x="1821" y="182"/>
                  <a:pt x="1820" y="182"/>
                </a:cubicBezTo>
                <a:cubicBezTo>
                  <a:pt x="1820" y="181"/>
                  <a:pt x="1819" y="181"/>
                  <a:pt x="1818" y="180"/>
                </a:cubicBezTo>
                <a:cubicBezTo>
                  <a:pt x="1817" y="180"/>
                  <a:pt x="1816" y="180"/>
                  <a:pt x="1815" y="180"/>
                </a:cubicBezTo>
                <a:cubicBezTo>
                  <a:pt x="1814" y="179"/>
                  <a:pt x="1813" y="179"/>
                  <a:pt x="1812" y="179"/>
                </a:cubicBezTo>
                <a:cubicBezTo>
                  <a:pt x="1811" y="179"/>
                  <a:pt x="1810" y="179"/>
                  <a:pt x="1809" y="180"/>
                </a:cubicBezTo>
                <a:close/>
                <a:moveTo>
                  <a:pt x="1409" y="180"/>
                </a:moveTo>
                <a:cubicBezTo>
                  <a:pt x="1408" y="180"/>
                  <a:pt x="1407" y="180"/>
                  <a:pt x="1406" y="180"/>
                </a:cubicBezTo>
                <a:cubicBezTo>
                  <a:pt x="1405" y="181"/>
                  <a:pt x="1405" y="181"/>
                  <a:pt x="1405" y="182"/>
                </a:cubicBezTo>
                <a:cubicBezTo>
                  <a:pt x="1404" y="182"/>
                  <a:pt x="1404" y="183"/>
                  <a:pt x="1404" y="183"/>
                </a:cubicBezTo>
                <a:cubicBezTo>
                  <a:pt x="1404" y="184"/>
                  <a:pt x="1404" y="184"/>
                  <a:pt x="1405" y="185"/>
                </a:cubicBezTo>
                <a:cubicBezTo>
                  <a:pt x="1405" y="185"/>
                  <a:pt x="1406" y="185"/>
                  <a:pt x="1406" y="186"/>
                </a:cubicBezTo>
                <a:cubicBezTo>
                  <a:pt x="1407" y="186"/>
                  <a:pt x="1408" y="186"/>
                  <a:pt x="1409" y="187"/>
                </a:cubicBezTo>
                <a:cubicBezTo>
                  <a:pt x="1410" y="187"/>
                  <a:pt x="1411" y="187"/>
                  <a:pt x="1412" y="187"/>
                </a:cubicBezTo>
                <a:cubicBezTo>
                  <a:pt x="1413" y="187"/>
                  <a:pt x="1414" y="187"/>
                  <a:pt x="1415" y="187"/>
                </a:cubicBezTo>
                <a:cubicBezTo>
                  <a:pt x="1416" y="186"/>
                  <a:pt x="1417" y="186"/>
                  <a:pt x="1418" y="186"/>
                </a:cubicBezTo>
                <a:cubicBezTo>
                  <a:pt x="1418" y="185"/>
                  <a:pt x="1419" y="185"/>
                  <a:pt x="1419" y="185"/>
                </a:cubicBezTo>
                <a:cubicBezTo>
                  <a:pt x="1420" y="184"/>
                  <a:pt x="1420" y="184"/>
                  <a:pt x="1420" y="183"/>
                </a:cubicBezTo>
                <a:cubicBezTo>
                  <a:pt x="1420" y="183"/>
                  <a:pt x="1420" y="182"/>
                  <a:pt x="1419" y="182"/>
                </a:cubicBezTo>
                <a:cubicBezTo>
                  <a:pt x="1419" y="181"/>
                  <a:pt x="1418" y="181"/>
                  <a:pt x="1418" y="180"/>
                </a:cubicBezTo>
                <a:cubicBezTo>
                  <a:pt x="1417" y="180"/>
                  <a:pt x="1416" y="180"/>
                  <a:pt x="1415" y="180"/>
                </a:cubicBezTo>
                <a:cubicBezTo>
                  <a:pt x="1414" y="179"/>
                  <a:pt x="1413" y="179"/>
                  <a:pt x="1412" y="179"/>
                </a:cubicBezTo>
                <a:cubicBezTo>
                  <a:pt x="1411" y="179"/>
                  <a:pt x="1410" y="179"/>
                  <a:pt x="1409" y="180"/>
                </a:cubicBezTo>
                <a:close/>
                <a:moveTo>
                  <a:pt x="1369" y="180"/>
                </a:moveTo>
                <a:cubicBezTo>
                  <a:pt x="1368" y="180"/>
                  <a:pt x="1367" y="180"/>
                  <a:pt x="1366" y="180"/>
                </a:cubicBezTo>
                <a:cubicBezTo>
                  <a:pt x="1365" y="181"/>
                  <a:pt x="1365" y="181"/>
                  <a:pt x="1364" y="182"/>
                </a:cubicBezTo>
                <a:cubicBezTo>
                  <a:pt x="1364" y="182"/>
                  <a:pt x="1364" y="183"/>
                  <a:pt x="1364" y="183"/>
                </a:cubicBezTo>
                <a:cubicBezTo>
                  <a:pt x="1364" y="184"/>
                  <a:pt x="1364" y="184"/>
                  <a:pt x="1365" y="185"/>
                </a:cubicBezTo>
                <a:cubicBezTo>
                  <a:pt x="1365" y="185"/>
                  <a:pt x="1366" y="185"/>
                  <a:pt x="1366" y="186"/>
                </a:cubicBezTo>
                <a:cubicBezTo>
                  <a:pt x="1367" y="186"/>
                  <a:pt x="1368" y="186"/>
                  <a:pt x="1369" y="187"/>
                </a:cubicBezTo>
                <a:cubicBezTo>
                  <a:pt x="1370" y="187"/>
                  <a:pt x="1371" y="187"/>
                  <a:pt x="1372" y="187"/>
                </a:cubicBezTo>
                <a:cubicBezTo>
                  <a:pt x="1373" y="187"/>
                  <a:pt x="1374" y="187"/>
                  <a:pt x="1375" y="187"/>
                </a:cubicBezTo>
                <a:cubicBezTo>
                  <a:pt x="1376" y="186"/>
                  <a:pt x="1377" y="186"/>
                  <a:pt x="1378" y="186"/>
                </a:cubicBezTo>
                <a:cubicBezTo>
                  <a:pt x="1378" y="185"/>
                  <a:pt x="1379" y="185"/>
                  <a:pt x="1379" y="185"/>
                </a:cubicBezTo>
                <a:cubicBezTo>
                  <a:pt x="1380" y="184"/>
                  <a:pt x="1380" y="184"/>
                  <a:pt x="1380" y="183"/>
                </a:cubicBezTo>
                <a:cubicBezTo>
                  <a:pt x="1380" y="183"/>
                  <a:pt x="1380" y="182"/>
                  <a:pt x="1379" y="182"/>
                </a:cubicBezTo>
                <a:cubicBezTo>
                  <a:pt x="1379" y="181"/>
                  <a:pt x="1378" y="181"/>
                  <a:pt x="1377" y="180"/>
                </a:cubicBezTo>
                <a:cubicBezTo>
                  <a:pt x="1377" y="180"/>
                  <a:pt x="1376" y="180"/>
                  <a:pt x="1375" y="180"/>
                </a:cubicBezTo>
                <a:cubicBezTo>
                  <a:pt x="1374" y="179"/>
                  <a:pt x="1373" y="179"/>
                  <a:pt x="1372" y="179"/>
                </a:cubicBezTo>
                <a:cubicBezTo>
                  <a:pt x="1371" y="179"/>
                  <a:pt x="1370" y="179"/>
                  <a:pt x="1369" y="180"/>
                </a:cubicBezTo>
                <a:close/>
                <a:moveTo>
                  <a:pt x="2049" y="180"/>
                </a:moveTo>
                <a:cubicBezTo>
                  <a:pt x="2049" y="180"/>
                  <a:pt x="2048" y="180"/>
                  <a:pt x="2047" y="180"/>
                </a:cubicBezTo>
                <a:cubicBezTo>
                  <a:pt x="2046" y="181"/>
                  <a:pt x="2046" y="181"/>
                  <a:pt x="2046" y="182"/>
                </a:cubicBezTo>
                <a:cubicBezTo>
                  <a:pt x="2045" y="182"/>
                  <a:pt x="2045" y="183"/>
                  <a:pt x="2045" y="183"/>
                </a:cubicBezTo>
                <a:cubicBezTo>
                  <a:pt x="2046" y="184"/>
                  <a:pt x="2046" y="184"/>
                  <a:pt x="2046" y="185"/>
                </a:cubicBezTo>
                <a:cubicBezTo>
                  <a:pt x="2047" y="185"/>
                  <a:pt x="2048" y="185"/>
                  <a:pt x="2048" y="186"/>
                </a:cubicBezTo>
                <a:cubicBezTo>
                  <a:pt x="2049" y="186"/>
                  <a:pt x="2050" y="186"/>
                  <a:pt x="2051" y="187"/>
                </a:cubicBezTo>
                <a:cubicBezTo>
                  <a:pt x="2052" y="187"/>
                  <a:pt x="2053" y="187"/>
                  <a:pt x="2054" y="187"/>
                </a:cubicBezTo>
                <a:cubicBezTo>
                  <a:pt x="2056" y="187"/>
                  <a:pt x="2057" y="187"/>
                  <a:pt x="2057" y="187"/>
                </a:cubicBezTo>
                <a:cubicBezTo>
                  <a:pt x="2058" y="186"/>
                  <a:pt x="2059" y="186"/>
                  <a:pt x="2060" y="186"/>
                </a:cubicBezTo>
                <a:cubicBezTo>
                  <a:pt x="2060" y="185"/>
                  <a:pt x="2061" y="185"/>
                  <a:pt x="2061" y="185"/>
                </a:cubicBezTo>
                <a:cubicBezTo>
                  <a:pt x="2061" y="184"/>
                  <a:pt x="2062" y="184"/>
                  <a:pt x="2061" y="183"/>
                </a:cubicBezTo>
                <a:cubicBezTo>
                  <a:pt x="2061" y="183"/>
                  <a:pt x="2061" y="182"/>
                  <a:pt x="2060" y="182"/>
                </a:cubicBezTo>
                <a:cubicBezTo>
                  <a:pt x="2060" y="181"/>
                  <a:pt x="2059" y="181"/>
                  <a:pt x="2058" y="180"/>
                </a:cubicBezTo>
                <a:cubicBezTo>
                  <a:pt x="2058" y="180"/>
                  <a:pt x="2057" y="180"/>
                  <a:pt x="2056" y="180"/>
                </a:cubicBezTo>
                <a:cubicBezTo>
                  <a:pt x="2055" y="179"/>
                  <a:pt x="2054" y="179"/>
                  <a:pt x="2053" y="179"/>
                </a:cubicBezTo>
                <a:cubicBezTo>
                  <a:pt x="2051" y="179"/>
                  <a:pt x="2050" y="179"/>
                  <a:pt x="2049" y="180"/>
                </a:cubicBezTo>
                <a:close/>
                <a:moveTo>
                  <a:pt x="848" y="180"/>
                </a:moveTo>
                <a:cubicBezTo>
                  <a:pt x="847" y="180"/>
                  <a:pt x="846" y="180"/>
                  <a:pt x="845" y="180"/>
                </a:cubicBezTo>
                <a:cubicBezTo>
                  <a:pt x="845" y="181"/>
                  <a:pt x="844" y="181"/>
                  <a:pt x="843" y="182"/>
                </a:cubicBezTo>
                <a:cubicBezTo>
                  <a:pt x="843" y="182"/>
                  <a:pt x="843" y="183"/>
                  <a:pt x="843" y="183"/>
                </a:cubicBezTo>
                <a:cubicBezTo>
                  <a:pt x="843" y="184"/>
                  <a:pt x="843" y="184"/>
                  <a:pt x="843" y="185"/>
                </a:cubicBezTo>
                <a:cubicBezTo>
                  <a:pt x="843" y="185"/>
                  <a:pt x="844" y="185"/>
                  <a:pt x="845" y="186"/>
                </a:cubicBezTo>
                <a:cubicBezTo>
                  <a:pt x="845" y="186"/>
                  <a:pt x="846" y="186"/>
                  <a:pt x="847" y="187"/>
                </a:cubicBezTo>
                <a:cubicBezTo>
                  <a:pt x="848" y="187"/>
                  <a:pt x="849" y="187"/>
                  <a:pt x="850" y="187"/>
                </a:cubicBezTo>
                <a:cubicBezTo>
                  <a:pt x="851" y="187"/>
                  <a:pt x="852" y="187"/>
                  <a:pt x="853" y="187"/>
                </a:cubicBezTo>
                <a:cubicBezTo>
                  <a:pt x="854" y="186"/>
                  <a:pt x="855" y="186"/>
                  <a:pt x="856" y="186"/>
                </a:cubicBezTo>
                <a:cubicBezTo>
                  <a:pt x="857" y="185"/>
                  <a:pt x="857" y="185"/>
                  <a:pt x="858" y="185"/>
                </a:cubicBezTo>
                <a:cubicBezTo>
                  <a:pt x="858" y="184"/>
                  <a:pt x="859" y="184"/>
                  <a:pt x="859" y="183"/>
                </a:cubicBezTo>
                <a:cubicBezTo>
                  <a:pt x="859" y="183"/>
                  <a:pt x="859" y="182"/>
                  <a:pt x="858" y="182"/>
                </a:cubicBezTo>
                <a:cubicBezTo>
                  <a:pt x="858" y="181"/>
                  <a:pt x="857" y="181"/>
                  <a:pt x="857" y="180"/>
                </a:cubicBezTo>
                <a:cubicBezTo>
                  <a:pt x="856" y="180"/>
                  <a:pt x="855" y="180"/>
                  <a:pt x="854" y="180"/>
                </a:cubicBezTo>
                <a:cubicBezTo>
                  <a:pt x="853" y="179"/>
                  <a:pt x="852" y="179"/>
                  <a:pt x="851" y="179"/>
                </a:cubicBezTo>
                <a:cubicBezTo>
                  <a:pt x="850" y="179"/>
                  <a:pt x="849" y="179"/>
                  <a:pt x="848" y="180"/>
                </a:cubicBezTo>
                <a:close/>
                <a:moveTo>
                  <a:pt x="888" y="180"/>
                </a:moveTo>
                <a:cubicBezTo>
                  <a:pt x="887" y="180"/>
                  <a:pt x="886" y="180"/>
                  <a:pt x="885" y="180"/>
                </a:cubicBezTo>
                <a:cubicBezTo>
                  <a:pt x="885" y="181"/>
                  <a:pt x="884" y="181"/>
                  <a:pt x="884" y="182"/>
                </a:cubicBezTo>
                <a:cubicBezTo>
                  <a:pt x="883" y="182"/>
                  <a:pt x="883" y="183"/>
                  <a:pt x="883" y="183"/>
                </a:cubicBezTo>
                <a:cubicBezTo>
                  <a:pt x="883" y="184"/>
                  <a:pt x="883" y="184"/>
                  <a:pt x="883" y="185"/>
                </a:cubicBezTo>
                <a:cubicBezTo>
                  <a:pt x="884" y="185"/>
                  <a:pt x="884" y="185"/>
                  <a:pt x="885" y="186"/>
                </a:cubicBezTo>
                <a:cubicBezTo>
                  <a:pt x="885" y="186"/>
                  <a:pt x="886" y="186"/>
                  <a:pt x="887" y="187"/>
                </a:cubicBezTo>
                <a:cubicBezTo>
                  <a:pt x="888" y="187"/>
                  <a:pt x="889" y="187"/>
                  <a:pt x="890" y="187"/>
                </a:cubicBezTo>
                <a:cubicBezTo>
                  <a:pt x="891" y="187"/>
                  <a:pt x="892" y="187"/>
                  <a:pt x="893" y="187"/>
                </a:cubicBezTo>
                <a:cubicBezTo>
                  <a:pt x="894" y="186"/>
                  <a:pt x="895" y="186"/>
                  <a:pt x="896" y="186"/>
                </a:cubicBezTo>
                <a:cubicBezTo>
                  <a:pt x="897" y="185"/>
                  <a:pt x="898" y="185"/>
                  <a:pt x="898" y="185"/>
                </a:cubicBezTo>
                <a:cubicBezTo>
                  <a:pt x="898" y="184"/>
                  <a:pt x="899" y="184"/>
                  <a:pt x="899" y="183"/>
                </a:cubicBezTo>
                <a:cubicBezTo>
                  <a:pt x="899" y="183"/>
                  <a:pt x="899" y="182"/>
                  <a:pt x="898" y="182"/>
                </a:cubicBezTo>
                <a:cubicBezTo>
                  <a:pt x="898" y="181"/>
                  <a:pt x="897" y="181"/>
                  <a:pt x="897" y="180"/>
                </a:cubicBezTo>
                <a:cubicBezTo>
                  <a:pt x="896" y="180"/>
                  <a:pt x="895" y="180"/>
                  <a:pt x="894" y="180"/>
                </a:cubicBezTo>
                <a:cubicBezTo>
                  <a:pt x="893" y="179"/>
                  <a:pt x="892" y="179"/>
                  <a:pt x="891" y="179"/>
                </a:cubicBezTo>
                <a:cubicBezTo>
                  <a:pt x="890" y="179"/>
                  <a:pt x="889" y="179"/>
                  <a:pt x="888" y="180"/>
                </a:cubicBezTo>
                <a:close/>
                <a:moveTo>
                  <a:pt x="688" y="180"/>
                </a:moveTo>
                <a:cubicBezTo>
                  <a:pt x="687" y="180"/>
                  <a:pt x="686" y="180"/>
                  <a:pt x="685" y="180"/>
                </a:cubicBezTo>
                <a:cubicBezTo>
                  <a:pt x="684" y="181"/>
                  <a:pt x="684" y="181"/>
                  <a:pt x="683" y="182"/>
                </a:cubicBezTo>
                <a:cubicBezTo>
                  <a:pt x="683" y="182"/>
                  <a:pt x="682" y="183"/>
                  <a:pt x="682" y="183"/>
                </a:cubicBezTo>
                <a:cubicBezTo>
                  <a:pt x="682" y="184"/>
                  <a:pt x="682" y="184"/>
                  <a:pt x="683" y="185"/>
                </a:cubicBezTo>
                <a:cubicBezTo>
                  <a:pt x="683" y="185"/>
                  <a:pt x="683" y="185"/>
                  <a:pt x="684" y="186"/>
                </a:cubicBezTo>
                <a:cubicBezTo>
                  <a:pt x="685" y="186"/>
                  <a:pt x="686" y="186"/>
                  <a:pt x="687" y="187"/>
                </a:cubicBezTo>
                <a:cubicBezTo>
                  <a:pt x="687" y="187"/>
                  <a:pt x="689" y="187"/>
                  <a:pt x="690" y="187"/>
                </a:cubicBezTo>
                <a:cubicBezTo>
                  <a:pt x="691" y="187"/>
                  <a:pt x="692" y="187"/>
                  <a:pt x="693" y="187"/>
                </a:cubicBezTo>
                <a:cubicBezTo>
                  <a:pt x="694" y="186"/>
                  <a:pt x="695" y="186"/>
                  <a:pt x="695" y="186"/>
                </a:cubicBezTo>
                <a:cubicBezTo>
                  <a:pt x="696" y="185"/>
                  <a:pt x="697" y="185"/>
                  <a:pt x="697" y="185"/>
                </a:cubicBezTo>
                <a:cubicBezTo>
                  <a:pt x="698" y="184"/>
                  <a:pt x="698" y="184"/>
                  <a:pt x="698" y="183"/>
                </a:cubicBezTo>
                <a:cubicBezTo>
                  <a:pt x="698" y="183"/>
                  <a:pt x="698" y="182"/>
                  <a:pt x="698" y="182"/>
                </a:cubicBezTo>
                <a:cubicBezTo>
                  <a:pt x="698" y="181"/>
                  <a:pt x="697" y="181"/>
                  <a:pt x="696" y="180"/>
                </a:cubicBezTo>
                <a:cubicBezTo>
                  <a:pt x="696" y="180"/>
                  <a:pt x="695" y="180"/>
                  <a:pt x="694" y="180"/>
                </a:cubicBezTo>
                <a:cubicBezTo>
                  <a:pt x="693" y="179"/>
                  <a:pt x="692" y="179"/>
                  <a:pt x="691" y="179"/>
                </a:cubicBezTo>
                <a:cubicBezTo>
                  <a:pt x="690" y="179"/>
                  <a:pt x="689" y="179"/>
                  <a:pt x="688" y="180"/>
                </a:cubicBezTo>
                <a:close/>
                <a:moveTo>
                  <a:pt x="367" y="180"/>
                </a:moveTo>
                <a:cubicBezTo>
                  <a:pt x="366" y="180"/>
                  <a:pt x="365" y="180"/>
                  <a:pt x="365" y="180"/>
                </a:cubicBezTo>
                <a:cubicBezTo>
                  <a:pt x="364" y="181"/>
                  <a:pt x="363" y="181"/>
                  <a:pt x="363" y="182"/>
                </a:cubicBezTo>
                <a:cubicBezTo>
                  <a:pt x="362" y="182"/>
                  <a:pt x="362" y="183"/>
                  <a:pt x="361" y="183"/>
                </a:cubicBezTo>
                <a:cubicBezTo>
                  <a:pt x="361" y="184"/>
                  <a:pt x="361" y="184"/>
                  <a:pt x="362" y="185"/>
                </a:cubicBezTo>
                <a:cubicBezTo>
                  <a:pt x="362" y="185"/>
                  <a:pt x="362" y="185"/>
                  <a:pt x="363" y="186"/>
                </a:cubicBezTo>
                <a:cubicBezTo>
                  <a:pt x="364" y="186"/>
                  <a:pt x="364" y="186"/>
                  <a:pt x="365" y="187"/>
                </a:cubicBezTo>
                <a:cubicBezTo>
                  <a:pt x="366" y="187"/>
                  <a:pt x="367" y="187"/>
                  <a:pt x="368" y="187"/>
                </a:cubicBezTo>
                <a:cubicBezTo>
                  <a:pt x="370" y="187"/>
                  <a:pt x="371" y="187"/>
                  <a:pt x="372" y="187"/>
                </a:cubicBezTo>
                <a:cubicBezTo>
                  <a:pt x="373" y="186"/>
                  <a:pt x="374" y="186"/>
                  <a:pt x="374" y="186"/>
                </a:cubicBezTo>
                <a:cubicBezTo>
                  <a:pt x="375" y="185"/>
                  <a:pt x="376" y="185"/>
                  <a:pt x="377" y="185"/>
                </a:cubicBezTo>
                <a:cubicBezTo>
                  <a:pt x="377" y="184"/>
                  <a:pt x="377" y="184"/>
                  <a:pt x="378" y="183"/>
                </a:cubicBezTo>
                <a:cubicBezTo>
                  <a:pt x="378" y="183"/>
                  <a:pt x="378" y="182"/>
                  <a:pt x="377" y="182"/>
                </a:cubicBezTo>
                <a:cubicBezTo>
                  <a:pt x="377" y="181"/>
                  <a:pt x="377" y="181"/>
                  <a:pt x="376" y="180"/>
                </a:cubicBezTo>
                <a:cubicBezTo>
                  <a:pt x="375" y="180"/>
                  <a:pt x="375" y="180"/>
                  <a:pt x="374" y="180"/>
                </a:cubicBezTo>
                <a:cubicBezTo>
                  <a:pt x="373" y="179"/>
                  <a:pt x="372" y="179"/>
                  <a:pt x="371" y="179"/>
                </a:cubicBezTo>
                <a:cubicBezTo>
                  <a:pt x="369" y="179"/>
                  <a:pt x="368" y="179"/>
                  <a:pt x="367" y="180"/>
                </a:cubicBezTo>
                <a:close/>
                <a:moveTo>
                  <a:pt x="287" y="180"/>
                </a:moveTo>
                <a:cubicBezTo>
                  <a:pt x="286" y="180"/>
                  <a:pt x="285" y="180"/>
                  <a:pt x="285" y="180"/>
                </a:cubicBezTo>
                <a:cubicBezTo>
                  <a:pt x="284" y="181"/>
                  <a:pt x="283" y="181"/>
                  <a:pt x="282" y="182"/>
                </a:cubicBezTo>
                <a:cubicBezTo>
                  <a:pt x="282" y="182"/>
                  <a:pt x="282" y="183"/>
                  <a:pt x="281" y="183"/>
                </a:cubicBezTo>
                <a:cubicBezTo>
                  <a:pt x="281" y="184"/>
                  <a:pt x="281" y="184"/>
                  <a:pt x="282" y="185"/>
                </a:cubicBezTo>
                <a:cubicBezTo>
                  <a:pt x="282" y="185"/>
                  <a:pt x="282" y="185"/>
                  <a:pt x="283" y="186"/>
                </a:cubicBezTo>
                <a:cubicBezTo>
                  <a:pt x="283" y="186"/>
                  <a:pt x="284" y="186"/>
                  <a:pt x="285" y="187"/>
                </a:cubicBezTo>
                <a:cubicBezTo>
                  <a:pt x="286" y="187"/>
                  <a:pt x="287" y="187"/>
                  <a:pt x="288" y="187"/>
                </a:cubicBezTo>
                <a:cubicBezTo>
                  <a:pt x="289" y="187"/>
                  <a:pt x="290" y="187"/>
                  <a:pt x="291" y="187"/>
                </a:cubicBezTo>
                <a:cubicBezTo>
                  <a:pt x="292" y="186"/>
                  <a:pt x="293" y="186"/>
                  <a:pt x="294" y="186"/>
                </a:cubicBezTo>
                <a:cubicBezTo>
                  <a:pt x="295" y="185"/>
                  <a:pt x="296" y="185"/>
                  <a:pt x="296" y="185"/>
                </a:cubicBezTo>
                <a:cubicBezTo>
                  <a:pt x="297" y="184"/>
                  <a:pt x="297" y="184"/>
                  <a:pt x="297" y="183"/>
                </a:cubicBezTo>
                <a:cubicBezTo>
                  <a:pt x="298" y="183"/>
                  <a:pt x="297" y="182"/>
                  <a:pt x="297" y="182"/>
                </a:cubicBezTo>
                <a:cubicBezTo>
                  <a:pt x="297" y="181"/>
                  <a:pt x="296" y="181"/>
                  <a:pt x="296" y="180"/>
                </a:cubicBezTo>
                <a:cubicBezTo>
                  <a:pt x="295" y="180"/>
                  <a:pt x="294" y="180"/>
                  <a:pt x="294" y="180"/>
                </a:cubicBezTo>
                <a:cubicBezTo>
                  <a:pt x="293" y="179"/>
                  <a:pt x="292" y="179"/>
                  <a:pt x="291" y="179"/>
                </a:cubicBezTo>
                <a:cubicBezTo>
                  <a:pt x="289" y="179"/>
                  <a:pt x="288" y="179"/>
                  <a:pt x="287" y="180"/>
                </a:cubicBezTo>
                <a:close/>
                <a:moveTo>
                  <a:pt x="407" y="180"/>
                </a:moveTo>
                <a:cubicBezTo>
                  <a:pt x="406" y="180"/>
                  <a:pt x="406" y="180"/>
                  <a:pt x="405" y="180"/>
                </a:cubicBezTo>
                <a:cubicBezTo>
                  <a:pt x="404" y="181"/>
                  <a:pt x="403" y="181"/>
                  <a:pt x="403" y="182"/>
                </a:cubicBezTo>
                <a:cubicBezTo>
                  <a:pt x="402" y="182"/>
                  <a:pt x="402" y="183"/>
                  <a:pt x="402" y="183"/>
                </a:cubicBezTo>
                <a:cubicBezTo>
                  <a:pt x="401" y="184"/>
                  <a:pt x="402" y="184"/>
                  <a:pt x="402" y="185"/>
                </a:cubicBezTo>
                <a:cubicBezTo>
                  <a:pt x="402" y="185"/>
                  <a:pt x="403" y="185"/>
                  <a:pt x="403" y="186"/>
                </a:cubicBezTo>
                <a:cubicBezTo>
                  <a:pt x="404" y="186"/>
                  <a:pt x="405" y="186"/>
                  <a:pt x="406" y="187"/>
                </a:cubicBezTo>
                <a:cubicBezTo>
                  <a:pt x="406" y="187"/>
                  <a:pt x="407" y="187"/>
                  <a:pt x="409" y="187"/>
                </a:cubicBezTo>
                <a:cubicBezTo>
                  <a:pt x="410" y="187"/>
                  <a:pt x="411" y="187"/>
                  <a:pt x="412" y="187"/>
                </a:cubicBezTo>
                <a:cubicBezTo>
                  <a:pt x="413" y="186"/>
                  <a:pt x="414" y="186"/>
                  <a:pt x="415" y="186"/>
                </a:cubicBezTo>
                <a:cubicBezTo>
                  <a:pt x="415" y="185"/>
                  <a:pt x="416" y="185"/>
                  <a:pt x="417" y="185"/>
                </a:cubicBezTo>
                <a:cubicBezTo>
                  <a:pt x="417" y="184"/>
                  <a:pt x="417" y="184"/>
                  <a:pt x="418" y="183"/>
                </a:cubicBezTo>
                <a:cubicBezTo>
                  <a:pt x="418" y="183"/>
                  <a:pt x="418" y="182"/>
                  <a:pt x="417" y="182"/>
                </a:cubicBezTo>
                <a:cubicBezTo>
                  <a:pt x="417" y="181"/>
                  <a:pt x="417" y="181"/>
                  <a:pt x="416" y="180"/>
                </a:cubicBezTo>
                <a:cubicBezTo>
                  <a:pt x="415" y="180"/>
                  <a:pt x="415" y="180"/>
                  <a:pt x="414" y="180"/>
                </a:cubicBezTo>
                <a:cubicBezTo>
                  <a:pt x="413" y="179"/>
                  <a:pt x="412" y="179"/>
                  <a:pt x="411" y="179"/>
                </a:cubicBezTo>
                <a:cubicBezTo>
                  <a:pt x="410" y="179"/>
                  <a:pt x="408" y="179"/>
                  <a:pt x="407" y="180"/>
                </a:cubicBezTo>
                <a:close/>
                <a:moveTo>
                  <a:pt x="528" y="180"/>
                </a:moveTo>
                <a:cubicBezTo>
                  <a:pt x="527" y="180"/>
                  <a:pt x="526" y="180"/>
                  <a:pt x="525" y="180"/>
                </a:cubicBezTo>
                <a:cubicBezTo>
                  <a:pt x="524" y="181"/>
                  <a:pt x="523" y="181"/>
                  <a:pt x="523" y="182"/>
                </a:cubicBezTo>
                <a:cubicBezTo>
                  <a:pt x="522" y="182"/>
                  <a:pt x="522" y="183"/>
                  <a:pt x="522" y="183"/>
                </a:cubicBezTo>
                <a:cubicBezTo>
                  <a:pt x="522" y="184"/>
                  <a:pt x="522" y="184"/>
                  <a:pt x="522" y="185"/>
                </a:cubicBezTo>
                <a:cubicBezTo>
                  <a:pt x="522" y="185"/>
                  <a:pt x="523" y="185"/>
                  <a:pt x="524" y="186"/>
                </a:cubicBezTo>
                <a:cubicBezTo>
                  <a:pt x="524" y="186"/>
                  <a:pt x="525" y="186"/>
                  <a:pt x="526" y="187"/>
                </a:cubicBezTo>
                <a:cubicBezTo>
                  <a:pt x="527" y="187"/>
                  <a:pt x="528" y="187"/>
                  <a:pt x="529" y="187"/>
                </a:cubicBezTo>
                <a:cubicBezTo>
                  <a:pt x="530" y="187"/>
                  <a:pt x="531" y="187"/>
                  <a:pt x="532" y="187"/>
                </a:cubicBezTo>
                <a:cubicBezTo>
                  <a:pt x="533" y="186"/>
                  <a:pt x="534" y="186"/>
                  <a:pt x="535" y="186"/>
                </a:cubicBezTo>
                <a:cubicBezTo>
                  <a:pt x="536" y="185"/>
                  <a:pt x="536" y="185"/>
                  <a:pt x="537" y="185"/>
                </a:cubicBezTo>
                <a:cubicBezTo>
                  <a:pt x="537" y="184"/>
                  <a:pt x="538" y="184"/>
                  <a:pt x="538" y="183"/>
                </a:cubicBezTo>
                <a:cubicBezTo>
                  <a:pt x="538" y="183"/>
                  <a:pt x="538" y="182"/>
                  <a:pt x="538" y="182"/>
                </a:cubicBezTo>
                <a:cubicBezTo>
                  <a:pt x="537" y="181"/>
                  <a:pt x="537" y="181"/>
                  <a:pt x="536" y="180"/>
                </a:cubicBezTo>
                <a:cubicBezTo>
                  <a:pt x="536" y="180"/>
                  <a:pt x="535" y="180"/>
                  <a:pt x="534" y="180"/>
                </a:cubicBezTo>
                <a:cubicBezTo>
                  <a:pt x="533" y="179"/>
                  <a:pt x="532" y="179"/>
                  <a:pt x="531" y="179"/>
                </a:cubicBezTo>
                <a:cubicBezTo>
                  <a:pt x="530" y="179"/>
                  <a:pt x="529" y="179"/>
                  <a:pt x="528" y="180"/>
                </a:cubicBezTo>
                <a:close/>
                <a:moveTo>
                  <a:pt x="7" y="180"/>
                </a:moveTo>
                <a:cubicBezTo>
                  <a:pt x="6" y="180"/>
                  <a:pt x="5" y="180"/>
                  <a:pt x="4" y="180"/>
                </a:cubicBezTo>
                <a:cubicBezTo>
                  <a:pt x="3" y="181"/>
                  <a:pt x="3" y="181"/>
                  <a:pt x="2" y="182"/>
                </a:cubicBezTo>
                <a:cubicBezTo>
                  <a:pt x="1" y="182"/>
                  <a:pt x="1" y="183"/>
                  <a:pt x="1" y="183"/>
                </a:cubicBezTo>
                <a:cubicBezTo>
                  <a:pt x="0" y="184"/>
                  <a:pt x="1" y="184"/>
                  <a:pt x="1" y="185"/>
                </a:cubicBezTo>
                <a:cubicBezTo>
                  <a:pt x="1" y="185"/>
                  <a:pt x="1" y="185"/>
                  <a:pt x="2" y="186"/>
                </a:cubicBezTo>
                <a:cubicBezTo>
                  <a:pt x="3" y="186"/>
                  <a:pt x="3" y="186"/>
                  <a:pt x="4" y="187"/>
                </a:cubicBezTo>
                <a:cubicBezTo>
                  <a:pt x="5" y="187"/>
                  <a:pt x="6" y="187"/>
                  <a:pt x="7" y="187"/>
                </a:cubicBezTo>
                <a:cubicBezTo>
                  <a:pt x="8" y="187"/>
                  <a:pt x="9" y="187"/>
                  <a:pt x="10" y="187"/>
                </a:cubicBezTo>
                <a:cubicBezTo>
                  <a:pt x="11" y="186"/>
                  <a:pt x="12" y="186"/>
                  <a:pt x="13" y="186"/>
                </a:cubicBezTo>
                <a:cubicBezTo>
                  <a:pt x="14" y="185"/>
                  <a:pt x="15" y="185"/>
                  <a:pt x="15" y="185"/>
                </a:cubicBezTo>
                <a:cubicBezTo>
                  <a:pt x="16" y="184"/>
                  <a:pt x="16" y="184"/>
                  <a:pt x="17" y="183"/>
                </a:cubicBezTo>
                <a:cubicBezTo>
                  <a:pt x="17" y="183"/>
                  <a:pt x="17" y="182"/>
                  <a:pt x="17" y="182"/>
                </a:cubicBezTo>
                <a:cubicBezTo>
                  <a:pt x="16" y="181"/>
                  <a:pt x="16" y="181"/>
                  <a:pt x="15" y="180"/>
                </a:cubicBezTo>
                <a:cubicBezTo>
                  <a:pt x="15" y="180"/>
                  <a:pt x="14" y="180"/>
                  <a:pt x="13" y="180"/>
                </a:cubicBezTo>
                <a:cubicBezTo>
                  <a:pt x="12" y="179"/>
                  <a:pt x="11" y="179"/>
                  <a:pt x="10" y="179"/>
                </a:cubicBezTo>
                <a:cubicBezTo>
                  <a:pt x="9" y="179"/>
                  <a:pt x="8" y="179"/>
                  <a:pt x="7" y="180"/>
                </a:cubicBezTo>
                <a:close/>
                <a:moveTo>
                  <a:pt x="448" y="180"/>
                </a:moveTo>
                <a:cubicBezTo>
                  <a:pt x="447" y="180"/>
                  <a:pt x="446" y="180"/>
                  <a:pt x="445" y="180"/>
                </a:cubicBezTo>
                <a:cubicBezTo>
                  <a:pt x="444" y="181"/>
                  <a:pt x="443" y="181"/>
                  <a:pt x="443" y="182"/>
                </a:cubicBezTo>
                <a:cubicBezTo>
                  <a:pt x="442" y="182"/>
                  <a:pt x="442" y="183"/>
                  <a:pt x="442" y="183"/>
                </a:cubicBezTo>
                <a:cubicBezTo>
                  <a:pt x="442" y="184"/>
                  <a:pt x="442" y="184"/>
                  <a:pt x="442" y="185"/>
                </a:cubicBezTo>
                <a:cubicBezTo>
                  <a:pt x="442" y="185"/>
                  <a:pt x="443" y="185"/>
                  <a:pt x="443" y="186"/>
                </a:cubicBezTo>
                <a:cubicBezTo>
                  <a:pt x="444" y="186"/>
                  <a:pt x="445" y="186"/>
                  <a:pt x="446" y="187"/>
                </a:cubicBezTo>
                <a:cubicBezTo>
                  <a:pt x="447" y="187"/>
                  <a:pt x="448" y="187"/>
                  <a:pt x="449" y="187"/>
                </a:cubicBezTo>
                <a:cubicBezTo>
                  <a:pt x="450" y="187"/>
                  <a:pt x="451" y="187"/>
                  <a:pt x="452" y="187"/>
                </a:cubicBezTo>
                <a:cubicBezTo>
                  <a:pt x="453" y="186"/>
                  <a:pt x="454" y="186"/>
                  <a:pt x="455" y="186"/>
                </a:cubicBezTo>
                <a:cubicBezTo>
                  <a:pt x="456" y="185"/>
                  <a:pt x="456" y="185"/>
                  <a:pt x="457" y="185"/>
                </a:cubicBezTo>
                <a:cubicBezTo>
                  <a:pt x="457" y="184"/>
                  <a:pt x="458" y="184"/>
                  <a:pt x="458" y="183"/>
                </a:cubicBezTo>
                <a:cubicBezTo>
                  <a:pt x="458" y="183"/>
                  <a:pt x="458" y="182"/>
                  <a:pt x="458" y="182"/>
                </a:cubicBezTo>
                <a:cubicBezTo>
                  <a:pt x="457" y="181"/>
                  <a:pt x="457" y="181"/>
                  <a:pt x="456" y="180"/>
                </a:cubicBezTo>
                <a:cubicBezTo>
                  <a:pt x="455" y="180"/>
                  <a:pt x="455" y="180"/>
                  <a:pt x="454" y="180"/>
                </a:cubicBezTo>
                <a:cubicBezTo>
                  <a:pt x="453" y="179"/>
                  <a:pt x="452" y="179"/>
                  <a:pt x="451" y="179"/>
                </a:cubicBezTo>
                <a:cubicBezTo>
                  <a:pt x="450" y="179"/>
                  <a:pt x="449" y="179"/>
                  <a:pt x="448" y="180"/>
                </a:cubicBezTo>
                <a:close/>
                <a:moveTo>
                  <a:pt x="488" y="180"/>
                </a:moveTo>
                <a:cubicBezTo>
                  <a:pt x="487" y="180"/>
                  <a:pt x="486" y="180"/>
                  <a:pt x="485" y="180"/>
                </a:cubicBezTo>
                <a:cubicBezTo>
                  <a:pt x="484" y="181"/>
                  <a:pt x="483" y="181"/>
                  <a:pt x="483" y="182"/>
                </a:cubicBezTo>
                <a:cubicBezTo>
                  <a:pt x="482" y="182"/>
                  <a:pt x="482" y="183"/>
                  <a:pt x="482" y="183"/>
                </a:cubicBezTo>
                <a:cubicBezTo>
                  <a:pt x="482" y="184"/>
                  <a:pt x="482" y="184"/>
                  <a:pt x="482" y="185"/>
                </a:cubicBezTo>
                <a:cubicBezTo>
                  <a:pt x="482" y="185"/>
                  <a:pt x="483" y="185"/>
                  <a:pt x="483" y="186"/>
                </a:cubicBezTo>
                <a:cubicBezTo>
                  <a:pt x="484" y="186"/>
                  <a:pt x="485" y="186"/>
                  <a:pt x="486" y="187"/>
                </a:cubicBezTo>
                <a:cubicBezTo>
                  <a:pt x="487" y="187"/>
                  <a:pt x="488" y="187"/>
                  <a:pt x="489" y="187"/>
                </a:cubicBezTo>
                <a:cubicBezTo>
                  <a:pt x="490" y="187"/>
                  <a:pt x="491" y="187"/>
                  <a:pt x="492" y="187"/>
                </a:cubicBezTo>
                <a:cubicBezTo>
                  <a:pt x="493" y="186"/>
                  <a:pt x="494" y="186"/>
                  <a:pt x="495" y="186"/>
                </a:cubicBezTo>
                <a:cubicBezTo>
                  <a:pt x="496" y="185"/>
                  <a:pt x="496" y="185"/>
                  <a:pt x="497" y="185"/>
                </a:cubicBezTo>
                <a:cubicBezTo>
                  <a:pt x="497" y="184"/>
                  <a:pt x="498" y="184"/>
                  <a:pt x="498" y="183"/>
                </a:cubicBezTo>
                <a:cubicBezTo>
                  <a:pt x="498" y="183"/>
                  <a:pt x="498" y="182"/>
                  <a:pt x="498" y="182"/>
                </a:cubicBezTo>
                <a:cubicBezTo>
                  <a:pt x="497" y="181"/>
                  <a:pt x="497" y="181"/>
                  <a:pt x="496" y="180"/>
                </a:cubicBezTo>
                <a:cubicBezTo>
                  <a:pt x="495" y="180"/>
                  <a:pt x="495" y="180"/>
                  <a:pt x="494" y="180"/>
                </a:cubicBezTo>
                <a:cubicBezTo>
                  <a:pt x="493" y="179"/>
                  <a:pt x="492" y="179"/>
                  <a:pt x="491" y="179"/>
                </a:cubicBezTo>
                <a:cubicBezTo>
                  <a:pt x="490" y="179"/>
                  <a:pt x="489" y="179"/>
                  <a:pt x="488" y="180"/>
                </a:cubicBezTo>
                <a:close/>
                <a:moveTo>
                  <a:pt x="247" y="180"/>
                </a:moveTo>
                <a:cubicBezTo>
                  <a:pt x="246" y="180"/>
                  <a:pt x="245" y="180"/>
                  <a:pt x="244" y="180"/>
                </a:cubicBezTo>
                <a:cubicBezTo>
                  <a:pt x="244" y="181"/>
                  <a:pt x="243" y="181"/>
                  <a:pt x="242" y="182"/>
                </a:cubicBezTo>
                <a:cubicBezTo>
                  <a:pt x="242" y="182"/>
                  <a:pt x="241" y="183"/>
                  <a:pt x="241" y="183"/>
                </a:cubicBezTo>
                <a:cubicBezTo>
                  <a:pt x="241" y="184"/>
                  <a:pt x="241" y="184"/>
                  <a:pt x="241" y="185"/>
                </a:cubicBezTo>
                <a:cubicBezTo>
                  <a:pt x="242" y="185"/>
                  <a:pt x="242" y="185"/>
                  <a:pt x="243" y="186"/>
                </a:cubicBezTo>
                <a:cubicBezTo>
                  <a:pt x="243" y="186"/>
                  <a:pt x="244" y="186"/>
                  <a:pt x="245" y="187"/>
                </a:cubicBezTo>
                <a:cubicBezTo>
                  <a:pt x="246" y="187"/>
                  <a:pt x="247" y="187"/>
                  <a:pt x="248" y="187"/>
                </a:cubicBezTo>
                <a:cubicBezTo>
                  <a:pt x="249" y="187"/>
                  <a:pt x="250" y="187"/>
                  <a:pt x="251" y="187"/>
                </a:cubicBezTo>
                <a:cubicBezTo>
                  <a:pt x="252" y="186"/>
                  <a:pt x="253" y="186"/>
                  <a:pt x="254" y="186"/>
                </a:cubicBezTo>
                <a:cubicBezTo>
                  <a:pt x="255" y="185"/>
                  <a:pt x="256" y="185"/>
                  <a:pt x="256" y="185"/>
                </a:cubicBezTo>
                <a:cubicBezTo>
                  <a:pt x="257" y="184"/>
                  <a:pt x="257" y="184"/>
                  <a:pt x="257" y="183"/>
                </a:cubicBezTo>
                <a:cubicBezTo>
                  <a:pt x="257" y="183"/>
                  <a:pt x="257" y="182"/>
                  <a:pt x="257" y="182"/>
                </a:cubicBezTo>
                <a:cubicBezTo>
                  <a:pt x="257" y="181"/>
                  <a:pt x="256" y="181"/>
                  <a:pt x="256" y="180"/>
                </a:cubicBezTo>
                <a:cubicBezTo>
                  <a:pt x="255" y="180"/>
                  <a:pt x="254" y="180"/>
                  <a:pt x="253" y="180"/>
                </a:cubicBezTo>
                <a:cubicBezTo>
                  <a:pt x="253" y="179"/>
                  <a:pt x="252" y="179"/>
                  <a:pt x="250" y="179"/>
                </a:cubicBezTo>
                <a:cubicBezTo>
                  <a:pt x="249" y="179"/>
                  <a:pt x="248" y="179"/>
                  <a:pt x="247" y="180"/>
                </a:cubicBezTo>
                <a:close/>
                <a:moveTo>
                  <a:pt x="327" y="180"/>
                </a:moveTo>
                <a:cubicBezTo>
                  <a:pt x="326" y="180"/>
                  <a:pt x="325" y="180"/>
                  <a:pt x="325" y="180"/>
                </a:cubicBezTo>
                <a:cubicBezTo>
                  <a:pt x="324" y="181"/>
                  <a:pt x="323" y="181"/>
                  <a:pt x="322" y="182"/>
                </a:cubicBezTo>
                <a:cubicBezTo>
                  <a:pt x="322" y="182"/>
                  <a:pt x="322" y="183"/>
                  <a:pt x="321" y="183"/>
                </a:cubicBezTo>
                <a:cubicBezTo>
                  <a:pt x="321" y="184"/>
                  <a:pt x="321" y="184"/>
                  <a:pt x="322" y="185"/>
                </a:cubicBezTo>
                <a:cubicBezTo>
                  <a:pt x="322" y="185"/>
                  <a:pt x="322" y="185"/>
                  <a:pt x="323" y="186"/>
                </a:cubicBezTo>
                <a:cubicBezTo>
                  <a:pt x="324" y="186"/>
                  <a:pt x="324" y="186"/>
                  <a:pt x="325" y="187"/>
                </a:cubicBezTo>
                <a:cubicBezTo>
                  <a:pt x="326" y="187"/>
                  <a:pt x="327" y="187"/>
                  <a:pt x="328" y="187"/>
                </a:cubicBezTo>
                <a:cubicBezTo>
                  <a:pt x="329" y="187"/>
                  <a:pt x="331" y="187"/>
                  <a:pt x="332" y="187"/>
                </a:cubicBezTo>
                <a:cubicBezTo>
                  <a:pt x="333" y="186"/>
                  <a:pt x="334" y="186"/>
                  <a:pt x="334" y="186"/>
                </a:cubicBezTo>
                <a:cubicBezTo>
                  <a:pt x="335" y="185"/>
                  <a:pt x="336" y="185"/>
                  <a:pt x="336" y="185"/>
                </a:cubicBezTo>
                <a:cubicBezTo>
                  <a:pt x="337" y="184"/>
                  <a:pt x="337" y="184"/>
                  <a:pt x="337" y="183"/>
                </a:cubicBezTo>
                <a:cubicBezTo>
                  <a:pt x="338" y="183"/>
                  <a:pt x="338" y="182"/>
                  <a:pt x="337" y="182"/>
                </a:cubicBezTo>
                <a:cubicBezTo>
                  <a:pt x="337" y="181"/>
                  <a:pt x="337" y="181"/>
                  <a:pt x="336" y="180"/>
                </a:cubicBezTo>
                <a:cubicBezTo>
                  <a:pt x="335" y="180"/>
                  <a:pt x="335" y="180"/>
                  <a:pt x="334" y="180"/>
                </a:cubicBezTo>
                <a:cubicBezTo>
                  <a:pt x="333" y="179"/>
                  <a:pt x="332" y="179"/>
                  <a:pt x="331" y="179"/>
                </a:cubicBezTo>
                <a:cubicBezTo>
                  <a:pt x="329" y="179"/>
                  <a:pt x="328" y="179"/>
                  <a:pt x="327" y="180"/>
                </a:cubicBezTo>
                <a:close/>
                <a:moveTo>
                  <a:pt x="265" y="189"/>
                </a:moveTo>
                <a:cubicBezTo>
                  <a:pt x="265" y="189"/>
                  <a:pt x="264" y="189"/>
                  <a:pt x="264" y="189"/>
                </a:cubicBezTo>
                <a:cubicBezTo>
                  <a:pt x="263" y="189"/>
                  <a:pt x="262" y="190"/>
                  <a:pt x="262" y="190"/>
                </a:cubicBezTo>
                <a:cubicBezTo>
                  <a:pt x="261" y="190"/>
                  <a:pt x="261" y="190"/>
                  <a:pt x="260" y="190"/>
                </a:cubicBezTo>
                <a:cubicBezTo>
                  <a:pt x="260" y="191"/>
                  <a:pt x="260" y="191"/>
                  <a:pt x="260" y="191"/>
                </a:cubicBezTo>
                <a:cubicBezTo>
                  <a:pt x="259" y="191"/>
                  <a:pt x="259" y="191"/>
                  <a:pt x="259" y="191"/>
                </a:cubicBezTo>
                <a:cubicBezTo>
                  <a:pt x="259" y="192"/>
                  <a:pt x="259" y="192"/>
                  <a:pt x="259" y="192"/>
                </a:cubicBezTo>
                <a:cubicBezTo>
                  <a:pt x="258" y="192"/>
                  <a:pt x="258" y="192"/>
                  <a:pt x="258" y="193"/>
                </a:cubicBezTo>
                <a:cubicBezTo>
                  <a:pt x="258" y="194"/>
                  <a:pt x="258" y="194"/>
                  <a:pt x="259" y="195"/>
                </a:cubicBezTo>
                <a:cubicBezTo>
                  <a:pt x="259" y="195"/>
                  <a:pt x="260" y="195"/>
                  <a:pt x="260" y="196"/>
                </a:cubicBezTo>
                <a:cubicBezTo>
                  <a:pt x="261" y="196"/>
                  <a:pt x="262" y="196"/>
                  <a:pt x="262" y="196"/>
                </a:cubicBezTo>
                <a:cubicBezTo>
                  <a:pt x="263" y="196"/>
                  <a:pt x="264" y="196"/>
                  <a:pt x="265" y="196"/>
                </a:cubicBezTo>
                <a:cubicBezTo>
                  <a:pt x="266" y="196"/>
                  <a:pt x="267" y="196"/>
                  <a:pt x="268" y="196"/>
                </a:cubicBezTo>
                <a:cubicBezTo>
                  <a:pt x="269" y="196"/>
                  <a:pt x="270" y="196"/>
                  <a:pt x="270" y="196"/>
                </a:cubicBezTo>
                <a:cubicBezTo>
                  <a:pt x="271" y="195"/>
                  <a:pt x="272" y="195"/>
                  <a:pt x="273" y="195"/>
                </a:cubicBezTo>
                <a:cubicBezTo>
                  <a:pt x="273" y="194"/>
                  <a:pt x="274" y="194"/>
                  <a:pt x="274" y="193"/>
                </a:cubicBezTo>
                <a:cubicBezTo>
                  <a:pt x="274" y="192"/>
                  <a:pt x="274" y="192"/>
                  <a:pt x="274" y="192"/>
                </a:cubicBezTo>
                <a:cubicBezTo>
                  <a:pt x="274" y="192"/>
                  <a:pt x="274" y="192"/>
                  <a:pt x="274" y="191"/>
                </a:cubicBezTo>
                <a:cubicBezTo>
                  <a:pt x="274" y="191"/>
                  <a:pt x="274" y="191"/>
                  <a:pt x="274" y="191"/>
                </a:cubicBezTo>
                <a:cubicBezTo>
                  <a:pt x="274" y="191"/>
                  <a:pt x="274" y="191"/>
                  <a:pt x="274" y="190"/>
                </a:cubicBezTo>
                <a:cubicBezTo>
                  <a:pt x="273" y="190"/>
                  <a:pt x="273" y="190"/>
                  <a:pt x="273" y="190"/>
                </a:cubicBezTo>
                <a:cubicBezTo>
                  <a:pt x="272" y="190"/>
                  <a:pt x="272" y="189"/>
                  <a:pt x="271" y="189"/>
                </a:cubicBezTo>
                <a:cubicBezTo>
                  <a:pt x="271" y="189"/>
                  <a:pt x="270" y="189"/>
                  <a:pt x="269" y="189"/>
                </a:cubicBezTo>
                <a:cubicBezTo>
                  <a:pt x="269" y="189"/>
                  <a:pt x="268" y="189"/>
                  <a:pt x="268" y="189"/>
                </a:cubicBezTo>
                <a:cubicBezTo>
                  <a:pt x="267" y="189"/>
                  <a:pt x="266" y="189"/>
                  <a:pt x="265" y="189"/>
                </a:cubicBezTo>
                <a:close/>
                <a:moveTo>
                  <a:pt x="426" y="189"/>
                </a:moveTo>
                <a:cubicBezTo>
                  <a:pt x="425" y="189"/>
                  <a:pt x="425" y="189"/>
                  <a:pt x="424" y="189"/>
                </a:cubicBezTo>
                <a:cubicBezTo>
                  <a:pt x="424" y="189"/>
                  <a:pt x="423" y="190"/>
                  <a:pt x="423" y="190"/>
                </a:cubicBezTo>
                <a:cubicBezTo>
                  <a:pt x="422" y="190"/>
                  <a:pt x="421" y="190"/>
                  <a:pt x="421" y="190"/>
                </a:cubicBezTo>
                <a:cubicBezTo>
                  <a:pt x="420" y="191"/>
                  <a:pt x="419" y="192"/>
                  <a:pt x="419" y="193"/>
                </a:cubicBezTo>
                <a:cubicBezTo>
                  <a:pt x="419" y="194"/>
                  <a:pt x="419" y="194"/>
                  <a:pt x="420" y="195"/>
                </a:cubicBezTo>
                <a:cubicBezTo>
                  <a:pt x="420" y="195"/>
                  <a:pt x="421" y="195"/>
                  <a:pt x="421" y="196"/>
                </a:cubicBezTo>
                <a:cubicBezTo>
                  <a:pt x="422" y="196"/>
                  <a:pt x="423" y="196"/>
                  <a:pt x="423" y="196"/>
                </a:cubicBezTo>
                <a:cubicBezTo>
                  <a:pt x="424" y="196"/>
                  <a:pt x="425" y="196"/>
                  <a:pt x="426" y="196"/>
                </a:cubicBezTo>
                <a:cubicBezTo>
                  <a:pt x="427" y="196"/>
                  <a:pt x="428" y="196"/>
                  <a:pt x="429" y="196"/>
                </a:cubicBezTo>
                <a:cubicBezTo>
                  <a:pt x="430" y="196"/>
                  <a:pt x="431" y="196"/>
                  <a:pt x="431" y="196"/>
                </a:cubicBezTo>
                <a:cubicBezTo>
                  <a:pt x="432" y="195"/>
                  <a:pt x="433" y="195"/>
                  <a:pt x="434" y="195"/>
                </a:cubicBezTo>
                <a:cubicBezTo>
                  <a:pt x="434" y="194"/>
                  <a:pt x="435" y="194"/>
                  <a:pt x="435" y="193"/>
                </a:cubicBezTo>
                <a:cubicBezTo>
                  <a:pt x="435" y="192"/>
                  <a:pt x="435" y="192"/>
                  <a:pt x="435" y="192"/>
                </a:cubicBezTo>
                <a:cubicBezTo>
                  <a:pt x="435" y="192"/>
                  <a:pt x="435" y="192"/>
                  <a:pt x="435" y="191"/>
                </a:cubicBezTo>
                <a:cubicBezTo>
                  <a:pt x="435" y="191"/>
                  <a:pt x="435" y="191"/>
                  <a:pt x="435" y="191"/>
                </a:cubicBezTo>
                <a:cubicBezTo>
                  <a:pt x="435" y="191"/>
                  <a:pt x="435" y="191"/>
                  <a:pt x="434" y="190"/>
                </a:cubicBezTo>
                <a:cubicBezTo>
                  <a:pt x="434" y="190"/>
                  <a:pt x="434" y="190"/>
                  <a:pt x="433" y="190"/>
                </a:cubicBezTo>
                <a:cubicBezTo>
                  <a:pt x="433" y="190"/>
                  <a:pt x="432" y="189"/>
                  <a:pt x="432" y="189"/>
                </a:cubicBezTo>
                <a:cubicBezTo>
                  <a:pt x="431" y="189"/>
                  <a:pt x="431" y="189"/>
                  <a:pt x="430" y="189"/>
                </a:cubicBezTo>
                <a:cubicBezTo>
                  <a:pt x="430" y="189"/>
                  <a:pt x="429" y="189"/>
                  <a:pt x="428" y="189"/>
                </a:cubicBezTo>
                <a:cubicBezTo>
                  <a:pt x="427" y="189"/>
                  <a:pt x="427" y="189"/>
                  <a:pt x="426" y="189"/>
                </a:cubicBezTo>
                <a:close/>
                <a:moveTo>
                  <a:pt x="747" y="189"/>
                </a:moveTo>
                <a:cubicBezTo>
                  <a:pt x="747" y="189"/>
                  <a:pt x="746" y="189"/>
                  <a:pt x="746" y="189"/>
                </a:cubicBezTo>
                <a:cubicBezTo>
                  <a:pt x="745" y="189"/>
                  <a:pt x="744" y="190"/>
                  <a:pt x="744" y="190"/>
                </a:cubicBezTo>
                <a:cubicBezTo>
                  <a:pt x="743" y="190"/>
                  <a:pt x="743" y="190"/>
                  <a:pt x="743" y="190"/>
                </a:cubicBezTo>
                <a:cubicBezTo>
                  <a:pt x="742" y="191"/>
                  <a:pt x="742" y="191"/>
                  <a:pt x="742" y="191"/>
                </a:cubicBezTo>
                <a:cubicBezTo>
                  <a:pt x="742" y="191"/>
                  <a:pt x="742" y="191"/>
                  <a:pt x="741" y="191"/>
                </a:cubicBezTo>
                <a:cubicBezTo>
                  <a:pt x="741" y="192"/>
                  <a:pt x="741" y="192"/>
                  <a:pt x="741" y="192"/>
                </a:cubicBezTo>
                <a:cubicBezTo>
                  <a:pt x="741" y="192"/>
                  <a:pt x="741" y="192"/>
                  <a:pt x="741" y="193"/>
                </a:cubicBezTo>
                <a:cubicBezTo>
                  <a:pt x="741" y="194"/>
                  <a:pt x="741" y="194"/>
                  <a:pt x="742" y="195"/>
                </a:cubicBezTo>
                <a:cubicBezTo>
                  <a:pt x="742" y="195"/>
                  <a:pt x="743" y="195"/>
                  <a:pt x="743" y="196"/>
                </a:cubicBezTo>
                <a:cubicBezTo>
                  <a:pt x="744" y="196"/>
                  <a:pt x="745" y="196"/>
                  <a:pt x="746" y="196"/>
                </a:cubicBezTo>
                <a:cubicBezTo>
                  <a:pt x="746" y="196"/>
                  <a:pt x="747" y="196"/>
                  <a:pt x="748" y="196"/>
                </a:cubicBezTo>
                <a:cubicBezTo>
                  <a:pt x="749" y="196"/>
                  <a:pt x="750" y="196"/>
                  <a:pt x="751" y="196"/>
                </a:cubicBezTo>
                <a:cubicBezTo>
                  <a:pt x="752" y="196"/>
                  <a:pt x="753" y="196"/>
                  <a:pt x="754" y="196"/>
                </a:cubicBezTo>
                <a:cubicBezTo>
                  <a:pt x="754" y="195"/>
                  <a:pt x="755" y="195"/>
                  <a:pt x="755" y="195"/>
                </a:cubicBezTo>
                <a:cubicBezTo>
                  <a:pt x="756" y="194"/>
                  <a:pt x="756" y="194"/>
                  <a:pt x="757" y="193"/>
                </a:cubicBezTo>
                <a:cubicBezTo>
                  <a:pt x="757" y="192"/>
                  <a:pt x="757" y="192"/>
                  <a:pt x="757" y="192"/>
                </a:cubicBezTo>
                <a:cubicBezTo>
                  <a:pt x="757" y="192"/>
                  <a:pt x="757" y="192"/>
                  <a:pt x="757" y="191"/>
                </a:cubicBezTo>
                <a:cubicBezTo>
                  <a:pt x="757" y="191"/>
                  <a:pt x="757" y="191"/>
                  <a:pt x="756" y="191"/>
                </a:cubicBezTo>
                <a:cubicBezTo>
                  <a:pt x="756" y="191"/>
                  <a:pt x="756" y="191"/>
                  <a:pt x="756" y="190"/>
                </a:cubicBezTo>
                <a:cubicBezTo>
                  <a:pt x="756" y="190"/>
                  <a:pt x="755" y="190"/>
                  <a:pt x="755" y="190"/>
                </a:cubicBezTo>
                <a:cubicBezTo>
                  <a:pt x="754" y="190"/>
                  <a:pt x="754" y="189"/>
                  <a:pt x="753" y="189"/>
                </a:cubicBezTo>
                <a:cubicBezTo>
                  <a:pt x="753" y="189"/>
                  <a:pt x="752" y="189"/>
                  <a:pt x="751" y="189"/>
                </a:cubicBezTo>
                <a:cubicBezTo>
                  <a:pt x="751" y="189"/>
                  <a:pt x="750" y="189"/>
                  <a:pt x="750" y="189"/>
                </a:cubicBezTo>
                <a:cubicBezTo>
                  <a:pt x="749" y="189"/>
                  <a:pt x="748" y="189"/>
                  <a:pt x="747" y="189"/>
                </a:cubicBezTo>
                <a:close/>
                <a:moveTo>
                  <a:pt x="667" y="189"/>
                </a:moveTo>
                <a:cubicBezTo>
                  <a:pt x="666" y="189"/>
                  <a:pt x="666" y="189"/>
                  <a:pt x="665" y="189"/>
                </a:cubicBezTo>
                <a:cubicBezTo>
                  <a:pt x="665" y="189"/>
                  <a:pt x="664" y="190"/>
                  <a:pt x="664" y="190"/>
                </a:cubicBezTo>
                <a:cubicBezTo>
                  <a:pt x="663" y="190"/>
                  <a:pt x="663" y="190"/>
                  <a:pt x="662" y="190"/>
                </a:cubicBezTo>
                <a:cubicBezTo>
                  <a:pt x="662" y="191"/>
                  <a:pt x="662" y="191"/>
                  <a:pt x="662" y="191"/>
                </a:cubicBezTo>
                <a:cubicBezTo>
                  <a:pt x="661" y="191"/>
                  <a:pt x="661" y="191"/>
                  <a:pt x="661" y="191"/>
                </a:cubicBezTo>
                <a:cubicBezTo>
                  <a:pt x="661" y="192"/>
                  <a:pt x="661" y="192"/>
                  <a:pt x="661" y="192"/>
                </a:cubicBezTo>
                <a:cubicBezTo>
                  <a:pt x="661" y="192"/>
                  <a:pt x="660" y="192"/>
                  <a:pt x="660" y="193"/>
                </a:cubicBezTo>
                <a:cubicBezTo>
                  <a:pt x="661" y="194"/>
                  <a:pt x="661" y="194"/>
                  <a:pt x="661" y="195"/>
                </a:cubicBezTo>
                <a:cubicBezTo>
                  <a:pt x="662" y="195"/>
                  <a:pt x="662" y="195"/>
                  <a:pt x="663" y="196"/>
                </a:cubicBezTo>
                <a:cubicBezTo>
                  <a:pt x="663" y="196"/>
                  <a:pt x="664" y="196"/>
                  <a:pt x="665" y="196"/>
                </a:cubicBezTo>
                <a:cubicBezTo>
                  <a:pt x="666" y="196"/>
                  <a:pt x="667" y="196"/>
                  <a:pt x="668" y="196"/>
                </a:cubicBezTo>
                <a:cubicBezTo>
                  <a:pt x="669" y="196"/>
                  <a:pt x="670" y="196"/>
                  <a:pt x="671" y="196"/>
                </a:cubicBezTo>
                <a:cubicBezTo>
                  <a:pt x="671" y="196"/>
                  <a:pt x="672" y="196"/>
                  <a:pt x="673" y="196"/>
                </a:cubicBezTo>
                <a:cubicBezTo>
                  <a:pt x="674" y="195"/>
                  <a:pt x="674" y="195"/>
                  <a:pt x="675" y="195"/>
                </a:cubicBezTo>
                <a:cubicBezTo>
                  <a:pt x="675" y="194"/>
                  <a:pt x="676" y="194"/>
                  <a:pt x="676" y="193"/>
                </a:cubicBezTo>
                <a:cubicBezTo>
                  <a:pt x="677" y="192"/>
                  <a:pt x="677" y="192"/>
                  <a:pt x="677" y="192"/>
                </a:cubicBezTo>
                <a:cubicBezTo>
                  <a:pt x="676" y="192"/>
                  <a:pt x="676" y="192"/>
                  <a:pt x="676" y="191"/>
                </a:cubicBezTo>
                <a:cubicBezTo>
                  <a:pt x="676" y="191"/>
                  <a:pt x="676" y="191"/>
                  <a:pt x="676" y="191"/>
                </a:cubicBezTo>
                <a:cubicBezTo>
                  <a:pt x="676" y="191"/>
                  <a:pt x="676" y="191"/>
                  <a:pt x="675" y="190"/>
                </a:cubicBezTo>
                <a:cubicBezTo>
                  <a:pt x="674" y="189"/>
                  <a:pt x="671" y="189"/>
                  <a:pt x="669" y="189"/>
                </a:cubicBezTo>
                <a:cubicBezTo>
                  <a:pt x="668" y="189"/>
                  <a:pt x="668" y="189"/>
                  <a:pt x="667" y="189"/>
                </a:cubicBezTo>
                <a:close/>
                <a:moveTo>
                  <a:pt x="311" y="189"/>
                </a:moveTo>
                <a:cubicBezTo>
                  <a:pt x="310" y="189"/>
                  <a:pt x="310" y="189"/>
                  <a:pt x="310" y="189"/>
                </a:cubicBezTo>
                <a:cubicBezTo>
                  <a:pt x="310" y="189"/>
                  <a:pt x="310" y="189"/>
                  <a:pt x="309" y="189"/>
                </a:cubicBezTo>
                <a:cubicBezTo>
                  <a:pt x="309" y="189"/>
                  <a:pt x="309" y="189"/>
                  <a:pt x="308" y="189"/>
                </a:cubicBezTo>
                <a:cubicBezTo>
                  <a:pt x="308" y="189"/>
                  <a:pt x="308" y="189"/>
                  <a:pt x="308" y="189"/>
                </a:cubicBezTo>
                <a:cubicBezTo>
                  <a:pt x="307" y="189"/>
                  <a:pt x="306" y="189"/>
                  <a:pt x="306" y="189"/>
                </a:cubicBezTo>
                <a:cubicBezTo>
                  <a:pt x="305" y="189"/>
                  <a:pt x="304" y="189"/>
                  <a:pt x="304" y="189"/>
                </a:cubicBezTo>
                <a:cubicBezTo>
                  <a:pt x="303" y="189"/>
                  <a:pt x="302" y="190"/>
                  <a:pt x="302" y="190"/>
                </a:cubicBezTo>
                <a:cubicBezTo>
                  <a:pt x="301" y="190"/>
                  <a:pt x="301" y="190"/>
                  <a:pt x="301" y="190"/>
                </a:cubicBezTo>
                <a:cubicBezTo>
                  <a:pt x="299" y="191"/>
                  <a:pt x="299" y="192"/>
                  <a:pt x="298" y="193"/>
                </a:cubicBezTo>
                <a:cubicBezTo>
                  <a:pt x="299" y="196"/>
                  <a:pt x="303" y="196"/>
                  <a:pt x="305" y="196"/>
                </a:cubicBezTo>
                <a:cubicBezTo>
                  <a:pt x="306" y="196"/>
                  <a:pt x="306" y="196"/>
                  <a:pt x="306" y="196"/>
                </a:cubicBezTo>
                <a:cubicBezTo>
                  <a:pt x="306" y="196"/>
                  <a:pt x="307" y="196"/>
                  <a:pt x="307" y="196"/>
                </a:cubicBezTo>
                <a:cubicBezTo>
                  <a:pt x="307" y="196"/>
                  <a:pt x="308" y="196"/>
                  <a:pt x="308" y="196"/>
                </a:cubicBezTo>
                <a:cubicBezTo>
                  <a:pt x="308" y="196"/>
                  <a:pt x="308" y="196"/>
                  <a:pt x="309" y="196"/>
                </a:cubicBezTo>
                <a:cubicBezTo>
                  <a:pt x="311" y="196"/>
                  <a:pt x="313" y="195"/>
                  <a:pt x="315" y="193"/>
                </a:cubicBezTo>
                <a:cubicBezTo>
                  <a:pt x="315" y="192"/>
                  <a:pt x="315" y="192"/>
                  <a:pt x="315" y="192"/>
                </a:cubicBezTo>
                <a:cubicBezTo>
                  <a:pt x="315" y="192"/>
                  <a:pt x="315" y="192"/>
                  <a:pt x="315" y="191"/>
                </a:cubicBezTo>
                <a:cubicBezTo>
                  <a:pt x="314" y="191"/>
                  <a:pt x="314" y="191"/>
                  <a:pt x="314" y="191"/>
                </a:cubicBezTo>
                <a:cubicBezTo>
                  <a:pt x="314" y="191"/>
                  <a:pt x="314" y="191"/>
                  <a:pt x="314" y="190"/>
                </a:cubicBezTo>
                <a:cubicBezTo>
                  <a:pt x="314" y="190"/>
                  <a:pt x="313" y="190"/>
                  <a:pt x="313" y="190"/>
                </a:cubicBezTo>
                <a:cubicBezTo>
                  <a:pt x="313" y="190"/>
                  <a:pt x="313" y="190"/>
                  <a:pt x="313" y="190"/>
                </a:cubicBezTo>
                <a:cubicBezTo>
                  <a:pt x="312" y="190"/>
                  <a:pt x="312" y="189"/>
                  <a:pt x="312" y="189"/>
                </a:cubicBezTo>
                <a:cubicBezTo>
                  <a:pt x="311" y="189"/>
                  <a:pt x="311" y="189"/>
                  <a:pt x="311" y="189"/>
                </a:cubicBezTo>
                <a:cubicBezTo>
                  <a:pt x="310" y="189"/>
                  <a:pt x="311" y="189"/>
                  <a:pt x="311" y="189"/>
                </a:cubicBezTo>
                <a:close/>
                <a:moveTo>
                  <a:pt x="711" y="189"/>
                </a:moveTo>
                <a:cubicBezTo>
                  <a:pt x="710" y="189"/>
                  <a:pt x="710" y="189"/>
                  <a:pt x="710" y="189"/>
                </a:cubicBezTo>
                <a:cubicBezTo>
                  <a:pt x="710" y="189"/>
                  <a:pt x="710" y="189"/>
                  <a:pt x="710" y="189"/>
                </a:cubicBezTo>
                <a:cubicBezTo>
                  <a:pt x="710" y="189"/>
                  <a:pt x="709" y="189"/>
                  <a:pt x="709" y="189"/>
                </a:cubicBezTo>
                <a:cubicBezTo>
                  <a:pt x="709" y="189"/>
                  <a:pt x="708" y="189"/>
                  <a:pt x="707" y="189"/>
                </a:cubicBezTo>
                <a:cubicBezTo>
                  <a:pt x="707" y="189"/>
                  <a:pt x="706" y="189"/>
                  <a:pt x="705" y="189"/>
                </a:cubicBezTo>
                <a:cubicBezTo>
                  <a:pt x="705" y="189"/>
                  <a:pt x="704" y="190"/>
                  <a:pt x="704" y="190"/>
                </a:cubicBezTo>
                <a:cubicBezTo>
                  <a:pt x="703" y="190"/>
                  <a:pt x="703" y="190"/>
                  <a:pt x="702" y="190"/>
                </a:cubicBezTo>
                <a:cubicBezTo>
                  <a:pt x="701" y="191"/>
                  <a:pt x="701" y="192"/>
                  <a:pt x="701" y="193"/>
                </a:cubicBezTo>
                <a:cubicBezTo>
                  <a:pt x="701" y="194"/>
                  <a:pt x="701" y="194"/>
                  <a:pt x="701" y="195"/>
                </a:cubicBezTo>
                <a:cubicBezTo>
                  <a:pt x="702" y="195"/>
                  <a:pt x="702" y="195"/>
                  <a:pt x="703" y="196"/>
                </a:cubicBezTo>
                <a:cubicBezTo>
                  <a:pt x="704" y="196"/>
                  <a:pt x="704" y="196"/>
                  <a:pt x="705" y="196"/>
                </a:cubicBezTo>
                <a:cubicBezTo>
                  <a:pt x="706" y="196"/>
                  <a:pt x="707" y="196"/>
                  <a:pt x="708" y="196"/>
                </a:cubicBezTo>
                <a:cubicBezTo>
                  <a:pt x="708" y="196"/>
                  <a:pt x="708" y="196"/>
                  <a:pt x="708" y="196"/>
                </a:cubicBezTo>
                <a:cubicBezTo>
                  <a:pt x="709" y="196"/>
                  <a:pt x="709" y="196"/>
                  <a:pt x="709" y="196"/>
                </a:cubicBezTo>
                <a:cubicBezTo>
                  <a:pt x="709" y="196"/>
                  <a:pt x="709" y="196"/>
                  <a:pt x="709" y="196"/>
                </a:cubicBezTo>
                <a:cubicBezTo>
                  <a:pt x="709" y="196"/>
                  <a:pt x="709" y="196"/>
                  <a:pt x="710" y="196"/>
                </a:cubicBezTo>
                <a:cubicBezTo>
                  <a:pt x="710" y="196"/>
                  <a:pt x="711" y="196"/>
                  <a:pt x="712" y="196"/>
                </a:cubicBezTo>
                <a:cubicBezTo>
                  <a:pt x="713" y="196"/>
                  <a:pt x="713" y="196"/>
                  <a:pt x="714" y="195"/>
                </a:cubicBezTo>
                <a:cubicBezTo>
                  <a:pt x="714" y="195"/>
                  <a:pt x="715" y="195"/>
                  <a:pt x="715" y="194"/>
                </a:cubicBezTo>
                <a:cubicBezTo>
                  <a:pt x="716" y="194"/>
                  <a:pt x="716" y="194"/>
                  <a:pt x="717" y="193"/>
                </a:cubicBezTo>
                <a:cubicBezTo>
                  <a:pt x="717" y="192"/>
                  <a:pt x="717" y="192"/>
                  <a:pt x="717" y="192"/>
                </a:cubicBezTo>
                <a:cubicBezTo>
                  <a:pt x="717" y="192"/>
                  <a:pt x="717" y="192"/>
                  <a:pt x="717" y="191"/>
                </a:cubicBezTo>
                <a:cubicBezTo>
                  <a:pt x="716" y="191"/>
                  <a:pt x="716" y="191"/>
                  <a:pt x="716" y="191"/>
                </a:cubicBezTo>
                <a:cubicBezTo>
                  <a:pt x="716" y="191"/>
                  <a:pt x="716" y="191"/>
                  <a:pt x="716" y="190"/>
                </a:cubicBezTo>
                <a:cubicBezTo>
                  <a:pt x="715" y="190"/>
                  <a:pt x="715" y="190"/>
                  <a:pt x="715" y="190"/>
                </a:cubicBezTo>
                <a:cubicBezTo>
                  <a:pt x="714" y="190"/>
                  <a:pt x="714" y="190"/>
                  <a:pt x="714" y="189"/>
                </a:cubicBezTo>
                <a:cubicBezTo>
                  <a:pt x="713" y="189"/>
                  <a:pt x="713" y="189"/>
                  <a:pt x="712" y="189"/>
                </a:cubicBezTo>
                <a:cubicBezTo>
                  <a:pt x="712" y="189"/>
                  <a:pt x="711" y="189"/>
                  <a:pt x="711" y="189"/>
                </a:cubicBezTo>
                <a:cubicBezTo>
                  <a:pt x="711" y="189"/>
                  <a:pt x="711" y="189"/>
                  <a:pt x="711" y="189"/>
                </a:cubicBezTo>
                <a:close/>
                <a:moveTo>
                  <a:pt x="474" y="190"/>
                </a:moveTo>
                <a:cubicBezTo>
                  <a:pt x="473" y="189"/>
                  <a:pt x="473" y="189"/>
                  <a:pt x="473" y="189"/>
                </a:cubicBezTo>
                <a:cubicBezTo>
                  <a:pt x="472" y="189"/>
                  <a:pt x="471" y="189"/>
                  <a:pt x="470" y="189"/>
                </a:cubicBezTo>
                <a:cubicBezTo>
                  <a:pt x="470" y="189"/>
                  <a:pt x="470" y="189"/>
                  <a:pt x="470" y="189"/>
                </a:cubicBezTo>
                <a:cubicBezTo>
                  <a:pt x="469" y="189"/>
                  <a:pt x="469" y="189"/>
                  <a:pt x="469" y="189"/>
                </a:cubicBezTo>
                <a:cubicBezTo>
                  <a:pt x="469" y="189"/>
                  <a:pt x="469" y="189"/>
                  <a:pt x="469" y="189"/>
                </a:cubicBezTo>
                <a:cubicBezTo>
                  <a:pt x="469" y="189"/>
                  <a:pt x="468" y="189"/>
                  <a:pt x="468" y="189"/>
                </a:cubicBezTo>
                <a:cubicBezTo>
                  <a:pt x="468" y="189"/>
                  <a:pt x="467" y="189"/>
                  <a:pt x="466" y="189"/>
                </a:cubicBezTo>
                <a:cubicBezTo>
                  <a:pt x="466" y="189"/>
                  <a:pt x="465" y="189"/>
                  <a:pt x="464" y="189"/>
                </a:cubicBezTo>
                <a:cubicBezTo>
                  <a:pt x="464" y="189"/>
                  <a:pt x="463" y="190"/>
                  <a:pt x="463" y="190"/>
                </a:cubicBezTo>
                <a:cubicBezTo>
                  <a:pt x="462" y="190"/>
                  <a:pt x="462" y="190"/>
                  <a:pt x="461" y="190"/>
                </a:cubicBezTo>
                <a:cubicBezTo>
                  <a:pt x="460" y="191"/>
                  <a:pt x="459" y="192"/>
                  <a:pt x="459" y="193"/>
                </a:cubicBezTo>
                <a:cubicBezTo>
                  <a:pt x="459" y="194"/>
                  <a:pt x="460" y="194"/>
                  <a:pt x="460" y="195"/>
                </a:cubicBezTo>
                <a:cubicBezTo>
                  <a:pt x="460" y="195"/>
                  <a:pt x="461" y="195"/>
                  <a:pt x="461" y="196"/>
                </a:cubicBezTo>
                <a:cubicBezTo>
                  <a:pt x="462" y="196"/>
                  <a:pt x="463" y="196"/>
                  <a:pt x="464" y="196"/>
                </a:cubicBezTo>
                <a:cubicBezTo>
                  <a:pt x="465" y="196"/>
                  <a:pt x="465" y="196"/>
                  <a:pt x="466" y="196"/>
                </a:cubicBezTo>
                <a:cubicBezTo>
                  <a:pt x="467" y="196"/>
                  <a:pt x="467" y="196"/>
                  <a:pt x="467" y="196"/>
                </a:cubicBezTo>
                <a:cubicBezTo>
                  <a:pt x="467" y="196"/>
                  <a:pt x="467" y="196"/>
                  <a:pt x="467" y="196"/>
                </a:cubicBezTo>
                <a:cubicBezTo>
                  <a:pt x="467" y="196"/>
                  <a:pt x="467" y="196"/>
                  <a:pt x="468" y="196"/>
                </a:cubicBezTo>
                <a:cubicBezTo>
                  <a:pt x="468" y="196"/>
                  <a:pt x="468" y="196"/>
                  <a:pt x="468" y="196"/>
                </a:cubicBezTo>
                <a:cubicBezTo>
                  <a:pt x="468" y="196"/>
                  <a:pt x="469" y="196"/>
                  <a:pt x="469" y="196"/>
                </a:cubicBezTo>
                <a:cubicBezTo>
                  <a:pt x="469" y="196"/>
                  <a:pt x="469" y="196"/>
                  <a:pt x="470" y="196"/>
                </a:cubicBezTo>
                <a:cubicBezTo>
                  <a:pt x="470" y="196"/>
                  <a:pt x="470" y="196"/>
                  <a:pt x="470" y="196"/>
                </a:cubicBezTo>
                <a:cubicBezTo>
                  <a:pt x="471" y="196"/>
                  <a:pt x="471" y="196"/>
                  <a:pt x="471" y="196"/>
                </a:cubicBezTo>
                <a:cubicBezTo>
                  <a:pt x="472" y="195"/>
                  <a:pt x="472" y="195"/>
                  <a:pt x="472" y="195"/>
                </a:cubicBezTo>
                <a:cubicBezTo>
                  <a:pt x="474" y="195"/>
                  <a:pt x="474" y="194"/>
                  <a:pt x="475" y="193"/>
                </a:cubicBezTo>
                <a:cubicBezTo>
                  <a:pt x="475" y="192"/>
                  <a:pt x="475" y="192"/>
                  <a:pt x="475" y="192"/>
                </a:cubicBezTo>
                <a:cubicBezTo>
                  <a:pt x="475" y="192"/>
                  <a:pt x="475" y="192"/>
                  <a:pt x="475" y="192"/>
                </a:cubicBezTo>
                <a:cubicBezTo>
                  <a:pt x="475" y="192"/>
                  <a:pt x="475" y="192"/>
                  <a:pt x="475" y="191"/>
                </a:cubicBezTo>
                <a:cubicBezTo>
                  <a:pt x="475" y="191"/>
                  <a:pt x="475" y="191"/>
                  <a:pt x="475" y="191"/>
                </a:cubicBezTo>
                <a:cubicBezTo>
                  <a:pt x="475" y="190"/>
                  <a:pt x="475" y="190"/>
                  <a:pt x="475" y="190"/>
                </a:cubicBezTo>
                <a:lnTo>
                  <a:pt x="474" y="190"/>
                </a:lnTo>
                <a:close/>
                <a:moveTo>
                  <a:pt x="506" y="189"/>
                </a:moveTo>
                <a:cubicBezTo>
                  <a:pt x="506" y="189"/>
                  <a:pt x="505" y="189"/>
                  <a:pt x="505" y="189"/>
                </a:cubicBezTo>
                <a:cubicBezTo>
                  <a:pt x="504" y="189"/>
                  <a:pt x="503" y="190"/>
                  <a:pt x="503" y="190"/>
                </a:cubicBezTo>
                <a:cubicBezTo>
                  <a:pt x="502" y="190"/>
                  <a:pt x="502" y="190"/>
                  <a:pt x="501" y="190"/>
                </a:cubicBezTo>
                <a:cubicBezTo>
                  <a:pt x="501" y="191"/>
                  <a:pt x="501" y="191"/>
                  <a:pt x="501" y="191"/>
                </a:cubicBezTo>
                <a:cubicBezTo>
                  <a:pt x="501" y="191"/>
                  <a:pt x="500" y="191"/>
                  <a:pt x="500" y="191"/>
                </a:cubicBezTo>
                <a:cubicBezTo>
                  <a:pt x="500" y="192"/>
                  <a:pt x="500" y="192"/>
                  <a:pt x="500" y="192"/>
                </a:cubicBezTo>
                <a:cubicBezTo>
                  <a:pt x="500" y="192"/>
                  <a:pt x="500" y="192"/>
                  <a:pt x="500" y="193"/>
                </a:cubicBezTo>
                <a:cubicBezTo>
                  <a:pt x="500" y="194"/>
                  <a:pt x="500" y="194"/>
                  <a:pt x="500" y="195"/>
                </a:cubicBezTo>
                <a:cubicBezTo>
                  <a:pt x="501" y="195"/>
                  <a:pt x="501" y="195"/>
                  <a:pt x="502" y="196"/>
                </a:cubicBezTo>
                <a:cubicBezTo>
                  <a:pt x="502" y="196"/>
                  <a:pt x="503" y="196"/>
                  <a:pt x="504" y="196"/>
                </a:cubicBezTo>
                <a:cubicBezTo>
                  <a:pt x="505" y="196"/>
                  <a:pt x="506" y="196"/>
                  <a:pt x="507" y="196"/>
                </a:cubicBezTo>
                <a:cubicBezTo>
                  <a:pt x="508" y="196"/>
                  <a:pt x="509" y="196"/>
                  <a:pt x="509" y="196"/>
                </a:cubicBezTo>
                <a:cubicBezTo>
                  <a:pt x="510" y="196"/>
                  <a:pt x="511" y="196"/>
                  <a:pt x="512" y="196"/>
                </a:cubicBezTo>
                <a:cubicBezTo>
                  <a:pt x="513" y="195"/>
                  <a:pt x="513" y="195"/>
                  <a:pt x="514" y="195"/>
                </a:cubicBezTo>
                <a:cubicBezTo>
                  <a:pt x="515" y="194"/>
                  <a:pt x="515" y="194"/>
                  <a:pt x="516" y="193"/>
                </a:cubicBezTo>
                <a:cubicBezTo>
                  <a:pt x="516" y="192"/>
                  <a:pt x="516" y="192"/>
                  <a:pt x="516" y="192"/>
                </a:cubicBezTo>
                <a:cubicBezTo>
                  <a:pt x="516" y="192"/>
                  <a:pt x="516" y="192"/>
                  <a:pt x="516" y="191"/>
                </a:cubicBezTo>
                <a:cubicBezTo>
                  <a:pt x="515" y="191"/>
                  <a:pt x="515" y="191"/>
                  <a:pt x="515" y="191"/>
                </a:cubicBezTo>
                <a:cubicBezTo>
                  <a:pt x="515" y="191"/>
                  <a:pt x="515" y="191"/>
                  <a:pt x="515" y="190"/>
                </a:cubicBezTo>
                <a:cubicBezTo>
                  <a:pt x="513" y="189"/>
                  <a:pt x="511" y="189"/>
                  <a:pt x="509" y="189"/>
                </a:cubicBezTo>
                <a:cubicBezTo>
                  <a:pt x="508" y="189"/>
                  <a:pt x="507" y="189"/>
                  <a:pt x="506" y="189"/>
                </a:cubicBezTo>
                <a:close/>
                <a:moveTo>
                  <a:pt x="346" y="189"/>
                </a:moveTo>
                <a:cubicBezTo>
                  <a:pt x="345" y="189"/>
                  <a:pt x="344" y="189"/>
                  <a:pt x="344" y="189"/>
                </a:cubicBezTo>
                <a:cubicBezTo>
                  <a:pt x="343" y="189"/>
                  <a:pt x="343" y="190"/>
                  <a:pt x="342" y="190"/>
                </a:cubicBezTo>
                <a:cubicBezTo>
                  <a:pt x="342" y="190"/>
                  <a:pt x="341" y="190"/>
                  <a:pt x="341" y="190"/>
                </a:cubicBezTo>
                <a:cubicBezTo>
                  <a:pt x="340" y="191"/>
                  <a:pt x="340" y="191"/>
                  <a:pt x="340" y="191"/>
                </a:cubicBezTo>
                <a:cubicBezTo>
                  <a:pt x="340" y="191"/>
                  <a:pt x="340" y="191"/>
                  <a:pt x="339" y="191"/>
                </a:cubicBezTo>
                <a:cubicBezTo>
                  <a:pt x="339" y="192"/>
                  <a:pt x="339" y="192"/>
                  <a:pt x="339" y="192"/>
                </a:cubicBezTo>
                <a:cubicBezTo>
                  <a:pt x="339" y="192"/>
                  <a:pt x="339" y="192"/>
                  <a:pt x="339" y="193"/>
                </a:cubicBezTo>
                <a:cubicBezTo>
                  <a:pt x="339" y="194"/>
                  <a:pt x="339" y="194"/>
                  <a:pt x="339" y="195"/>
                </a:cubicBezTo>
                <a:cubicBezTo>
                  <a:pt x="340" y="195"/>
                  <a:pt x="340" y="195"/>
                  <a:pt x="341" y="196"/>
                </a:cubicBezTo>
                <a:cubicBezTo>
                  <a:pt x="341" y="196"/>
                  <a:pt x="342" y="196"/>
                  <a:pt x="343" y="196"/>
                </a:cubicBezTo>
                <a:cubicBezTo>
                  <a:pt x="344" y="196"/>
                  <a:pt x="345" y="196"/>
                  <a:pt x="346" y="196"/>
                </a:cubicBezTo>
                <a:cubicBezTo>
                  <a:pt x="347" y="196"/>
                  <a:pt x="348" y="196"/>
                  <a:pt x="348" y="196"/>
                </a:cubicBezTo>
                <a:cubicBezTo>
                  <a:pt x="349" y="196"/>
                  <a:pt x="350" y="196"/>
                  <a:pt x="351" y="196"/>
                </a:cubicBezTo>
                <a:cubicBezTo>
                  <a:pt x="352" y="195"/>
                  <a:pt x="352" y="195"/>
                  <a:pt x="353" y="195"/>
                </a:cubicBezTo>
                <a:cubicBezTo>
                  <a:pt x="354" y="194"/>
                  <a:pt x="354" y="194"/>
                  <a:pt x="355" y="193"/>
                </a:cubicBezTo>
                <a:cubicBezTo>
                  <a:pt x="355" y="192"/>
                  <a:pt x="355" y="192"/>
                  <a:pt x="355" y="192"/>
                </a:cubicBezTo>
                <a:cubicBezTo>
                  <a:pt x="355" y="192"/>
                  <a:pt x="355" y="192"/>
                  <a:pt x="355" y="191"/>
                </a:cubicBezTo>
                <a:cubicBezTo>
                  <a:pt x="355" y="191"/>
                  <a:pt x="355" y="191"/>
                  <a:pt x="354" y="191"/>
                </a:cubicBezTo>
                <a:cubicBezTo>
                  <a:pt x="354" y="191"/>
                  <a:pt x="354" y="191"/>
                  <a:pt x="354" y="190"/>
                </a:cubicBezTo>
                <a:cubicBezTo>
                  <a:pt x="354" y="190"/>
                  <a:pt x="353" y="190"/>
                  <a:pt x="353" y="190"/>
                </a:cubicBezTo>
                <a:cubicBezTo>
                  <a:pt x="353" y="190"/>
                  <a:pt x="352" y="189"/>
                  <a:pt x="352" y="189"/>
                </a:cubicBezTo>
                <a:cubicBezTo>
                  <a:pt x="351" y="189"/>
                  <a:pt x="350" y="189"/>
                  <a:pt x="350" y="189"/>
                </a:cubicBezTo>
                <a:cubicBezTo>
                  <a:pt x="349" y="189"/>
                  <a:pt x="349" y="189"/>
                  <a:pt x="348" y="189"/>
                </a:cubicBezTo>
                <a:cubicBezTo>
                  <a:pt x="347" y="189"/>
                  <a:pt x="346" y="189"/>
                  <a:pt x="346" y="189"/>
                </a:cubicBezTo>
                <a:close/>
                <a:moveTo>
                  <a:pt x="391" y="189"/>
                </a:moveTo>
                <a:cubicBezTo>
                  <a:pt x="390" y="189"/>
                  <a:pt x="389" y="189"/>
                  <a:pt x="388" y="189"/>
                </a:cubicBezTo>
                <a:cubicBezTo>
                  <a:pt x="387" y="189"/>
                  <a:pt x="387" y="189"/>
                  <a:pt x="386" y="189"/>
                </a:cubicBezTo>
                <a:cubicBezTo>
                  <a:pt x="385" y="189"/>
                  <a:pt x="385" y="189"/>
                  <a:pt x="384" y="189"/>
                </a:cubicBezTo>
                <a:cubicBezTo>
                  <a:pt x="383" y="189"/>
                  <a:pt x="383" y="190"/>
                  <a:pt x="382" y="190"/>
                </a:cubicBezTo>
                <a:cubicBezTo>
                  <a:pt x="382" y="190"/>
                  <a:pt x="381" y="190"/>
                  <a:pt x="381" y="190"/>
                </a:cubicBezTo>
                <a:cubicBezTo>
                  <a:pt x="381" y="191"/>
                  <a:pt x="380" y="191"/>
                  <a:pt x="380" y="191"/>
                </a:cubicBezTo>
                <a:cubicBezTo>
                  <a:pt x="380" y="191"/>
                  <a:pt x="380" y="191"/>
                  <a:pt x="380" y="191"/>
                </a:cubicBezTo>
                <a:cubicBezTo>
                  <a:pt x="379" y="192"/>
                  <a:pt x="379" y="192"/>
                  <a:pt x="379" y="192"/>
                </a:cubicBezTo>
                <a:cubicBezTo>
                  <a:pt x="379" y="192"/>
                  <a:pt x="379" y="192"/>
                  <a:pt x="379" y="193"/>
                </a:cubicBezTo>
                <a:cubicBezTo>
                  <a:pt x="379" y="194"/>
                  <a:pt x="379" y="194"/>
                  <a:pt x="379" y="195"/>
                </a:cubicBezTo>
                <a:cubicBezTo>
                  <a:pt x="380" y="195"/>
                  <a:pt x="380" y="195"/>
                  <a:pt x="381" y="196"/>
                </a:cubicBezTo>
                <a:cubicBezTo>
                  <a:pt x="382" y="196"/>
                  <a:pt x="382" y="196"/>
                  <a:pt x="383" y="196"/>
                </a:cubicBezTo>
                <a:cubicBezTo>
                  <a:pt x="384" y="196"/>
                  <a:pt x="385" y="196"/>
                  <a:pt x="386" y="196"/>
                </a:cubicBezTo>
                <a:cubicBezTo>
                  <a:pt x="386" y="196"/>
                  <a:pt x="386" y="196"/>
                  <a:pt x="387" y="196"/>
                </a:cubicBezTo>
                <a:cubicBezTo>
                  <a:pt x="387" y="196"/>
                  <a:pt x="387" y="196"/>
                  <a:pt x="388" y="196"/>
                </a:cubicBezTo>
                <a:cubicBezTo>
                  <a:pt x="388" y="196"/>
                  <a:pt x="388" y="196"/>
                  <a:pt x="388" y="196"/>
                </a:cubicBezTo>
                <a:cubicBezTo>
                  <a:pt x="389" y="196"/>
                  <a:pt x="389" y="196"/>
                  <a:pt x="389" y="196"/>
                </a:cubicBezTo>
                <a:cubicBezTo>
                  <a:pt x="390" y="196"/>
                  <a:pt x="390" y="196"/>
                  <a:pt x="391" y="196"/>
                </a:cubicBezTo>
                <a:cubicBezTo>
                  <a:pt x="391" y="195"/>
                  <a:pt x="392" y="195"/>
                  <a:pt x="392" y="195"/>
                </a:cubicBezTo>
                <a:cubicBezTo>
                  <a:pt x="393" y="195"/>
                  <a:pt x="393" y="195"/>
                  <a:pt x="394" y="194"/>
                </a:cubicBezTo>
                <a:cubicBezTo>
                  <a:pt x="394" y="194"/>
                  <a:pt x="394" y="194"/>
                  <a:pt x="395" y="193"/>
                </a:cubicBezTo>
                <a:cubicBezTo>
                  <a:pt x="395" y="192"/>
                  <a:pt x="395" y="192"/>
                  <a:pt x="395" y="192"/>
                </a:cubicBezTo>
                <a:cubicBezTo>
                  <a:pt x="395" y="192"/>
                  <a:pt x="395" y="192"/>
                  <a:pt x="395" y="191"/>
                </a:cubicBezTo>
                <a:cubicBezTo>
                  <a:pt x="395" y="191"/>
                  <a:pt x="395" y="191"/>
                  <a:pt x="395" y="191"/>
                </a:cubicBezTo>
                <a:cubicBezTo>
                  <a:pt x="395" y="191"/>
                  <a:pt x="394" y="191"/>
                  <a:pt x="394" y="190"/>
                </a:cubicBezTo>
                <a:cubicBezTo>
                  <a:pt x="393" y="190"/>
                  <a:pt x="392" y="189"/>
                  <a:pt x="391" y="189"/>
                </a:cubicBezTo>
                <a:cubicBezTo>
                  <a:pt x="391" y="189"/>
                  <a:pt x="391" y="189"/>
                  <a:pt x="391" y="189"/>
                </a:cubicBezTo>
                <a:close/>
                <a:moveTo>
                  <a:pt x="873" y="189"/>
                </a:moveTo>
                <a:cubicBezTo>
                  <a:pt x="872" y="189"/>
                  <a:pt x="871" y="189"/>
                  <a:pt x="870" y="189"/>
                </a:cubicBezTo>
                <a:cubicBezTo>
                  <a:pt x="869" y="189"/>
                  <a:pt x="869" y="189"/>
                  <a:pt x="868" y="189"/>
                </a:cubicBezTo>
                <a:cubicBezTo>
                  <a:pt x="867" y="189"/>
                  <a:pt x="867" y="189"/>
                  <a:pt x="866" y="189"/>
                </a:cubicBezTo>
                <a:cubicBezTo>
                  <a:pt x="866" y="189"/>
                  <a:pt x="865" y="190"/>
                  <a:pt x="864" y="190"/>
                </a:cubicBezTo>
                <a:cubicBezTo>
                  <a:pt x="864" y="190"/>
                  <a:pt x="864" y="190"/>
                  <a:pt x="863" y="190"/>
                </a:cubicBezTo>
                <a:cubicBezTo>
                  <a:pt x="862" y="191"/>
                  <a:pt x="862" y="192"/>
                  <a:pt x="862" y="193"/>
                </a:cubicBezTo>
                <a:cubicBezTo>
                  <a:pt x="862" y="194"/>
                  <a:pt x="862" y="194"/>
                  <a:pt x="862" y="195"/>
                </a:cubicBezTo>
                <a:cubicBezTo>
                  <a:pt x="863" y="195"/>
                  <a:pt x="863" y="195"/>
                  <a:pt x="864" y="196"/>
                </a:cubicBezTo>
                <a:cubicBezTo>
                  <a:pt x="865" y="196"/>
                  <a:pt x="865" y="196"/>
                  <a:pt x="866" y="196"/>
                </a:cubicBezTo>
                <a:cubicBezTo>
                  <a:pt x="867" y="196"/>
                  <a:pt x="868" y="196"/>
                  <a:pt x="869" y="196"/>
                </a:cubicBezTo>
                <a:cubicBezTo>
                  <a:pt x="869" y="196"/>
                  <a:pt x="870" y="196"/>
                  <a:pt x="870" y="196"/>
                </a:cubicBezTo>
                <a:cubicBezTo>
                  <a:pt x="870" y="196"/>
                  <a:pt x="870" y="196"/>
                  <a:pt x="871" y="196"/>
                </a:cubicBezTo>
                <a:cubicBezTo>
                  <a:pt x="871" y="196"/>
                  <a:pt x="871" y="196"/>
                  <a:pt x="871" y="196"/>
                </a:cubicBezTo>
                <a:cubicBezTo>
                  <a:pt x="872" y="196"/>
                  <a:pt x="872" y="196"/>
                  <a:pt x="872" y="196"/>
                </a:cubicBezTo>
                <a:cubicBezTo>
                  <a:pt x="873" y="196"/>
                  <a:pt x="874" y="196"/>
                  <a:pt x="875" y="195"/>
                </a:cubicBezTo>
                <a:cubicBezTo>
                  <a:pt x="876" y="195"/>
                  <a:pt x="877" y="194"/>
                  <a:pt x="878" y="193"/>
                </a:cubicBezTo>
                <a:cubicBezTo>
                  <a:pt x="878" y="192"/>
                  <a:pt x="878" y="192"/>
                  <a:pt x="878" y="192"/>
                </a:cubicBezTo>
                <a:cubicBezTo>
                  <a:pt x="877" y="192"/>
                  <a:pt x="877" y="192"/>
                  <a:pt x="877" y="191"/>
                </a:cubicBezTo>
                <a:cubicBezTo>
                  <a:pt x="877" y="191"/>
                  <a:pt x="877" y="191"/>
                  <a:pt x="877" y="191"/>
                </a:cubicBezTo>
                <a:cubicBezTo>
                  <a:pt x="877" y="191"/>
                  <a:pt x="877" y="191"/>
                  <a:pt x="876" y="190"/>
                </a:cubicBezTo>
                <a:cubicBezTo>
                  <a:pt x="876" y="190"/>
                  <a:pt x="876" y="190"/>
                  <a:pt x="876" y="190"/>
                </a:cubicBezTo>
                <a:cubicBezTo>
                  <a:pt x="875" y="189"/>
                  <a:pt x="874" y="189"/>
                  <a:pt x="873" y="189"/>
                </a:cubicBezTo>
                <a:close/>
                <a:moveTo>
                  <a:pt x="1390" y="189"/>
                </a:moveTo>
                <a:cubicBezTo>
                  <a:pt x="1390" y="189"/>
                  <a:pt x="1389" y="189"/>
                  <a:pt x="1388" y="189"/>
                </a:cubicBezTo>
                <a:cubicBezTo>
                  <a:pt x="1388" y="189"/>
                  <a:pt x="1387" y="190"/>
                  <a:pt x="1387" y="190"/>
                </a:cubicBezTo>
                <a:cubicBezTo>
                  <a:pt x="1386" y="190"/>
                  <a:pt x="1386" y="190"/>
                  <a:pt x="1386" y="190"/>
                </a:cubicBezTo>
                <a:cubicBezTo>
                  <a:pt x="1384" y="191"/>
                  <a:pt x="1384" y="192"/>
                  <a:pt x="1384" y="193"/>
                </a:cubicBezTo>
                <a:cubicBezTo>
                  <a:pt x="1385" y="194"/>
                  <a:pt x="1385" y="194"/>
                  <a:pt x="1386" y="195"/>
                </a:cubicBezTo>
                <a:cubicBezTo>
                  <a:pt x="1386" y="195"/>
                  <a:pt x="1387" y="195"/>
                  <a:pt x="1387" y="196"/>
                </a:cubicBezTo>
                <a:cubicBezTo>
                  <a:pt x="1388" y="196"/>
                  <a:pt x="1389" y="196"/>
                  <a:pt x="1390" y="196"/>
                </a:cubicBezTo>
                <a:cubicBezTo>
                  <a:pt x="1391" y="196"/>
                  <a:pt x="1391" y="196"/>
                  <a:pt x="1392" y="196"/>
                </a:cubicBezTo>
                <a:cubicBezTo>
                  <a:pt x="1393" y="196"/>
                  <a:pt x="1394" y="196"/>
                  <a:pt x="1395" y="196"/>
                </a:cubicBezTo>
                <a:cubicBezTo>
                  <a:pt x="1396" y="196"/>
                  <a:pt x="1397" y="196"/>
                  <a:pt x="1398" y="196"/>
                </a:cubicBezTo>
                <a:cubicBezTo>
                  <a:pt x="1398" y="195"/>
                  <a:pt x="1399" y="195"/>
                  <a:pt x="1399" y="195"/>
                </a:cubicBezTo>
                <a:cubicBezTo>
                  <a:pt x="1400" y="194"/>
                  <a:pt x="1400" y="194"/>
                  <a:pt x="1400" y="193"/>
                </a:cubicBezTo>
                <a:cubicBezTo>
                  <a:pt x="1400" y="192"/>
                  <a:pt x="1400" y="192"/>
                  <a:pt x="1400" y="192"/>
                </a:cubicBezTo>
                <a:cubicBezTo>
                  <a:pt x="1400" y="192"/>
                  <a:pt x="1400" y="192"/>
                  <a:pt x="1400" y="191"/>
                </a:cubicBezTo>
                <a:cubicBezTo>
                  <a:pt x="1400" y="191"/>
                  <a:pt x="1400" y="191"/>
                  <a:pt x="1399" y="191"/>
                </a:cubicBezTo>
                <a:cubicBezTo>
                  <a:pt x="1399" y="191"/>
                  <a:pt x="1399" y="191"/>
                  <a:pt x="1399" y="190"/>
                </a:cubicBezTo>
                <a:cubicBezTo>
                  <a:pt x="1399" y="190"/>
                  <a:pt x="1398" y="190"/>
                  <a:pt x="1398" y="190"/>
                </a:cubicBezTo>
                <a:cubicBezTo>
                  <a:pt x="1397" y="190"/>
                  <a:pt x="1397" y="189"/>
                  <a:pt x="1396" y="189"/>
                </a:cubicBezTo>
                <a:cubicBezTo>
                  <a:pt x="1395" y="189"/>
                  <a:pt x="1395" y="189"/>
                  <a:pt x="1394" y="189"/>
                </a:cubicBezTo>
                <a:cubicBezTo>
                  <a:pt x="1394" y="189"/>
                  <a:pt x="1393" y="189"/>
                  <a:pt x="1392" y="189"/>
                </a:cubicBezTo>
                <a:cubicBezTo>
                  <a:pt x="1391" y="189"/>
                  <a:pt x="1391" y="189"/>
                  <a:pt x="1390" y="189"/>
                </a:cubicBezTo>
                <a:close/>
                <a:moveTo>
                  <a:pt x="2001" y="190"/>
                </a:moveTo>
                <a:cubicBezTo>
                  <a:pt x="1999" y="189"/>
                  <a:pt x="1998" y="189"/>
                  <a:pt x="1996" y="189"/>
                </a:cubicBezTo>
                <a:cubicBezTo>
                  <a:pt x="1996" y="189"/>
                  <a:pt x="1996" y="189"/>
                  <a:pt x="1996" y="189"/>
                </a:cubicBezTo>
                <a:cubicBezTo>
                  <a:pt x="1996" y="189"/>
                  <a:pt x="1996" y="189"/>
                  <a:pt x="1995" y="189"/>
                </a:cubicBezTo>
                <a:cubicBezTo>
                  <a:pt x="1995" y="189"/>
                  <a:pt x="1995" y="189"/>
                  <a:pt x="1995" y="189"/>
                </a:cubicBezTo>
                <a:cubicBezTo>
                  <a:pt x="1995" y="189"/>
                  <a:pt x="1995" y="189"/>
                  <a:pt x="1995" y="189"/>
                </a:cubicBezTo>
                <a:cubicBezTo>
                  <a:pt x="1995" y="189"/>
                  <a:pt x="1994" y="189"/>
                  <a:pt x="1994" y="189"/>
                </a:cubicBezTo>
                <a:cubicBezTo>
                  <a:pt x="1994" y="189"/>
                  <a:pt x="1994" y="189"/>
                  <a:pt x="1994" y="189"/>
                </a:cubicBezTo>
                <a:cubicBezTo>
                  <a:pt x="1994" y="189"/>
                  <a:pt x="1994" y="189"/>
                  <a:pt x="1993" y="189"/>
                </a:cubicBezTo>
                <a:cubicBezTo>
                  <a:pt x="1993" y="189"/>
                  <a:pt x="1993" y="189"/>
                  <a:pt x="1993" y="189"/>
                </a:cubicBezTo>
                <a:cubicBezTo>
                  <a:pt x="1993" y="189"/>
                  <a:pt x="1992" y="189"/>
                  <a:pt x="1992" y="189"/>
                </a:cubicBezTo>
                <a:cubicBezTo>
                  <a:pt x="1991" y="189"/>
                  <a:pt x="1991" y="189"/>
                  <a:pt x="1990" y="189"/>
                </a:cubicBezTo>
                <a:cubicBezTo>
                  <a:pt x="1990" y="190"/>
                  <a:pt x="1990" y="190"/>
                  <a:pt x="1989" y="190"/>
                </a:cubicBezTo>
                <a:cubicBezTo>
                  <a:pt x="1989" y="190"/>
                  <a:pt x="1989" y="190"/>
                  <a:pt x="1988" y="190"/>
                </a:cubicBezTo>
                <a:cubicBezTo>
                  <a:pt x="1988" y="191"/>
                  <a:pt x="1988" y="191"/>
                  <a:pt x="1988" y="191"/>
                </a:cubicBezTo>
                <a:cubicBezTo>
                  <a:pt x="1988" y="191"/>
                  <a:pt x="1988" y="191"/>
                  <a:pt x="1988" y="191"/>
                </a:cubicBezTo>
                <a:cubicBezTo>
                  <a:pt x="1988" y="192"/>
                  <a:pt x="1987" y="192"/>
                  <a:pt x="1987" y="192"/>
                </a:cubicBezTo>
                <a:cubicBezTo>
                  <a:pt x="1987" y="192"/>
                  <a:pt x="1987" y="192"/>
                  <a:pt x="1988" y="193"/>
                </a:cubicBezTo>
                <a:cubicBezTo>
                  <a:pt x="1988" y="194"/>
                  <a:pt x="1988" y="194"/>
                  <a:pt x="1989" y="194"/>
                </a:cubicBezTo>
                <a:cubicBezTo>
                  <a:pt x="1989" y="195"/>
                  <a:pt x="1990" y="195"/>
                  <a:pt x="1990" y="195"/>
                </a:cubicBezTo>
                <a:cubicBezTo>
                  <a:pt x="1991" y="196"/>
                  <a:pt x="1992" y="196"/>
                  <a:pt x="1992" y="196"/>
                </a:cubicBezTo>
                <a:cubicBezTo>
                  <a:pt x="1993" y="196"/>
                  <a:pt x="1994" y="196"/>
                  <a:pt x="1995" y="196"/>
                </a:cubicBezTo>
                <a:cubicBezTo>
                  <a:pt x="1995" y="196"/>
                  <a:pt x="1995" y="196"/>
                  <a:pt x="1995" y="196"/>
                </a:cubicBezTo>
                <a:cubicBezTo>
                  <a:pt x="1995" y="196"/>
                  <a:pt x="1995" y="196"/>
                  <a:pt x="1996" y="196"/>
                </a:cubicBezTo>
                <a:cubicBezTo>
                  <a:pt x="1996" y="196"/>
                  <a:pt x="1996" y="196"/>
                  <a:pt x="1996" y="196"/>
                </a:cubicBezTo>
                <a:cubicBezTo>
                  <a:pt x="1996" y="196"/>
                  <a:pt x="1996" y="196"/>
                  <a:pt x="1996" y="196"/>
                </a:cubicBezTo>
                <a:cubicBezTo>
                  <a:pt x="1997" y="196"/>
                  <a:pt x="1997" y="196"/>
                  <a:pt x="1997" y="196"/>
                </a:cubicBezTo>
                <a:cubicBezTo>
                  <a:pt x="1997" y="196"/>
                  <a:pt x="1997" y="196"/>
                  <a:pt x="1997" y="196"/>
                </a:cubicBezTo>
                <a:cubicBezTo>
                  <a:pt x="1997" y="196"/>
                  <a:pt x="1998" y="196"/>
                  <a:pt x="1998" y="196"/>
                </a:cubicBezTo>
                <a:cubicBezTo>
                  <a:pt x="1998" y="196"/>
                  <a:pt x="1998" y="196"/>
                  <a:pt x="1998" y="196"/>
                </a:cubicBezTo>
                <a:cubicBezTo>
                  <a:pt x="1998" y="196"/>
                  <a:pt x="1999" y="196"/>
                  <a:pt x="1999" y="196"/>
                </a:cubicBezTo>
                <a:cubicBezTo>
                  <a:pt x="2000" y="196"/>
                  <a:pt x="2000" y="196"/>
                  <a:pt x="2000" y="196"/>
                </a:cubicBezTo>
                <a:cubicBezTo>
                  <a:pt x="2000" y="196"/>
                  <a:pt x="2001" y="196"/>
                  <a:pt x="2001" y="196"/>
                </a:cubicBezTo>
                <a:cubicBezTo>
                  <a:pt x="2001" y="196"/>
                  <a:pt x="2002" y="195"/>
                  <a:pt x="2002" y="195"/>
                </a:cubicBezTo>
                <a:cubicBezTo>
                  <a:pt x="2002" y="195"/>
                  <a:pt x="2002" y="195"/>
                  <a:pt x="2002" y="195"/>
                </a:cubicBezTo>
                <a:cubicBezTo>
                  <a:pt x="2002" y="195"/>
                  <a:pt x="2003" y="195"/>
                  <a:pt x="2003" y="195"/>
                </a:cubicBezTo>
                <a:cubicBezTo>
                  <a:pt x="2003" y="195"/>
                  <a:pt x="2003" y="195"/>
                  <a:pt x="2003" y="194"/>
                </a:cubicBezTo>
                <a:cubicBezTo>
                  <a:pt x="2003" y="194"/>
                  <a:pt x="2003" y="194"/>
                  <a:pt x="2004" y="193"/>
                </a:cubicBezTo>
                <a:cubicBezTo>
                  <a:pt x="2004" y="192"/>
                  <a:pt x="2004" y="192"/>
                  <a:pt x="2003" y="192"/>
                </a:cubicBezTo>
                <a:cubicBezTo>
                  <a:pt x="2003" y="192"/>
                  <a:pt x="2003" y="192"/>
                  <a:pt x="2003" y="192"/>
                </a:cubicBezTo>
                <a:cubicBezTo>
                  <a:pt x="2003" y="192"/>
                  <a:pt x="2003" y="192"/>
                  <a:pt x="2003" y="191"/>
                </a:cubicBezTo>
                <a:cubicBezTo>
                  <a:pt x="2003" y="191"/>
                  <a:pt x="2003" y="191"/>
                  <a:pt x="2003" y="191"/>
                </a:cubicBezTo>
                <a:cubicBezTo>
                  <a:pt x="2002" y="190"/>
                  <a:pt x="2002" y="190"/>
                  <a:pt x="2002" y="190"/>
                </a:cubicBezTo>
                <a:lnTo>
                  <a:pt x="2001" y="190"/>
                </a:lnTo>
                <a:close/>
                <a:moveTo>
                  <a:pt x="1872" y="189"/>
                </a:moveTo>
                <a:cubicBezTo>
                  <a:pt x="1872" y="189"/>
                  <a:pt x="1871" y="189"/>
                  <a:pt x="1870" y="189"/>
                </a:cubicBezTo>
                <a:cubicBezTo>
                  <a:pt x="1870" y="189"/>
                  <a:pt x="1869" y="190"/>
                  <a:pt x="1869" y="190"/>
                </a:cubicBezTo>
                <a:cubicBezTo>
                  <a:pt x="1869" y="190"/>
                  <a:pt x="1868" y="190"/>
                  <a:pt x="1868" y="190"/>
                </a:cubicBezTo>
                <a:cubicBezTo>
                  <a:pt x="1868" y="191"/>
                  <a:pt x="1867" y="191"/>
                  <a:pt x="1867" y="191"/>
                </a:cubicBezTo>
                <a:cubicBezTo>
                  <a:pt x="1867" y="191"/>
                  <a:pt x="1867" y="191"/>
                  <a:pt x="1867" y="191"/>
                </a:cubicBezTo>
                <a:cubicBezTo>
                  <a:pt x="1867" y="192"/>
                  <a:pt x="1867" y="192"/>
                  <a:pt x="1867" y="192"/>
                </a:cubicBezTo>
                <a:cubicBezTo>
                  <a:pt x="1867" y="192"/>
                  <a:pt x="1867" y="192"/>
                  <a:pt x="1867" y="193"/>
                </a:cubicBezTo>
                <a:cubicBezTo>
                  <a:pt x="1867" y="194"/>
                  <a:pt x="1868" y="194"/>
                  <a:pt x="1868" y="195"/>
                </a:cubicBezTo>
                <a:cubicBezTo>
                  <a:pt x="1869" y="195"/>
                  <a:pt x="1870" y="195"/>
                  <a:pt x="1870" y="196"/>
                </a:cubicBezTo>
                <a:cubicBezTo>
                  <a:pt x="1871" y="196"/>
                  <a:pt x="1872" y="196"/>
                  <a:pt x="1873" y="196"/>
                </a:cubicBezTo>
                <a:cubicBezTo>
                  <a:pt x="1874" y="196"/>
                  <a:pt x="1875" y="196"/>
                  <a:pt x="1876" y="196"/>
                </a:cubicBezTo>
                <a:cubicBezTo>
                  <a:pt x="1877" y="196"/>
                  <a:pt x="1878" y="196"/>
                  <a:pt x="1878" y="196"/>
                </a:cubicBezTo>
                <a:cubicBezTo>
                  <a:pt x="1879" y="196"/>
                  <a:pt x="1880" y="196"/>
                  <a:pt x="1881" y="196"/>
                </a:cubicBezTo>
                <a:cubicBezTo>
                  <a:pt x="1881" y="195"/>
                  <a:pt x="1882" y="195"/>
                  <a:pt x="1882" y="195"/>
                </a:cubicBezTo>
                <a:cubicBezTo>
                  <a:pt x="1883" y="194"/>
                  <a:pt x="1883" y="194"/>
                  <a:pt x="1883" y="193"/>
                </a:cubicBezTo>
                <a:cubicBezTo>
                  <a:pt x="1883" y="192"/>
                  <a:pt x="1883" y="192"/>
                  <a:pt x="1883" y="192"/>
                </a:cubicBezTo>
                <a:cubicBezTo>
                  <a:pt x="1883" y="192"/>
                  <a:pt x="1883" y="192"/>
                  <a:pt x="1882" y="191"/>
                </a:cubicBezTo>
                <a:cubicBezTo>
                  <a:pt x="1882" y="191"/>
                  <a:pt x="1882" y="191"/>
                  <a:pt x="1882" y="191"/>
                </a:cubicBezTo>
                <a:cubicBezTo>
                  <a:pt x="1882" y="191"/>
                  <a:pt x="1881" y="191"/>
                  <a:pt x="1881" y="190"/>
                </a:cubicBezTo>
                <a:cubicBezTo>
                  <a:pt x="1879" y="189"/>
                  <a:pt x="1877" y="189"/>
                  <a:pt x="1874" y="189"/>
                </a:cubicBezTo>
                <a:cubicBezTo>
                  <a:pt x="1873" y="189"/>
                  <a:pt x="1873" y="189"/>
                  <a:pt x="1872" y="189"/>
                </a:cubicBezTo>
                <a:close/>
                <a:moveTo>
                  <a:pt x="2033" y="189"/>
                </a:moveTo>
                <a:cubicBezTo>
                  <a:pt x="2032" y="189"/>
                  <a:pt x="2032" y="189"/>
                  <a:pt x="2031" y="189"/>
                </a:cubicBezTo>
                <a:cubicBezTo>
                  <a:pt x="2031" y="189"/>
                  <a:pt x="2030" y="190"/>
                  <a:pt x="2030" y="190"/>
                </a:cubicBezTo>
                <a:cubicBezTo>
                  <a:pt x="2029" y="190"/>
                  <a:pt x="2029" y="190"/>
                  <a:pt x="2029" y="190"/>
                </a:cubicBezTo>
                <a:cubicBezTo>
                  <a:pt x="2028" y="191"/>
                  <a:pt x="2028" y="192"/>
                  <a:pt x="2028" y="193"/>
                </a:cubicBezTo>
                <a:cubicBezTo>
                  <a:pt x="2028" y="194"/>
                  <a:pt x="2029" y="194"/>
                  <a:pt x="2029" y="195"/>
                </a:cubicBezTo>
                <a:cubicBezTo>
                  <a:pt x="2030" y="195"/>
                  <a:pt x="2031" y="195"/>
                  <a:pt x="2031" y="196"/>
                </a:cubicBezTo>
                <a:cubicBezTo>
                  <a:pt x="2032" y="196"/>
                  <a:pt x="2033" y="196"/>
                  <a:pt x="2034" y="196"/>
                </a:cubicBezTo>
                <a:cubicBezTo>
                  <a:pt x="2035" y="196"/>
                  <a:pt x="2036" y="196"/>
                  <a:pt x="2037" y="196"/>
                </a:cubicBezTo>
                <a:cubicBezTo>
                  <a:pt x="2038" y="196"/>
                  <a:pt x="2039" y="196"/>
                  <a:pt x="2039" y="196"/>
                </a:cubicBezTo>
                <a:cubicBezTo>
                  <a:pt x="2040" y="196"/>
                  <a:pt x="2041" y="196"/>
                  <a:pt x="2042" y="196"/>
                </a:cubicBezTo>
                <a:cubicBezTo>
                  <a:pt x="2042" y="195"/>
                  <a:pt x="2043" y="195"/>
                  <a:pt x="2043" y="195"/>
                </a:cubicBezTo>
                <a:cubicBezTo>
                  <a:pt x="2044" y="194"/>
                  <a:pt x="2044" y="194"/>
                  <a:pt x="2044" y="193"/>
                </a:cubicBezTo>
                <a:cubicBezTo>
                  <a:pt x="2044" y="192"/>
                  <a:pt x="2044" y="192"/>
                  <a:pt x="2044" y="192"/>
                </a:cubicBezTo>
                <a:cubicBezTo>
                  <a:pt x="2043" y="192"/>
                  <a:pt x="2043" y="192"/>
                  <a:pt x="2043" y="191"/>
                </a:cubicBezTo>
                <a:cubicBezTo>
                  <a:pt x="2043" y="191"/>
                  <a:pt x="2043" y="191"/>
                  <a:pt x="2043" y="191"/>
                </a:cubicBezTo>
                <a:cubicBezTo>
                  <a:pt x="2042" y="191"/>
                  <a:pt x="2042" y="191"/>
                  <a:pt x="2042" y="190"/>
                </a:cubicBezTo>
                <a:cubicBezTo>
                  <a:pt x="2041" y="190"/>
                  <a:pt x="2041" y="190"/>
                  <a:pt x="2040" y="190"/>
                </a:cubicBezTo>
                <a:cubicBezTo>
                  <a:pt x="2040" y="190"/>
                  <a:pt x="2039" y="189"/>
                  <a:pt x="2039" y="189"/>
                </a:cubicBezTo>
                <a:cubicBezTo>
                  <a:pt x="2038" y="189"/>
                  <a:pt x="2038" y="189"/>
                  <a:pt x="2037" y="189"/>
                </a:cubicBezTo>
                <a:cubicBezTo>
                  <a:pt x="2036" y="189"/>
                  <a:pt x="2036" y="189"/>
                  <a:pt x="2035" y="189"/>
                </a:cubicBezTo>
                <a:cubicBezTo>
                  <a:pt x="2034" y="189"/>
                  <a:pt x="2033" y="189"/>
                  <a:pt x="2033" y="189"/>
                </a:cubicBezTo>
                <a:close/>
                <a:moveTo>
                  <a:pt x="2076" y="189"/>
                </a:moveTo>
                <a:cubicBezTo>
                  <a:pt x="2076" y="189"/>
                  <a:pt x="2076" y="189"/>
                  <a:pt x="2076" y="189"/>
                </a:cubicBezTo>
                <a:cubicBezTo>
                  <a:pt x="2076" y="189"/>
                  <a:pt x="2076" y="189"/>
                  <a:pt x="2075" y="189"/>
                </a:cubicBezTo>
                <a:cubicBezTo>
                  <a:pt x="2075" y="189"/>
                  <a:pt x="2075" y="189"/>
                  <a:pt x="2075" y="189"/>
                </a:cubicBezTo>
                <a:cubicBezTo>
                  <a:pt x="2074" y="189"/>
                  <a:pt x="2074" y="189"/>
                  <a:pt x="2073" y="189"/>
                </a:cubicBezTo>
                <a:cubicBezTo>
                  <a:pt x="2072" y="189"/>
                  <a:pt x="2072" y="189"/>
                  <a:pt x="2071" y="189"/>
                </a:cubicBezTo>
                <a:cubicBezTo>
                  <a:pt x="2071" y="189"/>
                  <a:pt x="2070" y="190"/>
                  <a:pt x="2070" y="190"/>
                </a:cubicBezTo>
                <a:cubicBezTo>
                  <a:pt x="2069" y="190"/>
                  <a:pt x="2069" y="190"/>
                  <a:pt x="2069" y="190"/>
                </a:cubicBezTo>
                <a:cubicBezTo>
                  <a:pt x="2068" y="191"/>
                  <a:pt x="2068" y="192"/>
                  <a:pt x="2068" y="193"/>
                </a:cubicBezTo>
                <a:cubicBezTo>
                  <a:pt x="2069" y="194"/>
                  <a:pt x="2069" y="194"/>
                  <a:pt x="2070" y="195"/>
                </a:cubicBezTo>
                <a:cubicBezTo>
                  <a:pt x="2070" y="195"/>
                  <a:pt x="2071" y="195"/>
                  <a:pt x="2072" y="196"/>
                </a:cubicBezTo>
                <a:cubicBezTo>
                  <a:pt x="2072" y="196"/>
                  <a:pt x="2073" y="196"/>
                  <a:pt x="2074" y="196"/>
                </a:cubicBezTo>
                <a:cubicBezTo>
                  <a:pt x="2075" y="196"/>
                  <a:pt x="2076" y="196"/>
                  <a:pt x="2077" y="196"/>
                </a:cubicBezTo>
                <a:cubicBezTo>
                  <a:pt x="2077" y="196"/>
                  <a:pt x="2077" y="196"/>
                  <a:pt x="2077" y="196"/>
                </a:cubicBezTo>
                <a:cubicBezTo>
                  <a:pt x="2078" y="196"/>
                  <a:pt x="2078" y="196"/>
                  <a:pt x="2078" y="196"/>
                </a:cubicBezTo>
                <a:cubicBezTo>
                  <a:pt x="2078" y="196"/>
                  <a:pt x="2078" y="196"/>
                  <a:pt x="2078" y="196"/>
                </a:cubicBezTo>
                <a:cubicBezTo>
                  <a:pt x="2078" y="196"/>
                  <a:pt x="2078" y="196"/>
                  <a:pt x="2079" y="196"/>
                </a:cubicBezTo>
                <a:cubicBezTo>
                  <a:pt x="2079" y="196"/>
                  <a:pt x="2080" y="196"/>
                  <a:pt x="2081" y="196"/>
                </a:cubicBezTo>
                <a:cubicBezTo>
                  <a:pt x="2081" y="196"/>
                  <a:pt x="2082" y="196"/>
                  <a:pt x="2082" y="195"/>
                </a:cubicBezTo>
                <a:cubicBezTo>
                  <a:pt x="2083" y="195"/>
                  <a:pt x="2083" y="195"/>
                  <a:pt x="2084" y="194"/>
                </a:cubicBezTo>
                <a:cubicBezTo>
                  <a:pt x="2084" y="194"/>
                  <a:pt x="2084" y="194"/>
                  <a:pt x="2084" y="193"/>
                </a:cubicBezTo>
                <a:cubicBezTo>
                  <a:pt x="2084" y="192"/>
                  <a:pt x="2084" y="192"/>
                  <a:pt x="2084" y="192"/>
                </a:cubicBezTo>
                <a:cubicBezTo>
                  <a:pt x="2084" y="192"/>
                  <a:pt x="2084" y="192"/>
                  <a:pt x="2083" y="191"/>
                </a:cubicBezTo>
                <a:cubicBezTo>
                  <a:pt x="2083" y="191"/>
                  <a:pt x="2083" y="191"/>
                  <a:pt x="2083" y="191"/>
                </a:cubicBezTo>
                <a:cubicBezTo>
                  <a:pt x="2083" y="191"/>
                  <a:pt x="2082" y="191"/>
                  <a:pt x="2082" y="190"/>
                </a:cubicBezTo>
                <a:cubicBezTo>
                  <a:pt x="2080" y="189"/>
                  <a:pt x="2078" y="189"/>
                  <a:pt x="2077" y="189"/>
                </a:cubicBezTo>
                <a:cubicBezTo>
                  <a:pt x="2076" y="189"/>
                  <a:pt x="2076" y="189"/>
                  <a:pt x="2076" y="189"/>
                </a:cubicBezTo>
                <a:close/>
                <a:moveTo>
                  <a:pt x="1837" y="189"/>
                </a:moveTo>
                <a:cubicBezTo>
                  <a:pt x="1837" y="189"/>
                  <a:pt x="1837" y="189"/>
                  <a:pt x="1836" y="189"/>
                </a:cubicBezTo>
                <a:cubicBezTo>
                  <a:pt x="1836" y="189"/>
                  <a:pt x="1836" y="189"/>
                  <a:pt x="1836" y="189"/>
                </a:cubicBezTo>
                <a:cubicBezTo>
                  <a:pt x="1835" y="189"/>
                  <a:pt x="1835" y="189"/>
                  <a:pt x="1835" y="189"/>
                </a:cubicBezTo>
                <a:cubicBezTo>
                  <a:pt x="1835" y="189"/>
                  <a:pt x="1834" y="189"/>
                  <a:pt x="1834" y="189"/>
                </a:cubicBezTo>
                <a:cubicBezTo>
                  <a:pt x="1833" y="189"/>
                  <a:pt x="1833" y="189"/>
                  <a:pt x="1832" y="189"/>
                </a:cubicBezTo>
                <a:cubicBezTo>
                  <a:pt x="1831" y="189"/>
                  <a:pt x="1831" y="189"/>
                  <a:pt x="1830" y="189"/>
                </a:cubicBezTo>
                <a:cubicBezTo>
                  <a:pt x="1830" y="189"/>
                  <a:pt x="1829" y="190"/>
                  <a:pt x="1829" y="190"/>
                </a:cubicBezTo>
                <a:cubicBezTo>
                  <a:pt x="1828" y="190"/>
                  <a:pt x="1828" y="190"/>
                  <a:pt x="1828" y="190"/>
                </a:cubicBezTo>
                <a:cubicBezTo>
                  <a:pt x="1827" y="191"/>
                  <a:pt x="1827" y="191"/>
                  <a:pt x="1827" y="191"/>
                </a:cubicBezTo>
                <a:cubicBezTo>
                  <a:pt x="1827" y="191"/>
                  <a:pt x="1827" y="191"/>
                  <a:pt x="1827" y="191"/>
                </a:cubicBezTo>
                <a:cubicBezTo>
                  <a:pt x="1827" y="192"/>
                  <a:pt x="1827" y="192"/>
                  <a:pt x="1827" y="192"/>
                </a:cubicBezTo>
                <a:cubicBezTo>
                  <a:pt x="1827" y="192"/>
                  <a:pt x="1827" y="192"/>
                  <a:pt x="1827" y="193"/>
                </a:cubicBezTo>
                <a:cubicBezTo>
                  <a:pt x="1827" y="194"/>
                  <a:pt x="1828" y="194"/>
                  <a:pt x="1828" y="195"/>
                </a:cubicBezTo>
                <a:cubicBezTo>
                  <a:pt x="1829" y="195"/>
                  <a:pt x="1829" y="195"/>
                  <a:pt x="1830" y="196"/>
                </a:cubicBezTo>
                <a:cubicBezTo>
                  <a:pt x="1831" y="196"/>
                  <a:pt x="1832" y="196"/>
                  <a:pt x="1833" y="196"/>
                </a:cubicBezTo>
                <a:cubicBezTo>
                  <a:pt x="1833" y="196"/>
                  <a:pt x="1834" y="196"/>
                  <a:pt x="1835" y="196"/>
                </a:cubicBezTo>
                <a:cubicBezTo>
                  <a:pt x="1836" y="196"/>
                  <a:pt x="1836" y="196"/>
                  <a:pt x="1836" y="196"/>
                </a:cubicBezTo>
                <a:cubicBezTo>
                  <a:pt x="1836" y="196"/>
                  <a:pt x="1837" y="196"/>
                  <a:pt x="1837" y="196"/>
                </a:cubicBezTo>
                <a:cubicBezTo>
                  <a:pt x="1837" y="196"/>
                  <a:pt x="1837" y="196"/>
                  <a:pt x="1838" y="196"/>
                </a:cubicBezTo>
                <a:cubicBezTo>
                  <a:pt x="1838" y="196"/>
                  <a:pt x="1838" y="196"/>
                  <a:pt x="1838" y="196"/>
                </a:cubicBezTo>
                <a:cubicBezTo>
                  <a:pt x="1840" y="196"/>
                  <a:pt x="1843" y="195"/>
                  <a:pt x="1843" y="193"/>
                </a:cubicBezTo>
                <a:cubicBezTo>
                  <a:pt x="1843" y="192"/>
                  <a:pt x="1843" y="192"/>
                  <a:pt x="1843" y="192"/>
                </a:cubicBezTo>
                <a:cubicBezTo>
                  <a:pt x="1842" y="192"/>
                  <a:pt x="1842" y="192"/>
                  <a:pt x="1842" y="191"/>
                </a:cubicBezTo>
                <a:cubicBezTo>
                  <a:pt x="1842" y="191"/>
                  <a:pt x="1842" y="191"/>
                  <a:pt x="1842" y="191"/>
                </a:cubicBezTo>
                <a:cubicBezTo>
                  <a:pt x="1841" y="191"/>
                  <a:pt x="1841" y="191"/>
                  <a:pt x="1841" y="190"/>
                </a:cubicBezTo>
                <a:cubicBezTo>
                  <a:pt x="1840" y="190"/>
                  <a:pt x="1838" y="189"/>
                  <a:pt x="1837" y="189"/>
                </a:cubicBezTo>
                <a:cubicBezTo>
                  <a:pt x="1837" y="189"/>
                  <a:pt x="1838" y="189"/>
                  <a:pt x="1837" y="189"/>
                </a:cubicBezTo>
                <a:close/>
                <a:moveTo>
                  <a:pt x="1792" y="189"/>
                </a:moveTo>
                <a:cubicBezTo>
                  <a:pt x="1791" y="189"/>
                  <a:pt x="1791" y="189"/>
                  <a:pt x="1790" y="189"/>
                </a:cubicBezTo>
                <a:cubicBezTo>
                  <a:pt x="1790" y="189"/>
                  <a:pt x="1789" y="190"/>
                  <a:pt x="1789" y="190"/>
                </a:cubicBezTo>
                <a:cubicBezTo>
                  <a:pt x="1788" y="190"/>
                  <a:pt x="1788" y="190"/>
                  <a:pt x="1787" y="190"/>
                </a:cubicBezTo>
                <a:cubicBezTo>
                  <a:pt x="1786" y="191"/>
                  <a:pt x="1786" y="192"/>
                  <a:pt x="1787" y="193"/>
                </a:cubicBezTo>
                <a:cubicBezTo>
                  <a:pt x="1787" y="194"/>
                  <a:pt x="1787" y="194"/>
                  <a:pt x="1788" y="195"/>
                </a:cubicBezTo>
                <a:cubicBezTo>
                  <a:pt x="1788" y="195"/>
                  <a:pt x="1789" y="195"/>
                  <a:pt x="1790" y="196"/>
                </a:cubicBezTo>
                <a:cubicBezTo>
                  <a:pt x="1791" y="196"/>
                  <a:pt x="1791" y="196"/>
                  <a:pt x="1792" y="196"/>
                </a:cubicBezTo>
                <a:cubicBezTo>
                  <a:pt x="1793" y="196"/>
                  <a:pt x="1794" y="196"/>
                  <a:pt x="1795" y="196"/>
                </a:cubicBezTo>
                <a:cubicBezTo>
                  <a:pt x="1796" y="196"/>
                  <a:pt x="1797" y="196"/>
                  <a:pt x="1798" y="196"/>
                </a:cubicBezTo>
                <a:cubicBezTo>
                  <a:pt x="1799" y="196"/>
                  <a:pt x="1799" y="196"/>
                  <a:pt x="1800" y="196"/>
                </a:cubicBezTo>
                <a:cubicBezTo>
                  <a:pt x="1801" y="195"/>
                  <a:pt x="1801" y="195"/>
                  <a:pt x="1802" y="195"/>
                </a:cubicBezTo>
                <a:cubicBezTo>
                  <a:pt x="1802" y="194"/>
                  <a:pt x="1802" y="194"/>
                  <a:pt x="1803" y="193"/>
                </a:cubicBezTo>
                <a:cubicBezTo>
                  <a:pt x="1802" y="192"/>
                  <a:pt x="1802" y="192"/>
                  <a:pt x="1802" y="192"/>
                </a:cubicBezTo>
                <a:cubicBezTo>
                  <a:pt x="1802" y="192"/>
                  <a:pt x="1802" y="192"/>
                  <a:pt x="1802" y="191"/>
                </a:cubicBezTo>
                <a:cubicBezTo>
                  <a:pt x="1802" y="191"/>
                  <a:pt x="1802" y="191"/>
                  <a:pt x="1801" y="191"/>
                </a:cubicBezTo>
                <a:cubicBezTo>
                  <a:pt x="1801" y="191"/>
                  <a:pt x="1801" y="191"/>
                  <a:pt x="1801" y="190"/>
                </a:cubicBezTo>
                <a:cubicBezTo>
                  <a:pt x="1800" y="190"/>
                  <a:pt x="1800" y="190"/>
                  <a:pt x="1799" y="190"/>
                </a:cubicBezTo>
                <a:cubicBezTo>
                  <a:pt x="1799" y="190"/>
                  <a:pt x="1798" y="189"/>
                  <a:pt x="1798" y="189"/>
                </a:cubicBezTo>
                <a:cubicBezTo>
                  <a:pt x="1797" y="189"/>
                  <a:pt x="1796" y="189"/>
                  <a:pt x="1796" y="189"/>
                </a:cubicBezTo>
                <a:cubicBezTo>
                  <a:pt x="1795" y="189"/>
                  <a:pt x="1794" y="189"/>
                  <a:pt x="1794" y="189"/>
                </a:cubicBezTo>
                <a:cubicBezTo>
                  <a:pt x="1793" y="189"/>
                  <a:pt x="1792" y="189"/>
                  <a:pt x="1792" y="189"/>
                </a:cubicBezTo>
                <a:close/>
                <a:moveTo>
                  <a:pt x="2113" y="189"/>
                </a:moveTo>
                <a:cubicBezTo>
                  <a:pt x="2113" y="189"/>
                  <a:pt x="2112" y="189"/>
                  <a:pt x="2111" y="189"/>
                </a:cubicBezTo>
                <a:cubicBezTo>
                  <a:pt x="2111" y="189"/>
                  <a:pt x="2110" y="190"/>
                  <a:pt x="2110" y="190"/>
                </a:cubicBezTo>
                <a:cubicBezTo>
                  <a:pt x="2110" y="190"/>
                  <a:pt x="2109" y="190"/>
                  <a:pt x="2109" y="190"/>
                </a:cubicBezTo>
                <a:cubicBezTo>
                  <a:pt x="2109" y="191"/>
                  <a:pt x="2109" y="191"/>
                  <a:pt x="2109" y="191"/>
                </a:cubicBezTo>
                <a:cubicBezTo>
                  <a:pt x="2108" y="191"/>
                  <a:pt x="2108" y="191"/>
                  <a:pt x="2108" y="191"/>
                </a:cubicBezTo>
                <a:cubicBezTo>
                  <a:pt x="2108" y="192"/>
                  <a:pt x="2108" y="192"/>
                  <a:pt x="2108" y="192"/>
                </a:cubicBezTo>
                <a:cubicBezTo>
                  <a:pt x="2108" y="192"/>
                  <a:pt x="2108" y="192"/>
                  <a:pt x="2109" y="193"/>
                </a:cubicBezTo>
                <a:cubicBezTo>
                  <a:pt x="2109" y="194"/>
                  <a:pt x="2109" y="194"/>
                  <a:pt x="2110" y="195"/>
                </a:cubicBezTo>
                <a:cubicBezTo>
                  <a:pt x="2110" y="195"/>
                  <a:pt x="2111" y="195"/>
                  <a:pt x="2112" y="196"/>
                </a:cubicBezTo>
                <a:cubicBezTo>
                  <a:pt x="2113" y="196"/>
                  <a:pt x="2113" y="196"/>
                  <a:pt x="2114" y="196"/>
                </a:cubicBezTo>
                <a:cubicBezTo>
                  <a:pt x="2115" y="196"/>
                  <a:pt x="2116" y="196"/>
                  <a:pt x="2117" y="196"/>
                </a:cubicBezTo>
                <a:cubicBezTo>
                  <a:pt x="2118" y="196"/>
                  <a:pt x="2119" y="196"/>
                  <a:pt x="2120" y="196"/>
                </a:cubicBezTo>
                <a:cubicBezTo>
                  <a:pt x="2121" y="196"/>
                  <a:pt x="2121" y="196"/>
                  <a:pt x="2122" y="196"/>
                </a:cubicBezTo>
                <a:cubicBezTo>
                  <a:pt x="2123" y="195"/>
                  <a:pt x="2123" y="195"/>
                  <a:pt x="2124" y="195"/>
                </a:cubicBezTo>
                <a:cubicBezTo>
                  <a:pt x="2124" y="194"/>
                  <a:pt x="2124" y="194"/>
                  <a:pt x="2124" y="193"/>
                </a:cubicBezTo>
                <a:cubicBezTo>
                  <a:pt x="2124" y="192"/>
                  <a:pt x="2124" y="192"/>
                  <a:pt x="2124" y="192"/>
                </a:cubicBezTo>
                <a:cubicBezTo>
                  <a:pt x="2124" y="192"/>
                  <a:pt x="2124" y="192"/>
                  <a:pt x="2124" y="191"/>
                </a:cubicBezTo>
                <a:cubicBezTo>
                  <a:pt x="2123" y="191"/>
                  <a:pt x="2123" y="191"/>
                  <a:pt x="2123" y="191"/>
                </a:cubicBezTo>
                <a:cubicBezTo>
                  <a:pt x="2123" y="191"/>
                  <a:pt x="2123" y="191"/>
                  <a:pt x="2122" y="190"/>
                </a:cubicBezTo>
                <a:cubicBezTo>
                  <a:pt x="2120" y="189"/>
                  <a:pt x="2118" y="189"/>
                  <a:pt x="2115" y="189"/>
                </a:cubicBezTo>
                <a:cubicBezTo>
                  <a:pt x="2114" y="189"/>
                  <a:pt x="2114" y="189"/>
                  <a:pt x="2113" y="189"/>
                </a:cubicBezTo>
                <a:close/>
                <a:moveTo>
                  <a:pt x="1757" y="189"/>
                </a:moveTo>
                <a:cubicBezTo>
                  <a:pt x="1756" y="189"/>
                  <a:pt x="1755" y="189"/>
                  <a:pt x="1754" y="189"/>
                </a:cubicBezTo>
                <a:cubicBezTo>
                  <a:pt x="1753" y="189"/>
                  <a:pt x="1753" y="189"/>
                  <a:pt x="1753" y="189"/>
                </a:cubicBezTo>
                <a:cubicBezTo>
                  <a:pt x="1753" y="189"/>
                  <a:pt x="1752" y="189"/>
                  <a:pt x="1752" y="189"/>
                </a:cubicBezTo>
                <a:cubicBezTo>
                  <a:pt x="1752" y="189"/>
                  <a:pt x="1752" y="189"/>
                  <a:pt x="1751" y="189"/>
                </a:cubicBezTo>
                <a:cubicBezTo>
                  <a:pt x="1751" y="189"/>
                  <a:pt x="1751" y="189"/>
                  <a:pt x="1751" y="189"/>
                </a:cubicBezTo>
                <a:cubicBezTo>
                  <a:pt x="1750" y="189"/>
                  <a:pt x="1750" y="189"/>
                  <a:pt x="1750" y="189"/>
                </a:cubicBezTo>
                <a:cubicBezTo>
                  <a:pt x="1749" y="189"/>
                  <a:pt x="1749" y="190"/>
                  <a:pt x="1749" y="190"/>
                </a:cubicBezTo>
                <a:cubicBezTo>
                  <a:pt x="1748" y="190"/>
                  <a:pt x="1748" y="190"/>
                  <a:pt x="1748" y="190"/>
                </a:cubicBezTo>
                <a:cubicBezTo>
                  <a:pt x="1748" y="190"/>
                  <a:pt x="1747" y="190"/>
                  <a:pt x="1747" y="190"/>
                </a:cubicBezTo>
                <a:cubicBezTo>
                  <a:pt x="1747" y="191"/>
                  <a:pt x="1747" y="191"/>
                  <a:pt x="1747" y="191"/>
                </a:cubicBezTo>
                <a:cubicBezTo>
                  <a:pt x="1747" y="191"/>
                  <a:pt x="1746" y="191"/>
                  <a:pt x="1746" y="191"/>
                </a:cubicBezTo>
                <a:cubicBezTo>
                  <a:pt x="1746" y="192"/>
                  <a:pt x="1746" y="192"/>
                  <a:pt x="1746" y="192"/>
                </a:cubicBezTo>
                <a:cubicBezTo>
                  <a:pt x="1746" y="192"/>
                  <a:pt x="1746" y="192"/>
                  <a:pt x="1746" y="193"/>
                </a:cubicBezTo>
                <a:cubicBezTo>
                  <a:pt x="1747" y="194"/>
                  <a:pt x="1747" y="194"/>
                  <a:pt x="1747" y="194"/>
                </a:cubicBezTo>
                <a:cubicBezTo>
                  <a:pt x="1748" y="195"/>
                  <a:pt x="1748" y="195"/>
                  <a:pt x="1748" y="195"/>
                </a:cubicBezTo>
                <a:cubicBezTo>
                  <a:pt x="1749" y="195"/>
                  <a:pt x="1749" y="195"/>
                  <a:pt x="1750" y="196"/>
                </a:cubicBezTo>
                <a:cubicBezTo>
                  <a:pt x="1750" y="196"/>
                  <a:pt x="1751" y="196"/>
                  <a:pt x="1752" y="196"/>
                </a:cubicBezTo>
                <a:cubicBezTo>
                  <a:pt x="1753" y="196"/>
                  <a:pt x="1754" y="196"/>
                  <a:pt x="1755" y="196"/>
                </a:cubicBezTo>
                <a:cubicBezTo>
                  <a:pt x="1755" y="196"/>
                  <a:pt x="1755" y="196"/>
                  <a:pt x="1756" y="196"/>
                </a:cubicBezTo>
                <a:cubicBezTo>
                  <a:pt x="1756" y="196"/>
                  <a:pt x="1756" y="196"/>
                  <a:pt x="1756" y="196"/>
                </a:cubicBezTo>
                <a:cubicBezTo>
                  <a:pt x="1757" y="196"/>
                  <a:pt x="1757" y="196"/>
                  <a:pt x="1757" y="196"/>
                </a:cubicBezTo>
                <a:cubicBezTo>
                  <a:pt x="1757" y="196"/>
                  <a:pt x="1758" y="196"/>
                  <a:pt x="1758" y="196"/>
                </a:cubicBezTo>
                <a:cubicBezTo>
                  <a:pt x="1759" y="196"/>
                  <a:pt x="1759" y="196"/>
                  <a:pt x="1760" y="196"/>
                </a:cubicBezTo>
                <a:cubicBezTo>
                  <a:pt x="1760" y="195"/>
                  <a:pt x="1760" y="195"/>
                  <a:pt x="1761" y="195"/>
                </a:cubicBezTo>
                <a:cubicBezTo>
                  <a:pt x="1761" y="195"/>
                  <a:pt x="1762" y="195"/>
                  <a:pt x="1762" y="194"/>
                </a:cubicBezTo>
                <a:cubicBezTo>
                  <a:pt x="1762" y="194"/>
                  <a:pt x="1762" y="194"/>
                  <a:pt x="1762" y="193"/>
                </a:cubicBezTo>
                <a:cubicBezTo>
                  <a:pt x="1762" y="192"/>
                  <a:pt x="1762" y="192"/>
                  <a:pt x="1762" y="192"/>
                </a:cubicBezTo>
                <a:cubicBezTo>
                  <a:pt x="1762" y="192"/>
                  <a:pt x="1762" y="192"/>
                  <a:pt x="1762" y="191"/>
                </a:cubicBezTo>
                <a:cubicBezTo>
                  <a:pt x="1762" y="191"/>
                  <a:pt x="1761" y="191"/>
                  <a:pt x="1761" y="191"/>
                </a:cubicBezTo>
                <a:cubicBezTo>
                  <a:pt x="1761" y="191"/>
                  <a:pt x="1761" y="191"/>
                  <a:pt x="1761" y="190"/>
                </a:cubicBezTo>
                <a:cubicBezTo>
                  <a:pt x="1760" y="190"/>
                  <a:pt x="1760" y="190"/>
                  <a:pt x="1760" y="190"/>
                </a:cubicBezTo>
                <a:cubicBezTo>
                  <a:pt x="1760" y="190"/>
                  <a:pt x="1759" y="190"/>
                  <a:pt x="1759" y="190"/>
                </a:cubicBezTo>
                <a:cubicBezTo>
                  <a:pt x="1759" y="190"/>
                  <a:pt x="1758" y="189"/>
                  <a:pt x="1758" y="189"/>
                </a:cubicBezTo>
                <a:cubicBezTo>
                  <a:pt x="1758" y="189"/>
                  <a:pt x="1757" y="189"/>
                  <a:pt x="1757" y="189"/>
                </a:cubicBezTo>
                <a:cubicBezTo>
                  <a:pt x="1757" y="189"/>
                  <a:pt x="1757" y="189"/>
                  <a:pt x="1757" y="189"/>
                </a:cubicBezTo>
                <a:close/>
                <a:moveTo>
                  <a:pt x="1918" y="189"/>
                </a:moveTo>
                <a:cubicBezTo>
                  <a:pt x="1917" y="189"/>
                  <a:pt x="1917" y="189"/>
                  <a:pt x="1917" y="189"/>
                </a:cubicBezTo>
                <a:cubicBezTo>
                  <a:pt x="1916" y="189"/>
                  <a:pt x="1916" y="189"/>
                  <a:pt x="1916" y="189"/>
                </a:cubicBezTo>
                <a:cubicBezTo>
                  <a:pt x="1916" y="189"/>
                  <a:pt x="1915" y="189"/>
                  <a:pt x="1915" y="189"/>
                </a:cubicBezTo>
                <a:cubicBezTo>
                  <a:pt x="1915" y="189"/>
                  <a:pt x="1915" y="189"/>
                  <a:pt x="1914" y="189"/>
                </a:cubicBezTo>
                <a:cubicBezTo>
                  <a:pt x="1914" y="189"/>
                  <a:pt x="1913" y="189"/>
                  <a:pt x="1912" y="189"/>
                </a:cubicBezTo>
                <a:cubicBezTo>
                  <a:pt x="1912" y="189"/>
                  <a:pt x="1911" y="189"/>
                  <a:pt x="1911" y="189"/>
                </a:cubicBezTo>
                <a:cubicBezTo>
                  <a:pt x="1910" y="189"/>
                  <a:pt x="1910" y="190"/>
                  <a:pt x="1909" y="190"/>
                </a:cubicBezTo>
                <a:cubicBezTo>
                  <a:pt x="1909" y="190"/>
                  <a:pt x="1908" y="190"/>
                  <a:pt x="1908" y="190"/>
                </a:cubicBezTo>
                <a:cubicBezTo>
                  <a:pt x="1907" y="191"/>
                  <a:pt x="1907" y="192"/>
                  <a:pt x="1907" y="193"/>
                </a:cubicBezTo>
                <a:cubicBezTo>
                  <a:pt x="1908" y="194"/>
                  <a:pt x="1908" y="194"/>
                  <a:pt x="1909" y="195"/>
                </a:cubicBezTo>
                <a:cubicBezTo>
                  <a:pt x="1909" y="195"/>
                  <a:pt x="1910" y="195"/>
                  <a:pt x="1911" y="196"/>
                </a:cubicBezTo>
                <a:cubicBezTo>
                  <a:pt x="1911" y="196"/>
                  <a:pt x="1912" y="196"/>
                  <a:pt x="1913" y="196"/>
                </a:cubicBezTo>
                <a:cubicBezTo>
                  <a:pt x="1914" y="196"/>
                  <a:pt x="1915" y="196"/>
                  <a:pt x="1916" y="196"/>
                </a:cubicBezTo>
                <a:cubicBezTo>
                  <a:pt x="1916" y="196"/>
                  <a:pt x="1916" y="196"/>
                  <a:pt x="1917" y="196"/>
                </a:cubicBezTo>
                <a:cubicBezTo>
                  <a:pt x="1917" y="196"/>
                  <a:pt x="1917" y="196"/>
                  <a:pt x="1918" y="196"/>
                </a:cubicBezTo>
                <a:cubicBezTo>
                  <a:pt x="1918" y="196"/>
                  <a:pt x="1918" y="196"/>
                  <a:pt x="1918" y="196"/>
                </a:cubicBezTo>
                <a:cubicBezTo>
                  <a:pt x="1919" y="196"/>
                  <a:pt x="1919" y="196"/>
                  <a:pt x="1919" y="196"/>
                </a:cubicBezTo>
                <a:cubicBezTo>
                  <a:pt x="1921" y="196"/>
                  <a:pt x="1923" y="195"/>
                  <a:pt x="1923" y="193"/>
                </a:cubicBezTo>
                <a:cubicBezTo>
                  <a:pt x="1923" y="192"/>
                  <a:pt x="1923" y="192"/>
                  <a:pt x="1923" y="192"/>
                </a:cubicBezTo>
                <a:cubicBezTo>
                  <a:pt x="1923" y="192"/>
                  <a:pt x="1923" y="192"/>
                  <a:pt x="1923" y="191"/>
                </a:cubicBezTo>
                <a:cubicBezTo>
                  <a:pt x="1922" y="191"/>
                  <a:pt x="1922" y="191"/>
                  <a:pt x="1922" y="191"/>
                </a:cubicBezTo>
                <a:cubicBezTo>
                  <a:pt x="1922" y="191"/>
                  <a:pt x="1922" y="191"/>
                  <a:pt x="1921" y="190"/>
                </a:cubicBezTo>
                <a:cubicBezTo>
                  <a:pt x="1921" y="190"/>
                  <a:pt x="1921" y="190"/>
                  <a:pt x="1921" y="190"/>
                </a:cubicBezTo>
                <a:cubicBezTo>
                  <a:pt x="1920" y="190"/>
                  <a:pt x="1920" y="190"/>
                  <a:pt x="1920" y="190"/>
                </a:cubicBezTo>
                <a:cubicBezTo>
                  <a:pt x="1919" y="190"/>
                  <a:pt x="1919" y="189"/>
                  <a:pt x="1919" y="189"/>
                </a:cubicBezTo>
                <a:cubicBezTo>
                  <a:pt x="1918" y="189"/>
                  <a:pt x="1918" y="189"/>
                  <a:pt x="1918" y="189"/>
                </a:cubicBezTo>
                <a:cubicBezTo>
                  <a:pt x="1917" y="189"/>
                  <a:pt x="1918" y="189"/>
                  <a:pt x="1918" y="189"/>
                </a:cubicBezTo>
                <a:close/>
                <a:moveTo>
                  <a:pt x="1353" y="189"/>
                </a:moveTo>
                <a:cubicBezTo>
                  <a:pt x="1353" y="189"/>
                  <a:pt x="1353" y="189"/>
                  <a:pt x="1353" y="189"/>
                </a:cubicBezTo>
                <a:cubicBezTo>
                  <a:pt x="1353" y="189"/>
                  <a:pt x="1353" y="189"/>
                  <a:pt x="1352" y="189"/>
                </a:cubicBezTo>
                <a:cubicBezTo>
                  <a:pt x="1352" y="189"/>
                  <a:pt x="1352" y="189"/>
                  <a:pt x="1352" y="189"/>
                </a:cubicBezTo>
                <a:cubicBezTo>
                  <a:pt x="1351" y="189"/>
                  <a:pt x="1351" y="189"/>
                  <a:pt x="1350" y="189"/>
                </a:cubicBezTo>
                <a:cubicBezTo>
                  <a:pt x="1349" y="189"/>
                  <a:pt x="1349" y="189"/>
                  <a:pt x="1348" y="189"/>
                </a:cubicBezTo>
                <a:cubicBezTo>
                  <a:pt x="1348" y="189"/>
                  <a:pt x="1347" y="190"/>
                  <a:pt x="1347" y="190"/>
                </a:cubicBezTo>
                <a:cubicBezTo>
                  <a:pt x="1346" y="190"/>
                  <a:pt x="1346" y="190"/>
                  <a:pt x="1345" y="190"/>
                </a:cubicBezTo>
                <a:cubicBezTo>
                  <a:pt x="1345" y="191"/>
                  <a:pt x="1345" y="191"/>
                  <a:pt x="1345" y="191"/>
                </a:cubicBezTo>
                <a:cubicBezTo>
                  <a:pt x="1345" y="191"/>
                  <a:pt x="1344" y="191"/>
                  <a:pt x="1344" y="191"/>
                </a:cubicBezTo>
                <a:cubicBezTo>
                  <a:pt x="1344" y="192"/>
                  <a:pt x="1344" y="192"/>
                  <a:pt x="1344" y="192"/>
                </a:cubicBezTo>
                <a:cubicBezTo>
                  <a:pt x="1344" y="192"/>
                  <a:pt x="1344" y="192"/>
                  <a:pt x="1344" y="193"/>
                </a:cubicBezTo>
                <a:cubicBezTo>
                  <a:pt x="1344" y="194"/>
                  <a:pt x="1345" y="194"/>
                  <a:pt x="1345" y="195"/>
                </a:cubicBezTo>
                <a:cubicBezTo>
                  <a:pt x="1346" y="195"/>
                  <a:pt x="1346" y="195"/>
                  <a:pt x="1347" y="196"/>
                </a:cubicBezTo>
                <a:cubicBezTo>
                  <a:pt x="1348" y="196"/>
                  <a:pt x="1349" y="196"/>
                  <a:pt x="1349" y="196"/>
                </a:cubicBezTo>
                <a:cubicBezTo>
                  <a:pt x="1350" y="196"/>
                  <a:pt x="1351" y="196"/>
                  <a:pt x="1352" y="196"/>
                </a:cubicBezTo>
                <a:cubicBezTo>
                  <a:pt x="1352" y="196"/>
                  <a:pt x="1352" y="196"/>
                  <a:pt x="1353" y="196"/>
                </a:cubicBezTo>
                <a:cubicBezTo>
                  <a:pt x="1353" y="196"/>
                  <a:pt x="1353" y="196"/>
                  <a:pt x="1353" y="196"/>
                </a:cubicBezTo>
                <a:cubicBezTo>
                  <a:pt x="1353" y="196"/>
                  <a:pt x="1353" y="196"/>
                  <a:pt x="1353" y="196"/>
                </a:cubicBezTo>
                <a:cubicBezTo>
                  <a:pt x="1354" y="196"/>
                  <a:pt x="1354" y="196"/>
                  <a:pt x="1354" y="196"/>
                </a:cubicBezTo>
                <a:cubicBezTo>
                  <a:pt x="1355" y="196"/>
                  <a:pt x="1355" y="196"/>
                  <a:pt x="1356" y="196"/>
                </a:cubicBezTo>
                <a:cubicBezTo>
                  <a:pt x="1357" y="196"/>
                  <a:pt x="1357" y="196"/>
                  <a:pt x="1358" y="195"/>
                </a:cubicBezTo>
                <a:cubicBezTo>
                  <a:pt x="1358" y="195"/>
                  <a:pt x="1359" y="195"/>
                  <a:pt x="1359" y="194"/>
                </a:cubicBezTo>
                <a:cubicBezTo>
                  <a:pt x="1360" y="194"/>
                  <a:pt x="1360" y="194"/>
                  <a:pt x="1360" y="193"/>
                </a:cubicBezTo>
                <a:cubicBezTo>
                  <a:pt x="1360" y="192"/>
                  <a:pt x="1360" y="192"/>
                  <a:pt x="1360" y="192"/>
                </a:cubicBezTo>
                <a:cubicBezTo>
                  <a:pt x="1360" y="192"/>
                  <a:pt x="1360" y="192"/>
                  <a:pt x="1360" y="191"/>
                </a:cubicBezTo>
                <a:cubicBezTo>
                  <a:pt x="1360" y="191"/>
                  <a:pt x="1359" y="191"/>
                  <a:pt x="1359" y="191"/>
                </a:cubicBezTo>
                <a:cubicBezTo>
                  <a:pt x="1359" y="191"/>
                  <a:pt x="1359" y="191"/>
                  <a:pt x="1359" y="190"/>
                </a:cubicBezTo>
                <a:cubicBezTo>
                  <a:pt x="1357" y="189"/>
                  <a:pt x="1355" y="189"/>
                  <a:pt x="1354" y="189"/>
                </a:cubicBezTo>
                <a:cubicBezTo>
                  <a:pt x="1353" y="189"/>
                  <a:pt x="1353" y="189"/>
                  <a:pt x="1353" y="189"/>
                </a:cubicBezTo>
                <a:close/>
                <a:moveTo>
                  <a:pt x="1676" y="189"/>
                </a:moveTo>
                <a:cubicBezTo>
                  <a:pt x="1676" y="189"/>
                  <a:pt x="1676" y="189"/>
                  <a:pt x="1676" y="189"/>
                </a:cubicBezTo>
                <a:cubicBezTo>
                  <a:pt x="1675" y="189"/>
                  <a:pt x="1675" y="189"/>
                  <a:pt x="1675" y="189"/>
                </a:cubicBezTo>
                <a:cubicBezTo>
                  <a:pt x="1675" y="189"/>
                  <a:pt x="1674" y="189"/>
                  <a:pt x="1674" y="189"/>
                </a:cubicBezTo>
                <a:cubicBezTo>
                  <a:pt x="1674" y="189"/>
                  <a:pt x="1674" y="189"/>
                  <a:pt x="1673" y="189"/>
                </a:cubicBezTo>
                <a:cubicBezTo>
                  <a:pt x="1673" y="189"/>
                  <a:pt x="1672" y="189"/>
                  <a:pt x="1671" y="189"/>
                </a:cubicBezTo>
                <a:cubicBezTo>
                  <a:pt x="1671" y="189"/>
                  <a:pt x="1670" y="189"/>
                  <a:pt x="1670" y="189"/>
                </a:cubicBezTo>
                <a:cubicBezTo>
                  <a:pt x="1669" y="189"/>
                  <a:pt x="1668" y="190"/>
                  <a:pt x="1668" y="190"/>
                </a:cubicBezTo>
                <a:cubicBezTo>
                  <a:pt x="1668" y="190"/>
                  <a:pt x="1667" y="190"/>
                  <a:pt x="1667" y="190"/>
                </a:cubicBezTo>
                <a:cubicBezTo>
                  <a:pt x="1666" y="191"/>
                  <a:pt x="1666" y="192"/>
                  <a:pt x="1666" y="193"/>
                </a:cubicBezTo>
                <a:cubicBezTo>
                  <a:pt x="1666" y="194"/>
                  <a:pt x="1667" y="194"/>
                  <a:pt x="1667" y="195"/>
                </a:cubicBezTo>
                <a:cubicBezTo>
                  <a:pt x="1668" y="195"/>
                  <a:pt x="1668" y="195"/>
                  <a:pt x="1669" y="196"/>
                </a:cubicBezTo>
                <a:cubicBezTo>
                  <a:pt x="1670" y="196"/>
                  <a:pt x="1671" y="196"/>
                  <a:pt x="1672" y="196"/>
                </a:cubicBezTo>
                <a:cubicBezTo>
                  <a:pt x="1672" y="196"/>
                  <a:pt x="1673" y="196"/>
                  <a:pt x="1674" y="196"/>
                </a:cubicBezTo>
                <a:cubicBezTo>
                  <a:pt x="1675" y="196"/>
                  <a:pt x="1675" y="196"/>
                  <a:pt x="1675" y="196"/>
                </a:cubicBezTo>
                <a:cubicBezTo>
                  <a:pt x="1675" y="196"/>
                  <a:pt x="1676" y="196"/>
                  <a:pt x="1676" y="196"/>
                </a:cubicBezTo>
                <a:cubicBezTo>
                  <a:pt x="1676" y="196"/>
                  <a:pt x="1676" y="196"/>
                  <a:pt x="1677" y="196"/>
                </a:cubicBezTo>
                <a:cubicBezTo>
                  <a:pt x="1677" y="196"/>
                  <a:pt x="1677" y="196"/>
                  <a:pt x="1677" y="196"/>
                </a:cubicBezTo>
                <a:cubicBezTo>
                  <a:pt x="1678" y="196"/>
                  <a:pt x="1679" y="196"/>
                  <a:pt x="1680" y="195"/>
                </a:cubicBezTo>
                <a:cubicBezTo>
                  <a:pt x="1681" y="195"/>
                  <a:pt x="1682" y="194"/>
                  <a:pt x="1682" y="193"/>
                </a:cubicBezTo>
                <a:cubicBezTo>
                  <a:pt x="1682" y="192"/>
                  <a:pt x="1682" y="192"/>
                  <a:pt x="1682" y="192"/>
                </a:cubicBezTo>
                <a:cubicBezTo>
                  <a:pt x="1682" y="192"/>
                  <a:pt x="1681" y="192"/>
                  <a:pt x="1681" y="191"/>
                </a:cubicBezTo>
                <a:cubicBezTo>
                  <a:pt x="1681" y="191"/>
                  <a:pt x="1681" y="191"/>
                  <a:pt x="1681" y="191"/>
                </a:cubicBezTo>
                <a:cubicBezTo>
                  <a:pt x="1681" y="191"/>
                  <a:pt x="1680" y="191"/>
                  <a:pt x="1680" y="190"/>
                </a:cubicBezTo>
                <a:cubicBezTo>
                  <a:pt x="1679" y="190"/>
                  <a:pt x="1679" y="190"/>
                  <a:pt x="1679" y="190"/>
                </a:cubicBezTo>
                <a:cubicBezTo>
                  <a:pt x="1678" y="190"/>
                  <a:pt x="1677" y="189"/>
                  <a:pt x="1676" y="189"/>
                </a:cubicBezTo>
                <a:close/>
                <a:moveTo>
                  <a:pt x="1631" y="189"/>
                </a:moveTo>
                <a:cubicBezTo>
                  <a:pt x="1631" y="189"/>
                  <a:pt x="1630" y="189"/>
                  <a:pt x="1629" y="189"/>
                </a:cubicBezTo>
                <a:cubicBezTo>
                  <a:pt x="1629" y="189"/>
                  <a:pt x="1628" y="190"/>
                  <a:pt x="1628" y="190"/>
                </a:cubicBezTo>
                <a:cubicBezTo>
                  <a:pt x="1627" y="190"/>
                  <a:pt x="1627" y="190"/>
                  <a:pt x="1627" y="190"/>
                </a:cubicBezTo>
                <a:cubicBezTo>
                  <a:pt x="1626" y="191"/>
                  <a:pt x="1625" y="192"/>
                  <a:pt x="1626" y="193"/>
                </a:cubicBezTo>
                <a:cubicBezTo>
                  <a:pt x="1626" y="194"/>
                  <a:pt x="1626" y="194"/>
                  <a:pt x="1627" y="195"/>
                </a:cubicBezTo>
                <a:cubicBezTo>
                  <a:pt x="1627" y="195"/>
                  <a:pt x="1628" y="195"/>
                  <a:pt x="1629" y="196"/>
                </a:cubicBezTo>
                <a:cubicBezTo>
                  <a:pt x="1630" y="196"/>
                  <a:pt x="1630" y="196"/>
                  <a:pt x="1631" y="196"/>
                </a:cubicBezTo>
                <a:cubicBezTo>
                  <a:pt x="1632" y="196"/>
                  <a:pt x="1633" y="196"/>
                  <a:pt x="1634" y="196"/>
                </a:cubicBezTo>
                <a:cubicBezTo>
                  <a:pt x="1635" y="196"/>
                  <a:pt x="1636" y="196"/>
                  <a:pt x="1637" y="196"/>
                </a:cubicBezTo>
                <a:cubicBezTo>
                  <a:pt x="1638" y="196"/>
                  <a:pt x="1638" y="196"/>
                  <a:pt x="1639" y="196"/>
                </a:cubicBezTo>
                <a:cubicBezTo>
                  <a:pt x="1640" y="195"/>
                  <a:pt x="1640" y="195"/>
                  <a:pt x="1641" y="195"/>
                </a:cubicBezTo>
                <a:cubicBezTo>
                  <a:pt x="1641" y="194"/>
                  <a:pt x="1641" y="194"/>
                  <a:pt x="1642" y="193"/>
                </a:cubicBezTo>
                <a:cubicBezTo>
                  <a:pt x="1642" y="192"/>
                  <a:pt x="1642" y="192"/>
                  <a:pt x="1641" y="192"/>
                </a:cubicBezTo>
                <a:cubicBezTo>
                  <a:pt x="1641" y="192"/>
                  <a:pt x="1641" y="192"/>
                  <a:pt x="1641" y="191"/>
                </a:cubicBezTo>
                <a:cubicBezTo>
                  <a:pt x="1641" y="191"/>
                  <a:pt x="1641" y="191"/>
                  <a:pt x="1641" y="191"/>
                </a:cubicBezTo>
                <a:cubicBezTo>
                  <a:pt x="1640" y="191"/>
                  <a:pt x="1640" y="191"/>
                  <a:pt x="1640" y="190"/>
                </a:cubicBezTo>
                <a:cubicBezTo>
                  <a:pt x="1640" y="190"/>
                  <a:pt x="1639" y="190"/>
                  <a:pt x="1639" y="190"/>
                </a:cubicBezTo>
                <a:cubicBezTo>
                  <a:pt x="1638" y="190"/>
                  <a:pt x="1638" y="189"/>
                  <a:pt x="1637" y="189"/>
                </a:cubicBezTo>
                <a:cubicBezTo>
                  <a:pt x="1636" y="189"/>
                  <a:pt x="1636" y="189"/>
                  <a:pt x="1635" y="189"/>
                </a:cubicBezTo>
                <a:cubicBezTo>
                  <a:pt x="1635" y="189"/>
                  <a:pt x="1634" y="189"/>
                  <a:pt x="1633" y="189"/>
                </a:cubicBezTo>
                <a:cubicBezTo>
                  <a:pt x="1632" y="189"/>
                  <a:pt x="1632" y="189"/>
                  <a:pt x="1631" y="189"/>
                </a:cubicBezTo>
                <a:close/>
                <a:moveTo>
                  <a:pt x="1273" y="189"/>
                </a:moveTo>
                <a:cubicBezTo>
                  <a:pt x="1273" y="189"/>
                  <a:pt x="1273" y="189"/>
                  <a:pt x="1272" y="189"/>
                </a:cubicBezTo>
                <a:cubicBezTo>
                  <a:pt x="1272" y="189"/>
                  <a:pt x="1272" y="189"/>
                  <a:pt x="1272" y="189"/>
                </a:cubicBezTo>
                <a:cubicBezTo>
                  <a:pt x="1272" y="189"/>
                  <a:pt x="1272" y="189"/>
                  <a:pt x="1272" y="189"/>
                </a:cubicBezTo>
                <a:cubicBezTo>
                  <a:pt x="1271" y="189"/>
                  <a:pt x="1270" y="189"/>
                  <a:pt x="1270" y="189"/>
                </a:cubicBezTo>
                <a:cubicBezTo>
                  <a:pt x="1269" y="189"/>
                  <a:pt x="1268" y="189"/>
                  <a:pt x="1268" y="189"/>
                </a:cubicBezTo>
                <a:cubicBezTo>
                  <a:pt x="1267" y="189"/>
                  <a:pt x="1267" y="190"/>
                  <a:pt x="1266" y="190"/>
                </a:cubicBezTo>
                <a:cubicBezTo>
                  <a:pt x="1266" y="190"/>
                  <a:pt x="1265" y="190"/>
                  <a:pt x="1265" y="190"/>
                </a:cubicBezTo>
                <a:cubicBezTo>
                  <a:pt x="1264" y="191"/>
                  <a:pt x="1264" y="192"/>
                  <a:pt x="1264" y="193"/>
                </a:cubicBezTo>
                <a:cubicBezTo>
                  <a:pt x="1264" y="194"/>
                  <a:pt x="1264" y="194"/>
                  <a:pt x="1265" y="195"/>
                </a:cubicBezTo>
                <a:cubicBezTo>
                  <a:pt x="1265" y="195"/>
                  <a:pt x="1266" y="195"/>
                  <a:pt x="1267" y="196"/>
                </a:cubicBezTo>
                <a:cubicBezTo>
                  <a:pt x="1267" y="196"/>
                  <a:pt x="1268" y="196"/>
                  <a:pt x="1269" y="196"/>
                </a:cubicBezTo>
                <a:cubicBezTo>
                  <a:pt x="1270" y="196"/>
                  <a:pt x="1271" y="196"/>
                  <a:pt x="1272" y="196"/>
                </a:cubicBezTo>
                <a:cubicBezTo>
                  <a:pt x="1272" y="196"/>
                  <a:pt x="1272" y="196"/>
                  <a:pt x="1272" y="196"/>
                </a:cubicBezTo>
                <a:cubicBezTo>
                  <a:pt x="1272" y="196"/>
                  <a:pt x="1272" y="196"/>
                  <a:pt x="1272" y="196"/>
                </a:cubicBezTo>
                <a:cubicBezTo>
                  <a:pt x="1273" y="196"/>
                  <a:pt x="1273" y="196"/>
                  <a:pt x="1273" y="196"/>
                </a:cubicBezTo>
                <a:cubicBezTo>
                  <a:pt x="1273" y="196"/>
                  <a:pt x="1273" y="196"/>
                  <a:pt x="1273" y="196"/>
                </a:cubicBezTo>
                <a:cubicBezTo>
                  <a:pt x="1274" y="196"/>
                  <a:pt x="1275" y="196"/>
                  <a:pt x="1275" y="196"/>
                </a:cubicBezTo>
                <a:cubicBezTo>
                  <a:pt x="1276" y="196"/>
                  <a:pt x="1277" y="196"/>
                  <a:pt x="1277" y="195"/>
                </a:cubicBezTo>
                <a:cubicBezTo>
                  <a:pt x="1278" y="195"/>
                  <a:pt x="1278" y="195"/>
                  <a:pt x="1279" y="194"/>
                </a:cubicBezTo>
                <a:cubicBezTo>
                  <a:pt x="1279" y="194"/>
                  <a:pt x="1279" y="194"/>
                  <a:pt x="1280" y="193"/>
                </a:cubicBezTo>
                <a:cubicBezTo>
                  <a:pt x="1280" y="192"/>
                  <a:pt x="1280" y="192"/>
                  <a:pt x="1280" y="192"/>
                </a:cubicBezTo>
                <a:cubicBezTo>
                  <a:pt x="1280" y="192"/>
                  <a:pt x="1279" y="192"/>
                  <a:pt x="1279" y="191"/>
                </a:cubicBezTo>
                <a:cubicBezTo>
                  <a:pt x="1279" y="191"/>
                  <a:pt x="1279" y="191"/>
                  <a:pt x="1279" y="191"/>
                </a:cubicBezTo>
                <a:cubicBezTo>
                  <a:pt x="1279" y="191"/>
                  <a:pt x="1279" y="191"/>
                  <a:pt x="1278" y="190"/>
                </a:cubicBezTo>
                <a:cubicBezTo>
                  <a:pt x="1277" y="189"/>
                  <a:pt x="1275" y="189"/>
                  <a:pt x="1273" y="189"/>
                </a:cubicBezTo>
                <a:cubicBezTo>
                  <a:pt x="1273" y="189"/>
                  <a:pt x="1273" y="189"/>
                  <a:pt x="1273" y="189"/>
                </a:cubicBezTo>
                <a:close/>
                <a:moveTo>
                  <a:pt x="1596" y="189"/>
                </a:moveTo>
                <a:cubicBezTo>
                  <a:pt x="1595" y="189"/>
                  <a:pt x="1594" y="189"/>
                  <a:pt x="1593" y="189"/>
                </a:cubicBezTo>
                <a:cubicBezTo>
                  <a:pt x="1592" y="189"/>
                  <a:pt x="1592" y="189"/>
                  <a:pt x="1591" y="189"/>
                </a:cubicBezTo>
                <a:cubicBezTo>
                  <a:pt x="1590" y="189"/>
                  <a:pt x="1590" y="189"/>
                  <a:pt x="1589" y="189"/>
                </a:cubicBezTo>
                <a:cubicBezTo>
                  <a:pt x="1589" y="189"/>
                  <a:pt x="1588" y="190"/>
                  <a:pt x="1588" y="190"/>
                </a:cubicBezTo>
                <a:cubicBezTo>
                  <a:pt x="1587" y="190"/>
                  <a:pt x="1587" y="190"/>
                  <a:pt x="1586" y="190"/>
                </a:cubicBezTo>
                <a:cubicBezTo>
                  <a:pt x="1586" y="191"/>
                  <a:pt x="1586" y="191"/>
                  <a:pt x="1586" y="191"/>
                </a:cubicBezTo>
                <a:cubicBezTo>
                  <a:pt x="1586" y="191"/>
                  <a:pt x="1586" y="191"/>
                  <a:pt x="1586" y="191"/>
                </a:cubicBezTo>
                <a:cubicBezTo>
                  <a:pt x="1586" y="192"/>
                  <a:pt x="1585" y="192"/>
                  <a:pt x="1585" y="192"/>
                </a:cubicBezTo>
                <a:cubicBezTo>
                  <a:pt x="1585" y="192"/>
                  <a:pt x="1585" y="192"/>
                  <a:pt x="1586" y="193"/>
                </a:cubicBezTo>
                <a:cubicBezTo>
                  <a:pt x="1586" y="194"/>
                  <a:pt x="1586" y="194"/>
                  <a:pt x="1587" y="195"/>
                </a:cubicBezTo>
                <a:cubicBezTo>
                  <a:pt x="1587" y="195"/>
                  <a:pt x="1588" y="195"/>
                  <a:pt x="1589" y="196"/>
                </a:cubicBezTo>
                <a:cubicBezTo>
                  <a:pt x="1589" y="196"/>
                  <a:pt x="1590" y="196"/>
                  <a:pt x="1591" y="196"/>
                </a:cubicBezTo>
                <a:cubicBezTo>
                  <a:pt x="1592" y="196"/>
                  <a:pt x="1593" y="196"/>
                  <a:pt x="1594" y="196"/>
                </a:cubicBezTo>
                <a:cubicBezTo>
                  <a:pt x="1594" y="196"/>
                  <a:pt x="1594" y="196"/>
                  <a:pt x="1595" y="196"/>
                </a:cubicBezTo>
                <a:cubicBezTo>
                  <a:pt x="1595" y="196"/>
                  <a:pt x="1595" y="196"/>
                  <a:pt x="1595" y="196"/>
                </a:cubicBezTo>
                <a:cubicBezTo>
                  <a:pt x="1596" y="196"/>
                  <a:pt x="1596" y="196"/>
                  <a:pt x="1596" y="196"/>
                </a:cubicBezTo>
                <a:cubicBezTo>
                  <a:pt x="1596" y="196"/>
                  <a:pt x="1597" y="196"/>
                  <a:pt x="1597" y="196"/>
                </a:cubicBezTo>
                <a:cubicBezTo>
                  <a:pt x="1598" y="196"/>
                  <a:pt x="1599" y="196"/>
                  <a:pt x="1599" y="195"/>
                </a:cubicBezTo>
                <a:cubicBezTo>
                  <a:pt x="1600" y="195"/>
                  <a:pt x="1600" y="195"/>
                  <a:pt x="1600" y="195"/>
                </a:cubicBezTo>
                <a:cubicBezTo>
                  <a:pt x="1600" y="195"/>
                  <a:pt x="1600" y="195"/>
                  <a:pt x="1601" y="194"/>
                </a:cubicBezTo>
                <a:cubicBezTo>
                  <a:pt x="1601" y="194"/>
                  <a:pt x="1601" y="194"/>
                  <a:pt x="1601" y="194"/>
                </a:cubicBezTo>
                <a:cubicBezTo>
                  <a:pt x="1601" y="194"/>
                  <a:pt x="1601" y="194"/>
                  <a:pt x="1601" y="193"/>
                </a:cubicBezTo>
                <a:cubicBezTo>
                  <a:pt x="1601" y="192"/>
                  <a:pt x="1601" y="192"/>
                  <a:pt x="1601" y="192"/>
                </a:cubicBezTo>
                <a:cubicBezTo>
                  <a:pt x="1601" y="192"/>
                  <a:pt x="1601" y="192"/>
                  <a:pt x="1601" y="191"/>
                </a:cubicBezTo>
                <a:cubicBezTo>
                  <a:pt x="1601" y="191"/>
                  <a:pt x="1601" y="191"/>
                  <a:pt x="1600" y="191"/>
                </a:cubicBezTo>
                <a:cubicBezTo>
                  <a:pt x="1600" y="191"/>
                  <a:pt x="1600" y="191"/>
                  <a:pt x="1600" y="190"/>
                </a:cubicBezTo>
                <a:cubicBezTo>
                  <a:pt x="1599" y="190"/>
                  <a:pt x="1599" y="190"/>
                  <a:pt x="1599" y="190"/>
                </a:cubicBezTo>
                <a:cubicBezTo>
                  <a:pt x="1598" y="190"/>
                  <a:pt x="1597" y="189"/>
                  <a:pt x="1596" y="189"/>
                </a:cubicBezTo>
                <a:close/>
                <a:moveTo>
                  <a:pt x="1551" y="189"/>
                </a:moveTo>
                <a:cubicBezTo>
                  <a:pt x="1550" y="189"/>
                  <a:pt x="1550" y="189"/>
                  <a:pt x="1549" y="189"/>
                </a:cubicBezTo>
                <a:cubicBezTo>
                  <a:pt x="1548" y="189"/>
                  <a:pt x="1548" y="190"/>
                  <a:pt x="1548" y="190"/>
                </a:cubicBezTo>
                <a:cubicBezTo>
                  <a:pt x="1547" y="190"/>
                  <a:pt x="1547" y="190"/>
                  <a:pt x="1546" y="190"/>
                </a:cubicBezTo>
                <a:cubicBezTo>
                  <a:pt x="1546" y="191"/>
                  <a:pt x="1546" y="191"/>
                  <a:pt x="1546" y="191"/>
                </a:cubicBezTo>
                <a:cubicBezTo>
                  <a:pt x="1546" y="191"/>
                  <a:pt x="1545" y="191"/>
                  <a:pt x="1545" y="191"/>
                </a:cubicBezTo>
                <a:cubicBezTo>
                  <a:pt x="1545" y="192"/>
                  <a:pt x="1545" y="192"/>
                  <a:pt x="1545" y="192"/>
                </a:cubicBezTo>
                <a:cubicBezTo>
                  <a:pt x="1545" y="192"/>
                  <a:pt x="1545" y="192"/>
                  <a:pt x="1545" y="193"/>
                </a:cubicBezTo>
                <a:cubicBezTo>
                  <a:pt x="1546" y="194"/>
                  <a:pt x="1546" y="194"/>
                  <a:pt x="1546" y="195"/>
                </a:cubicBezTo>
                <a:cubicBezTo>
                  <a:pt x="1547" y="195"/>
                  <a:pt x="1548" y="195"/>
                  <a:pt x="1548" y="196"/>
                </a:cubicBezTo>
                <a:cubicBezTo>
                  <a:pt x="1549" y="196"/>
                  <a:pt x="1550" y="196"/>
                  <a:pt x="1551" y="196"/>
                </a:cubicBezTo>
                <a:cubicBezTo>
                  <a:pt x="1552" y="196"/>
                  <a:pt x="1553" y="196"/>
                  <a:pt x="1554" y="196"/>
                </a:cubicBezTo>
                <a:cubicBezTo>
                  <a:pt x="1554" y="196"/>
                  <a:pt x="1555" y="196"/>
                  <a:pt x="1556" y="196"/>
                </a:cubicBezTo>
                <a:cubicBezTo>
                  <a:pt x="1557" y="196"/>
                  <a:pt x="1558" y="196"/>
                  <a:pt x="1559" y="196"/>
                </a:cubicBezTo>
                <a:cubicBezTo>
                  <a:pt x="1559" y="195"/>
                  <a:pt x="1560" y="195"/>
                  <a:pt x="1560" y="195"/>
                </a:cubicBezTo>
                <a:cubicBezTo>
                  <a:pt x="1561" y="194"/>
                  <a:pt x="1561" y="194"/>
                  <a:pt x="1561" y="193"/>
                </a:cubicBezTo>
                <a:cubicBezTo>
                  <a:pt x="1561" y="192"/>
                  <a:pt x="1561" y="192"/>
                  <a:pt x="1561" y="192"/>
                </a:cubicBezTo>
                <a:cubicBezTo>
                  <a:pt x="1561" y="192"/>
                  <a:pt x="1561" y="192"/>
                  <a:pt x="1561" y="191"/>
                </a:cubicBezTo>
                <a:cubicBezTo>
                  <a:pt x="1561" y="191"/>
                  <a:pt x="1560" y="191"/>
                  <a:pt x="1560" y="191"/>
                </a:cubicBezTo>
                <a:cubicBezTo>
                  <a:pt x="1560" y="191"/>
                  <a:pt x="1560" y="191"/>
                  <a:pt x="1560" y="190"/>
                </a:cubicBezTo>
                <a:cubicBezTo>
                  <a:pt x="1559" y="190"/>
                  <a:pt x="1559" y="190"/>
                  <a:pt x="1558" y="190"/>
                </a:cubicBezTo>
                <a:cubicBezTo>
                  <a:pt x="1558" y="190"/>
                  <a:pt x="1557" y="189"/>
                  <a:pt x="1557" y="189"/>
                </a:cubicBezTo>
                <a:cubicBezTo>
                  <a:pt x="1556" y="189"/>
                  <a:pt x="1555" y="189"/>
                  <a:pt x="1555" y="189"/>
                </a:cubicBezTo>
                <a:cubicBezTo>
                  <a:pt x="1554" y="189"/>
                  <a:pt x="1554" y="189"/>
                  <a:pt x="1553" y="189"/>
                </a:cubicBezTo>
                <a:cubicBezTo>
                  <a:pt x="1552" y="189"/>
                  <a:pt x="1551" y="189"/>
                  <a:pt x="1551" y="189"/>
                </a:cubicBezTo>
                <a:close/>
                <a:moveTo>
                  <a:pt x="1229" y="189"/>
                </a:moveTo>
                <a:cubicBezTo>
                  <a:pt x="1229" y="189"/>
                  <a:pt x="1228" y="189"/>
                  <a:pt x="1228" y="189"/>
                </a:cubicBezTo>
                <a:cubicBezTo>
                  <a:pt x="1227" y="189"/>
                  <a:pt x="1227" y="190"/>
                  <a:pt x="1226" y="190"/>
                </a:cubicBezTo>
                <a:cubicBezTo>
                  <a:pt x="1226" y="190"/>
                  <a:pt x="1225" y="190"/>
                  <a:pt x="1225" y="190"/>
                </a:cubicBezTo>
                <a:cubicBezTo>
                  <a:pt x="1224" y="191"/>
                  <a:pt x="1223" y="192"/>
                  <a:pt x="1224" y="193"/>
                </a:cubicBezTo>
                <a:cubicBezTo>
                  <a:pt x="1224" y="194"/>
                  <a:pt x="1224" y="194"/>
                  <a:pt x="1225" y="195"/>
                </a:cubicBezTo>
                <a:cubicBezTo>
                  <a:pt x="1225" y="195"/>
                  <a:pt x="1226" y="195"/>
                  <a:pt x="1226" y="196"/>
                </a:cubicBezTo>
                <a:cubicBezTo>
                  <a:pt x="1227" y="196"/>
                  <a:pt x="1228" y="196"/>
                  <a:pt x="1229" y="196"/>
                </a:cubicBezTo>
                <a:cubicBezTo>
                  <a:pt x="1230" y="196"/>
                  <a:pt x="1230" y="196"/>
                  <a:pt x="1231" y="196"/>
                </a:cubicBezTo>
                <a:cubicBezTo>
                  <a:pt x="1232" y="196"/>
                  <a:pt x="1233" y="196"/>
                  <a:pt x="1234" y="196"/>
                </a:cubicBezTo>
                <a:cubicBezTo>
                  <a:pt x="1235" y="196"/>
                  <a:pt x="1236" y="196"/>
                  <a:pt x="1237" y="196"/>
                </a:cubicBezTo>
                <a:cubicBezTo>
                  <a:pt x="1237" y="195"/>
                  <a:pt x="1238" y="195"/>
                  <a:pt x="1238" y="195"/>
                </a:cubicBezTo>
                <a:cubicBezTo>
                  <a:pt x="1239" y="194"/>
                  <a:pt x="1239" y="194"/>
                  <a:pt x="1239" y="193"/>
                </a:cubicBezTo>
                <a:cubicBezTo>
                  <a:pt x="1240" y="192"/>
                  <a:pt x="1239" y="192"/>
                  <a:pt x="1239" y="192"/>
                </a:cubicBezTo>
                <a:cubicBezTo>
                  <a:pt x="1239" y="192"/>
                  <a:pt x="1239" y="192"/>
                  <a:pt x="1239" y="191"/>
                </a:cubicBezTo>
                <a:cubicBezTo>
                  <a:pt x="1239" y="191"/>
                  <a:pt x="1239" y="191"/>
                  <a:pt x="1239" y="191"/>
                </a:cubicBezTo>
                <a:cubicBezTo>
                  <a:pt x="1239" y="191"/>
                  <a:pt x="1238" y="191"/>
                  <a:pt x="1238" y="190"/>
                </a:cubicBezTo>
                <a:cubicBezTo>
                  <a:pt x="1238" y="190"/>
                  <a:pt x="1237" y="190"/>
                  <a:pt x="1237" y="190"/>
                </a:cubicBezTo>
                <a:cubicBezTo>
                  <a:pt x="1236" y="190"/>
                  <a:pt x="1236" y="189"/>
                  <a:pt x="1235" y="189"/>
                </a:cubicBezTo>
                <a:cubicBezTo>
                  <a:pt x="1235" y="189"/>
                  <a:pt x="1234" y="189"/>
                  <a:pt x="1233" y="189"/>
                </a:cubicBezTo>
                <a:cubicBezTo>
                  <a:pt x="1233" y="189"/>
                  <a:pt x="1232" y="189"/>
                  <a:pt x="1231" y="189"/>
                </a:cubicBezTo>
                <a:cubicBezTo>
                  <a:pt x="1231" y="189"/>
                  <a:pt x="1230" y="189"/>
                  <a:pt x="1229" y="189"/>
                </a:cubicBezTo>
                <a:close/>
                <a:moveTo>
                  <a:pt x="1516" y="189"/>
                </a:moveTo>
                <a:cubicBezTo>
                  <a:pt x="1516" y="189"/>
                  <a:pt x="1515" y="189"/>
                  <a:pt x="1515" y="189"/>
                </a:cubicBezTo>
                <a:cubicBezTo>
                  <a:pt x="1515" y="189"/>
                  <a:pt x="1515" y="189"/>
                  <a:pt x="1514" y="189"/>
                </a:cubicBezTo>
                <a:cubicBezTo>
                  <a:pt x="1514" y="189"/>
                  <a:pt x="1514" y="189"/>
                  <a:pt x="1513" y="189"/>
                </a:cubicBezTo>
                <a:cubicBezTo>
                  <a:pt x="1513" y="189"/>
                  <a:pt x="1513" y="189"/>
                  <a:pt x="1513" y="189"/>
                </a:cubicBezTo>
                <a:cubicBezTo>
                  <a:pt x="1512" y="189"/>
                  <a:pt x="1511" y="189"/>
                  <a:pt x="1511" y="189"/>
                </a:cubicBezTo>
                <a:cubicBezTo>
                  <a:pt x="1510" y="189"/>
                  <a:pt x="1509" y="189"/>
                  <a:pt x="1509" y="189"/>
                </a:cubicBezTo>
                <a:cubicBezTo>
                  <a:pt x="1508" y="189"/>
                  <a:pt x="1508" y="190"/>
                  <a:pt x="1507" y="190"/>
                </a:cubicBezTo>
                <a:cubicBezTo>
                  <a:pt x="1507" y="190"/>
                  <a:pt x="1506" y="190"/>
                  <a:pt x="1506" y="190"/>
                </a:cubicBezTo>
                <a:cubicBezTo>
                  <a:pt x="1505" y="191"/>
                  <a:pt x="1505" y="192"/>
                  <a:pt x="1505" y="193"/>
                </a:cubicBezTo>
                <a:cubicBezTo>
                  <a:pt x="1505" y="194"/>
                  <a:pt x="1506" y="194"/>
                  <a:pt x="1506" y="195"/>
                </a:cubicBezTo>
                <a:cubicBezTo>
                  <a:pt x="1507" y="195"/>
                  <a:pt x="1507" y="195"/>
                  <a:pt x="1508" y="196"/>
                </a:cubicBezTo>
                <a:cubicBezTo>
                  <a:pt x="1509" y="196"/>
                  <a:pt x="1510" y="196"/>
                  <a:pt x="1510" y="196"/>
                </a:cubicBezTo>
                <a:cubicBezTo>
                  <a:pt x="1511" y="196"/>
                  <a:pt x="1512" y="196"/>
                  <a:pt x="1513" y="196"/>
                </a:cubicBezTo>
                <a:cubicBezTo>
                  <a:pt x="1514" y="196"/>
                  <a:pt x="1514" y="196"/>
                  <a:pt x="1514" y="196"/>
                </a:cubicBezTo>
                <a:cubicBezTo>
                  <a:pt x="1514" y="196"/>
                  <a:pt x="1515" y="196"/>
                  <a:pt x="1515" y="196"/>
                </a:cubicBezTo>
                <a:cubicBezTo>
                  <a:pt x="1515" y="196"/>
                  <a:pt x="1515" y="196"/>
                  <a:pt x="1516" y="196"/>
                </a:cubicBezTo>
                <a:cubicBezTo>
                  <a:pt x="1516" y="196"/>
                  <a:pt x="1516" y="196"/>
                  <a:pt x="1516" y="196"/>
                </a:cubicBezTo>
                <a:cubicBezTo>
                  <a:pt x="1517" y="196"/>
                  <a:pt x="1518" y="196"/>
                  <a:pt x="1519" y="195"/>
                </a:cubicBezTo>
                <a:cubicBezTo>
                  <a:pt x="1520" y="195"/>
                  <a:pt x="1521" y="194"/>
                  <a:pt x="1521" y="193"/>
                </a:cubicBezTo>
                <a:cubicBezTo>
                  <a:pt x="1521" y="192"/>
                  <a:pt x="1521" y="192"/>
                  <a:pt x="1521" y="192"/>
                </a:cubicBezTo>
                <a:cubicBezTo>
                  <a:pt x="1521" y="192"/>
                  <a:pt x="1521" y="192"/>
                  <a:pt x="1521" y="191"/>
                </a:cubicBezTo>
                <a:cubicBezTo>
                  <a:pt x="1520" y="191"/>
                  <a:pt x="1520" y="191"/>
                  <a:pt x="1520" y="191"/>
                </a:cubicBezTo>
                <a:cubicBezTo>
                  <a:pt x="1520" y="191"/>
                  <a:pt x="1520" y="191"/>
                  <a:pt x="1519" y="190"/>
                </a:cubicBezTo>
                <a:cubicBezTo>
                  <a:pt x="1518" y="190"/>
                  <a:pt x="1518" y="190"/>
                  <a:pt x="1518" y="190"/>
                </a:cubicBezTo>
                <a:cubicBezTo>
                  <a:pt x="1518" y="190"/>
                  <a:pt x="1517" y="189"/>
                  <a:pt x="1516" y="189"/>
                </a:cubicBezTo>
                <a:close/>
                <a:moveTo>
                  <a:pt x="1470" y="189"/>
                </a:moveTo>
                <a:cubicBezTo>
                  <a:pt x="1470" y="189"/>
                  <a:pt x="1469" y="189"/>
                  <a:pt x="1469" y="189"/>
                </a:cubicBezTo>
                <a:cubicBezTo>
                  <a:pt x="1468" y="189"/>
                  <a:pt x="1468" y="190"/>
                  <a:pt x="1467" y="190"/>
                </a:cubicBezTo>
                <a:cubicBezTo>
                  <a:pt x="1467" y="190"/>
                  <a:pt x="1466" y="190"/>
                  <a:pt x="1466" y="190"/>
                </a:cubicBezTo>
                <a:cubicBezTo>
                  <a:pt x="1466" y="191"/>
                  <a:pt x="1466" y="191"/>
                  <a:pt x="1465" y="191"/>
                </a:cubicBezTo>
                <a:cubicBezTo>
                  <a:pt x="1465" y="191"/>
                  <a:pt x="1465" y="191"/>
                  <a:pt x="1465" y="191"/>
                </a:cubicBezTo>
                <a:cubicBezTo>
                  <a:pt x="1465" y="192"/>
                  <a:pt x="1465" y="192"/>
                  <a:pt x="1465" y="192"/>
                </a:cubicBezTo>
                <a:cubicBezTo>
                  <a:pt x="1465" y="192"/>
                  <a:pt x="1465" y="192"/>
                  <a:pt x="1465" y="193"/>
                </a:cubicBezTo>
                <a:cubicBezTo>
                  <a:pt x="1465" y="194"/>
                  <a:pt x="1466" y="194"/>
                  <a:pt x="1466" y="195"/>
                </a:cubicBezTo>
                <a:cubicBezTo>
                  <a:pt x="1467" y="195"/>
                  <a:pt x="1467" y="195"/>
                  <a:pt x="1468" y="196"/>
                </a:cubicBezTo>
                <a:cubicBezTo>
                  <a:pt x="1469" y="196"/>
                  <a:pt x="1469" y="196"/>
                  <a:pt x="1470" y="196"/>
                </a:cubicBezTo>
                <a:cubicBezTo>
                  <a:pt x="1471" y="196"/>
                  <a:pt x="1472" y="196"/>
                  <a:pt x="1473" y="196"/>
                </a:cubicBezTo>
                <a:cubicBezTo>
                  <a:pt x="1474" y="196"/>
                  <a:pt x="1475" y="196"/>
                  <a:pt x="1476" y="196"/>
                </a:cubicBezTo>
                <a:cubicBezTo>
                  <a:pt x="1477" y="196"/>
                  <a:pt x="1477" y="196"/>
                  <a:pt x="1478" y="196"/>
                </a:cubicBezTo>
                <a:cubicBezTo>
                  <a:pt x="1479" y="195"/>
                  <a:pt x="1479" y="195"/>
                  <a:pt x="1480" y="195"/>
                </a:cubicBezTo>
                <a:cubicBezTo>
                  <a:pt x="1480" y="194"/>
                  <a:pt x="1481" y="194"/>
                  <a:pt x="1481" y="193"/>
                </a:cubicBezTo>
                <a:cubicBezTo>
                  <a:pt x="1481" y="192"/>
                  <a:pt x="1481" y="192"/>
                  <a:pt x="1481" y="192"/>
                </a:cubicBezTo>
                <a:cubicBezTo>
                  <a:pt x="1481" y="192"/>
                  <a:pt x="1480" y="192"/>
                  <a:pt x="1480" y="191"/>
                </a:cubicBezTo>
                <a:cubicBezTo>
                  <a:pt x="1480" y="191"/>
                  <a:pt x="1480" y="191"/>
                  <a:pt x="1480" y="191"/>
                </a:cubicBezTo>
                <a:cubicBezTo>
                  <a:pt x="1480" y="191"/>
                  <a:pt x="1479" y="191"/>
                  <a:pt x="1479" y="190"/>
                </a:cubicBezTo>
                <a:cubicBezTo>
                  <a:pt x="1477" y="189"/>
                  <a:pt x="1475" y="189"/>
                  <a:pt x="1472" y="189"/>
                </a:cubicBezTo>
                <a:cubicBezTo>
                  <a:pt x="1472" y="189"/>
                  <a:pt x="1471" y="189"/>
                  <a:pt x="1470" y="189"/>
                </a:cubicBezTo>
                <a:close/>
                <a:moveTo>
                  <a:pt x="1712" y="189"/>
                </a:moveTo>
                <a:cubicBezTo>
                  <a:pt x="1711" y="189"/>
                  <a:pt x="1710" y="189"/>
                  <a:pt x="1710" y="189"/>
                </a:cubicBezTo>
                <a:cubicBezTo>
                  <a:pt x="1709" y="189"/>
                  <a:pt x="1709" y="190"/>
                  <a:pt x="1708" y="190"/>
                </a:cubicBezTo>
                <a:cubicBezTo>
                  <a:pt x="1708" y="190"/>
                  <a:pt x="1707" y="190"/>
                  <a:pt x="1707" y="190"/>
                </a:cubicBezTo>
                <a:cubicBezTo>
                  <a:pt x="1707" y="191"/>
                  <a:pt x="1707" y="191"/>
                  <a:pt x="1707" y="191"/>
                </a:cubicBezTo>
                <a:cubicBezTo>
                  <a:pt x="1706" y="191"/>
                  <a:pt x="1706" y="191"/>
                  <a:pt x="1706" y="191"/>
                </a:cubicBezTo>
                <a:cubicBezTo>
                  <a:pt x="1706" y="192"/>
                  <a:pt x="1706" y="192"/>
                  <a:pt x="1706" y="192"/>
                </a:cubicBezTo>
                <a:cubicBezTo>
                  <a:pt x="1706" y="192"/>
                  <a:pt x="1706" y="192"/>
                  <a:pt x="1706" y="193"/>
                </a:cubicBezTo>
                <a:cubicBezTo>
                  <a:pt x="1707" y="194"/>
                  <a:pt x="1707" y="194"/>
                  <a:pt x="1707" y="195"/>
                </a:cubicBezTo>
                <a:cubicBezTo>
                  <a:pt x="1708" y="195"/>
                  <a:pt x="1709" y="195"/>
                  <a:pt x="1709" y="196"/>
                </a:cubicBezTo>
                <a:cubicBezTo>
                  <a:pt x="1710" y="196"/>
                  <a:pt x="1711" y="196"/>
                  <a:pt x="1712" y="196"/>
                </a:cubicBezTo>
                <a:cubicBezTo>
                  <a:pt x="1713" y="196"/>
                  <a:pt x="1714" y="196"/>
                  <a:pt x="1715" y="196"/>
                </a:cubicBezTo>
                <a:cubicBezTo>
                  <a:pt x="1716" y="196"/>
                  <a:pt x="1716" y="196"/>
                  <a:pt x="1717" y="196"/>
                </a:cubicBezTo>
                <a:cubicBezTo>
                  <a:pt x="1718" y="196"/>
                  <a:pt x="1719" y="196"/>
                  <a:pt x="1720" y="196"/>
                </a:cubicBezTo>
                <a:cubicBezTo>
                  <a:pt x="1720" y="195"/>
                  <a:pt x="1721" y="195"/>
                  <a:pt x="1721" y="195"/>
                </a:cubicBezTo>
                <a:cubicBezTo>
                  <a:pt x="1722" y="194"/>
                  <a:pt x="1722" y="194"/>
                  <a:pt x="1722" y="193"/>
                </a:cubicBezTo>
                <a:cubicBezTo>
                  <a:pt x="1722" y="192"/>
                  <a:pt x="1722" y="192"/>
                  <a:pt x="1722" y="192"/>
                </a:cubicBezTo>
                <a:cubicBezTo>
                  <a:pt x="1722" y="192"/>
                  <a:pt x="1722" y="192"/>
                  <a:pt x="1722" y="191"/>
                </a:cubicBezTo>
                <a:cubicBezTo>
                  <a:pt x="1721" y="191"/>
                  <a:pt x="1721" y="191"/>
                  <a:pt x="1721" y="191"/>
                </a:cubicBezTo>
                <a:cubicBezTo>
                  <a:pt x="1721" y="191"/>
                  <a:pt x="1721" y="191"/>
                  <a:pt x="1720" y="190"/>
                </a:cubicBezTo>
                <a:cubicBezTo>
                  <a:pt x="1718" y="189"/>
                  <a:pt x="1716" y="189"/>
                  <a:pt x="1714" y="189"/>
                </a:cubicBezTo>
                <a:cubicBezTo>
                  <a:pt x="1713" y="189"/>
                  <a:pt x="1712" y="189"/>
                  <a:pt x="1712" y="189"/>
                </a:cubicBezTo>
                <a:close/>
                <a:moveTo>
                  <a:pt x="1434" y="189"/>
                </a:moveTo>
                <a:cubicBezTo>
                  <a:pt x="1433" y="189"/>
                  <a:pt x="1433" y="189"/>
                  <a:pt x="1433" y="189"/>
                </a:cubicBezTo>
                <a:cubicBezTo>
                  <a:pt x="1433" y="189"/>
                  <a:pt x="1433" y="189"/>
                  <a:pt x="1433" y="189"/>
                </a:cubicBezTo>
                <a:cubicBezTo>
                  <a:pt x="1433" y="189"/>
                  <a:pt x="1432" y="189"/>
                  <a:pt x="1432" y="189"/>
                </a:cubicBezTo>
                <a:cubicBezTo>
                  <a:pt x="1432" y="189"/>
                  <a:pt x="1431" y="189"/>
                  <a:pt x="1430" y="189"/>
                </a:cubicBezTo>
                <a:cubicBezTo>
                  <a:pt x="1430" y="189"/>
                  <a:pt x="1429" y="189"/>
                  <a:pt x="1429" y="189"/>
                </a:cubicBezTo>
                <a:cubicBezTo>
                  <a:pt x="1428" y="189"/>
                  <a:pt x="1427" y="190"/>
                  <a:pt x="1427" y="190"/>
                </a:cubicBezTo>
                <a:cubicBezTo>
                  <a:pt x="1427" y="190"/>
                  <a:pt x="1426" y="190"/>
                  <a:pt x="1426" y="190"/>
                </a:cubicBezTo>
                <a:cubicBezTo>
                  <a:pt x="1426" y="191"/>
                  <a:pt x="1425" y="191"/>
                  <a:pt x="1425" y="191"/>
                </a:cubicBezTo>
                <a:cubicBezTo>
                  <a:pt x="1425" y="191"/>
                  <a:pt x="1425" y="191"/>
                  <a:pt x="1425" y="191"/>
                </a:cubicBezTo>
                <a:cubicBezTo>
                  <a:pt x="1425" y="192"/>
                  <a:pt x="1425" y="192"/>
                  <a:pt x="1425" y="192"/>
                </a:cubicBezTo>
                <a:cubicBezTo>
                  <a:pt x="1425" y="192"/>
                  <a:pt x="1424" y="192"/>
                  <a:pt x="1425" y="193"/>
                </a:cubicBezTo>
                <a:cubicBezTo>
                  <a:pt x="1425" y="194"/>
                  <a:pt x="1425" y="194"/>
                  <a:pt x="1426" y="195"/>
                </a:cubicBezTo>
                <a:cubicBezTo>
                  <a:pt x="1426" y="195"/>
                  <a:pt x="1427" y="195"/>
                  <a:pt x="1428" y="196"/>
                </a:cubicBezTo>
                <a:cubicBezTo>
                  <a:pt x="1428" y="196"/>
                  <a:pt x="1429" y="196"/>
                  <a:pt x="1430" y="196"/>
                </a:cubicBezTo>
                <a:cubicBezTo>
                  <a:pt x="1431" y="196"/>
                  <a:pt x="1432" y="196"/>
                  <a:pt x="1433" y="196"/>
                </a:cubicBezTo>
                <a:cubicBezTo>
                  <a:pt x="1433" y="196"/>
                  <a:pt x="1433" y="196"/>
                  <a:pt x="1433" y="196"/>
                </a:cubicBezTo>
                <a:cubicBezTo>
                  <a:pt x="1433" y="196"/>
                  <a:pt x="1433" y="196"/>
                  <a:pt x="1434" y="196"/>
                </a:cubicBezTo>
                <a:cubicBezTo>
                  <a:pt x="1434" y="196"/>
                  <a:pt x="1434" y="196"/>
                  <a:pt x="1434" y="196"/>
                </a:cubicBezTo>
                <a:cubicBezTo>
                  <a:pt x="1434" y="196"/>
                  <a:pt x="1434" y="196"/>
                  <a:pt x="1434" y="196"/>
                </a:cubicBezTo>
                <a:cubicBezTo>
                  <a:pt x="1435" y="196"/>
                  <a:pt x="1436" y="196"/>
                  <a:pt x="1437" y="196"/>
                </a:cubicBezTo>
                <a:cubicBezTo>
                  <a:pt x="1437" y="196"/>
                  <a:pt x="1438" y="196"/>
                  <a:pt x="1438" y="195"/>
                </a:cubicBezTo>
                <a:cubicBezTo>
                  <a:pt x="1439" y="195"/>
                  <a:pt x="1439" y="195"/>
                  <a:pt x="1440" y="194"/>
                </a:cubicBezTo>
                <a:cubicBezTo>
                  <a:pt x="1440" y="194"/>
                  <a:pt x="1440" y="194"/>
                  <a:pt x="1441" y="193"/>
                </a:cubicBezTo>
                <a:cubicBezTo>
                  <a:pt x="1441" y="192"/>
                  <a:pt x="1440" y="192"/>
                  <a:pt x="1440" y="192"/>
                </a:cubicBezTo>
                <a:cubicBezTo>
                  <a:pt x="1440" y="192"/>
                  <a:pt x="1440" y="192"/>
                  <a:pt x="1440" y="191"/>
                </a:cubicBezTo>
                <a:cubicBezTo>
                  <a:pt x="1440" y="191"/>
                  <a:pt x="1440" y="191"/>
                  <a:pt x="1440" y="191"/>
                </a:cubicBezTo>
                <a:cubicBezTo>
                  <a:pt x="1440" y="191"/>
                  <a:pt x="1439" y="191"/>
                  <a:pt x="1439" y="190"/>
                </a:cubicBezTo>
                <a:cubicBezTo>
                  <a:pt x="1438" y="189"/>
                  <a:pt x="1436" y="189"/>
                  <a:pt x="1434" y="189"/>
                </a:cubicBezTo>
                <a:cubicBezTo>
                  <a:pt x="1434" y="189"/>
                  <a:pt x="1434" y="189"/>
                  <a:pt x="1434" y="189"/>
                </a:cubicBezTo>
                <a:close/>
                <a:moveTo>
                  <a:pt x="1952" y="189"/>
                </a:moveTo>
                <a:cubicBezTo>
                  <a:pt x="1952" y="189"/>
                  <a:pt x="1951" y="189"/>
                  <a:pt x="1951" y="189"/>
                </a:cubicBezTo>
                <a:cubicBezTo>
                  <a:pt x="1950" y="189"/>
                  <a:pt x="1950" y="190"/>
                  <a:pt x="1949" y="190"/>
                </a:cubicBezTo>
                <a:cubicBezTo>
                  <a:pt x="1949" y="190"/>
                  <a:pt x="1949" y="190"/>
                  <a:pt x="1948" y="190"/>
                </a:cubicBezTo>
                <a:cubicBezTo>
                  <a:pt x="1948" y="191"/>
                  <a:pt x="1948" y="191"/>
                  <a:pt x="1948" y="191"/>
                </a:cubicBezTo>
                <a:cubicBezTo>
                  <a:pt x="1948" y="191"/>
                  <a:pt x="1947" y="191"/>
                  <a:pt x="1947" y="191"/>
                </a:cubicBezTo>
                <a:cubicBezTo>
                  <a:pt x="1947" y="192"/>
                  <a:pt x="1947" y="192"/>
                  <a:pt x="1947" y="192"/>
                </a:cubicBezTo>
                <a:cubicBezTo>
                  <a:pt x="1947" y="192"/>
                  <a:pt x="1947" y="192"/>
                  <a:pt x="1948" y="193"/>
                </a:cubicBezTo>
                <a:cubicBezTo>
                  <a:pt x="1948" y="194"/>
                  <a:pt x="1948" y="194"/>
                  <a:pt x="1949" y="195"/>
                </a:cubicBezTo>
                <a:cubicBezTo>
                  <a:pt x="1949" y="195"/>
                  <a:pt x="1950" y="195"/>
                  <a:pt x="1951" y="196"/>
                </a:cubicBezTo>
                <a:cubicBezTo>
                  <a:pt x="1952" y="196"/>
                  <a:pt x="1952" y="196"/>
                  <a:pt x="1953" y="196"/>
                </a:cubicBezTo>
                <a:cubicBezTo>
                  <a:pt x="1954" y="196"/>
                  <a:pt x="1955" y="196"/>
                  <a:pt x="1956" y="196"/>
                </a:cubicBezTo>
                <a:cubicBezTo>
                  <a:pt x="1957" y="196"/>
                  <a:pt x="1958" y="196"/>
                  <a:pt x="1959" y="196"/>
                </a:cubicBezTo>
                <a:cubicBezTo>
                  <a:pt x="1960" y="196"/>
                  <a:pt x="1960" y="196"/>
                  <a:pt x="1961" y="196"/>
                </a:cubicBezTo>
                <a:cubicBezTo>
                  <a:pt x="1962" y="195"/>
                  <a:pt x="1962" y="195"/>
                  <a:pt x="1963" y="195"/>
                </a:cubicBezTo>
                <a:cubicBezTo>
                  <a:pt x="1963" y="194"/>
                  <a:pt x="1963" y="194"/>
                  <a:pt x="1963" y="193"/>
                </a:cubicBezTo>
                <a:cubicBezTo>
                  <a:pt x="1963" y="192"/>
                  <a:pt x="1963" y="192"/>
                  <a:pt x="1963" y="192"/>
                </a:cubicBezTo>
                <a:cubicBezTo>
                  <a:pt x="1963" y="192"/>
                  <a:pt x="1963" y="192"/>
                  <a:pt x="1963" y="191"/>
                </a:cubicBezTo>
                <a:cubicBezTo>
                  <a:pt x="1963" y="191"/>
                  <a:pt x="1962" y="191"/>
                  <a:pt x="1962" y="191"/>
                </a:cubicBezTo>
                <a:cubicBezTo>
                  <a:pt x="1962" y="191"/>
                  <a:pt x="1962" y="191"/>
                  <a:pt x="1962" y="190"/>
                </a:cubicBezTo>
                <a:cubicBezTo>
                  <a:pt x="1961" y="190"/>
                  <a:pt x="1961" y="190"/>
                  <a:pt x="1960" y="190"/>
                </a:cubicBezTo>
                <a:cubicBezTo>
                  <a:pt x="1960" y="190"/>
                  <a:pt x="1959" y="189"/>
                  <a:pt x="1958" y="189"/>
                </a:cubicBezTo>
                <a:cubicBezTo>
                  <a:pt x="1958" y="189"/>
                  <a:pt x="1957" y="189"/>
                  <a:pt x="1957" y="189"/>
                </a:cubicBezTo>
                <a:cubicBezTo>
                  <a:pt x="1956" y="189"/>
                  <a:pt x="1955" y="189"/>
                  <a:pt x="1954" y="189"/>
                </a:cubicBezTo>
                <a:cubicBezTo>
                  <a:pt x="1954" y="189"/>
                  <a:pt x="1953" y="189"/>
                  <a:pt x="1952" y="189"/>
                </a:cubicBezTo>
                <a:close/>
                <a:moveTo>
                  <a:pt x="281" y="199"/>
                </a:moveTo>
                <a:cubicBezTo>
                  <a:pt x="280" y="199"/>
                  <a:pt x="279" y="199"/>
                  <a:pt x="279" y="199"/>
                </a:cubicBezTo>
                <a:cubicBezTo>
                  <a:pt x="278" y="200"/>
                  <a:pt x="277" y="200"/>
                  <a:pt x="276" y="201"/>
                </a:cubicBezTo>
                <a:cubicBezTo>
                  <a:pt x="276" y="201"/>
                  <a:pt x="276" y="202"/>
                  <a:pt x="275" y="202"/>
                </a:cubicBezTo>
                <a:cubicBezTo>
                  <a:pt x="275" y="203"/>
                  <a:pt x="275" y="203"/>
                  <a:pt x="276" y="204"/>
                </a:cubicBezTo>
                <a:cubicBezTo>
                  <a:pt x="276" y="204"/>
                  <a:pt x="276" y="205"/>
                  <a:pt x="277" y="205"/>
                </a:cubicBezTo>
                <a:cubicBezTo>
                  <a:pt x="278" y="205"/>
                  <a:pt x="278" y="206"/>
                  <a:pt x="279" y="206"/>
                </a:cubicBezTo>
                <a:cubicBezTo>
                  <a:pt x="280" y="206"/>
                  <a:pt x="281" y="206"/>
                  <a:pt x="282" y="206"/>
                </a:cubicBezTo>
                <a:cubicBezTo>
                  <a:pt x="283" y="206"/>
                  <a:pt x="284" y="206"/>
                  <a:pt x="286" y="206"/>
                </a:cubicBezTo>
                <a:cubicBezTo>
                  <a:pt x="287" y="206"/>
                  <a:pt x="287" y="205"/>
                  <a:pt x="288" y="205"/>
                </a:cubicBezTo>
                <a:cubicBezTo>
                  <a:pt x="289" y="205"/>
                  <a:pt x="290" y="204"/>
                  <a:pt x="290" y="204"/>
                </a:cubicBezTo>
                <a:cubicBezTo>
                  <a:pt x="291" y="203"/>
                  <a:pt x="291" y="203"/>
                  <a:pt x="291" y="202"/>
                </a:cubicBezTo>
                <a:cubicBezTo>
                  <a:pt x="292" y="202"/>
                  <a:pt x="292" y="201"/>
                  <a:pt x="291" y="201"/>
                </a:cubicBezTo>
                <a:cubicBezTo>
                  <a:pt x="291" y="200"/>
                  <a:pt x="291" y="200"/>
                  <a:pt x="290" y="199"/>
                </a:cubicBezTo>
                <a:cubicBezTo>
                  <a:pt x="289" y="199"/>
                  <a:pt x="289" y="199"/>
                  <a:pt x="288" y="199"/>
                </a:cubicBezTo>
                <a:cubicBezTo>
                  <a:pt x="287" y="198"/>
                  <a:pt x="286" y="198"/>
                  <a:pt x="285" y="198"/>
                </a:cubicBezTo>
                <a:cubicBezTo>
                  <a:pt x="284" y="198"/>
                  <a:pt x="282" y="198"/>
                  <a:pt x="281" y="199"/>
                </a:cubicBezTo>
                <a:close/>
                <a:moveTo>
                  <a:pt x="443" y="199"/>
                </a:moveTo>
                <a:cubicBezTo>
                  <a:pt x="442" y="199"/>
                  <a:pt x="441" y="199"/>
                  <a:pt x="440" y="199"/>
                </a:cubicBezTo>
                <a:cubicBezTo>
                  <a:pt x="439" y="200"/>
                  <a:pt x="438" y="200"/>
                  <a:pt x="438" y="201"/>
                </a:cubicBezTo>
                <a:cubicBezTo>
                  <a:pt x="437" y="201"/>
                  <a:pt x="437" y="202"/>
                  <a:pt x="437" y="202"/>
                </a:cubicBezTo>
                <a:cubicBezTo>
                  <a:pt x="437" y="203"/>
                  <a:pt x="437" y="203"/>
                  <a:pt x="437" y="204"/>
                </a:cubicBezTo>
                <a:cubicBezTo>
                  <a:pt x="437" y="204"/>
                  <a:pt x="438" y="205"/>
                  <a:pt x="438" y="205"/>
                </a:cubicBezTo>
                <a:cubicBezTo>
                  <a:pt x="439" y="205"/>
                  <a:pt x="440" y="206"/>
                  <a:pt x="441" y="206"/>
                </a:cubicBezTo>
                <a:cubicBezTo>
                  <a:pt x="442" y="206"/>
                  <a:pt x="443" y="206"/>
                  <a:pt x="444" y="206"/>
                </a:cubicBezTo>
                <a:cubicBezTo>
                  <a:pt x="445" y="206"/>
                  <a:pt x="446" y="206"/>
                  <a:pt x="447" y="206"/>
                </a:cubicBezTo>
                <a:cubicBezTo>
                  <a:pt x="448" y="206"/>
                  <a:pt x="449" y="205"/>
                  <a:pt x="450" y="205"/>
                </a:cubicBezTo>
                <a:cubicBezTo>
                  <a:pt x="451" y="205"/>
                  <a:pt x="451" y="204"/>
                  <a:pt x="452" y="204"/>
                </a:cubicBezTo>
                <a:cubicBezTo>
                  <a:pt x="452" y="203"/>
                  <a:pt x="453" y="203"/>
                  <a:pt x="453" y="202"/>
                </a:cubicBezTo>
                <a:cubicBezTo>
                  <a:pt x="453" y="202"/>
                  <a:pt x="453" y="201"/>
                  <a:pt x="453" y="201"/>
                </a:cubicBezTo>
                <a:cubicBezTo>
                  <a:pt x="452" y="200"/>
                  <a:pt x="452" y="200"/>
                  <a:pt x="451" y="199"/>
                </a:cubicBezTo>
                <a:cubicBezTo>
                  <a:pt x="451" y="199"/>
                  <a:pt x="450" y="199"/>
                  <a:pt x="449" y="199"/>
                </a:cubicBezTo>
                <a:cubicBezTo>
                  <a:pt x="448" y="198"/>
                  <a:pt x="447" y="198"/>
                  <a:pt x="446" y="198"/>
                </a:cubicBezTo>
                <a:cubicBezTo>
                  <a:pt x="445" y="198"/>
                  <a:pt x="444" y="198"/>
                  <a:pt x="443" y="199"/>
                </a:cubicBezTo>
                <a:close/>
                <a:moveTo>
                  <a:pt x="402" y="199"/>
                </a:moveTo>
                <a:cubicBezTo>
                  <a:pt x="401" y="199"/>
                  <a:pt x="400" y="199"/>
                  <a:pt x="399" y="199"/>
                </a:cubicBezTo>
                <a:cubicBezTo>
                  <a:pt x="399" y="200"/>
                  <a:pt x="398" y="200"/>
                  <a:pt x="397" y="201"/>
                </a:cubicBezTo>
                <a:cubicBezTo>
                  <a:pt x="397" y="201"/>
                  <a:pt x="397" y="202"/>
                  <a:pt x="396" y="202"/>
                </a:cubicBezTo>
                <a:cubicBezTo>
                  <a:pt x="396" y="203"/>
                  <a:pt x="396" y="203"/>
                  <a:pt x="397" y="204"/>
                </a:cubicBezTo>
                <a:cubicBezTo>
                  <a:pt x="397" y="204"/>
                  <a:pt x="397" y="205"/>
                  <a:pt x="398" y="205"/>
                </a:cubicBezTo>
                <a:cubicBezTo>
                  <a:pt x="399" y="205"/>
                  <a:pt x="399" y="206"/>
                  <a:pt x="400" y="206"/>
                </a:cubicBezTo>
                <a:cubicBezTo>
                  <a:pt x="401" y="206"/>
                  <a:pt x="402" y="206"/>
                  <a:pt x="403" y="206"/>
                </a:cubicBezTo>
                <a:cubicBezTo>
                  <a:pt x="404" y="206"/>
                  <a:pt x="406" y="206"/>
                  <a:pt x="407" y="206"/>
                </a:cubicBezTo>
                <a:cubicBezTo>
                  <a:pt x="408" y="206"/>
                  <a:pt x="409" y="205"/>
                  <a:pt x="409" y="205"/>
                </a:cubicBezTo>
                <a:cubicBezTo>
                  <a:pt x="410" y="205"/>
                  <a:pt x="411" y="204"/>
                  <a:pt x="411" y="204"/>
                </a:cubicBezTo>
                <a:cubicBezTo>
                  <a:pt x="412" y="203"/>
                  <a:pt x="412" y="203"/>
                  <a:pt x="413" y="202"/>
                </a:cubicBezTo>
                <a:cubicBezTo>
                  <a:pt x="413" y="202"/>
                  <a:pt x="413" y="201"/>
                  <a:pt x="412" y="201"/>
                </a:cubicBezTo>
                <a:cubicBezTo>
                  <a:pt x="412" y="200"/>
                  <a:pt x="412" y="200"/>
                  <a:pt x="411" y="199"/>
                </a:cubicBezTo>
                <a:cubicBezTo>
                  <a:pt x="410" y="199"/>
                  <a:pt x="409" y="199"/>
                  <a:pt x="409" y="199"/>
                </a:cubicBezTo>
                <a:cubicBezTo>
                  <a:pt x="408" y="198"/>
                  <a:pt x="407" y="198"/>
                  <a:pt x="405" y="198"/>
                </a:cubicBezTo>
                <a:cubicBezTo>
                  <a:pt x="404" y="198"/>
                  <a:pt x="403" y="198"/>
                  <a:pt x="402" y="199"/>
                </a:cubicBezTo>
                <a:close/>
                <a:moveTo>
                  <a:pt x="644" y="199"/>
                </a:moveTo>
                <a:cubicBezTo>
                  <a:pt x="643" y="199"/>
                  <a:pt x="642" y="199"/>
                  <a:pt x="641" y="199"/>
                </a:cubicBezTo>
                <a:cubicBezTo>
                  <a:pt x="640" y="200"/>
                  <a:pt x="640" y="200"/>
                  <a:pt x="639" y="201"/>
                </a:cubicBezTo>
                <a:cubicBezTo>
                  <a:pt x="639" y="201"/>
                  <a:pt x="638" y="202"/>
                  <a:pt x="638" y="202"/>
                </a:cubicBezTo>
                <a:cubicBezTo>
                  <a:pt x="638" y="203"/>
                  <a:pt x="638" y="203"/>
                  <a:pt x="639" y="204"/>
                </a:cubicBezTo>
                <a:cubicBezTo>
                  <a:pt x="639" y="204"/>
                  <a:pt x="640" y="205"/>
                  <a:pt x="640" y="205"/>
                </a:cubicBezTo>
                <a:cubicBezTo>
                  <a:pt x="641" y="205"/>
                  <a:pt x="642" y="206"/>
                  <a:pt x="643" y="206"/>
                </a:cubicBezTo>
                <a:cubicBezTo>
                  <a:pt x="644" y="206"/>
                  <a:pt x="645" y="206"/>
                  <a:pt x="646" y="206"/>
                </a:cubicBezTo>
                <a:cubicBezTo>
                  <a:pt x="647" y="206"/>
                  <a:pt x="648" y="206"/>
                  <a:pt x="649" y="206"/>
                </a:cubicBezTo>
                <a:cubicBezTo>
                  <a:pt x="650" y="206"/>
                  <a:pt x="651" y="205"/>
                  <a:pt x="652" y="205"/>
                </a:cubicBezTo>
                <a:cubicBezTo>
                  <a:pt x="652" y="205"/>
                  <a:pt x="653" y="204"/>
                  <a:pt x="654" y="204"/>
                </a:cubicBezTo>
                <a:cubicBezTo>
                  <a:pt x="654" y="203"/>
                  <a:pt x="654" y="203"/>
                  <a:pt x="655" y="202"/>
                </a:cubicBezTo>
                <a:cubicBezTo>
                  <a:pt x="655" y="202"/>
                  <a:pt x="655" y="201"/>
                  <a:pt x="654" y="201"/>
                </a:cubicBezTo>
                <a:cubicBezTo>
                  <a:pt x="654" y="200"/>
                  <a:pt x="653" y="200"/>
                  <a:pt x="653" y="199"/>
                </a:cubicBezTo>
                <a:cubicBezTo>
                  <a:pt x="652" y="199"/>
                  <a:pt x="651" y="199"/>
                  <a:pt x="650" y="199"/>
                </a:cubicBezTo>
                <a:cubicBezTo>
                  <a:pt x="649" y="198"/>
                  <a:pt x="648" y="198"/>
                  <a:pt x="647" y="198"/>
                </a:cubicBezTo>
                <a:cubicBezTo>
                  <a:pt x="646" y="198"/>
                  <a:pt x="645" y="198"/>
                  <a:pt x="644" y="199"/>
                </a:cubicBezTo>
                <a:close/>
                <a:moveTo>
                  <a:pt x="322" y="199"/>
                </a:moveTo>
                <a:cubicBezTo>
                  <a:pt x="321" y="199"/>
                  <a:pt x="320" y="199"/>
                  <a:pt x="319" y="199"/>
                </a:cubicBezTo>
                <a:cubicBezTo>
                  <a:pt x="318" y="200"/>
                  <a:pt x="317" y="200"/>
                  <a:pt x="317" y="201"/>
                </a:cubicBezTo>
                <a:cubicBezTo>
                  <a:pt x="316" y="201"/>
                  <a:pt x="316" y="202"/>
                  <a:pt x="316" y="202"/>
                </a:cubicBezTo>
                <a:cubicBezTo>
                  <a:pt x="316" y="203"/>
                  <a:pt x="316" y="203"/>
                  <a:pt x="316" y="204"/>
                </a:cubicBezTo>
                <a:cubicBezTo>
                  <a:pt x="316" y="204"/>
                  <a:pt x="317" y="205"/>
                  <a:pt x="317" y="205"/>
                </a:cubicBezTo>
                <a:cubicBezTo>
                  <a:pt x="318" y="205"/>
                  <a:pt x="319" y="206"/>
                  <a:pt x="320" y="206"/>
                </a:cubicBezTo>
                <a:cubicBezTo>
                  <a:pt x="320" y="206"/>
                  <a:pt x="322" y="206"/>
                  <a:pt x="323" y="206"/>
                </a:cubicBezTo>
                <a:cubicBezTo>
                  <a:pt x="324" y="206"/>
                  <a:pt x="325" y="206"/>
                  <a:pt x="326" y="206"/>
                </a:cubicBezTo>
                <a:cubicBezTo>
                  <a:pt x="327" y="206"/>
                  <a:pt x="328" y="205"/>
                  <a:pt x="329" y="205"/>
                </a:cubicBezTo>
                <a:cubicBezTo>
                  <a:pt x="330" y="205"/>
                  <a:pt x="330" y="204"/>
                  <a:pt x="331" y="204"/>
                </a:cubicBezTo>
                <a:cubicBezTo>
                  <a:pt x="331" y="203"/>
                  <a:pt x="332" y="203"/>
                  <a:pt x="332" y="202"/>
                </a:cubicBezTo>
                <a:cubicBezTo>
                  <a:pt x="332" y="202"/>
                  <a:pt x="332" y="201"/>
                  <a:pt x="332" y="201"/>
                </a:cubicBezTo>
                <a:cubicBezTo>
                  <a:pt x="331" y="200"/>
                  <a:pt x="331" y="200"/>
                  <a:pt x="330" y="199"/>
                </a:cubicBezTo>
                <a:cubicBezTo>
                  <a:pt x="330" y="199"/>
                  <a:pt x="329" y="199"/>
                  <a:pt x="328" y="199"/>
                </a:cubicBezTo>
                <a:cubicBezTo>
                  <a:pt x="327" y="198"/>
                  <a:pt x="326" y="198"/>
                  <a:pt x="325" y="198"/>
                </a:cubicBezTo>
                <a:cubicBezTo>
                  <a:pt x="324" y="198"/>
                  <a:pt x="323" y="198"/>
                  <a:pt x="322" y="199"/>
                </a:cubicBezTo>
                <a:close/>
                <a:moveTo>
                  <a:pt x="362" y="199"/>
                </a:moveTo>
                <a:cubicBezTo>
                  <a:pt x="361" y="199"/>
                  <a:pt x="360" y="199"/>
                  <a:pt x="359" y="199"/>
                </a:cubicBezTo>
                <a:cubicBezTo>
                  <a:pt x="358" y="200"/>
                  <a:pt x="358" y="200"/>
                  <a:pt x="357" y="201"/>
                </a:cubicBezTo>
                <a:cubicBezTo>
                  <a:pt x="357" y="201"/>
                  <a:pt x="356" y="202"/>
                  <a:pt x="356" y="202"/>
                </a:cubicBezTo>
                <a:cubicBezTo>
                  <a:pt x="356" y="203"/>
                  <a:pt x="356" y="203"/>
                  <a:pt x="356" y="204"/>
                </a:cubicBezTo>
                <a:cubicBezTo>
                  <a:pt x="357" y="204"/>
                  <a:pt x="357" y="205"/>
                  <a:pt x="358" y="205"/>
                </a:cubicBezTo>
                <a:cubicBezTo>
                  <a:pt x="358" y="205"/>
                  <a:pt x="359" y="206"/>
                  <a:pt x="360" y="206"/>
                </a:cubicBezTo>
                <a:cubicBezTo>
                  <a:pt x="361" y="206"/>
                  <a:pt x="362" y="206"/>
                  <a:pt x="363" y="206"/>
                </a:cubicBezTo>
                <a:cubicBezTo>
                  <a:pt x="364" y="206"/>
                  <a:pt x="365" y="206"/>
                  <a:pt x="366" y="206"/>
                </a:cubicBezTo>
                <a:cubicBezTo>
                  <a:pt x="367" y="206"/>
                  <a:pt x="368" y="205"/>
                  <a:pt x="369" y="205"/>
                </a:cubicBezTo>
                <a:cubicBezTo>
                  <a:pt x="370" y="205"/>
                  <a:pt x="371" y="204"/>
                  <a:pt x="371" y="204"/>
                </a:cubicBezTo>
                <a:cubicBezTo>
                  <a:pt x="372" y="203"/>
                  <a:pt x="372" y="203"/>
                  <a:pt x="372" y="202"/>
                </a:cubicBezTo>
                <a:cubicBezTo>
                  <a:pt x="372" y="202"/>
                  <a:pt x="372" y="201"/>
                  <a:pt x="372" y="201"/>
                </a:cubicBezTo>
                <a:cubicBezTo>
                  <a:pt x="372" y="200"/>
                  <a:pt x="371" y="200"/>
                  <a:pt x="371" y="199"/>
                </a:cubicBezTo>
                <a:cubicBezTo>
                  <a:pt x="370" y="199"/>
                  <a:pt x="369" y="199"/>
                  <a:pt x="368" y="199"/>
                </a:cubicBezTo>
                <a:cubicBezTo>
                  <a:pt x="367" y="198"/>
                  <a:pt x="366" y="198"/>
                  <a:pt x="365" y="198"/>
                </a:cubicBezTo>
                <a:cubicBezTo>
                  <a:pt x="364" y="198"/>
                  <a:pt x="363" y="198"/>
                  <a:pt x="362" y="199"/>
                </a:cubicBezTo>
                <a:close/>
                <a:moveTo>
                  <a:pt x="523" y="199"/>
                </a:moveTo>
                <a:cubicBezTo>
                  <a:pt x="522" y="199"/>
                  <a:pt x="521" y="199"/>
                  <a:pt x="520" y="199"/>
                </a:cubicBezTo>
                <a:cubicBezTo>
                  <a:pt x="520" y="200"/>
                  <a:pt x="519" y="200"/>
                  <a:pt x="518" y="201"/>
                </a:cubicBezTo>
                <a:cubicBezTo>
                  <a:pt x="518" y="201"/>
                  <a:pt x="517" y="202"/>
                  <a:pt x="517" y="202"/>
                </a:cubicBezTo>
                <a:cubicBezTo>
                  <a:pt x="517" y="203"/>
                  <a:pt x="517" y="203"/>
                  <a:pt x="518" y="204"/>
                </a:cubicBezTo>
                <a:cubicBezTo>
                  <a:pt x="518" y="204"/>
                  <a:pt x="518" y="205"/>
                  <a:pt x="519" y="205"/>
                </a:cubicBezTo>
                <a:cubicBezTo>
                  <a:pt x="520" y="205"/>
                  <a:pt x="521" y="206"/>
                  <a:pt x="521" y="206"/>
                </a:cubicBezTo>
                <a:cubicBezTo>
                  <a:pt x="522" y="206"/>
                  <a:pt x="523" y="206"/>
                  <a:pt x="525" y="206"/>
                </a:cubicBezTo>
                <a:cubicBezTo>
                  <a:pt x="526" y="206"/>
                  <a:pt x="527" y="206"/>
                  <a:pt x="528" y="206"/>
                </a:cubicBezTo>
                <a:cubicBezTo>
                  <a:pt x="529" y="206"/>
                  <a:pt x="530" y="205"/>
                  <a:pt x="531" y="205"/>
                </a:cubicBezTo>
                <a:cubicBezTo>
                  <a:pt x="531" y="205"/>
                  <a:pt x="532" y="204"/>
                  <a:pt x="533" y="204"/>
                </a:cubicBezTo>
                <a:cubicBezTo>
                  <a:pt x="533" y="203"/>
                  <a:pt x="533" y="203"/>
                  <a:pt x="534" y="202"/>
                </a:cubicBezTo>
                <a:cubicBezTo>
                  <a:pt x="534" y="202"/>
                  <a:pt x="534" y="201"/>
                  <a:pt x="533" y="201"/>
                </a:cubicBezTo>
                <a:cubicBezTo>
                  <a:pt x="533" y="200"/>
                  <a:pt x="532" y="200"/>
                  <a:pt x="532" y="199"/>
                </a:cubicBezTo>
                <a:cubicBezTo>
                  <a:pt x="531" y="199"/>
                  <a:pt x="530" y="199"/>
                  <a:pt x="529" y="199"/>
                </a:cubicBezTo>
                <a:cubicBezTo>
                  <a:pt x="528" y="198"/>
                  <a:pt x="527" y="198"/>
                  <a:pt x="526" y="198"/>
                </a:cubicBezTo>
                <a:cubicBezTo>
                  <a:pt x="525" y="198"/>
                  <a:pt x="524" y="198"/>
                  <a:pt x="523" y="199"/>
                </a:cubicBezTo>
                <a:close/>
                <a:moveTo>
                  <a:pt x="483" y="199"/>
                </a:moveTo>
                <a:cubicBezTo>
                  <a:pt x="482" y="199"/>
                  <a:pt x="481" y="199"/>
                  <a:pt x="480" y="199"/>
                </a:cubicBezTo>
                <a:cubicBezTo>
                  <a:pt x="479" y="200"/>
                  <a:pt x="479" y="200"/>
                  <a:pt x="478" y="201"/>
                </a:cubicBezTo>
                <a:cubicBezTo>
                  <a:pt x="478" y="201"/>
                  <a:pt x="477" y="202"/>
                  <a:pt x="477" y="202"/>
                </a:cubicBezTo>
                <a:cubicBezTo>
                  <a:pt x="477" y="203"/>
                  <a:pt x="477" y="203"/>
                  <a:pt x="477" y="204"/>
                </a:cubicBezTo>
                <a:cubicBezTo>
                  <a:pt x="478" y="204"/>
                  <a:pt x="478" y="205"/>
                  <a:pt x="479" y="205"/>
                </a:cubicBezTo>
                <a:cubicBezTo>
                  <a:pt x="479" y="205"/>
                  <a:pt x="480" y="206"/>
                  <a:pt x="481" y="206"/>
                </a:cubicBezTo>
                <a:cubicBezTo>
                  <a:pt x="482" y="206"/>
                  <a:pt x="483" y="206"/>
                  <a:pt x="484" y="206"/>
                </a:cubicBezTo>
                <a:cubicBezTo>
                  <a:pt x="485" y="206"/>
                  <a:pt x="486" y="206"/>
                  <a:pt x="487" y="206"/>
                </a:cubicBezTo>
                <a:cubicBezTo>
                  <a:pt x="488" y="206"/>
                  <a:pt x="489" y="205"/>
                  <a:pt x="490" y="205"/>
                </a:cubicBezTo>
                <a:cubicBezTo>
                  <a:pt x="491" y="205"/>
                  <a:pt x="492" y="204"/>
                  <a:pt x="492" y="204"/>
                </a:cubicBezTo>
                <a:cubicBezTo>
                  <a:pt x="493" y="203"/>
                  <a:pt x="493" y="203"/>
                  <a:pt x="493" y="202"/>
                </a:cubicBezTo>
                <a:cubicBezTo>
                  <a:pt x="493" y="202"/>
                  <a:pt x="493" y="201"/>
                  <a:pt x="493" y="201"/>
                </a:cubicBezTo>
                <a:cubicBezTo>
                  <a:pt x="493" y="200"/>
                  <a:pt x="492" y="200"/>
                  <a:pt x="491" y="199"/>
                </a:cubicBezTo>
                <a:cubicBezTo>
                  <a:pt x="491" y="199"/>
                  <a:pt x="490" y="199"/>
                  <a:pt x="489" y="199"/>
                </a:cubicBezTo>
                <a:cubicBezTo>
                  <a:pt x="488" y="198"/>
                  <a:pt x="487" y="198"/>
                  <a:pt x="486" y="198"/>
                </a:cubicBezTo>
                <a:cubicBezTo>
                  <a:pt x="485" y="198"/>
                  <a:pt x="484" y="198"/>
                  <a:pt x="483" y="199"/>
                </a:cubicBezTo>
                <a:close/>
                <a:moveTo>
                  <a:pt x="684" y="199"/>
                </a:moveTo>
                <a:cubicBezTo>
                  <a:pt x="683" y="199"/>
                  <a:pt x="682" y="199"/>
                  <a:pt x="682" y="199"/>
                </a:cubicBezTo>
                <a:cubicBezTo>
                  <a:pt x="681" y="200"/>
                  <a:pt x="680" y="200"/>
                  <a:pt x="680" y="201"/>
                </a:cubicBezTo>
                <a:cubicBezTo>
                  <a:pt x="679" y="201"/>
                  <a:pt x="679" y="202"/>
                  <a:pt x="679" y="202"/>
                </a:cubicBezTo>
                <a:cubicBezTo>
                  <a:pt x="679" y="203"/>
                  <a:pt x="679" y="203"/>
                  <a:pt x="679" y="204"/>
                </a:cubicBezTo>
                <a:cubicBezTo>
                  <a:pt x="679" y="204"/>
                  <a:pt x="680" y="205"/>
                  <a:pt x="681" y="205"/>
                </a:cubicBezTo>
                <a:cubicBezTo>
                  <a:pt x="681" y="205"/>
                  <a:pt x="682" y="206"/>
                  <a:pt x="683" y="206"/>
                </a:cubicBezTo>
                <a:cubicBezTo>
                  <a:pt x="684" y="206"/>
                  <a:pt x="685" y="206"/>
                  <a:pt x="686" y="206"/>
                </a:cubicBezTo>
                <a:cubicBezTo>
                  <a:pt x="687" y="206"/>
                  <a:pt x="688" y="206"/>
                  <a:pt x="689" y="206"/>
                </a:cubicBezTo>
                <a:cubicBezTo>
                  <a:pt x="690" y="206"/>
                  <a:pt x="691" y="205"/>
                  <a:pt x="692" y="205"/>
                </a:cubicBezTo>
                <a:cubicBezTo>
                  <a:pt x="693" y="205"/>
                  <a:pt x="693" y="204"/>
                  <a:pt x="694" y="204"/>
                </a:cubicBezTo>
                <a:cubicBezTo>
                  <a:pt x="694" y="203"/>
                  <a:pt x="695" y="203"/>
                  <a:pt x="695" y="202"/>
                </a:cubicBezTo>
                <a:cubicBezTo>
                  <a:pt x="695" y="202"/>
                  <a:pt x="695" y="201"/>
                  <a:pt x="694" y="201"/>
                </a:cubicBezTo>
                <a:cubicBezTo>
                  <a:pt x="694" y="200"/>
                  <a:pt x="694" y="200"/>
                  <a:pt x="693" y="199"/>
                </a:cubicBezTo>
                <a:cubicBezTo>
                  <a:pt x="692" y="199"/>
                  <a:pt x="692" y="199"/>
                  <a:pt x="691" y="199"/>
                </a:cubicBezTo>
                <a:cubicBezTo>
                  <a:pt x="690" y="198"/>
                  <a:pt x="689" y="198"/>
                  <a:pt x="688" y="198"/>
                </a:cubicBezTo>
                <a:cubicBezTo>
                  <a:pt x="686" y="198"/>
                  <a:pt x="685" y="198"/>
                  <a:pt x="684" y="199"/>
                </a:cubicBezTo>
                <a:close/>
                <a:moveTo>
                  <a:pt x="725" y="199"/>
                </a:moveTo>
                <a:cubicBezTo>
                  <a:pt x="724" y="199"/>
                  <a:pt x="723" y="199"/>
                  <a:pt x="722" y="199"/>
                </a:cubicBezTo>
                <a:cubicBezTo>
                  <a:pt x="721" y="200"/>
                  <a:pt x="720" y="200"/>
                  <a:pt x="720" y="201"/>
                </a:cubicBezTo>
                <a:cubicBezTo>
                  <a:pt x="719" y="201"/>
                  <a:pt x="719" y="202"/>
                  <a:pt x="719" y="202"/>
                </a:cubicBezTo>
                <a:cubicBezTo>
                  <a:pt x="719" y="203"/>
                  <a:pt x="719" y="203"/>
                  <a:pt x="719" y="204"/>
                </a:cubicBezTo>
                <a:cubicBezTo>
                  <a:pt x="720" y="204"/>
                  <a:pt x="720" y="205"/>
                  <a:pt x="721" y="205"/>
                </a:cubicBezTo>
                <a:cubicBezTo>
                  <a:pt x="722" y="205"/>
                  <a:pt x="722" y="206"/>
                  <a:pt x="723" y="206"/>
                </a:cubicBezTo>
                <a:cubicBezTo>
                  <a:pt x="724" y="206"/>
                  <a:pt x="725" y="206"/>
                  <a:pt x="727" y="206"/>
                </a:cubicBezTo>
                <a:cubicBezTo>
                  <a:pt x="728" y="206"/>
                  <a:pt x="729" y="206"/>
                  <a:pt x="730" y="206"/>
                </a:cubicBezTo>
                <a:cubicBezTo>
                  <a:pt x="731" y="206"/>
                  <a:pt x="732" y="205"/>
                  <a:pt x="732" y="205"/>
                </a:cubicBezTo>
                <a:cubicBezTo>
                  <a:pt x="733" y="205"/>
                  <a:pt x="734" y="204"/>
                  <a:pt x="734" y="204"/>
                </a:cubicBezTo>
                <a:cubicBezTo>
                  <a:pt x="735" y="203"/>
                  <a:pt x="735" y="203"/>
                  <a:pt x="735" y="202"/>
                </a:cubicBezTo>
                <a:cubicBezTo>
                  <a:pt x="735" y="202"/>
                  <a:pt x="735" y="201"/>
                  <a:pt x="735" y="201"/>
                </a:cubicBezTo>
                <a:cubicBezTo>
                  <a:pt x="735" y="200"/>
                  <a:pt x="734" y="200"/>
                  <a:pt x="733" y="199"/>
                </a:cubicBezTo>
                <a:cubicBezTo>
                  <a:pt x="733" y="199"/>
                  <a:pt x="732" y="199"/>
                  <a:pt x="731" y="199"/>
                </a:cubicBezTo>
                <a:cubicBezTo>
                  <a:pt x="730" y="198"/>
                  <a:pt x="729" y="198"/>
                  <a:pt x="728" y="198"/>
                </a:cubicBezTo>
                <a:cubicBezTo>
                  <a:pt x="727" y="198"/>
                  <a:pt x="726" y="198"/>
                  <a:pt x="725" y="199"/>
                </a:cubicBezTo>
                <a:close/>
                <a:moveTo>
                  <a:pt x="1772" y="199"/>
                </a:moveTo>
                <a:cubicBezTo>
                  <a:pt x="1771" y="199"/>
                  <a:pt x="1770" y="199"/>
                  <a:pt x="1770" y="199"/>
                </a:cubicBezTo>
                <a:cubicBezTo>
                  <a:pt x="1769" y="200"/>
                  <a:pt x="1769" y="200"/>
                  <a:pt x="1768" y="201"/>
                </a:cubicBezTo>
                <a:cubicBezTo>
                  <a:pt x="1768" y="201"/>
                  <a:pt x="1768" y="202"/>
                  <a:pt x="1768" y="202"/>
                </a:cubicBezTo>
                <a:cubicBezTo>
                  <a:pt x="1768" y="203"/>
                  <a:pt x="1768" y="203"/>
                  <a:pt x="1769" y="204"/>
                </a:cubicBezTo>
                <a:cubicBezTo>
                  <a:pt x="1769" y="204"/>
                  <a:pt x="1770" y="205"/>
                  <a:pt x="1771" y="205"/>
                </a:cubicBezTo>
                <a:cubicBezTo>
                  <a:pt x="1771" y="205"/>
                  <a:pt x="1772" y="206"/>
                  <a:pt x="1773" y="206"/>
                </a:cubicBezTo>
                <a:cubicBezTo>
                  <a:pt x="1774" y="206"/>
                  <a:pt x="1775" y="206"/>
                  <a:pt x="1777" y="206"/>
                </a:cubicBezTo>
                <a:cubicBezTo>
                  <a:pt x="1778" y="206"/>
                  <a:pt x="1779" y="206"/>
                  <a:pt x="1780" y="206"/>
                </a:cubicBezTo>
                <a:cubicBezTo>
                  <a:pt x="1781" y="206"/>
                  <a:pt x="1781" y="205"/>
                  <a:pt x="1782" y="205"/>
                </a:cubicBezTo>
                <a:cubicBezTo>
                  <a:pt x="1783" y="205"/>
                  <a:pt x="1783" y="204"/>
                  <a:pt x="1784" y="204"/>
                </a:cubicBezTo>
                <a:cubicBezTo>
                  <a:pt x="1784" y="203"/>
                  <a:pt x="1784" y="203"/>
                  <a:pt x="1784" y="202"/>
                </a:cubicBezTo>
                <a:cubicBezTo>
                  <a:pt x="1784" y="202"/>
                  <a:pt x="1784" y="201"/>
                  <a:pt x="1783" y="201"/>
                </a:cubicBezTo>
                <a:cubicBezTo>
                  <a:pt x="1783" y="200"/>
                  <a:pt x="1782" y="200"/>
                  <a:pt x="1781" y="199"/>
                </a:cubicBezTo>
                <a:cubicBezTo>
                  <a:pt x="1780" y="199"/>
                  <a:pt x="1779" y="199"/>
                  <a:pt x="1778" y="199"/>
                </a:cubicBezTo>
                <a:cubicBezTo>
                  <a:pt x="1778" y="198"/>
                  <a:pt x="1776" y="198"/>
                  <a:pt x="1775" y="198"/>
                </a:cubicBezTo>
                <a:cubicBezTo>
                  <a:pt x="1774" y="198"/>
                  <a:pt x="1773" y="198"/>
                  <a:pt x="1772" y="199"/>
                </a:cubicBezTo>
                <a:close/>
                <a:moveTo>
                  <a:pt x="2296" y="199"/>
                </a:moveTo>
                <a:cubicBezTo>
                  <a:pt x="2295" y="199"/>
                  <a:pt x="2294" y="199"/>
                  <a:pt x="2294" y="199"/>
                </a:cubicBezTo>
                <a:cubicBezTo>
                  <a:pt x="2293" y="200"/>
                  <a:pt x="2293" y="200"/>
                  <a:pt x="2292" y="201"/>
                </a:cubicBezTo>
                <a:cubicBezTo>
                  <a:pt x="2292" y="201"/>
                  <a:pt x="2292" y="202"/>
                  <a:pt x="2292" y="202"/>
                </a:cubicBezTo>
                <a:cubicBezTo>
                  <a:pt x="2292" y="203"/>
                  <a:pt x="2293" y="203"/>
                  <a:pt x="2293" y="204"/>
                </a:cubicBezTo>
                <a:cubicBezTo>
                  <a:pt x="2294" y="204"/>
                  <a:pt x="2295" y="205"/>
                  <a:pt x="2295" y="205"/>
                </a:cubicBezTo>
                <a:cubicBezTo>
                  <a:pt x="2296" y="205"/>
                  <a:pt x="2297" y="206"/>
                  <a:pt x="2298" y="206"/>
                </a:cubicBezTo>
                <a:cubicBezTo>
                  <a:pt x="2299" y="206"/>
                  <a:pt x="2300" y="206"/>
                  <a:pt x="2302" y="206"/>
                </a:cubicBezTo>
                <a:cubicBezTo>
                  <a:pt x="2303" y="206"/>
                  <a:pt x="2304" y="206"/>
                  <a:pt x="2305" y="206"/>
                </a:cubicBezTo>
                <a:cubicBezTo>
                  <a:pt x="2305" y="206"/>
                  <a:pt x="2306" y="205"/>
                  <a:pt x="2307" y="205"/>
                </a:cubicBezTo>
                <a:cubicBezTo>
                  <a:pt x="2307" y="205"/>
                  <a:pt x="2308" y="204"/>
                  <a:pt x="2308" y="204"/>
                </a:cubicBezTo>
                <a:cubicBezTo>
                  <a:pt x="2308" y="203"/>
                  <a:pt x="2309" y="203"/>
                  <a:pt x="2308" y="202"/>
                </a:cubicBezTo>
                <a:cubicBezTo>
                  <a:pt x="2308" y="202"/>
                  <a:pt x="2308" y="201"/>
                  <a:pt x="2307" y="201"/>
                </a:cubicBezTo>
                <a:cubicBezTo>
                  <a:pt x="2307" y="200"/>
                  <a:pt x="2306" y="200"/>
                  <a:pt x="2305" y="199"/>
                </a:cubicBezTo>
                <a:cubicBezTo>
                  <a:pt x="2304" y="199"/>
                  <a:pt x="2303" y="199"/>
                  <a:pt x="2302" y="199"/>
                </a:cubicBezTo>
                <a:cubicBezTo>
                  <a:pt x="2301" y="198"/>
                  <a:pt x="2300" y="198"/>
                  <a:pt x="2299" y="198"/>
                </a:cubicBezTo>
                <a:cubicBezTo>
                  <a:pt x="2298" y="198"/>
                  <a:pt x="2297" y="198"/>
                  <a:pt x="2296" y="199"/>
                </a:cubicBezTo>
                <a:close/>
                <a:moveTo>
                  <a:pt x="1410" y="199"/>
                </a:moveTo>
                <a:cubicBezTo>
                  <a:pt x="1409" y="199"/>
                  <a:pt x="1408" y="199"/>
                  <a:pt x="1407" y="199"/>
                </a:cubicBezTo>
                <a:cubicBezTo>
                  <a:pt x="1406" y="200"/>
                  <a:pt x="1406" y="200"/>
                  <a:pt x="1405" y="201"/>
                </a:cubicBezTo>
                <a:cubicBezTo>
                  <a:pt x="1405" y="201"/>
                  <a:pt x="1405" y="202"/>
                  <a:pt x="1405" y="202"/>
                </a:cubicBezTo>
                <a:cubicBezTo>
                  <a:pt x="1405" y="203"/>
                  <a:pt x="1405" y="203"/>
                  <a:pt x="1406" y="204"/>
                </a:cubicBezTo>
                <a:cubicBezTo>
                  <a:pt x="1406" y="204"/>
                  <a:pt x="1407" y="205"/>
                  <a:pt x="1407" y="205"/>
                </a:cubicBezTo>
                <a:cubicBezTo>
                  <a:pt x="1408" y="205"/>
                  <a:pt x="1409" y="206"/>
                  <a:pt x="1410" y="206"/>
                </a:cubicBezTo>
                <a:cubicBezTo>
                  <a:pt x="1411" y="206"/>
                  <a:pt x="1412" y="206"/>
                  <a:pt x="1413" y="206"/>
                </a:cubicBezTo>
                <a:cubicBezTo>
                  <a:pt x="1414" y="206"/>
                  <a:pt x="1415" y="206"/>
                  <a:pt x="1416" y="206"/>
                </a:cubicBezTo>
                <a:cubicBezTo>
                  <a:pt x="1417" y="206"/>
                  <a:pt x="1418" y="205"/>
                  <a:pt x="1419" y="205"/>
                </a:cubicBezTo>
                <a:cubicBezTo>
                  <a:pt x="1419" y="205"/>
                  <a:pt x="1420" y="204"/>
                  <a:pt x="1420" y="204"/>
                </a:cubicBezTo>
                <a:cubicBezTo>
                  <a:pt x="1421" y="203"/>
                  <a:pt x="1421" y="203"/>
                  <a:pt x="1421" y="202"/>
                </a:cubicBezTo>
                <a:cubicBezTo>
                  <a:pt x="1421" y="202"/>
                  <a:pt x="1421" y="201"/>
                  <a:pt x="1420" y="201"/>
                </a:cubicBezTo>
                <a:cubicBezTo>
                  <a:pt x="1420" y="200"/>
                  <a:pt x="1419" y="200"/>
                  <a:pt x="1418" y="199"/>
                </a:cubicBezTo>
                <a:cubicBezTo>
                  <a:pt x="1418" y="199"/>
                  <a:pt x="1417" y="199"/>
                  <a:pt x="1416" y="199"/>
                </a:cubicBezTo>
                <a:cubicBezTo>
                  <a:pt x="1415" y="198"/>
                  <a:pt x="1414" y="198"/>
                  <a:pt x="1413" y="198"/>
                </a:cubicBezTo>
                <a:cubicBezTo>
                  <a:pt x="1412" y="198"/>
                  <a:pt x="1411" y="198"/>
                  <a:pt x="1410" y="199"/>
                </a:cubicBezTo>
                <a:close/>
                <a:moveTo>
                  <a:pt x="2135" y="199"/>
                </a:moveTo>
                <a:cubicBezTo>
                  <a:pt x="2134" y="199"/>
                  <a:pt x="2133" y="199"/>
                  <a:pt x="2132" y="199"/>
                </a:cubicBezTo>
                <a:cubicBezTo>
                  <a:pt x="2132" y="200"/>
                  <a:pt x="2131" y="200"/>
                  <a:pt x="2131" y="201"/>
                </a:cubicBezTo>
                <a:cubicBezTo>
                  <a:pt x="2131" y="201"/>
                  <a:pt x="2131" y="202"/>
                  <a:pt x="2131" y="202"/>
                </a:cubicBezTo>
                <a:cubicBezTo>
                  <a:pt x="2131" y="203"/>
                  <a:pt x="2131" y="203"/>
                  <a:pt x="2132" y="204"/>
                </a:cubicBezTo>
                <a:cubicBezTo>
                  <a:pt x="2132" y="204"/>
                  <a:pt x="2133" y="205"/>
                  <a:pt x="2134" y="205"/>
                </a:cubicBezTo>
                <a:cubicBezTo>
                  <a:pt x="2135" y="205"/>
                  <a:pt x="2136" y="206"/>
                  <a:pt x="2137" y="206"/>
                </a:cubicBezTo>
                <a:cubicBezTo>
                  <a:pt x="2138" y="206"/>
                  <a:pt x="2139" y="206"/>
                  <a:pt x="2140" y="206"/>
                </a:cubicBezTo>
                <a:cubicBezTo>
                  <a:pt x="2141" y="206"/>
                  <a:pt x="2142" y="206"/>
                  <a:pt x="2143" y="206"/>
                </a:cubicBezTo>
                <a:cubicBezTo>
                  <a:pt x="2144" y="206"/>
                  <a:pt x="2145" y="205"/>
                  <a:pt x="2145" y="205"/>
                </a:cubicBezTo>
                <a:cubicBezTo>
                  <a:pt x="2146" y="205"/>
                  <a:pt x="2147" y="204"/>
                  <a:pt x="2147" y="204"/>
                </a:cubicBezTo>
                <a:cubicBezTo>
                  <a:pt x="2147" y="203"/>
                  <a:pt x="2147" y="203"/>
                  <a:pt x="2147" y="202"/>
                </a:cubicBezTo>
                <a:cubicBezTo>
                  <a:pt x="2147" y="202"/>
                  <a:pt x="2146" y="201"/>
                  <a:pt x="2146" y="201"/>
                </a:cubicBezTo>
                <a:cubicBezTo>
                  <a:pt x="2145" y="200"/>
                  <a:pt x="2145" y="200"/>
                  <a:pt x="2144" y="199"/>
                </a:cubicBezTo>
                <a:cubicBezTo>
                  <a:pt x="2143" y="199"/>
                  <a:pt x="2142" y="199"/>
                  <a:pt x="2141" y="199"/>
                </a:cubicBezTo>
                <a:cubicBezTo>
                  <a:pt x="2140" y="198"/>
                  <a:pt x="2139" y="198"/>
                  <a:pt x="2138" y="198"/>
                </a:cubicBezTo>
                <a:cubicBezTo>
                  <a:pt x="2137" y="198"/>
                  <a:pt x="2136" y="198"/>
                  <a:pt x="2135" y="199"/>
                </a:cubicBezTo>
                <a:close/>
                <a:moveTo>
                  <a:pt x="1651" y="199"/>
                </a:moveTo>
                <a:cubicBezTo>
                  <a:pt x="1650" y="199"/>
                  <a:pt x="1650" y="199"/>
                  <a:pt x="1649" y="199"/>
                </a:cubicBezTo>
                <a:cubicBezTo>
                  <a:pt x="1648" y="200"/>
                  <a:pt x="1648" y="200"/>
                  <a:pt x="1647" y="201"/>
                </a:cubicBezTo>
                <a:cubicBezTo>
                  <a:pt x="1647" y="201"/>
                  <a:pt x="1647" y="202"/>
                  <a:pt x="1647" y="202"/>
                </a:cubicBezTo>
                <a:cubicBezTo>
                  <a:pt x="1647" y="203"/>
                  <a:pt x="1647" y="203"/>
                  <a:pt x="1648" y="204"/>
                </a:cubicBezTo>
                <a:cubicBezTo>
                  <a:pt x="1648" y="204"/>
                  <a:pt x="1649" y="205"/>
                  <a:pt x="1650" y="205"/>
                </a:cubicBezTo>
                <a:cubicBezTo>
                  <a:pt x="1650" y="205"/>
                  <a:pt x="1651" y="206"/>
                  <a:pt x="1652" y="206"/>
                </a:cubicBezTo>
                <a:cubicBezTo>
                  <a:pt x="1653" y="206"/>
                  <a:pt x="1654" y="206"/>
                  <a:pt x="1655" y="206"/>
                </a:cubicBezTo>
                <a:cubicBezTo>
                  <a:pt x="1657" y="206"/>
                  <a:pt x="1658" y="206"/>
                  <a:pt x="1659" y="206"/>
                </a:cubicBezTo>
                <a:cubicBezTo>
                  <a:pt x="1659" y="206"/>
                  <a:pt x="1660" y="205"/>
                  <a:pt x="1661" y="205"/>
                </a:cubicBezTo>
                <a:cubicBezTo>
                  <a:pt x="1662" y="205"/>
                  <a:pt x="1662" y="204"/>
                  <a:pt x="1663" y="204"/>
                </a:cubicBezTo>
                <a:cubicBezTo>
                  <a:pt x="1663" y="203"/>
                  <a:pt x="1663" y="203"/>
                  <a:pt x="1663" y="202"/>
                </a:cubicBezTo>
                <a:cubicBezTo>
                  <a:pt x="1663" y="202"/>
                  <a:pt x="1663" y="201"/>
                  <a:pt x="1662" y="201"/>
                </a:cubicBezTo>
                <a:cubicBezTo>
                  <a:pt x="1662" y="200"/>
                  <a:pt x="1661" y="200"/>
                  <a:pt x="1660" y="199"/>
                </a:cubicBezTo>
                <a:cubicBezTo>
                  <a:pt x="1660" y="199"/>
                  <a:pt x="1659" y="199"/>
                  <a:pt x="1658" y="199"/>
                </a:cubicBezTo>
                <a:cubicBezTo>
                  <a:pt x="1657" y="198"/>
                  <a:pt x="1656" y="198"/>
                  <a:pt x="1654" y="198"/>
                </a:cubicBezTo>
                <a:cubicBezTo>
                  <a:pt x="1653" y="198"/>
                  <a:pt x="1652" y="198"/>
                  <a:pt x="1651" y="199"/>
                </a:cubicBezTo>
                <a:close/>
                <a:moveTo>
                  <a:pt x="1974" y="199"/>
                </a:moveTo>
                <a:cubicBezTo>
                  <a:pt x="1973" y="199"/>
                  <a:pt x="1972" y="199"/>
                  <a:pt x="1971" y="199"/>
                </a:cubicBezTo>
                <a:cubicBezTo>
                  <a:pt x="1971" y="200"/>
                  <a:pt x="1970" y="200"/>
                  <a:pt x="1970" y="201"/>
                </a:cubicBezTo>
                <a:cubicBezTo>
                  <a:pt x="1970" y="201"/>
                  <a:pt x="1969" y="202"/>
                  <a:pt x="1970" y="202"/>
                </a:cubicBezTo>
                <a:cubicBezTo>
                  <a:pt x="1970" y="203"/>
                  <a:pt x="1970" y="203"/>
                  <a:pt x="1970" y="204"/>
                </a:cubicBezTo>
                <a:cubicBezTo>
                  <a:pt x="1971" y="204"/>
                  <a:pt x="1972" y="205"/>
                  <a:pt x="1972" y="205"/>
                </a:cubicBezTo>
                <a:cubicBezTo>
                  <a:pt x="1973" y="205"/>
                  <a:pt x="1974" y="206"/>
                  <a:pt x="1975" y="206"/>
                </a:cubicBezTo>
                <a:cubicBezTo>
                  <a:pt x="1976" y="206"/>
                  <a:pt x="1977" y="206"/>
                  <a:pt x="1978" y="206"/>
                </a:cubicBezTo>
                <a:cubicBezTo>
                  <a:pt x="1980" y="206"/>
                  <a:pt x="1981" y="206"/>
                  <a:pt x="1982" y="206"/>
                </a:cubicBezTo>
                <a:cubicBezTo>
                  <a:pt x="1982" y="206"/>
                  <a:pt x="1983" y="205"/>
                  <a:pt x="1984" y="205"/>
                </a:cubicBezTo>
                <a:cubicBezTo>
                  <a:pt x="1985" y="205"/>
                  <a:pt x="1985" y="204"/>
                  <a:pt x="1985" y="204"/>
                </a:cubicBezTo>
                <a:cubicBezTo>
                  <a:pt x="1986" y="203"/>
                  <a:pt x="1986" y="203"/>
                  <a:pt x="1986" y="202"/>
                </a:cubicBezTo>
                <a:cubicBezTo>
                  <a:pt x="1986" y="202"/>
                  <a:pt x="1985" y="201"/>
                  <a:pt x="1985" y="201"/>
                </a:cubicBezTo>
                <a:cubicBezTo>
                  <a:pt x="1984" y="200"/>
                  <a:pt x="1983" y="200"/>
                  <a:pt x="1983" y="199"/>
                </a:cubicBezTo>
                <a:cubicBezTo>
                  <a:pt x="1982" y="199"/>
                  <a:pt x="1981" y="199"/>
                  <a:pt x="1980" y="199"/>
                </a:cubicBezTo>
                <a:cubicBezTo>
                  <a:pt x="1979" y="198"/>
                  <a:pt x="1978" y="198"/>
                  <a:pt x="1977" y="198"/>
                </a:cubicBezTo>
                <a:cubicBezTo>
                  <a:pt x="1976" y="198"/>
                  <a:pt x="1975" y="198"/>
                  <a:pt x="1974" y="199"/>
                </a:cubicBezTo>
                <a:close/>
                <a:moveTo>
                  <a:pt x="1611" y="199"/>
                </a:moveTo>
                <a:cubicBezTo>
                  <a:pt x="1610" y="199"/>
                  <a:pt x="1609" y="199"/>
                  <a:pt x="1609" y="199"/>
                </a:cubicBezTo>
                <a:cubicBezTo>
                  <a:pt x="1608" y="200"/>
                  <a:pt x="1607" y="200"/>
                  <a:pt x="1607" y="201"/>
                </a:cubicBezTo>
                <a:cubicBezTo>
                  <a:pt x="1607" y="201"/>
                  <a:pt x="1606" y="202"/>
                  <a:pt x="1607" y="202"/>
                </a:cubicBezTo>
                <a:cubicBezTo>
                  <a:pt x="1607" y="203"/>
                  <a:pt x="1607" y="203"/>
                  <a:pt x="1607" y="204"/>
                </a:cubicBezTo>
                <a:cubicBezTo>
                  <a:pt x="1608" y="204"/>
                  <a:pt x="1608" y="205"/>
                  <a:pt x="1609" y="205"/>
                </a:cubicBezTo>
                <a:cubicBezTo>
                  <a:pt x="1610" y="205"/>
                  <a:pt x="1611" y="206"/>
                  <a:pt x="1612" y="206"/>
                </a:cubicBezTo>
                <a:cubicBezTo>
                  <a:pt x="1613" y="206"/>
                  <a:pt x="1614" y="206"/>
                  <a:pt x="1615" y="206"/>
                </a:cubicBezTo>
                <a:cubicBezTo>
                  <a:pt x="1616" y="206"/>
                  <a:pt x="1617" y="206"/>
                  <a:pt x="1618" y="206"/>
                </a:cubicBezTo>
                <a:cubicBezTo>
                  <a:pt x="1619" y="206"/>
                  <a:pt x="1620" y="205"/>
                  <a:pt x="1621" y="205"/>
                </a:cubicBezTo>
                <a:cubicBezTo>
                  <a:pt x="1621" y="205"/>
                  <a:pt x="1622" y="204"/>
                  <a:pt x="1622" y="204"/>
                </a:cubicBezTo>
                <a:cubicBezTo>
                  <a:pt x="1623" y="203"/>
                  <a:pt x="1623" y="203"/>
                  <a:pt x="1623" y="202"/>
                </a:cubicBezTo>
                <a:cubicBezTo>
                  <a:pt x="1623" y="202"/>
                  <a:pt x="1622" y="201"/>
                  <a:pt x="1622" y="201"/>
                </a:cubicBezTo>
                <a:cubicBezTo>
                  <a:pt x="1621" y="200"/>
                  <a:pt x="1621" y="200"/>
                  <a:pt x="1620" y="199"/>
                </a:cubicBezTo>
                <a:cubicBezTo>
                  <a:pt x="1619" y="199"/>
                  <a:pt x="1618" y="199"/>
                  <a:pt x="1617" y="199"/>
                </a:cubicBezTo>
                <a:cubicBezTo>
                  <a:pt x="1616" y="198"/>
                  <a:pt x="1615" y="198"/>
                  <a:pt x="1614" y="198"/>
                </a:cubicBezTo>
                <a:cubicBezTo>
                  <a:pt x="1613" y="198"/>
                  <a:pt x="1612" y="198"/>
                  <a:pt x="1611" y="199"/>
                </a:cubicBezTo>
                <a:close/>
                <a:moveTo>
                  <a:pt x="1853" y="199"/>
                </a:moveTo>
                <a:cubicBezTo>
                  <a:pt x="1852" y="199"/>
                  <a:pt x="1851" y="199"/>
                  <a:pt x="1850" y="199"/>
                </a:cubicBezTo>
                <a:cubicBezTo>
                  <a:pt x="1850" y="200"/>
                  <a:pt x="1849" y="200"/>
                  <a:pt x="1849" y="201"/>
                </a:cubicBezTo>
                <a:cubicBezTo>
                  <a:pt x="1849" y="201"/>
                  <a:pt x="1848" y="202"/>
                  <a:pt x="1849" y="202"/>
                </a:cubicBezTo>
                <a:cubicBezTo>
                  <a:pt x="1849" y="203"/>
                  <a:pt x="1849" y="203"/>
                  <a:pt x="1849" y="204"/>
                </a:cubicBezTo>
                <a:cubicBezTo>
                  <a:pt x="1850" y="204"/>
                  <a:pt x="1851" y="205"/>
                  <a:pt x="1851" y="205"/>
                </a:cubicBezTo>
                <a:cubicBezTo>
                  <a:pt x="1852" y="205"/>
                  <a:pt x="1853" y="206"/>
                  <a:pt x="1854" y="206"/>
                </a:cubicBezTo>
                <a:cubicBezTo>
                  <a:pt x="1855" y="206"/>
                  <a:pt x="1856" y="206"/>
                  <a:pt x="1857" y="206"/>
                </a:cubicBezTo>
                <a:cubicBezTo>
                  <a:pt x="1858" y="206"/>
                  <a:pt x="1859" y="206"/>
                  <a:pt x="1860" y="206"/>
                </a:cubicBezTo>
                <a:cubicBezTo>
                  <a:pt x="1861" y="206"/>
                  <a:pt x="1862" y="205"/>
                  <a:pt x="1863" y="205"/>
                </a:cubicBezTo>
                <a:cubicBezTo>
                  <a:pt x="1863" y="205"/>
                  <a:pt x="1864" y="204"/>
                  <a:pt x="1864" y="204"/>
                </a:cubicBezTo>
                <a:cubicBezTo>
                  <a:pt x="1865" y="203"/>
                  <a:pt x="1865" y="203"/>
                  <a:pt x="1865" y="202"/>
                </a:cubicBezTo>
                <a:cubicBezTo>
                  <a:pt x="1865" y="202"/>
                  <a:pt x="1864" y="201"/>
                  <a:pt x="1864" y="201"/>
                </a:cubicBezTo>
                <a:cubicBezTo>
                  <a:pt x="1863" y="200"/>
                  <a:pt x="1863" y="200"/>
                  <a:pt x="1862" y="199"/>
                </a:cubicBezTo>
                <a:cubicBezTo>
                  <a:pt x="1861" y="199"/>
                  <a:pt x="1860" y="199"/>
                  <a:pt x="1859" y="199"/>
                </a:cubicBezTo>
                <a:cubicBezTo>
                  <a:pt x="1858" y="198"/>
                  <a:pt x="1857" y="198"/>
                  <a:pt x="1856" y="198"/>
                </a:cubicBezTo>
                <a:cubicBezTo>
                  <a:pt x="1855" y="198"/>
                  <a:pt x="1854" y="198"/>
                  <a:pt x="1853" y="199"/>
                </a:cubicBezTo>
                <a:close/>
                <a:moveTo>
                  <a:pt x="2175" y="199"/>
                </a:moveTo>
                <a:cubicBezTo>
                  <a:pt x="2174" y="199"/>
                  <a:pt x="2173" y="199"/>
                  <a:pt x="2173" y="199"/>
                </a:cubicBezTo>
                <a:cubicBezTo>
                  <a:pt x="2172" y="200"/>
                  <a:pt x="2172" y="200"/>
                  <a:pt x="2171" y="201"/>
                </a:cubicBezTo>
                <a:cubicBezTo>
                  <a:pt x="2171" y="201"/>
                  <a:pt x="2171" y="202"/>
                  <a:pt x="2171" y="202"/>
                </a:cubicBezTo>
                <a:cubicBezTo>
                  <a:pt x="2171" y="203"/>
                  <a:pt x="2172" y="203"/>
                  <a:pt x="2172" y="204"/>
                </a:cubicBezTo>
                <a:cubicBezTo>
                  <a:pt x="2173" y="204"/>
                  <a:pt x="2174" y="205"/>
                  <a:pt x="2174" y="205"/>
                </a:cubicBezTo>
                <a:cubicBezTo>
                  <a:pt x="2175" y="205"/>
                  <a:pt x="2176" y="206"/>
                  <a:pt x="2177" y="206"/>
                </a:cubicBezTo>
                <a:cubicBezTo>
                  <a:pt x="2178" y="206"/>
                  <a:pt x="2179" y="206"/>
                  <a:pt x="2180" y="206"/>
                </a:cubicBezTo>
                <a:cubicBezTo>
                  <a:pt x="2182" y="206"/>
                  <a:pt x="2183" y="206"/>
                  <a:pt x="2183" y="206"/>
                </a:cubicBezTo>
                <a:cubicBezTo>
                  <a:pt x="2184" y="206"/>
                  <a:pt x="2185" y="205"/>
                  <a:pt x="2186" y="205"/>
                </a:cubicBezTo>
                <a:cubicBezTo>
                  <a:pt x="2186" y="205"/>
                  <a:pt x="2187" y="204"/>
                  <a:pt x="2187" y="204"/>
                </a:cubicBezTo>
                <a:cubicBezTo>
                  <a:pt x="2187" y="203"/>
                  <a:pt x="2188" y="203"/>
                  <a:pt x="2187" y="202"/>
                </a:cubicBezTo>
                <a:cubicBezTo>
                  <a:pt x="2187" y="202"/>
                  <a:pt x="2187" y="201"/>
                  <a:pt x="2186" y="201"/>
                </a:cubicBezTo>
                <a:cubicBezTo>
                  <a:pt x="2186" y="200"/>
                  <a:pt x="2185" y="200"/>
                  <a:pt x="2184" y="199"/>
                </a:cubicBezTo>
                <a:cubicBezTo>
                  <a:pt x="2183" y="199"/>
                  <a:pt x="2182" y="199"/>
                  <a:pt x="2181" y="199"/>
                </a:cubicBezTo>
                <a:cubicBezTo>
                  <a:pt x="2180" y="198"/>
                  <a:pt x="2179" y="198"/>
                  <a:pt x="2178" y="198"/>
                </a:cubicBezTo>
                <a:cubicBezTo>
                  <a:pt x="2177" y="198"/>
                  <a:pt x="2176" y="198"/>
                  <a:pt x="2175" y="199"/>
                </a:cubicBezTo>
                <a:close/>
                <a:moveTo>
                  <a:pt x="1369" y="199"/>
                </a:moveTo>
                <a:cubicBezTo>
                  <a:pt x="1368" y="199"/>
                  <a:pt x="1367" y="199"/>
                  <a:pt x="1367" y="199"/>
                </a:cubicBezTo>
                <a:cubicBezTo>
                  <a:pt x="1366" y="200"/>
                  <a:pt x="1365" y="200"/>
                  <a:pt x="1365" y="201"/>
                </a:cubicBezTo>
                <a:cubicBezTo>
                  <a:pt x="1365" y="201"/>
                  <a:pt x="1364" y="202"/>
                  <a:pt x="1364" y="202"/>
                </a:cubicBezTo>
                <a:cubicBezTo>
                  <a:pt x="1365" y="203"/>
                  <a:pt x="1365" y="203"/>
                  <a:pt x="1365" y="204"/>
                </a:cubicBezTo>
                <a:cubicBezTo>
                  <a:pt x="1366" y="204"/>
                  <a:pt x="1366" y="205"/>
                  <a:pt x="1367" y="205"/>
                </a:cubicBezTo>
                <a:cubicBezTo>
                  <a:pt x="1368" y="205"/>
                  <a:pt x="1369" y="206"/>
                  <a:pt x="1370" y="206"/>
                </a:cubicBezTo>
                <a:cubicBezTo>
                  <a:pt x="1371" y="206"/>
                  <a:pt x="1372" y="206"/>
                  <a:pt x="1373" y="206"/>
                </a:cubicBezTo>
                <a:cubicBezTo>
                  <a:pt x="1374" y="206"/>
                  <a:pt x="1375" y="206"/>
                  <a:pt x="1376" y="206"/>
                </a:cubicBezTo>
                <a:cubicBezTo>
                  <a:pt x="1377" y="206"/>
                  <a:pt x="1378" y="205"/>
                  <a:pt x="1378" y="205"/>
                </a:cubicBezTo>
                <a:cubicBezTo>
                  <a:pt x="1379" y="205"/>
                  <a:pt x="1380" y="204"/>
                  <a:pt x="1380" y="204"/>
                </a:cubicBezTo>
                <a:cubicBezTo>
                  <a:pt x="1380" y="203"/>
                  <a:pt x="1381" y="203"/>
                  <a:pt x="1381" y="202"/>
                </a:cubicBezTo>
                <a:cubicBezTo>
                  <a:pt x="1381" y="202"/>
                  <a:pt x="1380" y="201"/>
                  <a:pt x="1380" y="201"/>
                </a:cubicBezTo>
                <a:cubicBezTo>
                  <a:pt x="1380" y="200"/>
                  <a:pt x="1379" y="200"/>
                  <a:pt x="1378" y="199"/>
                </a:cubicBezTo>
                <a:cubicBezTo>
                  <a:pt x="1377" y="199"/>
                  <a:pt x="1377" y="199"/>
                  <a:pt x="1376" y="199"/>
                </a:cubicBezTo>
                <a:cubicBezTo>
                  <a:pt x="1375" y="198"/>
                  <a:pt x="1374" y="198"/>
                  <a:pt x="1372" y="198"/>
                </a:cubicBezTo>
                <a:cubicBezTo>
                  <a:pt x="1371" y="198"/>
                  <a:pt x="1370" y="198"/>
                  <a:pt x="1369" y="199"/>
                </a:cubicBezTo>
                <a:close/>
                <a:moveTo>
                  <a:pt x="1289" y="199"/>
                </a:moveTo>
                <a:cubicBezTo>
                  <a:pt x="1288" y="199"/>
                  <a:pt x="1287" y="199"/>
                  <a:pt x="1286" y="199"/>
                </a:cubicBezTo>
                <a:cubicBezTo>
                  <a:pt x="1285" y="200"/>
                  <a:pt x="1285" y="200"/>
                  <a:pt x="1284" y="201"/>
                </a:cubicBezTo>
                <a:cubicBezTo>
                  <a:pt x="1284" y="201"/>
                  <a:pt x="1284" y="202"/>
                  <a:pt x="1284" y="202"/>
                </a:cubicBezTo>
                <a:cubicBezTo>
                  <a:pt x="1284" y="203"/>
                  <a:pt x="1284" y="203"/>
                  <a:pt x="1284" y="204"/>
                </a:cubicBezTo>
                <a:cubicBezTo>
                  <a:pt x="1285" y="204"/>
                  <a:pt x="1285" y="205"/>
                  <a:pt x="1286" y="205"/>
                </a:cubicBezTo>
                <a:cubicBezTo>
                  <a:pt x="1287" y="205"/>
                  <a:pt x="1288" y="206"/>
                  <a:pt x="1289" y="206"/>
                </a:cubicBezTo>
                <a:cubicBezTo>
                  <a:pt x="1290" y="206"/>
                  <a:pt x="1291" y="206"/>
                  <a:pt x="1292" y="206"/>
                </a:cubicBezTo>
                <a:cubicBezTo>
                  <a:pt x="1293" y="206"/>
                  <a:pt x="1294" y="206"/>
                  <a:pt x="1295" y="206"/>
                </a:cubicBezTo>
                <a:cubicBezTo>
                  <a:pt x="1296" y="206"/>
                  <a:pt x="1297" y="205"/>
                  <a:pt x="1298" y="205"/>
                </a:cubicBezTo>
                <a:cubicBezTo>
                  <a:pt x="1298" y="205"/>
                  <a:pt x="1299" y="204"/>
                  <a:pt x="1299" y="204"/>
                </a:cubicBezTo>
                <a:cubicBezTo>
                  <a:pt x="1300" y="203"/>
                  <a:pt x="1300" y="203"/>
                  <a:pt x="1300" y="202"/>
                </a:cubicBezTo>
                <a:cubicBezTo>
                  <a:pt x="1300" y="202"/>
                  <a:pt x="1300" y="201"/>
                  <a:pt x="1299" y="201"/>
                </a:cubicBezTo>
                <a:cubicBezTo>
                  <a:pt x="1299" y="200"/>
                  <a:pt x="1298" y="200"/>
                  <a:pt x="1298" y="199"/>
                </a:cubicBezTo>
                <a:cubicBezTo>
                  <a:pt x="1297" y="199"/>
                  <a:pt x="1296" y="199"/>
                  <a:pt x="1295" y="199"/>
                </a:cubicBezTo>
                <a:cubicBezTo>
                  <a:pt x="1294" y="198"/>
                  <a:pt x="1293" y="198"/>
                  <a:pt x="1292" y="198"/>
                </a:cubicBezTo>
                <a:cubicBezTo>
                  <a:pt x="1291" y="198"/>
                  <a:pt x="1290" y="198"/>
                  <a:pt x="1289" y="199"/>
                </a:cubicBezTo>
                <a:close/>
                <a:moveTo>
                  <a:pt x="2095" y="199"/>
                </a:moveTo>
                <a:cubicBezTo>
                  <a:pt x="2094" y="199"/>
                  <a:pt x="2093" y="199"/>
                  <a:pt x="2092" y="199"/>
                </a:cubicBezTo>
                <a:cubicBezTo>
                  <a:pt x="2092" y="200"/>
                  <a:pt x="2091" y="200"/>
                  <a:pt x="2091" y="201"/>
                </a:cubicBezTo>
                <a:cubicBezTo>
                  <a:pt x="2090" y="201"/>
                  <a:pt x="2090" y="202"/>
                  <a:pt x="2091" y="202"/>
                </a:cubicBezTo>
                <a:cubicBezTo>
                  <a:pt x="2091" y="203"/>
                  <a:pt x="2091" y="203"/>
                  <a:pt x="2092" y="204"/>
                </a:cubicBezTo>
                <a:cubicBezTo>
                  <a:pt x="2092" y="204"/>
                  <a:pt x="2093" y="205"/>
                  <a:pt x="2094" y="205"/>
                </a:cubicBezTo>
                <a:cubicBezTo>
                  <a:pt x="2094" y="205"/>
                  <a:pt x="2095" y="206"/>
                  <a:pt x="2096" y="206"/>
                </a:cubicBezTo>
                <a:cubicBezTo>
                  <a:pt x="2097" y="206"/>
                  <a:pt x="2099" y="206"/>
                  <a:pt x="2100" y="206"/>
                </a:cubicBezTo>
                <a:cubicBezTo>
                  <a:pt x="2101" y="206"/>
                  <a:pt x="2102" y="206"/>
                  <a:pt x="2103" y="206"/>
                </a:cubicBezTo>
                <a:cubicBezTo>
                  <a:pt x="2104" y="206"/>
                  <a:pt x="2104" y="205"/>
                  <a:pt x="2105" y="205"/>
                </a:cubicBezTo>
                <a:cubicBezTo>
                  <a:pt x="2106" y="205"/>
                  <a:pt x="2106" y="204"/>
                  <a:pt x="2106" y="204"/>
                </a:cubicBezTo>
                <a:cubicBezTo>
                  <a:pt x="2107" y="203"/>
                  <a:pt x="2107" y="203"/>
                  <a:pt x="2107" y="202"/>
                </a:cubicBezTo>
                <a:cubicBezTo>
                  <a:pt x="2107" y="202"/>
                  <a:pt x="2106" y="201"/>
                  <a:pt x="2106" y="201"/>
                </a:cubicBezTo>
                <a:cubicBezTo>
                  <a:pt x="2105" y="200"/>
                  <a:pt x="2104" y="200"/>
                  <a:pt x="2104" y="199"/>
                </a:cubicBezTo>
                <a:cubicBezTo>
                  <a:pt x="2103" y="199"/>
                  <a:pt x="2102" y="199"/>
                  <a:pt x="2101" y="199"/>
                </a:cubicBezTo>
                <a:cubicBezTo>
                  <a:pt x="2100" y="198"/>
                  <a:pt x="2099" y="198"/>
                  <a:pt x="2098" y="198"/>
                </a:cubicBezTo>
                <a:cubicBezTo>
                  <a:pt x="2096" y="198"/>
                  <a:pt x="2095" y="198"/>
                  <a:pt x="2095" y="199"/>
                </a:cubicBezTo>
                <a:close/>
                <a:moveTo>
                  <a:pt x="1208" y="199"/>
                </a:moveTo>
                <a:cubicBezTo>
                  <a:pt x="1207" y="199"/>
                  <a:pt x="1206" y="199"/>
                  <a:pt x="1206" y="199"/>
                </a:cubicBezTo>
                <a:cubicBezTo>
                  <a:pt x="1205" y="200"/>
                  <a:pt x="1204" y="200"/>
                  <a:pt x="1204" y="201"/>
                </a:cubicBezTo>
                <a:cubicBezTo>
                  <a:pt x="1203" y="201"/>
                  <a:pt x="1203" y="202"/>
                  <a:pt x="1203" y="202"/>
                </a:cubicBezTo>
                <a:cubicBezTo>
                  <a:pt x="1203" y="203"/>
                  <a:pt x="1203" y="203"/>
                  <a:pt x="1204" y="204"/>
                </a:cubicBezTo>
                <a:cubicBezTo>
                  <a:pt x="1204" y="204"/>
                  <a:pt x="1205" y="205"/>
                  <a:pt x="1205" y="205"/>
                </a:cubicBezTo>
                <a:cubicBezTo>
                  <a:pt x="1206" y="205"/>
                  <a:pt x="1207" y="206"/>
                  <a:pt x="1208" y="206"/>
                </a:cubicBezTo>
                <a:cubicBezTo>
                  <a:pt x="1209" y="206"/>
                  <a:pt x="1210" y="206"/>
                  <a:pt x="1211" y="206"/>
                </a:cubicBezTo>
                <a:cubicBezTo>
                  <a:pt x="1212" y="206"/>
                  <a:pt x="1213" y="206"/>
                  <a:pt x="1214" y="206"/>
                </a:cubicBezTo>
                <a:cubicBezTo>
                  <a:pt x="1215" y="206"/>
                  <a:pt x="1216" y="205"/>
                  <a:pt x="1217" y="205"/>
                </a:cubicBezTo>
                <a:cubicBezTo>
                  <a:pt x="1218" y="205"/>
                  <a:pt x="1218" y="204"/>
                  <a:pt x="1219" y="204"/>
                </a:cubicBezTo>
                <a:cubicBezTo>
                  <a:pt x="1219" y="203"/>
                  <a:pt x="1219" y="203"/>
                  <a:pt x="1219" y="202"/>
                </a:cubicBezTo>
                <a:cubicBezTo>
                  <a:pt x="1219" y="202"/>
                  <a:pt x="1219" y="201"/>
                  <a:pt x="1219" y="201"/>
                </a:cubicBezTo>
                <a:cubicBezTo>
                  <a:pt x="1218" y="200"/>
                  <a:pt x="1218" y="200"/>
                  <a:pt x="1217" y="199"/>
                </a:cubicBezTo>
                <a:cubicBezTo>
                  <a:pt x="1216" y="199"/>
                  <a:pt x="1215" y="199"/>
                  <a:pt x="1214" y="199"/>
                </a:cubicBezTo>
                <a:cubicBezTo>
                  <a:pt x="1213" y="198"/>
                  <a:pt x="1212" y="198"/>
                  <a:pt x="1211" y="198"/>
                </a:cubicBezTo>
                <a:cubicBezTo>
                  <a:pt x="1210" y="198"/>
                  <a:pt x="1209" y="198"/>
                  <a:pt x="1208" y="199"/>
                </a:cubicBezTo>
                <a:close/>
                <a:moveTo>
                  <a:pt x="1933" y="199"/>
                </a:moveTo>
                <a:cubicBezTo>
                  <a:pt x="1932" y="199"/>
                  <a:pt x="1932" y="199"/>
                  <a:pt x="1931" y="199"/>
                </a:cubicBezTo>
                <a:cubicBezTo>
                  <a:pt x="1930" y="200"/>
                  <a:pt x="1930" y="200"/>
                  <a:pt x="1930" y="201"/>
                </a:cubicBezTo>
                <a:cubicBezTo>
                  <a:pt x="1929" y="201"/>
                  <a:pt x="1929" y="202"/>
                  <a:pt x="1929" y="202"/>
                </a:cubicBezTo>
                <a:cubicBezTo>
                  <a:pt x="1929" y="203"/>
                  <a:pt x="1930" y="203"/>
                  <a:pt x="1930" y="204"/>
                </a:cubicBezTo>
                <a:cubicBezTo>
                  <a:pt x="1931" y="204"/>
                  <a:pt x="1931" y="205"/>
                  <a:pt x="1932" y="205"/>
                </a:cubicBezTo>
                <a:cubicBezTo>
                  <a:pt x="1933" y="205"/>
                  <a:pt x="1934" y="206"/>
                  <a:pt x="1935" y="206"/>
                </a:cubicBezTo>
                <a:cubicBezTo>
                  <a:pt x="1936" y="206"/>
                  <a:pt x="1937" y="206"/>
                  <a:pt x="1938" y="206"/>
                </a:cubicBezTo>
                <a:cubicBezTo>
                  <a:pt x="1939" y="206"/>
                  <a:pt x="1940" y="206"/>
                  <a:pt x="1941" y="206"/>
                </a:cubicBezTo>
                <a:cubicBezTo>
                  <a:pt x="1942" y="206"/>
                  <a:pt x="1943" y="205"/>
                  <a:pt x="1944" y="205"/>
                </a:cubicBezTo>
                <a:cubicBezTo>
                  <a:pt x="1944" y="205"/>
                  <a:pt x="1945" y="204"/>
                  <a:pt x="1945" y="204"/>
                </a:cubicBezTo>
                <a:cubicBezTo>
                  <a:pt x="1945" y="203"/>
                  <a:pt x="1945" y="203"/>
                  <a:pt x="1945" y="202"/>
                </a:cubicBezTo>
                <a:cubicBezTo>
                  <a:pt x="1945" y="202"/>
                  <a:pt x="1945" y="201"/>
                  <a:pt x="1944" y="201"/>
                </a:cubicBezTo>
                <a:cubicBezTo>
                  <a:pt x="1944" y="200"/>
                  <a:pt x="1943" y="200"/>
                  <a:pt x="1942" y="199"/>
                </a:cubicBezTo>
                <a:cubicBezTo>
                  <a:pt x="1942" y="199"/>
                  <a:pt x="1941" y="199"/>
                  <a:pt x="1940" y="199"/>
                </a:cubicBezTo>
                <a:cubicBezTo>
                  <a:pt x="1939" y="198"/>
                  <a:pt x="1938" y="198"/>
                  <a:pt x="1936" y="198"/>
                </a:cubicBezTo>
                <a:cubicBezTo>
                  <a:pt x="1935" y="198"/>
                  <a:pt x="1934" y="198"/>
                  <a:pt x="1933" y="199"/>
                </a:cubicBezTo>
                <a:close/>
                <a:moveTo>
                  <a:pt x="1450" y="199"/>
                </a:moveTo>
                <a:cubicBezTo>
                  <a:pt x="1449" y="199"/>
                  <a:pt x="1448" y="199"/>
                  <a:pt x="1447" y="199"/>
                </a:cubicBezTo>
                <a:cubicBezTo>
                  <a:pt x="1447" y="200"/>
                  <a:pt x="1446" y="200"/>
                  <a:pt x="1446" y="201"/>
                </a:cubicBezTo>
                <a:cubicBezTo>
                  <a:pt x="1445" y="201"/>
                  <a:pt x="1445" y="202"/>
                  <a:pt x="1445" y="202"/>
                </a:cubicBezTo>
                <a:cubicBezTo>
                  <a:pt x="1445" y="203"/>
                  <a:pt x="1445" y="203"/>
                  <a:pt x="1446" y="204"/>
                </a:cubicBezTo>
                <a:cubicBezTo>
                  <a:pt x="1446" y="204"/>
                  <a:pt x="1447" y="205"/>
                  <a:pt x="1448" y="205"/>
                </a:cubicBezTo>
                <a:cubicBezTo>
                  <a:pt x="1448" y="205"/>
                  <a:pt x="1449" y="206"/>
                  <a:pt x="1450" y="206"/>
                </a:cubicBezTo>
                <a:cubicBezTo>
                  <a:pt x="1451" y="206"/>
                  <a:pt x="1452" y="206"/>
                  <a:pt x="1453" y="206"/>
                </a:cubicBezTo>
                <a:cubicBezTo>
                  <a:pt x="1455" y="206"/>
                  <a:pt x="1456" y="206"/>
                  <a:pt x="1457" y="206"/>
                </a:cubicBezTo>
                <a:cubicBezTo>
                  <a:pt x="1458" y="206"/>
                  <a:pt x="1458" y="205"/>
                  <a:pt x="1459" y="205"/>
                </a:cubicBezTo>
                <a:cubicBezTo>
                  <a:pt x="1460" y="205"/>
                  <a:pt x="1460" y="204"/>
                  <a:pt x="1461" y="204"/>
                </a:cubicBezTo>
                <a:cubicBezTo>
                  <a:pt x="1461" y="203"/>
                  <a:pt x="1461" y="203"/>
                  <a:pt x="1461" y="202"/>
                </a:cubicBezTo>
                <a:cubicBezTo>
                  <a:pt x="1461" y="202"/>
                  <a:pt x="1461" y="201"/>
                  <a:pt x="1461" y="201"/>
                </a:cubicBezTo>
                <a:cubicBezTo>
                  <a:pt x="1460" y="200"/>
                  <a:pt x="1459" y="200"/>
                  <a:pt x="1459" y="199"/>
                </a:cubicBezTo>
                <a:cubicBezTo>
                  <a:pt x="1458" y="199"/>
                  <a:pt x="1457" y="199"/>
                  <a:pt x="1456" y="199"/>
                </a:cubicBezTo>
                <a:cubicBezTo>
                  <a:pt x="1455" y="198"/>
                  <a:pt x="1454" y="198"/>
                  <a:pt x="1453" y="198"/>
                </a:cubicBezTo>
                <a:cubicBezTo>
                  <a:pt x="1452" y="198"/>
                  <a:pt x="1451" y="198"/>
                  <a:pt x="1450" y="199"/>
                </a:cubicBezTo>
                <a:close/>
                <a:moveTo>
                  <a:pt x="1248" y="199"/>
                </a:moveTo>
                <a:cubicBezTo>
                  <a:pt x="1247" y="199"/>
                  <a:pt x="1247" y="199"/>
                  <a:pt x="1246" y="199"/>
                </a:cubicBezTo>
                <a:cubicBezTo>
                  <a:pt x="1245" y="200"/>
                  <a:pt x="1245" y="200"/>
                  <a:pt x="1244" y="201"/>
                </a:cubicBezTo>
                <a:cubicBezTo>
                  <a:pt x="1244" y="201"/>
                  <a:pt x="1243" y="202"/>
                  <a:pt x="1243" y="202"/>
                </a:cubicBezTo>
                <a:cubicBezTo>
                  <a:pt x="1243" y="203"/>
                  <a:pt x="1244" y="203"/>
                  <a:pt x="1244" y="204"/>
                </a:cubicBezTo>
                <a:cubicBezTo>
                  <a:pt x="1245" y="204"/>
                  <a:pt x="1245" y="205"/>
                  <a:pt x="1246" y="205"/>
                </a:cubicBezTo>
                <a:cubicBezTo>
                  <a:pt x="1247" y="205"/>
                  <a:pt x="1247" y="206"/>
                  <a:pt x="1248" y="206"/>
                </a:cubicBezTo>
                <a:cubicBezTo>
                  <a:pt x="1249" y="206"/>
                  <a:pt x="1250" y="206"/>
                  <a:pt x="1252" y="206"/>
                </a:cubicBezTo>
                <a:cubicBezTo>
                  <a:pt x="1253" y="206"/>
                  <a:pt x="1254" y="206"/>
                  <a:pt x="1255" y="206"/>
                </a:cubicBezTo>
                <a:cubicBezTo>
                  <a:pt x="1256" y="206"/>
                  <a:pt x="1257" y="205"/>
                  <a:pt x="1257" y="205"/>
                </a:cubicBezTo>
                <a:cubicBezTo>
                  <a:pt x="1258" y="205"/>
                  <a:pt x="1259" y="204"/>
                  <a:pt x="1259" y="204"/>
                </a:cubicBezTo>
                <a:cubicBezTo>
                  <a:pt x="1259" y="203"/>
                  <a:pt x="1260" y="203"/>
                  <a:pt x="1260" y="202"/>
                </a:cubicBezTo>
                <a:cubicBezTo>
                  <a:pt x="1260" y="202"/>
                  <a:pt x="1259" y="201"/>
                  <a:pt x="1259" y="201"/>
                </a:cubicBezTo>
                <a:cubicBezTo>
                  <a:pt x="1259" y="200"/>
                  <a:pt x="1258" y="200"/>
                  <a:pt x="1257" y="199"/>
                </a:cubicBezTo>
                <a:cubicBezTo>
                  <a:pt x="1257" y="199"/>
                  <a:pt x="1256" y="199"/>
                  <a:pt x="1255" y="199"/>
                </a:cubicBezTo>
                <a:cubicBezTo>
                  <a:pt x="1254" y="198"/>
                  <a:pt x="1253" y="198"/>
                  <a:pt x="1252" y="198"/>
                </a:cubicBezTo>
                <a:cubicBezTo>
                  <a:pt x="1250" y="198"/>
                  <a:pt x="1249" y="198"/>
                  <a:pt x="1248" y="199"/>
                </a:cubicBezTo>
                <a:close/>
                <a:moveTo>
                  <a:pt x="1530" y="199"/>
                </a:moveTo>
                <a:cubicBezTo>
                  <a:pt x="1530" y="199"/>
                  <a:pt x="1529" y="199"/>
                  <a:pt x="1528" y="199"/>
                </a:cubicBezTo>
                <a:cubicBezTo>
                  <a:pt x="1527" y="200"/>
                  <a:pt x="1527" y="200"/>
                  <a:pt x="1526" y="201"/>
                </a:cubicBezTo>
                <a:cubicBezTo>
                  <a:pt x="1526" y="201"/>
                  <a:pt x="1526" y="202"/>
                  <a:pt x="1526" y="202"/>
                </a:cubicBezTo>
                <a:cubicBezTo>
                  <a:pt x="1526" y="203"/>
                  <a:pt x="1526" y="203"/>
                  <a:pt x="1527" y="204"/>
                </a:cubicBezTo>
                <a:cubicBezTo>
                  <a:pt x="1527" y="204"/>
                  <a:pt x="1528" y="205"/>
                  <a:pt x="1528" y="205"/>
                </a:cubicBezTo>
                <a:cubicBezTo>
                  <a:pt x="1529" y="205"/>
                  <a:pt x="1530" y="206"/>
                  <a:pt x="1531" y="206"/>
                </a:cubicBezTo>
                <a:cubicBezTo>
                  <a:pt x="1532" y="206"/>
                  <a:pt x="1533" y="206"/>
                  <a:pt x="1534" y="206"/>
                </a:cubicBezTo>
                <a:cubicBezTo>
                  <a:pt x="1535" y="206"/>
                  <a:pt x="1536" y="206"/>
                  <a:pt x="1537" y="206"/>
                </a:cubicBezTo>
                <a:cubicBezTo>
                  <a:pt x="1538" y="206"/>
                  <a:pt x="1539" y="205"/>
                  <a:pt x="1540" y="205"/>
                </a:cubicBezTo>
                <a:cubicBezTo>
                  <a:pt x="1541" y="205"/>
                  <a:pt x="1541" y="204"/>
                  <a:pt x="1541" y="204"/>
                </a:cubicBezTo>
                <a:cubicBezTo>
                  <a:pt x="1542" y="203"/>
                  <a:pt x="1542" y="203"/>
                  <a:pt x="1542" y="202"/>
                </a:cubicBezTo>
                <a:cubicBezTo>
                  <a:pt x="1542" y="202"/>
                  <a:pt x="1542" y="201"/>
                  <a:pt x="1541" y="201"/>
                </a:cubicBezTo>
                <a:cubicBezTo>
                  <a:pt x="1541" y="200"/>
                  <a:pt x="1540" y="200"/>
                  <a:pt x="1539" y="199"/>
                </a:cubicBezTo>
                <a:cubicBezTo>
                  <a:pt x="1539" y="199"/>
                  <a:pt x="1538" y="199"/>
                  <a:pt x="1537" y="199"/>
                </a:cubicBezTo>
                <a:cubicBezTo>
                  <a:pt x="1536" y="198"/>
                  <a:pt x="1535" y="198"/>
                  <a:pt x="1534" y="198"/>
                </a:cubicBezTo>
                <a:cubicBezTo>
                  <a:pt x="1532" y="198"/>
                  <a:pt x="1531" y="198"/>
                  <a:pt x="1530" y="199"/>
                </a:cubicBezTo>
                <a:close/>
                <a:moveTo>
                  <a:pt x="1732" y="199"/>
                </a:moveTo>
                <a:cubicBezTo>
                  <a:pt x="1731" y="199"/>
                  <a:pt x="1730" y="199"/>
                  <a:pt x="1729" y="199"/>
                </a:cubicBezTo>
                <a:cubicBezTo>
                  <a:pt x="1729" y="200"/>
                  <a:pt x="1728" y="200"/>
                  <a:pt x="1728" y="201"/>
                </a:cubicBezTo>
                <a:cubicBezTo>
                  <a:pt x="1728" y="201"/>
                  <a:pt x="1727" y="202"/>
                  <a:pt x="1727" y="202"/>
                </a:cubicBezTo>
                <a:cubicBezTo>
                  <a:pt x="1728" y="203"/>
                  <a:pt x="1728" y="203"/>
                  <a:pt x="1728" y="204"/>
                </a:cubicBezTo>
                <a:cubicBezTo>
                  <a:pt x="1729" y="204"/>
                  <a:pt x="1729" y="205"/>
                  <a:pt x="1730" y="205"/>
                </a:cubicBezTo>
                <a:cubicBezTo>
                  <a:pt x="1731" y="205"/>
                  <a:pt x="1732" y="206"/>
                  <a:pt x="1733" y="206"/>
                </a:cubicBezTo>
                <a:cubicBezTo>
                  <a:pt x="1734" y="206"/>
                  <a:pt x="1735" y="206"/>
                  <a:pt x="1736" y="206"/>
                </a:cubicBezTo>
                <a:cubicBezTo>
                  <a:pt x="1737" y="206"/>
                  <a:pt x="1738" y="206"/>
                  <a:pt x="1739" y="206"/>
                </a:cubicBezTo>
                <a:cubicBezTo>
                  <a:pt x="1740" y="206"/>
                  <a:pt x="1741" y="205"/>
                  <a:pt x="1742" y="205"/>
                </a:cubicBezTo>
                <a:cubicBezTo>
                  <a:pt x="1742" y="205"/>
                  <a:pt x="1743" y="204"/>
                  <a:pt x="1743" y="204"/>
                </a:cubicBezTo>
                <a:cubicBezTo>
                  <a:pt x="1744" y="203"/>
                  <a:pt x="1744" y="203"/>
                  <a:pt x="1744" y="202"/>
                </a:cubicBezTo>
                <a:cubicBezTo>
                  <a:pt x="1744" y="202"/>
                  <a:pt x="1743" y="201"/>
                  <a:pt x="1743" y="201"/>
                </a:cubicBezTo>
                <a:cubicBezTo>
                  <a:pt x="1742" y="200"/>
                  <a:pt x="1742" y="200"/>
                  <a:pt x="1741" y="199"/>
                </a:cubicBezTo>
                <a:cubicBezTo>
                  <a:pt x="1740" y="199"/>
                  <a:pt x="1739" y="199"/>
                  <a:pt x="1738" y="199"/>
                </a:cubicBezTo>
                <a:cubicBezTo>
                  <a:pt x="1737" y="198"/>
                  <a:pt x="1736" y="198"/>
                  <a:pt x="1735" y="198"/>
                </a:cubicBezTo>
                <a:cubicBezTo>
                  <a:pt x="1734" y="198"/>
                  <a:pt x="1733" y="198"/>
                  <a:pt x="1732" y="199"/>
                </a:cubicBezTo>
                <a:close/>
                <a:moveTo>
                  <a:pt x="2054" y="199"/>
                </a:moveTo>
                <a:cubicBezTo>
                  <a:pt x="2053" y="199"/>
                  <a:pt x="2053" y="199"/>
                  <a:pt x="2052" y="199"/>
                </a:cubicBezTo>
                <a:cubicBezTo>
                  <a:pt x="2051" y="200"/>
                  <a:pt x="2051" y="200"/>
                  <a:pt x="2050" y="201"/>
                </a:cubicBezTo>
                <a:cubicBezTo>
                  <a:pt x="2050" y="201"/>
                  <a:pt x="2050" y="202"/>
                  <a:pt x="2050" y="202"/>
                </a:cubicBezTo>
                <a:cubicBezTo>
                  <a:pt x="2050" y="203"/>
                  <a:pt x="2051" y="203"/>
                  <a:pt x="2051" y="204"/>
                </a:cubicBezTo>
                <a:cubicBezTo>
                  <a:pt x="2052" y="204"/>
                  <a:pt x="2052" y="205"/>
                  <a:pt x="2053" y="205"/>
                </a:cubicBezTo>
                <a:cubicBezTo>
                  <a:pt x="2054" y="205"/>
                  <a:pt x="2055" y="206"/>
                  <a:pt x="2056" y="206"/>
                </a:cubicBezTo>
                <a:cubicBezTo>
                  <a:pt x="2057" y="206"/>
                  <a:pt x="2058" y="206"/>
                  <a:pt x="2059" y="206"/>
                </a:cubicBezTo>
                <a:cubicBezTo>
                  <a:pt x="2060" y="206"/>
                  <a:pt x="2061" y="206"/>
                  <a:pt x="2062" y="206"/>
                </a:cubicBezTo>
                <a:cubicBezTo>
                  <a:pt x="2063" y="206"/>
                  <a:pt x="2064" y="205"/>
                  <a:pt x="2065" y="205"/>
                </a:cubicBezTo>
                <a:cubicBezTo>
                  <a:pt x="2065" y="205"/>
                  <a:pt x="2066" y="204"/>
                  <a:pt x="2066" y="204"/>
                </a:cubicBezTo>
                <a:cubicBezTo>
                  <a:pt x="2066" y="203"/>
                  <a:pt x="2066" y="203"/>
                  <a:pt x="2066" y="202"/>
                </a:cubicBezTo>
                <a:cubicBezTo>
                  <a:pt x="2066" y="202"/>
                  <a:pt x="2066" y="201"/>
                  <a:pt x="2065" y="201"/>
                </a:cubicBezTo>
                <a:cubicBezTo>
                  <a:pt x="2065" y="200"/>
                  <a:pt x="2064" y="200"/>
                  <a:pt x="2063" y="199"/>
                </a:cubicBezTo>
                <a:cubicBezTo>
                  <a:pt x="2062" y="199"/>
                  <a:pt x="2062" y="199"/>
                  <a:pt x="2061" y="199"/>
                </a:cubicBezTo>
                <a:cubicBezTo>
                  <a:pt x="2060" y="198"/>
                  <a:pt x="2058" y="198"/>
                  <a:pt x="2057" y="198"/>
                </a:cubicBezTo>
                <a:cubicBezTo>
                  <a:pt x="2056" y="198"/>
                  <a:pt x="2055" y="198"/>
                  <a:pt x="2054" y="199"/>
                </a:cubicBezTo>
                <a:close/>
                <a:moveTo>
                  <a:pt x="1812" y="199"/>
                </a:moveTo>
                <a:cubicBezTo>
                  <a:pt x="1812" y="199"/>
                  <a:pt x="1811" y="199"/>
                  <a:pt x="1810" y="199"/>
                </a:cubicBezTo>
                <a:cubicBezTo>
                  <a:pt x="1809" y="200"/>
                  <a:pt x="1809" y="200"/>
                  <a:pt x="1809" y="201"/>
                </a:cubicBezTo>
                <a:cubicBezTo>
                  <a:pt x="1808" y="201"/>
                  <a:pt x="1808" y="202"/>
                  <a:pt x="1808" y="202"/>
                </a:cubicBezTo>
                <a:cubicBezTo>
                  <a:pt x="1808" y="203"/>
                  <a:pt x="1809" y="203"/>
                  <a:pt x="1809" y="204"/>
                </a:cubicBezTo>
                <a:cubicBezTo>
                  <a:pt x="1810" y="204"/>
                  <a:pt x="1810" y="205"/>
                  <a:pt x="1811" y="205"/>
                </a:cubicBezTo>
                <a:cubicBezTo>
                  <a:pt x="1812" y="205"/>
                  <a:pt x="1813" y="206"/>
                  <a:pt x="1814" y="206"/>
                </a:cubicBezTo>
                <a:cubicBezTo>
                  <a:pt x="1815" y="206"/>
                  <a:pt x="1816" y="206"/>
                  <a:pt x="1817" y="206"/>
                </a:cubicBezTo>
                <a:cubicBezTo>
                  <a:pt x="1818" y="206"/>
                  <a:pt x="1819" y="206"/>
                  <a:pt x="1820" y="206"/>
                </a:cubicBezTo>
                <a:cubicBezTo>
                  <a:pt x="1821" y="206"/>
                  <a:pt x="1822" y="205"/>
                  <a:pt x="1822" y="205"/>
                </a:cubicBezTo>
                <a:cubicBezTo>
                  <a:pt x="1823" y="205"/>
                  <a:pt x="1824" y="204"/>
                  <a:pt x="1824" y="204"/>
                </a:cubicBezTo>
                <a:cubicBezTo>
                  <a:pt x="1824" y="203"/>
                  <a:pt x="1824" y="203"/>
                  <a:pt x="1824" y="202"/>
                </a:cubicBezTo>
                <a:cubicBezTo>
                  <a:pt x="1824" y="202"/>
                  <a:pt x="1824" y="201"/>
                  <a:pt x="1823" y="201"/>
                </a:cubicBezTo>
                <a:cubicBezTo>
                  <a:pt x="1823" y="200"/>
                  <a:pt x="1822" y="200"/>
                  <a:pt x="1821" y="199"/>
                </a:cubicBezTo>
                <a:cubicBezTo>
                  <a:pt x="1821" y="199"/>
                  <a:pt x="1820" y="199"/>
                  <a:pt x="1819" y="199"/>
                </a:cubicBezTo>
                <a:cubicBezTo>
                  <a:pt x="1818" y="198"/>
                  <a:pt x="1817" y="198"/>
                  <a:pt x="1816" y="198"/>
                </a:cubicBezTo>
                <a:cubicBezTo>
                  <a:pt x="1814" y="198"/>
                  <a:pt x="1813" y="198"/>
                  <a:pt x="1812" y="199"/>
                </a:cubicBezTo>
                <a:close/>
                <a:moveTo>
                  <a:pt x="1571" y="199"/>
                </a:moveTo>
                <a:cubicBezTo>
                  <a:pt x="1570" y="199"/>
                  <a:pt x="1569" y="199"/>
                  <a:pt x="1568" y="199"/>
                </a:cubicBezTo>
                <a:cubicBezTo>
                  <a:pt x="1568" y="200"/>
                  <a:pt x="1567" y="200"/>
                  <a:pt x="1567" y="201"/>
                </a:cubicBezTo>
                <a:cubicBezTo>
                  <a:pt x="1566" y="201"/>
                  <a:pt x="1566" y="202"/>
                  <a:pt x="1566" y="202"/>
                </a:cubicBezTo>
                <a:cubicBezTo>
                  <a:pt x="1566" y="203"/>
                  <a:pt x="1566" y="203"/>
                  <a:pt x="1567" y="204"/>
                </a:cubicBezTo>
                <a:cubicBezTo>
                  <a:pt x="1567" y="204"/>
                  <a:pt x="1568" y="205"/>
                  <a:pt x="1569" y="205"/>
                </a:cubicBezTo>
                <a:cubicBezTo>
                  <a:pt x="1570" y="205"/>
                  <a:pt x="1570" y="206"/>
                  <a:pt x="1571" y="206"/>
                </a:cubicBezTo>
                <a:cubicBezTo>
                  <a:pt x="1572" y="206"/>
                  <a:pt x="1573" y="206"/>
                  <a:pt x="1575" y="206"/>
                </a:cubicBezTo>
                <a:cubicBezTo>
                  <a:pt x="1576" y="206"/>
                  <a:pt x="1577" y="206"/>
                  <a:pt x="1578" y="206"/>
                </a:cubicBezTo>
                <a:cubicBezTo>
                  <a:pt x="1579" y="206"/>
                  <a:pt x="1580" y="205"/>
                  <a:pt x="1580" y="205"/>
                </a:cubicBezTo>
                <a:cubicBezTo>
                  <a:pt x="1581" y="205"/>
                  <a:pt x="1581" y="204"/>
                  <a:pt x="1582" y="204"/>
                </a:cubicBezTo>
                <a:cubicBezTo>
                  <a:pt x="1582" y="203"/>
                  <a:pt x="1582" y="203"/>
                  <a:pt x="1582" y="202"/>
                </a:cubicBezTo>
                <a:cubicBezTo>
                  <a:pt x="1582" y="202"/>
                  <a:pt x="1582" y="201"/>
                  <a:pt x="1582" y="201"/>
                </a:cubicBezTo>
                <a:cubicBezTo>
                  <a:pt x="1581" y="200"/>
                  <a:pt x="1580" y="200"/>
                  <a:pt x="1580" y="199"/>
                </a:cubicBezTo>
                <a:cubicBezTo>
                  <a:pt x="1579" y="199"/>
                  <a:pt x="1578" y="199"/>
                  <a:pt x="1577" y="199"/>
                </a:cubicBezTo>
                <a:cubicBezTo>
                  <a:pt x="1576" y="198"/>
                  <a:pt x="1575" y="198"/>
                  <a:pt x="1574" y="198"/>
                </a:cubicBezTo>
                <a:cubicBezTo>
                  <a:pt x="1573" y="198"/>
                  <a:pt x="1572" y="198"/>
                  <a:pt x="1571" y="199"/>
                </a:cubicBezTo>
                <a:close/>
                <a:moveTo>
                  <a:pt x="1490" y="199"/>
                </a:moveTo>
                <a:cubicBezTo>
                  <a:pt x="1489" y="199"/>
                  <a:pt x="1488" y="199"/>
                  <a:pt x="1488" y="199"/>
                </a:cubicBezTo>
                <a:cubicBezTo>
                  <a:pt x="1487" y="200"/>
                  <a:pt x="1486" y="200"/>
                  <a:pt x="1486" y="201"/>
                </a:cubicBezTo>
                <a:cubicBezTo>
                  <a:pt x="1486" y="201"/>
                  <a:pt x="1485" y="202"/>
                  <a:pt x="1486" y="202"/>
                </a:cubicBezTo>
                <a:cubicBezTo>
                  <a:pt x="1486" y="203"/>
                  <a:pt x="1486" y="203"/>
                  <a:pt x="1486" y="204"/>
                </a:cubicBezTo>
                <a:cubicBezTo>
                  <a:pt x="1487" y="204"/>
                  <a:pt x="1487" y="205"/>
                  <a:pt x="1488" y="205"/>
                </a:cubicBezTo>
                <a:cubicBezTo>
                  <a:pt x="1489" y="205"/>
                  <a:pt x="1490" y="206"/>
                  <a:pt x="1491" y="206"/>
                </a:cubicBezTo>
                <a:cubicBezTo>
                  <a:pt x="1492" y="206"/>
                  <a:pt x="1493" y="206"/>
                  <a:pt x="1494" y="206"/>
                </a:cubicBezTo>
                <a:cubicBezTo>
                  <a:pt x="1495" y="206"/>
                  <a:pt x="1496" y="206"/>
                  <a:pt x="1497" y="206"/>
                </a:cubicBezTo>
                <a:cubicBezTo>
                  <a:pt x="1498" y="206"/>
                  <a:pt x="1499" y="205"/>
                  <a:pt x="1499" y="205"/>
                </a:cubicBezTo>
                <a:cubicBezTo>
                  <a:pt x="1500" y="205"/>
                  <a:pt x="1501" y="204"/>
                  <a:pt x="1501" y="204"/>
                </a:cubicBezTo>
                <a:cubicBezTo>
                  <a:pt x="1501" y="203"/>
                  <a:pt x="1502" y="203"/>
                  <a:pt x="1502" y="202"/>
                </a:cubicBezTo>
                <a:cubicBezTo>
                  <a:pt x="1502" y="202"/>
                  <a:pt x="1501" y="201"/>
                  <a:pt x="1501" y="201"/>
                </a:cubicBezTo>
                <a:cubicBezTo>
                  <a:pt x="1500" y="200"/>
                  <a:pt x="1500" y="200"/>
                  <a:pt x="1499" y="199"/>
                </a:cubicBezTo>
                <a:cubicBezTo>
                  <a:pt x="1498" y="199"/>
                  <a:pt x="1497" y="199"/>
                  <a:pt x="1496" y="199"/>
                </a:cubicBezTo>
                <a:cubicBezTo>
                  <a:pt x="1495" y="198"/>
                  <a:pt x="1494" y="198"/>
                  <a:pt x="1493" y="198"/>
                </a:cubicBezTo>
                <a:cubicBezTo>
                  <a:pt x="1492" y="198"/>
                  <a:pt x="1491" y="198"/>
                  <a:pt x="1490" y="199"/>
                </a:cubicBezTo>
                <a:close/>
                <a:moveTo>
                  <a:pt x="1893" y="199"/>
                </a:moveTo>
                <a:cubicBezTo>
                  <a:pt x="1892" y="199"/>
                  <a:pt x="1891" y="199"/>
                  <a:pt x="1891" y="199"/>
                </a:cubicBezTo>
                <a:cubicBezTo>
                  <a:pt x="1890" y="200"/>
                  <a:pt x="1890" y="200"/>
                  <a:pt x="1889" y="201"/>
                </a:cubicBezTo>
                <a:cubicBezTo>
                  <a:pt x="1889" y="201"/>
                  <a:pt x="1889" y="202"/>
                  <a:pt x="1889" y="202"/>
                </a:cubicBezTo>
                <a:cubicBezTo>
                  <a:pt x="1889" y="203"/>
                  <a:pt x="1889" y="203"/>
                  <a:pt x="1890" y="204"/>
                </a:cubicBezTo>
                <a:cubicBezTo>
                  <a:pt x="1890" y="204"/>
                  <a:pt x="1891" y="205"/>
                  <a:pt x="1892" y="205"/>
                </a:cubicBezTo>
                <a:cubicBezTo>
                  <a:pt x="1893" y="205"/>
                  <a:pt x="1893" y="206"/>
                  <a:pt x="1894" y="206"/>
                </a:cubicBezTo>
                <a:cubicBezTo>
                  <a:pt x="1895" y="206"/>
                  <a:pt x="1897" y="206"/>
                  <a:pt x="1898" y="206"/>
                </a:cubicBezTo>
                <a:cubicBezTo>
                  <a:pt x="1899" y="206"/>
                  <a:pt x="1900" y="206"/>
                  <a:pt x="1901" y="206"/>
                </a:cubicBezTo>
                <a:cubicBezTo>
                  <a:pt x="1902" y="206"/>
                  <a:pt x="1902" y="205"/>
                  <a:pt x="1903" y="205"/>
                </a:cubicBezTo>
                <a:cubicBezTo>
                  <a:pt x="1904" y="205"/>
                  <a:pt x="1904" y="204"/>
                  <a:pt x="1905" y="204"/>
                </a:cubicBezTo>
                <a:cubicBezTo>
                  <a:pt x="1905" y="203"/>
                  <a:pt x="1905" y="203"/>
                  <a:pt x="1905" y="202"/>
                </a:cubicBezTo>
                <a:cubicBezTo>
                  <a:pt x="1905" y="202"/>
                  <a:pt x="1905" y="201"/>
                  <a:pt x="1904" y="201"/>
                </a:cubicBezTo>
                <a:cubicBezTo>
                  <a:pt x="1904" y="200"/>
                  <a:pt x="1903" y="200"/>
                  <a:pt x="1902" y="199"/>
                </a:cubicBezTo>
                <a:cubicBezTo>
                  <a:pt x="1901" y="199"/>
                  <a:pt x="1900" y="199"/>
                  <a:pt x="1899" y="199"/>
                </a:cubicBezTo>
                <a:cubicBezTo>
                  <a:pt x="1898" y="198"/>
                  <a:pt x="1897" y="198"/>
                  <a:pt x="1896" y="198"/>
                </a:cubicBezTo>
                <a:cubicBezTo>
                  <a:pt x="1895" y="198"/>
                  <a:pt x="1894" y="198"/>
                  <a:pt x="1893" y="199"/>
                </a:cubicBezTo>
                <a:close/>
                <a:moveTo>
                  <a:pt x="1692" y="199"/>
                </a:moveTo>
                <a:cubicBezTo>
                  <a:pt x="1691" y="199"/>
                  <a:pt x="1690" y="199"/>
                  <a:pt x="1689" y="199"/>
                </a:cubicBezTo>
                <a:cubicBezTo>
                  <a:pt x="1688" y="200"/>
                  <a:pt x="1688" y="200"/>
                  <a:pt x="1688" y="201"/>
                </a:cubicBezTo>
                <a:cubicBezTo>
                  <a:pt x="1687" y="201"/>
                  <a:pt x="1687" y="202"/>
                  <a:pt x="1687" y="202"/>
                </a:cubicBezTo>
                <a:cubicBezTo>
                  <a:pt x="1687" y="203"/>
                  <a:pt x="1688" y="203"/>
                  <a:pt x="1688" y="204"/>
                </a:cubicBezTo>
                <a:cubicBezTo>
                  <a:pt x="1688" y="204"/>
                  <a:pt x="1689" y="205"/>
                  <a:pt x="1690" y="205"/>
                </a:cubicBezTo>
                <a:cubicBezTo>
                  <a:pt x="1691" y="205"/>
                  <a:pt x="1692" y="206"/>
                  <a:pt x="1693" y="206"/>
                </a:cubicBezTo>
                <a:cubicBezTo>
                  <a:pt x="1694" y="206"/>
                  <a:pt x="1695" y="206"/>
                  <a:pt x="1696" y="206"/>
                </a:cubicBezTo>
                <a:cubicBezTo>
                  <a:pt x="1697" y="206"/>
                  <a:pt x="1698" y="206"/>
                  <a:pt x="1699" y="206"/>
                </a:cubicBezTo>
                <a:cubicBezTo>
                  <a:pt x="1700" y="206"/>
                  <a:pt x="1701" y="205"/>
                  <a:pt x="1701" y="205"/>
                </a:cubicBezTo>
                <a:cubicBezTo>
                  <a:pt x="1702" y="205"/>
                  <a:pt x="1703" y="204"/>
                  <a:pt x="1703" y="204"/>
                </a:cubicBezTo>
                <a:cubicBezTo>
                  <a:pt x="1703" y="203"/>
                  <a:pt x="1703" y="203"/>
                  <a:pt x="1703" y="202"/>
                </a:cubicBezTo>
                <a:cubicBezTo>
                  <a:pt x="1703" y="202"/>
                  <a:pt x="1703" y="201"/>
                  <a:pt x="1702" y="201"/>
                </a:cubicBezTo>
                <a:cubicBezTo>
                  <a:pt x="1702" y="200"/>
                  <a:pt x="1701" y="200"/>
                  <a:pt x="1701" y="199"/>
                </a:cubicBezTo>
                <a:cubicBezTo>
                  <a:pt x="1700" y="199"/>
                  <a:pt x="1699" y="199"/>
                  <a:pt x="1698" y="199"/>
                </a:cubicBezTo>
                <a:cubicBezTo>
                  <a:pt x="1697" y="198"/>
                  <a:pt x="1696" y="198"/>
                  <a:pt x="1695" y="198"/>
                </a:cubicBezTo>
                <a:cubicBezTo>
                  <a:pt x="1694" y="198"/>
                  <a:pt x="1693" y="198"/>
                  <a:pt x="1692" y="199"/>
                </a:cubicBezTo>
                <a:close/>
                <a:moveTo>
                  <a:pt x="2014" y="199"/>
                </a:moveTo>
                <a:cubicBezTo>
                  <a:pt x="2013" y="199"/>
                  <a:pt x="2012" y="199"/>
                  <a:pt x="2012" y="199"/>
                </a:cubicBezTo>
                <a:cubicBezTo>
                  <a:pt x="2011" y="200"/>
                  <a:pt x="2010" y="200"/>
                  <a:pt x="2010" y="201"/>
                </a:cubicBezTo>
                <a:cubicBezTo>
                  <a:pt x="2010" y="201"/>
                  <a:pt x="2010" y="202"/>
                  <a:pt x="2010" y="202"/>
                </a:cubicBezTo>
                <a:cubicBezTo>
                  <a:pt x="2010" y="203"/>
                  <a:pt x="2010" y="203"/>
                  <a:pt x="2011" y="204"/>
                </a:cubicBezTo>
                <a:cubicBezTo>
                  <a:pt x="2011" y="204"/>
                  <a:pt x="2012" y="205"/>
                  <a:pt x="2013" y="205"/>
                </a:cubicBezTo>
                <a:cubicBezTo>
                  <a:pt x="2014" y="205"/>
                  <a:pt x="2015" y="206"/>
                  <a:pt x="2016" y="206"/>
                </a:cubicBezTo>
                <a:cubicBezTo>
                  <a:pt x="2017" y="206"/>
                  <a:pt x="2018" y="206"/>
                  <a:pt x="2019" y="206"/>
                </a:cubicBezTo>
                <a:cubicBezTo>
                  <a:pt x="2020" y="206"/>
                  <a:pt x="2021" y="206"/>
                  <a:pt x="2022" y="206"/>
                </a:cubicBezTo>
                <a:cubicBezTo>
                  <a:pt x="2023" y="206"/>
                  <a:pt x="2024" y="205"/>
                  <a:pt x="2024" y="205"/>
                </a:cubicBezTo>
                <a:cubicBezTo>
                  <a:pt x="2025" y="205"/>
                  <a:pt x="2025" y="204"/>
                  <a:pt x="2026" y="204"/>
                </a:cubicBezTo>
                <a:cubicBezTo>
                  <a:pt x="2026" y="203"/>
                  <a:pt x="2026" y="203"/>
                  <a:pt x="2026" y="202"/>
                </a:cubicBezTo>
                <a:cubicBezTo>
                  <a:pt x="2026" y="202"/>
                  <a:pt x="2026" y="201"/>
                  <a:pt x="2025" y="201"/>
                </a:cubicBezTo>
                <a:cubicBezTo>
                  <a:pt x="2024" y="200"/>
                  <a:pt x="2024" y="200"/>
                  <a:pt x="2023" y="199"/>
                </a:cubicBezTo>
                <a:cubicBezTo>
                  <a:pt x="2022" y="199"/>
                  <a:pt x="2021" y="199"/>
                  <a:pt x="2020" y="199"/>
                </a:cubicBezTo>
                <a:cubicBezTo>
                  <a:pt x="2019" y="198"/>
                  <a:pt x="2018" y="198"/>
                  <a:pt x="2017" y="198"/>
                </a:cubicBezTo>
                <a:cubicBezTo>
                  <a:pt x="2016" y="198"/>
                  <a:pt x="2015" y="198"/>
                  <a:pt x="2014" y="199"/>
                </a:cubicBezTo>
                <a:close/>
                <a:moveTo>
                  <a:pt x="662" y="208"/>
                </a:moveTo>
                <a:cubicBezTo>
                  <a:pt x="661" y="208"/>
                  <a:pt x="660" y="209"/>
                  <a:pt x="660" y="209"/>
                </a:cubicBezTo>
                <a:cubicBezTo>
                  <a:pt x="659" y="209"/>
                  <a:pt x="658" y="210"/>
                  <a:pt x="658" y="210"/>
                </a:cubicBezTo>
                <a:cubicBezTo>
                  <a:pt x="657" y="211"/>
                  <a:pt x="657" y="211"/>
                  <a:pt x="657" y="212"/>
                </a:cubicBezTo>
                <a:cubicBezTo>
                  <a:pt x="657" y="212"/>
                  <a:pt x="657" y="213"/>
                  <a:pt x="657" y="213"/>
                </a:cubicBezTo>
                <a:cubicBezTo>
                  <a:pt x="657" y="214"/>
                  <a:pt x="658" y="214"/>
                  <a:pt x="659" y="215"/>
                </a:cubicBezTo>
                <a:cubicBezTo>
                  <a:pt x="659" y="215"/>
                  <a:pt x="660" y="215"/>
                  <a:pt x="661" y="215"/>
                </a:cubicBezTo>
                <a:cubicBezTo>
                  <a:pt x="662" y="216"/>
                  <a:pt x="663" y="216"/>
                  <a:pt x="664" y="216"/>
                </a:cubicBezTo>
                <a:cubicBezTo>
                  <a:pt x="665" y="216"/>
                  <a:pt x="666" y="216"/>
                  <a:pt x="667" y="215"/>
                </a:cubicBezTo>
                <a:cubicBezTo>
                  <a:pt x="668" y="215"/>
                  <a:pt x="669" y="215"/>
                  <a:pt x="670" y="215"/>
                </a:cubicBezTo>
                <a:cubicBezTo>
                  <a:pt x="671" y="214"/>
                  <a:pt x="672" y="214"/>
                  <a:pt x="672" y="213"/>
                </a:cubicBezTo>
                <a:cubicBezTo>
                  <a:pt x="673" y="213"/>
                  <a:pt x="673" y="212"/>
                  <a:pt x="673" y="212"/>
                </a:cubicBezTo>
                <a:cubicBezTo>
                  <a:pt x="673" y="211"/>
                  <a:pt x="673" y="211"/>
                  <a:pt x="673" y="210"/>
                </a:cubicBezTo>
                <a:cubicBezTo>
                  <a:pt x="672" y="210"/>
                  <a:pt x="672" y="209"/>
                  <a:pt x="671" y="209"/>
                </a:cubicBezTo>
                <a:cubicBezTo>
                  <a:pt x="670" y="209"/>
                  <a:pt x="670" y="208"/>
                  <a:pt x="669" y="208"/>
                </a:cubicBezTo>
                <a:cubicBezTo>
                  <a:pt x="668" y="208"/>
                  <a:pt x="667" y="208"/>
                  <a:pt x="666" y="208"/>
                </a:cubicBezTo>
                <a:cubicBezTo>
                  <a:pt x="664" y="208"/>
                  <a:pt x="663" y="208"/>
                  <a:pt x="662" y="208"/>
                </a:cubicBezTo>
                <a:close/>
                <a:moveTo>
                  <a:pt x="305" y="208"/>
                </a:moveTo>
                <a:cubicBezTo>
                  <a:pt x="305" y="208"/>
                  <a:pt x="304" y="208"/>
                  <a:pt x="304" y="208"/>
                </a:cubicBezTo>
                <a:cubicBezTo>
                  <a:pt x="304" y="208"/>
                  <a:pt x="304" y="208"/>
                  <a:pt x="303" y="208"/>
                </a:cubicBezTo>
                <a:cubicBezTo>
                  <a:pt x="303" y="208"/>
                  <a:pt x="303" y="208"/>
                  <a:pt x="303" y="208"/>
                </a:cubicBezTo>
                <a:cubicBezTo>
                  <a:pt x="302" y="208"/>
                  <a:pt x="302" y="208"/>
                  <a:pt x="302" y="208"/>
                </a:cubicBezTo>
                <a:cubicBezTo>
                  <a:pt x="301" y="208"/>
                  <a:pt x="300" y="208"/>
                  <a:pt x="299" y="208"/>
                </a:cubicBezTo>
                <a:cubicBezTo>
                  <a:pt x="298" y="208"/>
                  <a:pt x="297" y="209"/>
                  <a:pt x="296" y="209"/>
                </a:cubicBezTo>
                <a:cubicBezTo>
                  <a:pt x="295" y="209"/>
                  <a:pt x="294" y="210"/>
                  <a:pt x="294" y="210"/>
                </a:cubicBezTo>
                <a:cubicBezTo>
                  <a:pt x="293" y="211"/>
                  <a:pt x="293" y="211"/>
                  <a:pt x="293" y="212"/>
                </a:cubicBezTo>
                <a:cubicBezTo>
                  <a:pt x="292" y="212"/>
                  <a:pt x="292" y="213"/>
                  <a:pt x="293" y="213"/>
                </a:cubicBezTo>
                <a:cubicBezTo>
                  <a:pt x="293" y="214"/>
                  <a:pt x="293" y="214"/>
                  <a:pt x="294" y="215"/>
                </a:cubicBezTo>
                <a:cubicBezTo>
                  <a:pt x="295" y="215"/>
                  <a:pt x="296" y="215"/>
                  <a:pt x="296" y="215"/>
                </a:cubicBezTo>
                <a:cubicBezTo>
                  <a:pt x="297" y="216"/>
                  <a:pt x="298" y="216"/>
                  <a:pt x="299" y="216"/>
                </a:cubicBezTo>
                <a:cubicBezTo>
                  <a:pt x="300" y="216"/>
                  <a:pt x="300" y="216"/>
                  <a:pt x="300" y="216"/>
                </a:cubicBezTo>
                <a:cubicBezTo>
                  <a:pt x="301" y="216"/>
                  <a:pt x="301" y="216"/>
                  <a:pt x="301" y="216"/>
                </a:cubicBezTo>
                <a:cubicBezTo>
                  <a:pt x="301" y="216"/>
                  <a:pt x="302" y="216"/>
                  <a:pt x="302" y="216"/>
                </a:cubicBezTo>
                <a:cubicBezTo>
                  <a:pt x="302" y="216"/>
                  <a:pt x="302" y="216"/>
                  <a:pt x="303" y="215"/>
                </a:cubicBezTo>
                <a:cubicBezTo>
                  <a:pt x="304" y="215"/>
                  <a:pt x="304" y="215"/>
                  <a:pt x="305" y="215"/>
                </a:cubicBezTo>
                <a:cubicBezTo>
                  <a:pt x="306" y="215"/>
                  <a:pt x="306" y="214"/>
                  <a:pt x="307" y="214"/>
                </a:cubicBezTo>
                <a:cubicBezTo>
                  <a:pt x="307" y="214"/>
                  <a:pt x="308" y="213"/>
                  <a:pt x="308" y="213"/>
                </a:cubicBezTo>
                <a:cubicBezTo>
                  <a:pt x="308" y="213"/>
                  <a:pt x="309" y="212"/>
                  <a:pt x="309" y="212"/>
                </a:cubicBezTo>
                <a:cubicBezTo>
                  <a:pt x="309" y="211"/>
                  <a:pt x="309" y="211"/>
                  <a:pt x="309" y="211"/>
                </a:cubicBezTo>
                <a:cubicBezTo>
                  <a:pt x="309" y="210"/>
                  <a:pt x="308" y="210"/>
                  <a:pt x="308" y="210"/>
                </a:cubicBezTo>
                <a:cubicBezTo>
                  <a:pt x="308" y="209"/>
                  <a:pt x="307" y="209"/>
                  <a:pt x="307" y="209"/>
                </a:cubicBezTo>
                <a:cubicBezTo>
                  <a:pt x="306" y="209"/>
                  <a:pt x="306" y="208"/>
                  <a:pt x="305" y="208"/>
                </a:cubicBezTo>
                <a:cubicBezTo>
                  <a:pt x="305" y="208"/>
                  <a:pt x="306" y="208"/>
                  <a:pt x="305" y="208"/>
                </a:cubicBezTo>
                <a:close/>
                <a:moveTo>
                  <a:pt x="420" y="208"/>
                </a:moveTo>
                <a:cubicBezTo>
                  <a:pt x="419" y="208"/>
                  <a:pt x="418" y="209"/>
                  <a:pt x="417" y="209"/>
                </a:cubicBezTo>
                <a:cubicBezTo>
                  <a:pt x="416" y="209"/>
                  <a:pt x="416" y="210"/>
                  <a:pt x="415" y="210"/>
                </a:cubicBezTo>
                <a:cubicBezTo>
                  <a:pt x="414" y="211"/>
                  <a:pt x="414" y="211"/>
                  <a:pt x="414" y="212"/>
                </a:cubicBezTo>
                <a:cubicBezTo>
                  <a:pt x="414" y="212"/>
                  <a:pt x="414" y="213"/>
                  <a:pt x="414" y="213"/>
                </a:cubicBezTo>
                <a:cubicBezTo>
                  <a:pt x="414" y="214"/>
                  <a:pt x="415" y="214"/>
                  <a:pt x="416" y="215"/>
                </a:cubicBezTo>
                <a:cubicBezTo>
                  <a:pt x="416" y="215"/>
                  <a:pt x="417" y="215"/>
                  <a:pt x="418" y="215"/>
                </a:cubicBezTo>
                <a:cubicBezTo>
                  <a:pt x="419" y="216"/>
                  <a:pt x="420" y="216"/>
                  <a:pt x="421" y="216"/>
                </a:cubicBezTo>
                <a:cubicBezTo>
                  <a:pt x="422" y="216"/>
                  <a:pt x="423" y="216"/>
                  <a:pt x="424" y="215"/>
                </a:cubicBezTo>
                <a:cubicBezTo>
                  <a:pt x="425" y="215"/>
                  <a:pt x="426" y="215"/>
                  <a:pt x="427" y="215"/>
                </a:cubicBezTo>
                <a:cubicBezTo>
                  <a:pt x="428" y="214"/>
                  <a:pt x="429" y="214"/>
                  <a:pt x="429" y="213"/>
                </a:cubicBezTo>
                <a:cubicBezTo>
                  <a:pt x="430" y="213"/>
                  <a:pt x="430" y="212"/>
                  <a:pt x="430" y="212"/>
                </a:cubicBezTo>
                <a:cubicBezTo>
                  <a:pt x="430" y="211"/>
                  <a:pt x="430" y="211"/>
                  <a:pt x="430" y="210"/>
                </a:cubicBezTo>
                <a:cubicBezTo>
                  <a:pt x="430" y="210"/>
                  <a:pt x="429" y="209"/>
                  <a:pt x="429" y="209"/>
                </a:cubicBezTo>
                <a:cubicBezTo>
                  <a:pt x="428" y="209"/>
                  <a:pt x="427" y="208"/>
                  <a:pt x="426" y="208"/>
                </a:cubicBezTo>
                <a:cubicBezTo>
                  <a:pt x="425" y="208"/>
                  <a:pt x="424" y="208"/>
                  <a:pt x="423" y="208"/>
                </a:cubicBezTo>
                <a:cubicBezTo>
                  <a:pt x="422" y="208"/>
                  <a:pt x="421" y="208"/>
                  <a:pt x="420" y="208"/>
                </a:cubicBezTo>
                <a:close/>
                <a:moveTo>
                  <a:pt x="546" y="208"/>
                </a:moveTo>
                <a:cubicBezTo>
                  <a:pt x="546" y="208"/>
                  <a:pt x="546" y="208"/>
                  <a:pt x="546" y="208"/>
                </a:cubicBezTo>
                <a:cubicBezTo>
                  <a:pt x="545" y="208"/>
                  <a:pt x="545" y="208"/>
                  <a:pt x="545" y="208"/>
                </a:cubicBezTo>
                <a:cubicBezTo>
                  <a:pt x="545" y="208"/>
                  <a:pt x="545" y="208"/>
                  <a:pt x="545" y="208"/>
                </a:cubicBezTo>
                <a:cubicBezTo>
                  <a:pt x="545" y="208"/>
                  <a:pt x="544" y="208"/>
                  <a:pt x="544" y="208"/>
                </a:cubicBezTo>
                <a:cubicBezTo>
                  <a:pt x="543" y="208"/>
                  <a:pt x="542" y="208"/>
                  <a:pt x="541" y="208"/>
                </a:cubicBezTo>
                <a:cubicBezTo>
                  <a:pt x="540" y="208"/>
                  <a:pt x="539" y="209"/>
                  <a:pt x="538" y="209"/>
                </a:cubicBezTo>
                <a:cubicBezTo>
                  <a:pt x="538" y="209"/>
                  <a:pt x="537" y="210"/>
                  <a:pt x="536" y="210"/>
                </a:cubicBezTo>
                <a:cubicBezTo>
                  <a:pt x="536" y="211"/>
                  <a:pt x="535" y="211"/>
                  <a:pt x="535" y="212"/>
                </a:cubicBezTo>
                <a:cubicBezTo>
                  <a:pt x="535" y="212"/>
                  <a:pt x="535" y="213"/>
                  <a:pt x="536" y="213"/>
                </a:cubicBezTo>
                <a:cubicBezTo>
                  <a:pt x="536" y="214"/>
                  <a:pt x="536" y="214"/>
                  <a:pt x="537" y="215"/>
                </a:cubicBezTo>
                <a:cubicBezTo>
                  <a:pt x="538" y="215"/>
                  <a:pt x="539" y="215"/>
                  <a:pt x="539" y="215"/>
                </a:cubicBezTo>
                <a:cubicBezTo>
                  <a:pt x="540" y="216"/>
                  <a:pt x="541" y="216"/>
                  <a:pt x="543" y="216"/>
                </a:cubicBezTo>
                <a:cubicBezTo>
                  <a:pt x="543" y="216"/>
                  <a:pt x="543" y="216"/>
                  <a:pt x="543" y="216"/>
                </a:cubicBezTo>
                <a:cubicBezTo>
                  <a:pt x="543" y="216"/>
                  <a:pt x="543" y="216"/>
                  <a:pt x="543" y="216"/>
                </a:cubicBezTo>
                <a:cubicBezTo>
                  <a:pt x="544" y="216"/>
                  <a:pt x="544" y="216"/>
                  <a:pt x="544" y="216"/>
                </a:cubicBezTo>
                <a:cubicBezTo>
                  <a:pt x="544" y="216"/>
                  <a:pt x="544" y="216"/>
                  <a:pt x="544" y="216"/>
                </a:cubicBezTo>
                <a:cubicBezTo>
                  <a:pt x="545" y="216"/>
                  <a:pt x="546" y="215"/>
                  <a:pt x="547" y="215"/>
                </a:cubicBezTo>
                <a:cubicBezTo>
                  <a:pt x="548" y="215"/>
                  <a:pt x="548" y="215"/>
                  <a:pt x="549" y="214"/>
                </a:cubicBezTo>
                <a:cubicBezTo>
                  <a:pt x="550" y="214"/>
                  <a:pt x="550" y="214"/>
                  <a:pt x="551" y="213"/>
                </a:cubicBezTo>
                <a:cubicBezTo>
                  <a:pt x="551" y="213"/>
                  <a:pt x="551" y="212"/>
                  <a:pt x="552" y="212"/>
                </a:cubicBezTo>
                <a:cubicBezTo>
                  <a:pt x="552" y="211"/>
                  <a:pt x="552" y="211"/>
                  <a:pt x="551" y="211"/>
                </a:cubicBezTo>
                <a:cubicBezTo>
                  <a:pt x="551" y="210"/>
                  <a:pt x="551" y="210"/>
                  <a:pt x="550" y="209"/>
                </a:cubicBezTo>
                <a:cubicBezTo>
                  <a:pt x="550" y="209"/>
                  <a:pt x="549" y="209"/>
                  <a:pt x="548" y="209"/>
                </a:cubicBezTo>
                <a:cubicBezTo>
                  <a:pt x="548" y="208"/>
                  <a:pt x="547" y="208"/>
                  <a:pt x="546" y="208"/>
                </a:cubicBezTo>
                <a:cubicBezTo>
                  <a:pt x="546" y="208"/>
                  <a:pt x="547" y="208"/>
                  <a:pt x="546" y="208"/>
                </a:cubicBezTo>
                <a:close/>
                <a:moveTo>
                  <a:pt x="258" y="208"/>
                </a:moveTo>
                <a:cubicBezTo>
                  <a:pt x="257" y="208"/>
                  <a:pt x="256" y="209"/>
                  <a:pt x="255" y="209"/>
                </a:cubicBezTo>
                <a:cubicBezTo>
                  <a:pt x="255" y="209"/>
                  <a:pt x="254" y="210"/>
                  <a:pt x="253" y="210"/>
                </a:cubicBezTo>
                <a:cubicBezTo>
                  <a:pt x="253" y="211"/>
                  <a:pt x="252" y="211"/>
                  <a:pt x="252" y="212"/>
                </a:cubicBezTo>
                <a:cubicBezTo>
                  <a:pt x="252" y="212"/>
                  <a:pt x="252" y="213"/>
                  <a:pt x="252" y="213"/>
                </a:cubicBezTo>
                <a:cubicBezTo>
                  <a:pt x="253" y="214"/>
                  <a:pt x="253" y="214"/>
                  <a:pt x="254" y="215"/>
                </a:cubicBezTo>
                <a:cubicBezTo>
                  <a:pt x="254" y="215"/>
                  <a:pt x="255" y="215"/>
                  <a:pt x="256" y="215"/>
                </a:cubicBezTo>
                <a:cubicBezTo>
                  <a:pt x="257" y="216"/>
                  <a:pt x="258" y="216"/>
                  <a:pt x="259" y="216"/>
                </a:cubicBezTo>
                <a:cubicBezTo>
                  <a:pt x="260" y="216"/>
                  <a:pt x="261" y="216"/>
                  <a:pt x="262" y="215"/>
                </a:cubicBezTo>
                <a:cubicBezTo>
                  <a:pt x="263" y="215"/>
                  <a:pt x="264" y="215"/>
                  <a:pt x="265" y="215"/>
                </a:cubicBezTo>
                <a:cubicBezTo>
                  <a:pt x="266" y="214"/>
                  <a:pt x="267" y="214"/>
                  <a:pt x="267" y="213"/>
                </a:cubicBezTo>
                <a:cubicBezTo>
                  <a:pt x="268" y="213"/>
                  <a:pt x="268" y="212"/>
                  <a:pt x="268" y="212"/>
                </a:cubicBezTo>
                <a:cubicBezTo>
                  <a:pt x="268" y="211"/>
                  <a:pt x="268" y="211"/>
                  <a:pt x="268" y="210"/>
                </a:cubicBezTo>
                <a:cubicBezTo>
                  <a:pt x="268" y="210"/>
                  <a:pt x="267" y="209"/>
                  <a:pt x="267" y="209"/>
                </a:cubicBezTo>
                <a:cubicBezTo>
                  <a:pt x="266" y="209"/>
                  <a:pt x="265" y="208"/>
                  <a:pt x="265" y="208"/>
                </a:cubicBezTo>
                <a:cubicBezTo>
                  <a:pt x="264" y="208"/>
                  <a:pt x="263" y="208"/>
                  <a:pt x="261" y="208"/>
                </a:cubicBezTo>
                <a:cubicBezTo>
                  <a:pt x="260" y="208"/>
                  <a:pt x="259" y="208"/>
                  <a:pt x="258" y="208"/>
                </a:cubicBezTo>
                <a:close/>
                <a:moveTo>
                  <a:pt x="708" y="208"/>
                </a:moveTo>
                <a:cubicBezTo>
                  <a:pt x="707" y="208"/>
                  <a:pt x="707" y="208"/>
                  <a:pt x="707" y="208"/>
                </a:cubicBezTo>
                <a:cubicBezTo>
                  <a:pt x="707" y="208"/>
                  <a:pt x="707" y="208"/>
                  <a:pt x="707" y="208"/>
                </a:cubicBezTo>
                <a:cubicBezTo>
                  <a:pt x="707" y="208"/>
                  <a:pt x="707" y="208"/>
                  <a:pt x="706" y="208"/>
                </a:cubicBezTo>
                <a:cubicBezTo>
                  <a:pt x="706" y="208"/>
                  <a:pt x="706" y="208"/>
                  <a:pt x="706" y="208"/>
                </a:cubicBezTo>
                <a:cubicBezTo>
                  <a:pt x="705" y="208"/>
                  <a:pt x="704" y="208"/>
                  <a:pt x="703" y="208"/>
                </a:cubicBezTo>
                <a:cubicBezTo>
                  <a:pt x="702" y="208"/>
                  <a:pt x="701" y="209"/>
                  <a:pt x="700" y="209"/>
                </a:cubicBezTo>
                <a:cubicBezTo>
                  <a:pt x="699" y="209"/>
                  <a:pt x="699" y="210"/>
                  <a:pt x="698" y="210"/>
                </a:cubicBezTo>
                <a:cubicBezTo>
                  <a:pt x="698" y="211"/>
                  <a:pt x="697" y="211"/>
                  <a:pt x="697" y="212"/>
                </a:cubicBezTo>
                <a:cubicBezTo>
                  <a:pt x="697" y="212"/>
                  <a:pt x="697" y="213"/>
                  <a:pt x="698" y="213"/>
                </a:cubicBezTo>
                <a:cubicBezTo>
                  <a:pt x="698" y="214"/>
                  <a:pt x="698" y="214"/>
                  <a:pt x="699" y="215"/>
                </a:cubicBezTo>
                <a:cubicBezTo>
                  <a:pt x="700" y="215"/>
                  <a:pt x="701" y="215"/>
                  <a:pt x="701" y="215"/>
                </a:cubicBezTo>
                <a:cubicBezTo>
                  <a:pt x="702" y="216"/>
                  <a:pt x="703" y="216"/>
                  <a:pt x="705" y="216"/>
                </a:cubicBezTo>
                <a:cubicBezTo>
                  <a:pt x="705" y="216"/>
                  <a:pt x="705" y="216"/>
                  <a:pt x="705" y="216"/>
                </a:cubicBezTo>
                <a:cubicBezTo>
                  <a:pt x="705" y="216"/>
                  <a:pt x="705" y="216"/>
                  <a:pt x="705" y="216"/>
                </a:cubicBezTo>
                <a:cubicBezTo>
                  <a:pt x="706" y="216"/>
                  <a:pt x="706" y="216"/>
                  <a:pt x="706" y="216"/>
                </a:cubicBezTo>
                <a:cubicBezTo>
                  <a:pt x="706" y="216"/>
                  <a:pt x="706" y="216"/>
                  <a:pt x="706" y="216"/>
                </a:cubicBezTo>
                <a:cubicBezTo>
                  <a:pt x="707" y="216"/>
                  <a:pt x="708" y="215"/>
                  <a:pt x="709" y="215"/>
                </a:cubicBezTo>
                <a:cubicBezTo>
                  <a:pt x="710" y="215"/>
                  <a:pt x="710" y="215"/>
                  <a:pt x="711" y="214"/>
                </a:cubicBezTo>
                <a:cubicBezTo>
                  <a:pt x="712" y="214"/>
                  <a:pt x="712" y="214"/>
                  <a:pt x="713" y="213"/>
                </a:cubicBezTo>
                <a:cubicBezTo>
                  <a:pt x="713" y="213"/>
                  <a:pt x="713" y="212"/>
                  <a:pt x="713" y="212"/>
                </a:cubicBezTo>
                <a:cubicBezTo>
                  <a:pt x="713" y="211"/>
                  <a:pt x="713" y="211"/>
                  <a:pt x="713" y="211"/>
                </a:cubicBezTo>
                <a:cubicBezTo>
                  <a:pt x="713" y="210"/>
                  <a:pt x="712" y="210"/>
                  <a:pt x="712" y="209"/>
                </a:cubicBezTo>
                <a:cubicBezTo>
                  <a:pt x="711" y="209"/>
                  <a:pt x="711" y="209"/>
                  <a:pt x="710" y="209"/>
                </a:cubicBezTo>
                <a:cubicBezTo>
                  <a:pt x="709" y="208"/>
                  <a:pt x="708" y="208"/>
                  <a:pt x="708" y="208"/>
                </a:cubicBezTo>
                <a:cubicBezTo>
                  <a:pt x="707" y="208"/>
                  <a:pt x="708" y="208"/>
                  <a:pt x="708" y="208"/>
                </a:cubicBezTo>
                <a:close/>
                <a:moveTo>
                  <a:pt x="501" y="208"/>
                </a:moveTo>
                <a:cubicBezTo>
                  <a:pt x="500" y="208"/>
                  <a:pt x="499" y="209"/>
                  <a:pt x="498" y="209"/>
                </a:cubicBezTo>
                <a:cubicBezTo>
                  <a:pt x="497" y="209"/>
                  <a:pt x="496" y="210"/>
                  <a:pt x="496" y="210"/>
                </a:cubicBezTo>
                <a:cubicBezTo>
                  <a:pt x="495" y="211"/>
                  <a:pt x="495" y="211"/>
                  <a:pt x="495" y="212"/>
                </a:cubicBezTo>
                <a:cubicBezTo>
                  <a:pt x="495" y="212"/>
                  <a:pt x="495" y="213"/>
                  <a:pt x="495" y="213"/>
                </a:cubicBezTo>
                <a:cubicBezTo>
                  <a:pt x="495" y="214"/>
                  <a:pt x="496" y="214"/>
                  <a:pt x="497" y="215"/>
                </a:cubicBezTo>
                <a:cubicBezTo>
                  <a:pt x="497" y="215"/>
                  <a:pt x="498" y="215"/>
                  <a:pt x="499" y="215"/>
                </a:cubicBezTo>
                <a:cubicBezTo>
                  <a:pt x="500" y="216"/>
                  <a:pt x="501" y="216"/>
                  <a:pt x="502" y="216"/>
                </a:cubicBezTo>
                <a:cubicBezTo>
                  <a:pt x="503" y="216"/>
                  <a:pt x="504" y="216"/>
                  <a:pt x="505" y="215"/>
                </a:cubicBezTo>
                <a:cubicBezTo>
                  <a:pt x="506" y="215"/>
                  <a:pt x="507" y="215"/>
                  <a:pt x="508" y="215"/>
                </a:cubicBezTo>
                <a:cubicBezTo>
                  <a:pt x="509" y="214"/>
                  <a:pt x="510" y="214"/>
                  <a:pt x="510" y="213"/>
                </a:cubicBezTo>
                <a:cubicBezTo>
                  <a:pt x="511" y="213"/>
                  <a:pt x="511" y="212"/>
                  <a:pt x="511" y="212"/>
                </a:cubicBezTo>
                <a:cubicBezTo>
                  <a:pt x="511" y="211"/>
                  <a:pt x="511" y="211"/>
                  <a:pt x="511" y="210"/>
                </a:cubicBezTo>
                <a:cubicBezTo>
                  <a:pt x="511" y="210"/>
                  <a:pt x="510" y="209"/>
                  <a:pt x="509" y="209"/>
                </a:cubicBezTo>
                <a:cubicBezTo>
                  <a:pt x="509" y="209"/>
                  <a:pt x="508" y="208"/>
                  <a:pt x="507" y="208"/>
                </a:cubicBezTo>
                <a:cubicBezTo>
                  <a:pt x="506" y="208"/>
                  <a:pt x="505" y="208"/>
                  <a:pt x="504" y="208"/>
                </a:cubicBezTo>
                <a:cubicBezTo>
                  <a:pt x="503" y="208"/>
                  <a:pt x="502" y="208"/>
                  <a:pt x="501" y="208"/>
                </a:cubicBezTo>
                <a:close/>
                <a:moveTo>
                  <a:pt x="386" y="208"/>
                </a:moveTo>
                <a:cubicBezTo>
                  <a:pt x="386" y="208"/>
                  <a:pt x="385" y="208"/>
                  <a:pt x="385" y="208"/>
                </a:cubicBezTo>
                <a:cubicBezTo>
                  <a:pt x="385" y="208"/>
                  <a:pt x="385" y="208"/>
                  <a:pt x="384" y="208"/>
                </a:cubicBezTo>
                <a:cubicBezTo>
                  <a:pt x="384" y="208"/>
                  <a:pt x="384" y="208"/>
                  <a:pt x="383" y="208"/>
                </a:cubicBezTo>
                <a:cubicBezTo>
                  <a:pt x="383" y="208"/>
                  <a:pt x="383" y="208"/>
                  <a:pt x="383" y="208"/>
                </a:cubicBezTo>
                <a:cubicBezTo>
                  <a:pt x="382" y="208"/>
                  <a:pt x="380" y="208"/>
                  <a:pt x="379" y="208"/>
                </a:cubicBezTo>
                <a:cubicBezTo>
                  <a:pt x="378" y="208"/>
                  <a:pt x="377" y="209"/>
                  <a:pt x="377" y="209"/>
                </a:cubicBezTo>
                <a:cubicBezTo>
                  <a:pt x="376" y="209"/>
                  <a:pt x="375" y="210"/>
                  <a:pt x="375" y="210"/>
                </a:cubicBezTo>
                <a:cubicBezTo>
                  <a:pt x="374" y="211"/>
                  <a:pt x="374" y="211"/>
                  <a:pt x="374" y="212"/>
                </a:cubicBezTo>
                <a:cubicBezTo>
                  <a:pt x="373" y="212"/>
                  <a:pt x="373" y="213"/>
                  <a:pt x="374" y="213"/>
                </a:cubicBezTo>
                <a:cubicBezTo>
                  <a:pt x="374" y="214"/>
                  <a:pt x="374" y="214"/>
                  <a:pt x="375" y="215"/>
                </a:cubicBezTo>
                <a:cubicBezTo>
                  <a:pt x="376" y="215"/>
                  <a:pt x="377" y="215"/>
                  <a:pt x="377" y="215"/>
                </a:cubicBezTo>
                <a:cubicBezTo>
                  <a:pt x="378" y="216"/>
                  <a:pt x="379" y="216"/>
                  <a:pt x="381" y="216"/>
                </a:cubicBezTo>
                <a:cubicBezTo>
                  <a:pt x="381" y="216"/>
                  <a:pt x="381" y="216"/>
                  <a:pt x="381" y="216"/>
                </a:cubicBezTo>
                <a:cubicBezTo>
                  <a:pt x="382" y="216"/>
                  <a:pt x="382" y="216"/>
                  <a:pt x="382" y="216"/>
                </a:cubicBezTo>
                <a:cubicBezTo>
                  <a:pt x="382" y="216"/>
                  <a:pt x="383" y="216"/>
                  <a:pt x="383" y="216"/>
                </a:cubicBezTo>
                <a:cubicBezTo>
                  <a:pt x="383" y="216"/>
                  <a:pt x="384" y="216"/>
                  <a:pt x="384" y="215"/>
                </a:cubicBezTo>
                <a:cubicBezTo>
                  <a:pt x="385" y="215"/>
                  <a:pt x="385" y="215"/>
                  <a:pt x="386" y="215"/>
                </a:cubicBezTo>
                <a:cubicBezTo>
                  <a:pt x="387" y="215"/>
                  <a:pt x="387" y="214"/>
                  <a:pt x="388" y="214"/>
                </a:cubicBezTo>
                <a:cubicBezTo>
                  <a:pt x="388" y="214"/>
                  <a:pt x="389" y="213"/>
                  <a:pt x="389" y="213"/>
                </a:cubicBezTo>
                <a:cubicBezTo>
                  <a:pt x="389" y="213"/>
                  <a:pt x="390" y="212"/>
                  <a:pt x="390" y="212"/>
                </a:cubicBezTo>
                <a:cubicBezTo>
                  <a:pt x="390" y="211"/>
                  <a:pt x="390" y="211"/>
                  <a:pt x="390" y="211"/>
                </a:cubicBezTo>
                <a:cubicBezTo>
                  <a:pt x="390" y="210"/>
                  <a:pt x="389" y="210"/>
                  <a:pt x="389" y="210"/>
                </a:cubicBezTo>
                <a:cubicBezTo>
                  <a:pt x="389" y="209"/>
                  <a:pt x="388" y="209"/>
                  <a:pt x="388" y="209"/>
                </a:cubicBezTo>
                <a:cubicBezTo>
                  <a:pt x="387" y="209"/>
                  <a:pt x="386" y="208"/>
                  <a:pt x="386" y="208"/>
                </a:cubicBezTo>
                <a:cubicBezTo>
                  <a:pt x="386" y="208"/>
                  <a:pt x="386" y="208"/>
                  <a:pt x="386" y="208"/>
                </a:cubicBezTo>
                <a:close/>
                <a:moveTo>
                  <a:pt x="743" y="208"/>
                </a:moveTo>
                <a:cubicBezTo>
                  <a:pt x="742" y="208"/>
                  <a:pt x="741" y="209"/>
                  <a:pt x="740" y="209"/>
                </a:cubicBezTo>
                <a:cubicBezTo>
                  <a:pt x="740" y="209"/>
                  <a:pt x="739" y="210"/>
                  <a:pt x="739" y="210"/>
                </a:cubicBezTo>
                <a:cubicBezTo>
                  <a:pt x="738" y="211"/>
                  <a:pt x="738" y="211"/>
                  <a:pt x="738" y="212"/>
                </a:cubicBezTo>
                <a:cubicBezTo>
                  <a:pt x="738" y="212"/>
                  <a:pt x="738" y="213"/>
                  <a:pt x="738" y="213"/>
                </a:cubicBezTo>
                <a:cubicBezTo>
                  <a:pt x="738" y="214"/>
                  <a:pt x="739" y="214"/>
                  <a:pt x="740" y="215"/>
                </a:cubicBezTo>
                <a:cubicBezTo>
                  <a:pt x="740" y="215"/>
                  <a:pt x="741" y="215"/>
                  <a:pt x="742" y="215"/>
                </a:cubicBezTo>
                <a:cubicBezTo>
                  <a:pt x="743" y="216"/>
                  <a:pt x="744" y="216"/>
                  <a:pt x="745" y="216"/>
                </a:cubicBezTo>
                <a:cubicBezTo>
                  <a:pt x="746" y="216"/>
                  <a:pt x="747" y="216"/>
                  <a:pt x="748" y="215"/>
                </a:cubicBezTo>
                <a:cubicBezTo>
                  <a:pt x="749" y="215"/>
                  <a:pt x="750" y="215"/>
                  <a:pt x="751" y="215"/>
                </a:cubicBezTo>
                <a:cubicBezTo>
                  <a:pt x="752" y="214"/>
                  <a:pt x="752" y="214"/>
                  <a:pt x="753" y="213"/>
                </a:cubicBezTo>
                <a:cubicBezTo>
                  <a:pt x="753" y="213"/>
                  <a:pt x="754" y="212"/>
                  <a:pt x="754" y="212"/>
                </a:cubicBezTo>
                <a:cubicBezTo>
                  <a:pt x="754" y="211"/>
                  <a:pt x="754" y="211"/>
                  <a:pt x="753" y="210"/>
                </a:cubicBezTo>
                <a:cubicBezTo>
                  <a:pt x="753" y="210"/>
                  <a:pt x="753" y="209"/>
                  <a:pt x="752" y="209"/>
                </a:cubicBezTo>
                <a:cubicBezTo>
                  <a:pt x="751" y="209"/>
                  <a:pt x="750" y="208"/>
                  <a:pt x="749" y="208"/>
                </a:cubicBezTo>
                <a:cubicBezTo>
                  <a:pt x="749" y="208"/>
                  <a:pt x="748" y="208"/>
                  <a:pt x="746" y="208"/>
                </a:cubicBezTo>
                <a:cubicBezTo>
                  <a:pt x="745" y="208"/>
                  <a:pt x="744" y="208"/>
                  <a:pt x="743" y="208"/>
                </a:cubicBezTo>
                <a:close/>
                <a:moveTo>
                  <a:pt x="468" y="209"/>
                </a:moveTo>
                <a:cubicBezTo>
                  <a:pt x="467" y="208"/>
                  <a:pt x="466" y="208"/>
                  <a:pt x="465" y="208"/>
                </a:cubicBezTo>
                <a:cubicBezTo>
                  <a:pt x="465" y="208"/>
                  <a:pt x="465" y="208"/>
                  <a:pt x="465" y="208"/>
                </a:cubicBezTo>
                <a:cubicBezTo>
                  <a:pt x="465" y="208"/>
                  <a:pt x="464" y="208"/>
                  <a:pt x="464" y="208"/>
                </a:cubicBezTo>
                <a:cubicBezTo>
                  <a:pt x="464" y="208"/>
                  <a:pt x="464" y="208"/>
                  <a:pt x="464" y="208"/>
                </a:cubicBezTo>
                <a:cubicBezTo>
                  <a:pt x="464" y="208"/>
                  <a:pt x="464" y="208"/>
                  <a:pt x="463" y="208"/>
                </a:cubicBezTo>
                <a:cubicBezTo>
                  <a:pt x="462" y="208"/>
                  <a:pt x="461" y="208"/>
                  <a:pt x="460" y="208"/>
                </a:cubicBezTo>
                <a:cubicBezTo>
                  <a:pt x="459" y="208"/>
                  <a:pt x="458" y="209"/>
                  <a:pt x="457" y="209"/>
                </a:cubicBezTo>
                <a:cubicBezTo>
                  <a:pt x="457" y="209"/>
                  <a:pt x="456" y="210"/>
                  <a:pt x="455" y="210"/>
                </a:cubicBezTo>
                <a:cubicBezTo>
                  <a:pt x="455" y="211"/>
                  <a:pt x="455" y="211"/>
                  <a:pt x="454" y="212"/>
                </a:cubicBezTo>
                <a:cubicBezTo>
                  <a:pt x="454" y="212"/>
                  <a:pt x="454" y="213"/>
                  <a:pt x="455" y="213"/>
                </a:cubicBezTo>
                <a:cubicBezTo>
                  <a:pt x="455" y="214"/>
                  <a:pt x="455" y="214"/>
                  <a:pt x="456" y="215"/>
                </a:cubicBezTo>
                <a:cubicBezTo>
                  <a:pt x="457" y="215"/>
                  <a:pt x="458" y="215"/>
                  <a:pt x="458" y="215"/>
                </a:cubicBezTo>
                <a:cubicBezTo>
                  <a:pt x="459" y="216"/>
                  <a:pt x="460" y="216"/>
                  <a:pt x="462" y="216"/>
                </a:cubicBezTo>
                <a:cubicBezTo>
                  <a:pt x="462" y="216"/>
                  <a:pt x="462" y="216"/>
                  <a:pt x="462" y="216"/>
                </a:cubicBezTo>
                <a:cubicBezTo>
                  <a:pt x="462" y="216"/>
                  <a:pt x="462" y="216"/>
                  <a:pt x="462" y="216"/>
                </a:cubicBezTo>
                <a:cubicBezTo>
                  <a:pt x="463" y="216"/>
                  <a:pt x="463" y="216"/>
                  <a:pt x="463" y="216"/>
                </a:cubicBezTo>
                <a:cubicBezTo>
                  <a:pt x="463" y="216"/>
                  <a:pt x="463" y="216"/>
                  <a:pt x="463" y="216"/>
                </a:cubicBezTo>
                <a:cubicBezTo>
                  <a:pt x="463" y="216"/>
                  <a:pt x="464" y="216"/>
                  <a:pt x="464" y="216"/>
                </a:cubicBezTo>
                <a:cubicBezTo>
                  <a:pt x="464" y="216"/>
                  <a:pt x="465" y="216"/>
                  <a:pt x="465" y="215"/>
                </a:cubicBezTo>
                <a:cubicBezTo>
                  <a:pt x="465" y="215"/>
                  <a:pt x="465" y="215"/>
                  <a:pt x="466" y="215"/>
                </a:cubicBezTo>
                <a:cubicBezTo>
                  <a:pt x="466" y="215"/>
                  <a:pt x="466" y="215"/>
                  <a:pt x="466" y="215"/>
                </a:cubicBezTo>
                <a:cubicBezTo>
                  <a:pt x="468" y="215"/>
                  <a:pt x="468" y="215"/>
                  <a:pt x="468" y="215"/>
                </a:cubicBezTo>
                <a:cubicBezTo>
                  <a:pt x="468" y="214"/>
                  <a:pt x="469" y="214"/>
                  <a:pt x="470" y="213"/>
                </a:cubicBezTo>
                <a:cubicBezTo>
                  <a:pt x="470" y="213"/>
                  <a:pt x="470" y="212"/>
                  <a:pt x="471" y="212"/>
                </a:cubicBezTo>
                <a:cubicBezTo>
                  <a:pt x="471" y="212"/>
                  <a:pt x="471" y="212"/>
                  <a:pt x="471" y="211"/>
                </a:cubicBezTo>
                <a:cubicBezTo>
                  <a:pt x="471" y="211"/>
                  <a:pt x="471" y="211"/>
                  <a:pt x="471" y="211"/>
                </a:cubicBezTo>
                <a:cubicBezTo>
                  <a:pt x="471" y="211"/>
                  <a:pt x="471" y="211"/>
                  <a:pt x="471" y="211"/>
                </a:cubicBezTo>
                <a:cubicBezTo>
                  <a:pt x="470" y="211"/>
                  <a:pt x="470" y="210"/>
                  <a:pt x="470" y="210"/>
                </a:cubicBezTo>
                <a:cubicBezTo>
                  <a:pt x="470" y="210"/>
                  <a:pt x="469" y="209"/>
                  <a:pt x="469" y="209"/>
                </a:cubicBezTo>
                <a:lnTo>
                  <a:pt x="468" y="209"/>
                </a:lnTo>
                <a:close/>
                <a:moveTo>
                  <a:pt x="339" y="208"/>
                </a:moveTo>
                <a:cubicBezTo>
                  <a:pt x="338" y="208"/>
                  <a:pt x="337" y="209"/>
                  <a:pt x="336" y="209"/>
                </a:cubicBezTo>
                <a:cubicBezTo>
                  <a:pt x="335" y="209"/>
                  <a:pt x="335" y="210"/>
                  <a:pt x="334" y="210"/>
                </a:cubicBezTo>
                <a:cubicBezTo>
                  <a:pt x="334" y="211"/>
                  <a:pt x="333" y="211"/>
                  <a:pt x="333" y="212"/>
                </a:cubicBezTo>
                <a:cubicBezTo>
                  <a:pt x="333" y="212"/>
                  <a:pt x="333" y="213"/>
                  <a:pt x="333" y="213"/>
                </a:cubicBezTo>
                <a:cubicBezTo>
                  <a:pt x="334" y="214"/>
                  <a:pt x="334" y="214"/>
                  <a:pt x="335" y="215"/>
                </a:cubicBezTo>
                <a:cubicBezTo>
                  <a:pt x="335" y="215"/>
                  <a:pt x="336" y="215"/>
                  <a:pt x="337" y="215"/>
                </a:cubicBezTo>
                <a:cubicBezTo>
                  <a:pt x="338" y="216"/>
                  <a:pt x="339" y="216"/>
                  <a:pt x="340" y="216"/>
                </a:cubicBezTo>
                <a:cubicBezTo>
                  <a:pt x="341" y="216"/>
                  <a:pt x="342" y="216"/>
                  <a:pt x="343" y="215"/>
                </a:cubicBezTo>
                <a:cubicBezTo>
                  <a:pt x="344" y="215"/>
                  <a:pt x="345" y="215"/>
                  <a:pt x="346" y="215"/>
                </a:cubicBezTo>
                <a:cubicBezTo>
                  <a:pt x="347" y="214"/>
                  <a:pt x="348" y="214"/>
                  <a:pt x="348" y="213"/>
                </a:cubicBezTo>
                <a:cubicBezTo>
                  <a:pt x="349" y="213"/>
                  <a:pt x="349" y="212"/>
                  <a:pt x="349" y="212"/>
                </a:cubicBezTo>
                <a:cubicBezTo>
                  <a:pt x="349" y="211"/>
                  <a:pt x="349" y="211"/>
                  <a:pt x="349" y="210"/>
                </a:cubicBezTo>
                <a:cubicBezTo>
                  <a:pt x="349" y="210"/>
                  <a:pt x="348" y="209"/>
                  <a:pt x="348" y="209"/>
                </a:cubicBezTo>
                <a:cubicBezTo>
                  <a:pt x="347" y="209"/>
                  <a:pt x="346" y="208"/>
                  <a:pt x="345" y="208"/>
                </a:cubicBezTo>
                <a:cubicBezTo>
                  <a:pt x="344" y="208"/>
                  <a:pt x="343" y="208"/>
                  <a:pt x="342" y="208"/>
                </a:cubicBezTo>
                <a:cubicBezTo>
                  <a:pt x="341" y="208"/>
                  <a:pt x="340" y="208"/>
                  <a:pt x="339" y="208"/>
                </a:cubicBezTo>
                <a:close/>
                <a:moveTo>
                  <a:pt x="1794" y="208"/>
                </a:moveTo>
                <a:cubicBezTo>
                  <a:pt x="1793" y="208"/>
                  <a:pt x="1792" y="209"/>
                  <a:pt x="1792" y="209"/>
                </a:cubicBezTo>
                <a:cubicBezTo>
                  <a:pt x="1791" y="209"/>
                  <a:pt x="1790" y="210"/>
                  <a:pt x="1790" y="210"/>
                </a:cubicBezTo>
                <a:cubicBezTo>
                  <a:pt x="1790" y="211"/>
                  <a:pt x="1790" y="211"/>
                  <a:pt x="1790" y="212"/>
                </a:cubicBezTo>
                <a:cubicBezTo>
                  <a:pt x="1790" y="212"/>
                  <a:pt x="1790" y="213"/>
                  <a:pt x="1790" y="213"/>
                </a:cubicBezTo>
                <a:cubicBezTo>
                  <a:pt x="1791" y="214"/>
                  <a:pt x="1792" y="214"/>
                  <a:pt x="1792" y="215"/>
                </a:cubicBezTo>
                <a:cubicBezTo>
                  <a:pt x="1793" y="215"/>
                  <a:pt x="1794" y="215"/>
                  <a:pt x="1795" y="215"/>
                </a:cubicBezTo>
                <a:cubicBezTo>
                  <a:pt x="1796" y="216"/>
                  <a:pt x="1797" y="216"/>
                  <a:pt x="1798" y="216"/>
                </a:cubicBezTo>
                <a:cubicBezTo>
                  <a:pt x="1799" y="216"/>
                  <a:pt x="1801" y="216"/>
                  <a:pt x="1801" y="215"/>
                </a:cubicBezTo>
                <a:cubicBezTo>
                  <a:pt x="1802" y="215"/>
                  <a:pt x="1803" y="215"/>
                  <a:pt x="1804" y="215"/>
                </a:cubicBezTo>
                <a:cubicBezTo>
                  <a:pt x="1805" y="214"/>
                  <a:pt x="1805" y="214"/>
                  <a:pt x="1805" y="213"/>
                </a:cubicBezTo>
                <a:cubicBezTo>
                  <a:pt x="1806" y="213"/>
                  <a:pt x="1806" y="212"/>
                  <a:pt x="1806" y="212"/>
                </a:cubicBezTo>
                <a:cubicBezTo>
                  <a:pt x="1806" y="211"/>
                  <a:pt x="1805" y="211"/>
                  <a:pt x="1805" y="210"/>
                </a:cubicBezTo>
                <a:cubicBezTo>
                  <a:pt x="1804" y="210"/>
                  <a:pt x="1804" y="209"/>
                  <a:pt x="1803" y="209"/>
                </a:cubicBezTo>
                <a:cubicBezTo>
                  <a:pt x="1802" y="209"/>
                  <a:pt x="1801" y="208"/>
                  <a:pt x="1800" y="208"/>
                </a:cubicBezTo>
                <a:cubicBezTo>
                  <a:pt x="1799" y="208"/>
                  <a:pt x="1798" y="208"/>
                  <a:pt x="1797" y="208"/>
                </a:cubicBezTo>
                <a:cubicBezTo>
                  <a:pt x="1796" y="208"/>
                  <a:pt x="1795" y="208"/>
                  <a:pt x="1794" y="208"/>
                </a:cubicBezTo>
                <a:close/>
                <a:moveTo>
                  <a:pt x="1435" y="208"/>
                </a:moveTo>
                <a:cubicBezTo>
                  <a:pt x="1435" y="208"/>
                  <a:pt x="1435" y="208"/>
                  <a:pt x="1435" y="208"/>
                </a:cubicBezTo>
                <a:cubicBezTo>
                  <a:pt x="1434" y="208"/>
                  <a:pt x="1434" y="208"/>
                  <a:pt x="1434" y="208"/>
                </a:cubicBezTo>
                <a:cubicBezTo>
                  <a:pt x="1434" y="208"/>
                  <a:pt x="1434" y="208"/>
                  <a:pt x="1434" y="208"/>
                </a:cubicBezTo>
                <a:cubicBezTo>
                  <a:pt x="1434" y="208"/>
                  <a:pt x="1434" y="208"/>
                  <a:pt x="1433" y="208"/>
                </a:cubicBezTo>
                <a:cubicBezTo>
                  <a:pt x="1432" y="208"/>
                  <a:pt x="1431" y="208"/>
                  <a:pt x="1430" y="208"/>
                </a:cubicBezTo>
                <a:cubicBezTo>
                  <a:pt x="1429" y="208"/>
                  <a:pt x="1428" y="209"/>
                  <a:pt x="1428" y="209"/>
                </a:cubicBezTo>
                <a:cubicBezTo>
                  <a:pt x="1427" y="209"/>
                  <a:pt x="1426" y="210"/>
                  <a:pt x="1426" y="210"/>
                </a:cubicBezTo>
                <a:cubicBezTo>
                  <a:pt x="1426" y="211"/>
                  <a:pt x="1425" y="211"/>
                  <a:pt x="1425" y="212"/>
                </a:cubicBezTo>
                <a:cubicBezTo>
                  <a:pt x="1426" y="212"/>
                  <a:pt x="1426" y="213"/>
                  <a:pt x="1426" y="213"/>
                </a:cubicBezTo>
                <a:cubicBezTo>
                  <a:pt x="1427" y="214"/>
                  <a:pt x="1427" y="214"/>
                  <a:pt x="1428" y="215"/>
                </a:cubicBezTo>
                <a:cubicBezTo>
                  <a:pt x="1429" y="215"/>
                  <a:pt x="1430" y="215"/>
                  <a:pt x="1431" y="215"/>
                </a:cubicBezTo>
                <a:cubicBezTo>
                  <a:pt x="1432" y="216"/>
                  <a:pt x="1433" y="216"/>
                  <a:pt x="1434" y="216"/>
                </a:cubicBezTo>
                <a:cubicBezTo>
                  <a:pt x="1434" y="216"/>
                  <a:pt x="1434" y="216"/>
                  <a:pt x="1434" y="216"/>
                </a:cubicBezTo>
                <a:cubicBezTo>
                  <a:pt x="1434" y="216"/>
                  <a:pt x="1434" y="216"/>
                  <a:pt x="1435" y="216"/>
                </a:cubicBezTo>
                <a:cubicBezTo>
                  <a:pt x="1435" y="216"/>
                  <a:pt x="1435" y="216"/>
                  <a:pt x="1435" y="216"/>
                </a:cubicBezTo>
                <a:cubicBezTo>
                  <a:pt x="1435" y="216"/>
                  <a:pt x="1435" y="216"/>
                  <a:pt x="1435" y="216"/>
                </a:cubicBezTo>
                <a:cubicBezTo>
                  <a:pt x="1436" y="216"/>
                  <a:pt x="1437" y="215"/>
                  <a:pt x="1438" y="215"/>
                </a:cubicBezTo>
                <a:cubicBezTo>
                  <a:pt x="1439" y="215"/>
                  <a:pt x="1439" y="215"/>
                  <a:pt x="1440" y="214"/>
                </a:cubicBezTo>
                <a:cubicBezTo>
                  <a:pt x="1441" y="214"/>
                  <a:pt x="1441" y="214"/>
                  <a:pt x="1441" y="213"/>
                </a:cubicBezTo>
                <a:cubicBezTo>
                  <a:pt x="1442" y="213"/>
                  <a:pt x="1442" y="212"/>
                  <a:pt x="1442" y="212"/>
                </a:cubicBezTo>
                <a:cubicBezTo>
                  <a:pt x="1442" y="211"/>
                  <a:pt x="1441" y="211"/>
                  <a:pt x="1441" y="211"/>
                </a:cubicBezTo>
                <a:cubicBezTo>
                  <a:pt x="1441" y="210"/>
                  <a:pt x="1440" y="210"/>
                  <a:pt x="1440" y="209"/>
                </a:cubicBezTo>
                <a:cubicBezTo>
                  <a:pt x="1439" y="209"/>
                  <a:pt x="1438" y="209"/>
                  <a:pt x="1438" y="209"/>
                </a:cubicBezTo>
                <a:cubicBezTo>
                  <a:pt x="1437" y="208"/>
                  <a:pt x="1436" y="208"/>
                  <a:pt x="1435" y="208"/>
                </a:cubicBezTo>
                <a:cubicBezTo>
                  <a:pt x="1435" y="208"/>
                  <a:pt x="1436" y="208"/>
                  <a:pt x="1435" y="208"/>
                </a:cubicBezTo>
                <a:close/>
                <a:moveTo>
                  <a:pt x="1551" y="208"/>
                </a:moveTo>
                <a:cubicBezTo>
                  <a:pt x="1551" y="208"/>
                  <a:pt x="1550" y="209"/>
                  <a:pt x="1549" y="209"/>
                </a:cubicBezTo>
                <a:cubicBezTo>
                  <a:pt x="1548" y="209"/>
                  <a:pt x="1548" y="210"/>
                  <a:pt x="1547" y="210"/>
                </a:cubicBezTo>
                <a:cubicBezTo>
                  <a:pt x="1547" y="211"/>
                  <a:pt x="1547" y="211"/>
                  <a:pt x="1547" y="212"/>
                </a:cubicBezTo>
                <a:cubicBezTo>
                  <a:pt x="1547" y="212"/>
                  <a:pt x="1547" y="213"/>
                  <a:pt x="1548" y="213"/>
                </a:cubicBezTo>
                <a:cubicBezTo>
                  <a:pt x="1548" y="214"/>
                  <a:pt x="1549" y="214"/>
                  <a:pt x="1549" y="215"/>
                </a:cubicBezTo>
                <a:cubicBezTo>
                  <a:pt x="1550" y="215"/>
                  <a:pt x="1551" y="215"/>
                  <a:pt x="1552" y="215"/>
                </a:cubicBezTo>
                <a:cubicBezTo>
                  <a:pt x="1553" y="216"/>
                  <a:pt x="1554" y="216"/>
                  <a:pt x="1555" y="216"/>
                </a:cubicBezTo>
                <a:cubicBezTo>
                  <a:pt x="1556" y="216"/>
                  <a:pt x="1557" y="216"/>
                  <a:pt x="1558" y="215"/>
                </a:cubicBezTo>
                <a:cubicBezTo>
                  <a:pt x="1559" y="215"/>
                  <a:pt x="1560" y="215"/>
                  <a:pt x="1561" y="215"/>
                </a:cubicBezTo>
                <a:cubicBezTo>
                  <a:pt x="1562" y="214"/>
                  <a:pt x="1562" y="214"/>
                  <a:pt x="1563" y="213"/>
                </a:cubicBezTo>
                <a:cubicBezTo>
                  <a:pt x="1563" y="213"/>
                  <a:pt x="1563" y="212"/>
                  <a:pt x="1563" y="212"/>
                </a:cubicBezTo>
                <a:cubicBezTo>
                  <a:pt x="1563" y="211"/>
                  <a:pt x="1563" y="211"/>
                  <a:pt x="1562" y="210"/>
                </a:cubicBezTo>
                <a:cubicBezTo>
                  <a:pt x="1562" y="210"/>
                  <a:pt x="1561" y="209"/>
                  <a:pt x="1560" y="209"/>
                </a:cubicBezTo>
                <a:cubicBezTo>
                  <a:pt x="1560" y="209"/>
                  <a:pt x="1559" y="208"/>
                  <a:pt x="1558" y="208"/>
                </a:cubicBezTo>
                <a:cubicBezTo>
                  <a:pt x="1557" y="208"/>
                  <a:pt x="1556" y="208"/>
                  <a:pt x="1555" y="208"/>
                </a:cubicBezTo>
                <a:cubicBezTo>
                  <a:pt x="1553" y="208"/>
                  <a:pt x="1552" y="208"/>
                  <a:pt x="1551" y="208"/>
                </a:cubicBezTo>
                <a:close/>
                <a:moveTo>
                  <a:pt x="1147" y="208"/>
                </a:moveTo>
                <a:cubicBezTo>
                  <a:pt x="1146" y="208"/>
                  <a:pt x="1145" y="209"/>
                  <a:pt x="1145" y="209"/>
                </a:cubicBezTo>
                <a:cubicBezTo>
                  <a:pt x="1144" y="209"/>
                  <a:pt x="1143" y="210"/>
                  <a:pt x="1143" y="210"/>
                </a:cubicBezTo>
                <a:cubicBezTo>
                  <a:pt x="1143" y="211"/>
                  <a:pt x="1142" y="211"/>
                  <a:pt x="1142" y="212"/>
                </a:cubicBezTo>
                <a:cubicBezTo>
                  <a:pt x="1142" y="212"/>
                  <a:pt x="1142" y="213"/>
                  <a:pt x="1143" y="213"/>
                </a:cubicBezTo>
                <a:cubicBezTo>
                  <a:pt x="1143" y="214"/>
                  <a:pt x="1144" y="214"/>
                  <a:pt x="1145" y="215"/>
                </a:cubicBezTo>
                <a:cubicBezTo>
                  <a:pt x="1145" y="215"/>
                  <a:pt x="1146" y="215"/>
                  <a:pt x="1147" y="215"/>
                </a:cubicBezTo>
                <a:cubicBezTo>
                  <a:pt x="1148" y="216"/>
                  <a:pt x="1149" y="216"/>
                  <a:pt x="1150" y="216"/>
                </a:cubicBezTo>
                <a:cubicBezTo>
                  <a:pt x="1151" y="216"/>
                  <a:pt x="1152" y="216"/>
                  <a:pt x="1153" y="215"/>
                </a:cubicBezTo>
                <a:cubicBezTo>
                  <a:pt x="1154" y="215"/>
                  <a:pt x="1155" y="215"/>
                  <a:pt x="1156" y="215"/>
                </a:cubicBezTo>
                <a:cubicBezTo>
                  <a:pt x="1157" y="214"/>
                  <a:pt x="1157" y="214"/>
                  <a:pt x="1158" y="213"/>
                </a:cubicBezTo>
                <a:cubicBezTo>
                  <a:pt x="1158" y="213"/>
                  <a:pt x="1158" y="212"/>
                  <a:pt x="1158" y="212"/>
                </a:cubicBezTo>
                <a:cubicBezTo>
                  <a:pt x="1158" y="211"/>
                  <a:pt x="1158" y="211"/>
                  <a:pt x="1158" y="210"/>
                </a:cubicBezTo>
                <a:cubicBezTo>
                  <a:pt x="1157" y="210"/>
                  <a:pt x="1157" y="209"/>
                  <a:pt x="1156" y="209"/>
                </a:cubicBezTo>
                <a:cubicBezTo>
                  <a:pt x="1155" y="209"/>
                  <a:pt x="1155" y="208"/>
                  <a:pt x="1154" y="208"/>
                </a:cubicBezTo>
                <a:cubicBezTo>
                  <a:pt x="1153" y="208"/>
                  <a:pt x="1152" y="208"/>
                  <a:pt x="1150" y="208"/>
                </a:cubicBezTo>
                <a:cubicBezTo>
                  <a:pt x="1149" y="208"/>
                  <a:pt x="1148" y="208"/>
                  <a:pt x="1147" y="208"/>
                </a:cubicBezTo>
                <a:close/>
                <a:moveTo>
                  <a:pt x="1632" y="208"/>
                </a:moveTo>
                <a:cubicBezTo>
                  <a:pt x="1631" y="208"/>
                  <a:pt x="1631" y="209"/>
                  <a:pt x="1630" y="209"/>
                </a:cubicBezTo>
                <a:cubicBezTo>
                  <a:pt x="1629" y="209"/>
                  <a:pt x="1629" y="210"/>
                  <a:pt x="1628" y="210"/>
                </a:cubicBezTo>
                <a:cubicBezTo>
                  <a:pt x="1628" y="211"/>
                  <a:pt x="1628" y="211"/>
                  <a:pt x="1628" y="212"/>
                </a:cubicBezTo>
                <a:cubicBezTo>
                  <a:pt x="1628" y="212"/>
                  <a:pt x="1628" y="213"/>
                  <a:pt x="1629" y="213"/>
                </a:cubicBezTo>
                <a:cubicBezTo>
                  <a:pt x="1629" y="214"/>
                  <a:pt x="1630" y="214"/>
                  <a:pt x="1630" y="215"/>
                </a:cubicBezTo>
                <a:cubicBezTo>
                  <a:pt x="1631" y="215"/>
                  <a:pt x="1632" y="215"/>
                  <a:pt x="1633" y="215"/>
                </a:cubicBezTo>
                <a:cubicBezTo>
                  <a:pt x="1634" y="216"/>
                  <a:pt x="1635" y="216"/>
                  <a:pt x="1636" y="216"/>
                </a:cubicBezTo>
                <a:cubicBezTo>
                  <a:pt x="1637" y="216"/>
                  <a:pt x="1638" y="216"/>
                  <a:pt x="1639" y="215"/>
                </a:cubicBezTo>
                <a:cubicBezTo>
                  <a:pt x="1640" y="215"/>
                  <a:pt x="1641" y="215"/>
                  <a:pt x="1642" y="215"/>
                </a:cubicBezTo>
                <a:cubicBezTo>
                  <a:pt x="1643" y="214"/>
                  <a:pt x="1643" y="214"/>
                  <a:pt x="1644" y="213"/>
                </a:cubicBezTo>
                <a:cubicBezTo>
                  <a:pt x="1644" y="213"/>
                  <a:pt x="1644" y="212"/>
                  <a:pt x="1644" y="212"/>
                </a:cubicBezTo>
                <a:cubicBezTo>
                  <a:pt x="1644" y="211"/>
                  <a:pt x="1644" y="211"/>
                  <a:pt x="1643" y="210"/>
                </a:cubicBezTo>
                <a:cubicBezTo>
                  <a:pt x="1643" y="210"/>
                  <a:pt x="1642" y="209"/>
                  <a:pt x="1641" y="209"/>
                </a:cubicBezTo>
                <a:cubicBezTo>
                  <a:pt x="1640" y="209"/>
                  <a:pt x="1640" y="208"/>
                  <a:pt x="1639" y="208"/>
                </a:cubicBezTo>
                <a:cubicBezTo>
                  <a:pt x="1638" y="208"/>
                  <a:pt x="1637" y="208"/>
                  <a:pt x="1635" y="208"/>
                </a:cubicBezTo>
                <a:cubicBezTo>
                  <a:pt x="1634" y="208"/>
                  <a:pt x="1633" y="208"/>
                  <a:pt x="1632" y="208"/>
                </a:cubicBezTo>
                <a:close/>
                <a:moveTo>
                  <a:pt x="1713" y="208"/>
                </a:moveTo>
                <a:cubicBezTo>
                  <a:pt x="1712" y="208"/>
                  <a:pt x="1711" y="209"/>
                  <a:pt x="1711" y="209"/>
                </a:cubicBezTo>
                <a:cubicBezTo>
                  <a:pt x="1710" y="209"/>
                  <a:pt x="1709" y="210"/>
                  <a:pt x="1709" y="210"/>
                </a:cubicBezTo>
                <a:cubicBezTo>
                  <a:pt x="1709" y="211"/>
                  <a:pt x="1709" y="211"/>
                  <a:pt x="1709" y="212"/>
                </a:cubicBezTo>
                <a:cubicBezTo>
                  <a:pt x="1709" y="212"/>
                  <a:pt x="1709" y="213"/>
                  <a:pt x="1710" y="213"/>
                </a:cubicBezTo>
                <a:cubicBezTo>
                  <a:pt x="1710" y="214"/>
                  <a:pt x="1711" y="214"/>
                  <a:pt x="1711" y="215"/>
                </a:cubicBezTo>
                <a:cubicBezTo>
                  <a:pt x="1712" y="215"/>
                  <a:pt x="1713" y="215"/>
                  <a:pt x="1714" y="215"/>
                </a:cubicBezTo>
                <a:cubicBezTo>
                  <a:pt x="1715" y="216"/>
                  <a:pt x="1716" y="216"/>
                  <a:pt x="1717" y="216"/>
                </a:cubicBezTo>
                <a:cubicBezTo>
                  <a:pt x="1718" y="216"/>
                  <a:pt x="1720" y="216"/>
                  <a:pt x="1720" y="215"/>
                </a:cubicBezTo>
                <a:cubicBezTo>
                  <a:pt x="1721" y="215"/>
                  <a:pt x="1722" y="215"/>
                  <a:pt x="1723" y="215"/>
                </a:cubicBezTo>
                <a:cubicBezTo>
                  <a:pt x="1724" y="214"/>
                  <a:pt x="1724" y="214"/>
                  <a:pt x="1724" y="213"/>
                </a:cubicBezTo>
                <a:cubicBezTo>
                  <a:pt x="1725" y="213"/>
                  <a:pt x="1725" y="212"/>
                  <a:pt x="1725" y="212"/>
                </a:cubicBezTo>
                <a:cubicBezTo>
                  <a:pt x="1725" y="211"/>
                  <a:pt x="1725" y="211"/>
                  <a:pt x="1724" y="210"/>
                </a:cubicBezTo>
                <a:cubicBezTo>
                  <a:pt x="1724" y="210"/>
                  <a:pt x="1723" y="209"/>
                  <a:pt x="1722" y="209"/>
                </a:cubicBezTo>
                <a:cubicBezTo>
                  <a:pt x="1721" y="209"/>
                  <a:pt x="1720" y="208"/>
                  <a:pt x="1719" y="208"/>
                </a:cubicBezTo>
                <a:cubicBezTo>
                  <a:pt x="1718" y="208"/>
                  <a:pt x="1717" y="208"/>
                  <a:pt x="1716" y="208"/>
                </a:cubicBezTo>
                <a:cubicBezTo>
                  <a:pt x="1715" y="208"/>
                  <a:pt x="1714" y="208"/>
                  <a:pt x="1713" y="208"/>
                </a:cubicBezTo>
                <a:close/>
                <a:moveTo>
                  <a:pt x="1679" y="208"/>
                </a:moveTo>
                <a:cubicBezTo>
                  <a:pt x="1679" y="208"/>
                  <a:pt x="1679" y="208"/>
                  <a:pt x="1678" y="208"/>
                </a:cubicBezTo>
                <a:cubicBezTo>
                  <a:pt x="1678" y="208"/>
                  <a:pt x="1678" y="208"/>
                  <a:pt x="1677" y="208"/>
                </a:cubicBezTo>
                <a:cubicBezTo>
                  <a:pt x="1677" y="208"/>
                  <a:pt x="1677" y="208"/>
                  <a:pt x="1677" y="208"/>
                </a:cubicBezTo>
                <a:cubicBezTo>
                  <a:pt x="1676" y="208"/>
                  <a:pt x="1676" y="208"/>
                  <a:pt x="1676" y="208"/>
                </a:cubicBezTo>
                <a:cubicBezTo>
                  <a:pt x="1675" y="208"/>
                  <a:pt x="1674" y="208"/>
                  <a:pt x="1673" y="208"/>
                </a:cubicBezTo>
                <a:cubicBezTo>
                  <a:pt x="1672" y="208"/>
                  <a:pt x="1671" y="209"/>
                  <a:pt x="1670" y="209"/>
                </a:cubicBezTo>
                <a:cubicBezTo>
                  <a:pt x="1670" y="209"/>
                  <a:pt x="1669" y="210"/>
                  <a:pt x="1669" y="210"/>
                </a:cubicBezTo>
                <a:cubicBezTo>
                  <a:pt x="1668" y="211"/>
                  <a:pt x="1668" y="211"/>
                  <a:pt x="1668" y="212"/>
                </a:cubicBezTo>
                <a:cubicBezTo>
                  <a:pt x="1668" y="212"/>
                  <a:pt x="1669" y="213"/>
                  <a:pt x="1669" y="213"/>
                </a:cubicBezTo>
                <a:cubicBezTo>
                  <a:pt x="1670" y="214"/>
                  <a:pt x="1670" y="214"/>
                  <a:pt x="1671" y="215"/>
                </a:cubicBezTo>
                <a:cubicBezTo>
                  <a:pt x="1672" y="215"/>
                  <a:pt x="1673" y="215"/>
                  <a:pt x="1674" y="215"/>
                </a:cubicBezTo>
                <a:cubicBezTo>
                  <a:pt x="1675" y="216"/>
                  <a:pt x="1676" y="216"/>
                  <a:pt x="1677" y="216"/>
                </a:cubicBezTo>
                <a:cubicBezTo>
                  <a:pt x="1677" y="216"/>
                  <a:pt x="1677" y="216"/>
                  <a:pt x="1678" y="216"/>
                </a:cubicBezTo>
                <a:cubicBezTo>
                  <a:pt x="1678" y="216"/>
                  <a:pt x="1678" y="216"/>
                  <a:pt x="1678" y="216"/>
                </a:cubicBezTo>
                <a:cubicBezTo>
                  <a:pt x="1679" y="216"/>
                  <a:pt x="1679" y="216"/>
                  <a:pt x="1679" y="216"/>
                </a:cubicBezTo>
                <a:cubicBezTo>
                  <a:pt x="1679" y="216"/>
                  <a:pt x="1680" y="216"/>
                  <a:pt x="1680" y="215"/>
                </a:cubicBezTo>
                <a:cubicBezTo>
                  <a:pt x="1681" y="215"/>
                  <a:pt x="1682" y="215"/>
                  <a:pt x="1682" y="215"/>
                </a:cubicBezTo>
                <a:cubicBezTo>
                  <a:pt x="1683" y="214"/>
                  <a:pt x="1683" y="214"/>
                  <a:pt x="1683" y="214"/>
                </a:cubicBezTo>
                <a:cubicBezTo>
                  <a:pt x="1684" y="214"/>
                  <a:pt x="1684" y="214"/>
                  <a:pt x="1684" y="213"/>
                </a:cubicBezTo>
                <a:cubicBezTo>
                  <a:pt x="1684" y="213"/>
                  <a:pt x="1684" y="213"/>
                  <a:pt x="1684" y="213"/>
                </a:cubicBezTo>
                <a:cubicBezTo>
                  <a:pt x="1684" y="212"/>
                  <a:pt x="1684" y="212"/>
                  <a:pt x="1684" y="212"/>
                </a:cubicBezTo>
                <a:cubicBezTo>
                  <a:pt x="1684" y="212"/>
                  <a:pt x="1684" y="211"/>
                  <a:pt x="1684" y="211"/>
                </a:cubicBezTo>
                <a:cubicBezTo>
                  <a:pt x="1684" y="211"/>
                  <a:pt x="1684" y="211"/>
                  <a:pt x="1684" y="210"/>
                </a:cubicBezTo>
                <a:cubicBezTo>
                  <a:pt x="1683" y="210"/>
                  <a:pt x="1683" y="210"/>
                  <a:pt x="1683" y="210"/>
                </a:cubicBezTo>
                <a:cubicBezTo>
                  <a:pt x="1682" y="209"/>
                  <a:pt x="1682" y="209"/>
                  <a:pt x="1682" y="209"/>
                </a:cubicBezTo>
                <a:cubicBezTo>
                  <a:pt x="1681" y="209"/>
                  <a:pt x="1681" y="209"/>
                  <a:pt x="1681" y="209"/>
                </a:cubicBezTo>
                <a:cubicBezTo>
                  <a:pt x="1681" y="209"/>
                  <a:pt x="1681" y="209"/>
                  <a:pt x="1680" y="209"/>
                </a:cubicBezTo>
                <a:cubicBezTo>
                  <a:pt x="1680" y="209"/>
                  <a:pt x="1680" y="209"/>
                  <a:pt x="1680" y="208"/>
                </a:cubicBezTo>
                <a:cubicBezTo>
                  <a:pt x="1680" y="208"/>
                  <a:pt x="1679" y="208"/>
                  <a:pt x="1679" y="208"/>
                </a:cubicBezTo>
                <a:cubicBezTo>
                  <a:pt x="1679" y="208"/>
                  <a:pt x="1679" y="208"/>
                  <a:pt x="1679" y="208"/>
                </a:cubicBezTo>
                <a:close/>
                <a:moveTo>
                  <a:pt x="2162" y="208"/>
                </a:moveTo>
                <a:cubicBezTo>
                  <a:pt x="2162" y="208"/>
                  <a:pt x="2162" y="208"/>
                  <a:pt x="2162" y="208"/>
                </a:cubicBezTo>
                <a:cubicBezTo>
                  <a:pt x="2162" y="208"/>
                  <a:pt x="2162" y="208"/>
                  <a:pt x="2162" y="208"/>
                </a:cubicBezTo>
                <a:cubicBezTo>
                  <a:pt x="2161" y="208"/>
                  <a:pt x="2161" y="208"/>
                  <a:pt x="2161" y="208"/>
                </a:cubicBezTo>
                <a:cubicBezTo>
                  <a:pt x="2161" y="208"/>
                  <a:pt x="2161" y="208"/>
                  <a:pt x="2161" y="208"/>
                </a:cubicBezTo>
                <a:cubicBezTo>
                  <a:pt x="2160" y="208"/>
                  <a:pt x="2159" y="208"/>
                  <a:pt x="2158" y="208"/>
                </a:cubicBezTo>
                <a:cubicBezTo>
                  <a:pt x="2157" y="208"/>
                  <a:pt x="2156" y="209"/>
                  <a:pt x="2155" y="209"/>
                </a:cubicBezTo>
                <a:cubicBezTo>
                  <a:pt x="2155" y="209"/>
                  <a:pt x="2154" y="210"/>
                  <a:pt x="2154" y="210"/>
                </a:cubicBezTo>
                <a:cubicBezTo>
                  <a:pt x="2154" y="211"/>
                  <a:pt x="2154" y="211"/>
                  <a:pt x="2154" y="212"/>
                </a:cubicBezTo>
                <a:cubicBezTo>
                  <a:pt x="2154" y="212"/>
                  <a:pt x="2154" y="213"/>
                  <a:pt x="2155" y="213"/>
                </a:cubicBezTo>
                <a:cubicBezTo>
                  <a:pt x="2155" y="214"/>
                  <a:pt x="2156" y="214"/>
                  <a:pt x="2157" y="215"/>
                </a:cubicBezTo>
                <a:cubicBezTo>
                  <a:pt x="2158" y="215"/>
                  <a:pt x="2159" y="215"/>
                  <a:pt x="2160" y="215"/>
                </a:cubicBezTo>
                <a:cubicBezTo>
                  <a:pt x="2161" y="216"/>
                  <a:pt x="2162" y="216"/>
                  <a:pt x="2163" y="216"/>
                </a:cubicBezTo>
                <a:cubicBezTo>
                  <a:pt x="2163" y="216"/>
                  <a:pt x="2163" y="216"/>
                  <a:pt x="2163" y="216"/>
                </a:cubicBezTo>
                <a:cubicBezTo>
                  <a:pt x="2164" y="216"/>
                  <a:pt x="2164" y="216"/>
                  <a:pt x="2164" y="216"/>
                </a:cubicBezTo>
                <a:cubicBezTo>
                  <a:pt x="2164" y="216"/>
                  <a:pt x="2164" y="216"/>
                  <a:pt x="2164" y="216"/>
                </a:cubicBezTo>
                <a:cubicBezTo>
                  <a:pt x="2164" y="216"/>
                  <a:pt x="2164" y="216"/>
                  <a:pt x="2165" y="216"/>
                </a:cubicBezTo>
                <a:cubicBezTo>
                  <a:pt x="2165" y="216"/>
                  <a:pt x="2166" y="215"/>
                  <a:pt x="2167" y="215"/>
                </a:cubicBezTo>
                <a:cubicBezTo>
                  <a:pt x="2168" y="215"/>
                  <a:pt x="2168" y="215"/>
                  <a:pt x="2169" y="214"/>
                </a:cubicBezTo>
                <a:cubicBezTo>
                  <a:pt x="2169" y="214"/>
                  <a:pt x="2170" y="214"/>
                  <a:pt x="2170" y="213"/>
                </a:cubicBezTo>
                <a:cubicBezTo>
                  <a:pt x="2170" y="213"/>
                  <a:pt x="2170" y="212"/>
                  <a:pt x="2170" y="212"/>
                </a:cubicBezTo>
                <a:cubicBezTo>
                  <a:pt x="2170" y="211"/>
                  <a:pt x="2170" y="211"/>
                  <a:pt x="2169" y="211"/>
                </a:cubicBezTo>
                <a:cubicBezTo>
                  <a:pt x="2169" y="210"/>
                  <a:pt x="2168" y="210"/>
                  <a:pt x="2167" y="209"/>
                </a:cubicBezTo>
                <a:cubicBezTo>
                  <a:pt x="2167" y="209"/>
                  <a:pt x="2166" y="209"/>
                  <a:pt x="2165" y="209"/>
                </a:cubicBezTo>
                <a:cubicBezTo>
                  <a:pt x="2164" y="208"/>
                  <a:pt x="2163" y="208"/>
                  <a:pt x="2162" y="208"/>
                </a:cubicBezTo>
                <a:cubicBezTo>
                  <a:pt x="2162" y="208"/>
                  <a:pt x="2163" y="208"/>
                  <a:pt x="2162" y="208"/>
                </a:cubicBezTo>
                <a:close/>
                <a:moveTo>
                  <a:pt x="1875" y="208"/>
                </a:moveTo>
                <a:cubicBezTo>
                  <a:pt x="1874" y="208"/>
                  <a:pt x="1873" y="209"/>
                  <a:pt x="1872" y="209"/>
                </a:cubicBezTo>
                <a:cubicBezTo>
                  <a:pt x="1872" y="209"/>
                  <a:pt x="1871" y="210"/>
                  <a:pt x="1871" y="210"/>
                </a:cubicBezTo>
                <a:cubicBezTo>
                  <a:pt x="1871" y="211"/>
                  <a:pt x="1870" y="211"/>
                  <a:pt x="1871" y="212"/>
                </a:cubicBezTo>
                <a:cubicBezTo>
                  <a:pt x="1871" y="212"/>
                  <a:pt x="1871" y="213"/>
                  <a:pt x="1871" y="213"/>
                </a:cubicBezTo>
                <a:cubicBezTo>
                  <a:pt x="1872" y="214"/>
                  <a:pt x="1873" y="214"/>
                  <a:pt x="1873" y="215"/>
                </a:cubicBezTo>
                <a:cubicBezTo>
                  <a:pt x="1874" y="215"/>
                  <a:pt x="1875" y="215"/>
                  <a:pt x="1876" y="215"/>
                </a:cubicBezTo>
                <a:cubicBezTo>
                  <a:pt x="1877" y="216"/>
                  <a:pt x="1878" y="216"/>
                  <a:pt x="1879" y="216"/>
                </a:cubicBezTo>
                <a:cubicBezTo>
                  <a:pt x="1881" y="216"/>
                  <a:pt x="1882" y="216"/>
                  <a:pt x="1882" y="215"/>
                </a:cubicBezTo>
                <a:cubicBezTo>
                  <a:pt x="1883" y="215"/>
                  <a:pt x="1884" y="215"/>
                  <a:pt x="1885" y="215"/>
                </a:cubicBezTo>
                <a:cubicBezTo>
                  <a:pt x="1886" y="214"/>
                  <a:pt x="1886" y="214"/>
                  <a:pt x="1886" y="213"/>
                </a:cubicBezTo>
                <a:cubicBezTo>
                  <a:pt x="1887" y="213"/>
                  <a:pt x="1887" y="212"/>
                  <a:pt x="1887" y="212"/>
                </a:cubicBezTo>
                <a:cubicBezTo>
                  <a:pt x="1887" y="211"/>
                  <a:pt x="1886" y="211"/>
                  <a:pt x="1886" y="210"/>
                </a:cubicBezTo>
                <a:cubicBezTo>
                  <a:pt x="1885" y="210"/>
                  <a:pt x="1885" y="209"/>
                  <a:pt x="1884" y="209"/>
                </a:cubicBezTo>
                <a:cubicBezTo>
                  <a:pt x="1883" y="209"/>
                  <a:pt x="1882" y="208"/>
                  <a:pt x="1881" y="208"/>
                </a:cubicBezTo>
                <a:cubicBezTo>
                  <a:pt x="1880" y="208"/>
                  <a:pt x="1879" y="208"/>
                  <a:pt x="1878" y="208"/>
                </a:cubicBezTo>
                <a:cubicBezTo>
                  <a:pt x="1877" y="208"/>
                  <a:pt x="1876" y="208"/>
                  <a:pt x="1875" y="208"/>
                </a:cubicBezTo>
                <a:close/>
                <a:moveTo>
                  <a:pt x="1354" y="208"/>
                </a:moveTo>
                <a:cubicBezTo>
                  <a:pt x="1354" y="208"/>
                  <a:pt x="1354" y="208"/>
                  <a:pt x="1354" y="208"/>
                </a:cubicBezTo>
                <a:cubicBezTo>
                  <a:pt x="1354" y="208"/>
                  <a:pt x="1354" y="208"/>
                  <a:pt x="1353" y="208"/>
                </a:cubicBezTo>
                <a:cubicBezTo>
                  <a:pt x="1353" y="208"/>
                  <a:pt x="1353" y="208"/>
                  <a:pt x="1353" y="208"/>
                </a:cubicBezTo>
                <a:cubicBezTo>
                  <a:pt x="1353" y="208"/>
                  <a:pt x="1353" y="208"/>
                  <a:pt x="1353" y="208"/>
                </a:cubicBezTo>
                <a:cubicBezTo>
                  <a:pt x="1351" y="208"/>
                  <a:pt x="1350" y="208"/>
                  <a:pt x="1349" y="208"/>
                </a:cubicBezTo>
                <a:cubicBezTo>
                  <a:pt x="1348" y="208"/>
                  <a:pt x="1348" y="209"/>
                  <a:pt x="1347" y="209"/>
                </a:cubicBezTo>
                <a:cubicBezTo>
                  <a:pt x="1346" y="209"/>
                  <a:pt x="1346" y="210"/>
                  <a:pt x="1345" y="210"/>
                </a:cubicBezTo>
                <a:cubicBezTo>
                  <a:pt x="1345" y="211"/>
                  <a:pt x="1345" y="211"/>
                  <a:pt x="1345" y="212"/>
                </a:cubicBezTo>
                <a:cubicBezTo>
                  <a:pt x="1345" y="212"/>
                  <a:pt x="1345" y="213"/>
                  <a:pt x="1345" y="213"/>
                </a:cubicBezTo>
                <a:cubicBezTo>
                  <a:pt x="1346" y="214"/>
                  <a:pt x="1346" y="214"/>
                  <a:pt x="1347" y="215"/>
                </a:cubicBezTo>
                <a:cubicBezTo>
                  <a:pt x="1348" y="215"/>
                  <a:pt x="1349" y="215"/>
                  <a:pt x="1350" y="215"/>
                </a:cubicBezTo>
                <a:cubicBezTo>
                  <a:pt x="1351" y="216"/>
                  <a:pt x="1352" y="216"/>
                  <a:pt x="1353" y="216"/>
                </a:cubicBezTo>
                <a:cubicBezTo>
                  <a:pt x="1353" y="216"/>
                  <a:pt x="1353" y="216"/>
                  <a:pt x="1353" y="216"/>
                </a:cubicBezTo>
                <a:cubicBezTo>
                  <a:pt x="1353" y="216"/>
                  <a:pt x="1353" y="216"/>
                  <a:pt x="1354" y="216"/>
                </a:cubicBezTo>
                <a:cubicBezTo>
                  <a:pt x="1354" y="216"/>
                  <a:pt x="1354" y="216"/>
                  <a:pt x="1354" y="216"/>
                </a:cubicBezTo>
                <a:cubicBezTo>
                  <a:pt x="1354" y="216"/>
                  <a:pt x="1354" y="216"/>
                  <a:pt x="1354" y="216"/>
                </a:cubicBezTo>
                <a:cubicBezTo>
                  <a:pt x="1355" y="216"/>
                  <a:pt x="1356" y="215"/>
                  <a:pt x="1357" y="215"/>
                </a:cubicBezTo>
                <a:cubicBezTo>
                  <a:pt x="1358" y="215"/>
                  <a:pt x="1358" y="215"/>
                  <a:pt x="1359" y="214"/>
                </a:cubicBezTo>
                <a:cubicBezTo>
                  <a:pt x="1360" y="214"/>
                  <a:pt x="1360" y="214"/>
                  <a:pt x="1360" y="213"/>
                </a:cubicBezTo>
                <a:cubicBezTo>
                  <a:pt x="1361" y="213"/>
                  <a:pt x="1361" y="212"/>
                  <a:pt x="1361" y="212"/>
                </a:cubicBezTo>
                <a:cubicBezTo>
                  <a:pt x="1361" y="211"/>
                  <a:pt x="1361" y="211"/>
                  <a:pt x="1360" y="211"/>
                </a:cubicBezTo>
                <a:cubicBezTo>
                  <a:pt x="1360" y="210"/>
                  <a:pt x="1359" y="210"/>
                  <a:pt x="1359" y="209"/>
                </a:cubicBezTo>
                <a:cubicBezTo>
                  <a:pt x="1358" y="209"/>
                  <a:pt x="1358" y="209"/>
                  <a:pt x="1357" y="209"/>
                </a:cubicBezTo>
                <a:cubicBezTo>
                  <a:pt x="1356" y="208"/>
                  <a:pt x="1355" y="208"/>
                  <a:pt x="1354" y="208"/>
                </a:cubicBezTo>
                <a:cubicBezTo>
                  <a:pt x="1354" y="208"/>
                  <a:pt x="1355" y="208"/>
                  <a:pt x="1354" y="208"/>
                </a:cubicBezTo>
                <a:close/>
                <a:moveTo>
                  <a:pt x="1471" y="208"/>
                </a:moveTo>
                <a:cubicBezTo>
                  <a:pt x="1470" y="208"/>
                  <a:pt x="1469" y="209"/>
                  <a:pt x="1468" y="209"/>
                </a:cubicBezTo>
                <a:cubicBezTo>
                  <a:pt x="1467" y="209"/>
                  <a:pt x="1467" y="210"/>
                  <a:pt x="1466" y="210"/>
                </a:cubicBezTo>
                <a:cubicBezTo>
                  <a:pt x="1466" y="211"/>
                  <a:pt x="1466" y="211"/>
                  <a:pt x="1466" y="212"/>
                </a:cubicBezTo>
                <a:cubicBezTo>
                  <a:pt x="1466" y="212"/>
                  <a:pt x="1466" y="213"/>
                  <a:pt x="1467" y="213"/>
                </a:cubicBezTo>
                <a:cubicBezTo>
                  <a:pt x="1467" y="214"/>
                  <a:pt x="1468" y="214"/>
                  <a:pt x="1468" y="215"/>
                </a:cubicBezTo>
                <a:cubicBezTo>
                  <a:pt x="1469" y="215"/>
                  <a:pt x="1470" y="215"/>
                  <a:pt x="1471" y="215"/>
                </a:cubicBezTo>
                <a:cubicBezTo>
                  <a:pt x="1472" y="216"/>
                  <a:pt x="1473" y="216"/>
                  <a:pt x="1474" y="216"/>
                </a:cubicBezTo>
                <a:cubicBezTo>
                  <a:pt x="1475" y="216"/>
                  <a:pt x="1476" y="216"/>
                  <a:pt x="1477" y="215"/>
                </a:cubicBezTo>
                <a:cubicBezTo>
                  <a:pt x="1478" y="215"/>
                  <a:pt x="1479" y="215"/>
                  <a:pt x="1480" y="215"/>
                </a:cubicBezTo>
                <a:cubicBezTo>
                  <a:pt x="1481" y="214"/>
                  <a:pt x="1481" y="214"/>
                  <a:pt x="1482" y="213"/>
                </a:cubicBezTo>
                <a:cubicBezTo>
                  <a:pt x="1482" y="213"/>
                  <a:pt x="1482" y="212"/>
                  <a:pt x="1482" y="212"/>
                </a:cubicBezTo>
                <a:cubicBezTo>
                  <a:pt x="1482" y="211"/>
                  <a:pt x="1482" y="211"/>
                  <a:pt x="1481" y="210"/>
                </a:cubicBezTo>
                <a:cubicBezTo>
                  <a:pt x="1481" y="210"/>
                  <a:pt x="1480" y="209"/>
                  <a:pt x="1480" y="209"/>
                </a:cubicBezTo>
                <a:cubicBezTo>
                  <a:pt x="1479" y="209"/>
                  <a:pt x="1478" y="208"/>
                  <a:pt x="1477" y="208"/>
                </a:cubicBezTo>
                <a:cubicBezTo>
                  <a:pt x="1476" y="208"/>
                  <a:pt x="1475" y="208"/>
                  <a:pt x="1474" y="208"/>
                </a:cubicBezTo>
                <a:cubicBezTo>
                  <a:pt x="1473" y="208"/>
                  <a:pt x="1472" y="208"/>
                  <a:pt x="1471" y="208"/>
                </a:cubicBezTo>
                <a:close/>
                <a:moveTo>
                  <a:pt x="1598" y="208"/>
                </a:moveTo>
                <a:cubicBezTo>
                  <a:pt x="1597" y="208"/>
                  <a:pt x="1596" y="208"/>
                  <a:pt x="1595" y="208"/>
                </a:cubicBezTo>
                <a:cubicBezTo>
                  <a:pt x="1594" y="208"/>
                  <a:pt x="1593" y="208"/>
                  <a:pt x="1592" y="208"/>
                </a:cubicBezTo>
                <a:cubicBezTo>
                  <a:pt x="1591" y="208"/>
                  <a:pt x="1590" y="209"/>
                  <a:pt x="1589" y="209"/>
                </a:cubicBezTo>
                <a:cubicBezTo>
                  <a:pt x="1589" y="209"/>
                  <a:pt x="1588" y="210"/>
                  <a:pt x="1588" y="210"/>
                </a:cubicBezTo>
                <a:cubicBezTo>
                  <a:pt x="1587" y="211"/>
                  <a:pt x="1587" y="211"/>
                  <a:pt x="1587" y="212"/>
                </a:cubicBezTo>
                <a:cubicBezTo>
                  <a:pt x="1587" y="212"/>
                  <a:pt x="1588" y="213"/>
                  <a:pt x="1588" y="213"/>
                </a:cubicBezTo>
                <a:cubicBezTo>
                  <a:pt x="1589" y="214"/>
                  <a:pt x="1589" y="214"/>
                  <a:pt x="1590" y="215"/>
                </a:cubicBezTo>
                <a:cubicBezTo>
                  <a:pt x="1591" y="215"/>
                  <a:pt x="1592" y="215"/>
                  <a:pt x="1593" y="215"/>
                </a:cubicBezTo>
                <a:cubicBezTo>
                  <a:pt x="1594" y="216"/>
                  <a:pt x="1595" y="216"/>
                  <a:pt x="1596" y="216"/>
                </a:cubicBezTo>
                <a:cubicBezTo>
                  <a:pt x="1596" y="216"/>
                  <a:pt x="1596" y="216"/>
                  <a:pt x="1597" y="216"/>
                </a:cubicBezTo>
                <a:cubicBezTo>
                  <a:pt x="1597" y="216"/>
                  <a:pt x="1597" y="216"/>
                  <a:pt x="1597" y="216"/>
                </a:cubicBezTo>
                <a:cubicBezTo>
                  <a:pt x="1598" y="216"/>
                  <a:pt x="1598" y="216"/>
                  <a:pt x="1598" y="216"/>
                </a:cubicBezTo>
                <a:cubicBezTo>
                  <a:pt x="1598" y="216"/>
                  <a:pt x="1599" y="216"/>
                  <a:pt x="1599" y="215"/>
                </a:cubicBezTo>
                <a:cubicBezTo>
                  <a:pt x="1599" y="215"/>
                  <a:pt x="1599" y="215"/>
                  <a:pt x="1600" y="215"/>
                </a:cubicBezTo>
                <a:cubicBezTo>
                  <a:pt x="1600" y="215"/>
                  <a:pt x="1600" y="215"/>
                  <a:pt x="1600" y="215"/>
                </a:cubicBezTo>
                <a:cubicBezTo>
                  <a:pt x="1601" y="215"/>
                  <a:pt x="1601" y="215"/>
                  <a:pt x="1601" y="215"/>
                </a:cubicBezTo>
                <a:cubicBezTo>
                  <a:pt x="1601" y="215"/>
                  <a:pt x="1601" y="215"/>
                  <a:pt x="1601" y="215"/>
                </a:cubicBezTo>
                <a:cubicBezTo>
                  <a:pt x="1602" y="214"/>
                  <a:pt x="1604" y="213"/>
                  <a:pt x="1604" y="212"/>
                </a:cubicBezTo>
                <a:cubicBezTo>
                  <a:pt x="1603" y="212"/>
                  <a:pt x="1603" y="211"/>
                  <a:pt x="1603" y="211"/>
                </a:cubicBezTo>
                <a:cubicBezTo>
                  <a:pt x="1603" y="211"/>
                  <a:pt x="1603" y="211"/>
                  <a:pt x="1603" y="210"/>
                </a:cubicBezTo>
                <a:cubicBezTo>
                  <a:pt x="1602" y="210"/>
                  <a:pt x="1602" y="210"/>
                  <a:pt x="1602" y="210"/>
                </a:cubicBezTo>
                <a:cubicBezTo>
                  <a:pt x="1602" y="209"/>
                  <a:pt x="1601" y="209"/>
                  <a:pt x="1601" y="209"/>
                </a:cubicBezTo>
                <a:cubicBezTo>
                  <a:pt x="1600" y="209"/>
                  <a:pt x="1599" y="208"/>
                  <a:pt x="1598" y="208"/>
                </a:cubicBezTo>
                <a:cubicBezTo>
                  <a:pt x="1598" y="208"/>
                  <a:pt x="1598" y="208"/>
                  <a:pt x="1598" y="208"/>
                </a:cubicBezTo>
                <a:close/>
                <a:moveTo>
                  <a:pt x="2005" y="209"/>
                </a:moveTo>
                <a:cubicBezTo>
                  <a:pt x="2004" y="209"/>
                  <a:pt x="2002" y="208"/>
                  <a:pt x="2001" y="208"/>
                </a:cubicBezTo>
                <a:cubicBezTo>
                  <a:pt x="2001" y="208"/>
                  <a:pt x="2001" y="208"/>
                  <a:pt x="2000" y="208"/>
                </a:cubicBezTo>
                <a:cubicBezTo>
                  <a:pt x="2000" y="208"/>
                  <a:pt x="2000" y="208"/>
                  <a:pt x="2000" y="208"/>
                </a:cubicBezTo>
                <a:cubicBezTo>
                  <a:pt x="2000" y="208"/>
                  <a:pt x="2000" y="208"/>
                  <a:pt x="2000" y="208"/>
                </a:cubicBezTo>
                <a:cubicBezTo>
                  <a:pt x="1999" y="208"/>
                  <a:pt x="1999" y="208"/>
                  <a:pt x="1999" y="208"/>
                </a:cubicBezTo>
                <a:cubicBezTo>
                  <a:pt x="1999" y="208"/>
                  <a:pt x="1999" y="208"/>
                  <a:pt x="1999" y="208"/>
                </a:cubicBezTo>
                <a:cubicBezTo>
                  <a:pt x="1999" y="208"/>
                  <a:pt x="1998" y="208"/>
                  <a:pt x="1998" y="208"/>
                </a:cubicBezTo>
                <a:cubicBezTo>
                  <a:pt x="1998" y="208"/>
                  <a:pt x="1998" y="208"/>
                  <a:pt x="1998" y="208"/>
                </a:cubicBezTo>
                <a:cubicBezTo>
                  <a:pt x="1998" y="208"/>
                  <a:pt x="1998" y="208"/>
                  <a:pt x="1998" y="208"/>
                </a:cubicBezTo>
                <a:cubicBezTo>
                  <a:pt x="1997" y="208"/>
                  <a:pt x="1996" y="208"/>
                  <a:pt x="1995" y="209"/>
                </a:cubicBezTo>
                <a:cubicBezTo>
                  <a:pt x="1994" y="209"/>
                  <a:pt x="1994" y="209"/>
                  <a:pt x="1993" y="209"/>
                </a:cubicBezTo>
                <a:cubicBezTo>
                  <a:pt x="1993" y="210"/>
                  <a:pt x="1992" y="210"/>
                  <a:pt x="1992" y="211"/>
                </a:cubicBezTo>
                <a:cubicBezTo>
                  <a:pt x="1992" y="211"/>
                  <a:pt x="1992" y="211"/>
                  <a:pt x="1992" y="212"/>
                </a:cubicBezTo>
                <a:cubicBezTo>
                  <a:pt x="1992" y="212"/>
                  <a:pt x="1992" y="213"/>
                  <a:pt x="1993" y="213"/>
                </a:cubicBezTo>
                <a:cubicBezTo>
                  <a:pt x="1993" y="214"/>
                  <a:pt x="1994" y="214"/>
                  <a:pt x="1994" y="214"/>
                </a:cubicBezTo>
                <a:cubicBezTo>
                  <a:pt x="1995" y="215"/>
                  <a:pt x="1996" y="215"/>
                  <a:pt x="1997" y="215"/>
                </a:cubicBezTo>
                <a:cubicBezTo>
                  <a:pt x="1997" y="215"/>
                  <a:pt x="1998" y="216"/>
                  <a:pt x="1999" y="216"/>
                </a:cubicBezTo>
                <a:cubicBezTo>
                  <a:pt x="1999" y="216"/>
                  <a:pt x="2000" y="216"/>
                  <a:pt x="2000" y="216"/>
                </a:cubicBezTo>
                <a:cubicBezTo>
                  <a:pt x="2000" y="216"/>
                  <a:pt x="2000" y="216"/>
                  <a:pt x="2000" y="216"/>
                </a:cubicBezTo>
                <a:cubicBezTo>
                  <a:pt x="2000" y="216"/>
                  <a:pt x="2000" y="216"/>
                  <a:pt x="2001" y="216"/>
                </a:cubicBezTo>
                <a:cubicBezTo>
                  <a:pt x="2001" y="216"/>
                  <a:pt x="2001" y="216"/>
                  <a:pt x="2001" y="216"/>
                </a:cubicBezTo>
                <a:cubicBezTo>
                  <a:pt x="2001" y="216"/>
                  <a:pt x="2001" y="216"/>
                  <a:pt x="2001" y="216"/>
                </a:cubicBezTo>
                <a:cubicBezTo>
                  <a:pt x="2001" y="216"/>
                  <a:pt x="2002" y="216"/>
                  <a:pt x="2002" y="216"/>
                </a:cubicBezTo>
                <a:cubicBezTo>
                  <a:pt x="2002" y="216"/>
                  <a:pt x="2002" y="216"/>
                  <a:pt x="2002" y="216"/>
                </a:cubicBezTo>
                <a:cubicBezTo>
                  <a:pt x="2002" y="216"/>
                  <a:pt x="2002" y="216"/>
                  <a:pt x="2003" y="216"/>
                </a:cubicBezTo>
                <a:cubicBezTo>
                  <a:pt x="2003" y="216"/>
                  <a:pt x="2003" y="216"/>
                  <a:pt x="2004" y="216"/>
                </a:cubicBezTo>
                <a:cubicBezTo>
                  <a:pt x="2004" y="215"/>
                  <a:pt x="2004" y="215"/>
                  <a:pt x="2005" y="215"/>
                </a:cubicBezTo>
                <a:cubicBezTo>
                  <a:pt x="2005" y="215"/>
                  <a:pt x="2005" y="215"/>
                  <a:pt x="2006" y="215"/>
                </a:cubicBezTo>
                <a:cubicBezTo>
                  <a:pt x="2006" y="215"/>
                  <a:pt x="2006" y="215"/>
                  <a:pt x="2006" y="215"/>
                </a:cubicBezTo>
                <a:cubicBezTo>
                  <a:pt x="2007" y="214"/>
                  <a:pt x="2007" y="214"/>
                  <a:pt x="2008" y="213"/>
                </a:cubicBezTo>
                <a:cubicBezTo>
                  <a:pt x="2008" y="213"/>
                  <a:pt x="2008" y="212"/>
                  <a:pt x="2008" y="212"/>
                </a:cubicBezTo>
                <a:cubicBezTo>
                  <a:pt x="2008" y="212"/>
                  <a:pt x="2008" y="212"/>
                  <a:pt x="2008" y="211"/>
                </a:cubicBezTo>
                <a:cubicBezTo>
                  <a:pt x="2008" y="211"/>
                  <a:pt x="2008" y="211"/>
                  <a:pt x="2008" y="211"/>
                </a:cubicBezTo>
                <a:cubicBezTo>
                  <a:pt x="2008" y="211"/>
                  <a:pt x="2008" y="211"/>
                  <a:pt x="2007" y="211"/>
                </a:cubicBezTo>
                <a:cubicBezTo>
                  <a:pt x="2007" y="211"/>
                  <a:pt x="2007" y="210"/>
                  <a:pt x="2007" y="210"/>
                </a:cubicBezTo>
                <a:cubicBezTo>
                  <a:pt x="2007" y="210"/>
                  <a:pt x="2006" y="209"/>
                  <a:pt x="2005" y="209"/>
                </a:cubicBezTo>
                <a:cubicBezTo>
                  <a:pt x="2005" y="209"/>
                  <a:pt x="2005" y="209"/>
                  <a:pt x="2005" y="209"/>
                </a:cubicBezTo>
                <a:close/>
                <a:moveTo>
                  <a:pt x="2082" y="208"/>
                </a:moveTo>
                <a:cubicBezTo>
                  <a:pt x="2081" y="208"/>
                  <a:pt x="2081" y="208"/>
                  <a:pt x="2081" y="208"/>
                </a:cubicBezTo>
                <a:cubicBezTo>
                  <a:pt x="2081" y="208"/>
                  <a:pt x="2081" y="208"/>
                  <a:pt x="2081" y="208"/>
                </a:cubicBezTo>
                <a:cubicBezTo>
                  <a:pt x="2081" y="208"/>
                  <a:pt x="2080" y="208"/>
                  <a:pt x="2080" y="208"/>
                </a:cubicBezTo>
                <a:cubicBezTo>
                  <a:pt x="2080" y="208"/>
                  <a:pt x="2080" y="208"/>
                  <a:pt x="2080" y="208"/>
                </a:cubicBezTo>
                <a:cubicBezTo>
                  <a:pt x="2079" y="208"/>
                  <a:pt x="2078" y="208"/>
                  <a:pt x="2077" y="208"/>
                </a:cubicBezTo>
                <a:cubicBezTo>
                  <a:pt x="2076" y="208"/>
                  <a:pt x="2075" y="209"/>
                  <a:pt x="2074" y="209"/>
                </a:cubicBezTo>
                <a:cubicBezTo>
                  <a:pt x="2074" y="209"/>
                  <a:pt x="2073" y="210"/>
                  <a:pt x="2073" y="210"/>
                </a:cubicBezTo>
                <a:cubicBezTo>
                  <a:pt x="2073" y="211"/>
                  <a:pt x="2073" y="211"/>
                  <a:pt x="2073" y="212"/>
                </a:cubicBezTo>
                <a:cubicBezTo>
                  <a:pt x="2073" y="212"/>
                  <a:pt x="2073" y="213"/>
                  <a:pt x="2074" y="213"/>
                </a:cubicBezTo>
                <a:cubicBezTo>
                  <a:pt x="2074" y="214"/>
                  <a:pt x="2075" y="214"/>
                  <a:pt x="2076" y="215"/>
                </a:cubicBezTo>
                <a:cubicBezTo>
                  <a:pt x="2077" y="215"/>
                  <a:pt x="2078" y="215"/>
                  <a:pt x="2079" y="215"/>
                </a:cubicBezTo>
                <a:cubicBezTo>
                  <a:pt x="2080" y="216"/>
                  <a:pt x="2081" y="216"/>
                  <a:pt x="2082" y="216"/>
                </a:cubicBezTo>
                <a:cubicBezTo>
                  <a:pt x="2082" y="216"/>
                  <a:pt x="2082" y="216"/>
                  <a:pt x="2082" y="216"/>
                </a:cubicBezTo>
                <a:cubicBezTo>
                  <a:pt x="2082" y="216"/>
                  <a:pt x="2083" y="216"/>
                  <a:pt x="2083" y="216"/>
                </a:cubicBezTo>
                <a:cubicBezTo>
                  <a:pt x="2083" y="216"/>
                  <a:pt x="2083" y="216"/>
                  <a:pt x="2083" y="216"/>
                </a:cubicBezTo>
                <a:cubicBezTo>
                  <a:pt x="2083" y="216"/>
                  <a:pt x="2083" y="216"/>
                  <a:pt x="2084" y="216"/>
                </a:cubicBezTo>
                <a:cubicBezTo>
                  <a:pt x="2084" y="216"/>
                  <a:pt x="2085" y="215"/>
                  <a:pt x="2086" y="215"/>
                </a:cubicBezTo>
                <a:cubicBezTo>
                  <a:pt x="2087" y="215"/>
                  <a:pt x="2087" y="215"/>
                  <a:pt x="2088" y="214"/>
                </a:cubicBezTo>
                <a:cubicBezTo>
                  <a:pt x="2088" y="214"/>
                  <a:pt x="2089" y="214"/>
                  <a:pt x="2089" y="213"/>
                </a:cubicBezTo>
                <a:cubicBezTo>
                  <a:pt x="2089" y="213"/>
                  <a:pt x="2089" y="212"/>
                  <a:pt x="2089" y="212"/>
                </a:cubicBezTo>
                <a:cubicBezTo>
                  <a:pt x="2089" y="211"/>
                  <a:pt x="2089" y="211"/>
                  <a:pt x="2088" y="211"/>
                </a:cubicBezTo>
                <a:cubicBezTo>
                  <a:pt x="2088" y="210"/>
                  <a:pt x="2087" y="210"/>
                  <a:pt x="2087" y="209"/>
                </a:cubicBezTo>
                <a:cubicBezTo>
                  <a:pt x="2086" y="209"/>
                  <a:pt x="2085" y="209"/>
                  <a:pt x="2084" y="209"/>
                </a:cubicBezTo>
                <a:cubicBezTo>
                  <a:pt x="2083" y="208"/>
                  <a:pt x="2083" y="208"/>
                  <a:pt x="2082" y="208"/>
                </a:cubicBezTo>
                <a:cubicBezTo>
                  <a:pt x="2081" y="208"/>
                  <a:pt x="2083" y="208"/>
                  <a:pt x="2082" y="208"/>
                </a:cubicBezTo>
                <a:close/>
                <a:moveTo>
                  <a:pt x="1760" y="208"/>
                </a:moveTo>
                <a:cubicBezTo>
                  <a:pt x="1760" y="208"/>
                  <a:pt x="1759" y="208"/>
                  <a:pt x="1759" y="208"/>
                </a:cubicBezTo>
                <a:cubicBezTo>
                  <a:pt x="1759" y="208"/>
                  <a:pt x="1759" y="208"/>
                  <a:pt x="1758" y="208"/>
                </a:cubicBezTo>
                <a:cubicBezTo>
                  <a:pt x="1758" y="208"/>
                  <a:pt x="1758" y="208"/>
                  <a:pt x="1757" y="208"/>
                </a:cubicBezTo>
                <a:cubicBezTo>
                  <a:pt x="1757" y="208"/>
                  <a:pt x="1757" y="208"/>
                  <a:pt x="1757" y="208"/>
                </a:cubicBezTo>
                <a:cubicBezTo>
                  <a:pt x="1756" y="208"/>
                  <a:pt x="1756" y="208"/>
                  <a:pt x="1756" y="208"/>
                </a:cubicBezTo>
                <a:cubicBezTo>
                  <a:pt x="1756" y="208"/>
                  <a:pt x="1755" y="208"/>
                  <a:pt x="1755" y="208"/>
                </a:cubicBezTo>
                <a:cubicBezTo>
                  <a:pt x="1755" y="208"/>
                  <a:pt x="1755" y="208"/>
                  <a:pt x="1754" y="208"/>
                </a:cubicBezTo>
                <a:cubicBezTo>
                  <a:pt x="1754" y="208"/>
                  <a:pt x="1754" y="208"/>
                  <a:pt x="1754" y="208"/>
                </a:cubicBezTo>
                <a:cubicBezTo>
                  <a:pt x="1753" y="208"/>
                  <a:pt x="1752" y="209"/>
                  <a:pt x="1752" y="209"/>
                </a:cubicBezTo>
                <a:cubicBezTo>
                  <a:pt x="1751" y="209"/>
                  <a:pt x="1751" y="209"/>
                  <a:pt x="1750" y="210"/>
                </a:cubicBezTo>
                <a:cubicBezTo>
                  <a:pt x="1750" y="210"/>
                  <a:pt x="1750" y="210"/>
                  <a:pt x="1749" y="211"/>
                </a:cubicBezTo>
                <a:cubicBezTo>
                  <a:pt x="1749" y="211"/>
                  <a:pt x="1749" y="211"/>
                  <a:pt x="1749" y="212"/>
                </a:cubicBezTo>
                <a:cubicBezTo>
                  <a:pt x="1749" y="212"/>
                  <a:pt x="1749" y="213"/>
                  <a:pt x="1750" y="213"/>
                </a:cubicBezTo>
                <a:cubicBezTo>
                  <a:pt x="1750" y="213"/>
                  <a:pt x="1750" y="214"/>
                  <a:pt x="1751" y="214"/>
                </a:cubicBezTo>
                <a:cubicBezTo>
                  <a:pt x="1751" y="214"/>
                  <a:pt x="1752" y="215"/>
                  <a:pt x="1753" y="215"/>
                </a:cubicBezTo>
                <a:cubicBezTo>
                  <a:pt x="1753" y="215"/>
                  <a:pt x="1754" y="215"/>
                  <a:pt x="1755" y="215"/>
                </a:cubicBezTo>
                <a:cubicBezTo>
                  <a:pt x="1755" y="216"/>
                  <a:pt x="1755" y="216"/>
                  <a:pt x="1755" y="216"/>
                </a:cubicBezTo>
                <a:cubicBezTo>
                  <a:pt x="1756" y="216"/>
                  <a:pt x="1756" y="216"/>
                  <a:pt x="1756" y="216"/>
                </a:cubicBezTo>
                <a:cubicBezTo>
                  <a:pt x="1756" y="216"/>
                  <a:pt x="1757" y="216"/>
                  <a:pt x="1757" y="216"/>
                </a:cubicBezTo>
                <a:cubicBezTo>
                  <a:pt x="1757" y="216"/>
                  <a:pt x="1758" y="216"/>
                  <a:pt x="1758" y="216"/>
                </a:cubicBezTo>
                <a:cubicBezTo>
                  <a:pt x="1758" y="216"/>
                  <a:pt x="1758" y="216"/>
                  <a:pt x="1759" y="216"/>
                </a:cubicBezTo>
                <a:cubicBezTo>
                  <a:pt x="1759" y="216"/>
                  <a:pt x="1759" y="216"/>
                  <a:pt x="1759" y="216"/>
                </a:cubicBezTo>
                <a:cubicBezTo>
                  <a:pt x="1760" y="216"/>
                  <a:pt x="1760" y="216"/>
                  <a:pt x="1760" y="216"/>
                </a:cubicBezTo>
                <a:cubicBezTo>
                  <a:pt x="1760" y="216"/>
                  <a:pt x="1761" y="216"/>
                  <a:pt x="1761" y="215"/>
                </a:cubicBezTo>
                <a:cubicBezTo>
                  <a:pt x="1762" y="215"/>
                  <a:pt x="1762" y="215"/>
                  <a:pt x="1763" y="215"/>
                </a:cubicBezTo>
                <a:cubicBezTo>
                  <a:pt x="1763" y="215"/>
                  <a:pt x="1764" y="214"/>
                  <a:pt x="1764" y="214"/>
                </a:cubicBezTo>
                <a:cubicBezTo>
                  <a:pt x="1765" y="214"/>
                  <a:pt x="1765" y="213"/>
                  <a:pt x="1765" y="213"/>
                </a:cubicBezTo>
                <a:cubicBezTo>
                  <a:pt x="1765" y="213"/>
                  <a:pt x="1765" y="212"/>
                  <a:pt x="1765" y="212"/>
                </a:cubicBezTo>
                <a:cubicBezTo>
                  <a:pt x="1765" y="211"/>
                  <a:pt x="1765" y="211"/>
                  <a:pt x="1765" y="211"/>
                </a:cubicBezTo>
                <a:cubicBezTo>
                  <a:pt x="1765" y="210"/>
                  <a:pt x="1764" y="210"/>
                  <a:pt x="1764" y="210"/>
                </a:cubicBezTo>
                <a:cubicBezTo>
                  <a:pt x="1763" y="209"/>
                  <a:pt x="1763" y="209"/>
                  <a:pt x="1762" y="209"/>
                </a:cubicBezTo>
                <a:cubicBezTo>
                  <a:pt x="1761" y="209"/>
                  <a:pt x="1761" y="208"/>
                  <a:pt x="1760" y="208"/>
                </a:cubicBezTo>
                <a:cubicBezTo>
                  <a:pt x="1760" y="208"/>
                  <a:pt x="1761" y="208"/>
                  <a:pt x="1760" y="208"/>
                </a:cubicBezTo>
                <a:close/>
                <a:moveTo>
                  <a:pt x="1841" y="208"/>
                </a:moveTo>
                <a:cubicBezTo>
                  <a:pt x="1840" y="208"/>
                  <a:pt x="1840" y="208"/>
                  <a:pt x="1840" y="208"/>
                </a:cubicBezTo>
                <a:cubicBezTo>
                  <a:pt x="1840" y="208"/>
                  <a:pt x="1839" y="208"/>
                  <a:pt x="1839" y="208"/>
                </a:cubicBezTo>
                <a:cubicBezTo>
                  <a:pt x="1839" y="208"/>
                  <a:pt x="1839" y="208"/>
                  <a:pt x="1838" y="208"/>
                </a:cubicBezTo>
                <a:cubicBezTo>
                  <a:pt x="1838" y="208"/>
                  <a:pt x="1838" y="208"/>
                  <a:pt x="1837" y="208"/>
                </a:cubicBezTo>
                <a:cubicBezTo>
                  <a:pt x="1836" y="208"/>
                  <a:pt x="1835" y="208"/>
                  <a:pt x="1834" y="208"/>
                </a:cubicBezTo>
                <a:cubicBezTo>
                  <a:pt x="1833" y="208"/>
                  <a:pt x="1833" y="209"/>
                  <a:pt x="1832" y="209"/>
                </a:cubicBezTo>
                <a:cubicBezTo>
                  <a:pt x="1831" y="209"/>
                  <a:pt x="1831" y="210"/>
                  <a:pt x="1830" y="210"/>
                </a:cubicBezTo>
                <a:cubicBezTo>
                  <a:pt x="1830" y="211"/>
                  <a:pt x="1830" y="211"/>
                  <a:pt x="1830" y="212"/>
                </a:cubicBezTo>
                <a:cubicBezTo>
                  <a:pt x="1830" y="212"/>
                  <a:pt x="1831" y="213"/>
                  <a:pt x="1831" y="213"/>
                </a:cubicBezTo>
                <a:cubicBezTo>
                  <a:pt x="1831" y="214"/>
                  <a:pt x="1832" y="214"/>
                  <a:pt x="1833" y="215"/>
                </a:cubicBezTo>
                <a:cubicBezTo>
                  <a:pt x="1834" y="215"/>
                  <a:pt x="1835" y="215"/>
                  <a:pt x="1836" y="215"/>
                </a:cubicBezTo>
                <a:cubicBezTo>
                  <a:pt x="1837" y="216"/>
                  <a:pt x="1838" y="216"/>
                  <a:pt x="1839" y="216"/>
                </a:cubicBezTo>
                <a:cubicBezTo>
                  <a:pt x="1839" y="216"/>
                  <a:pt x="1839" y="216"/>
                  <a:pt x="1840" y="216"/>
                </a:cubicBezTo>
                <a:cubicBezTo>
                  <a:pt x="1840" y="216"/>
                  <a:pt x="1840" y="216"/>
                  <a:pt x="1841" y="216"/>
                </a:cubicBezTo>
                <a:cubicBezTo>
                  <a:pt x="1841" y="216"/>
                  <a:pt x="1841" y="216"/>
                  <a:pt x="1841" y="216"/>
                </a:cubicBezTo>
                <a:cubicBezTo>
                  <a:pt x="1841" y="216"/>
                  <a:pt x="1842" y="216"/>
                  <a:pt x="1842" y="215"/>
                </a:cubicBezTo>
                <a:cubicBezTo>
                  <a:pt x="1843" y="215"/>
                  <a:pt x="1843" y="215"/>
                  <a:pt x="1844" y="215"/>
                </a:cubicBezTo>
                <a:cubicBezTo>
                  <a:pt x="1844" y="215"/>
                  <a:pt x="1845" y="214"/>
                  <a:pt x="1845" y="214"/>
                </a:cubicBezTo>
                <a:cubicBezTo>
                  <a:pt x="1846" y="214"/>
                  <a:pt x="1846" y="213"/>
                  <a:pt x="1846" y="213"/>
                </a:cubicBezTo>
                <a:cubicBezTo>
                  <a:pt x="1846" y="213"/>
                  <a:pt x="1846" y="212"/>
                  <a:pt x="1846" y="212"/>
                </a:cubicBezTo>
                <a:cubicBezTo>
                  <a:pt x="1846" y="211"/>
                  <a:pt x="1846" y="211"/>
                  <a:pt x="1846" y="211"/>
                </a:cubicBezTo>
                <a:cubicBezTo>
                  <a:pt x="1845" y="210"/>
                  <a:pt x="1845" y="210"/>
                  <a:pt x="1844" y="210"/>
                </a:cubicBezTo>
                <a:cubicBezTo>
                  <a:pt x="1844" y="209"/>
                  <a:pt x="1843" y="209"/>
                  <a:pt x="1843" y="209"/>
                </a:cubicBezTo>
                <a:cubicBezTo>
                  <a:pt x="1842" y="209"/>
                  <a:pt x="1841" y="208"/>
                  <a:pt x="1841" y="208"/>
                </a:cubicBezTo>
                <a:cubicBezTo>
                  <a:pt x="1840" y="208"/>
                  <a:pt x="1841" y="208"/>
                  <a:pt x="1841" y="208"/>
                </a:cubicBezTo>
                <a:close/>
                <a:moveTo>
                  <a:pt x="1921" y="208"/>
                </a:moveTo>
                <a:cubicBezTo>
                  <a:pt x="1921" y="208"/>
                  <a:pt x="1921" y="208"/>
                  <a:pt x="1921" y="208"/>
                </a:cubicBezTo>
                <a:cubicBezTo>
                  <a:pt x="1920" y="208"/>
                  <a:pt x="1920" y="208"/>
                  <a:pt x="1920" y="208"/>
                </a:cubicBezTo>
                <a:cubicBezTo>
                  <a:pt x="1920" y="208"/>
                  <a:pt x="1919" y="208"/>
                  <a:pt x="1919" y="208"/>
                </a:cubicBezTo>
                <a:cubicBezTo>
                  <a:pt x="1919" y="208"/>
                  <a:pt x="1919" y="208"/>
                  <a:pt x="1918" y="208"/>
                </a:cubicBezTo>
                <a:cubicBezTo>
                  <a:pt x="1917" y="208"/>
                  <a:pt x="1916" y="208"/>
                  <a:pt x="1915" y="208"/>
                </a:cubicBezTo>
                <a:cubicBezTo>
                  <a:pt x="1914" y="208"/>
                  <a:pt x="1913" y="209"/>
                  <a:pt x="1913" y="209"/>
                </a:cubicBezTo>
                <a:cubicBezTo>
                  <a:pt x="1912" y="209"/>
                  <a:pt x="1912" y="210"/>
                  <a:pt x="1911" y="210"/>
                </a:cubicBezTo>
                <a:cubicBezTo>
                  <a:pt x="1911" y="211"/>
                  <a:pt x="1911" y="211"/>
                  <a:pt x="1911" y="212"/>
                </a:cubicBezTo>
                <a:cubicBezTo>
                  <a:pt x="1911" y="212"/>
                  <a:pt x="1911" y="213"/>
                  <a:pt x="1912" y="213"/>
                </a:cubicBezTo>
                <a:cubicBezTo>
                  <a:pt x="1912" y="214"/>
                  <a:pt x="1913" y="214"/>
                  <a:pt x="1914" y="215"/>
                </a:cubicBezTo>
                <a:cubicBezTo>
                  <a:pt x="1915" y="215"/>
                  <a:pt x="1916" y="215"/>
                  <a:pt x="1917" y="215"/>
                </a:cubicBezTo>
                <a:cubicBezTo>
                  <a:pt x="1918" y="216"/>
                  <a:pt x="1919" y="216"/>
                  <a:pt x="1920" y="216"/>
                </a:cubicBezTo>
                <a:cubicBezTo>
                  <a:pt x="1920" y="216"/>
                  <a:pt x="1920" y="216"/>
                  <a:pt x="1921" y="216"/>
                </a:cubicBezTo>
                <a:cubicBezTo>
                  <a:pt x="1921" y="216"/>
                  <a:pt x="1921" y="216"/>
                  <a:pt x="1922" y="216"/>
                </a:cubicBezTo>
                <a:cubicBezTo>
                  <a:pt x="1922" y="216"/>
                  <a:pt x="1922" y="216"/>
                  <a:pt x="1922" y="216"/>
                </a:cubicBezTo>
                <a:cubicBezTo>
                  <a:pt x="1923" y="216"/>
                  <a:pt x="1923" y="216"/>
                  <a:pt x="1923" y="215"/>
                </a:cubicBezTo>
                <a:cubicBezTo>
                  <a:pt x="1924" y="215"/>
                  <a:pt x="1924" y="215"/>
                  <a:pt x="1925" y="215"/>
                </a:cubicBezTo>
                <a:cubicBezTo>
                  <a:pt x="1925" y="215"/>
                  <a:pt x="1926" y="214"/>
                  <a:pt x="1926" y="214"/>
                </a:cubicBezTo>
                <a:cubicBezTo>
                  <a:pt x="1927" y="214"/>
                  <a:pt x="1927" y="213"/>
                  <a:pt x="1927" y="213"/>
                </a:cubicBezTo>
                <a:cubicBezTo>
                  <a:pt x="1927" y="213"/>
                  <a:pt x="1927" y="212"/>
                  <a:pt x="1927" y="212"/>
                </a:cubicBezTo>
                <a:cubicBezTo>
                  <a:pt x="1927" y="211"/>
                  <a:pt x="1927" y="211"/>
                  <a:pt x="1927" y="211"/>
                </a:cubicBezTo>
                <a:cubicBezTo>
                  <a:pt x="1926" y="210"/>
                  <a:pt x="1926" y="210"/>
                  <a:pt x="1925" y="210"/>
                </a:cubicBezTo>
                <a:cubicBezTo>
                  <a:pt x="1925" y="209"/>
                  <a:pt x="1924" y="209"/>
                  <a:pt x="1924" y="209"/>
                </a:cubicBezTo>
                <a:cubicBezTo>
                  <a:pt x="1923" y="209"/>
                  <a:pt x="1922" y="208"/>
                  <a:pt x="1921" y="208"/>
                </a:cubicBezTo>
                <a:cubicBezTo>
                  <a:pt x="1921" y="208"/>
                  <a:pt x="1922" y="208"/>
                  <a:pt x="1921" y="208"/>
                </a:cubicBezTo>
                <a:close/>
                <a:moveTo>
                  <a:pt x="2036" y="208"/>
                </a:moveTo>
                <a:cubicBezTo>
                  <a:pt x="2036" y="208"/>
                  <a:pt x="2035" y="209"/>
                  <a:pt x="2034" y="209"/>
                </a:cubicBezTo>
                <a:cubicBezTo>
                  <a:pt x="2033" y="209"/>
                  <a:pt x="2033" y="210"/>
                  <a:pt x="2033" y="210"/>
                </a:cubicBezTo>
                <a:cubicBezTo>
                  <a:pt x="2032" y="211"/>
                  <a:pt x="2032" y="211"/>
                  <a:pt x="2032" y="212"/>
                </a:cubicBezTo>
                <a:cubicBezTo>
                  <a:pt x="2033" y="212"/>
                  <a:pt x="2033" y="213"/>
                  <a:pt x="2033" y="213"/>
                </a:cubicBezTo>
                <a:cubicBezTo>
                  <a:pt x="2034" y="214"/>
                  <a:pt x="2035" y="214"/>
                  <a:pt x="2035" y="215"/>
                </a:cubicBezTo>
                <a:cubicBezTo>
                  <a:pt x="2036" y="215"/>
                  <a:pt x="2037" y="215"/>
                  <a:pt x="2038" y="215"/>
                </a:cubicBezTo>
                <a:cubicBezTo>
                  <a:pt x="2039" y="216"/>
                  <a:pt x="2040" y="216"/>
                  <a:pt x="2041" y="216"/>
                </a:cubicBezTo>
                <a:cubicBezTo>
                  <a:pt x="2043" y="216"/>
                  <a:pt x="2044" y="216"/>
                  <a:pt x="2045" y="215"/>
                </a:cubicBezTo>
                <a:cubicBezTo>
                  <a:pt x="2045" y="215"/>
                  <a:pt x="2046" y="215"/>
                  <a:pt x="2047" y="215"/>
                </a:cubicBezTo>
                <a:cubicBezTo>
                  <a:pt x="2048" y="214"/>
                  <a:pt x="2048" y="214"/>
                  <a:pt x="2048" y="213"/>
                </a:cubicBezTo>
                <a:cubicBezTo>
                  <a:pt x="2049" y="213"/>
                  <a:pt x="2049" y="212"/>
                  <a:pt x="2049" y="212"/>
                </a:cubicBezTo>
                <a:cubicBezTo>
                  <a:pt x="2048" y="211"/>
                  <a:pt x="2048" y="211"/>
                  <a:pt x="2048" y="210"/>
                </a:cubicBezTo>
                <a:cubicBezTo>
                  <a:pt x="2047" y="210"/>
                  <a:pt x="2046" y="209"/>
                  <a:pt x="2046" y="209"/>
                </a:cubicBezTo>
                <a:cubicBezTo>
                  <a:pt x="2045" y="209"/>
                  <a:pt x="2044" y="208"/>
                  <a:pt x="2043" y="208"/>
                </a:cubicBezTo>
                <a:cubicBezTo>
                  <a:pt x="2042" y="208"/>
                  <a:pt x="2041" y="208"/>
                  <a:pt x="2040" y="208"/>
                </a:cubicBezTo>
                <a:cubicBezTo>
                  <a:pt x="2038" y="208"/>
                  <a:pt x="2037" y="208"/>
                  <a:pt x="2036" y="208"/>
                </a:cubicBezTo>
                <a:close/>
                <a:moveTo>
                  <a:pt x="1956" y="208"/>
                </a:moveTo>
                <a:cubicBezTo>
                  <a:pt x="1955" y="208"/>
                  <a:pt x="1954" y="209"/>
                  <a:pt x="1953" y="209"/>
                </a:cubicBezTo>
                <a:cubicBezTo>
                  <a:pt x="1953" y="209"/>
                  <a:pt x="1952" y="210"/>
                  <a:pt x="1952" y="210"/>
                </a:cubicBezTo>
                <a:cubicBezTo>
                  <a:pt x="1951" y="211"/>
                  <a:pt x="1951" y="211"/>
                  <a:pt x="1951" y="212"/>
                </a:cubicBezTo>
                <a:cubicBezTo>
                  <a:pt x="1952" y="212"/>
                  <a:pt x="1952" y="213"/>
                  <a:pt x="1952" y="213"/>
                </a:cubicBezTo>
                <a:cubicBezTo>
                  <a:pt x="1953" y="214"/>
                  <a:pt x="1954" y="214"/>
                  <a:pt x="1954" y="215"/>
                </a:cubicBezTo>
                <a:cubicBezTo>
                  <a:pt x="1955" y="215"/>
                  <a:pt x="1956" y="215"/>
                  <a:pt x="1957" y="215"/>
                </a:cubicBezTo>
                <a:cubicBezTo>
                  <a:pt x="1958" y="216"/>
                  <a:pt x="1959" y="216"/>
                  <a:pt x="1960" y="216"/>
                </a:cubicBezTo>
                <a:cubicBezTo>
                  <a:pt x="1962" y="216"/>
                  <a:pt x="1963" y="216"/>
                  <a:pt x="1963" y="215"/>
                </a:cubicBezTo>
                <a:cubicBezTo>
                  <a:pt x="1964" y="215"/>
                  <a:pt x="1965" y="215"/>
                  <a:pt x="1966" y="215"/>
                </a:cubicBezTo>
                <a:cubicBezTo>
                  <a:pt x="1967" y="214"/>
                  <a:pt x="1967" y="214"/>
                  <a:pt x="1967" y="213"/>
                </a:cubicBezTo>
                <a:cubicBezTo>
                  <a:pt x="1968" y="213"/>
                  <a:pt x="1968" y="212"/>
                  <a:pt x="1968" y="212"/>
                </a:cubicBezTo>
                <a:cubicBezTo>
                  <a:pt x="1968" y="211"/>
                  <a:pt x="1967" y="211"/>
                  <a:pt x="1967" y="210"/>
                </a:cubicBezTo>
                <a:cubicBezTo>
                  <a:pt x="1966" y="210"/>
                  <a:pt x="1965" y="209"/>
                  <a:pt x="1965" y="209"/>
                </a:cubicBezTo>
                <a:cubicBezTo>
                  <a:pt x="1964" y="209"/>
                  <a:pt x="1963" y="208"/>
                  <a:pt x="1962" y="208"/>
                </a:cubicBezTo>
                <a:cubicBezTo>
                  <a:pt x="1961" y="208"/>
                  <a:pt x="1960" y="208"/>
                  <a:pt x="1959" y="208"/>
                </a:cubicBezTo>
                <a:cubicBezTo>
                  <a:pt x="1958" y="208"/>
                  <a:pt x="1957" y="208"/>
                  <a:pt x="1956" y="208"/>
                </a:cubicBezTo>
                <a:close/>
                <a:moveTo>
                  <a:pt x="1273" y="208"/>
                </a:moveTo>
                <a:cubicBezTo>
                  <a:pt x="1273" y="208"/>
                  <a:pt x="1273" y="208"/>
                  <a:pt x="1273" y="208"/>
                </a:cubicBezTo>
                <a:cubicBezTo>
                  <a:pt x="1273" y="208"/>
                  <a:pt x="1273" y="208"/>
                  <a:pt x="1273" y="208"/>
                </a:cubicBezTo>
                <a:cubicBezTo>
                  <a:pt x="1272" y="208"/>
                  <a:pt x="1272" y="208"/>
                  <a:pt x="1272" y="208"/>
                </a:cubicBezTo>
                <a:cubicBezTo>
                  <a:pt x="1272" y="208"/>
                  <a:pt x="1272" y="208"/>
                  <a:pt x="1272" y="208"/>
                </a:cubicBezTo>
                <a:cubicBezTo>
                  <a:pt x="1271" y="208"/>
                  <a:pt x="1270" y="208"/>
                  <a:pt x="1269" y="208"/>
                </a:cubicBezTo>
                <a:cubicBezTo>
                  <a:pt x="1268" y="208"/>
                  <a:pt x="1267" y="209"/>
                  <a:pt x="1266" y="209"/>
                </a:cubicBezTo>
                <a:cubicBezTo>
                  <a:pt x="1265" y="209"/>
                  <a:pt x="1265" y="210"/>
                  <a:pt x="1264" y="210"/>
                </a:cubicBezTo>
                <a:cubicBezTo>
                  <a:pt x="1264" y="211"/>
                  <a:pt x="1264" y="211"/>
                  <a:pt x="1264" y="212"/>
                </a:cubicBezTo>
                <a:cubicBezTo>
                  <a:pt x="1264" y="212"/>
                  <a:pt x="1264" y="213"/>
                  <a:pt x="1264" y="213"/>
                </a:cubicBezTo>
                <a:cubicBezTo>
                  <a:pt x="1265" y="214"/>
                  <a:pt x="1265" y="214"/>
                  <a:pt x="1266" y="215"/>
                </a:cubicBezTo>
                <a:cubicBezTo>
                  <a:pt x="1267" y="215"/>
                  <a:pt x="1268" y="215"/>
                  <a:pt x="1269" y="215"/>
                </a:cubicBezTo>
                <a:cubicBezTo>
                  <a:pt x="1270" y="216"/>
                  <a:pt x="1271" y="216"/>
                  <a:pt x="1272" y="216"/>
                </a:cubicBezTo>
                <a:cubicBezTo>
                  <a:pt x="1272" y="216"/>
                  <a:pt x="1272" y="216"/>
                  <a:pt x="1272" y="216"/>
                </a:cubicBezTo>
                <a:cubicBezTo>
                  <a:pt x="1272" y="216"/>
                  <a:pt x="1272" y="216"/>
                  <a:pt x="1273" y="216"/>
                </a:cubicBezTo>
                <a:cubicBezTo>
                  <a:pt x="1273" y="216"/>
                  <a:pt x="1273" y="216"/>
                  <a:pt x="1273" y="216"/>
                </a:cubicBezTo>
                <a:cubicBezTo>
                  <a:pt x="1273" y="216"/>
                  <a:pt x="1273" y="216"/>
                  <a:pt x="1273" y="216"/>
                </a:cubicBezTo>
                <a:cubicBezTo>
                  <a:pt x="1274" y="216"/>
                  <a:pt x="1275" y="215"/>
                  <a:pt x="1276" y="215"/>
                </a:cubicBezTo>
                <a:cubicBezTo>
                  <a:pt x="1277" y="215"/>
                  <a:pt x="1277" y="215"/>
                  <a:pt x="1278" y="214"/>
                </a:cubicBezTo>
                <a:cubicBezTo>
                  <a:pt x="1279" y="214"/>
                  <a:pt x="1279" y="214"/>
                  <a:pt x="1279" y="213"/>
                </a:cubicBezTo>
                <a:cubicBezTo>
                  <a:pt x="1280" y="213"/>
                  <a:pt x="1280" y="212"/>
                  <a:pt x="1280" y="212"/>
                </a:cubicBezTo>
                <a:cubicBezTo>
                  <a:pt x="1280" y="211"/>
                  <a:pt x="1280" y="211"/>
                  <a:pt x="1279" y="211"/>
                </a:cubicBezTo>
                <a:cubicBezTo>
                  <a:pt x="1279" y="210"/>
                  <a:pt x="1279" y="210"/>
                  <a:pt x="1278" y="209"/>
                </a:cubicBezTo>
                <a:cubicBezTo>
                  <a:pt x="1277" y="209"/>
                  <a:pt x="1277" y="209"/>
                  <a:pt x="1276" y="209"/>
                </a:cubicBezTo>
                <a:cubicBezTo>
                  <a:pt x="1275" y="208"/>
                  <a:pt x="1274" y="208"/>
                  <a:pt x="1273" y="208"/>
                </a:cubicBezTo>
                <a:cubicBezTo>
                  <a:pt x="1273" y="208"/>
                  <a:pt x="1274" y="208"/>
                  <a:pt x="1273" y="208"/>
                </a:cubicBezTo>
                <a:close/>
                <a:moveTo>
                  <a:pt x="1390" y="208"/>
                </a:moveTo>
                <a:cubicBezTo>
                  <a:pt x="1389" y="208"/>
                  <a:pt x="1388" y="209"/>
                  <a:pt x="1387" y="209"/>
                </a:cubicBezTo>
                <a:cubicBezTo>
                  <a:pt x="1387" y="209"/>
                  <a:pt x="1386" y="210"/>
                  <a:pt x="1386" y="210"/>
                </a:cubicBezTo>
                <a:cubicBezTo>
                  <a:pt x="1385" y="211"/>
                  <a:pt x="1385" y="211"/>
                  <a:pt x="1385" y="212"/>
                </a:cubicBezTo>
                <a:cubicBezTo>
                  <a:pt x="1385" y="212"/>
                  <a:pt x="1385" y="213"/>
                  <a:pt x="1386" y="213"/>
                </a:cubicBezTo>
                <a:cubicBezTo>
                  <a:pt x="1386" y="214"/>
                  <a:pt x="1387" y="214"/>
                  <a:pt x="1387" y="215"/>
                </a:cubicBezTo>
                <a:cubicBezTo>
                  <a:pt x="1388" y="215"/>
                  <a:pt x="1389" y="215"/>
                  <a:pt x="1390" y="215"/>
                </a:cubicBezTo>
                <a:cubicBezTo>
                  <a:pt x="1391" y="216"/>
                  <a:pt x="1392" y="216"/>
                  <a:pt x="1393" y="216"/>
                </a:cubicBezTo>
                <a:cubicBezTo>
                  <a:pt x="1394" y="216"/>
                  <a:pt x="1395" y="216"/>
                  <a:pt x="1396" y="215"/>
                </a:cubicBezTo>
                <a:cubicBezTo>
                  <a:pt x="1397" y="215"/>
                  <a:pt x="1398" y="215"/>
                  <a:pt x="1399" y="215"/>
                </a:cubicBezTo>
                <a:cubicBezTo>
                  <a:pt x="1400" y="214"/>
                  <a:pt x="1400" y="214"/>
                  <a:pt x="1401" y="213"/>
                </a:cubicBezTo>
                <a:cubicBezTo>
                  <a:pt x="1401" y="213"/>
                  <a:pt x="1401" y="212"/>
                  <a:pt x="1401" y="212"/>
                </a:cubicBezTo>
                <a:cubicBezTo>
                  <a:pt x="1401" y="211"/>
                  <a:pt x="1401" y="211"/>
                  <a:pt x="1400" y="210"/>
                </a:cubicBezTo>
                <a:cubicBezTo>
                  <a:pt x="1400" y="210"/>
                  <a:pt x="1399" y="209"/>
                  <a:pt x="1399" y="209"/>
                </a:cubicBezTo>
                <a:cubicBezTo>
                  <a:pt x="1398" y="209"/>
                  <a:pt x="1397" y="208"/>
                  <a:pt x="1396" y="208"/>
                </a:cubicBezTo>
                <a:cubicBezTo>
                  <a:pt x="1395" y="208"/>
                  <a:pt x="1394" y="208"/>
                  <a:pt x="1393" y="208"/>
                </a:cubicBezTo>
                <a:cubicBezTo>
                  <a:pt x="1392" y="208"/>
                  <a:pt x="1391" y="208"/>
                  <a:pt x="1390" y="208"/>
                </a:cubicBezTo>
                <a:close/>
                <a:moveTo>
                  <a:pt x="2198" y="208"/>
                </a:moveTo>
                <a:cubicBezTo>
                  <a:pt x="2197" y="208"/>
                  <a:pt x="2196" y="209"/>
                  <a:pt x="2196" y="209"/>
                </a:cubicBezTo>
                <a:cubicBezTo>
                  <a:pt x="2195" y="209"/>
                  <a:pt x="2195" y="210"/>
                  <a:pt x="2194" y="210"/>
                </a:cubicBezTo>
                <a:cubicBezTo>
                  <a:pt x="2194" y="211"/>
                  <a:pt x="2194" y="211"/>
                  <a:pt x="2194" y="212"/>
                </a:cubicBezTo>
                <a:cubicBezTo>
                  <a:pt x="2194" y="212"/>
                  <a:pt x="2195" y="213"/>
                  <a:pt x="2195" y="213"/>
                </a:cubicBezTo>
                <a:cubicBezTo>
                  <a:pt x="2196" y="214"/>
                  <a:pt x="2197" y="214"/>
                  <a:pt x="2197" y="215"/>
                </a:cubicBezTo>
                <a:cubicBezTo>
                  <a:pt x="2198" y="215"/>
                  <a:pt x="2199" y="215"/>
                  <a:pt x="2200" y="215"/>
                </a:cubicBezTo>
                <a:cubicBezTo>
                  <a:pt x="2201" y="216"/>
                  <a:pt x="2202" y="216"/>
                  <a:pt x="2203" y="216"/>
                </a:cubicBezTo>
                <a:cubicBezTo>
                  <a:pt x="2205" y="216"/>
                  <a:pt x="2206" y="216"/>
                  <a:pt x="2207" y="215"/>
                </a:cubicBezTo>
                <a:cubicBezTo>
                  <a:pt x="2207" y="215"/>
                  <a:pt x="2208" y="215"/>
                  <a:pt x="2209" y="215"/>
                </a:cubicBezTo>
                <a:cubicBezTo>
                  <a:pt x="2209" y="214"/>
                  <a:pt x="2210" y="214"/>
                  <a:pt x="2210" y="213"/>
                </a:cubicBezTo>
                <a:cubicBezTo>
                  <a:pt x="2210" y="213"/>
                  <a:pt x="2211" y="212"/>
                  <a:pt x="2210" y="212"/>
                </a:cubicBezTo>
                <a:cubicBezTo>
                  <a:pt x="2210" y="211"/>
                  <a:pt x="2210" y="211"/>
                  <a:pt x="2209" y="210"/>
                </a:cubicBezTo>
                <a:cubicBezTo>
                  <a:pt x="2209" y="210"/>
                  <a:pt x="2208" y="209"/>
                  <a:pt x="2207" y="209"/>
                </a:cubicBezTo>
                <a:cubicBezTo>
                  <a:pt x="2206" y="209"/>
                  <a:pt x="2205" y="208"/>
                  <a:pt x="2204" y="208"/>
                </a:cubicBezTo>
                <a:cubicBezTo>
                  <a:pt x="2203" y="208"/>
                  <a:pt x="2202" y="208"/>
                  <a:pt x="2201" y="208"/>
                </a:cubicBezTo>
                <a:cubicBezTo>
                  <a:pt x="2200" y="208"/>
                  <a:pt x="2199" y="208"/>
                  <a:pt x="2198" y="208"/>
                </a:cubicBezTo>
                <a:close/>
                <a:moveTo>
                  <a:pt x="1517" y="208"/>
                </a:moveTo>
                <a:cubicBezTo>
                  <a:pt x="1516" y="208"/>
                  <a:pt x="1516" y="208"/>
                  <a:pt x="1516" y="208"/>
                </a:cubicBezTo>
                <a:cubicBezTo>
                  <a:pt x="1516" y="208"/>
                  <a:pt x="1515" y="208"/>
                  <a:pt x="1515" y="208"/>
                </a:cubicBezTo>
                <a:cubicBezTo>
                  <a:pt x="1515" y="208"/>
                  <a:pt x="1514" y="208"/>
                  <a:pt x="1514" y="208"/>
                </a:cubicBezTo>
                <a:cubicBezTo>
                  <a:pt x="1513" y="208"/>
                  <a:pt x="1512" y="208"/>
                  <a:pt x="1511" y="208"/>
                </a:cubicBezTo>
                <a:cubicBezTo>
                  <a:pt x="1510" y="208"/>
                  <a:pt x="1509" y="209"/>
                  <a:pt x="1509" y="209"/>
                </a:cubicBezTo>
                <a:cubicBezTo>
                  <a:pt x="1508" y="209"/>
                  <a:pt x="1507" y="210"/>
                  <a:pt x="1507" y="210"/>
                </a:cubicBezTo>
                <a:cubicBezTo>
                  <a:pt x="1507" y="211"/>
                  <a:pt x="1506" y="211"/>
                  <a:pt x="1506" y="212"/>
                </a:cubicBezTo>
                <a:cubicBezTo>
                  <a:pt x="1506" y="212"/>
                  <a:pt x="1507" y="213"/>
                  <a:pt x="1507" y="213"/>
                </a:cubicBezTo>
                <a:cubicBezTo>
                  <a:pt x="1508" y="214"/>
                  <a:pt x="1508" y="214"/>
                  <a:pt x="1509" y="215"/>
                </a:cubicBezTo>
                <a:cubicBezTo>
                  <a:pt x="1510" y="215"/>
                  <a:pt x="1511" y="215"/>
                  <a:pt x="1512" y="215"/>
                </a:cubicBezTo>
                <a:cubicBezTo>
                  <a:pt x="1513" y="216"/>
                  <a:pt x="1514" y="216"/>
                  <a:pt x="1515" y="216"/>
                </a:cubicBezTo>
                <a:cubicBezTo>
                  <a:pt x="1515" y="216"/>
                  <a:pt x="1515" y="216"/>
                  <a:pt x="1516" y="216"/>
                </a:cubicBezTo>
                <a:cubicBezTo>
                  <a:pt x="1516" y="216"/>
                  <a:pt x="1516" y="216"/>
                  <a:pt x="1516" y="216"/>
                </a:cubicBezTo>
                <a:cubicBezTo>
                  <a:pt x="1517" y="216"/>
                  <a:pt x="1517" y="216"/>
                  <a:pt x="1517" y="216"/>
                </a:cubicBezTo>
                <a:cubicBezTo>
                  <a:pt x="1517" y="216"/>
                  <a:pt x="1518" y="216"/>
                  <a:pt x="1518" y="215"/>
                </a:cubicBezTo>
                <a:cubicBezTo>
                  <a:pt x="1518" y="215"/>
                  <a:pt x="1518" y="215"/>
                  <a:pt x="1519" y="215"/>
                </a:cubicBezTo>
                <a:cubicBezTo>
                  <a:pt x="1519" y="215"/>
                  <a:pt x="1519" y="215"/>
                  <a:pt x="1519" y="215"/>
                </a:cubicBezTo>
                <a:cubicBezTo>
                  <a:pt x="1519" y="215"/>
                  <a:pt x="1520" y="215"/>
                  <a:pt x="1520" y="215"/>
                </a:cubicBezTo>
                <a:cubicBezTo>
                  <a:pt x="1520" y="215"/>
                  <a:pt x="1520" y="215"/>
                  <a:pt x="1520" y="215"/>
                </a:cubicBezTo>
                <a:cubicBezTo>
                  <a:pt x="1521" y="214"/>
                  <a:pt x="1521" y="214"/>
                  <a:pt x="1521" y="214"/>
                </a:cubicBezTo>
                <a:cubicBezTo>
                  <a:pt x="1522" y="214"/>
                  <a:pt x="1522" y="214"/>
                  <a:pt x="1522" y="213"/>
                </a:cubicBezTo>
                <a:cubicBezTo>
                  <a:pt x="1522" y="213"/>
                  <a:pt x="1522" y="213"/>
                  <a:pt x="1522" y="213"/>
                </a:cubicBezTo>
                <a:cubicBezTo>
                  <a:pt x="1523" y="212"/>
                  <a:pt x="1523" y="212"/>
                  <a:pt x="1523" y="212"/>
                </a:cubicBezTo>
                <a:cubicBezTo>
                  <a:pt x="1523" y="212"/>
                  <a:pt x="1522" y="211"/>
                  <a:pt x="1522" y="211"/>
                </a:cubicBezTo>
                <a:cubicBezTo>
                  <a:pt x="1522" y="211"/>
                  <a:pt x="1522" y="211"/>
                  <a:pt x="1522" y="210"/>
                </a:cubicBezTo>
                <a:cubicBezTo>
                  <a:pt x="1522" y="210"/>
                  <a:pt x="1521" y="210"/>
                  <a:pt x="1521" y="210"/>
                </a:cubicBezTo>
                <a:cubicBezTo>
                  <a:pt x="1521" y="209"/>
                  <a:pt x="1520" y="209"/>
                  <a:pt x="1520" y="209"/>
                </a:cubicBezTo>
                <a:cubicBezTo>
                  <a:pt x="1520" y="209"/>
                  <a:pt x="1520" y="209"/>
                  <a:pt x="1519" y="209"/>
                </a:cubicBezTo>
                <a:cubicBezTo>
                  <a:pt x="1519" y="209"/>
                  <a:pt x="1519" y="209"/>
                  <a:pt x="1519" y="209"/>
                </a:cubicBezTo>
                <a:cubicBezTo>
                  <a:pt x="1519" y="209"/>
                  <a:pt x="1518" y="209"/>
                  <a:pt x="1518" y="208"/>
                </a:cubicBezTo>
                <a:cubicBezTo>
                  <a:pt x="1518" y="208"/>
                  <a:pt x="1518" y="208"/>
                  <a:pt x="1517" y="208"/>
                </a:cubicBezTo>
                <a:cubicBezTo>
                  <a:pt x="1517" y="208"/>
                  <a:pt x="1517" y="208"/>
                  <a:pt x="1517" y="208"/>
                </a:cubicBezTo>
                <a:close/>
                <a:moveTo>
                  <a:pt x="2117" y="208"/>
                </a:moveTo>
                <a:cubicBezTo>
                  <a:pt x="2116" y="208"/>
                  <a:pt x="2116" y="209"/>
                  <a:pt x="2115" y="209"/>
                </a:cubicBezTo>
                <a:cubicBezTo>
                  <a:pt x="2114" y="209"/>
                  <a:pt x="2114" y="210"/>
                  <a:pt x="2114" y="210"/>
                </a:cubicBezTo>
                <a:cubicBezTo>
                  <a:pt x="2113" y="211"/>
                  <a:pt x="2113" y="211"/>
                  <a:pt x="2113" y="212"/>
                </a:cubicBezTo>
                <a:cubicBezTo>
                  <a:pt x="2113" y="212"/>
                  <a:pt x="2114" y="213"/>
                  <a:pt x="2114" y="213"/>
                </a:cubicBezTo>
                <a:cubicBezTo>
                  <a:pt x="2115" y="214"/>
                  <a:pt x="2116" y="214"/>
                  <a:pt x="2116" y="215"/>
                </a:cubicBezTo>
                <a:cubicBezTo>
                  <a:pt x="2117" y="215"/>
                  <a:pt x="2118" y="215"/>
                  <a:pt x="2119" y="215"/>
                </a:cubicBezTo>
                <a:cubicBezTo>
                  <a:pt x="2120" y="216"/>
                  <a:pt x="2121" y="216"/>
                  <a:pt x="2122" y="216"/>
                </a:cubicBezTo>
                <a:cubicBezTo>
                  <a:pt x="2124" y="216"/>
                  <a:pt x="2125" y="216"/>
                  <a:pt x="2126" y="215"/>
                </a:cubicBezTo>
                <a:cubicBezTo>
                  <a:pt x="2126" y="215"/>
                  <a:pt x="2127" y="215"/>
                  <a:pt x="2128" y="215"/>
                </a:cubicBezTo>
                <a:cubicBezTo>
                  <a:pt x="2129" y="214"/>
                  <a:pt x="2129" y="214"/>
                  <a:pt x="2129" y="213"/>
                </a:cubicBezTo>
                <a:cubicBezTo>
                  <a:pt x="2130" y="213"/>
                  <a:pt x="2130" y="212"/>
                  <a:pt x="2130" y="212"/>
                </a:cubicBezTo>
                <a:cubicBezTo>
                  <a:pt x="2129" y="211"/>
                  <a:pt x="2129" y="211"/>
                  <a:pt x="2128" y="210"/>
                </a:cubicBezTo>
                <a:cubicBezTo>
                  <a:pt x="2128" y="210"/>
                  <a:pt x="2127" y="209"/>
                  <a:pt x="2126" y="209"/>
                </a:cubicBezTo>
                <a:cubicBezTo>
                  <a:pt x="2126" y="209"/>
                  <a:pt x="2125" y="208"/>
                  <a:pt x="2124" y="208"/>
                </a:cubicBezTo>
                <a:cubicBezTo>
                  <a:pt x="2123" y="208"/>
                  <a:pt x="2121" y="208"/>
                  <a:pt x="2120" y="208"/>
                </a:cubicBezTo>
                <a:cubicBezTo>
                  <a:pt x="2119" y="208"/>
                  <a:pt x="2118" y="208"/>
                  <a:pt x="2117" y="208"/>
                </a:cubicBezTo>
                <a:close/>
                <a:moveTo>
                  <a:pt x="2059" y="218"/>
                </a:moveTo>
                <a:cubicBezTo>
                  <a:pt x="2058" y="218"/>
                  <a:pt x="2057" y="218"/>
                  <a:pt x="2057" y="219"/>
                </a:cubicBezTo>
                <a:cubicBezTo>
                  <a:pt x="2056" y="219"/>
                  <a:pt x="2056" y="220"/>
                  <a:pt x="2055" y="220"/>
                </a:cubicBezTo>
                <a:cubicBezTo>
                  <a:pt x="2055" y="221"/>
                  <a:pt x="2055" y="221"/>
                  <a:pt x="2055" y="222"/>
                </a:cubicBezTo>
                <a:cubicBezTo>
                  <a:pt x="2055" y="222"/>
                  <a:pt x="2056" y="223"/>
                  <a:pt x="2056" y="223"/>
                </a:cubicBezTo>
                <a:cubicBezTo>
                  <a:pt x="2057" y="224"/>
                  <a:pt x="2057" y="224"/>
                  <a:pt x="2058" y="224"/>
                </a:cubicBezTo>
                <a:cubicBezTo>
                  <a:pt x="2059" y="225"/>
                  <a:pt x="2060" y="225"/>
                  <a:pt x="2061" y="225"/>
                </a:cubicBezTo>
                <a:cubicBezTo>
                  <a:pt x="2062" y="225"/>
                  <a:pt x="2063" y="226"/>
                  <a:pt x="2064" y="226"/>
                </a:cubicBezTo>
                <a:cubicBezTo>
                  <a:pt x="2065" y="226"/>
                  <a:pt x="2066" y="225"/>
                  <a:pt x="2067" y="225"/>
                </a:cubicBezTo>
                <a:cubicBezTo>
                  <a:pt x="2068" y="225"/>
                  <a:pt x="2069" y="225"/>
                  <a:pt x="2070" y="224"/>
                </a:cubicBezTo>
                <a:cubicBezTo>
                  <a:pt x="2070" y="224"/>
                  <a:pt x="2071" y="224"/>
                  <a:pt x="2071" y="223"/>
                </a:cubicBezTo>
                <a:cubicBezTo>
                  <a:pt x="2071" y="223"/>
                  <a:pt x="2071" y="222"/>
                  <a:pt x="2071" y="222"/>
                </a:cubicBezTo>
                <a:cubicBezTo>
                  <a:pt x="2071" y="221"/>
                  <a:pt x="2071" y="221"/>
                  <a:pt x="2070" y="220"/>
                </a:cubicBezTo>
                <a:cubicBezTo>
                  <a:pt x="2070" y="220"/>
                  <a:pt x="2069" y="219"/>
                  <a:pt x="2068" y="219"/>
                </a:cubicBezTo>
                <a:cubicBezTo>
                  <a:pt x="2067" y="218"/>
                  <a:pt x="2066" y="218"/>
                  <a:pt x="2065" y="218"/>
                </a:cubicBezTo>
                <a:cubicBezTo>
                  <a:pt x="2064" y="218"/>
                  <a:pt x="2063" y="218"/>
                  <a:pt x="2062" y="218"/>
                </a:cubicBezTo>
                <a:cubicBezTo>
                  <a:pt x="2061" y="218"/>
                  <a:pt x="2060" y="218"/>
                  <a:pt x="2059" y="218"/>
                </a:cubicBezTo>
                <a:close/>
                <a:moveTo>
                  <a:pt x="1410" y="218"/>
                </a:moveTo>
                <a:cubicBezTo>
                  <a:pt x="1410" y="218"/>
                  <a:pt x="1409" y="218"/>
                  <a:pt x="1408" y="219"/>
                </a:cubicBezTo>
                <a:cubicBezTo>
                  <a:pt x="1407" y="219"/>
                  <a:pt x="1407" y="220"/>
                  <a:pt x="1406" y="220"/>
                </a:cubicBezTo>
                <a:cubicBezTo>
                  <a:pt x="1406" y="221"/>
                  <a:pt x="1406" y="221"/>
                  <a:pt x="1406" y="222"/>
                </a:cubicBezTo>
                <a:cubicBezTo>
                  <a:pt x="1406" y="222"/>
                  <a:pt x="1406" y="223"/>
                  <a:pt x="1406" y="223"/>
                </a:cubicBezTo>
                <a:cubicBezTo>
                  <a:pt x="1407" y="224"/>
                  <a:pt x="1407" y="224"/>
                  <a:pt x="1408" y="224"/>
                </a:cubicBezTo>
                <a:cubicBezTo>
                  <a:pt x="1409" y="225"/>
                  <a:pt x="1410" y="225"/>
                  <a:pt x="1411" y="225"/>
                </a:cubicBezTo>
                <a:cubicBezTo>
                  <a:pt x="1412" y="225"/>
                  <a:pt x="1413" y="226"/>
                  <a:pt x="1414" y="226"/>
                </a:cubicBezTo>
                <a:cubicBezTo>
                  <a:pt x="1415" y="226"/>
                  <a:pt x="1416" y="225"/>
                  <a:pt x="1417" y="225"/>
                </a:cubicBezTo>
                <a:cubicBezTo>
                  <a:pt x="1418" y="225"/>
                  <a:pt x="1419" y="225"/>
                  <a:pt x="1420" y="224"/>
                </a:cubicBezTo>
                <a:cubicBezTo>
                  <a:pt x="1420" y="224"/>
                  <a:pt x="1421" y="224"/>
                  <a:pt x="1421" y="223"/>
                </a:cubicBezTo>
                <a:cubicBezTo>
                  <a:pt x="1422" y="223"/>
                  <a:pt x="1422" y="222"/>
                  <a:pt x="1422" y="222"/>
                </a:cubicBezTo>
                <a:cubicBezTo>
                  <a:pt x="1422" y="221"/>
                  <a:pt x="1422" y="221"/>
                  <a:pt x="1421" y="220"/>
                </a:cubicBezTo>
                <a:cubicBezTo>
                  <a:pt x="1421" y="220"/>
                  <a:pt x="1420" y="219"/>
                  <a:pt x="1419" y="219"/>
                </a:cubicBezTo>
                <a:cubicBezTo>
                  <a:pt x="1419" y="218"/>
                  <a:pt x="1418" y="218"/>
                  <a:pt x="1417" y="218"/>
                </a:cubicBezTo>
                <a:cubicBezTo>
                  <a:pt x="1416" y="218"/>
                  <a:pt x="1415" y="218"/>
                  <a:pt x="1414" y="218"/>
                </a:cubicBezTo>
                <a:cubicBezTo>
                  <a:pt x="1413" y="218"/>
                  <a:pt x="1411" y="218"/>
                  <a:pt x="1410" y="218"/>
                </a:cubicBezTo>
                <a:close/>
                <a:moveTo>
                  <a:pt x="1694" y="218"/>
                </a:moveTo>
                <a:cubicBezTo>
                  <a:pt x="1693" y="218"/>
                  <a:pt x="1692" y="218"/>
                  <a:pt x="1692" y="219"/>
                </a:cubicBezTo>
                <a:cubicBezTo>
                  <a:pt x="1691" y="219"/>
                  <a:pt x="1691" y="220"/>
                  <a:pt x="1690" y="220"/>
                </a:cubicBezTo>
                <a:cubicBezTo>
                  <a:pt x="1690" y="221"/>
                  <a:pt x="1690" y="221"/>
                  <a:pt x="1690" y="222"/>
                </a:cubicBezTo>
                <a:cubicBezTo>
                  <a:pt x="1690" y="222"/>
                  <a:pt x="1690" y="223"/>
                  <a:pt x="1691" y="223"/>
                </a:cubicBezTo>
                <a:cubicBezTo>
                  <a:pt x="1691" y="224"/>
                  <a:pt x="1692" y="224"/>
                  <a:pt x="1693" y="224"/>
                </a:cubicBezTo>
                <a:cubicBezTo>
                  <a:pt x="1693" y="225"/>
                  <a:pt x="1694" y="225"/>
                  <a:pt x="1695" y="225"/>
                </a:cubicBezTo>
                <a:cubicBezTo>
                  <a:pt x="1696" y="225"/>
                  <a:pt x="1697" y="226"/>
                  <a:pt x="1698" y="226"/>
                </a:cubicBezTo>
                <a:cubicBezTo>
                  <a:pt x="1700" y="226"/>
                  <a:pt x="1701" y="225"/>
                  <a:pt x="1702" y="225"/>
                </a:cubicBezTo>
                <a:cubicBezTo>
                  <a:pt x="1702" y="225"/>
                  <a:pt x="1703" y="225"/>
                  <a:pt x="1704" y="224"/>
                </a:cubicBezTo>
                <a:cubicBezTo>
                  <a:pt x="1705" y="224"/>
                  <a:pt x="1705" y="224"/>
                  <a:pt x="1706" y="223"/>
                </a:cubicBezTo>
                <a:cubicBezTo>
                  <a:pt x="1706" y="223"/>
                  <a:pt x="1706" y="222"/>
                  <a:pt x="1706" y="222"/>
                </a:cubicBezTo>
                <a:cubicBezTo>
                  <a:pt x="1706" y="221"/>
                  <a:pt x="1706" y="221"/>
                  <a:pt x="1705" y="220"/>
                </a:cubicBezTo>
                <a:cubicBezTo>
                  <a:pt x="1705" y="220"/>
                  <a:pt x="1704" y="219"/>
                  <a:pt x="1703" y="219"/>
                </a:cubicBezTo>
                <a:cubicBezTo>
                  <a:pt x="1702" y="218"/>
                  <a:pt x="1702" y="218"/>
                  <a:pt x="1701" y="218"/>
                </a:cubicBezTo>
                <a:cubicBezTo>
                  <a:pt x="1700" y="218"/>
                  <a:pt x="1698" y="218"/>
                  <a:pt x="1697" y="218"/>
                </a:cubicBezTo>
                <a:cubicBezTo>
                  <a:pt x="1696" y="218"/>
                  <a:pt x="1695" y="218"/>
                  <a:pt x="1694" y="218"/>
                </a:cubicBezTo>
                <a:close/>
                <a:moveTo>
                  <a:pt x="1127" y="218"/>
                </a:moveTo>
                <a:cubicBezTo>
                  <a:pt x="1126" y="218"/>
                  <a:pt x="1125" y="218"/>
                  <a:pt x="1124" y="219"/>
                </a:cubicBezTo>
                <a:cubicBezTo>
                  <a:pt x="1123" y="219"/>
                  <a:pt x="1123" y="220"/>
                  <a:pt x="1122" y="220"/>
                </a:cubicBezTo>
                <a:cubicBezTo>
                  <a:pt x="1122" y="221"/>
                  <a:pt x="1122" y="221"/>
                  <a:pt x="1122" y="222"/>
                </a:cubicBezTo>
                <a:cubicBezTo>
                  <a:pt x="1122" y="222"/>
                  <a:pt x="1122" y="223"/>
                  <a:pt x="1122" y="223"/>
                </a:cubicBezTo>
                <a:cubicBezTo>
                  <a:pt x="1123" y="224"/>
                  <a:pt x="1123" y="224"/>
                  <a:pt x="1124" y="224"/>
                </a:cubicBezTo>
                <a:cubicBezTo>
                  <a:pt x="1125" y="225"/>
                  <a:pt x="1125" y="225"/>
                  <a:pt x="1126" y="225"/>
                </a:cubicBezTo>
                <a:cubicBezTo>
                  <a:pt x="1127" y="225"/>
                  <a:pt x="1128" y="226"/>
                  <a:pt x="1130" y="226"/>
                </a:cubicBezTo>
                <a:cubicBezTo>
                  <a:pt x="1131" y="226"/>
                  <a:pt x="1132" y="225"/>
                  <a:pt x="1133" y="225"/>
                </a:cubicBezTo>
                <a:cubicBezTo>
                  <a:pt x="1134" y="225"/>
                  <a:pt x="1135" y="225"/>
                  <a:pt x="1135" y="224"/>
                </a:cubicBezTo>
                <a:cubicBezTo>
                  <a:pt x="1136" y="224"/>
                  <a:pt x="1137" y="224"/>
                  <a:pt x="1137" y="223"/>
                </a:cubicBezTo>
                <a:cubicBezTo>
                  <a:pt x="1138" y="223"/>
                  <a:pt x="1138" y="222"/>
                  <a:pt x="1138" y="222"/>
                </a:cubicBezTo>
                <a:cubicBezTo>
                  <a:pt x="1138" y="221"/>
                  <a:pt x="1138" y="221"/>
                  <a:pt x="1137" y="220"/>
                </a:cubicBezTo>
                <a:cubicBezTo>
                  <a:pt x="1137" y="220"/>
                  <a:pt x="1136" y="219"/>
                  <a:pt x="1136" y="219"/>
                </a:cubicBezTo>
                <a:cubicBezTo>
                  <a:pt x="1135" y="218"/>
                  <a:pt x="1134" y="218"/>
                  <a:pt x="1133" y="218"/>
                </a:cubicBezTo>
                <a:cubicBezTo>
                  <a:pt x="1132" y="218"/>
                  <a:pt x="1131" y="218"/>
                  <a:pt x="1130" y="218"/>
                </a:cubicBezTo>
                <a:cubicBezTo>
                  <a:pt x="1129" y="218"/>
                  <a:pt x="1128" y="218"/>
                  <a:pt x="1127" y="218"/>
                </a:cubicBezTo>
                <a:close/>
                <a:moveTo>
                  <a:pt x="1897" y="218"/>
                </a:moveTo>
                <a:cubicBezTo>
                  <a:pt x="1896" y="218"/>
                  <a:pt x="1895" y="218"/>
                  <a:pt x="1895" y="219"/>
                </a:cubicBezTo>
                <a:cubicBezTo>
                  <a:pt x="1894" y="219"/>
                  <a:pt x="1893" y="220"/>
                  <a:pt x="1893" y="220"/>
                </a:cubicBezTo>
                <a:cubicBezTo>
                  <a:pt x="1893" y="221"/>
                  <a:pt x="1893" y="221"/>
                  <a:pt x="1893" y="222"/>
                </a:cubicBezTo>
                <a:cubicBezTo>
                  <a:pt x="1893" y="222"/>
                  <a:pt x="1893" y="223"/>
                  <a:pt x="1894" y="223"/>
                </a:cubicBezTo>
                <a:cubicBezTo>
                  <a:pt x="1894" y="224"/>
                  <a:pt x="1895" y="224"/>
                  <a:pt x="1896" y="224"/>
                </a:cubicBezTo>
                <a:cubicBezTo>
                  <a:pt x="1896" y="225"/>
                  <a:pt x="1897" y="225"/>
                  <a:pt x="1898" y="225"/>
                </a:cubicBezTo>
                <a:cubicBezTo>
                  <a:pt x="1899" y="225"/>
                  <a:pt x="1900" y="226"/>
                  <a:pt x="1902" y="226"/>
                </a:cubicBezTo>
                <a:cubicBezTo>
                  <a:pt x="1903" y="226"/>
                  <a:pt x="1904" y="225"/>
                  <a:pt x="1905" y="225"/>
                </a:cubicBezTo>
                <a:cubicBezTo>
                  <a:pt x="1906" y="225"/>
                  <a:pt x="1906" y="225"/>
                  <a:pt x="1907" y="224"/>
                </a:cubicBezTo>
                <a:cubicBezTo>
                  <a:pt x="1908" y="224"/>
                  <a:pt x="1908" y="224"/>
                  <a:pt x="1909" y="223"/>
                </a:cubicBezTo>
                <a:cubicBezTo>
                  <a:pt x="1909" y="223"/>
                  <a:pt x="1909" y="222"/>
                  <a:pt x="1909" y="222"/>
                </a:cubicBezTo>
                <a:cubicBezTo>
                  <a:pt x="1909" y="221"/>
                  <a:pt x="1908" y="221"/>
                  <a:pt x="1908" y="220"/>
                </a:cubicBezTo>
                <a:cubicBezTo>
                  <a:pt x="1907" y="220"/>
                  <a:pt x="1907" y="219"/>
                  <a:pt x="1906" y="219"/>
                </a:cubicBezTo>
                <a:cubicBezTo>
                  <a:pt x="1905" y="218"/>
                  <a:pt x="1904" y="218"/>
                  <a:pt x="1903" y="218"/>
                </a:cubicBezTo>
                <a:cubicBezTo>
                  <a:pt x="1902" y="218"/>
                  <a:pt x="1901" y="218"/>
                  <a:pt x="1900" y="218"/>
                </a:cubicBezTo>
                <a:cubicBezTo>
                  <a:pt x="1899" y="218"/>
                  <a:pt x="1898" y="218"/>
                  <a:pt x="1897" y="218"/>
                </a:cubicBezTo>
                <a:close/>
                <a:moveTo>
                  <a:pt x="1532" y="218"/>
                </a:moveTo>
                <a:cubicBezTo>
                  <a:pt x="1531" y="218"/>
                  <a:pt x="1530" y="218"/>
                  <a:pt x="1530" y="219"/>
                </a:cubicBezTo>
                <a:cubicBezTo>
                  <a:pt x="1529" y="219"/>
                  <a:pt x="1528" y="220"/>
                  <a:pt x="1528" y="220"/>
                </a:cubicBezTo>
                <a:cubicBezTo>
                  <a:pt x="1528" y="221"/>
                  <a:pt x="1527" y="221"/>
                  <a:pt x="1527" y="222"/>
                </a:cubicBezTo>
                <a:cubicBezTo>
                  <a:pt x="1527" y="222"/>
                  <a:pt x="1528" y="223"/>
                  <a:pt x="1528" y="223"/>
                </a:cubicBezTo>
                <a:cubicBezTo>
                  <a:pt x="1529" y="224"/>
                  <a:pt x="1529" y="224"/>
                  <a:pt x="1530" y="224"/>
                </a:cubicBezTo>
                <a:cubicBezTo>
                  <a:pt x="1531" y="225"/>
                  <a:pt x="1532" y="225"/>
                  <a:pt x="1533" y="225"/>
                </a:cubicBezTo>
                <a:cubicBezTo>
                  <a:pt x="1534" y="225"/>
                  <a:pt x="1535" y="226"/>
                  <a:pt x="1536" y="226"/>
                </a:cubicBezTo>
                <a:cubicBezTo>
                  <a:pt x="1537" y="226"/>
                  <a:pt x="1538" y="225"/>
                  <a:pt x="1539" y="225"/>
                </a:cubicBezTo>
                <a:cubicBezTo>
                  <a:pt x="1540" y="225"/>
                  <a:pt x="1541" y="225"/>
                  <a:pt x="1542" y="224"/>
                </a:cubicBezTo>
                <a:cubicBezTo>
                  <a:pt x="1542" y="224"/>
                  <a:pt x="1543" y="224"/>
                  <a:pt x="1543" y="223"/>
                </a:cubicBezTo>
                <a:cubicBezTo>
                  <a:pt x="1544" y="223"/>
                  <a:pt x="1544" y="222"/>
                  <a:pt x="1544" y="222"/>
                </a:cubicBezTo>
                <a:cubicBezTo>
                  <a:pt x="1544" y="221"/>
                  <a:pt x="1543" y="221"/>
                  <a:pt x="1543" y="220"/>
                </a:cubicBezTo>
                <a:cubicBezTo>
                  <a:pt x="1542" y="220"/>
                  <a:pt x="1542" y="219"/>
                  <a:pt x="1541" y="219"/>
                </a:cubicBezTo>
                <a:cubicBezTo>
                  <a:pt x="1540" y="218"/>
                  <a:pt x="1539" y="218"/>
                  <a:pt x="1538" y="218"/>
                </a:cubicBezTo>
                <a:cubicBezTo>
                  <a:pt x="1537" y="218"/>
                  <a:pt x="1536" y="218"/>
                  <a:pt x="1535" y="218"/>
                </a:cubicBezTo>
                <a:cubicBezTo>
                  <a:pt x="1534" y="218"/>
                  <a:pt x="1533" y="218"/>
                  <a:pt x="1532" y="218"/>
                </a:cubicBezTo>
                <a:close/>
                <a:moveTo>
                  <a:pt x="2019" y="218"/>
                </a:moveTo>
                <a:cubicBezTo>
                  <a:pt x="2018" y="218"/>
                  <a:pt x="2017" y="218"/>
                  <a:pt x="2016" y="219"/>
                </a:cubicBezTo>
                <a:cubicBezTo>
                  <a:pt x="2016" y="219"/>
                  <a:pt x="2015" y="220"/>
                  <a:pt x="2015" y="220"/>
                </a:cubicBezTo>
                <a:cubicBezTo>
                  <a:pt x="2014" y="221"/>
                  <a:pt x="2014" y="221"/>
                  <a:pt x="2014" y="222"/>
                </a:cubicBezTo>
                <a:cubicBezTo>
                  <a:pt x="2015" y="222"/>
                  <a:pt x="2015" y="223"/>
                  <a:pt x="2015" y="223"/>
                </a:cubicBezTo>
                <a:cubicBezTo>
                  <a:pt x="2016" y="224"/>
                  <a:pt x="2017" y="224"/>
                  <a:pt x="2017" y="224"/>
                </a:cubicBezTo>
                <a:cubicBezTo>
                  <a:pt x="2018" y="225"/>
                  <a:pt x="2019" y="225"/>
                  <a:pt x="2020" y="225"/>
                </a:cubicBezTo>
                <a:cubicBezTo>
                  <a:pt x="2021" y="225"/>
                  <a:pt x="2022" y="226"/>
                  <a:pt x="2023" y="226"/>
                </a:cubicBezTo>
                <a:cubicBezTo>
                  <a:pt x="2025" y="226"/>
                  <a:pt x="2026" y="225"/>
                  <a:pt x="2027" y="225"/>
                </a:cubicBezTo>
                <a:cubicBezTo>
                  <a:pt x="2027" y="225"/>
                  <a:pt x="2028" y="225"/>
                  <a:pt x="2029" y="224"/>
                </a:cubicBezTo>
                <a:cubicBezTo>
                  <a:pt x="2030" y="224"/>
                  <a:pt x="2030" y="224"/>
                  <a:pt x="2030" y="223"/>
                </a:cubicBezTo>
                <a:cubicBezTo>
                  <a:pt x="2031" y="223"/>
                  <a:pt x="2031" y="222"/>
                  <a:pt x="2031" y="222"/>
                </a:cubicBezTo>
                <a:cubicBezTo>
                  <a:pt x="2031" y="221"/>
                  <a:pt x="2030" y="221"/>
                  <a:pt x="2030" y="220"/>
                </a:cubicBezTo>
                <a:cubicBezTo>
                  <a:pt x="2029" y="220"/>
                  <a:pt x="2028" y="219"/>
                  <a:pt x="2028" y="219"/>
                </a:cubicBezTo>
                <a:cubicBezTo>
                  <a:pt x="2027" y="218"/>
                  <a:pt x="2026" y="218"/>
                  <a:pt x="2025" y="218"/>
                </a:cubicBezTo>
                <a:cubicBezTo>
                  <a:pt x="2024" y="218"/>
                  <a:pt x="2023" y="218"/>
                  <a:pt x="2022" y="218"/>
                </a:cubicBezTo>
                <a:cubicBezTo>
                  <a:pt x="2020" y="218"/>
                  <a:pt x="2019" y="218"/>
                  <a:pt x="2019" y="218"/>
                </a:cubicBezTo>
                <a:close/>
                <a:moveTo>
                  <a:pt x="1492" y="218"/>
                </a:moveTo>
                <a:cubicBezTo>
                  <a:pt x="1491" y="218"/>
                  <a:pt x="1490" y="218"/>
                  <a:pt x="1489" y="219"/>
                </a:cubicBezTo>
                <a:cubicBezTo>
                  <a:pt x="1488" y="219"/>
                  <a:pt x="1488" y="220"/>
                  <a:pt x="1487" y="220"/>
                </a:cubicBezTo>
                <a:cubicBezTo>
                  <a:pt x="1487" y="221"/>
                  <a:pt x="1487" y="221"/>
                  <a:pt x="1487" y="222"/>
                </a:cubicBezTo>
                <a:cubicBezTo>
                  <a:pt x="1487" y="222"/>
                  <a:pt x="1487" y="223"/>
                  <a:pt x="1488" y="223"/>
                </a:cubicBezTo>
                <a:cubicBezTo>
                  <a:pt x="1488" y="224"/>
                  <a:pt x="1489" y="224"/>
                  <a:pt x="1489" y="224"/>
                </a:cubicBezTo>
                <a:cubicBezTo>
                  <a:pt x="1490" y="225"/>
                  <a:pt x="1491" y="225"/>
                  <a:pt x="1492" y="225"/>
                </a:cubicBezTo>
                <a:cubicBezTo>
                  <a:pt x="1493" y="225"/>
                  <a:pt x="1494" y="226"/>
                  <a:pt x="1495" y="226"/>
                </a:cubicBezTo>
                <a:cubicBezTo>
                  <a:pt x="1496" y="226"/>
                  <a:pt x="1497" y="225"/>
                  <a:pt x="1498" y="225"/>
                </a:cubicBezTo>
                <a:cubicBezTo>
                  <a:pt x="1499" y="225"/>
                  <a:pt x="1500" y="225"/>
                  <a:pt x="1501" y="224"/>
                </a:cubicBezTo>
                <a:cubicBezTo>
                  <a:pt x="1502" y="224"/>
                  <a:pt x="1502" y="224"/>
                  <a:pt x="1503" y="223"/>
                </a:cubicBezTo>
                <a:cubicBezTo>
                  <a:pt x="1503" y="223"/>
                  <a:pt x="1503" y="222"/>
                  <a:pt x="1503" y="222"/>
                </a:cubicBezTo>
                <a:cubicBezTo>
                  <a:pt x="1503" y="221"/>
                  <a:pt x="1503" y="221"/>
                  <a:pt x="1502" y="220"/>
                </a:cubicBezTo>
                <a:cubicBezTo>
                  <a:pt x="1502" y="220"/>
                  <a:pt x="1501" y="219"/>
                  <a:pt x="1500" y="219"/>
                </a:cubicBezTo>
                <a:cubicBezTo>
                  <a:pt x="1500" y="218"/>
                  <a:pt x="1499" y="218"/>
                  <a:pt x="1498" y="218"/>
                </a:cubicBezTo>
                <a:cubicBezTo>
                  <a:pt x="1497" y="218"/>
                  <a:pt x="1496" y="218"/>
                  <a:pt x="1495" y="218"/>
                </a:cubicBezTo>
                <a:cubicBezTo>
                  <a:pt x="1494" y="218"/>
                  <a:pt x="1493" y="218"/>
                  <a:pt x="1492" y="218"/>
                </a:cubicBezTo>
                <a:close/>
                <a:moveTo>
                  <a:pt x="2181" y="218"/>
                </a:moveTo>
                <a:cubicBezTo>
                  <a:pt x="2180" y="218"/>
                  <a:pt x="2179" y="218"/>
                  <a:pt x="2178" y="219"/>
                </a:cubicBezTo>
                <a:cubicBezTo>
                  <a:pt x="2178" y="219"/>
                  <a:pt x="2177" y="220"/>
                  <a:pt x="2177" y="220"/>
                </a:cubicBezTo>
                <a:cubicBezTo>
                  <a:pt x="2177" y="221"/>
                  <a:pt x="2177" y="221"/>
                  <a:pt x="2177" y="222"/>
                </a:cubicBezTo>
                <a:cubicBezTo>
                  <a:pt x="2177" y="222"/>
                  <a:pt x="2177" y="223"/>
                  <a:pt x="2178" y="223"/>
                </a:cubicBezTo>
                <a:cubicBezTo>
                  <a:pt x="2178" y="224"/>
                  <a:pt x="2179" y="224"/>
                  <a:pt x="2180" y="224"/>
                </a:cubicBezTo>
                <a:cubicBezTo>
                  <a:pt x="2181" y="225"/>
                  <a:pt x="2182" y="225"/>
                  <a:pt x="2183" y="225"/>
                </a:cubicBezTo>
                <a:cubicBezTo>
                  <a:pt x="2184" y="225"/>
                  <a:pt x="2185" y="226"/>
                  <a:pt x="2186" y="226"/>
                </a:cubicBezTo>
                <a:cubicBezTo>
                  <a:pt x="2187" y="226"/>
                  <a:pt x="2188" y="225"/>
                  <a:pt x="2189" y="225"/>
                </a:cubicBezTo>
                <a:cubicBezTo>
                  <a:pt x="2190" y="225"/>
                  <a:pt x="2191" y="225"/>
                  <a:pt x="2191" y="224"/>
                </a:cubicBezTo>
                <a:cubicBezTo>
                  <a:pt x="2192" y="224"/>
                  <a:pt x="2193" y="224"/>
                  <a:pt x="2193" y="223"/>
                </a:cubicBezTo>
                <a:cubicBezTo>
                  <a:pt x="2193" y="223"/>
                  <a:pt x="2193" y="222"/>
                  <a:pt x="2193" y="222"/>
                </a:cubicBezTo>
                <a:cubicBezTo>
                  <a:pt x="2193" y="221"/>
                  <a:pt x="2193" y="221"/>
                  <a:pt x="2192" y="220"/>
                </a:cubicBezTo>
                <a:cubicBezTo>
                  <a:pt x="2191" y="220"/>
                  <a:pt x="2191" y="219"/>
                  <a:pt x="2190" y="219"/>
                </a:cubicBezTo>
                <a:cubicBezTo>
                  <a:pt x="2189" y="218"/>
                  <a:pt x="2188" y="218"/>
                  <a:pt x="2187" y="218"/>
                </a:cubicBezTo>
                <a:cubicBezTo>
                  <a:pt x="2186" y="218"/>
                  <a:pt x="2185" y="218"/>
                  <a:pt x="2184" y="218"/>
                </a:cubicBezTo>
                <a:cubicBezTo>
                  <a:pt x="2183" y="218"/>
                  <a:pt x="2182" y="218"/>
                  <a:pt x="2181" y="218"/>
                </a:cubicBezTo>
                <a:close/>
                <a:moveTo>
                  <a:pt x="2221" y="218"/>
                </a:moveTo>
                <a:cubicBezTo>
                  <a:pt x="2220" y="218"/>
                  <a:pt x="2220" y="218"/>
                  <a:pt x="2219" y="219"/>
                </a:cubicBezTo>
                <a:cubicBezTo>
                  <a:pt x="2218" y="219"/>
                  <a:pt x="2218" y="220"/>
                  <a:pt x="2218" y="220"/>
                </a:cubicBezTo>
                <a:cubicBezTo>
                  <a:pt x="2217" y="221"/>
                  <a:pt x="2217" y="221"/>
                  <a:pt x="2217" y="222"/>
                </a:cubicBezTo>
                <a:cubicBezTo>
                  <a:pt x="2218" y="222"/>
                  <a:pt x="2218" y="223"/>
                  <a:pt x="2218" y="223"/>
                </a:cubicBezTo>
                <a:cubicBezTo>
                  <a:pt x="2219" y="224"/>
                  <a:pt x="2220" y="224"/>
                  <a:pt x="2221" y="224"/>
                </a:cubicBezTo>
                <a:cubicBezTo>
                  <a:pt x="2221" y="225"/>
                  <a:pt x="2222" y="225"/>
                  <a:pt x="2223" y="225"/>
                </a:cubicBezTo>
                <a:cubicBezTo>
                  <a:pt x="2224" y="225"/>
                  <a:pt x="2226" y="226"/>
                  <a:pt x="2227" y="226"/>
                </a:cubicBezTo>
                <a:cubicBezTo>
                  <a:pt x="2228" y="226"/>
                  <a:pt x="2229" y="225"/>
                  <a:pt x="2230" y="225"/>
                </a:cubicBezTo>
                <a:cubicBezTo>
                  <a:pt x="2231" y="225"/>
                  <a:pt x="2231" y="225"/>
                  <a:pt x="2232" y="224"/>
                </a:cubicBezTo>
                <a:cubicBezTo>
                  <a:pt x="2233" y="224"/>
                  <a:pt x="2233" y="224"/>
                  <a:pt x="2233" y="223"/>
                </a:cubicBezTo>
                <a:cubicBezTo>
                  <a:pt x="2234" y="223"/>
                  <a:pt x="2234" y="222"/>
                  <a:pt x="2234" y="222"/>
                </a:cubicBezTo>
                <a:cubicBezTo>
                  <a:pt x="2233" y="221"/>
                  <a:pt x="2233" y="221"/>
                  <a:pt x="2233" y="220"/>
                </a:cubicBezTo>
                <a:cubicBezTo>
                  <a:pt x="2232" y="220"/>
                  <a:pt x="2231" y="219"/>
                  <a:pt x="2230" y="219"/>
                </a:cubicBezTo>
                <a:cubicBezTo>
                  <a:pt x="2230" y="218"/>
                  <a:pt x="2229" y="218"/>
                  <a:pt x="2228" y="218"/>
                </a:cubicBezTo>
                <a:cubicBezTo>
                  <a:pt x="2227" y="218"/>
                  <a:pt x="2225" y="218"/>
                  <a:pt x="2224" y="218"/>
                </a:cubicBezTo>
                <a:cubicBezTo>
                  <a:pt x="2223" y="218"/>
                  <a:pt x="2222" y="218"/>
                  <a:pt x="2221" y="218"/>
                </a:cubicBezTo>
                <a:close/>
                <a:moveTo>
                  <a:pt x="1735" y="218"/>
                </a:moveTo>
                <a:cubicBezTo>
                  <a:pt x="1734" y="218"/>
                  <a:pt x="1733" y="218"/>
                  <a:pt x="1732" y="219"/>
                </a:cubicBezTo>
                <a:cubicBezTo>
                  <a:pt x="1732" y="219"/>
                  <a:pt x="1731" y="220"/>
                  <a:pt x="1731" y="220"/>
                </a:cubicBezTo>
                <a:cubicBezTo>
                  <a:pt x="1730" y="221"/>
                  <a:pt x="1730" y="221"/>
                  <a:pt x="1730" y="222"/>
                </a:cubicBezTo>
                <a:cubicBezTo>
                  <a:pt x="1730" y="222"/>
                  <a:pt x="1731" y="223"/>
                  <a:pt x="1731" y="223"/>
                </a:cubicBezTo>
                <a:cubicBezTo>
                  <a:pt x="1732" y="224"/>
                  <a:pt x="1732" y="224"/>
                  <a:pt x="1733" y="224"/>
                </a:cubicBezTo>
                <a:cubicBezTo>
                  <a:pt x="1734" y="225"/>
                  <a:pt x="1735" y="225"/>
                  <a:pt x="1736" y="225"/>
                </a:cubicBezTo>
                <a:cubicBezTo>
                  <a:pt x="1737" y="225"/>
                  <a:pt x="1738" y="226"/>
                  <a:pt x="1739" y="226"/>
                </a:cubicBezTo>
                <a:cubicBezTo>
                  <a:pt x="1740" y="226"/>
                  <a:pt x="1741" y="225"/>
                  <a:pt x="1742" y="225"/>
                </a:cubicBezTo>
                <a:cubicBezTo>
                  <a:pt x="1743" y="225"/>
                  <a:pt x="1744" y="225"/>
                  <a:pt x="1745" y="224"/>
                </a:cubicBezTo>
                <a:cubicBezTo>
                  <a:pt x="1745" y="224"/>
                  <a:pt x="1746" y="224"/>
                  <a:pt x="1746" y="223"/>
                </a:cubicBezTo>
                <a:cubicBezTo>
                  <a:pt x="1747" y="223"/>
                  <a:pt x="1747" y="222"/>
                  <a:pt x="1747" y="222"/>
                </a:cubicBezTo>
                <a:cubicBezTo>
                  <a:pt x="1747" y="221"/>
                  <a:pt x="1746" y="221"/>
                  <a:pt x="1746" y="220"/>
                </a:cubicBezTo>
                <a:cubicBezTo>
                  <a:pt x="1745" y="220"/>
                  <a:pt x="1745" y="219"/>
                  <a:pt x="1744" y="219"/>
                </a:cubicBezTo>
                <a:cubicBezTo>
                  <a:pt x="1743" y="218"/>
                  <a:pt x="1742" y="218"/>
                  <a:pt x="1741" y="218"/>
                </a:cubicBezTo>
                <a:cubicBezTo>
                  <a:pt x="1740" y="218"/>
                  <a:pt x="1739" y="218"/>
                  <a:pt x="1738" y="218"/>
                </a:cubicBezTo>
                <a:cubicBezTo>
                  <a:pt x="1737" y="218"/>
                  <a:pt x="1736" y="218"/>
                  <a:pt x="1735" y="218"/>
                </a:cubicBezTo>
                <a:close/>
                <a:moveTo>
                  <a:pt x="1329" y="218"/>
                </a:moveTo>
                <a:cubicBezTo>
                  <a:pt x="1328" y="218"/>
                  <a:pt x="1328" y="218"/>
                  <a:pt x="1327" y="219"/>
                </a:cubicBezTo>
                <a:cubicBezTo>
                  <a:pt x="1326" y="219"/>
                  <a:pt x="1326" y="220"/>
                  <a:pt x="1325" y="220"/>
                </a:cubicBezTo>
                <a:cubicBezTo>
                  <a:pt x="1325" y="221"/>
                  <a:pt x="1324" y="221"/>
                  <a:pt x="1324" y="222"/>
                </a:cubicBezTo>
                <a:cubicBezTo>
                  <a:pt x="1325" y="222"/>
                  <a:pt x="1325" y="223"/>
                  <a:pt x="1325" y="223"/>
                </a:cubicBezTo>
                <a:cubicBezTo>
                  <a:pt x="1326" y="224"/>
                  <a:pt x="1326" y="224"/>
                  <a:pt x="1327" y="224"/>
                </a:cubicBezTo>
                <a:cubicBezTo>
                  <a:pt x="1328" y="225"/>
                  <a:pt x="1329" y="225"/>
                  <a:pt x="1330" y="225"/>
                </a:cubicBezTo>
                <a:cubicBezTo>
                  <a:pt x="1331" y="225"/>
                  <a:pt x="1332" y="226"/>
                  <a:pt x="1333" y="226"/>
                </a:cubicBezTo>
                <a:cubicBezTo>
                  <a:pt x="1334" y="226"/>
                  <a:pt x="1335" y="225"/>
                  <a:pt x="1336" y="225"/>
                </a:cubicBezTo>
                <a:cubicBezTo>
                  <a:pt x="1337" y="225"/>
                  <a:pt x="1338" y="225"/>
                  <a:pt x="1338" y="224"/>
                </a:cubicBezTo>
                <a:cubicBezTo>
                  <a:pt x="1339" y="224"/>
                  <a:pt x="1340" y="224"/>
                  <a:pt x="1340" y="223"/>
                </a:cubicBezTo>
                <a:cubicBezTo>
                  <a:pt x="1341" y="223"/>
                  <a:pt x="1341" y="222"/>
                  <a:pt x="1341" y="222"/>
                </a:cubicBezTo>
                <a:cubicBezTo>
                  <a:pt x="1341" y="221"/>
                  <a:pt x="1340" y="221"/>
                  <a:pt x="1340" y="220"/>
                </a:cubicBezTo>
                <a:cubicBezTo>
                  <a:pt x="1340" y="220"/>
                  <a:pt x="1339" y="219"/>
                  <a:pt x="1338" y="219"/>
                </a:cubicBezTo>
                <a:cubicBezTo>
                  <a:pt x="1338" y="218"/>
                  <a:pt x="1337" y="218"/>
                  <a:pt x="1336" y="218"/>
                </a:cubicBezTo>
                <a:cubicBezTo>
                  <a:pt x="1335" y="218"/>
                  <a:pt x="1334" y="218"/>
                  <a:pt x="1333" y="218"/>
                </a:cubicBezTo>
                <a:cubicBezTo>
                  <a:pt x="1331" y="218"/>
                  <a:pt x="1330" y="218"/>
                  <a:pt x="1329" y="218"/>
                </a:cubicBezTo>
                <a:close/>
                <a:moveTo>
                  <a:pt x="1937" y="218"/>
                </a:moveTo>
                <a:cubicBezTo>
                  <a:pt x="1937" y="218"/>
                  <a:pt x="1936" y="218"/>
                  <a:pt x="1935" y="219"/>
                </a:cubicBezTo>
                <a:cubicBezTo>
                  <a:pt x="1934" y="219"/>
                  <a:pt x="1934" y="220"/>
                  <a:pt x="1934" y="220"/>
                </a:cubicBezTo>
                <a:cubicBezTo>
                  <a:pt x="1933" y="221"/>
                  <a:pt x="1933" y="221"/>
                  <a:pt x="1933" y="222"/>
                </a:cubicBezTo>
                <a:cubicBezTo>
                  <a:pt x="1933" y="222"/>
                  <a:pt x="1934" y="223"/>
                  <a:pt x="1934" y="223"/>
                </a:cubicBezTo>
                <a:cubicBezTo>
                  <a:pt x="1935" y="224"/>
                  <a:pt x="1935" y="224"/>
                  <a:pt x="1936" y="224"/>
                </a:cubicBezTo>
                <a:cubicBezTo>
                  <a:pt x="1937" y="225"/>
                  <a:pt x="1938" y="225"/>
                  <a:pt x="1939" y="225"/>
                </a:cubicBezTo>
                <a:cubicBezTo>
                  <a:pt x="1940" y="225"/>
                  <a:pt x="1941" y="226"/>
                  <a:pt x="1942" y="226"/>
                </a:cubicBezTo>
                <a:cubicBezTo>
                  <a:pt x="1943" y="226"/>
                  <a:pt x="1944" y="225"/>
                  <a:pt x="1945" y="225"/>
                </a:cubicBezTo>
                <a:cubicBezTo>
                  <a:pt x="1946" y="225"/>
                  <a:pt x="1947" y="225"/>
                  <a:pt x="1948" y="224"/>
                </a:cubicBezTo>
                <a:cubicBezTo>
                  <a:pt x="1948" y="224"/>
                  <a:pt x="1949" y="224"/>
                  <a:pt x="1949" y="223"/>
                </a:cubicBezTo>
                <a:cubicBezTo>
                  <a:pt x="1950" y="223"/>
                  <a:pt x="1950" y="222"/>
                  <a:pt x="1950" y="222"/>
                </a:cubicBezTo>
                <a:cubicBezTo>
                  <a:pt x="1949" y="221"/>
                  <a:pt x="1949" y="221"/>
                  <a:pt x="1949" y="220"/>
                </a:cubicBezTo>
                <a:cubicBezTo>
                  <a:pt x="1948" y="220"/>
                  <a:pt x="1947" y="219"/>
                  <a:pt x="1947" y="219"/>
                </a:cubicBezTo>
                <a:cubicBezTo>
                  <a:pt x="1946" y="218"/>
                  <a:pt x="1945" y="218"/>
                  <a:pt x="1944" y="218"/>
                </a:cubicBezTo>
                <a:cubicBezTo>
                  <a:pt x="1943" y="218"/>
                  <a:pt x="1942" y="218"/>
                  <a:pt x="1941" y="218"/>
                </a:cubicBezTo>
                <a:cubicBezTo>
                  <a:pt x="1939" y="218"/>
                  <a:pt x="1938" y="218"/>
                  <a:pt x="1937" y="218"/>
                </a:cubicBezTo>
                <a:close/>
                <a:moveTo>
                  <a:pt x="1451" y="218"/>
                </a:moveTo>
                <a:cubicBezTo>
                  <a:pt x="1450" y="218"/>
                  <a:pt x="1449" y="218"/>
                  <a:pt x="1448" y="219"/>
                </a:cubicBezTo>
                <a:cubicBezTo>
                  <a:pt x="1448" y="219"/>
                  <a:pt x="1447" y="220"/>
                  <a:pt x="1447" y="220"/>
                </a:cubicBezTo>
                <a:cubicBezTo>
                  <a:pt x="1446" y="221"/>
                  <a:pt x="1446" y="221"/>
                  <a:pt x="1446" y="222"/>
                </a:cubicBezTo>
                <a:cubicBezTo>
                  <a:pt x="1446" y="222"/>
                  <a:pt x="1447" y="223"/>
                  <a:pt x="1447" y="223"/>
                </a:cubicBezTo>
                <a:cubicBezTo>
                  <a:pt x="1447" y="224"/>
                  <a:pt x="1448" y="224"/>
                  <a:pt x="1449" y="224"/>
                </a:cubicBezTo>
                <a:cubicBezTo>
                  <a:pt x="1450" y="225"/>
                  <a:pt x="1450" y="225"/>
                  <a:pt x="1451" y="225"/>
                </a:cubicBezTo>
                <a:cubicBezTo>
                  <a:pt x="1452" y="225"/>
                  <a:pt x="1453" y="226"/>
                  <a:pt x="1455" y="226"/>
                </a:cubicBezTo>
                <a:cubicBezTo>
                  <a:pt x="1456" y="226"/>
                  <a:pt x="1457" y="225"/>
                  <a:pt x="1458" y="225"/>
                </a:cubicBezTo>
                <a:cubicBezTo>
                  <a:pt x="1459" y="225"/>
                  <a:pt x="1460" y="225"/>
                  <a:pt x="1460" y="224"/>
                </a:cubicBezTo>
                <a:cubicBezTo>
                  <a:pt x="1461" y="224"/>
                  <a:pt x="1462" y="224"/>
                  <a:pt x="1462" y="223"/>
                </a:cubicBezTo>
                <a:cubicBezTo>
                  <a:pt x="1462" y="223"/>
                  <a:pt x="1463" y="222"/>
                  <a:pt x="1463" y="222"/>
                </a:cubicBezTo>
                <a:cubicBezTo>
                  <a:pt x="1462" y="221"/>
                  <a:pt x="1462" y="221"/>
                  <a:pt x="1462" y="220"/>
                </a:cubicBezTo>
                <a:cubicBezTo>
                  <a:pt x="1461" y="220"/>
                  <a:pt x="1461" y="219"/>
                  <a:pt x="1460" y="219"/>
                </a:cubicBezTo>
                <a:cubicBezTo>
                  <a:pt x="1459" y="218"/>
                  <a:pt x="1458" y="218"/>
                  <a:pt x="1457" y="218"/>
                </a:cubicBezTo>
                <a:cubicBezTo>
                  <a:pt x="1456" y="218"/>
                  <a:pt x="1455" y="218"/>
                  <a:pt x="1454" y="218"/>
                </a:cubicBezTo>
                <a:cubicBezTo>
                  <a:pt x="1453" y="218"/>
                  <a:pt x="1452" y="218"/>
                  <a:pt x="1451" y="218"/>
                </a:cubicBezTo>
                <a:close/>
                <a:moveTo>
                  <a:pt x="2100" y="218"/>
                </a:moveTo>
                <a:cubicBezTo>
                  <a:pt x="2099" y="218"/>
                  <a:pt x="2098" y="218"/>
                  <a:pt x="2097" y="219"/>
                </a:cubicBezTo>
                <a:cubicBezTo>
                  <a:pt x="2097" y="219"/>
                  <a:pt x="2096" y="220"/>
                  <a:pt x="2096" y="220"/>
                </a:cubicBezTo>
                <a:cubicBezTo>
                  <a:pt x="2096" y="221"/>
                  <a:pt x="2095" y="221"/>
                  <a:pt x="2096" y="222"/>
                </a:cubicBezTo>
                <a:cubicBezTo>
                  <a:pt x="2096" y="222"/>
                  <a:pt x="2096" y="223"/>
                  <a:pt x="2097" y="223"/>
                </a:cubicBezTo>
                <a:cubicBezTo>
                  <a:pt x="2097" y="224"/>
                  <a:pt x="2098" y="224"/>
                  <a:pt x="2099" y="224"/>
                </a:cubicBezTo>
                <a:cubicBezTo>
                  <a:pt x="2100" y="225"/>
                  <a:pt x="2100" y="225"/>
                  <a:pt x="2102" y="225"/>
                </a:cubicBezTo>
                <a:cubicBezTo>
                  <a:pt x="2103" y="225"/>
                  <a:pt x="2104" y="226"/>
                  <a:pt x="2105" y="226"/>
                </a:cubicBezTo>
                <a:cubicBezTo>
                  <a:pt x="2106" y="226"/>
                  <a:pt x="2107" y="225"/>
                  <a:pt x="2108" y="225"/>
                </a:cubicBezTo>
                <a:cubicBezTo>
                  <a:pt x="2109" y="225"/>
                  <a:pt x="2110" y="225"/>
                  <a:pt x="2110" y="224"/>
                </a:cubicBezTo>
                <a:cubicBezTo>
                  <a:pt x="2111" y="224"/>
                  <a:pt x="2111" y="224"/>
                  <a:pt x="2112" y="223"/>
                </a:cubicBezTo>
                <a:cubicBezTo>
                  <a:pt x="2112" y="223"/>
                  <a:pt x="2112" y="222"/>
                  <a:pt x="2112" y="222"/>
                </a:cubicBezTo>
                <a:cubicBezTo>
                  <a:pt x="2112" y="221"/>
                  <a:pt x="2111" y="221"/>
                  <a:pt x="2111" y="220"/>
                </a:cubicBezTo>
                <a:cubicBezTo>
                  <a:pt x="2110" y="220"/>
                  <a:pt x="2110" y="219"/>
                  <a:pt x="2109" y="219"/>
                </a:cubicBezTo>
                <a:cubicBezTo>
                  <a:pt x="2108" y="218"/>
                  <a:pt x="2107" y="218"/>
                  <a:pt x="2106" y="218"/>
                </a:cubicBezTo>
                <a:cubicBezTo>
                  <a:pt x="2105" y="218"/>
                  <a:pt x="2104" y="218"/>
                  <a:pt x="2103" y="218"/>
                </a:cubicBezTo>
                <a:cubicBezTo>
                  <a:pt x="2102" y="218"/>
                  <a:pt x="2101" y="218"/>
                  <a:pt x="2100" y="218"/>
                </a:cubicBezTo>
                <a:close/>
                <a:moveTo>
                  <a:pt x="1816" y="218"/>
                </a:moveTo>
                <a:cubicBezTo>
                  <a:pt x="1815" y="218"/>
                  <a:pt x="1814" y="218"/>
                  <a:pt x="1813" y="219"/>
                </a:cubicBezTo>
                <a:cubicBezTo>
                  <a:pt x="1813" y="219"/>
                  <a:pt x="1812" y="220"/>
                  <a:pt x="1812" y="220"/>
                </a:cubicBezTo>
                <a:cubicBezTo>
                  <a:pt x="1812" y="221"/>
                  <a:pt x="1811" y="221"/>
                  <a:pt x="1812" y="222"/>
                </a:cubicBezTo>
                <a:cubicBezTo>
                  <a:pt x="1812" y="222"/>
                  <a:pt x="1812" y="223"/>
                  <a:pt x="1812" y="223"/>
                </a:cubicBezTo>
                <a:cubicBezTo>
                  <a:pt x="1813" y="224"/>
                  <a:pt x="1814" y="224"/>
                  <a:pt x="1814" y="224"/>
                </a:cubicBezTo>
                <a:cubicBezTo>
                  <a:pt x="1815" y="225"/>
                  <a:pt x="1816" y="225"/>
                  <a:pt x="1817" y="225"/>
                </a:cubicBezTo>
                <a:cubicBezTo>
                  <a:pt x="1818" y="225"/>
                  <a:pt x="1819" y="226"/>
                  <a:pt x="1820" y="226"/>
                </a:cubicBezTo>
                <a:cubicBezTo>
                  <a:pt x="1821" y="226"/>
                  <a:pt x="1823" y="225"/>
                  <a:pt x="1823" y="225"/>
                </a:cubicBezTo>
                <a:cubicBezTo>
                  <a:pt x="1824" y="225"/>
                  <a:pt x="1825" y="225"/>
                  <a:pt x="1826" y="224"/>
                </a:cubicBezTo>
                <a:cubicBezTo>
                  <a:pt x="1827" y="224"/>
                  <a:pt x="1827" y="224"/>
                  <a:pt x="1827" y="223"/>
                </a:cubicBezTo>
                <a:cubicBezTo>
                  <a:pt x="1828" y="223"/>
                  <a:pt x="1828" y="222"/>
                  <a:pt x="1828" y="222"/>
                </a:cubicBezTo>
                <a:cubicBezTo>
                  <a:pt x="1828" y="221"/>
                  <a:pt x="1827" y="221"/>
                  <a:pt x="1827" y="220"/>
                </a:cubicBezTo>
                <a:cubicBezTo>
                  <a:pt x="1826" y="220"/>
                  <a:pt x="1826" y="219"/>
                  <a:pt x="1825" y="219"/>
                </a:cubicBezTo>
                <a:cubicBezTo>
                  <a:pt x="1824" y="218"/>
                  <a:pt x="1823" y="218"/>
                  <a:pt x="1822" y="218"/>
                </a:cubicBezTo>
                <a:cubicBezTo>
                  <a:pt x="1821" y="218"/>
                  <a:pt x="1820" y="218"/>
                  <a:pt x="1819" y="218"/>
                </a:cubicBezTo>
                <a:cubicBezTo>
                  <a:pt x="1818" y="218"/>
                  <a:pt x="1817" y="218"/>
                  <a:pt x="1816" y="218"/>
                </a:cubicBezTo>
                <a:close/>
                <a:moveTo>
                  <a:pt x="1978" y="218"/>
                </a:moveTo>
                <a:cubicBezTo>
                  <a:pt x="1977" y="218"/>
                  <a:pt x="1976" y="218"/>
                  <a:pt x="1976" y="219"/>
                </a:cubicBezTo>
                <a:cubicBezTo>
                  <a:pt x="1975" y="219"/>
                  <a:pt x="1974" y="220"/>
                  <a:pt x="1974" y="220"/>
                </a:cubicBezTo>
                <a:cubicBezTo>
                  <a:pt x="1974" y="221"/>
                  <a:pt x="1974" y="221"/>
                  <a:pt x="1974" y="222"/>
                </a:cubicBezTo>
                <a:cubicBezTo>
                  <a:pt x="1974" y="222"/>
                  <a:pt x="1974" y="223"/>
                  <a:pt x="1975" y="223"/>
                </a:cubicBezTo>
                <a:cubicBezTo>
                  <a:pt x="1975" y="224"/>
                  <a:pt x="1976" y="224"/>
                  <a:pt x="1977" y="224"/>
                </a:cubicBezTo>
                <a:cubicBezTo>
                  <a:pt x="1978" y="225"/>
                  <a:pt x="1979" y="225"/>
                  <a:pt x="1980" y="225"/>
                </a:cubicBezTo>
                <a:cubicBezTo>
                  <a:pt x="1981" y="225"/>
                  <a:pt x="1982" y="226"/>
                  <a:pt x="1983" y="226"/>
                </a:cubicBezTo>
                <a:cubicBezTo>
                  <a:pt x="1984" y="226"/>
                  <a:pt x="1985" y="225"/>
                  <a:pt x="1986" y="225"/>
                </a:cubicBezTo>
                <a:cubicBezTo>
                  <a:pt x="1987" y="225"/>
                  <a:pt x="1988" y="225"/>
                  <a:pt x="1988" y="224"/>
                </a:cubicBezTo>
                <a:cubicBezTo>
                  <a:pt x="1989" y="224"/>
                  <a:pt x="1990" y="224"/>
                  <a:pt x="1990" y="223"/>
                </a:cubicBezTo>
                <a:cubicBezTo>
                  <a:pt x="1990" y="223"/>
                  <a:pt x="1990" y="222"/>
                  <a:pt x="1990" y="222"/>
                </a:cubicBezTo>
                <a:cubicBezTo>
                  <a:pt x="1990" y="221"/>
                  <a:pt x="1990" y="221"/>
                  <a:pt x="1989" y="220"/>
                </a:cubicBezTo>
                <a:cubicBezTo>
                  <a:pt x="1989" y="220"/>
                  <a:pt x="1988" y="219"/>
                  <a:pt x="1987" y="219"/>
                </a:cubicBezTo>
                <a:cubicBezTo>
                  <a:pt x="1986" y="218"/>
                  <a:pt x="1985" y="218"/>
                  <a:pt x="1984" y="218"/>
                </a:cubicBezTo>
                <a:cubicBezTo>
                  <a:pt x="1983" y="218"/>
                  <a:pt x="1982" y="218"/>
                  <a:pt x="1981" y="218"/>
                </a:cubicBezTo>
                <a:cubicBezTo>
                  <a:pt x="1980" y="218"/>
                  <a:pt x="1979" y="218"/>
                  <a:pt x="1978" y="218"/>
                </a:cubicBezTo>
                <a:close/>
                <a:moveTo>
                  <a:pt x="1370" y="218"/>
                </a:moveTo>
                <a:cubicBezTo>
                  <a:pt x="1369" y="218"/>
                  <a:pt x="1368" y="218"/>
                  <a:pt x="1367" y="219"/>
                </a:cubicBezTo>
                <a:cubicBezTo>
                  <a:pt x="1367" y="219"/>
                  <a:pt x="1366" y="220"/>
                  <a:pt x="1366" y="220"/>
                </a:cubicBezTo>
                <a:cubicBezTo>
                  <a:pt x="1365" y="221"/>
                  <a:pt x="1365" y="221"/>
                  <a:pt x="1365" y="222"/>
                </a:cubicBezTo>
                <a:cubicBezTo>
                  <a:pt x="1365" y="222"/>
                  <a:pt x="1365" y="223"/>
                  <a:pt x="1366" y="223"/>
                </a:cubicBezTo>
                <a:cubicBezTo>
                  <a:pt x="1366" y="224"/>
                  <a:pt x="1367" y="224"/>
                  <a:pt x="1368" y="224"/>
                </a:cubicBezTo>
                <a:cubicBezTo>
                  <a:pt x="1368" y="225"/>
                  <a:pt x="1369" y="225"/>
                  <a:pt x="1370" y="225"/>
                </a:cubicBezTo>
                <a:cubicBezTo>
                  <a:pt x="1371" y="225"/>
                  <a:pt x="1372" y="226"/>
                  <a:pt x="1373" y="226"/>
                </a:cubicBezTo>
                <a:cubicBezTo>
                  <a:pt x="1375" y="226"/>
                  <a:pt x="1376" y="225"/>
                  <a:pt x="1377" y="225"/>
                </a:cubicBezTo>
                <a:cubicBezTo>
                  <a:pt x="1377" y="225"/>
                  <a:pt x="1378" y="225"/>
                  <a:pt x="1379" y="224"/>
                </a:cubicBezTo>
                <a:cubicBezTo>
                  <a:pt x="1380" y="224"/>
                  <a:pt x="1380" y="224"/>
                  <a:pt x="1381" y="223"/>
                </a:cubicBezTo>
                <a:cubicBezTo>
                  <a:pt x="1381" y="223"/>
                  <a:pt x="1381" y="222"/>
                  <a:pt x="1381" y="222"/>
                </a:cubicBezTo>
                <a:cubicBezTo>
                  <a:pt x="1381" y="221"/>
                  <a:pt x="1381" y="221"/>
                  <a:pt x="1381" y="220"/>
                </a:cubicBezTo>
                <a:cubicBezTo>
                  <a:pt x="1380" y="220"/>
                  <a:pt x="1380" y="219"/>
                  <a:pt x="1379" y="219"/>
                </a:cubicBezTo>
                <a:cubicBezTo>
                  <a:pt x="1378" y="218"/>
                  <a:pt x="1377" y="218"/>
                  <a:pt x="1376" y="218"/>
                </a:cubicBezTo>
                <a:cubicBezTo>
                  <a:pt x="1375" y="218"/>
                  <a:pt x="1374" y="218"/>
                  <a:pt x="1373" y="218"/>
                </a:cubicBezTo>
                <a:cubicBezTo>
                  <a:pt x="1372" y="218"/>
                  <a:pt x="1371" y="218"/>
                  <a:pt x="1370" y="218"/>
                </a:cubicBezTo>
                <a:close/>
                <a:moveTo>
                  <a:pt x="1654" y="218"/>
                </a:moveTo>
                <a:cubicBezTo>
                  <a:pt x="1653" y="218"/>
                  <a:pt x="1652" y="218"/>
                  <a:pt x="1651" y="219"/>
                </a:cubicBezTo>
                <a:cubicBezTo>
                  <a:pt x="1651" y="219"/>
                  <a:pt x="1650" y="220"/>
                  <a:pt x="1650" y="220"/>
                </a:cubicBezTo>
                <a:cubicBezTo>
                  <a:pt x="1649" y="221"/>
                  <a:pt x="1649" y="221"/>
                  <a:pt x="1649" y="222"/>
                </a:cubicBezTo>
                <a:cubicBezTo>
                  <a:pt x="1649" y="222"/>
                  <a:pt x="1650" y="223"/>
                  <a:pt x="1650" y="223"/>
                </a:cubicBezTo>
                <a:cubicBezTo>
                  <a:pt x="1650" y="224"/>
                  <a:pt x="1651" y="224"/>
                  <a:pt x="1652" y="224"/>
                </a:cubicBezTo>
                <a:cubicBezTo>
                  <a:pt x="1653" y="225"/>
                  <a:pt x="1654" y="225"/>
                  <a:pt x="1655" y="225"/>
                </a:cubicBezTo>
                <a:cubicBezTo>
                  <a:pt x="1656" y="225"/>
                  <a:pt x="1657" y="226"/>
                  <a:pt x="1658" y="226"/>
                </a:cubicBezTo>
                <a:cubicBezTo>
                  <a:pt x="1659" y="226"/>
                  <a:pt x="1660" y="225"/>
                  <a:pt x="1661" y="225"/>
                </a:cubicBezTo>
                <a:cubicBezTo>
                  <a:pt x="1662" y="225"/>
                  <a:pt x="1663" y="225"/>
                  <a:pt x="1663" y="224"/>
                </a:cubicBezTo>
                <a:cubicBezTo>
                  <a:pt x="1664" y="224"/>
                  <a:pt x="1665" y="224"/>
                  <a:pt x="1665" y="223"/>
                </a:cubicBezTo>
                <a:cubicBezTo>
                  <a:pt x="1665" y="223"/>
                  <a:pt x="1666" y="222"/>
                  <a:pt x="1665" y="222"/>
                </a:cubicBezTo>
                <a:cubicBezTo>
                  <a:pt x="1665" y="221"/>
                  <a:pt x="1665" y="221"/>
                  <a:pt x="1665" y="220"/>
                </a:cubicBezTo>
                <a:cubicBezTo>
                  <a:pt x="1664" y="220"/>
                  <a:pt x="1664" y="219"/>
                  <a:pt x="1663" y="219"/>
                </a:cubicBezTo>
                <a:cubicBezTo>
                  <a:pt x="1662" y="218"/>
                  <a:pt x="1661" y="218"/>
                  <a:pt x="1660" y="218"/>
                </a:cubicBezTo>
                <a:cubicBezTo>
                  <a:pt x="1659" y="218"/>
                  <a:pt x="1658" y="218"/>
                  <a:pt x="1657" y="218"/>
                </a:cubicBezTo>
                <a:cubicBezTo>
                  <a:pt x="1656" y="218"/>
                  <a:pt x="1655" y="218"/>
                  <a:pt x="1654" y="218"/>
                </a:cubicBezTo>
                <a:close/>
                <a:moveTo>
                  <a:pt x="2140" y="218"/>
                </a:moveTo>
                <a:cubicBezTo>
                  <a:pt x="2139" y="218"/>
                  <a:pt x="2138" y="218"/>
                  <a:pt x="2138" y="219"/>
                </a:cubicBezTo>
                <a:cubicBezTo>
                  <a:pt x="2137" y="219"/>
                  <a:pt x="2137" y="220"/>
                  <a:pt x="2136" y="220"/>
                </a:cubicBezTo>
                <a:cubicBezTo>
                  <a:pt x="2136" y="221"/>
                  <a:pt x="2136" y="221"/>
                  <a:pt x="2136" y="222"/>
                </a:cubicBezTo>
                <a:cubicBezTo>
                  <a:pt x="2136" y="222"/>
                  <a:pt x="2137" y="223"/>
                  <a:pt x="2137" y="223"/>
                </a:cubicBezTo>
                <a:cubicBezTo>
                  <a:pt x="2138" y="224"/>
                  <a:pt x="2138" y="224"/>
                  <a:pt x="2139" y="224"/>
                </a:cubicBezTo>
                <a:cubicBezTo>
                  <a:pt x="2140" y="225"/>
                  <a:pt x="2141" y="225"/>
                  <a:pt x="2142" y="225"/>
                </a:cubicBezTo>
                <a:cubicBezTo>
                  <a:pt x="2143" y="225"/>
                  <a:pt x="2144" y="226"/>
                  <a:pt x="2145" y="226"/>
                </a:cubicBezTo>
                <a:cubicBezTo>
                  <a:pt x="2147" y="226"/>
                  <a:pt x="2148" y="225"/>
                  <a:pt x="2148" y="225"/>
                </a:cubicBezTo>
                <a:cubicBezTo>
                  <a:pt x="2149" y="225"/>
                  <a:pt x="2150" y="225"/>
                  <a:pt x="2151" y="224"/>
                </a:cubicBezTo>
                <a:cubicBezTo>
                  <a:pt x="2151" y="224"/>
                  <a:pt x="2152" y="224"/>
                  <a:pt x="2152" y="223"/>
                </a:cubicBezTo>
                <a:cubicBezTo>
                  <a:pt x="2152" y="223"/>
                  <a:pt x="2153" y="222"/>
                  <a:pt x="2152" y="222"/>
                </a:cubicBezTo>
                <a:cubicBezTo>
                  <a:pt x="2152" y="221"/>
                  <a:pt x="2152" y="221"/>
                  <a:pt x="2151" y="220"/>
                </a:cubicBezTo>
                <a:cubicBezTo>
                  <a:pt x="2151" y="220"/>
                  <a:pt x="2150" y="219"/>
                  <a:pt x="2149" y="219"/>
                </a:cubicBezTo>
                <a:cubicBezTo>
                  <a:pt x="2148" y="218"/>
                  <a:pt x="2147" y="218"/>
                  <a:pt x="2146" y="218"/>
                </a:cubicBezTo>
                <a:cubicBezTo>
                  <a:pt x="2145" y="218"/>
                  <a:pt x="2144" y="218"/>
                  <a:pt x="2143" y="218"/>
                </a:cubicBezTo>
                <a:cubicBezTo>
                  <a:pt x="2142" y="218"/>
                  <a:pt x="2141" y="218"/>
                  <a:pt x="2140" y="218"/>
                </a:cubicBezTo>
                <a:close/>
                <a:moveTo>
                  <a:pt x="1613" y="218"/>
                </a:moveTo>
                <a:cubicBezTo>
                  <a:pt x="1612" y="218"/>
                  <a:pt x="1611" y="218"/>
                  <a:pt x="1611" y="219"/>
                </a:cubicBezTo>
                <a:cubicBezTo>
                  <a:pt x="1610" y="219"/>
                  <a:pt x="1609" y="220"/>
                  <a:pt x="1609" y="220"/>
                </a:cubicBezTo>
                <a:cubicBezTo>
                  <a:pt x="1609" y="221"/>
                  <a:pt x="1609" y="221"/>
                  <a:pt x="1609" y="222"/>
                </a:cubicBezTo>
                <a:cubicBezTo>
                  <a:pt x="1609" y="222"/>
                  <a:pt x="1609" y="223"/>
                  <a:pt x="1609" y="223"/>
                </a:cubicBezTo>
                <a:cubicBezTo>
                  <a:pt x="1610" y="224"/>
                  <a:pt x="1611" y="224"/>
                  <a:pt x="1611" y="224"/>
                </a:cubicBezTo>
                <a:cubicBezTo>
                  <a:pt x="1612" y="225"/>
                  <a:pt x="1613" y="225"/>
                  <a:pt x="1614" y="225"/>
                </a:cubicBezTo>
                <a:cubicBezTo>
                  <a:pt x="1615" y="225"/>
                  <a:pt x="1616" y="226"/>
                  <a:pt x="1617" y="226"/>
                </a:cubicBezTo>
                <a:cubicBezTo>
                  <a:pt x="1618" y="226"/>
                  <a:pt x="1619" y="225"/>
                  <a:pt x="1620" y="225"/>
                </a:cubicBezTo>
                <a:cubicBezTo>
                  <a:pt x="1621" y="225"/>
                  <a:pt x="1622" y="225"/>
                  <a:pt x="1623" y="224"/>
                </a:cubicBezTo>
                <a:cubicBezTo>
                  <a:pt x="1623" y="224"/>
                  <a:pt x="1624" y="224"/>
                  <a:pt x="1624" y="223"/>
                </a:cubicBezTo>
                <a:cubicBezTo>
                  <a:pt x="1625" y="223"/>
                  <a:pt x="1625" y="222"/>
                  <a:pt x="1625" y="222"/>
                </a:cubicBezTo>
                <a:cubicBezTo>
                  <a:pt x="1625" y="221"/>
                  <a:pt x="1624" y="221"/>
                  <a:pt x="1624" y="220"/>
                </a:cubicBezTo>
                <a:cubicBezTo>
                  <a:pt x="1624" y="220"/>
                  <a:pt x="1623" y="219"/>
                  <a:pt x="1622" y="219"/>
                </a:cubicBezTo>
                <a:cubicBezTo>
                  <a:pt x="1621" y="218"/>
                  <a:pt x="1620" y="218"/>
                  <a:pt x="1619" y="218"/>
                </a:cubicBezTo>
                <a:cubicBezTo>
                  <a:pt x="1618" y="218"/>
                  <a:pt x="1617" y="218"/>
                  <a:pt x="1616" y="218"/>
                </a:cubicBezTo>
                <a:cubicBezTo>
                  <a:pt x="1615" y="218"/>
                  <a:pt x="1614" y="218"/>
                  <a:pt x="1613" y="218"/>
                </a:cubicBezTo>
                <a:close/>
                <a:moveTo>
                  <a:pt x="1573" y="218"/>
                </a:moveTo>
                <a:cubicBezTo>
                  <a:pt x="1572" y="218"/>
                  <a:pt x="1571" y="218"/>
                  <a:pt x="1570" y="219"/>
                </a:cubicBezTo>
                <a:cubicBezTo>
                  <a:pt x="1569" y="219"/>
                  <a:pt x="1569" y="220"/>
                  <a:pt x="1569" y="220"/>
                </a:cubicBezTo>
                <a:cubicBezTo>
                  <a:pt x="1568" y="221"/>
                  <a:pt x="1568" y="221"/>
                  <a:pt x="1568" y="222"/>
                </a:cubicBezTo>
                <a:cubicBezTo>
                  <a:pt x="1568" y="222"/>
                  <a:pt x="1568" y="223"/>
                  <a:pt x="1569" y="223"/>
                </a:cubicBezTo>
                <a:cubicBezTo>
                  <a:pt x="1569" y="224"/>
                  <a:pt x="1570" y="224"/>
                  <a:pt x="1571" y="224"/>
                </a:cubicBezTo>
                <a:cubicBezTo>
                  <a:pt x="1571" y="225"/>
                  <a:pt x="1572" y="225"/>
                  <a:pt x="1573" y="225"/>
                </a:cubicBezTo>
                <a:cubicBezTo>
                  <a:pt x="1574" y="225"/>
                  <a:pt x="1575" y="226"/>
                  <a:pt x="1577" y="226"/>
                </a:cubicBezTo>
                <a:cubicBezTo>
                  <a:pt x="1578" y="226"/>
                  <a:pt x="1579" y="225"/>
                  <a:pt x="1580" y="225"/>
                </a:cubicBezTo>
                <a:cubicBezTo>
                  <a:pt x="1581" y="225"/>
                  <a:pt x="1581" y="225"/>
                  <a:pt x="1582" y="224"/>
                </a:cubicBezTo>
                <a:cubicBezTo>
                  <a:pt x="1583" y="224"/>
                  <a:pt x="1583" y="224"/>
                  <a:pt x="1584" y="223"/>
                </a:cubicBezTo>
                <a:cubicBezTo>
                  <a:pt x="1584" y="223"/>
                  <a:pt x="1584" y="222"/>
                  <a:pt x="1584" y="222"/>
                </a:cubicBezTo>
                <a:cubicBezTo>
                  <a:pt x="1584" y="221"/>
                  <a:pt x="1584" y="221"/>
                  <a:pt x="1583" y="220"/>
                </a:cubicBezTo>
                <a:cubicBezTo>
                  <a:pt x="1583" y="220"/>
                  <a:pt x="1582" y="219"/>
                  <a:pt x="1582" y="219"/>
                </a:cubicBezTo>
                <a:cubicBezTo>
                  <a:pt x="1581" y="218"/>
                  <a:pt x="1580" y="218"/>
                  <a:pt x="1579" y="218"/>
                </a:cubicBezTo>
                <a:cubicBezTo>
                  <a:pt x="1578" y="218"/>
                  <a:pt x="1577" y="218"/>
                  <a:pt x="1576" y="218"/>
                </a:cubicBezTo>
                <a:cubicBezTo>
                  <a:pt x="1575" y="218"/>
                  <a:pt x="1574" y="218"/>
                  <a:pt x="1573" y="218"/>
                </a:cubicBezTo>
                <a:close/>
                <a:moveTo>
                  <a:pt x="1856" y="218"/>
                </a:moveTo>
                <a:cubicBezTo>
                  <a:pt x="1855" y="218"/>
                  <a:pt x="1855" y="218"/>
                  <a:pt x="1854" y="219"/>
                </a:cubicBezTo>
                <a:cubicBezTo>
                  <a:pt x="1853" y="219"/>
                  <a:pt x="1853" y="220"/>
                  <a:pt x="1852" y="220"/>
                </a:cubicBezTo>
                <a:cubicBezTo>
                  <a:pt x="1852" y="221"/>
                  <a:pt x="1852" y="221"/>
                  <a:pt x="1852" y="222"/>
                </a:cubicBezTo>
                <a:cubicBezTo>
                  <a:pt x="1852" y="222"/>
                  <a:pt x="1853" y="223"/>
                  <a:pt x="1853" y="223"/>
                </a:cubicBezTo>
                <a:cubicBezTo>
                  <a:pt x="1854" y="224"/>
                  <a:pt x="1854" y="224"/>
                  <a:pt x="1855" y="224"/>
                </a:cubicBezTo>
                <a:cubicBezTo>
                  <a:pt x="1856" y="225"/>
                  <a:pt x="1857" y="225"/>
                  <a:pt x="1858" y="225"/>
                </a:cubicBezTo>
                <a:cubicBezTo>
                  <a:pt x="1859" y="225"/>
                  <a:pt x="1860" y="226"/>
                  <a:pt x="1861" y="226"/>
                </a:cubicBezTo>
                <a:cubicBezTo>
                  <a:pt x="1862" y="226"/>
                  <a:pt x="1863" y="225"/>
                  <a:pt x="1864" y="225"/>
                </a:cubicBezTo>
                <a:cubicBezTo>
                  <a:pt x="1865" y="225"/>
                  <a:pt x="1866" y="225"/>
                  <a:pt x="1866" y="224"/>
                </a:cubicBezTo>
                <a:cubicBezTo>
                  <a:pt x="1867" y="224"/>
                  <a:pt x="1868" y="224"/>
                  <a:pt x="1868" y="223"/>
                </a:cubicBezTo>
                <a:cubicBezTo>
                  <a:pt x="1868" y="223"/>
                  <a:pt x="1868" y="222"/>
                  <a:pt x="1868" y="222"/>
                </a:cubicBezTo>
                <a:cubicBezTo>
                  <a:pt x="1868" y="221"/>
                  <a:pt x="1868" y="221"/>
                  <a:pt x="1867" y="220"/>
                </a:cubicBezTo>
                <a:cubicBezTo>
                  <a:pt x="1867" y="220"/>
                  <a:pt x="1866" y="219"/>
                  <a:pt x="1865" y="219"/>
                </a:cubicBezTo>
                <a:cubicBezTo>
                  <a:pt x="1865" y="218"/>
                  <a:pt x="1864" y="218"/>
                  <a:pt x="1863" y="218"/>
                </a:cubicBezTo>
                <a:cubicBezTo>
                  <a:pt x="1862" y="218"/>
                  <a:pt x="1861" y="218"/>
                  <a:pt x="1859" y="218"/>
                </a:cubicBezTo>
                <a:cubicBezTo>
                  <a:pt x="1858" y="218"/>
                  <a:pt x="1857" y="218"/>
                  <a:pt x="1856" y="218"/>
                </a:cubicBezTo>
                <a:close/>
                <a:moveTo>
                  <a:pt x="1775" y="218"/>
                </a:moveTo>
                <a:cubicBezTo>
                  <a:pt x="1774" y="218"/>
                  <a:pt x="1774" y="218"/>
                  <a:pt x="1773" y="219"/>
                </a:cubicBezTo>
                <a:cubicBezTo>
                  <a:pt x="1772" y="219"/>
                  <a:pt x="1772" y="220"/>
                  <a:pt x="1771" y="220"/>
                </a:cubicBezTo>
                <a:cubicBezTo>
                  <a:pt x="1771" y="221"/>
                  <a:pt x="1771" y="221"/>
                  <a:pt x="1771" y="222"/>
                </a:cubicBezTo>
                <a:cubicBezTo>
                  <a:pt x="1771" y="222"/>
                  <a:pt x="1771" y="223"/>
                  <a:pt x="1772" y="223"/>
                </a:cubicBezTo>
                <a:cubicBezTo>
                  <a:pt x="1772" y="224"/>
                  <a:pt x="1773" y="224"/>
                  <a:pt x="1774" y="224"/>
                </a:cubicBezTo>
                <a:cubicBezTo>
                  <a:pt x="1775" y="225"/>
                  <a:pt x="1775" y="225"/>
                  <a:pt x="1777" y="225"/>
                </a:cubicBezTo>
                <a:cubicBezTo>
                  <a:pt x="1778" y="225"/>
                  <a:pt x="1779" y="226"/>
                  <a:pt x="1780" y="226"/>
                </a:cubicBezTo>
                <a:cubicBezTo>
                  <a:pt x="1781" y="226"/>
                  <a:pt x="1782" y="225"/>
                  <a:pt x="1783" y="225"/>
                </a:cubicBezTo>
                <a:cubicBezTo>
                  <a:pt x="1784" y="225"/>
                  <a:pt x="1785" y="225"/>
                  <a:pt x="1785" y="224"/>
                </a:cubicBezTo>
                <a:cubicBezTo>
                  <a:pt x="1786" y="224"/>
                  <a:pt x="1786" y="224"/>
                  <a:pt x="1787" y="223"/>
                </a:cubicBezTo>
                <a:cubicBezTo>
                  <a:pt x="1787" y="223"/>
                  <a:pt x="1787" y="222"/>
                  <a:pt x="1787" y="222"/>
                </a:cubicBezTo>
                <a:cubicBezTo>
                  <a:pt x="1787" y="221"/>
                  <a:pt x="1787" y="221"/>
                  <a:pt x="1786" y="220"/>
                </a:cubicBezTo>
                <a:cubicBezTo>
                  <a:pt x="1786" y="220"/>
                  <a:pt x="1785" y="219"/>
                  <a:pt x="1784" y="219"/>
                </a:cubicBezTo>
                <a:cubicBezTo>
                  <a:pt x="1784" y="218"/>
                  <a:pt x="1783" y="218"/>
                  <a:pt x="1782" y="218"/>
                </a:cubicBezTo>
                <a:cubicBezTo>
                  <a:pt x="1781" y="218"/>
                  <a:pt x="1780" y="218"/>
                  <a:pt x="1778" y="218"/>
                </a:cubicBezTo>
                <a:cubicBezTo>
                  <a:pt x="1777" y="218"/>
                  <a:pt x="1776" y="218"/>
                  <a:pt x="1775" y="218"/>
                </a:cubicBezTo>
                <a:close/>
                <a:moveTo>
                  <a:pt x="519" y="218"/>
                </a:moveTo>
                <a:cubicBezTo>
                  <a:pt x="518" y="218"/>
                  <a:pt x="517" y="218"/>
                  <a:pt x="516" y="219"/>
                </a:cubicBezTo>
                <a:cubicBezTo>
                  <a:pt x="515" y="219"/>
                  <a:pt x="514" y="220"/>
                  <a:pt x="514" y="220"/>
                </a:cubicBezTo>
                <a:cubicBezTo>
                  <a:pt x="513" y="221"/>
                  <a:pt x="513" y="221"/>
                  <a:pt x="513" y="222"/>
                </a:cubicBezTo>
                <a:cubicBezTo>
                  <a:pt x="513" y="222"/>
                  <a:pt x="513" y="223"/>
                  <a:pt x="513" y="223"/>
                </a:cubicBezTo>
                <a:cubicBezTo>
                  <a:pt x="513" y="224"/>
                  <a:pt x="514" y="224"/>
                  <a:pt x="515" y="224"/>
                </a:cubicBezTo>
                <a:cubicBezTo>
                  <a:pt x="515" y="225"/>
                  <a:pt x="516" y="225"/>
                  <a:pt x="517" y="225"/>
                </a:cubicBezTo>
                <a:cubicBezTo>
                  <a:pt x="518" y="225"/>
                  <a:pt x="519" y="226"/>
                  <a:pt x="520" y="226"/>
                </a:cubicBezTo>
                <a:cubicBezTo>
                  <a:pt x="521" y="226"/>
                  <a:pt x="522" y="225"/>
                  <a:pt x="523" y="225"/>
                </a:cubicBezTo>
                <a:cubicBezTo>
                  <a:pt x="524" y="225"/>
                  <a:pt x="525" y="225"/>
                  <a:pt x="526" y="224"/>
                </a:cubicBezTo>
                <a:cubicBezTo>
                  <a:pt x="527" y="224"/>
                  <a:pt x="528" y="224"/>
                  <a:pt x="528" y="223"/>
                </a:cubicBezTo>
                <a:cubicBezTo>
                  <a:pt x="529" y="223"/>
                  <a:pt x="529" y="222"/>
                  <a:pt x="529" y="222"/>
                </a:cubicBezTo>
                <a:cubicBezTo>
                  <a:pt x="529" y="221"/>
                  <a:pt x="529" y="221"/>
                  <a:pt x="529" y="220"/>
                </a:cubicBezTo>
                <a:cubicBezTo>
                  <a:pt x="528" y="220"/>
                  <a:pt x="528" y="219"/>
                  <a:pt x="527" y="219"/>
                </a:cubicBezTo>
                <a:cubicBezTo>
                  <a:pt x="527" y="218"/>
                  <a:pt x="526" y="218"/>
                  <a:pt x="525" y="218"/>
                </a:cubicBezTo>
                <a:cubicBezTo>
                  <a:pt x="524" y="218"/>
                  <a:pt x="523" y="218"/>
                  <a:pt x="522" y="218"/>
                </a:cubicBezTo>
                <a:cubicBezTo>
                  <a:pt x="521" y="218"/>
                  <a:pt x="520" y="218"/>
                  <a:pt x="519" y="218"/>
                </a:cubicBezTo>
                <a:close/>
                <a:moveTo>
                  <a:pt x="438" y="218"/>
                </a:moveTo>
                <a:cubicBezTo>
                  <a:pt x="437" y="218"/>
                  <a:pt x="436" y="218"/>
                  <a:pt x="435" y="219"/>
                </a:cubicBezTo>
                <a:cubicBezTo>
                  <a:pt x="434" y="219"/>
                  <a:pt x="433" y="220"/>
                  <a:pt x="433" y="220"/>
                </a:cubicBezTo>
                <a:cubicBezTo>
                  <a:pt x="432" y="221"/>
                  <a:pt x="432" y="221"/>
                  <a:pt x="432" y="222"/>
                </a:cubicBezTo>
                <a:cubicBezTo>
                  <a:pt x="432" y="222"/>
                  <a:pt x="432" y="223"/>
                  <a:pt x="432" y="223"/>
                </a:cubicBezTo>
                <a:cubicBezTo>
                  <a:pt x="432" y="224"/>
                  <a:pt x="433" y="224"/>
                  <a:pt x="433" y="224"/>
                </a:cubicBezTo>
                <a:cubicBezTo>
                  <a:pt x="434" y="225"/>
                  <a:pt x="435" y="225"/>
                  <a:pt x="436" y="225"/>
                </a:cubicBezTo>
                <a:cubicBezTo>
                  <a:pt x="437" y="225"/>
                  <a:pt x="438" y="226"/>
                  <a:pt x="439" y="226"/>
                </a:cubicBezTo>
                <a:cubicBezTo>
                  <a:pt x="440" y="226"/>
                  <a:pt x="441" y="225"/>
                  <a:pt x="442" y="225"/>
                </a:cubicBezTo>
                <a:cubicBezTo>
                  <a:pt x="443" y="225"/>
                  <a:pt x="444" y="225"/>
                  <a:pt x="445" y="224"/>
                </a:cubicBezTo>
                <a:cubicBezTo>
                  <a:pt x="446" y="224"/>
                  <a:pt x="446" y="224"/>
                  <a:pt x="447" y="223"/>
                </a:cubicBezTo>
                <a:cubicBezTo>
                  <a:pt x="447" y="223"/>
                  <a:pt x="448" y="222"/>
                  <a:pt x="448" y="222"/>
                </a:cubicBezTo>
                <a:cubicBezTo>
                  <a:pt x="448" y="221"/>
                  <a:pt x="448" y="221"/>
                  <a:pt x="448" y="220"/>
                </a:cubicBezTo>
                <a:cubicBezTo>
                  <a:pt x="447" y="220"/>
                  <a:pt x="447" y="219"/>
                  <a:pt x="446" y="219"/>
                </a:cubicBezTo>
                <a:cubicBezTo>
                  <a:pt x="446" y="218"/>
                  <a:pt x="445" y="218"/>
                  <a:pt x="444" y="218"/>
                </a:cubicBezTo>
                <a:cubicBezTo>
                  <a:pt x="443" y="218"/>
                  <a:pt x="442" y="218"/>
                  <a:pt x="441" y="218"/>
                </a:cubicBezTo>
                <a:cubicBezTo>
                  <a:pt x="440" y="218"/>
                  <a:pt x="439" y="218"/>
                  <a:pt x="438" y="218"/>
                </a:cubicBezTo>
                <a:close/>
                <a:moveTo>
                  <a:pt x="356" y="218"/>
                </a:moveTo>
                <a:cubicBezTo>
                  <a:pt x="355" y="218"/>
                  <a:pt x="354" y="218"/>
                  <a:pt x="354" y="219"/>
                </a:cubicBezTo>
                <a:cubicBezTo>
                  <a:pt x="353" y="219"/>
                  <a:pt x="352" y="220"/>
                  <a:pt x="352" y="220"/>
                </a:cubicBezTo>
                <a:cubicBezTo>
                  <a:pt x="351" y="221"/>
                  <a:pt x="351" y="221"/>
                  <a:pt x="350" y="222"/>
                </a:cubicBezTo>
                <a:cubicBezTo>
                  <a:pt x="350" y="222"/>
                  <a:pt x="350" y="223"/>
                  <a:pt x="351" y="223"/>
                </a:cubicBezTo>
                <a:cubicBezTo>
                  <a:pt x="351" y="224"/>
                  <a:pt x="351" y="224"/>
                  <a:pt x="352" y="224"/>
                </a:cubicBezTo>
                <a:cubicBezTo>
                  <a:pt x="353" y="225"/>
                  <a:pt x="354" y="225"/>
                  <a:pt x="354" y="225"/>
                </a:cubicBezTo>
                <a:cubicBezTo>
                  <a:pt x="355" y="225"/>
                  <a:pt x="356" y="226"/>
                  <a:pt x="358" y="226"/>
                </a:cubicBezTo>
                <a:cubicBezTo>
                  <a:pt x="359" y="226"/>
                  <a:pt x="360" y="225"/>
                  <a:pt x="361" y="225"/>
                </a:cubicBezTo>
                <a:cubicBezTo>
                  <a:pt x="362" y="225"/>
                  <a:pt x="363" y="225"/>
                  <a:pt x="364" y="224"/>
                </a:cubicBezTo>
                <a:cubicBezTo>
                  <a:pt x="364" y="224"/>
                  <a:pt x="365" y="224"/>
                  <a:pt x="366" y="223"/>
                </a:cubicBezTo>
                <a:cubicBezTo>
                  <a:pt x="366" y="223"/>
                  <a:pt x="367" y="222"/>
                  <a:pt x="367" y="222"/>
                </a:cubicBezTo>
                <a:cubicBezTo>
                  <a:pt x="367" y="221"/>
                  <a:pt x="367" y="221"/>
                  <a:pt x="367" y="220"/>
                </a:cubicBezTo>
                <a:cubicBezTo>
                  <a:pt x="366" y="220"/>
                  <a:pt x="366" y="219"/>
                  <a:pt x="365" y="219"/>
                </a:cubicBezTo>
                <a:cubicBezTo>
                  <a:pt x="364" y="218"/>
                  <a:pt x="364" y="218"/>
                  <a:pt x="363" y="218"/>
                </a:cubicBezTo>
                <a:cubicBezTo>
                  <a:pt x="362" y="218"/>
                  <a:pt x="361" y="218"/>
                  <a:pt x="360" y="218"/>
                </a:cubicBezTo>
                <a:cubicBezTo>
                  <a:pt x="359" y="218"/>
                  <a:pt x="357" y="218"/>
                  <a:pt x="356" y="218"/>
                </a:cubicBezTo>
                <a:close/>
                <a:moveTo>
                  <a:pt x="721" y="218"/>
                </a:moveTo>
                <a:cubicBezTo>
                  <a:pt x="720" y="218"/>
                  <a:pt x="719" y="218"/>
                  <a:pt x="719" y="219"/>
                </a:cubicBezTo>
                <a:cubicBezTo>
                  <a:pt x="718" y="219"/>
                  <a:pt x="717" y="220"/>
                  <a:pt x="717" y="220"/>
                </a:cubicBezTo>
                <a:cubicBezTo>
                  <a:pt x="716" y="221"/>
                  <a:pt x="716" y="221"/>
                  <a:pt x="716" y="222"/>
                </a:cubicBezTo>
                <a:cubicBezTo>
                  <a:pt x="716" y="222"/>
                  <a:pt x="716" y="223"/>
                  <a:pt x="716" y="223"/>
                </a:cubicBezTo>
                <a:cubicBezTo>
                  <a:pt x="716" y="224"/>
                  <a:pt x="717" y="224"/>
                  <a:pt x="718" y="224"/>
                </a:cubicBezTo>
                <a:cubicBezTo>
                  <a:pt x="718" y="225"/>
                  <a:pt x="719" y="225"/>
                  <a:pt x="720" y="225"/>
                </a:cubicBezTo>
                <a:cubicBezTo>
                  <a:pt x="721" y="225"/>
                  <a:pt x="722" y="226"/>
                  <a:pt x="723" y="226"/>
                </a:cubicBezTo>
                <a:cubicBezTo>
                  <a:pt x="724" y="226"/>
                  <a:pt x="725" y="225"/>
                  <a:pt x="726" y="225"/>
                </a:cubicBezTo>
                <a:cubicBezTo>
                  <a:pt x="727" y="225"/>
                  <a:pt x="728" y="225"/>
                  <a:pt x="729" y="224"/>
                </a:cubicBezTo>
                <a:cubicBezTo>
                  <a:pt x="730" y="224"/>
                  <a:pt x="731" y="224"/>
                  <a:pt x="731" y="223"/>
                </a:cubicBezTo>
                <a:cubicBezTo>
                  <a:pt x="732" y="223"/>
                  <a:pt x="732" y="222"/>
                  <a:pt x="732" y="222"/>
                </a:cubicBezTo>
                <a:cubicBezTo>
                  <a:pt x="732" y="221"/>
                  <a:pt x="732" y="221"/>
                  <a:pt x="732" y="220"/>
                </a:cubicBezTo>
                <a:cubicBezTo>
                  <a:pt x="731" y="220"/>
                  <a:pt x="731" y="219"/>
                  <a:pt x="730" y="219"/>
                </a:cubicBezTo>
                <a:cubicBezTo>
                  <a:pt x="729" y="218"/>
                  <a:pt x="729" y="218"/>
                  <a:pt x="728" y="218"/>
                </a:cubicBezTo>
                <a:cubicBezTo>
                  <a:pt x="727" y="218"/>
                  <a:pt x="726" y="218"/>
                  <a:pt x="725" y="218"/>
                </a:cubicBezTo>
                <a:cubicBezTo>
                  <a:pt x="723" y="218"/>
                  <a:pt x="722" y="218"/>
                  <a:pt x="721" y="218"/>
                </a:cubicBezTo>
                <a:close/>
                <a:moveTo>
                  <a:pt x="275" y="218"/>
                </a:moveTo>
                <a:cubicBezTo>
                  <a:pt x="274" y="218"/>
                  <a:pt x="273" y="218"/>
                  <a:pt x="273" y="219"/>
                </a:cubicBezTo>
                <a:cubicBezTo>
                  <a:pt x="272" y="219"/>
                  <a:pt x="271" y="220"/>
                  <a:pt x="270" y="220"/>
                </a:cubicBezTo>
                <a:cubicBezTo>
                  <a:pt x="270" y="221"/>
                  <a:pt x="270" y="221"/>
                  <a:pt x="269" y="222"/>
                </a:cubicBezTo>
                <a:cubicBezTo>
                  <a:pt x="269" y="222"/>
                  <a:pt x="269" y="223"/>
                  <a:pt x="270" y="223"/>
                </a:cubicBezTo>
                <a:cubicBezTo>
                  <a:pt x="270" y="224"/>
                  <a:pt x="270" y="224"/>
                  <a:pt x="271" y="224"/>
                </a:cubicBezTo>
                <a:cubicBezTo>
                  <a:pt x="271" y="225"/>
                  <a:pt x="272" y="225"/>
                  <a:pt x="273" y="225"/>
                </a:cubicBezTo>
                <a:cubicBezTo>
                  <a:pt x="274" y="225"/>
                  <a:pt x="275" y="226"/>
                  <a:pt x="276" y="226"/>
                </a:cubicBezTo>
                <a:cubicBezTo>
                  <a:pt x="277" y="226"/>
                  <a:pt x="278" y="225"/>
                  <a:pt x="280" y="225"/>
                </a:cubicBezTo>
                <a:cubicBezTo>
                  <a:pt x="281" y="225"/>
                  <a:pt x="282" y="225"/>
                  <a:pt x="282" y="224"/>
                </a:cubicBezTo>
                <a:cubicBezTo>
                  <a:pt x="283" y="224"/>
                  <a:pt x="284" y="224"/>
                  <a:pt x="284" y="223"/>
                </a:cubicBezTo>
                <a:cubicBezTo>
                  <a:pt x="285" y="223"/>
                  <a:pt x="285" y="222"/>
                  <a:pt x="286" y="222"/>
                </a:cubicBezTo>
                <a:cubicBezTo>
                  <a:pt x="286" y="221"/>
                  <a:pt x="286" y="221"/>
                  <a:pt x="285" y="220"/>
                </a:cubicBezTo>
                <a:cubicBezTo>
                  <a:pt x="285" y="220"/>
                  <a:pt x="285" y="219"/>
                  <a:pt x="284" y="219"/>
                </a:cubicBezTo>
                <a:cubicBezTo>
                  <a:pt x="283" y="218"/>
                  <a:pt x="283" y="218"/>
                  <a:pt x="282" y="218"/>
                </a:cubicBezTo>
                <a:cubicBezTo>
                  <a:pt x="281" y="218"/>
                  <a:pt x="280" y="218"/>
                  <a:pt x="279" y="218"/>
                </a:cubicBezTo>
                <a:cubicBezTo>
                  <a:pt x="278" y="218"/>
                  <a:pt x="276" y="218"/>
                  <a:pt x="275" y="218"/>
                </a:cubicBezTo>
                <a:close/>
                <a:moveTo>
                  <a:pt x="397" y="218"/>
                </a:moveTo>
                <a:cubicBezTo>
                  <a:pt x="396" y="218"/>
                  <a:pt x="395" y="218"/>
                  <a:pt x="394" y="219"/>
                </a:cubicBezTo>
                <a:cubicBezTo>
                  <a:pt x="393" y="219"/>
                  <a:pt x="393" y="220"/>
                  <a:pt x="392" y="220"/>
                </a:cubicBezTo>
                <a:cubicBezTo>
                  <a:pt x="392" y="221"/>
                  <a:pt x="391" y="221"/>
                  <a:pt x="391" y="222"/>
                </a:cubicBezTo>
                <a:cubicBezTo>
                  <a:pt x="391" y="222"/>
                  <a:pt x="391" y="223"/>
                  <a:pt x="391" y="223"/>
                </a:cubicBezTo>
                <a:cubicBezTo>
                  <a:pt x="392" y="224"/>
                  <a:pt x="392" y="224"/>
                  <a:pt x="393" y="224"/>
                </a:cubicBezTo>
                <a:cubicBezTo>
                  <a:pt x="393" y="225"/>
                  <a:pt x="394" y="225"/>
                  <a:pt x="395" y="225"/>
                </a:cubicBezTo>
                <a:cubicBezTo>
                  <a:pt x="396" y="225"/>
                  <a:pt x="397" y="226"/>
                  <a:pt x="398" y="226"/>
                </a:cubicBezTo>
                <a:cubicBezTo>
                  <a:pt x="399" y="226"/>
                  <a:pt x="400" y="225"/>
                  <a:pt x="401" y="225"/>
                </a:cubicBezTo>
                <a:cubicBezTo>
                  <a:pt x="402" y="225"/>
                  <a:pt x="403" y="225"/>
                  <a:pt x="404" y="224"/>
                </a:cubicBezTo>
                <a:cubicBezTo>
                  <a:pt x="405" y="224"/>
                  <a:pt x="406" y="224"/>
                  <a:pt x="406" y="223"/>
                </a:cubicBezTo>
                <a:cubicBezTo>
                  <a:pt x="407" y="223"/>
                  <a:pt x="407" y="222"/>
                  <a:pt x="407" y="222"/>
                </a:cubicBezTo>
                <a:cubicBezTo>
                  <a:pt x="407" y="221"/>
                  <a:pt x="407" y="221"/>
                  <a:pt x="407" y="220"/>
                </a:cubicBezTo>
                <a:cubicBezTo>
                  <a:pt x="407" y="220"/>
                  <a:pt x="406" y="219"/>
                  <a:pt x="406" y="219"/>
                </a:cubicBezTo>
                <a:cubicBezTo>
                  <a:pt x="405" y="218"/>
                  <a:pt x="404" y="218"/>
                  <a:pt x="403" y="218"/>
                </a:cubicBezTo>
                <a:cubicBezTo>
                  <a:pt x="402" y="218"/>
                  <a:pt x="401" y="218"/>
                  <a:pt x="400" y="218"/>
                </a:cubicBezTo>
                <a:cubicBezTo>
                  <a:pt x="399" y="218"/>
                  <a:pt x="398" y="218"/>
                  <a:pt x="397" y="218"/>
                </a:cubicBezTo>
                <a:close/>
                <a:moveTo>
                  <a:pt x="316" y="218"/>
                </a:moveTo>
                <a:cubicBezTo>
                  <a:pt x="315" y="218"/>
                  <a:pt x="314" y="218"/>
                  <a:pt x="313" y="219"/>
                </a:cubicBezTo>
                <a:cubicBezTo>
                  <a:pt x="312" y="219"/>
                  <a:pt x="312" y="220"/>
                  <a:pt x="311" y="220"/>
                </a:cubicBezTo>
                <a:cubicBezTo>
                  <a:pt x="310" y="221"/>
                  <a:pt x="310" y="221"/>
                  <a:pt x="310" y="222"/>
                </a:cubicBezTo>
                <a:cubicBezTo>
                  <a:pt x="310" y="222"/>
                  <a:pt x="310" y="223"/>
                  <a:pt x="310" y="223"/>
                </a:cubicBezTo>
                <a:cubicBezTo>
                  <a:pt x="310" y="224"/>
                  <a:pt x="311" y="224"/>
                  <a:pt x="311" y="224"/>
                </a:cubicBezTo>
                <a:cubicBezTo>
                  <a:pt x="312" y="225"/>
                  <a:pt x="313" y="225"/>
                  <a:pt x="314" y="225"/>
                </a:cubicBezTo>
                <a:cubicBezTo>
                  <a:pt x="315" y="225"/>
                  <a:pt x="316" y="226"/>
                  <a:pt x="317" y="226"/>
                </a:cubicBezTo>
                <a:cubicBezTo>
                  <a:pt x="318" y="226"/>
                  <a:pt x="319" y="225"/>
                  <a:pt x="320" y="225"/>
                </a:cubicBezTo>
                <a:cubicBezTo>
                  <a:pt x="321" y="225"/>
                  <a:pt x="322" y="225"/>
                  <a:pt x="323" y="224"/>
                </a:cubicBezTo>
                <a:cubicBezTo>
                  <a:pt x="324" y="224"/>
                  <a:pt x="325" y="224"/>
                  <a:pt x="325" y="223"/>
                </a:cubicBezTo>
                <a:cubicBezTo>
                  <a:pt x="326" y="223"/>
                  <a:pt x="326" y="222"/>
                  <a:pt x="326" y="222"/>
                </a:cubicBezTo>
                <a:cubicBezTo>
                  <a:pt x="326" y="221"/>
                  <a:pt x="326" y="221"/>
                  <a:pt x="326" y="220"/>
                </a:cubicBezTo>
                <a:cubicBezTo>
                  <a:pt x="326" y="220"/>
                  <a:pt x="325" y="219"/>
                  <a:pt x="325" y="219"/>
                </a:cubicBezTo>
                <a:cubicBezTo>
                  <a:pt x="324" y="218"/>
                  <a:pt x="323" y="218"/>
                  <a:pt x="322" y="218"/>
                </a:cubicBezTo>
                <a:cubicBezTo>
                  <a:pt x="321" y="218"/>
                  <a:pt x="320" y="218"/>
                  <a:pt x="319" y="218"/>
                </a:cubicBezTo>
                <a:cubicBezTo>
                  <a:pt x="318" y="218"/>
                  <a:pt x="317" y="218"/>
                  <a:pt x="316" y="218"/>
                </a:cubicBezTo>
                <a:close/>
                <a:moveTo>
                  <a:pt x="478" y="218"/>
                </a:moveTo>
                <a:cubicBezTo>
                  <a:pt x="477" y="218"/>
                  <a:pt x="476" y="218"/>
                  <a:pt x="475" y="219"/>
                </a:cubicBezTo>
                <a:cubicBezTo>
                  <a:pt x="474" y="219"/>
                  <a:pt x="474" y="220"/>
                  <a:pt x="473" y="220"/>
                </a:cubicBezTo>
                <a:cubicBezTo>
                  <a:pt x="473" y="221"/>
                  <a:pt x="472" y="221"/>
                  <a:pt x="472" y="222"/>
                </a:cubicBezTo>
                <a:cubicBezTo>
                  <a:pt x="472" y="222"/>
                  <a:pt x="472" y="223"/>
                  <a:pt x="473" y="223"/>
                </a:cubicBezTo>
                <a:cubicBezTo>
                  <a:pt x="473" y="224"/>
                  <a:pt x="473" y="224"/>
                  <a:pt x="474" y="224"/>
                </a:cubicBezTo>
                <a:cubicBezTo>
                  <a:pt x="475" y="225"/>
                  <a:pt x="475" y="225"/>
                  <a:pt x="476" y="225"/>
                </a:cubicBezTo>
                <a:cubicBezTo>
                  <a:pt x="477" y="225"/>
                  <a:pt x="478" y="226"/>
                  <a:pt x="479" y="226"/>
                </a:cubicBezTo>
                <a:cubicBezTo>
                  <a:pt x="481" y="226"/>
                  <a:pt x="482" y="225"/>
                  <a:pt x="483" y="225"/>
                </a:cubicBezTo>
                <a:cubicBezTo>
                  <a:pt x="484" y="225"/>
                  <a:pt x="485" y="225"/>
                  <a:pt x="485" y="224"/>
                </a:cubicBezTo>
                <a:cubicBezTo>
                  <a:pt x="486" y="224"/>
                  <a:pt x="487" y="224"/>
                  <a:pt x="487" y="223"/>
                </a:cubicBezTo>
                <a:cubicBezTo>
                  <a:pt x="488" y="223"/>
                  <a:pt x="488" y="222"/>
                  <a:pt x="488" y="222"/>
                </a:cubicBezTo>
                <a:cubicBezTo>
                  <a:pt x="489" y="221"/>
                  <a:pt x="489" y="221"/>
                  <a:pt x="488" y="220"/>
                </a:cubicBezTo>
                <a:cubicBezTo>
                  <a:pt x="488" y="220"/>
                  <a:pt x="487" y="219"/>
                  <a:pt x="487" y="219"/>
                </a:cubicBezTo>
                <a:cubicBezTo>
                  <a:pt x="486" y="218"/>
                  <a:pt x="485" y="218"/>
                  <a:pt x="484" y="218"/>
                </a:cubicBezTo>
                <a:cubicBezTo>
                  <a:pt x="483" y="218"/>
                  <a:pt x="482" y="218"/>
                  <a:pt x="481" y="218"/>
                </a:cubicBezTo>
                <a:cubicBezTo>
                  <a:pt x="480" y="218"/>
                  <a:pt x="479" y="218"/>
                  <a:pt x="478" y="218"/>
                </a:cubicBezTo>
                <a:close/>
                <a:moveTo>
                  <a:pt x="681" y="218"/>
                </a:moveTo>
                <a:cubicBezTo>
                  <a:pt x="680" y="218"/>
                  <a:pt x="679" y="218"/>
                  <a:pt x="678" y="219"/>
                </a:cubicBezTo>
                <a:cubicBezTo>
                  <a:pt x="677" y="219"/>
                  <a:pt x="677" y="220"/>
                  <a:pt x="676" y="220"/>
                </a:cubicBezTo>
                <a:cubicBezTo>
                  <a:pt x="676" y="221"/>
                  <a:pt x="675" y="221"/>
                  <a:pt x="675" y="222"/>
                </a:cubicBezTo>
                <a:cubicBezTo>
                  <a:pt x="675" y="222"/>
                  <a:pt x="675" y="223"/>
                  <a:pt x="676" y="223"/>
                </a:cubicBezTo>
                <a:cubicBezTo>
                  <a:pt x="676" y="224"/>
                  <a:pt x="676" y="224"/>
                  <a:pt x="677" y="224"/>
                </a:cubicBezTo>
                <a:cubicBezTo>
                  <a:pt x="678" y="225"/>
                  <a:pt x="679" y="225"/>
                  <a:pt x="679" y="225"/>
                </a:cubicBezTo>
                <a:cubicBezTo>
                  <a:pt x="680" y="225"/>
                  <a:pt x="681" y="226"/>
                  <a:pt x="683" y="226"/>
                </a:cubicBezTo>
                <a:cubicBezTo>
                  <a:pt x="684" y="226"/>
                  <a:pt x="685" y="225"/>
                  <a:pt x="686" y="225"/>
                </a:cubicBezTo>
                <a:cubicBezTo>
                  <a:pt x="687" y="225"/>
                  <a:pt x="688" y="225"/>
                  <a:pt x="689" y="224"/>
                </a:cubicBezTo>
                <a:cubicBezTo>
                  <a:pt x="689" y="224"/>
                  <a:pt x="690" y="224"/>
                  <a:pt x="690" y="223"/>
                </a:cubicBezTo>
                <a:cubicBezTo>
                  <a:pt x="691" y="223"/>
                  <a:pt x="691" y="222"/>
                  <a:pt x="691" y="222"/>
                </a:cubicBezTo>
                <a:cubicBezTo>
                  <a:pt x="691" y="221"/>
                  <a:pt x="691" y="221"/>
                  <a:pt x="691" y="220"/>
                </a:cubicBezTo>
                <a:cubicBezTo>
                  <a:pt x="691" y="220"/>
                  <a:pt x="690" y="219"/>
                  <a:pt x="690" y="219"/>
                </a:cubicBezTo>
                <a:cubicBezTo>
                  <a:pt x="689" y="218"/>
                  <a:pt x="688" y="218"/>
                  <a:pt x="687" y="218"/>
                </a:cubicBezTo>
                <a:cubicBezTo>
                  <a:pt x="686" y="218"/>
                  <a:pt x="685" y="218"/>
                  <a:pt x="684" y="218"/>
                </a:cubicBezTo>
                <a:cubicBezTo>
                  <a:pt x="683" y="218"/>
                  <a:pt x="682" y="218"/>
                  <a:pt x="681" y="218"/>
                </a:cubicBezTo>
                <a:close/>
                <a:moveTo>
                  <a:pt x="640" y="218"/>
                </a:moveTo>
                <a:cubicBezTo>
                  <a:pt x="639" y="218"/>
                  <a:pt x="638" y="218"/>
                  <a:pt x="637" y="219"/>
                </a:cubicBezTo>
                <a:cubicBezTo>
                  <a:pt x="637" y="219"/>
                  <a:pt x="636" y="220"/>
                  <a:pt x="636" y="220"/>
                </a:cubicBezTo>
                <a:cubicBezTo>
                  <a:pt x="635" y="221"/>
                  <a:pt x="635" y="221"/>
                  <a:pt x="635" y="222"/>
                </a:cubicBezTo>
                <a:cubicBezTo>
                  <a:pt x="634" y="222"/>
                  <a:pt x="635" y="223"/>
                  <a:pt x="635" y="223"/>
                </a:cubicBezTo>
                <a:cubicBezTo>
                  <a:pt x="635" y="224"/>
                  <a:pt x="636" y="224"/>
                  <a:pt x="636" y="224"/>
                </a:cubicBezTo>
                <a:cubicBezTo>
                  <a:pt x="637" y="225"/>
                  <a:pt x="638" y="225"/>
                  <a:pt x="639" y="225"/>
                </a:cubicBezTo>
                <a:cubicBezTo>
                  <a:pt x="640" y="225"/>
                  <a:pt x="641" y="226"/>
                  <a:pt x="642" y="226"/>
                </a:cubicBezTo>
                <a:cubicBezTo>
                  <a:pt x="643" y="226"/>
                  <a:pt x="644" y="225"/>
                  <a:pt x="645" y="225"/>
                </a:cubicBezTo>
                <a:cubicBezTo>
                  <a:pt x="646" y="225"/>
                  <a:pt x="647" y="225"/>
                  <a:pt x="648" y="224"/>
                </a:cubicBezTo>
                <a:cubicBezTo>
                  <a:pt x="649" y="224"/>
                  <a:pt x="649" y="224"/>
                  <a:pt x="650" y="223"/>
                </a:cubicBezTo>
                <a:cubicBezTo>
                  <a:pt x="650" y="223"/>
                  <a:pt x="651" y="222"/>
                  <a:pt x="651" y="222"/>
                </a:cubicBezTo>
                <a:cubicBezTo>
                  <a:pt x="651" y="221"/>
                  <a:pt x="651" y="221"/>
                  <a:pt x="650" y="220"/>
                </a:cubicBezTo>
                <a:cubicBezTo>
                  <a:pt x="650" y="220"/>
                  <a:pt x="650" y="219"/>
                  <a:pt x="649" y="219"/>
                </a:cubicBezTo>
                <a:cubicBezTo>
                  <a:pt x="648" y="218"/>
                  <a:pt x="647" y="218"/>
                  <a:pt x="647" y="218"/>
                </a:cubicBezTo>
                <a:cubicBezTo>
                  <a:pt x="646" y="218"/>
                  <a:pt x="645" y="218"/>
                  <a:pt x="643" y="218"/>
                </a:cubicBezTo>
                <a:cubicBezTo>
                  <a:pt x="642" y="218"/>
                  <a:pt x="641" y="218"/>
                  <a:pt x="640" y="218"/>
                </a:cubicBezTo>
                <a:close/>
                <a:moveTo>
                  <a:pt x="559" y="218"/>
                </a:moveTo>
                <a:cubicBezTo>
                  <a:pt x="558" y="218"/>
                  <a:pt x="557" y="218"/>
                  <a:pt x="556" y="219"/>
                </a:cubicBezTo>
                <a:cubicBezTo>
                  <a:pt x="556" y="219"/>
                  <a:pt x="555" y="220"/>
                  <a:pt x="554" y="220"/>
                </a:cubicBezTo>
                <a:cubicBezTo>
                  <a:pt x="554" y="221"/>
                  <a:pt x="554" y="221"/>
                  <a:pt x="553" y="222"/>
                </a:cubicBezTo>
                <a:cubicBezTo>
                  <a:pt x="553" y="222"/>
                  <a:pt x="553" y="223"/>
                  <a:pt x="554" y="223"/>
                </a:cubicBezTo>
                <a:cubicBezTo>
                  <a:pt x="554" y="224"/>
                  <a:pt x="555" y="224"/>
                  <a:pt x="555" y="224"/>
                </a:cubicBezTo>
                <a:cubicBezTo>
                  <a:pt x="556" y="225"/>
                  <a:pt x="557" y="225"/>
                  <a:pt x="558" y="225"/>
                </a:cubicBezTo>
                <a:cubicBezTo>
                  <a:pt x="559" y="225"/>
                  <a:pt x="560" y="226"/>
                  <a:pt x="561" y="226"/>
                </a:cubicBezTo>
                <a:cubicBezTo>
                  <a:pt x="562" y="226"/>
                  <a:pt x="563" y="225"/>
                  <a:pt x="564" y="225"/>
                </a:cubicBezTo>
                <a:cubicBezTo>
                  <a:pt x="565" y="225"/>
                  <a:pt x="566" y="225"/>
                  <a:pt x="567" y="224"/>
                </a:cubicBezTo>
                <a:cubicBezTo>
                  <a:pt x="568" y="224"/>
                  <a:pt x="568" y="224"/>
                  <a:pt x="569" y="223"/>
                </a:cubicBezTo>
                <a:cubicBezTo>
                  <a:pt x="569" y="223"/>
                  <a:pt x="570" y="222"/>
                  <a:pt x="570" y="222"/>
                </a:cubicBezTo>
                <a:cubicBezTo>
                  <a:pt x="570" y="221"/>
                  <a:pt x="570" y="221"/>
                  <a:pt x="569" y="220"/>
                </a:cubicBezTo>
                <a:cubicBezTo>
                  <a:pt x="569" y="220"/>
                  <a:pt x="569" y="219"/>
                  <a:pt x="568" y="219"/>
                </a:cubicBezTo>
                <a:cubicBezTo>
                  <a:pt x="567" y="218"/>
                  <a:pt x="566" y="218"/>
                  <a:pt x="566" y="218"/>
                </a:cubicBezTo>
                <a:cubicBezTo>
                  <a:pt x="565" y="218"/>
                  <a:pt x="564" y="218"/>
                  <a:pt x="562" y="218"/>
                </a:cubicBezTo>
                <a:cubicBezTo>
                  <a:pt x="561" y="218"/>
                  <a:pt x="560" y="218"/>
                  <a:pt x="559" y="218"/>
                </a:cubicBezTo>
                <a:close/>
                <a:moveTo>
                  <a:pt x="666" y="228"/>
                </a:moveTo>
                <a:cubicBezTo>
                  <a:pt x="666" y="228"/>
                  <a:pt x="666" y="228"/>
                  <a:pt x="665" y="228"/>
                </a:cubicBezTo>
                <a:cubicBezTo>
                  <a:pt x="665" y="228"/>
                  <a:pt x="665" y="228"/>
                  <a:pt x="664" y="228"/>
                </a:cubicBezTo>
                <a:cubicBezTo>
                  <a:pt x="664" y="228"/>
                  <a:pt x="664" y="228"/>
                  <a:pt x="663" y="228"/>
                </a:cubicBezTo>
                <a:cubicBezTo>
                  <a:pt x="663" y="227"/>
                  <a:pt x="662" y="227"/>
                  <a:pt x="662" y="227"/>
                </a:cubicBezTo>
                <a:cubicBezTo>
                  <a:pt x="661" y="227"/>
                  <a:pt x="661" y="227"/>
                  <a:pt x="661" y="228"/>
                </a:cubicBezTo>
                <a:cubicBezTo>
                  <a:pt x="660" y="228"/>
                  <a:pt x="660" y="228"/>
                  <a:pt x="659" y="228"/>
                </a:cubicBezTo>
                <a:cubicBezTo>
                  <a:pt x="659" y="228"/>
                  <a:pt x="659" y="228"/>
                  <a:pt x="658" y="228"/>
                </a:cubicBezTo>
                <a:cubicBezTo>
                  <a:pt x="658" y="228"/>
                  <a:pt x="658" y="228"/>
                  <a:pt x="657" y="228"/>
                </a:cubicBezTo>
                <a:cubicBezTo>
                  <a:pt x="655" y="229"/>
                  <a:pt x="653" y="230"/>
                  <a:pt x="653" y="232"/>
                </a:cubicBezTo>
                <a:cubicBezTo>
                  <a:pt x="653" y="232"/>
                  <a:pt x="653" y="233"/>
                  <a:pt x="653" y="233"/>
                </a:cubicBezTo>
                <a:cubicBezTo>
                  <a:pt x="653" y="233"/>
                  <a:pt x="653" y="233"/>
                  <a:pt x="654" y="233"/>
                </a:cubicBezTo>
                <a:cubicBezTo>
                  <a:pt x="654" y="233"/>
                  <a:pt x="654" y="234"/>
                  <a:pt x="654" y="234"/>
                </a:cubicBezTo>
                <a:cubicBezTo>
                  <a:pt x="654" y="234"/>
                  <a:pt x="655" y="234"/>
                  <a:pt x="655" y="234"/>
                </a:cubicBezTo>
                <a:cubicBezTo>
                  <a:pt x="656" y="235"/>
                  <a:pt x="656" y="235"/>
                  <a:pt x="656" y="235"/>
                </a:cubicBezTo>
                <a:cubicBezTo>
                  <a:pt x="657" y="235"/>
                  <a:pt x="658" y="235"/>
                  <a:pt x="659" y="235"/>
                </a:cubicBezTo>
                <a:cubicBezTo>
                  <a:pt x="659" y="235"/>
                  <a:pt x="659" y="235"/>
                  <a:pt x="659" y="235"/>
                </a:cubicBezTo>
                <a:cubicBezTo>
                  <a:pt x="659" y="235"/>
                  <a:pt x="659" y="235"/>
                  <a:pt x="660" y="235"/>
                </a:cubicBezTo>
                <a:cubicBezTo>
                  <a:pt x="660" y="235"/>
                  <a:pt x="660" y="235"/>
                  <a:pt x="660" y="235"/>
                </a:cubicBezTo>
                <a:cubicBezTo>
                  <a:pt x="660" y="235"/>
                  <a:pt x="660" y="235"/>
                  <a:pt x="660" y="235"/>
                </a:cubicBezTo>
                <a:cubicBezTo>
                  <a:pt x="661" y="235"/>
                  <a:pt x="661" y="235"/>
                  <a:pt x="661" y="235"/>
                </a:cubicBezTo>
                <a:cubicBezTo>
                  <a:pt x="661" y="235"/>
                  <a:pt x="661" y="235"/>
                  <a:pt x="661" y="235"/>
                </a:cubicBezTo>
                <a:cubicBezTo>
                  <a:pt x="661" y="235"/>
                  <a:pt x="662" y="235"/>
                  <a:pt x="662" y="235"/>
                </a:cubicBezTo>
                <a:cubicBezTo>
                  <a:pt x="662" y="235"/>
                  <a:pt x="662" y="235"/>
                  <a:pt x="662" y="235"/>
                </a:cubicBezTo>
                <a:cubicBezTo>
                  <a:pt x="662" y="235"/>
                  <a:pt x="663" y="235"/>
                  <a:pt x="663" y="235"/>
                </a:cubicBezTo>
                <a:cubicBezTo>
                  <a:pt x="663" y="235"/>
                  <a:pt x="663" y="235"/>
                  <a:pt x="664" y="235"/>
                </a:cubicBezTo>
                <a:cubicBezTo>
                  <a:pt x="664" y="235"/>
                  <a:pt x="664" y="235"/>
                  <a:pt x="664" y="235"/>
                </a:cubicBezTo>
                <a:cubicBezTo>
                  <a:pt x="665" y="235"/>
                  <a:pt x="665" y="235"/>
                  <a:pt x="665" y="235"/>
                </a:cubicBezTo>
                <a:cubicBezTo>
                  <a:pt x="666" y="234"/>
                  <a:pt x="666" y="234"/>
                  <a:pt x="666" y="234"/>
                </a:cubicBezTo>
                <a:cubicBezTo>
                  <a:pt x="668" y="234"/>
                  <a:pt x="669" y="233"/>
                  <a:pt x="669" y="231"/>
                </a:cubicBezTo>
                <a:cubicBezTo>
                  <a:pt x="669" y="231"/>
                  <a:pt x="669" y="231"/>
                  <a:pt x="669" y="230"/>
                </a:cubicBezTo>
                <a:cubicBezTo>
                  <a:pt x="669" y="230"/>
                  <a:pt x="669" y="230"/>
                  <a:pt x="669" y="230"/>
                </a:cubicBezTo>
                <a:cubicBezTo>
                  <a:pt x="668" y="229"/>
                  <a:pt x="668" y="229"/>
                  <a:pt x="668" y="229"/>
                </a:cubicBezTo>
                <a:cubicBezTo>
                  <a:pt x="667" y="229"/>
                  <a:pt x="667" y="228"/>
                  <a:pt x="666" y="228"/>
                </a:cubicBezTo>
                <a:cubicBezTo>
                  <a:pt x="666" y="228"/>
                  <a:pt x="667" y="228"/>
                  <a:pt x="666" y="228"/>
                </a:cubicBezTo>
                <a:close/>
                <a:moveTo>
                  <a:pt x="380" y="228"/>
                </a:moveTo>
                <a:cubicBezTo>
                  <a:pt x="379" y="228"/>
                  <a:pt x="378" y="227"/>
                  <a:pt x="377" y="227"/>
                </a:cubicBezTo>
                <a:cubicBezTo>
                  <a:pt x="377" y="227"/>
                  <a:pt x="376" y="227"/>
                  <a:pt x="376" y="228"/>
                </a:cubicBezTo>
                <a:cubicBezTo>
                  <a:pt x="376" y="228"/>
                  <a:pt x="375" y="228"/>
                  <a:pt x="375" y="228"/>
                </a:cubicBezTo>
                <a:cubicBezTo>
                  <a:pt x="374" y="228"/>
                  <a:pt x="374" y="228"/>
                  <a:pt x="374" y="228"/>
                </a:cubicBezTo>
                <a:cubicBezTo>
                  <a:pt x="373" y="228"/>
                  <a:pt x="373" y="228"/>
                  <a:pt x="373" y="228"/>
                </a:cubicBezTo>
                <a:cubicBezTo>
                  <a:pt x="370" y="229"/>
                  <a:pt x="368" y="230"/>
                  <a:pt x="368" y="232"/>
                </a:cubicBezTo>
                <a:cubicBezTo>
                  <a:pt x="368" y="232"/>
                  <a:pt x="368" y="233"/>
                  <a:pt x="368" y="233"/>
                </a:cubicBezTo>
                <a:cubicBezTo>
                  <a:pt x="368" y="233"/>
                  <a:pt x="368" y="233"/>
                  <a:pt x="369" y="233"/>
                </a:cubicBezTo>
                <a:cubicBezTo>
                  <a:pt x="369" y="233"/>
                  <a:pt x="369" y="234"/>
                  <a:pt x="369" y="234"/>
                </a:cubicBezTo>
                <a:cubicBezTo>
                  <a:pt x="369" y="234"/>
                  <a:pt x="369" y="234"/>
                  <a:pt x="370" y="234"/>
                </a:cubicBezTo>
                <a:cubicBezTo>
                  <a:pt x="371" y="235"/>
                  <a:pt x="371" y="235"/>
                  <a:pt x="371" y="235"/>
                </a:cubicBezTo>
                <a:cubicBezTo>
                  <a:pt x="372" y="235"/>
                  <a:pt x="373" y="235"/>
                  <a:pt x="374" y="235"/>
                </a:cubicBezTo>
                <a:cubicBezTo>
                  <a:pt x="374" y="235"/>
                  <a:pt x="374" y="235"/>
                  <a:pt x="374" y="235"/>
                </a:cubicBezTo>
                <a:cubicBezTo>
                  <a:pt x="374" y="235"/>
                  <a:pt x="374" y="235"/>
                  <a:pt x="374" y="235"/>
                </a:cubicBezTo>
                <a:cubicBezTo>
                  <a:pt x="374" y="235"/>
                  <a:pt x="375" y="235"/>
                  <a:pt x="375" y="235"/>
                </a:cubicBezTo>
                <a:cubicBezTo>
                  <a:pt x="375" y="235"/>
                  <a:pt x="375" y="235"/>
                  <a:pt x="375" y="235"/>
                </a:cubicBezTo>
                <a:cubicBezTo>
                  <a:pt x="375" y="235"/>
                  <a:pt x="375" y="235"/>
                  <a:pt x="376" y="235"/>
                </a:cubicBezTo>
                <a:cubicBezTo>
                  <a:pt x="376" y="235"/>
                  <a:pt x="376" y="235"/>
                  <a:pt x="376" y="235"/>
                </a:cubicBezTo>
                <a:cubicBezTo>
                  <a:pt x="376" y="235"/>
                  <a:pt x="376" y="235"/>
                  <a:pt x="376" y="235"/>
                </a:cubicBezTo>
                <a:cubicBezTo>
                  <a:pt x="377" y="235"/>
                  <a:pt x="377" y="235"/>
                  <a:pt x="377" y="235"/>
                </a:cubicBezTo>
                <a:cubicBezTo>
                  <a:pt x="377" y="235"/>
                  <a:pt x="377" y="235"/>
                  <a:pt x="377" y="235"/>
                </a:cubicBezTo>
                <a:cubicBezTo>
                  <a:pt x="377" y="235"/>
                  <a:pt x="377" y="235"/>
                  <a:pt x="378" y="235"/>
                </a:cubicBezTo>
                <a:cubicBezTo>
                  <a:pt x="378" y="235"/>
                  <a:pt x="378" y="235"/>
                  <a:pt x="378" y="235"/>
                </a:cubicBezTo>
                <a:cubicBezTo>
                  <a:pt x="378" y="235"/>
                  <a:pt x="378" y="235"/>
                  <a:pt x="378" y="235"/>
                </a:cubicBezTo>
                <a:cubicBezTo>
                  <a:pt x="380" y="235"/>
                  <a:pt x="380" y="235"/>
                  <a:pt x="380" y="235"/>
                </a:cubicBezTo>
                <a:cubicBezTo>
                  <a:pt x="381" y="234"/>
                  <a:pt x="381" y="234"/>
                  <a:pt x="381" y="234"/>
                </a:cubicBezTo>
                <a:cubicBezTo>
                  <a:pt x="383" y="234"/>
                  <a:pt x="384" y="233"/>
                  <a:pt x="384" y="231"/>
                </a:cubicBezTo>
                <a:cubicBezTo>
                  <a:pt x="384" y="231"/>
                  <a:pt x="384" y="231"/>
                  <a:pt x="384" y="230"/>
                </a:cubicBezTo>
                <a:cubicBezTo>
                  <a:pt x="384" y="230"/>
                  <a:pt x="384" y="230"/>
                  <a:pt x="384" y="230"/>
                </a:cubicBezTo>
                <a:cubicBezTo>
                  <a:pt x="384" y="229"/>
                  <a:pt x="383" y="229"/>
                  <a:pt x="383" y="229"/>
                </a:cubicBezTo>
                <a:cubicBezTo>
                  <a:pt x="383" y="229"/>
                  <a:pt x="382" y="228"/>
                  <a:pt x="382" y="228"/>
                </a:cubicBezTo>
                <a:lnTo>
                  <a:pt x="380" y="228"/>
                </a:lnTo>
                <a:close/>
                <a:moveTo>
                  <a:pt x="626" y="228"/>
                </a:moveTo>
                <a:cubicBezTo>
                  <a:pt x="625" y="228"/>
                  <a:pt x="625" y="228"/>
                  <a:pt x="625" y="228"/>
                </a:cubicBezTo>
                <a:cubicBezTo>
                  <a:pt x="625" y="228"/>
                  <a:pt x="625" y="228"/>
                  <a:pt x="624" y="228"/>
                </a:cubicBezTo>
                <a:cubicBezTo>
                  <a:pt x="624" y="228"/>
                  <a:pt x="624" y="228"/>
                  <a:pt x="624" y="228"/>
                </a:cubicBezTo>
                <a:cubicBezTo>
                  <a:pt x="623" y="228"/>
                  <a:pt x="623" y="228"/>
                  <a:pt x="623" y="228"/>
                </a:cubicBezTo>
                <a:cubicBezTo>
                  <a:pt x="623" y="228"/>
                  <a:pt x="623" y="228"/>
                  <a:pt x="622" y="228"/>
                </a:cubicBezTo>
                <a:cubicBezTo>
                  <a:pt x="622" y="228"/>
                  <a:pt x="622" y="227"/>
                  <a:pt x="622" y="227"/>
                </a:cubicBezTo>
                <a:cubicBezTo>
                  <a:pt x="622" y="227"/>
                  <a:pt x="622" y="227"/>
                  <a:pt x="622" y="227"/>
                </a:cubicBezTo>
                <a:cubicBezTo>
                  <a:pt x="622" y="227"/>
                  <a:pt x="621" y="227"/>
                  <a:pt x="621" y="227"/>
                </a:cubicBezTo>
                <a:cubicBezTo>
                  <a:pt x="621" y="227"/>
                  <a:pt x="620" y="227"/>
                  <a:pt x="620" y="228"/>
                </a:cubicBezTo>
                <a:cubicBezTo>
                  <a:pt x="620" y="228"/>
                  <a:pt x="619" y="228"/>
                  <a:pt x="619" y="228"/>
                </a:cubicBezTo>
                <a:cubicBezTo>
                  <a:pt x="618" y="228"/>
                  <a:pt x="618" y="228"/>
                  <a:pt x="618" y="228"/>
                </a:cubicBezTo>
                <a:cubicBezTo>
                  <a:pt x="617" y="228"/>
                  <a:pt x="617" y="228"/>
                  <a:pt x="617" y="228"/>
                </a:cubicBezTo>
                <a:cubicBezTo>
                  <a:pt x="615" y="229"/>
                  <a:pt x="612" y="230"/>
                  <a:pt x="612" y="232"/>
                </a:cubicBezTo>
                <a:cubicBezTo>
                  <a:pt x="612" y="232"/>
                  <a:pt x="612" y="233"/>
                  <a:pt x="613" y="233"/>
                </a:cubicBezTo>
                <a:cubicBezTo>
                  <a:pt x="613" y="233"/>
                  <a:pt x="613" y="233"/>
                  <a:pt x="613" y="233"/>
                </a:cubicBezTo>
                <a:cubicBezTo>
                  <a:pt x="613" y="233"/>
                  <a:pt x="613" y="234"/>
                  <a:pt x="613" y="234"/>
                </a:cubicBezTo>
                <a:cubicBezTo>
                  <a:pt x="614" y="234"/>
                  <a:pt x="614" y="234"/>
                  <a:pt x="614" y="234"/>
                </a:cubicBezTo>
                <a:cubicBezTo>
                  <a:pt x="615" y="235"/>
                  <a:pt x="615" y="235"/>
                  <a:pt x="615" y="235"/>
                </a:cubicBezTo>
                <a:cubicBezTo>
                  <a:pt x="616" y="235"/>
                  <a:pt x="617" y="235"/>
                  <a:pt x="618" y="235"/>
                </a:cubicBezTo>
                <a:cubicBezTo>
                  <a:pt x="618" y="235"/>
                  <a:pt x="618" y="235"/>
                  <a:pt x="618" y="235"/>
                </a:cubicBezTo>
                <a:cubicBezTo>
                  <a:pt x="619" y="235"/>
                  <a:pt x="619" y="235"/>
                  <a:pt x="619" y="235"/>
                </a:cubicBezTo>
                <a:cubicBezTo>
                  <a:pt x="619" y="235"/>
                  <a:pt x="619" y="235"/>
                  <a:pt x="619" y="235"/>
                </a:cubicBezTo>
                <a:cubicBezTo>
                  <a:pt x="619" y="235"/>
                  <a:pt x="620" y="235"/>
                  <a:pt x="620" y="235"/>
                </a:cubicBezTo>
                <a:cubicBezTo>
                  <a:pt x="620" y="235"/>
                  <a:pt x="620" y="235"/>
                  <a:pt x="620" y="235"/>
                </a:cubicBezTo>
                <a:cubicBezTo>
                  <a:pt x="620" y="235"/>
                  <a:pt x="620" y="235"/>
                  <a:pt x="621" y="235"/>
                </a:cubicBezTo>
                <a:cubicBezTo>
                  <a:pt x="621" y="235"/>
                  <a:pt x="621" y="235"/>
                  <a:pt x="621" y="235"/>
                </a:cubicBezTo>
                <a:cubicBezTo>
                  <a:pt x="621" y="235"/>
                  <a:pt x="621" y="235"/>
                  <a:pt x="621" y="235"/>
                </a:cubicBezTo>
                <a:cubicBezTo>
                  <a:pt x="622" y="235"/>
                  <a:pt x="622" y="235"/>
                  <a:pt x="622" y="235"/>
                </a:cubicBezTo>
                <a:cubicBezTo>
                  <a:pt x="622" y="235"/>
                  <a:pt x="623" y="235"/>
                  <a:pt x="623" y="235"/>
                </a:cubicBezTo>
                <a:cubicBezTo>
                  <a:pt x="623" y="235"/>
                  <a:pt x="623" y="235"/>
                  <a:pt x="624" y="235"/>
                </a:cubicBezTo>
                <a:cubicBezTo>
                  <a:pt x="624" y="235"/>
                  <a:pt x="624" y="235"/>
                  <a:pt x="624" y="235"/>
                </a:cubicBezTo>
                <a:cubicBezTo>
                  <a:pt x="626" y="234"/>
                  <a:pt x="626" y="234"/>
                  <a:pt x="626" y="234"/>
                </a:cubicBezTo>
                <a:cubicBezTo>
                  <a:pt x="627" y="234"/>
                  <a:pt x="628" y="233"/>
                  <a:pt x="629" y="231"/>
                </a:cubicBezTo>
                <a:cubicBezTo>
                  <a:pt x="629" y="231"/>
                  <a:pt x="629" y="231"/>
                  <a:pt x="629" y="230"/>
                </a:cubicBezTo>
                <a:cubicBezTo>
                  <a:pt x="628" y="230"/>
                  <a:pt x="628" y="230"/>
                  <a:pt x="628" y="230"/>
                </a:cubicBezTo>
                <a:cubicBezTo>
                  <a:pt x="628" y="229"/>
                  <a:pt x="627" y="229"/>
                  <a:pt x="627" y="229"/>
                </a:cubicBezTo>
                <a:cubicBezTo>
                  <a:pt x="627" y="229"/>
                  <a:pt x="626" y="228"/>
                  <a:pt x="626" y="228"/>
                </a:cubicBezTo>
                <a:cubicBezTo>
                  <a:pt x="625" y="228"/>
                  <a:pt x="626" y="228"/>
                  <a:pt x="626" y="228"/>
                </a:cubicBezTo>
                <a:close/>
                <a:moveTo>
                  <a:pt x="504" y="228"/>
                </a:moveTo>
                <a:cubicBezTo>
                  <a:pt x="503" y="228"/>
                  <a:pt x="503" y="228"/>
                  <a:pt x="503" y="228"/>
                </a:cubicBezTo>
                <a:cubicBezTo>
                  <a:pt x="502" y="228"/>
                  <a:pt x="502" y="228"/>
                  <a:pt x="502" y="228"/>
                </a:cubicBezTo>
                <a:cubicBezTo>
                  <a:pt x="501" y="228"/>
                  <a:pt x="501" y="228"/>
                  <a:pt x="501" y="228"/>
                </a:cubicBezTo>
                <a:cubicBezTo>
                  <a:pt x="500" y="227"/>
                  <a:pt x="500" y="227"/>
                  <a:pt x="499" y="227"/>
                </a:cubicBezTo>
                <a:cubicBezTo>
                  <a:pt x="499" y="227"/>
                  <a:pt x="498" y="227"/>
                  <a:pt x="498" y="228"/>
                </a:cubicBezTo>
                <a:cubicBezTo>
                  <a:pt x="498" y="228"/>
                  <a:pt x="497" y="228"/>
                  <a:pt x="497" y="228"/>
                </a:cubicBezTo>
                <a:cubicBezTo>
                  <a:pt x="496" y="228"/>
                  <a:pt x="496" y="228"/>
                  <a:pt x="496" y="228"/>
                </a:cubicBezTo>
                <a:cubicBezTo>
                  <a:pt x="495" y="228"/>
                  <a:pt x="495" y="228"/>
                  <a:pt x="495" y="228"/>
                </a:cubicBezTo>
                <a:cubicBezTo>
                  <a:pt x="492" y="229"/>
                  <a:pt x="490" y="230"/>
                  <a:pt x="490" y="232"/>
                </a:cubicBezTo>
                <a:cubicBezTo>
                  <a:pt x="490" y="232"/>
                  <a:pt x="490" y="233"/>
                  <a:pt x="490" y="233"/>
                </a:cubicBezTo>
                <a:cubicBezTo>
                  <a:pt x="490" y="233"/>
                  <a:pt x="491" y="233"/>
                  <a:pt x="491" y="233"/>
                </a:cubicBezTo>
                <a:cubicBezTo>
                  <a:pt x="491" y="233"/>
                  <a:pt x="491" y="234"/>
                  <a:pt x="491" y="234"/>
                </a:cubicBezTo>
                <a:cubicBezTo>
                  <a:pt x="491" y="234"/>
                  <a:pt x="492" y="234"/>
                  <a:pt x="492" y="234"/>
                </a:cubicBezTo>
                <a:cubicBezTo>
                  <a:pt x="493" y="235"/>
                  <a:pt x="493" y="235"/>
                  <a:pt x="493" y="235"/>
                </a:cubicBezTo>
                <a:cubicBezTo>
                  <a:pt x="494" y="235"/>
                  <a:pt x="495" y="235"/>
                  <a:pt x="496" y="235"/>
                </a:cubicBezTo>
                <a:cubicBezTo>
                  <a:pt x="496" y="235"/>
                  <a:pt x="496" y="235"/>
                  <a:pt x="496" y="235"/>
                </a:cubicBezTo>
                <a:cubicBezTo>
                  <a:pt x="496" y="235"/>
                  <a:pt x="496" y="235"/>
                  <a:pt x="497" y="235"/>
                </a:cubicBezTo>
                <a:cubicBezTo>
                  <a:pt x="497" y="235"/>
                  <a:pt x="497" y="235"/>
                  <a:pt x="497" y="235"/>
                </a:cubicBezTo>
                <a:cubicBezTo>
                  <a:pt x="497" y="235"/>
                  <a:pt x="497" y="235"/>
                  <a:pt x="497" y="235"/>
                </a:cubicBezTo>
                <a:cubicBezTo>
                  <a:pt x="498" y="235"/>
                  <a:pt x="498" y="235"/>
                  <a:pt x="498" y="235"/>
                </a:cubicBezTo>
                <a:cubicBezTo>
                  <a:pt x="498" y="235"/>
                  <a:pt x="498" y="235"/>
                  <a:pt x="498" y="235"/>
                </a:cubicBezTo>
                <a:cubicBezTo>
                  <a:pt x="498" y="235"/>
                  <a:pt x="499" y="235"/>
                  <a:pt x="499" y="235"/>
                </a:cubicBezTo>
                <a:cubicBezTo>
                  <a:pt x="499" y="235"/>
                  <a:pt x="499" y="235"/>
                  <a:pt x="499" y="235"/>
                </a:cubicBezTo>
                <a:cubicBezTo>
                  <a:pt x="499" y="235"/>
                  <a:pt x="500" y="235"/>
                  <a:pt x="500" y="235"/>
                </a:cubicBezTo>
                <a:cubicBezTo>
                  <a:pt x="500" y="235"/>
                  <a:pt x="500" y="235"/>
                  <a:pt x="501" y="235"/>
                </a:cubicBezTo>
                <a:cubicBezTo>
                  <a:pt x="501" y="235"/>
                  <a:pt x="501" y="235"/>
                  <a:pt x="501" y="235"/>
                </a:cubicBezTo>
                <a:cubicBezTo>
                  <a:pt x="502" y="235"/>
                  <a:pt x="502" y="235"/>
                  <a:pt x="502" y="235"/>
                </a:cubicBezTo>
                <a:cubicBezTo>
                  <a:pt x="503" y="234"/>
                  <a:pt x="503" y="234"/>
                  <a:pt x="503" y="234"/>
                </a:cubicBezTo>
                <a:cubicBezTo>
                  <a:pt x="505" y="234"/>
                  <a:pt x="506" y="233"/>
                  <a:pt x="506" y="231"/>
                </a:cubicBezTo>
                <a:cubicBezTo>
                  <a:pt x="507" y="231"/>
                  <a:pt x="507" y="231"/>
                  <a:pt x="506" y="230"/>
                </a:cubicBezTo>
                <a:cubicBezTo>
                  <a:pt x="506" y="230"/>
                  <a:pt x="506" y="230"/>
                  <a:pt x="506" y="230"/>
                </a:cubicBezTo>
                <a:cubicBezTo>
                  <a:pt x="506" y="229"/>
                  <a:pt x="505" y="229"/>
                  <a:pt x="505" y="229"/>
                </a:cubicBezTo>
                <a:cubicBezTo>
                  <a:pt x="505" y="229"/>
                  <a:pt x="504" y="228"/>
                  <a:pt x="504" y="228"/>
                </a:cubicBezTo>
                <a:cubicBezTo>
                  <a:pt x="503" y="228"/>
                  <a:pt x="504" y="228"/>
                  <a:pt x="504" y="228"/>
                </a:cubicBezTo>
                <a:close/>
                <a:moveTo>
                  <a:pt x="585" y="228"/>
                </a:moveTo>
                <a:cubicBezTo>
                  <a:pt x="584" y="228"/>
                  <a:pt x="582" y="227"/>
                  <a:pt x="581" y="227"/>
                </a:cubicBezTo>
                <a:cubicBezTo>
                  <a:pt x="580" y="227"/>
                  <a:pt x="580" y="227"/>
                  <a:pt x="579" y="228"/>
                </a:cubicBezTo>
                <a:cubicBezTo>
                  <a:pt x="579" y="228"/>
                  <a:pt x="579" y="228"/>
                  <a:pt x="578" y="228"/>
                </a:cubicBezTo>
                <a:cubicBezTo>
                  <a:pt x="578" y="228"/>
                  <a:pt x="577" y="228"/>
                  <a:pt x="577" y="228"/>
                </a:cubicBezTo>
                <a:cubicBezTo>
                  <a:pt x="577" y="228"/>
                  <a:pt x="576" y="228"/>
                  <a:pt x="576" y="228"/>
                </a:cubicBezTo>
                <a:cubicBezTo>
                  <a:pt x="575" y="228"/>
                  <a:pt x="575" y="229"/>
                  <a:pt x="574" y="229"/>
                </a:cubicBezTo>
                <a:cubicBezTo>
                  <a:pt x="574" y="229"/>
                  <a:pt x="573" y="229"/>
                  <a:pt x="573" y="230"/>
                </a:cubicBezTo>
                <a:cubicBezTo>
                  <a:pt x="573" y="230"/>
                  <a:pt x="572" y="230"/>
                  <a:pt x="572" y="230"/>
                </a:cubicBezTo>
                <a:cubicBezTo>
                  <a:pt x="572" y="231"/>
                  <a:pt x="572" y="231"/>
                  <a:pt x="572" y="232"/>
                </a:cubicBezTo>
                <a:cubicBezTo>
                  <a:pt x="572" y="232"/>
                  <a:pt x="572" y="233"/>
                  <a:pt x="572" y="233"/>
                </a:cubicBezTo>
                <a:cubicBezTo>
                  <a:pt x="572" y="233"/>
                  <a:pt x="572" y="233"/>
                  <a:pt x="572" y="233"/>
                </a:cubicBezTo>
                <a:cubicBezTo>
                  <a:pt x="572" y="233"/>
                  <a:pt x="573" y="234"/>
                  <a:pt x="573" y="234"/>
                </a:cubicBezTo>
                <a:cubicBezTo>
                  <a:pt x="573" y="234"/>
                  <a:pt x="573" y="234"/>
                  <a:pt x="573" y="234"/>
                </a:cubicBezTo>
                <a:cubicBezTo>
                  <a:pt x="574" y="235"/>
                  <a:pt x="574" y="235"/>
                  <a:pt x="574" y="235"/>
                </a:cubicBezTo>
                <a:cubicBezTo>
                  <a:pt x="575" y="235"/>
                  <a:pt x="576" y="235"/>
                  <a:pt x="577" y="235"/>
                </a:cubicBezTo>
                <a:cubicBezTo>
                  <a:pt x="577" y="235"/>
                  <a:pt x="578" y="235"/>
                  <a:pt x="578" y="235"/>
                </a:cubicBezTo>
                <a:cubicBezTo>
                  <a:pt x="578" y="235"/>
                  <a:pt x="578" y="235"/>
                  <a:pt x="578" y="235"/>
                </a:cubicBezTo>
                <a:cubicBezTo>
                  <a:pt x="578" y="235"/>
                  <a:pt x="578" y="235"/>
                  <a:pt x="578" y="235"/>
                </a:cubicBezTo>
                <a:cubicBezTo>
                  <a:pt x="579" y="235"/>
                  <a:pt x="579" y="235"/>
                  <a:pt x="579" y="235"/>
                </a:cubicBezTo>
                <a:cubicBezTo>
                  <a:pt x="579" y="235"/>
                  <a:pt x="579" y="235"/>
                  <a:pt x="579" y="235"/>
                </a:cubicBezTo>
                <a:cubicBezTo>
                  <a:pt x="579" y="235"/>
                  <a:pt x="580" y="235"/>
                  <a:pt x="580" y="235"/>
                </a:cubicBezTo>
                <a:cubicBezTo>
                  <a:pt x="580" y="235"/>
                  <a:pt x="580" y="235"/>
                  <a:pt x="580" y="235"/>
                </a:cubicBezTo>
                <a:cubicBezTo>
                  <a:pt x="580" y="235"/>
                  <a:pt x="580" y="235"/>
                  <a:pt x="581" y="235"/>
                </a:cubicBezTo>
                <a:cubicBezTo>
                  <a:pt x="581" y="235"/>
                  <a:pt x="581" y="235"/>
                  <a:pt x="581" y="235"/>
                </a:cubicBezTo>
                <a:cubicBezTo>
                  <a:pt x="582" y="235"/>
                  <a:pt x="582" y="235"/>
                  <a:pt x="582" y="235"/>
                </a:cubicBezTo>
                <a:cubicBezTo>
                  <a:pt x="582" y="235"/>
                  <a:pt x="583" y="235"/>
                  <a:pt x="583" y="235"/>
                </a:cubicBezTo>
                <a:cubicBezTo>
                  <a:pt x="583" y="235"/>
                  <a:pt x="583" y="235"/>
                  <a:pt x="584" y="235"/>
                </a:cubicBezTo>
                <a:cubicBezTo>
                  <a:pt x="585" y="234"/>
                  <a:pt x="585" y="234"/>
                  <a:pt x="585" y="234"/>
                </a:cubicBezTo>
                <a:cubicBezTo>
                  <a:pt x="586" y="234"/>
                  <a:pt x="587" y="233"/>
                  <a:pt x="588" y="231"/>
                </a:cubicBezTo>
                <a:cubicBezTo>
                  <a:pt x="588" y="231"/>
                  <a:pt x="588" y="231"/>
                  <a:pt x="588" y="230"/>
                </a:cubicBezTo>
                <a:cubicBezTo>
                  <a:pt x="588" y="230"/>
                  <a:pt x="588" y="230"/>
                  <a:pt x="587" y="230"/>
                </a:cubicBezTo>
                <a:cubicBezTo>
                  <a:pt x="587" y="229"/>
                  <a:pt x="587" y="229"/>
                  <a:pt x="586" y="229"/>
                </a:cubicBezTo>
                <a:cubicBezTo>
                  <a:pt x="586" y="229"/>
                  <a:pt x="585" y="228"/>
                  <a:pt x="585" y="228"/>
                </a:cubicBezTo>
                <a:cubicBezTo>
                  <a:pt x="585" y="228"/>
                  <a:pt x="585" y="228"/>
                  <a:pt x="585" y="228"/>
                </a:cubicBezTo>
                <a:close/>
                <a:moveTo>
                  <a:pt x="463" y="228"/>
                </a:moveTo>
                <a:cubicBezTo>
                  <a:pt x="462" y="228"/>
                  <a:pt x="461" y="228"/>
                  <a:pt x="460" y="228"/>
                </a:cubicBezTo>
                <a:cubicBezTo>
                  <a:pt x="460" y="228"/>
                  <a:pt x="460" y="228"/>
                  <a:pt x="460" y="228"/>
                </a:cubicBezTo>
                <a:cubicBezTo>
                  <a:pt x="460" y="228"/>
                  <a:pt x="460" y="227"/>
                  <a:pt x="459" y="227"/>
                </a:cubicBezTo>
                <a:cubicBezTo>
                  <a:pt x="459" y="227"/>
                  <a:pt x="459" y="227"/>
                  <a:pt x="459" y="227"/>
                </a:cubicBezTo>
                <a:cubicBezTo>
                  <a:pt x="459" y="227"/>
                  <a:pt x="459" y="227"/>
                  <a:pt x="459" y="227"/>
                </a:cubicBezTo>
                <a:cubicBezTo>
                  <a:pt x="458" y="227"/>
                  <a:pt x="458" y="227"/>
                  <a:pt x="457" y="228"/>
                </a:cubicBezTo>
                <a:cubicBezTo>
                  <a:pt x="457" y="228"/>
                  <a:pt x="457" y="228"/>
                  <a:pt x="456" y="228"/>
                </a:cubicBezTo>
                <a:cubicBezTo>
                  <a:pt x="456" y="228"/>
                  <a:pt x="455" y="228"/>
                  <a:pt x="455" y="228"/>
                </a:cubicBezTo>
                <a:cubicBezTo>
                  <a:pt x="455" y="228"/>
                  <a:pt x="454" y="228"/>
                  <a:pt x="454" y="228"/>
                </a:cubicBezTo>
                <a:cubicBezTo>
                  <a:pt x="453" y="228"/>
                  <a:pt x="453" y="229"/>
                  <a:pt x="452" y="229"/>
                </a:cubicBezTo>
                <a:cubicBezTo>
                  <a:pt x="452" y="229"/>
                  <a:pt x="451" y="229"/>
                  <a:pt x="451" y="230"/>
                </a:cubicBezTo>
                <a:cubicBezTo>
                  <a:pt x="451" y="230"/>
                  <a:pt x="450" y="230"/>
                  <a:pt x="450" y="230"/>
                </a:cubicBezTo>
                <a:cubicBezTo>
                  <a:pt x="450" y="231"/>
                  <a:pt x="450" y="231"/>
                  <a:pt x="449" y="232"/>
                </a:cubicBezTo>
                <a:cubicBezTo>
                  <a:pt x="449" y="232"/>
                  <a:pt x="450" y="233"/>
                  <a:pt x="450" y="233"/>
                </a:cubicBezTo>
                <a:cubicBezTo>
                  <a:pt x="450" y="233"/>
                  <a:pt x="450" y="233"/>
                  <a:pt x="450" y="233"/>
                </a:cubicBezTo>
                <a:cubicBezTo>
                  <a:pt x="450" y="233"/>
                  <a:pt x="450" y="234"/>
                  <a:pt x="451" y="234"/>
                </a:cubicBezTo>
                <a:cubicBezTo>
                  <a:pt x="451" y="234"/>
                  <a:pt x="451" y="234"/>
                  <a:pt x="451" y="234"/>
                </a:cubicBezTo>
                <a:cubicBezTo>
                  <a:pt x="452" y="235"/>
                  <a:pt x="452" y="235"/>
                  <a:pt x="452" y="235"/>
                </a:cubicBezTo>
                <a:cubicBezTo>
                  <a:pt x="453" y="235"/>
                  <a:pt x="454" y="235"/>
                  <a:pt x="455" y="235"/>
                </a:cubicBezTo>
                <a:cubicBezTo>
                  <a:pt x="455" y="235"/>
                  <a:pt x="455" y="235"/>
                  <a:pt x="455" y="235"/>
                </a:cubicBezTo>
                <a:cubicBezTo>
                  <a:pt x="456" y="235"/>
                  <a:pt x="456" y="235"/>
                  <a:pt x="456" y="235"/>
                </a:cubicBezTo>
                <a:cubicBezTo>
                  <a:pt x="456" y="235"/>
                  <a:pt x="456" y="235"/>
                  <a:pt x="456" y="235"/>
                </a:cubicBezTo>
                <a:cubicBezTo>
                  <a:pt x="456" y="235"/>
                  <a:pt x="456" y="235"/>
                  <a:pt x="457" y="235"/>
                </a:cubicBezTo>
                <a:cubicBezTo>
                  <a:pt x="457" y="235"/>
                  <a:pt x="457" y="235"/>
                  <a:pt x="457" y="235"/>
                </a:cubicBezTo>
                <a:cubicBezTo>
                  <a:pt x="457" y="235"/>
                  <a:pt x="457" y="235"/>
                  <a:pt x="457" y="235"/>
                </a:cubicBezTo>
                <a:cubicBezTo>
                  <a:pt x="458" y="235"/>
                  <a:pt x="458" y="235"/>
                  <a:pt x="458" y="235"/>
                </a:cubicBezTo>
                <a:cubicBezTo>
                  <a:pt x="458" y="235"/>
                  <a:pt x="458" y="235"/>
                  <a:pt x="458" y="235"/>
                </a:cubicBezTo>
                <a:cubicBezTo>
                  <a:pt x="459" y="235"/>
                  <a:pt x="459" y="235"/>
                  <a:pt x="459" y="235"/>
                </a:cubicBezTo>
                <a:cubicBezTo>
                  <a:pt x="459" y="235"/>
                  <a:pt x="460" y="235"/>
                  <a:pt x="460" y="235"/>
                </a:cubicBezTo>
                <a:cubicBezTo>
                  <a:pt x="460" y="235"/>
                  <a:pt x="460" y="235"/>
                  <a:pt x="461" y="235"/>
                </a:cubicBezTo>
                <a:cubicBezTo>
                  <a:pt x="461" y="235"/>
                  <a:pt x="461" y="235"/>
                  <a:pt x="461" y="235"/>
                </a:cubicBezTo>
                <a:cubicBezTo>
                  <a:pt x="463" y="234"/>
                  <a:pt x="463" y="234"/>
                  <a:pt x="463" y="234"/>
                </a:cubicBezTo>
                <a:cubicBezTo>
                  <a:pt x="464" y="234"/>
                  <a:pt x="465" y="233"/>
                  <a:pt x="466" y="231"/>
                </a:cubicBezTo>
                <a:cubicBezTo>
                  <a:pt x="466" y="231"/>
                  <a:pt x="466" y="231"/>
                  <a:pt x="466" y="231"/>
                </a:cubicBezTo>
                <a:cubicBezTo>
                  <a:pt x="466" y="231"/>
                  <a:pt x="466" y="231"/>
                  <a:pt x="466" y="231"/>
                </a:cubicBezTo>
                <a:cubicBezTo>
                  <a:pt x="466" y="230"/>
                  <a:pt x="466" y="230"/>
                  <a:pt x="466" y="230"/>
                </a:cubicBezTo>
                <a:cubicBezTo>
                  <a:pt x="466" y="230"/>
                  <a:pt x="466" y="230"/>
                  <a:pt x="465" y="230"/>
                </a:cubicBezTo>
                <a:cubicBezTo>
                  <a:pt x="465" y="229"/>
                  <a:pt x="465" y="229"/>
                  <a:pt x="464" y="229"/>
                </a:cubicBezTo>
                <a:lnTo>
                  <a:pt x="463" y="228"/>
                </a:lnTo>
                <a:close/>
                <a:moveTo>
                  <a:pt x="707" y="228"/>
                </a:moveTo>
                <a:cubicBezTo>
                  <a:pt x="706" y="228"/>
                  <a:pt x="705" y="228"/>
                  <a:pt x="704" y="228"/>
                </a:cubicBezTo>
                <a:cubicBezTo>
                  <a:pt x="704" y="228"/>
                  <a:pt x="704" y="228"/>
                  <a:pt x="704" y="228"/>
                </a:cubicBezTo>
                <a:cubicBezTo>
                  <a:pt x="704" y="228"/>
                  <a:pt x="704" y="227"/>
                  <a:pt x="703" y="227"/>
                </a:cubicBezTo>
                <a:cubicBezTo>
                  <a:pt x="703" y="227"/>
                  <a:pt x="703" y="227"/>
                  <a:pt x="703" y="227"/>
                </a:cubicBezTo>
                <a:cubicBezTo>
                  <a:pt x="703" y="227"/>
                  <a:pt x="703" y="227"/>
                  <a:pt x="703" y="227"/>
                </a:cubicBezTo>
                <a:cubicBezTo>
                  <a:pt x="702" y="227"/>
                  <a:pt x="702" y="227"/>
                  <a:pt x="701" y="228"/>
                </a:cubicBezTo>
                <a:cubicBezTo>
                  <a:pt x="701" y="228"/>
                  <a:pt x="700" y="228"/>
                  <a:pt x="700" y="228"/>
                </a:cubicBezTo>
                <a:cubicBezTo>
                  <a:pt x="700" y="228"/>
                  <a:pt x="699" y="228"/>
                  <a:pt x="699" y="228"/>
                </a:cubicBezTo>
                <a:cubicBezTo>
                  <a:pt x="699" y="228"/>
                  <a:pt x="698" y="228"/>
                  <a:pt x="698" y="228"/>
                </a:cubicBezTo>
                <a:cubicBezTo>
                  <a:pt x="697" y="228"/>
                  <a:pt x="697" y="229"/>
                  <a:pt x="696" y="229"/>
                </a:cubicBezTo>
                <a:cubicBezTo>
                  <a:pt x="696" y="229"/>
                  <a:pt x="695" y="229"/>
                  <a:pt x="695" y="230"/>
                </a:cubicBezTo>
                <a:cubicBezTo>
                  <a:pt x="695" y="230"/>
                  <a:pt x="694" y="230"/>
                  <a:pt x="694" y="230"/>
                </a:cubicBezTo>
                <a:cubicBezTo>
                  <a:pt x="694" y="231"/>
                  <a:pt x="694" y="231"/>
                  <a:pt x="694" y="232"/>
                </a:cubicBezTo>
                <a:cubicBezTo>
                  <a:pt x="694" y="233"/>
                  <a:pt x="695" y="234"/>
                  <a:pt x="696" y="234"/>
                </a:cubicBezTo>
                <a:cubicBezTo>
                  <a:pt x="697" y="235"/>
                  <a:pt x="697" y="235"/>
                  <a:pt x="697" y="235"/>
                </a:cubicBezTo>
                <a:cubicBezTo>
                  <a:pt x="698" y="235"/>
                  <a:pt x="699" y="235"/>
                  <a:pt x="700" y="235"/>
                </a:cubicBezTo>
                <a:cubicBezTo>
                  <a:pt x="700" y="235"/>
                  <a:pt x="700" y="235"/>
                  <a:pt x="700" y="235"/>
                </a:cubicBezTo>
                <a:cubicBezTo>
                  <a:pt x="700" y="235"/>
                  <a:pt x="700" y="235"/>
                  <a:pt x="700" y="235"/>
                </a:cubicBezTo>
                <a:cubicBezTo>
                  <a:pt x="700" y="235"/>
                  <a:pt x="701" y="235"/>
                  <a:pt x="701" y="235"/>
                </a:cubicBezTo>
                <a:cubicBezTo>
                  <a:pt x="701" y="235"/>
                  <a:pt x="701" y="235"/>
                  <a:pt x="701" y="235"/>
                </a:cubicBezTo>
                <a:cubicBezTo>
                  <a:pt x="701" y="235"/>
                  <a:pt x="701" y="235"/>
                  <a:pt x="702" y="235"/>
                </a:cubicBezTo>
                <a:cubicBezTo>
                  <a:pt x="702" y="235"/>
                  <a:pt x="702" y="235"/>
                  <a:pt x="702" y="235"/>
                </a:cubicBezTo>
                <a:cubicBezTo>
                  <a:pt x="702" y="235"/>
                  <a:pt x="702" y="235"/>
                  <a:pt x="702" y="235"/>
                </a:cubicBezTo>
                <a:cubicBezTo>
                  <a:pt x="703" y="235"/>
                  <a:pt x="703" y="235"/>
                  <a:pt x="703" y="235"/>
                </a:cubicBezTo>
                <a:cubicBezTo>
                  <a:pt x="703" y="235"/>
                  <a:pt x="703" y="235"/>
                  <a:pt x="704" y="235"/>
                </a:cubicBezTo>
                <a:cubicBezTo>
                  <a:pt x="704" y="235"/>
                  <a:pt x="704" y="235"/>
                  <a:pt x="704" y="235"/>
                </a:cubicBezTo>
                <a:cubicBezTo>
                  <a:pt x="705" y="235"/>
                  <a:pt x="705" y="235"/>
                  <a:pt x="705" y="235"/>
                </a:cubicBezTo>
                <a:cubicBezTo>
                  <a:pt x="705" y="235"/>
                  <a:pt x="706" y="235"/>
                  <a:pt x="706" y="235"/>
                </a:cubicBezTo>
                <a:cubicBezTo>
                  <a:pt x="707" y="234"/>
                  <a:pt x="707" y="234"/>
                  <a:pt x="707" y="234"/>
                </a:cubicBezTo>
                <a:cubicBezTo>
                  <a:pt x="709" y="234"/>
                  <a:pt x="709" y="233"/>
                  <a:pt x="710" y="231"/>
                </a:cubicBezTo>
                <a:cubicBezTo>
                  <a:pt x="710" y="231"/>
                  <a:pt x="710" y="231"/>
                  <a:pt x="710" y="230"/>
                </a:cubicBezTo>
                <a:cubicBezTo>
                  <a:pt x="710" y="230"/>
                  <a:pt x="710" y="230"/>
                  <a:pt x="709" y="230"/>
                </a:cubicBezTo>
                <a:cubicBezTo>
                  <a:pt x="709" y="229"/>
                  <a:pt x="709" y="229"/>
                  <a:pt x="708" y="229"/>
                </a:cubicBezTo>
                <a:cubicBezTo>
                  <a:pt x="708" y="229"/>
                  <a:pt x="707" y="228"/>
                  <a:pt x="707" y="228"/>
                </a:cubicBezTo>
                <a:cubicBezTo>
                  <a:pt x="707" y="228"/>
                  <a:pt x="707" y="228"/>
                  <a:pt x="707" y="228"/>
                </a:cubicBezTo>
                <a:close/>
                <a:moveTo>
                  <a:pt x="340" y="228"/>
                </a:moveTo>
                <a:cubicBezTo>
                  <a:pt x="340" y="228"/>
                  <a:pt x="339" y="228"/>
                  <a:pt x="339" y="228"/>
                </a:cubicBezTo>
                <a:cubicBezTo>
                  <a:pt x="339" y="228"/>
                  <a:pt x="338" y="228"/>
                  <a:pt x="338" y="228"/>
                </a:cubicBezTo>
                <a:cubicBezTo>
                  <a:pt x="337" y="227"/>
                  <a:pt x="337" y="227"/>
                  <a:pt x="337" y="227"/>
                </a:cubicBezTo>
                <a:cubicBezTo>
                  <a:pt x="336" y="227"/>
                  <a:pt x="336" y="227"/>
                  <a:pt x="335" y="228"/>
                </a:cubicBezTo>
                <a:cubicBezTo>
                  <a:pt x="335" y="228"/>
                  <a:pt x="335" y="228"/>
                  <a:pt x="334" y="228"/>
                </a:cubicBezTo>
                <a:cubicBezTo>
                  <a:pt x="334" y="228"/>
                  <a:pt x="333" y="228"/>
                  <a:pt x="333" y="228"/>
                </a:cubicBezTo>
                <a:cubicBezTo>
                  <a:pt x="333" y="228"/>
                  <a:pt x="332" y="228"/>
                  <a:pt x="332" y="228"/>
                </a:cubicBezTo>
                <a:cubicBezTo>
                  <a:pt x="330" y="229"/>
                  <a:pt x="328" y="230"/>
                  <a:pt x="327" y="232"/>
                </a:cubicBezTo>
                <a:cubicBezTo>
                  <a:pt x="327" y="232"/>
                  <a:pt x="327" y="233"/>
                  <a:pt x="327" y="233"/>
                </a:cubicBezTo>
                <a:cubicBezTo>
                  <a:pt x="328" y="233"/>
                  <a:pt x="328" y="233"/>
                  <a:pt x="328" y="233"/>
                </a:cubicBezTo>
                <a:cubicBezTo>
                  <a:pt x="328" y="233"/>
                  <a:pt x="328" y="234"/>
                  <a:pt x="328" y="234"/>
                </a:cubicBezTo>
                <a:cubicBezTo>
                  <a:pt x="328" y="234"/>
                  <a:pt x="329" y="234"/>
                  <a:pt x="329" y="234"/>
                </a:cubicBezTo>
                <a:cubicBezTo>
                  <a:pt x="330" y="235"/>
                  <a:pt x="330" y="235"/>
                  <a:pt x="330" y="235"/>
                </a:cubicBezTo>
                <a:cubicBezTo>
                  <a:pt x="331" y="235"/>
                  <a:pt x="332" y="235"/>
                  <a:pt x="333" y="235"/>
                </a:cubicBezTo>
                <a:cubicBezTo>
                  <a:pt x="333" y="235"/>
                  <a:pt x="333" y="235"/>
                  <a:pt x="333" y="235"/>
                </a:cubicBezTo>
                <a:cubicBezTo>
                  <a:pt x="333" y="235"/>
                  <a:pt x="333" y="235"/>
                  <a:pt x="334" y="235"/>
                </a:cubicBezTo>
                <a:cubicBezTo>
                  <a:pt x="334" y="235"/>
                  <a:pt x="334" y="235"/>
                  <a:pt x="334" y="235"/>
                </a:cubicBezTo>
                <a:cubicBezTo>
                  <a:pt x="334" y="235"/>
                  <a:pt x="334" y="235"/>
                  <a:pt x="334" y="235"/>
                </a:cubicBezTo>
                <a:cubicBezTo>
                  <a:pt x="335" y="235"/>
                  <a:pt x="335" y="235"/>
                  <a:pt x="335" y="235"/>
                </a:cubicBezTo>
                <a:cubicBezTo>
                  <a:pt x="335" y="235"/>
                  <a:pt x="335" y="235"/>
                  <a:pt x="335" y="235"/>
                </a:cubicBezTo>
                <a:cubicBezTo>
                  <a:pt x="335" y="235"/>
                  <a:pt x="335" y="235"/>
                  <a:pt x="336" y="235"/>
                </a:cubicBezTo>
                <a:cubicBezTo>
                  <a:pt x="336" y="235"/>
                  <a:pt x="336" y="235"/>
                  <a:pt x="336" y="235"/>
                </a:cubicBezTo>
                <a:cubicBezTo>
                  <a:pt x="336" y="235"/>
                  <a:pt x="337" y="235"/>
                  <a:pt x="337" y="235"/>
                </a:cubicBezTo>
                <a:cubicBezTo>
                  <a:pt x="337" y="235"/>
                  <a:pt x="337" y="235"/>
                  <a:pt x="338" y="235"/>
                </a:cubicBezTo>
                <a:cubicBezTo>
                  <a:pt x="338" y="235"/>
                  <a:pt x="338" y="235"/>
                  <a:pt x="338" y="235"/>
                </a:cubicBezTo>
                <a:cubicBezTo>
                  <a:pt x="339" y="235"/>
                  <a:pt x="339" y="235"/>
                  <a:pt x="339" y="235"/>
                </a:cubicBezTo>
                <a:cubicBezTo>
                  <a:pt x="340" y="234"/>
                  <a:pt x="340" y="234"/>
                  <a:pt x="340" y="234"/>
                </a:cubicBezTo>
                <a:cubicBezTo>
                  <a:pt x="342" y="234"/>
                  <a:pt x="343" y="233"/>
                  <a:pt x="344" y="231"/>
                </a:cubicBezTo>
                <a:cubicBezTo>
                  <a:pt x="344" y="231"/>
                  <a:pt x="344" y="231"/>
                  <a:pt x="344" y="230"/>
                </a:cubicBezTo>
                <a:cubicBezTo>
                  <a:pt x="344" y="230"/>
                  <a:pt x="343" y="230"/>
                  <a:pt x="343" y="230"/>
                </a:cubicBezTo>
                <a:cubicBezTo>
                  <a:pt x="343" y="229"/>
                  <a:pt x="343" y="229"/>
                  <a:pt x="342" y="229"/>
                </a:cubicBezTo>
                <a:cubicBezTo>
                  <a:pt x="342" y="229"/>
                  <a:pt x="341" y="228"/>
                  <a:pt x="341" y="228"/>
                </a:cubicBezTo>
                <a:cubicBezTo>
                  <a:pt x="341" y="228"/>
                  <a:pt x="340" y="228"/>
                  <a:pt x="340" y="228"/>
                </a:cubicBezTo>
                <a:close/>
                <a:moveTo>
                  <a:pt x="747" y="228"/>
                </a:moveTo>
                <a:cubicBezTo>
                  <a:pt x="746" y="228"/>
                  <a:pt x="746" y="228"/>
                  <a:pt x="746" y="228"/>
                </a:cubicBezTo>
                <a:cubicBezTo>
                  <a:pt x="745" y="228"/>
                  <a:pt x="745" y="228"/>
                  <a:pt x="744" y="228"/>
                </a:cubicBezTo>
                <a:cubicBezTo>
                  <a:pt x="744" y="227"/>
                  <a:pt x="744" y="227"/>
                  <a:pt x="743" y="227"/>
                </a:cubicBezTo>
                <a:cubicBezTo>
                  <a:pt x="743" y="227"/>
                  <a:pt x="742" y="227"/>
                  <a:pt x="742" y="228"/>
                </a:cubicBezTo>
                <a:cubicBezTo>
                  <a:pt x="742" y="228"/>
                  <a:pt x="741" y="228"/>
                  <a:pt x="741" y="228"/>
                </a:cubicBezTo>
                <a:cubicBezTo>
                  <a:pt x="740" y="228"/>
                  <a:pt x="740" y="228"/>
                  <a:pt x="740" y="228"/>
                </a:cubicBezTo>
                <a:cubicBezTo>
                  <a:pt x="739" y="228"/>
                  <a:pt x="739" y="228"/>
                  <a:pt x="739" y="228"/>
                </a:cubicBezTo>
                <a:cubicBezTo>
                  <a:pt x="737" y="229"/>
                  <a:pt x="735" y="230"/>
                  <a:pt x="734" y="232"/>
                </a:cubicBezTo>
                <a:cubicBezTo>
                  <a:pt x="735" y="232"/>
                  <a:pt x="735" y="233"/>
                  <a:pt x="735" y="233"/>
                </a:cubicBezTo>
                <a:cubicBezTo>
                  <a:pt x="735" y="233"/>
                  <a:pt x="735" y="233"/>
                  <a:pt x="735" y="233"/>
                </a:cubicBezTo>
                <a:cubicBezTo>
                  <a:pt x="735" y="233"/>
                  <a:pt x="735" y="234"/>
                  <a:pt x="736" y="234"/>
                </a:cubicBezTo>
                <a:cubicBezTo>
                  <a:pt x="736" y="234"/>
                  <a:pt x="736" y="234"/>
                  <a:pt x="736" y="234"/>
                </a:cubicBezTo>
                <a:cubicBezTo>
                  <a:pt x="738" y="235"/>
                  <a:pt x="738" y="235"/>
                  <a:pt x="738" y="235"/>
                </a:cubicBezTo>
                <a:cubicBezTo>
                  <a:pt x="738" y="235"/>
                  <a:pt x="739" y="235"/>
                  <a:pt x="740" y="235"/>
                </a:cubicBezTo>
                <a:cubicBezTo>
                  <a:pt x="740" y="235"/>
                  <a:pt x="741" y="235"/>
                  <a:pt x="741" y="235"/>
                </a:cubicBezTo>
                <a:cubicBezTo>
                  <a:pt x="741" y="235"/>
                  <a:pt x="741" y="235"/>
                  <a:pt x="741" y="235"/>
                </a:cubicBezTo>
                <a:cubicBezTo>
                  <a:pt x="741" y="235"/>
                  <a:pt x="741" y="235"/>
                  <a:pt x="742" y="235"/>
                </a:cubicBezTo>
                <a:cubicBezTo>
                  <a:pt x="742" y="235"/>
                  <a:pt x="742" y="235"/>
                  <a:pt x="742" y="235"/>
                </a:cubicBezTo>
                <a:cubicBezTo>
                  <a:pt x="742" y="235"/>
                  <a:pt x="742" y="235"/>
                  <a:pt x="742" y="235"/>
                </a:cubicBezTo>
                <a:cubicBezTo>
                  <a:pt x="743" y="235"/>
                  <a:pt x="743" y="235"/>
                  <a:pt x="743" y="235"/>
                </a:cubicBezTo>
                <a:cubicBezTo>
                  <a:pt x="743" y="235"/>
                  <a:pt x="743" y="235"/>
                  <a:pt x="743" y="235"/>
                </a:cubicBezTo>
                <a:cubicBezTo>
                  <a:pt x="743" y="235"/>
                  <a:pt x="743" y="235"/>
                  <a:pt x="744" y="235"/>
                </a:cubicBezTo>
                <a:cubicBezTo>
                  <a:pt x="744" y="235"/>
                  <a:pt x="744" y="235"/>
                  <a:pt x="744" y="235"/>
                </a:cubicBezTo>
                <a:cubicBezTo>
                  <a:pt x="745" y="235"/>
                  <a:pt x="745" y="235"/>
                  <a:pt x="745" y="235"/>
                </a:cubicBezTo>
                <a:cubicBezTo>
                  <a:pt x="745" y="235"/>
                  <a:pt x="746" y="235"/>
                  <a:pt x="746" y="235"/>
                </a:cubicBezTo>
                <a:cubicBezTo>
                  <a:pt x="746" y="235"/>
                  <a:pt x="746" y="235"/>
                  <a:pt x="747" y="235"/>
                </a:cubicBezTo>
                <a:cubicBezTo>
                  <a:pt x="748" y="234"/>
                  <a:pt x="748" y="234"/>
                  <a:pt x="748" y="234"/>
                </a:cubicBezTo>
                <a:cubicBezTo>
                  <a:pt x="749" y="234"/>
                  <a:pt x="750" y="233"/>
                  <a:pt x="751" y="231"/>
                </a:cubicBezTo>
                <a:cubicBezTo>
                  <a:pt x="751" y="231"/>
                  <a:pt x="751" y="231"/>
                  <a:pt x="751" y="230"/>
                </a:cubicBezTo>
                <a:cubicBezTo>
                  <a:pt x="750" y="230"/>
                  <a:pt x="750" y="230"/>
                  <a:pt x="750" y="230"/>
                </a:cubicBezTo>
                <a:cubicBezTo>
                  <a:pt x="750" y="229"/>
                  <a:pt x="749" y="229"/>
                  <a:pt x="749" y="229"/>
                </a:cubicBezTo>
                <a:cubicBezTo>
                  <a:pt x="749" y="229"/>
                  <a:pt x="748" y="228"/>
                  <a:pt x="748" y="228"/>
                </a:cubicBezTo>
                <a:cubicBezTo>
                  <a:pt x="747" y="228"/>
                  <a:pt x="747" y="228"/>
                  <a:pt x="747" y="228"/>
                </a:cubicBezTo>
                <a:close/>
                <a:moveTo>
                  <a:pt x="544" y="228"/>
                </a:moveTo>
                <a:cubicBezTo>
                  <a:pt x="543" y="228"/>
                  <a:pt x="542" y="228"/>
                  <a:pt x="542" y="228"/>
                </a:cubicBezTo>
                <a:cubicBezTo>
                  <a:pt x="541" y="228"/>
                  <a:pt x="541" y="228"/>
                  <a:pt x="541" y="228"/>
                </a:cubicBezTo>
                <a:cubicBezTo>
                  <a:pt x="541" y="228"/>
                  <a:pt x="541" y="227"/>
                  <a:pt x="541" y="227"/>
                </a:cubicBezTo>
                <a:cubicBezTo>
                  <a:pt x="541" y="227"/>
                  <a:pt x="540" y="227"/>
                  <a:pt x="540" y="227"/>
                </a:cubicBezTo>
                <a:cubicBezTo>
                  <a:pt x="540" y="227"/>
                  <a:pt x="540" y="227"/>
                  <a:pt x="540" y="227"/>
                </a:cubicBezTo>
                <a:cubicBezTo>
                  <a:pt x="540" y="227"/>
                  <a:pt x="539" y="227"/>
                  <a:pt x="539" y="228"/>
                </a:cubicBezTo>
                <a:cubicBezTo>
                  <a:pt x="538" y="228"/>
                  <a:pt x="538" y="228"/>
                  <a:pt x="537" y="228"/>
                </a:cubicBezTo>
                <a:cubicBezTo>
                  <a:pt x="537" y="228"/>
                  <a:pt x="537" y="228"/>
                  <a:pt x="536" y="228"/>
                </a:cubicBezTo>
                <a:cubicBezTo>
                  <a:pt x="536" y="228"/>
                  <a:pt x="536" y="228"/>
                  <a:pt x="535" y="228"/>
                </a:cubicBezTo>
                <a:cubicBezTo>
                  <a:pt x="535" y="228"/>
                  <a:pt x="534" y="229"/>
                  <a:pt x="534" y="229"/>
                </a:cubicBezTo>
                <a:cubicBezTo>
                  <a:pt x="533" y="229"/>
                  <a:pt x="533" y="229"/>
                  <a:pt x="532" y="230"/>
                </a:cubicBezTo>
                <a:cubicBezTo>
                  <a:pt x="532" y="230"/>
                  <a:pt x="532" y="230"/>
                  <a:pt x="531" y="230"/>
                </a:cubicBezTo>
                <a:cubicBezTo>
                  <a:pt x="531" y="231"/>
                  <a:pt x="531" y="231"/>
                  <a:pt x="531" y="232"/>
                </a:cubicBezTo>
                <a:cubicBezTo>
                  <a:pt x="531" y="232"/>
                  <a:pt x="531" y="233"/>
                  <a:pt x="531" y="233"/>
                </a:cubicBezTo>
                <a:cubicBezTo>
                  <a:pt x="531" y="233"/>
                  <a:pt x="531" y="233"/>
                  <a:pt x="531" y="233"/>
                </a:cubicBezTo>
                <a:cubicBezTo>
                  <a:pt x="532" y="233"/>
                  <a:pt x="532" y="234"/>
                  <a:pt x="532" y="234"/>
                </a:cubicBezTo>
                <a:cubicBezTo>
                  <a:pt x="532" y="234"/>
                  <a:pt x="532" y="234"/>
                  <a:pt x="533" y="234"/>
                </a:cubicBezTo>
                <a:cubicBezTo>
                  <a:pt x="534" y="235"/>
                  <a:pt x="534" y="235"/>
                  <a:pt x="534" y="235"/>
                </a:cubicBezTo>
                <a:cubicBezTo>
                  <a:pt x="535" y="235"/>
                  <a:pt x="536" y="235"/>
                  <a:pt x="537" y="235"/>
                </a:cubicBezTo>
                <a:cubicBezTo>
                  <a:pt x="537" y="235"/>
                  <a:pt x="537" y="235"/>
                  <a:pt x="537" y="235"/>
                </a:cubicBezTo>
                <a:cubicBezTo>
                  <a:pt x="537" y="235"/>
                  <a:pt x="537" y="235"/>
                  <a:pt x="537" y="235"/>
                </a:cubicBezTo>
                <a:cubicBezTo>
                  <a:pt x="537" y="235"/>
                  <a:pt x="538" y="235"/>
                  <a:pt x="538" y="235"/>
                </a:cubicBezTo>
                <a:cubicBezTo>
                  <a:pt x="538" y="235"/>
                  <a:pt x="538" y="235"/>
                  <a:pt x="538" y="235"/>
                </a:cubicBezTo>
                <a:cubicBezTo>
                  <a:pt x="538" y="235"/>
                  <a:pt x="538" y="235"/>
                  <a:pt x="539" y="235"/>
                </a:cubicBezTo>
                <a:cubicBezTo>
                  <a:pt x="539" y="235"/>
                  <a:pt x="539" y="235"/>
                  <a:pt x="539" y="235"/>
                </a:cubicBezTo>
                <a:cubicBezTo>
                  <a:pt x="539" y="235"/>
                  <a:pt x="539" y="235"/>
                  <a:pt x="539" y="235"/>
                </a:cubicBezTo>
                <a:cubicBezTo>
                  <a:pt x="540" y="235"/>
                  <a:pt x="540" y="235"/>
                  <a:pt x="540" y="235"/>
                </a:cubicBezTo>
                <a:cubicBezTo>
                  <a:pt x="540" y="235"/>
                  <a:pt x="540" y="235"/>
                  <a:pt x="541" y="235"/>
                </a:cubicBezTo>
                <a:cubicBezTo>
                  <a:pt x="541" y="235"/>
                  <a:pt x="541" y="235"/>
                  <a:pt x="541" y="235"/>
                </a:cubicBezTo>
                <a:cubicBezTo>
                  <a:pt x="542" y="235"/>
                  <a:pt x="542" y="235"/>
                  <a:pt x="542" y="235"/>
                </a:cubicBezTo>
                <a:cubicBezTo>
                  <a:pt x="542" y="235"/>
                  <a:pt x="543" y="235"/>
                  <a:pt x="543" y="235"/>
                </a:cubicBezTo>
                <a:cubicBezTo>
                  <a:pt x="544" y="234"/>
                  <a:pt x="544" y="234"/>
                  <a:pt x="544" y="234"/>
                </a:cubicBezTo>
                <a:cubicBezTo>
                  <a:pt x="546" y="234"/>
                  <a:pt x="547" y="233"/>
                  <a:pt x="547" y="231"/>
                </a:cubicBezTo>
                <a:cubicBezTo>
                  <a:pt x="547" y="231"/>
                  <a:pt x="547" y="231"/>
                  <a:pt x="547" y="230"/>
                </a:cubicBezTo>
                <a:cubicBezTo>
                  <a:pt x="547" y="230"/>
                  <a:pt x="547" y="230"/>
                  <a:pt x="547" y="230"/>
                </a:cubicBezTo>
                <a:cubicBezTo>
                  <a:pt x="546" y="229"/>
                  <a:pt x="546" y="229"/>
                  <a:pt x="546" y="229"/>
                </a:cubicBezTo>
                <a:cubicBezTo>
                  <a:pt x="545" y="229"/>
                  <a:pt x="545" y="228"/>
                  <a:pt x="544" y="228"/>
                </a:cubicBezTo>
                <a:cubicBezTo>
                  <a:pt x="544" y="228"/>
                  <a:pt x="545" y="228"/>
                  <a:pt x="544" y="228"/>
                </a:cubicBezTo>
                <a:close/>
                <a:moveTo>
                  <a:pt x="422" y="228"/>
                </a:moveTo>
                <a:cubicBezTo>
                  <a:pt x="421" y="228"/>
                  <a:pt x="419" y="227"/>
                  <a:pt x="418" y="227"/>
                </a:cubicBezTo>
                <a:cubicBezTo>
                  <a:pt x="418" y="227"/>
                  <a:pt x="417" y="227"/>
                  <a:pt x="417" y="228"/>
                </a:cubicBezTo>
                <a:cubicBezTo>
                  <a:pt x="416" y="228"/>
                  <a:pt x="416" y="228"/>
                  <a:pt x="415" y="228"/>
                </a:cubicBezTo>
                <a:cubicBezTo>
                  <a:pt x="415" y="228"/>
                  <a:pt x="415" y="228"/>
                  <a:pt x="414" y="228"/>
                </a:cubicBezTo>
                <a:cubicBezTo>
                  <a:pt x="414" y="228"/>
                  <a:pt x="414" y="228"/>
                  <a:pt x="413" y="228"/>
                </a:cubicBezTo>
                <a:cubicBezTo>
                  <a:pt x="413" y="228"/>
                  <a:pt x="412" y="229"/>
                  <a:pt x="412" y="229"/>
                </a:cubicBezTo>
                <a:cubicBezTo>
                  <a:pt x="411" y="229"/>
                  <a:pt x="411" y="229"/>
                  <a:pt x="410" y="230"/>
                </a:cubicBezTo>
                <a:cubicBezTo>
                  <a:pt x="410" y="230"/>
                  <a:pt x="410" y="230"/>
                  <a:pt x="409" y="230"/>
                </a:cubicBezTo>
                <a:cubicBezTo>
                  <a:pt x="409" y="231"/>
                  <a:pt x="409" y="231"/>
                  <a:pt x="409" y="232"/>
                </a:cubicBezTo>
                <a:cubicBezTo>
                  <a:pt x="409" y="233"/>
                  <a:pt x="410" y="234"/>
                  <a:pt x="410" y="234"/>
                </a:cubicBezTo>
                <a:cubicBezTo>
                  <a:pt x="411" y="235"/>
                  <a:pt x="411" y="235"/>
                  <a:pt x="411" y="235"/>
                </a:cubicBezTo>
                <a:cubicBezTo>
                  <a:pt x="412" y="235"/>
                  <a:pt x="413" y="235"/>
                  <a:pt x="414" y="235"/>
                </a:cubicBezTo>
                <a:cubicBezTo>
                  <a:pt x="414" y="235"/>
                  <a:pt x="415" y="235"/>
                  <a:pt x="415" y="235"/>
                </a:cubicBezTo>
                <a:cubicBezTo>
                  <a:pt x="415" y="235"/>
                  <a:pt x="415" y="235"/>
                  <a:pt x="415" y="235"/>
                </a:cubicBezTo>
                <a:cubicBezTo>
                  <a:pt x="415" y="235"/>
                  <a:pt x="415" y="235"/>
                  <a:pt x="415" y="235"/>
                </a:cubicBezTo>
                <a:cubicBezTo>
                  <a:pt x="416" y="235"/>
                  <a:pt x="416" y="235"/>
                  <a:pt x="416" y="235"/>
                </a:cubicBezTo>
                <a:cubicBezTo>
                  <a:pt x="416" y="235"/>
                  <a:pt x="416" y="235"/>
                  <a:pt x="416" y="235"/>
                </a:cubicBezTo>
                <a:cubicBezTo>
                  <a:pt x="416" y="235"/>
                  <a:pt x="417" y="235"/>
                  <a:pt x="417" y="235"/>
                </a:cubicBezTo>
                <a:cubicBezTo>
                  <a:pt x="417" y="235"/>
                  <a:pt x="417" y="235"/>
                  <a:pt x="417" y="235"/>
                </a:cubicBezTo>
                <a:cubicBezTo>
                  <a:pt x="417" y="235"/>
                  <a:pt x="417" y="235"/>
                  <a:pt x="418" y="235"/>
                </a:cubicBezTo>
                <a:cubicBezTo>
                  <a:pt x="418" y="235"/>
                  <a:pt x="418" y="235"/>
                  <a:pt x="418" y="235"/>
                </a:cubicBezTo>
                <a:cubicBezTo>
                  <a:pt x="419" y="235"/>
                  <a:pt x="419" y="235"/>
                  <a:pt x="419" y="235"/>
                </a:cubicBezTo>
                <a:cubicBezTo>
                  <a:pt x="419" y="235"/>
                  <a:pt x="420" y="235"/>
                  <a:pt x="420" y="235"/>
                </a:cubicBezTo>
                <a:cubicBezTo>
                  <a:pt x="420" y="235"/>
                  <a:pt x="420" y="235"/>
                  <a:pt x="421" y="235"/>
                </a:cubicBezTo>
                <a:cubicBezTo>
                  <a:pt x="422" y="234"/>
                  <a:pt x="422" y="234"/>
                  <a:pt x="422" y="234"/>
                </a:cubicBezTo>
                <a:cubicBezTo>
                  <a:pt x="423" y="234"/>
                  <a:pt x="424" y="233"/>
                  <a:pt x="425" y="231"/>
                </a:cubicBezTo>
                <a:cubicBezTo>
                  <a:pt x="425" y="231"/>
                  <a:pt x="425" y="231"/>
                  <a:pt x="425" y="230"/>
                </a:cubicBezTo>
                <a:cubicBezTo>
                  <a:pt x="425" y="230"/>
                  <a:pt x="425" y="230"/>
                  <a:pt x="425" y="230"/>
                </a:cubicBezTo>
                <a:cubicBezTo>
                  <a:pt x="424" y="229"/>
                  <a:pt x="424" y="229"/>
                  <a:pt x="424" y="229"/>
                </a:cubicBezTo>
                <a:cubicBezTo>
                  <a:pt x="423" y="229"/>
                  <a:pt x="423" y="228"/>
                  <a:pt x="422" y="228"/>
                </a:cubicBezTo>
                <a:cubicBezTo>
                  <a:pt x="422" y="228"/>
                  <a:pt x="423" y="228"/>
                  <a:pt x="422" y="228"/>
                </a:cubicBezTo>
                <a:close/>
                <a:moveTo>
                  <a:pt x="299" y="228"/>
                </a:moveTo>
                <a:cubicBezTo>
                  <a:pt x="298" y="228"/>
                  <a:pt x="297" y="227"/>
                  <a:pt x="296" y="227"/>
                </a:cubicBezTo>
                <a:cubicBezTo>
                  <a:pt x="296" y="227"/>
                  <a:pt x="295" y="227"/>
                  <a:pt x="295" y="228"/>
                </a:cubicBezTo>
                <a:cubicBezTo>
                  <a:pt x="294" y="228"/>
                  <a:pt x="294" y="228"/>
                  <a:pt x="293" y="228"/>
                </a:cubicBezTo>
                <a:cubicBezTo>
                  <a:pt x="293" y="228"/>
                  <a:pt x="293" y="228"/>
                  <a:pt x="292" y="228"/>
                </a:cubicBezTo>
                <a:cubicBezTo>
                  <a:pt x="292" y="228"/>
                  <a:pt x="292" y="228"/>
                  <a:pt x="291" y="228"/>
                </a:cubicBezTo>
                <a:cubicBezTo>
                  <a:pt x="291" y="228"/>
                  <a:pt x="290" y="229"/>
                  <a:pt x="290" y="229"/>
                </a:cubicBezTo>
                <a:cubicBezTo>
                  <a:pt x="289" y="229"/>
                  <a:pt x="289" y="229"/>
                  <a:pt x="288" y="230"/>
                </a:cubicBezTo>
                <a:cubicBezTo>
                  <a:pt x="288" y="230"/>
                  <a:pt x="287" y="230"/>
                  <a:pt x="287" y="230"/>
                </a:cubicBezTo>
                <a:cubicBezTo>
                  <a:pt x="287" y="231"/>
                  <a:pt x="287" y="231"/>
                  <a:pt x="287" y="232"/>
                </a:cubicBezTo>
                <a:cubicBezTo>
                  <a:pt x="287" y="233"/>
                  <a:pt x="287" y="234"/>
                  <a:pt x="288" y="234"/>
                </a:cubicBezTo>
                <a:cubicBezTo>
                  <a:pt x="289" y="235"/>
                  <a:pt x="289" y="235"/>
                  <a:pt x="289" y="235"/>
                </a:cubicBezTo>
                <a:cubicBezTo>
                  <a:pt x="290" y="235"/>
                  <a:pt x="291" y="235"/>
                  <a:pt x="292" y="235"/>
                </a:cubicBezTo>
                <a:cubicBezTo>
                  <a:pt x="292" y="235"/>
                  <a:pt x="292" y="235"/>
                  <a:pt x="292" y="235"/>
                </a:cubicBezTo>
                <a:cubicBezTo>
                  <a:pt x="293" y="235"/>
                  <a:pt x="293" y="235"/>
                  <a:pt x="293" y="235"/>
                </a:cubicBezTo>
                <a:cubicBezTo>
                  <a:pt x="293" y="235"/>
                  <a:pt x="293" y="235"/>
                  <a:pt x="293" y="235"/>
                </a:cubicBezTo>
                <a:cubicBezTo>
                  <a:pt x="293" y="235"/>
                  <a:pt x="293" y="235"/>
                  <a:pt x="294" y="235"/>
                </a:cubicBezTo>
                <a:cubicBezTo>
                  <a:pt x="294" y="235"/>
                  <a:pt x="294" y="235"/>
                  <a:pt x="294" y="235"/>
                </a:cubicBezTo>
                <a:cubicBezTo>
                  <a:pt x="294" y="235"/>
                  <a:pt x="294" y="235"/>
                  <a:pt x="294" y="235"/>
                </a:cubicBezTo>
                <a:cubicBezTo>
                  <a:pt x="295" y="235"/>
                  <a:pt x="295" y="235"/>
                  <a:pt x="295" y="235"/>
                </a:cubicBezTo>
                <a:cubicBezTo>
                  <a:pt x="295" y="235"/>
                  <a:pt x="295" y="235"/>
                  <a:pt x="295" y="235"/>
                </a:cubicBezTo>
                <a:cubicBezTo>
                  <a:pt x="295" y="235"/>
                  <a:pt x="296" y="235"/>
                  <a:pt x="296" y="235"/>
                </a:cubicBezTo>
                <a:cubicBezTo>
                  <a:pt x="296" y="235"/>
                  <a:pt x="296" y="235"/>
                  <a:pt x="296" y="235"/>
                </a:cubicBezTo>
                <a:cubicBezTo>
                  <a:pt x="296" y="235"/>
                  <a:pt x="296" y="235"/>
                  <a:pt x="296" y="235"/>
                </a:cubicBezTo>
                <a:cubicBezTo>
                  <a:pt x="297" y="235"/>
                  <a:pt x="297" y="235"/>
                  <a:pt x="297" y="235"/>
                </a:cubicBezTo>
                <a:cubicBezTo>
                  <a:pt x="298" y="235"/>
                  <a:pt x="298" y="235"/>
                  <a:pt x="298" y="235"/>
                </a:cubicBezTo>
                <a:cubicBezTo>
                  <a:pt x="300" y="234"/>
                  <a:pt x="300" y="234"/>
                  <a:pt x="300" y="234"/>
                </a:cubicBezTo>
                <a:cubicBezTo>
                  <a:pt x="301" y="234"/>
                  <a:pt x="302" y="233"/>
                  <a:pt x="303" y="231"/>
                </a:cubicBezTo>
                <a:cubicBezTo>
                  <a:pt x="303" y="231"/>
                  <a:pt x="303" y="231"/>
                  <a:pt x="303" y="230"/>
                </a:cubicBezTo>
                <a:cubicBezTo>
                  <a:pt x="303" y="230"/>
                  <a:pt x="303" y="230"/>
                  <a:pt x="303" y="230"/>
                </a:cubicBezTo>
                <a:cubicBezTo>
                  <a:pt x="302" y="229"/>
                  <a:pt x="302" y="229"/>
                  <a:pt x="302" y="229"/>
                </a:cubicBezTo>
                <a:cubicBezTo>
                  <a:pt x="301" y="229"/>
                  <a:pt x="301" y="228"/>
                  <a:pt x="300" y="228"/>
                </a:cubicBezTo>
                <a:lnTo>
                  <a:pt x="299" y="228"/>
                </a:lnTo>
                <a:close/>
                <a:moveTo>
                  <a:pt x="1317" y="228"/>
                </a:moveTo>
                <a:cubicBezTo>
                  <a:pt x="1317" y="228"/>
                  <a:pt x="1316" y="228"/>
                  <a:pt x="1316" y="228"/>
                </a:cubicBezTo>
                <a:cubicBezTo>
                  <a:pt x="1316" y="228"/>
                  <a:pt x="1315" y="228"/>
                  <a:pt x="1315" y="228"/>
                </a:cubicBezTo>
                <a:cubicBezTo>
                  <a:pt x="1314" y="228"/>
                  <a:pt x="1314" y="228"/>
                  <a:pt x="1314" y="228"/>
                </a:cubicBezTo>
                <a:cubicBezTo>
                  <a:pt x="1313" y="227"/>
                  <a:pt x="1313" y="227"/>
                  <a:pt x="1312" y="227"/>
                </a:cubicBezTo>
                <a:cubicBezTo>
                  <a:pt x="1312" y="227"/>
                  <a:pt x="1312" y="227"/>
                  <a:pt x="1311" y="228"/>
                </a:cubicBezTo>
                <a:cubicBezTo>
                  <a:pt x="1311" y="228"/>
                  <a:pt x="1310" y="228"/>
                  <a:pt x="1310" y="228"/>
                </a:cubicBezTo>
                <a:cubicBezTo>
                  <a:pt x="1310" y="228"/>
                  <a:pt x="1309" y="228"/>
                  <a:pt x="1309" y="228"/>
                </a:cubicBezTo>
                <a:cubicBezTo>
                  <a:pt x="1309" y="228"/>
                  <a:pt x="1308" y="228"/>
                  <a:pt x="1308" y="228"/>
                </a:cubicBezTo>
                <a:cubicBezTo>
                  <a:pt x="1306" y="229"/>
                  <a:pt x="1304" y="230"/>
                  <a:pt x="1305" y="232"/>
                </a:cubicBezTo>
                <a:cubicBezTo>
                  <a:pt x="1305" y="232"/>
                  <a:pt x="1305" y="233"/>
                  <a:pt x="1305" y="233"/>
                </a:cubicBezTo>
                <a:cubicBezTo>
                  <a:pt x="1305" y="233"/>
                  <a:pt x="1305" y="233"/>
                  <a:pt x="1305" y="233"/>
                </a:cubicBezTo>
                <a:cubicBezTo>
                  <a:pt x="1306" y="233"/>
                  <a:pt x="1306" y="234"/>
                  <a:pt x="1306" y="234"/>
                </a:cubicBezTo>
                <a:cubicBezTo>
                  <a:pt x="1306" y="234"/>
                  <a:pt x="1307" y="234"/>
                  <a:pt x="1307" y="234"/>
                </a:cubicBezTo>
                <a:cubicBezTo>
                  <a:pt x="1308" y="235"/>
                  <a:pt x="1308" y="235"/>
                  <a:pt x="1308" y="235"/>
                </a:cubicBezTo>
                <a:cubicBezTo>
                  <a:pt x="1309" y="235"/>
                  <a:pt x="1310" y="235"/>
                  <a:pt x="1311" y="235"/>
                </a:cubicBezTo>
                <a:cubicBezTo>
                  <a:pt x="1311" y="235"/>
                  <a:pt x="1311" y="235"/>
                  <a:pt x="1311" y="235"/>
                </a:cubicBezTo>
                <a:cubicBezTo>
                  <a:pt x="1311" y="235"/>
                  <a:pt x="1312" y="235"/>
                  <a:pt x="1312" y="235"/>
                </a:cubicBezTo>
                <a:cubicBezTo>
                  <a:pt x="1312" y="235"/>
                  <a:pt x="1312" y="235"/>
                  <a:pt x="1312" y="235"/>
                </a:cubicBezTo>
                <a:cubicBezTo>
                  <a:pt x="1312" y="235"/>
                  <a:pt x="1312" y="235"/>
                  <a:pt x="1313" y="235"/>
                </a:cubicBezTo>
                <a:cubicBezTo>
                  <a:pt x="1313" y="235"/>
                  <a:pt x="1313" y="235"/>
                  <a:pt x="1313" y="235"/>
                </a:cubicBezTo>
                <a:cubicBezTo>
                  <a:pt x="1313" y="235"/>
                  <a:pt x="1313" y="235"/>
                  <a:pt x="1313" y="235"/>
                </a:cubicBezTo>
                <a:cubicBezTo>
                  <a:pt x="1314" y="235"/>
                  <a:pt x="1314" y="235"/>
                  <a:pt x="1314" y="235"/>
                </a:cubicBezTo>
                <a:cubicBezTo>
                  <a:pt x="1314" y="235"/>
                  <a:pt x="1314" y="235"/>
                  <a:pt x="1314" y="235"/>
                </a:cubicBezTo>
                <a:cubicBezTo>
                  <a:pt x="1314" y="235"/>
                  <a:pt x="1315" y="235"/>
                  <a:pt x="1315" y="235"/>
                </a:cubicBezTo>
                <a:cubicBezTo>
                  <a:pt x="1315" y="235"/>
                  <a:pt x="1315" y="235"/>
                  <a:pt x="1316" y="235"/>
                </a:cubicBezTo>
                <a:cubicBezTo>
                  <a:pt x="1316" y="235"/>
                  <a:pt x="1316" y="235"/>
                  <a:pt x="1316" y="235"/>
                </a:cubicBezTo>
                <a:cubicBezTo>
                  <a:pt x="1317" y="235"/>
                  <a:pt x="1317" y="235"/>
                  <a:pt x="1317" y="235"/>
                </a:cubicBezTo>
                <a:cubicBezTo>
                  <a:pt x="1318" y="234"/>
                  <a:pt x="1318" y="234"/>
                  <a:pt x="1318" y="234"/>
                </a:cubicBezTo>
                <a:cubicBezTo>
                  <a:pt x="1320" y="234"/>
                  <a:pt x="1320" y="233"/>
                  <a:pt x="1321" y="231"/>
                </a:cubicBezTo>
                <a:cubicBezTo>
                  <a:pt x="1321" y="231"/>
                  <a:pt x="1321" y="231"/>
                  <a:pt x="1320" y="230"/>
                </a:cubicBezTo>
                <a:cubicBezTo>
                  <a:pt x="1320" y="230"/>
                  <a:pt x="1320" y="230"/>
                  <a:pt x="1320" y="230"/>
                </a:cubicBezTo>
                <a:cubicBezTo>
                  <a:pt x="1319" y="229"/>
                  <a:pt x="1319" y="229"/>
                  <a:pt x="1318" y="229"/>
                </a:cubicBezTo>
                <a:cubicBezTo>
                  <a:pt x="1318" y="229"/>
                  <a:pt x="1318" y="228"/>
                  <a:pt x="1317" y="228"/>
                </a:cubicBezTo>
                <a:cubicBezTo>
                  <a:pt x="1317" y="228"/>
                  <a:pt x="1318" y="228"/>
                  <a:pt x="1317" y="228"/>
                </a:cubicBezTo>
                <a:close/>
                <a:moveTo>
                  <a:pt x="1480" y="228"/>
                </a:moveTo>
                <a:cubicBezTo>
                  <a:pt x="1479" y="228"/>
                  <a:pt x="1479" y="228"/>
                  <a:pt x="1479" y="228"/>
                </a:cubicBezTo>
                <a:cubicBezTo>
                  <a:pt x="1478" y="228"/>
                  <a:pt x="1478" y="228"/>
                  <a:pt x="1478" y="228"/>
                </a:cubicBezTo>
                <a:cubicBezTo>
                  <a:pt x="1477" y="228"/>
                  <a:pt x="1477" y="228"/>
                  <a:pt x="1476" y="228"/>
                </a:cubicBezTo>
                <a:cubicBezTo>
                  <a:pt x="1476" y="227"/>
                  <a:pt x="1476" y="227"/>
                  <a:pt x="1475" y="227"/>
                </a:cubicBezTo>
                <a:cubicBezTo>
                  <a:pt x="1475" y="227"/>
                  <a:pt x="1474" y="227"/>
                  <a:pt x="1474" y="228"/>
                </a:cubicBezTo>
                <a:cubicBezTo>
                  <a:pt x="1473" y="228"/>
                  <a:pt x="1473" y="228"/>
                  <a:pt x="1473" y="228"/>
                </a:cubicBezTo>
                <a:cubicBezTo>
                  <a:pt x="1472" y="228"/>
                  <a:pt x="1472" y="228"/>
                  <a:pt x="1472" y="228"/>
                </a:cubicBezTo>
                <a:cubicBezTo>
                  <a:pt x="1471" y="228"/>
                  <a:pt x="1471" y="228"/>
                  <a:pt x="1471" y="228"/>
                </a:cubicBezTo>
                <a:cubicBezTo>
                  <a:pt x="1469" y="229"/>
                  <a:pt x="1467" y="230"/>
                  <a:pt x="1467" y="232"/>
                </a:cubicBezTo>
                <a:cubicBezTo>
                  <a:pt x="1467" y="232"/>
                  <a:pt x="1468" y="233"/>
                  <a:pt x="1468" y="233"/>
                </a:cubicBezTo>
                <a:cubicBezTo>
                  <a:pt x="1468" y="233"/>
                  <a:pt x="1468" y="233"/>
                  <a:pt x="1468" y="233"/>
                </a:cubicBezTo>
                <a:cubicBezTo>
                  <a:pt x="1468" y="233"/>
                  <a:pt x="1469" y="234"/>
                  <a:pt x="1469" y="234"/>
                </a:cubicBezTo>
                <a:cubicBezTo>
                  <a:pt x="1469" y="234"/>
                  <a:pt x="1469" y="234"/>
                  <a:pt x="1470" y="234"/>
                </a:cubicBezTo>
                <a:cubicBezTo>
                  <a:pt x="1471" y="235"/>
                  <a:pt x="1471" y="235"/>
                  <a:pt x="1471" y="235"/>
                </a:cubicBezTo>
                <a:cubicBezTo>
                  <a:pt x="1472" y="235"/>
                  <a:pt x="1473" y="235"/>
                  <a:pt x="1474" y="235"/>
                </a:cubicBezTo>
                <a:cubicBezTo>
                  <a:pt x="1474" y="235"/>
                  <a:pt x="1474" y="235"/>
                  <a:pt x="1474" y="235"/>
                </a:cubicBezTo>
                <a:cubicBezTo>
                  <a:pt x="1474" y="235"/>
                  <a:pt x="1475" y="235"/>
                  <a:pt x="1475" y="235"/>
                </a:cubicBezTo>
                <a:cubicBezTo>
                  <a:pt x="1475" y="235"/>
                  <a:pt x="1475" y="235"/>
                  <a:pt x="1475" y="235"/>
                </a:cubicBezTo>
                <a:cubicBezTo>
                  <a:pt x="1475" y="235"/>
                  <a:pt x="1475" y="235"/>
                  <a:pt x="1476" y="235"/>
                </a:cubicBezTo>
                <a:cubicBezTo>
                  <a:pt x="1476" y="235"/>
                  <a:pt x="1476" y="235"/>
                  <a:pt x="1476" y="235"/>
                </a:cubicBezTo>
                <a:cubicBezTo>
                  <a:pt x="1476" y="235"/>
                  <a:pt x="1476" y="235"/>
                  <a:pt x="1476" y="235"/>
                </a:cubicBezTo>
                <a:cubicBezTo>
                  <a:pt x="1477" y="235"/>
                  <a:pt x="1477" y="235"/>
                  <a:pt x="1477" y="235"/>
                </a:cubicBezTo>
                <a:cubicBezTo>
                  <a:pt x="1477" y="235"/>
                  <a:pt x="1477" y="235"/>
                  <a:pt x="1477" y="235"/>
                </a:cubicBezTo>
                <a:cubicBezTo>
                  <a:pt x="1478" y="235"/>
                  <a:pt x="1478" y="235"/>
                  <a:pt x="1478" y="235"/>
                </a:cubicBezTo>
                <a:cubicBezTo>
                  <a:pt x="1478" y="235"/>
                  <a:pt x="1479" y="235"/>
                  <a:pt x="1479" y="235"/>
                </a:cubicBezTo>
                <a:cubicBezTo>
                  <a:pt x="1479" y="235"/>
                  <a:pt x="1479" y="235"/>
                  <a:pt x="1479" y="235"/>
                </a:cubicBezTo>
                <a:cubicBezTo>
                  <a:pt x="1480" y="235"/>
                  <a:pt x="1480" y="235"/>
                  <a:pt x="1480" y="235"/>
                </a:cubicBezTo>
                <a:cubicBezTo>
                  <a:pt x="1481" y="234"/>
                  <a:pt x="1481" y="234"/>
                  <a:pt x="1481" y="234"/>
                </a:cubicBezTo>
                <a:cubicBezTo>
                  <a:pt x="1483" y="234"/>
                  <a:pt x="1483" y="233"/>
                  <a:pt x="1483" y="231"/>
                </a:cubicBezTo>
                <a:cubicBezTo>
                  <a:pt x="1483" y="231"/>
                  <a:pt x="1483" y="231"/>
                  <a:pt x="1483" y="230"/>
                </a:cubicBezTo>
                <a:cubicBezTo>
                  <a:pt x="1483" y="230"/>
                  <a:pt x="1483" y="230"/>
                  <a:pt x="1482" y="230"/>
                </a:cubicBezTo>
                <a:cubicBezTo>
                  <a:pt x="1482" y="229"/>
                  <a:pt x="1482" y="229"/>
                  <a:pt x="1481" y="229"/>
                </a:cubicBezTo>
                <a:cubicBezTo>
                  <a:pt x="1481" y="229"/>
                  <a:pt x="1480" y="228"/>
                  <a:pt x="1480" y="228"/>
                </a:cubicBezTo>
                <a:cubicBezTo>
                  <a:pt x="1479" y="228"/>
                  <a:pt x="1480" y="228"/>
                  <a:pt x="1480" y="228"/>
                </a:cubicBezTo>
                <a:close/>
                <a:moveTo>
                  <a:pt x="1642" y="228"/>
                </a:moveTo>
                <a:cubicBezTo>
                  <a:pt x="1641" y="228"/>
                  <a:pt x="1639" y="227"/>
                  <a:pt x="1638" y="227"/>
                </a:cubicBezTo>
                <a:cubicBezTo>
                  <a:pt x="1637" y="227"/>
                  <a:pt x="1637" y="227"/>
                  <a:pt x="1636" y="228"/>
                </a:cubicBezTo>
                <a:cubicBezTo>
                  <a:pt x="1636" y="228"/>
                  <a:pt x="1636" y="228"/>
                  <a:pt x="1635" y="228"/>
                </a:cubicBezTo>
                <a:cubicBezTo>
                  <a:pt x="1635" y="228"/>
                  <a:pt x="1635" y="228"/>
                  <a:pt x="1634" y="228"/>
                </a:cubicBezTo>
                <a:cubicBezTo>
                  <a:pt x="1634" y="228"/>
                  <a:pt x="1634" y="228"/>
                  <a:pt x="1633" y="228"/>
                </a:cubicBezTo>
                <a:cubicBezTo>
                  <a:pt x="1633" y="228"/>
                  <a:pt x="1632" y="229"/>
                  <a:pt x="1632" y="229"/>
                </a:cubicBezTo>
                <a:cubicBezTo>
                  <a:pt x="1631" y="229"/>
                  <a:pt x="1631" y="229"/>
                  <a:pt x="1631" y="230"/>
                </a:cubicBezTo>
                <a:cubicBezTo>
                  <a:pt x="1631" y="230"/>
                  <a:pt x="1630" y="230"/>
                  <a:pt x="1630" y="230"/>
                </a:cubicBezTo>
                <a:cubicBezTo>
                  <a:pt x="1630" y="231"/>
                  <a:pt x="1630" y="231"/>
                  <a:pt x="1630" y="232"/>
                </a:cubicBezTo>
                <a:cubicBezTo>
                  <a:pt x="1631" y="233"/>
                  <a:pt x="1632" y="234"/>
                  <a:pt x="1633" y="234"/>
                </a:cubicBezTo>
                <a:cubicBezTo>
                  <a:pt x="1634" y="235"/>
                  <a:pt x="1634" y="235"/>
                  <a:pt x="1634" y="235"/>
                </a:cubicBezTo>
                <a:cubicBezTo>
                  <a:pt x="1635" y="235"/>
                  <a:pt x="1636" y="235"/>
                  <a:pt x="1637" y="235"/>
                </a:cubicBezTo>
                <a:cubicBezTo>
                  <a:pt x="1637" y="235"/>
                  <a:pt x="1637" y="235"/>
                  <a:pt x="1637" y="235"/>
                </a:cubicBezTo>
                <a:cubicBezTo>
                  <a:pt x="1638" y="235"/>
                  <a:pt x="1638" y="235"/>
                  <a:pt x="1638" y="235"/>
                </a:cubicBezTo>
                <a:cubicBezTo>
                  <a:pt x="1638" y="235"/>
                  <a:pt x="1638" y="235"/>
                  <a:pt x="1638" y="235"/>
                </a:cubicBezTo>
                <a:cubicBezTo>
                  <a:pt x="1638" y="235"/>
                  <a:pt x="1638" y="235"/>
                  <a:pt x="1639" y="235"/>
                </a:cubicBezTo>
                <a:cubicBezTo>
                  <a:pt x="1639" y="235"/>
                  <a:pt x="1639" y="235"/>
                  <a:pt x="1639" y="235"/>
                </a:cubicBezTo>
                <a:cubicBezTo>
                  <a:pt x="1639" y="235"/>
                  <a:pt x="1639" y="235"/>
                  <a:pt x="1639" y="235"/>
                </a:cubicBezTo>
                <a:cubicBezTo>
                  <a:pt x="1640" y="235"/>
                  <a:pt x="1640" y="235"/>
                  <a:pt x="1640" y="235"/>
                </a:cubicBezTo>
                <a:cubicBezTo>
                  <a:pt x="1640" y="235"/>
                  <a:pt x="1640" y="235"/>
                  <a:pt x="1640" y="235"/>
                </a:cubicBezTo>
                <a:cubicBezTo>
                  <a:pt x="1641" y="235"/>
                  <a:pt x="1641" y="235"/>
                  <a:pt x="1641" y="235"/>
                </a:cubicBezTo>
                <a:cubicBezTo>
                  <a:pt x="1641" y="235"/>
                  <a:pt x="1642" y="235"/>
                  <a:pt x="1642" y="235"/>
                </a:cubicBezTo>
                <a:cubicBezTo>
                  <a:pt x="1642" y="235"/>
                  <a:pt x="1642" y="235"/>
                  <a:pt x="1642" y="235"/>
                </a:cubicBezTo>
                <a:cubicBezTo>
                  <a:pt x="1643" y="235"/>
                  <a:pt x="1643" y="235"/>
                  <a:pt x="1643" y="235"/>
                </a:cubicBezTo>
                <a:cubicBezTo>
                  <a:pt x="1644" y="234"/>
                  <a:pt x="1644" y="234"/>
                  <a:pt x="1644" y="234"/>
                </a:cubicBezTo>
                <a:cubicBezTo>
                  <a:pt x="1646" y="234"/>
                  <a:pt x="1646" y="233"/>
                  <a:pt x="1646" y="231"/>
                </a:cubicBezTo>
                <a:cubicBezTo>
                  <a:pt x="1646" y="231"/>
                  <a:pt x="1646" y="231"/>
                  <a:pt x="1646" y="230"/>
                </a:cubicBezTo>
                <a:cubicBezTo>
                  <a:pt x="1646" y="230"/>
                  <a:pt x="1645" y="230"/>
                  <a:pt x="1645" y="230"/>
                </a:cubicBezTo>
                <a:cubicBezTo>
                  <a:pt x="1645" y="229"/>
                  <a:pt x="1644" y="229"/>
                  <a:pt x="1644" y="229"/>
                </a:cubicBezTo>
                <a:cubicBezTo>
                  <a:pt x="1643" y="229"/>
                  <a:pt x="1643" y="228"/>
                  <a:pt x="1642" y="228"/>
                </a:cubicBezTo>
                <a:cubicBezTo>
                  <a:pt x="1642" y="228"/>
                  <a:pt x="1643" y="228"/>
                  <a:pt x="1642" y="228"/>
                </a:cubicBezTo>
                <a:close/>
                <a:moveTo>
                  <a:pt x="1724" y="228"/>
                </a:moveTo>
                <a:cubicBezTo>
                  <a:pt x="1723" y="228"/>
                  <a:pt x="1723" y="228"/>
                  <a:pt x="1723" y="228"/>
                </a:cubicBezTo>
                <a:cubicBezTo>
                  <a:pt x="1722" y="228"/>
                  <a:pt x="1722" y="228"/>
                  <a:pt x="1721" y="228"/>
                </a:cubicBezTo>
                <a:cubicBezTo>
                  <a:pt x="1721" y="228"/>
                  <a:pt x="1721" y="228"/>
                  <a:pt x="1720" y="228"/>
                </a:cubicBezTo>
                <a:cubicBezTo>
                  <a:pt x="1720" y="227"/>
                  <a:pt x="1719" y="227"/>
                  <a:pt x="1719" y="227"/>
                </a:cubicBezTo>
                <a:cubicBezTo>
                  <a:pt x="1719" y="227"/>
                  <a:pt x="1718" y="227"/>
                  <a:pt x="1718" y="228"/>
                </a:cubicBezTo>
                <a:cubicBezTo>
                  <a:pt x="1717" y="228"/>
                  <a:pt x="1717" y="228"/>
                  <a:pt x="1717" y="228"/>
                </a:cubicBezTo>
                <a:cubicBezTo>
                  <a:pt x="1716" y="228"/>
                  <a:pt x="1716" y="228"/>
                  <a:pt x="1716" y="228"/>
                </a:cubicBezTo>
                <a:cubicBezTo>
                  <a:pt x="1715" y="228"/>
                  <a:pt x="1715" y="228"/>
                  <a:pt x="1715" y="228"/>
                </a:cubicBezTo>
                <a:cubicBezTo>
                  <a:pt x="1713" y="229"/>
                  <a:pt x="1711" y="230"/>
                  <a:pt x="1712" y="232"/>
                </a:cubicBezTo>
                <a:cubicBezTo>
                  <a:pt x="1712" y="232"/>
                  <a:pt x="1712" y="233"/>
                  <a:pt x="1712" y="233"/>
                </a:cubicBezTo>
                <a:cubicBezTo>
                  <a:pt x="1712" y="233"/>
                  <a:pt x="1712" y="233"/>
                  <a:pt x="1713" y="233"/>
                </a:cubicBezTo>
                <a:cubicBezTo>
                  <a:pt x="1713" y="233"/>
                  <a:pt x="1713" y="234"/>
                  <a:pt x="1713" y="234"/>
                </a:cubicBezTo>
                <a:cubicBezTo>
                  <a:pt x="1714" y="234"/>
                  <a:pt x="1714" y="234"/>
                  <a:pt x="1714" y="234"/>
                </a:cubicBezTo>
                <a:cubicBezTo>
                  <a:pt x="1716" y="235"/>
                  <a:pt x="1716" y="235"/>
                  <a:pt x="1716" y="235"/>
                </a:cubicBezTo>
                <a:cubicBezTo>
                  <a:pt x="1716" y="235"/>
                  <a:pt x="1717" y="235"/>
                  <a:pt x="1719" y="235"/>
                </a:cubicBezTo>
                <a:cubicBezTo>
                  <a:pt x="1719" y="235"/>
                  <a:pt x="1719" y="235"/>
                  <a:pt x="1719" y="235"/>
                </a:cubicBezTo>
                <a:cubicBezTo>
                  <a:pt x="1719" y="235"/>
                  <a:pt x="1719" y="235"/>
                  <a:pt x="1719" y="235"/>
                </a:cubicBezTo>
                <a:cubicBezTo>
                  <a:pt x="1719" y="235"/>
                  <a:pt x="1720" y="235"/>
                  <a:pt x="1720" y="235"/>
                </a:cubicBezTo>
                <a:cubicBezTo>
                  <a:pt x="1720" y="235"/>
                  <a:pt x="1720" y="235"/>
                  <a:pt x="1720" y="235"/>
                </a:cubicBezTo>
                <a:cubicBezTo>
                  <a:pt x="1720" y="235"/>
                  <a:pt x="1720" y="235"/>
                  <a:pt x="1721" y="235"/>
                </a:cubicBezTo>
                <a:cubicBezTo>
                  <a:pt x="1721" y="235"/>
                  <a:pt x="1721" y="235"/>
                  <a:pt x="1721" y="235"/>
                </a:cubicBezTo>
                <a:cubicBezTo>
                  <a:pt x="1721" y="235"/>
                  <a:pt x="1721" y="235"/>
                  <a:pt x="1721" y="235"/>
                </a:cubicBezTo>
                <a:cubicBezTo>
                  <a:pt x="1722" y="235"/>
                  <a:pt x="1722" y="235"/>
                  <a:pt x="1722" y="235"/>
                </a:cubicBezTo>
                <a:cubicBezTo>
                  <a:pt x="1722" y="235"/>
                  <a:pt x="1722" y="235"/>
                  <a:pt x="1723" y="235"/>
                </a:cubicBezTo>
                <a:cubicBezTo>
                  <a:pt x="1723" y="235"/>
                  <a:pt x="1723" y="235"/>
                  <a:pt x="1723" y="235"/>
                </a:cubicBezTo>
                <a:cubicBezTo>
                  <a:pt x="1724" y="235"/>
                  <a:pt x="1724" y="235"/>
                  <a:pt x="1724" y="235"/>
                </a:cubicBezTo>
                <a:cubicBezTo>
                  <a:pt x="1724" y="235"/>
                  <a:pt x="1724" y="235"/>
                  <a:pt x="1725" y="235"/>
                </a:cubicBezTo>
                <a:cubicBezTo>
                  <a:pt x="1726" y="234"/>
                  <a:pt x="1726" y="234"/>
                  <a:pt x="1726" y="234"/>
                </a:cubicBezTo>
                <a:cubicBezTo>
                  <a:pt x="1727" y="234"/>
                  <a:pt x="1728" y="233"/>
                  <a:pt x="1728" y="231"/>
                </a:cubicBezTo>
                <a:cubicBezTo>
                  <a:pt x="1728" y="231"/>
                  <a:pt x="1728" y="231"/>
                  <a:pt x="1727" y="230"/>
                </a:cubicBezTo>
                <a:cubicBezTo>
                  <a:pt x="1727" y="230"/>
                  <a:pt x="1727" y="230"/>
                  <a:pt x="1726" y="230"/>
                </a:cubicBezTo>
                <a:cubicBezTo>
                  <a:pt x="1726" y="229"/>
                  <a:pt x="1726" y="229"/>
                  <a:pt x="1725" y="229"/>
                </a:cubicBezTo>
                <a:cubicBezTo>
                  <a:pt x="1725" y="229"/>
                  <a:pt x="1724" y="228"/>
                  <a:pt x="1724" y="228"/>
                </a:cubicBezTo>
                <a:cubicBezTo>
                  <a:pt x="1723" y="228"/>
                  <a:pt x="1724" y="228"/>
                  <a:pt x="1724" y="228"/>
                </a:cubicBezTo>
                <a:close/>
                <a:moveTo>
                  <a:pt x="1519" y="228"/>
                </a:moveTo>
                <a:cubicBezTo>
                  <a:pt x="1518" y="228"/>
                  <a:pt x="1517" y="227"/>
                  <a:pt x="1516" y="227"/>
                </a:cubicBezTo>
                <a:cubicBezTo>
                  <a:pt x="1515" y="227"/>
                  <a:pt x="1515" y="227"/>
                  <a:pt x="1514" y="228"/>
                </a:cubicBezTo>
                <a:cubicBezTo>
                  <a:pt x="1514" y="228"/>
                  <a:pt x="1514" y="228"/>
                  <a:pt x="1513" y="228"/>
                </a:cubicBezTo>
                <a:cubicBezTo>
                  <a:pt x="1513" y="228"/>
                  <a:pt x="1513" y="228"/>
                  <a:pt x="1512" y="228"/>
                </a:cubicBezTo>
                <a:cubicBezTo>
                  <a:pt x="1512" y="228"/>
                  <a:pt x="1512" y="228"/>
                  <a:pt x="1511" y="228"/>
                </a:cubicBezTo>
                <a:cubicBezTo>
                  <a:pt x="1511" y="228"/>
                  <a:pt x="1510" y="229"/>
                  <a:pt x="1510" y="229"/>
                </a:cubicBezTo>
                <a:cubicBezTo>
                  <a:pt x="1509" y="229"/>
                  <a:pt x="1509" y="229"/>
                  <a:pt x="1509" y="230"/>
                </a:cubicBezTo>
                <a:cubicBezTo>
                  <a:pt x="1508" y="230"/>
                  <a:pt x="1508" y="230"/>
                  <a:pt x="1508" y="230"/>
                </a:cubicBezTo>
                <a:cubicBezTo>
                  <a:pt x="1508" y="231"/>
                  <a:pt x="1508" y="231"/>
                  <a:pt x="1508" y="232"/>
                </a:cubicBezTo>
                <a:cubicBezTo>
                  <a:pt x="1509" y="233"/>
                  <a:pt x="1510" y="234"/>
                  <a:pt x="1510" y="234"/>
                </a:cubicBezTo>
                <a:cubicBezTo>
                  <a:pt x="1512" y="235"/>
                  <a:pt x="1512" y="235"/>
                  <a:pt x="1512" y="235"/>
                </a:cubicBezTo>
                <a:cubicBezTo>
                  <a:pt x="1513" y="235"/>
                  <a:pt x="1514" y="235"/>
                  <a:pt x="1515" y="235"/>
                </a:cubicBezTo>
                <a:cubicBezTo>
                  <a:pt x="1515" y="235"/>
                  <a:pt x="1515" y="235"/>
                  <a:pt x="1515" y="235"/>
                </a:cubicBezTo>
                <a:cubicBezTo>
                  <a:pt x="1515" y="235"/>
                  <a:pt x="1515" y="235"/>
                  <a:pt x="1516" y="235"/>
                </a:cubicBezTo>
                <a:cubicBezTo>
                  <a:pt x="1516" y="235"/>
                  <a:pt x="1516" y="235"/>
                  <a:pt x="1516" y="235"/>
                </a:cubicBezTo>
                <a:cubicBezTo>
                  <a:pt x="1516" y="235"/>
                  <a:pt x="1516" y="235"/>
                  <a:pt x="1516" y="235"/>
                </a:cubicBezTo>
                <a:cubicBezTo>
                  <a:pt x="1516" y="235"/>
                  <a:pt x="1517" y="235"/>
                  <a:pt x="1517" y="235"/>
                </a:cubicBezTo>
                <a:cubicBezTo>
                  <a:pt x="1517" y="235"/>
                  <a:pt x="1517" y="235"/>
                  <a:pt x="1517" y="235"/>
                </a:cubicBezTo>
                <a:cubicBezTo>
                  <a:pt x="1517" y="235"/>
                  <a:pt x="1517" y="235"/>
                  <a:pt x="1518" y="235"/>
                </a:cubicBezTo>
                <a:cubicBezTo>
                  <a:pt x="1518" y="235"/>
                  <a:pt x="1518" y="235"/>
                  <a:pt x="1518" y="235"/>
                </a:cubicBezTo>
                <a:cubicBezTo>
                  <a:pt x="1518" y="235"/>
                  <a:pt x="1518" y="235"/>
                  <a:pt x="1518" y="235"/>
                </a:cubicBezTo>
                <a:cubicBezTo>
                  <a:pt x="1519" y="235"/>
                  <a:pt x="1519" y="235"/>
                  <a:pt x="1519" y="235"/>
                </a:cubicBezTo>
                <a:cubicBezTo>
                  <a:pt x="1519" y="235"/>
                  <a:pt x="1519" y="235"/>
                  <a:pt x="1519" y="235"/>
                </a:cubicBezTo>
                <a:cubicBezTo>
                  <a:pt x="1519" y="235"/>
                  <a:pt x="1519" y="235"/>
                  <a:pt x="1520" y="235"/>
                </a:cubicBezTo>
                <a:cubicBezTo>
                  <a:pt x="1521" y="235"/>
                  <a:pt x="1521" y="235"/>
                  <a:pt x="1521" y="235"/>
                </a:cubicBezTo>
                <a:cubicBezTo>
                  <a:pt x="1522" y="234"/>
                  <a:pt x="1522" y="234"/>
                  <a:pt x="1522" y="234"/>
                </a:cubicBezTo>
                <a:cubicBezTo>
                  <a:pt x="1523" y="234"/>
                  <a:pt x="1524" y="233"/>
                  <a:pt x="1524" y="231"/>
                </a:cubicBezTo>
                <a:cubicBezTo>
                  <a:pt x="1524" y="231"/>
                  <a:pt x="1524" y="231"/>
                  <a:pt x="1524" y="231"/>
                </a:cubicBezTo>
                <a:cubicBezTo>
                  <a:pt x="1524" y="230"/>
                  <a:pt x="1524" y="230"/>
                  <a:pt x="1523" y="230"/>
                </a:cubicBezTo>
                <a:cubicBezTo>
                  <a:pt x="1523" y="230"/>
                  <a:pt x="1523" y="229"/>
                  <a:pt x="1523" y="229"/>
                </a:cubicBezTo>
                <a:cubicBezTo>
                  <a:pt x="1522" y="229"/>
                  <a:pt x="1522" y="229"/>
                  <a:pt x="1522" y="229"/>
                </a:cubicBezTo>
                <a:cubicBezTo>
                  <a:pt x="1520" y="228"/>
                  <a:pt x="1520" y="228"/>
                  <a:pt x="1520" y="228"/>
                </a:cubicBezTo>
                <a:lnTo>
                  <a:pt x="1519" y="228"/>
                </a:lnTo>
                <a:close/>
                <a:moveTo>
                  <a:pt x="2049" y="228"/>
                </a:moveTo>
                <a:cubicBezTo>
                  <a:pt x="2049" y="228"/>
                  <a:pt x="2048" y="228"/>
                  <a:pt x="2048" y="228"/>
                </a:cubicBezTo>
                <a:cubicBezTo>
                  <a:pt x="2048" y="228"/>
                  <a:pt x="2047" y="228"/>
                  <a:pt x="2047" y="228"/>
                </a:cubicBezTo>
                <a:cubicBezTo>
                  <a:pt x="2046" y="228"/>
                  <a:pt x="2046" y="228"/>
                  <a:pt x="2046" y="228"/>
                </a:cubicBezTo>
                <a:cubicBezTo>
                  <a:pt x="2045" y="227"/>
                  <a:pt x="2045" y="227"/>
                  <a:pt x="2044" y="227"/>
                </a:cubicBezTo>
                <a:cubicBezTo>
                  <a:pt x="2044" y="227"/>
                  <a:pt x="2043" y="227"/>
                  <a:pt x="2043" y="228"/>
                </a:cubicBezTo>
                <a:cubicBezTo>
                  <a:pt x="2043" y="228"/>
                  <a:pt x="2042" y="228"/>
                  <a:pt x="2042" y="228"/>
                </a:cubicBezTo>
                <a:cubicBezTo>
                  <a:pt x="2042" y="228"/>
                  <a:pt x="2041" y="228"/>
                  <a:pt x="2041" y="228"/>
                </a:cubicBezTo>
                <a:cubicBezTo>
                  <a:pt x="2041" y="228"/>
                  <a:pt x="2040" y="228"/>
                  <a:pt x="2040" y="228"/>
                </a:cubicBezTo>
                <a:cubicBezTo>
                  <a:pt x="2039" y="228"/>
                  <a:pt x="2039" y="229"/>
                  <a:pt x="2039" y="229"/>
                </a:cubicBezTo>
                <a:cubicBezTo>
                  <a:pt x="2038" y="229"/>
                  <a:pt x="2038" y="229"/>
                  <a:pt x="2038" y="230"/>
                </a:cubicBezTo>
                <a:cubicBezTo>
                  <a:pt x="2037" y="230"/>
                  <a:pt x="2037" y="230"/>
                  <a:pt x="2037" y="230"/>
                </a:cubicBezTo>
                <a:cubicBezTo>
                  <a:pt x="2037" y="231"/>
                  <a:pt x="2037" y="231"/>
                  <a:pt x="2037" y="232"/>
                </a:cubicBezTo>
                <a:cubicBezTo>
                  <a:pt x="2038" y="233"/>
                  <a:pt x="2039" y="234"/>
                  <a:pt x="2040" y="234"/>
                </a:cubicBezTo>
                <a:cubicBezTo>
                  <a:pt x="2041" y="235"/>
                  <a:pt x="2041" y="235"/>
                  <a:pt x="2041" y="235"/>
                </a:cubicBezTo>
                <a:cubicBezTo>
                  <a:pt x="2042" y="235"/>
                  <a:pt x="2044" y="235"/>
                  <a:pt x="2045" y="235"/>
                </a:cubicBezTo>
                <a:cubicBezTo>
                  <a:pt x="2045" y="235"/>
                  <a:pt x="2045" y="235"/>
                  <a:pt x="2045" y="235"/>
                </a:cubicBezTo>
                <a:cubicBezTo>
                  <a:pt x="2045" y="235"/>
                  <a:pt x="2045" y="235"/>
                  <a:pt x="2045" y="235"/>
                </a:cubicBezTo>
                <a:cubicBezTo>
                  <a:pt x="2046" y="235"/>
                  <a:pt x="2046" y="235"/>
                  <a:pt x="2046" y="235"/>
                </a:cubicBezTo>
                <a:cubicBezTo>
                  <a:pt x="2046" y="235"/>
                  <a:pt x="2046" y="235"/>
                  <a:pt x="2046" y="235"/>
                </a:cubicBezTo>
                <a:cubicBezTo>
                  <a:pt x="2046" y="235"/>
                  <a:pt x="2047" y="235"/>
                  <a:pt x="2047" y="235"/>
                </a:cubicBezTo>
                <a:cubicBezTo>
                  <a:pt x="2047" y="235"/>
                  <a:pt x="2047" y="235"/>
                  <a:pt x="2047" y="235"/>
                </a:cubicBezTo>
                <a:cubicBezTo>
                  <a:pt x="2047" y="235"/>
                  <a:pt x="2047" y="235"/>
                  <a:pt x="2047" y="235"/>
                </a:cubicBezTo>
                <a:cubicBezTo>
                  <a:pt x="2048" y="235"/>
                  <a:pt x="2048" y="235"/>
                  <a:pt x="2048" y="235"/>
                </a:cubicBezTo>
                <a:cubicBezTo>
                  <a:pt x="2048" y="235"/>
                  <a:pt x="2048" y="235"/>
                  <a:pt x="2049" y="235"/>
                </a:cubicBezTo>
                <a:cubicBezTo>
                  <a:pt x="2049" y="235"/>
                  <a:pt x="2049" y="235"/>
                  <a:pt x="2049" y="235"/>
                </a:cubicBezTo>
                <a:cubicBezTo>
                  <a:pt x="2050" y="235"/>
                  <a:pt x="2050" y="235"/>
                  <a:pt x="2050" y="235"/>
                </a:cubicBezTo>
                <a:cubicBezTo>
                  <a:pt x="2050" y="235"/>
                  <a:pt x="2050" y="235"/>
                  <a:pt x="2051" y="235"/>
                </a:cubicBezTo>
                <a:cubicBezTo>
                  <a:pt x="2052" y="234"/>
                  <a:pt x="2052" y="234"/>
                  <a:pt x="2052" y="234"/>
                </a:cubicBezTo>
                <a:cubicBezTo>
                  <a:pt x="2053" y="234"/>
                  <a:pt x="2053" y="233"/>
                  <a:pt x="2053" y="231"/>
                </a:cubicBezTo>
                <a:cubicBezTo>
                  <a:pt x="2053" y="231"/>
                  <a:pt x="2053" y="231"/>
                  <a:pt x="2053" y="230"/>
                </a:cubicBezTo>
                <a:cubicBezTo>
                  <a:pt x="2053" y="230"/>
                  <a:pt x="2052" y="230"/>
                  <a:pt x="2052" y="230"/>
                </a:cubicBezTo>
                <a:cubicBezTo>
                  <a:pt x="2052" y="229"/>
                  <a:pt x="2051" y="229"/>
                  <a:pt x="2051" y="229"/>
                </a:cubicBezTo>
                <a:cubicBezTo>
                  <a:pt x="2050" y="229"/>
                  <a:pt x="2050" y="228"/>
                  <a:pt x="2049" y="228"/>
                </a:cubicBezTo>
                <a:cubicBezTo>
                  <a:pt x="2049" y="228"/>
                  <a:pt x="2050" y="228"/>
                  <a:pt x="2049" y="228"/>
                </a:cubicBezTo>
                <a:close/>
                <a:moveTo>
                  <a:pt x="1763" y="228"/>
                </a:moveTo>
                <a:cubicBezTo>
                  <a:pt x="1762" y="228"/>
                  <a:pt x="1761" y="227"/>
                  <a:pt x="1760" y="227"/>
                </a:cubicBezTo>
                <a:cubicBezTo>
                  <a:pt x="1759" y="227"/>
                  <a:pt x="1759" y="227"/>
                  <a:pt x="1759" y="227"/>
                </a:cubicBezTo>
                <a:cubicBezTo>
                  <a:pt x="1759" y="227"/>
                  <a:pt x="1758" y="228"/>
                  <a:pt x="1758" y="228"/>
                </a:cubicBezTo>
                <a:cubicBezTo>
                  <a:pt x="1758" y="228"/>
                  <a:pt x="1758" y="228"/>
                  <a:pt x="1757" y="228"/>
                </a:cubicBezTo>
                <a:cubicBezTo>
                  <a:pt x="1757" y="228"/>
                  <a:pt x="1757" y="228"/>
                  <a:pt x="1757" y="228"/>
                </a:cubicBezTo>
                <a:cubicBezTo>
                  <a:pt x="1755" y="228"/>
                  <a:pt x="1755" y="228"/>
                  <a:pt x="1755" y="228"/>
                </a:cubicBezTo>
                <a:cubicBezTo>
                  <a:pt x="1753" y="229"/>
                  <a:pt x="1752" y="230"/>
                  <a:pt x="1752" y="232"/>
                </a:cubicBezTo>
                <a:cubicBezTo>
                  <a:pt x="1753" y="232"/>
                  <a:pt x="1753" y="233"/>
                  <a:pt x="1753" y="233"/>
                </a:cubicBezTo>
                <a:cubicBezTo>
                  <a:pt x="1753" y="233"/>
                  <a:pt x="1753" y="233"/>
                  <a:pt x="1753" y="233"/>
                </a:cubicBezTo>
                <a:cubicBezTo>
                  <a:pt x="1754" y="233"/>
                  <a:pt x="1754" y="234"/>
                  <a:pt x="1754" y="234"/>
                </a:cubicBezTo>
                <a:cubicBezTo>
                  <a:pt x="1754" y="234"/>
                  <a:pt x="1755" y="234"/>
                  <a:pt x="1755" y="234"/>
                </a:cubicBezTo>
                <a:cubicBezTo>
                  <a:pt x="1756" y="235"/>
                  <a:pt x="1756" y="235"/>
                  <a:pt x="1756" y="235"/>
                </a:cubicBezTo>
                <a:cubicBezTo>
                  <a:pt x="1758" y="235"/>
                  <a:pt x="1758" y="235"/>
                  <a:pt x="1758" y="235"/>
                </a:cubicBezTo>
                <a:cubicBezTo>
                  <a:pt x="1758" y="235"/>
                  <a:pt x="1759" y="235"/>
                  <a:pt x="1759" y="235"/>
                </a:cubicBezTo>
                <a:cubicBezTo>
                  <a:pt x="1759" y="235"/>
                  <a:pt x="1760" y="235"/>
                  <a:pt x="1760" y="235"/>
                </a:cubicBezTo>
                <a:cubicBezTo>
                  <a:pt x="1760" y="235"/>
                  <a:pt x="1760" y="235"/>
                  <a:pt x="1760" y="235"/>
                </a:cubicBezTo>
                <a:cubicBezTo>
                  <a:pt x="1760" y="235"/>
                  <a:pt x="1760" y="235"/>
                  <a:pt x="1760" y="235"/>
                </a:cubicBezTo>
                <a:cubicBezTo>
                  <a:pt x="1761" y="235"/>
                  <a:pt x="1761" y="235"/>
                  <a:pt x="1761" y="235"/>
                </a:cubicBezTo>
                <a:cubicBezTo>
                  <a:pt x="1761" y="235"/>
                  <a:pt x="1761" y="235"/>
                  <a:pt x="1761" y="235"/>
                </a:cubicBezTo>
                <a:cubicBezTo>
                  <a:pt x="1761" y="235"/>
                  <a:pt x="1762" y="235"/>
                  <a:pt x="1762" y="235"/>
                </a:cubicBezTo>
                <a:cubicBezTo>
                  <a:pt x="1762" y="235"/>
                  <a:pt x="1762" y="235"/>
                  <a:pt x="1762" y="235"/>
                </a:cubicBezTo>
                <a:cubicBezTo>
                  <a:pt x="1762" y="235"/>
                  <a:pt x="1762" y="235"/>
                  <a:pt x="1763" y="235"/>
                </a:cubicBezTo>
                <a:cubicBezTo>
                  <a:pt x="1763" y="235"/>
                  <a:pt x="1763" y="235"/>
                  <a:pt x="1763" y="235"/>
                </a:cubicBezTo>
                <a:cubicBezTo>
                  <a:pt x="1763" y="235"/>
                  <a:pt x="1763" y="235"/>
                  <a:pt x="1763" y="235"/>
                </a:cubicBezTo>
                <a:cubicBezTo>
                  <a:pt x="1763" y="235"/>
                  <a:pt x="1764" y="235"/>
                  <a:pt x="1764" y="235"/>
                </a:cubicBezTo>
                <a:cubicBezTo>
                  <a:pt x="1764" y="235"/>
                  <a:pt x="1764" y="235"/>
                  <a:pt x="1764" y="235"/>
                </a:cubicBezTo>
                <a:cubicBezTo>
                  <a:pt x="1765" y="235"/>
                  <a:pt x="1765" y="235"/>
                  <a:pt x="1765" y="235"/>
                </a:cubicBezTo>
                <a:cubicBezTo>
                  <a:pt x="1767" y="234"/>
                  <a:pt x="1767" y="234"/>
                  <a:pt x="1767" y="234"/>
                </a:cubicBezTo>
                <a:cubicBezTo>
                  <a:pt x="1768" y="234"/>
                  <a:pt x="1768" y="233"/>
                  <a:pt x="1768" y="231"/>
                </a:cubicBezTo>
                <a:cubicBezTo>
                  <a:pt x="1768" y="231"/>
                  <a:pt x="1768" y="231"/>
                  <a:pt x="1768" y="230"/>
                </a:cubicBezTo>
                <a:cubicBezTo>
                  <a:pt x="1768" y="230"/>
                  <a:pt x="1768" y="230"/>
                  <a:pt x="1767" y="230"/>
                </a:cubicBezTo>
                <a:cubicBezTo>
                  <a:pt x="1767" y="229"/>
                  <a:pt x="1766" y="229"/>
                  <a:pt x="1766" y="229"/>
                </a:cubicBezTo>
                <a:cubicBezTo>
                  <a:pt x="1765" y="229"/>
                  <a:pt x="1765" y="228"/>
                  <a:pt x="1764" y="228"/>
                </a:cubicBezTo>
                <a:lnTo>
                  <a:pt x="1763" y="228"/>
                </a:lnTo>
                <a:close/>
                <a:moveTo>
                  <a:pt x="1805" y="228"/>
                </a:moveTo>
                <a:cubicBezTo>
                  <a:pt x="1803" y="228"/>
                  <a:pt x="1802" y="227"/>
                  <a:pt x="1800" y="227"/>
                </a:cubicBezTo>
                <a:cubicBezTo>
                  <a:pt x="1800" y="227"/>
                  <a:pt x="1799" y="227"/>
                  <a:pt x="1799" y="228"/>
                </a:cubicBezTo>
                <a:cubicBezTo>
                  <a:pt x="1799" y="228"/>
                  <a:pt x="1798" y="228"/>
                  <a:pt x="1798" y="228"/>
                </a:cubicBezTo>
                <a:cubicBezTo>
                  <a:pt x="1798" y="228"/>
                  <a:pt x="1797" y="228"/>
                  <a:pt x="1797" y="228"/>
                </a:cubicBezTo>
                <a:cubicBezTo>
                  <a:pt x="1797" y="228"/>
                  <a:pt x="1796" y="228"/>
                  <a:pt x="1796" y="228"/>
                </a:cubicBezTo>
                <a:cubicBezTo>
                  <a:pt x="1795" y="228"/>
                  <a:pt x="1795" y="229"/>
                  <a:pt x="1795" y="229"/>
                </a:cubicBezTo>
                <a:cubicBezTo>
                  <a:pt x="1794" y="229"/>
                  <a:pt x="1794" y="229"/>
                  <a:pt x="1794" y="230"/>
                </a:cubicBezTo>
                <a:cubicBezTo>
                  <a:pt x="1793" y="230"/>
                  <a:pt x="1793" y="230"/>
                  <a:pt x="1793" y="230"/>
                </a:cubicBezTo>
                <a:cubicBezTo>
                  <a:pt x="1793" y="231"/>
                  <a:pt x="1793" y="231"/>
                  <a:pt x="1793" y="232"/>
                </a:cubicBezTo>
                <a:cubicBezTo>
                  <a:pt x="1793" y="232"/>
                  <a:pt x="1793" y="233"/>
                  <a:pt x="1794" y="233"/>
                </a:cubicBezTo>
                <a:cubicBezTo>
                  <a:pt x="1794" y="233"/>
                  <a:pt x="1794" y="233"/>
                  <a:pt x="1794" y="233"/>
                </a:cubicBezTo>
                <a:cubicBezTo>
                  <a:pt x="1794" y="233"/>
                  <a:pt x="1795" y="234"/>
                  <a:pt x="1795" y="234"/>
                </a:cubicBezTo>
                <a:cubicBezTo>
                  <a:pt x="1795" y="234"/>
                  <a:pt x="1795" y="234"/>
                  <a:pt x="1796" y="234"/>
                </a:cubicBezTo>
                <a:cubicBezTo>
                  <a:pt x="1797" y="235"/>
                  <a:pt x="1797" y="235"/>
                  <a:pt x="1797" y="235"/>
                </a:cubicBezTo>
                <a:cubicBezTo>
                  <a:pt x="1798" y="235"/>
                  <a:pt x="1799" y="235"/>
                  <a:pt x="1800" y="235"/>
                </a:cubicBezTo>
                <a:cubicBezTo>
                  <a:pt x="1800" y="235"/>
                  <a:pt x="1800" y="235"/>
                  <a:pt x="1800" y="235"/>
                </a:cubicBezTo>
                <a:cubicBezTo>
                  <a:pt x="1801" y="235"/>
                  <a:pt x="1801" y="235"/>
                  <a:pt x="1801" y="235"/>
                </a:cubicBezTo>
                <a:cubicBezTo>
                  <a:pt x="1801" y="235"/>
                  <a:pt x="1801" y="235"/>
                  <a:pt x="1801" y="235"/>
                </a:cubicBezTo>
                <a:cubicBezTo>
                  <a:pt x="1801" y="235"/>
                  <a:pt x="1802" y="235"/>
                  <a:pt x="1802" y="235"/>
                </a:cubicBezTo>
                <a:cubicBezTo>
                  <a:pt x="1802" y="235"/>
                  <a:pt x="1802" y="235"/>
                  <a:pt x="1802" y="235"/>
                </a:cubicBezTo>
                <a:cubicBezTo>
                  <a:pt x="1802" y="235"/>
                  <a:pt x="1802" y="235"/>
                  <a:pt x="1802" y="235"/>
                </a:cubicBezTo>
                <a:cubicBezTo>
                  <a:pt x="1803" y="235"/>
                  <a:pt x="1803" y="235"/>
                  <a:pt x="1803" y="235"/>
                </a:cubicBezTo>
                <a:cubicBezTo>
                  <a:pt x="1803" y="235"/>
                  <a:pt x="1803" y="235"/>
                  <a:pt x="1803" y="235"/>
                </a:cubicBezTo>
                <a:cubicBezTo>
                  <a:pt x="1804" y="235"/>
                  <a:pt x="1804" y="235"/>
                  <a:pt x="1804" y="235"/>
                </a:cubicBezTo>
                <a:cubicBezTo>
                  <a:pt x="1804" y="235"/>
                  <a:pt x="1805" y="235"/>
                  <a:pt x="1805" y="235"/>
                </a:cubicBezTo>
                <a:cubicBezTo>
                  <a:pt x="1805" y="235"/>
                  <a:pt x="1805" y="235"/>
                  <a:pt x="1805" y="235"/>
                </a:cubicBezTo>
                <a:cubicBezTo>
                  <a:pt x="1806" y="235"/>
                  <a:pt x="1806" y="235"/>
                  <a:pt x="1806" y="235"/>
                </a:cubicBezTo>
                <a:cubicBezTo>
                  <a:pt x="1807" y="234"/>
                  <a:pt x="1807" y="234"/>
                  <a:pt x="1807" y="234"/>
                </a:cubicBezTo>
                <a:cubicBezTo>
                  <a:pt x="1808" y="234"/>
                  <a:pt x="1809" y="233"/>
                  <a:pt x="1809" y="231"/>
                </a:cubicBezTo>
                <a:cubicBezTo>
                  <a:pt x="1809" y="231"/>
                  <a:pt x="1809" y="231"/>
                  <a:pt x="1809" y="230"/>
                </a:cubicBezTo>
                <a:cubicBezTo>
                  <a:pt x="1808" y="230"/>
                  <a:pt x="1808" y="230"/>
                  <a:pt x="1808" y="230"/>
                </a:cubicBezTo>
                <a:cubicBezTo>
                  <a:pt x="1807" y="229"/>
                  <a:pt x="1807" y="229"/>
                  <a:pt x="1807" y="229"/>
                </a:cubicBezTo>
                <a:cubicBezTo>
                  <a:pt x="1806" y="229"/>
                  <a:pt x="1806" y="228"/>
                  <a:pt x="1805" y="228"/>
                </a:cubicBezTo>
                <a:cubicBezTo>
                  <a:pt x="1805" y="228"/>
                  <a:pt x="1806" y="228"/>
                  <a:pt x="1805" y="228"/>
                </a:cubicBezTo>
                <a:close/>
                <a:moveTo>
                  <a:pt x="2130" y="228"/>
                </a:moveTo>
                <a:cubicBezTo>
                  <a:pt x="2130" y="228"/>
                  <a:pt x="2130" y="228"/>
                  <a:pt x="2129" y="228"/>
                </a:cubicBezTo>
                <a:cubicBezTo>
                  <a:pt x="2129" y="228"/>
                  <a:pt x="2128" y="228"/>
                  <a:pt x="2128" y="228"/>
                </a:cubicBezTo>
                <a:cubicBezTo>
                  <a:pt x="2128" y="228"/>
                  <a:pt x="2127" y="228"/>
                  <a:pt x="2127" y="228"/>
                </a:cubicBezTo>
                <a:cubicBezTo>
                  <a:pt x="2126" y="227"/>
                  <a:pt x="2126" y="227"/>
                  <a:pt x="2126" y="227"/>
                </a:cubicBezTo>
                <a:cubicBezTo>
                  <a:pt x="2125" y="227"/>
                  <a:pt x="2125" y="227"/>
                  <a:pt x="2124" y="228"/>
                </a:cubicBezTo>
                <a:cubicBezTo>
                  <a:pt x="2124" y="228"/>
                  <a:pt x="2124" y="228"/>
                  <a:pt x="2123" y="228"/>
                </a:cubicBezTo>
                <a:cubicBezTo>
                  <a:pt x="2123" y="228"/>
                  <a:pt x="2123" y="228"/>
                  <a:pt x="2122" y="228"/>
                </a:cubicBezTo>
                <a:cubicBezTo>
                  <a:pt x="2122" y="228"/>
                  <a:pt x="2122" y="228"/>
                  <a:pt x="2121" y="228"/>
                </a:cubicBezTo>
                <a:cubicBezTo>
                  <a:pt x="2119" y="229"/>
                  <a:pt x="2118" y="230"/>
                  <a:pt x="2119" y="232"/>
                </a:cubicBezTo>
                <a:cubicBezTo>
                  <a:pt x="2119" y="232"/>
                  <a:pt x="2119" y="233"/>
                  <a:pt x="2119" y="233"/>
                </a:cubicBezTo>
                <a:cubicBezTo>
                  <a:pt x="2120" y="233"/>
                  <a:pt x="2120" y="233"/>
                  <a:pt x="2120" y="233"/>
                </a:cubicBezTo>
                <a:cubicBezTo>
                  <a:pt x="2120" y="233"/>
                  <a:pt x="2121" y="234"/>
                  <a:pt x="2121" y="234"/>
                </a:cubicBezTo>
                <a:cubicBezTo>
                  <a:pt x="2121" y="234"/>
                  <a:pt x="2121" y="234"/>
                  <a:pt x="2122" y="234"/>
                </a:cubicBezTo>
                <a:cubicBezTo>
                  <a:pt x="2123" y="235"/>
                  <a:pt x="2123" y="235"/>
                  <a:pt x="2123" y="235"/>
                </a:cubicBezTo>
                <a:cubicBezTo>
                  <a:pt x="2124" y="235"/>
                  <a:pt x="2125" y="235"/>
                  <a:pt x="2126" y="235"/>
                </a:cubicBezTo>
                <a:cubicBezTo>
                  <a:pt x="2126" y="235"/>
                  <a:pt x="2126" y="235"/>
                  <a:pt x="2126" y="235"/>
                </a:cubicBezTo>
                <a:cubicBezTo>
                  <a:pt x="2127" y="235"/>
                  <a:pt x="2127" y="235"/>
                  <a:pt x="2127" y="235"/>
                </a:cubicBezTo>
                <a:cubicBezTo>
                  <a:pt x="2127" y="235"/>
                  <a:pt x="2127" y="235"/>
                  <a:pt x="2127" y="235"/>
                </a:cubicBezTo>
                <a:cubicBezTo>
                  <a:pt x="2127" y="235"/>
                  <a:pt x="2128" y="235"/>
                  <a:pt x="2128" y="235"/>
                </a:cubicBezTo>
                <a:cubicBezTo>
                  <a:pt x="2128" y="235"/>
                  <a:pt x="2128" y="235"/>
                  <a:pt x="2128" y="235"/>
                </a:cubicBezTo>
                <a:cubicBezTo>
                  <a:pt x="2128" y="235"/>
                  <a:pt x="2128" y="235"/>
                  <a:pt x="2129" y="235"/>
                </a:cubicBezTo>
                <a:cubicBezTo>
                  <a:pt x="2129" y="235"/>
                  <a:pt x="2129" y="235"/>
                  <a:pt x="2129" y="235"/>
                </a:cubicBezTo>
                <a:cubicBezTo>
                  <a:pt x="2129" y="235"/>
                  <a:pt x="2129" y="235"/>
                  <a:pt x="2129" y="235"/>
                </a:cubicBezTo>
                <a:cubicBezTo>
                  <a:pt x="2130" y="235"/>
                  <a:pt x="2130" y="235"/>
                  <a:pt x="2130" y="235"/>
                </a:cubicBezTo>
                <a:cubicBezTo>
                  <a:pt x="2130" y="235"/>
                  <a:pt x="2131" y="235"/>
                  <a:pt x="2131" y="235"/>
                </a:cubicBezTo>
                <a:cubicBezTo>
                  <a:pt x="2131" y="235"/>
                  <a:pt x="2131" y="235"/>
                  <a:pt x="2131" y="235"/>
                </a:cubicBezTo>
                <a:cubicBezTo>
                  <a:pt x="2132" y="235"/>
                  <a:pt x="2132" y="235"/>
                  <a:pt x="2132" y="235"/>
                </a:cubicBezTo>
                <a:cubicBezTo>
                  <a:pt x="2133" y="234"/>
                  <a:pt x="2133" y="234"/>
                  <a:pt x="2133" y="234"/>
                </a:cubicBezTo>
                <a:cubicBezTo>
                  <a:pt x="2134" y="234"/>
                  <a:pt x="2135" y="233"/>
                  <a:pt x="2135" y="231"/>
                </a:cubicBezTo>
                <a:cubicBezTo>
                  <a:pt x="2135" y="231"/>
                  <a:pt x="2135" y="231"/>
                  <a:pt x="2134" y="230"/>
                </a:cubicBezTo>
                <a:cubicBezTo>
                  <a:pt x="2134" y="230"/>
                  <a:pt x="2134" y="230"/>
                  <a:pt x="2133" y="230"/>
                </a:cubicBezTo>
                <a:cubicBezTo>
                  <a:pt x="2133" y="229"/>
                  <a:pt x="2133" y="229"/>
                  <a:pt x="2132" y="229"/>
                </a:cubicBezTo>
                <a:cubicBezTo>
                  <a:pt x="2131" y="229"/>
                  <a:pt x="2131" y="228"/>
                  <a:pt x="2130" y="228"/>
                </a:cubicBezTo>
                <a:cubicBezTo>
                  <a:pt x="2130" y="228"/>
                  <a:pt x="2131" y="228"/>
                  <a:pt x="2130" y="228"/>
                </a:cubicBezTo>
                <a:close/>
                <a:moveTo>
                  <a:pt x="1112" y="228"/>
                </a:moveTo>
                <a:cubicBezTo>
                  <a:pt x="1111" y="228"/>
                  <a:pt x="1110" y="227"/>
                  <a:pt x="1109" y="227"/>
                </a:cubicBezTo>
                <a:cubicBezTo>
                  <a:pt x="1109" y="227"/>
                  <a:pt x="1108" y="227"/>
                  <a:pt x="1108" y="228"/>
                </a:cubicBezTo>
                <a:cubicBezTo>
                  <a:pt x="1107" y="228"/>
                  <a:pt x="1107" y="228"/>
                  <a:pt x="1107" y="228"/>
                </a:cubicBezTo>
                <a:cubicBezTo>
                  <a:pt x="1106" y="228"/>
                  <a:pt x="1106" y="228"/>
                  <a:pt x="1106" y="228"/>
                </a:cubicBezTo>
                <a:cubicBezTo>
                  <a:pt x="1105" y="228"/>
                  <a:pt x="1105" y="228"/>
                  <a:pt x="1105" y="228"/>
                </a:cubicBezTo>
                <a:cubicBezTo>
                  <a:pt x="1104" y="228"/>
                  <a:pt x="1104" y="229"/>
                  <a:pt x="1103" y="229"/>
                </a:cubicBezTo>
                <a:cubicBezTo>
                  <a:pt x="1103" y="229"/>
                  <a:pt x="1102" y="229"/>
                  <a:pt x="1102" y="230"/>
                </a:cubicBezTo>
                <a:cubicBezTo>
                  <a:pt x="1102" y="230"/>
                  <a:pt x="1101" y="230"/>
                  <a:pt x="1101" y="230"/>
                </a:cubicBezTo>
                <a:cubicBezTo>
                  <a:pt x="1101" y="231"/>
                  <a:pt x="1101" y="231"/>
                  <a:pt x="1101" y="232"/>
                </a:cubicBezTo>
                <a:cubicBezTo>
                  <a:pt x="1101" y="233"/>
                  <a:pt x="1102" y="234"/>
                  <a:pt x="1103" y="234"/>
                </a:cubicBezTo>
                <a:cubicBezTo>
                  <a:pt x="1104" y="235"/>
                  <a:pt x="1104" y="235"/>
                  <a:pt x="1104" y="235"/>
                </a:cubicBezTo>
                <a:cubicBezTo>
                  <a:pt x="1105" y="235"/>
                  <a:pt x="1106" y="235"/>
                  <a:pt x="1107" y="235"/>
                </a:cubicBezTo>
                <a:cubicBezTo>
                  <a:pt x="1107" y="235"/>
                  <a:pt x="1107" y="235"/>
                  <a:pt x="1108" y="235"/>
                </a:cubicBezTo>
                <a:cubicBezTo>
                  <a:pt x="1108" y="235"/>
                  <a:pt x="1108" y="235"/>
                  <a:pt x="1108" y="235"/>
                </a:cubicBezTo>
                <a:cubicBezTo>
                  <a:pt x="1108" y="235"/>
                  <a:pt x="1108" y="235"/>
                  <a:pt x="1108" y="235"/>
                </a:cubicBezTo>
                <a:cubicBezTo>
                  <a:pt x="1108" y="235"/>
                  <a:pt x="1109" y="235"/>
                  <a:pt x="1109" y="235"/>
                </a:cubicBezTo>
                <a:cubicBezTo>
                  <a:pt x="1109" y="235"/>
                  <a:pt x="1109" y="235"/>
                  <a:pt x="1109" y="235"/>
                </a:cubicBezTo>
                <a:cubicBezTo>
                  <a:pt x="1109" y="235"/>
                  <a:pt x="1109" y="235"/>
                  <a:pt x="1110" y="235"/>
                </a:cubicBezTo>
                <a:cubicBezTo>
                  <a:pt x="1110" y="235"/>
                  <a:pt x="1110" y="235"/>
                  <a:pt x="1110" y="235"/>
                </a:cubicBezTo>
                <a:cubicBezTo>
                  <a:pt x="1110" y="235"/>
                  <a:pt x="1110" y="235"/>
                  <a:pt x="1110" y="235"/>
                </a:cubicBezTo>
                <a:cubicBezTo>
                  <a:pt x="1111" y="235"/>
                  <a:pt x="1111" y="235"/>
                  <a:pt x="1111" y="235"/>
                </a:cubicBezTo>
                <a:cubicBezTo>
                  <a:pt x="1111" y="235"/>
                  <a:pt x="1111" y="235"/>
                  <a:pt x="1111" y="235"/>
                </a:cubicBezTo>
                <a:cubicBezTo>
                  <a:pt x="1111" y="235"/>
                  <a:pt x="1111" y="235"/>
                  <a:pt x="1112" y="235"/>
                </a:cubicBezTo>
                <a:cubicBezTo>
                  <a:pt x="1112" y="235"/>
                  <a:pt x="1112" y="235"/>
                  <a:pt x="1112" y="235"/>
                </a:cubicBezTo>
                <a:cubicBezTo>
                  <a:pt x="1113" y="235"/>
                  <a:pt x="1113" y="235"/>
                  <a:pt x="1113" y="235"/>
                </a:cubicBezTo>
                <a:cubicBezTo>
                  <a:pt x="1115" y="234"/>
                  <a:pt x="1115" y="234"/>
                  <a:pt x="1115" y="234"/>
                </a:cubicBezTo>
                <a:cubicBezTo>
                  <a:pt x="1116" y="234"/>
                  <a:pt x="1117" y="233"/>
                  <a:pt x="1117" y="231"/>
                </a:cubicBezTo>
                <a:cubicBezTo>
                  <a:pt x="1117" y="231"/>
                  <a:pt x="1117" y="231"/>
                  <a:pt x="1117" y="230"/>
                </a:cubicBezTo>
                <a:cubicBezTo>
                  <a:pt x="1117" y="230"/>
                  <a:pt x="1116" y="230"/>
                  <a:pt x="1116" y="230"/>
                </a:cubicBezTo>
                <a:cubicBezTo>
                  <a:pt x="1116" y="229"/>
                  <a:pt x="1116" y="229"/>
                  <a:pt x="1115" y="229"/>
                </a:cubicBezTo>
                <a:cubicBezTo>
                  <a:pt x="1115" y="229"/>
                  <a:pt x="1114" y="228"/>
                  <a:pt x="1114" y="228"/>
                </a:cubicBezTo>
                <a:lnTo>
                  <a:pt x="1112" y="228"/>
                </a:lnTo>
                <a:close/>
                <a:moveTo>
                  <a:pt x="1886" y="228"/>
                </a:moveTo>
                <a:cubicBezTo>
                  <a:pt x="1886" y="228"/>
                  <a:pt x="1886" y="228"/>
                  <a:pt x="1885" y="228"/>
                </a:cubicBezTo>
                <a:cubicBezTo>
                  <a:pt x="1885" y="228"/>
                  <a:pt x="1885" y="228"/>
                  <a:pt x="1884" y="228"/>
                </a:cubicBezTo>
                <a:cubicBezTo>
                  <a:pt x="1884" y="228"/>
                  <a:pt x="1883" y="228"/>
                  <a:pt x="1883" y="228"/>
                </a:cubicBezTo>
                <a:cubicBezTo>
                  <a:pt x="1883" y="227"/>
                  <a:pt x="1882" y="227"/>
                  <a:pt x="1882" y="227"/>
                </a:cubicBezTo>
                <a:cubicBezTo>
                  <a:pt x="1881" y="227"/>
                  <a:pt x="1881" y="227"/>
                  <a:pt x="1880" y="228"/>
                </a:cubicBezTo>
                <a:cubicBezTo>
                  <a:pt x="1880" y="228"/>
                  <a:pt x="1880" y="228"/>
                  <a:pt x="1879" y="228"/>
                </a:cubicBezTo>
                <a:cubicBezTo>
                  <a:pt x="1879" y="228"/>
                  <a:pt x="1879" y="228"/>
                  <a:pt x="1878" y="228"/>
                </a:cubicBezTo>
                <a:cubicBezTo>
                  <a:pt x="1878" y="228"/>
                  <a:pt x="1878" y="228"/>
                  <a:pt x="1877" y="228"/>
                </a:cubicBezTo>
                <a:cubicBezTo>
                  <a:pt x="1875" y="229"/>
                  <a:pt x="1874" y="230"/>
                  <a:pt x="1875" y="232"/>
                </a:cubicBezTo>
                <a:cubicBezTo>
                  <a:pt x="1875" y="232"/>
                  <a:pt x="1875" y="233"/>
                  <a:pt x="1875" y="233"/>
                </a:cubicBezTo>
                <a:cubicBezTo>
                  <a:pt x="1875" y="233"/>
                  <a:pt x="1875" y="233"/>
                  <a:pt x="1876" y="233"/>
                </a:cubicBezTo>
                <a:cubicBezTo>
                  <a:pt x="1876" y="233"/>
                  <a:pt x="1876" y="234"/>
                  <a:pt x="1876" y="234"/>
                </a:cubicBezTo>
                <a:cubicBezTo>
                  <a:pt x="1877" y="234"/>
                  <a:pt x="1877" y="234"/>
                  <a:pt x="1877" y="234"/>
                </a:cubicBezTo>
                <a:cubicBezTo>
                  <a:pt x="1879" y="235"/>
                  <a:pt x="1879" y="235"/>
                  <a:pt x="1879" y="235"/>
                </a:cubicBezTo>
                <a:cubicBezTo>
                  <a:pt x="1879" y="235"/>
                  <a:pt x="1881" y="235"/>
                  <a:pt x="1882" y="235"/>
                </a:cubicBezTo>
                <a:cubicBezTo>
                  <a:pt x="1882" y="235"/>
                  <a:pt x="1882" y="235"/>
                  <a:pt x="1882" y="235"/>
                </a:cubicBezTo>
                <a:cubicBezTo>
                  <a:pt x="1882" y="235"/>
                  <a:pt x="1882" y="235"/>
                  <a:pt x="1882" y="235"/>
                </a:cubicBezTo>
                <a:cubicBezTo>
                  <a:pt x="1882" y="235"/>
                  <a:pt x="1883" y="235"/>
                  <a:pt x="1883" y="235"/>
                </a:cubicBezTo>
                <a:cubicBezTo>
                  <a:pt x="1883" y="235"/>
                  <a:pt x="1883" y="235"/>
                  <a:pt x="1883" y="235"/>
                </a:cubicBezTo>
                <a:cubicBezTo>
                  <a:pt x="1883" y="235"/>
                  <a:pt x="1883" y="235"/>
                  <a:pt x="1884" y="235"/>
                </a:cubicBezTo>
                <a:cubicBezTo>
                  <a:pt x="1884" y="235"/>
                  <a:pt x="1884" y="235"/>
                  <a:pt x="1884" y="235"/>
                </a:cubicBezTo>
                <a:cubicBezTo>
                  <a:pt x="1884" y="235"/>
                  <a:pt x="1884" y="235"/>
                  <a:pt x="1884" y="235"/>
                </a:cubicBezTo>
                <a:cubicBezTo>
                  <a:pt x="1885" y="235"/>
                  <a:pt x="1885" y="235"/>
                  <a:pt x="1885" y="235"/>
                </a:cubicBezTo>
                <a:cubicBezTo>
                  <a:pt x="1885" y="235"/>
                  <a:pt x="1885" y="235"/>
                  <a:pt x="1886" y="235"/>
                </a:cubicBezTo>
                <a:cubicBezTo>
                  <a:pt x="1886" y="235"/>
                  <a:pt x="1886" y="235"/>
                  <a:pt x="1886" y="235"/>
                </a:cubicBezTo>
                <a:cubicBezTo>
                  <a:pt x="1887" y="235"/>
                  <a:pt x="1887" y="235"/>
                  <a:pt x="1887" y="235"/>
                </a:cubicBezTo>
                <a:cubicBezTo>
                  <a:pt x="1887" y="235"/>
                  <a:pt x="1887" y="235"/>
                  <a:pt x="1888" y="235"/>
                </a:cubicBezTo>
                <a:cubicBezTo>
                  <a:pt x="1889" y="234"/>
                  <a:pt x="1889" y="234"/>
                  <a:pt x="1889" y="234"/>
                </a:cubicBezTo>
                <a:cubicBezTo>
                  <a:pt x="1890" y="234"/>
                  <a:pt x="1890" y="233"/>
                  <a:pt x="1891" y="231"/>
                </a:cubicBezTo>
                <a:cubicBezTo>
                  <a:pt x="1891" y="231"/>
                  <a:pt x="1890" y="231"/>
                  <a:pt x="1890" y="230"/>
                </a:cubicBezTo>
                <a:cubicBezTo>
                  <a:pt x="1890" y="230"/>
                  <a:pt x="1890" y="230"/>
                  <a:pt x="1889" y="230"/>
                </a:cubicBezTo>
                <a:cubicBezTo>
                  <a:pt x="1889" y="229"/>
                  <a:pt x="1888" y="229"/>
                  <a:pt x="1888" y="229"/>
                </a:cubicBezTo>
                <a:cubicBezTo>
                  <a:pt x="1887" y="229"/>
                  <a:pt x="1887" y="228"/>
                  <a:pt x="1886" y="228"/>
                </a:cubicBezTo>
                <a:cubicBezTo>
                  <a:pt x="1886" y="228"/>
                  <a:pt x="1887" y="228"/>
                  <a:pt x="1886" y="228"/>
                </a:cubicBezTo>
                <a:close/>
                <a:moveTo>
                  <a:pt x="1926" y="228"/>
                </a:moveTo>
                <a:cubicBezTo>
                  <a:pt x="1924" y="228"/>
                  <a:pt x="1923" y="227"/>
                  <a:pt x="1922" y="227"/>
                </a:cubicBezTo>
                <a:cubicBezTo>
                  <a:pt x="1922" y="227"/>
                  <a:pt x="1921" y="227"/>
                  <a:pt x="1921" y="228"/>
                </a:cubicBezTo>
                <a:cubicBezTo>
                  <a:pt x="1921" y="228"/>
                  <a:pt x="1920" y="228"/>
                  <a:pt x="1920" y="228"/>
                </a:cubicBezTo>
                <a:cubicBezTo>
                  <a:pt x="1920" y="228"/>
                  <a:pt x="1919" y="228"/>
                  <a:pt x="1919" y="228"/>
                </a:cubicBezTo>
                <a:cubicBezTo>
                  <a:pt x="1919" y="228"/>
                  <a:pt x="1918" y="228"/>
                  <a:pt x="1918" y="228"/>
                </a:cubicBezTo>
                <a:cubicBezTo>
                  <a:pt x="1917" y="228"/>
                  <a:pt x="1917" y="229"/>
                  <a:pt x="1917" y="229"/>
                </a:cubicBezTo>
                <a:cubicBezTo>
                  <a:pt x="1916" y="229"/>
                  <a:pt x="1916" y="229"/>
                  <a:pt x="1916" y="230"/>
                </a:cubicBezTo>
                <a:cubicBezTo>
                  <a:pt x="1915" y="230"/>
                  <a:pt x="1915" y="230"/>
                  <a:pt x="1915" y="230"/>
                </a:cubicBezTo>
                <a:cubicBezTo>
                  <a:pt x="1915" y="231"/>
                  <a:pt x="1915" y="231"/>
                  <a:pt x="1915" y="232"/>
                </a:cubicBezTo>
                <a:cubicBezTo>
                  <a:pt x="1916" y="233"/>
                  <a:pt x="1917" y="234"/>
                  <a:pt x="1918" y="234"/>
                </a:cubicBezTo>
                <a:cubicBezTo>
                  <a:pt x="1919" y="235"/>
                  <a:pt x="1919" y="235"/>
                  <a:pt x="1919" y="235"/>
                </a:cubicBezTo>
                <a:cubicBezTo>
                  <a:pt x="1920" y="235"/>
                  <a:pt x="1921" y="235"/>
                  <a:pt x="1922" y="235"/>
                </a:cubicBezTo>
                <a:cubicBezTo>
                  <a:pt x="1922" y="235"/>
                  <a:pt x="1923" y="235"/>
                  <a:pt x="1923" y="235"/>
                </a:cubicBezTo>
                <a:cubicBezTo>
                  <a:pt x="1923" y="235"/>
                  <a:pt x="1923" y="235"/>
                  <a:pt x="1923" y="235"/>
                </a:cubicBezTo>
                <a:cubicBezTo>
                  <a:pt x="1923" y="235"/>
                  <a:pt x="1923" y="235"/>
                  <a:pt x="1924" y="235"/>
                </a:cubicBezTo>
                <a:cubicBezTo>
                  <a:pt x="1924" y="235"/>
                  <a:pt x="1924" y="235"/>
                  <a:pt x="1924" y="235"/>
                </a:cubicBezTo>
                <a:cubicBezTo>
                  <a:pt x="1924" y="235"/>
                  <a:pt x="1924" y="235"/>
                  <a:pt x="1924" y="235"/>
                </a:cubicBezTo>
                <a:cubicBezTo>
                  <a:pt x="1924" y="235"/>
                  <a:pt x="1925" y="235"/>
                  <a:pt x="1925" y="235"/>
                </a:cubicBezTo>
                <a:cubicBezTo>
                  <a:pt x="1925" y="235"/>
                  <a:pt x="1925" y="235"/>
                  <a:pt x="1925" y="235"/>
                </a:cubicBezTo>
                <a:cubicBezTo>
                  <a:pt x="1925" y="235"/>
                  <a:pt x="1925" y="235"/>
                  <a:pt x="1926" y="235"/>
                </a:cubicBezTo>
                <a:cubicBezTo>
                  <a:pt x="1926" y="235"/>
                  <a:pt x="1926" y="235"/>
                  <a:pt x="1926" y="235"/>
                </a:cubicBezTo>
                <a:cubicBezTo>
                  <a:pt x="1926" y="235"/>
                  <a:pt x="1926" y="235"/>
                  <a:pt x="1926" y="235"/>
                </a:cubicBezTo>
                <a:cubicBezTo>
                  <a:pt x="1926" y="235"/>
                  <a:pt x="1927" y="235"/>
                  <a:pt x="1927" y="235"/>
                </a:cubicBezTo>
                <a:cubicBezTo>
                  <a:pt x="1927" y="235"/>
                  <a:pt x="1927" y="235"/>
                  <a:pt x="1927" y="235"/>
                </a:cubicBezTo>
                <a:cubicBezTo>
                  <a:pt x="1928" y="235"/>
                  <a:pt x="1928" y="235"/>
                  <a:pt x="1928" y="235"/>
                </a:cubicBezTo>
                <a:cubicBezTo>
                  <a:pt x="1929" y="234"/>
                  <a:pt x="1929" y="234"/>
                  <a:pt x="1929" y="234"/>
                </a:cubicBezTo>
                <a:cubicBezTo>
                  <a:pt x="1931" y="234"/>
                  <a:pt x="1931" y="233"/>
                  <a:pt x="1931" y="231"/>
                </a:cubicBezTo>
                <a:cubicBezTo>
                  <a:pt x="1931" y="231"/>
                  <a:pt x="1931" y="231"/>
                  <a:pt x="1931" y="230"/>
                </a:cubicBezTo>
                <a:cubicBezTo>
                  <a:pt x="1931" y="230"/>
                  <a:pt x="1930" y="230"/>
                  <a:pt x="1930" y="230"/>
                </a:cubicBezTo>
                <a:cubicBezTo>
                  <a:pt x="1930" y="229"/>
                  <a:pt x="1929" y="229"/>
                  <a:pt x="1929" y="229"/>
                </a:cubicBezTo>
                <a:cubicBezTo>
                  <a:pt x="1928" y="229"/>
                  <a:pt x="1928" y="228"/>
                  <a:pt x="1927" y="228"/>
                </a:cubicBezTo>
                <a:lnTo>
                  <a:pt x="1926" y="228"/>
                </a:lnTo>
                <a:close/>
                <a:moveTo>
                  <a:pt x="2171" y="228"/>
                </a:moveTo>
                <a:cubicBezTo>
                  <a:pt x="2170" y="228"/>
                  <a:pt x="2169" y="228"/>
                  <a:pt x="2168" y="228"/>
                </a:cubicBezTo>
                <a:cubicBezTo>
                  <a:pt x="2168" y="228"/>
                  <a:pt x="2168" y="228"/>
                  <a:pt x="2168" y="228"/>
                </a:cubicBezTo>
                <a:cubicBezTo>
                  <a:pt x="2167" y="228"/>
                  <a:pt x="2167" y="227"/>
                  <a:pt x="2167" y="227"/>
                </a:cubicBezTo>
                <a:cubicBezTo>
                  <a:pt x="2167" y="227"/>
                  <a:pt x="2167" y="227"/>
                  <a:pt x="2167" y="227"/>
                </a:cubicBezTo>
                <a:cubicBezTo>
                  <a:pt x="2167" y="227"/>
                  <a:pt x="2166" y="227"/>
                  <a:pt x="2166" y="227"/>
                </a:cubicBezTo>
                <a:cubicBezTo>
                  <a:pt x="2166" y="227"/>
                  <a:pt x="2165" y="227"/>
                  <a:pt x="2165" y="228"/>
                </a:cubicBezTo>
                <a:cubicBezTo>
                  <a:pt x="2165" y="228"/>
                  <a:pt x="2164" y="228"/>
                  <a:pt x="2164" y="228"/>
                </a:cubicBezTo>
                <a:cubicBezTo>
                  <a:pt x="2164" y="228"/>
                  <a:pt x="2163" y="228"/>
                  <a:pt x="2163" y="228"/>
                </a:cubicBezTo>
                <a:cubicBezTo>
                  <a:pt x="2163" y="228"/>
                  <a:pt x="2162" y="228"/>
                  <a:pt x="2162" y="228"/>
                </a:cubicBezTo>
                <a:cubicBezTo>
                  <a:pt x="2160" y="229"/>
                  <a:pt x="2159" y="230"/>
                  <a:pt x="2160" y="232"/>
                </a:cubicBezTo>
                <a:cubicBezTo>
                  <a:pt x="2160" y="232"/>
                  <a:pt x="2160" y="233"/>
                  <a:pt x="2160" y="233"/>
                </a:cubicBezTo>
                <a:cubicBezTo>
                  <a:pt x="2160" y="233"/>
                  <a:pt x="2160" y="233"/>
                  <a:pt x="2161" y="233"/>
                </a:cubicBezTo>
                <a:cubicBezTo>
                  <a:pt x="2161" y="233"/>
                  <a:pt x="2161" y="234"/>
                  <a:pt x="2162" y="234"/>
                </a:cubicBezTo>
                <a:cubicBezTo>
                  <a:pt x="2162" y="234"/>
                  <a:pt x="2162" y="234"/>
                  <a:pt x="2162" y="234"/>
                </a:cubicBezTo>
                <a:cubicBezTo>
                  <a:pt x="2164" y="235"/>
                  <a:pt x="2164" y="235"/>
                  <a:pt x="2164" y="235"/>
                </a:cubicBezTo>
                <a:cubicBezTo>
                  <a:pt x="2165" y="235"/>
                  <a:pt x="2166" y="235"/>
                  <a:pt x="2167" y="235"/>
                </a:cubicBezTo>
                <a:cubicBezTo>
                  <a:pt x="2167" y="235"/>
                  <a:pt x="2167" y="235"/>
                  <a:pt x="2167" y="235"/>
                </a:cubicBezTo>
                <a:cubicBezTo>
                  <a:pt x="2167" y="235"/>
                  <a:pt x="2168" y="235"/>
                  <a:pt x="2168" y="235"/>
                </a:cubicBezTo>
                <a:cubicBezTo>
                  <a:pt x="2168" y="235"/>
                  <a:pt x="2168" y="235"/>
                  <a:pt x="2168" y="235"/>
                </a:cubicBezTo>
                <a:cubicBezTo>
                  <a:pt x="2168" y="235"/>
                  <a:pt x="2168" y="235"/>
                  <a:pt x="2168" y="235"/>
                </a:cubicBezTo>
                <a:cubicBezTo>
                  <a:pt x="2169" y="235"/>
                  <a:pt x="2169" y="235"/>
                  <a:pt x="2169" y="235"/>
                </a:cubicBezTo>
                <a:cubicBezTo>
                  <a:pt x="2169" y="235"/>
                  <a:pt x="2169" y="235"/>
                  <a:pt x="2169" y="235"/>
                </a:cubicBezTo>
                <a:cubicBezTo>
                  <a:pt x="2169" y="235"/>
                  <a:pt x="2170" y="235"/>
                  <a:pt x="2170" y="235"/>
                </a:cubicBezTo>
                <a:cubicBezTo>
                  <a:pt x="2170" y="235"/>
                  <a:pt x="2170" y="235"/>
                  <a:pt x="2170" y="235"/>
                </a:cubicBezTo>
                <a:cubicBezTo>
                  <a:pt x="2170" y="235"/>
                  <a:pt x="2171" y="235"/>
                  <a:pt x="2171" y="235"/>
                </a:cubicBezTo>
                <a:cubicBezTo>
                  <a:pt x="2171" y="235"/>
                  <a:pt x="2171" y="235"/>
                  <a:pt x="2172" y="235"/>
                </a:cubicBezTo>
                <a:cubicBezTo>
                  <a:pt x="2172" y="235"/>
                  <a:pt x="2172" y="235"/>
                  <a:pt x="2172" y="235"/>
                </a:cubicBezTo>
                <a:cubicBezTo>
                  <a:pt x="2172" y="235"/>
                  <a:pt x="2173" y="235"/>
                  <a:pt x="2173" y="235"/>
                </a:cubicBezTo>
                <a:cubicBezTo>
                  <a:pt x="2174" y="234"/>
                  <a:pt x="2174" y="234"/>
                  <a:pt x="2174" y="234"/>
                </a:cubicBezTo>
                <a:cubicBezTo>
                  <a:pt x="2175" y="234"/>
                  <a:pt x="2176" y="233"/>
                  <a:pt x="2176" y="231"/>
                </a:cubicBezTo>
                <a:cubicBezTo>
                  <a:pt x="2175" y="231"/>
                  <a:pt x="2175" y="231"/>
                  <a:pt x="2175" y="230"/>
                </a:cubicBezTo>
                <a:cubicBezTo>
                  <a:pt x="2175" y="230"/>
                  <a:pt x="2174" y="230"/>
                  <a:pt x="2174" y="230"/>
                </a:cubicBezTo>
                <a:cubicBezTo>
                  <a:pt x="2174" y="229"/>
                  <a:pt x="2173" y="229"/>
                  <a:pt x="2173" y="229"/>
                </a:cubicBezTo>
                <a:cubicBezTo>
                  <a:pt x="2172" y="229"/>
                  <a:pt x="2172" y="228"/>
                  <a:pt x="2171" y="228"/>
                </a:cubicBezTo>
                <a:cubicBezTo>
                  <a:pt x="2171" y="228"/>
                  <a:pt x="2172" y="228"/>
                  <a:pt x="2171" y="228"/>
                </a:cubicBezTo>
                <a:close/>
                <a:moveTo>
                  <a:pt x="1154" y="228"/>
                </a:moveTo>
                <a:cubicBezTo>
                  <a:pt x="1153" y="228"/>
                  <a:pt x="1151" y="227"/>
                  <a:pt x="1150" y="227"/>
                </a:cubicBezTo>
                <a:cubicBezTo>
                  <a:pt x="1149" y="227"/>
                  <a:pt x="1149" y="227"/>
                  <a:pt x="1149" y="228"/>
                </a:cubicBezTo>
                <a:cubicBezTo>
                  <a:pt x="1148" y="228"/>
                  <a:pt x="1148" y="228"/>
                  <a:pt x="1147" y="228"/>
                </a:cubicBezTo>
                <a:cubicBezTo>
                  <a:pt x="1147" y="228"/>
                  <a:pt x="1147" y="228"/>
                  <a:pt x="1146" y="228"/>
                </a:cubicBezTo>
                <a:cubicBezTo>
                  <a:pt x="1146" y="228"/>
                  <a:pt x="1146" y="228"/>
                  <a:pt x="1145" y="228"/>
                </a:cubicBezTo>
                <a:cubicBezTo>
                  <a:pt x="1143" y="229"/>
                  <a:pt x="1141" y="230"/>
                  <a:pt x="1142" y="232"/>
                </a:cubicBezTo>
                <a:cubicBezTo>
                  <a:pt x="1142" y="232"/>
                  <a:pt x="1142" y="233"/>
                  <a:pt x="1142" y="233"/>
                </a:cubicBezTo>
                <a:cubicBezTo>
                  <a:pt x="1142" y="233"/>
                  <a:pt x="1142" y="233"/>
                  <a:pt x="1142" y="233"/>
                </a:cubicBezTo>
                <a:cubicBezTo>
                  <a:pt x="1143" y="233"/>
                  <a:pt x="1143" y="234"/>
                  <a:pt x="1143" y="234"/>
                </a:cubicBezTo>
                <a:cubicBezTo>
                  <a:pt x="1143" y="234"/>
                  <a:pt x="1144" y="234"/>
                  <a:pt x="1144" y="234"/>
                </a:cubicBezTo>
                <a:cubicBezTo>
                  <a:pt x="1145" y="235"/>
                  <a:pt x="1145" y="235"/>
                  <a:pt x="1145" y="235"/>
                </a:cubicBezTo>
                <a:cubicBezTo>
                  <a:pt x="1146" y="235"/>
                  <a:pt x="1147" y="235"/>
                  <a:pt x="1148" y="235"/>
                </a:cubicBezTo>
                <a:cubicBezTo>
                  <a:pt x="1148" y="235"/>
                  <a:pt x="1148" y="235"/>
                  <a:pt x="1148" y="235"/>
                </a:cubicBezTo>
                <a:cubicBezTo>
                  <a:pt x="1148" y="235"/>
                  <a:pt x="1149" y="235"/>
                  <a:pt x="1149" y="235"/>
                </a:cubicBezTo>
                <a:cubicBezTo>
                  <a:pt x="1149" y="235"/>
                  <a:pt x="1149" y="235"/>
                  <a:pt x="1149" y="235"/>
                </a:cubicBezTo>
                <a:cubicBezTo>
                  <a:pt x="1149" y="235"/>
                  <a:pt x="1149" y="235"/>
                  <a:pt x="1150" y="235"/>
                </a:cubicBezTo>
                <a:cubicBezTo>
                  <a:pt x="1150" y="235"/>
                  <a:pt x="1150" y="235"/>
                  <a:pt x="1150" y="235"/>
                </a:cubicBezTo>
                <a:cubicBezTo>
                  <a:pt x="1150" y="235"/>
                  <a:pt x="1150" y="235"/>
                  <a:pt x="1150" y="235"/>
                </a:cubicBezTo>
                <a:cubicBezTo>
                  <a:pt x="1150" y="235"/>
                  <a:pt x="1151" y="235"/>
                  <a:pt x="1151" y="235"/>
                </a:cubicBezTo>
                <a:cubicBezTo>
                  <a:pt x="1151" y="235"/>
                  <a:pt x="1151" y="235"/>
                  <a:pt x="1151" y="235"/>
                </a:cubicBezTo>
                <a:cubicBezTo>
                  <a:pt x="1151" y="235"/>
                  <a:pt x="1152" y="235"/>
                  <a:pt x="1152" y="235"/>
                </a:cubicBezTo>
                <a:cubicBezTo>
                  <a:pt x="1152" y="235"/>
                  <a:pt x="1152" y="235"/>
                  <a:pt x="1153" y="235"/>
                </a:cubicBezTo>
                <a:cubicBezTo>
                  <a:pt x="1153" y="235"/>
                  <a:pt x="1153" y="235"/>
                  <a:pt x="1153" y="235"/>
                </a:cubicBezTo>
                <a:cubicBezTo>
                  <a:pt x="1154" y="235"/>
                  <a:pt x="1154" y="235"/>
                  <a:pt x="1154" y="235"/>
                </a:cubicBezTo>
                <a:cubicBezTo>
                  <a:pt x="1155" y="234"/>
                  <a:pt x="1155" y="234"/>
                  <a:pt x="1155" y="234"/>
                </a:cubicBezTo>
                <a:cubicBezTo>
                  <a:pt x="1157" y="234"/>
                  <a:pt x="1157" y="233"/>
                  <a:pt x="1158" y="231"/>
                </a:cubicBezTo>
                <a:cubicBezTo>
                  <a:pt x="1158" y="231"/>
                  <a:pt x="1158" y="231"/>
                  <a:pt x="1158" y="230"/>
                </a:cubicBezTo>
                <a:cubicBezTo>
                  <a:pt x="1157" y="230"/>
                  <a:pt x="1157" y="230"/>
                  <a:pt x="1157" y="230"/>
                </a:cubicBezTo>
                <a:cubicBezTo>
                  <a:pt x="1157" y="229"/>
                  <a:pt x="1156" y="229"/>
                  <a:pt x="1156" y="229"/>
                </a:cubicBezTo>
                <a:cubicBezTo>
                  <a:pt x="1155" y="229"/>
                  <a:pt x="1155" y="228"/>
                  <a:pt x="1154" y="228"/>
                </a:cubicBezTo>
                <a:cubicBezTo>
                  <a:pt x="1154" y="228"/>
                  <a:pt x="1155" y="228"/>
                  <a:pt x="1154" y="228"/>
                </a:cubicBezTo>
                <a:close/>
                <a:moveTo>
                  <a:pt x="1600" y="228"/>
                </a:moveTo>
                <a:cubicBezTo>
                  <a:pt x="1599" y="228"/>
                  <a:pt x="1598" y="227"/>
                  <a:pt x="1597" y="227"/>
                </a:cubicBezTo>
                <a:cubicBezTo>
                  <a:pt x="1597" y="227"/>
                  <a:pt x="1596" y="227"/>
                  <a:pt x="1596" y="228"/>
                </a:cubicBezTo>
                <a:cubicBezTo>
                  <a:pt x="1595" y="228"/>
                  <a:pt x="1595" y="228"/>
                  <a:pt x="1595" y="228"/>
                </a:cubicBezTo>
                <a:cubicBezTo>
                  <a:pt x="1594" y="228"/>
                  <a:pt x="1594" y="228"/>
                  <a:pt x="1594" y="228"/>
                </a:cubicBezTo>
                <a:cubicBezTo>
                  <a:pt x="1593" y="228"/>
                  <a:pt x="1593" y="228"/>
                  <a:pt x="1593" y="228"/>
                </a:cubicBezTo>
                <a:cubicBezTo>
                  <a:pt x="1591" y="229"/>
                  <a:pt x="1589" y="230"/>
                  <a:pt x="1590" y="232"/>
                </a:cubicBezTo>
                <a:cubicBezTo>
                  <a:pt x="1590" y="232"/>
                  <a:pt x="1590" y="233"/>
                  <a:pt x="1590" y="233"/>
                </a:cubicBezTo>
                <a:cubicBezTo>
                  <a:pt x="1590" y="233"/>
                  <a:pt x="1590" y="233"/>
                  <a:pt x="1590" y="233"/>
                </a:cubicBezTo>
                <a:cubicBezTo>
                  <a:pt x="1591" y="233"/>
                  <a:pt x="1591" y="234"/>
                  <a:pt x="1591" y="234"/>
                </a:cubicBezTo>
                <a:cubicBezTo>
                  <a:pt x="1591" y="234"/>
                  <a:pt x="1592" y="234"/>
                  <a:pt x="1592" y="234"/>
                </a:cubicBezTo>
                <a:cubicBezTo>
                  <a:pt x="1593" y="235"/>
                  <a:pt x="1593" y="235"/>
                  <a:pt x="1593" y="235"/>
                </a:cubicBezTo>
                <a:cubicBezTo>
                  <a:pt x="1594" y="235"/>
                  <a:pt x="1595" y="235"/>
                  <a:pt x="1596" y="235"/>
                </a:cubicBezTo>
                <a:cubicBezTo>
                  <a:pt x="1596" y="235"/>
                  <a:pt x="1597" y="235"/>
                  <a:pt x="1597" y="235"/>
                </a:cubicBezTo>
                <a:cubicBezTo>
                  <a:pt x="1597" y="235"/>
                  <a:pt x="1597" y="235"/>
                  <a:pt x="1597" y="235"/>
                </a:cubicBezTo>
                <a:cubicBezTo>
                  <a:pt x="1597" y="235"/>
                  <a:pt x="1597" y="235"/>
                  <a:pt x="1597" y="235"/>
                </a:cubicBezTo>
                <a:cubicBezTo>
                  <a:pt x="1598" y="235"/>
                  <a:pt x="1598" y="235"/>
                  <a:pt x="1598" y="235"/>
                </a:cubicBezTo>
                <a:cubicBezTo>
                  <a:pt x="1598" y="235"/>
                  <a:pt x="1598" y="235"/>
                  <a:pt x="1598" y="235"/>
                </a:cubicBezTo>
                <a:cubicBezTo>
                  <a:pt x="1598" y="235"/>
                  <a:pt x="1599" y="235"/>
                  <a:pt x="1599" y="235"/>
                </a:cubicBezTo>
                <a:cubicBezTo>
                  <a:pt x="1599" y="235"/>
                  <a:pt x="1599" y="235"/>
                  <a:pt x="1599" y="235"/>
                </a:cubicBezTo>
                <a:cubicBezTo>
                  <a:pt x="1599" y="235"/>
                  <a:pt x="1599" y="235"/>
                  <a:pt x="1600" y="235"/>
                </a:cubicBezTo>
                <a:cubicBezTo>
                  <a:pt x="1600" y="235"/>
                  <a:pt x="1600" y="235"/>
                  <a:pt x="1600" y="235"/>
                </a:cubicBezTo>
                <a:cubicBezTo>
                  <a:pt x="1600" y="235"/>
                  <a:pt x="1600" y="235"/>
                  <a:pt x="1600" y="235"/>
                </a:cubicBezTo>
                <a:cubicBezTo>
                  <a:pt x="1600" y="235"/>
                  <a:pt x="1601" y="235"/>
                  <a:pt x="1601" y="235"/>
                </a:cubicBezTo>
                <a:cubicBezTo>
                  <a:pt x="1601" y="235"/>
                  <a:pt x="1601" y="235"/>
                  <a:pt x="1601" y="235"/>
                </a:cubicBezTo>
                <a:cubicBezTo>
                  <a:pt x="1602" y="235"/>
                  <a:pt x="1602" y="235"/>
                  <a:pt x="1602" y="235"/>
                </a:cubicBezTo>
                <a:cubicBezTo>
                  <a:pt x="1604" y="234"/>
                  <a:pt x="1604" y="234"/>
                  <a:pt x="1604" y="234"/>
                </a:cubicBezTo>
                <a:cubicBezTo>
                  <a:pt x="1605" y="234"/>
                  <a:pt x="1605" y="233"/>
                  <a:pt x="1606" y="231"/>
                </a:cubicBezTo>
                <a:cubicBezTo>
                  <a:pt x="1606" y="231"/>
                  <a:pt x="1606" y="231"/>
                  <a:pt x="1605" y="231"/>
                </a:cubicBezTo>
                <a:cubicBezTo>
                  <a:pt x="1605" y="230"/>
                  <a:pt x="1605" y="230"/>
                  <a:pt x="1605" y="230"/>
                </a:cubicBezTo>
                <a:cubicBezTo>
                  <a:pt x="1605" y="230"/>
                  <a:pt x="1604" y="229"/>
                  <a:pt x="1604" y="229"/>
                </a:cubicBezTo>
                <a:cubicBezTo>
                  <a:pt x="1604" y="229"/>
                  <a:pt x="1603" y="229"/>
                  <a:pt x="1603" y="229"/>
                </a:cubicBezTo>
                <a:cubicBezTo>
                  <a:pt x="1602" y="228"/>
                  <a:pt x="1602" y="228"/>
                  <a:pt x="1602" y="228"/>
                </a:cubicBezTo>
                <a:lnTo>
                  <a:pt x="1600" y="228"/>
                </a:lnTo>
                <a:close/>
                <a:moveTo>
                  <a:pt x="2090" y="228"/>
                </a:moveTo>
                <a:cubicBezTo>
                  <a:pt x="2089" y="228"/>
                  <a:pt x="2088" y="228"/>
                  <a:pt x="2087" y="228"/>
                </a:cubicBezTo>
                <a:cubicBezTo>
                  <a:pt x="2086" y="228"/>
                  <a:pt x="2086" y="228"/>
                  <a:pt x="2086" y="228"/>
                </a:cubicBezTo>
                <a:cubicBezTo>
                  <a:pt x="2086" y="228"/>
                  <a:pt x="2086" y="227"/>
                  <a:pt x="2086" y="227"/>
                </a:cubicBezTo>
                <a:cubicBezTo>
                  <a:pt x="2086" y="227"/>
                  <a:pt x="2086" y="227"/>
                  <a:pt x="2085" y="227"/>
                </a:cubicBezTo>
                <a:cubicBezTo>
                  <a:pt x="2085" y="227"/>
                  <a:pt x="2085" y="227"/>
                  <a:pt x="2085" y="227"/>
                </a:cubicBezTo>
                <a:cubicBezTo>
                  <a:pt x="2085" y="227"/>
                  <a:pt x="2084" y="227"/>
                  <a:pt x="2084" y="228"/>
                </a:cubicBezTo>
                <a:cubicBezTo>
                  <a:pt x="2083" y="228"/>
                  <a:pt x="2083" y="228"/>
                  <a:pt x="2083" y="228"/>
                </a:cubicBezTo>
                <a:cubicBezTo>
                  <a:pt x="2082" y="228"/>
                  <a:pt x="2082" y="228"/>
                  <a:pt x="2082" y="228"/>
                </a:cubicBezTo>
                <a:cubicBezTo>
                  <a:pt x="2081" y="228"/>
                  <a:pt x="2081" y="228"/>
                  <a:pt x="2081" y="228"/>
                </a:cubicBezTo>
                <a:cubicBezTo>
                  <a:pt x="2080" y="228"/>
                  <a:pt x="2080" y="229"/>
                  <a:pt x="2079" y="229"/>
                </a:cubicBezTo>
                <a:cubicBezTo>
                  <a:pt x="2079" y="229"/>
                  <a:pt x="2079" y="229"/>
                  <a:pt x="2078" y="230"/>
                </a:cubicBezTo>
                <a:cubicBezTo>
                  <a:pt x="2078" y="230"/>
                  <a:pt x="2078" y="230"/>
                  <a:pt x="2078" y="230"/>
                </a:cubicBezTo>
                <a:cubicBezTo>
                  <a:pt x="2078" y="231"/>
                  <a:pt x="2078" y="231"/>
                  <a:pt x="2078" y="232"/>
                </a:cubicBezTo>
                <a:cubicBezTo>
                  <a:pt x="2078" y="232"/>
                  <a:pt x="2078" y="233"/>
                  <a:pt x="2079" y="233"/>
                </a:cubicBezTo>
                <a:cubicBezTo>
                  <a:pt x="2079" y="233"/>
                  <a:pt x="2079" y="233"/>
                  <a:pt x="2079" y="233"/>
                </a:cubicBezTo>
                <a:cubicBezTo>
                  <a:pt x="2080" y="233"/>
                  <a:pt x="2080" y="234"/>
                  <a:pt x="2080" y="234"/>
                </a:cubicBezTo>
                <a:cubicBezTo>
                  <a:pt x="2080" y="234"/>
                  <a:pt x="2081" y="234"/>
                  <a:pt x="2081" y="234"/>
                </a:cubicBezTo>
                <a:cubicBezTo>
                  <a:pt x="2082" y="235"/>
                  <a:pt x="2082" y="235"/>
                  <a:pt x="2082" y="235"/>
                </a:cubicBezTo>
                <a:cubicBezTo>
                  <a:pt x="2083" y="235"/>
                  <a:pt x="2084" y="235"/>
                  <a:pt x="2085" y="235"/>
                </a:cubicBezTo>
                <a:cubicBezTo>
                  <a:pt x="2085" y="235"/>
                  <a:pt x="2086" y="235"/>
                  <a:pt x="2086" y="235"/>
                </a:cubicBezTo>
                <a:cubicBezTo>
                  <a:pt x="2086" y="235"/>
                  <a:pt x="2086" y="235"/>
                  <a:pt x="2086" y="235"/>
                </a:cubicBezTo>
                <a:cubicBezTo>
                  <a:pt x="2086" y="235"/>
                  <a:pt x="2086" y="235"/>
                  <a:pt x="2087" y="235"/>
                </a:cubicBezTo>
                <a:cubicBezTo>
                  <a:pt x="2087" y="235"/>
                  <a:pt x="2087" y="235"/>
                  <a:pt x="2087" y="235"/>
                </a:cubicBezTo>
                <a:cubicBezTo>
                  <a:pt x="2087" y="235"/>
                  <a:pt x="2087" y="235"/>
                  <a:pt x="2087" y="235"/>
                </a:cubicBezTo>
                <a:cubicBezTo>
                  <a:pt x="2088" y="235"/>
                  <a:pt x="2088" y="235"/>
                  <a:pt x="2088" y="235"/>
                </a:cubicBezTo>
                <a:cubicBezTo>
                  <a:pt x="2088" y="235"/>
                  <a:pt x="2088" y="235"/>
                  <a:pt x="2088" y="235"/>
                </a:cubicBezTo>
                <a:cubicBezTo>
                  <a:pt x="2088" y="235"/>
                  <a:pt x="2088" y="235"/>
                  <a:pt x="2089" y="235"/>
                </a:cubicBezTo>
                <a:cubicBezTo>
                  <a:pt x="2089" y="235"/>
                  <a:pt x="2089" y="235"/>
                  <a:pt x="2089" y="235"/>
                </a:cubicBezTo>
                <a:cubicBezTo>
                  <a:pt x="2090" y="235"/>
                  <a:pt x="2090" y="235"/>
                  <a:pt x="2090" y="235"/>
                </a:cubicBezTo>
                <a:cubicBezTo>
                  <a:pt x="2090" y="235"/>
                  <a:pt x="2091" y="235"/>
                  <a:pt x="2091" y="235"/>
                </a:cubicBezTo>
                <a:cubicBezTo>
                  <a:pt x="2091" y="235"/>
                  <a:pt x="2091" y="235"/>
                  <a:pt x="2091" y="235"/>
                </a:cubicBezTo>
                <a:cubicBezTo>
                  <a:pt x="2092" y="234"/>
                  <a:pt x="2092" y="234"/>
                  <a:pt x="2092" y="234"/>
                </a:cubicBezTo>
                <a:cubicBezTo>
                  <a:pt x="2094" y="234"/>
                  <a:pt x="2094" y="233"/>
                  <a:pt x="2094" y="231"/>
                </a:cubicBezTo>
                <a:cubicBezTo>
                  <a:pt x="2094" y="231"/>
                  <a:pt x="2094" y="231"/>
                  <a:pt x="2094" y="230"/>
                </a:cubicBezTo>
                <a:cubicBezTo>
                  <a:pt x="2093" y="230"/>
                  <a:pt x="2093" y="230"/>
                  <a:pt x="2093" y="230"/>
                </a:cubicBezTo>
                <a:cubicBezTo>
                  <a:pt x="2092" y="229"/>
                  <a:pt x="2092" y="229"/>
                  <a:pt x="2091" y="229"/>
                </a:cubicBezTo>
                <a:cubicBezTo>
                  <a:pt x="2091" y="229"/>
                  <a:pt x="2090" y="228"/>
                  <a:pt x="2090" y="228"/>
                </a:cubicBezTo>
                <a:cubicBezTo>
                  <a:pt x="2089" y="228"/>
                  <a:pt x="2090" y="228"/>
                  <a:pt x="2090" y="228"/>
                </a:cubicBezTo>
                <a:close/>
                <a:moveTo>
                  <a:pt x="1358" y="228"/>
                </a:moveTo>
                <a:cubicBezTo>
                  <a:pt x="1357" y="228"/>
                  <a:pt x="1356" y="228"/>
                  <a:pt x="1355" y="228"/>
                </a:cubicBezTo>
                <a:cubicBezTo>
                  <a:pt x="1355" y="228"/>
                  <a:pt x="1354" y="228"/>
                  <a:pt x="1354" y="228"/>
                </a:cubicBezTo>
                <a:cubicBezTo>
                  <a:pt x="1354" y="228"/>
                  <a:pt x="1354" y="227"/>
                  <a:pt x="1354" y="227"/>
                </a:cubicBezTo>
                <a:cubicBezTo>
                  <a:pt x="1354" y="227"/>
                  <a:pt x="1354" y="227"/>
                  <a:pt x="1354" y="227"/>
                </a:cubicBezTo>
                <a:cubicBezTo>
                  <a:pt x="1353" y="227"/>
                  <a:pt x="1353" y="227"/>
                  <a:pt x="1353" y="227"/>
                </a:cubicBezTo>
                <a:cubicBezTo>
                  <a:pt x="1353" y="227"/>
                  <a:pt x="1352" y="227"/>
                  <a:pt x="1352" y="228"/>
                </a:cubicBezTo>
                <a:cubicBezTo>
                  <a:pt x="1351" y="228"/>
                  <a:pt x="1351" y="228"/>
                  <a:pt x="1351" y="228"/>
                </a:cubicBezTo>
                <a:cubicBezTo>
                  <a:pt x="1350" y="228"/>
                  <a:pt x="1350" y="228"/>
                  <a:pt x="1350" y="228"/>
                </a:cubicBezTo>
                <a:cubicBezTo>
                  <a:pt x="1349" y="228"/>
                  <a:pt x="1349" y="228"/>
                  <a:pt x="1349" y="228"/>
                </a:cubicBezTo>
                <a:cubicBezTo>
                  <a:pt x="1347" y="229"/>
                  <a:pt x="1345" y="230"/>
                  <a:pt x="1345" y="232"/>
                </a:cubicBezTo>
                <a:cubicBezTo>
                  <a:pt x="1345" y="232"/>
                  <a:pt x="1345" y="233"/>
                  <a:pt x="1346" y="233"/>
                </a:cubicBezTo>
                <a:cubicBezTo>
                  <a:pt x="1346" y="233"/>
                  <a:pt x="1346" y="233"/>
                  <a:pt x="1346" y="233"/>
                </a:cubicBezTo>
                <a:cubicBezTo>
                  <a:pt x="1346" y="233"/>
                  <a:pt x="1346" y="234"/>
                  <a:pt x="1347" y="234"/>
                </a:cubicBezTo>
                <a:cubicBezTo>
                  <a:pt x="1347" y="234"/>
                  <a:pt x="1347" y="234"/>
                  <a:pt x="1348" y="234"/>
                </a:cubicBezTo>
                <a:cubicBezTo>
                  <a:pt x="1349" y="235"/>
                  <a:pt x="1349" y="235"/>
                  <a:pt x="1349" y="235"/>
                </a:cubicBezTo>
                <a:cubicBezTo>
                  <a:pt x="1350" y="235"/>
                  <a:pt x="1351" y="235"/>
                  <a:pt x="1352" y="235"/>
                </a:cubicBezTo>
                <a:cubicBezTo>
                  <a:pt x="1352" y="235"/>
                  <a:pt x="1352" y="235"/>
                  <a:pt x="1352" y="235"/>
                </a:cubicBezTo>
                <a:cubicBezTo>
                  <a:pt x="1352" y="235"/>
                  <a:pt x="1352" y="235"/>
                  <a:pt x="1352" y="235"/>
                </a:cubicBezTo>
                <a:cubicBezTo>
                  <a:pt x="1353" y="235"/>
                  <a:pt x="1353" y="235"/>
                  <a:pt x="1353" y="235"/>
                </a:cubicBezTo>
                <a:cubicBezTo>
                  <a:pt x="1353" y="235"/>
                  <a:pt x="1353" y="235"/>
                  <a:pt x="1353" y="235"/>
                </a:cubicBezTo>
                <a:cubicBezTo>
                  <a:pt x="1353" y="235"/>
                  <a:pt x="1354" y="235"/>
                  <a:pt x="1354" y="235"/>
                </a:cubicBezTo>
                <a:cubicBezTo>
                  <a:pt x="1354" y="235"/>
                  <a:pt x="1354" y="235"/>
                  <a:pt x="1354" y="235"/>
                </a:cubicBezTo>
                <a:cubicBezTo>
                  <a:pt x="1354" y="235"/>
                  <a:pt x="1354" y="235"/>
                  <a:pt x="1355" y="235"/>
                </a:cubicBezTo>
                <a:cubicBezTo>
                  <a:pt x="1355" y="235"/>
                  <a:pt x="1355" y="235"/>
                  <a:pt x="1355" y="235"/>
                </a:cubicBezTo>
                <a:cubicBezTo>
                  <a:pt x="1355" y="235"/>
                  <a:pt x="1355" y="235"/>
                  <a:pt x="1356" y="235"/>
                </a:cubicBezTo>
                <a:cubicBezTo>
                  <a:pt x="1356" y="235"/>
                  <a:pt x="1356" y="235"/>
                  <a:pt x="1356" y="235"/>
                </a:cubicBezTo>
                <a:cubicBezTo>
                  <a:pt x="1357" y="235"/>
                  <a:pt x="1357" y="235"/>
                  <a:pt x="1357" y="235"/>
                </a:cubicBezTo>
                <a:cubicBezTo>
                  <a:pt x="1357" y="235"/>
                  <a:pt x="1358" y="235"/>
                  <a:pt x="1358" y="235"/>
                </a:cubicBezTo>
                <a:cubicBezTo>
                  <a:pt x="1359" y="234"/>
                  <a:pt x="1359" y="234"/>
                  <a:pt x="1359" y="234"/>
                </a:cubicBezTo>
                <a:cubicBezTo>
                  <a:pt x="1360" y="234"/>
                  <a:pt x="1361" y="233"/>
                  <a:pt x="1361" y="231"/>
                </a:cubicBezTo>
                <a:cubicBezTo>
                  <a:pt x="1361" y="231"/>
                  <a:pt x="1361" y="231"/>
                  <a:pt x="1361" y="230"/>
                </a:cubicBezTo>
                <a:cubicBezTo>
                  <a:pt x="1361" y="230"/>
                  <a:pt x="1361" y="230"/>
                  <a:pt x="1360" y="230"/>
                </a:cubicBezTo>
                <a:cubicBezTo>
                  <a:pt x="1360" y="229"/>
                  <a:pt x="1360" y="229"/>
                  <a:pt x="1359" y="229"/>
                </a:cubicBezTo>
                <a:cubicBezTo>
                  <a:pt x="1359" y="229"/>
                  <a:pt x="1358" y="228"/>
                  <a:pt x="1358" y="228"/>
                </a:cubicBezTo>
                <a:cubicBezTo>
                  <a:pt x="1357" y="228"/>
                  <a:pt x="1358" y="228"/>
                  <a:pt x="1358" y="228"/>
                </a:cubicBezTo>
                <a:close/>
                <a:moveTo>
                  <a:pt x="1682" y="228"/>
                </a:moveTo>
                <a:cubicBezTo>
                  <a:pt x="1681" y="228"/>
                  <a:pt x="1679" y="227"/>
                  <a:pt x="1678" y="227"/>
                </a:cubicBezTo>
                <a:cubicBezTo>
                  <a:pt x="1678" y="227"/>
                  <a:pt x="1678" y="227"/>
                  <a:pt x="1677" y="228"/>
                </a:cubicBezTo>
                <a:cubicBezTo>
                  <a:pt x="1677" y="228"/>
                  <a:pt x="1676" y="228"/>
                  <a:pt x="1676" y="228"/>
                </a:cubicBezTo>
                <a:cubicBezTo>
                  <a:pt x="1676" y="228"/>
                  <a:pt x="1675" y="228"/>
                  <a:pt x="1675" y="228"/>
                </a:cubicBezTo>
                <a:cubicBezTo>
                  <a:pt x="1675" y="228"/>
                  <a:pt x="1674" y="228"/>
                  <a:pt x="1674" y="228"/>
                </a:cubicBezTo>
                <a:cubicBezTo>
                  <a:pt x="1673" y="228"/>
                  <a:pt x="1673" y="229"/>
                  <a:pt x="1672" y="229"/>
                </a:cubicBezTo>
                <a:cubicBezTo>
                  <a:pt x="1672" y="229"/>
                  <a:pt x="1672" y="229"/>
                  <a:pt x="1671" y="230"/>
                </a:cubicBezTo>
                <a:cubicBezTo>
                  <a:pt x="1671" y="230"/>
                  <a:pt x="1671" y="230"/>
                  <a:pt x="1671" y="230"/>
                </a:cubicBezTo>
                <a:cubicBezTo>
                  <a:pt x="1671" y="231"/>
                  <a:pt x="1671" y="231"/>
                  <a:pt x="1671" y="232"/>
                </a:cubicBezTo>
                <a:cubicBezTo>
                  <a:pt x="1671" y="232"/>
                  <a:pt x="1671" y="233"/>
                  <a:pt x="1671" y="233"/>
                </a:cubicBezTo>
                <a:cubicBezTo>
                  <a:pt x="1672" y="233"/>
                  <a:pt x="1672" y="233"/>
                  <a:pt x="1672" y="233"/>
                </a:cubicBezTo>
                <a:cubicBezTo>
                  <a:pt x="1672" y="233"/>
                  <a:pt x="1672" y="234"/>
                  <a:pt x="1673" y="234"/>
                </a:cubicBezTo>
                <a:cubicBezTo>
                  <a:pt x="1673" y="234"/>
                  <a:pt x="1673" y="234"/>
                  <a:pt x="1674" y="234"/>
                </a:cubicBezTo>
                <a:cubicBezTo>
                  <a:pt x="1675" y="235"/>
                  <a:pt x="1675" y="235"/>
                  <a:pt x="1675" y="235"/>
                </a:cubicBezTo>
                <a:cubicBezTo>
                  <a:pt x="1676" y="235"/>
                  <a:pt x="1677" y="235"/>
                  <a:pt x="1678" y="235"/>
                </a:cubicBezTo>
                <a:cubicBezTo>
                  <a:pt x="1678" y="235"/>
                  <a:pt x="1678" y="235"/>
                  <a:pt x="1678" y="235"/>
                </a:cubicBezTo>
                <a:cubicBezTo>
                  <a:pt x="1678" y="235"/>
                  <a:pt x="1678" y="235"/>
                  <a:pt x="1679" y="235"/>
                </a:cubicBezTo>
                <a:cubicBezTo>
                  <a:pt x="1679" y="235"/>
                  <a:pt x="1679" y="235"/>
                  <a:pt x="1679" y="235"/>
                </a:cubicBezTo>
                <a:cubicBezTo>
                  <a:pt x="1679" y="235"/>
                  <a:pt x="1679" y="235"/>
                  <a:pt x="1679" y="235"/>
                </a:cubicBezTo>
                <a:cubicBezTo>
                  <a:pt x="1680" y="235"/>
                  <a:pt x="1680" y="235"/>
                  <a:pt x="1680" y="235"/>
                </a:cubicBezTo>
                <a:cubicBezTo>
                  <a:pt x="1680" y="235"/>
                  <a:pt x="1680" y="235"/>
                  <a:pt x="1680" y="235"/>
                </a:cubicBezTo>
                <a:cubicBezTo>
                  <a:pt x="1680" y="235"/>
                  <a:pt x="1680" y="235"/>
                  <a:pt x="1681" y="235"/>
                </a:cubicBezTo>
                <a:cubicBezTo>
                  <a:pt x="1681" y="235"/>
                  <a:pt x="1681" y="235"/>
                  <a:pt x="1681" y="235"/>
                </a:cubicBezTo>
                <a:cubicBezTo>
                  <a:pt x="1681" y="235"/>
                  <a:pt x="1681" y="235"/>
                  <a:pt x="1681" y="235"/>
                </a:cubicBezTo>
                <a:cubicBezTo>
                  <a:pt x="1682" y="235"/>
                  <a:pt x="1682" y="235"/>
                  <a:pt x="1682" y="235"/>
                </a:cubicBezTo>
                <a:cubicBezTo>
                  <a:pt x="1682" y="235"/>
                  <a:pt x="1682" y="235"/>
                  <a:pt x="1682" y="235"/>
                </a:cubicBezTo>
                <a:cubicBezTo>
                  <a:pt x="1682" y="235"/>
                  <a:pt x="1682" y="235"/>
                  <a:pt x="1683" y="235"/>
                </a:cubicBezTo>
                <a:cubicBezTo>
                  <a:pt x="1684" y="235"/>
                  <a:pt x="1684" y="235"/>
                  <a:pt x="1684" y="235"/>
                </a:cubicBezTo>
                <a:cubicBezTo>
                  <a:pt x="1685" y="234"/>
                  <a:pt x="1685" y="234"/>
                  <a:pt x="1685" y="234"/>
                </a:cubicBezTo>
                <a:cubicBezTo>
                  <a:pt x="1686" y="234"/>
                  <a:pt x="1687" y="233"/>
                  <a:pt x="1687" y="231"/>
                </a:cubicBezTo>
                <a:cubicBezTo>
                  <a:pt x="1687" y="231"/>
                  <a:pt x="1687" y="231"/>
                  <a:pt x="1687" y="231"/>
                </a:cubicBezTo>
                <a:cubicBezTo>
                  <a:pt x="1687" y="230"/>
                  <a:pt x="1686" y="230"/>
                  <a:pt x="1686" y="230"/>
                </a:cubicBezTo>
                <a:cubicBezTo>
                  <a:pt x="1686" y="230"/>
                  <a:pt x="1686" y="229"/>
                  <a:pt x="1685" y="229"/>
                </a:cubicBezTo>
                <a:cubicBezTo>
                  <a:pt x="1685" y="229"/>
                  <a:pt x="1685" y="229"/>
                  <a:pt x="1684" y="229"/>
                </a:cubicBezTo>
                <a:cubicBezTo>
                  <a:pt x="1683" y="228"/>
                  <a:pt x="1683" y="228"/>
                  <a:pt x="1683" y="228"/>
                </a:cubicBezTo>
                <a:lnTo>
                  <a:pt x="1682" y="228"/>
                </a:lnTo>
                <a:close/>
                <a:moveTo>
                  <a:pt x="2008" y="228"/>
                </a:moveTo>
                <a:cubicBezTo>
                  <a:pt x="2007" y="228"/>
                  <a:pt x="2006" y="228"/>
                  <a:pt x="2005" y="228"/>
                </a:cubicBezTo>
                <a:cubicBezTo>
                  <a:pt x="2005" y="228"/>
                  <a:pt x="2005" y="228"/>
                  <a:pt x="2005" y="228"/>
                </a:cubicBezTo>
                <a:cubicBezTo>
                  <a:pt x="2005" y="228"/>
                  <a:pt x="2005" y="227"/>
                  <a:pt x="2004" y="227"/>
                </a:cubicBezTo>
                <a:cubicBezTo>
                  <a:pt x="2004" y="227"/>
                  <a:pt x="2004" y="227"/>
                  <a:pt x="2004" y="227"/>
                </a:cubicBezTo>
                <a:cubicBezTo>
                  <a:pt x="2004" y="227"/>
                  <a:pt x="2004" y="227"/>
                  <a:pt x="2004" y="227"/>
                </a:cubicBezTo>
                <a:cubicBezTo>
                  <a:pt x="2004" y="227"/>
                  <a:pt x="2003" y="227"/>
                  <a:pt x="2003" y="227"/>
                </a:cubicBezTo>
                <a:cubicBezTo>
                  <a:pt x="2003" y="227"/>
                  <a:pt x="2003" y="227"/>
                  <a:pt x="2003" y="227"/>
                </a:cubicBezTo>
                <a:cubicBezTo>
                  <a:pt x="2003" y="227"/>
                  <a:pt x="2003" y="228"/>
                  <a:pt x="2002" y="228"/>
                </a:cubicBezTo>
                <a:cubicBezTo>
                  <a:pt x="2002" y="228"/>
                  <a:pt x="2002" y="228"/>
                  <a:pt x="2002" y="228"/>
                </a:cubicBezTo>
                <a:cubicBezTo>
                  <a:pt x="2002" y="228"/>
                  <a:pt x="2002" y="228"/>
                  <a:pt x="2001" y="228"/>
                </a:cubicBezTo>
                <a:cubicBezTo>
                  <a:pt x="2001" y="228"/>
                  <a:pt x="2001" y="228"/>
                  <a:pt x="2001" y="228"/>
                </a:cubicBezTo>
                <a:cubicBezTo>
                  <a:pt x="2000" y="228"/>
                  <a:pt x="2000" y="228"/>
                  <a:pt x="2000" y="228"/>
                </a:cubicBezTo>
                <a:cubicBezTo>
                  <a:pt x="2000" y="228"/>
                  <a:pt x="1999" y="228"/>
                  <a:pt x="1999" y="228"/>
                </a:cubicBezTo>
                <a:cubicBezTo>
                  <a:pt x="1997" y="229"/>
                  <a:pt x="1996" y="230"/>
                  <a:pt x="1997" y="232"/>
                </a:cubicBezTo>
                <a:cubicBezTo>
                  <a:pt x="1997" y="232"/>
                  <a:pt x="1997" y="233"/>
                  <a:pt x="1997" y="233"/>
                </a:cubicBezTo>
                <a:cubicBezTo>
                  <a:pt x="1997" y="233"/>
                  <a:pt x="1998" y="233"/>
                  <a:pt x="1998" y="233"/>
                </a:cubicBezTo>
                <a:cubicBezTo>
                  <a:pt x="1998" y="233"/>
                  <a:pt x="1998" y="234"/>
                  <a:pt x="1999" y="234"/>
                </a:cubicBezTo>
                <a:cubicBezTo>
                  <a:pt x="1999" y="234"/>
                  <a:pt x="1999" y="234"/>
                  <a:pt x="1999" y="234"/>
                </a:cubicBezTo>
                <a:cubicBezTo>
                  <a:pt x="2001" y="235"/>
                  <a:pt x="2001" y="235"/>
                  <a:pt x="2001" y="235"/>
                </a:cubicBezTo>
                <a:cubicBezTo>
                  <a:pt x="2002" y="235"/>
                  <a:pt x="2003" y="235"/>
                  <a:pt x="2004" y="235"/>
                </a:cubicBezTo>
                <a:cubicBezTo>
                  <a:pt x="2004" y="235"/>
                  <a:pt x="2004" y="235"/>
                  <a:pt x="2004" y="235"/>
                </a:cubicBezTo>
                <a:cubicBezTo>
                  <a:pt x="2004" y="235"/>
                  <a:pt x="2004" y="235"/>
                  <a:pt x="2005" y="235"/>
                </a:cubicBezTo>
                <a:cubicBezTo>
                  <a:pt x="2005" y="235"/>
                  <a:pt x="2005" y="235"/>
                  <a:pt x="2005" y="235"/>
                </a:cubicBezTo>
                <a:cubicBezTo>
                  <a:pt x="2005" y="235"/>
                  <a:pt x="2005" y="235"/>
                  <a:pt x="2005" y="235"/>
                </a:cubicBezTo>
                <a:cubicBezTo>
                  <a:pt x="2006" y="235"/>
                  <a:pt x="2006" y="235"/>
                  <a:pt x="2006" y="235"/>
                </a:cubicBezTo>
                <a:cubicBezTo>
                  <a:pt x="2006" y="235"/>
                  <a:pt x="2006" y="235"/>
                  <a:pt x="2006" y="235"/>
                </a:cubicBezTo>
                <a:cubicBezTo>
                  <a:pt x="2006" y="235"/>
                  <a:pt x="2007" y="235"/>
                  <a:pt x="2007" y="235"/>
                </a:cubicBezTo>
                <a:cubicBezTo>
                  <a:pt x="2007" y="235"/>
                  <a:pt x="2007" y="235"/>
                  <a:pt x="2007" y="235"/>
                </a:cubicBezTo>
                <a:cubicBezTo>
                  <a:pt x="2007" y="235"/>
                  <a:pt x="2008" y="235"/>
                  <a:pt x="2008" y="235"/>
                </a:cubicBezTo>
                <a:cubicBezTo>
                  <a:pt x="2008" y="235"/>
                  <a:pt x="2008" y="235"/>
                  <a:pt x="2009" y="235"/>
                </a:cubicBezTo>
                <a:cubicBezTo>
                  <a:pt x="2009" y="235"/>
                  <a:pt x="2009" y="235"/>
                  <a:pt x="2009" y="235"/>
                </a:cubicBezTo>
                <a:cubicBezTo>
                  <a:pt x="2009" y="235"/>
                  <a:pt x="2010" y="235"/>
                  <a:pt x="2010" y="235"/>
                </a:cubicBezTo>
                <a:cubicBezTo>
                  <a:pt x="2011" y="234"/>
                  <a:pt x="2011" y="234"/>
                  <a:pt x="2011" y="234"/>
                </a:cubicBezTo>
                <a:cubicBezTo>
                  <a:pt x="2012" y="233"/>
                  <a:pt x="2012" y="233"/>
                  <a:pt x="2013" y="231"/>
                </a:cubicBezTo>
                <a:cubicBezTo>
                  <a:pt x="2013" y="231"/>
                  <a:pt x="2013" y="231"/>
                  <a:pt x="2013" y="231"/>
                </a:cubicBezTo>
                <a:cubicBezTo>
                  <a:pt x="2013" y="231"/>
                  <a:pt x="2012" y="231"/>
                  <a:pt x="2012" y="231"/>
                </a:cubicBezTo>
                <a:cubicBezTo>
                  <a:pt x="2012" y="230"/>
                  <a:pt x="2012" y="230"/>
                  <a:pt x="2012" y="230"/>
                </a:cubicBezTo>
                <a:cubicBezTo>
                  <a:pt x="2012" y="230"/>
                  <a:pt x="2012" y="230"/>
                  <a:pt x="2012" y="230"/>
                </a:cubicBezTo>
                <a:cubicBezTo>
                  <a:pt x="2011" y="229"/>
                  <a:pt x="2010" y="229"/>
                  <a:pt x="2010" y="229"/>
                </a:cubicBezTo>
                <a:lnTo>
                  <a:pt x="2008" y="228"/>
                </a:lnTo>
                <a:close/>
                <a:moveTo>
                  <a:pt x="1398" y="228"/>
                </a:moveTo>
                <a:cubicBezTo>
                  <a:pt x="1397" y="228"/>
                  <a:pt x="1395" y="227"/>
                  <a:pt x="1394" y="227"/>
                </a:cubicBezTo>
                <a:cubicBezTo>
                  <a:pt x="1393" y="227"/>
                  <a:pt x="1393" y="227"/>
                  <a:pt x="1393" y="228"/>
                </a:cubicBezTo>
                <a:cubicBezTo>
                  <a:pt x="1392" y="228"/>
                  <a:pt x="1392" y="228"/>
                  <a:pt x="1391" y="228"/>
                </a:cubicBezTo>
                <a:cubicBezTo>
                  <a:pt x="1391" y="228"/>
                  <a:pt x="1391" y="228"/>
                  <a:pt x="1390" y="228"/>
                </a:cubicBezTo>
                <a:cubicBezTo>
                  <a:pt x="1390" y="228"/>
                  <a:pt x="1390" y="228"/>
                  <a:pt x="1389" y="228"/>
                </a:cubicBezTo>
                <a:cubicBezTo>
                  <a:pt x="1389" y="228"/>
                  <a:pt x="1388" y="229"/>
                  <a:pt x="1388" y="229"/>
                </a:cubicBezTo>
                <a:cubicBezTo>
                  <a:pt x="1387" y="229"/>
                  <a:pt x="1387" y="229"/>
                  <a:pt x="1387" y="230"/>
                </a:cubicBezTo>
                <a:cubicBezTo>
                  <a:pt x="1386" y="230"/>
                  <a:pt x="1386" y="230"/>
                  <a:pt x="1386" y="230"/>
                </a:cubicBezTo>
                <a:cubicBezTo>
                  <a:pt x="1386" y="231"/>
                  <a:pt x="1386" y="231"/>
                  <a:pt x="1386" y="232"/>
                </a:cubicBezTo>
                <a:cubicBezTo>
                  <a:pt x="1386" y="232"/>
                  <a:pt x="1386" y="233"/>
                  <a:pt x="1386" y="233"/>
                </a:cubicBezTo>
                <a:cubicBezTo>
                  <a:pt x="1386" y="233"/>
                  <a:pt x="1387" y="233"/>
                  <a:pt x="1387" y="233"/>
                </a:cubicBezTo>
                <a:cubicBezTo>
                  <a:pt x="1387" y="233"/>
                  <a:pt x="1387" y="234"/>
                  <a:pt x="1388" y="234"/>
                </a:cubicBezTo>
                <a:cubicBezTo>
                  <a:pt x="1388" y="234"/>
                  <a:pt x="1388" y="234"/>
                  <a:pt x="1388" y="234"/>
                </a:cubicBezTo>
                <a:cubicBezTo>
                  <a:pt x="1389" y="235"/>
                  <a:pt x="1389" y="235"/>
                  <a:pt x="1389" y="235"/>
                </a:cubicBezTo>
                <a:cubicBezTo>
                  <a:pt x="1390" y="235"/>
                  <a:pt x="1391" y="235"/>
                  <a:pt x="1392" y="235"/>
                </a:cubicBezTo>
                <a:cubicBezTo>
                  <a:pt x="1393" y="235"/>
                  <a:pt x="1393" y="235"/>
                  <a:pt x="1393" y="235"/>
                </a:cubicBezTo>
                <a:cubicBezTo>
                  <a:pt x="1393" y="235"/>
                  <a:pt x="1393" y="235"/>
                  <a:pt x="1393" y="235"/>
                </a:cubicBezTo>
                <a:cubicBezTo>
                  <a:pt x="1393" y="235"/>
                  <a:pt x="1394" y="235"/>
                  <a:pt x="1394" y="235"/>
                </a:cubicBezTo>
                <a:cubicBezTo>
                  <a:pt x="1394" y="235"/>
                  <a:pt x="1394" y="235"/>
                  <a:pt x="1394" y="235"/>
                </a:cubicBezTo>
                <a:cubicBezTo>
                  <a:pt x="1394" y="235"/>
                  <a:pt x="1394" y="235"/>
                  <a:pt x="1394" y="235"/>
                </a:cubicBezTo>
                <a:cubicBezTo>
                  <a:pt x="1395" y="235"/>
                  <a:pt x="1395" y="235"/>
                  <a:pt x="1395" y="235"/>
                </a:cubicBezTo>
                <a:cubicBezTo>
                  <a:pt x="1395" y="235"/>
                  <a:pt x="1395" y="235"/>
                  <a:pt x="1395" y="235"/>
                </a:cubicBezTo>
                <a:cubicBezTo>
                  <a:pt x="1395" y="235"/>
                  <a:pt x="1396" y="235"/>
                  <a:pt x="1396" y="235"/>
                </a:cubicBezTo>
                <a:cubicBezTo>
                  <a:pt x="1396" y="235"/>
                  <a:pt x="1396" y="235"/>
                  <a:pt x="1396" y="235"/>
                </a:cubicBezTo>
                <a:cubicBezTo>
                  <a:pt x="1397" y="235"/>
                  <a:pt x="1397" y="235"/>
                  <a:pt x="1397" y="235"/>
                </a:cubicBezTo>
                <a:cubicBezTo>
                  <a:pt x="1397" y="235"/>
                  <a:pt x="1398" y="235"/>
                  <a:pt x="1398" y="235"/>
                </a:cubicBezTo>
                <a:cubicBezTo>
                  <a:pt x="1398" y="235"/>
                  <a:pt x="1398" y="235"/>
                  <a:pt x="1399" y="235"/>
                </a:cubicBezTo>
                <a:cubicBezTo>
                  <a:pt x="1400" y="234"/>
                  <a:pt x="1400" y="234"/>
                  <a:pt x="1400" y="234"/>
                </a:cubicBezTo>
                <a:cubicBezTo>
                  <a:pt x="1401" y="234"/>
                  <a:pt x="1402" y="233"/>
                  <a:pt x="1402" y="231"/>
                </a:cubicBezTo>
                <a:cubicBezTo>
                  <a:pt x="1402" y="231"/>
                  <a:pt x="1402" y="231"/>
                  <a:pt x="1402" y="230"/>
                </a:cubicBezTo>
                <a:cubicBezTo>
                  <a:pt x="1402" y="230"/>
                  <a:pt x="1401" y="230"/>
                  <a:pt x="1401" y="230"/>
                </a:cubicBezTo>
                <a:cubicBezTo>
                  <a:pt x="1401" y="229"/>
                  <a:pt x="1400" y="229"/>
                  <a:pt x="1400" y="229"/>
                </a:cubicBezTo>
                <a:cubicBezTo>
                  <a:pt x="1399" y="229"/>
                  <a:pt x="1399" y="228"/>
                  <a:pt x="1398" y="228"/>
                </a:cubicBezTo>
                <a:cubicBezTo>
                  <a:pt x="1398" y="228"/>
                  <a:pt x="1399" y="228"/>
                  <a:pt x="1398" y="228"/>
                </a:cubicBezTo>
                <a:close/>
                <a:moveTo>
                  <a:pt x="1561" y="228"/>
                </a:moveTo>
                <a:cubicBezTo>
                  <a:pt x="1559" y="228"/>
                  <a:pt x="1558" y="227"/>
                  <a:pt x="1556" y="227"/>
                </a:cubicBezTo>
                <a:cubicBezTo>
                  <a:pt x="1556" y="227"/>
                  <a:pt x="1556" y="227"/>
                  <a:pt x="1555" y="228"/>
                </a:cubicBezTo>
                <a:cubicBezTo>
                  <a:pt x="1555" y="228"/>
                  <a:pt x="1554" y="228"/>
                  <a:pt x="1554" y="228"/>
                </a:cubicBezTo>
                <a:cubicBezTo>
                  <a:pt x="1554" y="228"/>
                  <a:pt x="1553" y="228"/>
                  <a:pt x="1553" y="228"/>
                </a:cubicBezTo>
                <a:cubicBezTo>
                  <a:pt x="1553" y="228"/>
                  <a:pt x="1552" y="228"/>
                  <a:pt x="1552" y="228"/>
                </a:cubicBezTo>
                <a:cubicBezTo>
                  <a:pt x="1551" y="228"/>
                  <a:pt x="1551" y="229"/>
                  <a:pt x="1550" y="229"/>
                </a:cubicBezTo>
                <a:cubicBezTo>
                  <a:pt x="1550" y="229"/>
                  <a:pt x="1550" y="229"/>
                  <a:pt x="1549" y="230"/>
                </a:cubicBezTo>
                <a:cubicBezTo>
                  <a:pt x="1549" y="230"/>
                  <a:pt x="1549" y="230"/>
                  <a:pt x="1549" y="230"/>
                </a:cubicBezTo>
                <a:cubicBezTo>
                  <a:pt x="1549" y="231"/>
                  <a:pt x="1549" y="231"/>
                  <a:pt x="1549" y="232"/>
                </a:cubicBezTo>
                <a:cubicBezTo>
                  <a:pt x="1549" y="232"/>
                  <a:pt x="1549" y="233"/>
                  <a:pt x="1549" y="233"/>
                </a:cubicBezTo>
                <a:cubicBezTo>
                  <a:pt x="1549" y="233"/>
                  <a:pt x="1550" y="233"/>
                  <a:pt x="1550" y="233"/>
                </a:cubicBezTo>
                <a:cubicBezTo>
                  <a:pt x="1550" y="233"/>
                  <a:pt x="1550" y="234"/>
                  <a:pt x="1550" y="234"/>
                </a:cubicBezTo>
                <a:cubicBezTo>
                  <a:pt x="1551" y="234"/>
                  <a:pt x="1551" y="234"/>
                  <a:pt x="1551" y="234"/>
                </a:cubicBezTo>
                <a:cubicBezTo>
                  <a:pt x="1552" y="235"/>
                  <a:pt x="1552" y="235"/>
                  <a:pt x="1552" y="235"/>
                </a:cubicBezTo>
                <a:cubicBezTo>
                  <a:pt x="1553" y="235"/>
                  <a:pt x="1554" y="235"/>
                  <a:pt x="1555" y="235"/>
                </a:cubicBezTo>
                <a:cubicBezTo>
                  <a:pt x="1556" y="235"/>
                  <a:pt x="1556" y="235"/>
                  <a:pt x="1556" y="235"/>
                </a:cubicBezTo>
                <a:cubicBezTo>
                  <a:pt x="1556" y="235"/>
                  <a:pt x="1556" y="235"/>
                  <a:pt x="1556" y="235"/>
                </a:cubicBezTo>
                <a:cubicBezTo>
                  <a:pt x="1556" y="235"/>
                  <a:pt x="1557" y="235"/>
                  <a:pt x="1557" y="235"/>
                </a:cubicBezTo>
                <a:cubicBezTo>
                  <a:pt x="1557" y="235"/>
                  <a:pt x="1557" y="235"/>
                  <a:pt x="1557" y="235"/>
                </a:cubicBezTo>
                <a:cubicBezTo>
                  <a:pt x="1557" y="235"/>
                  <a:pt x="1557" y="235"/>
                  <a:pt x="1558" y="235"/>
                </a:cubicBezTo>
                <a:cubicBezTo>
                  <a:pt x="1558" y="235"/>
                  <a:pt x="1558" y="235"/>
                  <a:pt x="1558" y="235"/>
                </a:cubicBezTo>
                <a:cubicBezTo>
                  <a:pt x="1558" y="235"/>
                  <a:pt x="1558" y="235"/>
                  <a:pt x="1558" y="235"/>
                </a:cubicBezTo>
                <a:cubicBezTo>
                  <a:pt x="1558" y="235"/>
                  <a:pt x="1559" y="235"/>
                  <a:pt x="1559" y="235"/>
                </a:cubicBezTo>
                <a:cubicBezTo>
                  <a:pt x="1559" y="235"/>
                  <a:pt x="1559" y="235"/>
                  <a:pt x="1559" y="235"/>
                </a:cubicBezTo>
                <a:cubicBezTo>
                  <a:pt x="1560" y="235"/>
                  <a:pt x="1560" y="235"/>
                  <a:pt x="1560" y="235"/>
                </a:cubicBezTo>
                <a:cubicBezTo>
                  <a:pt x="1560" y="235"/>
                  <a:pt x="1561" y="235"/>
                  <a:pt x="1561" y="235"/>
                </a:cubicBezTo>
                <a:cubicBezTo>
                  <a:pt x="1561" y="235"/>
                  <a:pt x="1561" y="235"/>
                  <a:pt x="1562" y="235"/>
                </a:cubicBezTo>
                <a:cubicBezTo>
                  <a:pt x="1563" y="234"/>
                  <a:pt x="1563" y="234"/>
                  <a:pt x="1563" y="234"/>
                </a:cubicBezTo>
                <a:cubicBezTo>
                  <a:pt x="1564" y="234"/>
                  <a:pt x="1565" y="233"/>
                  <a:pt x="1565" y="231"/>
                </a:cubicBezTo>
                <a:cubicBezTo>
                  <a:pt x="1565" y="231"/>
                  <a:pt x="1565" y="231"/>
                  <a:pt x="1565" y="230"/>
                </a:cubicBezTo>
                <a:cubicBezTo>
                  <a:pt x="1564" y="230"/>
                  <a:pt x="1564" y="230"/>
                  <a:pt x="1564" y="230"/>
                </a:cubicBezTo>
                <a:cubicBezTo>
                  <a:pt x="1563" y="229"/>
                  <a:pt x="1563" y="229"/>
                  <a:pt x="1563" y="229"/>
                </a:cubicBezTo>
                <a:cubicBezTo>
                  <a:pt x="1562" y="229"/>
                  <a:pt x="1562" y="228"/>
                  <a:pt x="1561" y="228"/>
                </a:cubicBezTo>
                <a:cubicBezTo>
                  <a:pt x="1561" y="228"/>
                  <a:pt x="1562" y="228"/>
                  <a:pt x="1561" y="228"/>
                </a:cubicBezTo>
                <a:close/>
                <a:moveTo>
                  <a:pt x="1236" y="228"/>
                </a:moveTo>
                <a:cubicBezTo>
                  <a:pt x="1234" y="228"/>
                  <a:pt x="1233" y="227"/>
                  <a:pt x="1231" y="227"/>
                </a:cubicBezTo>
                <a:cubicBezTo>
                  <a:pt x="1231" y="227"/>
                  <a:pt x="1230" y="227"/>
                  <a:pt x="1230" y="228"/>
                </a:cubicBezTo>
                <a:cubicBezTo>
                  <a:pt x="1229" y="228"/>
                  <a:pt x="1229" y="228"/>
                  <a:pt x="1229" y="228"/>
                </a:cubicBezTo>
                <a:cubicBezTo>
                  <a:pt x="1228" y="228"/>
                  <a:pt x="1228" y="228"/>
                  <a:pt x="1228" y="228"/>
                </a:cubicBezTo>
                <a:cubicBezTo>
                  <a:pt x="1227" y="228"/>
                  <a:pt x="1227" y="228"/>
                  <a:pt x="1227" y="228"/>
                </a:cubicBezTo>
                <a:cubicBezTo>
                  <a:pt x="1226" y="228"/>
                  <a:pt x="1226" y="229"/>
                  <a:pt x="1225" y="229"/>
                </a:cubicBezTo>
                <a:cubicBezTo>
                  <a:pt x="1225" y="229"/>
                  <a:pt x="1224" y="229"/>
                  <a:pt x="1224" y="230"/>
                </a:cubicBezTo>
                <a:cubicBezTo>
                  <a:pt x="1224" y="230"/>
                  <a:pt x="1223" y="230"/>
                  <a:pt x="1223" y="230"/>
                </a:cubicBezTo>
                <a:cubicBezTo>
                  <a:pt x="1223" y="231"/>
                  <a:pt x="1223" y="231"/>
                  <a:pt x="1223" y="232"/>
                </a:cubicBezTo>
                <a:cubicBezTo>
                  <a:pt x="1224" y="233"/>
                  <a:pt x="1224" y="234"/>
                  <a:pt x="1225" y="234"/>
                </a:cubicBezTo>
                <a:cubicBezTo>
                  <a:pt x="1226" y="235"/>
                  <a:pt x="1226" y="235"/>
                  <a:pt x="1226" y="235"/>
                </a:cubicBezTo>
                <a:cubicBezTo>
                  <a:pt x="1227" y="235"/>
                  <a:pt x="1228" y="235"/>
                  <a:pt x="1229" y="235"/>
                </a:cubicBezTo>
                <a:cubicBezTo>
                  <a:pt x="1230" y="235"/>
                  <a:pt x="1230" y="235"/>
                  <a:pt x="1230" y="235"/>
                </a:cubicBezTo>
                <a:cubicBezTo>
                  <a:pt x="1230" y="235"/>
                  <a:pt x="1230" y="235"/>
                  <a:pt x="1230" y="235"/>
                </a:cubicBezTo>
                <a:cubicBezTo>
                  <a:pt x="1230" y="235"/>
                  <a:pt x="1230" y="235"/>
                  <a:pt x="1231" y="235"/>
                </a:cubicBezTo>
                <a:cubicBezTo>
                  <a:pt x="1231" y="235"/>
                  <a:pt x="1231" y="235"/>
                  <a:pt x="1231" y="235"/>
                </a:cubicBezTo>
                <a:cubicBezTo>
                  <a:pt x="1231" y="235"/>
                  <a:pt x="1231" y="235"/>
                  <a:pt x="1231" y="235"/>
                </a:cubicBezTo>
                <a:cubicBezTo>
                  <a:pt x="1232" y="235"/>
                  <a:pt x="1232" y="235"/>
                  <a:pt x="1232" y="235"/>
                </a:cubicBezTo>
                <a:cubicBezTo>
                  <a:pt x="1232" y="235"/>
                  <a:pt x="1232" y="235"/>
                  <a:pt x="1232" y="235"/>
                </a:cubicBezTo>
                <a:cubicBezTo>
                  <a:pt x="1232" y="235"/>
                  <a:pt x="1233" y="235"/>
                  <a:pt x="1233" y="235"/>
                </a:cubicBezTo>
                <a:cubicBezTo>
                  <a:pt x="1233" y="235"/>
                  <a:pt x="1233" y="235"/>
                  <a:pt x="1233" y="235"/>
                </a:cubicBezTo>
                <a:cubicBezTo>
                  <a:pt x="1234" y="235"/>
                  <a:pt x="1234" y="235"/>
                  <a:pt x="1234" y="235"/>
                </a:cubicBezTo>
                <a:cubicBezTo>
                  <a:pt x="1234" y="235"/>
                  <a:pt x="1235" y="235"/>
                  <a:pt x="1235" y="235"/>
                </a:cubicBezTo>
                <a:cubicBezTo>
                  <a:pt x="1235" y="235"/>
                  <a:pt x="1235" y="235"/>
                  <a:pt x="1236" y="235"/>
                </a:cubicBezTo>
                <a:cubicBezTo>
                  <a:pt x="1237" y="234"/>
                  <a:pt x="1237" y="234"/>
                  <a:pt x="1237" y="234"/>
                </a:cubicBezTo>
                <a:cubicBezTo>
                  <a:pt x="1238" y="234"/>
                  <a:pt x="1239" y="233"/>
                  <a:pt x="1239" y="231"/>
                </a:cubicBezTo>
                <a:cubicBezTo>
                  <a:pt x="1239" y="231"/>
                  <a:pt x="1239" y="231"/>
                  <a:pt x="1239" y="230"/>
                </a:cubicBezTo>
                <a:cubicBezTo>
                  <a:pt x="1239" y="230"/>
                  <a:pt x="1239" y="230"/>
                  <a:pt x="1238" y="230"/>
                </a:cubicBezTo>
                <a:cubicBezTo>
                  <a:pt x="1238" y="229"/>
                  <a:pt x="1238" y="229"/>
                  <a:pt x="1237" y="229"/>
                </a:cubicBezTo>
                <a:cubicBezTo>
                  <a:pt x="1237" y="229"/>
                  <a:pt x="1236" y="228"/>
                  <a:pt x="1236" y="228"/>
                </a:cubicBezTo>
                <a:cubicBezTo>
                  <a:pt x="1235" y="228"/>
                  <a:pt x="1236" y="228"/>
                  <a:pt x="1236" y="228"/>
                </a:cubicBezTo>
                <a:close/>
                <a:moveTo>
                  <a:pt x="1844" y="228"/>
                </a:moveTo>
                <a:cubicBezTo>
                  <a:pt x="1843" y="228"/>
                  <a:pt x="1842" y="227"/>
                  <a:pt x="1841" y="227"/>
                </a:cubicBezTo>
                <a:cubicBezTo>
                  <a:pt x="1841" y="227"/>
                  <a:pt x="1840" y="227"/>
                  <a:pt x="1840" y="228"/>
                </a:cubicBezTo>
                <a:cubicBezTo>
                  <a:pt x="1839" y="228"/>
                  <a:pt x="1839" y="228"/>
                  <a:pt x="1839" y="228"/>
                </a:cubicBezTo>
                <a:cubicBezTo>
                  <a:pt x="1838" y="228"/>
                  <a:pt x="1838" y="228"/>
                  <a:pt x="1838" y="228"/>
                </a:cubicBezTo>
                <a:cubicBezTo>
                  <a:pt x="1837" y="228"/>
                  <a:pt x="1837" y="228"/>
                  <a:pt x="1837" y="228"/>
                </a:cubicBezTo>
                <a:cubicBezTo>
                  <a:pt x="1835" y="229"/>
                  <a:pt x="1833" y="230"/>
                  <a:pt x="1834" y="232"/>
                </a:cubicBezTo>
                <a:cubicBezTo>
                  <a:pt x="1834" y="232"/>
                  <a:pt x="1834" y="233"/>
                  <a:pt x="1834" y="233"/>
                </a:cubicBezTo>
                <a:cubicBezTo>
                  <a:pt x="1834" y="233"/>
                  <a:pt x="1835" y="233"/>
                  <a:pt x="1835" y="233"/>
                </a:cubicBezTo>
                <a:cubicBezTo>
                  <a:pt x="1835" y="233"/>
                  <a:pt x="1835" y="234"/>
                  <a:pt x="1836" y="234"/>
                </a:cubicBezTo>
                <a:cubicBezTo>
                  <a:pt x="1836" y="234"/>
                  <a:pt x="1836" y="234"/>
                  <a:pt x="1836" y="234"/>
                </a:cubicBezTo>
                <a:cubicBezTo>
                  <a:pt x="1838" y="235"/>
                  <a:pt x="1838" y="235"/>
                  <a:pt x="1838" y="235"/>
                </a:cubicBezTo>
                <a:cubicBezTo>
                  <a:pt x="1839" y="235"/>
                  <a:pt x="1840" y="235"/>
                  <a:pt x="1841" y="235"/>
                </a:cubicBezTo>
                <a:cubicBezTo>
                  <a:pt x="1841" y="235"/>
                  <a:pt x="1841" y="235"/>
                  <a:pt x="1841" y="235"/>
                </a:cubicBezTo>
                <a:cubicBezTo>
                  <a:pt x="1841" y="235"/>
                  <a:pt x="1841" y="235"/>
                  <a:pt x="1842" y="235"/>
                </a:cubicBezTo>
                <a:cubicBezTo>
                  <a:pt x="1842" y="235"/>
                  <a:pt x="1842" y="235"/>
                  <a:pt x="1842" y="235"/>
                </a:cubicBezTo>
                <a:cubicBezTo>
                  <a:pt x="1842" y="235"/>
                  <a:pt x="1842" y="235"/>
                  <a:pt x="1842" y="235"/>
                </a:cubicBezTo>
                <a:cubicBezTo>
                  <a:pt x="1843" y="235"/>
                  <a:pt x="1843" y="235"/>
                  <a:pt x="1843" y="235"/>
                </a:cubicBezTo>
                <a:cubicBezTo>
                  <a:pt x="1843" y="235"/>
                  <a:pt x="1843" y="235"/>
                  <a:pt x="1843" y="235"/>
                </a:cubicBezTo>
                <a:cubicBezTo>
                  <a:pt x="1843" y="235"/>
                  <a:pt x="1844" y="235"/>
                  <a:pt x="1844" y="235"/>
                </a:cubicBezTo>
                <a:cubicBezTo>
                  <a:pt x="1844" y="235"/>
                  <a:pt x="1844" y="235"/>
                  <a:pt x="1844" y="235"/>
                </a:cubicBezTo>
                <a:cubicBezTo>
                  <a:pt x="1844" y="235"/>
                  <a:pt x="1844" y="235"/>
                  <a:pt x="1844" y="235"/>
                </a:cubicBezTo>
                <a:cubicBezTo>
                  <a:pt x="1845" y="235"/>
                  <a:pt x="1845" y="235"/>
                  <a:pt x="1845" y="235"/>
                </a:cubicBezTo>
                <a:cubicBezTo>
                  <a:pt x="1845" y="235"/>
                  <a:pt x="1845" y="235"/>
                  <a:pt x="1845" y="235"/>
                </a:cubicBezTo>
                <a:cubicBezTo>
                  <a:pt x="1845" y="235"/>
                  <a:pt x="1845" y="235"/>
                  <a:pt x="1846" y="235"/>
                </a:cubicBezTo>
                <a:cubicBezTo>
                  <a:pt x="1847" y="235"/>
                  <a:pt x="1847" y="235"/>
                  <a:pt x="1847" y="235"/>
                </a:cubicBezTo>
                <a:cubicBezTo>
                  <a:pt x="1848" y="234"/>
                  <a:pt x="1848" y="234"/>
                  <a:pt x="1848" y="234"/>
                </a:cubicBezTo>
                <a:cubicBezTo>
                  <a:pt x="1849" y="234"/>
                  <a:pt x="1850" y="233"/>
                  <a:pt x="1850" y="231"/>
                </a:cubicBezTo>
                <a:cubicBezTo>
                  <a:pt x="1850" y="231"/>
                  <a:pt x="1850" y="231"/>
                  <a:pt x="1849" y="230"/>
                </a:cubicBezTo>
                <a:cubicBezTo>
                  <a:pt x="1849" y="230"/>
                  <a:pt x="1849" y="230"/>
                  <a:pt x="1849" y="230"/>
                </a:cubicBezTo>
                <a:cubicBezTo>
                  <a:pt x="1848" y="229"/>
                  <a:pt x="1848" y="229"/>
                  <a:pt x="1847" y="229"/>
                </a:cubicBezTo>
                <a:cubicBezTo>
                  <a:pt x="1847" y="229"/>
                  <a:pt x="1846" y="228"/>
                  <a:pt x="1846" y="228"/>
                </a:cubicBezTo>
                <a:lnTo>
                  <a:pt x="1844" y="228"/>
                </a:lnTo>
                <a:close/>
                <a:moveTo>
                  <a:pt x="1439" y="228"/>
                </a:moveTo>
                <a:cubicBezTo>
                  <a:pt x="1439" y="228"/>
                  <a:pt x="1439" y="228"/>
                  <a:pt x="1438" y="228"/>
                </a:cubicBezTo>
                <a:cubicBezTo>
                  <a:pt x="1438" y="228"/>
                  <a:pt x="1438" y="228"/>
                  <a:pt x="1438" y="228"/>
                </a:cubicBezTo>
                <a:cubicBezTo>
                  <a:pt x="1437" y="228"/>
                  <a:pt x="1437" y="228"/>
                  <a:pt x="1437" y="228"/>
                </a:cubicBezTo>
                <a:cubicBezTo>
                  <a:pt x="1437" y="228"/>
                  <a:pt x="1436" y="228"/>
                  <a:pt x="1436" y="228"/>
                </a:cubicBezTo>
                <a:cubicBezTo>
                  <a:pt x="1436" y="228"/>
                  <a:pt x="1436" y="228"/>
                  <a:pt x="1436" y="228"/>
                </a:cubicBezTo>
                <a:cubicBezTo>
                  <a:pt x="1436" y="228"/>
                  <a:pt x="1435" y="227"/>
                  <a:pt x="1435" y="227"/>
                </a:cubicBezTo>
                <a:cubicBezTo>
                  <a:pt x="1435" y="227"/>
                  <a:pt x="1435" y="227"/>
                  <a:pt x="1435" y="227"/>
                </a:cubicBezTo>
                <a:cubicBezTo>
                  <a:pt x="1435" y="227"/>
                  <a:pt x="1435" y="227"/>
                  <a:pt x="1434" y="227"/>
                </a:cubicBezTo>
                <a:cubicBezTo>
                  <a:pt x="1434" y="227"/>
                  <a:pt x="1434" y="227"/>
                  <a:pt x="1433" y="228"/>
                </a:cubicBezTo>
                <a:cubicBezTo>
                  <a:pt x="1433" y="228"/>
                  <a:pt x="1432" y="228"/>
                  <a:pt x="1432" y="228"/>
                </a:cubicBezTo>
                <a:cubicBezTo>
                  <a:pt x="1432" y="228"/>
                  <a:pt x="1431" y="228"/>
                  <a:pt x="1431" y="228"/>
                </a:cubicBezTo>
                <a:cubicBezTo>
                  <a:pt x="1431" y="228"/>
                  <a:pt x="1430" y="228"/>
                  <a:pt x="1430" y="228"/>
                </a:cubicBezTo>
                <a:cubicBezTo>
                  <a:pt x="1428" y="229"/>
                  <a:pt x="1426" y="230"/>
                  <a:pt x="1427" y="232"/>
                </a:cubicBezTo>
                <a:cubicBezTo>
                  <a:pt x="1427" y="232"/>
                  <a:pt x="1427" y="233"/>
                  <a:pt x="1427" y="233"/>
                </a:cubicBezTo>
                <a:cubicBezTo>
                  <a:pt x="1427" y="233"/>
                  <a:pt x="1427" y="233"/>
                  <a:pt x="1428" y="233"/>
                </a:cubicBezTo>
                <a:cubicBezTo>
                  <a:pt x="1428" y="233"/>
                  <a:pt x="1428" y="234"/>
                  <a:pt x="1428" y="234"/>
                </a:cubicBezTo>
                <a:cubicBezTo>
                  <a:pt x="1428" y="234"/>
                  <a:pt x="1429" y="234"/>
                  <a:pt x="1429" y="234"/>
                </a:cubicBezTo>
                <a:cubicBezTo>
                  <a:pt x="1430" y="235"/>
                  <a:pt x="1430" y="235"/>
                  <a:pt x="1430" y="235"/>
                </a:cubicBezTo>
                <a:cubicBezTo>
                  <a:pt x="1431" y="235"/>
                  <a:pt x="1432" y="235"/>
                  <a:pt x="1433" y="235"/>
                </a:cubicBezTo>
                <a:cubicBezTo>
                  <a:pt x="1433" y="235"/>
                  <a:pt x="1433" y="235"/>
                  <a:pt x="1434" y="235"/>
                </a:cubicBezTo>
                <a:cubicBezTo>
                  <a:pt x="1434" y="235"/>
                  <a:pt x="1434" y="235"/>
                  <a:pt x="1434" y="235"/>
                </a:cubicBezTo>
                <a:cubicBezTo>
                  <a:pt x="1434" y="235"/>
                  <a:pt x="1434" y="235"/>
                  <a:pt x="1434" y="235"/>
                </a:cubicBezTo>
                <a:cubicBezTo>
                  <a:pt x="1435" y="235"/>
                  <a:pt x="1435" y="235"/>
                  <a:pt x="1435" y="235"/>
                </a:cubicBezTo>
                <a:cubicBezTo>
                  <a:pt x="1435" y="235"/>
                  <a:pt x="1435" y="235"/>
                  <a:pt x="1435" y="235"/>
                </a:cubicBezTo>
                <a:cubicBezTo>
                  <a:pt x="1435" y="235"/>
                  <a:pt x="1436" y="235"/>
                  <a:pt x="1436" y="235"/>
                </a:cubicBezTo>
                <a:cubicBezTo>
                  <a:pt x="1436" y="235"/>
                  <a:pt x="1436" y="235"/>
                  <a:pt x="1436" y="235"/>
                </a:cubicBezTo>
                <a:cubicBezTo>
                  <a:pt x="1436" y="235"/>
                  <a:pt x="1436" y="235"/>
                  <a:pt x="1436" y="235"/>
                </a:cubicBezTo>
                <a:cubicBezTo>
                  <a:pt x="1437" y="235"/>
                  <a:pt x="1437" y="235"/>
                  <a:pt x="1437" y="235"/>
                </a:cubicBezTo>
                <a:cubicBezTo>
                  <a:pt x="1438" y="235"/>
                  <a:pt x="1438" y="235"/>
                  <a:pt x="1438" y="235"/>
                </a:cubicBezTo>
                <a:cubicBezTo>
                  <a:pt x="1438" y="235"/>
                  <a:pt x="1438" y="235"/>
                  <a:pt x="1439" y="235"/>
                </a:cubicBezTo>
                <a:cubicBezTo>
                  <a:pt x="1439" y="235"/>
                  <a:pt x="1439" y="235"/>
                  <a:pt x="1439" y="235"/>
                </a:cubicBezTo>
                <a:cubicBezTo>
                  <a:pt x="1441" y="234"/>
                  <a:pt x="1441" y="234"/>
                  <a:pt x="1441" y="234"/>
                </a:cubicBezTo>
                <a:cubicBezTo>
                  <a:pt x="1442" y="234"/>
                  <a:pt x="1442" y="233"/>
                  <a:pt x="1443" y="231"/>
                </a:cubicBezTo>
                <a:cubicBezTo>
                  <a:pt x="1443" y="231"/>
                  <a:pt x="1443" y="231"/>
                  <a:pt x="1442" y="230"/>
                </a:cubicBezTo>
                <a:cubicBezTo>
                  <a:pt x="1442" y="230"/>
                  <a:pt x="1442" y="230"/>
                  <a:pt x="1442" y="230"/>
                </a:cubicBezTo>
                <a:cubicBezTo>
                  <a:pt x="1441" y="229"/>
                  <a:pt x="1441" y="229"/>
                  <a:pt x="1441" y="229"/>
                </a:cubicBezTo>
                <a:cubicBezTo>
                  <a:pt x="1440" y="229"/>
                  <a:pt x="1440" y="228"/>
                  <a:pt x="1439" y="228"/>
                </a:cubicBezTo>
                <a:cubicBezTo>
                  <a:pt x="1439" y="228"/>
                  <a:pt x="1440" y="228"/>
                  <a:pt x="1439" y="228"/>
                </a:cubicBezTo>
                <a:close/>
                <a:moveTo>
                  <a:pt x="1968" y="228"/>
                </a:moveTo>
                <a:cubicBezTo>
                  <a:pt x="1966" y="228"/>
                  <a:pt x="1965" y="227"/>
                  <a:pt x="1963" y="227"/>
                </a:cubicBezTo>
                <a:cubicBezTo>
                  <a:pt x="1963" y="227"/>
                  <a:pt x="1962" y="227"/>
                  <a:pt x="1962" y="228"/>
                </a:cubicBezTo>
                <a:cubicBezTo>
                  <a:pt x="1961" y="228"/>
                  <a:pt x="1961" y="228"/>
                  <a:pt x="1961" y="228"/>
                </a:cubicBezTo>
                <a:cubicBezTo>
                  <a:pt x="1960" y="228"/>
                  <a:pt x="1960" y="228"/>
                  <a:pt x="1960" y="228"/>
                </a:cubicBezTo>
                <a:cubicBezTo>
                  <a:pt x="1959" y="228"/>
                  <a:pt x="1959" y="228"/>
                  <a:pt x="1959" y="228"/>
                </a:cubicBezTo>
                <a:cubicBezTo>
                  <a:pt x="1958" y="228"/>
                  <a:pt x="1958" y="229"/>
                  <a:pt x="1957" y="229"/>
                </a:cubicBezTo>
                <a:cubicBezTo>
                  <a:pt x="1957" y="229"/>
                  <a:pt x="1957" y="229"/>
                  <a:pt x="1956" y="230"/>
                </a:cubicBezTo>
                <a:cubicBezTo>
                  <a:pt x="1956" y="230"/>
                  <a:pt x="1956" y="230"/>
                  <a:pt x="1956" y="230"/>
                </a:cubicBezTo>
                <a:cubicBezTo>
                  <a:pt x="1956" y="231"/>
                  <a:pt x="1956" y="231"/>
                  <a:pt x="1956" y="232"/>
                </a:cubicBezTo>
                <a:cubicBezTo>
                  <a:pt x="1956" y="232"/>
                  <a:pt x="1956" y="233"/>
                  <a:pt x="1956" y="233"/>
                </a:cubicBezTo>
                <a:cubicBezTo>
                  <a:pt x="1957" y="233"/>
                  <a:pt x="1957" y="233"/>
                  <a:pt x="1957" y="233"/>
                </a:cubicBezTo>
                <a:cubicBezTo>
                  <a:pt x="1957" y="233"/>
                  <a:pt x="1958" y="234"/>
                  <a:pt x="1958" y="234"/>
                </a:cubicBezTo>
                <a:cubicBezTo>
                  <a:pt x="1958" y="234"/>
                  <a:pt x="1958" y="234"/>
                  <a:pt x="1959" y="234"/>
                </a:cubicBezTo>
                <a:cubicBezTo>
                  <a:pt x="1960" y="235"/>
                  <a:pt x="1960" y="235"/>
                  <a:pt x="1960" y="235"/>
                </a:cubicBezTo>
                <a:cubicBezTo>
                  <a:pt x="1961" y="235"/>
                  <a:pt x="1962" y="235"/>
                  <a:pt x="1963" y="235"/>
                </a:cubicBezTo>
                <a:cubicBezTo>
                  <a:pt x="1963" y="235"/>
                  <a:pt x="1963" y="235"/>
                  <a:pt x="1963" y="235"/>
                </a:cubicBezTo>
                <a:cubicBezTo>
                  <a:pt x="1964" y="235"/>
                  <a:pt x="1964" y="235"/>
                  <a:pt x="1964" y="235"/>
                </a:cubicBezTo>
                <a:cubicBezTo>
                  <a:pt x="1964" y="235"/>
                  <a:pt x="1964" y="235"/>
                  <a:pt x="1964" y="235"/>
                </a:cubicBezTo>
                <a:cubicBezTo>
                  <a:pt x="1964" y="235"/>
                  <a:pt x="1965" y="235"/>
                  <a:pt x="1965" y="235"/>
                </a:cubicBezTo>
                <a:cubicBezTo>
                  <a:pt x="1965" y="235"/>
                  <a:pt x="1965" y="235"/>
                  <a:pt x="1965" y="235"/>
                </a:cubicBezTo>
                <a:cubicBezTo>
                  <a:pt x="1965" y="235"/>
                  <a:pt x="1965" y="235"/>
                  <a:pt x="1966" y="235"/>
                </a:cubicBezTo>
                <a:cubicBezTo>
                  <a:pt x="1966" y="235"/>
                  <a:pt x="1966" y="235"/>
                  <a:pt x="1966" y="235"/>
                </a:cubicBezTo>
                <a:cubicBezTo>
                  <a:pt x="1966" y="235"/>
                  <a:pt x="1966" y="235"/>
                  <a:pt x="1966" y="235"/>
                </a:cubicBezTo>
                <a:cubicBezTo>
                  <a:pt x="1967" y="235"/>
                  <a:pt x="1967" y="235"/>
                  <a:pt x="1967" y="235"/>
                </a:cubicBezTo>
                <a:cubicBezTo>
                  <a:pt x="1967" y="235"/>
                  <a:pt x="1968" y="235"/>
                  <a:pt x="1968" y="235"/>
                </a:cubicBezTo>
                <a:cubicBezTo>
                  <a:pt x="1968" y="235"/>
                  <a:pt x="1968" y="235"/>
                  <a:pt x="1968" y="235"/>
                </a:cubicBezTo>
                <a:cubicBezTo>
                  <a:pt x="1969" y="235"/>
                  <a:pt x="1969" y="235"/>
                  <a:pt x="1969" y="235"/>
                </a:cubicBezTo>
                <a:cubicBezTo>
                  <a:pt x="1970" y="234"/>
                  <a:pt x="1970" y="234"/>
                  <a:pt x="1970" y="234"/>
                </a:cubicBezTo>
                <a:cubicBezTo>
                  <a:pt x="1971" y="234"/>
                  <a:pt x="1972" y="233"/>
                  <a:pt x="1972" y="231"/>
                </a:cubicBezTo>
                <a:cubicBezTo>
                  <a:pt x="1972" y="231"/>
                  <a:pt x="1972" y="231"/>
                  <a:pt x="1971" y="230"/>
                </a:cubicBezTo>
                <a:cubicBezTo>
                  <a:pt x="1971" y="230"/>
                  <a:pt x="1971" y="230"/>
                  <a:pt x="1971" y="230"/>
                </a:cubicBezTo>
                <a:cubicBezTo>
                  <a:pt x="1970" y="229"/>
                  <a:pt x="1970" y="229"/>
                  <a:pt x="1969" y="229"/>
                </a:cubicBezTo>
                <a:cubicBezTo>
                  <a:pt x="1969" y="229"/>
                  <a:pt x="1968" y="228"/>
                  <a:pt x="1968" y="228"/>
                </a:cubicBezTo>
                <a:cubicBezTo>
                  <a:pt x="1967" y="228"/>
                  <a:pt x="1968" y="228"/>
                  <a:pt x="1968" y="228"/>
                </a:cubicBezTo>
                <a:close/>
                <a:moveTo>
                  <a:pt x="1207" y="238"/>
                </a:moveTo>
                <a:cubicBezTo>
                  <a:pt x="1206" y="238"/>
                  <a:pt x="1206" y="238"/>
                  <a:pt x="1205" y="238"/>
                </a:cubicBezTo>
                <a:cubicBezTo>
                  <a:pt x="1204" y="239"/>
                  <a:pt x="1204" y="239"/>
                  <a:pt x="1203" y="240"/>
                </a:cubicBezTo>
                <a:cubicBezTo>
                  <a:pt x="1203" y="240"/>
                  <a:pt x="1202" y="241"/>
                  <a:pt x="1202" y="241"/>
                </a:cubicBezTo>
                <a:cubicBezTo>
                  <a:pt x="1202" y="242"/>
                  <a:pt x="1203" y="242"/>
                  <a:pt x="1203" y="243"/>
                </a:cubicBezTo>
                <a:cubicBezTo>
                  <a:pt x="1203" y="243"/>
                  <a:pt x="1204" y="244"/>
                  <a:pt x="1205" y="244"/>
                </a:cubicBezTo>
                <a:cubicBezTo>
                  <a:pt x="1205" y="244"/>
                  <a:pt x="1206" y="245"/>
                  <a:pt x="1207" y="245"/>
                </a:cubicBezTo>
                <a:cubicBezTo>
                  <a:pt x="1208" y="245"/>
                  <a:pt x="1209" y="245"/>
                  <a:pt x="1210" y="245"/>
                </a:cubicBezTo>
                <a:cubicBezTo>
                  <a:pt x="1212" y="245"/>
                  <a:pt x="1213" y="245"/>
                  <a:pt x="1214" y="245"/>
                </a:cubicBezTo>
                <a:cubicBezTo>
                  <a:pt x="1215" y="245"/>
                  <a:pt x="1216" y="244"/>
                  <a:pt x="1216" y="244"/>
                </a:cubicBezTo>
                <a:cubicBezTo>
                  <a:pt x="1217" y="244"/>
                  <a:pt x="1218" y="243"/>
                  <a:pt x="1218" y="243"/>
                </a:cubicBezTo>
                <a:cubicBezTo>
                  <a:pt x="1218" y="242"/>
                  <a:pt x="1219" y="242"/>
                  <a:pt x="1219" y="241"/>
                </a:cubicBezTo>
                <a:cubicBezTo>
                  <a:pt x="1219" y="241"/>
                  <a:pt x="1219" y="240"/>
                  <a:pt x="1218" y="240"/>
                </a:cubicBezTo>
                <a:cubicBezTo>
                  <a:pt x="1218" y="239"/>
                  <a:pt x="1217" y="239"/>
                  <a:pt x="1216" y="238"/>
                </a:cubicBezTo>
                <a:cubicBezTo>
                  <a:pt x="1216" y="238"/>
                  <a:pt x="1215" y="238"/>
                  <a:pt x="1214" y="238"/>
                </a:cubicBezTo>
                <a:cubicBezTo>
                  <a:pt x="1213" y="237"/>
                  <a:pt x="1212" y="237"/>
                  <a:pt x="1211" y="237"/>
                </a:cubicBezTo>
                <a:cubicBezTo>
                  <a:pt x="1209" y="237"/>
                  <a:pt x="1208" y="237"/>
                  <a:pt x="1207" y="238"/>
                </a:cubicBezTo>
                <a:close/>
                <a:moveTo>
                  <a:pt x="1942" y="238"/>
                </a:moveTo>
                <a:cubicBezTo>
                  <a:pt x="1941" y="238"/>
                  <a:pt x="1940" y="238"/>
                  <a:pt x="1939" y="238"/>
                </a:cubicBezTo>
                <a:cubicBezTo>
                  <a:pt x="1939" y="239"/>
                  <a:pt x="1938" y="239"/>
                  <a:pt x="1938" y="240"/>
                </a:cubicBezTo>
                <a:cubicBezTo>
                  <a:pt x="1937" y="240"/>
                  <a:pt x="1937" y="241"/>
                  <a:pt x="1937" y="241"/>
                </a:cubicBezTo>
                <a:cubicBezTo>
                  <a:pt x="1938" y="242"/>
                  <a:pt x="1938" y="242"/>
                  <a:pt x="1938" y="243"/>
                </a:cubicBezTo>
                <a:cubicBezTo>
                  <a:pt x="1939" y="243"/>
                  <a:pt x="1940" y="244"/>
                  <a:pt x="1940" y="244"/>
                </a:cubicBezTo>
                <a:cubicBezTo>
                  <a:pt x="1941" y="244"/>
                  <a:pt x="1942" y="245"/>
                  <a:pt x="1943" y="245"/>
                </a:cubicBezTo>
                <a:cubicBezTo>
                  <a:pt x="1944" y="245"/>
                  <a:pt x="1945" y="245"/>
                  <a:pt x="1946" y="245"/>
                </a:cubicBezTo>
                <a:cubicBezTo>
                  <a:pt x="1948" y="245"/>
                  <a:pt x="1949" y="245"/>
                  <a:pt x="1950" y="245"/>
                </a:cubicBezTo>
                <a:cubicBezTo>
                  <a:pt x="1950" y="245"/>
                  <a:pt x="1951" y="244"/>
                  <a:pt x="1952" y="244"/>
                </a:cubicBezTo>
                <a:cubicBezTo>
                  <a:pt x="1953" y="244"/>
                  <a:pt x="1953" y="243"/>
                  <a:pt x="1953" y="243"/>
                </a:cubicBezTo>
                <a:cubicBezTo>
                  <a:pt x="1954" y="242"/>
                  <a:pt x="1954" y="242"/>
                  <a:pt x="1954" y="241"/>
                </a:cubicBezTo>
                <a:cubicBezTo>
                  <a:pt x="1954" y="241"/>
                  <a:pt x="1953" y="240"/>
                  <a:pt x="1953" y="240"/>
                </a:cubicBezTo>
                <a:cubicBezTo>
                  <a:pt x="1952" y="239"/>
                  <a:pt x="1952" y="239"/>
                  <a:pt x="1951" y="238"/>
                </a:cubicBezTo>
                <a:cubicBezTo>
                  <a:pt x="1950" y="238"/>
                  <a:pt x="1949" y="238"/>
                  <a:pt x="1948" y="238"/>
                </a:cubicBezTo>
                <a:cubicBezTo>
                  <a:pt x="1947" y="237"/>
                  <a:pt x="1946" y="237"/>
                  <a:pt x="1945" y="237"/>
                </a:cubicBezTo>
                <a:cubicBezTo>
                  <a:pt x="1944" y="237"/>
                  <a:pt x="1943" y="237"/>
                  <a:pt x="1942" y="238"/>
                </a:cubicBezTo>
                <a:close/>
                <a:moveTo>
                  <a:pt x="1167" y="238"/>
                </a:moveTo>
                <a:cubicBezTo>
                  <a:pt x="1166" y="238"/>
                  <a:pt x="1165" y="238"/>
                  <a:pt x="1164" y="238"/>
                </a:cubicBezTo>
                <a:cubicBezTo>
                  <a:pt x="1163" y="239"/>
                  <a:pt x="1163" y="239"/>
                  <a:pt x="1162" y="240"/>
                </a:cubicBezTo>
                <a:cubicBezTo>
                  <a:pt x="1162" y="240"/>
                  <a:pt x="1162" y="241"/>
                  <a:pt x="1162" y="241"/>
                </a:cubicBezTo>
                <a:cubicBezTo>
                  <a:pt x="1162" y="242"/>
                  <a:pt x="1162" y="242"/>
                  <a:pt x="1162" y="243"/>
                </a:cubicBezTo>
                <a:cubicBezTo>
                  <a:pt x="1163" y="243"/>
                  <a:pt x="1163" y="244"/>
                  <a:pt x="1164" y="244"/>
                </a:cubicBezTo>
                <a:cubicBezTo>
                  <a:pt x="1165" y="244"/>
                  <a:pt x="1165" y="245"/>
                  <a:pt x="1166" y="245"/>
                </a:cubicBezTo>
                <a:cubicBezTo>
                  <a:pt x="1167" y="245"/>
                  <a:pt x="1168" y="245"/>
                  <a:pt x="1170" y="245"/>
                </a:cubicBezTo>
                <a:cubicBezTo>
                  <a:pt x="1171" y="245"/>
                  <a:pt x="1172" y="245"/>
                  <a:pt x="1173" y="245"/>
                </a:cubicBezTo>
                <a:cubicBezTo>
                  <a:pt x="1174" y="245"/>
                  <a:pt x="1175" y="244"/>
                  <a:pt x="1175" y="244"/>
                </a:cubicBezTo>
                <a:cubicBezTo>
                  <a:pt x="1176" y="244"/>
                  <a:pt x="1177" y="243"/>
                  <a:pt x="1177" y="243"/>
                </a:cubicBezTo>
                <a:cubicBezTo>
                  <a:pt x="1178" y="242"/>
                  <a:pt x="1178" y="242"/>
                  <a:pt x="1178" y="241"/>
                </a:cubicBezTo>
                <a:cubicBezTo>
                  <a:pt x="1178" y="241"/>
                  <a:pt x="1178" y="240"/>
                  <a:pt x="1177" y="240"/>
                </a:cubicBezTo>
                <a:cubicBezTo>
                  <a:pt x="1177" y="239"/>
                  <a:pt x="1176" y="239"/>
                  <a:pt x="1176" y="238"/>
                </a:cubicBezTo>
                <a:cubicBezTo>
                  <a:pt x="1175" y="238"/>
                  <a:pt x="1174" y="238"/>
                  <a:pt x="1173" y="238"/>
                </a:cubicBezTo>
                <a:cubicBezTo>
                  <a:pt x="1172" y="237"/>
                  <a:pt x="1171" y="237"/>
                  <a:pt x="1170" y="237"/>
                </a:cubicBezTo>
                <a:cubicBezTo>
                  <a:pt x="1169" y="237"/>
                  <a:pt x="1168" y="237"/>
                  <a:pt x="1167" y="238"/>
                </a:cubicBezTo>
                <a:close/>
                <a:moveTo>
                  <a:pt x="1575" y="238"/>
                </a:moveTo>
                <a:cubicBezTo>
                  <a:pt x="1574" y="238"/>
                  <a:pt x="1573" y="238"/>
                  <a:pt x="1572" y="238"/>
                </a:cubicBezTo>
                <a:cubicBezTo>
                  <a:pt x="1571" y="239"/>
                  <a:pt x="1571" y="239"/>
                  <a:pt x="1570" y="240"/>
                </a:cubicBezTo>
                <a:cubicBezTo>
                  <a:pt x="1570" y="240"/>
                  <a:pt x="1570" y="241"/>
                  <a:pt x="1570" y="241"/>
                </a:cubicBezTo>
                <a:cubicBezTo>
                  <a:pt x="1570" y="242"/>
                  <a:pt x="1570" y="242"/>
                  <a:pt x="1571" y="243"/>
                </a:cubicBezTo>
                <a:cubicBezTo>
                  <a:pt x="1571" y="243"/>
                  <a:pt x="1572" y="244"/>
                  <a:pt x="1573" y="244"/>
                </a:cubicBezTo>
                <a:cubicBezTo>
                  <a:pt x="1573" y="244"/>
                  <a:pt x="1574" y="245"/>
                  <a:pt x="1575" y="245"/>
                </a:cubicBezTo>
                <a:cubicBezTo>
                  <a:pt x="1576" y="245"/>
                  <a:pt x="1577" y="245"/>
                  <a:pt x="1578" y="245"/>
                </a:cubicBezTo>
                <a:cubicBezTo>
                  <a:pt x="1580" y="245"/>
                  <a:pt x="1581" y="245"/>
                  <a:pt x="1582" y="245"/>
                </a:cubicBezTo>
                <a:cubicBezTo>
                  <a:pt x="1583" y="245"/>
                  <a:pt x="1583" y="244"/>
                  <a:pt x="1584" y="244"/>
                </a:cubicBezTo>
                <a:cubicBezTo>
                  <a:pt x="1585" y="244"/>
                  <a:pt x="1585" y="243"/>
                  <a:pt x="1586" y="243"/>
                </a:cubicBezTo>
                <a:cubicBezTo>
                  <a:pt x="1586" y="242"/>
                  <a:pt x="1586" y="242"/>
                  <a:pt x="1586" y="241"/>
                </a:cubicBezTo>
                <a:cubicBezTo>
                  <a:pt x="1586" y="241"/>
                  <a:pt x="1586" y="240"/>
                  <a:pt x="1585" y="240"/>
                </a:cubicBezTo>
                <a:cubicBezTo>
                  <a:pt x="1585" y="239"/>
                  <a:pt x="1584" y="239"/>
                  <a:pt x="1584" y="238"/>
                </a:cubicBezTo>
                <a:cubicBezTo>
                  <a:pt x="1583" y="238"/>
                  <a:pt x="1582" y="238"/>
                  <a:pt x="1581" y="238"/>
                </a:cubicBezTo>
                <a:cubicBezTo>
                  <a:pt x="1580" y="237"/>
                  <a:pt x="1579" y="237"/>
                  <a:pt x="1578" y="237"/>
                </a:cubicBezTo>
                <a:cubicBezTo>
                  <a:pt x="1577" y="237"/>
                  <a:pt x="1575" y="237"/>
                  <a:pt x="1575" y="238"/>
                </a:cubicBezTo>
                <a:close/>
                <a:moveTo>
                  <a:pt x="2023" y="238"/>
                </a:moveTo>
                <a:cubicBezTo>
                  <a:pt x="2022" y="238"/>
                  <a:pt x="2021" y="238"/>
                  <a:pt x="2021" y="238"/>
                </a:cubicBezTo>
                <a:cubicBezTo>
                  <a:pt x="2020" y="239"/>
                  <a:pt x="2020" y="239"/>
                  <a:pt x="2019" y="240"/>
                </a:cubicBezTo>
                <a:cubicBezTo>
                  <a:pt x="2019" y="240"/>
                  <a:pt x="2019" y="241"/>
                  <a:pt x="2019" y="241"/>
                </a:cubicBezTo>
                <a:cubicBezTo>
                  <a:pt x="2019" y="242"/>
                  <a:pt x="2020" y="242"/>
                  <a:pt x="2020" y="243"/>
                </a:cubicBezTo>
                <a:cubicBezTo>
                  <a:pt x="2021" y="243"/>
                  <a:pt x="2021" y="244"/>
                  <a:pt x="2022" y="244"/>
                </a:cubicBezTo>
                <a:cubicBezTo>
                  <a:pt x="2023" y="244"/>
                  <a:pt x="2024" y="245"/>
                  <a:pt x="2025" y="245"/>
                </a:cubicBezTo>
                <a:cubicBezTo>
                  <a:pt x="2026" y="245"/>
                  <a:pt x="2027" y="245"/>
                  <a:pt x="2028" y="245"/>
                </a:cubicBezTo>
                <a:cubicBezTo>
                  <a:pt x="2029" y="245"/>
                  <a:pt x="2030" y="245"/>
                  <a:pt x="2031" y="245"/>
                </a:cubicBezTo>
                <a:cubicBezTo>
                  <a:pt x="2032" y="245"/>
                  <a:pt x="2033" y="244"/>
                  <a:pt x="2034" y="244"/>
                </a:cubicBezTo>
                <a:cubicBezTo>
                  <a:pt x="2034" y="244"/>
                  <a:pt x="2035" y="243"/>
                  <a:pt x="2035" y="243"/>
                </a:cubicBezTo>
                <a:cubicBezTo>
                  <a:pt x="2035" y="242"/>
                  <a:pt x="2036" y="242"/>
                  <a:pt x="2035" y="241"/>
                </a:cubicBezTo>
                <a:cubicBezTo>
                  <a:pt x="2035" y="241"/>
                  <a:pt x="2035" y="240"/>
                  <a:pt x="2034" y="240"/>
                </a:cubicBezTo>
                <a:cubicBezTo>
                  <a:pt x="2034" y="239"/>
                  <a:pt x="2033" y="239"/>
                  <a:pt x="2032" y="238"/>
                </a:cubicBezTo>
                <a:cubicBezTo>
                  <a:pt x="2032" y="238"/>
                  <a:pt x="2031" y="238"/>
                  <a:pt x="2030" y="238"/>
                </a:cubicBezTo>
                <a:cubicBezTo>
                  <a:pt x="2029" y="237"/>
                  <a:pt x="2027" y="237"/>
                  <a:pt x="2026" y="237"/>
                </a:cubicBezTo>
                <a:cubicBezTo>
                  <a:pt x="2025" y="237"/>
                  <a:pt x="2024" y="237"/>
                  <a:pt x="2023" y="238"/>
                </a:cubicBezTo>
                <a:close/>
                <a:moveTo>
                  <a:pt x="2105" y="238"/>
                </a:moveTo>
                <a:cubicBezTo>
                  <a:pt x="2104" y="238"/>
                  <a:pt x="2103" y="238"/>
                  <a:pt x="2102" y="238"/>
                </a:cubicBezTo>
                <a:cubicBezTo>
                  <a:pt x="2102" y="239"/>
                  <a:pt x="2101" y="239"/>
                  <a:pt x="2101" y="240"/>
                </a:cubicBezTo>
                <a:cubicBezTo>
                  <a:pt x="2101" y="240"/>
                  <a:pt x="2101" y="241"/>
                  <a:pt x="2101" y="241"/>
                </a:cubicBezTo>
                <a:cubicBezTo>
                  <a:pt x="2101" y="242"/>
                  <a:pt x="2101" y="242"/>
                  <a:pt x="2102" y="243"/>
                </a:cubicBezTo>
                <a:cubicBezTo>
                  <a:pt x="2102" y="243"/>
                  <a:pt x="2103" y="244"/>
                  <a:pt x="2104" y="244"/>
                </a:cubicBezTo>
                <a:cubicBezTo>
                  <a:pt x="2105" y="244"/>
                  <a:pt x="2106" y="245"/>
                  <a:pt x="2107" y="245"/>
                </a:cubicBezTo>
                <a:cubicBezTo>
                  <a:pt x="2108" y="245"/>
                  <a:pt x="2109" y="245"/>
                  <a:pt x="2110" y="245"/>
                </a:cubicBezTo>
                <a:cubicBezTo>
                  <a:pt x="2111" y="245"/>
                  <a:pt x="2112" y="245"/>
                  <a:pt x="2113" y="245"/>
                </a:cubicBezTo>
                <a:cubicBezTo>
                  <a:pt x="2114" y="245"/>
                  <a:pt x="2115" y="244"/>
                  <a:pt x="2115" y="244"/>
                </a:cubicBezTo>
                <a:cubicBezTo>
                  <a:pt x="2116" y="244"/>
                  <a:pt x="2117" y="243"/>
                  <a:pt x="2117" y="243"/>
                </a:cubicBezTo>
                <a:cubicBezTo>
                  <a:pt x="2117" y="242"/>
                  <a:pt x="2117" y="242"/>
                  <a:pt x="2117" y="241"/>
                </a:cubicBezTo>
                <a:cubicBezTo>
                  <a:pt x="2117" y="241"/>
                  <a:pt x="2117" y="240"/>
                  <a:pt x="2116" y="240"/>
                </a:cubicBezTo>
                <a:cubicBezTo>
                  <a:pt x="2115" y="239"/>
                  <a:pt x="2115" y="239"/>
                  <a:pt x="2114" y="238"/>
                </a:cubicBezTo>
                <a:cubicBezTo>
                  <a:pt x="2113" y="238"/>
                  <a:pt x="2112" y="238"/>
                  <a:pt x="2111" y="238"/>
                </a:cubicBezTo>
                <a:cubicBezTo>
                  <a:pt x="2110" y="237"/>
                  <a:pt x="2109" y="237"/>
                  <a:pt x="2108" y="237"/>
                </a:cubicBezTo>
                <a:cubicBezTo>
                  <a:pt x="2107" y="237"/>
                  <a:pt x="2106" y="237"/>
                  <a:pt x="2105" y="238"/>
                </a:cubicBezTo>
                <a:close/>
                <a:moveTo>
                  <a:pt x="2227" y="238"/>
                </a:moveTo>
                <a:cubicBezTo>
                  <a:pt x="2226" y="238"/>
                  <a:pt x="2225" y="238"/>
                  <a:pt x="2225" y="238"/>
                </a:cubicBezTo>
                <a:cubicBezTo>
                  <a:pt x="2224" y="239"/>
                  <a:pt x="2224" y="239"/>
                  <a:pt x="2223" y="240"/>
                </a:cubicBezTo>
                <a:cubicBezTo>
                  <a:pt x="2223" y="240"/>
                  <a:pt x="2223" y="241"/>
                  <a:pt x="2223" y="241"/>
                </a:cubicBezTo>
                <a:cubicBezTo>
                  <a:pt x="2223" y="242"/>
                  <a:pt x="2224" y="242"/>
                  <a:pt x="2224" y="243"/>
                </a:cubicBezTo>
                <a:cubicBezTo>
                  <a:pt x="2225" y="243"/>
                  <a:pt x="2226" y="244"/>
                  <a:pt x="2226" y="244"/>
                </a:cubicBezTo>
                <a:cubicBezTo>
                  <a:pt x="2227" y="244"/>
                  <a:pt x="2228" y="245"/>
                  <a:pt x="2229" y="245"/>
                </a:cubicBezTo>
                <a:cubicBezTo>
                  <a:pt x="2230" y="245"/>
                  <a:pt x="2231" y="245"/>
                  <a:pt x="2233" y="245"/>
                </a:cubicBezTo>
                <a:cubicBezTo>
                  <a:pt x="2234" y="245"/>
                  <a:pt x="2235" y="245"/>
                  <a:pt x="2236" y="245"/>
                </a:cubicBezTo>
                <a:cubicBezTo>
                  <a:pt x="2237" y="245"/>
                  <a:pt x="2237" y="244"/>
                  <a:pt x="2238" y="244"/>
                </a:cubicBezTo>
                <a:cubicBezTo>
                  <a:pt x="2239" y="244"/>
                  <a:pt x="2239" y="243"/>
                  <a:pt x="2239" y="243"/>
                </a:cubicBezTo>
                <a:cubicBezTo>
                  <a:pt x="2240" y="242"/>
                  <a:pt x="2240" y="242"/>
                  <a:pt x="2240" y="241"/>
                </a:cubicBezTo>
                <a:cubicBezTo>
                  <a:pt x="2239" y="241"/>
                  <a:pt x="2239" y="240"/>
                  <a:pt x="2238" y="240"/>
                </a:cubicBezTo>
                <a:cubicBezTo>
                  <a:pt x="2238" y="239"/>
                  <a:pt x="2237" y="239"/>
                  <a:pt x="2236" y="238"/>
                </a:cubicBezTo>
                <a:cubicBezTo>
                  <a:pt x="2236" y="238"/>
                  <a:pt x="2235" y="238"/>
                  <a:pt x="2234" y="238"/>
                </a:cubicBezTo>
                <a:cubicBezTo>
                  <a:pt x="2232" y="237"/>
                  <a:pt x="2231" y="237"/>
                  <a:pt x="2230" y="237"/>
                </a:cubicBezTo>
                <a:cubicBezTo>
                  <a:pt x="2229" y="237"/>
                  <a:pt x="2228" y="237"/>
                  <a:pt x="2227" y="238"/>
                </a:cubicBezTo>
                <a:close/>
                <a:moveTo>
                  <a:pt x="2186" y="238"/>
                </a:moveTo>
                <a:cubicBezTo>
                  <a:pt x="2185" y="238"/>
                  <a:pt x="2185" y="238"/>
                  <a:pt x="2184" y="238"/>
                </a:cubicBezTo>
                <a:cubicBezTo>
                  <a:pt x="2183" y="239"/>
                  <a:pt x="2183" y="239"/>
                  <a:pt x="2183" y="240"/>
                </a:cubicBezTo>
                <a:cubicBezTo>
                  <a:pt x="2182" y="240"/>
                  <a:pt x="2182" y="241"/>
                  <a:pt x="2182" y="241"/>
                </a:cubicBezTo>
                <a:cubicBezTo>
                  <a:pt x="2183" y="242"/>
                  <a:pt x="2183" y="242"/>
                  <a:pt x="2184" y="243"/>
                </a:cubicBezTo>
                <a:cubicBezTo>
                  <a:pt x="2184" y="243"/>
                  <a:pt x="2185" y="244"/>
                  <a:pt x="2186" y="244"/>
                </a:cubicBezTo>
                <a:cubicBezTo>
                  <a:pt x="2186" y="244"/>
                  <a:pt x="2187" y="245"/>
                  <a:pt x="2188" y="245"/>
                </a:cubicBezTo>
                <a:cubicBezTo>
                  <a:pt x="2190" y="245"/>
                  <a:pt x="2191" y="245"/>
                  <a:pt x="2192" y="245"/>
                </a:cubicBezTo>
                <a:cubicBezTo>
                  <a:pt x="2193" y="245"/>
                  <a:pt x="2194" y="245"/>
                  <a:pt x="2195" y="245"/>
                </a:cubicBezTo>
                <a:cubicBezTo>
                  <a:pt x="2196" y="245"/>
                  <a:pt x="2197" y="244"/>
                  <a:pt x="2197" y="244"/>
                </a:cubicBezTo>
                <a:cubicBezTo>
                  <a:pt x="2198" y="244"/>
                  <a:pt x="2198" y="243"/>
                  <a:pt x="2199" y="243"/>
                </a:cubicBezTo>
                <a:cubicBezTo>
                  <a:pt x="2199" y="242"/>
                  <a:pt x="2199" y="242"/>
                  <a:pt x="2199" y="241"/>
                </a:cubicBezTo>
                <a:cubicBezTo>
                  <a:pt x="2199" y="241"/>
                  <a:pt x="2198" y="240"/>
                  <a:pt x="2198" y="240"/>
                </a:cubicBezTo>
                <a:cubicBezTo>
                  <a:pt x="2197" y="239"/>
                  <a:pt x="2196" y="239"/>
                  <a:pt x="2196" y="238"/>
                </a:cubicBezTo>
                <a:cubicBezTo>
                  <a:pt x="2195" y="238"/>
                  <a:pt x="2194" y="238"/>
                  <a:pt x="2193" y="238"/>
                </a:cubicBezTo>
                <a:cubicBezTo>
                  <a:pt x="2192" y="237"/>
                  <a:pt x="2191" y="237"/>
                  <a:pt x="2189" y="237"/>
                </a:cubicBezTo>
                <a:cubicBezTo>
                  <a:pt x="2188" y="237"/>
                  <a:pt x="2187" y="237"/>
                  <a:pt x="2186" y="238"/>
                </a:cubicBezTo>
                <a:close/>
                <a:moveTo>
                  <a:pt x="1656" y="238"/>
                </a:moveTo>
                <a:cubicBezTo>
                  <a:pt x="1655" y="238"/>
                  <a:pt x="1654" y="238"/>
                  <a:pt x="1654" y="238"/>
                </a:cubicBezTo>
                <a:cubicBezTo>
                  <a:pt x="1653" y="239"/>
                  <a:pt x="1652" y="239"/>
                  <a:pt x="1652" y="240"/>
                </a:cubicBezTo>
                <a:cubicBezTo>
                  <a:pt x="1652" y="240"/>
                  <a:pt x="1652" y="241"/>
                  <a:pt x="1652" y="241"/>
                </a:cubicBezTo>
                <a:cubicBezTo>
                  <a:pt x="1652" y="242"/>
                  <a:pt x="1652" y="242"/>
                  <a:pt x="1652" y="243"/>
                </a:cubicBezTo>
                <a:cubicBezTo>
                  <a:pt x="1653" y="243"/>
                  <a:pt x="1654" y="244"/>
                  <a:pt x="1654" y="244"/>
                </a:cubicBezTo>
                <a:cubicBezTo>
                  <a:pt x="1655" y="244"/>
                  <a:pt x="1656" y="245"/>
                  <a:pt x="1657" y="245"/>
                </a:cubicBezTo>
                <a:cubicBezTo>
                  <a:pt x="1658" y="245"/>
                  <a:pt x="1659" y="245"/>
                  <a:pt x="1660" y="245"/>
                </a:cubicBezTo>
                <a:cubicBezTo>
                  <a:pt x="1661" y="245"/>
                  <a:pt x="1662" y="245"/>
                  <a:pt x="1663" y="245"/>
                </a:cubicBezTo>
                <a:cubicBezTo>
                  <a:pt x="1664" y="245"/>
                  <a:pt x="1665" y="244"/>
                  <a:pt x="1666" y="244"/>
                </a:cubicBezTo>
                <a:cubicBezTo>
                  <a:pt x="1667" y="244"/>
                  <a:pt x="1667" y="243"/>
                  <a:pt x="1667" y="243"/>
                </a:cubicBezTo>
                <a:cubicBezTo>
                  <a:pt x="1668" y="242"/>
                  <a:pt x="1668" y="242"/>
                  <a:pt x="1668" y="241"/>
                </a:cubicBezTo>
                <a:cubicBezTo>
                  <a:pt x="1668" y="241"/>
                  <a:pt x="1668" y="240"/>
                  <a:pt x="1667" y="240"/>
                </a:cubicBezTo>
                <a:cubicBezTo>
                  <a:pt x="1667" y="239"/>
                  <a:pt x="1666" y="239"/>
                  <a:pt x="1665" y="238"/>
                </a:cubicBezTo>
                <a:cubicBezTo>
                  <a:pt x="1664" y="238"/>
                  <a:pt x="1663" y="238"/>
                  <a:pt x="1662" y="238"/>
                </a:cubicBezTo>
                <a:cubicBezTo>
                  <a:pt x="1661" y="237"/>
                  <a:pt x="1660" y="237"/>
                  <a:pt x="1659" y="237"/>
                </a:cubicBezTo>
                <a:cubicBezTo>
                  <a:pt x="1658" y="237"/>
                  <a:pt x="1657" y="237"/>
                  <a:pt x="1656" y="238"/>
                </a:cubicBezTo>
                <a:close/>
                <a:moveTo>
                  <a:pt x="1126" y="238"/>
                </a:moveTo>
                <a:cubicBezTo>
                  <a:pt x="1125" y="238"/>
                  <a:pt x="1124" y="238"/>
                  <a:pt x="1123" y="238"/>
                </a:cubicBezTo>
                <a:cubicBezTo>
                  <a:pt x="1123" y="239"/>
                  <a:pt x="1122" y="239"/>
                  <a:pt x="1121" y="240"/>
                </a:cubicBezTo>
                <a:cubicBezTo>
                  <a:pt x="1121" y="240"/>
                  <a:pt x="1121" y="241"/>
                  <a:pt x="1121" y="241"/>
                </a:cubicBezTo>
                <a:cubicBezTo>
                  <a:pt x="1121" y="242"/>
                  <a:pt x="1121" y="242"/>
                  <a:pt x="1121" y="243"/>
                </a:cubicBezTo>
                <a:cubicBezTo>
                  <a:pt x="1122" y="243"/>
                  <a:pt x="1122" y="244"/>
                  <a:pt x="1123" y="244"/>
                </a:cubicBezTo>
                <a:cubicBezTo>
                  <a:pt x="1124" y="244"/>
                  <a:pt x="1125" y="245"/>
                  <a:pt x="1126" y="245"/>
                </a:cubicBezTo>
                <a:cubicBezTo>
                  <a:pt x="1127" y="245"/>
                  <a:pt x="1128" y="245"/>
                  <a:pt x="1129" y="245"/>
                </a:cubicBezTo>
                <a:cubicBezTo>
                  <a:pt x="1130" y="245"/>
                  <a:pt x="1131" y="245"/>
                  <a:pt x="1132" y="245"/>
                </a:cubicBezTo>
                <a:cubicBezTo>
                  <a:pt x="1133" y="245"/>
                  <a:pt x="1134" y="244"/>
                  <a:pt x="1135" y="244"/>
                </a:cubicBezTo>
                <a:cubicBezTo>
                  <a:pt x="1135" y="244"/>
                  <a:pt x="1136" y="243"/>
                  <a:pt x="1136" y="243"/>
                </a:cubicBezTo>
                <a:cubicBezTo>
                  <a:pt x="1137" y="242"/>
                  <a:pt x="1137" y="242"/>
                  <a:pt x="1137" y="241"/>
                </a:cubicBezTo>
                <a:cubicBezTo>
                  <a:pt x="1137" y="241"/>
                  <a:pt x="1137" y="240"/>
                  <a:pt x="1137" y="240"/>
                </a:cubicBezTo>
                <a:cubicBezTo>
                  <a:pt x="1136" y="239"/>
                  <a:pt x="1136" y="239"/>
                  <a:pt x="1135" y="238"/>
                </a:cubicBezTo>
                <a:cubicBezTo>
                  <a:pt x="1134" y="238"/>
                  <a:pt x="1133" y="238"/>
                  <a:pt x="1132" y="238"/>
                </a:cubicBezTo>
                <a:cubicBezTo>
                  <a:pt x="1131" y="237"/>
                  <a:pt x="1130" y="237"/>
                  <a:pt x="1129" y="237"/>
                </a:cubicBezTo>
                <a:cubicBezTo>
                  <a:pt x="1128" y="237"/>
                  <a:pt x="1127" y="237"/>
                  <a:pt x="1126" y="238"/>
                </a:cubicBezTo>
                <a:close/>
                <a:moveTo>
                  <a:pt x="1615" y="238"/>
                </a:moveTo>
                <a:cubicBezTo>
                  <a:pt x="1614" y="238"/>
                  <a:pt x="1614" y="238"/>
                  <a:pt x="1613" y="238"/>
                </a:cubicBezTo>
                <a:cubicBezTo>
                  <a:pt x="1612" y="239"/>
                  <a:pt x="1612" y="239"/>
                  <a:pt x="1611" y="240"/>
                </a:cubicBezTo>
                <a:cubicBezTo>
                  <a:pt x="1611" y="240"/>
                  <a:pt x="1611" y="241"/>
                  <a:pt x="1611" y="241"/>
                </a:cubicBezTo>
                <a:cubicBezTo>
                  <a:pt x="1611" y="242"/>
                  <a:pt x="1611" y="242"/>
                  <a:pt x="1612" y="243"/>
                </a:cubicBezTo>
                <a:cubicBezTo>
                  <a:pt x="1612" y="243"/>
                  <a:pt x="1613" y="244"/>
                  <a:pt x="1613" y="244"/>
                </a:cubicBezTo>
                <a:cubicBezTo>
                  <a:pt x="1614" y="244"/>
                  <a:pt x="1615" y="245"/>
                  <a:pt x="1616" y="245"/>
                </a:cubicBezTo>
                <a:cubicBezTo>
                  <a:pt x="1617" y="245"/>
                  <a:pt x="1618" y="245"/>
                  <a:pt x="1619" y="245"/>
                </a:cubicBezTo>
                <a:cubicBezTo>
                  <a:pt x="1620" y="245"/>
                  <a:pt x="1622" y="245"/>
                  <a:pt x="1622" y="245"/>
                </a:cubicBezTo>
                <a:cubicBezTo>
                  <a:pt x="1623" y="245"/>
                  <a:pt x="1624" y="244"/>
                  <a:pt x="1625" y="244"/>
                </a:cubicBezTo>
                <a:cubicBezTo>
                  <a:pt x="1626" y="244"/>
                  <a:pt x="1626" y="243"/>
                  <a:pt x="1627" y="243"/>
                </a:cubicBezTo>
                <a:cubicBezTo>
                  <a:pt x="1627" y="242"/>
                  <a:pt x="1627" y="242"/>
                  <a:pt x="1627" y="241"/>
                </a:cubicBezTo>
                <a:cubicBezTo>
                  <a:pt x="1627" y="241"/>
                  <a:pt x="1627" y="240"/>
                  <a:pt x="1626" y="240"/>
                </a:cubicBezTo>
                <a:cubicBezTo>
                  <a:pt x="1626" y="239"/>
                  <a:pt x="1625" y="239"/>
                  <a:pt x="1624" y="238"/>
                </a:cubicBezTo>
                <a:cubicBezTo>
                  <a:pt x="1624" y="238"/>
                  <a:pt x="1623" y="238"/>
                  <a:pt x="1622" y="238"/>
                </a:cubicBezTo>
                <a:cubicBezTo>
                  <a:pt x="1621" y="237"/>
                  <a:pt x="1620" y="237"/>
                  <a:pt x="1618" y="237"/>
                </a:cubicBezTo>
                <a:cubicBezTo>
                  <a:pt x="1617" y="237"/>
                  <a:pt x="1616" y="237"/>
                  <a:pt x="1615" y="238"/>
                </a:cubicBezTo>
                <a:close/>
                <a:moveTo>
                  <a:pt x="1248" y="238"/>
                </a:moveTo>
                <a:cubicBezTo>
                  <a:pt x="1247" y="238"/>
                  <a:pt x="1246" y="238"/>
                  <a:pt x="1246" y="238"/>
                </a:cubicBezTo>
                <a:cubicBezTo>
                  <a:pt x="1245" y="239"/>
                  <a:pt x="1244" y="239"/>
                  <a:pt x="1244" y="240"/>
                </a:cubicBezTo>
                <a:cubicBezTo>
                  <a:pt x="1243" y="240"/>
                  <a:pt x="1243" y="241"/>
                  <a:pt x="1243" y="241"/>
                </a:cubicBezTo>
                <a:cubicBezTo>
                  <a:pt x="1243" y="242"/>
                  <a:pt x="1243" y="242"/>
                  <a:pt x="1244" y="243"/>
                </a:cubicBezTo>
                <a:cubicBezTo>
                  <a:pt x="1244" y="243"/>
                  <a:pt x="1245" y="244"/>
                  <a:pt x="1246" y="244"/>
                </a:cubicBezTo>
                <a:cubicBezTo>
                  <a:pt x="1246" y="244"/>
                  <a:pt x="1247" y="245"/>
                  <a:pt x="1248" y="245"/>
                </a:cubicBezTo>
                <a:cubicBezTo>
                  <a:pt x="1249" y="245"/>
                  <a:pt x="1250" y="245"/>
                  <a:pt x="1251" y="245"/>
                </a:cubicBezTo>
                <a:cubicBezTo>
                  <a:pt x="1253" y="245"/>
                  <a:pt x="1254" y="245"/>
                  <a:pt x="1255" y="245"/>
                </a:cubicBezTo>
                <a:cubicBezTo>
                  <a:pt x="1256" y="245"/>
                  <a:pt x="1256" y="244"/>
                  <a:pt x="1257" y="244"/>
                </a:cubicBezTo>
                <a:cubicBezTo>
                  <a:pt x="1258" y="244"/>
                  <a:pt x="1259" y="243"/>
                  <a:pt x="1259" y="243"/>
                </a:cubicBezTo>
                <a:cubicBezTo>
                  <a:pt x="1259" y="242"/>
                  <a:pt x="1260" y="242"/>
                  <a:pt x="1260" y="241"/>
                </a:cubicBezTo>
                <a:cubicBezTo>
                  <a:pt x="1260" y="241"/>
                  <a:pt x="1259" y="240"/>
                  <a:pt x="1259" y="240"/>
                </a:cubicBezTo>
                <a:cubicBezTo>
                  <a:pt x="1259" y="239"/>
                  <a:pt x="1258" y="239"/>
                  <a:pt x="1257" y="238"/>
                </a:cubicBezTo>
                <a:cubicBezTo>
                  <a:pt x="1256" y="238"/>
                  <a:pt x="1256" y="238"/>
                  <a:pt x="1255" y="238"/>
                </a:cubicBezTo>
                <a:cubicBezTo>
                  <a:pt x="1254" y="237"/>
                  <a:pt x="1253" y="237"/>
                  <a:pt x="1251" y="237"/>
                </a:cubicBezTo>
                <a:cubicBezTo>
                  <a:pt x="1250" y="237"/>
                  <a:pt x="1249" y="237"/>
                  <a:pt x="1248" y="238"/>
                </a:cubicBezTo>
                <a:close/>
                <a:moveTo>
                  <a:pt x="1452" y="238"/>
                </a:moveTo>
                <a:cubicBezTo>
                  <a:pt x="1451" y="238"/>
                  <a:pt x="1450" y="238"/>
                  <a:pt x="1450" y="238"/>
                </a:cubicBezTo>
                <a:cubicBezTo>
                  <a:pt x="1449" y="239"/>
                  <a:pt x="1448" y="239"/>
                  <a:pt x="1448" y="240"/>
                </a:cubicBezTo>
                <a:cubicBezTo>
                  <a:pt x="1448" y="240"/>
                  <a:pt x="1447" y="241"/>
                  <a:pt x="1447" y="241"/>
                </a:cubicBezTo>
                <a:cubicBezTo>
                  <a:pt x="1447" y="242"/>
                  <a:pt x="1448" y="242"/>
                  <a:pt x="1448" y="243"/>
                </a:cubicBezTo>
                <a:cubicBezTo>
                  <a:pt x="1449" y="243"/>
                  <a:pt x="1449" y="244"/>
                  <a:pt x="1450" y="244"/>
                </a:cubicBezTo>
                <a:cubicBezTo>
                  <a:pt x="1451" y="244"/>
                  <a:pt x="1452" y="245"/>
                  <a:pt x="1453" y="245"/>
                </a:cubicBezTo>
                <a:cubicBezTo>
                  <a:pt x="1454" y="245"/>
                  <a:pt x="1455" y="245"/>
                  <a:pt x="1456" y="245"/>
                </a:cubicBezTo>
                <a:cubicBezTo>
                  <a:pt x="1457" y="245"/>
                  <a:pt x="1458" y="245"/>
                  <a:pt x="1459" y="245"/>
                </a:cubicBezTo>
                <a:cubicBezTo>
                  <a:pt x="1460" y="245"/>
                  <a:pt x="1461" y="244"/>
                  <a:pt x="1462" y="244"/>
                </a:cubicBezTo>
                <a:cubicBezTo>
                  <a:pt x="1462" y="244"/>
                  <a:pt x="1463" y="243"/>
                  <a:pt x="1463" y="243"/>
                </a:cubicBezTo>
                <a:cubicBezTo>
                  <a:pt x="1464" y="242"/>
                  <a:pt x="1464" y="242"/>
                  <a:pt x="1464" y="241"/>
                </a:cubicBezTo>
                <a:cubicBezTo>
                  <a:pt x="1464" y="241"/>
                  <a:pt x="1463" y="240"/>
                  <a:pt x="1463" y="240"/>
                </a:cubicBezTo>
                <a:cubicBezTo>
                  <a:pt x="1463" y="239"/>
                  <a:pt x="1462" y="239"/>
                  <a:pt x="1461" y="238"/>
                </a:cubicBezTo>
                <a:cubicBezTo>
                  <a:pt x="1460" y="238"/>
                  <a:pt x="1460" y="238"/>
                  <a:pt x="1459" y="238"/>
                </a:cubicBezTo>
                <a:cubicBezTo>
                  <a:pt x="1458" y="237"/>
                  <a:pt x="1456" y="237"/>
                  <a:pt x="1455" y="237"/>
                </a:cubicBezTo>
                <a:cubicBezTo>
                  <a:pt x="1454" y="237"/>
                  <a:pt x="1453" y="237"/>
                  <a:pt x="1452" y="238"/>
                </a:cubicBezTo>
                <a:close/>
                <a:moveTo>
                  <a:pt x="1982" y="238"/>
                </a:moveTo>
                <a:cubicBezTo>
                  <a:pt x="1981" y="238"/>
                  <a:pt x="1981" y="238"/>
                  <a:pt x="1980" y="238"/>
                </a:cubicBezTo>
                <a:cubicBezTo>
                  <a:pt x="1979" y="239"/>
                  <a:pt x="1979" y="239"/>
                  <a:pt x="1979" y="240"/>
                </a:cubicBezTo>
                <a:cubicBezTo>
                  <a:pt x="1978" y="240"/>
                  <a:pt x="1978" y="241"/>
                  <a:pt x="1978" y="241"/>
                </a:cubicBezTo>
                <a:cubicBezTo>
                  <a:pt x="1978" y="242"/>
                  <a:pt x="1979" y="242"/>
                  <a:pt x="1979" y="243"/>
                </a:cubicBezTo>
                <a:cubicBezTo>
                  <a:pt x="1980" y="243"/>
                  <a:pt x="1980" y="244"/>
                  <a:pt x="1981" y="244"/>
                </a:cubicBezTo>
                <a:cubicBezTo>
                  <a:pt x="1982" y="244"/>
                  <a:pt x="1983" y="245"/>
                  <a:pt x="1984" y="245"/>
                </a:cubicBezTo>
                <a:cubicBezTo>
                  <a:pt x="1985" y="245"/>
                  <a:pt x="1986" y="245"/>
                  <a:pt x="1987" y="245"/>
                </a:cubicBezTo>
                <a:cubicBezTo>
                  <a:pt x="1988" y="245"/>
                  <a:pt x="1989" y="245"/>
                  <a:pt x="1990" y="245"/>
                </a:cubicBezTo>
                <a:cubicBezTo>
                  <a:pt x="1991" y="245"/>
                  <a:pt x="1992" y="244"/>
                  <a:pt x="1993" y="244"/>
                </a:cubicBezTo>
                <a:cubicBezTo>
                  <a:pt x="1993" y="244"/>
                  <a:pt x="1994" y="243"/>
                  <a:pt x="1994" y="243"/>
                </a:cubicBezTo>
                <a:cubicBezTo>
                  <a:pt x="1995" y="242"/>
                  <a:pt x="1995" y="242"/>
                  <a:pt x="1995" y="241"/>
                </a:cubicBezTo>
                <a:cubicBezTo>
                  <a:pt x="1994" y="241"/>
                  <a:pt x="1994" y="240"/>
                  <a:pt x="1994" y="240"/>
                </a:cubicBezTo>
                <a:cubicBezTo>
                  <a:pt x="1993" y="239"/>
                  <a:pt x="1992" y="239"/>
                  <a:pt x="1992" y="238"/>
                </a:cubicBezTo>
                <a:cubicBezTo>
                  <a:pt x="1991" y="238"/>
                  <a:pt x="1990" y="238"/>
                  <a:pt x="1989" y="238"/>
                </a:cubicBezTo>
                <a:cubicBezTo>
                  <a:pt x="1988" y="237"/>
                  <a:pt x="1987" y="237"/>
                  <a:pt x="1986" y="237"/>
                </a:cubicBezTo>
                <a:cubicBezTo>
                  <a:pt x="1984" y="237"/>
                  <a:pt x="1983" y="237"/>
                  <a:pt x="1982" y="238"/>
                </a:cubicBezTo>
                <a:close/>
                <a:moveTo>
                  <a:pt x="1901" y="238"/>
                </a:moveTo>
                <a:cubicBezTo>
                  <a:pt x="1900" y="238"/>
                  <a:pt x="1899" y="238"/>
                  <a:pt x="1898" y="238"/>
                </a:cubicBezTo>
                <a:cubicBezTo>
                  <a:pt x="1898" y="239"/>
                  <a:pt x="1897" y="239"/>
                  <a:pt x="1897" y="240"/>
                </a:cubicBezTo>
                <a:cubicBezTo>
                  <a:pt x="1897" y="240"/>
                  <a:pt x="1896" y="241"/>
                  <a:pt x="1897" y="241"/>
                </a:cubicBezTo>
                <a:cubicBezTo>
                  <a:pt x="1897" y="242"/>
                  <a:pt x="1897" y="242"/>
                  <a:pt x="1898" y="243"/>
                </a:cubicBezTo>
                <a:cubicBezTo>
                  <a:pt x="1898" y="243"/>
                  <a:pt x="1899" y="244"/>
                  <a:pt x="1900" y="244"/>
                </a:cubicBezTo>
                <a:cubicBezTo>
                  <a:pt x="1900" y="244"/>
                  <a:pt x="1901" y="245"/>
                  <a:pt x="1902" y="245"/>
                </a:cubicBezTo>
                <a:cubicBezTo>
                  <a:pt x="1903" y="245"/>
                  <a:pt x="1904" y="245"/>
                  <a:pt x="1906" y="245"/>
                </a:cubicBezTo>
                <a:cubicBezTo>
                  <a:pt x="1907" y="245"/>
                  <a:pt x="1908" y="245"/>
                  <a:pt x="1909" y="245"/>
                </a:cubicBezTo>
                <a:cubicBezTo>
                  <a:pt x="1910" y="245"/>
                  <a:pt x="1910" y="244"/>
                  <a:pt x="1911" y="244"/>
                </a:cubicBezTo>
                <a:cubicBezTo>
                  <a:pt x="1912" y="244"/>
                  <a:pt x="1912" y="243"/>
                  <a:pt x="1913" y="243"/>
                </a:cubicBezTo>
                <a:cubicBezTo>
                  <a:pt x="1913" y="242"/>
                  <a:pt x="1913" y="242"/>
                  <a:pt x="1913" y="241"/>
                </a:cubicBezTo>
                <a:cubicBezTo>
                  <a:pt x="1913" y="241"/>
                  <a:pt x="1912" y="240"/>
                  <a:pt x="1912" y="240"/>
                </a:cubicBezTo>
                <a:cubicBezTo>
                  <a:pt x="1911" y="239"/>
                  <a:pt x="1911" y="239"/>
                  <a:pt x="1910" y="238"/>
                </a:cubicBezTo>
                <a:cubicBezTo>
                  <a:pt x="1909" y="238"/>
                  <a:pt x="1908" y="238"/>
                  <a:pt x="1907" y="238"/>
                </a:cubicBezTo>
                <a:cubicBezTo>
                  <a:pt x="1906" y="237"/>
                  <a:pt x="1905" y="237"/>
                  <a:pt x="1904" y="237"/>
                </a:cubicBezTo>
                <a:cubicBezTo>
                  <a:pt x="1903" y="237"/>
                  <a:pt x="1902" y="237"/>
                  <a:pt x="1901" y="238"/>
                </a:cubicBezTo>
                <a:close/>
                <a:moveTo>
                  <a:pt x="1534" y="238"/>
                </a:moveTo>
                <a:cubicBezTo>
                  <a:pt x="1533" y="238"/>
                  <a:pt x="1532" y="238"/>
                  <a:pt x="1531" y="238"/>
                </a:cubicBezTo>
                <a:cubicBezTo>
                  <a:pt x="1531" y="239"/>
                  <a:pt x="1530" y="239"/>
                  <a:pt x="1530" y="240"/>
                </a:cubicBezTo>
                <a:cubicBezTo>
                  <a:pt x="1529" y="240"/>
                  <a:pt x="1529" y="241"/>
                  <a:pt x="1529" y="241"/>
                </a:cubicBezTo>
                <a:cubicBezTo>
                  <a:pt x="1529" y="242"/>
                  <a:pt x="1529" y="242"/>
                  <a:pt x="1530" y="243"/>
                </a:cubicBezTo>
                <a:cubicBezTo>
                  <a:pt x="1530" y="243"/>
                  <a:pt x="1531" y="244"/>
                  <a:pt x="1532" y="244"/>
                </a:cubicBezTo>
                <a:cubicBezTo>
                  <a:pt x="1532" y="244"/>
                  <a:pt x="1533" y="245"/>
                  <a:pt x="1534" y="245"/>
                </a:cubicBezTo>
                <a:cubicBezTo>
                  <a:pt x="1535" y="245"/>
                  <a:pt x="1536" y="245"/>
                  <a:pt x="1538" y="245"/>
                </a:cubicBezTo>
                <a:cubicBezTo>
                  <a:pt x="1539" y="245"/>
                  <a:pt x="1540" y="245"/>
                  <a:pt x="1541" y="245"/>
                </a:cubicBezTo>
                <a:cubicBezTo>
                  <a:pt x="1542" y="245"/>
                  <a:pt x="1543" y="244"/>
                  <a:pt x="1543" y="244"/>
                </a:cubicBezTo>
                <a:cubicBezTo>
                  <a:pt x="1544" y="244"/>
                  <a:pt x="1545" y="243"/>
                  <a:pt x="1545" y="243"/>
                </a:cubicBezTo>
                <a:cubicBezTo>
                  <a:pt x="1545" y="242"/>
                  <a:pt x="1545" y="242"/>
                  <a:pt x="1545" y="241"/>
                </a:cubicBezTo>
                <a:cubicBezTo>
                  <a:pt x="1545" y="241"/>
                  <a:pt x="1545" y="240"/>
                  <a:pt x="1545" y="240"/>
                </a:cubicBezTo>
                <a:cubicBezTo>
                  <a:pt x="1544" y="239"/>
                  <a:pt x="1544" y="239"/>
                  <a:pt x="1543" y="238"/>
                </a:cubicBezTo>
                <a:cubicBezTo>
                  <a:pt x="1542" y="238"/>
                  <a:pt x="1541" y="238"/>
                  <a:pt x="1540" y="238"/>
                </a:cubicBezTo>
                <a:cubicBezTo>
                  <a:pt x="1539" y="237"/>
                  <a:pt x="1538" y="237"/>
                  <a:pt x="1537" y="237"/>
                </a:cubicBezTo>
                <a:cubicBezTo>
                  <a:pt x="1536" y="237"/>
                  <a:pt x="1535" y="237"/>
                  <a:pt x="1534" y="238"/>
                </a:cubicBezTo>
                <a:close/>
                <a:moveTo>
                  <a:pt x="1330" y="238"/>
                </a:moveTo>
                <a:cubicBezTo>
                  <a:pt x="1329" y="238"/>
                  <a:pt x="1328" y="238"/>
                  <a:pt x="1327" y="238"/>
                </a:cubicBezTo>
                <a:cubicBezTo>
                  <a:pt x="1326" y="239"/>
                  <a:pt x="1326" y="239"/>
                  <a:pt x="1325" y="240"/>
                </a:cubicBezTo>
                <a:cubicBezTo>
                  <a:pt x="1325" y="240"/>
                  <a:pt x="1325" y="241"/>
                  <a:pt x="1325" y="241"/>
                </a:cubicBezTo>
                <a:cubicBezTo>
                  <a:pt x="1325" y="242"/>
                  <a:pt x="1325" y="242"/>
                  <a:pt x="1326" y="243"/>
                </a:cubicBezTo>
                <a:cubicBezTo>
                  <a:pt x="1326" y="243"/>
                  <a:pt x="1327" y="244"/>
                  <a:pt x="1327" y="244"/>
                </a:cubicBezTo>
                <a:cubicBezTo>
                  <a:pt x="1328" y="244"/>
                  <a:pt x="1329" y="245"/>
                  <a:pt x="1330" y="245"/>
                </a:cubicBezTo>
                <a:cubicBezTo>
                  <a:pt x="1331" y="245"/>
                  <a:pt x="1332" y="245"/>
                  <a:pt x="1333" y="245"/>
                </a:cubicBezTo>
                <a:cubicBezTo>
                  <a:pt x="1334" y="245"/>
                  <a:pt x="1335" y="245"/>
                  <a:pt x="1336" y="245"/>
                </a:cubicBezTo>
                <a:cubicBezTo>
                  <a:pt x="1337" y="245"/>
                  <a:pt x="1338" y="244"/>
                  <a:pt x="1339" y="244"/>
                </a:cubicBezTo>
                <a:cubicBezTo>
                  <a:pt x="1340" y="244"/>
                  <a:pt x="1340" y="243"/>
                  <a:pt x="1341" y="243"/>
                </a:cubicBezTo>
                <a:cubicBezTo>
                  <a:pt x="1341" y="242"/>
                  <a:pt x="1341" y="242"/>
                  <a:pt x="1341" y="241"/>
                </a:cubicBezTo>
                <a:cubicBezTo>
                  <a:pt x="1341" y="241"/>
                  <a:pt x="1341" y="240"/>
                  <a:pt x="1341" y="240"/>
                </a:cubicBezTo>
                <a:cubicBezTo>
                  <a:pt x="1340" y="239"/>
                  <a:pt x="1340" y="239"/>
                  <a:pt x="1339" y="238"/>
                </a:cubicBezTo>
                <a:cubicBezTo>
                  <a:pt x="1338" y="238"/>
                  <a:pt x="1337" y="238"/>
                  <a:pt x="1336" y="238"/>
                </a:cubicBezTo>
                <a:cubicBezTo>
                  <a:pt x="1335" y="237"/>
                  <a:pt x="1334" y="237"/>
                  <a:pt x="1333" y="237"/>
                </a:cubicBezTo>
                <a:cubicBezTo>
                  <a:pt x="1332" y="237"/>
                  <a:pt x="1331" y="237"/>
                  <a:pt x="1330" y="238"/>
                </a:cubicBezTo>
                <a:close/>
                <a:moveTo>
                  <a:pt x="1819" y="238"/>
                </a:moveTo>
                <a:cubicBezTo>
                  <a:pt x="1818" y="238"/>
                  <a:pt x="1817" y="238"/>
                  <a:pt x="1817" y="238"/>
                </a:cubicBezTo>
                <a:cubicBezTo>
                  <a:pt x="1816" y="239"/>
                  <a:pt x="1816" y="239"/>
                  <a:pt x="1815" y="240"/>
                </a:cubicBezTo>
                <a:cubicBezTo>
                  <a:pt x="1815" y="240"/>
                  <a:pt x="1815" y="241"/>
                  <a:pt x="1815" y="241"/>
                </a:cubicBezTo>
                <a:cubicBezTo>
                  <a:pt x="1815" y="242"/>
                  <a:pt x="1815" y="242"/>
                  <a:pt x="1816" y="243"/>
                </a:cubicBezTo>
                <a:cubicBezTo>
                  <a:pt x="1816" y="243"/>
                  <a:pt x="1817" y="244"/>
                  <a:pt x="1818" y="244"/>
                </a:cubicBezTo>
                <a:cubicBezTo>
                  <a:pt x="1819" y="244"/>
                  <a:pt x="1820" y="245"/>
                  <a:pt x="1821" y="245"/>
                </a:cubicBezTo>
                <a:cubicBezTo>
                  <a:pt x="1822" y="245"/>
                  <a:pt x="1823" y="245"/>
                  <a:pt x="1824" y="245"/>
                </a:cubicBezTo>
                <a:cubicBezTo>
                  <a:pt x="1825" y="245"/>
                  <a:pt x="1826" y="245"/>
                  <a:pt x="1827" y="245"/>
                </a:cubicBezTo>
                <a:cubicBezTo>
                  <a:pt x="1828" y="245"/>
                  <a:pt x="1829" y="244"/>
                  <a:pt x="1829" y="244"/>
                </a:cubicBezTo>
                <a:cubicBezTo>
                  <a:pt x="1830" y="244"/>
                  <a:pt x="1831" y="243"/>
                  <a:pt x="1831" y="243"/>
                </a:cubicBezTo>
                <a:cubicBezTo>
                  <a:pt x="1831" y="242"/>
                  <a:pt x="1831" y="242"/>
                  <a:pt x="1831" y="241"/>
                </a:cubicBezTo>
                <a:cubicBezTo>
                  <a:pt x="1831" y="241"/>
                  <a:pt x="1831" y="240"/>
                  <a:pt x="1830" y="240"/>
                </a:cubicBezTo>
                <a:cubicBezTo>
                  <a:pt x="1830" y="239"/>
                  <a:pt x="1829" y="239"/>
                  <a:pt x="1828" y="238"/>
                </a:cubicBezTo>
                <a:cubicBezTo>
                  <a:pt x="1828" y="238"/>
                  <a:pt x="1827" y="238"/>
                  <a:pt x="1826" y="238"/>
                </a:cubicBezTo>
                <a:cubicBezTo>
                  <a:pt x="1825" y="237"/>
                  <a:pt x="1824" y="237"/>
                  <a:pt x="1822" y="237"/>
                </a:cubicBezTo>
                <a:cubicBezTo>
                  <a:pt x="1821" y="237"/>
                  <a:pt x="1820" y="237"/>
                  <a:pt x="1819" y="238"/>
                </a:cubicBezTo>
                <a:close/>
                <a:moveTo>
                  <a:pt x="1697" y="238"/>
                </a:moveTo>
                <a:cubicBezTo>
                  <a:pt x="1696" y="238"/>
                  <a:pt x="1695" y="238"/>
                  <a:pt x="1694" y="238"/>
                </a:cubicBezTo>
                <a:cubicBezTo>
                  <a:pt x="1694" y="239"/>
                  <a:pt x="1693" y="239"/>
                  <a:pt x="1693" y="240"/>
                </a:cubicBezTo>
                <a:cubicBezTo>
                  <a:pt x="1692" y="240"/>
                  <a:pt x="1692" y="241"/>
                  <a:pt x="1692" y="241"/>
                </a:cubicBezTo>
                <a:cubicBezTo>
                  <a:pt x="1692" y="242"/>
                  <a:pt x="1693" y="242"/>
                  <a:pt x="1693" y="243"/>
                </a:cubicBezTo>
                <a:cubicBezTo>
                  <a:pt x="1694" y="243"/>
                  <a:pt x="1694" y="244"/>
                  <a:pt x="1695" y="244"/>
                </a:cubicBezTo>
                <a:cubicBezTo>
                  <a:pt x="1696" y="244"/>
                  <a:pt x="1697" y="245"/>
                  <a:pt x="1698" y="245"/>
                </a:cubicBezTo>
                <a:cubicBezTo>
                  <a:pt x="1699" y="245"/>
                  <a:pt x="1700" y="245"/>
                  <a:pt x="1701" y="245"/>
                </a:cubicBezTo>
                <a:cubicBezTo>
                  <a:pt x="1702" y="245"/>
                  <a:pt x="1703" y="245"/>
                  <a:pt x="1704" y="245"/>
                </a:cubicBezTo>
                <a:cubicBezTo>
                  <a:pt x="1705" y="245"/>
                  <a:pt x="1706" y="244"/>
                  <a:pt x="1707" y="244"/>
                </a:cubicBezTo>
                <a:cubicBezTo>
                  <a:pt x="1707" y="244"/>
                  <a:pt x="1708" y="243"/>
                  <a:pt x="1708" y="243"/>
                </a:cubicBezTo>
                <a:cubicBezTo>
                  <a:pt x="1709" y="242"/>
                  <a:pt x="1709" y="242"/>
                  <a:pt x="1709" y="241"/>
                </a:cubicBezTo>
                <a:cubicBezTo>
                  <a:pt x="1709" y="241"/>
                  <a:pt x="1708" y="240"/>
                  <a:pt x="1708" y="240"/>
                </a:cubicBezTo>
                <a:cubicBezTo>
                  <a:pt x="1707" y="239"/>
                  <a:pt x="1707" y="239"/>
                  <a:pt x="1706" y="238"/>
                </a:cubicBezTo>
                <a:cubicBezTo>
                  <a:pt x="1705" y="238"/>
                  <a:pt x="1704" y="238"/>
                  <a:pt x="1703" y="238"/>
                </a:cubicBezTo>
                <a:cubicBezTo>
                  <a:pt x="1702" y="237"/>
                  <a:pt x="1701" y="237"/>
                  <a:pt x="1700" y="237"/>
                </a:cubicBezTo>
                <a:cubicBezTo>
                  <a:pt x="1699" y="237"/>
                  <a:pt x="1698" y="237"/>
                  <a:pt x="1697" y="238"/>
                </a:cubicBezTo>
                <a:close/>
                <a:moveTo>
                  <a:pt x="1860" y="238"/>
                </a:moveTo>
                <a:cubicBezTo>
                  <a:pt x="1859" y="238"/>
                  <a:pt x="1858" y="238"/>
                  <a:pt x="1858" y="238"/>
                </a:cubicBezTo>
                <a:cubicBezTo>
                  <a:pt x="1857" y="239"/>
                  <a:pt x="1856" y="239"/>
                  <a:pt x="1856" y="240"/>
                </a:cubicBezTo>
                <a:cubicBezTo>
                  <a:pt x="1856" y="240"/>
                  <a:pt x="1856" y="241"/>
                  <a:pt x="1856" y="241"/>
                </a:cubicBezTo>
                <a:cubicBezTo>
                  <a:pt x="1856" y="242"/>
                  <a:pt x="1856" y="242"/>
                  <a:pt x="1857" y="243"/>
                </a:cubicBezTo>
                <a:cubicBezTo>
                  <a:pt x="1857" y="243"/>
                  <a:pt x="1858" y="244"/>
                  <a:pt x="1859" y="244"/>
                </a:cubicBezTo>
                <a:cubicBezTo>
                  <a:pt x="1859" y="244"/>
                  <a:pt x="1860" y="245"/>
                  <a:pt x="1861" y="245"/>
                </a:cubicBezTo>
                <a:cubicBezTo>
                  <a:pt x="1862" y="245"/>
                  <a:pt x="1864" y="245"/>
                  <a:pt x="1865" y="245"/>
                </a:cubicBezTo>
                <a:cubicBezTo>
                  <a:pt x="1866" y="245"/>
                  <a:pt x="1867" y="245"/>
                  <a:pt x="1868" y="245"/>
                </a:cubicBezTo>
                <a:cubicBezTo>
                  <a:pt x="1869" y="245"/>
                  <a:pt x="1870" y="244"/>
                  <a:pt x="1870" y="244"/>
                </a:cubicBezTo>
                <a:cubicBezTo>
                  <a:pt x="1871" y="244"/>
                  <a:pt x="1871" y="243"/>
                  <a:pt x="1872" y="243"/>
                </a:cubicBezTo>
                <a:cubicBezTo>
                  <a:pt x="1872" y="242"/>
                  <a:pt x="1872" y="242"/>
                  <a:pt x="1872" y="241"/>
                </a:cubicBezTo>
                <a:cubicBezTo>
                  <a:pt x="1872" y="241"/>
                  <a:pt x="1872" y="240"/>
                  <a:pt x="1871" y="240"/>
                </a:cubicBezTo>
                <a:cubicBezTo>
                  <a:pt x="1871" y="239"/>
                  <a:pt x="1870" y="239"/>
                  <a:pt x="1869" y="238"/>
                </a:cubicBezTo>
                <a:cubicBezTo>
                  <a:pt x="1868" y="238"/>
                  <a:pt x="1867" y="238"/>
                  <a:pt x="1866" y="238"/>
                </a:cubicBezTo>
                <a:cubicBezTo>
                  <a:pt x="1865" y="237"/>
                  <a:pt x="1864" y="237"/>
                  <a:pt x="1863" y="237"/>
                </a:cubicBezTo>
                <a:cubicBezTo>
                  <a:pt x="1862" y="237"/>
                  <a:pt x="1861" y="237"/>
                  <a:pt x="1860" y="238"/>
                </a:cubicBezTo>
                <a:close/>
                <a:moveTo>
                  <a:pt x="1738" y="238"/>
                </a:moveTo>
                <a:cubicBezTo>
                  <a:pt x="1737" y="238"/>
                  <a:pt x="1736" y="238"/>
                  <a:pt x="1735" y="238"/>
                </a:cubicBezTo>
                <a:cubicBezTo>
                  <a:pt x="1735" y="239"/>
                  <a:pt x="1734" y="239"/>
                  <a:pt x="1734" y="240"/>
                </a:cubicBezTo>
                <a:cubicBezTo>
                  <a:pt x="1733" y="240"/>
                  <a:pt x="1733" y="241"/>
                  <a:pt x="1733" y="241"/>
                </a:cubicBezTo>
                <a:cubicBezTo>
                  <a:pt x="1733" y="242"/>
                  <a:pt x="1734" y="242"/>
                  <a:pt x="1734" y="243"/>
                </a:cubicBezTo>
                <a:cubicBezTo>
                  <a:pt x="1735" y="243"/>
                  <a:pt x="1735" y="244"/>
                  <a:pt x="1736" y="244"/>
                </a:cubicBezTo>
                <a:cubicBezTo>
                  <a:pt x="1737" y="244"/>
                  <a:pt x="1738" y="245"/>
                  <a:pt x="1739" y="245"/>
                </a:cubicBezTo>
                <a:cubicBezTo>
                  <a:pt x="1740" y="245"/>
                  <a:pt x="1741" y="245"/>
                  <a:pt x="1742" y="245"/>
                </a:cubicBezTo>
                <a:cubicBezTo>
                  <a:pt x="1743" y="245"/>
                  <a:pt x="1744" y="245"/>
                  <a:pt x="1745" y="245"/>
                </a:cubicBezTo>
                <a:cubicBezTo>
                  <a:pt x="1746" y="245"/>
                  <a:pt x="1747" y="244"/>
                  <a:pt x="1748" y="244"/>
                </a:cubicBezTo>
                <a:cubicBezTo>
                  <a:pt x="1748" y="244"/>
                  <a:pt x="1749" y="243"/>
                  <a:pt x="1749" y="243"/>
                </a:cubicBezTo>
                <a:cubicBezTo>
                  <a:pt x="1750" y="242"/>
                  <a:pt x="1750" y="242"/>
                  <a:pt x="1750" y="241"/>
                </a:cubicBezTo>
                <a:cubicBezTo>
                  <a:pt x="1749" y="241"/>
                  <a:pt x="1749" y="240"/>
                  <a:pt x="1749" y="240"/>
                </a:cubicBezTo>
                <a:cubicBezTo>
                  <a:pt x="1748" y="239"/>
                  <a:pt x="1748" y="239"/>
                  <a:pt x="1747" y="238"/>
                </a:cubicBezTo>
                <a:cubicBezTo>
                  <a:pt x="1746" y="238"/>
                  <a:pt x="1745" y="238"/>
                  <a:pt x="1744" y="238"/>
                </a:cubicBezTo>
                <a:cubicBezTo>
                  <a:pt x="1743" y="237"/>
                  <a:pt x="1742" y="237"/>
                  <a:pt x="1741" y="237"/>
                </a:cubicBezTo>
                <a:cubicBezTo>
                  <a:pt x="1740" y="237"/>
                  <a:pt x="1739" y="237"/>
                  <a:pt x="1738" y="238"/>
                </a:cubicBezTo>
                <a:close/>
                <a:moveTo>
                  <a:pt x="2064" y="238"/>
                </a:moveTo>
                <a:cubicBezTo>
                  <a:pt x="2063" y="238"/>
                  <a:pt x="2062" y="238"/>
                  <a:pt x="2062" y="238"/>
                </a:cubicBezTo>
                <a:cubicBezTo>
                  <a:pt x="2061" y="239"/>
                  <a:pt x="2060" y="239"/>
                  <a:pt x="2060" y="240"/>
                </a:cubicBezTo>
                <a:cubicBezTo>
                  <a:pt x="2060" y="240"/>
                  <a:pt x="2060" y="241"/>
                  <a:pt x="2060" y="241"/>
                </a:cubicBezTo>
                <a:cubicBezTo>
                  <a:pt x="2060" y="242"/>
                  <a:pt x="2060" y="242"/>
                  <a:pt x="2061" y="243"/>
                </a:cubicBezTo>
                <a:cubicBezTo>
                  <a:pt x="2061" y="243"/>
                  <a:pt x="2062" y="244"/>
                  <a:pt x="2063" y="244"/>
                </a:cubicBezTo>
                <a:cubicBezTo>
                  <a:pt x="2064" y="244"/>
                  <a:pt x="2065" y="245"/>
                  <a:pt x="2066" y="245"/>
                </a:cubicBezTo>
                <a:cubicBezTo>
                  <a:pt x="2067" y="245"/>
                  <a:pt x="2068" y="245"/>
                  <a:pt x="2069" y="245"/>
                </a:cubicBezTo>
                <a:cubicBezTo>
                  <a:pt x="2070" y="245"/>
                  <a:pt x="2071" y="245"/>
                  <a:pt x="2072" y="245"/>
                </a:cubicBezTo>
                <a:cubicBezTo>
                  <a:pt x="2073" y="245"/>
                  <a:pt x="2074" y="244"/>
                  <a:pt x="2075" y="244"/>
                </a:cubicBezTo>
                <a:cubicBezTo>
                  <a:pt x="2075" y="244"/>
                  <a:pt x="2076" y="243"/>
                  <a:pt x="2076" y="243"/>
                </a:cubicBezTo>
                <a:cubicBezTo>
                  <a:pt x="2076" y="242"/>
                  <a:pt x="2076" y="242"/>
                  <a:pt x="2076" y="241"/>
                </a:cubicBezTo>
                <a:cubicBezTo>
                  <a:pt x="2076" y="241"/>
                  <a:pt x="2076" y="240"/>
                  <a:pt x="2075" y="240"/>
                </a:cubicBezTo>
                <a:cubicBezTo>
                  <a:pt x="2075" y="239"/>
                  <a:pt x="2074" y="239"/>
                  <a:pt x="2073" y="238"/>
                </a:cubicBezTo>
                <a:cubicBezTo>
                  <a:pt x="2072" y="238"/>
                  <a:pt x="2071" y="238"/>
                  <a:pt x="2070" y="238"/>
                </a:cubicBezTo>
                <a:cubicBezTo>
                  <a:pt x="2069" y="237"/>
                  <a:pt x="2068" y="237"/>
                  <a:pt x="2067" y="237"/>
                </a:cubicBezTo>
                <a:cubicBezTo>
                  <a:pt x="2066" y="237"/>
                  <a:pt x="2065" y="237"/>
                  <a:pt x="2064" y="238"/>
                </a:cubicBezTo>
                <a:close/>
                <a:moveTo>
                  <a:pt x="1493" y="238"/>
                </a:moveTo>
                <a:cubicBezTo>
                  <a:pt x="1492" y="238"/>
                  <a:pt x="1491" y="238"/>
                  <a:pt x="1490" y="238"/>
                </a:cubicBezTo>
                <a:cubicBezTo>
                  <a:pt x="1490" y="239"/>
                  <a:pt x="1489" y="239"/>
                  <a:pt x="1489" y="240"/>
                </a:cubicBezTo>
                <a:cubicBezTo>
                  <a:pt x="1488" y="240"/>
                  <a:pt x="1488" y="241"/>
                  <a:pt x="1488" y="241"/>
                </a:cubicBezTo>
                <a:cubicBezTo>
                  <a:pt x="1488" y="242"/>
                  <a:pt x="1489" y="242"/>
                  <a:pt x="1489" y="243"/>
                </a:cubicBezTo>
                <a:cubicBezTo>
                  <a:pt x="1489" y="243"/>
                  <a:pt x="1490" y="244"/>
                  <a:pt x="1491" y="244"/>
                </a:cubicBezTo>
                <a:cubicBezTo>
                  <a:pt x="1492" y="244"/>
                  <a:pt x="1492" y="245"/>
                  <a:pt x="1493" y="245"/>
                </a:cubicBezTo>
                <a:cubicBezTo>
                  <a:pt x="1494" y="245"/>
                  <a:pt x="1496" y="245"/>
                  <a:pt x="1497" y="245"/>
                </a:cubicBezTo>
                <a:cubicBezTo>
                  <a:pt x="1498" y="245"/>
                  <a:pt x="1499" y="245"/>
                  <a:pt x="1500" y="245"/>
                </a:cubicBezTo>
                <a:cubicBezTo>
                  <a:pt x="1501" y="245"/>
                  <a:pt x="1502" y="244"/>
                  <a:pt x="1502" y="244"/>
                </a:cubicBezTo>
                <a:cubicBezTo>
                  <a:pt x="1503" y="244"/>
                  <a:pt x="1504" y="243"/>
                  <a:pt x="1504" y="243"/>
                </a:cubicBezTo>
                <a:cubicBezTo>
                  <a:pt x="1504" y="242"/>
                  <a:pt x="1505" y="242"/>
                  <a:pt x="1505" y="241"/>
                </a:cubicBezTo>
                <a:cubicBezTo>
                  <a:pt x="1505" y="241"/>
                  <a:pt x="1504" y="240"/>
                  <a:pt x="1504" y="240"/>
                </a:cubicBezTo>
                <a:cubicBezTo>
                  <a:pt x="1503" y="239"/>
                  <a:pt x="1503" y="239"/>
                  <a:pt x="1502" y="238"/>
                </a:cubicBezTo>
                <a:cubicBezTo>
                  <a:pt x="1501" y="238"/>
                  <a:pt x="1500" y="238"/>
                  <a:pt x="1499" y="238"/>
                </a:cubicBezTo>
                <a:cubicBezTo>
                  <a:pt x="1498" y="237"/>
                  <a:pt x="1497" y="237"/>
                  <a:pt x="1496" y="237"/>
                </a:cubicBezTo>
                <a:cubicBezTo>
                  <a:pt x="1495" y="237"/>
                  <a:pt x="1494" y="237"/>
                  <a:pt x="1493" y="238"/>
                </a:cubicBezTo>
                <a:close/>
                <a:moveTo>
                  <a:pt x="2146" y="238"/>
                </a:moveTo>
                <a:cubicBezTo>
                  <a:pt x="2145" y="238"/>
                  <a:pt x="2144" y="238"/>
                  <a:pt x="2143" y="238"/>
                </a:cubicBezTo>
                <a:cubicBezTo>
                  <a:pt x="2143" y="239"/>
                  <a:pt x="2142" y="239"/>
                  <a:pt x="2142" y="240"/>
                </a:cubicBezTo>
                <a:cubicBezTo>
                  <a:pt x="2141" y="240"/>
                  <a:pt x="2141" y="241"/>
                  <a:pt x="2142" y="241"/>
                </a:cubicBezTo>
                <a:cubicBezTo>
                  <a:pt x="2142" y="242"/>
                  <a:pt x="2142" y="242"/>
                  <a:pt x="2143" y="243"/>
                </a:cubicBezTo>
                <a:cubicBezTo>
                  <a:pt x="2143" y="243"/>
                  <a:pt x="2144" y="244"/>
                  <a:pt x="2145" y="244"/>
                </a:cubicBezTo>
                <a:cubicBezTo>
                  <a:pt x="2146" y="244"/>
                  <a:pt x="2147" y="245"/>
                  <a:pt x="2148" y="245"/>
                </a:cubicBezTo>
                <a:cubicBezTo>
                  <a:pt x="2149" y="245"/>
                  <a:pt x="2150" y="245"/>
                  <a:pt x="2151" y="245"/>
                </a:cubicBezTo>
                <a:cubicBezTo>
                  <a:pt x="2152" y="245"/>
                  <a:pt x="2153" y="245"/>
                  <a:pt x="2154" y="245"/>
                </a:cubicBezTo>
                <a:cubicBezTo>
                  <a:pt x="2155" y="245"/>
                  <a:pt x="2156" y="244"/>
                  <a:pt x="2156" y="244"/>
                </a:cubicBezTo>
                <a:cubicBezTo>
                  <a:pt x="2157" y="244"/>
                  <a:pt x="2157" y="243"/>
                  <a:pt x="2158" y="243"/>
                </a:cubicBezTo>
                <a:cubicBezTo>
                  <a:pt x="2158" y="242"/>
                  <a:pt x="2158" y="242"/>
                  <a:pt x="2158" y="241"/>
                </a:cubicBezTo>
                <a:cubicBezTo>
                  <a:pt x="2158" y="241"/>
                  <a:pt x="2157" y="240"/>
                  <a:pt x="2157" y="240"/>
                </a:cubicBezTo>
                <a:cubicBezTo>
                  <a:pt x="2156" y="239"/>
                  <a:pt x="2156" y="239"/>
                  <a:pt x="2155" y="238"/>
                </a:cubicBezTo>
                <a:cubicBezTo>
                  <a:pt x="2154" y="238"/>
                  <a:pt x="2153" y="238"/>
                  <a:pt x="2152" y="238"/>
                </a:cubicBezTo>
                <a:cubicBezTo>
                  <a:pt x="2151" y="237"/>
                  <a:pt x="2150" y="237"/>
                  <a:pt x="2149" y="237"/>
                </a:cubicBezTo>
                <a:cubicBezTo>
                  <a:pt x="2148" y="237"/>
                  <a:pt x="2146" y="237"/>
                  <a:pt x="2146" y="238"/>
                </a:cubicBezTo>
                <a:close/>
                <a:moveTo>
                  <a:pt x="1289" y="238"/>
                </a:moveTo>
                <a:cubicBezTo>
                  <a:pt x="1288" y="238"/>
                  <a:pt x="1287" y="238"/>
                  <a:pt x="1286" y="238"/>
                </a:cubicBezTo>
                <a:cubicBezTo>
                  <a:pt x="1286" y="239"/>
                  <a:pt x="1285" y="239"/>
                  <a:pt x="1285" y="240"/>
                </a:cubicBezTo>
                <a:cubicBezTo>
                  <a:pt x="1284" y="240"/>
                  <a:pt x="1284" y="241"/>
                  <a:pt x="1284" y="241"/>
                </a:cubicBezTo>
                <a:cubicBezTo>
                  <a:pt x="1284" y="242"/>
                  <a:pt x="1284" y="242"/>
                  <a:pt x="1285" y="243"/>
                </a:cubicBezTo>
                <a:cubicBezTo>
                  <a:pt x="1285" y="243"/>
                  <a:pt x="1286" y="244"/>
                  <a:pt x="1286" y="244"/>
                </a:cubicBezTo>
                <a:cubicBezTo>
                  <a:pt x="1287" y="244"/>
                  <a:pt x="1288" y="245"/>
                  <a:pt x="1289" y="245"/>
                </a:cubicBezTo>
                <a:cubicBezTo>
                  <a:pt x="1290" y="245"/>
                  <a:pt x="1291" y="245"/>
                  <a:pt x="1292" y="245"/>
                </a:cubicBezTo>
                <a:cubicBezTo>
                  <a:pt x="1293" y="245"/>
                  <a:pt x="1294" y="245"/>
                  <a:pt x="1295" y="245"/>
                </a:cubicBezTo>
                <a:cubicBezTo>
                  <a:pt x="1296" y="245"/>
                  <a:pt x="1297" y="244"/>
                  <a:pt x="1298" y="244"/>
                </a:cubicBezTo>
                <a:cubicBezTo>
                  <a:pt x="1299" y="244"/>
                  <a:pt x="1299" y="243"/>
                  <a:pt x="1300" y="243"/>
                </a:cubicBezTo>
                <a:cubicBezTo>
                  <a:pt x="1300" y="242"/>
                  <a:pt x="1300" y="242"/>
                  <a:pt x="1300" y="241"/>
                </a:cubicBezTo>
                <a:cubicBezTo>
                  <a:pt x="1300" y="241"/>
                  <a:pt x="1300" y="240"/>
                  <a:pt x="1300" y="240"/>
                </a:cubicBezTo>
                <a:cubicBezTo>
                  <a:pt x="1299" y="239"/>
                  <a:pt x="1299" y="239"/>
                  <a:pt x="1298" y="238"/>
                </a:cubicBezTo>
                <a:cubicBezTo>
                  <a:pt x="1297" y="238"/>
                  <a:pt x="1296" y="238"/>
                  <a:pt x="1295" y="238"/>
                </a:cubicBezTo>
                <a:cubicBezTo>
                  <a:pt x="1294" y="237"/>
                  <a:pt x="1293" y="237"/>
                  <a:pt x="1292" y="237"/>
                </a:cubicBezTo>
                <a:cubicBezTo>
                  <a:pt x="1291" y="237"/>
                  <a:pt x="1290" y="237"/>
                  <a:pt x="1289" y="238"/>
                </a:cubicBezTo>
                <a:close/>
                <a:moveTo>
                  <a:pt x="1371" y="238"/>
                </a:moveTo>
                <a:cubicBezTo>
                  <a:pt x="1370" y="238"/>
                  <a:pt x="1369" y="238"/>
                  <a:pt x="1368" y="238"/>
                </a:cubicBezTo>
                <a:cubicBezTo>
                  <a:pt x="1367" y="239"/>
                  <a:pt x="1367" y="239"/>
                  <a:pt x="1366" y="240"/>
                </a:cubicBezTo>
                <a:cubicBezTo>
                  <a:pt x="1366" y="240"/>
                  <a:pt x="1366" y="241"/>
                  <a:pt x="1366" y="241"/>
                </a:cubicBezTo>
                <a:cubicBezTo>
                  <a:pt x="1366" y="242"/>
                  <a:pt x="1366" y="242"/>
                  <a:pt x="1366" y="243"/>
                </a:cubicBezTo>
                <a:cubicBezTo>
                  <a:pt x="1367" y="243"/>
                  <a:pt x="1367" y="244"/>
                  <a:pt x="1368" y="244"/>
                </a:cubicBezTo>
                <a:cubicBezTo>
                  <a:pt x="1369" y="244"/>
                  <a:pt x="1370" y="245"/>
                  <a:pt x="1371" y="245"/>
                </a:cubicBezTo>
                <a:cubicBezTo>
                  <a:pt x="1372" y="245"/>
                  <a:pt x="1373" y="245"/>
                  <a:pt x="1374" y="245"/>
                </a:cubicBezTo>
                <a:cubicBezTo>
                  <a:pt x="1375" y="245"/>
                  <a:pt x="1376" y="245"/>
                  <a:pt x="1377" y="245"/>
                </a:cubicBezTo>
                <a:cubicBezTo>
                  <a:pt x="1378" y="245"/>
                  <a:pt x="1379" y="244"/>
                  <a:pt x="1380" y="244"/>
                </a:cubicBezTo>
                <a:cubicBezTo>
                  <a:pt x="1381" y="244"/>
                  <a:pt x="1381" y="243"/>
                  <a:pt x="1382" y="243"/>
                </a:cubicBezTo>
                <a:cubicBezTo>
                  <a:pt x="1382" y="242"/>
                  <a:pt x="1382" y="242"/>
                  <a:pt x="1382" y="241"/>
                </a:cubicBezTo>
                <a:cubicBezTo>
                  <a:pt x="1382" y="241"/>
                  <a:pt x="1382" y="240"/>
                  <a:pt x="1381" y="240"/>
                </a:cubicBezTo>
                <a:cubicBezTo>
                  <a:pt x="1381" y="239"/>
                  <a:pt x="1380" y="239"/>
                  <a:pt x="1380" y="238"/>
                </a:cubicBezTo>
                <a:cubicBezTo>
                  <a:pt x="1379" y="238"/>
                  <a:pt x="1378" y="238"/>
                  <a:pt x="1377" y="238"/>
                </a:cubicBezTo>
                <a:cubicBezTo>
                  <a:pt x="1376" y="237"/>
                  <a:pt x="1375" y="237"/>
                  <a:pt x="1374" y="237"/>
                </a:cubicBezTo>
                <a:cubicBezTo>
                  <a:pt x="1373" y="237"/>
                  <a:pt x="1372" y="237"/>
                  <a:pt x="1371" y="238"/>
                </a:cubicBezTo>
                <a:close/>
                <a:moveTo>
                  <a:pt x="1411" y="238"/>
                </a:moveTo>
                <a:cubicBezTo>
                  <a:pt x="1410" y="238"/>
                  <a:pt x="1410" y="238"/>
                  <a:pt x="1409" y="238"/>
                </a:cubicBezTo>
                <a:cubicBezTo>
                  <a:pt x="1408" y="239"/>
                  <a:pt x="1408" y="239"/>
                  <a:pt x="1407" y="240"/>
                </a:cubicBezTo>
                <a:cubicBezTo>
                  <a:pt x="1407" y="240"/>
                  <a:pt x="1407" y="241"/>
                  <a:pt x="1407" y="241"/>
                </a:cubicBezTo>
                <a:cubicBezTo>
                  <a:pt x="1407" y="242"/>
                  <a:pt x="1407" y="242"/>
                  <a:pt x="1407" y="243"/>
                </a:cubicBezTo>
                <a:cubicBezTo>
                  <a:pt x="1408" y="243"/>
                  <a:pt x="1408" y="244"/>
                  <a:pt x="1409" y="244"/>
                </a:cubicBezTo>
                <a:cubicBezTo>
                  <a:pt x="1410" y="244"/>
                  <a:pt x="1411" y="245"/>
                  <a:pt x="1412" y="245"/>
                </a:cubicBezTo>
                <a:cubicBezTo>
                  <a:pt x="1413" y="245"/>
                  <a:pt x="1414" y="245"/>
                  <a:pt x="1415" y="245"/>
                </a:cubicBezTo>
                <a:cubicBezTo>
                  <a:pt x="1416" y="245"/>
                  <a:pt x="1417" y="245"/>
                  <a:pt x="1418" y="245"/>
                </a:cubicBezTo>
                <a:cubicBezTo>
                  <a:pt x="1419" y="245"/>
                  <a:pt x="1420" y="244"/>
                  <a:pt x="1421" y="244"/>
                </a:cubicBezTo>
                <a:cubicBezTo>
                  <a:pt x="1421" y="244"/>
                  <a:pt x="1422" y="243"/>
                  <a:pt x="1422" y="243"/>
                </a:cubicBezTo>
                <a:cubicBezTo>
                  <a:pt x="1423" y="242"/>
                  <a:pt x="1423" y="242"/>
                  <a:pt x="1423" y="241"/>
                </a:cubicBezTo>
                <a:cubicBezTo>
                  <a:pt x="1423" y="241"/>
                  <a:pt x="1423" y="240"/>
                  <a:pt x="1422" y="240"/>
                </a:cubicBezTo>
                <a:cubicBezTo>
                  <a:pt x="1422" y="239"/>
                  <a:pt x="1421" y="239"/>
                  <a:pt x="1420" y="238"/>
                </a:cubicBezTo>
                <a:cubicBezTo>
                  <a:pt x="1420" y="238"/>
                  <a:pt x="1419" y="238"/>
                  <a:pt x="1418" y="238"/>
                </a:cubicBezTo>
                <a:cubicBezTo>
                  <a:pt x="1417" y="237"/>
                  <a:pt x="1416" y="237"/>
                  <a:pt x="1415" y="237"/>
                </a:cubicBezTo>
                <a:cubicBezTo>
                  <a:pt x="1413" y="237"/>
                  <a:pt x="1412" y="237"/>
                  <a:pt x="1411" y="238"/>
                </a:cubicBezTo>
                <a:close/>
                <a:moveTo>
                  <a:pt x="1778" y="238"/>
                </a:moveTo>
                <a:cubicBezTo>
                  <a:pt x="1778" y="238"/>
                  <a:pt x="1777" y="238"/>
                  <a:pt x="1776" y="238"/>
                </a:cubicBezTo>
                <a:cubicBezTo>
                  <a:pt x="1775" y="239"/>
                  <a:pt x="1775" y="239"/>
                  <a:pt x="1774" y="240"/>
                </a:cubicBezTo>
                <a:cubicBezTo>
                  <a:pt x="1774" y="240"/>
                  <a:pt x="1774" y="241"/>
                  <a:pt x="1774" y="241"/>
                </a:cubicBezTo>
                <a:cubicBezTo>
                  <a:pt x="1774" y="242"/>
                  <a:pt x="1774" y="242"/>
                  <a:pt x="1775" y="243"/>
                </a:cubicBezTo>
                <a:cubicBezTo>
                  <a:pt x="1775" y="243"/>
                  <a:pt x="1776" y="244"/>
                  <a:pt x="1777" y="244"/>
                </a:cubicBezTo>
                <a:cubicBezTo>
                  <a:pt x="1778" y="244"/>
                  <a:pt x="1779" y="245"/>
                  <a:pt x="1780" y="245"/>
                </a:cubicBezTo>
                <a:cubicBezTo>
                  <a:pt x="1781" y="245"/>
                  <a:pt x="1782" y="245"/>
                  <a:pt x="1783" y="245"/>
                </a:cubicBezTo>
                <a:cubicBezTo>
                  <a:pt x="1784" y="245"/>
                  <a:pt x="1785" y="245"/>
                  <a:pt x="1786" y="245"/>
                </a:cubicBezTo>
                <a:cubicBezTo>
                  <a:pt x="1787" y="245"/>
                  <a:pt x="1788" y="244"/>
                  <a:pt x="1789" y="244"/>
                </a:cubicBezTo>
                <a:cubicBezTo>
                  <a:pt x="1789" y="244"/>
                  <a:pt x="1790" y="243"/>
                  <a:pt x="1790" y="243"/>
                </a:cubicBezTo>
                <a:cubicBezTo>
                  <a:pt x="1790" y="242"/>
                  <a:pt x="1791" y="242"/>
                  <a:pt x="1790" y="241"/>
                </a:cubicBezTo>
                <a:cubicBezTo>
                  <a:pt x="1790" y="241"/>
                  <a:pt x="1790" y="240"/>
                  <a:pt x="1790" y="240"/>
                </a:cubicBezTo>
                <a:cubicBezTo>
                  <a:pt x="1789" y="239"/>
                  <a:pt x="1788" y="239"/>
                  <a:pt x="1788" y="238"/>
                </a:cubicBezTo>
                <a:cubicBezTo>
                  <a:pt x="1787" y="238"/>
                  <a:pt x="1786" y="238"/>
                  <a:pt x="1785" y="238"/>
                </a:cubicBezTo>
                <a:cubicBezTo>
                  <a:pt x="1784" y="237"/>
                  <a:pt x="1783" y="237"/>
                  <a:pt x="1782" y="237"/>
                </a:cubicBezTo>
                <a:cubicBezTo>
                  <a:pt x="1780" y="237"/>
                  <a:pt x="1779" y="237"/>
                  <a:pt x="1778" y="238"/>
                </a:cubicBezTo>
                <a:close/>
                <a:moveTo>
                  <a:pt x="433" y="238"/>
                </a:moveTo>
                <a:cubicBezTo>
                  <a:pt x="431" y="238"/>
                  <a:pt x="431" y="238"/>
                  <a:pt x="430" y="238"/>
                </a:cubicBezTo>
                <a:cubicBezTo>
                  <a:pt x="429" y="239"/>
                  <a:pt x="428" y="239"/>
                  <a:pt x="428" y="240"/>
                </a:cubicBezTo>
                <a:cubicBezTo>
                  <a:pt x="427" y="240"/>
                  <a:pt x="427" y="241"/>
                  <a:pt x="427" y="241"/>
                </a:cubicBezTo>
                <a:cubicBezTo>
                  <a:pt x="426" y="242"/>
                  <a:pt x="427" y="242"/>
                  <a:pt x="427" y="243"/>
                </a:cubicBezTo>
                <a:cubicBezTo>
                  <a:pt x="427" y="243"/>
                  <a:pt x="428" y="244"/>
                  <a:pt x="428" y="244"/>
                </a:cubicBezTo>
                <a:cubicBezTo>
                  <a:pt x="429" y="244"/>
                  <a:pt x="430" y="245"/>
                  <a:pt x="431" y="245"/>
                </a:cubicBezTo>
                <a:cubicBezTo>
                  <a:pt x="432" y="245"/>
                  <a:pt x="433" y="245"/>
                  <a:pt x="434" y="245"/>
                </a:cubicBezTo>
                <a:cubicBezTo>
                  <a:pt x="435" y="245"/>
                  <a:pt x="436" y="245"/>
                  <a:pt x="437" y="245"/>
                </a:cubicBezTo>
                <a:cubicBezTo>
                  <a:pt x="438" y="245"/>
                  <a:pt x="439" y="244"/>
                  <a:pt x="440" y="244"/>
                </a:cubicBezTo>
                <a:cubicBezTo>
                  <a:pt x="441" y="244"/>
                  <a:pt x="441" y="243"/>
                  <a:pt x="442" y="243"/>
                </a:cubicBezTo>
                <a:cubicBezTo>
                  <a:pt x="442" y="242"/>
                  <a:pt x="443" y="242"/>
                  <a:pt x="443" y="241"/>
                </a:cubicBezTo>
                <a:cubicBezTo>
                  <a:pt x="443" y="241"/>
                  <a:pt x="443" y="240"/>
                  <a:pt x="443" y="240"/>
                </a:cubicBezTo>
                <a:cubicBezTo>
                  <a:pt x="442" y="239"/>
                  <a:pt x="442" y="239"/>
                  <a:pt x="441" y="238"/>
                </a:cubicBezTo>
                <a:cubicBezTo>
                  <a:pt x="441" y="238"/>
                  <a:pt x="440" y="238"/>
                  <a:pt x="439" y="238"/>
                </a:cubicBezTo>
                <a:cubicBezTo>
                  <a:pt x="438" y="237"/>
                  <a:pt x="437" y="237"/>
                  <a:pt x="436" y="237"/>
                </a:cubicBezTo>
                <a:cubicBezTo>
                  <a:pt x="435" y="237"/>
                  <a:pt x="434" y="237"/>
                  <a:pt x="433" y="238"/>
                </a:cubicBezTo>
                <a:close/>
                <a:moveTo>
                  <a:pt x="269" y="238"/>
                </a:moveTo>
                <a:cubicBezTo>
                  <a:pt x="268" y="238"/>
                  <a:pt x="267" y="238"/>
                  <a:pt x="267" y="238"/>
                </a:cubicBezTo>
                <a:cubicBezTo>
                  <a:pt x="266" y="239"/>
                  <a:pt x="265" y="239"/>
                  <a:pt x="264" y="240"/>
                </a:cubicBezTo>
                <a:cubicBezTo>
                  <a:pt x="264" y="240"/>
                  <a:pt x="263" y="241"/>
                  <a:pt x="263" y="241"/>
                </a:cubicBezTo>
                <a:cubicBezTo>
                  <a:pt x="263" y="242"/>
                  <a:pt x="263" y="242"/>
                  <a:pt x="263" y="243"/>
                </a:cubicBezTo>
                <a:cubicBezTo>
                  <a:pt x="264" y="243"/>
                  <a:pt x="264" y="244"/>
                  <a:pt x="265" y="244"/>
                </a:cubicBezTo>
                <a:cubicBezTo>
                  <a:pt x="265" y="244"/>
                  <a:pt x="266" y="245"/>
                  <a:pt x="267" y="245"/>
                </a:cubicBezTo>
                <a:cubicBezTo>
                  <a:pt x="268" y="245"/>
                  <a:pt x="269" y="245"/>
                  <a:pt x="270" y="245"/>
                </a:cubicBezTo>
                <a:cubicBezTo>
                  <a:pt x="271" y="245"/>
                  <a:pt x="272" y="245"/>
                  <a:pt x="273" y="245"/>
                </a:cubicBezTo>
                <a:cubicBezTo>
                  <a:pt x="275" y="245"/>
                  <a:pt x="275" y="244"/>
                  <a:pt x="276" y="244"/>
                </a:cubicBezTo>
                <a:cubicBezTo>
                  <a:pt x="277" y="244"/>
                  <a:pt x="278" y="243"/>
                  <a:pt x="278" y="243"/>
                </a:cubicBezTo>
                <a:cubicBezTo>
                  <a:pt x="279" y="242"/>
                  <a:pt x="279" y="242"/>
                  <a:pt x="280" y="241"/>
                </a:cubicBezTo>
                <a:cubicBezTo>
                  <a:pt x="280" y="241"/>
                  <a:pt x="280" y="240"/>
                  <a:pt x="279" y="240"/>
                </a:cubicBezTo>
                <a:cubicBezTo>
                  <a:pt x="279" y="239"/>
                  <a:pt x="279" y="239"/>
                  <a:pt x="278" y="238"/>
                </a:cubicBezTo>
                <a:cubicBezTo>
                  <a:pt x="277" y="238"/>
                  <a:pt x="277" y="238"/>
                  <a:pt x="276" y="238"/>
                </a:cubicBezTo>
                <a:cubicBezTo>
                  <a:pt x="275" y="237"/>
                  <a:pt x="274" y="237"/>
                  <a:pt x="273" y="237"/>
                </a:cubicBezTo>
                <a:cubicBezTo>
                  <a:pt x="272" y="237"/>
                  <a:pt x="270" y="237"/>
                  <a:pt x="269" y="238"/>
                </a:cubicBezTo>
                <a:close/>
                <a:moveTo>
                  <a:pt x="392" y="238"/>
                </a:moveTo>
                <a:cubicBezTo>
                  <a:pt x="391" y="238"/>
                  <a:pt x="390" y="238"/>
                  <a:pt x="389" y="238"/>
                </a:cubicBezTo>
                <a:cubicBezTo>
                  <a:pt x="388" y="239"/>
                  <a:pt x="387" y="239"/>
                  <a:pt x="387" y="240"/>
                </a:cubicBezTo>
                <a:cubicBezTo>
                  <a:pt x="386" y="240"/>
                  <a:pt x="386" y="241"/>
                  <a:pt x="386" y="241"/>
                </a:cubicBezTo>
                <a:cubicBezTo>
                  <a:pt x="386" y="242"/>
                  <a:pt x="386" y="242"/>
                  <a:pt x="386" y="243"/>
                </a:cubicBezTo>
                <a:cubicBezTo>
                  <a:pt x="386" y="243"/>
                  <a:pt x="387" y="244"/>
                  <a:pt x="387" y="244"/>
                </a:cubicBezTo>
                <a:cubicBezTo>
                  <a:pt x="388" y="244"/>
                  <a:pt x="389" y="245"/>
                  <a:pt x="390" y="245"/>
                </a:cubicBezTo>
                <a:cubicBezTo>
                  <a:pt x="391" y="245"/>
                  <a:pt x="392" y="245"/>
                  <a:pt x="393" y="245"/>
                </a:cubicBezTo>
                <a:cubicBezTo>
                  <a:pt x="394" y="245"/>
                  <a:pt x="395" y="245"/>
                  <a:pt x="396" y="245"/>
                </a:cubicBezTo>
                <a:cubicBezTo>
                  <a:pt x="397" y="245"/>
                  <a:pt x="398" y="244"/>
                  <a:pt x="399" y="244"/>
                </a:cubicBezTo>
                <a:cubicBezTo>
                  <a:pt x="400" y="244"/>
                  <a:pt x="400" y="243"/>
                  <a:pt x="401" y="243"/>
                </a:cubicBezTo>
                <a:cubicBezTo>
                  <a:pt x="402" y="242"/>
                  <a:pt x="402" y="242"/>
                  <a:pt x="402" y="241"/>
                </a:cubicBezTo>
                <a:cubicBezTo>
                  <a:pt x="402" y="241"/>
                  <a:pt x="402" y="240"/>
                  <a:pt x="402" y="240"/>
                </a:cubicBezTo>
                <a:cubicBezTo>
                  <a:pt x="402" y="239"/>
                  <a:pt x="401" y="239"/>
                  <a:pt x="400" y="238"/>
                </a:cubicBezTo>
                <a:cubicBezTo>
                  <a:pt x="400" y="238"/>
                  <a:pt x="399" y="238"/>
                  <a:pt x="398" y="238"/>
                </a:cubicBezTo>
                <a:cubicBezTo>
                  <a:pt x="397" y="237"/>
                  <a:pt x="396" y="237"/>
                  <a:pt x="395" y="237"/>
                </a:cubicBezTo>
                <a:cubicBezTo>
                  <a:pt x="394" y="237"/>
                  <a:pt x="393" y="237"/>
                  <a:pt x="392" y="238"/>
                </a:cubicBezTo>
                <a:close/>
                <a:moveTo>
                  <a:pt x="514" y="238"/>
                </a:moveTo>
                <a:cubicBezTo>
                  <a:pt x="513" y="238"/>
                  <a:pt x="512" y="238"/>
                  <a:pt x="511" y="238"/>
                </a:cubicBezTo>
                <a:cubicBezTo>
                  <a:pt x="510" y="239"/>
                  <a:pt x="510" y="239"/>
                  <a:pt x="509" y="240"/>
                </a:cubicBezTo>
                <a:cubicBezTo>
                  <a:pt x="509" y="240"/>
                  <a:pt x="508" y="241"/>
                  <a:pt x="508" y="241"/>
                </a:cubicBezTo>
                <a:cubicBezTo>
                  <a:pt x="508" y="242"/>
                  <a:pt x="508" y="242"/>
                  <a:pt x="508" y="243"/>
                </a:cubicBezTo>
                <a:cubicBezTo>
                  <a:pt x="509" y="243"/>
                  <a:pt x="509" y="244"/>
                  <a:pt x="510" y="244"/>
                </a:cubicBezTo>
                <a:cubicBezTo>
                  <a:pt x="511" y="244"/>
                  <a:pt x="511" y="245"/>
                  <a:pt x="512" y="245"/>
                </a:cubicBezTo>
                <a:cubicBezTo>
                  <a:pt x="513" y="245"/>
                  <a:pt x="514" y="245"/>
                  <a:pt x="515" y="245"/>
                </a:cubicBezTo>
                <a:cubicBezTo>
                  <a:pt x="517" y="245"/>
                  <a:pt x="518" y="245"/>
                  <a:pt x="519" y="245"/>
                </a:cubicBezTo>
                <a:cubicBezTo>
                  <a:pt x="520" y="245"/>
                  <a:pt x="521" y="244"/>
                  <a:pt x="522" y="244"/>
                </a:cubicBezTo>
                <a:cubicBezTo>
                  <a:pt x="522" y="244"/>
                  <a:pt x="523" y="243"/>
                  <a:pt x="524" y="243"/>
                </a:cubicBezTo>
                <a:cubicBezTo>
                  <a:pt x="524" y="242"/>
                  <a:pt x="524" y="242"/>
                  <a:pt x="525" y="241"/>
                </a:cubicBezTo>
                <a:cubicBezTo>
                  <a:pt x="525" y="241"/>
                  <a:pt x="525" y="240"/>
                  <a:pt x="524" y="240"/>
                </a:cubicBezTo>
                <a:cubicBezTo>
                  <a:pt x="524" y="239"/>
                  <a:pt x="523" y="239"/>
                  <a:pt x="523" y="238"/>
                </a:cubicBezTo>
                <a:cubicBezTo>
                  <a:pt x="522" y="238"/>
                  <a:pt x="521" y="238"/>
                  <a:pt x="520" y="238"/>
                </a:cubicBezTo>
                <a:cubicBezTo>
                  <a:pt x="519" y="237"/>
                  <a:pt x="518" y="237"/>
                  <a:pt x="517" y="237"/>
                </a:cubicBezTo>
                <a:cubicBezTo>
                  <a:pt x="516" y="237"/>
                  <a:pt x="515" y="237"/>
                  <a:pt x="514" y="238"/>
                </a:cubicBezTo>
                <a:close/>
                <a:moveTo>
                  <a:pt x="351" y="238"/>
                </a:moveTo>
                <a:cubicBezTo>
                  <a:pt x="350" y="238"/>
                  <a:pt x="349" y="238"/>
                  <a:pt x="348" y="238"/>
                </a:cubicBezTo>
                <a:cubicBezTo>
                  <a:pt x="347" y="239"/>
                  <a:pt x="347" y="239"/>
                  <a:pt x="346" y="240"/>
                </a:cubicBezTo>
                <a:cubicBezTo>
                  <a:pt x="345" y="240"/>
                  <a:pt x="345" y="241"/>
                  <a:pt x="345" y="241"/>
                </a:cubicBezTo>
                <a:cubicBezTo>
                  <a:pt x="345" y="242"/>
                  <a:pt x="345" y="242"/>
                  <a:pt x="345" y="243"/>
                </a:cubicBezTo>
                <a:cubicBezTo>
                  <a:pt x="345" y="243"/>
                  <a:pt x="346" y="244"/>
                  <a:pt x="346" y="244"/>
                </a:cubicBezTo>
                <a:cubicBezTo>
                  <a:pt x="347" y="244"/>
                  <a:pt x="348" y="245"/>
                  <a:pt x="349" y="245"/>
                </a:cubicBezTo>
                <a:cubicBezTo>
                  <a:pt x="350" y="245"/>
                  <a:pt x="351" y="245"/>
                  <a:pt x="352" y="245"/>
                </a:cubicBezTo>
                <a:cubicBezTo>
                  <a:pt x="353" y="245"/>
                  <a:pt x="354" y="245"/>
                  <a:pt x="355" y="245"/>
                </a:cubicBezTo>
                <a:cubicBezTo>
                  <a:pt x="356" y="245"/>
                  <a:pt x="357" y="244"/>
                  <a:pt x="358" y="244"/>
                </a:cubicBezTo>
                <a:cubicBezTo>
                  <a:pt x="359" y="244"/>
                  <a:pt x="360" y="243"/>
                  <a:pt x="360" y="243"/>
                </a:cubicBezTo>
                <a:cubicBezTo>
                  <a:pt x="361" y="242"/>
                  <a:pt x="361" y="242"/>
                  <a:pt x="361" y="241"/>
                </a:cubicBezTo>
                <a:cubicBezTo>
                  <a:pt x="361" y="241"/>
                  <a:pt x="361" y="240"/>
                  <a:pt x="361" y="240"/>
                </a:cubicBezTo>
                <a:cubicBezTo>
                  <a:pt x="361" y="239"/>
                  <a:pt x="360" y="239"/>
                  <a:pt x="360" y="238"/>
                </a:cubicBezTo>
                <a:cubicBezTo>
                  <a:pt x="359" y="238"/>
                  <a:pt x="358" y="238"/>
                  <a:pt x="357" y="238"/>
                </a:cubicBezTo>
                <a:cubicBezTo>
                  <a:pt x="356" y="237"/>
                  <a:pt x="355" y="237"/>
                  <a:pt x="354" y="237"/>
                </a:cubicBezTo>
                <a:cubicBezTo>
                  <a:pt x="353" y="237"/>
                  <a:pt x="352" y="237"/>
                  <a:pt x="351" y="238"/>
                </a:cubicBezTo>
                <a:close/>
                <a:moveTo>
                  <a:pt x="718" y="238"/>
                </a:moveTo>
                <a:cubicBezTo>
                  <a:pt x="717" y="238"/>
                  <a:pt x="716" y="238"/>
                  <a:pt x="715" y="238"/>
                </a:cubicBezTo>
                <a:cubicBezTo>
                  <a:pt x="714" y="239"/>
                  <a:pt x="714" y="239"/>
                  <a:pt x="713" y="240"/>
                </a:cubicBezTo>
                <a:cubicBezTo>
                  <a:pt x="713" y="240"/>
                  <a:pt x="712" y="241"/>
                  <a:pt x="712" y="241"/>
                </a:cubicBezTo>
                <a:cubicBezTo>
                  <a:pt x="712" y="242"/>
                  <a:pt x="712" y="242"/>
                  <a:pt x="713" y="243"/>
                </a:cubicBezTo>
                <a:cubicBezTo>
                  <a:pt x="713" y="243"/>
                  <a:pt x="714" y="244"/>
                  <a:pt x="714" y="244"/>
                </a:cubicBezTo>
                <a:cubicBezTo>
                  <a:pt x="715" y="244"/>
                  <a:pt x="716" y="245"/>
                  <a:pt x="717" y="245"/>
                </a:cubicBezTo>
                <a:cubicBezTo>
                  <a:pt x="718" y="245"/>
                  <a:pt x="719" y="245"/>
                  <a:pt x="720" y="245"/>
                </a:cubicBezTo>
                <a:cubicBezTo>
                  <a:pt x="721" y="245"/>
                  <a:pt x="722" y="245"/>
                  <a:pt x="723" y="245"/>
                </a:cubicBezTo>
                <a:cubicBezTo>
                  <a:pt x="724" y="245"/>
                  <a:pt x="725" y="244"/>
                  <a:pt x="726" y="244"/>
                </a:cubicBezTo>
                <a:cubicBezTo>
                  <a:pt x="727" y="244"/>
                  <a:pt x="727" y="243"/>
                  <a:pt x="728" y="243"/>
                </a:cubicBezTo>
                <a:cubicBezTo>
                  <a:pt x="728" y="242"/>
                  <a:pt x="729" y="242"/>
                  <a:pt x="729" y="241"/>
                </a:cubicBezTo>
                <a:cubicBezTo>
                  <a:pt x="729" y="241"/>
                  <a:pt x="729" y="240"/>
                  <a:pt x="728" y="240"/>
                </a:cubicBezTo>
                <a:cubicBezTo>
                  <a:pt x="728" y="239"/>
                  <a:pt x="728" y="239"/>
                  <a:pt x="727" y="238"/>
                </a:cubicBezTo>
                <a:cubicBezTo>
                  <a:pt x="726" y="238"/>
                  <a:pt x="725" y="238"/>
                  <a:pt x="724" y="238"/>
                </a:cubicBezTo>
                <a:cubicBezTo>
                  <a:pt x="723" y="237"/>
                  <a:pt x="722" y="237"/>
                  <a:pt x="721" y="237"/>
                </a:cubicBezTo>
                <a:cubicBezTo>
                  <a:pt x="720" y="237"/>
                  <a:pt x="719" y="237"/>
                  <a:pt x="718" y="238"/>
                </a:cubicBezTo>
                <a:close/>
                <a:moveTo>
                  <a:pt x="555" y="238"/>
                </a:moveTo>
                <a:cubicBezTo>
                  <a:pt x="554" y="238"/>
                  <a:pt x="553" y="238"/>
                  <a:pt x="552" y="238"/>
                </a:cubicBezTo>
                <a:cubicBezTo>
                  <a:pt x="551" y="239"/>
                  <a:pt x="551" y="239"/>
                  <a:pt x="550" y="240"/>
                </a:cubicBezTo>
                <a:cubicBezTo>
                  <a:pt x="550" y="240"/>
                  <a:pt x="549" y="241"/>
                  <a:pt x="549" y="241"/>
                </a:cubicBezTo>
                <a:cubicBezTo>
                  <a:pt x="549" y="242"/>
                  <a:pt x="549" y="242"/>
                  <a:pt x="549" y="243"/>
                </a:cubicBezTo>
                <a:cubicBezTo>
                  <a:pt x="550" y="243"/>
                  <a:pt x="550" y="244"/>
                  <a:pt x="551" y="244"/>
                </a:cubicBezTo>
                <a:cubicBezTo>
                  <a:pt x="552" y="244"/>
                  <a:pt x="552" y="245"/>
                  <a:pt x="553" y="245"/>
                </a:cubicBezTo>
                <a:cubicBezTo>
                  <a:pt x="554" y="245"/>
                  <a:pt x="555" y="245"/>
                  <a:pt x="556" y="245"/>
                </a:cubicBezTo>
                <a:cubicBezTo>
                  <a:pt x="558" y="245"/>
                  <a:pt x="559" y="245"/>
                  <a:pt x="560" y="245"/>
                </a:cubicBezTo>
                <a:cubicBezTo>
                  <a:pt x="561" y="245"/>
                  <a:pt x="562" y="244"/>
                  <a:pt x="562" y="244"/>
                </a:cubicBezTo>
                <a:cubicBezTo>
                  <a:pt x="563" y="244"/>
                  <a:pt x="564" y="243"/>
                  <a:pt x="564" y="243"/>
                </a:cubicBezTo>
                <a:cubicBezTo>
                  <a:pt x="565" y="242"/>
                  <a:pt x="565" y="242"/>
                  <a:pt x="565" y="241"/>
                </a:cubicBezTo>
                <a:cubicBezTo>
                  <a:pt x="566" y="241"/>
                  <a:pt x="565" y="240"/>
                  <a:pt x="565" y="240"/>
                </a:cubicBezTo>
                <a:cubicBezTo>
                  <a:pt x="565" y="239"/>
                  <a:pt x="564" y="239"/>
                  <a:pt x="564" y="238"/>
                </a:cubicBezTo>
                <a:cubicBezTo>
                  <a:pt x="563" y="238"/>
                  <a:pt x="562" y="238"/>
                  <a:pt x="561" y="238"/>
                </a:cubicBezTo>
                <a:cubicBezTo>
                  <a:pt x="560" y="237"/>
                  <a:pt x="559" y="237"/>
                  <a:pt x="558" y="237"/>
                </a:cubicBezTo>
                <a:cubicBezTo>
                  <a:pt x="557" y="237"/>
                  <a:pt x="556" y="237"/>
                  <a:pt x="555" y="238"/>
                </a:cubicBezTo>
                <a:close/>
                <a:moveTo>
                  <a:pt x="677" y="238"/>
                </a:moveTo>
                <a:cubicBezTo>
                  <a:pt x="676" y="238"/>
                  <a:pt x="675" y="238"/>
                  <a:pt x="674" y="238"/>
                </a:cubicBezTo>
                <a:cubicBezTo>
                  <a:pt x="674" y="239"/>
                  <a:pt x="673" y="239"/>
                  <a:pt x="673" y="240"/>
                </a:cubicBezTo>
                <a:cubicBezTo>
                  <a:pt x="672" y="240"/>
                  <a:pt x="672" y="241"/>
                  <a:pt x="672" y="241"/>
                </a:cubicBezTo>
                <a:cubicBezTo>
                  <a:pt x="671" y="242"/>
                  <a:pt x="672" y="242"/>
                  <a:pt x="672" y="243"/>
                </a:cubicBezTo>
                <a:cubicBezTo>
                  <a:pt x="672" y="243"/>
                  <a:pt x="673" y="244"/>
                  <a:pt x="673" y="244"/>
                </a:cubicBezTo>
                <a:cubicBezTo>
                  <a:pt x="674" y="244"/>
                  <a:pt x="675" y="245"/>
                  <a:pt x="676" y="245"/>
                </a:cubicBezTo>
                <a:cubicBezTo>
                  <a:pt x="677" y="245"/>
                  <a:pt x="678" y="245"/>
                  <a:pt x="679" y="245"/>
                </a:cubicBezTo>
                <a:cubicBezTo>
                  <a:pt x="680" y="245"/>
                  <a:pt x="681" y="245"/>
                  <a:pt x="682" y="245"/>
                </a:cubicBezTo>
                <a:cubicBezTo>
                  <a:pt x="683" y="245"/>
                  <a:pt x="684" y="244"/>
                  <a:pt x="685" y="244"/>
                </a:cubicBezTo>
                <a:cubicBezTo>
                  <a:pt x="686" y="244"/>
                  <a:pt x="686" y="243"/>
                  <a:pt x="687" y="243"/>
                </a:cubicBezTo>
                <a:cubicBezTo>
                  <a:pt x="687" y="242"/>
                  <a:pt x="688" y="242"/>
                  <a:pt x="688" y="241"/>
                </a:cubicBezTo>
                <a:cubicBezTo>
                  <a:pt x="688" y="241"/>
                  <a:pt x="688" y="240"/>
                  <a:pt x="688" y="240"/>
                </a:cubicBezTo>
                <a:cubicBezTo>
                  <a:pt x="687" y="239"/>
                  <a:pt x="687" y="239"/>
                  <a:pt x="686" y="238"/>
                </a:cubicBezTo>
                <a:cubicBezTo>
                  <a:pt x="685" y="238"/>
                  <a:pt x="684" y="238"/>
                  <a:pt x="684" y="238"/>
                </a:cubicBezTo>
                <a:cubicBezTo>
                  <a:pt x="683" y="237"/>
                  <a:pt x="682" y="237"/>
                  <a:pt x="680" y="237"/>
                </a:cubicBezTo>
                <a:cubicBezTo>
                  <a:pt x="679" y="237"/>
                  <a:pt x="678" y="237"/>
                  <a:pt x="677" y="238"/>
                </a:cubicBezTo>
                <a:close/>
                <a:moveTo>
                  <a:pt x="636" y="238"/>
                </a:moveTo>
                <a:cubicBezTo>
                  <a:pt x="635" y="238"/>
                  <a:pt x="634" y="238"/>
                  <a:pt x="634" y="238"/>
                </a:cubicBezTo>
                <a:cubicBezTo>
                  <a:pt x="633" y="239"/>
                  <a:pt x="632" y="239"/>
                  <a:pt x="632" y="240"/>
                </a:cubicBezTo>
                <a:cubicBezTo>
                  <a:pt x="631" y="240"/>
                  <a:pt x="631" y="241"/>
                  <a:pt x="631" y="241"/>
                </a:cubicBezTo>
                <a:cubicBezTo>
                  <a:pt x="631" y="242"/>
                  <a:pt x="631" y="242"/>
                  <a:pt x="631" y="243"/>
                </a:cubicBezTo>
                <a:cubicBezTo>
                  <a:pt x="631" y="243"/>
                  <a:pt x="632" y="244"/>
                  <a:pt x="633" y="244"/>
                </a:cubicBezTo>
                <a:cubicBezTo>
                  <a:pt x="633" y="244"/>
                  <a:pt x="634" y="245"/>
                  <a:pt x="635" y="245"/>
                </a:cubicBezTo>
                <a:cubicBezTo>
                  <a:pt x="636" y="245"/>
                  <a:pt x="637" y="245"/>
                  <a:pt x="638" y="245"/>
                </a:cubicBezTo>
                <a:cubicBezTo>
                  <a:pt x="639" y="245"/>
                  <a:pt x="640" y="245"/>
                  <a:pt x="641" y="245"/>
                </a:cubicBezTo>
                <a:cubicBezTo>
                  <a:pt x="642" y="245"/>
                  <a:pt x="643" y="244"/>
                  <a:pt x="644" y="244"/>
                </a:cubicBezTo>
                <a:cubicBezTo>
                  <a:pt x="645" y="244"/>
                  <a:pt x="646" y="243"/>
                  <a:pt x="646" y="243"/>
                </a:cubicBezTo>
                <a:cubicBezTo>
                  <a:pt x="647" y="242"/>
                  <a:pt x="647" y="242"/>
                  <a:pt x="647" y="241"/>
                </a:cubicBezTo>
                <a:cubicBezTo>
                  <a:pt x="647" y="241"/>
                  <a:pt x="647" y="240"/>
                  <a:pt x="647" y="240"/>
                </a:cubicBezTo>
                <a:cubicBezTo>
                  <a:pt x="646" y="239"/>
                  <a:pt x="646" y="239"/>
                  <a:pt x="645" y="238"/>
                </a:cubicBezTo>
                <a:cubicBezTo>
                  <a:pt x="645" y="238"/>
                  <a:pt x="644" y="238"/>
                  <a:pt x="643" y="238"/>
                </a:cubicBezTo>
                <a:cubicBezTo>
                  <a:pt x="642" y="237"/>
                  <a:pt x="641" y="237"/>
                  <a:pt x="640" y="237"/>
                </a:cubicBezTo>
                <a:cubicBezTo>
                  <a:pt x="639" y="237"/>
                  <a:pt x="637" y="237"/>
                  <a:pt x="636" y="238"/>
                </a:cubicBezTo>
                <a:close/>
                <a:moveTo>
                  <a:pt x="310" y="238"/>
                </a:moveTo>
                <a:cubicBezTo>
                  <a:pt x="309" y="238"/>
                  <a:pt x="308" y="238"/>
                  <a:pt x="307" y="238"/>
                </a:cubicBezTo>
                <a:cubicBezTo>
                  <a:pt x="306" y="239"/>
                  <a:pt x="306" y="239"/>
                  <a:pt x="305" y="240"/>
                </a:cubicBezTo>
                <a:cubicBezTo>
                  <a:pt x="305" y="240"/>
                  <a:pt x="304" y="241"/>
                  <a:pt x="304" y="241"/>
                </a:cubicBezTo>
                <a:cubicBezTo>
                  <a:pt x="304" y="242"/>
                  <a:pt x="304" y="242"/>
                  <a:pt x="304" y="243"/>
                </a:cubicBezTo>
                <a:cubicBezTo>
                  <a:pt x="305" y="243"/>
                  <a:pt x="305" y="244"/>
                  <a:pt x="306" y="244"/>
                </a:cubicBezTo>
                <a:cubicBezTo>
                  <a:pt x="306" y="244"/>
                  <a:pt x="307" y="245"/>
                  <a:pt x="308" y="245"/>
                </a:cubicBezTo>
                <a:cubicBezTo>
                  <a:pt x="309" y="245"/>
                  <a:pt x="310" y="245"/>
                  <a:pt x="311" y="245"/>
                </a:cubicBezTo>
                <a:cubicBezTo>
                  <a:pt x="312" y="245"/>
                  <a:pt x="313" y="245"/>
                  <a:pt x="314" y="245"/>
                </a:cubicBezTo>
                <a:cubicBezTo>
                  <a:pt x="315" y="245"/>
                  <a:pt x="316" y="244"/>
                  <a:pt x="317" y="244"/>
                </a:cubicBezTo>
                <a:cubicBezTo>
                  <a:pt x="318" y="244"/>
                  <a:pt x="319" y="243"/>
                  <a:pt x="319" y="243"/>
                </a:cubicBezTo>
                <a:cubicBezTo>
                  <a:pt x="320" y="242"/>
                  <a:pt x="320" y="242"/>
                  <a:pt x="320" y="241"/>
                </a:cubicBezTo>
                <a:cubicBezTo>
                  <a:pt x="321" y="241"/>
                  <a:pt x="320" y="240"/>
                  <a:pt x="320" y="240"/>
                </a:cubicBezTo>
                <a:cubicBezTo>
                  <a:pt x="320" y="239"/>
                  <a:pt x="319" y="239"/>
                  <a:pt x="319" y="238"/>
                </a:cubicBezTo>
                <a:cubicBezTo>
                  <a:pt x="318" y="238"/>
                  <a:pt x="317" y="238"/>
                  <a:pt x="316" y="238"/>
                </a:cubicBezTo>
                <a:cubicBezTo>
                  <a:pt x="316" y="237"/>
                  <a:pt x="315" y="237"/>
                  <a:pt x="313" y="237"/>
                </a:cubicBezTo>
                <a:cubicBezTo>
                  <a:pt x="312" y="237"/>
                  <a:pt x="311" y="237"/>
                  <a:pt x="310" y="238"/>
                </a:cubicBezTo>
                <a:close/>
                <a:moveTo>
                  <a:pt x="596" y="238"/>
                </a:moveTo>
                <a:cubicBezTo>
                  <a:pt x="595" y="238"/>
                  <a:pt x="594" y="238"/>
                  <a:pt x="593" y="238"/>
                </a:cubicBezTo>
                <a:cubicBezTo>
                  <a:pt x="592" y="239"/>
                  <a:pt x="591" y="239"/>
                  <a:pt x="591" y="240"/>
                </a:cubicBezTo>
                <a:cubicBezTo>
                  <a:pt x="590" y="240"/>
                  <a:pt x="590" y="241"/>
                  <a:pt x="590" y="241"/>
                </a:cubicBezTo>
                <a:cubicBezTo>
                  <a:pt x="590" y="242"/>
                  <a:pt x="590" y="242"/>
                  <a:pt x="590" y="243"/>
                </a:cubicBezTo>
                <a:cubicBezTo>
                  <a:pt x="591" y="243"/>
                  <a:pt x="591" y="244"/>
                  <a:pt x="592" y="244"/>
                </a:cubicBezTo>
                <a:cubicBezTo>
                  <a:pt x="592" y="244"/>
                  <a:pt x="593" y="245"/>
                  <a:pt x="594" y="245"/>
                </a:cubicBezTo>
                <a:cubicBezTo>
                  <a:pt x="595" y="245"/>
                  <a:pt x="596" y="245"/>
                  <a:pt x="597" y="245"/>
                </a:cubicBezTo>
                <a:cubicBezTo>
                  <a:pt x="598" y="245"/>
                  <a:pt x="599" y="245"/>
                  <a:pt x="600" y="245"/>
                </a:cubicBezTo>
                <a:cubicBezTo>
                  <a:pt x="602" y="245"/>
                  <a:pt x="602" y="244"/>
                  <a:pt x="603" y="244"/>
                </a:cubicBezTo>
                <a:cubicBezTo>
                  <a:pt x="604" y="244"/>
                  <a:pt x="605" y="243"/>
                  <a:pt x="605" y="243"/>
                </a:cubicBezTo>
                <a:cubicBezTo>
                  <a:pt x="606" y="242"/>
                  <a:pt x="606" y="242"/>
                  <a:pt x="606" y="241"/>
                </a:cubicBezTo>
                <a:cubicBezTo>
                  <a:pt x="606" y="241"/>
                  <a:pt x="606" y="240"/>
                  <a:pt x="606" y="240"/>
                </a:cubicBezTo>
                <a:cubicBezTo>
                  <a:pt x="606" y="239"/>
                  <a:pt x="605" y="239"/>
                  <a:pt x="604" y="238"/>
                </a:cubicBezTo>
                <a:cubicBezTo>
                  <a:pt x="604" y="238"/>
                  <a:pt x="603" y="238"/>
                  <a:pt x="602" y="238"/>
                </a:cubicBezTo>
                <a:cubicBezTo>
                  <a:pt x="601" y="237"/>
                  <a:pt x="600" y="237"/>
                  <a:pt x="599" y="237"/>
                </a:cubicBezTo>
                <a:cubicBezTo>
                  <a:pt x="598" y="237"/>
                  <a:pt x="597" y="237"/>
                  <a:pt x="596" y="238"/>
                </a:cubicBezTo>
                <a:close/>
                <a:moveTo>
                  <a:pt x="473" y="238"/>
                </a:moveTo>
                <a:cubicBezTo>
                  <a:pt x="472" y="238"/>
                  <a:pt x="471" y="238"/>
                  <a:pt x="470" y="238"/>
                </a:cubicBezTo>
                <a:cubicBezTo>
                  <a:pt x="470" y="239"/>
                  <a:pt x="469" y="239"/>
                  <a:pt x="468" y="240"/>
                </a:cubicBezTo>
                <a:cubicBezTo>
                  <a:pt x="468" y="240"/>
                  <a:pt x="468" y="241"/>
                  <a:pt x="467" y="241"/>
                </a:cubicBezTo>
                <a:cubicBezTo>
                  <a:pt x="467" y="242"/>
                  <a:pt x="467" y="242"/>
                  <a:pt x="468" y="243"/>
                </a:cubicBezTo>
                <a:cubicBezTo>
                  <a:pt x="468" y="243"/>
                  <a:pt x="468" y="244"/>
                  <a:pt x="469" y="244"/>
                </a:cubicBezTo>
                <a:cubicBezTo>
                  <a:pt x="470" y="244"/>
                  <a:pt x="471" y="245"/>
                  <a:pt x="471" y="245"/>
                </a:cubicBezTo>
                <a:cubicBezTo>
                  <a:pt x="472" y="245"/>
                  <a:pt x="473" y="245"/>
                  <a:pt x="475" y="245"/>
                </a:cubicBezTo>
                <a:cubicBezTo>
                  <a:pt x="476" y="245"/>
                  <a:pt x="477" y="245"/>
                  <a:pt x="478" y="245"/>
                </a:cubicBezTo>
                <a:cubicBezTo>
                  <a:pt x="479" y="245"/>
                  <a:pt x="480" y="244"/>
                  <a:pt x="481" y="244"/>
                </a:cubicBezTo>
                <a:cubicBezTo>
                  <a:pt x="481" y="244"/>
                  <a:pt x="482" y="243"/>
                  <a:pt x="483" y="243"/>
                </a:cubicBezTo>
                <a:cubicBezTo>
                  <a:pt x="483" y="242"/>
                  <a:pt x="484" y="242"/>
                  <a:pt x="484" y="241"/>
                </a:cubicBezTo>
                <a:cubicBezTo>
                  <a:pt x="484" y="241"/>
                  <a:pt x="484" y="240"/>
                  <a:pt x="483" y="240"/>
                </a:cubicBezTo>
                <a:cubicBezTo>
                  <a:pt x="483" y="239"/>
                  <a:pt x="483" y="239"/>
                  <a:pt x="482" y="238"/>
                </a:cubicBezTo>
                <a:cubicBezTo>
                  <a:pt x="481" y="238"/>
                  <a:pt x="481" y="238"/>
                  <a:pt x="480" y="238"/>
                </a:cubicBezTo>
                <a:cubicBezTo>
                  <a:pt x="479" y="237"/>
                  <a:pt x="478" y="237"/>
                  <a:pt x="477" y="237"/>
                </a:cubicBezTo>
                <a:cubicBezTo>
                  <a:pt x="475" y="237"/>
                  <a:pt x="474" y="237"/>
                  <a:pt x="473" y="238"/>
                </a:cubicBezTo>
                <a:close/>
                <a:moveTo>
                  <a:pt x="573" y="247"/>
                </a:moveTo>
                <a:cubicBezTo>
                  <a:pt x="572" y="248"/>
                  <a:pt x="571" y="248"/>
                  <a:pt x="570" y="248"/>
                </a:cubicBezTo>
                <a:cubicBezTo>
                  <a:pt x="570" y="249"/>
                  <a:pt x="569" y="249"/>
                  <a:pt x="568" y="250"/>
                </a:cubicBezTo>
                <a:cubicBezTo>
                  <a:pt x="568" y="250"/>
                  <a:pt x="567" y="251"/>
                  <a:pt x="567" y="251"/>
                </a:cubicBezTo>
                <a:cubicBezTo>
                  <a:pt x="567" y="252"/>
                  <a:pt x="567" y="252"/>
                  <a:pt x="568" y="253"/>
                </a:cubicBezTo>
                <a:cubicBezTo>
                  <a:pt x="568" y="253"/>
                  <a:pt x="568" y="254"/>
                  <a:pt x="569" y="254"/>
                </a:cubicBezTo>
                <a:cubicBezTo>
                  <a:pt x="570" y="254"/>
                  <a:pt x="571" y="255"/>
                  <a:pt x="572" y="255"/>
                </a:cubicBezTo>
                <a:cubicBezTo>
                  <a:pt x="572" y="255"/>
                  <a:pt x="574" y="255"/>
                  <a:pt x="575" y="255"/>
                </a:cubicBezTo>
                <a:cubicBezTo>
                  <a:pt x="576" y="255"/>
                  <a:pt x="577" y="255"/>
                  <a:pt x="578" y="255"/>
                </a:cubicBezTo>
                <a:cubicBezTo>
                  <a:pt x="579" y="255"/>
                  <a:pt x="580" y="254"/>
                  <a:pt x="581" y="254"/>
                </a:cubicBezTo>
                <a:cubicBezTo>
                  <a:pt x="582" y="254"/>
                  <a:pt x="582" y="253"/>
                  <a:pt x="583" y="253"/>
                </a:cubicBezTo>
                <a:cubicBezTo>
                  <a:pt x="583" y="252"/>
                  <a:pt x="584" y="252"/>
                  <a:pt x="584" y="251"/>
                </a:cubicBezTo>
                <a:cubicBezTo>
                  <a:pt x="584" y="251"/>
                  <a:pt x="584" y="250"/>
                  <a:pt x="583" y="250"/>
                </a:cubicBezTo>
                <a:cubicBezTo>
                  <a:pt x="583" y="249"/>
                  <a:pt x="583" y="249"/>
                  <a:pt x="582" y="248"/>
                </a:cubicBezTo>
                <a:cubicBezTo>
                  <a:pt x="581" y="248"/>
                  <a:pt x="580" y="248"/>
                  <a:pt x="579" y="247"/>
                </a:cubicBezTo>
                <a:cubicBezTo>
                  <a:pt x="579" y="247"/>
                  <a:pt x="577" y="247"/>
                  <a:pt x="576" y="247"/>
                </a:cubicBezTo>
                <a:cubicBezTo>
                  <a:pt x="575" y="247"/>
                  <a:pt x="574" y="247"/>
                  <a:pt x="573" y="247"/>
                </a:cubicBezTo>
                <a:close/>
                <a:moveTo>
                  <a:pt x="787" y="248"/>
                </a:moveTo>
                <a:cubicBezTo>
                  <a:pt x="786" y="248"/>
                  <a:pt x="785" y="248"/>
                  <a:pt x="784" y="247"/>
                </a:cubicBezTo>
                <a:cubicBezTo>
                  <a:pt x="783" y="247"/>
                  <a:pt x="782" y="247"/>
                  <a:pt x="781" y="247"/>
                </a:cubicBezTo>
                <a:cubicBezTo>
                  <a:pt x="780" y="247"/>
                  <a:pt x="779" y="247"/>
                  <a:pt x="778" y="247"/>
                </a:cubicBezTo>
                <a:cubicBezTo>
                  <a:pt x="777" y="248"/>
                  <a:pt x="776" y="248"/>
                  <a:pt x="775" y="248"/>
                </a:cubicBezTo>
                <a:cubicBezTo>
                  <a:pt x="774" y="249"/>
                  <a:pt x="774" y="249"/>
                  <a:pt x="773" y="250"/>
                </a:cubicBezTo>
                <a:cubicBezTo>
                  <a:pt x="773" y="250"/>
                  <a:pt x="772" y="251"/>
                  <a:pt x="772" y="251"/>
                </a:cubicBezTo>
                <a:cubicBezTo>
                  <a:pt x="772" y="252"/>
                  <a:pt x="772" y="252"/>
                  <a:pt x="773" y="253"/>
                </a:cubicBezTo>
                <a:cubicBezTo>
                  <a:pt x="773" y="253"/>
                  <a:pt x="773" y="254"/>
                  <a:pt x="774" y="254"/>
                </a:cubicBezTo>
                <a:cubicBezTo>
                  <a:pt x="775" y="254"/>
                  <a:pt x="776" y="255"/>
                  <a:pt x="777" y="255"/>
                </a:cubicBezTo>
                <a:cubicBezTo>
                  <a:pt x="778" y="255"/>
                  <a:pt x="779" y="255"/>
                  <a:pt x="780" y="255"/>
                </a:cubicBezTo>
                <a:cubicBezTo>
                  <a:pt x="780" y="255"/>
                  <a:pt x="780" y="255"/>
                  <a:pt x="781" y="255"/>
                </a:cubicBezTo>
                <a:cubicBezTo>
                  <a:pt x="781" y="255"/>
                  <a:pt x="781" y="255"/>
                  <a:pt x="781" y="255"/>
                </a:cubicBezTo>
                <a:cubicBezTo>
                  <a:pt x="782" y="255"/>
                  <a:pt x="782" y="255"/>
                  <a:pt x="782" y="255"/>
                </a:cubicBezTo>
                <a:cubicBezTo>
                  <a:pt x="782" y="255"/>
                  <a:pt x="783" y="255"/>
                  <a:pt x="783" y="255"/>
                </a:cubicBezTo>
                <a:cubicBezTo>
                  <a:pt x="784" y="255"/>
                  <a:pt x="785" y="254"/>
                  <a:pt x="786" y="254"/>
                </a:cubicBezTo>
                <a:cubicBezTo>
                  <a:pt x="786" y="254"/>
                  <a:pt x="786" y="254"/>
                  <a:pt x="787" y="253"/>
                </a:cubicBezTo>
                <a:cubicBezTo>
                  <a:pt x="787" y="253"/>
                  <a:pt x="787" y="253"/>
                  <a:pt x="788" y="253"/>
                </a:cubicBezTo>
                <a:cubicBezTo>
                  <a:pt x="788" y="252"/>
                  <a:pt x="788" y="252"/>
                  <a:pt x="788" y="252"/>
                </a:cubicBezTo>
                <a:cubicBezTo>
                  <a:pt x="788" y="252"/>
                  <a:pt x="789" y="251"/>
                  <a:pt x="789" y="251"/>
                </a:cubicBezTo>
                <a:cubicBezTo>
                  <a:pt x="789" y="251"/>
                  <a:pt x="789" y="251"/>
                  <a:pt x="788" y="250"/>
                </a:cubicBezTo>
                <a:cubicBezTo>
                  <a:pt x="788" y="250"/>
                  <a:pt x="788" y="250"/>
                  <a:pt x="788" y="250"/>
                </a:cubicBezTo>
                <a:cubicBezTo>
                  <a:pt x="788" y="249"/>
                  <a:pt x="788" y="249"/>
                  <a:pt x="787" y="249"/>
                </a:cubicBezTo>
                <a:cubicBezTo>
                  <a:pt x="787" y="249"/>
                  <a:pt x="787" y="249"/>
                  <a:pt x="787" y="248"/>
                </a:cubicBezTo>
                <a:cubicBezTo>
                  <a:pt x="786" y="248"/>
                  <a:pt x="787" y="249"/>
                  <a:pt x="787" y="248"/>
                </a:cubicBezTo>
                <a:close/>
                <a:moveTo>
                  <a:pt x="328" y="247"/>
                </a:moveTo>
                <a:cubicBezTo>
                  <a:pt x="327" y="248"/>
                  <a:pt x="326" y="248"/>
                  <a:pt x="325" y="248"/>
                </a:cubicBezTo>
                <a:cubicBezTo>
                  <a:pt x="324" y="249"/>
                  <a:pt x="323" y="249"/>
                  <a:pt x="323" y="250"/>
                </a:cubicBezTo>
                <a:cubicBezTo>
                  <a:pt x="322" y="250"/>
                  <a:pt x="322" y="251"/>
                  <a:pt x="322" y="251"/>
                </a:cubicBezTo>
                <a:cubicBezTo>
                  <a:pt x="321" y="252"/>
                  <a:pt x="322" y="252"/>
                  <a:pt x="322" y="253"/>
                </a:cubicBezTo>
                <a:cubicBezTo>
                  <a:pt x="322" y="253"/>
                  <a:pt x="323" y="254"/>
                  <a:pt x="323" y="254"/>
                </a:cubicBezTo>
                <a:cubicBezTo>
                  <a:pt x="324" y="254"/>
                  <a:pt x="325" y="255"/>
                  <a:pt x="326" y="255"/>
                </a:cubicBezTo>
                <a:cubicBezTo>
                  <a:pt x="326" y="255"/>
                  <a:pt x="328" y="255"/>
                  <a:pt x="329" y="255"/>
                </a:cubicBezTo>
                <a:cubicBezTo>
                  <a:pt x="330" y="255"/>
                  <a:pt x="331" y="255"/>
                  <a:pt x="332" y="255"/>
                </a:cubicBezTo>
                <a:cubicBezTo>
                  <a:pt x="333" y="255"/>
                  <a:pt x="334" y="254"/>
                  <a:pt x="335" y="254"/>
                </a:cubicBezTo>
                <a:cubicBezTo>
                  <a:pt x="336" y="254"/>
                  <a:pt x="336" y="253"/>
                  <a:pt x="337" y="253"/>
                </a:cubicBezTo>
                <a:cubicBezTo>
                  <a:pt x="337" y="252"/>
                  <a:pt x="338" y="252"/>
                  <a:pt x="338" y="251"/>
                </a:cubicBezTo>
                <a:cubicBezTo>
                  <a:pt x="338" y="251"/>
                  <a:pt x="338" y="250"/>
                  <a:pt x="338" y="250"/>
                </a:cubicBezTo>
                <a:cubicBezTo>
                  <a:pt x="337" y="249"/>
                  <a:pt x="337" y="249"/>
                  <a:pt x="336" y="248"/>
                </a:cubicBezTo>
                <a:cubicBezTo>
                  <a:pt x="336" y="248"/>
                  <a:pt x="335" y="248"/>
                  <a:pt x="334" y="247"/>
                </a:cubicBezTo>
                <a:cubicBezTo>
                  <a:pt x="333" y="247"/>
                  <a:pt x="332" y="247"/>
                  <a:pt x="331" y="247"/>
                </a:cubicBezTo>
                <a:cubicBezTo>
                  <a:pt x="330" y="247"/>
                  <a:pt x="329" y="247"/>
                  <a:pt x="328" y="247"/>
                </a:cubicBezTo>
                <a:close/>
                <a:moveTo>
                  <a:pt x="293" y="247"/>
                </a:moveTo>
                <a:cubicBezTo>
                  <a:pt x="292" y="247"/>
                  <a:pt x="291" y="247"/>
                  <a:pt x="290" y="247"/>
                </a:cubicBezTo>
                <a:cubicBezTo>
                  <a:pt x="289" y="247"/>
                  <a:pt x="288" y="247"/>
                  <a:pt x="287" y="247"/>
                </a:cubicBezTo>
                <a:cubicBezTo>
                  <a:pt x="286" y="248"/>
                  <a:pt x="285" y="248"/>
                  <a:pt x="284" y="248"/>
                </a:cubicBezTo>
                <a:cubicBezTo>
                  <a:pt x="283" y="249"/>
                  <a:pt x="282" y="249"/>
                  <a:pt x="282" y="250"/>
                </a:cubicBezTo>
                <a:cubicBezTo>
                  <a:pt x="281" y="250"/>
                  <a:pt x="281" y="251"/>
                  <a:pt x="281" y="251"/>
                </a:cubicBezTo>
                <a:cubicBezTo>
                  <a:pt x="280" y="252"/>
                  <a:pt x="281" y="252"/>
                  <a:pt x="281" y="253"/>
                </a:cubicBezTo>
                <a:cubicBezTo>
                  <a:pt x="281" y="253"/>
                  <a:pt x="282" y="254"/>
                  <a:pt x="282" y="254"/>
                </a:cubicBezTo>
                <a:cubicBezTo>
                  <a:pt x="283" y="254"/>
                  <a:pt x="284" y="255"/>
                  <a:pt x="285" y="255"/>
                </a:cubicBezTo>
                <a:cubicBezTo>
                  <a:pt x="285" y="255"/>
                  <a:pt x="286" y="255"/>
                  <a:pt x="288" y="255"/>
                </a:cubicBezTo>
                <a:cubicBezTo>
                  <a:pt x="288" y="255"/>
                  <a:pt x="288" y="255"/>
                  <a:pt x="288" y="255"/>
                </a:cubicBezTo>
                <a:cubicBezTo>
                  <a:pt x="289" y="255"/>
                  <a:pt x="289" y="255"/>
                  <a:pt x="289" y="255"/>
                </a:cubicBezTo>
                <a:cubicBezTo>
                  <a:pt x="290" y="255"/>
                  <a:pt x="290" y="255"/>
                  <a:pt x="290" y="255"/>
                </a:cubicBezTo>
                <a:cubicBezTo>
                  <a:pt x="290" y="255"/>
                  <a:pt x="291" y="255"/>
                  <a:pt x="291" y="255"/>
                </a:cubicBezTo>
                <a:cubicBezTo>
                  <a:pt x="293" y="254"/>
                  <a:pt x="296" y="253"/>
                  <a:pt x="297" y="251"/>
                </a:cubicBezTo>
                <a:cubicBezTo>
                  <a:pt x="297" y="251"/>
                  <a:pt x="297" y="250"/>
                  <a:pt x="297" y="250"/>
                </a:cubicBezTo>
                <a:cubicBezTo>
                  <a:pt x="297" y="250"/>
                  <a:pt x="297" y="249"/>
                  <a:pt x="296" y="249"/>
                </a:cubicBezTo>
                <a:cubicBezTo>
                  <a:pt x="296" y="249"/>
                  <a:pt x="295" y="248"/>
                  <a:pt x="295" y="248"/>
                </a:cubicBezTo>
                <a:cubicBezTo>
                  <a:pt x="294" y="248"/>
                  <a:pt x="294" y="248"/>
                  <a:pt x="293" y="247"/>
                </a:cubicBezTo>
                <a:cubicBezTo>
                  <a:pt x="293" y="247"/>
                  <a:pt x="294" y="248"/>
                  <a:pt x="293" y="247"/>
                </a:cubicBezTo>
                <a:close/>
                <a:moveTo>
                  <a:pt x="537" y="247"/>
                </a:moveTo>
                <a:cubicBezTo>
                  <a:pt x="537" y="247"/>
                  <a:pt x="536" y="247"/>
                  <a:pt x="536" y="247"/>
                </a:cubicBezTo>
                <a:cubicBezTo>
                  <a:pt x="536" y="247"/>
                  <a:pt x="536" y="247"/>
                  <a:pt x="536" y="247"/>
                </a:cubicBezTo>
                <a:cubicBezTo>
                  <a:pt x="536" y="247"/>
                  <a:pt x="536" y="247"/>
                  <a:pt x="535" y="247"/>
                </a:cubicBezTo>
                <a:cubicBezTo>
                  <a:pt x="534" y="247"/>
                  <a:pt x="533" y="247"/>
                  <a:pt x="532" y="247"/>
                </a:cubicBezTo>
                <a:cubicBezTo>
                  <a:pt x="531" y="248"/>
                  <a:pt x="530" y="248"/>
                  <a:pt x="529" y="248"/>
                </a:cubicBezTo>
                <a:cubicBezTo>
                  <a:pt x="529" y="249"/>
                  <a:pt x="528" y="249"/>
                  <a:pt x="527" y="250"/>
                </a:cubicBezTo>
                <a:cubicBezTo>
                  <a:pt x="527" y="250"/>
                  <a:pt x="527" y="251"/>
                  <a:pt x="526" y="251"/>
                </a:cubicBezTo>
                <a:cubicBezTo>
                  <a:pt x="526" y="252"/>
                  <a:pt x="526" y="252"/>
                  <a:pt x="527" y="253"/>
                </a:cubicBezTo>
                <a:cubicBezTo>
                  <a:pt x="527" y="253"/>
                  <a:pt x="527" y="254"/>
                  <a:pt x="528" y="254"/>
                </a:cubicBezTo>
                <a:cubicBezTo>
                  <a:pt x="529" y="254"/>
                  <a:pt x="530" y="255"/>
                  <a:pt x="531" y="255"/>
                </a:cubicBezTo>
                <a:cubicBezTo>
                  <a:pt x="531" y="255"/>
                  <a:pt x="533" y="255"/>
                  <a:pt x="534" y="255"/>
                </a:cubicBezTo>
                <a:cubicBezTo>
                  <a:pt x="534" y="255"/>
                  <a:pt x="534" y="255"/>
                  <a:pt x="534" y="255"/>
                </a:cubicBezTo>
                <a:cubicBezTo>
                  <a:pt x="534" y="255"/>
                  <a:pt x="534" y="255"/>
                  <a:pt x="535" y="255"/>
                </a:cubicBezTo>
                <a:cubicBezTo>
                  <a:pt x="535" y="255"/>
                  <a:pt x="535" y="255"/>
                  <a:pt x="535" y="255"/>
                </a:cubicBezTo>
                <a:cubicBezTo>
                  <a:pt x="535" y="255"/>
                  <a:pt x="535" y="255"/>
                  <a:pt x="535" y="255"/>
                </a:cubicBezTo>
                <a:cubicBezTo>
                  <a:pt x="536" y="255"/>
                  <a:pt x="537" y="255"/>
                  <a:pt x="538" y="255"/>
                </a:cubicBezTo>
                <a:cubicBezTo>
                  <a:pt x="539" y="254"/>
                  <a:pt x="540" y="254"/>
                  <a:pt x="540" y="254"/>
                </a:cubicBezTo>
                <a:cubicBezTo>
                  <a:pt x="541" y="253"/>
                  <a:pt x="542" y="253"/>
                  <a:pt x="542" y="253"/>
                </a:cubicBezTo>
                <a:cubicBezTo>
                  <a:pt x="542" y="252"/>
                  <a:pt x="543" y="252"/>
                  <a:pt x="543" y="251"/>
                </a:cubicBezTo>
                <a:cubicBezTo>
                  <a:pt x="543" y="251"/>
                  <a:pt x="543" y="250"/>
                  <a:pt x="543" y="250"/>
                </a:cubicBezTo>
                <a:cubicBezTo>
                  <a:pt x="542" y="249"/>
                  <a:pt x="542" y="249"/>
                  <a:pt x="541" y="249"/>
                </a:cubicBezTo>
                <a:cubicBezTo>
                  <a:pt x="541" y="248"/>
                  <a:pt x="540" y="248"/>
                  <a:pt x="540" y="248"/>
                </a:cubicBezTo>
                <a:cubicBezTo>
                  <a:pt x="539" y="248"/>
                  <a:pt x="538" y="247"/>
                  <a:pt x="537" y="247"/>
                </a:cubicBezTo>
                <a:cubicBezTo>
                  <a:pt x="537" y="247"/>
                  <a:pt x="537" y="247"/>
                  <a:pt x="537" y="247"/>
                </a:cubicBezTo>
                <a:close/>
                <a:moveTo>
                  <a:pt x="700" y="247"/>
                </a:moveTo>
                <a:cubicBezTo>
                  <a:pt x="700" y="247"/>
                  <a:pt x="700" y="247"/>
                  <a:pt x="700" y="247"/>
                </a:cubicBezTo>
                <a:cubicBezTo>
                  <a:pt x="700" y="247"/>
                  <a:pt x="700" y="247"/>
                  <a:pt x="700" y="247"/>
                </a:cubicBezTo>
                <a:cubicBezTo>
                  <a:pt x="699" y="247"/>
                  <a:pt x="699" y="247"/>
                  <a:pt x="699" y="247"/>
                </a:cubicBezTo>
                <a:cubicBezTo>
                  <a:pt x="698" y="247"/>
                  <a:pt x="697" y="247"/>
                  <a:pt x="696" y="247"/>
                </a:cubicBezTo>
                <a:cubicBezTo>
                  <a:pt x="695" y="248"/>
                  <a:pt x="694" y="248"/>
                  <a:pt x="693" y="248"/>
                </a:cubicBezTo>
                <a:cubicBezTo>
                  <a:pt x="692" y="249"/>
                  <a:pt x="692" y="249"/>
                  <a:pt x="691" y="250"/>
                </a:cubicBezTo>
                <a:cubicBezTo>
                  <a:pt x="691" y="250"/>
                  <a:pt x="690" y="251"/>
                  <a:pt x="690" y="251"/>
                </a:cubicBezTo>
                <a:cubicBezTo>
                  <a:pt x="690" y="252"/>
                  <a:pt x="690" y="252"/>
                  <a:pt x="691" y="253"/>
                </a:cubicBezTo>
                <a:cubicBezTo>
                  <a:pt x="691" y="253"/>
                  <a:pt x="691" y="254"/>
                  <a:pt x="692" y="254"/>
                </a:cubicBezTo>
                <a:cubicBezTo>
                  <a:pt x="693" y="254"/>
                  <a:pt x="694" y="255"/>
                  <a:pt x="695" y="255"/>
                </a:cubicBezTo>
                <a:cubicBezTo>
                  <a:pt x="696" y="255"/>
                  <a:pt x="697" y="255"/>
                  <a:pt x="698" y="255"/>
                </a:cubicBezTo>
                <a:cubicBezTo>
                  <a:pt x="698" y="255"/>
                  <a:pt x="698" y="255"/>
                  <a:pt x="698" y="255"/>
                </a:cubicBezTo>
                <a:cubicBezTo>
                  <a:pt x="698" y="255"/>
                  <a:pt x="698" y="255"/>
                  <a:pt x="699" y="255"/>
                </a:cubicBezTo>
                <a:cubicBezTo>
                  <a:pt x="699" y="255"/>
                  <a:pt x="699" y="255"/>
                  <a:pt x="699" y="255"/>
                </a:cubicBezTo>
                <a:cubicBezTo>
                  <a:pt x="699" y="255"/>
                  <a:pt x="699" y="255"/>
                  <a:pt x="699" y="255"/>
                </a:cubicBezTo>
                <a:cubicBezTo>
                  <a:pt x="700" y="255"/>
                  <a:pt x="701" y="255"/>
                  <a:pt x="702" y="255"/>
                </a:cubicBezTo>
                <a:cubicBezTo>
                  <a:pt x="703" y="254"/>
                  <a:pt x="704" y="254"/>
                  <a:pt x="704" y="254"/>
                </a:cubicBezTo>
                <a:cubicBezTo>
                  <a:pt x="705" y="253"/>
                  <a:pt x="705" y="253"/>
                  <a:pt x="706" y="253"/>
                </a:cubicBezTo>
                <a:cubicBezTo>
                  <a:pt x="706" y="252"/>
                  <a:pt x="707" y="252"/>
                  <a:pt x="707" y="251"/>
                </a:cubicBezTo>
                <a:cubicBezTo>
                  <a:pt x="707" y="251"/>
                  <a:pt x="707" y="250"/>
                  <a:pt x="706" y="250"/>
                </a:cubicBezTo>
                <a:cubicBezTo>
                  <a:pt x="706" y="249"/>
                  <a:pt x="706" y="249"/>
                  <a:pt x="705" y="249"/>
                </a:cubicBezTo>
                <a:cubicBezTo>
                  <a:pt x="705" y="248"/>
                  <a:pt x="704" y="248"/>
                  <a:pt x="703" y="248"/>
                </a:cubicBezTo>
                <a:cubicBezTo>
                  <a:pt x="702" y="248"/>
                  <a:pt x="702" y="247"/>
                  <a:pt x="701" y="247"/>
                </a:cubicBezTo>
                <a:cubicBezTo>
                  <a:pt x="701" y="247"/>
                  <a:pt x="700" y="247"/>
                  <a:pt x="700" y="247"/>
                </a:cubicBezTo>
                <a:close/>
                <a:moveTo>
                  <a:pt x="374" y="247"/>
                </a:moveTo>
                <a:cubicBezTo>
                  <a:pt x="374" y="247"/>
                  <a:pt x="374" y="247"/>
                  <a:pt x="373" y="247"/>
                </a:cubicBezTo>
                <a:cubicBezTo>
                  <a:pt x="373" y="247"/>
                  <a:pt x="373" y="247"/>
                  <a:pt x="373" y="247"/>
                </a:cubicBezTo>
                <a:cubicBezTo>
                  <a:pt x="372" y="247"/>
                  <a:pt x="372" y="247"/>
                  <a:pt x="372" y="247"/>
                </a:cubicBezTo>
                <a:cubicBezTo>
                  <a:pt x="371" y="247"/>
                  <a:pt x="370" y="247"/>
                  <a:pt x="369" y="247"/>
                </a:cubicBezTo>
                <a:cubicBezTo>
                  <a:pt x="368" y="248"/>
                  <a:pt x="367" y="248"/>
                  <a:pt x="366" y="248"/>
                </a:cubicBezTo>
                <a:cubicBezTo>
                  <a:pt x="365" y="249"/>
                  <a:pt x="364" y="249"/>
                  <a:pt x="364" y="250"/>
                </a:cubicBezTo>
                <a:cubicBezTo>
                  <a:pt x="363" y="250"/>
                  <a:pt x="363" y="251"/>
                  <a:pt x="363" y="251"/>
                </a:cubicBezTo>
                <a:cubicBezTo>
                  <a:pt x="362" y="252"/>
                  <a:pt x="362" y="252"/>
                  <a:pt x="363" y="253"/>
                </a:cubicBezTo>
                <a:cubicBezTo>
                  <a:pt x="363" y="253"/>
                  <a:pt x="364" y="254"/>
                  <a:pt x="364" y="254"/>
                </a:cubicBezTo>
                <a:cubicBezTo>
                  <a:pt x="365" y="254"/>
                  <a:pt x="366" y="255"/>
                  <a:pt x="367" y="255"/>
                </a:cubicBezTo>
                <a:cubicBezTo>
                  <a:pt x="367" y="255"/>
                  <a:pt x="369" y="255"/>
                  <a:pt x="370" y="255"/>
                </a:cubicBezTo>
                <a:cubicBezTo>
                  <a:pt x="370" y="255"/>
                  <a:pt x="370" y="255"/>
                  <a:pt x="370" y="255"/>
                </a:cubicBezTo>
                <a:cubicBezTo>
                  <a:pt x="371" y="255"/>
                  <a:pt x="371" y="255"/>
                  <a:pt x="371" y="255"/>
                </a:cubicBezTo>
                <a:cubicBezTo>
                  <a:pt x="372" y="255"/>
                  <a:pt x="372" y="255"/>
                  <a:pt x="372" y="255"/>
                </a:cubicBezTo>
                <a:cubicBezTo>
                  <a:pt x="372" y="255"/>
                  <a:pt x="373" y="255"/>
                  <a:pt x="373" y="255"/>
                </a:cubicBezTo>
                <a:cubicBezTo>
                  <a:pt x="374" y="255"/>
                  <a:pt x="374" y="254"/>
                  <a:pt x="375" y="254"/>
                </a:cubicBezTo>
                <a:cubicBezTo>
                  <a:pt x="376" y="254"/>
                  <a:pt x="376" y="254"/>
                  <a:pt x="377" y="253"/>
                </a:cubicBezTo>
                <a:cubicBezTo>
                  <a:pt x="377" y="253"/>
                  <a:pt x="378" y="253"/>
                  <a:pt x="378" y="252"/>
                </a:cubicBezTo>
                <a:cubicBezTo>
                  <a:pt x="379" y="252"/>
                  <a:pt x="379" y="252"/>
                  <a:pt x="379" y="251"/>
                </a:cubicBezTo>
                <a:cubicBezTo>
                  <a:pt x="379" y="251"/>
                  <a:pt x="379" y="250"/>
                  <a:pt x="379" y="250"/>
                </a:cubicBezTo>
                <a:cubicBezTo>
                  <a:pt x="379" y="250"/>
                  <a:pt x="379" y="249"/>
                  <a:pt x="378" y="249"/>
                </a:cubicBezTo>
                <a:cubicBezTo>
                  <a:pt x="378" y="249"/>
                  <a:pt x="377" y="248"/>
                  <a:pt x="377" y="248"/>
                </a:cubicBezTo>
                <a:cubicBezTo>
                  <a:pt x="376" y="248"/>
                  <a:pt x="376" y="248"/>
                  <a:pt x="375" y="247"/>
                </a:cubicBezTo>
                <a:cubicBezTo>
                  <a:pt x="375" y="247"/>
                  <a:pt x="374" y="247"/>
                  <a:pt x="374" y="247"/>
                </a:cubicBezTo>
                <a:close/>
                <a:moveTo>
                  <a:pt x="491" y="247"/>
                </a:moveTo>
                <a:cubicBezTo>
                  <a:pt x="490" y="248"/>
                  <a:pt x="489" y="248"/>
                  <a:pt x="489" y="248"/>
                </a:cubicBezTo>
                <a:cubicBezTo>
                  <a:pt x="488" y="249"/>
                  <a:pt x="487" y="249"/>
                  <a:pt x="486" y="250"/>
                </a:cubicBezTo>
                <a:cubicBezTo>
                  <a:pt x="486" y="250"/>
                  <a:pt x="486" y="251"/>
                  <a:pt x="485" y="251"/>
                </a:cubicBezTo>
                <a:cubicBezTo>
                  <a:pt x="485" y="252"/>
                  <a:pt x="485" y="252"/>
                  <a:pt x="486" y="253"/>
                </a:cubicBezTo>
                <a:cubicBezTo>
                  <a:pt x="486" y="253"/>
                  <a:pt x="487" y="254"/>
                  <a:pt x="487" y="254"/>
                </a:cubicBezTo>
                <a:cubicBezTo>
                  <a:pt x="488" y="254"/>
                  <a:pt x="489" y="255"/>
                  <a:pt x="490" y="255"/>
                </a:cubicBezTo>
                <a:cubicBezTo>
                  <a:pt x="490" y="255"/>
                  <a:pt x="492" y="255"/>
                  <a:pt x="493" y="255"/>
                </a:cubicBezTo>
                <a:cubicBezTo>
                  <a:pt x="494" y="255"/>
                  <a:pt x="495" y="255"/>
                  <a:pt x="496" y="255"/>
                </a:cubicBezTo>
                <a:cubicBezTo>
                  <a:pt x="497" y="255"/>
                  <a:pt x="498" y="254"/>
                  <a:pt x="499" y="254"/>
                </a:cubicBezTo>
                <a:cubicBezTo>
                  <a:pt x="500" y="254"/>
                  <a:pt x="500" y="253"/>
                  <a:pt x="501" y="253"/>
                </a:cubicBezTo>
                <a:cubicBezTo>
                  <a:pt x="501" y="252"/>
                  <a:pt x="502" y="252"/>
                  <a:pt x="502" y="251"/>
                </a:cubicBezTo>
                <a:cubicBezTo>
                  <a:pt x="502" y="251"/>
                  <a:pt x="502" y="250"/>
                  <a:pt x="502" y="250"/>
                </a:cubicBezTo>
                <a:cubicBezTo>
                  <a:pt x="501" y="249"/>
                  <a:pt x="501" y="249"/>
                  <a:pt x="500" y="248"/>
                </a:cubicBezTo>
                <a:cubicBezTo>
                  <a:pt x="499" y="248"/>
                  <a:pt x="499" y="248"/>
                  <a:pt x="498" y="247"/>
                </a:cubicBezTo>
                <a:cubicBezTo>
                  <a:pt x="497" y="247"/>
                  <a:pt x="496" y="247"/>
                  <a:pt x="495" y="247"/>
                </a:cubicBezTo>
                <a:cubicBezTo>
                  <a:pt x="493" y="247"/>
                  <a:pt x="492" y="247"/>
                  <a:pt x="491" y="247"/>
                </a:cubicBezTo>
                <a:close/>
                <a:moveTo>
                  <a:pt x="246" y="247"/>
                </a:moveTo>
                <a:cubicBezTo>
                  <a:pt x="245" y="248"/>
                  <a:pt x="244" y="248"/>
                  <a:pt x="243" y="248"/>
                </a:cubicBezTo>
                <a:cubicBezTo>
                  <a:pt x="242" y="249"/>
                  <a:pt x="241" y="249"/>
                  <a:pt x="241" y="250"/>
                </a:cubicBezTo>
                <a:cubicBezTo>
                  <a:pt x="240" y="250"/>
                  <a:pt x="240" y="251"/>
                  <a:pt x="240" y="251"/>
                </a:cubicBezTo>
                <a:cubicBezTo>
                  <a:pt x="239" y="252"/>
                  <a:pt x="240" y="252"/>
                  <a:pt x="240" y="253"/>
                </a:cubicBezTo>
                <a:cubicBezTo>
                  <a:pt x="240" y="253"/>
                  <a:pt x="241" y="254"/>
                  <a:pt x="241" y="254"/>
                </a:cubicBezTo>
                <a:cubicBezTo>
                  <a:pt x="242" y="254"/>
                  <a:pt x="243" y="255"/>
                  <a:pt x="244" y="255"/>
                </a:cubicBezTo>
                <a:cubicBezTo>
                  <a:pt x="244" y="255"/>
                  <a:pt x="245" y="255"/>
                  <a:pt x="247" y="255"/>
                </a:cubicBezTo>
                <a:cubicBezTo>
                  <a:pt x="248" y="255"/>
                  <a:pt x="249" y="255"/>
                  <a:pt x="250" y="255"/>
                </a:cubicBezTo>
                <a:cubicBezTo>
                  <a:pt x="251" y="255"/>
                  <a:pt x="252" y="254"/>
                  <a:pt x="253" y="254"/>
                </a:cubicBezTo>
                <a:cubicBezTo>
                  <a:pt x="254" y="254"/>
                  <a:pt x="254" y="253"/>
                  <a:pt x="255" y="253"/>
                </a:cubicBezTo>
                <a:cubicBezTo>
                  <a:pt x="255" y="252"/>
                  <a:pt x="256" y="252"/>
                  <a:pt x="256" y="251"/>
                </a:cubicBezTo>
                <a:cubicBezTo>
                  <a:pt x="256" y="251"/>
                  <a:pt x="256" y="250"/>
                  <a:pt x="256" y="250"/>
                </a:cubicBezTo>
                <a:cubicBezTo>
                  <a:pt x="256" y="249"/>
                  <a:pt x="255" y="249"/>
                  <a:pt x="255" y="248"/>
                </a:cubicBezTo>
                <a:cubicBezTo>
                  <a:pt x="254" y="248"/>
                  <a:pt x="253" y="248"/>
                  <a:pt x="252" y="247"/>
                </a:cubicBezTo>
                <a:cubicBezTo>
                  <a:pt x="251" y="247"/>
                  <a:pt x="250" y="247"/>
                  <a:pt x="249" y="247"/>
                </a:cubicBezTo>
                <a:cubicBezTo>
                  <a:pt x="248" y="247"/>
                  <a:pt x="247" y="247"/>
                  <a:pt x="246" y="247"/>
                </a:cubicBezTo>
                <a:close/>
                <a:moveTo>
                  <a:pt x="619" y="247"/>
                </a:moveTo>
                <a:cubicBezTo>
                  <a:pt x="618" y="247"/>
                  <a:pt x="618" y="247"/>
                  <a:pt x="618" y="247"/>
                </a:cubicBezTo>
                <a:cubicBezTo>
                  <a:pt x="618" y="247"/>
                  <a:pt x="618" y="247"/>
                  <a:pt x="618" y="247"/>
                </a:cubicBezTo>
                <a:cubicBezTo>
                  <a:pt x="618" y="247"/>
                  <a:pt x="617" y="247"/>
                  <a:pt x="617" y="247"/>
                </a:cubicBezTo>
                <a:cubicBezTo>
                  <a:pt x="616" y="247"/>
                  <a:pt x="615" y="247"/>
                  <a:pt x="614" y="247"/>
                </a:cubicBezTo>
                <a:cubicBezTo>
                  <a:pt x="613" y="248"/>
                  <a:pt x="612" y="248"/>
                  <a:pt x="611" y="248"/>
                </a:cubicBezTo>
                <a:cubicBezTo>
                  <a:pt x="610" y="249"/>
                  <a:pt x="610" y="249"/>
                  <a:pt x="609" y="250"/>
                </a:cubicBezTo>
                <a:cubicBezTo>
                  <a:pt x="609" y="250"/>
                  <a:pt x="608" y="251"/>
                  <a:pt x="608" y="251"/>
                </a:cubicBezTo>
                <a:cubicBezTo>
                  <a:pt x="608" y="252"/>
                  <a:pt x="608" y="252"/>
                  <a:pt x="609" y="253"/>
                </a:cubicBezTo>
                <a:cubicBezTo>
                  <a:pt x="609" y="253"/>
                  <a:pt x="609" y="254"/>
                  <a:pt x="610" y="254"/>
                </a:cubicBezTo>
                <a:cubicBezTo>
                  <a:pt x="611" y="254"/>
                  <a:pt x="612" y="255"/>
                  <a:pt x="613" y="255"/>
                </a:cubicBezTo>
                <a:cubicBezTo>
                  <a:pt x="614" y="255"/>
                  <a:pt x="615" y="255"/>
                  <a:pt x="616" y="255"/>
                </a:cubicBezTo>
                <a:cubicBezTo>
                  <a:pt x="616" y="255"/>
                  <a:pt x="616" y="255"/>
                  <a:pt x="616" y="255"/>
                </a:cubicBezTo>
                <a:cubicBezTo>
                  <a:pt x="616" y="255"/>
                  <a:pt x="616" y="255"/>
                  <a:pt x="617" y="255"/>
                </a:cubicBezTo>
                <a:cubicBezTo>
                  <a:pt x="617" y="255"/>
                  <a:pt x="617" y="255"/>
                  <a:pt x="617" y="255"/>
                </a:cubicBezTo>
                <a:cubicBezTo>
                  <a:pt x="617" y="255"/>
                  <a:pt x="617" y="255"/>
                  <a:pt x="617" y="255"/>
                </a:cubicBezTo>
                <a:cubicBezTo>
                  <a:pt x="618" y="255"/>
                  <a:pt x="619" y="255"/>
                  <a:pt x="620" y="255"/>
                </a:cubicBezTo>
                <a:cubicBezTo>
                  <a:pt x="621" y="254"/>
                  <a:pt x="622" y="254"/>
                  <a:pt x="622" y="254"/>
                </a:cubicBezTo>
                <a:cubicBezTo>
                  <a:pt x="623" y="253"/>
                  <a:pt x="624" y="253"/>
                  <a:pt x="624" y="253"/>
                </a:cubicBezTo>
                <a:cubicBezTo>
                  <a:pt x="624" y="252"/>
                  <a:pt x="625" y="252"/>
                  <a:pt x="625" y="251"/>
                </a:cubicBezTo>
                <a:cubicBezTo>
                  <a:pt x="625" y="251"/>
                  <a:pt x="625" y="250"/>
                  <a:pt x="624" y="250"/>
                </a:cubicBezTo>
                <a:cubicBezTo>
                  <a:pt x="624" y="249"/>
                  <a:pt x="624" y="249"/>
                  <a:pt x="623" y="249"/>
                </a:cubicBezTo>
                <a:cubicBezTo>
                  <a:pt x="623" y="248"/>
                  <a:pt x="622" y="248"/>
                  <a:pt x="621" y="248"/>
                </a:cubicBezTo>
                <a:cubicBezTo>
                  <a:pt x="621" y="248"/>
                  <a:pt x="620" y="247"/>
                  <a:pt x="619" y="247"/>
                </a:cubicBezTo>
                <a:cubicBezTo>
                  <a:pt x="619" y="247"/>
                  <a:pt x="619" y="247"/>
                  <a:pt x="619" y="247"/>
                </a:cubicBezTo>
                <a:close/>
                <a:moveTo>
                  <a:pt x="458" y="248"/>
                </a:moveTo>
                <a:cubicBezTo>
                  <a:pt x="457" y="248"/>
                  <a:pt x="456" y="247"/>
                  <a:pt x="455" y="247"/>
                </a:cubicBezTo>
                <a:cubicBezTo>
                  <a:pt x="455" y="247"/>
                  <a:pt x="455" y="247"/>
                  <a:pt x="455" y="247"/>
                </a:cubicBezTo>
                <a:cubicBezTo>
                  <a:pt x="455" y="247"/>
                  <a:pt x="455" y="247"/>
                  <a:pt x="454" y="247"/>
                </a:cubicBezTo>
                <a:cubicBezTo>
                  <a:pt x="454" y="247"/>
                  <a:pt x="454" y="247"/>
                  <a:pt x="454" y="247"/>
                </a:cubicBezTo>
                <a:cubicBezTo>
                  <a:pt x="454" y="247"/>
                  <a:pt x="454" y="247"/>
                  <a:pt x="454" y="247"/>
                </a:cubicBezTo>
                <a:cubicBezTo>
                  <a:pt x="453" y="247"/>
                  <a:pt x="451" y="247"/>
                  <a:pt x="450" y="247"/>
                </a:cubicBezTo>
                <a:cubicBezTo>
                  <a:pt x="449" y="248"/>
                  <a:pt x="448" y="248"/>
                  <a:pt x="448" y="248"/>
                </a:cubicBezTo>
                <a:cubicBezTo>
                  <a:pt x="447" y="249"/>
                  <a:pt x="446" y="249"/>
                  <a:pt x="446" y="250"/>
                </a:cubicBezTo>
                <a:cubicBezTo>
                  <a:pt x="445" y="250"/>
                  <a:pt x="445" y="251"/>
                  <a:pt x="444" y="251"/>
                </a:cubicBezTo>
                <a:cubicBezTo>
                  <a:pt x="444" y="252"/>
                  <a:pt x="444" y="252"/>
                  <a:pt x="445" y="253"/>
                </a:cubicBezTo>
                <a:cubicBezTo>
                  <a:pt x="445" y="253"/>
                  <a:pt x="446" y="254"/>
                  <a:pt x="446" y="254"/>
                </a:cubicBezTo>
                <a:cubicBezTo>
                  <a:pt x="447" y="254"/>
                  <a:pt x="448" y="255"/>
                  <a:pt x="449" y="255"/>
                </a:cubicBezTo>
                <a:cubicBezTo>
                  <a:pt x="449" y="255"/>
                  <a:pt x="451" y="255"/>
                  <a:pt x="452" y="255"/>
                </a:cubicBezTo>
                <a:cubicBezTo>
                  <a:pt x="452" y="255"/>
                  <a:pt x="452" y="255"/>
                  <a:pt x="452" y="255"/>
                </a:cubicBezTo>
                <a:cubicBezTo>
                  <a:pt x="452" y="255"/>
                  <a:pt x="452" y="255"/>
                  <a:pt x="452" y="255"/>
                </a:cubicBezTo>
                <a:cubicBezTo>
                  <a:pt x="453" y="255"/>
                  <a:pt x="453" y="255"/>
                  <a:pt x="453" y="255"/>
                </a:cubicBezTo>
                <a:cubicBezTo>
                  <a:pt x="453" y="255"/>
                  <a:pt x="453" y="255"/>
                  <a:pt x="453" y="255"/>
                </a:cubicBezTo>
                <a:cubicBezTo>
                  <a:pt x="454" y="255"/>
                  <a:pt x="454" y="255"/>
                  <a:pt x="454" y="255"/>
                </a:cubicBezTo>
                <a:cubicBezTo>
                  <a:pt x="454" y="255"/>
                  <a:pt x="455" y="255"/>
                  <a:pt x="455" y="255"/>
                </a:cubicBezTo>
                <a:cubicBezTo>
                  <a:pt x="455" y="255"/>
                  <a:pt x="455" y="255"/>
                  <a:pt x="456" y="255"/>
                </a:cubicBezTo>
                <a:cubicBezTo>
                  <a:pt x="456" y="255"/>
                  <a:pt x="456" y="255"/>
                  <a:pt x="456" y="254"/>
                </a:cubicBezTo>
                <a:cubicBezTo>
                  <a:pt x="458" y="254"/>
                  <a:pt x="458" y="254"/>
                  <a:pt x="458" y="254"/>
                </a:cubicBezTo>
                <a:cubicBezTo>
                  <a:pt x="458" y="254"/>
                  <a:pt x="459" y="253"/>
                  <a:pt x="460" y="253"/>
                </a:cubicBezTo>
                <a:cubicBezTo>
                  <a:pt x="460" y="252"/>
                  <a:pt x="461" y="252"/>
                  <a:pt x="461" y="251"/>
                </a:cubicBezTo>
                <a:cubicBezTo>
                  <a:pt x="461" y="251"/>
                  <a:pt x="461" y="251"/>
                  <a:pt x="461" y="251"/>
                </a:cubicBezTo>
                <a:cubicBezTo>
                  <a:pt x="461" y="251"/>
                  <a:pt x="461" y="250"/>
                  <a:pt x="461" y="250"/>
                </a:cubicBezTo>
                <a:cubicBezTo>
                  <a:pt x="461" y="250"/>
                  <a:pt x="461" y="250"/>
                  <a:pt x="461" y="250"/>
                </a:cubicBezTo>
                <a:cubicBezTo>
                  <a:pt x="461" y="250"/>
                  <a:pt x="461" y="250"/>
                  <a:pt x="461" y="250"/>
                </a:cubicBezTo>
                <a:cubicBezTo>
                  <a:pt x="460" y="249"/>
                  <a:pt x="460" y="249"/>
                  <a:pt x="459" y="248"/>
                </a:cubicBezTo>
                <a:lnTo>
                  <a:pt x="458" y="248"/>
                </a:lnTo>
                <a:close/>
                <a:moveTo>
                  <a:pt x="409" y="247"/>
                </a:moveTo>
                <a:cubicBezTo>
                  <a:pt x="408" y="248"/>
                  <a:pt x="407" y="248"/>
                  <a:pt x="407" y="248"/>
                </a:cubicBezTo>
                <a:cubicBezTo>
                  <a:pt x="406" y="249"/>
                  <a:pt x="405" y="249"/>
                  <a:pt x="405" y="250"/>
                </a:cubicBezTo>
                <a:cubicBezTo>
                  <a:pt x="404" y="250"/>
                  <a:pt x="404" y="251"/>
                  <a:pt x="403" y="251"/>
                </a:cubicBezTo>
                <a:cubicBezTo>
                  <a:pt x="403" y="252"/>
                  <a:pt x="403" y="252"/>
                  <a:pt x="404" y="253"/>
                </a:cubicBezTo>
                <a:cubicBezTo>
                  <a:pt x="404" y="253"/>
                  <a:pt x="404" y="254"/>
                  <a:pt x="405" y="254"/>
                </a:cubicBezTo>
                <a:cubicBezTo>
                  <a:pt x="406" y="254"/>
                  <a:pt x="407" y="255"/>
                  <a:pt x="408" y="255"/>
                </a:cubicBezTo>
                <a:cubicBezTo>
                  <a:pt x="408" y="255"/>
                  <a:pt x="410" y="255"/>
                  <a:pt x="411" y="255"/>
                </a:cubicBezTo>
                <a:cubicBezTo>
                  <a:pt x="412" y="255"/>
                  <a:pt x="413" y="255"/>
                  <a:pt x="414" y="255"/>
                </a:cubicBezTo>
                <a:cubicBezTo>
                  <a:pt x="415" y="255"/>
                  <a:pt x="416" y="254"/>
                  <a:pt x="417" y="254"/>
                </a:cubicBezTo>
                <a:cubicBezTo>
                  <a:pt x="418" y="254"/>
                  <a:pt x="418" y="253"/>
                  <a:pt x="419" y="253"/>
                </a:cubicBezTo>
                <a:cubicBezTo>
                  <a:pt x="419" y="252"/>
                  <a:pt x="420" y="252"/>
                  <a:pt x="420" y="251"/>
                </a:cubicBezTo>
                <a:cubicBezTo>
                  <a:pt x="420" y="251"/>
                  <a:pt x="420" y="250"/>
                  <a:pt x="420" y="250"/>
                </a:cubicBezTo>
                <a:cubicBezTo>
                  <a:pt x="419" y="249"/>
                  <a:pt x="419" y="249"/>
                  <a:pt x="418" y="248"/>
                </a:cubicBezTo>
                <a:cubicBezTo>
                  <a:pt x="418" y="248"/>
                  <a:pt x="417" y="248"/>
                  <a:pt x="416" y="247"/>
                </a:cubicBezTo>
                <a:cubicBezTo>
                  <a:pt x="415" y="247"/>
                  <a:pt x="414" y="247"/>
                  <a:pt x="413" y="247"/>
                </a:cubicBezTo>
                <a:cubicBezTo>
                  <a:pt x="412" y="247"/>
                  <a:pt x="411" y="247"/>
                  <a:pt x="409" y="247"/>
                </a:cubicBezTo>
                <a:close/>
                <a:moveTo>
                  <a:pt x="655" y="247"/>
                </a:moveTo>
                <a:cubicBezTo>
                  <a:pt x="654" y="248"/>
                  <a:pt x="653" y="248"/>
                  <a:pt x="652" y="248"/>
                </a:cubicBezTo>
                <a:cubicBezTo>
                  <a:pt x="651" y="249"/>
                  <a:pt x="651" y="249"/>
                  <a:pt x="650" y="250"/>
                </a:cubicBezTo>
                <a:cubicBezTo>
                  <a:pt x="650" y="250"/>
                  <a:pt x="649" y="251"/>
                  <a:pt x="649" y="251"/>
                </a:cubicBezTo>
                <a:cubicBezTo>
                  <a:pt x="649" y="252"/>
                  <a:pt x="649" y="252"/>
                  <a:pt x="650" y="253"/>
                </a:cubicBezTo>
                <a:cubicBezTo>
                  <a:pt x="650" y="253"/>
                  <a:pt x="650" y="254"/>
                  <a:pt x="651" y="254"/>
                </a:cubicBezTo>
                <a:cubicBezTo>
                  <a:pt x="652" y="254"/>
                  <a:pt x="653" y="255"/>
                  <a:pt x="654" y="255"/>
                </a:cubicBezTo>
                <a:cubicBezTo>
                  <a:pt x="655" y="255"/>
                  <a:pt x="656" y="255"/>
                  <a:pt x="657" y="255"/>
                </a:cubicBezTo>
                <a:cubicBezTo>
                  <a:pt x="658" y="255"/>
                  <a:pt x="659" y="255"/>
                  <a:pt x="660" y="255"/>
                </a:cubicBezTo>
                <a:cubicBezTo>
                  <a:pt x="661" y="255"/>
                  <a:pt x="662" y="254"/>
                  <a:pt x="663" y="254"/>
                </a:cubicBezTo>
                <a:cubicBezTo>
                  <a:pt x="664" y="254"/>
                  <a:pt x="664" y="253"/>
                  <a:pt x="665" y="253"/>
                </a:cubicBezTo>
                <a:cubicBezTo>
                  <a:pt x="665" y="252"/>
                  <a:pt x="666" y="252"/>
                  <a:pt x="666" y="251"/>
                </a:cubicBezTo>
                <a:cubicBezTo>
                  <a:pt x="666" y="251"/>
                  <a:pt x="666" y="250"/>
                  <a:pt x="665" y="250"/>
                </a:cubicBezTo>
                <a:cubicBezTo>
                  <a:pt x="665" y="249"/>
                  <a:pt x="664" y="249"/>
                  <a:pt x="664" y="248"/>
                </a:cubicBezTo>
                <a:cubicBezTo>
                  <a:pt x="663" y="248"/>
                  <a:pt x="662" y="248"/>
                  <a:pt x="661" y="247"/>
                </a:cubicBezTo>
                <a:cubicBezTo>
                  <a:pt x="660" y="247"/>
                  <a:pt x="659" y="247"/>
                  <a:pt x="658" y="247"/>
                </a:cubicBezTo>
                <a:cubicBezTo>
                  <a:pt x="657" y="247"/>
                  <a:pt x="656" y="247"/>
                  <a:pt x="655" y="247"/>
                </a:cubicBezTo>
                <a:close/>
                <a:moveTo>
                  <a:pt x="2091" y="247"/>
                </a:moveTo>
                <a:cubicBezTo>
                  <a:pt x="2091" y="247"/>
                  <a:pt x="2091" y="247"/>
                  <a:pt x="2091" y="247"/>
                </a:cubicBezTo>
                <a:cubicBezTo>
                  <a:pt x="2091" y="247"/>
                  <a:pt x="2091" y="247"/>
                  <a:pt x="2090" y="247"/>
                </a:cubicBezTo>
                <a:cubicBezTo>
                  <a:pt x="2090" y="247"/>
                  <a:pt x="2090" y="247"/>
                  <a:pt x="2090" y="247"/>
                </a:cubicBezTo>
                <a:cubicBezTo>
                  <a:pt x="2089" y="247"/>
                  <a:pt x="2088" y="247"/>
                  <a:pt x="2087" y="247"/>
                </a:cubicBezTo>
                <a:cubicBezTo>
                  <a:pt x="2086" y="248"/>
                  <a:pt x="2085" y="248"/>
                  <a:pt x="2085" y="248"/>
                </a:cubicBezTo>
                <a:cubicBezTo>
                  <a:pt x="2084" y="249"/>
                  <a:pt x="2083" y="249"/>
                  <a:pt x="2083" y="250"/>
                </a:cubicBezTo>
                <a:cubicBezTo>
                  <a:pt x="2083" y="250"/>
                  <a:pt x="2083" y="251"/>
                  <a:pt x="2083" y="251"/>
                </a:cubicBezTo>
                <a:cubicBezTo>
                  <a:pt x="2083" y="252"/>
                  <a:pt x="2083" y="252"/>
                  <a:pt x="2084" y="253"/>
                </a:cubicBezTo>
                <a:cubicBezTo>
                  <a:pt x="2084" y="253"/>
                  <a:pt x="2085" y="254"/>
                  <a:pt x="2086" y="254"/>
                </a:cubicBezTo>
                <a:cubicBezTo>
                  <a:pt x="2087" y="254"/>
                  <a:pt x="2088" y="255"/>
                  <a:pt x="2089" y="255"/>
                </a:cubicBezTo>
                <a:cubicBezTo>
                  <a:pt x="2090" y="255"/>
                  <a:pt x="2091" y="255"/>
                  <a:pt x="2092" y="255"/>
                </a:cubicBezTo>
                <a:cubicBezTo>
                  <a:pt x="2092" y="255"/>
                  <a:pt x="2092" y="255"/>
                  <a:pt x="2092" y="255"/>
                </a:cubicBezTo>
                <a:cubicBezTo>
                  <a:pt x="2093" y="255"/>
                  <a:pt x="2093" y="255"/>
                  <a:pt x="2093" y="255"/>
                </a:cubicBezTo>
                <a:cubicBezTo>
                  <a:pt x="2093" y="255"/>
                  <a:pt x="2093" y="255"/>
                  <a:pt x="2093" y="255"/>
                </a:cubicBezTo>
                <a:cubicBezTo>
                  <a:pt x="2093" y="255"/>
                  <a:pt x="2094" y="255"/>
                  <a:pt x="2094" y="255"/>
                </a:cubicBezTo>
                <a:cubicBezTo>
                  <a:pt x="2095" y="255"/>
                  <a:pt x="2095" y="255"/>
                  <a:pt x="2096" y="255"/>
                </a:cubicBezTo>
                <a:cubicBezTo>
                  <a:pt x="2097" y="254"/>
                  <a:pt x="2098" y="254"/>
                  <a:pt x="2098" y="254"/>
                </a:cubicBezTo>
                <a:cubicBezTo>
                  <a:pt x="2099" y="253"/>
                  <a:pt x="2099" y="253"/>
                  <a:pt x="2099" y="253"/>
                </a:cubicBezTo>
                <a:cubicBezTo>
                  <a:pt x="2099" y="252"/>
                  <a:pt x="2099" y="252"/>
                  <a:pt x="2099" y="251"/>
                </a:cubicBezTo>
                <a:cubicBezTo>
                  <a:pt x="2099" y="251"/>
                  <a:pt x="2099" y="250"/>
                  <a:pt x="2098" y="250"/>
                </a:cubicBezTo>
                <a:cubicBezTo>
                  <a:pt x="2098" y="249"/>
                  <a:pt x="2097" y="249"/>
                  <a:pt x="2097" y="249"/>
                </a:cubicBezTo>
                <a:cubicBezTo>
                  <a:pt x="2096" y="248"/>
                  <a:pt x="2095" y="248"/>
                  <a:pt x="2094" y="248"/>
                </a:cubicBezTo>
                <a:cubicBezTo>
                  <a:pt x="2094" y="248"/>
                  <a:pt x="2093" y="247"/>
                  <a:pt x="2092" y="247"/>
                </a:cubicBezTo>
                <a:cubicBezTo>
                  <a:pt x="2092" y="247"/>
                  <a:pt x="2091" y="247"/>
                  <a:pt x="2091" y="247"/>
                </a:cubicBezTo>
                <a:close/>
                <a:moveTo>
                  <a:pt x="1765" y="247"/>
                </a:moveTo>
                <a:cubicBezTo>
                  <a:pt x="1765" y="247"/>
                  <a:pt x="1765" y="247"/>
                  <a:pt x="1764" y="247"/>
                </a:cubicBezTo>
                <a:cubicBezTo>
                  <a:pt x="1764" y="247"/>
                  <a:pt x="1764" y="247"/>
                  <a:pt x="1764" y="247"/>
                </a:cubicBezTo>
                <a:cubicBezTo>
                  <a:pt x="1763" y="247"/>
                  <a:pt x="1763" y="247"/>
                  <a:pt x="1763" y="247"/>
                </a:cubicBezTo>
                <a:cubicBezTo>
                  <a:pt x="1762" y="247"/>
                  <a:pt x="1762" y="247"/>
                  <a:pt x="1762" y="247"/>
                </a:cubicBezTo>
                <a:cubicBezTo>
                  <a:pt x="1762" y="247"/>
                  <a:pt x="1761" y="247"/>
                  <a:pt x="1761" y="247"/>
                </a:cubicBezTo>
                <a:cubicBezTo>
                  <a:pt x="1761" y="247"/>
                  <a:pt x="1761" y="247"/>
                  <a:pt x="1760" y="247"/>
                </a:cubicBezTo>
                <a:cubicBezTo>
                  <a:pt x="1760" y="247"/>
                  <a:pt x="1760" y="247"/>
                  <a:pt x="1760" y="247"/>
                </a:cubicBezTo>
                <a:cubicBezTo>
                  <a:pt x="1758" y="248"/>
                  <a:pt x="1755" y="249"/>
                  <a:pt x="1755" y="251"/>
                </a:cubicBezTo>
                <a:cubicBezTo>
                  <a:pt x="1755" y="252"/>
                  <a:pt x="1755" y="252"/>
                  <a:pt x="1756" y="252"/>
                </a:cubicBezTo>
                <a:cubicBezTo>
                  <a:pt x="1756" y="253"/>
                  <a:pt x="1756" y="253"/>
                  <a:pt x="1757" y="253"/>
                </a:cubicBezTo>
                <a:cubicBezTo>
                  <a:pt x="1757" y="254"/>
                  <a:pt x="1758" y="254"/>
                  <a:pt x="1759" y="254"/>
                </a:cubicBezTo>
                <a:cubicBezTo>
                  <a:pt x="1759" y="254"/>
                  <a:pt x="1760" y="255"/>
                  <a:pt x="1761" y="255"/>
                </a:cubicBezTo>
                <a:cubicBezTo>
                  <a:pt x="1762" y="255"/>
                  <a:pt x="1763" y="255"/>
                  <a:pt x="1764" y="255"/>
                </a:cubicBezTo>
                <a:cubicBezTo>
                  <a:pt x="1764" y="255"/>
                  <a:pt x="1765" y="255"/>
                  <a:pt x="1765" y="255"/>
                </a:cubicBezTo>
                <a:cubicBezTo>
                  <a:pt x="1765" y="255"/>
                  <a:pt x="1765" y="255"/>
                  <a:pt x="1766" y="255"/>
                </a:cubicBezTo>
                <a:cubicBezTo>
                  <a:pt x="1766" y="255"/>
                  <a:pt x="1766" y="255"/>
                  <a:pt x="1766" y="255"/>
                </a:cubicBezTo>
                <a:cubicBezTo>
                  <a:pt x="1767" y="255"/>
                  <a:pt x="1767" y="255"/>
                  <a:pt x="1767" y="255"/>
                </a:cubicBezTo>
                <a:cubicBezTo>
                  <a:pt x="1768" y="255"/>
                  <a:pt x="1769" y="254"/>
                  <a:pt x="1769" y="254"/>
                </a:cubicBezTo>
                <a:cubicBezTo>
                  <a:pt x="1770" y="254"/>
                  <a:pt x="1770" y="254"/>
                  <a:pt x="1771" y="253"/>
                </a:cubicBezTo>
                <a:cubicBezTo>
                  <a:pt x="1771" y="253"/>
                  <a:pt x="1771" y="253"/>
                  <a:pt x="1771" y="252"/>
                </a:cubicBezTo>
                <a:cubicBezTo>
                  <a:pt x="1772" y="252"/>
                  <a:pt x="1772" y="252"/>
                  <a:pt x="1772" y="251"/>
                </a:cubicBezTo>
                <a:cubicBezTo>
                  <a:pt x="1772" y="251"/>
                  <a:pt x="1771" y="250"/>
                  <a:pt x="1771" y="250"/>
                </a:cubicBezTo>
                <a:cubicBezTo>
                  <a:pt x="1771" y="250"/>
                  <a:pt x="1770" y="249"/>
                  <a:pt x="1770" y="249"/>
                </a:cubicBezTo>
                <a:cubicBezTo>
                  <a:pt x="1769" y="249"/>
                  <a:pt x="1769" y="248"/>
                  <a:pt x="1768" y="248"/>
                </a:cubicBezTo>
                <a:cubicBezTo>
                  <a:pt x="1767" y="248"/>
                  <a:pt x="1767" y="248"/>
                  <a:pt x="1766" y="247"/>
                </a:cubicBezTo>
                <a:cubicBezTo>
                  <a:pt x="1766" y="247"/>
                  <a:pt x="1765" y="247"/>
                  <a:pt x="1765" y="247"/>
                </a:cubicBezTo>
                <a:close/>
                <a:moveTo>
                  <a:pt x="1930" y="247"/>
                </a:moveTo>
                <a:cubicBezTo>
                  <a:pt x="1929" y="247"/>
                  <a:pt x="1927" y="247"/>
                  <a:pt x="1926" y="247"/>
                </a:cubicBezTo>
                <a:cubicBezTo>
                  <a:pt x="1925" y="247"/>
                  <a:pt x="1924" y="247"/>
                  <a:pt x="1923" y="247"/>
                </a:cubicBezTo>
                <a:cubicBezTo>
                  <a:pt x="1922" y="248"/>
                  <a:pt x="1922" y="248"/>
                  <a:pt x="1921" y="248"/>
                </a:cubicBezTo>
                <a:cubicBezTo>
                  <a:pt x="1920" y="249"/>
                  <a:pt x="1920" y="249"/>
                  <a:pt x="1919" y="250"/>
                </a:cubicBezTo>
                <a:cubicBezTo>
                  <a:pt x="1919" y="250"/>
                  <a:pt x="1919" y="251"/>
                  <a:pt x="1919" y="251"/>
                </a:cubicBezTo>
                <a:cubicBezTo>
                  <a:pt x="1919" y="252"/>
                  <a:pt x="1919" y="252"/>
                  <a:pt x="1920" y="253"/>
                </a:cubicBezTo>
                <a:cubicBezTo>
                  <a:pt x="1920" y="253"/>
                  <a:pt x="1921" y="254"/>
                  <a:pt x="1922" y="254"/>
                </a:cubicBezTo>
                <a:cubicBezTo>
                  <a:pt x="1923" y="254"/>
                  <a:pt x="1924" y="255"/>
                  <a:pt x="1925" y="255"/>
                </a:cubicBezTo>
                <a:cubicBezTo>
                  <a:pt x="1926" y="255"/>
                  <a:pt x="1927" y="255"/>
                  <a:pt x="1928" y="255"/>
                </a:cubicBezTo>
                <a:cubicBezTo>
                  <a:pt x="1928" y="255"/>
                  <a:pt x="1929" y="255"/>
                  <a:pt x="1929" y="255"/>
                </a:cubicBezTo>
                <a:cubicBezTo>
                  <a:pt x="1929" y="255"/>
                  <a:pt x="1929" y="255"/>
                  <a:pt x="1930" y="255"/>
                </a:cubicBezTo>
                <a:cubicBezTo>
                  <a:pt x="1930" y="255"/>
                  <a:pt x="1930" y="255"/>
                  <a:pt x="1930" y="255"/>
                </a:cubicBezTo>
                <a:cubicBezTo>
                  <a:pt x="1931" y="255"/>
                  <a:pt x="1931" y="255"/>
                  <a:pt x="1931" y="255"/>
                </a:cubicBezTo>
                <a:cubicBezTo>
                  <a:pt x="1933" y="254"/>
                  <a:pt x="1936" y="253"/>
                  <a:pt x="1935" y="251"/>
                </a:cubicBezTo>
                <a:cubicBezTo>
                  <a:pt x="1935" y="251"/>
                  <a:pt x="1935" y="250"/>
                  <a:pt x="1935" y="250"/>
                </a:cubicBezTo>
                <a:cubicBezTo>
                  <a:pt x="1934" y="250"/>
                  <a:pt x="1934" y="249"/>
                  <a:pt x="1934" y="249"/>
                </a:cubicBezTo>
                <a:cubicBezTo>
                  <a:pt x="1933" y="249"/>
                  <a:pt x="1932" y="248"/>
                  <a:pt x="1932" y="248"/>
                </a:cubicBezTo>
                <a:cubicBezTo>
                  <a:pt x="1931" y="248"/>
                  <a:pt x="1930" y="248"/>
                  <a:pt x="1930" y="247"/>
                </a:cubicBezTo>
                <a:cubicBezTo>
                  <a:pt x="1929" y="247"/>
                  <a:pt x="1930" y="248"/>
                  <a:pt x="1930" y="247"/>
                </a:cubicBezTo>
                <a:close/>
                <a:moveTo>
                  <a:pt x="2046" y="247"/>
                </a:moveTo>
                <a:cubicBezTo>
                  <a:pt x="2045" y="248"/>
                  <a:pt x="2044" y="248"/>
                  <a:pt x="2044" y="248"/>
                </a:cubicBezTo>
                <a:cubicBezTo>
                  <a:pt x="2043" y="249"/>
                  <a:pt x="2042" y="249"/>
                  <a:pt x="2042" y="250"/>
                </a:cubicBezTo>
                <a:cubicBezTo>
                  <a:pt x="2042" y="250"/>
                  <a:pt x="2042" y="251"/>
                  <a:pt x="2042" y="251"/>
                </a:cubicBezTo>
                <a:cubicBezTo>
                  <a:pt x="2042" y="252"/>
                  <a:pt x="2042" y="252"/>
                  <a:pt x="2043" y="253"/>
                </a:cubicBezTo>
                <a:cubicBezTo>
                  <a:pt x="2043" y="253"/>
                  <a:pt x="2044" y="254"/>
                  <a:pt x="2045" y="254"/>
                </a:cubicBezTo>
                <a:cubicBezTo>
                  <a:pt x="2046" y="254"/>
                  <a:pt x="2047" y="255"/>
                  <a:pt x="2048" y="255"/>
                </a:cubicBezTo>
                <a:cubicBezTo>
                  <a:pt x="2049" y="255"/>
                  <a:pt x="2050" y="255"/>
                  <a:pt x="2051" y="255"/>
                </a:cubicBezTo>
                <a:cubicBezTo>
                  <a:pt x="2052" y="255"/>
                  <a:pt x="2053" y="255"/>
                  <a:pt x="2054" y="255"/>
                </a:cubicBezTo>
                <a:cubicBezTo>
                  <a:pt x="2055" y="255"/>
                  <a:pt x="2056" y="254"/>
                  <a:pt x="2057" y="254"/>
                </a:cubicBezTo>
                <a:cubicBezTo>
                  <a:pt x="2057" y="254"/>
                  <a:pt x="2058" y="253"/>
                  <a:pt x="2058" y="253"/>
                </a:cubicBezTo>
                <a:cubicBezTo>
                  <a:pt x="2058" y="252"/>
                  <a:pt x="2058" y="252"/>
                  <a:pt x="2058" y="251"/>
                </a:cubicBezTo>
                <a:cubicBezTo>
                  <a:pt x="2058" y="251"/>
                  <a:pt x="2058" y="250"/>
                  <a:pt x="2057" y="250"/>
                </a:cubicBezTo>
                <a:cubicBezTo>
                  <a:pt x="2057" y="249"/>
                  <a:pt x="2056" y="249"/>
                  <a:pt x="2055" y="248"/>
                </a:cubicBezTo>
                <a:cubicBezTo>
                  <a:pt x="2054" y="248"/>
                  <a:pt x="2053" y="248"/>
                  <a:pt x="2052" y="247"/>
                </a:cubicBezTo>
                <a:cubicBezTo>
                  <a:pt x="2051" y="247"/>
                  <a:pt x="2050" y="247"/>
                  <a:pt x="2049" y="247"/>
                </a:cubicBezTo>
                <a:cubicBezTo>
                  <a:pt x="2048" y="247"/>
                  <a:pt x="2047" y="247"/>
                  <a:pt x="2046" y="247"/>
                </a:cubicBezTo>
                <a:close/>
                <a:moveTo>
                  <a:pt x="2173" y="247"/>
                </a:moveTo>
                <a:cubicBezTo>
                  <a:pt x="2173" y="247"/>
                  <a:pt x="2173" y="247"/>
                  <a:pt x="2173" y="247"/>
                </a:cubicBezTo>
                <a:cubicBezTo>
                  <a:pt x="2173" y="247"/>
                  <a:pt x="2172" y="247"/>
                  <a:pt x="2172" y="247"/>
                </a:cubicBezTo>
                <a:cubicBezTo>
                  <a:pt x="2172" y="247"/>
                  <a:pt x="2172" y="247"/>
                  <a:pt x="2172" y="247"/>
                </a:cubicBezTo>
                <a:cubicBezTo>
                  <a:pt x="2171" y="247"/>
                  <a:pt x="2170" y="247"/>
                  <a:pt x="2169" y="247"/>
                </a:cubicBezTo>
                <a:cubicBezTo>
                  <a:pt x="2168" y="248"/>
                  <a:pt x="2167" y="248"/>
                  <a:pt x="2166" y="248"/>
                </a:cubicBezTo>
                <a:cubicBezTo>
                  <a:pt x="2166" y="249"/>
                  <a:pt x="2165" y="249"/>
                  <a:pt x="2165" y="250"/>
                </a:cubicBezTo>
                <a:cubicBezTo>
                  <a:pt x="2165" y="250"/>
                  <a:pt x="2165" y="251"/>
                  <a:pt x="2165" y="251"/>
                </a:cubicBezTo>
                <a:cubicBezTo>
                  <a:pt x="2165" y="252"/>
                  <a:pt x="2165" y="252"/>
                  <a:pt x="2166" y="253"/>
                </a:cubicBezTo>
                <a:cubicBezTo>
                  <a:pt x="2166" y="253"/>
                  <a:pt x="2167" y="254"/>
                  <a:pt x="2168" y="254"/>
                </a:cubicBezTo>
                <a:cubicBezTo>
                  <a:pt x="2169" y="254"/>
                  <a:pt x="2170" y="255"/>
                  <a:pt x="2171" y="255"/>
                </a:cubicBezTo>
                <a:cubicBezTo>
                  <a:pt x="2172" y="255"/>
                  <a:pt x="2173" y="255"/>
                  <a:pt x="2174" y="255"/>
                </a:cubicBezTo>
                <a:cubicBezTo>
                  <a:pt x="2174" y="255"/>
                  <a:pt x="2174" y="255"/>
                  <a:pt x="2175" y="255"/>
                </a:cubicBezTo>
                <a:cubicBezTo>
                  <a:pt x="2175" y="255"/>
                  <a:pt x="2175" y="255"/>
                  <a:pt x="2175" y="255"/>
                </a:cubicBezTo>
                <a:cubicBezTo>
                  <a:pt x="2175" y="255"/>
                  <a:pt x="2175" y="255"/>
                  <a:pt x="2175" y="255"/>
                </a:cubicBezTo>
                <a:cubicBezTo>
                  <a:pt x="2175" y="255"/>
                  <a:pt x="2176" y="255"/>
                  <a:pt x="2176" y="255"/>
                </a:cubicBezTo>
                <a:cubicBezTo>
                  <a:pt x="2177" y="255"/>
                  <a:pt x="2177" y="255"/>
                  <a:pt x="2178" y="255"/>
                </a:cubicBezTo>
                <a:cubicBezTo>
                  <a:pt x="2179" y="254"/>
                  <a:pt x="2180" y="254"/>
                  <a:pt x="2180" y="254"/>
                </a:cubicBezTo>
                <a:cubicBezTo>
                  <a:pt x="2181" y="253"/>
                  <a:pt x="2181" y="253"/>
                  <a:pt x="2181" y="253"/>
                </a:cubicBezTo>
                <a:cubicBezTo>
                  <a:pt x="2181" y="252"/>
                  <a:pt x="2181" y="252"/>
                  <a:pt x="2181" y="251"/>
                </a:cubicBezTo>
                <a:cubicBezTo>
                  <a:pt x="2181" y="251"/>
                  <a:pt x="2181" y="250"/>
                  <a:pt x="2180" y="250"/>
                </a:cubicBezTo>
                <a:cubicBezTo>
                  <a:pt x="2180" y="249"/>
                  <a:pt x="2179" y="249"/>
                  <a:pt x="2179" y="249"/>
                </a:cubicBezTo>
                <a:cubicBezTo>
                  <a:pt x="2178" y="248"/>
                  <a:pt x="2177" y="248"/>
                  <a:pt x="2176" y="248"/>
                </a:cubicBezTo>
                <a:cubicBezTo>
                  <a:pt x="2175" y="248"/>
                  <a:pt x="2174" y="247"/>
                  <a:pt x="2174" y="247"/>
                </a:cubicBezTo>
                <a:cubicBezTo>
                  <a:pt x="2173" y="247"/>
                  <a:pt x="2173" y="247"/>
                  <a:pt x="2173" y="247"/>
                </a:cubicBezTo>
                <a:close/>
                <a:moveTo>
                  <a:pt x="1355" y="247"/>
                </a:moveTo>
                <a:cubicBezTo>
                  <a:pt x="1355" y="247"/>
                  <a:pt x="1355" y="247"/>
                  <a:pt x="1355" y="247"/>
                </a:cubicBezTo>
                <a:cubicBezTo>
                  <a:pt x="1354" y="247"/>
                  <a:pt x="1354" y="247"/>
                  <a:pt x="1354" y="247"/>
                </a:cubicBezTo>
                <a:cubicBezTo>
                  <a:pt x="1354" y="247"/>
                  <a:pt x="1354" y="247"/>
                  <a:pt x="1354" y="247"/>
                </a:cubicBezTo>
                <a:cubicBezTo>
                  <a:pt x="1353" y="247"/>
                  <a:pt x="1351" y="247"/>
                  <a:pt x="1350" y="247"/>
                </a:cubicBezTo>
                <a:cubicBezTo>
                  <a:pt x="1350" y="248"/>
                  <a:pt x="1349" y="248"/>
                  <a:pt x="1348" y="248"/>
                </a:cubicBezTo>
                <a:cubicBezTo>
                  <a:pt x="1347" y="249"/>
                  <a:pt x="1347" y="249"/>
                  <a:pt x="1346" y="250"/>
                </a:cubicBezTo>
                <a:cubicBezTo>
                  <a:pt x="1346" y="250"/>
                  <a:pt x="1346" y="251"/>
                  <a:pt x="1346" y="251"/>
                </a:cubicBezTo>
                <a:cubicBezTo>
                  <a:pt x="1346" y="252"/>
                  <a:pt x="1346" y="252"/>
                  <a:pt x="1346" y="253"/>
                </a:cubicBezTo>
                <a:cubicBezTo>
                  <a:pt x="1347" y="253"/>
                  <a:pt x="1347" y="254"/>
                  <a:pt x="1348" y="254"/>
                </a:cubicBezTo>
                <a:cubicBezTo>
                  <a:pt x="1349" y="254"/>
                  <a:pt x="1350" y="255"/>
                  <a:pt x="1351" y="255"/>
                </a:cubicBezTo>
                <a:cubicBezTo>
                  <a:pt x="1352" y="255"/>
                  <a:pt x="1353" y="255"/>
                  <a:pt x="1354" y="255"/>
                </a:cubicBezTo>
                <a:cubicBezTo>
                  <a:pt x="1354" y="255"/>
                  <a:pt x="1354" y="255"/>
                  <a:pt x="1354" y="255"/>
                </a:cubicBezTo>
                <a:cubicBezTo>
                  <a:pt x="1354" y="255"/>
                  <a:pt x="1355" y="255"/>
                  <a:pt x="1355" y="255"/>
                </a:cubicBezTo>
                <a:cubicBezTo>
                  <a:pt x="1355" y="255"/>
                  <a:pt x="1355" y="255"/>
                  <a:pt x="1355" y="255"/>
                </a:cubicBezTo>
                <a:cubicBezTo>
                  <a:pt x="1355" y="255"/>
                  <a:pt x="1355" y="255"/>
                  <a:pt x="1356" y="255"/>
                </a:cubicBezTo>
                <a:cubicBezTo>
                  <a:pt x="1356" y="255"/>
                  <a:pt x="1357" y="255"/>
                  <a:pt x="1358" y="255"/>
                </a:cubicBezTo>
                <a:cubicBezTo>
                  <a:pt x="1359" y="254"/>
                  <a:pt x="1360" y="254"/>
                  <a:pt x="1360" y="254"/>
                </a:cubicBezTo>
                <a:cubicBezTo>
                  <a:pt x="1361" y="253"/>
                  <a:pt x="1361" y="253"/>
                  <a:pt x="1362" y="253"/>
                </a:cubicBezTo>
                <a:cubicBezTo>
                  <a:pt x="1362" y="252"/>
                  <a:pt x="1362" y="252"/>
                  <a:pt x="1362" y="251"/>
                </a:cubicBezTo>
                <a:cubicBezTo>
                  <a:pt x="1362" y="251"/>
                  <a:pt x="1362" y="250"/>
                  <a:pt x="1361" y="250"/>
                </a:cubicBezTo>
                <a:cubicBezTo>
                  <a:pt x="1361" y="249"/>
                  <a:pt x="1361" y="249"/>
                  <a:pt x="1360" y="249"/>
                </a:cubicBezTo>
                <a:cubicBezTo>
                  <a:pt x="1359" y="248"/>
                  <a:pt x="1359" y="248"/>
                  <a:pt x="1358" y="248"/>
                </a:cubicBezTo>
                <a:cubicBezTo>
                  <a:pt x="1357" y="248"/>
                  <a:pt x="1356" y="247"/>
                  <a:pt x="1355" y="247"/>
                </a:cubicBezTo>
                <a:cubicBezTo>
                  <a:pt x="1355" y="247"/>
                  <a:pt x="1355" y="247"/>
                  <a:pt x="1355" y="247"/>
                </a:cubicBezTo>
                <a:close/>
                <a:moveTo>
                  <a:pt x="2128" y="247"/>
                </a:moveTo>
                <a:cubicBezTo>
                  <a:pt x="2127" y="248"/>
                  <a:pt x="2126" y="248"/>
                  <a:pt x="2125" y="248"/>
                </a:cubicBezTo>
                <a:cubicBezTo>
                  <a:pt x="2125" y="249"/>
                  <a:pt x="2124" y="249"/>
                  <a:pt x="2124" y="250"/>
                </a:cubicBezTo>
                <a:cubicBezTo>
                  <a:pt x="2124" y="250"/>
                  <a:pt x="2124" y="251"/>
                  <a:pt x="2124" y="251"/>
                </a:cubicBezTo>
                <a:cubicBezTo>
                  <a:pt x="2124" y="252"/>
                  <a:pt x="2124" y="252"/>
                  <a:pt x="2125" y="253"/>
                </a:cubicBezTo>
                <a:cubicBezTo>
                  <a:pt x="2125" y="253"/>
                  <a:pt x="2126" y="254"/>
                  <a:pt x="2127" y="254"/>
                </a:cubicBezTo>
                <a:cubicBezTo>
                  <a:pt x="2128" y="254"/>
                  <a:pt x="2129" y="255"/>
                  <a:pt x="2130" y="255"/>
                </a:cubicBezTo>
                <a:cubicBezTo>
                  <a:pt x="2131" y="255"/>
                  <a:pt x="2132" y="255"/>
                  <a:pt x="2133" y="255"/>
                </a:cubicBezTo>
                <a:cubicBezTo>
                  <a:pt x="2134" y="255"/>
                  <a:pt x="2135" y="255"/>
                  <a:pt x="2136" y="255"/>
                </a:cubicBezTo>
                <a:cubicBezTo>
                  <a:pt x="2137" y="255"/>
                  <a:pt x="2138" y="254"/>
                  <a:pt x="2139" y="254"/>
                </a:cubicBezTo>
                <a:cubicBezTo>
                  <a:pt x="2139" y="254"/>
                  <a:pt x="2140" y="253"/>
                  <a:pt x="2140" y="253"/>
                </a:cubicBezTo>
                <a:cubicBezTo>
                  <a:pt x="2140" y="252"/>
                  <a:pt x="2140" y="252"/>
                  <a:pt x="2140" y="251"/>
                </a:cubicBezTo>
                <a:cubicBezTo>
                  <a:pt x="2140" y="251"/>
                  <a:pt x="2140" y="250"/>
                  <a:pt x="2139" y="250"/>
                </a:cubicBezTo>
                <a:cubicBezTo>
                  <a:pt x="2139" y="249"/>
                  <a:pt x="2138" y="249"/>
                  <a:pt x="2137" y="248"/>
                </a:cubicBezTo>
                <a:cubicBezTo>
                  <a:pt x="2136" y="248"/>
                  <a:pt x="2135" y="248"/>
                  <a:pt x="2134" y="247"/>
                </a:cubicBezTo>
                <a:cubicBezTo>
                  <a:pt x="2133" y="247"/>
                  <a:pt x="2132" y="247"/>
                  <a:pt x="2131" y="247"/>
                </a:cubicBezTo>
                <a:cubicBezTo>
                  <a:pt x="2130" y="247"/>
                  <a:pt x="2129" y="247"/>
                  <a:pt x="2128" y="247"/>
                </a:cubicBezTo>
                <a:close/>
                <a:moveTo>
                  <a:pt x="2014" y="248"/>
                </a:moveTo>
                <a:cubicBezTo>
                  <a:pt x="2013" y="248"/>
                  <a:pt x="2011" y="247"/>
                  <a:pt x="2010" y="247"/>
                </a:cubicBezTo>
                <a:cubicBezTo>
                  <a:pt x="2010" y="247"/>
                  <a:pt x="2010" y="247"/>
                  <a:pt x="2009" y="247"/>
                </a:cubicBezTo>
                <a:cubicBezTo>
                  <a:pt x="2009" y="247"/>
                  <a:pt x="2009" y="247"/>
                  <a:pt x="2009" y="247"/>
                </a:cubicBezTo>
                <a:cubicBezTo>
                  <a:pt x="2009" y="247"/>
                  <a:pt x="2009" y="247"/>
                  <a:pt x="2009" y="247"/>
                </a:cubicBezTo>
                <a:cubicBezTo>
                  <a:pt x="2008" y="247"/>
                  <a:pt x="2008" y="247"/>
                  <a:pt x="2008" y="247"/>
                </a:cubicBezTo>
                <a:cubicBezTo>
                  <a:pt x="2008" y="247"/>
                  <a:pt x="2008" y="247"/>
                  <a:pt x="2008" y="247"/>
                </a:cubicBezTo>
                <a:cubicBezTo>
                  <a:pt x="2008" y="247"/>
                  <a:pt x="2008" y="247"/>
                  <a:pt x="2007" y="247"/>
                </a:cubicBezTo>
                <a:cubicBezTo>
                  <a:pt x="2007" y="247"/>
                  <a:pt x="2007" y="247"/>
                  <a:pt x="2007" y="247"/>
                </a:cubicBezTo>
                <a:cubicBezTo>
                  <a:pt x="2007" y="247"/>
                  <a:pt x="2007" y="247"/>
                  <a:pt x="2007" y="247"/>
                </a:cubicBezTo>
                <a:cubicBezTo>
                  <a:pt x="2006" y="247"/>
                  <a:pt x="2005" y="248"/>
                  <a:pt x="2004" y="248"/>
                </a:cubicBezTo>
                <a:cubicBezTo>
                  <a:pt x="2003" y="248"/>
                  <a:pt x="2003" y="248"/>
                  <a:pt x="2002" y="249"/>
                </a:cubicBezTo>
                <a:cubicBezTo>
                  <a:pt x="2002" y="249"/>
                  <a:pt x="2001" y="249"/>
                  <a:pt x="2001" y="250"/>
                </a:cubicBezTo>
                <a:cubicBezTo>
                  <a:pt x="2001" y="250"/>
                  <a:pt x="2001" y="251"/>
                  <a:pt x="2001" y="251"/>
                </a:cubicBezTo>
                <a:cubicBezTo>
                  <a:pt x="2001" y="252"/>
                  <a:pt x="2001" y="252"/>
                  <a:pt x="2002" y="253"/>
                </a:cubicBezTo>
                <a:cubicBezTo>
                  <a:pt x="2002" y="253"/>
                  <a:pt x="2003" y="253"/>
                  <a:pt x="2003" y="254"/>
                </a:cubicBezTo>
                <a:cubicBezTo>
                  <a:pt x="2004" y="254"/>
                  <a:pt x="2005" y="254"/>
                  <a:pt x="2006" y="255"/>
                </a:cubicBezTo>
                <a:cubicBezTo>
                  <a:pt x="2007" y="255"/>
                  <a:pt x="2007" y="255"/>
                  <a:pt x="2008" y="255"/>
                </a:cubicBezTo>
                <a:cubicBezTo>
                  <a:pt x="2009" y="255"/>
                  <a:pt x="2009" y="255"/>
                  <a:pt x="2009" y="255"/>
                </a:cubicBezTo>
                <a:cubicBezTo>
                  <a:pt x="2009" y="255"/>
                  <a:pt x="2009" y="255"/>
                  <a:pt x="2009" y="255"/>
                </a:cubicBezTo>
                <a:cubicBezTo>
                  <a:pt x="2009" y="255"/>
                  <a:pt x="2009" y="255"/>
                  <a:pt x="2010" y="255"/>
                </a:cubicBezTo>
                <a:cubicBezTo>
                  <a:pt x="2010" y="255"/>
                  <a:pt x="2010" y="255"/>
                  <a:pt x="2010" y="255"/>
                </a:cubicBezTo>
                <a:cubicBezTo>
                  <a:pt x="2010" y="255"/>
                  <a:pt x="2010" y="255"/>
                  <a:pt x="2010" y="255"/>
                </a:cubicBezTo>
                <a:cubicBezTo>
                  <a:pt x="2011" y="255"/>
                  <a:pt x="2011" y="255"/>
                  <a:pt x="2011" y="255"/>
                </a:cubicBezTo>
                <a:cubicBezTo>
                  <a:pt x="2011" y="255"/>
                  <a:pt x="2011" y="255"/>
                  <a:pt x="2011" y="255"/>
                </a:cubicBezTo>
                <a:cubicBezTo>
                  <a:pt x="2011" y="255"/>
                  <a:pt x="2012" y="255"/>
                  <a:pt x="2012" y="255"/>
                </a:cubicBezTo>
                <a:cubicBezTo>
                  <a:pt x="2012" y="255"/>
                  <a:pt x="2012" y="255"/>
                  <a:pt x="2013" y="255"/>
                </a:cubicBezTo>
                <a:cubicBezTo>
                  <a:pt x="2013" y="255"/>
                  <a:pt x="2014" y="255"/>
                  <a:pt x="2014" y="255"/>
                </a:cubicBezTo>
                <a:cubicBezTo>
                  <a:pt x="2014" y="255"/>
                  <a:pt x="2015" y="254"/>
                  <a:pt x="2015" y="254"/>
                </a:cubicBezTo>
                <a:cubicBezTo>
                  <a:pt x="2015" y="254"/>
                  <a:pt x="2015" y="254"/>
                  <a:pt x="2016" y="254"/>
                </a:cubicBezTo>
                <a:cubicBezTo>
                  <a:pt x="2016" y="254"/>
                  <a:pt x="2016" y="254"/>
                  <a:pt x="2016" y="254"/>
                </a:cubicBezTo>
                <a:cubicBezTo>
                  <a:pt x="2016" y="254"/>
                  <a:pt x="2016" y="253"/>
                  <a:pt x="2016" y="253"/>
                </a:cubicBezTo>
                <a:cubicBezTo>
                  <a:pt x="2017" y="253"/>
                  <a:pt x="2017" y="253"/>
                  <a:pt x="2017" y="253"/>
                </a:cubicBezTo>
                <a:cubicBezTo>
                  <a:pt x="2017" y="253"/>
                  <a:pt x="2017" y="253"/>
                  <a:pt x="2017" y="253"/>
                </a:cubicBezTo>
                <a:cubicBezTo>
                  <a:pt x="2017" y="252"/>
                  <a:pt x="2017" y="252"/>
                  <a:pt x="2017" y="251"/>
                </a:cubicBezTo>
                <a:cubicBezTo>
                  <a:pt x="2017" y="251"/>
                  <a:pt x="2017" y="251"/>
                  <a:pt x="2017" y="251"/>
                </a:cubicBezTo>
                <a:cubicBezTo>
                  <a:pt x="2017" y="251"/>
                  <a:pt x="2017" y="250"/>
                  <a:pt x="2017" y="250"/>
                </a:cubicBezTo>
                <a:cubicBezTo>
                  <a:pt x="2017" y="250"/>
                  <a:pt x="2017" y="250"/>
                  <a:pt x="2017" y="250"/>
                </a:cubicBezTo>
                <a:cubicBezTo>
                  <a:pt x="2017" y="250"/>
                  <a:pt x="2016" y="250"/>
                  <a:pt x="2016" y="250"/>
                </a:cubicBezTo>
                <a:cubicBezTo>
                  <a:pt x="2016" y="249"/>
                  <a:pt x="2015" y="249"/>
                  <a:pt x="2014" y="248"/>
                </a:cubicBezTo>
                <a:cubicBezTo>
                  <a:pt x="2014" y="248"/>
                  <a:pt x="2014" y="248"/>
                  <a:pt x="2014" y="248"/>
                </a:cubicBezTo>
                <a:close/>
                <a:moveTo>
                  <a:pt x="1882" y="247"/>
                </a:moveTo>
                <a:cubicBezTo>
                  <a:pt x="1881" y="248"/>
                  <a:pt x="1881" y="248"/>
                  <a:pt x="1880" y="248"/>
                </a:cubicBezTo>
                <a:cubicBezTo>
                  <a:pt x="1879" y="249"/>
                  <a:pt x="1879" y="249"/>
                  <a:pt x="1878" y="250"/>
                </a:cubicBezTo>
                <a:cubicBezTo>
                  <a:pt x="1878" y="250"/>
                  <a:pt x="1878" y="251"/>
                  <a:pt x="1878" y="251"/>
                </a:cubicBezTo>
                <a:cubicBezTo>
                  <a:pt x="1878" y="252"/>
                  <a:pt x="1878" y="252"/>
                  <a:pt x="1879" y="253"/>
                </a:cubicBezTo>
                <a:cubicBezTo>
                  <a:pt x="1880" y="253"/>
                  <a:pt x="1880" y="254"/>
                  <a:pt x="1881" y="254"/>
                </a:cubicBezTo>
                <a:cubicBezTo>
                  <a:pt x="1882" y="254"/>
                  <a:pt x="1883" y="255"/>
                  <a:pt x="1884" y="255"/>
                </a:cubicBezTo>
                <a:cubicBezTo>
                  <a:pt x="1885" y="255"/>
                  <a:pt x="1886" y="255"/>
                  <a:pt x="1887" y="255"/>
                </a:cubicBezTo>
                <a:cubicBezTo>
                  <a:pt x="1888" y="255"/>
                  <a:pt x="1889" y="255"/>
                  <a:pt x="1890" y="255"/>
                </a:cubicBezTo>
                <a:cubicBezTo>
                  <a:pt x="1891" y="255"/>
                  <a:pt x="1892" y="254"/>
                  <a:pt x="1893" y="254"/>
                </a:cubicBezTo>
                <a:cubicBezTo>
                  <a:pt x="1893" y="254"/>
                  <a:pt x="1894" y="253"/>
                  <a:pt x="1894" y="253"/>
                </a:cubicBezTo>
                <a:cubicBezTo>
                  <a:pt x="1894" y="252"/>
                  <a:pt x="1895" y="252"/>
                  <a:pt x="1894" y="251"/>
                </a:cubicBezTo>
                <a:cubicBezTo>
                  <a:pt x="1894" y="251"/>
                  <a:pt x="1894" y="250"/>
                  <a:pt x="1894" y="250"/>
                </a:cubicBezTo>
                <a:cubicBezTo>
                  <a:pt x="1893" y="249"/>
                  <a:pt x="1892" y="249"/>
                  <a:pt x="1892" y="248"/>
                </a:cubicBezTo>
                <a:cubicBezTo>
                  <a:pt x="1891" y="248"/>
                  <a:pt x="1890" y="248"/>
                  <a:pt x="1889" y="247"/>
                </a:cubicBezTo>
                <a:cubicBezTo>
                  <a:pt x="1888" y="247"/>
                  <a:pt x="1887" y="247"/>
                  <a:pt x="1885" y="247"/>
                </a:cubicBezTo>
                <a:cubicBezTo>
                  <a:pt x="1884" y="247"/>
                  <a:pt x="1883" y="247"/>
                  <a:pt x="1882" y="247"/>
                </a:cubicBezTo>
                <a:close/>
                <a:moveTo>
                  <a:pt x="1719" y="247"/>
                </a:moveTo>
                <a:cubicBezTo>
                  <a:pt x="1718" y="248"/>
                  <a:pt x="1717" y="248"/>
                  <a:pt x="1716" y="248"/>
                </a:cubicBezTo>
                <a:cubicBezTo>
                  <a:pt x="1716" y="249"/>
                  <a:pt x="1715" y="249"/>
                  <a:pt x="1715" y="250"/>
                </a:cubicBezTo>
                <a:cubicBezTo>
                  <a:pt x="1714" y="250"/>
                  <a:pt x="1714" y="251"/>
                  <a:pt x="1714" y="251"/>
                </a:cubicBezTo>
                <a:cubicBezTo>
                  <a:pt x="1714" y="252"/>
                  <a:pt x="1715" y="252"/>
                  <a:pt x="1715" y="253"/>
                </a:cubicBezTo>
                <a:cubicBezTo>
                  <a:pt x="1716" y="253"/>
                  <a:pt x="1716" y="254"/>
                  <a:pt x="1717" y="254"/>
                </a:cubicBezTo>
                <a:cubicBezTo>
                  <a:pt x="1718" y="254"/>
                  <a:pt x="1719" y="255"/>
                  <a:pt x="1720" y="255"/>
                </a:cubicBezTo>
                <a:cubicBezTo>
                  <a:pt x="1721" y="255"/>
                  <a:pt x="1722" y="255"/>
                  <a:pt x="1723" y="255"/>
                </a:cubicBezTo>
                <a:cubicBezTo>
                  <a:pt x="1724" y="255"/>
                  <a:pt x="1725" y="255"/>
                  <a:pt x="1726" y="255"/>
                </a:cubicBezTo>
                <a:cubicBezTo>
                  <a:pt x="1727" y="255"/>
                  <a:pt x="1728" y="254"/>
                  <a:pt x="1729" y="254"/>
                </a:cubicBezTo>
                <a:cubicBezTo>
                  <a:pt x="1729" y="254"/>
                  <a:pt x="1730" y="253"/>
                  <a:pt x="1730" y="253"/>
                </a:cubicBezTo>
                <a:cubicBezTo>
                  <a:pt x="1731" y="252"/>
                  <a:pt x="1731" y="252"/>
                  <a:pt x="1731" y="251"/>
                </a:cubicBezTo>
                <a:cubicBezTo>
                  <a:pt x="1731" y="251"/>
                  <a:pt x="1730" y="250"/>
                  <a:pt x="1730" y="250"/>
                </a:cubicBezTo>
                <a:cubicBezTo>
                  <a:pt x="1729" y="249"/>
                  <a:pt x="1729" y="249"/>
                  <a:pt x="1728" y="248"/>
                </a:cubicBezTo>
                <a:cubicBezTo>
                  <a:pt x="1727" y="248"/>
                  <a:pt x="1726" y="248"/>
                  <a:pt x="1725" y="247"/>
                </a:cubicBezTo>
                <a:cubicBezTo>
                  <a:pt x="1724" y="247"/>
                  <a:pt x="1723" y="247"/>
                  <a:pt x="1722" y="247"/>
                </a:cubicBezTo>
                <a:cubicBezTo>
                  <a:pt x="1721" y="247"/>
                  <a:pt x="1720" y="247"/>
                  <a:pt x="1719" y="247"/>
                </a:cubicBezTo>
                <a:close/>
                <a:moveTo>
                  <a:pt x="1473" y="247"/>
                </a:moveTo>
                <a:cubicBezTo>
                  <a:pt x="1472" y="248"/>
                  <a:pt x="1471" y="248"/>
                  <a:pt x="1471" y="248"/>
                </a:cubicBezTo>
                <a:cubicBezTo>
                  <a:pt x="1470" y="249"/>
                  <a:pt x="1469" y="249"/>
                  <a:pt x="1469" y="250"/>
                </a:cubicBezTo>
                <a:cubicBezTo>
                  <a:pt x="1469" y="250"/>
                  <a:pt x="1468" y="251"/>
                  <a:pt x="1468" y="251"/>
                </a:cubicBezTo>
                <a:cubicBezTo>
                  <a:pt x="1468" y="252"/>
                  <a:pt x="1469" y="252"/>
                  <a:pt x="1469" y="253"/>
                </a:cubicBezTo>
                <a:cubicBezTo>
                  <a:pt x="1470" y="253"/>
                  <a:pt x="1470" y="254"/>
                  <a:pt x="1471" y="254"/>
                </a:cubicBezTo>
                <a:cubicBezTo>
                  <a:pt x="1472" y="254"/>
                  <a:pt x="1473" y="255"/>
                  <a:pt x="1474" y="255"/>
                </a:cubicBezTo>
                <a:cubicBezTo>
                  <a:pt x="1475" y="255"/>
                  <a:pt x="1476" y="255"/>
                  <a:pt x="1477" y="255"/>
                </a:cubicBezTo>
                <a:cubicBezTo>
                  <a:pt x="1478" y="255"/>
                  <a:pt x="1479" y="255"/>
                  <a:pt x="1480" y="255"/>
                </a:cubicBezTo>
                <a:cubicBezTo>
                  <a:pt x="1481" y="255"/>
                  <a:pt x="1482" y="254"/>
                  <a:pt x="1483" y="254"/>
                </a:cubicBezTo>
                <a:cubicBezTo>
                  <a:pt x="1483" y="254"/>
                  <a:pt x="1484" y="253"/>
                  <a:pt x="1484" y="253"/>
                </a:cubicBezTo>
                <a:cubicBezTo>
                  <a:pt x="1485" y="252"/>
                  <a:pt x="1485" y="252"/>
                  <a:pt x="1485" y="251"/>
                </a:cubicBezTo>
                <a:cubicBezTo>
                  <a:pt x="1485" y="251"/>
                  <a:pt x="1485" y="250"/>
                  <a:pt x="1484" y="250"/>
                </a:cubicBezTo>
                <a:cubicBezTo>
                  <a:pt x="1484" y="249"/>
                  <a:pt x="1483" y="249"/>
                  <a:pt x="1482" y="248"/>
                </a:cubicBezTo>
                <a:cubicBezTo>
                  <a:pt x="1481" y="248"/>
                  <a:pt x="1481" y="248"/>
                  <a:pt x="1480" y="247"/>
                </a:cubicBezTo>
                <a:cubicBezTo>
                  <a:pt x="1479" y="247"/>
                  <a:pt x="1478" y="247"/>
                  <a:pt x="1476" y="247"/>
                </a:cubicBezTo>
                <a:cubicBezTo>
                  <a:pt x="1475" y="247"/>
                  <a:pt x="1474" y="247"/>
                  <a:pt x="1473" y="247"/>
                </a:cubicBezTo>
                <a:close/>
                <a:moveTo>
                  <a:pt x="1520" y="247"/>
                </a:moveTo>
                <a:cubicBezTo>
                  <a:pt x="1519" y="247"/>
                  <a:pt x="1519" y="247"/>
                  <a:pt x="1519" y="247"/>
                </a:cubicBezTo>
                <a:cubicBezTo>
                  <a:pt x="1519" y="247"/>
                  <a:pt x="1518" y="247"/>
                  <a:pt x="1518" y="247"/>
                </a:cubicBezTo>
                <a:cubicBezTo>
                  <a:pt x="1518" y="247"/>
                  <a:pt x="1518" y="247"/>
                  <a:pt x="1517" y="247"/>
                </a:cubicBezTo>
                <a:cubicBezTo>
                  <a:pt x="1516" y="247"/>
                  <a:pt x="1515" y="247"/>
                  <a:pt x="1514" y="247"/>
                </a:cubicBezTo>
                <a:cubicBezTo>
                  <a:pt x="1513" y="248"/>
                  <a:pt x="1512" y="248"/>
                  <a:pt x="1512" y="248"/>
                </a:cubicBezTo>
                <a:cubicBezTo>
                  <a:pt x="1511" y="249"/>
                  <a:pt x="1510" y="249"/>
                  <a:pt x="1510" y="250"/>
                </a:cubicBezTo>
                <a:cubicBezTo>
                  <a:pt x="1510" y="250"/>
                  <a:pt x="1509" y="251"/>
                  <a:pt x="1509" y="251"/>
                </a:cubicBezTo>
                <a:cubicBezTo>
                  <a:pt x="1509" y="252"/>
                  <a:pt x="1510" y="252"/>
                  <a:pt x="1510" y="253"/>
                </a:cubicBezTo>
                <a:cubicBezTo>
                  <a:pt x="1511" y="253"/>
                  <a:pt x="1511" y="254"/>
                  <a:pt x="1512" y="254"/>
                </a:cubicBezTo>
                <a:cubicBezTo>
                  <a:pt x="1513" y="254"/>
                  <a:pt x="1514" y="255"/>
                  <a:pt x="1515" y="255"/>
                </a:cubicBezTo>
                <a:cubicBezTo>
                  <a:pt x="1516" y="255"/>
                  <a:pt x="1517" y="255"/>
                  <a:pt x="1518" y="255"/>
                </a:cubicBezTo>
                <a:cubicBezTo>
                  <a:pt x="1518" y="255"/>
                  <a:pt x="1518" y="255"/>
                  <a:pt x="1519" y="255"/>
                </a:cubicBezTo>
                <a:cubicBezTo>
                  <a:pt x="1519" y="255"/>
                  <a:pt x="1519" y="255"/>
                  <a:pt x="1520" y="255"/>
                </a:cubicBezTo>
                <a:cubicBezTo>
                  <a:pt x="1520" y="255"/>
                  <a:pt x="1520" y="255"/>
                  <a:pt x="1520" y="255"/>
                </a:cubicBezTo>
                <a:cubicBezTo>
                  <a:pt x="1521" y="255"/>
                  <a:pt x="1521" y="255"/>
                  <a:pt x="1521" y="255"/>
                </a:cubicBezTo>
                <a:cubicBezTo>
                  <a:pt x="1522" y="255"/>
                  <a:pt x="1523" y="254"/>
                  <a:pt x="1524" y="254"/>
                </a:cubicBezTo>
                <a:cubicBezTo>
                  <a:pt x="1525" y="253"/>
                  <a:pt x="1526" y="252"/>
                  <a:pt x="1526" y="251"/>
                </a:cubicBezTo>
                <a:cubicBezTo>
                  <a:pt x="1526" y="251"/>
                  <a:pt x="1526" y="251"/>
                  <a:pt x="1526" y="250"/>
                </a:cubicBezTo>
                <a:cubicBezTo>
                  <a:pt x="1525" y="250"/>
                  <a:pt x="1525" y="250"/>
                  <a:pt x="1525" y="250"/>
                </a:cubicBezTo>
                <a:cubicBezTo>
                  <a:pt x="1525" y="249"/>
                  <a:pt x="1525" y="249"/>
                  <a:pt x="1524" y="249"/>
                </a:cubicBezTo>
                <a:cubicBezTo>
                  <a:pt x="1524" y="249"/>
                  <a:pt x="1524" y="249"/>
                  <a:pt x="1523" y="248"/>
                </a:cubicBezTo>
                <a:cubicBezTo>
                  <a:pt x="1523" y="248"/>
                  <a:pt x="1523" y="248"/>
                  <a:pt x="1523" y="248"/>
                </a:cubicBezTo>
                <a:cubicBezTo>
                  <a:pt x="1522" y="248"/>
                  <a:pt x="1522" y="248"/>
                  <a:pt x="1522" y="248"/>
                </a:cubicBezTo>
                <a:cubicBezTo>
                  <a:pt x="1522" y="248"/>
                  <a:pt x="1521" y="248"/>
                  <a:pt x="1521" y="248"/>
                </a:cubicBezTo>
                <a:cubicBezTo>
                  <a:pt x="1521" y="248"/>
                  <a:pt x="1521" y="248"/>
                  <a:pt x="1521" y="247"/>
                </a:cubicBezTo>
                <a:cubicBezTo>
                  <a:pt x="1520" y="247"/>
                  <a:pt x="1520" y="247"/>
                  <a:pt x="1520" y="247"/>
                </a:cubicBezTo>
                <a:close/>
                <a:moveTo>
                  <a:pt x="1273" y="247"/>
                </a:moveTo>
                <a:cubicBezTo>
                  <a:pt x="1273" y="247"/>
                  <a:pt x="1273" y="247"/>
                  <a:pt x="1273" y="247"/>
                </a:cubicBezTo>
                <a:cubicBezTo>
                  <a:pt x="1273" y="247"/>
                  <a:pt x="1272" y="247"/>
                  <a:pt x="1272" y="247"/>
                </a:cubicBezTo>
                <a:cubicBezTo>
                  <a:pt x="1272" y="247"/>
                  <a:pt x="1272" y="247"/>
                  <a:pt x="1272" y="247"/>
                </a:cubicBezTo>
                <a:cubicBezTo>
                  <a:pt x="1271" y="247"/>
                  <a:pt x="1270" y="247"/>
                  <a:pt x="1269" y="247"/>
                </a:cubicBezTo>
                <a:cubicBezTo>
                  <a:pt x="1268" y="248"/>
                  <a:pt x="1267" y="248"/>
                  <a:pt x="1266" y="248"/>
                </a:cubicBezTo>
                <a:cubicBezTo>
                  <a:pt x="1265" y="249"/>
                  <a:pt x="1265" y="249"/>
                  <a:pt x="1264" y="250"/>
                </a:cubicBezTo>
                <a:cubicBezTo>
                  <a:pt x="1264" y="250"/>
                  <a:pt x="1264" y="251"/>
                  <a:pt x="1264" y="251"/>
                </a:cubicBezTo>
                <a:cubicBezTo>
                  <a:pt x="1264" y="252"/>
                  <a:pt x="1264" y="252"/>
                  <a:pt x="1264" y="253"/>
                </a:cubicBezTo>
                <a:cubicBezTo>
                  <a:pt x="1265" y="253"/>
                  <a:pt x="1265" y="254"/>
                  <a:pt x="1266" y="254"/>
                </a:cubicBezTo>
                <a:cubicBezTo>
                  <a:pt x="1267" y="254"/>
                  <a:pt x="1268" y="255"/>
                  <a:pt x="1269" y="255"/>
                </a:cubicBezTo>
                <a:cubicBezTo>
                  <a:pt x="1270" y="255"/>
                  <a:pt x="1271" y="255"/>
                  <a:pt x="1272" y="255"/>
                </a:cubicBezTo>
                <a:cubicBezTo>
                  <a:pt x="1272" y="255"/>
                  <a:pt x="1272" y="255"/>
                  <a:pt x="1272" y="255"/>
                </a:cubicBezTo>
                <a:cubicBezTo>
                  <a:pt x="1272" y="255"/>
                  <a:pt x="1273" y="255"/>
                  <a:pt x="1273" y="255"/>
                </a:cubicBezTo>
                <a:cubicBezTo>
                  <a:pt x="1273" y="255"/>
                  <a:pt x="1273" y="255"/>
                  <a:pt x="1273" y="255"/>
                </a:cubicBezTo>
                <a:cubicBezTo>
                  <a:pt x="1273" y="255"/>
                  <a:pt x="1273" y="255"/>
                  <a:pt x="1273" y="255"/>
                </a:cubicBezTo>
                <a:cubicBezTo>
                  <a:pt x="1274" y="255"/>
                  <a:pt x="1275" y="255"/>
                  <a:pt x="1276" y="255"/>
                </a:cubicBezTo>
                <a:cubicBezTo>
                  <a:pt x="1277" y="254"/>
                  <a:pt x="1278" y="254"/>
                  <a:pt x="1278" y="254"/>
                </a:cubicBezTo>
                <a:cubicBezTo>
                  <a:pt x="1279" y="253"/>
                  <a:pt x="1279" y="253"/>
                  <a:pt x="1280" y="253"/>
                </a:cubicBezTo>
                <a:cubicBezTo>
                  <a:pt x="1280" y="252"/>
                  <a:pt x="1280" y="252"/>
                  <a:pt x="1280" y="251"/>
                </a:cubicBezTo>
                <a:cubicBezTo>
                  <a:pt x="1280" y="251"/>
                  <a:pt x="1280" y="250"/>
                  <a:pt x="1280" y="250"/>
                </a:cubicBezTo>
                <a:cubicBezTo>
                  <a:pt x="1279" y="249"/>
                  <a:pt x="1279" y="249"/>
                  <a:pt x="1278" y="249"/>
                </a:cubicBezTo>
                <a:cubicBezTo>
                  <a:pt x="1278" y="248"/>
                  <a:pt x="1277" y="248"/>
                  <a:pt x="1276" y="248"/>
                </a:cubicBezTo>
                <a:cubicBezTo>
                  <a:pt x="1275" y="248"/>
                  <a:pt x="1274" y="247"/>
                  <a:pt x="1273" y="247"/>
                </a:cubicBezTo>
                <a:cubicBezTo>
                  <a:pt x="1273" y="247"/>
                  <a:pt x="1273" y="247"/>
                  <a:pt x="1273" y="247"/>
                </a:cubicBezTo>
                <a:close/>
                <a:moveTo>
                  <a:pt x="1437" y="247"/>
                </a:moveTo>
                <a:cubicBezTo>
                  <a:pt x="1437" y="247"/>
                  <a:pt x="1436" y="247"/>
                  <a:pt x="1436" y="247"/>
                </a:cubicBezTo>
                <a:cubicBezTo>
                  <a:pt x="1436" y="247"/>
                  <a:pt x="1436" y="247"/>
                  <a:pt x="1436" y="247"/>
                </a:cubicBezTo>
                <a:cubicBezTo>
                  <a:pt x="1436" y="247"/>
                  <a:pt x="1436" y="247"/>
                  <a:pt x="1436" y="247"/>
                </a:cubicBezTo>
                <a:cubicBezTo>
                  <a:pt x="1434" y="247"/>
                  <a:pt x="1433" y="247"/>
                  <a:pt x="1432" y="247"/>
                </a:cubicBezTo>
                <a:cubicBezTo>
                  <a:pt x="1431" y="248"/>
                  <a:pt x="1430" y="248"/>
                  <a:pt x="1430" y="248"/>
                </a:cubicBezTo>
                <a:cubicBezTo>
                  <a:pt x="1429" y="249"/>
                  <a:pt x="1428" y="249"/>
                  <a:pt x="1428" y="250"/>
                </a:cubicBezTo>
                <a:cubicBezTo>
                  <a:pt x="1428" y="250"/>
                  <a:pt x="1427" y="251"/>
                  <a:pt x="1428" y="251"/>
                </a:cubicBezTo>
                <a:cubicBezTo>
                  <a:pt x="1428" y="252"/>
                  <a:pt x="1428" y="252"/>
                  <a:pt x="1428" y="253"/>
                </a:cubicBezTo>
                <a:cubicBezTo>
                  <a:pt x="1429" y="253"/>
                  <a:pt x="1429" y="254"/>
                  <a:pt x="1430" y="254"/>
                </a:cubicBezTo>
                <a:cubicBezTo>
                  <a:pt x="1431" y="254"/>
                  <a:pt x="1432" y="255"/>
                  <a:pt x="1433" y="255"/>
                </a:cubicBezTo>
                <a:cubicBezTo>
                  <a:pt x="1434" y="255"/>
                  <a:pt x="1435" y="255"/>
                  <a:pt x="1436" y="255"/>
                </a:cubicBezTo>
                <a:cubicBezTo>
                  <a:pt x="1436" y="255"/>
                  <a:pt x="1436" y="255"/>
                  <a:pt x="1436" y="255"/>
                </a:cubicBezTo>
                <a:cubicBezTo>
                  <a:pt x="1436" y="255"/>
                  <a:pt x="1437" y="255"/>
                  <a:pt x="1437" y="255"/>
                </a:cubicBezTo>
                <a:cubicBezTo>
                  <a:pt x="1437" y="255"/>
                  <a:pt x="1437" y="255"/>
                  <a:pt x="1437" y="255"/>
                </a:cubicBezTo>
                <a:cubicBezTo>
                  <a:pt x="1437" y="255"/>
                  <a:pt x="1437" y="255"/>
                  <a:pt x="1438" y="255"/>
                </a:cubicBezTo>
                <a:cubicBezTo>
                  <a:pt x="1439" y="255"/>
                  <a:pt x="1439" y="255"/>
                  <a:pt x="1440" y="255"/>
                </a:cubicBezTo>
                <a:cubicBezTo>
                  <a:pt x="1441" y="254"/>
                  <a:pt x="1442" y="254"/>
                  <a:pt x="1442" y="254"/>
                </a:cubicBezTo>
                <a:cubicBezTo>
                  <a:pt x="1443" y="253"/>
                  <a:pt x="1443" y="253"/>
                  <a:pt x="1443" y="253"/>
                </a:cubicBezTo>
                <a:cubicBezTo>
                  <a:pt x="1444" y="252"/>
                  <a:pt x="1444" y="252"/>
                  <a:pt x="1444" y="251"/>
                </a:cubicBezTo>
                <a:cubicBezTo>
                  <a:pt x="1444" y="251"/>
                  <a:pt x="1444" y="250"/>
                  <a:pt x="1443" y="250"/>
                </a:cubicBezTo>
                <a:cubicBezTo>
                  <a:pt x="1443" y="249"/>
                  <a:pt x="1442" y="249"/>
                  <a:pt x="1442" y="249"/>
                </a:cubicBezTo>
                <a:cubicBezTo>
                  <a:pt x="1441" y="248"/>
                  <a:pt x="1441" y="248"/>
                  <a:pt x="1440" y="248"/>
                </a:cubicBezTo>
                <a:cubicBezTo>
                  <a:pt x="1439" y="248"/>
                  <a:pt x="1438" y="247"/>
                  <a:pt x="1437" y="247"/>
                </a:cubicBezTo>
                <a:cubicBezTo>
                  <a:pt x="1437" y="247"/>
                  <a:pt x="1437" y="247"/>
                  <a:pt x="1437" y="247"/>
                </a:cubicBezTo>
                <a:close/>
                <a:moveTo>
                  <a:pt x="1684" y="247"/>
                </a:moveTo>
                <a:cubicBezTo>
                  <a:pt x="1684" y="247"/>
                  <a:pt x="1684" y="247"/>
                  <a:pt x="1683" y="247"/>
                </a:cubicBezTo>
                <a:cubicBezTo>
                  <a:pt x="1683" y="247"/>
                  <a:pt x="1683" y="247"/>
                  <a:pt x="1683" y="247"/>
                </a:cubicBezTo>
                <a:cubicBezTo>
                  <a:pt x="1682" y="247"/>
                  <a:pt x="1682" y="247"/>
                  <a:pt x="1682" y="247"/>
                </a:cubicBezTo>
                <a:cubicBezTo>
                  <a:pt x="1681" y="247"/>
                  <a:pt x="1681" y="247"/>
                  <a:pt x="1681" y="247"/>
                </a:cubicBezTo>
                <a:cubicBezTo>
                  <a:pt x="1680" y="247"/>
                  <a:pt x="1679" y="247"/>
                  <a:pt x="1678" y="247"/>
                </a:cubicBezTo>
                <a:cubicBezTo>
                  <a:pt x="1677" y="248"/>
                  <a:pt x="1676" y="248"/>
                  <a:pt x="1675" y="248"/>
                </a:cubicBezTo>
                <a:cubicBezTo>
                  <a:pt x="1675" y="249"/>
                  <a:pt x="1674" y="249"/>
                  <a:pt x="1674" y="250"/>
                </a:cubicBezTo>
                <a:cubicBezTo>
                  <a:pt x="1673" y="250"/>
                  <a:pt x="1673" y="251"/>
                  <a:pt x="1673" y="251"/>
                </a:cubicBezTo>
                <a:cubicBezTo>
                  <a:pt x="1673" y="252"/>
                  <a:pt x="1674" y="252"/>
                  <a:pt x="1674" y="253"/>
                </a:cubicBezTo>
                <a:cubicBezTo>
                  <a:pt x="1675" y="253"/>
                  <a:pt x="1675" y="254"/>
                  <a:pt x="1676" y="254"/>
                </a:cubicBezTo>
                <a:cubicBezTo>
                  <a:pt x="1677" y="254"/>
                  <a:pt x="1678" y="255"/>
                  <a:pt x="1679" y="255"/>
                </a:cubicBezTo>
                <a:cubicBezTo>
                  <a:pt x="1680" y="255"/>
                  <a:pt x="1681" y="255"/>
                  <a:pt x="1682" y="255"/>
                </a:cubicBezTo>
                <a:cubicBezTo>
                  <a:pt x="1682" y="255"/>
                  <a:pt x="1683" y="255"/>
                  <a:pt x="1683" y="255"/>
                </a:cubicBezTo>
                <a:cubicBezTo>
                  <a:pt x="1683" y="255"/>
                  <a:pt x="1683" y="255"/>
                  <a:pt x="1684" y="255"/>
                </a:cubicBezTo>
                <a:cubicBezTo>
                  <a:pt x="1684" y="255"/>
                  <a:pt x="1684" y="255"/>
                  <a:pt x="1684" y="255"/>
                </a:cubicBezTo>
                <a:cubicBezTo>
                  <a:pt x="1685" y="255"/>
                  <a:pt x="1685" y="255"/>
                  <a:pt x="1685" y="255"/>
                </a:cubicBezTo>
                <a:cubicBezTo>
                  <a:pt x="1686" y="255"/>
                  <a:pt x="1687" y="254"/>
                  <a:pt x="1688" y="254"/>
                </a:cubicBezTo>
                <a:cubicBezTo>
                  <a:pt x="1689" y="253"/>
                  <a:pt x="1690" y="252"/>
                  <a:pt x="1690" y="251"/>
                </a:cubicBezTo>
                <a:cubicBezTo>
                  <a:pt x="1690" y="251"/>
                  <a:pt x="1690" y="251"/>
                  <a:pt x="1689" y="250"/>
                </a:cubicBezTo>
                <a:cubicBezTo>
                  <a:pt x="1689" y="250"/>
                  <a:pt x="1689" y="250"/>
                  <a:pt x="1689" y="250"/>
                </a:cubicBezTo>
                <a:cubicBezTo>
                  <a:pt x="1689" y="249"/>
                  <a:pt x="1688" y="249"/>
                  <a:pt x="1688" y="249"/>
                </a:cubicBezTo>
                <a:cubicBezTo>
                  <a:pt x="1688" y="249"/>
                  <a:pt x="1687" y="249"/>
                  <a:pt x="1687" y="248"/>
                </a:cubicBezTo>
                <a:cubicBezTo>
                  <a:pt x="1687" y="248"/>
                  <a:pt x="1686" y="248"/>
                  <a:pt x="1686" y="248"/>
                </a:cubicBezTo>
                <a:cubicBezTo>
                  <a:pt x="1686" y="248"/>
                  <a:pt x="1686" y="248"/>
                  <a:pt x="1686" y="248"/>
                </a:cubicBezTo>
                <a:cubicBezTo>
                  <a:pt x="1685" y="248"/>
                  <a:pt x="1685" y="248"/>
                  <a:pt x="1685" y="248"/>
                </a:cubicBezTo>
                <a:cubicBezTo>
                  <a:pt x="1685" y="248"/>
                  <a:pt x="1684" y="248"/>
                  <a:pt x="1684" y="247"/>
                </a:cubicBezTo>
                <a:cubicBezTo>
                  <a:pt x="1684" y="247"/>
                  <a:pt x="1684" y="248"/>
                  <a:pt x="1684" y="247"/>
                </a:cubicBezTo>
                <a:close/>
                <a:moveTo>
                  <a:pt x="1555" y="247"/>
                </a:moveTo>
                <a:cubicBezTo>
                  <a:pt x="1554" y="248"/>
                  <a:pt x="1553" y="248"/>
                  <a:pt x="1553" y="248"/>
                </a:cubicBezTo>
                <a:cubicBezTo>
                  <a:pt x="1552" y="249"/>
                  <a:pt x="1551" y="249"/>
                  <a:pt x="1551" y="250"/>
                </a:cubicBezTo>
                <a:cubicBezTo>
                  <a:pt x="1551" y="250"/>
                  <a:pt x="1550" y="251"/>
                  <a:pt x="1550" y="251"/>
                </a:cubicBezTo>
                <a:cubicBezTo>
                  <a:pt x="1550" y="252"/>
                  <a:pt x="1551" y="252"/>
                  <a:pt x="1551" y="253"/>
                </a:cubicBezTo>
                <a:cubicBezTo>
                  <a:pt x="1552" y="253"/>
                  <a:pt x="1552" y="254"/>
                  <a:pt x="1553" y="254"/>
                </a:cubicBezTo>
                <a:cubicBezTo>
                  <a:pt x="1554" y="254"/>
                  <a:pt x="1555" y="255"/>
                  <a:pt x="1556" y="255"/>
                </a:cubicBezTo>
                <a:cubicBezTo>
                  <a:pt x="1557" y="255"/>
                  <a:pt x="1558" y="255"/>
                  <a:pt x="1559" y="255"/>
                </a:cubicBezTo>
                <a:cubicBezTo>
                  <a:pt x="1560" y="255"/>
                  <a:pt x="1561" y="255"/>
                  <a:pt x="1562" y="255"/>
                </a:cubicBezTo>
                <a:cubicBezTo>
                  <a:pt x="1563" y="255"/>
                  <a:pt x="1564" y="254"/>
                  <a:pt x="1565" y="254"/>
                </a:cubicBezTo>
                <a:cubicBezTo>
                  <a:pt x="1565" y="254"/>
                  <a:pt x="1566" y="253"/>
                  <a:pt x="1566" y="253"/>
                </a:cubicBezTo>
                <a:cubicBezTo>
                  <a:pt x="1567" y="252"/>
                  <a:pt x="1567" y="252"/>
                  <a:pt x="1567" y="251"/>
                </a:cubicBezTo>
                <a:cubicBezTo>
                  <a:pt x="1567" y="251"/>
                  <a:pt x="1566" y="250"/>
                  <a:pt x="1566" y="250"/>
                </a:cubicBezTo>
                <a:cubicBezTo>
                  <a:pt x="1565" y="249"/>
                  <a:pt x="1565" y="249"/>
                  <a:pt x="1564" y="248"/>
                </a:cubicBezTo>
                <a:cubicBezTo>
                  <a:pt x="1563" y="248"/>
                  <a:pt x="1562" y="248"/>
                  <a:pt x="1561" y="247"/>
                </a:cubicBezTo>
                <a:cubicBezTo>
                  <a:pt x="1560" y="247"/>
                  <a:pt x="1559" y="247"/>
                  <a:pt x="1558" y="247"/>
                </a:cubicBezTo>
                <a:cubicBezTo>
                  <a:pt x="1557" y="247"/>
                  <a:pt x="1556" y="247"/>
                  <a:pt x="1555" y="247"/>
                </a:cubicBezTo>
                <a:close/>
                <a:moveTo>
                  <a:pt x="1391" y="247"/>
                </a:moveTo>
                <a:cubicBezTo>
                  <a:pt x="1390" y="248"/>
                  <a:pt x="1390" y="248"/>
                  <a:pt x="1389" y="248"/>
                </a:cubicBezTo>
                <a:cubicBezTo>
                  <a:pt x="1388" y="249"/>
                  <a:pt x="1388" y="249"/>
                  <a:pt x="1387" y="250"/>
                </a:cubicBezTo>
                <a:cubicBezTo>
                  <a:pt x="1387" y="250"/>
                  <a:pt x="1386" y="251"/>
                  <a:pt x="1387" y="251"/>
                </a:cubicBezTo>
                <a:cubicBezTo>
                  <a:pt x="1387" y="252"/>
                  <a:pt x="1387" y="252"/>
                  <a:pt x="1387" y="253"/>
                </a:cubicBezTo>
                <a:cubicBezTo>
                  <a:pt x="1388" y="253"/>
                  <a:pt x="1388" y="254"/>
                  <a:pt x="1389" y="254"/>
                </a:cubicBezTo>
                <a:cubicBezTo>
                  <a:pt x="1390" y="254"/>
                  <a:pt x="1391" y="255"/>
                  <a:pt x="1392" y="255"/>
                </a:cubicBezTo>
                <a:cubicBezTo>
                  <a:pt x="1393" y="255"/>
                  <a:pt x="1394" y="255"/>
                  <a:pt x="1395" y="255"/>
                </a:cubicBezTo>
                <a:cubicBezTo>
                  <a:pt x="1396" y="255"/>
                  <a:pt x="1397" y="255"/>
                  <a:pt x="1398" y="255"/>
                </a:cubicBezTo>
                <a:cubicBezTo>
                  <a:pt x="1399" y="255"/>
                  <a:pt x="1400" y="254"/>
                  <a:pt x="1401" y="254"/>
                </a:cubicBezTo>
                <a:cubicBezTo>
                  <a:pt x="1401" y="254"/>
                  <a:pt x="1402" y="253"/>
                  <a:pt x="1402" y="253"/>
                </a:cubicBezTo>
                <a:cubicBezTo>
                  <a:pt x="1403" y="252"/>
                  <a:pt x="1403" y="252"/>
                  <a:pt x="1403" y="251"/>
                </a:cubicBezTo>
                <a:cubicBezTo>
                  <a:pt x="1403" y="251"/>
                  <a:pt x="1403" y="250"/>
                  <a:pt x="1402" y="250"/>
                </a:cubicBezTo>
                <a:cubicBezTo>
                  <a:pt x="1402" y="249"/>
                  <a:pt x="1401" y="249"/>
                  <a:pt x="1400" y="248"/>
                </a:cubicBezTo>
                <a:cubicBezTo>
                  <a:pt x="1400" y="248"/>
                  <a:pt x="1399" y="248"/>
                  <a:pt x="1398" y="247"/>
                </a:cubicBezTo>
                <a:cubicBezTo>
                  <a:pt x="1397" y="247"/>
                  <a:pt x="1396" y="247"/>
                  <a:pt x="1395" y="247"/>
                </a:cubicBezTo>
                <a:cubicBezTo>
                  <a:pt x="1393" y="247"/>
                  <a:pt x="1392" y="247"/>
                  <a:pt x="1391" y="247"/>
                </a:cubicBezTo>
                <a:close/>
                <a:moveTo>
                  <a:pt x="1228" y="247"/>
                </a:moveTo>
                <a:cubicBezTo>
                  <a:pt x="1227" y="248"/>
                  <a:pt x="1226" y="248"/>
                  <a:pt x="1225" y="248"/>
                </a:cubicBezTo>
                <a:cubicBezTo>
                  <a:pt x="1224" y="249"/>
                  <a:pt x="1224" y="249"/>
                  <a:pt x="1223" y="250"/>
                </a:cubicBezTo>
                <a:cubicBezTo>
                  <a:pt x="1223" y="250"/>
                  <a:pt x="1223" y="251"/>
                  <a:pt x="1223" y="251"/>
                </a:cubicBezTo>
                <a:cubicBezTo>
                  <a:pt x="1223" y="252"/>
                  <a:pt x="1223" y="252"/>
                  <a:pt x="1223" y="253"/>
                </a:cubicBezTo>
                <a:cubicBezTo>
                  <a:pt x="1224" y="253"/>
                  <a:pt x="1224" y="254"/>
                  <a:pt x="1225" y="254"/>
                </a:cubicBezTo>
                <a:cubicBezTo>
                  <a:pt x="1226" y="254"/>
                  <a:pt x="1227" y="255"/>
                  <a:pt x="1228" y="255"/>
                </a:cubicBezTo>
                <a:cubicBezTo>
                  <a:pt x="1229" y="255"/>
                  <a:pt x="1230" y="255"/>
                  <a:pt x="1231" y="255"/>
                </a:cubicBezTo>
                <a:cubicBezTo>
                  <a:pt x="1232" y="255"/>
                  <a:pt x="1233" y="255"/>
                  <a:pt x="1234" y="255"/>
                </a:cubicBezTo>
                <a:cubicBezTo>
                  <a:pt x="1235" y="255"/>
                  <a:pt x="1236" y="254"/>
                  <a:pt x="1237" y="254"/>
                </a:cubicBezTo>
                <a:cubicBezTo>
                  <a:pt x="1237" y="254"/>
                  <a:pt x="1238" y="253"/>
                  <a:pt x="1238" y="253"/>
                </a:cubicBezTo>
                <a:cubicBezTo>
                  <a:pt x="1239" y="252"/>
                  <a:pt x="1239" y="252"/>
                  <a:pt x="1239" y="251"/>
                </a:cubicBezTo>
                <a:cubicBezTo>
                  <a:pt x="1239" y="251"/>
                  <a:pt x="1239" y="250"/>
                  <a:pt x="1238" y="250"/>
                </a:cubicBezTo>
                <a:cubicBezTo>
                  <a:pt x="1238" y="249"/>
                  <a:pt x="1237" y="249"/>
                  <a:pt x="1237" y="248"/>
                </a:cubicBezTo>
                <a:cubicBezTo>
                  <a:pt x="1236" y="248"/>
                  <a:pt x="1235" y="248"/>
                  <a:pt x="1234" y="247"/>
                </a:cubicBezTo>
                <a:cubicBezTo>
                  <a:pt x="1233" y="247"/>
                  <a:pt x="1232" y="247"/>
                  <a:pt x="1231" y="247"/>
                </a:cubicBezTo>
                <a:cubicBezTo>
                  <a:pt x="1230" y="247"/>
                  <a:pt x="1229" y="247"/>
                  <a:pt x="1228" y="247"/>
                </a:cubicBezTo>
                <a:close/>
                <a:moveTo>
                  <a:pt x="1196" y="248"/>
                </a:moveTo>
                <a:cubicBezTo>
                  <a:pt x="1195" y="248"/>
                  <a:pt x="1193" y="247"/>
                  <a:pt x="1192" y="247"/>
                </a:cubicBezTo>
                <a:cubicBezTo>
                  <a:pt x="1192" y="247"/>
                  <a:pt x="1191" y="247"/>
                  <a:pt x="1191" y="247"/>
                </a:cubicBezTo>
                <a:cubicBezTo>
                  <a:pt x="1191" y="247"/>
                  <a:pt x="1191" y="247"/>
                  <a:pt x="1191" y="247"/>
                </a:cubicBezTo>
                <a:cubicBezTo>
                  <a:pt x="1191" y="247"/>
                  <a:pt x="1191" y="247"/>
                  <a:pt x="1190" y="247"/>
                </a:cubicBezTo>
                <a:cubicBezTo>
                  <a:pt x="1190" y="247"/>
                  <a:pt x="1190" y="247"/>
                  <a:pt x="1190" y="247"/>
                </a:cubicBezTo>
                <a:cubicBezTo>
                  <a:pt x="1190" y="247"/>
                  <a:pt x="1190" y="247"/>
                  <a:pt x="1190" y="247"/>
                </a:cubicBezTo>
                <a:cubicBezTo>
                  <a:pt x="1189" y="247"/>
                  <a:pt x="1189" y="247"/>
                  <a:pt x="1189" y="247"/>
                </a:cubicBezTo>
                <a:cubicBezTo>
                  <a:pt x="1189" y="247"/>
                  <a:pt x="1189" y="247"/>
                  <a:pt x="1189" y="247"/>
                </a:cubicBezTo>
                <a:cubicBezTo>
                  <a:pt x="1189" y="247"/>
                  <a:pt x="1189" y="247"/>
                  <a:pt x="1188" y="247"/>
                </a:cubicBezTo>
                <a:cubicBezTo>
                  <a:pt x="1187" y="247"/>
                  <a:pt x="1187" y="248"/>
                  <a:pt x="1186" y="248"/>
                </a:cubicBezTo>
                <a:cubicBezTo>
                  <a:pt x="1185" y="248"/>
                  <a:pt x="1184" y="248"/>
                  <a:pt x="1184" y="249"/>
                </a:cubicBezTo>
                <a:cubicBezTo>
                  <a:pt x="1183" y="249"/>
                  <a:pt x="1183" y="249"/>
                  <a:pt x="1182" y="250"/>
                </a:cubicBezTo>
                <a:cubicBezTo>
                  <a:pt x="1182" y="250"/>
                  <a:pt x="1182" y="251"/>
                  <a:pt x="1182" y="251"/>
                </a:cubicBezTo>
                <a:cubicBezTo>
                  <a:pt x="1182" y="252"/>
                  <a:pt x="1182" y="252"/>
                  <a:pt x="1182" y="253"/>
                </a:cubicBezTo>
                <a:cubicBezTo>
                  <a:pt x="1183" y="253"/>
                  <a:pt x="1183" y="253"/>
                  <a:pt x="1184" y="254"/>
                </a:cubicBezTo>
                <a:cubicBezTo>
                  <a:pt x="1184" y="254"/>
                  <a:pt x="1185" y="254"/>
                  <a:pt x="1186" y="255"/>
                </a:cubicBezTo>
                <a:cubicBezTo>
                  <a:pt x="1186" y="255"/>
                  <a:pt x="1187" y="255"/>
                  <a:pt x="1188" y="255"/>
                </a:cubicBezTo>
                <a:cubicBezTo>
                  <a:pt x="1188" y="255"/>
                  <a:pt x="1188" y="255"/>
                  <a:pt x="1189" y="255"/>
                </a:cubicBezTo>
                <a:cubicBezTo>
                  <a:pt x="1189" y="255"/>
                  <a:pt x="1189" y="255"/>
                  <a:pt x="1189" y="255"/>
                </a:cubicBezTo>
                <a:cubicBezTo>
                  <a:pt x="1189" y="255"/>
                  <a:pt x="1189" y="255"/>
                  <a:pt x="1189" y="255"/>
                </a:cubicBezTo>
                <a:cubicBezTo>
                  <a:pt x="1190" y="255"/>
                  <a:pt x="1190" y="255"/>
                  <a:pt x="1190" y="255"/>
                </a:cubicBezTo>
                <a:cubicBezTo>
                  <a:pt x="1190" y="255"/>
                  <a:pt x="1190" y="255"/>
                  <a:pt x="1190" y="255"/>
                </a:cubicBezTo>
                <a:cubicBezTo>
                  <a:pt x="1190" y="255"/>
                  <a:pt x="1191" y="255"/>
                  <a:pt x="1191" y="255"/>
                </a:cubicBezTo>
                <a:cubicBezTo>
                  <a:pt x="1191" y="255"/>
                  <a:pt x="1191" y="255"/>
                  <a:pt x="1191" y="255"/>
                </a:cubicBezTo>
                <a:cubicBezTo>
                  <a:pt x="1191" y="255"/>
                  <a:pt x="1191" y="255"/>
                  <a:pt x="1192" y="255"/>
                </a:cubicBezTo>
                <a:cubicBezTo>
                  <a:pt x="1192" y="255"/>
                  <a:pt x="1192" y="255"/>
                  <a:pt x="1193" y="255"/>
                </a:cubicBezTo>
                <a:cubicBezTo>
                  <a:pt x="1193" y="255"/>
                  <a:pt x="1193" y="255"/>
                  <a:pt x="1194" y="255"/>
                </a:cubicBezTo>
                <a:cubicBezTo>
                  <a:pt x="1194" y="255"/>
                  <a:pt x="1194" y="254"/>
                  <a:pt x="1195" y="254"/>
                </a:cubicBezTo>
                <a:cubicBezTo>
                  <a:pt x="1195" y="254"/>
                  <a:pt x="1195" y="254"/>
                  <a:pt x="1196" y="254"/>
                </a:cubicBezTo>
                <a:cubicBezTo>
                  <a:pt x="1196" y="254"/>
                  <a:pt x="1196" y="254"/>
                  <a:pt x="1196" y="254"/>
                </a:cubicBezTo>
                <a:cubicBezTo>
                  <a:pt x="1196" y="254"/>
                  <a:pt x="1197" y="253"/>
                  <a:pt x="1197" y="253"/>
                </a:cubicBezTo>
                <a:cubicBezTo>
                  <a:pt x="1197" y="253"/>
                  <a:pt x="1197" y="253"/>
                  <a:pt x="1197" y="253"/>
                </a:cubicBezTo>
                <a:cubicBezTo>
                  <a:pt x="1197" y="253"/>
                  <a:pt x="1197" y="253"/>
                  <a:pt x="1197" y="253"/>
                </a:cubicBezTo>
                <a:cubicBezTo>
                  <a:pt x="1198" y="252"/>
                  <a:pt x="1198" y="252"/>
                  <a:pt x="1198" y="251"/>
                </a:cubicBezTo>
                <a:cubicBezTo>
                  <a:pt x="1198" y="251"/>
                  <a:pt x="1198" y="251"/>
                  <a:pt x="1198" y="251"/>
                </a:cubicBezTo>
                <a:cubicBezTo>
                  <a:pt x="1198" y="251"/>
                  <a:pt x="1198" y="250"/>
                  <a:pt x="1198" y="250"/>
                </a:cubicBezTo>
                <a:cubicBezTo>
                  <a:pt x="1198" y="250"/>
                  <a:pt x="1198" y="250"/>
                  <a:pt x="1198" y="250"/>
                </a:cubicBezTo>
                <a:cubicBezTo>
                  <a:pt x="1198" y="250"/>
                  <a:pt x="1198" y="250"/>
                  <a:pt x="1198" y="250"/>
                </a:cubicBezTo>
                <a:cubicBezTo>
                  <a:pt x="1197" y="249"/>
                  <a:pt x="1196" y="249"/>
                  <a:pt x="1196" y="248"/>
                </a:cubicBezTo>
                <a:cubicBezTo>
                  <a:pt x="1196" y="248"/>
                  <a:pt x="1196" y="248"/>
                  <a:pt x="1196" y="248"/>
                </a:cubicBezTo>
                <a:close/>
                <a:moveTo>
                  <a:pt x="1848" y="247"/>
                </a:moveTo>
                <a:cubicBezTo>
                  <a:pt x="1847" y="247"/>
                  <a:pt x="1846" y="247"/>
                  <a:pt x="1845" y="247"/>
                </a:cubicBezTo>
                <a:cubicBezTo>
                  <a:pt x="1843" y="247"/>
                  <a:pt x="1842" y="247"/>
                  <a:pt x="1841" y="247"/>
                </a:cubicBezTo>
                <a:cubicBezTo>
                  <a:pt x="1841" y="248"/>
                  <a:pt x="1840" y="248"/>
                  <a:pt x="1839" y="248"/>
                </a:cubicBezTo>
                <a:cubicBezTo>
                  <a:pt x="1838" y="249"/>
                  <a:pt x="1838" y="249"/>
                  <a:pt x="1837" y="250"/>
                </a:cubicBezTo>
                <a:cubicBezTo>
                  <a:pt x="1837" y="250"/>
                  <a:pt x="1837" y="251"/>
                  <a:pt x="1837" y="251"/>
                </a:cubicBezTo>
                <a:cubicBezTo>
                  <a:pt x="1837" y="252"/>
                  <a:pt x="1838" y="252"/>
                  <a:pt x="1838" y="253"/>
                </a:cubicBezTo>
                <a:cubicBezTo>
                  <a:pt x="1839" y="253"/>
                  <a:pt x="1839" y="254"/>
                  <a:pt x="1840" y="254"/>
                </a:cubicBezTo>
                <a:cubicBezTo>
                  <a:pt x="1841" y="254"/>
                  <a:pt x="1842" y="255"/>
                  <a:pt x="1843" y="255"/>
                </a:cubicBezTo>
                <a:cubicBezTo>
                  <a:pt x="1844" y="255"/>
                  <a:pt x="1845" y="255"/>
                  <a:pt x="1846" y="255"/>
                </a:cubicBezTo>
                <a:cubicBezTo>
                  <a:pt x="1846" y="255"/>
                  <a:pt x="1847" y="255"/>
                  <a:pt x="1847" y="255"/>
                </a:cubicBezTo>
                <a:cubicBezTo>
                  <a:pt x="1847" y="255"/>
                  <a:pt x="1847" y="255"/>
                  <a:pt x="1848" y="255"/>
                </a:cubicBezTo>
                <a:cubicBezTo>
                  <a:pt x="1848" y="255"/>
                  <a:pt x="1848" y="255"/>
                  <a:pt x="1848" y="255"/>
                </a:cubicBezTo>
                <a:cubicBezTo>
                  <a:pt x="1849" y="255"/>
                  <a:pt x="1849" y="255"/>
                  <a:pt x="1849" y="255"/>
                </a:cubicBezTo>
                <a:cubicBezTo>
                  <a:pt x="1851" y="254"/>
                  <a:pt x="1854" y="253"/>
                  <a:pt x="1853" y="251"/>
                </a:cubicBezTo>
                <a:cubicBezTo>
                  <a:pt x="1853" y="251"/>
                  <a:pt x="1853" y="250"/>
                  <a:pt x="1853" y="250"/>
                </a:cubicBezTo>
                <a:cubicBezTo>
                  <a:pt x="1853" y="250"/>
                  <a:pt x="1852" y="249"/>
                  <a:pt x="1852" y="249"/>
                </a:cubicBezTo>
                <a:cubicBezTo>
                  <a:pt x="1851" y="249"/>
                  <a:pt x="1851" y="248"/>
                  <a:pt x="1850" y="248"/>
                </a:cubicBezTo>
                <a:cubicBezTo>
                  <a:pt x="1849" y="248"/>
                  <a:pt x="1849" y="248"/>
                  <a:pt x="1848" y="247"/>
                </a:cubicBezTo>
                <a:cubicBezTo>
                  <a:pt x="1848" y="247"/>
                  <a:pt x="1849" y="248"/>
                  <a:pt x="1848" y="247"/>
                </a:cubicBezTo>
                <a:close/>
                <a:moveTo>
                  <a:pt x="1602" y="247"/>
                </a:moveTo>
                <a:cubicBezTo>
                  <a:pt x="1601" y="247"/>
                  <a:pt x="1600" y="247"/>
                  <a:pt x="1599" y="247"/>
                </a:cubicBezTo>
                <a:cubicBezTo>
                  <a:pt x="1598" y="247"/>
                  <a:pt x="1597" y="247"/>
                  <a:pt x="1596" y="247"/>
                </a:cubicBezTo>
                <a:cubicBezTo>
                  <a:pt x="1595" y="248"/>
                  <a:pt x="1594" y="248"/>
                  <a:pt x="1593" y="248"/>
                </a:cubicBezTo>
                <a:cubicBezTo>
                  <a:pt x="1593" y="249"/>
                  <a:pt x="1592" y="249"/>
                  <a:pt x="1592" y="250"/>
                </a:cubicBezTo>
                <a:cubicBezTo>
                  <a:pt x="1591" y="250"/>
                  <a:pt x="1591" y="251"/>
                  <a:pt x="1591" y="251"/>
                </a:cubicBezTo>
                <a:cubicBezTo>
                  <a:pt x="1591" y="252"/>
                  <a:pt x="1592" y="252"/>
                  <a:pt x="1592" y="253"/>
                </a:cubicBezTo>
                <a:cubicBezTo>
                  <a:pt x="1593" y="253"/>
                  <a:pt x="1593" y="254"/>
                  <a:pt x="1594" y="254"/>
                </a:cubicBezTo>
                <a:cubicBezTo>
                  <a:pt x="1595" y="254"/>
                  <a:pt x="1596" y="255"/>
                  <a:pt x="1597" y="255"/>
                </a:cubicBezTo>
                <a:cubicBezTo>
                  <a:pt x="1598" y="255"/>
                  <a:pt x="1599" y="255"/>
                  <a:pt x="1600" y="255"/>
                </a:cubicBezTo>
                <a:cubicBezTo>
                  <a:pt x="1600" y="255"/>
                  <a:pt x="1601" y="255"/>
                  <a:pt x="1601" y="255"/>
                </a:cubicBezTo>
                <a:cubicBezTo>
                  <a:pt x="1601" y="255"/>
                  <a:pt x="1601" y="255"/>
                  <a:pt x="1602" y="255"/>
                </a:cubicBezTo>
                <a:cubicBezTo>
                  <a:pt x="1602" y="255"/>
                  <a:pt x="1602" y="255"/>
                  <a:pt x="1602" y="255"/>
                </a:cubicBezTo>
                <a:cubicBezTo>
                  <a:pt x="1603" y="255"/>
                  <a:pt x="1603" y="255"/>
                  <a:pt x="1603" y="255"/>
                </a:cubicBezTo>
                <a:cubicBezTo>
                  <a:pt x="1604" y="255"/>
                  <a:pt x="1605" y="254"/>
                  <a:pt x="1606" y="254"/>
                </a:cubicBezTo>
                <a:cubicBezTo>
                  <a:pt x="1606" y="254"/>
                  <a:pt x="1606" y="254"/>
                  <a:pt x="1607" y="253"/>
                </a:cubicBezTo>
                <a:cubicBezTo>
                  <a:pt x="1607" y="253"/>
                  <a:pt x="1607" y="253"/>
                  <a:pt x="1607" y="253"/>
                </a:cubicBezTo>
                <a:cubicBezTo>
                  <a:pt x="1607" y="252"/>
                  <a:pt x="1608" y="252"/>
                  <a:pt x="1608" y="252"/>
                </a:cubicBezTo>
                <a:cubicBezTo>
                  <a:pt x="1608" y="252"/>
                  <a:pt x="1608" y="251"/>
                  <a:pt x="1608" y="251"/>
                </a:cubicBezTo>
                <a:cubicBezTo>
                  <a:pt x="1608" y="251"/>
                  <a:pt x="1608" y="251"/>
                  <a:pt x="1607" y="250"/>
                </a:cubicBezTo>
                <a:cubicBezTo>
                  <a:pt x="1607" y="250"/>
                  <a:pt x="1607" y="250"/>
                  <a:pt x="1607" y="250"/>
                </a:cubicBezTo>
                <a:cubicBezTo>
                  <a:pt x="1607" y="249"/>
                  <a:pt x="1606" y="249"/>
                  <a:pt x="1606" y="249"/>
                </a:cubicBezTo>
                <a:cubicBezTo>
                  <a:pt x="1606" y="249"/>
                  <a:pt x="1605" y="249"/>
                  <a:pt x="1605" y="248"/>
                </a:cubicBezTo>
                <a:cubicBezTo>
                  <a:pt x="1604" y="248"/>
                  <a:pt x="1603" y="248"/>
                  <a:pt x="1602" y="247"/>
                </a:cubicBezTo>
                <a:cubicBezTo>
                  <a:pt x="1602" y="247"/>
                  <a:pt x="1603" y="248"/>
                  <a:pt x="1602" y="247"/>
                </a:cubicBezTo>
                <a:close/>
                <a:moveTo>
                  <a:pt x="1146" y="247"/>
                </a:moveTo>
                <a:cubicBezTo>
                  <a:pt x="1145" y="248"/>
                  <a:pt x="1144" y="248"/>
                  <a:pt x="1143" y="248"/>
                </a:cubicBezTo>
                <a:cubicBezTo>
                  <a:pt x="1143" y="249"/>
                  <a:pt x="1142" y="249"/>
                  <a:pt x="1142" y="250"/>
                </a:cubicBezTo>
                <a:cubicBezTo>
                  <a:pt x="1141" y="250"/>
                  <a:pt x="1141" y="251"/>
                  <a:pt x="1141" y="251"/>
                </a:cubicBezTo>
                <a:cubicBezTo>
                  <a:pt x="1141" y="252"/>
                  <a:pt x="1141" y="252"/>
                  <a:pt x="1141" y="253"/>
                </a:cubicBezTo>
                <a:cubicBezTo>
                  <a:pt x="1142" y="253"/>
                  <a:pt x="1142" y="254"/>
                  <a:pt x="1143" y="254"/>
                </a:cubicBezTo>
                <a:cubicBezTo>
                  <a:pt x="1144" y="254"/>
                  <a:pt x="1145" y="255"/>
                  <a:pt x="1146" y="255"/>
                </a:cubicBezTo>
                <a:cubicBezTo>
                  <a:pt x="1147" y="255"/>
                  <a:pt x="1148" y="255"/>
                  <a:pt x="1149" y="255"/>
                </a:cubicBezTo>
                <a:cubicBezTo>
                  <a:pt x="1150" y="255"/>
                  <a:pt x="1151" y="255"/>
                  <a:pt x="1152" y="255"/>
                </a:cubicBezTo>
                <a:cubicBezTo>
                  <a:pt x="1153" y="255"/>
                  <a:pt x="1154" y="254"/>
                  <a:pt x="1155" y="254"/>
                </a:cubicBezTo>
                <a:cubicBezTo>
                  <a:pt x="1155" y="254"/>
                  <a:pt x="1156" y="253"/>
                  <a:pt x="1156" y="253"/>
                </a:cubicBezTo>
                <a:cubicBezTo>
                  <a:pt x="1157" y="252"/>
                  <a:pt x="1157" y="252"/>
                  <a:pt x="1157" y="251"/>
                </a:cubicBezTo>
                <a:cubicBezTo>
                  <a:pt x="1157" y="251"/>
                  <a:pt x="1157" y="250"/>
                  <a:pt x="1157" y="250"/>
                </a:cubicBezTo>
                <a:cubicBezTo>
                  <a:pt x="1156" y="249"/>
                  <a:pt x="1156" y="249"/>
                  <a:pt x="1155" y="248"/>
                </a:cubicBezTo>
                <a:cubicBezTo>
                  <a:pt x="1154" y="248"/>
                  <a:pt x="1153" y="248"/>
                  <a:pt x="1152" y="247"/>
                </a:cubicBezTo>
                <a:cubicBezTo>
                  <a:pt x="1151" y="247"/>
                  <a:pt x="1150" y="247"/>
                  <a:pt x="1149" y="247"/>
                </a:cubicBezTo>
                <a:cubicBezTo>
                  <a:pt x="1148" y="247"/>
                  <a:pt x="1147" y="247"/>
                  <a:pt x="1146" y="247"/>
                </a:cubicBezTo>
                <a:close/>
                <a:moveTo>
                  <a:pt x="1801" y="247"/>
                </a:moveTo>
                <a:cubicBezTo>
                  <a:pt x="1800" y="248"/>
                  <a:pt x="1799" y="248"/>
                  <a:pt x="1798" y="248"/>
                </a:cubicBezTo>
                <a:cubicBezTo>
                  <a:pt x="1797" y="249"/>
                  <a:pt x="1797" y="249"/>
                  <a:pt x="1797" y="250"/>
                </a:cubicBezTo>
                <a:cubicBezTo>
                  <a:pt x="1796" y="250"/>
                  <a:pt x="1796" y="251"/>
                  <a:pt x="1796" y="251"/>
                </a:cubicBezTo>
                <a:cubicBezTo>
                  <a:pt x="1796" y="252"/>
                  <a:pt x="1797" y="252"/>
                  <a:pt x="1797" y="253"/>
                </a:cubicBezTo>
                <a:cubicBezTo>
                  <a:pt x="1798" y="253"/>
                  <a:pt x="1798" y="254"/>
                  <a:pt x="1799" y="254"/>
                </a:cubicBezTo>
                <a:cubicBezTo>
                  <a:pt x="1800" y="254"/>
                  <a:pt x="1801" y="255"/>
                  <a:pt x="1802" y="255"/>
                </a:cubicBezTo>
                <a:cubicBezTo>
                  <a:pt x="1803" y="255"/>
                  <a:pt x="1804" y="255"/>
                  <a:pt x="1805" y="255"/>
                </a:cubicBezTo>
                <a:cubicBezTo>
                  <a:pt x="1806" y="255"/>
                  <a:pt x="1807" y="255"/>
                  <a:pt x="1808" y="255"/>
                </a:cubicBezTo>
                <a:cubicBezTo>
                  <a:pt x="1809" y="255"/>
                  <a:pt x="1810" y="254"/>
                  <a:pt x="1811" y="254"/>
                </a:cubicBezTo>
                <a:cubicBezTo>
                  <a:pt x="1811" y="254"/>
                  <a:pt x="1812" y="253"/>
                  <a:pt x="1812" y="253"/>
                </a:cubicBezTo>
                <a:cubicBezTo>
                  <a:pt x="1812" y="252"/>
                  <a:pt x="1813" y="252"/>
                  <a:pt x="1813" y="251"/>
                </a:cubicBezTo>
                <a:cubicBezTo>
                  <a:pt x="1812" y="251"/>
                  <a:pt x="1812" y="250"/>
                  <a:pt x="1812" y="250"/>
                </a:cubicBezTo>
                <a:cubicBezTo>
                  <a:pt x="1811" y="249"/>
                  <a:pt x="1810" y="249"/>
                  <a:pt x="1810" y="248"/>
                </a:cubicBezTo>
                <a:cubicBezTo>
                  <a:pt x="1809" y="248"/>
                  <a:pt x="1808" y="248"/>
                  <a:pt x="1807" y="247"/>
                </a:cubicBezTo>
                <a:cubicBezTo>
                  <a:pt x="1806" y="247"/>
                  <a:pt x="1805" y="247"/>
                  <a:pt x="1804" y="247"/>
                </a:cubicBezTo>
                <a:cubicBezTo>
                  <a:pt x="1803" y="247"/>
                  <a:pt x="1801" y="247"/>
                  <a:pt x="1801" y="247"/>
                </a:cubicBezTo>
                <a:close/>
                <a:moveTo>
                  <a:pt x="1964" y="247"/>
                </a:moveTo>
                <a:cubicBezTo>
                  <a:pt x="1963" y="248"/>
                  <a:pt x="1962" y="248"/>
                  <a:pt x="1962" y="248"/>
                </a:cubicBezTo>
                <a:cubicBezTo>
                  <a:pt x="1961" y="249"/>
                  <a:pt x="1961" y="249"/>
                  <a:pt x="1960" y="250"/>
                </a:cubicBezTo>
                <a:cubicBezTo>
                  <a:pt x="1960" y="250"/>
                  <a:pt x="1960" y="251"/>
                  <a:pt x="1960" y="251"/>
                </a:cubicBezTo>
                <a:cubicBezTo>
                  <a:pt x="1960" y="252"/>
                  <a:pt x="1960" y="252"/>
                  <a:pt x="1961" y="253"/>
                </a:cubicBezTo>
                <a:cubicBezTo>
                  <a:pt x="1962" y="253"/>
                  <a:pt x="1962" y="254"/>
                  <a:pt x="1963" y="254"/>
                </a:cubicBezTo>
                <a:cubicBezTo>
                  <a:pt x="1964" y="254"/>
                  <a:pt x="1965" y="255"/>
                  <a:pt x="1966" y="255"/>
                </a:cubicBezTo>
                <a:cubicBezTo>
                  <a:pt x="1967" y="255"/>
                  <a:pt x="1968" y="255"/>
                  <a:pt x="1969" y="255"/>
                </a:cubicBezTo>
                <a:cubicBezTo>
                  <a:pt x="1970" y="255"/>
                  <a:pt x="1971" y="255"/>
                  <a:pt x="1972" y="255"/>
                </a:cubicBezTo>
                <a:cubicBezTo>
                  <a:pt x="1973" y="255"/>
                  <a:pt x="1974" y="254"/>
                  <a:pt x="1975" y="254"/>
                </a:cubicBezTo>
                <a:cubicBezTo>
                  <a:pt x="1975" y="254"/>
                  <a:pt x="1976" y="253"/>
                  <a:pt x="1976" y="253"/>
                </a:cubicBezTo>
                <a:cubicBezTo>
                  <a:pt x="1976" y="252"/>
                  <a:pt x="1976" y="252"/>
                  <a:pt x="1976" y="251"/>
                </a:cubicBezTo>
                <a:cubicBezTo>
                  <a:pt x="1976" y="251"/>
                  <a:pt x="1976" y="250"/>
                  <a:pt x="1975" y="250"/>
                </a:cubicBezTo>
                <a:cubicBezTo>
                  <a:pt x="1975" y="249"/>
                  <a:pt x="1974" y="249"/>
                  <a:pt x="1973" y="248"/>
                </a:cubicBezTo>
                <a:cubicBezTo>
                  <a:pt x="1973" y="248"/>
                  <a:pt x="1972" y="248"/>
                  <a:pt x="1971" y="247"/>
                </a:cubicBezTo>
                <a:cubicBezTo>
                  <a:pt x="1970" y="247"/>
                  <a:pt x="1968" y="247"/>
                  <a:pt x="1967" y="247"/>
                </a:cubicBezTo>
                <a:cubicBezTo>
                  <a:pt x="1966" y="247"/>
                  <a:pt x="1965" y="247"/>
                  <a:pt x="1964" y="247"/>
                </a:cubicBezTo>
                <a:close/>
                <a:moveTo>
                  <a:pt x="1637" y="247"/>
                </a:moveTo>
                <a:cubicBezTo>
                  <a:pt x="1636" y="248"/>
                  <a:pt x="1635" y="248"/>
                  <a:pt x="1634" y="248"/>
                </a:cubicBezTo>
                <a:cubicBezTo>
                  <a:pt x="1634" y="249"/>
                  <a:pt x="1633" y="249"/>
                  <a:pt x="1633" y="250"/>
                </a:cubicBezTo>
                <a:cubicBezTo>
                  <a:pt x="1632" y="250"/>
                  <a:pt x="1632" y="251"/>
                  <a:pt x="1632" y="251"/>
                </a:cubicBezTo>
                <a:cubicBezTo>
                  <a:pt x="1632" y="252"/>
                  <a:pt x="1633" y="252"/>
                  <a:pt x="1633" y="253"/>
                </a:cubicBezTo>
                <a:cubicBezTo>
                  <a:pt x="1634" y="253"/>
                  <a:pt x="1634" y="254"/>
                  <a:pt x="1635" y="254"/>
                </a:cubicBezTo>
                <a:cubicBezTo>
                  <a:pt x="1636" y="254"/>
                  <a:pt x="1637" y="255"/>
                  <a:pt x="1638" y="255"/>
                </a:cubicBezTo>
                <a:cubicBezTo>
                  <a:pt x="1639" y="255"/>
                  <a:pt x="1640" y="255"/>
                  <a:pt x="1641" y="255"/>
                </a:cubicBezTo>
                <a:cubicBezTo>
                  <a:pt x="1642" y="255"/>
                  <a:pt x="1643" y="255"/>
                  <a:pt x="1644" y="255"/>
                </a:cubicBezTo>
                <a:cubicBezTo>
                  <a:pt x="1645" y="255"/>
                  <a:pt x="1646" y="254"/>
                  <a:pt x="1647" y="254"/>
                </a:cubicBezTo>
                <a:cubicBezTo>
                  <a:pt x="1647" y="254"/>
                  <a:pt x="1648" y="253"/>
                  <a:pt x="1648" y="253"/>
                </a:cubicBezTo>
                <a:cubicBezTo>
                  <a:pt x="1649" y="252"/>
                  <a:pt x="1649" y="252"/>
                  <a:pt x="1649" y="251"/>
                </a:cubicBezTo>
                <a:cubicBezTo>
                  <a:pt x="1649" y="251"/>
                  <a:pt x="1648" y="250"/>
                  <a:pt x="1648" y="250"/>
                </a:cubicBezTo>
                <a:cubicBezTo>
                  <a:pt x="1647" y="249"/>
                  <a:pt x="1647" y="249"/>
                  <a:pt x="1646" y="248"/>
                </a:cubicBezTo>
                <a:cubicBezTo>
                  <a:pt x="1645" y="248"/>
                  <a:pt x="1644" y="248"/>
                  <a:pt x="1643" y="247"/>
                </a:cubicBezTo>
                <a:cubicBezTo>
                  <a:pt x="1642" y="247"/>
                  <a:pt x="1641" y="247"/>
                  <a:pt x="1640" y="247"/>
                </a:cubicBezTo>
                <a:cubicBezTo>
                  <a:pt x="1639" y="247"/>
                  <a:pt x="1638" y="247"/>
                  <a:pt x="1637" y="247"/>
                </a:cubicBezTo>
                <a:close/>
                <a:moveTo>
                  <a:pt x="1310" y="247"/>
                </a:moveTo>
                <a:cubicBezTo>
                  <a:pt x="1309" y="248"/>
                  <a:pt x="1308" y="248"/>
                  <a:pt x="1307" y="248"/>
                </a:cubicBezTo>
                <a:cubicBezTo>
                  <a:pt x="1306" y="249"/>
                  <a:pt x="1306" y="249"/>
                  <a:pt x="1305" y="250"/>
                </a:cubicBezTo>
                <a:cubicBezTo>
                  <a:pt x="1305" y="250"/>
                  <a:pt x="1305" y="251"/>
                  <a:pt x="1305" y="251"/>
                </a:cubicBezTo>
                <a:cubicBezTo>
                  <a:pt x="1305" y="252"/>
                  <a:pt x="1305" y="252"/>
                  <a:pt x="1305" y="253"/>
                </a:cubicBezTo>
                <a:cubicBezTo>
                  <a:pt x="1306" y="253"/>
                  <a:pt x="1306" y="254"/>
                  <a:pt x="1307" y="254"/>
                </a:cubicBezTo>
                <a:cubicBezTo>
                  <a:pt x="1308" y="254"/>
                  <a:pt x="1309" y="255"/>
                  <a:pt x="1310" y="255"/>
                </a:cubicBezTo>
                <a:cubicBezTo>
                  <a:pt x="1311" y="255"/>
                  <a:pt x="1312" y="255"/>
                  <a:pt x="1313" y="255"/>
                </a:cubicBezTo>
                <a:cubicBezTo>
                  <a:pt x="1314" y="255"/>
                  <a:pt x="1315" y="255"/>
                  <a:pt x="1316" y="255"/>
                </a:cubicBezTo>
                <a:cubicBezTo>
                  <a:pt x="1317" y="255"/>
                  <a:pt x="1318" y="254"/>
                  <a:pt x="1319" y="254"/>
                </a:cubicBezTo>
                <a:cubicBezTo>
                  <a:pt x="1319" y="254"/>
                  <a:pt x="1320" y="253"/>
                  <a:pt x="1320" y="253"/>
                </a:cubicBezTo>
                <a:cubicBezTo>
                  <a:pt x="1321" y="252"/>
                  <a:pt x="1321" y="252"/>
                  <a:pt x="1321" y="251"/>
                </a:cubicBezTo>
                <a:cubicBezTo>
                  <a:pt x="1321" y="251"/>
                  <a:pt x="1321" y="250"/>
                  <a:pt x="1320" y="250"/>
                </a:cubicBezTo>
                <a:cubicBezTo>
                  <a:pt x="1320" y="249"/>
                  <a:pt x="1319" y="249"/>
                  <a:pt x="1319" y="248"/>
                </a:cubicBezTo>
                <a:cubicBezTo>
                  <a:pt x="1318" y="248"/>
                  <a:pt x="1317" y="248"/>
                  <a:pt x="1316" y="247"/>
                </a:cubicBezTo>
                <a:cubicBezTo>
                  <a:pt x="1315" y="247"/>
                  <a:pt x="1314" y="247"/>
                  <a:pt x="1313" y="247"/>
                </a:cubicBezTo>
                <a:cubicBezTo>
                  <a:pt x="1312" y="247"/>
                  <a:pt x="1311" y="247"/>
                  <a:pt x="1310" y="247"/>
                </a:cubicBezTo>
                <a:close/>
                <a:moveTo>
                  <a:pt x="633" y="257"/>
                </a:moveTo>
                <a:cubicBezTo>
                  <a:pt x="632" y="258"/>
                  <a:pt x="631" y="258"/>
                  <a:pt x="630" y="258"/>
                </a:cubicBezTo>
                <a:cubicBezTo>
                  <a:pt x="629" y="259"/>
                  <a:pt x="628" y="259"/>
                  <a:pt x="628" y="260"/>
                </a:cubicBezTo>
                <a:cubicBezTo>
                  <a:pt x="627" y="260"/>
                  <a:pt x="627" y="261"/>
                  <a:pt x="627" y="261"/>
                </a:cubicBezTo>
                <a:cubicBezTo>
                  <a:pt x="627" y="262"/>
                  <a:pt x="627" y="262"/>
                  <a:pt x="627" y="263"/>
                </a:cubicBezTo>
                <a:cubicBezTo>
                  <a:pt x="627" y="263"/>
                  <a:pt x="628" y="264"/>
                  <a:pt x="629" y="264"/>
                </a:cubicBezTo>
                <a:cubicBezTo>
                  <a:pt x="629" y="264"/>
                  <a:pt x="630" y="265"/>
                  <a:pt x="631" y="265"/>
                </a:cubicBezTo>
                <a:cubicBezTo>
                  <a:pt x="632" y="265"/>
                  <a:pt x="633" y="265"/>
                  <a:pt x="634" y="265"/>
                </a:cubicBezTo>
                <a:cubicBezTo>
                  <a:pt x="635" y="265"/>
                  <a:pt x="636" y="265"/>
                  <a:pt x="638" y="265"/>
                </a:cubicBezTo>
                <a:cubicBezTo>
                  <a:pt x="639" y="265"/>
                  <a:pt x="639" y="264"/>
                  <a:pt x="640" y="264"/>
                </a:cubicBezTo>
                <a:cubicBezTo>
                  <a:pt x="641" y="264"/>
                  <a:pt x="642" y="263"/>
                  <a:pt x="642" y="263"/>
                </a:cubicBezTo>
                <a:cubicBezTo>
                  <a:pt x="643" y="262"/>
                  <a:pt x="643" y="262"/>
                  <a:pt x="643" y="261"/>
                </a:cubicBezTo>
                <a:cubicBezTo>
                  <a:pt x="643" y="261"/>
                  <a:pt x="643" y="260"/>
                  <a:pt x="643" y="260"/>
                </a:cubicBezTo>
                <a:cubicBezTo>
                  <a:pt x="643" y="259"/>
                  <a:pt x="642" y="259"/>
                  <a:pt x="641" y="258"/>
                </a:cubicBezTo>
                <a:cubicBezTo>
                  <a:pt x="641" y="258"/>
                  <a:pt x="640" y="258"/>
                  <a:pt x="639" y="257"/>
                </a:cubicBezTo>
                <a:cubicBezTo>
                  <a:pt x="638" y="257"/>
                  <a:pt x="637" y="257"/>
                  <a:pt x="636" y="257"/>
                </a:cubicBezTo>
                <a:cubicBezTo>
                  <a:pt x="635" y="257"/>
                  <a:pt x="634" y="257"/>
                  <a:pt x="633" y="257"/>
                </a:cubicBezTo>
                <a:close/>
                <a:moveTo>
                  <a:pt x="674" y="257"/>
                </a:moveTo>
                <a:cubicBezTo>
                  <a:pt x="673" y="258"/>
                  <a:pt x="672" y="258"/>
                  <a:pt x="671" y="258"/>
                </a:cubicBezTo>
                <a:cubicBezTo>
                  <a:pt x="670" y="259"/>
                  <a:pt x="669" y="259"/>
                  <a:pt x="669" y="260"/>
                </a:cubicBezTo>
                <a:cubicBezTo>
                  <a:pt x="668" y="260"/>
                  <a:pt x="668" y="261"/>
                  <a:pt x="668" y="261"/>
                </a:cubicBezTo>
                <a:cubicBezTo>
                  <a:pt x="668" y="262"/>
                  <a:pt x="668" y="262"/>
                  <a:pt x="668" y="263"/>
                </a:cubicBezTo>
                <a:cubicBezTo>
                  <a:pt x="669" y="263"/>
                  <a:pt x="669" y="264"/>
                  <a:pt x="670" y="264"/>
                </a:cubicBezTo>
                <a:cubicBezTo>
                  <a:pt x="671" y="264"/>
                  <a:pt x="671" y="265"/>
                  <a:pt x="672" y="265"/>
                </a:cubicBezTo>
                <a:cubicBezTo>
                  <a:pt x="673" y="265"/>
                  <a:pt x="674" y="265"/>
                  <a:pt x="675" y="265"/>
                </a:cubicBezTo>
                <a:cubicBezTo>
                  <a:pt x="677" y="265"/>
                  <a:pt x="678" y="265"/>
                  <a:pt x="679" y="265"/>
                </a:cubicBezTo>
                <a:cubicBezTo>
                  <a:pt x="680" y="265"/>
                  <a:pt x="681" y="264"/>
                  <a:pt x="681" y="264"/>
                </a:cubicBezTo>
                <a:cubicBezTo>
                  <a:pt x="682" y="264"/>
                  <a:pt x="683" y="263"/>
                  <a:pt x="683" y="263"/>
                </a:cubicBezTo>
                <a:cubicBezTo>
                  <a:pt x="684" y="262"/>
                  <a:pt x="684" y="262"/>
                  <a:pt x="684" y="261"/>
                </a:cubicBezTo>
                <a:cubicBezTo>
                  <a:pt x="684" y="261"/>
                  <a:pt x="684" y="260"/>
                  <a:pt x="684" y="260"/>
                </a:cubicBezTo>
                <a:cubicBezTo>
                  <a:pt x="684" y="259"/>
                  <a:pt x="683" y="259"/>
                  <a:pt x="682" y="258"/>
                </a:cubicBezTo>
                <a:cubicBezTo>
                  <a:pt x="682" y="258"/>
                  <a:pt x="681" y="258"/>
                  <a:pt x="680" y="257"/>
                </a:cubicBezTo>
                <a:cubicBezTo>
                  <a:pt x="679" y="257"/>
                  <a:pt x="678" y="257"/>
                  <a:pt x="677" y="257"/>
                </a:cubicBezTo>
                <a:cubicBezTo>
                  <a:pt x="676" y="257"/>
                  <a:pt x="675" y="257"/>
                  <a:pt x="674" y="257"/>
                </a:cubicBezTo>
                <a:close/>
                <a:moveTo>
                  <a:pt x="509" y="257"/>
                </a:moveTo>
                <a:cubicBezTo>
                  <a:pt x="508" y="258"/>
                  <a:pt x="507" y="258"/>
                  <a:pt x="507" y="258"/>
                </a:cubicBezTo>
                <a:cubicBezTo>
                  <a:pt x="506" y="259"/>
                  <a:pt x="505" y="259"/>
                  <a:pt x="505" y="260"/>
                </a:cubicBezTo>
                <a:cubicBezTo>
                  <a:pt x="504" y="260"/>
                  <a:pt x="504" y="261"/>
                  <a:pt x="504" y="261"/>
                </a:cubicBezTo>
                <a:cubicBezTo>
                  <a:pt x="503" y="262"/>
                  <a:pt x="504" y="262"/>
                  <a:pt x="504" y="263"/>
                </a:cubicBezTo>
                <a:cubicBezTo>
                  <a:pt x="504" y="263"/>
                  <a:pt x="505" y="264"/>
                  <a:pt x="505" y="264"/>
                </a:cubicBezTo>
                <a:cubicBezTo>
                  <a:pt x="506" y="264"/>
                  <a:pt x="507" y="265"/>
                  <a:pt x="508" y="265"/>
                </a:cubicBezTo>
                <a:cubicBezTo>
                  <a:pt x="509" y="265"/>
                  <a:pt x="510" y="265"/>
                  <a:pt x="511" y="265"/>
                </a:cubicBezTo>
                <a:cubicBezTo>
                  <a:pt x="512" y="265"/>
                  <a:pt x="513" y="265"/>
                  <a:pt x="514" y="265"/>
                </a:cubicBezTo>
                <a:cubicBezTo>
                  <a:pt x="515" y="265"/>
                  <a:pt x="516" y="264"/>
                  <a:pt x="517" y="264"/>
                </a:cubicBezTo>
                <a:cubicBezTo>
                  <a:pt x="518" y="264"/>
                  <a:pt x="518" y="263"/>
                  <a:pt x="519" y="263"/>
                </a:cubicBezTo>
                <a:cubicBezTo>
                  <a:pt x="520" y="262"/>
                  <a:pt x="520" y="262"/>
                  <a:pt x="520" y="261"/>
                </a:cubicBezTo>
                <a:cubicBezTo>
                  <a:pt x="520" y="261"/>
                  <a:pt x="520" y="260"/>
                  <a:pt x="520" y="260"/>
                </a:cubicBezTo>
                <a:cubicBezTo>
                  <a:pt x="519" y="259"/>
                  <a:pt x="519" y="259"/>
                  <a:pt x="518" y="258"/>
                </a:cubicBezTo>
                <a:cubicBezTo>
                  <a:pt x="518" y="258"/>
                  <a:pt x="517" y="258"/>
                  <a:pt x="516" y="257"/>
                </a:cubicBezTo>
                <a:cubicBezTo>
                  <a:pt x="515" y="257"/>
                  <a:pt x="514" y="257"/>
                  <a:pt x="513" y="257"/>
                </a:cubicBezTo>
                <a:cubicBezTo>
                  <a:pt x="512" y="257"/>
                  <a:pt x="510" y="257"/>
                  <a:pt x="509" y="257"/>
                </a:cubicBezTo>
                <a:close/>
                <a:moveTo>
                  <a:pt x="756" y="257"/>
                </a:moveTo>
                <a:cubicBezTo>
                  <a:pt x="755" y="258"/>
                  <a:pt x="754" y="258"/>
                  <a:pt x="753" y="258"/>
                </a:cubicBezTo>
                <a:cubicBezTo>
                  <a:pt x="752" y="259"/>
                  <a:pt x="751" y="259"/>
                  <a:pt x="751" y="260"/>
                </a:cubicBezTo>
                <a:cubicBezTo>
                  <a:pt x="750" y="260"/>
                  <a:pt x="750" y="261"/>
                  <a:pt x="750" y="261"/>
                </a:cubicBezTo>
                <a:cubicBezTo>
                  <a:pt x="750" y="262"/>
                  <a:pt x="750" y="262"/>
                  <a:pt x="750" y="263"/>
                </a:cubicBezTo>
                <a:cubicBezTo>
                  <a:pt x="751" y="263"/>
                  <a:pt x="751" y="264"/>
                  <a:pt x="752" y="264"/>
                </a:cubicBezTo>
                <a:cubicBezTo>
                  <a:pt x="753" y="264"/>
                  <a:pt x="754" y="265"/>
                  <a:pt x="755" y="265"/>
                </a:cubicBezTo>
                <a:cubicBezTo>
                  <a:pt x="755" y="265"/>
                  <a:pt x="757" y="265"/>
                  <a:pt x="758" y="265"/>
                </a:cubicBezTo>
                <a:cubicBezTo>
                  <a:pt x="759" y="265"/>
                  <a:pt x="760" y="265"/>
                  <a:pt x="761" y="265"/>
                </a:cubicBezTo>
                <a:cubicBezTo>
                  <a:pt x="762" y="265"/>
                  <a:pt x="763" y="264"/>
                  <a:pt x="764" y="264"/>
                </a:cubicBezTo>
                <a:cubicBezTo>
                  <a:pt x="764" y="264"/>
                  <a:pt x="765" y="263"/>
                  <a:pt x="766" y="263"/>
                </a:cubicBezTo>
                <a:cubicBezTo>
                  <a:pt x="766" y="262"/>
                  <a:pt x="766" y="262"/>
                  <a:pt x="767" y="261"/>
                </a:cubicBezTo>
                <a:cubicBezTo>
                  <a:pt x="767" y="261"/>
                  <a:pt x="766" y="260"/>
                  <a:pt x="766" y="260"/>
                </a:cubicBezTo>
                <a:cubicBezTo>
                  <a:pt x="766" y="259"/>
                  <a:pt x="765" y="259"/>
                  <a:pt x="765" y="258"/>
                </a:cubicBezTo>
                <a:cubicBezTo>
                  <a:pt x="764" y="258"/>
                  <a:pt x="763" y="258"/>
                  <a:pt x="762" y="257"/>
                </a:cubicBezTo>
                <a:cubicBezTo>
                  <a:pt x="761" y="257"/>
                  <a:pt x="760" y="257"/>
                  <a:pt x="759" y="257"/>
                </a:cubicBezTo>
                <a:cubicBezTo>
                  <a:pt x="758" y="257"/>
                  <a:pt x="757" y="257"/>
                  <a:pt x="756" y="257"/>
                </a:cubicBezTo>
                <a:close/>
                <a:moveTo>
                  <a:pt x="468" y="257"/>
                </a:moveTo>
                <a:cubicBezTo>
                  <a:pt x="467" y="258"/>
                  <a:pt x="466" y="258"/>
                  <a:pt x="466" y="258"/>
                </a:cubicBezTo>
                <a:cubicBezTo>
                  <a:pt x="465" y="259"/>
                  <a:pt x="464" y="259"/>
                  <a:pt x="464" y="260"/>
                </a:cubicBezTo>
                <a:cubicBezTo>
                  <a:pt x="463" y="260"/>
                  <a:pt x="463" y="261"/>
                  <a:pt x="462" y="261"/>
                </a:cubicBezTo>
                <a:cubicBezTo>
                  <a:pt x="462" y="262"/>
                  <a:pt x="462" y="262"/>
                  <a:pt x="463" y="263"/>
                </a:cubicBezTo>
                <a:cubicBezTo>
                  <a:pt x="463" y="263"/>
                  <a:pt x="464" y="264"/>
                  <a:pt x="464" y="264"/>
                </a:cubicBezTo>
                <a:cubicBezTo>
                  <a:pt x="465" y="264"/>
                  <a:pt x="466" y="265"/>
                  <a:pt x="467" y="265"/>
                </a:cubicBezTo>
                <a:cubicBezTo>
                  <a:pt x="468" y="265"/>
                  <a:pt x="469" y="265"/>
                  <a:pt x="470" y="265"/>
                </a:cubicBezTo>
                <a:cubicBezTo>
                  <a:pt x="471" y="265"/>
                  <a:pt x="472" y="265"/>
                  <a:pt x="473" y="265"/>
                </a:cubicBezTo>
                <a:cubicBezTo>
                  <a:pt x="474" y="265"/>
                  <a:pt x="475" y="264"/>
                  <a:pt x="476" y="264"/>
                </a:cubicBezTo>
                <a:cubicBezTo>
                  <a:pt x="477" y="264"/>
                  <a:pt x="477" y="263"/>
                  <a:pt x="478" y="263"/>
                </a:cubicBezTo>
                <a:cubicBezTo>
                  <a:pt x="478" y="262"/>
                  <a:pt x="479" y="262"/>
                  <a:pt x="479" y="261"/>
                </a:cubicBezTo>
                <a:cubicBezTo>
                  <a:pt x="479" y="261"/>
                  <a:pt x="479" y="260"/>
                  <a:pt x="479" y="260"/>
                </a:cubicBezTo>
                <a:cubicBezTo>
                  <a:pt x="478" y="259"/>
                  <a:pt x="478" y="259"/>
                  <a:pt x="477" y="258"/>
                </a:cubicBezTo>
                <a:cubicBezTo>
                  <a:pt x="477" y="258"/>
                  <a:pt x="476" y="258"/>
                  <a:pt x="475" y="257"/>
                </a:cubicBezTo>
                <a:cubicBezTo>
                  <a:pt x="474" y="257"/>
                  <a:pt x="473" y="257"/>
                  <a:pt x="472" y="257"/>
                </a:cubicBezTo>
                <a:cubicBezTo>
                  <a:pt x="471" y="257"/>
                  <a:pt x="469" y="257"/>
                  <a:pt x="468" y="257"/>
                </a:cubicBezTo>
                <a:close/>
                <a:moveTo>
                  <a:pt x="551" y="257"/>
                </a:moveTo>
                <a:cubicBezTo>
                  <a:pt x="549" y="258"/>
                  <a:pt x="549" y="258"/>
                  <a:pt x="548" y="258"/>
                </a:cubicBezTo>
                <a:cubicBezTo>
                  <a:pt x="547" y="259"/>
                  <a:pt x="546" y="259"/>
                  <a:pt x="546" y="260"/>
                </a:cubicBezTo>
                <a:cubicBezTo>
                  <a:pt x="545" y="260"/>
                  <a:pt x="545" y="261"/>
                  <a:pt x="545" y="261"/>
                </a:cubicBezTo>
                <a:cubicBezTo>
                  <a:pt x="545" y="262"/>
                  <a:pt x="545" y="262"/>
                  <a:pt x="545" y="263"/>
                </a:cubicBezTo>
                <a:cubicBezTo>
                  <a:pt x="545" y="263"/>
                  <a:pt x="546" y="264"/>
                  <a:pt x="546" y="264"/>
                </a:cubicBezTo>
                <a:cubicBezTo>
                  <a:pt x="547" y="264"/>
                  <a:pt x="548" y="265"/>
                  <a:pt x="549" y="265"/>
                </a:cubicBezTo>
                <a:cubicBezTo>
                  <a:pt x="550" y="265"/>
                  <a:pt x="551" y="265"/>
                  <a:pt x="552" y="265"/>
                </a:cubicBezTo>
                <a:cubicBezTo>
                  <a:pt x="553" y="265"/>
                  <a:pt x="554" y="265"/>
                  <a:pt x="555" y="265"/>
                </a:cubicBezTo>
                <a:cubicBezTo>
                  <a:pt x="556" y="265"/>
                  <a:pt x="557" y="264"/>
                  <a:pt x="558" y="264"/>
                </a:cubicBezTo>
                <a:cubicBezTo>
                  <a:pt x="559" y="264"/>
                  <a:pt x="560" y="263"/>
                  <a:pt x="560" y="263"/>
                </a:cubicBezTo>
                <a:cubicBezTo>
                  <a:pt x="561" y="262"/>
                  <a:pt x="561" y="262"/>
                  <a:pt x="561" y="261"/>
                </a:cubicBezTo>
                <a:cubicBezTo>
                  <a:pt x="561" y="261"/>
                  <a:pt x="561" y="260"/>
                  <a:pt x="561" y="260"/>
                </a:cubicBezTo>
                <a:cubicBezTo>
                  <a:pt x="560" y="259"/>
                  <a:pt x="560" y="259"/>
                  <a:pt x="559" y="258"/>
                </a:cubicBezTo>
                <a:cubicBezTo>
                  <a:pt x="559" y="258"/>
                  <a:pt x="558" y="258"/>
                  <a:pt x="557" y="257"/>
                </a:cubicBezTo>
                <a:cubicBezTo>
                  <a:pt x="556" y="257"/>
                  <a:pt x="555" y="257"/>
                  <a:pt x="554" y="257"/>
                </a:cubicBezTo>
                <a:cubicBezTo>
                  <a:pt x="553" y="257"/>
                  <a:pt x="552" y="257"/>
                  <a:pt x="551" y="257"/>
                </a:cubicBezTo>
                <a:close/>
                <a:moveTo>
                  <a:pt x="592" y="257"/>
                </a:moveTo>
                <a:cubicBezTo>
                  <a:pt x="591" y="258"/>
                  <a:pt x="590" y="258"/>
                  <a:pt x="589" y="258"/>
                </a:cubicBezTo>
                <a:cubicBezTo>
                  <a:pt x="588" y="259"/>
                  <a:pt x="587" y="259"/>
                  <a:pt x="587" y="260"/>
                </a:cubicBezTo>
                <a:cubicBezTo>
                  <a:pt x="586" y="260"/>
                  <a:pt x="586" y="261"/>
                  <a:pt x="586" y="261"/>
                </a:cubicBezTo>
                <a:cubicBezTo>
                  <a:pt x="586" y="262"/>
                  <a:pt x="586" y="262"/>
                  <a:pt x="586" y="263"/>
                </a:cubicBezTo>
                <a:cubicBezTo>
                  <a:pt x="586" y="263"/>
                  <a:pt x="587" y="264"/>
                  <a:pt x="588" y="264"/>
                </a:cubicBezTo>
                <a:cubicBezTo>
                  <a:pt x="588" y="264"/>
                  <a:pt x="589" y="265"/>
                  <a:pt x="590" y="265"/>
                </a:cubicBezTo>
                <a:cubicBezTo>
                  <a:pt x="591" y="265"/>
                  <a:pt x="592" y="265"/>
                  <a:pt x="593" y="265"/>
                </a:cubicBezTo>
                <a:cubicBezTo>
                  <a:pt x="594" y="265"/>
                  <a:pt x="595" y="265"/>
                  <a:pt x="596" y="265"/>
                </a:cubicBezTo>
                <a:cubicBezTo>
                  <a:pt x="597" y="265"/>
                  <a:pt x="598" y="264"/>
                  <a:pt x="599" y="264"/>
                </a:cubicBezTo>
                <a:cubicBezTo>
                  <a:pt x="600" y="264"/>
                  <a:pt x="601" y="263"/>
                  <a:pt x="601" y="263"/>
                </a:cubicBezTo>
                <a:cubicBezTo>
                  <a:pt x="602" y="262"/>
                  <a:pt x="602" y="262"/>
                  <a:pt x="602" y="261"/>
                </a:cubicBezTo>
                <a:cubicBezTo>
                  <a:pt x="602" y="261"/>
                  <a:pt x="602" y="260"/>
                  <a:pt x="602" y="260"/>
                </a:cubicBezTo>
                <a:cubicBezTo>
                  <a:pt x="602" y="259"/>
                  <a:pt x="601" y="259"/>
                  <a:pt x="600" y="258"/>
                </a:cubicBezTo>
                <a:cubicBezTo>
                  <a:pt x="600" y="258"/>
                  <a:pt x="599" y="258"/>
                  <a:pt x="598" y="257"/>
                </a:cubicBezTo>
                <a:cubicBezTo>
                  <a:pt x="597" y="257"/>
                  <a:pt x="596" y="257"/>
                  <a:pt x="595" y="257"/>
                </a:cubicBezTo>
                <a:cubicBezTo>
                  <a:pt x="594" y="257"/>
                  <a:pt x="593" y="257"/>
                  <a:pt x="592" y="257"/>
                </a:cubicBezTo>
                <a:close/>
                <a:moveTo>
                  <a:pt x="304" y="257"/>
                </a:moveTo>
                <a:cubicBezTo>
                  <a:pt x="303" y="258"/>
                  <a:pt x="302" y="258"/>
                  <a:pt x="301" y="258"/>
                </a:cubicBezTo>
                <a:cubicBezTo>
                  <a:pt x="301" y="259"/>
                  <a:pt x="300" y="259"/>
                  <a:pt x="299" y="260"/>
                </a:cubicBezTo>
                <a:cubicBezTo>
                  <a:pt x="299" y="260"/>
                  <a:pt x="298" y="261"/>
                  <a:pt x="298" y="261"/>
                </a:cubicBezTo>
                <a:cubicBezTo>
                  <a:pt x="298" y="262"/>
                  <a:pt x="298" y="262"/>
                  <a:pt x="298" y="263"/>
                </a:cubicBezTo>
                <a:cubicBezTo>
                  <a:pt x="299" y="263"/>
                  <a:pt x="299" y="264"/>
                  <a:pt x="300" y="264"/>
                </a:cubicBezTo>
                <a:cubicBezTo>
                  <a:pt x="300" y="264"/>
                  <a:pt x="301" y="265"/>
                  <a:pt x="302" y="265"/>
                </a:cubicBezTo>
                <a:cubicBezTo>
                  <a:pt x="303" y="265"/>
                  <a:pt x="304" y="265"/>
                  <a:pt x="305" y="265"/>
                </a:cubicBezTo>
                <a:cubicBezTo>
                  <a:pt x="306" y="265"/>
                  <a:pt x="307" y="265"/>
                  <a:pt x="308" y="265"/>
                </a:cubicBezTo>
                <a:cubicBezTo>
                  <a:pt x="310" y="265"/>
                  <a:pt x="310" y="264"/>
                  <a:pt x="311" y="264"/>
                </a:cubicBezTo>
                <a:cubicBezTo>
                  <a:pt x="312" y="264"/>
                  <a:pt x="313" y="263"/>
                  <a:pt x="313" y="263"/>
                </a:cubicBezTo>
                <a:cubicBezTo>
                  <a:pt x="314" y="262"/>
                  <a:pt x="314" y="262"/>
                  <a:pt x="315" y="261"/>
                </a:cubicBezTo>
                <a:cubicBezTo>
                  <a:pt x="315" y="261"/>
                  <a:pt x="315" y="260"/>
                  <a:pt x="314" y="260"/>
                </a:cubicBezTo>
                <a:cubicBezTo>
                  <a:pt x="314" y="259"/>
                  <a:pt x="314" y="259"/>
                  <a:pt x="313" y="258"/>
                </a:cubicBezTo>
                <a:cubicBezTo>
                  <a:pt x="312" y="258"/>
                  <a:pt x="312" y="258"/>
                  <a:pt x="311" y="257"/>
                </a:cubicBezTo>
                <a:cubicBezTo>
                  <a:pt x="310" y="257"/>
                  <a:pt x="309" y="257"/>
                  <a:pt x="308" y="257"/>
                </a:cubicBezTo>
                <a:cubicBezTo>
                  <a:pt x="306" y="257"/>
                  <a:pt x="305" y="257"/>
                  <a:pt x="304" y="257"/>
                </a:cubicBezTo>
                <a:close/>
                <a:moveTo>
                  <a:pt x="427" y="257"/>
                </a:moveTo>
                <a:cubicBezTo>
                  <a:pt x="426" y="258"/>
                  <a:pt x="425" y="258"/>
                  <a:pt x="425" y="258"/>
                </a:cubicBezTo>
                <a:cubicBezTo>
                  <a:pt x="424" y="259"/>
                  <a:pt x="423" y="259"/>
                  <a:pt x="422" y="260"/>
                </a:cubicBezTo>
                <a:cubicBezTo>
                  <a:pt x="422" y="260"/>
                  <a:pt x="422" y="261"/>
                  <a:pt x="421" y="261"/>
                </a:cubicBezTo>
                <a:cubicBezTo>
                  <a:pt x="421" y="262"/>
                  <a:pt x="421" y="262"/>
                  <a:pt x="422" y="263"/>
                </a:cubicBezTo>
                <a:cubicBezTo>
                  <a:pt x="422" y="263"/>
                  <a:pt x="422" y="264"/>
                  <a:pt x="423" y="264"/>
                </a:cubicBezTo>
                <a:cubicBezTo>
                  <a:pt x="424" y="264"/>
                  <a:pt x="425" y="265"/>
                  <a:pt x="425" y="265"/>
                </a:cubicBezTo>
                <a:cubicBezTo>
                  <a:pt x="426" y="265"/>
                  <a:pt x="427" y="265"/>
                  <a:pt x="429" y="265"/>
                </a:cubicBezTo>
                <a:cubicBezTo>
                  <a:pt x="430" y="265"/>
                  <a:pt x="431" y="265"/>
                  <a:pt x="432" y="265"/>
                </a:cubicBezTo>
                <a:cubicBezTo>
                  <a:pt x="433" y="265"/>
                  <a:pt x="434" y="264"/>
                  <a:pt x="435" y="264"/>
                </a:cubicBezTo>
                <a:cubicBezTo>
                  <a:pt x="436" y="264"/>
                  <a:pt x="436" y="263"/>
                  <a:pt x="437" y="263"/>
                </a:cubicBezTo>
                <a:cubicBezTo>
                  <a:pt x="437" y="262"/>
                  <a:pt x="438" y="262"/>
                  <a:pt x="438" y="261"/>
                </a:cubicBezTo>
                <a:cubicBezTo>
                  <a:pt x="438" y="261"/>
                  <a:pt x="438" y="260"/>
                  <a:pt x="438" y="260"/>
                </a:cubicBezTo>
                <a:cubicBezTo>
                  <a:pt x="437" y="259"/>
                  <a:pt x="437" y="259"/>
                  <a:pt x="436" y="258"/>
                </a:cubicBezTo>
                <a:cubicBezTo>
                  <a:pt x="436" y="258"/>
                  <a:pt x="435" y="258"/>
                  <a:pt x="434" y="257"/>
                </a:cubicBezTo>
                <a:cubicBezTo>
                  <a:pt x="433" y="257"/>
                  <a:pt x="432" y="257"/>
                  <a:pt x="431" y="257"/>
                </a:cubicBezTo>
                <a:cubicBezTo>
                  <a:pt x="430" y="257"/>
                  <a:pt x="428" y="257"/>
                  <a:pt x="427" y="257"/>
                </a:cubicBezTo>
                <a:close/>
                <a:moveTo>
                  <a:pt x="386" y="257"/>
                </a:moveTo>
                <a:cubicBezTo>
                  <a:pt x="385" y="258"/>
                  <a:pt x="384" y="258"/>
                  <a:pt x="383" y="258"/>
                </a:cubicBezTo>
                <a:cubicBezTo>
                  <a:pt x="383" y="259"/>
                  <a:pt x="382" y="259"/>
                  <a:pt x="381" y="260"/>
                </a:cubicBezTo>
                <a:cubicBezTo>
                  <a:pt x="381" y="260"/>
                  <a:pt x="380" y="261"/>
                  <a:pt x="380" y="261"/>
                </a:cubicBezTo>
                <a:cubicBezTo>
                  <a:pt x="380" y="262"/>
                  <a:pt x="380" y="262"/>
                  <a:pt x="381" y="263"/>
                </a:cubicBezTo>
                <a:cubicBezTo>
                  <a:pt x="381" y="263"/>
                  <a:pt x="381" y="264"/>
                  <a:pt x="382" y="264"/>
                </a:cubicBezTo>
                <a:cubicBezTo>
                  <a:pt x="383" y="264"/>
                  <a:pt x="383" y="265"/>
                  <a:pt x="384" y="265"/>
                </a:cubicBezTo>
                <a:cubicBezTo>
                  <a:pt x="385" y="265"/>
                  <a:pt x="386" y="265"/>
                  <a:pt x="387" y="265"/>
                </a:cubicBezTo>
                <a:cubicBezTo>
                  <a:pt x="389" y="265"/>
                  <a:pt x="390" y="265"/>
                  <a:pt x="391" y="265"/>
                </a:cubicBezTo>
                <a:cubicBezTo>
                  <a:pt x="392" y="265"/>
                  <a:pt x="393" y="264"/>
                  <a:pt x="394" y="264"/>
                </a:cubicBezTo>
                <a:cubicBezTo>
                  <a:pt x="394" y="264"/>
                  <a:pt x="395" y="263"/>
                  <a:pt x="396" y="263"/>
                </a:cubicBezTo>
                <a:cubicBezTo>
                  <a:pt x="396" y="262"/>
                  <a:pt x="397" y="262"/>
                  <a:pt x="397" y="261"/>
                </a:cubicBezTo>
                <a:cubicBezTo>
                  <a:pt x="397" y="261"/>
                  <a:pt x="397" y="260"/>
                  <a:pt x="396" y="260"/>
                </a:cubicBezTo>
                <a:cubicBezTo>
                  <a:pt x="396" y="259"/>
                  <a:pt x="396" y="259"/>
                  <a:pt x="395" y="258"/>
                </a:cubicBezTo>
                <a:cubicBezTo>
                  <a:pt x="394" y="258"/>
                  <a:pt x="394" y="258"/>
                  <a:pt x="393" y="257"/>
                </a:cubicBezTo>
                <a:cubicBezTo>
                  <a:pt x="392" y="257"/>
                  <a:pt x="391" y="257"/>
                  <a:pt x="390" y="257"/>
                </a:cubicBezTo>
                <a:cubicBezTo>
                  <a:pt x="388" y="257"/>
                  <a:pt x="387" y="257"/>
                  <a:pt x="386" y="257"/>
                </a:cubicBezTo>
                <a:close/>
                <a:moveTo>
                  <a:pt x="263" y="257"/>
                </a:moveTo>
                <a:cubicBezTo>
                  <a:pt x="262" y="258"/>
                  <a:pt x="261" y="258"/>
                  <a:pt x="260" y="258"/>
                </a:cubicBezTo>
                <a:cubicBezTo>
                  <a:pt x="259" y="259"/>
                  <a:pt x="259" y="259"/>
                  <a:pt x="258" y="260"/>
                </a:cubicBezTo>
                <a:cubicBezTo>
                  <a:pt x="258" y="260"/>
                  <a:pt x="257" y="261"/>
                  <a:pt x="257" y="261"/>
                </a:cubicBezTo>
                <a:cubicBezTo>
                  <a:pt x="257" y="262"/>
                  <a:pt x="257" y="262"/>
                  <a:pt x="257" y="263"/>
                </a:cubicBezTo>
                <a:cubicBezTo>
                  <a:pt x="257" y="263"/>
                  <a:pt x="258" y="264"/>
                  <a:pt x="259" y="264"/>
                </a:cubicBezTo>
                <a:cubicBezTo>
                  <a:pt x="259" y="264"/>
                  <a:pt x="260" y="265"/>
                  <a:pt x="261" y="265"/>
                </a:cubicBezTo>
                <a:cubicBezTo>
                  <a:pt x="262" y="265"/>
                  <a:pt x="263" y="265"/>
                  <a:pt x="264" y="265"/>
                </a:cubicBezTo>
                <a:cubicBezTo>
                  <a:pt x="265" y="265"/>
                  <a:pt x="266" y="265"/>
                  <a:pt x="267" y="265"/>
                </a:cubicBezTo>
                <a:cubicBezTo>
                  <a:pt x="268" y="265"/>
                  <a:pt x="269" y="264"/>
                  <a:pt x="270" y="264"/>
                </a:cubicBezTo>
                <a:cubicBezTo>
                  <a:pt x="271" y="264"/>
                  <a:pt x="272" y="263"/>
                  <a:pt x="272" y="263"/>
                </a:cubicBezTo>
                <a:cubicBezTo>
                  <a:pt x="273" y="262"/>
                  <a:pt x="273" y="262"/>
                  <a:pt x="273" y="261"/>
                </a:cubicBezTo>
                <a:cubicBezTo>
                  <a:pt x="274" y="261"/>
                  <a:pt x="274" y="260"/>
                  <a:pt x="273" y="260"/>
                </a:cubicBezTo>
                <a:cubicBezTo>
                  <a:pt x="273" y="259"/>
                  <a:pt x="273" y="259"/>
                  <a:pt x="272" y="258"/>
                </a:cubicBezTo>
                <a:cubicBezTo>
                  <a:pt x="271" y="258"/>
                  <a:pt x="271" y="258"/>
                  <a:pt x="270" y="257"/>
                </a:cubicBezTo>
                <a:cubicBezTo>
                  <a:pt x="269" y="257"/>
                  <a:pt x="268" y="257"/>
                  <a:pt x="267" y="257"/>
                </a:cubicBezTo>
                <a:cubicBezTo>
                  <a:pt x="265" y="257"/>
                  <a:pt x="264" y="257"/>
                  <a:pt x="263" y="257"/>
                </a:cubicBezTo>
                <a:close/>
                <a:moveTo>
                  <a:pt x="345" y="257"/>
                </a:moveTo>
                <a:cubicBezTo>
                  <a:pt x="344" y="258"/>
                  <a:pt x="343" y="258"/>
                  <a:pt x="342" y="258"/>
                </a:cubicBezTo>
                <a:cubicBezTo>
                  <a:pt x="342" y="259"/>
                  <a:pt x="341" y="259"/>
                  <a:pt x="340" y="260"/>
                </a:cubicBezTo>
                <a:cubicBezTo>
                  <a:pt x="340" y="260"/>
                  <a:pt x="339" y="261"/>
                  <a:pt x="339" y="261"/>
                </a:cubicBezTo>
                <a:cubicBezTo>
                  <a:pt x="339" y="262"/>
                  <a:pt x="339" y="262"/>
                  <a:pt x="339" y="263"/>
                </a:cubicBezTo>
                <a:cubicBezTo>
                  <a:pt x="340" y="263"/>
                  <a:pt x="340" y="264"/>
                  <a:pt x="341" y="264"/>
                </a:cubicBezTo>
                <a:cubicBezTo>
                  <a:pt x="341" y="264"/>
                  <a:pt x="342" y="265"/>
                  <a:pt x="343" y="265"/>
                </a:cubicBezTo>
                <a:cubicBezTo>
                  <a:pt x="344" y="265"/>
                  <a:pt x="345" y="265"/>
                  <a:pt x="346" y="265"/>
                </a:cubicBezTo>
                <a:cubicBezTo>
                  <a:pt x="347" y="265"/>
                  <a:pt x="349" y="265"/>
                  <a:pt x="350" y="265"/>
                </a:cubicBezTo>
                <a:cubicBezTo>
                  <a:pt x="351" y="265"/>
                  <a:pt x="352" y="264"/>
                  <a:pt x="352" y="264"/>
                </a:cubicBezTo>
                <a:cubicBezTo>
                  <a:pt x="353" y="264"/>
                  <a:pt x="354" y="263"/>
                  <a:pt x="355" y="263"/>
                </a:cubicBezTo>
                <a:cubicBezTo>
                  <a:pt x="355" y="262"/>
                  <a:pt x="356" y="262"/>
                  <a:pt x="356" y="261"/>
                </a:cubicBezTo>
                <a:cubicBezTo>
                  <a:pt x="356" y="261"/>
                  <a:pt x="356" y="260"/>
                  <a:pt x="355" y="260"/>
                </a:cubicBezTo>
                <a:cubicBezTo>
                  <a:pt x="355" y="259"/>
                  <a:pt x="355" y="259"/>
                  <a:pt x="354" y="258"/>
                </a:cubicBezTo>
                <a:cubicBezTo>
                  <a:pt x="353" y="258"/>
                  <a:pt x="353" y="258"/>
                  <a:pt x="352" y="257"/>
                </a:cubicBezTo>
                <a:cubicBezTo>
                  <a:pt x="351" y="257"/>
                  <a:pt x="350" y="257"/>
                  <a:pt x="349" y="257"/>
                </a:cubicBezTo>
                <a:cubicBezTo>
                  <a:pt x="347" y="257"/>
                  <a:pt x="346" y="257"/>
                  <a:pt x="345" y="257"/>
                </a:cubicBezTo>
                <a:close/>
                <a:moveTo>
                  <a:pt x="1576" y="257"/>
                </a:moveTo>
                <a:cubicBezTo>
                  <a:pt x="1576" y="258"/>
                  <a:pt x="1575" y="258"/>
                  <a:pt x="1574" y="258"/>
                </a:cubicBezTo>
                <a:cubicBezTo>
                  <a:pt x="1573" y="259"/>
                  <a:pt x="1573" y="259"/>
                  <a:pt x="1572" y="260"/>
                </a:cubicBezTo>
                <a:cubicBezTo>
                  <a:pt x="1572" y="260"/>
                  <a:pt x="1572" y="261"/>
                  <a:pt x="1572" y="261"/>
                </a:cubicBezTo>
                <a:cubicBezTo>
                  <a:pt x="1572" y="262"/>
                  <a:pt x="1572" y="262"/>
                  <a:pt x="1573" y="263"/>
                </a:cubicBezTo>
                <a:cubicBezTo>
                  <a:pt x="1573" y="263"/>
                  <a:pt x="1574" y="264"/>
                  <a:pt x="1574" y="264"/>
                </a:cubicBezTo>
                <a:cubicBezTo>
                  <a:pt x="1575" y="264"/>
                  <a:pt x="1576" y="265"/>
                  <a:pt x="1577" y="265"/>
                </a:cubicBezTo>
                <a:cubicBezTo>
                  <a:pt x="1578" y="265"/>
                  <a:pt x="1579" y="265"/>
                  <a:pt x="1580" y="265"/>
                </a:cubicBezTo>
                <a:cubicBezTo>
                  <a:pt x="1582" y="265"/>
                  <a:pt x="1583" y="265"/>
                  <a:pt x="1584" y="265"/>
                </a:cubicBezTo>
                <a:cubicBezTo>
                  <a:pt x="1585" y="265"/>
                  <a:pt x="1585" y="264"/>
                  <a:pt x="1586" y="264"/>
                </a:cubicBezTo>
                <a:cubicBezTo>
                  <a:pt x="1587" y="264"/>
                  <a:pt x="1587" y="263"/>
                  <a:pt x="1588" y="263"/>
                </a:cubicBezTo>
                <a:cubicBezTo>
                  <a:pt x="1588" y="262"/>
                  <a:pt x="1588" y="262"/>
                  <a:pt x="1588" y="261"/>
                </a:cubicBezTo>
                <a:cubicBezTo>
                  <a:pt x="1588" y="261"/>
                  <a:pt x="1588" y="260"/>
                  <a:pt x="1587" y="260"/>
                </a:cubicBezTo>
                <a:cubicBezTo>
                  <a:pt x="1587" y="259"/>
                  <a:pt x="1586" y="259"/>
                  <a:pt x="1586" y="258"/>
                </a:cubicBezTo>
                <a:cubicBezTo>
                  <a:pt x="1585" y="258"/>
                  <a:pt x="1584" y="258"/>
                  <a:pt x="1583" y="257"/>
                </a:cubicBezTo>
                <a:cubicBezTo>
                  <a:pt x="1582" y="257"/>
                  <a:pt x="1581" y="257"/>
                  <a:pt x="1580" y="257"/>
                </a:cubicBezTo>
                <a:cubicBezTo>
                  <a:pt x="1579" y="257"/>
                  <a:pt x="1577" y="257"/>
                  <a:pt x="1576" y="257"/>
                </a:cubicBezTo>
                <a:close/>
                <a:moveTo>
                  <a:pt x="2028" y="257"/>
                </a:moveTo>
                <a:cubicBezTo>
                  <a:pt x="2027" y="258"/>
                  <a:pt x="2026" y="258"/>
                  <a:pt x="2026" y="258"/>
                </a:cubicBezTo>
                <a:cubicBezTo>
                  <a:pt x="2025" y="259"/>
                  <a:pt x="2024" y="259"/>
                  <a:pt x="2024" y="260"/>
                </a:cubicBezTo>
                <a:cubicBezTo>
                  <a:pt x="2024" y="260"/>
                  <a:pt x="2024" y="261"/>
                  <a:pt x="2024" y="261"/>
                </a:cubicBezTo>
                <a:cubicBezTo>
                  <a:pt x="2024" y="262"/>
                  <a:pt x="2024" y="262"/>
                  <a:pt x="2025" y="263"/>
                </a:cubicBezTo>
                <a:cubicBezTo>
                  <a:pt x="2025" y="263"/>
                  <a:pt x="2026" y="264"/>
                  <a:pt x="2027" y="264"/>
                </a:cubicBezTo>
                <a:cubicBezTo>
                  <a:pt x="2028" y="264"/>
                  <a:pt x="2029" y="265"/>
                  <a:pt x="2030" y="265"/>
                </a:cubicBezTo>
                <a:cubicBezTo>
                  <a:pt x="2031" y="265"/>
                  <a:pt x="2032" y="265"/>
                  <a:pt x="2033" y="265"/>
                </a:cubicBezTo>
                <a:cubicBezTo>
                  <a:pt x="2034" y="265"/>
                  <a:pt x="2035" y="265"/>
                  <a:pt x="2036" y="265"/>
                </a:cubicBezTo>
                <a:cubicBezTo>
                  <a:pt x="2037" y="265"/>
                  <a:pt x="2038" y="264"/>
                  <a:pt x="2038" y="264"/>
                </a:cubicBezTo>
                <a:cubicBezTo>
                  <a:pt x="2039" y="264"/>
                  <a:pt x="2040" y="263"/>
                  <a:pt x="2040" y="263"/>
                </a:cubicBezTo>
                <a:cubicBezTo>
                  <a:pt x="2040" y="262"/>
                  <a:pt x="2040" y="262"/>
                  <a:pt x="2040" y="261"/>
                </a:cubicBezTo>
                <a:cubicBezTo>
                  <a:pt x="2040" y="261"/>
                  <a:pt x="2040" y="260"/>
                  <a:pt x="2039" y="260"/>
                </a:cubicBezTo>
                <a:cubicBezTo>
                  <a:pt x="2039" y="259"/>
                  <a:pt x="2038" y="259"/>
                  <a:pt x="2037" y="258"/>
                </a:cubicBezTo>
                <a:cubicBezTo>
                  <a:pt x="2036" y="258"/>
                  <a:pt x="2035" y="258"/>
                  <a:pt x="2034" y="257"/>
                </a:cubicBezTo>
                <a:cubicBezTo>
                  <a:pt x="2033" y="257"/>
                  <a:pt x="2032" y="257"/>
                  <a:pt x="2031" y="257"/>
                </a:cubicBezTo>
                <a:cubicBezTo>
                  <a:pt x="2030" y="257"/>
                  <a:pt x="2029" y="257"/>
                  <a:pt x="2028" y="257"/>
                </a:cubicBezTo>
                <a:close/>
                <a:moveTo>
                  <a:pt x="1659" y="257"/>
                </a:moveTo>
                <a:cubicBezTo>
                  <a:pt x="1658" y="258"/>
                  <a:pt x="1657" y="258"/>
                  <a:pt x="1656" y="258"/>
                </a:cubicBezTo>
                <a:cubicBezTo>
                  <a:pt x="1655" y="259"/>
                  <a:pt x="1655" y="259"/>
                  <a:pt x="1654" y="260"/>
                </a:cubicBezTo>
                <a:cubicBezTo>
                  <a:pt x="1654" y="260"/>
                  <a:pt x="1654" y="261"/>
                  <a:pt x="1654" y="261"/>
                </a:cubicBezTo>
                <a:cubicBezTo>
                  <a:pt x="1654" y="262"/>
                  <a:pt x="1654" y="262"/>
                  <a:pt x="1655" y="263"/>
                </a:cubicBezTo>
                <a:cubicBezTo>
                  <a:pt x="1655" y="263"/>
                  <a:pt x="1656" y="264"/>
                  <a:pt x="1657" y="264"/>
                </a:cubicBezTo>
                <a:cubicBezTo>
                  <a:pt x="1658" y="264"/>
                  <a:pt x="1658" y="265"/>
                  <a:pt x="1659" y="265"/>
                </a:cubicBezTo>
                <a:cubicBezTo>
                  <a:pt x="1660" y="265"/>
                  <a:pt x="1662" y="265"/>
                  <a:pt x="1663" y="265"/>
                </a:cubicBezTo>
                <a:cubicBezTo>
                  <a:pt x="1664" y="265"/>
                  <a:pt x="1665" y="265"/>
                  <a:pt x="1666" y="265"/>
                </a:cubicBezTo>
                <a:cubicBezTo>
                  <a:pt x="1667" y="265"/>
                  <a:pt x="1668" y="264"/>
                  <a:pt x="1668" y="264"/>
                </a:cubicBezTo>
                <a:cubicBezTo>
                  <a:pt x="1669" y="264"/>
                  <a:pt x="1670" y="263"/>
                  <a:pt x="1670" y="263"/>
                </a:cubicBezTo>
                <a:cubicBezTo>
                  <a:pt x="1670" y="262"/>
                  <a:pt x="1671" y="262"/>
                  <a:pt x="1670" y="261"/>
                </a:cubicBezTo>
                <a:cubicBezTo>
                  <a:pt x="1670" y="261"/>
                  <a:pt x="1670" y="260"/>
                  <a:pt x="1670" y="260"/>
                </a:cubicBezTo>
                <a:cubicBezTo>
                  <a:pt x="1669" y="259"/>
                  <a:pt x="1668" y="259"/>
                  <a:pt x="1668" y="258"/>
                </a:cubicBezTo>
                <a:cubicBezTo>
                  <a:pt x="1667" y="258"/>
                  <a:pt x="1666" y="258"/>
                  <a:pt x="1665" y="257"/>
                </a:cubicBezTo>
                <a:cubicBezTo>
                  <a:pt x="1664" y="257"/>
                  <a:pt x="1663" y="257"/>
                  <a:pt x="1662" y="257"/>
                </a:cubicBezTo>
                <a:cubicBezTo>
                  <a:pt x="1661" y="257"/>
                  <a:pt x="1660" y="257"/>
                  <a:pt x="1659" y="257"/>
                </a:cubicBezTo>
                <a:close/>
                <a:moveTo>
                  <a:pt x="1864" y="257"/>
                </a:moveTo>
                <a:cubicBezTo>
                  <a:pt x="1863" y="258"/>
                  <a:pt x="1862" y="258"/>
                  <a:pt x="1861" y="258"/>
                </a:cubicBezTo>
                <a:cubicBezTo>
                  <a:pt x="1861" y="259"/>
                  <a:pt x="1860" y="259"/>
                  <a:pt x="1860" y="260"/>
                </a:cubicBezTo>
                <a:cubicBezTo>
                  <a:pt x="1859" y="260"/>
                  <a:pt x="1859" y="261"/>
                  <a:pt x="1859" y="261"/>
                </a:cubicBezTo>
                <a:cubicBezTo>
                  <a:pt x="1860" y="262"/>
                  <a:pt x="1860" y="262"/>
                  <a:pt x="1860" y="263"/>
                </a:cubicBezTo>
                <a:cubicBezTo>
                  <a:pt x="1861" y="263"/>
                  <a:pt x="1862" y="264"/>
                  <a:pt x="1862" y="264"/>
                </a:cubicBezTo>
                <a:cubicBezTo>
                  <a:pt x="1863" y="264"/>
                  <a:pt x="1864" y="265"/>
                  <a:pt x="1865" y="265"/>
                </a:cubicBezTo>
                <a:cubicBezTo>
                  <a:pt x="1866" y="265"/>
                  <a:pt x="1867" y="265"/>
                  <a:pt x="1868" y="265"/>
                </a:cubicBezTo>
                <a:cubicBezTo>
                  <a:pt x="1870" y="265"/>
                  <a:pt x="1871" y="265"/>
                  <a:pt x="1872" y="265"/>
                </a:cubicBezTo>
                <a:cubicBezTo>
                  <a:pt x="1872" y="265"/>
                  <a:pt x="1873" y="264"/>
                  <a:pt x="1874" y="264"/>
                </a:cubicBezTo>
                <a:cubicBezTo>
                  <a:pt x="1875" y="264"/>
                  <a:pt x="1875" y="263"/>
                  <a:pt x="1876" y="263"/>
                </a:cubicBezTo>
                <a:cubicBezTo>
                  <a:pt x="1876" y="262"/>
                  <a:pt x="1876" y="262"/>
                  <a:pt x="1876" y="261"/>
                </a:cubicBezTo>
                <a:cubicBezTo>
                  <a:pt x="1876" y="261"/>
                  <a:pt x="1875" y="260"/>
                  <a:pt x="1875" y="260"/>
                </a:cubicBezTo>
                <a:cubicBezTo>
                  <a:pt x="1874" y="259"/>
                  <a:pt x="1874" y="259"/>
                  <a:pt x="1873" y="258"/>
                </a:cubicBezTo>
                <a:cubicBezTo>
                  <a:pt x="1872" y="258"/>
                  <a:pt x="1871" y="258"/>
                  <a:pt x="1870" y="257"/>
                </a:cubicBezTo>
                <a:cubicBezTo>
                  <a:pt x="1869" y="257"/>
                  <a:pt x="1868" y="257"/>
                  <a:pt x="1867" y="257"/>
                </a:cubicBezTo>
                <a:cubicBezTo>
                  <a:pt x="1866" y="257"/>
                  <a:pt x="1865" y="257"/>
                  <a:pt x="1864" y="257"/>
                </a:cubicBezTo>
                <a:close/>
                <a:moveTo>
                  <a:pt x="2110" y="257"/>
                </a:moveTo>
                <a:cubicBezTo>
                  <a:pt x="2109" y="258"/>
                  <a:pt x="2108" y="258"/>
                  <a:pt x="2108" y="258"/>
                </a:cubicBezTo>
                <a:cubicBezTo>
                  <a:pt x="2107" y="259"/>
                  <a:pt x="2106" y="259"/>
                  <a:pt x="2106" y="260"/>
                </a:cubicBezTo>
                <a:cubicBezTo>
                  <a:pt x="2106" y="260"/>
                  <a:pt x="2106" y="261"/>
                  <a:pt x="2106" y="261"/>
                </a:cubicBezTo>
                <a:cubicBezTo>
                  <a:pt x="2106" y="262"/>
                  <a:pt x="2106" y="262"/>
                  <a:pt x="2107" y="263"/>
                </a:cubicBezTo>
                <a:cubicBezTo>
                  <a:pt x="2108" y="263"/>
                  <a:pt x="2108" y="264"/>
                  <a:pt x="2109" y="264"/>
                </a:cubicBezTo>
                <a:cubicBezTo>
                  <a:pt x="2110" y="264"/>
                  <a:pt x="2111" y="265"/>
                  <a:pt x="2112" y="265"/>
                </a:cubicBezTo>
                <a:cubicBezTo>
                  <a:pt x="2113" y="265"/>
                  <a:pt x="2114" y="265"/>
                  <a:pt x="2115" y="265"/>
                </a:cubicBezTo>
                <a:cubicBezTo>
                  <a:pt x="2116" y="265"/>
                  <a:pt x="2117" y="265"/>
                  <a:pt x="2118" y="265"/>
                </a:cubicBezTo>
                <a:cubicBezTo>
                  <a:pt x="2119" y="265"/>
                  <a:pt x="2120" y="264"/>
                  <a:pt x="2121" y="264"/>
                </a:cubicBezTo>
                <a:cubicBezTo>
                  <a:pt x="2121" y="264"/>
                  <a:pt x="2122" y="263"/>
                  <a:pt x="2122" y="263"/>
                </a:cubicBezTo>
                <a:cubicBezTo>
                  <a:pt x="2122" y="262"/>
                  <a:pt x="2123" y="262"/>
                  <a:pt x="2122" y="261"/>
                </a:cubicBezTo>
                <a:cubicBezTo>
                  <a:pt x="2122" y="261"/>
                  <a:pt x="2122" y="260"/>
                  <a:pt x="2121" y="260"/>
                </a:cubicBezTo>
                <a:cubicBezTo>
                  <a:pt x="2121" y="259"/>
                  <a:pt x="2120" y="259"/>
                  <a:pt x="2119" y="258"/>
                </a:cubicBezTo>
                <a:cubicBezTo>
                  <a:pt x="2118" y="258"/>
                  <a:pt x="2117" y="258"/>
                  <a:pt x="2116" y="257"/>
                </a:cubicBezTo>
                <a:cubicBezTo>
                  <a:pt x="2115" y="257"/>
                  <a:pt x="2114" y="257"/>
                  <a:pt x="2113" y="257"/>
                </a:cubicBezTo>
                <a:cubicBezTo>
                  <a:pt x="2112" y="257"/>
                  <a:pt x="2111" y="257"/>
                  <a:pt x="2110" y="257"/>
                </a:cubicBezTo>
                <a:close/>
                <a:moveTo>
                  <a:pt x="1618" y="257"/>
                </a:moveTo>
                <a:cubicBezTo>
                  <a:pt x="1617" y="258"/>
                  <a:pt x="1616" y="258"/>
                  <a:pt x="1615" y="258"/>
                </a:cubicBezTo>
                <a:cubicBezTo>
                  <a:pt x="1614" y="259"/>
                  <a:pt x="1614" y="259"/>
                  <a:pt x="1613" y="260"/>
                </a:cubicBezTo>
                <a:cubicBezTo>
                  <a:pt x="1613" y="260"/>
                  <a:pt x="1613" y="261"/>
                  <a:pt x="1613" y="261"/>
                </a:cubicBezTo>
                <a:cubicBezTo>
                  <a:pt x="1613" y="262"/>
                  <a:pt x="1613" y="262"/>
                  <a:pt x="1614" y="263"/>
                </a:cubicBezTo>
                <a:cubicBezTo>
                  <a:pt x="1614" y="263"/>
                  <a:pt x="1615" y="264"/>
                  <a:pt x="1616" y="264"/>
                </a:cubicBezTo>
                <a:cubicBezTo>
                  <a:pt x="1616" y="264"/>
                  <a:pt x="1617" y="265"/>
                  <a:pt x="1618" y="265"/>
                </a:cubicBezTo>
                <a:cubicBezTo>
                  <a:pt x="1619" y="265"/>
                  <a:pt x="1620" y="265"/>
                  <a:pt x="1622" y="265"/>
                </a:cubicBezTo>
                <a:cubicBezTo>
                  <a:pt x="1623" y="265"/>
                  <a:pt x="1624" y="265"/>
                  <a:pt x="1625" y="265"/>
                </a:cubicBezTo>
                <a:cubicBezTo>
                  <a:pt x="1626" y="265"/>
                  <a:pt x="1627" y="264"/>
                  <a:pt x="1627" y="264"/>
                </a:cubicBezTo>
                <a:cubicBezTo>
                  <a:pt x="1628" y="264"/>
                  <a:pt x="1628" y="263"/>
                  <a:pt x="1629" y="263"/>
                </a:cubicBezTo>
                <a:cubicBezTo>
                  <a:pt x="1629" y="262"/>
                  <a:pt x="1629" y="262"/>
                  <a:pt x="1629" y="261"/>
                </a:cubicBezTo>
                <a:cubicBezTo>
                  <a:pt x="1629" y="261"/>
                  <a:pt x="1629" y="260"/>
                  <a:pt x="1629" y="260"/>
                </a:cubicBezTo>
                <a:cubicBezTo>
                  <a:pt x="1628" y="259"/>
                  <a:pt x="1627" y="259"/>
                  <a:pt x="1627" y="258"/>
                </a:cubicBezTo>
                <a:cubicBezTo>
                  <a:pt x="1626" y="258"/>
                  <a:pt x="1625" y="258"/>
                  <a:pt x="1624" y="257"/>
                </a:cubicBezTo>
                <a:cubicBezTo>
                  <a:pt x="1623" y="257"/>
                  <a:pt x="1622" y="257"/>
                  <a:pt x="1621" y="257"/>
                </a:cubicBezTo>
                <a:cubicBezTo>
                  <a:pt x="1620" y="257"/>
                  <a:pt x="1618" y="257"/>
                  <a:pt x="1618" y="257"/>
                </a:cubicBezTo>
                <a:close/>
                <a:moveTo>
                  <a:pt x="1782" y="257"/>
                </a:moveTo>
                <a:cubicBezTo>
                  <a:pt x="1781" y="258"/>
                  <a:pt x="1780" y="258"/>
                  <a:pt x="1779" y="258"/>
                </a:cubicBezTo>
                <a:cubicBezTo>
                  <a:pt x="1779" y="259"/>
                  <a:pt x="1778" y="259"/>
                  <a:pt x="1778" y="260"/>
                </a:cubicBezTo>
                <a:cubicBezTo>
                  <a:pt x="1777" y="260"/>
                  <a:pt x="1777" y="261"/>
                  <a:pt x="1777" y="261"/>
                </a:cubicBezTo>
                <a:cubicBezTo>
                  <a:pt x="1777" y="262"/>
                  <a:pt x="1778" y="262"/>
                  <a:pt x="1778" y="263"/>
                </a:cubicBezTo>
                <a:cubicBezTo>
                  <a:pt x="1779" y="263"/>
                  <a:pt x="1779" y="264"/>
                  <a:pt x="1780" y="264"/>
                </a:cubicBezTo>
                <a:cubicBezTo>
                  <a:pt x="1781" y="264"/>
                  <a:pt x="1782" y="265"/>
                  <a:pt x="1783" y="265"/>
                </a:cubicBezTo>
                <a:cubicBezTo>
                  <a:pt x="1784" y="265"/>
                  <a:pt x="1785" y="265"/>
                  <a:pt x="1786" y="265"/>
                </a:cubicBezTo>
                <a:cubicBezTo>
                  <a:pt x="1787" y="265"/>
                  <a:pt x="1788" y="265"/>
                  <a:pt x="1789" y="265"/>
                </a:cubicBezTo>
                <a:cubicBezTo>
                  <a:pt x="1790" y="265"/>
                  <a:pt x="1791" y="264"/>
                  <a:pt x="1792" y="264"/>
                </a:cubicBezTo>
                <a:cubicBezTo>
                  <a:pt x="1792" y="264"/>
                  <a:pt x="1793" y="263"/>
                  <a:pt x="1793" y="263"/>
                </a:cubicBezTo>
                <a:cubicBezTo>
                  <a:pt x="1794" y="262"/>
                  <a:pt x="1794" y="262"/>
                  <a:pt x="1794" y="261"/>
                </a:cubicBezTo>
                <a:cubicBezTo>
                  <a:pt x="1794" y="261"/>
                  <a:pt x="1793" y="260"/>
                  <a:pt x="1793" y="260"/>
                </a:cubicBezTo>
                <a:cubicBezTo>
                  <a:pt x="1792" y="259"/>
                  <a:pt x="1792" y="259"/>
                  <a:pt x="1791" y="258"/>
                </a:cubicBezTo>
                <a:cubicBezTo>
                  <a:pt x="1790" y="258"/>
                  <a:pt x="1789" y="258"/>
                  <a:pt x="1788" y="257"/>
                </a:cubicBezTo>
                <a:cubicBezTo>
                  <a:pt x="1787" y="257"/>
                  <a:pt x="1786" y="257"/>
                  <a:pt x="1785" y="257"/>
                </a:cubicBezTo>
                <a:cubicBezTo>
                  <a:pt x="1784" y="257"/>
                  <a:pt x="1783" y="257"/>
                  <a:pt x="1782" y="257"/>
                </a:cubicBezTo>
                <a:close/>
                <a:moveTo>
                  <a:pt x="2233" y="257"/>
                </a:moveTo>
                <a:cubicBezTo>
                  <a:pt x="2232" y="258"/>
                  <a:pt x="2231" y="258"/>
                  <a:pt x="2231" y="258"/>
                </a:cubicBezTo>
                <a:cubicBezTo>
                  <a:pt x="2230" y="259"/>
                  <a:pt x="2230" y="259"/>
                  <a:pt x="2229" y="260"/>
                </a:cubicBezTo>
                <a:cubicBezTo>
                  <a:pt x="2229" y="260"/>
                  <a:pt x="2229" y="261"/>
                  <a:pt x="2229" y="261"/>
                </a:cubicBezTo>
                <a:cubicBezTo>
                  <a:pt x="2229" y="262"/>
                  <a:pt x="2230" y="262"/>
                  <a:pt x="2230" y="263"/>
                </a:cubicBezTo>
                <a:cubicBezTo>
                  <a:pt x="2231" y="263"/>
                  <a:pt x="2232" y="264"/>
                  <a:pt x="2232" y="264"/>
                </a:cubicBezTo>
                <a:cubicBezTo>
                  <a:pt x="2233" y="264"/>
                  <a:pt x="2234" y="265"/>
                  <a:pt x="2235" y="265"/>
                </a:cubicBezTo>
                <a:cubicBezTo>
                  <a:pt x="2236" y="265"/>
                  <a:pt x="2238" y="265"/>
                  <a:pt x="2239" y="265"/>
                </a:cubicBezTo>
                <a:cubicBezTo>
                  <a:pt x="2240" y="265"/>
                  <a:pt x="2241" y="265"/>
                  <a:pt x="2242" y="265"/>
                </a:cubicBezTo>
                <a:cubicBezTo>
                  <a:pt x="2243" y="265"/>
                  <a:pt x="2243" y="264"/>
                  <a:pt x="2244" y="264"/>
                </a:cubicBezTo>
                <a:cubicBezTo>
                  <a:pt x="2245" y="264"/>
                  <a:pt x="2245" y="263"/>
                  <a:pt x="2245" y="263"/>
                </a:cubicBezTo>
                <a:cubicBezTo>
                  <a:pt x="2246" y="262"/>
                  <a:pt x="2246" y="262"/>
                  <a:pt x="2246" y="261"/>
                </a:cubicBezTo>
                <a:cubicBezTo>
                  <a:pt x="2245" y="261"/>
                  <a:pt x="2245" y="260"/>
                  <a:pt x="2245" y="260"/>
                </a:cubicBezTo>
                <a:cubicBezTo>
                  <a:pt x="2244" y="259"/>
                  <a:pt x="2243" y="259"/>
                  <a:pt x="2242" y="258"/>
                </a:cubicBezTo>
                <a:cubicBezTo>
                  <a:pt x="2242" y="258"/>
                  <a:pt x="2241" y="258"/>
                  <a:pt x="2240" y="257"/>
                </a:cubicBezTo>
                <a:cubicBezTo>
                  <a:pt x="2238" y="257"/>
                  <a:pt x="2237" y="257"/>
                  <a:pt x="2236" y="257"/>
                </a:cubicBezTo>
                <a:cubicBezTo>
                  <a:pt x="2235" y="257"/>
                  <a:pt x="2234" y="257"/>
                  <a:pt x="2233" y="257"/>
                </a:cubicBezTo>
                <a:close/>
                <a:moveTo>
                  <a:pt x="1330" y="257"/>
                </a:moveTo>
                <a:cubicBezTo>
                  <a:pt x="1329" y="258"/>
                  <a:pt x="1328" y="258"/>
                  <a:pt x="1328" y="258"/>
                </a:cubicBezTo>
                <a:cubicBezTo>
                  <a:pt x="1327" y="259"/>
                  <a:pt x="1326" y="259"/>
                  <a:pt x="1326" y="260"/>
                </a:cubicBezTo>
                <a:cubicBezTo>
                  <a:pt x="1325" y="260"/>
                  <a:pt x="1325" y="261"/>
                  <a:pt x="1325" y="261"/>
                </a:cubicBezTo>
                <a:cubicBezTo>
                  <a:pt x="1325" y="262"/>
                  <a:pt x="1326" y="262"/>
                  <a:pt x="1326" y="263"/>
                </a:cubicBezTo>
                <a:cubicBezTo>
                  <a:pt x="1326" y="263"/>
                  <a:pt x="1327" y="264"/>
                  <a:pt x="1328" y="264"/>
                </a:cubicBezTo>
                <a:cubicBezTo>
                  <a:pt x="1328" y="264"/>
                  <a:pt x="1329" y="265"/>
                  <a:pt x="1330" y="265"/>
                </a:cubicBezTo>
                <a:cubicBezTo>
                  <a:pt x="1331" y="265"/>
                  <a:pt x="1332" y="265"/>
                  <a:pt x="1334" y="265"/>
                </a:cubicBezTo>
                <a:cubicBezTo>
                  <a:pt x="1335" y="265"/>
                  <a:pt x="1336" y="265"/>
                  <a:pt x="1337" y="265"/>
                </a:cubicBezTo>
                <a:cubicBezTo>
                  <a:pt x="1338" y="265"/>
                  <a:pt x="1339" y="264"/>
                  <a:pt x="1339" y="264"/>
                </a:cubicBezTo>
                <a:cubicBezTo>
                  <a:pt x="1340" y="264"/>
                  <a:pt x="1341" y="263"/>
                  <a:pt x="1341" y="263"/>
                </a:cubicBezTo>
                <a:cubicBezTo>
                  <a:pt x="1342" y="262"/>
                  <a:pt x="1342" y="262"/>
                  <a:pt x="1342" y="261"/>
                </a:cubicBezTo>
                <a:cubicBezTo>
                  <a:pt x="1342" y="261"/>
                  <a:pt x="1341" y="260"/>
                  <a:pt x="1341" y="260"/>
                </a:cubicBezTo>
                <a:cubicBezTo>
                  <a:pt x="1341" y="259"/>
                  <a:pt x="1340" y="259"/>
                  <a:pt x="1339" y="258"/>
                </a:cubicBezTo>
                <a:cubicBezTo>
                  <a:pt x="1338" y="258"/>
                  <a:pt x="1338" y="258"/>
                  <a:pt x="1337" y="257"/>
                </a:cubicBezTo>
                <a:cubicBezTo>
                  <a:pt x="1336" y="257"/>
                  <a:pt x="1335" y="257"/>
                  <a:pt x="1333" y="257"/>
                </a:cubicBezTo>
                <a:cubicBezTo>
                  <a:pt x="1332" y="257"/>
                  <a:pt x="1331" y="257"/>
                  <a:pt x="1330" y="257"/>
                </a:cubicBezTo>
                <a:close/>
                <a:moveTo>
                  <a:pt x="1535" y="257"/>
                </a:moveTo>
                <a:cubicBezTo>
                  <a:pt x="1534" y="258"/>
                  <a:pt x="1534" y="258"/>
                  <a:pt x="1533" y="258"/>
                </a:cubicBezTo>
                <a:cubicBezTo>
                  <a:pt x="1532" y="259"/>
                  <a:pt x="1532" y="259"/>
                  <a:pt x="1531" y="260"/>
                </a:cubicBezTo>
                <a:cubicBezTo>
                  <a:pt x="1531" y="260"/>
                  <a:pt x="1531" y="261"/>
                  <a:pt x="1531" y="261"/>
                </a:cubicBezTo>
                <a:cubicBezTo>
                  <a:pt x="1531" y="262"/>
                  <a:pt x="1531" y="262"/>
                  <a:pt x="1532" y="263"/>
                </a:cubicBezTo>
                <a:cubicBezTo>
                  <a:pt x="1532" y="263"/>
                  <a:pt x="1533" y="264"/>
                  <a:pt x="1533" y="264"/>
                </a:cubicBezTo>
                <a:cubicBezTo>
                  <a:pt x="1534" y="264"/>
                  <a:pt x="1535" y="265"/>
                  <a:pt x="1536" y="265"/>
                </a:cubicBezTo>
                <a:cubicBezTo>
                  <a:pt x="1537" y="265"/>
                  <a:pt x="1538" y="265"/>
                  <a:pt x="1539" y="265"/>
                </a:cubicBezTo>
                <a:cubicBezTo>
                  <a:pt x="1540" y="265"/>
                  <a:pt x="1542" y="265"/>
                  <a:pt x="1542" y="265"/>
                </a:cubicBezTo>
                <a:cubicBezTo>
                  <a:pt x="1543" y="265"/>
                  <a:pt x="1544" y="264"/>
                  <a:pt x="1545" y="264"/>
                </a:cubicBezTo>
                <a:cubicBezTo>
                  <a:pt x="1546" y="264"/>
                  <a:pt x="1546" y="263"/>
                  <a:pt x="1547" y="263"/>
                </a:cubicBezTo>
                <a:cubicBezTo>
                  <a:pt x="1547" y="262"/>
                  <a:pt x="1547" y="262"/>
                  <a:pt x="1547" y="261"/>
                </a:cubicBezTo>
                <a:cubicBezTo>
                  <a:pt x="1547" y="261"/>
                  <a:pt x="1547" y="260"/>
                  <a:pt x="1546" y="260"/>
                </a:cubicBezTo>
                <a:cubicBezTo>
                  <a:pt x="1546" y="259"/>
                  <a:pt x="1545" y="259"/>
                  <a:pt x="1545" y="258"/>
                </a:cubicBezTo>
                <a:cubicBezTo>
                  <a:pt x="1544" y="258"/>
                  <a:pt x="1543" y="258"/>
                  <a:pt x="1542" y="257"/>
                </a:cubicBezTo>
                <a:cubicBezTo>
                  <a:pt x="1541" y="257"/>
                  <a:pt x="1540" y="257"/>
                  <a:pt x="1539" y="257"/>
                </a:cubicBezTo>
                <a:cubicBezTo>
                  <a:pt x="1537" y="257"/>
                  <a:pt x="1536" y="257"/>
                  <a:pt x="1535" y="257"/>
                </a:cubicBezTo>
                <a:close/>
                <a:moveTo>
                  <a:pt x="1166" y="257"/>
                </a:moveTo>
                <a:cubicBezTo>
                  <a:pt x="1165" y="258"/>
                  <a:pt x="1164" y="258"/>
                  <a:pt x="1163" y="258"/>
                </a:cubicBezTo>
                <a:cubicBezTo>
                  <a:pt x="1163" y="259"/>
                  <a:pt x="1162" y="259"/>
                  <a:pt x="1162" y="260"/>
                </a:cubicBezTo>
                <a:cubicBezTo>
                  <a:pt x="1161" y="260"/>
                  <a:pt x="1161" y="261"/>
                  <a:pt x="1161" y="261"/>
                </a:cubicBezTo>
                <a:cubicBezTo>
                  <a:pt x="1161" y="262"/>
                  <a:pt x="1161" y="262"/>
                  <a:pt x="1162" y="263"/>
                </a:cubicBezTo>
                <a:cubicBezTo>
                  <a:pt x="1162" y="263"/>
                  <a:pt x="1163" y="264"/>
                  <a:pt x="1163" y="264"/>
                </a:cubicBezTo>
                <a:cubicBezTo>
                  <a:pt x="1164" y="264"/>
                  <a:pt x="1165" y="265"/>
                  <a:pt x="1166" y="265"/>
                </a:cubicBezTo>
                <a:cubicBezTo>
                  <a:pt x="1167" y="265"/>
                  <a:pt x="1168" y="265"/>
                  <a:pt x="1169" y="265"/>
                </a:cubicBezTo>
                <a:cubicBezTo>
                  <a:pt x="1170" y="265"/>
                  <a:pt x="1171" y="265"/>
                  <a:pt x="1172" y="265"/>
                </a:cubicBezTo>
                <a:cubicBezTo>
                  <a:pt x="1173" y="265"/>
                  <a:pt x="1174" y="264"/>
                  <a:pt x="1175" y="264"/>
                </a:cubicBezTo>
                <a:cubicBezTo>
                  <a:pt x="1176" y="264"/>
                  <a:pt x="1176" y="263"/>
                  <a:pt x="1177" y="263"/>
                </a:cubicBezTo>
                <a:cubicBezTo>
                  <a:pt x="1177" y="262"/>
                  <a:pt x="1177" y="262"/>
                  <a:pt x="1177" y="261"/>
                </a:cubicBezTo>
                <a:cubicBezTo>
                  <a:pt x="1177" y="261"/>
                  <a:pt x="1177" y="260"/>
                  <a:pt x="1177" y="260"/>
                </a:cubicBezTo>
                <a:cubicBezTo>
                  <a:pt x="1176" y="259"/>
                  <a:pt x="1176" y="259"/>
                  <a:pt x="1175" y="258"/>
                </a:cubicBezTo>
                <a:cubicBezTo>
                  <a:pt x="1174" y="258"/>
                  <a:pt x="1173" y="258"/>
                  <a:pt x="1172" y="257"/>
                </a:cubicBezTo>
                <a:cubicBezTo>
                  <a:pt x="1171" y="257"/>
                  <a:pt x="1170" y="257"/>
                  <a:pt x="1169" y="257"/>
                </a:cubicBezTo>
                <a:cubicBezTo>
                  <a:pt x="1168" y="257"/>
                  <a:pt x="1167" y="257"/>
                  <a:pt x="1166" y="257"/>
                </a:cubicBezTo>
                <a:close/>
                <a:moveTo>
                  <a:pt x="1823" y="257"/>
                </a:moveTo>
                <a:cubicBezTo>
                  <a:pt x="1822" y="258"/>
                  <a:pt x="1821" y="258"/>
                  <a:pt x="1820" y="258"/>
                </a:cubicBezTo>
                <a:cubicBezTo>
                  <a:pt x="1820" y="259"/>
                  <a:pt x="1819" y="259"/>
                  <a:pt x="1819" y="260"/>
                </a:cubicBezTo>
                <a:cubicBezTo>
                  <a:pt x="1818" y="260"/>
                  <a:pt x="1818" y="261"/>
                  <a:pt x="1818" y="261"/>
                </a:cubicBezTo>
                <a:cubicBezTo>
                  <a:pt x="1818" y="262"/>
                  <a:pt x="1819" y="262"/>
                  <a:pt x="1819" y="263"/>
                </a:cubicBezTo>
                <a:cubicBezTo>
                  <a:pt x="1820" y="263"/>
                  <a:pt x="1820" y="264"/>
                  <a:pt x="1821" y="264"/>
                </a:cubicBezTo>
                <a:cubicBezTo>
                  <a:pt x="1822" y="264"/>
                  <a:pt x="1823" y="265"/>
                  <a:pt x="1824" y="265"/>
                </a:cubicBezTo>
                <a:cubicBezTo>
                  <a:pt x="1825" y="265"/>
                  <a:pt x="1826" y="265"/>
                  <a:pt x="1827" y="265"/>
                </a:cubicBezTo>
                <a:cubicBezTo>
                  <a:pt x="1828" y="265"/>
                  <a:pt x="1829" y="265"/>
                  <a:pt x="1830" y="265"/>
                </a:cubicBezTo>
                <a:cubicBezTo>
                  <a:pt x="1831" y="265"/>
                  <a:pt x="1832" y="264"/>
                  <a:pt x="1833" y="264"/>
                </a:cubicBezTo>
                <a:cubicBezTo>
                  <a:pt x="1834" y="264"/>
                  <a:pt x="1834" y="263"/>
                  <a:pt x="1834" y="263"/>
                </a:cubicBezTo>
                <a:cubicBezTo>
                  <a:pt x="1835" y="262"/>
                  <a:pt x="1835" y="262"/>
                  <a:pt x="1835" y="261"/>
                </a:cubicBezTo>
                <a:cubicBezTo>
                  <a:pt x="1835" y="261"/>
                  <a:pt x="1834" y="260"/>
                  <a:pt x="1834" y="260"/>
                </a:cubicBezTo>
                <a:cubicBezTo>
                  <a:pt x="1833" y="259"/>
                  <a:pt x="1833" y="259"/>
                  <a:pt x="1832" y="258"/>
                </a:cubicBezTo>
                <a:cubicBezTo>
                  <a:pt x="1831" y="258"/>
                  <a:pt x="1830" y="258"/>
                  <a:pt x="1829" y="257"/>
                </a:cubicBezTo>
                <a:cubicBezTo>
                  <a:pt x="1828" y="257"/>
                  <a:pt x="1827" y="257"/>
                  <a:pt x="1826" y="257"/>
                </a:cubicBezTo>
                <a:cubicBezTo>
                  <a:pt x="1825" y="257"/>
                  <a:pt x="1824" y="257"/>
                  <a:pt x="1823" y="257"/>
                </a:cubicBezTo>
                <a:close/>
                <a:moveTo>
                  <a:pt x="1289" y="257"/>
                </a:moveTo>
                <a:cubicBezTo>
                  <a:pt x="1288" y="258"/>
                  <a:pt x="1287" y="258"/>
                  <a:pt x="1287" y="258"/>
                </a:cubicBezTo>
                <a:cubicBezTo>
                  <a:pt x="1286" y="259"/>
                  <a:pt x="1285" y="259"/>
                  <a:pt x="1285" y="260"/>
                </a:cubicBezTo>
                <a:cubicBezTo>
                  <a:pt x="1284" y="260"/>
                  <a:pt x="1284" y="261"/>
                  <a:pt x="1284" y="261"/>
                </a:cubicBezTo>
                <a:cubicBezTo>
                  <a:pt x="1284" y="262"/>
                  <a:pt x="1284" y="262"/>
                  <a:pt x="1285" y="263"/>
                </a:cubicBezTo>
                <a:cubicBezTo>
                  <a:pt x="1285" y="263"/>
                  <a:pt x="1286" y="264"/>
                  <a:pt x="1287" y="264"/>
                </a:cubicBezTo>
                <a:cubicBezTo>
                  <a:pt x="1287" y="264"/>
                  <a:pt x="1288" y="265"/>
                  <a:pt x="1289" y="265"/>
                </a:cubicBezTo>
                <a:cubicBezTo>
                  <a:pt x="1290" y="265"/>
                  <a:pt x="1291" y="265"/>
                  <a:pt x="1292" y="265"/>
                </a:cubicBezTo>
                <a:cubicBezTo>
                  <a:pt x="1294" y="265"/>
                  <a:pt x="1295" y="265"/>
                  <a:pt x="1296" y="265"/>
                </a:cubicBezTo>
                <a:cubicBezTo>
                  <a:pt x="1297" y="265"/>
                  <a:pt x="1298" y="264"/>
                  <a:pt x="1298" y="264"/>
                </a:cubicBezTo>
                <a:cubicBezTo>
                  <a:pt x="1299" y="264"/>
                  <a:pt x="1300" y="263"/>
                  <a:pt x="1300" y="263"/>
                </a:cubicBezTo>
                <a:cubicBezTo>
                  <a:pt x="1300" y="262"/>
                  <a:pt x="1301" y="262"/>
                  <a:pt x="1301" y="261"/>
                </a:cubicBezTo>
                <a:cubicBezTo>
                  <a:pt x="1301" y="261"/>
                  <a:pt x="1300" y="260"/>
                  <a:pt x="1300" y="260"/>
                </a:cubicBezTo>
                <a:cubicBezTo>
                  <a:pt x="1300" y="259"/>
                  <a:pt x="1299" y="259"/>
                  <a:pt x="1298" y="258"/>
                </a:cubicBezTo>
                <a:cubicBezTo>
                  <a:pt x="1297" y="258"/>
                  <a:pt x="1297" y="258"/>
                  <a:pt x="1296" y="257"/>
                </a:cubicBezTo>
                <a:cubicBezTo>
                  <a:pt x="1295" y="257"/>
                  <a:pt x="1294" y="257"/>
                  <a:pt x="1292" y="257"/>
                </a:cubicBezTo>
                <a:cubicBezTo>
                  <a:pt x="1291" y="257"/>
                  <a:pt x="1290" y="257"/>
                  <a:pt x="1289" y="257"/>
                </a:cubicBezTo>
                <a:close/>
                <a:moveTo>
                  <a:pt x="2151" y="257"/>
                </a:moveTo>
                <a:cubicBezTo>
                  <a:pt x="2150" y="258"/>
                  <a:pt x="2149" y="258"/>
                  <a:pt x="2149" y="258"/>
                </a:cubicBezTo>
                <a:cubicBezTo>
                  <a:pt x="2148" y="259"/>
                  <a:pt x="2148" y="259"/>
                  <a:pt x="2147" y="260"/>
                </a:cubicBezTo>
                <a:cubicBezTo>
                  <a:pt x="2147" y="260"/>
                  <a:pt x="2147" y="261"/>
                  <a:pt x="2147" y="261"/>
                </a:cubicBezTo>
                <a:cubicBezTo>
                  <a:pt x="2147" y="262"/>
                  <a:pt x="2148" y="262"/>
                  <a:pt x="2148" y="263"/>
                </a:cubicBezTo>
                <a:cubicBezTo>
                  <a:pt x="2149" y="263"/>
                  <a:pt x="2149" y="264"/>
                  <a:pt x="2150" y="264"/>
                </a:cubicBezTo>
                <a:cubicBezTo>
                  <a:pt x="2151" y="264"/>
                  <a:pt x="2152" y="265"/>
                  <a:pt x="2153" y="265"/>
                </a:cubicBezTo>
                <a:cubicBezTo>
                  <a:pt x="2154" y="265"/>
                  <a:pt x="2155" y="265"/>
                  <a:pt x="2156" y="265"/>
                </a:cubicBezTo>
                <a:cubicBezTo>
                  <a:pt x="2157" y="265"/>
                  <a:pt x="2159" y="265"/>
                  <a:pt x="2159" y="265"/>
                </a:cubicBezTo>
                <a:cubicBezTo>
                  <a:pt x="2160" y="265"/>
                  <a:pt x="2161" y="264"/>
                  <a:pt x="2162" y="264"/>
                </a:cubicBezTo>
                <a:cubicBezTo>
                  <a:pt x="2162" y="264"/>
                  <a:pt x="2163" y="263"/>
                  <a:pt x="2163" y="263"/>
                </a:cubicBezTo>
                <a:cubicBezTo>
                  <a:pt x="2164" y="262"/>
                  <a:pt x="2164" y="262"/>
                  <a:pt x="2163" y="261"/>
                </a:cubicBezTo>
                <a:cubicBezTo>
                  <a:pt x="2163" y="261"/>
                  <a:pt x="2163" y="260"/>
                  <a:pt x="2162" y="260"/>
                </a:cubicBezTo>
                <a:cubicBezTo>
                  <a:pt x="2162" y="259"/>
                  <a:pt x="2161" y="259"/>
                  <a:pt x="2160" y="258"/>
                </a:cubicBezTo>
                <a:cubicBezTo>
                  <a:pt x="2159" y="258"/>
                  <a:pt x="2158" y="258"/>
                  <a:pt x="2157" y="257"/>
                </a:cubicBezTo>
                <a:cubicBezTo>
                  <a:pt x="2156" y="257"/>
                  <a:pt x="2155" y="257"/>
                  <a:pt x="2154" y="257"/>
                </a:cubicBezTo>
                <a:cubicBezTo>
                  <a:pt x="2153" y="257"/>
                  <a:pt x="2152" y="257"/>
                  <a:pt x="2151" y="257"/>
                </a:cubicBezTo>
                <a:close/>
                <a:moveTo>
                  <a:pt x="1207" y="257"/>
                </a:moveTo>
                <a:cubicBezTo>
                  <a:pt x="1206" y="258"/>
                  <a:pt x="1205" y="258"/>
                  <a:pt x="1204" y="258"/>
                </a:cubicBezTo>
                <a:cubicBezTo>
                  <a:pt x="1204" y="259"/>
                  <a:pt x="1203" y="259"/>
                  <a:pt x="1203" y="260"/>
                </a:cubicBezTo>
                <a:cubicBezTo>
                  <a:pt x="1202" y="260"/>
                  <a:pt x="1202" y="261"/>
                  <a:pt x="1202" y="261"/>
                </a:cubicBezTo>
                <a:cubicBezTo>
                  <a:pt x="1202" y="262"/>
                  <a:pt x="1202" y="262"/>
                  <a:pt x="1203" y="263"/>
                </a:cubicBezTo>
                <a:cubicBezTo>
                  <a:pt x="1203" y="263"/>
                  <a:pt x="1204" y="264"/>
                  <a:pt x="1204" y="264"/>
                </a:cubicBezTo>
                <a:cubicBezTo>
                  <a:pt x="1205" y="264"/>
                  <a:pt x="1206" y="265"/>
                  <a:pt x="1207" y="265"/>
                </a:cubicBezTo>
                <a:cubicBezTo>
                  <a:pt x="1208" y="265"/>
                  <a:pt x="1209" y="265"/>
                  <a:pt x="1210" y="265"/>
                </a:cubicBezTo>
                <a:cubicBezTo>
                  <a:pt x="1211" y="265"/>
                  <a:pt x="1212" y="265"/>
                  <a:pt x="1213" y="265"/>
                </a:cubicBezTo>
                <a:cubicBezTo>
                  <a:pt x="1214" y="265"/>
                  <a:pt x="1215" y="264"/>
                  <a:pt x="1216" y="264"/>
                </a:cubicBezTo>
                <a:cubicBezTo>
                  <a:pt x="1217" y="264"/>
                  <a:pt x="1217" y="263"/>
                  <a:pt x="1218" y="263"/>
                </a:cubicBezTo>
                <a:cubicBezTo>
                  <a:pt x="1218" y="262"/>
                  <a:pt x="1218" y="262"/>
                  <a:pt x="1218" y="261"/>
                </a:cubicBezTo>
                <a:cubicBezTo>
                  <a:pt x="1218" y="261"/>
                  <a:pt x="1218" y="260"/>
                  <a:pt x="1218" y="260"/>
                </a:cubicBezTo>
                <a:cubicBezTo>
                  <a:pt x="1217" y="259"/>
                  <a:pt x="1217" y="259"/>
                  <a:pt x="1216" y="258"/>
                </a:cubicBezTo>
                <a:cubicBezTo>
                  <a:pt x="1215" y="258"/>
                  <a:pt x="1214" y="258"/>
                  <a:pt x="1213" y="257"/>
                </a:cubicBezTo>
                <a:cubicBezTo>
                  <a:pt x="1213" y="257"/>
                  <a:pt x="1211" y="257"/>
                  <a:pt x="1210" y="257"/>
                </a:cubicBezTo>
                <a:cubicBezTo>
                  <a:pt x="1209" y="257"/>
                  <a:pt x="1208" y="257"/>
                  <a:pt x="1207" y="257"/>
                </a:cubicBezTo>
                <a:close/>
                <a:moveTo>
                  <a:pt x="1741" y="257"/>
                </a:moveTo>
                <a:cubicBezTo>
                  <a:pt x="1740" y="258"/>
                  <a:pt x="1739" y="258"/>
                  <a:pt x="1738" y="258"/>
                </a:cubicBezTo>
                <a:cubicBezTo>
                  <a:pt x="1737" y="259"/>
                  <a:pt x="1737" y="259"/>
                  <a:pt x="1737" y="260"/>
                </a:cubicBezTo>
                <a:cubicBezTo>
                  <a:pt x="1736" y="260"/>
                  <a:pt x="1736" y="261"/>
                  <a:pt x="1736" y="261"/>
                </a:cubicBezTo>
                <a:cubicBezTo>
                  <a:pt x="1736" y="262"/>
                  <a:pt x="1737" y="262"/>
                  <a:pt x="1737" y="263"/>
                </a:cubicBezTo>
                <a:cubicBezTo>
                  <a:pt x="1738" y="263"/>
                  <a:pt x="1738" y="264"/>
                  <a:pt x="1739" y="264"/>
                </a:cubicBezTo>
                <a:cubicBezTo>
                  <a:pt x="1740" y="264"/>
                  <a:pt x="1741" y="265"/>
                  <a:pt x="1742" y="265"/>
                </a:cubicBezTo>
                <a:cubicBezTo>
                  <a:pt x="1743" y="265"/>
                  <a:pt x="1744" y="265"/>
                  <a:pt x="1745" y="265"/>
                </a:cubicBezTo>
                <a:cubicBezTo>
                  <a:pt x="1746" y="265"/>
                  <a:pt x="1747" y="265"/>
                  <a:pt x="1748" y="265"/>
                </a:cubicBezTo>
                <a:cubicBezTo>
                  <a:pt x="1749" y="265"/>
                  <a:pt x="1750" y="264"/>
                  <a:pt x="1751" y="264"/>
                </a:cubicBezTo>
                <a:cubicBezTo>
                  <a:pt x="1751" y="264"/>
                  <a:pt x="1752" y="263"/>
                  <a:pt x="1752" y="263"/>
                </a:cubicBezTo>
                <a:cubicBezTo>
                  <a:pt x="1753" y="262"/>
                  <a:pt x="1753" y="262"/>
                  <a:pt x="1753" y="261"/>
                </a:cubicBezTo>
                <a:cubicBezTo>
                  <a:pt x="1753" y="261"/>
                  <a:pt x="1752" y="260"/>
                  <a:pt x="1752" y="260"/>
                </a:cubicBezTo>
                <a:cubicBezTo>
                  <a:pt x="1751" y="259"/>
                  <a:pt x="1751" y="259"/>
                  <a:pt x="1750" y="258"/>
                </a:cubicBezTo>
                <a:cubicBezTo>
                  <a:pt x="1749" y="258"/>
                  <a:pt x="1748" y="258"/>
                  <a:pt x="1747" y="257"/>
                </a:cubicBezTo>
                <a:cubicBezTo>
                  <a:pt x="1746" y="257"/>
                  <a:pt x="1745" y="257"/>
                  <a:pt x="1744" y="257"/>
                </a:cubicBezTo>
                <a:cubicBezTo>
                  <a:pt x="1743" y="257"/>
                  <a:pt x="1742" y="257"/>
                  <a:pt x="1741" y="257"/>
                </a:cubicBezTo>
                <a:close/>
                <a:moveTo>
                  <a:pt x="1946" y="257"/>
                </a:moveTo>
                <a:cubicBezTo>
                  <a:pt x="1945" y="258"/>
                  <a:pt x="1944" y="258"/>
                  <a:pt x="1943" y="258"/>
                </a:cubicBezTo>
                <a:cubicBezTo>
                  <a:pt x="1943" y="259"/>
                  <a:pt x="1942" y="259"/>
                  <a:pt x="1942" y="260"/>
                </a:cubicBezTo>
                <a:cubicBezTo>
                  <a:pt x="1942" y="260"/>
                  <a:pt x="1941" y="261"/>
                  <a:pt x="1942" y="261"/>
                </a:cubicBezTo>
                <a:cubicBezTo>
                  <a:pt x="1942" y="262"/>
                  <a:pt x="1942" y="262"/>
                  <a:pt x="1943" y="263"/>
                </a:cubicBezTo>
                <a:cubicBezTo>
                  <a:pt x="1943" y="263"/>
                  <a:pt x="1944" y="264"/>
                  <a:pt x="1945" y="264"/>
                </a:cubicBezTo>
                <a:cubicBezTo>
                  <a:pt x="1945" y="264"/>
                  <a:pt x="1946" y="265"/>
                  <a:pt x="1947" y="265"/>
                </a:cubicBezTo>
                <a:cubicBezTo>
                  <a:pt x="1948" y="265"/>
                  <a:pt x="1950" y="265"/>
                  <a:pt x="1951" y="265"/>
                </a:cubicBezTo>
                <a:cubicBezTo>
                  <a:pt x="1952" y="265"/>
                  <a:pt x="1953" y="265"/>
                  <a:pt x="1954" y="265"/>
                </a:cubicBezTo>
                <a:cubicBezTo>
                  <a:pt x="1955" y="265"/>
                  <a:pt x="1956" y="264"/>
                  <a:pt x="1956" y="264"/>
                </a:cubicBezTo>
                <a:cubicBezTo>
                  <a:pt x="1957" y="264"/>
                  <a:pt x="1957" y="263"/>
                  <a:pt x="1958" y="263"/>
                </a:cubicBezTo>
                <a:cubicBezTo>
                  <a:pt x="1958" y="262"/>
                  <a:pt x="1958" y="262"/>
                  <a:pt x="1958" y="261"/>
                </a:cubicBezTo>
                <a:cubicBezTo>
                  <a:pt x="1958" y="261"/>
                  <a:pt x="1958" y="260"/>
                  <a:pt x="1957" y="260"/>
                </a:cubicBezTo>
                <a:cubicBezTo>
                  <a:pt x="1957" y="259"/>
                  <a:pt x="1956" y="259"/>
                  <a:pt x="1955" y="258"/>
                </a:cubicBezTo>
                <a:cubicBezTo>
                  <a:pt x="1954" y="258"/>
                  <a:pt x="1953" y="258"/>
                  <a:pt x="1952" y="257"/>
                </a:cubicBezTo>
                <a:cubicBezTo>
                  <a:pt x="1951" y="257"/>
                  <a:pt x="1950" y="257"/>
                  <a:pt x="1949" y="257"/>
                </a:cubicBezTo>
                <a:cubicBezTo>
                  <a:pt x="1948" y="257"/>
                  <a:pt x="1947" y="257"/>
                  <a:pt x="1946" y="257"/>
                </a:cubicBezTo>
                <a:close/>
                <a:moveTo>
                  <a:pt x="1987" y="257"/>
                </a:moveTo>
                <a:cubicBezTo>
                  <a:pt x="1986" y="258"/>
                  <a:pt x="1985" y="258"/>
                  <a:pt x="1984" y="258"/>
                </a:cubicBezTo>
                <a:cubicBezTo>
                  <a:pt x="1984" y="259"/>
                  <a:pt x="1983" y="259"/>
                  <a:pt x="1983" y="260"/>
                </a:cubicBezTo>
                <a:cubicBezTo>
                  <a:pt x="1983" y="260"/>
                  <a:pt x="1983" y="261"/>
                  <a:pt x="1983" y="261"/>
                </a:cubicBezTo>
                <a:cubicBezTo>
                  <a:pt x="1983" y="262"/>
                  <a:pt x="1983" y="262"/>
                  <a:pt x="1984" y="263"/>
                </a:cubicBezTo>
                <a:cubicBezTo>
                  <a:pt x="1984" y="263"/>
                  <a:pt x="1985" y="264"/>
                  <a:pt x="1986" y="264"/>
                </a:cubicBezTo>
                <a:cubicBezTo>
                  <a:pt x="1987" y="264"/>
                  <a:pt x="1987" y="265"/>
                  <a:pt x="1989" y="265"/>
                </a:cubicBezTo>
                <a:cubicBezTo>
                  <a:pt x="1990" y="265"/>
                  <a:pt x="1991" y="265"/>
                  <a:pt x="1992" y="265"/>
                </a:cubicBezTo>
                <a:cubicBezTo>
                  <a:pt x="1993" y="265"/>
                  <a:pt x="1994" y="265"/>
                  <a:pt x="1995" y="265"/>
                </a:cubicBezTo>
                <a:cubicBezTo>
                  <a:pt x="1996" y="265"/>
                  <a:pt x="1997" y="264"/>
                  <a:pt x="1997" y="264"/>
                </a:cubicBezTo>
                <a:cubicBezTo>
                  <a:pt x="1998" y="264"/>
                  <a:pt x="1999" y="263"/>
                  <a:pt x="1999" y="263"/>
                </a:cubicBezTo>
                <a:cubicBezTo>
                  <a:pt x="1999" y="262"/>
                  <a:pt x="1999" y="262"/>
                  <a:pt x="1999" y="261"/>
                </a:cubicBezTo>
                <a:cubicBezTo>
                  <a:pt x="1999" y="261"/>
                  <a:pt x="1999" y="260"/>
                  <a:pt x="1998" y="260"/>
                </a:cubicBezTo>
                <a:cubicBezTo>
                  <a:pt x="1998" y="259"/>
                  <a:pt x="1997" y="259"/>
                  <a:pt x="1996" y="258"/>
                </a:cubicBezTo>
                <a:cubicBezTo>
                  <a:pt x="1995" y="258"/>
                  <a:pt x="1994" y="258"/>
                  <a:pt x="1993" y="257"/>
                </a:cubicBezTo>
                <a:cubicBezTo>
                  <a:pt x="1992" y="257"/>
                  <a:pt x="1991" y="257"/>
                  <a:pt x="1990" y="257"/>
                </a:cubicBezTo>
                <a:cubicBezTo>
                  <a:pt x="1989" y="257"/>
                  <a:pt x="1988" y="257"/>
                  <a:pt x="1987" y="257"/>
                </a:cubicBezTo>
                <a:close/>
                <a:moveTo>
                  <a:pt x="1700" y="257"/>
                </a:moveTo>
                <a:cubicBezTo>
                  <a:pt x="1699" y="258"/>
                  <a:pt x="1698" y="258"/>
                  <a:pt x="1697" y="258"/>
                </a:cubicBezTo>
                <a:cubicBezTo>
                  <a:pt x="1696" y="259"/>
                  <a:pt x="1696" y="259"/>
                  <a:pt x="1696" y="260"/>
                </a:cubicBezTo>
                <a:cubicBezTo>
                  <a:pt x="1695" y="260"/>
                  <a:pt x="1695" y="261"/>
                  <a:pt x="1695" y="261"/>
                </a:cubicBezTo>
                <a:cubicBezTo>
                  <a:pt x="1695" y="262"/>
                  <a:pt x="1695" y="262"/>
                  <a:pt x="1696" y="263"/>
                </a:cubicBezTo>
                <a:cubicBezTo>
                  <a:pt x="1696" y="263"/>
                  <a:pt x="1697" y="264"/>
                  <a:pt x="1698" y="264"/>
                </a:cubicBezTo>
                <a:cubicBezTo>
                  <a:pt x="1699" y="264"/>
                  <a:pt x="1700" y="265"/>
                  <a:pt x="1701" y="265"/>
                </a:cubicBezTo>
                <a:cubicBezTo>
                  <a:pt x="1702" y="265"/>
                  <a:pt x="1703" y="265"/>
                  <a:pt x="1704" y="265"/>
                </a:cubicBezTo>
                <a:cubicBezTo>
                  <a:pt x="1705" y="265"/>
                  <a:pt x="1706" y="265"/>
                  <a:pt x="1707" y="265"/>
                </a:cubicBezTo>
                <a:cubicBezTo>
                  <a:pt x="1708" y="265"/>
                  <a:pt x="1709" y="264"/>
                  <a:pt x="1710" y="264"/>
                </a:cubicBezTo>
                <a:cubicBezTo>
                  <a:pt x="1710" y="264"/>
                  <a:pt x="1711" y="263"/>
                  <a:pt x="1711" y="263"/>
                </a:cubicBezTo>
                <a:cubicBezTo>
                  <a:pt x="1711" y="262"/>
                  <a:pt x="1712" y="262"/>
                  <a:pt x="1712" y="261"/>
                </a:cubicBezTo>
                <a:cubicBezTo>
                  <a:pt x="1711" y="261"/>
                  <a:pt x="1711" y="260"/>
                  <a:pt x="1711" y="260"/>
                </a:cubicBezTo>
                <a:cubicBezTo>
                  <a:pt x="1710" y="259"/>
                  <a:pt x="1710" y="259"/>
                  <a:pt x="1709" y="258"/>
                </a:cubicBezTo>
                <a:cubicBezTo>
                  <a:pt x="1708" y="258"/>
                  <a:pt x="1707" y="258"/>
                  <a:pt x="1706" y="257"/>
                </a:cubicBezTo>
                <a:cubicBezTo>
                  <a:pt x="1705" y="257"/>
                  <a:pt x="1704" y="257"/>
                  <a:pt x="1703" y="257"/>
                </a:cubicBezTo>
                <a:cubicBezTo>
                  <a:pt x="1702" y="257"/>
                  <a:pt x="1701" y="257"/>
                  <a:pt x="1700" y="257"/>
                </a:cubicBezTo>
                <a:close/>
                <a:moveTo>
                  <a:pt x="1905" y="257"/>
                </a:moveTo>
                <a:cubicBezTo>
                  <a:pt x="1904" y="258"/>
                  <a:pt x="1903" y="258"/>
                  <a:pt x="1902" y="258"/>
                </a:cubicBezTo>
                <a:cubicBezTo>
                  <a:pt x="1902" y="259"/>
                  <a:pt x="1901" y="259"/>
                  <a:pt x="1901" y="260"/>
                </a:cubicBezTo>
                <a:cubicBezTo>
                  <a:pt x="1901" y="260"/>
                  <a:pt x="1900" y="261"/>
                  <a:pt x="1901" y="261"/>
                </a:cubicBezTo>
                <a:cubicBezTo>
                  <a:pt x="1901" y="262"/>
                  <a:pt x="1901" y="262"/>
                  <a:pt x="1901" y="263"/>
                </a:cubicBezTo>
                <a:cubicBezTo>
                  <a:pt x="1902" y="263"/>
                  <a:pt x="1903" y="264"/>
                  <a:pt x="1903" y="264"/>
                </a:cubicBezTo>
                <a:cubicBezTo>
                  <a:pt x="1904" y="264"/>
                  <a:pt x="1905" y="265"/>
                  <a:pt x="1906" y="265"/>
                </a:cubicBezTo>
                <a:cubicBezTo>
                  <a:pt x="1907" y="265"/>
                  <a:pt x="1908" y="265"/>
                  <a:pt x="1910" y="265"/>
                </a:cubicBezTo>
                <a:cubicBezTo>
                  <a:pt x="1911" y="265"/>
                  <a:pt x="1912" y="265"/>
                  <a:pt x="1913" y="265"/>
                </a:cubicBezTo>
                <a:cubicBezTo>
                  <a:pt x="1914" y="265"/>
                  <a:pt x="1914" y="264"/>
                  <a:pt x="1915" y="264"/>
                </a:cubicBezTo>
                <a:cubicBezTo>
                  <a:pt x="1916" y="264"/>
                  <a:pt x="1916" y="263"/>
                  <a:pt x="1917" y="263"/>
                </a:cubicBezTo>
                <a:cubicBezTo>
                  <a:pt x="1917" y="262"/>
                  <a:pt x="1917" y="262"/>
                  <a:pt x="1917" y="261"/>
                </a:cubicBezTo>
                <a:cubicBezTo>
                  <a:pt x="1917" y="261"/>
                  <a:pt x="1916" y="260"/>
                  <a:pt x="1916" y="260"/>
                </a:cubicBezTo>
                <a:cubicBezTo>
                  <a:pt x="1915" y="259"/>
                  <a:pt x="1915" y="259"/>
                  <a:pt x="1914" y="258"/>
                </a:cubicBezTo>
                <a:cubicBezTo>
                  <a:pt x="1913" y="258"/>
                  <a:pt x="1912" y="258"/>
                  <a:pt x="1911" y="257"/>
                </a:cubicBezTo>
                <a:cubicBezTo>
                  <a:pt x="1910" y="257"/>
                  <a:pt x="1909" y="257"/>
                  <a:pt x="1908" y="257"/>
                </a:cubicBezTo>
                <a:cubicBezTo>
                  <a:pt x="1907" y="257"/>
                  <a:pt x="1906" y="257"/>
                  <a:pt x="1905" y="257"/>
                </a:cubicBezTo>
                <a:close/>
                <a:moveTo>
                  <a:pt x="1412" y="257"/>
                </a:moveTo>
                <a:cubicBezTo>
                  <a:pt x="1411" y="258"/>
                  <a:pt x="1410" y="258"/>
                  <a:pt x="1410" y="258"/>
                </a:cubicBezTo>
                <a:cubicBezTo>
                  <a:pt x="1409" y="259"/>
                  <a:pt x="1408" y="259"/>
                  <a:pt x="1408" y="260"/>
                </a:cubicBezTo>
                <a:cubicBezTo>
                  <a:pt x="1408" y="260"/>
                  <a:pt x="1407" y="261"/>
                  <a:pt x="1407" y="261"/>
                </a:cubicBezTo>
                <a:cubicBezTo>
                  <a:pt x="1407" y="262"/>
                  <a:pt x="1408" y="262"/>
                  <a:pt x="1408" y="263"/>
                </a:cubicBezTo>
                <a:cubicBezTo>
                  <a:pt x="1409" y="263"/>
                  <a:pt x="1409" y="264"/>
                  <a:pt x="1410" y="264"/>
                </a:cubicBezTo>
                <a:cubicBezTo>
                  <a:pt x="1411" y="264"/>
                  <a:pt x="1412" y="265"/>
                  <a:pt x="1413" y="265"/>
                </a:cubicBezTo>
                <a:cubicBezTo>
                  <a:pt x="1414" y="265"/>
                  <a:pt x="1415" y="265"/>
                  <a:pt x="1416" y="265"/>
                </a:cubicBezTo>
                <a:cubicBezTo>
                  <a:pt x="1417" y="265"/>
                  <a:pt x="1418" y="265"/>
                  <a:pt x="1419" y="265"/>
                </a:cubicBezTo>
                <a:cubicBezTo>
                  <a:pt x="1420" y="265"/>
                  <a:pt x="1421" y="264"/>
                  <a:pt x="1422" y="264"/>
                </a:cubicBezTo>
                <a:cubicBezTo>
                  <a:pt x="1422" y="264"/>
                  <a:pt x="1423" y="263"/>
                  <a:pt x="1423" y="263"/>
                </a:cubicBezTo>
                <a:cubicBezTo>
                  <a:pt x="1424" y="262"/>
                  <a:pt x="1424" y="262"/>
                  <a:pt x="1424" y="261"/>
                </a:cubicBezTo>
                <a:cubicBezTo>
                  <a:pt x="1424" y="261"/>
                  <a:pt x="1424" y="260"/>
                  <a:pt x="1423" y="260"/>
                </a:cubicBezTo>
                <a:cubicBezTo>
                  <a:pt x="1423" y="259"/>
                  <a:pt x="1422" y="259"/>
                  <a:pt x="1421" y="258"/>
                </a:cubicBezTo>
                <a:cubicBezTo>
                  <a:pt x="1421" y="258"/>
                  <a:pt x="1420" y="258"/>
                  <a:pt x="1419" y="257"/>
                </a:cubicBezTo>
                <a:cubicBezTo>
                  <a:pt x="1418" y="257"/>
                  <a:pt x="1417" y="257"/>
                  <a:pt x="1416" y="257"/>
                </a:cubicBezTo>
                <a:cubicBezTo>
                  <a:pt x="1414" y="257"/>
                  <a:pt x="1413" y="257"/>
                  <a:pt x="1412" y="257"/>
                </a:cubicBezTo>
                <a:close/>
                <a:moveTo>
                  <a:pt x="1371" y="257"/>
                </a:moveTo>
                <a:cubicBezTo>
                  <a:pt x="1370" y="258"/>
                  <a:pt x="1369" y="258"/>
                  <a:pt x="1369" y="258"/>
                </a:cubicBezTo>
                <a:cubicBezTo>
                  <a:pt x="1368" y="259"/>
                  <a:pt x="1367" y="259"/>
                  <a:pt x="1367" y="260"/>
                </a:cubicBezTo>
                <a:cubicBezTo>
                  <a:pt x="1367" y="260"/>
                  <a:pt x="1366" y="261"/>
                  <a:pt x="1366" y="261"/>
                </a:cubicBezTo>
                <a:cubicBezTo>
                  <a:pt x="1366" y="262"/>
                  <a:pt x="1367" y="262"/>
                  <a:pt x="1367" y="263"/>
                </a:cubicBezTo>
                <a:cubicBezTo>
                  <a:pt x="1368" y="263"/>
                  <a:pt x="1368" y="264"/>
                  <a:pt x="1369" y="264"/>
                </a:cubicBezTo>
                <a:cubicBezTo>
                  <a:pt x="1370" y="264"/>
                  <a:pt x="1371" y="265"/>
                  <a:pt x="1372" y="265"/>
                </a:cubicBezTo>
                <a:cubicBezTo>
                  <a:pt x="1373" y="265"/>
                  <a:pt x="1374" y="265"/>
                  <a:pt x="1375" y="265"/>
                </a:cubicBezTo>
                <a:cubicBezTo>
                  <a:pt x="1376" y="265"/>
                  <a:pt x="1377" y="265"/>
                  <a:pt x="1378" y="265"/>
                </a:cubicBezTo>
                <a:cubicBezTo>
                  <a:pt x="1379" y="265"/>
                  <a:pt x="1380" y="264"/>
                  <a:pt x="1381" y="264"/>
                </a:cubicBezTo>
                <a:cubicBezTo>
                  <a:pt x="1381" y="264"/>
                  <a:pt x="1382" y="263"/>
                  <a:pt x="1382" y="263"/>
                </a:cubicBezTo>
                <a:cubicBezTo>
                  <a:pt x="1383" y="262"/>
                  <a:pt x="1383" y="262"/>
                  <a:pt x="1383" y="261"/>
                </a:cubicBezTo>
                <a:cubicBezTo>
                  <a:pt x="1383" y="261"/>
                  <a:pt x="1383" y="260"/>
                  <a:pt x="1382" y="260"/>
                </a:cubicBezTo>
                <a:cubicBezTo>
                  <a:pt x="1382" y="259"/>
                  <a:pt x="1381" y="259"/>
                  <a:pt x="1380" y="258"/>
                </a:cubicBezTo>
                <a:cubicBezTo>
                  <a:pt x="1380" y="258"/>
                  <a:pt x="1379" y="258"/>
                  <a:pt x="1378" y="257"/>
                </a:cubicBezTo>
                <a:cubicBezTo>
                  <a:pt x="1377" y="257"/>
                  <a:pt x="1376" y="257"/>
                  <a:pt x="1374" y="257"/>
                </a:cubicBezTo>
                <a:cubicBezTo>
                  <a:pt x="1373" y="257"/>
                  <a:pt x="1372" y="257"/>
                  <a:pt x="1371" y="257"/>
                </a:cubicBezTo>
                <a:close/>
                <a:moveTo>
                  <a:pt x="1453" y="257"/>
                </a:moveTo>
                <a:cubicBezTo>
                  <a:pt x="1452" y="258"/>
                  <a:pt x="1452" y="258"/>
                  <a:pt x="1451" y="258"/>
                </a:cubicBezTo>
                <a:cubicBezTo>
                  <a:pt x="1450" y="259"/>
                  <a:pt x="1449" y="259"/>
                  <a:pt x="1449" y="260"/>
                </a:cubicBezTo>
                <a:cubicBezTo>
                  <a:pt x="1449" y="260"/>
                  <a:pt x="1449" y="261"/>
                  <a:pt x="1449" y="261"/>
                </a:cubicBezTo>
                <a:cubicBezTo>
                  <a:pt x="1449" y="262"/>
                  <a:pt x="1449" y="262"/>
                  <a:pt x="1449" y="263"/>
                </a:cubicBezTo>
                <a:cubicBezTo>
                  <a:pt x="1450" y="263"/>
                  <a:pt x="1450" y="264"/>
                  <a:pt x="1451" y="264"/>
                </a:cubicBezTo>
                <a:cubicBezTo>
                  <a:pt x="1452" y="264"/>
                  <a:pt x="1453" y="265"/>
                  <a:pt x="1454" y="265"/>
                </a:cubicBezTo>
                <a:cubicBezTo>
                  <a:pt x="1455" y="265"/>
                  <a:pt x="1456" y="265"/>
                  <a:pt x="1457" y="265"/>
                </a:cubicBezTo>
                <a:cubicBezTo>
                  <a:pt x="1458" y="265"/>
                  <a:pt x="1459" y="265"/>
                  <a:pt x="1460" y="265"/>
                </a:cubicBezTo>
                <a:cubicBezTo>
                  <a:pt x="1461" y="265"/>
                  <a:pt x="1462" y="264"/>
                  <a:pt x="1463" y="264"/>
                </a:cubicBezTo>
                <a:cubicBezTo>
                  <a:pt x="1463" y="264"/>
                  <a:pt x="1464" y="263"/>
                  <a:pt x="1464" y="263"/>
                </a:cubicBezTo>
                <a:cubicBezTo>
                  <a:pt x="1465" y="262"/>
                  <a:pt x="1465" y="262"/>
                  <a:pt x="1465" y="261"/>
                </a:cubicBezTo>
                <a:cubicBezTo>
                  <a:pt x="1465" y="261"/>
                  <a:pt x="1465" y="260"/>
                  <a:pt x="1464" y="260"/>
                </a:cubicBezTo>
                <a:cubicBezTo>
                  <a:pt x="1464" y="259"/>
                  <a:pt x="1463" y="259"/>
                  <a:pt x="1462" y="258"/>
                </a:cubicBezTo>
                <a:cubicBezTo>
                  <a:pt x="1462" y="258"/>
                  <a:pt x="1461" y="258"/>
                  <a:pt x="1460" y="257"/>
                </a:cubicBezTo>
                <a:cubicBezTo>
                  <a:pt x="1459" y="257"/>
                  <a:pt x="1458" y="257"/>
                  <a:pt x="1457" y="257"/>
                </a:cubicBezTo>
                <a:cubicBezTo>
                  <a:pt x="1455" y="257"/>
                  <a:pt x="1454" y="257"/>
                  <a:pt x="1453" y="257"/>
                </a:cubicBezTo>
                <a:close/>
                <a:moveTo>
                  <a:pt x="1494" y="257"/>
                </a:moveTo>
                <a:cubicBezTo>
                  <a:pt x="1493" y="258"/>
                  <a:pt x="1493" y="258"/>
                  <a:pt x="1492" y="258"/>
                </a:cubicBezTo>
                <a:cubicBezTo>
                  <a:pt x="1491" y="259"/>
                  <a:pt x="1491" y="259"/>
                  <a:pt x="1490" y="260"/>
                </a:cubicBezTo>
                <a:cubicBezTo>
                  <a:pt x="1490" y="260"/>
                  <a:pt x="1490" y="261"/>
                  <a:pt x="1490" y="261"/>
                </a:cubicBezTo>
                <a:cubicBezTo>
                  <a:pt x="1490" y="262"/>
                  <a:pt x="1490" y="262"/>
                  <a:pt x="1490" y="263"/>
                </a:cubicBezTo>
                <a:cubicBezTo>
                  <a:pt x="1491" y="263"/>
                  <a:pt x="1491" y="264"/>
                  <a:pt x="1492" y="264"/>
                </a:cubicBezTo>
                <a:cubicBezTo>
                  <a:pt x="1493" y="264"/>
                  <a:pt x="1494" y="265"/>
                  <a:pt x="1495" y="265"/>
                </a:cubicBezTo>
                <a:cubicBezTo>
                  <a:pt x="1496" y="265"/>
                  <a:pt x="1497" y="265"/>
                  <a:pt x="1498" y="265"/>
                </a:cubicBezTo>
                <a:cubicBezTo>
                  <a:pt x="1499" y="265"/>
                  <a:pt x="1500" y="265"/>
                  <a:pt x="1501" y="265"/>
                </a:cubicBezTo>
                <a:cubicBezTo>
                  <a:pt x="1502" y="265"/>
                  <a:pt x="1503" y="264"/>
                  <a:pt x="1504" y="264"/>
                </a:cubicBezTo>
                <a:cubicBezTo>
                  <a:pt x="1505" y="264"/>
                  <a:pt x="1505" y="263"/>
                  <a:pt x="1506" y="263"/>
                </a:cubicBezTo>
                <a:cubicBezTo>
                  <a:pt x="1506" y="262"/>
                  <a:pt x="1506" y="262"/>
                  <a:pt x="1506" y="261"/>
                </a:cubicBezTo>
                <a:cubicBezTo>
                  <a:pt x="1506" y="261"/>
                  <a:pt x="1506" y="260"/>
                  <a:pt x="1505" y="260"/>
                </a:cubicBezTo>
                <a:cubicBezTo>
                  <a:pt x="1505" y="259"/>
                  <a:pt x="1504" y="259"/>
                  <a:pt x="1503" y="258"/>
                </a:cubicBezTo>
                <a:cubicBezTo>
                  <a:pt x="1503" y="258"/>
                  <a:pt x="1502" y="258"/>
                  <a:pt x="1501" y="257"/>
                </a:cubicBezTo>
                <a:cubicBezTo>
                  <a:pt x="1500" y="257"/>
                  <a:pt x="1499" y="257"/>
                  <a:pt x="1498" y="257"/>
                </a:cubicBezTo>
                <a:cubicBezTo>
                  <a:pt x="1496" y="257"/>
                  <a:pt x="1495" y="257"/>
                  <a:pt x="1494" y="257"/>
                </a:cubicBezTo>
                <a:close/>
                <a:moveTo>
                  <a:pt x="2069" y="257"/>
                </a:moveTo>
                <a:cubicBezTo>
                  <a:pt x="2068" y="258"/>
                  <a:pt x="2067" y="258"/>
                  <a:pt x="2067" y="258"/>
                </a:cubicBezTo>
                <a:cubicBezTo>
                  <a:pt x="2066" y="259"/>
                  <a:pt x="2065" y="259"/>
                  <a:pt x="2065" y="260"/>
                </a:cubicBezTo>
                <a:cubicBezTo>
                  <a:pt x="2065" y="260"/>
                  <a:pt x="2065" y="261"/>
                  <a:pt x="2065" y="261"/>
                </a:cubicBezTo>
                <a:cubicBezTo>
                  <a:pt x="2065" y="262"/>
                  <a:pt x="2065" y="262"/>
                  <a:pt x="2066" y="263"/>
                </a:cubicBezTo>
                <a:cubicBezTo>
                  <a:pt x="2066" y="263"/>
                  <a:pt x="2067" y="264"/>
                  <a:pt x="2068" y="264"/>
                </a:cubicBezTo>
                <a:cubicBezTo>
                  <a:pt x="2069" y="264"/>
                  <a:pt x="2070" y="265"/>
                  <a:pt x="2071" y="265"/>
                </a:cubicBezTo>
                <a:cubicBezTo>
                  <a:pt x="2072" y="265"/>
                  <a:pt x="2073" y="265"/>
                  <a:pt x="2074" y="265"/>
                </a:cubicBezTo>
                <a:cubicBezTo>
                  <a:pt x="2075" y="265"/>
                  <a:pt x="2076" y="265"/>
                  <a:pt x="2077" y="265"/>
                </a:cubicBezTo>
                <a:cubicBezTo>
                  <a:pt x="2078" y="265"/>
                  <a:pt x="2079" y="264"/>
                  <a:pt x="2080" y="264"/>
                </a:cubicBezTo>
                <a:cubicBezTo>
                  <a:pt x="2080" y="264"/>
                  <a:pt x="2081" y="263"/>
                  <a:pt x="2081" y="263"/>
                </a:cubicBezTo>
                <a:cubicBezTo>
                  <a:pt x="2081" y="262"/>
                  <a:pt x="2081" y="262"/>
                  <a:pt x="2081" y="261"/>
                </a:cubicBezTo>
                <a:cubicBezTo>
                  <a:pt x="2081" y="261"/>
                  <a:pt x="2081" y="260"/>
                  <a:pt x="2080" y="260"/>
                </a:cubicBezTo>
                <a:cubicBezTo>
                  <a:pt x="2080" y="259"/>
                  <a:pt x="2079" y="259"/>
                  <a:pt x="2078" y="258"/>
                </a:cubicBezTo>
                <a:cubicBezTo>
                  <a:pt x="2077" y="258"/>
                  <a:pt x="2076" y="258"/>
                  <a:pt x="2075" y="257"/>
                </a:cubicBezTo>
                <a:cubicBezTo>
                  <a:pt x="2074" y="257"/>
                  <a:pt x="2073" y="257"/>
                  <a:pt x="2072" y="257"/>
                </a:cubicBezTo>
                <a:cubicBezTo>
                  <a:pt x="2071" y="257"/>
                  <a:pt x="2070" y="257"/>
                  <a:pt x="2069" y="257"/>
                </a:cubicBezTo>
                <a:close/>
                <a:moveTo>
                  <a:pt x="1248" y="257"/>
                </a:moveTo>
                <a:cubicBezTo>
                  <a:pt x="1247" y="258"/>
                  <a:pt x="1246" y="258"/>
                  <a:pt x="1246" y="258"/>
                </a:cubicBezTo>
                <a:cubicBezTo>
                  <a:pt x="1245" y="259"/>
                  <a:pt x="1244" y="259"/>
                  <a:pt x="1244" y="260"/>
                </a:cubicBezTo>
                <a:cubicBezTo>
                  <a:pt x="1243" y="260"/>
                  <a:pt x="1243" y="261"/>
                  <a:pt x="1243" y="261"/>
                </a:cubicBezTo>
                <a:cubicBezTo>
                  <a:pt x="1243" y="262"/>
                  <a:pt x="1243" y="262"/>
                  <a:pt x="1244" y="263"/>
                </a:cubicBezTo>
                <a:cubicBezTo>
                  <a:pt x="1244" y="263"/>
                  <a:pt x="1245" y="264"/>
                  <a:pt x="1246" y="264"/>
                </a:cubicBezTo>
                <a:cubicBezTo>
                  <a:pt x="1246" y="264"/>
                  <a:pt x="1247" y="265"/>
                  <a:pt x="1248" y="265"/>
                </a:cubicBezTo>
                <a:cubicBezTo>
                  <a:pt x="1249" y="265"/>
                  <a:pt x="1250" y="265"/>
                  <a:pt x="1251" y="265"/>
                </a:cubicBezTo>
                <a:cubicBezTo>
                  <a:pt x="1252" y="265"/>
                  <a:pt x="1254" y="265"/>
                  <a:pt x="1255" y="265"/>
                </a:cubicBezTo>
                <a:cubicBezTo>
                  <a:pt x="1256" y="265"/>
                  <a:pt x="1256" y="264"/>
                  <a:pt x="1257" y="264"/>
                </a:cubicBezTo>
                <a:cubicBezTo>
                  <a:pt x="1258" y="264"/>
                  <a:pt x="1259" y="263"/>
                  <a:pt x="1259" y="263"/>
                </a:cubicBezTo>
                <a:cubicBezTo>
                  <a:pt x="1259" y="262"/>
                  <a:pt x="1260" y="262"/>
                  <a:pt x="1260" y="261"/>
                </a:cubicBezTo>
                <a:cubicBezTo>
                  <a:pt x="1260" y="261"/>
                  <a:pt x="1259" y="260"/>
                  <a:pt x="1259" y="260"/>
                </a:cubicBezTo>
                <a:cubicBezTo>
                  <a:pt x="1259" y="259"/>
                  <a:pt x="1258" y="259"/>
                  <a:pt x="1257" y="258"/>
                </a:cubicBezTo>
                <a:cubicBezTo>
                  <a:pt x="1256" y="258"/>
                  <a:pt x="1256" y="258"/>
                  <a:pt x="1255" y="257"/>
                </a:cubicBezTo>
                <a:cubicBezTo>
                  <a:pt x="1254" y="257"/>
                  <a:pt x="1253" y="257"/>
                  <a:pt x="1251" y="257"/>
                </a:cubicBezTo>
                <a:cubicBezTo>
                  <a:pt x="1250" y="257"/>
                  <a:pt x="1249" y="257"/>
                  <a:pt x="1248" y="257"/>
                </a:cubicBezTo>
                <a:close/>
                <a:moveTo>
                  <a:pt x="1769" y="267"/>
                </a:moveTo>
                <a:cubicBezTo>
                  <a:pt x="1769" y="267"/>
                  <a:pt x="1769" y="267"/>
                  <a:pt x="1768" y="267"/>
                </a:cubicBezTo>
                <a:cubicBezTo>
                  <a:pt x="1768" y="267"/>
                  <a:pt x="1768" y="267"/>
                  <a:pt x="1768" y="267"/>
                </a:cubicBezTo>
                <a:cubicBezTo>
                  <a:pt x="1767" y="267"/>
                  <a:pt x="1767" y="267"/>
                  <a:pt x="1767" y="267"/>
                </a:cubicBezTo>
                <a:cubicBezTo>
                  <a:pt x="1766" y="267"/>
                  <a:pt x="1766" y="267"/>
                  <a:pt x="1766" y="267"/>
                </a:cubicBezTo>
                <a:cubicBezTo>
                  <a:pt x="1766" y="267"/>
                  <a:pt x="1765" y="267"/>
                  <a:pt x="1765" y="267"/>
                </a:cubicBezTo>
                <a:cubicBezTo>
                  <a:pt x="1765" y="267"/>
                  <a:pt x="1764" y="267"/>
                  <a:pt x="1764" y="267"/>
                </a:cubicBezTo>
                <a:cubicBezTo>
                  <a:pt x="1764" y="267"/>
                  <a:pt x="1764" y="267"/>
                  <a:pt x="1763" y="267"/>
                </a:cubicBezTo>
                <a:cubicBezTo>
                  <a:pt x="1763" y="267"/>
                  <a:pt x="1763" y="267"/>
                  <a:pt x="1763" y="267"/>
                </a:cubicBezTo>
                <a:cubicBezTo>
                  <a:pt x="1762" y="268"/>
                  <a:pt x="1762" y="268"/>
                  <a:pt x="1761" y="268"/>
                </a:cubicBezTo>
                <a:cubicBezTo>
                  <a:pt x="1761" y="268"/>
                  <a:pt x="1761" y="268"/>
                  <a:pt x="1760" y="268"/>
                </a:cubicBezTo>
                <a:cubicBezTo>
                  <a:pt x="1760" y="268"/>
                  <a:pt x="1760" y="269"/>
                  <a:pt x="1759" y="269"/>
                </a:cubicBezTo>
                <a:cubicBezTo>
                  <a:pt x="1759" y="269"/>
                  <a:pt x="1759" y="269"/>
                  <a:pt x="1759" y="270"/>
                </a:cubicBezTo>
                <a:cubicBezTo>
                  <a:pt x="1759" y="270"/>
                  <a:pt x="1758" y="270"/>
                  <a:pt x="1758" y="270"/>
                </a:cubicBezTo>
                <a:cubicBezTo>
                  <a:pt x="1758" y="270"/>
                  <a:pt x="1758" y="270"/>
                  <a:pt x="1758" y="270"/>
                </a:cubicBezTo>
                <a:cubicBezTo>
                  <a:pt x="1758" y="270"/>
                  <a:pt x="1758" y="271"/>
                  <a:pt x="1758" y="271"/>
                </a:cubicBezTo>
                <a:cubicBezTo>
                  <a:pt x="1758" y="271"/>
                  <a:pt x="1758" y="271"/>
                  <a:pt x="1758" y="271"/>
                </a:cubicBezTo>
                <a:cubicBezTo>
                  <a:pt x="1758" y="272"/>
                  <a:pt x="1758" y="272"/>
                  <a:pt x="1759" y="272"/>
                </a:cubicBezTo>
                <a:cubicBezTo>
                  <a:pt x="1759" y="273"/>
                  <a:pt x="1760" y="273"/>
                  <a:pt x="1760" y="273"/>
                </a:cubicBezTo>
                <a:cubicBezTo>
                  <a:pt x="1760" y="274"/>
                  <a:pt x="1761" y="274"/>
                  <a:pt x="1762" y="274"/>
                </a:cubicBezTo>
                <a:cubicBezTo>
                  <a:pt x="1762" y="275"/>
                  <a:pt x="1763" y="275"/>
                  <a:pt x="1764" y="275"/>
                </a:cubicBezTo>
                <a:cubicBezTo>
                  <a:pt x="1764" y="275"/>
                  <a:pt x="1764" y="275"/>
                  <a:pt x="1765" y="275"/>
                </a:cubicBezTo>
                <a:cubicBezTo>
                  <a:pt x="1765" y="275"/>
                  <a:pt x="1765" y="275"/>
                  <a:pt x="1765" y="275"/>
                </a:cubicBezTo>
                <a:cubicBezTo>
                  <a:pt x="1766" y="275"/>
                  <a:pt x="1766" y="275"/>
                  <a:pt x="1766" y="275"/>
                </a:cubicBezTo>
                <a:cubicBezTo>
                  <a:pt x="1767" y="275"/>
                  <a:pt x="1767" y="275"/>
                  <a:pt x="1767" y="275"/>
                </a:cubicBezTo>
                <a:cubicBezTo>
                  <a:pt x="1767" y="275"/>
                  <a:pt x="1768" y="275"/>
                  <a:pt x="1768" y="275"/>
                </a:cubicBezTo>
                <a:cubicBezTo>
                  <a:pt x="1768" y="275"/>
                  <a:pt x="1768" y="275"/>
                  <a:pt x="1769" y="275"/>
                </a:cubicBezTo>
                <a:cubicBezTo>
                  <a:pt x="1769" y="275"/>
                  <a:pt x="1769" y="275"/>
                  <a:pt x="1770" y="275"/>
                </a:cubicBezTo>
                <a:cubicBezTo>
                  <a:pt x="1770" y="275"/>
                  <a:pt x="1770" y="275"/>
                  <a:pt x="1770" y="275"/>
                </a:cubicBezTo>
                <a:cubicBezTo>
                  <a:pt x="1771" y="275"/>
                  <a:pt x="1772" y="275"/>
                  <a:pt x="1772" y="274"/>
                </a:cubicBezTo>
                <a:cubicBezTo>
                  <a:pt x="1773" y="274"/>
                  <a:pt x="1773" y="274"/>
                  <a:pt x="1774" y="273"/>
                </a:cubicBezTo>
                <a:cubicBezTo>
                  <a:pt x="1774" y="273"/>
                  <a:pt x="1774" y="273"/>
                  <a:pt x="1775" y="272"/>
                </a:cubicBezTo>
                <a:cubicBezTo>
                  <a:pt x="1775" y="272"/>
                  <a:pt x="1775" y="272"/>
                  <a:pt x="1775" y="271"/>
                </a:cubicBezTo>
                <a:cubicBezTo>
                  <a:pt x="1775" y="271"/>
                  <a:pt x="1775" y="271"/>
                  <a:pt x="1775" y="271"/>
                </a:cubicBezTo>
                <a:cubicBezTo>
                  <a:pt x="1775" y="271"/>
                  <a:pt x="1775" y="270"/>
                  <a:pt x="1774" y="270"/>
                </a:cubicBezTo>
                <a:cubicBezTo>
                  <a:pt x="1774" y="270"/>
                  <a:pt x="1774" y="270"/>
                  <a:pt x="1774" y="270"/>
                </a:cubicBezTo>
                <a:cubicBezTo>
                  <a:pt x="1774" y="270"/>
                  <a:pt x="1774" y="270"/>
                  <a:pt x="1774" y="270"/>
                </a:cubicBezTo>
                <a:cubicBezTo>
                  <a:pt x="1774" y="269"/>
                  <a:pt x="1773" y="269"/>
                  <a:pt x="1773" y="269"/>
                </a:cubicBezTo>
                <a:cubicBezTo>
                  <a:pt x="1773" y="269"/>
                  <a:pt x="1772" y="268"/>
                  <a:pt x="1772" y="268"/>
                </a:cubicBezTo>
                <a:cubicBezTo>
                  <a:pt x="1771" y="268"/>
                  <a:pt x="1771" y="268"/>
                  <a:pt x="1771" y="268"/>
                </a:cubicBezTo>
                <a:cubicBezTo>
                  <a:pt x="1770" y="268"/>
                  <a:pt x="1770" y="268"/>
                  <a:pt x="1769" y="267"/>
                </a:cubicBezTo>
                <a:cubicBezTo>
                  <a:pt x="1769" y="267"/>
                  <a:pt x="1770" y="268"/>
                  <a:pt x="1769" y="267"/>
                </a:cubicBezTo>
                <a:close/>
                <a:moveTo>
                  <a:pt x="1934" y="267"/>
                </a:moveTo>
                <a:cubicBezTo>
                  <a:pt x="1934" y="267"/>
                  <a:pt x="1933" y="267"/>
                  <a:pt x="1933" y="267"/>
                </a:cubicBezTo>
                <a:cubicBezTo>
                  <a:pt x="1933" y="267"/>
                  <a:pt x="1932" y="267"/>
                  <a:pt x="1932" y="267"/>
                </a:cubicBezTo>
                <a:cubicBezTo>
                  <a:pt x="1932" y="267"/>
                  <a:pt x="1932" y="267"/>
                  <a:pt x="1931" y="267"/>
                </a:cubicBezTo>
                <a:cubicBezTo>
                  <a:pt x="1931" y="267"/>
                  <a:pt x="1931" y="267"/>
                  <a:pt x="1931" y="267"/>
                </a:cubicBezTo>
                <a:cubicBezTo>
                  <a:pt x="1930" y="267"/>
                  <a:pt x="1929" y="267"/>
                  <a:pt x="1928" y="267"/>
                </a:cubicBezTo>
                <a:cubicBezTo>
                  <a:pt x="1927" y="267"/>
                  <a:pt x="1927" y="268"/>
                  <a:pt x="1926" y="268"/>
                </a:cubicBezTo>
                <a:cubicBezTo>
                  <a:pt x="1925" y="268"/>
                  <a:pt x="1925" y="268"/>
                  <a:pt x="1924" y="269"/>
                </a:cubicBezTo>
                <a:cubicBezTo>
                  <a:pt x="1924" y="269"/>
                  <a:pt x="1924" y="269"/>
                  <a:pt x="1923" y="270"/>
                </a:cubicBezTo>
                <a:cubicBezTo>
                  <a:pt x="1923" y="270"/>
                  <a:pt x="1923" y="271"/>
                  <a:pt x="1923" y="271"/>
                </a:cubicBezTo>
                <a:cubicBezTo>
                  <a:pt x="1923" y="272"/>
                  <a:pt x="1924" y="272"/>
                  <a:pt x="1924" y="273"/>
                </a:cubicBezTo>
                <a:cubicBezTo>
                  <a:pt x="1925" y="273"/>
                  <a:pt x="1925" y="274"/>
                  <a:pt x="1926" y="274"/>
                </a:cubicBezTo>
                <a:cubicBezTo>
                  <a:pt x="1927" y="274"/>
                  <a:pt x="1928" y="275"/>
                  <a:pt x="1929" y="275"/>
                </a:cubicBezTo>
                <a:cubicBezTo>
                  <a:pt x="1930" y="275"/>
                  <a:pt x="1931" y="275"/>
                  <a:pt x="1932" y="275"/>
                </a:cubicBezTo>
                <a:cubicBezTo>
                  <a:pt x="1932" y="275"/>
                  <a:pt x="1933" y="275"/>
                  <a:pt x="1933" y="275"/>
                </a:cubicBezTo>
                <a:cubicBezTo>
                  <a:pt x="1933" y="275"/>
                  <a:pt x="1934" y="275"/>
                  <a:pt x="1934" y="275"/>
                </a:cubicBezTo>
                <a:cubicBezTo>
                  <a:pt x="1934" y="275"/>
                  <a:pt x="1934" y="275"/>
                  <a:pt x="1935" y="275"/>
                </a:cubicBezTo>
                <a:cubicBezTo>
                  <a:pt x="1935" y="275"/>
                  <a:pt x="1935" y="275"/>
                  <a:pt x="1935" y="275"/>
                </a:cubicBezTo>
                <a:cubicBezTo>
                  <a:pt x="1936" y="275"/>
                  <a:pt x="1937" y="275"/>
                  <a:pt x="1937" y="274"/>
                </a:cubicBezTo>
                <a:cubicBezTo>
                  <a:pt x="1938" y="274"/>
                  <a:pt x="1938" y="274"/>
                  <a:pt x="1939" y="273"/>
                </a:cubicBezTo>
                <a:cubicBezTo>
                  <a:pt x="1939" y="273"/>
                  <a:pt x="1939" y="273"/>
                  <a:pt x="1939" y="272"/>
                </a:cubicBezTo>
                <a:cubicBezTo>
                  <a:pt x="1940" y="272"/>
                  <a:pt x="1940" y="272"/>
                  <a:pt x="1940" y="271"/>
                </a:cubicBezTo>
                <a:cubicBezTo>
                  <a:pt x="1940" y="271"/>
                  <a:pt x="1940" y="271"/>
                  <a:pt x="1939" y="271"/>
                </a:cubicBezTo>
                <a:cubicBezTo>
                  <a:pt x="1939" y="271"/>
                  <a:pt x="1939" y="270"/>
                  <a:pt x="1939" y="270"/>
                </a:cubicBezTo>
                <a:cubicBezTo>
                  <a:pt x="1939" y="270"/>
                  <a:pt x="1939" y="270"/>
                  <a:pt x="1939" y="270"/>
                </a:cubicBezTo>
                <a:cubicBezTo>
                  <a:pt x="1939" y="270"/>
                  <a:pt x="1939" y="270"/>
                  <a:pt x="1939" y="270"/>
                </a:cubicBezTo>
                <a:cubicBezTo>
                  <a:pt x="1938" y="269"/>
                  <a:pt x="1938" y="269"/>
                  <a:pt x="1938" y="269"/>
                </a:cubicBezTo>
                <a:cubicBezTo>
                  <a:pt x="1937" y="269"/>
                  <a:pt x="1937" y="268"/>
                  <a:pt x="1937" y="268"/>
                </a:cubicBezTo>
                <a:cubicBezTo>
                  <a:pt x="1936" y="268"/>
                  <a:pt x="1936" y="268"/>
                  <a:pt x="1935" y="268"/>
                </a:cubicBezTo>
                <a:cubicBezTo>
                  <a:pt x="1935" y="268"/>
                  <a:pt x="1934" y="268"/>
                  <a:pt x="1934" y="267"/>
                </a:cubicBezTo>
                <a:cubicBezTo>
                  <a:pt x="1934" y="267"/>
                  <a:pt x="1934" y="268"/>
                  <a:pt x="1934" y="267"/>
                </a:cubicBezTo>
                <a:close/>
                <a:moveTo>
                  <a:pt x="1475" y="267"/>
                </a:moveTo>
                <a:cubicBezTo>
                  <a:pt x="1475" y="267"/>
                  <a:pt x="1474" y="268"/>
                  <a:pt x="1473" y="268"/>
                </a:cubicBezTo>
                <a:cubicBezTo>
                  <a:pt x="1473" y="268"/>
                  <a:pt x="1472" y="268"/>
                  <a:pt x="1471" y="269"/>
                </a:cubicBezTo>
                <a:cubicBezTo>
                  <a:pt x="1471" y="269"/>
                  <a:pt x="1471" y="269"/>
                  <a:pt x="1470" y="270"/>
                </a:cubicBezTo>
                <a:cubicBezTo>
                  <a:pt x="1470" y="270"/>
                  <a:pt x="1470" y="270"/>
                  <a:pt x="1470" y="270"/>
                </a:cubicBezTo>
                <a:cubicBezTo>
                  <a:pt x="1470" y="270"/>
                  <a:pt x="1470" y="270"/>
                  <a:pt x="1470" y="270"/>
                </a:cubicBezTo>
                <a:cubicBezTo>
                  <a:pt x="1470" y="270"/>
                  <a:pt x="1470" y="271"/>
                  <a:pt x="1470" y="271"/>
                </a:cubicBezTo>
                <a:cubicBezTo>
                  <a:pt x="1470" y="271"/>
                  <a:pt x="1470" y="271"/>
                  <a:pt x="1470" y="271"/>
                </a:cubicBezTo>
                <a:cubicBezTo>
                  <a:pt x="1470" y="272"/>
                  <a:pt x="1470" y="272"/>
                  <a:pt x="1470" y="273"/>
                </a:cubicBezTo>
                <a:cubicBezTo>
                  <a:pt x="1471" y="273"/>
                  <a:pt x="1472" y="274"/>
                  <a:pt x="1472" y="274"/>
                </a:cubicBezTo>
                <a:cubicBezTo>
                  <a:pt x="1473" y="274"/>
                  <a:pt x="1474" y="275"/>
                  <a:pt x="1475" y="275"/>
                </a:cubicBezTo>
                <a:cubicBezTo>
                  <a:pt x="1476" y="275"/>
                  <a:pt x="1477" y="275"/>
                  <a:pt x="1478" y="275"/>
                </a:cubicBezTo>
                <a:cubicBezTo>
                  <a:pt x="1479" y="275"/>
                  <a:pt x="1480" y="275"/>
                  <a:pt x="1481" y="275"/>
                </a:cubicBezTo>
                <a:cubicBezTo>
                  <a:pt x="1482" y="275"/>
                  <a:pt x="1483" y="274"/>
                  <a:pt x="1484" y="274"/>
                </a:cubicBezTo>
                <a:cubicBezTo>
                  <a:pt x="1485" y="274"/>
                  <a:pt x="1485" y="273"/>
                  <a:pt x="1486" y="273"/>
                </a:cubicBezTo>
                <a:cubicBezTo>
                  <a:pt x="1486" y="272"/>
                  <a:pt x="1486" y="272"/>
                  <a:pt x="1486" y="271"/>
                </a:cubicBezTo>
                <a:cubicBezTo>
                  <a:pt x="1486" y="271"/>
                  <a:pt x="1486" y="271"/>
                  <a:pt x="1486" y="271"/>
                </a:cubicBezTo>
                <a:cubicBezTo>
                  <a:pt x="1486" y="271"/>
                  <a:pt x="1486" y="270"/>
                  <a:pt x="1486" y="270"/>
                </a:cubicBezTo>
                <a:cubicBezTo>
                  <a:pt x="1486" y="270"/>
                  <a:pt x="1486" y="270"/>
                  <a:pt x="1486" y="270"/>
                </a:cubicBezTo>
                <a:cubicBezTo>
                  <a:pt x="1486" y="270"/>
                  <a:pt x="1486" y="270"/>
                  <a:pt x="1485" y="270"/>
                </a:cubicBezTo>
                <a:cubicBezTo>
                  <a:pt x="1484" y="268"/>
                  <a:pt x="1480" y="267"/>
                  <a:pt x="1478" y="267"/>
                </a:cubicBezTo>
                <a:cubicBezTo>
                  <a:pt x="1477" y="267"/>
                  <a:pt x="1476" y="267"/>
                  <a:pt x="1475" y="267"/>
                </a:cubicBezTo>
                <a:close/>
                <a:moveTo>
                  <a:pt x="2052" y="267"/>
                </a:moveTo>
                <a:cubicBezTo>
                  <a:pt x="2051" y="267"/>
                  <a:pt x="2050" y="268"/>
                  <a:pt x="2050" y="268"/>
                </a:cubicBezTo>
                <a:cubicBezTo>
                  <a:pt x="2049" y="268"/>
                  <a:pt x="2048" y="268"/>
                  <a:pt x="2048" y="269"/>
                </a:cubicBezTo>
                <a:cubicBezTo>
                  <a:pt x="2048" y="269"/>
                  <a:pt x="2047" y="269"/>
                  <a:pt x="2047" y="270"/>
                </a:cubicBezTo>
                <a:cubicBezTo>
                  <a:pt x="2047" y="270"/>
                  <a:pt x="2047" y="271"/>
                  <a:pt x="2047" y="271"/>
                </a:cubicBezTo>
                <a:cubicBezTo>
                  <a:pt x="2047" y="272"/>
                  <a:pt x="2047" y="272"/>
                  <a:pt x="2048" y="273"/>
                </a:cubicBezTo>
                <a:cubicBezTo>
                  <a:pt x="2048" y="273"/>
                  <a:pt x="2049" y="274"/>
                  <a:pt x="2050" y="274"/>
                </a:cubicBezTo>
                <a:cubicBezTo>
                  <a:pt x="2051" y="274"/>
                  <a:pt x="2052" y="275"/>
                  <a:pt x="2053" y="275"/>
                </a:cubicBezTo>
                <a:cubicBezTo>
                  <a:pt x="2054" y="275"/>
                  <a:pt x="2055" y="275"/>
                  <a:pt x="2056" y="275"/>
                </a:cubicBezTo>
                <a:cubicBezTo>
                  <a:pt x="2057" y="275"/>
                  <a:pt x="2058" y="275"/>
                  <a:pt x="2059" y="275"/>
                </a:cubicBezTo>
                <a:cubicBezTo>
                  <a:pt x="2060" y="275"/>
                  <a:pt x="2061" y="274"/>
                  <a:pt x="2062" y="274"/>
                </a:cubicBezTo>
                <a:cubicBezTo>
                  <a:pt x="2062" y="274"/>
                  <a:pt x="2063" y="273"/>
                  <a:pt x="2063" y="273"/>
                </a:cubicBezTo>
                <a:cubicBezTo>
                  <a:pt x="2063" y="272"/>
                  <a:pt x="2063" y="272"/>
                  <a:pt x="2063" y="271"/>
                </a:cubicBezTo>
                <a:cubicBezTo>
                  <a:pt x="2063" y="271"/>
                  <a:pt x="2063" y="271"/>
                  <a:pt x="2063" y="271"/>
                </a:cubicBezTo>
                <a:cubicBezTo>
                  <a:pt x="2063" y="271"/>
                  <a:pt x="2063" y="270"/>
                  <a:pt x="2063" y="270"/>
                </a:cubicBezTo>
                <a:cubicBezTo>
                  <a:pt x="2063" y="270"/>
                  <a:pt x="2063" y="270"/>
                  <a:pt x="2063" y="270"/>
                </a:cubicBezTo>
                <a:cubicBezTo>
                  <a:pt x="2062" y="270"/>
                  <a:pt x="2062" y="270"/>
                  <a:pt x="2062" y="270"/>
                </a:cubicBezTo>
                <a:cubicBezTo>
                  <a:pt x="2062" y="269"/>
                  <a:pt x="2061" y="269"/>
                  <a:pt x="2061" y="269"/>
                </a:cubicBezTo>
                <a:cubicBezTo>
                  <a:pt x="2060" y="268"/>
                  <a:pt x="2059" y="268"/>
                  <a:pt x="2059" y="268"/>
                </a:cubicBezTo>
                <a:cubicBezTo>
                  <a:pt x="2058" y="268"/>
                  <a:pt x="2057" y="267"/>
                  <a:pt x="2056" y="267"/>
                </a:cubicBezTo>
                <a:cubicBezTo>
                  <a:pt x="2056" y="267"/>
                  <a:pt x="2055" y="267"/>
                  <a:pt x="2054" y="267"/>
                </a:cubicBezTo>
                <a:cubicBezTo>
                  <a:pt x="2053" y="267"/>
                  <a:pt x="2052" y="267"/>
                  <a:pt x="2052" y="267"/>
                </a:cubicBezTo>
                <a:close/>
                <a:moveTo>
                  <a:pt x="1689" y="268"/>
                </a:moveTo>
                <a:cubicBezTo>
                  <a:pt x="1689" y="268"/>
                  <a:pt x="1688" y="268"/>
                  <a:pt x="1688" y="268"/>
                </a:cubicBezTo>
                <a:cubicBezTo>
                  <a:pt x="1688" y="268"/>
                  <a:pt x="1688" y="268"/>
                  <a:pt x="1688" y="268"/>
                </a:cubicBezTo>
                <a:cubicBezTo>
                  <a:pt x="1687" y="268"/>
                  <a:pt x="1687" y="267"/>
                  <a:pt x="1687" y="267"/>
                </a:cubicBezTo>
                <a:cubicBezTo>
                  <a:pt x="1686" y="267"/>
                  <a:pt x="1685" y="267"/>
                  <a:pt x="1684" y="267"/>
                </a:cubicBezTo>
                <a:cubicBezTo>
                  <a:pt x="1683" y="267"/>
                  <a:pt x="1682" y="267"/>
                  <a:pt x="1681" y="267"/>
                </a:cubicBezTo>
                <a:cubicBezTo>
                  <a:pt x="1680" y="267"/>
                  <a:pt x="1680" y="268"/>
                  <a:pt x="1679" y="268"/>
                </a:cubicBezTo>
                <a:cubicBezTo>
                  <a:pt x="1678" y="268"/>
                  <a:pt x="1678" y="268"/>
                  <a:pt x="1677" y="269"/>
                </a:cubicBezTo>
                <a:cubicBezTo>
                  <a:pt x="1677" y="269"/>
                  <a:pt x="1677" y="269"/>
                  <a:pt x="1676" y="270"/>
                </a:cubicBezTo>
                <a:cubicBezTo>
                  <a:pt x="1676" y="270"/>
                  <a:pt x="1676" y="270"/>
                  <a:pt x="1676" y="270"/>
                </a:cubicBezTo>
                <a:cubicBezTo>
                  <a:pt x="1676" y="270"/>
                  <a:pt x="1676" y="270"/>
                  <a:pt x="1676" y="270"/>
                </a:cubicBezTo>
                <a:cubicBezTo>
                  <a:pt x="1676" y="270"/>
                  <a:pt x="1676" y="271"/>
                  <a:pt x="1676" y="271"/>
                </a:cubicBezTo>
                <a:cubicBezTo>
                  <a:pt x="1676" y="271"/>
                  <a:pt x="1676" y="271"/>
                  <a:pt x="1676" y="271"/>
                </a:cubicBezTo>
                <a:cubicBezTo>
                  <a:pt x="1676" y="272"/>
                  <a:pt x="1676" y="272"/>
                  <a:pt x="1677" y="273"/>
                </a:cubicBezTo>
                <a:cubicBezTo>
                  <a:pt x="1677" y="273"/>
                  <a:pt x="1678" y="274"/>
                  <a:pt x="1679" y="274"/>
                </a:cubicBezTo>
                <a:cubicBezTo>
                  <a:pt x="1679" y="274"/>
                  <a:pt x="1680" y="275"/>
                  <a:pt x="1681" y="275"/>
                </a:cubicBezTo>
                <a:cubicBezTo>
                  <a:pt x="1682" y="275"/>
                  <a:pt x="1683" y="275"/>
                  <a:pt x="1685" y="275"/>
                </a:cubicBezTo>
                <a:cubicBezTo>
                  <a:pt x="1685" y="275"/>
                  <a:pt x="1685" y="275"/>
                  <a:pt x="1685" y="275"/>
                </a:cubicBezTo>
                <a:cubicBezTo>
                  <a:pt x="1686" y="275"/>
                  <a:pt x="1686" y="275"/>
                  <a:pt x="1686" y="275"/>
                </a:cubicBezTo>
                <a:cubicBezTo>
                  <a:pt x="1687" y="275"/>
                  <a:pt x="1687" y="275"/>
                  <a:pt x="1687" y="275"/>
                </a:cubicBezTo>
                <a:cubicBezTo>
                  <a:pt x="1687" y="275"/>
                  <a:pt x="1688" y="275"/>
                  <a:pt x="1688" y="275"/>
                </a:cubicBezTo>
                <a:cubicBezTo>
                  <a:pt x="1689" y="275"/>
                  <a:pt x="1689" y="274"/>
                  <a:pt x="1690" y="274"/>
                </a:cubicBezTo>
                <a:cubicBezTo>
                  <a:pt x="1691" y="274"/>
                  <a:pt x="1691" y="274"/>
                  <a:pt x="1691" y="273"/>
                </a:cubicBezTo>
                <a:cubicBezTo>
                  <a:pt x="1691" y="273"/>
                  <a:pt x="1692" y="273"/>
                  <a:pt x="1692" y="273"/>
                </a:cubicBezTo>
                <a:cubicBezTo>
                  <a:pt x="1692" y="272"/>
                  <a:pt x="1692" y="272"/>
                  <a:pt x="1692" y="272"/>
                </a:cubicBezTo>
                <a:cubicBezTo>
                  <a:pt x="1692" y="272"/>
                  <a:pt x="1692" y="271"/>
                  <a:pt x="1692" y="271"/>
                </a:cubicBezTo>
                <a:cubicBezTo>
                  <a:pt x="1692" y="271"/>
                  <a:pt x="1692" y="271"/>
                  <a:pt x="1692" y="271"/>
                </a:cubicBezTo>
                <a:cubicBezTo>
                  <a:pt x="1692" y="271"/>
                  <a:pt x="1692" y="270"/>
                  <a:pt x="1692" y="270"/>
                </a:cubicBezTo>
                <a:cubicBezTo>
                  <a:pt x="1692" y="270"/>
                  <a:pt x="1692" y="270"/>
                  <a:pt x="1692" y="270"/>
                </a:cubicBezTo>
                <a:cubicBezTo>
                  <a:pt x="1692" y="270"/>
                  <a:pt x="1692" y="270"/>
                  <a:pt x="1691" y="270"/>
                </a:cubicBezTo>
                <a:cubicBezTo>
                  <a:pt x="1691" y="269"/>
                  <a:pt x="1690" y="269"/>
                  <a:pt x="1690" y="268"/>
                </a:cubicBezTo>
                <a:cubicBezTo>
                  <a:pt x="1689" y="268"/>
                  <a:pt x="1689" y="268"/>
                  <a:pt x="1689" y="268"/>
                </a:cubicBezTo>
                <a:close/>
                <a:moveTo>
                  <a:pt x="2261" y="267"/>
                </a:moveTo>
                <a:cubicBezTo>
                  <a:pt x="2261" y="267"/>
                  <a:pt x="2261" y="267"/>
                  <a:pt x="2261" y="267"/>
                </a:cubicBezTo>
                <a:cubicBezTo>
                  <a:pt x="2261" y="267"/>
                  <a:pt x="2260" y="267"/>
                  <a:pt x="2260" y="267"/>
                </a:cubicBezTo>
                <a:cubicBezTo>
                  <a:pt x="2260" y="267"/>
                  <a:pt x="2260" y="267"/>
                  <a:pt x="2260" y="267"/>
                </a:cubicBezTo>
                <a:cubicBezTo>
                  <a:pt x="2259" y="267"/>
                  <a:pt x="2258" y="267"/>
                  <a:pt x="2257" y="267"/>
                </a:cubicBezTo>
                <a:cubicBezTo>
                  <a:pt x="2257" y="267"/>
                  <a:pt x="2256" y="268"/>
                  <a:pt x="2255" y="268"/>
                </a:cubicBezTo>
                <a:cubicBezTo>
                  <a:pt x="2255" y="268"/>
                  <a:pt x="2254" y="268"/>
                  <a:pt x="2254" y="269"/>
                </a:cubicBezTo>
                <a:cubicBezTo>
                  <a:pt x="2254" y="269"/>
                  <a:pt x="2253" y="269"/>
                  <a:pt x="2253" y="270"/>
                </a:cubicBezTo>
                <a:cubicBezTo>
                  <a:pt x="2253" y="270"/>
                  <a:pt x="2253" y="270"/>
                  <a:pt x="2253" y="270"/>
                </a:cubicBezTo>
                <a:cubicBezTo>
                  <a:pt x="2253" y="270"/>
                  <a:pt x="2253" y="270"/>
                  <a:pt x="2253" y="270"/>
                </a:cubicBezTo>
                <a:cubicBezTo>
                  <a:pt x="2253" y="270"/>
                  <a:pt x="2253" y="271"/>
                  <a:pt x="2253" y="271"/>
                </a:cubicBezTo>
                <a:cubicBezTo>
                  <a:pt x="2253" y="271"/>
                  <a:pt x="2253" y="271"/>
                  <a:pt x="2253" y="271"/>
                </a:cubicBezTo>
                <a:cubicBezTo>
                  <a:pt x="2253" y="272"/>
                  <a:pt x="2253" y="272"/>
                  <a:pt x="2254" y="273"/>
                </a:cubicBezTo>
                <a:cubicBezTo>
                  <a:pt x="2255" y="273"/>
                  <a:pt x="2255" y="274"/>
                  <a:pt x="2256" y="274"/>
                </a:cubicBezTo>
                <a:cubicBezTo>
                  <a:pt x="2257" y="274"/>
                  <a:pt x="2258" y="275"/>
                  <a:pt x="2259" y="275"/>
                </a:cubicBezTo>
                <a:cubicBezTo>
                  <a:pt x="2260" y="275"/>
                  <a:pt x="2261" y="275"/>
                  <a:pt x="2262" y="275"/>
                </a:cubicBezTo>
                <a:cubicBezTo>
                  <a:pt x="2262" y="275"/>
                  <a:pt x="2263" y="275"/>
                  <a:pt x="2263" y="275"/>
                </a:cubicBezTo>
                <a:cubicBezTo>
                  <a:pt x="2263" y="275"/>
                  <a:pt x="2263" y="275"/>
                  <a:pt x="2263" y="275"/>
                </a:cubicBezTo>
                <a:cubicBezTo>
                  <a:pt x="2263" y="275"/>
                  <a:pt x="2263" y="275"/>
                  <a:pt x="2264" y="275"/>
                </a:cubicBezTo>
                <a:cubicBezTo>
                  <a:pt x="2264" y="275"/>
                  <a:pt x="2264" y="275"/>
                  <a:pt x="2264" y="275"/>
                </a:cubicBezTo>
                <a:cubicBezTo>
                  <a:pt x="2265" y="275"/>
                  <a:pt x="2266" y="275"/>
                  <a:pt x="2266" y="275"/>
                </a:cubicBezTo>
                <a:cubicBezTo>
                  <a:pt x="2267" y="274"/>
                  <a:pt x="2268" y="274"/>
                  <a:pt x="2268" y="274"/>
                </a:cubicBezTo>
                <a:cubicBezTo>
                  <a:pt x="2269" y="273"/>
                  <a:pt x="2269" y="273"/>
                  <a:pt x="2269" y="273"/>
                </a:cubicBezTo>
                <a:cubicBezTo>
                  <a:pt x="2269" y="272"/>
                  <a:pt x="2269" y="272"/>
                  <a:pt x="2269" y="271"/>
                </a:cubicBezTo>
                <a:cubicBezTo>
                  <a:pt x="2269" y="271"/>
                  <a:pt x="2269" y="271"/>
                  <a:pt x="2269" y="271"/>
                </a:cubicBezTo>
                <a:cubicBezTo>
                  <a:pt x="2269" y="271"/>
                  <a:pt x="2269" y="270"/>
                  <a:pt x="2269" y="270"/>
                </a:cubicBezTo>
                <a:cubicBezTo>
                  <a:pt x="2269" y="270"/>
                  <a:pt x="2269" y="270"/>
                  <a:pt x="2269" y="270"/>
                </a:cubicBezTo>
                <a:cubicBezTo>
                  <a:pt x="2268" y="270"/>
                  <a:pt x="2268" y="270"/>
                  <a:pt x="2268" y="270"/>
                </a:cubicBezTo>
                <a:cubicBezTo>
                  <a:pt x="2268" y="269"/>
                  <a:pt x="2267" y="269"/>
                  <a:pt x="2267" y="269"/>
                </a:cubicBezTo>
                <a:cubicBezTo>
                  <a:pt x="2266" y="268"/>
                  <a:pt x="2266" y="268"/>
                  <a:pt x="2265" y="268"/>
                </a:cubicBezTo>
                <a:cubicBezTo>
                  <a:pt x="2265" y="268"/>
                  <a:pt x="2264" y="268"/>
                  <a:pt x="2264" y="268"/>
                </a:cubicBezTo>
                <a:cubicBezTo>
                  <a:pt x="2263" y="267"/>
                  <a:pt x="2262" y="267"/>
                  <a:pt x="2261" y="267"/>
                </a:cubicBezTo>
                <a:cubicBezTo>
                  <a:pt x="2261" y="267"/>
                  <a:pt x="2261" y="267"/>
                  <a:pt x="2261" y="267"/>
                </a:cubicBezTo>
                <a:close/>
                <a:moveTo>
                  <a:pt x="1722" y="267"/>
                </a:moveTo>
                <a:cubicBezTo>
                  <a:pt x="1722" y="267"/>
                  <a:pt x="1721" y="268"/>
                  <a:pt x="1720" y="268"/>
                </a:cubicBezTo>
                <a:cubicBezTo>
                  <a:pt x="1720" y="268"/>
                  <a:pt x="1719" y="268"/>
                  <a:pt x="1719" y="269"/>
                </a:cubicBezTo>
                <a:cubicBezTo>
                  <a:pt x="1718" y="269"/>
                  <a:pt x="1718" y="269"/>
                  <a:pt x="1717" y="270"/>
                </a:cubicBezTo>
                <a:cubicBezTo>
                  <a:pt x="1717" y="270"/>
                  <a:pt x="1717" y="270"/>
                  <a:pt x="1717" y="270"/>
                </a:cubicBezTo>
                <a:cubicBezTo>
                  <a:pt x="1717" y="270"/>
                  <a:pt x="1717" y="270"/>
                  <a:pt x="1717" y="270"/>
                </a:cubicBezTo>
                <a:cubicBezTo>
                  <a:pt x="1717" y="270"/>
                  <a:pt x="1717" y="271"/>
                  <a:pt x="1717" y="271"/>
                </a:cubicBezTo>
                <a:cubicBezTo>
                  <a:pt x="1717" y="271"/>
                  <a:pt x="1717" y="271"/>
                  <a:pt x="1717" y="271"/>
                </a:cubicBezTo>
                <a:cubicBezTo>
                  <a:pt x="1717" y="272"/>
                  <a:pt x="1717" y="272"/>
                  <a:pt x="1718" y="273"/>
                </a:cubicBezTo>
                <a:cubicBezTo>
                  <a:pt x="1718" y="273"/>
                  <a:pt x="1719" y="274"/>
                  <a:pt x="1720" y="274"/>
                </a:cubicBezTo>
                <a:cubicBezTo>
                  <a:pt x="1721" y="274"/>
                  <a:pt x="1722" y="275"/>
                  <a:pt x="1723" y="275"/>
                </a:cubicBezTo>
                <a:cubicBezTo>
                  <a:pt x="1724" y="275"/>
                  <a:pt x="1725" y="275"/>
                  <a:pt x="1726" y="275"/>
                </a:cubicBezTo>
                <a:cubicBezTo>
                  <a:pt x="1727" y="275"/>
                  <a:pt x="1728" y="275"/>
                  <a:pt x="1729" y="275"/>
                </a:cubicBezTo>
                <a:cubicBezTo>
                  <a:pt x="1730" y="275"/>
                  <a:pt x="1731" y="274"/>
                  <a:pt x="1732" y="274"/>
                </a:cubicBezTo>
                <a:cubicBezTo>
                  <a:pt x="1732" y="274"/>
                  <a:pt x="1733" y="273"/>
                  <a:pt x="1733" y="273"/>
                </a:cubicBezTo>
                <a:cubicBezTo>
                  <a:pt x="1733" y="272"/>
                  <a:pt x="1734" y="272"/>
                  <a:pt x="1734" y="271"/>
                </a:cubicBezTo>
                <a:cubicBezTo>
                  <a:pt x="1734" y="271"/>
                  <a:pt x="1733" y="271"/>
                  <a:pt x="1733" y="271"/>
                </a:cubicBezTo>
                <a:cubicBezTo>
                  <a:pt x="1733" y="271"/>
                  <a:pt x="1733" y="270"/>
                  <a:pt x="1733" y="270"/>
                </a:cubicBezTo>
                <a:cubicBezTo>
                  <a:pt x="1733" y="270"/>
                  <a:pt x="1733" y="270"/>
                  <a:pt x="1733" y="270"/>
                </a:cubicBezTo>
                <a:cubicBezTo>
                  <a:pt x="1733" y="270"/>
                  <a:pt x="1733" y="270"/>
                  <a:pt x="1733" y="270"/>
                </a:cubicBezTo>
                <a:cubicBezTo>
                  <a:pt x="1732" y="269"/>
                  <a:pt x="1732" y="269"/>
                  <a:pt x="1731" y="269"/>
                </a:cubicBezTo>
                <a:cubicBezTo>
                  <a:pt x="1731" y="268"/>
                  <a:pt x="1730" y="268"/>
                  <a:pt x="1729" y="268"/>
                </a:cubicBezTo>
                <a:cubicBezTo>
                  <a:pt x="1729" y="268"/>
                  <a:pt x="1728" y="267"/>
                  <a:pt x="1727" y="267"/>
                </a:cubicBezTo>
                <a:cubicBezTo>
                  <a:pt x="1726" y="267"/>
                  <a:pt x="1726" y="267"/>
                  <a:pt x="1725" y="267"/>
                </a:cubicBezTo>
                <a:cubicBezTo>
                  <a:pt x="1724" y="267"/>
                  <a:pt x="1723" y="267"/>
                  <a:pt x="1722" y="267"/>
                </a:cubicBezTo>
                <a:close/>
                <a:moveTo>
                  <a:pt x="1524" y="268"/>
                </a:moveTo>
                <a:cubicBezTo>
                  <a:pt x="1524" y="268"/>
                  <a:pt x="1524" y="268"/>
                  <a:pt x="1524" y="268"/>
                </a:cubicBezTo>
                <a:cubicBezTo>
                  <a:pt x="1523" y="268"/>
                  <a:pt x="1523" y="268"/>
                  <a:pt x="1523" y="268"/>
                </a:cubicBezTo>
                <a:cubicBezTo>
                  <a:pt x="1523" y="268"/>
                  <a:pt x="1522" y="267"/>
                  <a:pt x="1522" y="267"/>
                </a:cubicBezTo>
                <a:cubicBezTo>
                  <a:pt x="1522" y="267"/>
                  <a:pt x="1522" y="267"/>
                  <a:pt x="1521" y="267"/>
                </a:cubicBezTo>
                <a:cubicBezTo>
                  <a:pt x="1521" y="267"/>
                  <a:pt x="1521" y="267"/>
                  <a:pt x="1521" y="267"/>
                </a:cubicBezTo>
                <a:cubicBezTo>
                  <a:pt x="1520" y="267"/>
                  <a:pt x="1520" y="267"/>
                  <a:pt x="1520" y="267"/>
                </a:cubicBezTo>
                <a:cubicBezTo>
                  <a:pt x="1519" y="267"/>
                  <a:pt x="1519" y="267"/>
                  <a:pt x="1519" y="267"/>
                </a:cubicBezTo>
                <a:cubicBezTo>
                  <a:pt x="1518" y="267"/>
                  <a:pt x="1517" y="267"/>
                  <a:pt x="1516" y="267"/>
                </a:cubicBezTo>
                <a:cubicBezTo>
                  <a:pt x="1516" y="267"/>
                  <a:pt x="1515" y="268"/>
                  <a:pt x="1514" y="268"/>
                </a:cubicBezTo>
                <a:cubicBezTo>
                  <a:pt x="1514" y="268"/>
                  <a:pt x="1513" y="268"/>
                  <a:pt x="1513" y="269"/>
                </a:cubicBezTo>
                <a:cubicBezTo>
                  <a:pt x="1512" y="269"/>
                  <a:pt x="1512" y="269"/>
                  <a:pt x="1511" y="270"/>
                </a:cubicBezTo>
                <a:cubicBezTo>
                  <a:pt x="1511" y="270"/>
                  <a:pt x="1511" y="271"/>
                  <a:pt x="1511" y="271"/>
                </a:cubicBezTo>
                <a:cubicBezTo>
                  <a:pt x="1511" y="272"/>
                  <a:pt x="1511" y="272"/>
                  <a:pt x="1512" y="273"/>
                </a:cubicBezTo>
                <a:cubicBezTo>
                  <a:pt x="1512" y="273"/>
                  <a:pt x="1513" y="274"/>
                  <a:pt x="1514" y="274"/>
                </a:cubicBezTo>
                <a:cubicBezTo>
                  <a:pt x="1514" y="274"/>
                  <a:pt x="1515" y="275"/>
                  <a:pt x="1516" y="275"/>
                </a:cubicBezTo>
                <a:cubicBezTo>
                  <a:pt x="1517" y="275"/>
                  <a:pt x="1518" y="275"/>
                  <a:pt x="1520" y="275"/>
                </a:cubicBezTo>
                <a:cubicBezTo>
                  <a:pt x="1520" y="275"/>
                  <a:pt x="1520" y="275"/>
                  <a:pt x="1520" y="275"/>
                </a:cubicBezTo>
                <a:cubicBezTo>
                  <a:pt x="1521" y="275"/>
                  <a:pt x="1521" y="275"/>
                  <a:pt x="1521" y="275"/>
                </a:cubicBezTo>
                <a:cubicBezTo>
                  <a:pt x="1521" y="275"/>
                  <a:pt x="1522" y="275"/>
                  <a:pt x="1522" y="275"/>
                </a:cubicBezTo>
                <a:cubicBezTo>
                  <a:pt x="1522" y="275"/>
                  <a:pt x="1522" y="275"/>
                  <a:pt x="1523" y="275"/>
                </a:cubicBezTo>
                <a:cubicBezTo>
                  <a:pt x="1523" y="275"/>
                  <a:pt x="1523" y="275"/>
                  <a:pt x="1523" y="275"/>
                </a:cubicBezTo>
                <a:cubicBezTo>
                  <a:pt x="1524" y="275"/>
                  <a:pt x="1524" y="275"/>
                  <a:pt x="1524" y="274"/>
                </a:cubicBezTo>
                <a:cubicBezTo>
                  <a:pt x="1524" y="274"/>
                  <a:pt x="1524" y="274"/>
                  <a:pt x="1525" y="274"/>
                </a:cubicBezTo>
                <a:cubicBezTo>
                  <a:pt x="1525" y="274"/>
                  <a:pt x="1525" y="274"/>
                  <a:pt x="1525" y="274"/>
                </a:cubicBezTo>
                <a:cubicBezTo>
                  <a:pt x="1526" y="274"/>
                  <a:pt x="1526" y="274"/>
                  <a:pt x="1526" y="273"/>
                </a:cubicBezTo>
                <a:cubicBezTo>
                  <a:pt x="1527" y="273"/>
                  <a:pt x="1527" y="273"/>
                  <a:pt x="1527" y="273"/>
                </a:cubicBezTo>
                <a:cubicBezTo>
                  <a:pt x="1527" y="272"/>
                  <a:pt x="1527" y="272"/>
                  <a:pt x="1527" y="272"/>
                </a:cubicBezTo>
                <a:cubicBezTo>
                  <a:pt x="1527" y="272"/>
                  <a:pt x="1527" y="271"/>
                  <a:pt x="1527" y="271"/>
                </a:cubicBezTo>
                <a:cubicBezTo>
                  <a:pt x="1527" y="271"/>
                  <a:pt x="1527" y="271"/>
                  <a:pt x="1527" y="271"/>
                </a:cubicBezTo>
                <a:cubicBezTo>
                  <a:pt x="1527" y="271"/>
                  <a:pt x="1527" y="270"/>
                  <a:pt x="1527" y="270"/>
                </a:cubicBezTo>
                <a:cubicBezTo>
                  <a:pt x="1527" y="270"/>
                  <a:pt x="1527" y="270"/>
                  <a:pt x="1527" y="270"/>
                </a:cubicBezTo>
                <a:cubicBezTo>
                  <a:pt x="1527" y="270"/>
                  <a:pt x="1527" y="270"/>
                  <a:pt x="1527" y="270"/>
                </a:cubicBezTo>
                <a:cubicBezTo>
                  <a:pt x="1526" y="269"/>
                  <a:pt x="1525" y="269"/>
                  <a:pt x="1525" y="268"/>
                </a:cubicBezTo>
                <a:cubicBezTo>
                  <a:pt x="1525" y="268"/>
                  <a:pt x="1524" y="268"/>
                  <a:pt x="1524" y="268"/>
                </a:cubicBezTo>
                <a:close/>
                <a:moveTo>
                  <a:pt x="2179" y="267"/>
                </a:moveTo>
                <a:cubicBezTo>
                  <a:pt x="2179" y="267"/>
                  <a:pt x="2178" y="267"/>
                  <a:pt x="2178" y="267"/>
                </a:cubicBezTo>
                <a:cubicBezTo>
                  <a:pt x="2178" y="267"/>
                  <a:pt x="2178" y="267"/>
                  <a:pt x="2178" y="267"/>
                </a:cubicBezTo>
                <a:cubicBezTo>
                  <a:pt x="2178" y="267"/>
                  <a:pt x="2178" y="267"/>
                  <a:pt x="2177" y="267"/>
                </a:cubicBezTo>
                <a:cubicBezTo>
                  <a:pt x="2177" y="267"/>
                  <a:pt x="2176" y="267"/>
                  <a:pt x="2175" y="267"/>
                </a:cubicBezTo>
                <a:cubicBezTo>
                  <a:pt x="2174" y="267"/>
                  <a:pt x="2174" y="268"/>
                  <a:pt x="2173" y="268"/>
                </a:cubicBezTo>
                <a:cubicBezTo>
                  <a:pt x="2172" y="268"/>
                  <a:pt x="2172" y="268"/>
                  <a:pt x="2172" y="269"/>
                </a:cubicBezTo>
                <a:cubicBezTo>
                  <a:pt x="2171" y="269"/>
                  <a:pt x="2171" y="269"/>
                  <a:pt x="2171" y="270"/>
                </a:cubicBezTo>
                <a:cubicBezTo>
                  <a:pt x="2171" y="270"/>
                  <a:pt x="2170" y="270"/>
                  <a:pt x="2170" y="270"/>
                </a:cubicBezTo>
                <a:cubicBezTo>
                  <a:pt x="2170" y="270"/>
                  <a:pt x="2170" y="270"/>
                  <a:pt x="2170" y="270"/>
                </a:cubicBezTo>
                <a:cubicBezTo>
                  <a:pt x="2170" y="270"/>
                  <a:pt x="2170" y="271"/>
                  <a:pt x="2170" y="271"/>
                </a:cubicBezTo>
                <a:cubicBezTo>
                  <a:pt x="2170" y="271"/>
                  <a:pt x="2170" y="271"/>
                  <a:pt x="2170" y="271"/>
                </a:cubicBezTo>
                <a:cubicBezTo>
                  <a:pt x="2171" y="272"/>
                  <a:pt x="2171" y="272"/>
                  <a:pt x="2171" y="273"/>
                </a:cubicBezTo>
                <a:cubicBezTo>
                  <a:pt x="2172" y="273"/>
                  <a:pt x="2173" y="274"/>
                  <a:pt x="2174" y="274"/>
                </a:cubicBezTo>
                <a:cubicBezTo>
                  <a:pt x="2174" y="274"/>
                  <a:pt x="2175" y="275"/>
                  <a:pt x="2176" y="275"/>
                </a:cubicBezTo>
                <a:cubicBezTo>
                  <a:pt x="2178" y="275"/>
                  <a:pt x="2179" y="275"/>
                  <a:pt x="2180" y="275"/>
                </a:cubicBezTo>
                <a:cubicBezTo>
                  <a:pt x="2180" y="275"/>
                  <a:pt x="2180" y="275"/>
                  <a:pt x="2180" y="275"/>
                </a:cubicBezTo>
                <a:cubicBezTo>
                  <a:pt x="2180" y="275"/>
                  <a:pt x="2180" y="275"/>
                  <a:pt x="2181" y="275"/>
                </a:cubicBezTo>
                <a:cubicBezTo>
                  <a:pt x="2181" y="275"/>
                  <a:pt x="2181" y="275"/>
                  <a:pt x="2181" y="275"/>
                </a:cubicBezTo>
                <a:cubicBezTo>
                  <a:pt x="2181" y="275"/>
                  <a:pt x="2181" y="275"/>
                  <a:pt x="2181" y="275"/>
                </a:cubicBezTo>
                <a:cubicBezTo>
                  <a:pt x="2182" y="275"/>
                  <a:pt x="2183" y="275"/>
                  <a:pt x="2184" y="275"/>
                </a:cubicBezTo>
                <a:cubicBezTo>
                  <a:pt x="2185" y="274"/>
                  <a:pt x="2185" y="274"/>
                  <a:pt x="2186" y="274"/>
                </a:cubicBezTo>
                <a:cubicBezTo>
                  <a:pt x="2186" y="273"/>
                  <a:pt x="2187" y="273"/>
                  <a:pt x="2187" y="273"/>
                </a:cubicBezTo>
                <a:cubicBezTo>
                  <a:pt x="2187" y="272"/>
                  <a:pt x="2187" y="272"/>
                  <a:pt x="2187" y="271"/>
                </a:cubicBezTo>
                <a:cubicBezTo>
                  <a:pt x="2187" y="271"/>
                  <a:pt x="2187" y="271"/>
                  <a:pt x="2187" y="271"/>
                </a:cubicBezTo>
                <a:cubicBezTo>
                  <a:pt x="2187" y="271"/>
                  <a:pt x="2187" y="270"/>
                  <a:pt x="2186" y="270"/>
                </a:cubicBezTo>
                <a:cubicBezTo>
                  <a:pt x="2186" y="270"/>
                  <a:pt x="2186" y="270"/>
                  <a:pt x="2186" y="270"/>
                </a:cubicBezTo>
                <a:cubicBezTo>
                  <a:pt x="2186" y="270"/>
                  <a:pt x="2186" y="270"/>
                  <a:pt x="2186" y="270"/>
                </a:cubicBezTo>
                <a:cubicBezTo>
                  <a:pt x="2184" y="268"/>
                  <a:pt x="2181" y="267"/>
                  <a:pt x="2179" y="267"/>
                </a:cubicBezTo>
                <a:cubicBezTo>
                  <a:pt x="2179" y="267"/>
                  <a:pt x="2179" y="267"/>
                  <a:pt x="2179" y="267"/>
                </a:cubicBezTo>
                <a:close/>
                <a:moveTo>
                  <a:pt x="1887" y="267"/>
                </a:moveTo>
                <a:cubicBezTo>
                  <a:pt x="1886" y="267"/>
                  <a:pt x="1885" y="268"/>
                  <a:pt x="1885" y="268"/>
                </a:cubicBezTo>
                <a:cubicBezTo>
                  <a:pt x="1884" y="268"/>
                  <a:pt x="1884" y="268"/>
                  <a:pt x="1883" y="269"/>
                </a:cubicBezTo>
                <a:cubicBezTo>
                  <a:pt x="1883" y="269"/>
                  <a:pt x="1882" y="269"/>
                  <a:pt x="1882" y="270"/>
                </a:cubicBezTo>
                <a:cubicBezTo>
                  <a:pt x="1882" y="270"/>
                  <a:pt x="1882" y="270"/>
                  <a:pt x="1882" y="270"/>
                </a:cubicBezTo>
                <a:cubicBezTo>
                  <a:pt x="1882" y="270"/>
                  <a:pt x="1882" y="270"/>
                  <a:pt x="1882" y="270"/>
                </a:cubicBezTo>
                <a:cubicBezTo>
                  <a:pt x="1882" y="270"/>
                  <a:pt x="1882" y="271"/>
                  <a:pt x="1882" y="271"/>
                </a:cubicBezTo>
                <a:cubicBezTo>
                  <a:pt x="1882" y="271"/>
                  <a:pt x="1882" y="271"/>
                  <a:pt x="1882" y="271"/>
                </a:cubicBezTo>
                <a:cubicBezTo>
                  <a:pt x="1882" y="272"/>
                  <a:pt x="1882" y="272"/>
                  <a:pt x="1883" y="273"/>
                </a:cubicBezTo>
                <a:cubicBezTo>
                  <a:pt x="1883" y="273"/>
                  <a:pt x="1884" y="274"/>
                  <a:pt x="1885" y="274"/>
                </a:cubicBezTo>
                <a:cubicBezTo>
                  <a:pt x="1886" y="274"/>
                  <a:pt x="1887" y="275"/>
                  <a:pt x="1888" y="275"/>
                </a:cubicBezTo>
                <a:cubicBezTo>
                  <a:pt x="1889" y="275"/>
                  <a:pt x="1890" y="275"/>
                  <a:pt x="1891" y="275"/>
                </a:cubicBezTo>
                <a:cubicBezTo>
                  <a:pt x="1892" y="275"/>
                  <a:pt x="1893" y="275"/>
                  <a:pt x="1894" y="275"/>
                </a:cubicBezTo>
                <a:cubicBezTo>
                  <a:pt x="1895" y="275"/>
                  <a:pt x="1896" y="274"/>
                  <a:pt x="1897" y="274"/>
                </a:cubicBezTo>
                <a:cubicBezTo>
                  <a:pt x="1897" y="274"/>
                  <a:pt x="1898" y="273"/>
                  <a:pt x="1898" y="273"/>
                </a:cubicBezTo>
                <a:cubicBezTo>
                  <a:pt x="1898" y="272"/>
                  <a:pt x="1899" y="272"/>
                  <a:pt x="1898" y="271"/>
                </a:cubicBezTo>
                <a:cubicBezTo>
                  <a:pt x="1898" y="271"/>
                  <a:pt x="1898" y="271"/>
                  <a:pt x="1898" y="271"/>
                </a:cubicBezTo>
                <a:cubicBezTo>
                  <a:pt x="1898" y="271"/>
                  <a:pt x="1898" y="270"/>
                  <a:pt x="1898" y="270"/>
                </a:cubicBezTo>
                <a:cubicBezTo>
                  <a:pt x="1898" y="270"/>
                  <a:pt x="1898" y="270"/>
                  <a:pt x="1898" y="270"/>
                </a:cubicBezTo>
                <a:cubicBezTo>
                  <a:pt x="1898" y="270"/>
                  <a:pt x="1898" y="270"/>
                  <a:pt x="1897" y="270"/>
                </a:cubicBezTo>
                <a:cubicBezTo>
                  <a:pt x="1895" y="268"/>
                  <a:pt x="1892" y="267"/>
                  <a:pt x="1889" y="267"/>
                </a:cubicBezTo>
                <a:cubicBezTo>
                  <a:pt x="1889" y="267"/>
                  <a:pt x="1888" y="267"/>
                  <a:pt x="1887" y="267"/>
                </a:cubicBezTo>
                <a:close/>
                <a:moveTo>
                  <a:pt x="2096" y="267"/>
                </a:moveTo>
                <a:cubicBezTo>
                  <a:pt x="2096" y="267"/>
                  <a:pt x="2096" y="267"/>
                  <a:pt x="2096" y="267"/>
                </a:cubicBezTo>
                <a:cubicBezTo>
                  <a:pt x="2096" y="267"/>
                  <a:pt x="2096" y="267"/>
                  <a:pt x="2096" y="267"/>
                </a:cubicBezTo>
                <a:cubicBezTo>
                  <a:pt x="2095" y="267"/>
                  <a:pt x="2095" y="267"/>
                  <a:pt x="2095" y="267"/>
                </a:cubicBezTo>
                <a:cubicBezTo>
                  <a:pt x="2094" y="267"/>
                  <a:pt x="2094" y="267"/>
                  <a:pt x="2093" y="267"/>
                </a:cubicBezTo>
                <a:cubicBezTo>
                  <a:pt x="2092" y="267"/>
                  <a:pt x="2091" y="268"/>
                  <a:pt x="2091" y="268"/>
                </a:cubicBezTo>
                <a:cubicBezTo>
                  <a:pt x="2090" y="268"/>
                  <a:pt x="2090" y="268"/>
                  <a:pt x="2089" y="269"/>
                </a:cubicBezTo>
                <a:cubicBezTo>
                  <a:pt x="2089" y="269"/>
                  <a:pt x="2088" y="269"/>
                  <a:pt x="2088" y="270"/>
                </a:cubicBezTo>
                <a:cubicBezTo>
                  <a:pt x="2088" y="270"/>
                  <a:pt x="2088" y="270"/>
                  <a:pt x="2088" y="270"/>
                </a:cubicBezTo>
                <a:cubicBezTo>
                  <a:pt x="2088" y="270"/>
                  <a:pt x="2088" y="270"/>
                  <a:pt x="2088" y="270"/>
                </a:cubicBezTo>
                <a:cubicBezTo>
                  <a:pt x="2088" y="270"/>
                  <a:pt x="2088" y="271"/>
                  <a:pt x="2088" y="271"/>
                </a:cubicBezTo>
                <a:cubicBezTo>
                  <a:pt x="2088" y="271"/>
                  <a:pt x="2088" y="271"/>
                  <a:pt x="2088" y="271"/>
                </a:cubicBezTo>
                <a:cubicBezTo>
                  <a:pt x="2088" y="272"/>
                  <a:pt x="2088" y="272"/>
                  <a:pt x="2089" y="273"/>
                </a:cubicBezTo>
                <a:cubicBezTo>
                  <a:pt x="2090" y="273"/>
                  <a:pt x="2090" y="274"/>
                  <a:pt x="2091" y="274"/>
                </a:cubicBezTo>
                <a:cubicBezTo>
                  <a:pt x="2092" y="274"/>
                  <a:pt x="2093" y="275"/>
                  <a:pt x="2094" y="275"/>
                </a:cubicBezTo>
                <a:cubicBezTo>
                  <a:pt x="2095" y="275"/>
                  <a:pt x="2096" y="275"/>
                  <a:pt x="2097" y="275"/>
                </a:cubicBezTo>
                <a:cubicBezTo>
                  <a:pt x="2097" y="275"/>
                  <a:pt x="2098" y="275"/>
                  <a:pt x="2098" y="275"/>
                </a:cubicBezTo>
                <a:cubicBezTo>
                  <a:pt x="2098" y="275"/>
                  <a:pt x="2098" y="275"/>
                  <a:pt x="2098" y="275"/>
                </a:cubicBezTo>
                <a:cubicBezTo>
                  <a:pt x="2098" y="275"/>
                  <a:pt x="2098" y="275"/>
                  <a:pt x="2098" y="275"/>
                </a:cubicBezTo>
                <a:cubicBezTo>
                  <a:pt x="2099" y="275"/>
                  <a:pt x="2099" y="275"/>
                  <a:pt x="2099" y="275"/>
                </a:cubicBezTo>
                <a:cubicBezTo>
                  <a:pt x="2100" y="275"/>
                  <a:pt x="2101" y="275"/>
                  <a:pt x="2101" y="275"/>
                </a:cubicBezTo>
                <a:cubicBezTo>
                  <a:pt x="2102" y="274"/>
                  <a:pt x="2103" y="274"/>
                  <a:pt x="2103" y="274"/>
                </a:cubicBezTo>
                <a:cubicBezTo>
                  <a:pt x="2104" y="273"/>
                  <a:pt x="2104" y="273"/>
                  <a:pt x="2104" y="273"/>
                </a:cubicBezTo>
                <a:cubicBezTo>
                  <a:pt x="2105" y="272"/>
                  <a:pt x="2105" y="272"/>
                  <a:pt x="2104" y="271"/>
                </a:cubicBezTo>
                <a:cubicBezTo>
                  <a:pt x="2104" y="271"/>
                  <a:pt x="2104" y="271"/>
                  <a:pt x="2104" y="271"/>
                </a:cubicBezTo>
                <a:cubicBezTo>
                  <a:pt x="2104" y="271"/>
                  <a:pt x="2104" y="270"/>
                  <a:pt x="2104" y="270"/>
                </a:cubicBezTo>
                <a:cubicBezTo>
                  <a:pt x="2104" y="270"/>
                  <a:pt x="2104" y="270"/>
                  <a:pt x="2104" y="270"/>
                </a:cubicBezTo>
                <a:cubicBezTo>
                  <a:pt x="2104" y="270"/>
                  <a:pt x="2104" y="270"/>
                  <a:pt x="2103" y="270"/>
                </a:cubicBezTo>
                <a:cubicBezTo>
                  <a:pt x="2103" y="269"/>
                  <a:pt x="2103" y="269"/>
                  <a:pt x="2102" y="269"/>
                </a:cubicBezTo>
                <a:cubicBezTo>
                  <a:pt x="2102" y="268"/>
                  <a:pt x="2101" y="268"/>
                  <a:pt x="2101" y="268"/>
                </a:cubicBezTo>
                <a:cubicBezTo>
                  <a:pt x="2100" y="268"/>
                  <a:pt x="2099" y="268"/>
                  <a:pt x="2099" y="268"/>
                </a:cubicBezTo>
                <a:cubicBezTo>
                  <a:pt x="2098" y="267"/>
                  <a:pt x="2098" y="267"/>
                  <a:pt x="2097" y="267"/>
                </a:cubicBezTo>
                <a:cubicBezTo>
                  <a:pt x="2097" y="267"/>
                  <a:pt x="2097" y="267"/>
                  <a:pt x="2096" y="267"/>
                </a:cubicBezTo>
                <a:close/>
                <a:moveTo>
                  <a:pt x="1851" y="267"/>
                </a:moveTo>
                <a:cubicBezTo>
                  <a:pt x="1851" y="267"/>
                  <a:pt x="1851" y="267"/>
                  <a:pt x="1851" y="267"/>
                </a:cubicBezTo>
                <a:cubicBezTo>
                  <a:pt x="1850" y="267"/>
                  <a:pt x="1850" y="267"/>
                  <a:pt x="1850" y="267"/>
                </a:cubicBezTo>
                <a:cubicBezTo>
                  <a:pt x="1850" y="267"/>
                  <a:pt x="1849" y="267"/>
                  <a:pt x="1849" y="267"/>
                </a:cubicBezTo>
                <a:cubicBezTo>
                  <a:pt x="1849" y="267"/>
                  <a:pt x="1848" y="267"/>
                  <a:pt x="1848" y="267"/>
                </a:cubicBezTo>
                <a:cubicBezTo>
                  <a:pt x="1847" y="267"/>
                  <a:pt x="1847" y="267"/>
                  <a:pt x="1846" y="267"/>
                </a:cubicBezTo>
                <a:cubicBezTo>
                  <a:pt x="1845" y="267"/>
                  <a:pt x="1844" y="268"/>
                  <a:pt x="1844" y="268"/>
                </a:cubicBezTo>
                <a:cubicBezTo>
                  <a:pt x="1843" y="268"/>
                  <a:pt x="1843" y="268"/>
                  <a:pt x="1842" y="269"/>
                </a:cubicBezTo>
                <a:cubicBezTo>
                  <a:pt x="1842" y="269"/>
                  <a:pt x="1841" y="269"/>
                  <a:pt x="1841" y="270"/>
                </a:cubicBezTo>
                <a:cubicBezTo>
                  <a:pt x="1841" y="270"/>
                  <a:pt x="1841" y="270"/>
                  <a:pt x="1841" y="270"/>
                </a:cubicBezTo>
                <a:cubicBezTo>
                  <a:pt x="1841" y="270"/>
                  <a:pt x="1841" y="270"/>
                  <a:pt x="1841" y="270"/>
                </a:cubicBezTo>
                <a:cubicBezTo>
                  <a:pt x="1841" y="270"/>
                  <a:pt x="1841" y="271"/>
                  <a:pt x="1841" y="271"/>
                </a:cubicBezTo>
                <a:cubicBezTo>
                  <a:pt x="1841" y="271"/>
                  <a:pt x="1841" y="271"/>
                  <a:pt x="1841" y="271"/>
                </a:cubicBezTo>
                <a:cubicBezTo>
                  <a:pt x="1841" y="272"/>
                  <a:pt x="1841" y="272"/>
                  <a:pt x="1842" y="273"/>
                </a:cubicBezTo>
                <a:cubicBezTo>
                  <a:pt x="1842" y="273"/>
                  <a:pt x="1843" y="274"/>
                  <a:pt x="1844" y="274"/>
                </a:cubicBezTo>
                <a:cubicBezTo>
                  <a:pt x="1844" y="274"/>
                  <a:pt x="1845" y="275"/>
                  <a:pt x="1846" y="275"/>
                </a:cubicBezTo>
                <a:cubicBezTo>
                  <a:pt x="1847" y="275"/>
                  <a:pt x="1849" y="275"/>
                  <a:pt x="1850" y="275"/>
                </a:cubicBezTo>
                <a:cubicBezTo>
                  <a:pt x="1850" y="275"/>
                  <a:pt x="1850" y="275"/>
                  <a:pt x="1851" y="275"/>
                </a:cubicBezTo>
                <a:cubicBezTo>
                  <a:pt x="1851" y="275"/>
                  <a:pt x="1851" y="275"/>
                  <a:pt x="1851" y="275"/>
                </a:cubicBezTo>
                <a:cubicBezTo>
                  <a:pt x="1852" y="275"/>
                  <a:pt x="1852" y="275"/>
                  <a:pt x="1852" y="275"/>
                </a:cubicBezTo>
                <a:cubicBezTo>
                  <a:pt x="1852" y="275"/>
                  <a:pt x="1853" y="275"/>
                  <a:pt x="1853" y="275"/>
                </a:cubicBezTo>
                <a:cubicBezTo>
                  <a:pt x="1854" y="275"/>
                  <a:pt x="1854" y="275"/>
                  <a:pt x="1855" y="274"/>
                </a:cubicBezTo>
                <a:cubicBezTo>
                  <a:pt x="1855" y="274"/>
                  <a:pt x="1856" y="274"/>
                  <a:pt x="1856" y="273"/>
                </a:cubicBezTo>
                <a:cubicBezTo>
                  <a:pt x="1857" y="273"/>
                  <a:pt x="1857" y="273"/>
                  <a:pt x="1857" y="272"/>
                </a:cubicBezTo>
                <a:cubicBezTo>
                  <a:pt x="1857" y="272"/>
                  <a:pt x="1857" y="272"/>
                  <a:pt x="1857" y="271"/>
                </a:cubicBezTo>
                <a:cubicBezTo>
                  <a:pt x="1857" y="271"/>
                  <a:pt x="1857" y="271"/>
                  <a:pt x="1857" y="271"/>
                </a:cubicBezTo>
                <a:cubicBezTo>
                  <a:pt x="1857" y="271"/>
                  <a:pt x="1857" y="270"/>
                  <a:pt x="1857" y="270"/>
                </a:cubicBezTo>
                <a:cubicBezTo>
                  <a:pt x="1857" y="270"/>
                  <a:pt x="1857" y="270"/>
                  <a:pt x="1857" y="270"/>
                </a:cubicBezTo>
                <a:cubicBezTo>
                  <a:pt x="1856" y="270"/>
                  <a:pt x="1856" y="270"/>
                  <a:pt x="1856" y="270"/>
                </a:cubicBezTo>
                <a:cubicBezTo>
                  <a:pt x="1856" y="269"/>
                  <a:pt x="1856" y="269"/>
                  <a:pt x="1855" y="269"/>
                </a:cubicBezTo>
                <a:cubicBezTo>
                  <a:pt x="1855" y="269"/>
                  <a:pt x="1855" y="268"/>
                  <a:pt x="1854" y="268"/>
                </a:cubicBezTo>
                <a:cubicBezTo>
                  <a:pt x="1854" y="268"/>
                  <a:pt x="1853" y="268"/>
                  <a:pt x="1853" y="268"/>
                </a:cubicBezTo>
                <a:cubicBezTo>
                  <a:pt x="1852" y="268"/>
                  <a:pt x="1852" y="268"/>
                  <a:pt x="1851" y="267"/>
                </a:cubicBezTo>
                <a:cubicBezTo>
                  <a:pt x="1851" y="267"/>
                  <a:pt x="1852" y="268"/>
                  <a:pt x="1851" y="267"/>
                </a:cubicBezTo>
                <a:close/>
                <a:moveTo>
                  <a:pt x="1805" y="267"/>
                </a:moveTo>
                <a:cubicBezTo>
                  <a:pt x="1804" y="267"/>
                  <a:pt x="1803" y="268"/>
                  <a:pt x="1803" y="268"/>
                </a:cubicBezTo>
                <a:cubicBezTo>
                  <a:pt x="1802" y="268"/>
                  <a:pt x="1801" y="268"/>
                  <a:pt x="1801" y="269"/>
                </a:cubicBezTo>
                <a:cubicBezTo>
                  <a:pt x="1800" y="269"/>
                  <a:pt x="1800" y="269"/>
                  <a:pt x="1800" y="270"/>
                </a:cubicBezTo>
                <a:cubicBezTo>
                  <a:pt x="1800" y="270"/>
                  <a:pt x="1800" y="270"/>
                  <a:pt x="1800" y="270"/>
                </a:cubicBezTo>
                <a:cubicBezTo>
                  <a:pt x="1800" y="270"/>
                  <a:pt x="1800" y="270"/>
                  <a:pt x="1799" y="270"/>
                </a:cubicBezTo>
                <a:cubicBezTo>
                  <a:pt x="1799" y="270"/>
                  <a:pt x="1799" y="271"/>
                  <a:pt x="1799" y="271"/>
                </a:cubicBezTo>
                <a:cubicBezTo>
                  <a:pt x="1799" y="271"/>
                  <a:pt x="1799" y="271"/>
                  <a:pt x="1799" y="271"/>
                </a:cubicBezTo>
                <a:cubicBezTo>
                  <a:pt x="1800" y="272"/>
                  <a:pt x="1800" y="272"/>
                  <a:pt x="1800" y="273"/>
                </a:cubicBezTo>
                <a:cubicBezTo>
                  <a:pt x="1801" y="273"/>
                  <a:pt x="1802" y="274"/>
                  <a:pt x="1802" y="274"/>
                </a:cubicBezTo>
                <a:cubicBezTo>
                  <a:pt x="1803" y="274"/>
                  <a:pt x="1804" y="275"/>
                  <a:pt x="1805" y="275"/>
                </a:cubicBezTo>
                <a:cubicBezTo>
                  <a:pt x="1806" y="275"/>
                  <a:pt x="1807" y="275"/>
                  <a:pt x="1808" y="275"/>
                </a:cubicBezTo>
                <a:cubicBezTo>
                  <a:pt x="1810" y="275"/>
                  <a:pt x="1811" y="275"/>
                  <a:pt x="1812" y="275"/>
                </a:cubicBezTo>
                <a:cubicBezTo>
                  <a:pt x="1812" y="275"/>
                  <a:pt x="1813" y="274"/>
                  <a:pt x="1814" y="274"/>
                </a:cubicBezTo>
                <a:cubicBezTo>
                  <a:pt x="1815" y="274"/>
                  <a:pt x="1815" y="273"/>
                  <a:pt x="1816" y="273"/>
                </a:cubicBezTo>
                <a:cubicBezTo>
                  <a:pt x="1816" y="272"/>
                  <a:pt x="1816" y="272"/>
                  <a:pt x="1816" y="271"/>
                </a:cubicBezTo>
                <a:cubicBezTo>
                  <a:pt x="1816" y="271"/>
                  <a:pt x="1816" y="271"/>
                  <a:pt x="1816" y="271"/>
                </a:cubicBezTo>
                <a:cubicBezTo>
                  <a:pt x="1816" y="271"/>
                  <a:pt x="1816" y="270"/>
                  <a:pt x="1816" y="270"/>
                </a:cubicBezTo>
                <a:cubicBezTo>
                  <a:pt x="1816" y="270"/>
                  <a:pt x="1815" y="270"/>
                  <a:pt x="1815" y="270"/>
                </a:cubicBezTo>
                <a:cubicBezTo>
                  <a:pt x="1815" y="270"/>
                  <a:pt x="1815" y="270"/>
                  <a:pt x="1815" y="270"/>
                </a:cubicBezTo>
                <a:cubicBezTo>
                  <a:pt x="1815" y="269"/>
                  <a:pt x="1814" y="269"/>
                  <a:pt x="1814" y="269"/>
                </a:cubicBezTo>
                <a:cubicBezTo>
                  <a:pt x="1813" y="268"/>
                  <a:pt x="1812" y="268"/>
                  <a:pt x="1812" y="268"/>
                </a:cubicBezTo>
                <a:cubicBezTo>
                  <a:pt x="1811" y="268"/>
                  <a:pt x="1810" y="267"/>
                  <a:pt x="1810" y="267"/>
                </a:cubicBezTo>
                <a:cubicBezTo>
                  <a:pt x="1809" y="267"/>
                  <a:pt x="1808" y="267"/>
                  <a:pt x="1807" y="267"/>
                </a:cubicBezTo>
                <a:cubicBezTo>
                  <a:pt x="1806" y="267"/>
                  <a:pt x="1805" y="267"/>
                  <a:pt x="1805" y="267"/>
                </a:cubicBezTo>
                <a:close/>
                <a:moveTo>
                  <a:pt x="1640" y="267"/>
                </a:moveTo>
                <a:cubicBezTo>
                  <a:pt x="1639" y="267"/>
                  <a:pt x="1638" y="268"/>
                  <a:pt x="1638" y="268"/>
                </a:cubicBezTo>
                <a:cubicBezTo>
                  <a:pt x="1637" y="268"/>
                  <a:pt x="1637" y="268"/>
                  <a:pt x="1636" y="269"/>
                </a:cubicBezTo>
                <a:cubicBezTo>
                  <a:pt x="1636" y="269"/>
                  <a:pt x="1635" y="269"/>
                  <a:pt x="1635" y="270"/>
                </a:cubicBezTo>
                <a:cubicBezTo>
                  <a:pt x="1635" y="270"/>
                  <a:pt x="1635" y="271"/>
                  <a:pt x="1635" y="271"/>
                </a:cubicBezTo>
                <a:cubicBezTo>
                  <a:pt x="1635" y="272"/>
                  <a:pt x="1635" y="272"/>
                  <a:pt x="1635" y="273"/>
                </a:cubicBezTo>
                <a:cubicBezTo>
                  <a:pt x="1636" y="273"/>
                  <a:pt x="1637" y="274"/>
                  <a:pt x="1637" y="274"/>
                </a:cubicBezTo>
                <a:cubicBezTo>
                  <a:pt x="1638" y="274"/>
                  <a:pt x="1639" y="275"/>
                  <a:pt x="1640" y="275"/>
                </a:cubicBezTo>
                <a:cubicBezTo>
                  <a:pt x="1641" y="275"/>
                  <a:pt x="1642" y="275"/>
                  <a:pt x="1643" y="275"/>
                </a:cubicBezTo>
                <a:cubicBezTo>
                  <a:pt x="1644" y="275"/>
                  <a:pt x="1646" y="275"/>
                  <a:pt x="1646" y="275"/>
                </a:cubicBezTo>
                <a:cubicBezTo>
                  <a:pt x="1647" y="275"/>
                  <a:pt x="1648" y="274"/>
                  <a:pt x="1649" y="274"/>
                </a:cubicBezTo>
                <a:cubicBezTo>
                  <a:pt x="1650" y="274"/>
                  <a:pt x="1650" y="273"/>
                  <a:pt x="1651" y="273"/>
                </a:cubicBezTo>
                <a:cubicBezTo>
                  <a:pt x="1651" y="272"/>
                  <a:pt x="1651" y="272"/>
                  <a:pt x="1651" y="271"/>
                </a:cubicBezTo>
                <a:cubicBezTo>
                  <a:pt x="1651" y="271"/>
                  <a:pt x="1651" y="271"/>
                  <a:pt x="1651" y="271"/>
                </a:cubicBezTo>
                <a:cubicBezTo>
                  <a:pt x="1651" y="271"/>
                  <a:pt x="1651" y="270"/>
                  <a:pt x="1651" y="270"/>
                </a:cubicBezTo>
                <a:cubicBezTo>
                  <a:pt x="1651" y="270"/>
                  <a:pt x="1651" y="270"/>
                  <a:pt x="1651" y="270"/>
                </a:cubicBezTo>
                <a:cubicBezTo>
                  <a:pt x="1650" y="270"/>
                  <a:pt x="1650" y="270"/>
                  <a:pt x="1650" y="270"/>
                </a:cubicBezTo>
                <a:cubicBezTo>
                  <a:pt x="1650" y="269"/>
                  <a:pt x="1649" y="269"/>
                  <a:pt x="1649" y="269"/>
                </a:cubicBezTo>
                <a:cubicBezTo>
                  <a:pt x="1648" y="268"/>
                  <a:pt x="1648" y="268"/>
                  <a:pt x="1647" y="268"/>
                </a:cubicBezTo>
                <a:cubicBezTo>
                  <a:pt x="1646" y="268"/>
                  <a:pt x="1646" y="267"/>
                  <a:pt x="1645" y="267"/>
                </a:cubicBezTo>
                <a:cubicBezTo>
                  <a:pt x="1644" y="267"/>
                  <a:pt x="1643" y="267"/>
                  <a:pt x="1642" y="267"/>
                </a:cubicBezTo>
                <a:cubicBezTo>
                  <a:pt x="1642" y="267"/>
                  <a:pt x="1641" y="267"/>
                  <a:pt x="1640" y="267"/>
                </a:cubicBezTo>
                <a:close/>
                <a:moveTo>
                  <a:pt x="2134" y="267"/>
                </a:moveTo>
                <a:cubicBezTo>
                  <a:pt x="2133" y="267"/>
                  <a:pt x="2133" y="268"/>
                  <a:pt x="2132" y="268"/>
                </a:cubicBezTo>
                <a:cubicBezTo>
                  <a:pt x="2131" y="268"/>
                  <a:pt x="2131" y="268"/>
                  <a:pt x="2130" y="269"/>
                </a:cubicBezTo>
                <a:cubicBezTo>
                  <a:pt x="2130" y="269"/>
                  <a:pt x="2130" y="269"/>
                  <a:pt x="2129" y="270"/>
                </a:cubicBezTo>
                <a:cubicBezTo>
                  <a:pt x="2129" y="270"/>
                  <a:pt x="2129" y="270"/>
                  <a:pt x="2129" y="270"/>
                </a:cubicBezTo>
                <a:cubicBezTo>
                  <a:pt x="2129" y="270"/>
                  <a:pt x="2129" y="270"/>
                  <a:pt x="2129" y="270"/>
                </a:cubicBezTo>
                <a:cubicBezTo>
                  <a:pt x="2129" y="270"/>
                  <a:pt x="2129" y="271"/>
                  <a:pt x="2129" y="271"/>
                </a:cubicBezTo>
                <a:cubicBezTo>
                  <a:pt x="2129" y="271"/>
                  <a:pt x="2129" y="271"/>
                  <a:pt x="2129" y="271"/>
                </a:cubicBezTo>
                <a:cubicBezTo>
                  <a:pt x="2129" y="272"/>
                  <a:pt x="2130" y="272"/>
                  <a:pt x="2130" y="273"/>
                </a:cubicBezTo>
                <a:cubicBezTo>
                  <a:pt x="2131" y="273"/>
                  <a:pt x="2132" y="274"/>
                  <a:pt x="2132" y="274"/>
                </a:cubicBezTo>
                <a:cubicBezTo>
                  <a:pt x="2133" y="274"/>
                  <a:pt x="2134" y="275"/>
                  <a:pt x="2135" y="275"/>
                </a:cubicBezTo>
                <a:cubicBezTo>
                  <a:pt x="2136" y="275"/>
                  <a:pt x="2137" y="275"/>
                  <a:pt x="2139" y="275"/>
                </a:cubicBezTo>
                <a:cubicBezTo>
                  <a:pt x="2140" y="275"/>
                  <a:pt x="2141" y="275"/>
                  <a:pt x="2142" y="275"/>
                </a:cubicBezTo>
                <a:cubicBezTo>
                  <a:pt x="2143" y="275"/>
                  <a:pt x="2143" y="274"/>
                  <a:pt x="2144" y="274"/>
                </a:cubicBezTo>
                <a:cubicBezTo>
                  <a:pt x="2145" y="274"/>
                  <a:pt x="2145" y="273"/>
                  <a:pt x="2145" y="273"/>
                </a:cubicBezTo>
                <a:cubicBezTo>
                  <a:pt x="2146" y="272"/>
                  <a:pt x="2146" y="272"/>
                  <a:pt x="2146" y="271"/>
                </a:cubicBezTo>
                <a:cubicBezTo>
                  <a:pt x="2146" y="271"/>
                  <a:pt x="2146" y="271"/>
                  <a:pt x="2146" y="271"/>
                </a:cubicBezTo>
                <a:cubicBezTo>
                  <a:pt x="2145" y="271"/>
                  <a:pt x="2145" y="270"/>
                  <a:pt x="2145" y="270"/>
                </a:cubicBezTo>
                <a:cubicBezTo>
                  <a:pt x="2145" y="270"/>
                  <a:pt x="2145" y="270"/>
                  <a:pt x="2145" y="270"/>
                </a:cubicBezTo>
                <a:cubicBezTo>
                  <a:pt x="2145" y="270"/>
                  <a:pt x="2145" y="270"/>
                  <a:pt x="2145" y="270"/>
                </a:cubicBezTo>
                <a:cubicBezTo>
                  <a:pt x="2144" y="269"/>
                  <a:pt x="2144" y="269"/>
                  <a:pt x="2143" y="269"/>
                </a:cubicBezTo>
                <a:cubicBezTo>
                  <a:pt x="2142" y="268"/>
                  <a:pt x="2142" y="268"/>
                  <a:pt x="2141" y="268"/>
                </a:cubicBezTo>
                <a:cubicBezTo>
                  <a:pt x="2140" y="268"/>
                  <a:pt x="2140" y="267"/>
                  <a:pt x="2139" y="267"/>
                </a:cubicBezTo>
                <a:cubicBezTo>
                  <a:pt x="2138" y="267"/>
                  <a:pt x="2137" y="267"/>
                  <a:pt x="2136" y="267"/>
                </a:cubicBezTo>
                <a:cubicBezTo>
                  <a:pt x="2135" y="267"/>
                  <a:pt x="2135" y="267"/>
                  <a:pt x="2134" y="267"/>
                </a:cubicBezTo>
                <a:close/>
                <a:moveTo>
                  <a:pt x="2019" y="268"/>
                </a:moveTo>
                <a:cubicBezTo>
                  <a:pt x="2018" y="268"/>
                  <a:pt x="2016" y="267"/>
                  <a:pt x="2015" y="267"/>
                </a:cubicBezTo>
                <a:cubicBezTo>
                  <a:pt x="2014" y="267"/>
                  <a:pt x="2014" y="267"/>
                  <a:pt x="2014" y="267"/>
                </a:cubicBezTo>
                <a:cubicBezTo>
                  <a:pt x="2014" y="267"/>
                  <a:pt x="2014" y="267"/>
                  <a:pt x="2014" y="267"/>
                </a:cubicBezTo>
                <a:cubicBezTo>
                  <a:pt x="2014" y="267"/>
                  <a:pt x="2013" y="267"/>
                  <a:pt x="2013" y="267"/>
                </a:cubicBezTo>
                <a:cubicBezTo>
                  <a:pt x="2013" y="267"/>
                  <a:pt x="2013" y="267"/>
                  <a:pt x="2013" y="267"/>
                </a:cubicBezTo>
                <a:cubicBezTo>
                  <a:pt x="2013" y="267"/>
                  <a:pt x="2013" y="267"/>
                  <a:pt x="2012" y="267"/>
                </a:cubicBezTo>
                <a:cubicBezTo>
                  <a:pt x="2012" y="267"/>
                  <a:pt x="2012" y="267"/>
                  <a:pt x="2012" y="267"/>
                </a:cubicBezTo>
                <a:cubicBezTo>
                  <a:pt x="2012" y="267"/>
                  <a:pt x="2012" y="267"/>
                  <a:pt x="2012" y="267"/>
                </a:cubicBezTo>
                <a:cubicBezTo>
                  <a:pt x="2011" y="267"/>
                  <a:pt x="2011" y="267"/>
                  <a:pt x="2011" y="267"/>
                </a:cubicBezTo>
                <a:cubicBezTo>
                  <a:pt x="2011" y="267"/>
                  <a:pt x="2010" y="267"/>
                  <a:pt x="2009" y="268"/>
                </a:cubicBezTo>
                <a:cubicBezTo>
                  <a:pt x="2009" y="268"/>
                  <a:pt x="2008" y="268"/>
                  <a:pt x="2008" y="268"/>
                </a:cubicBezTo>
                <a:cubicBezTo>
                  <a:pt x="2007" y="268"/>
                  <a:pt x="2007" y="268"/>
                  <a:pt x="2007" y="269"/>
                </a:cubicBezTo>
                <a:cubicBezTo>
                  <a:pt x="2006" y="269"/>
                  <a:pt x="2006" y="269"/>
                  <a:pt x="2006" y="270"/>
                </a:cubicBezTo>
                <a:cubicBezTo>
                  <a:pt x="2006" y="270"/>
                  <a:pt x="2006" y="270"/>
                  <a:pt x="2006" y="270"/>
                </a:cubicBezTo>
                <a:cubicBezTo>
                  <a:pt x="2006" y="270"/>
                  <a:pt x="2006" y="270"/>
                  <a:pt x="2006" y="270"/>
                </a:cubicBezTo>
                <a:cubicBezTo>
                  <a:pt x="2005" y="270"/>
                  <a:pt x="2005" y="271"/>
                  <a:pt x="2005" y="271"/>
                </a:cubicBezTo>
                <a:cubicBezTo>
                  <a:pt x="2005" y="271"/>
                  <a:pt x="2006" y="271"/>
                  <a:pt x="2006" y="271"/>
                </a:cubicBezTo>
                <a:cubicBezTo>
                  <a:pt x="2006" y="272"/>
                  <a:pt x="2006" y="272"/>
                  <a:pt x="2006" y="273"/>
                </a:cubicBezTo>
                <a:cubicBezTo>
                  <a:pt x="2007" y="273"/>
                  <a:pt x="2007" y="273"/>
                  <a:pt x="2008" y="274"/>
                </a:cubicBezTo>
                <a:cubicBezTo>
                  <a:pt x="2009" y="274"/>
                  <a:pt x="2009" y="274"/>
                  <a:pt x="2010" y="275"/>
                </a:cubicBezTo>
                <a:cubicBezTo>
                  <a:pt x="2011" y="275"/>
                  <a:pt x="2012" y="275"/>
                  <a:pt x="2013" y="275"/>
                </a:cubicBezTo>
                <a:cubicBezTo>
                  <a:pt x="2013" y="275"/>
                  <a:pt x="2013" y="275"/>
                  <a:pt x="2013" y="275"/>
                </a:cubicBezTo>
                <a:cubicBezTo>
                  <a:pt x="2014" y="275"/>
                  <a:pt x="2014" y="275"/>
                  <a:pt x="2014" y="275"/>
                </a:cubicBezTo>
                <a:cubicBezTo>
                  <a:pt x="2014" y="275"/>
                  <a:pt x="2014" y="275"/>
                  <a:pt x="2014" y="275"/>
                </a:cubicBezTo>
                <a:cubicBezTo>
                  <a:pt x="2014" y="275"/>
                  <a:pt x="2015" y="275"/>
                  <a:pt x="2015" y="275"/>
                </a:cubicBezTo>
                <a:cubicBezTo>
                  <a:pt x="2015" y="275"/>
                  <a:pt x="2015" y="275"/>
                  <a:pt x="2015" y="275"/>
                </a:cubicBezTo>
                <a:cubicBezTo>
                  <a:pt x="2015" y="275"/>
                  <a:pt x="2015" y="275"/>
                  <a:pt x="2016" y="275"/>
                </a:cubicBezTo>
                <a:cubicBezTo>
                  <a:pt x="2016" y="275"/>
                  <a:pt x="2016" y="275"/>
                  <a:pt x="2016" y="275"/>
                </a:cubicBezTo>
                <a:cubicBezTo>
                  <a:pt x="2016" y="275"/>
                  <a:pt x="2016" y="275"/>
                  <a:pt x="2016" y="275"/>
                </a:cubicBezTo>
                <a:cubicBezTo>
                  <a:pt x="2017" y="275"/>
                  <a:pt x="2017" y="275"/>
                  <a:pt x="2018" y="275"/>
                </a:cubicBezTo>
                <a:cubicBezTo>
                  <a:pt x="2018" y="275"/>
                  <a:pt x="2018" y="275"/>
                  <a:pt x="2019" y="275"/>
                </a:cubicBezTo>
                <a:cubicBezTo>
                  <a:pt x="2019" y="275"/>
                  <a:pt x="2019" y="275"/>
                  <a:pt x="2019" y="274"/>
                </a:cubicBezTo>
                <a:cubicBezTo>
                  <a:pt x="2020" y="274"/>
                  <a:pt x="2020" y="274"/>
                  <a:pt x="2020" y="274"/>
                </a:cubicBezTo>
                <a:cubicBezTo>
                  <a:pt x="2021" y="274"/>
                  <a:pt x="2021" y="273"/>
                  <a:pt x="2022" y="273"/>
                </a:cubicBezTo>
                <a:cubicBezTo>
                  <a:pt x="2022" y="272"/>
                  <a:pt x="2022" y="272"/>
                  <a:pt x="2022" y="271"/>
                </a:cubicBezTo>
                <a:cubicBezTo>
                  <a:pt x="2022" y="271"/>
                  <a:pt x="2022" y="271"/>
                  <a:pt x="2022" y="271"/>
                </a:cubicBezTo>
                <a:cubicBezTo>
                  <a:pt x="2022" y="271"/>
                  <a:pt x="2022" y="270"/>
                  <a:pt x="2022" y="270"/>
                </a:cubicBezTo>
                <a:cubicBezTo>
                  <a:pt x="2022" y="270"/>
                  <a:pt x="2021" y="270"/>
                  <a:pt x="2021" y="270"/>
                </a:cubicBezTo>
                <a:cubicBezTo>
                  <a:pt x="2021" y="270"/>
                  <a:pt x="2021" y="270"/>
                  <a:pt x="2021" y="270"/>
                </a:cubicBezTo>
                <a:cubicBezTo>
                  <a:pt x="2020" y="269"/>
                  <a:pt x="2020" y="269"/>
                  <a:pt x="2019" y="268"/>
                </a:cubicBezTo>
                <a:cubicBezTo>
                  <a:pt x="2019" y="268"/>
                  <a:pt x="2019" y="268"/>
                  <a:pt x="2019" y="268"/>
                </a:cubicBezTo>
                <a:close/>
                <a:moveTo>
                  <a:pt x="1607" y="268"/>
                </a:moveTo>
                <a:cubicBezTo>
                  <a:pt x="1606" y="268"/>
                  <a:pt x="1605" y="268"/>
                  <a:pt x="1604" y="267"/>
                </a:cubicBezTo>
                <a:cubicBezTo>
                  <a:pt x="1604" y="267"/>
                  <a:pt x="1604" y="267"/>
                  <a:pt x="1604" y="267"/>
                </a:cubicBezTo>
                <a:cubicBezTo>
                  <a:pt x="1603" y="267"/>
                  <a:pt x="1603" y="267"/>
                  <a:pt x="1603" y="267"/>
                </a:cubicBezTo>
                <a:cubicBezTo>
                  <a:pt x="1603" y="267"/>
                  <a:pt x="1602" y="267"/>
                  <a:pt x="1602" y="267"/>
                </a:cubicBezTo>
                <a:cubicBezTo>
                  <a:pt x="1602" y="267"/>
                  <a:pt x="1602" y="267"/>
                  <a:pt x="1601" y="267"/>
                </a:cubicBezTo>
                <a:cubicBezTo>
                  <a:pt x="1600" y="267"/>
                  <a:pt x="1600" y="267"/>
                  <a:pt x="1599" y="267"/>
                </a:cubicBezTo>
                <a:cubicBezTo>
                  <a:pt x="1598" y="267"/>
                  <a:pt x="1597" y="268"/>
                  <a:pt x="1597" y="268"/>
                </a:cubicBezTo>
                <a:cubicBezTo>
                  <a:pt x="1596" y="268"/>
                  <a:pt x="1595" y="268"/>
                  <a:pt x="1595" y="269"/>
                </a:cubicBezTo>
                <a:cubicBezTo>
                  <a:pt x="1595" y="269"/>
                  <a:pt x="1594" y="269"/>
                  <a:pt x="1594" y="270"/>
                </a:cubicBezTo>
                <a:cubicBezTo>
                  <a:pt x="1594" y="270"/>
                  <a:pt x="1594" y="270"/>
                  <a:pt x="1594" y="270"/>
                </a:cubicBezTo>
                <a:cubicBezTo>
                  <a:pt x="1594" y="270"/>
                  <a:pt x="1594" y="270"/>
                  <a:pt x="1593" y="270"/>
                </a:cubicBezTo>
                <a:cubicBezTo>
                  <a:pt x="1593" y="270"/>
                  <a:pt x="1593" y="271"/>
                  <a:pt x="1593" y="271"/>
                </a:cubicBezTo>
                <a:cubicBezTo>
                  <a:pt x="1593" y="271"/>
                  <a:pt x="1593" y="271"/>
                  <a:pt x="1593" y="271"/>
                </a:cubicBezTo>
                <a:cubicBezTo>
                  <a:pt x="1593" y="272"/>
                  <a:pt x="1594" y="272"/>
                  <a:pt x="1594" y="273"/>
                </a:cubicBezTo>
                <a:cubicBezTo>
                  <a:pt x="1595" y="273"/>
                  <a:pt x="1595" y="274"/>
                  <a:pt x="1596" y="274"/>
                </a:cubicBezTo>
                <a:cubicBezTo>
                  <a:pt x="1597" y="274"/>
                  <a:pt x="1598" y="275"/>
                  <a:pt x="1599" y="275"/>
                </a:cubicBezTo>
                <a:cubicBezTo>
                  <a:pt x="1600" y="275"/>
                  <a:pt x="1601" y="275"/>
                  <a:pt x="1602" y="275"/>
                </a:cubicBezTo>
                <a:cubicBezTo>
                  <a:pt x="1602" y="275"/>
                  <a:pt x="1603" y="275"/>
                  <a:pt x="1603" y="275"/>
                </a:cubicBezTo>
                <a:cubicBezTo>
                  <a:pt x="1603" y="275"/>
                  <a:pt x="1603" y="275"/>
                  <a:pt x="1604" y="275"/>
                </a:cubicBezTo>
                <a:cubicBezTo>
                  <a:pt x="1604" y="275"/>
                  <a:pt x="1604" y="275"/>
                  <a:pt x="1604" y="275"/>
                </a:cubicBezTo>
                <a:cubicBezTo>
                  <a:pt x="1605" y="275"/>
                  <a:pt x="1605" y="275"/>
                  <a:pt x="1605" y="275"/>
                </a:cubicBezTo>
                <a:cubicBezTo>
                  <a:pt x="1605" y="275"/>
                  <a:pt x="1606" y="275"/>
                  <a:pt x="1606" y="275"/>
                </a:cubicBezTo>
                <a:cubicBezTo>
                  <a:pt x="1606" y="275"/>
                  <a:pt x="1606" y="275"/>
                  <a:pt x="1607" y="274"/>
                </a:cubicBezTo>
                <a:cubicBezTo>
                  <a:pt x="1607" y="274"/>
                  <a:pt x="1607" y="274"/>
                  <a:pt x="1607" y="274"/>
                </a:cubicBezTo>
                <a:cubicBezTo>
                  <a:pt x="1607" y="274"/>
                  <a:pt x="1608" y="274"/>
                  <a:pt x="1608" y="274"/>
                </a:cubicBezTo>
                <a:cubicBezTo>
                  <a:pt x="1609" y="273"/>
                  <a:pt x="1610" y="272"/>
                  <a:pt x="1610" y="271"/>
                </a:cubicBezTo>
                <a:cubicBezTo>
                  <a:pt x="1610" y="271"/>
                  <a:pt x="1610" y="271"/>
                  <a:pt x="1610" y="271"/>
                </a:cubicBezTo>
                <a:cubicBezTo>
                  <a:pt x="1610" y="271"/>
                  <a:pt x="1610" y="270"/>
                  <a:pt x="1610" y="270"/>
                </a:cubicBezTo>
                <a:cubicBezTo>
                  <a:pt x="1610" y="270"/>
                  <a:pt x="1609" y="270"/>
                  <a:pt x="1609" y="270"/>
                </a:cubicBezTo>
                <a:cubicBezTo>
                  <a:pt x="1609" y="270"/>
                  <a:pt x="1609" y="270"/>
                  <a:pt x="1609" y="270"/>
                </a:cubicBezTo>
                <a:cubicBezTo>
                  <a:pt x="1609" y="269"/>
                  <a:pt x="1608" y="269"/>
                  <a:pt x="1607" y="268"/>
                </a:cubicBezTo>
                <a:cubicBezTo>
                  <a:pt x="1607" y="268"/>
                  <a:pt x="1607" y="268"/>
                  <a:pt x="1607" y="268"/>
                </a:cubicBezTo>
                <a:close/>
                <a:moveTo>
                  <a:pt x="1969" y="267"/>
                </a:moveTo>
                <a:cubicBezTo>
                  <a:pt x="1969" y="267"/>
                  <a:pt x="1968" y="268"/>
                  <a:pt x="1967" y="268"/>
                </a:cubicBezTo>
                <a:cubicBezTo>
                  <a:pt x="1967" y="268"/>
                  <a:pt x="1966" y="268"/>
                  <a:pt x="1966" y="269"/>
                </a:cubicBezTo>
                <a:cubicBezTo>
                  <a:pt x="1965" y="269"/>
                  <a:pt x="1965" y="269"/>
                  <a:pt x="1965" y="270"/>
                </a:cubicBezTo>
                <a:cubicBezTo>
                  <a:pt x="1965" y="270"/>
                  <a:pt x="1964" y="270"/>
                  <a:pt x="1964" y="270"/>
                </a:cubicBezTo>
                <a:cubicBezTo>
                  <a:pt x="1964" y="270"/>
                  <a:pt x="1964" y="270"/>
                  <a:pt x="1964" y="270"/>
                </a:cubicBezTo>
                <a:cubicBezTo>
                  <a:pt x="1964" y="270"/>
                  <a:pt x="1964" y="271"/>
                  <a:pt x="1964" y="271"/>
                </a:cubicBezTo>
                <a:cubicBezTo>
                  <a:pt x="1964" y="271"/>
                  <a:pt x="1964" y="271"/>
                  <a:pt x="1964" y="271"/>
                </a:cubicBezTo>
                <a:cubicBezTo>
                  <a:pt x="1964" y="272"/>
                  <a:pt x="1965" y="272"/>
                  <a:pt x="1965" y="273"/>
                </a:cubicBezTo>
                <a:cubicBezTo>
                  <a:pt x="1966" y="273"/>
                  <a:pt x="1967" y="274"/>
                  <a:pt x="1967" y="274"/>
                </a:cubicBezTo>
                <a:cubicBezTo>
                  <a:pt x="1968" y="274"/>
                  <a:pt x="1969" y="275"/>
                  <a:pt x="1970" y="275"/>
                </a:cubicBezTo>
                <a:cubicBezTo>
                  <a:pt x="1971" y="275"/>
                  <a:pt x="1972" y="275"/>
                  <a:pt x="1973" y="275"/>
                </a:cubicBezTo>
                <a:cubicBezTo>
                  <a:pt x="1975" y="275"/>
                  <a:pt x="1976" y="275"/>
                  <a:pt x="1977" y="275"/>
                </a:cubicBezTo>
                <a:cubicBezTo>
                  <a:pt x="1978" y="275"/>
                  <a:pt x="1978" y="274"/>
                  <a:pt x="1979" y="274"/>
                </a:cubicBezTo>
                <a:cubicBezTo>
                  <a:pt x="1980" y="274"/>
                  <a:pt x="1980" y="273"/>
                  <a:pt x="1980" y="273"/>
                </a:cubicBezTo>
                <a:cubicBezTo>
                  <a:pt x="1981" y="272"/>
                  <a:pt x="1981" y="272"/>
                  <a:pt x="1981" y="271"/>
                </a:cubicBezTo>
                <a:cubicBezTo>
                  <a:pt x="1981" y="271"/>
                  <a:pt x="1981" y="271"/>
                  <a:pt x="1981" y="271"/>
                </a:cubicBezTo>
                <a:cubicBezTo>
                  <a:pt x="1981" y="271"/>
                  <a:pt x="1981" y="270"/>
                  <a:pt x="1980" y="270"/>
                </a:cubicBezTo>
                <a:cubicBezTo>
                  <a:pt x="1980" y="270"/>
                  <a:pt x="1980" y="270"/>
                  <a:pt x="1980" y="270"/>
                </a:cubicBezTo>
                <a:cubicBezTo>
                  <a:pt x="1980" y="270"/>
                  <a:pt x="1980" y="270"/>
                  <a:pt x="1980" y="270"/>
                </a:cubicBezTo>
                <a:cubicBezTo>
                  <a:pt x="1979" y="269"/>
                  <a:pt x="1979" y="269"/>
                  <a:pt x="1978" y="269"/>
                </a:cubicBezTo>
                <a:cubicBezTo>
                  <a:pt x="1978" y="268"/>
                  <a:pt x="1977" y="268"/>
                  <a:pt x="1976" y="268"/>
                </a:cubicBezTo>
                <a:cubicBezTo>
                  <a:pt x="1976" y="268"/>
                  <a:pt x="1975" y="267"/>
                  <a:pt x="1974" y="267"/>
                </a:cubicBezTo>
                <a:cubicBezTo>
                  <a:pt x="1973" y="267"/>
                  <a:pt x="1973" y="267"/>
                  <a:pt x="1972" y="267"/>
                </a:cubicBezTo>
                <a:cubicBezTo>
                  <a:pt x="1971" y="267"/>
                  <a:pt x="1970" y="267"/>
                  <a:pt x="1969" y="267"/>
                </a:cubicBezTo>
                <a:close/>
                <a:moveTo>
                  <a:pt x="453" y="268"/>
                </a:moveTo>
                <a:cubicBezTo>
                  <a:pt x="452" y="267"/>
                  <a:pt x="451" y="267"/>
                  <a:pt x="450" y="267"/>
                </a:cubicBezTo>
                <a:cubicBezTo>
                  <a:pt x="450" y="267"/>
                  <a:pt x="450" y="267"/>
                  <a:pt x="450" y="267"/>
                </a:cubicBezTo>
                <a:cubicBezTo>
                  <a:pt x="450" y="267"/>
                  <a:pt x="450" y="267"/>
                  <a:pt x="449" y="267"/>
                </a:cubicBezTo>
                <a:cubicBezTo>
                  <a:pt x="449" y="267"/>
                  <a:pt x="449" y="267"/>
                  <a:pt x="449" y="267"/>
                </a:cubicBezTo>
                <a:cubicBezTo>
                  <a:pt x="449" y="267"/>
                  <a:pt x="449" y="267"/>
                  <a:pt x="449" y="267"/>
                </a:cubicBezTo>
                <a:cubicBezTo>
                  <a:pt x="448" y="267"/>
                  <a:pt x="447" y="267"/>
                  <a:pt x="446" y="267"/>
                </a:cubicBezTo>
                <a:cubicBezTo>
                  <a:pt x="445" y="267"/>
                  <a:pt x="445" y="268"/>
                  <a:pt x="444" y="268"/>
                </a:cubicBezTo>
                <a:cubicBezTo>
                  <a:pt x="443" y="268"/>
                  <a:pt x="443" y="268"/>
                  <a:pt x="442" y="269"/>
                </a:cubicBezTo>
                <a:cubicBezTo>
                  <a:pt x="441" y="269"/>
                  <a:pt x="441" y="269"/>
                  <a:pt x="440" y="270"/>
                </a:cubicBezTo>
                <a:cubicBezTo>
                  <a:pt x="440" y="270"/>
                  <a:pt x="440" y="270"/>
                  <a:pt x="440" y="270"/>
                </a:cubicBezTo>
                <a:cubicBezTo>
                  <a:pt x="440" y="270"/>
                  <a:pt x="440" y="270"/>
                  <a:pt x="440" y="270"/>
                </a:cubicBezTo>
                <a:cubicBezTo>
                  <a:pt x="440" y="270"/>
                  <a:pt x="440" y="271"/>
                  <a:pt x="440" y="271"/>
                </a:cubicBezTo>
                <a:cubicBezTo>
                  <a:pt x="439" y="271"/>
                  <a:pt x="439" y="271"/>
                  <a:pt x="439" y="271"/>
                </a:cubicBezTo>
                <a:cubicBezTo>
                  <a:pt x="439" y="272"/>
                  <a:pt x="439" y="272"/>
                  <a:pt x="440" y="273"/>
                </a:cubicBezTo>
                <a:cubicBezTo>
                  <a:pt x="440" y="273"/>
                  <a:pt x="440" y="274"/>
                  <a:pt x="441" y="274"/>
                </a:cubicBezTo>
                <a:cubicBezTo>
                  <a:pt x="442" y="274"/>
                  <a:pt x="443" y="275"/>
                  <a:pt x="443" y="275"/>
                </a:cubicBezTo>
                <a:cubicBezTo>
                  <a:pt x="444" y="275"/>
                  <a:pt x="445" y="275"/>
                  <a:pt x="447" y="275"/>
                </a:cubicBezTo>
                <a:cubicBezTo>
                  <a:pt x="447" y="275"/>
                  <a:pt x="447" y="275"/>
                  <a:pt x="447" y="275"/>
                </a:cubicBezTo>
                <a:cubicBezTo>
                  <a:pt x="447" y="275"/>
                  <a:pt x="447" y="275"/>
                  <a:pt x="447" y="275"/>
                </a:cubicBezTo>
                <a:cubicBezTo>
                  <a:pt x="448" y="275"/>
                  <a:pt x="448" y="275"/>
                  <a:pt x="448" y="275"/>
                </a:cubicBezTo>
                <a:cubicBezTo>
                  <a:pt x="448" y="275"/>
                  <a:pt x="448" y="275"/>
                  <a:pt x="448" y="275"/>
                </a:cubicBezTo>
                <a:cubicBezTo>
                  <a:pt x="449" y="275"/>
                  <a:pt x="449" y="275"/>
                  <a:pt x="449" y="275"/>
                </a:cubicBezTo>
                <a:cubicBezTo>
                  <a:pt x="449" y="275"/>
                  <a:pt x="450" y="275"/>
                  <a:pt x="450" y="275"/>
                </a:cubicBezTo>
                <a:cubicBezTo>
                  <a:pt x="450" y="275"/>
                  <a:pt x="450" y="275"/>
                  <a:pt x="451" y="275"/>
                </a:cubicBezTo>
                <a:cubicBezTo>
                  <a:pt x="451" y="275"/>
                  <a:pt x="451" y="275"/>
                  <a:pt x="451" y="275"/>
                </a:cubicBezTo>
                <a:cubicBezTo>
                  <a:pt x="453" y="274"/>
                  <a:pt x="453" y="274"/>
                  <a:pt x="453" y="274"/>
                </a:cubicBezTo>
                <a:cubicBezTo>
                  <a:pt x="453" y="274"/>
                  <a:pt x="454" y="273"/>
                  <a:pt x="455" y="273"/>
                </a:cubicBezTo>
                <a:cubicBezTo>
                  <a:pt x="455" y="272"/>
                  <a:pt x="456" y="272"/>
                  <a:pt x="456" y="271"/>
                </a:cubicBezTo>
                <a:cubicBezTo>
                  <a:pt x="456" y="271"/>
                  <a:pt x="456" y="271"/>
                  <a:pt x="456" y="271"/>
                </a:cubicBezTo>
                <a:cubicBezTo>
                  <a:pt x="456" y="271"/>
                  <a:pt x="456" y="270"/>
                  <a:pt x="456" y="270"/>
                </a:cubicBezTo>
                <a:cubicBezTo>
                  <a:pt x="456" y="270"/>
                  <a:pt x="456" y="270"/>
                  <a:pt x="456" y="270"/>
                </a:cubicBezTo>
                <a:cubicBezTo>
                  <a:pt x="456" y="270"/>
                  <a:pt x="456" y="270"/>
                  <a:pt x="456" y="270"/>
                </a:cubicBezTo>
                <a:cubicBezTo>
                  <a:pt x="455" y="269"/>
                  <a:pt x="455" y="269"/>
                  <a:pt x="454" y="268"/>
                </a:cubicBezTo>
                <a:lnTo>
                  <a:pt x="453" y="268"/>
                </a:lnTo>
                <a:close/>
                <a:moveTo>
                  <a:pt x="405" y="267"/>
                </a:moveTo>
                <a:cubicBezTo>
                  <a:pt x="404" y="267"/>
                  <a:pt x="403" y="268"/>
                  <a:pt x="403" y="268"/>
                </a:cubicBezTo>
                <a:cubicBezTo>
                  <a:pt x="402" y="268"/>
                  <a:pt x="401" y="268"/>
                  <a:pt x="401" y="269"/>
                </a:cubicBezTo>
                <a:cubicBezTo>
                  <a:pt x="400" y="269"/>
                  <a:pt x="400" y="269"/>
                  <a:pt x="399" y="270"/>
                </a:cubicBezTo>
                <a:cubicBezTo>
                  <a:pt x="399" y="270"/>
                  <a:pt x="398" y="271"/>
                  <a:pt x="398" y="271"/>
                </a:cubicBezTo>
                <a:cubicBezTo>
                  <a:pt x="398" y="272"/>
                  <a:pt x="398" y="272"/>
                  <a:pt x="398" y="273"/>
                </a:cubicBezTo>
                <a:cubicBezTo>
                  <a:pt x="399" y="273"/>
                  <a:pt x="399" y="274"/>
                  <a:pt x="400" y="274"/>
                </a:cubicBezTo>
                <a:cubicBezTo>
                  <a:pt x="400" y="274"/>
                  <a:pt x="401" y="275"/>
                  <a:pt x="402" y="275"/>
                </a:cubicBezTo>
                <a:cubicBezTo>
                  <a:pt x="403" y="275"/>
                  <a:pt x="404" y="275"/>
                  <a:pt x="405" y="275"/>
                </a:cubicBezTo>
                <a:cubicBezTo>
                  <a:pt x="406" y="275"/>
                  <a:pt x="408" y="275"/>
                  <a:pt x="409" y="275"/>
                </a:cubicBezTo>
                <a:cubicBezTo>
                  <a:pt x="410" y="275"/>
                  <a:pt x="411" y="274"/>
                  <a:pt x="411" y="274"/>
                </a:cubicBezTo>
                <a:cubicBezTo>
                  <a:pt x="412" y="274"/>
                  <a:pt x="413" y="273"/>
                  <a:pt x="414" y="273"/>
                </a:cubicBezTo>
                <a:cubicBezTo>
                  <a:pt x="414" y="272"/>
                  <a:pt x="415" y="272"/>
                  <a:pt x="415" y="271"/>
                </a:cubicBezTo>
                <a:cubicBezTo>
                  <a:pt x="415" y="271"/>
                  <a:pt x="415" y="271"/>
                  <a:pt x="415" y="271"/>
                </a:cubicBezTo>
                <a:cubicBezTo>
                  <a:pt x="415" y="271"/>
                  <a:pt x="415" y="270"/>
                  <a:pt x="415" y="270"/>
                </a:cubicBezTo>
                <a:cubicBezTo>
                  <a:pt x="415" y="270"/>
                  <a:pt x="415" y="270"/>
                  <a:pt x="415" y="270"/>
                </a:cubicBezTo>
                <a:cubicBezTo>
                  <a:pt x="415" y="270"/>
                  <a:pt x="415" y="270"/>
                  <a:pt x="414" y="270"/>
                </a:cubicBezTo>
                <a:cubicBezTo>
                  <a:pt x="414" y="269"/>
                  <a:pt x="414" y="269"/>
                  <a:pt x="413" y="269"/>
                </a:cubicBezTo>
                <a:cubicBezTo>
                  <a:pt x="413" y="268"/>
                  <a:pt x="413" y="268"/>
                  <a:pt x="412" y="268"/>
                </a:cubicBezTo>
                <a:cubicBezTo>
                  <a:pt x="411" y="268"/>
                  <a:pt x="411" y="267"/>
                  <a:pt x="410" y="267"/>
                </a:cubicBezTo>
                <a:cubicBezTo>
                  <a:pt x="409" y="267"/>
                  <a:pt x="408" y="267"/>
                  <a:pt x="407" y="267"/>
                </a:cubicBezTo>
                <a:cubicBezTo>
                  <a:pt x="407" y="267"/>
                  <a:pt x="406" y="267"/>
                  <a:pt x="405" y="267"/>
                </a:cubicBezTo>
                <a:close/>
                <a:moveTo>
                  <a:pt x="570" y="267"/>
                </a:moveTo>
                <a:cubicBezTo>
                  <a:pt x="569" y="267"/>
                  <a:pt x="568" y="268"/>
                  <a:pt x="567" y="268"/>
                </a:cubicBezTo>
                <a:cubicBezTo>
                  <a:pt x="567" y="268"/>
                  <a:pt x="566" y="268"/>
                  <a:pt x="565" y="269"/>
                </a:cubicBezTo>
                <a:cubicBezTo>
                  <a:pt x="565" y="269"/>
                  <a:pt x="564" y="269"/>
                  <a:pt x="564" y="270"/>
                </a:cubicBezTo>
                <a:cubicBezTo>
                  <a:pt x="564" y="270"/>
                  <a:pt x="564" y="270"/>
                  <a:pt x="564" y="270"/>
                </a:cubicBezTo>
                <a:cubicBezTo>
                  <a:pt x="564" y="270"/>
                  <a:pt x="563" y="270"/>
                  <a:pt x="563" y="270"/>
                </a:cubicBezTo>
                <a:cubicBezTo>
                  <a:pt x="563" y="270"/>
                  <a:pt x="563" y="271"/>
                  <a:pt x="563" y="271"/>
                </a:cubicBezTo>
                <a:cubicBezTo>
                  <a:pt x="563" y="271"/>
                  <a:pt x="563" y="271"/>
                  <a:pt x="563" y="271"/>
                </a:cubicBezTo>
                <a:cubicBezTo>
                  <a:pt x="563" y="272"/>
                  <a:pt x="563" y="272"/>
                  <a:pt x="563" y="273"/>
                </a:cubicBezTo>
                <a:cubicBezTo>
                  <a:pt x="564" y="273"/>
                  <a:pt x="564" y="274"/>
                  <a:pt x="565" y="274"/>
                </a:cubicBezTo>
                <a:cubicBezTo>
                  <a:pt x="566" y="274"/>
                  <a:pt x="566" y="275"/>
                  <a:pt x="567" y="275"/>
                </a:cubicBezTo>
                <a:cubicBezTo>
                  <a:pt x="568" y="275"/>
                  <a:pt x="569" y="275"/>
                  <a:pt x="570" y="275"/>
                </a:cubicBezTo>
                <a:cubicBezTo>
                  <a:pt x="572" y="275"/>
                  <a:pt x="573" y="275"/>
                  <a:pt x="574" y="275"/>
                </a:cubicBezTo>
                <a:cubicBezTo>
                  <a:pt x="575" y="275"/>
                  <a:pt x="576" y="274"/>
                  <a:pt x="576" y="274"/>
                </a:cubicBezTo>
                <a:cubicBezTo>
                  <a:pt x="577" y="274"/>
                  <a:pt x="578" y="273"/>
                  <a:pt x="579" y="273"/>
                </a:cubicBezTo>
                <a:cubicBezTo>
                  <a:pt x="579" y="272"/>
                  <a:pt x="579" y="272"/>
                  <a:pt x="580" y="271"/>
                </a:cubicBezTo>
                <a:cubicBezTo>
                  <a:pt x="580" y="271"/>
                  <a:pt x="580" y="271"/>
                  <a:pt x="580" y="271"/>
                </a:cubicBezTo>
                <a:cubicBezTo>
                  <a:pt x="580" y="271"/>
                  <a:pt x="580" y="270"/>
                  <a:pt x="580" y="270"/>
                </a:cubicBezTo>
                <a:cubicBezTo>
                  <a:pt x="579" y="270"/>
                  <a:pt x="579" y="270"/>
                  <a:pt x="579" y="270"/>
                </a:cubicBezTo>
                <a:cubicBezTo>
                  <a:pt x="579" y="270"/>
                  <a:pt x="579" y="270"/>
                  <a:pt x="579" y="270"/>
                </a:cubicBezTo>
                <a:cubicBezTo>
                  <a:pt x="579" y="269"/>
                  <a:pt x="579" y="269"/>
                  <a:pt x="578" y="269"/>
                </a:cubicBezTo>
                <a:cubicBezTo>
                  <a:pt x="578" y="268"/>
                  <a:pt x="577" y="268"/>
                  <a:pt x="577" y="268"/>
                </a:cubicBezTo>
                <a:cubicBezTo>
                  <a:pt x="576" y="268"/>
                  <a:pt x="575" y="267"/>
                  <a:pt x="575" y="267"/>
                </a:cubicBezTo>
                <a:cubicBezTo>
                  <a:pt x="574" y="267"/>
                  <a:pt x="573" y="267"/>
                  <a:pt x="572" y="267"/>
                </a:cubicBezTo>
                <a:cubicBezTo>
                  <a:pt x="571" y="267"/>
                  <a:pt x="570" y="267"/>
                  <a:pt x="570" y="267"/>
                </a:cubicBezTo>
                <a:close/>
                <a:moveTo>
                  <a:pt x="287" y="267"/>
                </a:moveTo>
                <a:cubicBezTo>
                  <a:pt x="287" y="267"/>
                  <a:pt x="287" y="267"/>
                  <a:pt x="286" y="267"/>
                </a:cubicBezTo>
                <a:cubicBezTo>
                  <a:pt x="286" y="267"/>
                  <a:pt x="286" y="267"/>
                  <a:pt x="286" y="267"/>
                </a:cubicBezTo>
                <a:cubicBezTo>
                  <a:pt x="285" y="267"/>
                  <a:pt x="285" y="267"/>
                  <a:pt x="285" y="267"/>
                </a:cubicBezTo>
                <a:cubicBezTo>
                  <a:pt x="285" y="267"/>
                  <a:pt x="284" y="267"/>
                  <a:pt x="284" y="267"/>
                </a:cubicBezTo>
                <a:cubicBezTo>
                  <a:pt x="283" y="267"/>
                  <a:pt x="282" y="267"/>
                  <a:pt x="281" y="267"/>
                </a:cubicBezTo>
                <a:cubicBezTo>
                  <a:pt x="281" y="267"/>
                  <a:pt x="280" y="268"/>
                  <a:pt x="279" y="268"/>
                </a:cubicBezTo>
                <a:cubicBezTo>
                  <a:pt x="278" y="268"/>
                  <a:pt x="278" y="268"/>
                  <a:pt x="277" y="269"/>
                </a:cubicBezTo>
                <a:cubicBezTo>
                  <a:pt x="277" y="269"/>
                  <a:pt x="276" y="269"/>
                  <a:pt x="276" y="270"/>
                </a:cubicBezTo>
                <a:cubicBezTo>
                  <a:pt x="275" y="270"/>
                  <a:pt x="275" y="271"/>
                  <a:pt x="275" y="271"/>
                </a:cubicBezTo>
                <a:cubicBezTo>
                  <a:pt x="274" y="272"/>
                  <a:pt x="274" y="272"/>
                  <a:pt x="275" y="273"/>
                </a:cubicBezTo>
                <a:cubicBezTo>
                  <a:pt x="275" y="273"/>
                  <a:pt x="275" y="274"/>
                  <a:pt x="276" y="274"/>
                </a:cubicBezTo>
                <a:cubicBezTo>
                  <a:pt x="277" y="274"/>
                  <a:pt x="278" y="275"/>
                  <a:pt x="278" y="275"/>
                </a:cubicBezTo>
                <a:cubicBezTo>
                  <a:pt x="279" y="275"/>
                  <a:pt x="280" y="275"/>
                  <a:pt x="282" y="275"/>
                </a:cubicBezTo>
                <a:cubicBezTo>
                  <a:pt x="282" y="275"/>
                  <a:pt x="282" y="275"/>
                  <a:pt x="282" y="275"/>
                </a:cubicBezTo>
                <a:cubicBezTo>
                  <a:pt x="283" y="275"/>
                  <a:pt x="283" y="275"/>
                  <a:pt x="283" y="275"/>
                </a:cubicBezTo>
                <a:cubicBezTo>
                  <a:pt x="284" y="275"/>
                  <a:pt x="284" y="275"/>
                  <a:pt x="284" y="275"/>
                </a:cubicBezTo>
                <a:cubicBezTo>
                  <a:pt x="284" y="275"/>
                  <a:pt x="285" y="275"/>
                  <a:pt x="285" y="275"/>
                </a:cubicBezTo>
                <a:cubicBezTo>
                  <a:pt x="286" y="275"/>
                  <a:pt x="286" y="275"/>
                  <a:pt x="287" y="274"/>
                </a:cubicBezTo>
                <a:cubicBezTo>
                  <a:pt x="288" y="274"/>
                  <a:pt x="288" y="274"/>
                  <a:pt x="289" y="273"/>
                </a:cubicBezTo>
                <a:cubicBezTo>
                  <a:pt x="289" y="273"/>
                  <a:pt x="290" y="273"/>
                  <a:pt x="290" y="272"/>
                </a:cubicBezTo>
                <a:cubicBezTo>
                  <a:pt x="291" y="272"/>
                  <a:pt x="291" y="272"/>
                  <a:pt x="291" y="271"/>
                </a:cubicBezTo>
                <a:cubicBezTo>
                  <a:pt x="291" y="271"/>
                  <a:pt x="291" y="271"/>
                  <a:pt x="291" y="271"/>
                </a:cubicBezTo>
                <a:cubicBezTo>
                  <a:pt x="291" y="271"/>
                  <a:pt x="291" y="270"/>
                  <a:pt x="291" y="270"/>
                </a:cubicBezTo>
                <a:cubicBezTo>
                  <a:pt x="291" y="270"/>
                  <a:pt x="291" y="270"/>
                  <a:pt x="291" y="270"/>
                </a:cubicBezTo>
                <a:cubicBezTo>
                  <a:pt x="291" y="270"/>
                  <a:pt x="291" y="270"/>
                  <a:pt x="291" y="270"/>
                </a:cubicBezTo>
                <a:cubicBezTo>
                  <a:pt x="291" y="269"/>
                  <a:pt x="291" y="269"/>
                  <a:pt x="290" y="269"/>
                </a:cubicBezTo>
                <a:cubicBezTo>
                  <a:pt x="290" y="269"/>
                  <a:pt x="290" y="268"/>
                  <a:pt x="289" y="268"/>
                </a:cubicBezTo>
                <a:cubicBezTo>
                  <a:pt x="289" y="268"/>
                  <a:pt x="289" y="268"/>
                  <a:pt x="288" y="268"/>
                </a:cubicBezTo>
                <a:cubicBezTo>
                  <a:pt x="288" y="268"/>
                  <a:pt x="288" y="268"/>
                  <a:pt x="287" y="267"/>
                </a:cubicBezTo>
                <a:cubicBezTo>
                  <a:pt x="287" y="267"/>
                  <a:pt x="288" y="268"/>
                  <a:pt x="287" y="267"/>
                </a:cubicBezTo>
                <a:close/>
                <a:moveTo>
                  <a:pt x="240" y="267"/>
                </a:moveTo>
                <a:cubicBezTo>
                  <a:pt x="240" y="267"/>
                  <a:pt x="239" y="268"/>
                  <a:pt x="238" y="268"/>
                </a:cubicBezTo>
                <a:cubicBezTo>
                  <a:pt x="237" y="268"/>
                  <a:pt x="237" y="268"/>
                  <a:pt x="236" y="269"/>
                </a:cubicBezTo>
                <a:cubicBezTo>
                  <a:pt x="235" y="269"/>
                  <a:pt x="235" y="269"/>
                  <a:pt x="234" y="270"/>
                </a:cubicBezTo>
                <a:cubicBezTo>
                  <a:pt x="234" y="270"/>
                  <a:pt x="234" y="270"/>
                  <a:pt x="234" y="270"/>
                </a:cubicBezTo>
                <a:cubicBezTo>
                  <a:pt x="234" y="270"/>
                  <a:pt x="234" y="270"/>
                  <a:pt x="234" y="270"/>
                </a:cubicBezTo>
                <a:cubicBezTo>
                  <a:pt x="234" y="270"/>
                  <a:pt x="234" y="271"/>
                  <a:pt x="233" y="271"/>
                </a:cubicBezTo>
                <a:cubicBezTo>
                  <a:pt x="233" y="271"/>
                  <a:pt x="233" y="271"/>
                  <a:pt x="233" y="271"/>
                </a:cubicBezTo>
                <a:cubicBezTo>
                  <a:pt x="233" y="272"/>
                  <a:pt x="233" y="272"/>
                  <a:pt x="233" y="273"/>
                </a:cubicBezTo>
                <a:cubicBezTo>
                  <a:pt x="234" y="273"/>
                  <a:pt x="234" y="274"/>
                  <a:pt x="235" y="274"/>
                </a:cubicBezTo>
                <a:cubicBezTo>
                  <a:pt x="235" y="274"/>
                  <a:pt x="236" y="275"/>
                  <a:pt x="237" y="275"/>
                </a:cubicBezTo>
                <a:cubicBezTo>
                  <a:pt x="238" y="275"/>
                  <a:pt x="239" y="275"/>
                  <a:pt x="240" y="275"/>
                </a:cubicBezTo>
                <a:cubicBezTo>
                  <a:pt x="241" y="275"/>
                  <a:pt x="243" y="275"/>
                  <a:pt x="244" y="275"/>
                </a:cubicBezTo>
                <a:cubicBezTo>
                  <a:pt x="245" y="275"/>
                  <a:pt x="246" y="274"/>
                  <a:pt x="247" y="274"/>
                </a:cubicBezTo>
                <a:cubicBezTo>
                  <a:pt x="247" y="274"/>
                  <a:pt x="248" y="273"/>
                  <a:pt x="249" y="273"/>
                </a:cubicBezTo>
                <a:cubicBezTo>
                  <a:pt x="249" y="272"/>
                  <a:pt x="250" y="272"/>
                  <a:pt x="250" y="271"/>
                </a:cubicBezTo>
                <a:cubicBezTo>
                  <a:pt x="250" y="271"/>
                  <a:pt x="250" y="271"/>
                  <a:pt x="250" y="271"/>
                </a:cubicBezTo>
                <a:cubicBezTo>
                  <a:pt x="250" y="271"/>
                  <a:pt x="250" y="270"/>
                  <a:pt x="250" y="270"/>
                </a:cubicBezTo>
                <a:cubicBezTo>
                  <a:pt x="250" y="270"/>
                  <a:pt x="250" y="270"/>
                  <a:pt x="250" y="270"/>
                </a:cubicBezTo>
                <a:cubicBezTo>
                  <a:pt x="250" y="270"/>
                  <a:pt x="250" y="270"/>
                  <a:pt x="250" y="270"/>
                </a:cubicBezTo>
                <a:cubicBezTo>
                  <a:pt x="249" y="269"/>
                  <a:pt x="249" y="269"/>
                  <a:pt x="249" y="269"/>
                </a:cubicBezTo>
                <a:cubicBezTo>
                  <a:pt x="248" y="268"/>
                  <a:pt x="248" y="268"/>
                  <a:pt x="247" y="268"/>
                </a:cubicBezTo>
                <a:cubicBezTo>
                  <a:pt x="247" y="268"/>
                  <a:pt x="246" y="267"/>
                  <a:pt x="245" y="267"/>
                </a:cubicBezTo>
                <a:cubicBezTo>
                  <a:pt x="244" y="267"/>
                  <a:pt x="244" y="267"/>
                  <a:pt x="243" y="267"/>
                </a:cubicBezTo>
                <a:cubicBezTo>
                  <a:pt x="242" y="267"/>
                  <a:pt x="241" y="267"/>
                  <a:pt x="240" y="267"/>
                </a:cubicBezTo>
                <a:close/>
                <a:moveTo>
                  <a:pt x="615" y="267"/>
                </a:moveTo>
                <a:cubicBezTo>
                  <a:pt x="614" y="267"/>
                  <a:pt x="614" y="267"/>
                  <a:pt x="614" y="267"/>
                </a:cubicBezTo>
                <a:cubicBezTo>
                  <a:pt x="614" y="267"/>
                  <a:pt x="614" y="267"/>
                  <a:pt x="614" y="267"/>
                </a:cubicBezTo>
                <a:cubicBezTo>
                  <a:pt x="614" y="267"/>
                  <a:pt x="613" y="267"/>
                  <a:pt x="613" y="267"/>
                </a:cubicBezTo>
                <a:cubicBezTo>
                  <a:pt x="612" y="267"/>
                  <a:pt x="612" y="267"/>
                  <a:pt x="611" y="267"/>
                </a:cubicBezTo>
                <a:cubicBezTo>
                  <a:pt x="610" y="267"/>
                  <a:pt x="609" y="268"/>
                  <a:pt x="609" y="268"/>
                </a:cubicBezTo>
                <a:cubicBezTo>
                  <a:pt x="608" y="268"/>
                  <a:pt x="607" y="268"/>
                  <a:pt x="607" y="269"/>
                </a:cubicBezTo>
                <a:cubicBezTo>
                  <a:pt x="606" y="269"/>
                  <a:pt x="606" y="269"/>
                  <a:pt x="605" y="270"/>
                </a:cubicBezTo>
                <a:cubicBezTo>
                  <a:pt x="605" y="270"/>
                  <a:pt x="605" y="270"/>
                  <a:pt x="605" y="270"/>
                </a:cubicBezTo>
                <a:cubicBezTo>
                  <a:pt x="605" y="270"/>
                  <a:pt x="605" y="270"/>
                  <a:pt x="605" y="270"/>
                </a:cubicBezTo>
                <a:cubicBezTo>
                  <a:pt x="605" y="270"/>
                  <a:pt x="604" y="271"/>
                  <a:pt x="604" y="271"/>
                </a:cubicBezTo>
                <a:cubicBezTo>
                  <a:pt x="604" y="271"/>
                  <a:pt x="604" y="271"/>
                  <a:pt x="604" y="271"/>
                </a:cubicBezTo>
                <a:cubicBezTo>
                  <a:pt x="604" y="272"/>
                  <a:pt x="604" y="272"/>
                  <a:pt x="605" y="273"/>
                </a:cubicBezTo>
                <a:cubicBezTo>
                  <a:pt x="605" y="273"/>
                  <a:pt x="605" y="274"/>
                  <a:pt x="606" y="274"/>
                </a:cubicBezTo>
                <a:cubicBezTo>
                  <a:pt x="607" y="274"/>
                  <a:pt x="608" y="275"/>
                  <a:pt x="609" y="275"/>
                </a:cubicBezTo>
                <a:cubicBezTo>
                  <a:pt x="610" y="275"/>
                  <a:pt x="611" y="275"/>
                  <a:pt x="612" y="275"/>
                </a:cubicBezTo>
                <a:cubicBezTo>
                  <a:pt x="612" y="275"/>
                  <a:pt x="612" y="275"/>
                  <a:pt x="612" y="275"/>
                </a:cubicBezTo>
                <a:cubicBezTo>
                  <a:pt x="612" y="275"/>
                  <a:pt x="612" y="275"/>
                  <a:pt x="613" y="275"/>
                </a:cubicBezTo>
                <a:cubicBezTo>
                  <a:pt x="613" y="275"/>
                  <a:pt x="613" y="275"/>
                  <a:pt x="613" y="275"/>
                </a:cubicBezTo>
                <a:cubicBezTo>
                  <a:pt x="613" y="275"/>
                  <a:pt x="613" y="275"/>
                  <a:pt x="613" y="275"/>
                </a:cubicBezTo>
                <a:cubicBezTo>
                  <a:pt x="614" y="275"/>
                  <a:pt x="615" y="275"/>
                  <a:pt x="616" y="275"/>
                </a:cubicBezTo>
                <a:cubicBezTo>
                  <a:pt x="617" y="274"/>
                  <a:pt x="618" y="274"/>
                  <a:pt x="618" y="274"/>
                </a:cubicBezTo>
                <a:cubicBezTo>
                  <a:pt x="619" y="273"/>
                  <a:pt x="620" y="273"/>
                  <a:pt x="620" y="273"/>
                </a:cubicBezTo>
                <a:cubicBezTo>
                  <a:pt x="620" y="272"/>
                  <a:pt x="621" y="272"/>
                  <a:pt x="621" y="271"/>
                </a:cubicBezTo>
                <a:cubicBezTo>
                  <a:pt x="621" y="271"/>
                  <a:pt x="621" y="271"/>
                  <a:pt x="621" y="271"/>
                </a:cubicBezTo>
                <a:cubicBezTo>
                  <a:pt x="621" y="271"/>
                  <a:pt x="621" y="270"/>
                  <a:pt x="621" y="270"/>
                </a:cubicBezTo>
                <a:cubicBezTo>
                  <a:pt x="621" y="270"/>
                  <a:pt x="621" y="270"/>
                  <a:pt x="621" y="270"/>
                </a:cubicBezTo>
                <a:cubicBezTo>
                  <a:pt x="621" y="270"/>
                  <a:pt x="620" y="270"/>
                  <a:pt x="620" y="270"/>
                </a:cubicBezTo>
                <a:cubicBezTo>
                  <a:pt x="620" y="269"/>
                  <a:pt x="620" y="269"/>
                  <a:pt x="620" y="269"/>
                </a:cubicBezTo>
                <a:cubicBezTo>
                  <a:pt x="619" y="268"/>
                  <a:pt x="619" y="268"/>
                  <a:pt x="618" y="268"/>
                </a:cubicBezTo>
                <a:cubicBezTo>
                  <a:pt x="618" y="268"/>
                  <a:pt x="617" y="268"/>
                  <a:pt x="617" y="268"/>
                </a:cubicBezTo>
                <a:cubicBezTo>
                  <a:pt x="616" y="267"/>
                  <a:pt x="616" y="267"/>
                  <a:pt x="615" y="267"/>
                </a:cubicBezTo>
                <a:cubicBezTo>
                  <a:pt x="615" y="267"/>
                  <a:pt x="615" y="267"/>
                  <a:pt x="615" y="267"/>
                </a:cubicBezTo>
                <a:close/>
                <a:moveTo>
                  <a:pt x="487" y="267"/>
                </a:moveTo>
                <a:cubicBezTo>
                  <a:pt x="487" y="267"/>
                  <a:pt x="486" y="268"/>
                  <a:pt x="485" y="268"/>
                </a:cubicBezTo>
                <a:cubicBezTo>
                  <a:pt x="484" y="268"/>
                  <a:pt x="484" y="268"/>
                  <a:pt x="483" y="269"/>
                </a:cubicBezTo>
                <a:cubicBezTo>
                  <a:pt x="483" y="269"/>
                  <a:pt x="482" y="269"/>
                  <a:pt x="482" y="270"/>
                </a:cubicBezTo>
                <a:cubicBezTo>
                  <a:pt x="481" y="270"/>
                  <a:pt x="481" y="270"/>
                  <a:pt x="481" y="270"/>
                </a:cubicBezTo>
                <a:cubicBezTo>
                  <a:pt x="481" y="270"/>
                  <a:pt x="481" y="270"/>
                  <a:pt x="481" y="270"/>
                </a:cubicBezTo>
                <a:cubicBezTo>
                  <a:pt x="481" y="270"/>
                  <a:pt x="481" y="271"/>
                  <a:pt x="481" y="271"/>
                </a:cubicBezTo>
                <a:cubicBezTo>
                  <a:pt x="481" y="271"/>
                  <a:pt x="481" y="271"/>
                  <a:pt x="481" y="271"/>
                </a:cubicBezTo>
                <a:cubicBezTo>
                  <a:pt x="480" y="272"/>
                  <a:pt x="481" y="272"/>
                  <a:pt x="481" y="273"/>
                </a:cubicBezTo>
                <a:cubicBezTo>
                  <a:pt x="481" y="273"/>
                  <a:pt x="482" y="274"/>
                  <a:pt x="482" y="274"/>
                </a:cubicBezTo>
                <a:cubicBezTo>
                  <a:pt x="483" y="274"/>
                  <a:pt x="484" y="275"/>
                  <a:pt x="485" y="275"/>
                </a:cubicBezTo>
                <a:cubicBezTo>
                  <a:pt x="486" y="275"/>
                  <a:pt x="487" y="275"/>
                  <a:pt x="488" y="275"/>
                </a:cubicBezTo>
                <a:cubicBezTo>
                  <a:pt x="489" y="275"/>
                  <a:pt x="490" y="275"/>
                  <a:pt x="491" y="275"/>
                </a:cubicBezTo>
                <a:cubicBezTo>
                  <a:pt x="492" y="275"/>
                  <a:pt x="493" y="274"/>
                  <a:pt x="494" y="274"/>
                </a:cubicBezTo>
                <a:cubicBezTo>
                  <a:pt x="495" y="274"/>
                  <a:pt x="496" y="273"/>
                  <a:pt x="496" y="273"/>
                </a:cubicBezTo>
                <a:cubicBezTo>
                  <a:pt x="497" y="272"/>
                  <a:pt x="497" y="272"/>
                  <a:pt x="497" y="271"/>
                </a:cubicBezTo>
                <a:cubicBezTo>
                  <a:pt x="497" y="271"/>
                  <a:pt x="497" y="271"/>
                  <a:pt x="497" y="271"/>
                </a:cubicBezTo>
                <a:cubicBezTo>
                  <a:pt x="497" y="271"/>
                  <a:pt x="497" y="270"/>
                  <a:pt x="497" y="270"/>
                </a:cubicBezTo>
                <a:cubicBezTo>
                  <a:pt x="497" y="270"/>
                  <a:pt x="497" y="270"/>
                  <a:pt x="497" y="270"/>
                </a:cubicBezTo>
                <a:cubicBezTo>
                  <a:pt x="497" y="270"/>
                  <a:pt x="497" y="270"/>
                  <a:pt x="497" y="270"/>
                </a:cubicBezTo>
                <a:cubicBezTo>
                  <a:pt x="495" y="268"/>
                  <a:pt x="492" y="267"/>
                  <a:pt x="490" y="267"/>
                </a:cubicBezTo>
                <a:cubicBezTo>
                  <a:pt x="489" y="267"/>
                  <a:pt x="488" y="267"/>
                  <a:pt x="487" y="267"/>
                </a:cubicBezTo>
                <a:close/>
                <a:moveTo>
                  <a:pt x="652" y="267"/>
                </a:moveTo>
                <a:cubicBezTo>
                  <a:pt x="651" y="267"/>
                  <a:pt x="650" y="268"/>
                  <a:pt x="650" y="268"/>
                </a:cubicBezTo>
                <a:cubicBezTo>
                  <a:pt x="649" y="268"/>
                  <a:pt x="648" y="268"/>
                  <a:pt x="648" y="269"/>
                </a:cubicBezTo>
                <a:cubicBezTo>
                  <a:pt x="647" y="269"/>
                  <a:pt x="647" y="269"/>
                  <a:pt x="646" y="270"/>
                </a:cubicBezTo>
                <a:cubicBezTo>
                  <a:pt x="646" y="270"/>
                  <a:pt x="646" y="270"/>
                  <a:pt x="646" y="270"/>
                </a:cubicBezTo>
                <a:cubicBezTo>
                  <a:pt x="646" y="270"/>
                  <a:pt x="646" y="270"/>
                  <a:pt x="646" y="270"/>
                </a:cubicBezTo>
                <a:cubicBezTo>
                  <a:pt x="646" y="270"/>
                  <a:pt x="646" y="271"/>
                  <a:pt x="646" y="271"/>
                </a:cubicBezTo>
                <a:cubicBezTo>
                  <a:pt x="646" y="271"/>
                  <a:pt x="645" y="271"/>
                  <a:pt x="645" y="271"/>
                </a:cubicBezTo>
                <a:cubicBezTo>
                  <a:pt x="645" y="272"/>
                  <a:pt x="645" y="272"/>
                  <a:pt x="646" y="273"/>
                </a:cubicBezTo>
                <a:cubicBezTo>
                  <a:pt x="646" y="273"/>
                  <a:pt x="647" y="274"/>
                  <a:pt x="647" y="274"/>
                </a:cubicBezTo>
                <a:cubicBezTo>
                  <a:pt x="648" y="274"/>
                  <a:pt x="649" y="275"/>
                  <a:pt x="650" y="275"/>
                </a:cubicBezTo>
                <a:cubicBezTo>
                  <a:pt x="651" y="275"/>
                  <a:pt x="652" y="275"/>
                  <a:pt x="653" y="275"/>
                </a:cubicBezTo>
                <a:cubicBezTo>
                  <a:pt x="654" y="275"/>
                  <a:pt x="655" y="275"/>
                  <a:pt x="656" y="275"/>
                </a:cubicBezTo>
                <a:cubicBezTo>
                  <a:pt x="657" y="275"/>
                  <a:pt x="658" y="274"/>
                  <a:pt x="659" y="274"/>
                </a:cubicBezTo>
                <a:cubicBezTo>
                  <a:pt x="660" y="274"/>
                  <a:pt x="661" y="273"/>
                  <a:pt x="661" y="273"/>
                </a:cubicBezTo>
                <a:cubicBezTo>
                  <a:pt x="662" y="272"/>
                  <a:pt x="662" y="272"/>
                  <a:pt x="662" y="271"/>
                </a:cubicBezTo>
                <a:cubicBezTo>
                  <a:pt x="662" y="271"/>
                  <a:pt x="662" y="271"/>
                  <a:pt x="662" y="271"/>
                </a:cubicBezTo>
                <a:cubicBezTo>
                  <a:pt x="662" y="271"/>
                  <a:pt x="662" y="270"/>
                  <a:pt x="662" y="270"/>
                </a:cubicBezTo>
                <a:cubicBezTo>
                  <a:pt x="662" y="270"/>
                  <a:pt x="662" y="270"/>
                  <a:pt x="662" y="270"/>
                </a:cubicBezTo>
                <a:cubicBezTo>
                  <a:pt x="662" y="270"/>
                  <a:pt x="662" y="270"/>
                  <a:pt x="662" y="270"/>
                </a:cubicBezTo>
                <a:cubicBezTo>
                  <a:pt x="660" y="268"/>
                  <a:pt x="657" y="267"/>
                  <a:pt x="654" y="267"/>
                </a:cubicBezTo>
                <a:cubicBezTo>
                  <a:pt x="654" y="267"/>
                  <a:pt x="653" y="267"/>
                  <a:pt x="652" y="267"/>
                </a:cubicBezTo>
                <a:close/>
                <a:moveTo>
                  <a:pt x="703" y="270"/>
                </a:moveTo>
                <a:cubicBezTo>
                  <a:pt x="703" y="269"/>
                  <a:pt x="702" y="269"/>
                  <a:pt x="702" y="269"/>
                </a:cubicBezTo>
                <a:cubicBezTo>
                  <a:pt x="702" y="268"/>
                  <a:pt x="701" y="268"/>
                  <a:pt x="701" y="268"/>
                </a:cubicBezTo>
                <a:cubicBezTo>
                  <a:pt x="700" y="268"/>
                  <a:pt x="700" y="268"/>
                  <a:pt x="699" y="268"/>
                </a:cubicBezTo>
                <a:cubicBezTo>
                  <a:pt x="699" y="267"/>
                  <a:pt x="698" y="267"/>
                  <a:pt x="697" y="267"/>
                </a:cubicBezTo>
                <a:cubicBezTo>
                  <a:pt x="697" y="267"/>
                  <a:pt x="697" y="267"/>
                  <a:pt x="697" y="267"/>
                </a:cubicBezTo>
                <a:cubicBezTo>
                  <a:pt x="697" y="267"/>
                  <a:pt x="697" y="267"/>
                  <a:pt x="696" y="267"/>
                </a:cubicBezTo>
                <a:cubicBezTo>
                  <a:pt x="696" y="267"/>
                  <a:pt x="696" y="267"/>
                  <a:pt x="696" y="267"/>
                </a:cubicBezTo>
                <a:cubicBezTo>
                  <a:pt x="696" y="267"/>
                  <a:pt x="696" y="267"/>
                  <a:pt x="696" y="267"/>
                </a:cubicBezTo>
                <a:cubicBezTo>
                  <a:pt x="695" y="267"/>
                  <a:pt x="694" y="267"/>
                  <a:pt x="693" y="267"/>
                </a:cubicBezTo>
                <a:cubicBezTo>
                  <a:pt x="692" y="267"/>
                  <a:pt x="692" y="268"/>
                  <a:pt x="691" y="268"/>
                </a:cubicBezTo>
                <a:cubicBezTo>
                  <a:pt x="690" y="268"/>
                  <a:pt x="690" y="268"/>
                  <a:pt x="689" y="269"/>
                </a:cubicBezTo>
                <a:cubicBezTo>
                  <a:pt x="688" y="269"/>
                  <a:pt x="688" y="269"/>
                  <a:pt x="688" y="270"/>
                </a:cubicBezTo>
                <a:cubicBezTo>
                  <a:pt x="687" y="270"/>
                  <a:pt x="687" y="271"/>
                  <a:pt x="687" y="271"/>
                </a:cubicBezTo>
                <a:cubicBezTo>
                  <a:pt x="687" y="272"/>
                  <a:pt x="687" y="272"/>
                  <a:pt x="687" y="273"/>
                </a:cubicBezTo>
                <a:cubicBezTo>
                  <a:pt x="687" y="273"/>
                  <a:pt x="688" y="274"/>
                  <a:pt x="689" y="274"/>
                </a:cubicBezTo>
                <a:cubicBezTo>
                  <a:pt x="689" y="274"/>
                  <a:pt x="690" y="275"/>
                  <a:pt x="691" y="275"/>
                </a:cubicBezTo>
                <a:cubicBezTo>
                  <a:pt x="692" y="275"/>
                  <a:pt x="693" y="275"/>
                  <a:pt x="694" y="275"/>
                </a:cubicBezTo>
                <a:cubicBezTo>
                  <a:pt x="694" y="275"/>
                  <a:pt x="694" y="275"/>
                  <a:pt x="695" y="275"/>
                </a:cubicBezTo>
                <a:cubicBezTo>
                  <a:pt x="695" y="275"/>
                  <a:pt x="695" y="275"/>
                  <a:pt x="695" y="275"/>
                </a:cubicBezTo>
                <a:cubicBezTo>
                  <a:pt x="695" y="275"/>
                  <a:pt x="695" y="275"/>
                  <a:pt x="695" y="275"/>
                </a:cubicBezTo>
                <a:cubicBezTo>
                  <a:pt x="696" y="275"/>
                  <a:pt x="696" y="275"/>
                  <a:pt x="696" y="275"/>
                </a:cubicBezTo>
                <a:cubicBezTo>
                  <a:pt x="697" y="275"/>
                  <a:pt x="698" y="275"/>
                  <a:pt x="699" y="275"/>
                </a:cubicBezTo>
                <a:cubicBezTo>
                  <a:pt x="699" y="274"/>
                  <a:pt x="700" y="274"/>
                  <a:pt x="701" y="274"/>
                </a:cubicBezTo>
                <a:cubicBezTo>
                  <a:pt x="701" y="273"/>
                  <a:pt x="702" y="273"/>
                  <a:pt x="702" y="273"/>
                </a:cubicBezTo>
                <a:cubicBezTo>
                  <a:pt x="703" y="272"/>
                  <a:pt x="703" y="272"/>
                  <a:pt x="703" y="271"/>
                </a:cubicBezTo>
                <a:cubicBezTo>
                  <a:pt x="703" y="271"/>
                  <a:pt x="703" y="271"/>
                  <a:pt x="703" y="271"/>
                </a:cubicBezTo>
                <a:cubicBezTo>
                  <a:pt x="703" y="271"/>
                  <a:pt x="703" y="270"/>
                  <a:pt x="703" y="270"/>
                </a:cubicBezTo>
                <a:cubicBezTo>
                  <a:pt x="703" y="270"/>
                  <a:pt x="703" y="270"/>
                  <a:pt x="703" y="270"/>
                </a:cubicBezTo>
                <a:cubicBezTo>
                  <a:pt x="703" y="270"/>
                  <a:pt x="703" y="270"/>
                  <a:pt x="703" y="270"/>
                </a:cubicBezTo>
                <a:cubicBezTo>
                  <a:pt x="703" y="269"/>
                  <a:pt x="703" y="270"/>
                  <a:pt x="703" y="270"/>
                </a:cubicBezTo>
                <a:close/>
                <a:moveTo>
                  <a:pt x="532" y="267"/>
                </a:moveTo>
                <a:cubicBezTo>
                  <a:pt x="532" y="267"/>
                  <a:pt x="532" y="267"/>
                  <a:pt x="532" y="267"/>
                </a:cubicBezTo>
                <a:cubicBezTo>
                  <a:pt x="532" y="267"/>
                  <a:pt x="532" y="267"/>
                  <a:pt x="531" y="267"/>
                </a:cubicBezTo>
                <a:cubicBezTo>
                  <a:pt x="531" y="267"/>
                  <a:pt x="531" y="267"/>
                  <a:pt x="531" y="267"/>
                </a:cubicBezTo>
                <a:cubicBezTo>
                  <a:pt x="530" y="267"/>
                  <a:pt x="529" y="267"/>
                  <a:pt x="528" y="267"/>
                </a:cubicBezTo>
                <a:cubicBezTo>
                  <a:pt x="528" y="267"/>
                  <a:pt x="527" y="268"/>
                  <a:pt x="526" y="268"/>
                </a:cubicBezTo>
                <a:cubicBezTo>
                  <a:pt x="526" y="268"/>
                  <a:pt x="525" y="268"/>
                  <a:pt x="524" y="269"/>
                </a:cubicBezTo>
                <a:cubicBezTo>
                  <a:pt x="524" y="269"/>
                  <a:pt x="523" y="269"/>
                  <a:pt x="523" y="270"/>
                </a:cubicBezTo>
                <a:cubicBezTo>
                  <a:pt x="523" y="270"/>
                  <a:pt x="523" y="270"/>
                  <a:pt x="522" y="270"/>
                </a:cubicBezTo>
                <a:cubicBezTo>
                  <a:pt x="522" y="270"/>
                  <a:pt x="522" y="270"/>
                  <a:pt x="522" y="270"/>
                </a:cubicBezTo>
                <a:cubicBezTo>
                  <a:pt x="522" y="270"/>
                  <a:pt x="522" y="271"/>
                  <a:pt x="522" y="271"/>
                </a:cubicBezTo>
                <a:cubicBezTo>
                  <a:pt x="522" y="271"/>
                  <a:pt x="522" y="271"/>
                  <a:pt x="522" y="271"/>
                </a:cubicBezTo>
                <a:cubicBezTo>
                  <a:pt x="522" y="272"/>
                  <a:pt x="522" y="272"/>
                  <a:pt x="522" y="273"/>
                </a:cubicBezTo>
                <a:cubicBezTo>
                  <a:pt x="522" y="273"/>
                  <a:pt x="523" y="274"/>
                  <a:pt x="524" y="274"/>
                </a:cubicBezTo>
                <a:cubicBezTo>
                  <a:pt x="524" y="274"/>
                  <a:pt x="525" y="275"/>
                  <a:pt x="526" y="275"/>
                </a:cubicBezTo>
                <a:cubicBezTo>
                  <a:pt x="527" y="275"/>
                  <a:pt x="528" y="275"/>
                  <a:pt x="529" y="275"/>
                </a:cubicBezTo>
                <a:cubicBezTo>
                  <a:pt x="529" y="275"/>
                  <a:pt x="529" y="275"/>
                  <a:pt x="530" y="275"/>
                </a:cubicBezTo>
                <a:cubicBezTo>
                  <a:pt x="530" y="275"/>
                  <a:pt x="530" y="275"/>
                  <a:pt x="530" y="275"/>
                </a:cubicBezTo>
                <a:cubicBezTo>
                  <a:pt x="530" y="275"/>
                  <a:pt x="530" y="275"/>
                  <a:pt x="530" y="275"/>
                </a:cubicBezTo>
                <a:cubicBezTo>
                  <a:pt x="531" y="275"/>
                  <a:pt x="531" y="275"/>
                  <a:pt x="531" y="275"/>
                </a:cubicBezTo>
                <a:cubicBezTo>
                  <a:pt x="532" y="275"/>
                  <a:pt x="533" y="275"/>
                  <a:pt x="534" y="275"/>
                </a:cubicBezTo>
                <a:cubicBezTo>
                  <a:pt x="534" y="274"/>
                  <a:pt x="535" y="274"/>
                  <a:pt x="536" y="274"/>
                </a:cubicBezTo>
                <a:cubicBezTo>
                  <a:pt x="537" y="273"/>
                  <a:pt x="537" y="273"/>
                  <a:pt x="538" y="273"/>
                </a:cubicBezTo>
                <a:cubicBezTo>
                  <a:pt x="538" y="272"/>
                  <a:pt x="538" y="272"/>
                  <a:pt x="538" y="271"/>
                </a:cubicBezTo>
                <a:cubicBezTo>
                  <a:pt x="538" y="271"/>
                  <a:pt x="538" y="271"/>
                  <a:pt x="538" y="271"/>
                </a:cubicBezTo>
                <a:cubicBezTo>
                  <a:pt x="538" y="271"/>
                  <a:pt x="538" y="270"/>
                  <a:pt x="538" y="270"/>
                </a:cubicBezTo>
                <a:cubicBezTo>
                  <a:pt x="538" y="270"/>
                  <a:pt x="538" y="270"/>
                  <a:pt x="538" y="270"/>
                </a:cubicBezTo>
                <a:cubicBezTo>
                  <a:pt x="538" y="270"/>
                  <a:pt x="538" y="270"/>
                  <a:pt x="538" y="270"/>
                </a:cubicBezTo>
                <a:cubicBezTo>
                  <a:pt x="538" y="269"/>
                  <a:pt x="538" y="269"/>
                  <a:pt x="537" y="269"/>
                </a:cubicBezTo>
                <a:cubicBezTo>
                  <a:pt x="537" y="268"/>
                  <a:pt x="536" y="268"/>
                  <a:pt x="536" y="268"/>
                </a:cubicBezTo>
                <a:cubicBezTo>
                  <a:pt x="536" y="268"/>
                  <a:pt x="535" y="268"/>
                  <a:pt x="534" y="268"/>
                </a:cubicBezTo>
                <a:cubicBezTo>
                  <a:pt x="534" y="267"/>
                  <a:pt x="533" y="267"/>
                  <a:pt x="533" y="267"/>
                </a:cubicBezTo>
                <a:cubicBezTo>
                  <a:pt x="532" y="267"/>
                  <a:pt x="532" y="267"/>
                  <a:pt x="532" y="267"/>
                </a:cubicBezTo>
                <a:close/>
                <a:moveTo>
                  <a:pt x="369" y="267"/>
                </a:moveTo>
                <a:cubicBezTo>
                  <a:pt x="369" y="267"/>
                  <a:pt x="369" y="267"/>
                  <a:pt x="369" y="267"/>
                </a:cubicBezTo>
                <a:cubicBezTo>
                  <a:pt x="368" y="267"/>
                  <a:pt x="368" y="267"/>
                  <a:pt x="368" y="267"/>
                </a:cubicBezTo>
                <a:cubicBezTo>
                  <a:pt x="368" y="267"/>
                  <a:pt x="367" y="267"/>
                  <a:pt x="367" y="267"/>
                </a:cubicBezTo>
                <a:cubicBezTo>
                  <a:pt x="367" y="267"/>
                  <a:pt x="367" y="267"/>
                  <a:pt x="366" y="267"/>
                </a:cubicBezTo>
                <a:cubicBezTo>
                  <a:pt x="365" y="267"/>
                  <a:pt x="365" y="267"/>
                  <a:pt x="364" y="267"/>
                </a:cubicBezTo>
                <a:cubicBezTo>
                  <a:pt x="363" y="267"/>
                  <a:pt x="362" y="268"/>
                  <a:pt x="362" y="268"/>
                </a:cubicBezTo>
                <a:cubicBezTo>
                  <a:pt x="361" y="268"/>
                  <a:pt x="360" y="268"/>
                  <a:pt x="360" y="269"/>
                </a:cubicBezTo>
                <a:cubicBezTo>
                  <a:pt x="359" y="269"/>
                  <a:pt x="358" y="269"/>
                  <a:pt x="358" y="270"/>
                </a:cubicBezTo>
                <a:cubicBezTo>
                  <a:pt x="358" y="270"/>
                  <a:pt x="358" y="270"/>
                  <a:pt x="358" y="270"/>
                </a:cubicBezTo>
                <a:cubicBezTo>
                  <a:pt x="358" y="270"/>
                  <a:pt x="357" y="270"/>
                  <a:pt x="357" y="270"/>
                </a:cubicBezTo>
                <a:cubicBezTo>
                  <a:pt x="357" y="270"/>
                  <a:pt x="357" y="271"/>
                  <a:pt x="357" y="271"/>
                </a:cubicBezTo>
                <a:cubicBezTo>
                  <a:pt x="357" y="271"/>
                  <a:pt x="357" y="271"/>
                  <a:pt x="357" y="271"/>
                </a:cubicBezTo>
                <a:cubicBezTo>
                  <a:pt x="357" y="272"/>
                  <a:pt x="357" y="272"/>
                  <a:pt x="357" y="273"/>
                </a:cubicBezTo>
                <a:cubicBezTo>
                  <a:pt x="357" y="273"/>
                  <a:pt x="358" y="274"/>
                  <a:pt x="359" y="274"/>
                </a:cubicBezTo>
                <a:cubicBezTo>
                  <a:pt x="359" y="274"/>
                  <a:pt x="360" y="275"/>
                  <a:pt x="361" y="275"/>
                </a:cubicBezTo>
                <a:cubicBezTo>
                  <a:pt x="362" y="275"/>
                  <a:pt x="363" y="275"/>
                  <a:pt x="364" y="275"/>
                </a:cubicBezTo>
                <a:cubicBezTo>
                  <a:pt x="364" y="275"/>
                  <a:pt x="365" y="275"/>
                  <a:pt x="365" y="275"/>
                </a:cubicBezTo>
                <a:cubicBezTo>
                  <a:pt x="365" y="275"/>
                  <a:pt x="365" y="275"/>
                  <a:pt x="366" y="275"/>
                </a:cubicBezTo>
                <a:cubicBezTo>
                  <a:pt x="366" y="275"/>
                  <a:pt x="366" y="275"/>
                  <a:pt x="367" y="275"/>
                </a:cubicBezTo>
                <a:cubicBezTo>
                  <a:pt x="367" y="275"/>
                  <a:pt x="367" y="275"/>
                  <a:pt x="367" y="275"/>
                </a:cubicBezTo>
                <a:cubicBezTo>
                  <a:pt x="368" y="275"/>
                  <a:pt x="369" y="275"/>
                  <a:pt x="370" y="274"/>
                </a:cubicBezTo>
                <a:cubicBezTo>
                  <a:pt x="370" y="274"/>
                  <a:pt x="371" y="274"/>
                  <a:pt x="371" y="273"/>
                </a:cubicBezTo>
                <a:cubicBezTo>
                  <a:pt x="372" y="273"/>
                  <a:pt x="372" y="273"/>
                  <a:pt x="373" y="272"/>
                </a:cubicBezTo>
                <a:cubicBezTo>
                  <a:pt x="373" y="272"/>
                  <a:pt x="373" y="272"/>
                  <a:pt x="373" y="271"/>
                </a:cubicBezTo>
                <a:cubicBezTo>
                  <a:pt x="374" y="271"/>
                  <a:pt x="374" y="271"/>
                  <a:pt x="374" y="271"/>
                </a:cubicBezTo>
                <a:cubicBezTo>
                  <a:pt x="374" y="271"/>
                  <a:pt x="374" y="270"/>
                  <a:pt x="374" y="270"/>
                </a:cubicBezTo>
                <a:cubicBezTo>
                  <a:pt x="373" y="270"/>
                  <a:pt x="373" y="270"/>
                  <a:pt x="373" y="270"/>
                </a:cubicBezTo>
                <a:cubicBezTo>
                  <a:pt x="373" y="270"/>
                  <a:pt x="373" y="270"/>
                  <a:pt x="373" y="270"/>
                </a:cubicBezTo>
                <a:cubicBezTo>
                  <a:pt x="372" y="268"/>
                  <a:pt x="371" y="268"/>
                  <a:pt x="369" y="267"/>
                </a:cubicBezTo>
                <a:cubicBezTo>
                  <a:pt x="369" y="267"/>
                  <a:pt x="370" y="268"/>
                  <a:pt x="369" y="267"/>
                </a:cubicBezTo>
                <a:close/>
                <a:moveTo>
                  <a:pt x="323" y="267"/>
                </a:moveTo>
                <a:cubicBezTo>
                  <a:pt x="322" y="267"/>
                  <a:pt x="321" y="268"/>
                  <a:pt x="320" y="268"/>
                </a:cubicBezTo>
                <a:cubicBezTo>
                  <a:pt x="320" y="268"/>
                  <a:pt x="319" y="268"/>
                  <a:pt x="318" y="269"/>
                </a:cubicBezTo>
                <a:cubicBezTo>
                  <a:pt x="318" y="269"/>
                  <a:pt x="317" y="269"/>
                  <a:pt x="317" y="270"/>
                </a:cubicBezTo>
                <a:cubicBezTo>
                  <a:pt x="317" y="270"/>
                  <a:pt x="317" y="270"/>
                  <a:pt x="316" y="270"/>
                </a:cubicBezTo>
                <a:cubicBezTo>
                  <a:pt x="316" y="270"/>
                  <a:pt x="316" y="270"/>
                  <a:pt x="316" y="270"/>
                </a:cubicBezTo>
                <a:cubicBezTo>
                  <a:pt x="316" y="270"/>
                  <a:pt x="316" y="271"/>
                  <a:pt x="316" y="271"/>
                </a:cubicBezTo>
                <a:cubicBezTo>
                  <a:pt x="316" y="271"/>
                  <a:pt x="316" y="271"/>
                  <a:pt x="316" y="271"/>
                </a:cubicBezTo>
                <a:cubicBezTo>
                  <a:pt x="316" y="272"/>
                  <a:pt x="316" y="272"/>
                  <a:pt x="316" y="273"/>
                </a:cubicBezTo>
                <a:cubicBezTo>
                  <a:pt x="316" y="273"/>
                  <a:pt x="317" y="274"/>
                  <a:pt x="317" y="274"/>
                </a:cubicBezTo>
                <a:cubicBezTo>
                  <a:pt x="318" y="274"/>
                  <a:pt x="319" y="275"/>
                  <a:pt x="320" y="275"/>
                </a:cubicBezTo>
                <a:cubicBezTo>
                  <a:pt x="321" y="275"/>
                  <a:pt x="322" y="275"/>
                  <a:pt x="323" y="275"/>
                </a:cubicBezTo>
                <a:cubicBezTo>
                  <a:pt x="324" y="275"/>
                  <a:pt x="325" y="275"/>
                  <a:pt x="326" y="275"/>
                </a:cubicBezTo>
                <a:cubicBezTo>
                  <a:pt x="327" y="275"/>
                  <a:pt x="328" y="274"/>
                  <a:pt x="329" y="274"/>
                </a:cubicBezTo>
                <a:cubicBezTo>
                  <a:pt x="330" y="274"/>
                  <a:pt x="331" y="273"/>
                  <a:pt x="331" y="273"/>
                </a:cubicBezTo>
                <a:cubicBezTo>
                  <a:pt x="332" y="272"/>
                  <a:pt x="332" y="272"/>
                  <a:pt x="332" y="271"/>
                </a:cubicBezTo>
                <a:cubicBezTo>
                  <a:pt x="332" y="271"/>
                  <a:pt x="332" y="271"/>
                  <a:pt x="332" y="271"/>
                </a:cubicBezTo>
                <a:cubicBezTo>
                  <a:pt x="332" y="271"/>
                  <a:pt x="332" y="270"/>
                  <a:pt x="332" y="270"/>
                </a:cubicBezTo>
                <a:cubicBezTo>
                  <a:pt x="332" y="270"/>
                  <a:pt x="332" y="270"/>
                  <a:pt x="332" y="270"/>
                </a:cubicBezTo>
                <a:cubicBezTo>
                  <a:pt x="332" y="270"/>
                  <a:pt x="332" y="270"/>
                  <a:pt x="332" y="270"/>
                </a:cubicBezTo>
                <a:cubicBezTo>
                  <a:pt x="332" y="269"/>
                  <a:pt x="331" y="269"/>
                  <a:pt x="331" y="269"/>
                </a:cubicBezTo>
                <a:cubicBezTo>
                  <a:pt x="331" y="268"/>
                  <a:pt x="330" y="268"/>
                  <a:pt x="330" y="268"/>
                </a:cubicBezTo>
                <a:cubicBezTo>
                  <a:pt x="329" y="268"/>
                  <a:pt x="328" y="267"/>
                  <a:pt x="328" y="267"/>
                </a:cubicBezTo>
                <a:cubicBezTo>
                  <a:pt x="327" y="267"/>
                  <a:pt x="326" y="267"/>
                  <a:pt x="325" y="267"/>
                </a:cubicBezTo>
                <a:cubicBezTo>
                  <a:pt x="324" y="267"/>
                  <a:pt x="323" y="267"/>
                  <a:pt x="323" y="267"/>
                </a:cubicBezTo>
                <a:close/>
                <a:moveTo>
                  <a:pt x="1195" y="268"/>
                </a:moveTo>
                <a:cubicBezTo>
                  <a:pt x="1194" y="268"/>
                  <a:pt x="1193" y="267"/>
                  <a:pt x="1191" y="267"/>
                </a:cubicBezTo>
                <a:cubicBezTo>
                  <a:pt x="1191" y="267"/>
                  <a:pt x="1191" y="267"/>
                  <a:pt x="1191" y="267"/>
                </a:cubicBezTo>
                <a:cubicBezTo>
                  <a:pt x="1191" y="267"/>
                  <a:pt x="1191" y="267"/>
                  <a:pt x="1190" y="267"/>
                </a:cubicBezTo>
                <a:cubicBezTo>
                  <a:pt x="1190" y="267"/>
                  <a:pt x="1190" y="267"/>
                  <a:pt x="1190" y="267"/>
                </a:cubicBezTo>
                <a:cubicBezTo>
                  <a:pt x="1190" y="267"/>
                  <a:pt x="1190" y="267"/>
                  <a:pt x="1190" y="267"/>
                </a:cubicBezTo>
                <a:cubicBezTo>
                  <a:pt x="1189" y="267"/>
                  <a:pt x="1189" y="267"/>
                  <a:pt x="1189" y="267"/>
                </a:cubicBezTo>
                <a:cubicBezTo>
                  <a:pt x="1189" y="267"/>
                  <a:pt x="1189" y="267"/>
                  <a:pt x="1189" y="267"/>
                </a:cubicBezTo>
                <a:cubicBezTo>
                  <a:pt x="1189" y="267"/>
                  <a:pt x="1188" y="267"/>
                  <a:pt x="1188" y="267"/>
                </a:cubicBezTo>
                <a:cubicBezTo>
                  <a:pt x="1188" y="267"/>
                  <a:pt x="1188" y="267"/>
                  <a:pt x="1188" y="267"/>
                </a:cubicBezTo>
                <a:cubicBezTo>
                  <a:pt x="1187" y="267"/>
                  <a:pt x="1187" y="267"/>
                  <a:pt x="1186" y="268"/>
                </a:cubicBezTo>
                <a:cubicBezTo>
                  <a:pt x="1185" y="268"/>
                  <a:pt x="1185" y="268"/>
                  <a:pt x="1184" y="268"/>
                </a:cubicBezTo>
                <a:cubicBezTo>
                  <a:pt x="1184" y="268"/>
                  <a:pt x="1183" y="268"/>
                  <a:pt x="1183" y="269"/>
                </a:cubicBezTo>
                <a:cubicBezTo>
                  <a:pt x="1183" y="269"/>
                  <a:pt x="1182" y="269"/>
                  <a:pt x="1182" y="270"/>
                </a:cubicBezTo>
                <a:cubicBezTo>
                  <a:pt x="1182" y="270"/>
                  <a:pt x="1182" y="270"/>
                  <a:pt x="1182" y="270"/>
                </a:cubicBezTo>
                <a:cubicBezTo>
                  <a:pt x="1182" y="270"/>
                  <a:pt x="1181" y="270"/>
                  <a:pt x="1181" y="270"/>
                </a:cubicBezTo>
                <a:cubicBezTo>
                  <a:pt x="1181" y="270"/>
                  <a:pt x="1181" y="271"/>
                  <a:pt x="1181" y="271"/>
                </a:cubicBezTo>
                <a:cubicBezTo>
                  <a:pt x="1181" y="271"/>
                  <a:pt x="1181" y="271"/>
                  <a:pt x="1181" y="271"/>
                </a:cubicBezTo>
                <a:cubicBezTo>
                  <a:pt x="1181" y="272"/>
                  <a:pt x="1181" y="272"/>
                  <a:pt x="1182" y="273"/>
                </a:cubicBezTo>
                <a:cubicBezTo>
                  <a:pt x="1182" y="273"/>
                  <a:pt x="1182" y="273"/>
                  <a:pt x="1183" y="274"/>
                </a:cubicBezTo>
                <a:cubicBezTo>
                  <a:pt x="1184" y="274"/>
                  <a:pt x="1184" y="274"/>
                  <a:pt x="1185" y="275"/>
                </a:cubicBezTo>
                <a:cubicBezTo>
                  <a:pt x="1186" y="275"/>
                  <a:pt x="1187" y="275"/>
                  <a:pt x="1188" y="275"/>
                </a:cubicBezTo>
                <a:cubicBezTo>
                  <a:pt x="1188" y="275"/>
                  <a:pt x="1188" y="275"/>
                  <a:pt x="1188" y="275"/>
                </a:cubicBezTo>
                <a:cubicBezTo>
                  <a:pt x="1188" y="275"/>
                  <a:pt x="1188" y="275"/>
                  <a:pt x="1189" y="275"/>
                </a:cubicBezTo>
                <a:cubicBezTo>
                  <a:pt x="1189" y="275"/>
                  <a:pt x="1189" y="275"/>
                  <a:pt x="1189" y="275"/>
                </a:cubicBezTo>
                <a:cubicBezTo>
                  <a:pt x="1189" y="275"/>
                  <a:pt x="1189" y="275"/>
                  <a:pt x="1189" y="275"/>
                </a:cubicBezTo>
                <a:cubicBezTo>
                  <a:pt x="1190" y="275"/>
                  <a:pt x="1190" y="275"/>
                  <a:pt x="1190" y="275"/>
                </a:cubicBezTo>
                <a:cubicBezTo>
                  <a:pt x="1190" y="275"/>
                  <a:pt x="1190" y="275"/>
                  <a:pt x="1190" y="275"/>
                </a:cubicBezTo>
                <a:cubicBezTo>
                  <a:pt x="1190" y="275"/>
                  <a:pt x="1191" y="275"/>
                  <a:pt x="1191" y="275"/>
                </a:cubicBezTo>
                <a:cubicBezTo>
                  <a:pt x="1191" y="275"/>
                  <a:pt x="1191" y="275"/>
                  <a:pt x="1191" y="275"/>
                </a:cubicBezTo>
                <a:cubicBezTo>
                  <a:pt x="1191" y="275"/>
                  <a:pt x="1192" y="275"/>
                  <a:pt x="1192" y="275"/>
                </a:cubicBezTo>
                <a:cubicBezTo>
                  <a:pt x="1193" y="275"/>
                  <a:pt x="1193" y="275"/>
                  <a:pt x="1193" y="275"/>
                </a:cubicBezTo>
                <a:cubicBezTo>
                  <a:pt x="1194" y="275"/>
                  <a:pt x="1194" y="275"/>
                  <a:pt x="1194" y="274"/>
                </a:cubicBezTo>
                <a:cubicBezTo>
                  <a:pt x="1195" y="274"/>
                  <a:pt x="1195" y="274"/>
                  <a:pt x="1195" y="274"/>
                </a:cubicBezTo>
                <a:cubicBezTo>
                  <a:pt x="1196" y="274"/>
                  <a:pt x="1197" y="273"/>
                  <a:pt x="1197" y="273"/>
                </a:cubicBezTo>
                <a:cubicBezTo>
                  <a:pt x="1197" y="272"/>
                  <a:pt x="1198" y="272"/>
                  <a:pt x="1198" y="271"/>
                </a:cubicBezTo>
                <a:cubicBezTo>
                  <a:pt x="1198" y="271"/>
                  <a:pt x="1198" y="271"/>
                  <a:pt x="1198" y="271"/>
                </a:cubicBezTo>
                <a:cubicBezTo>
                  <a:pt x="1198" y="271"/>
                  <a:pt x="1198" y="270"/>
                  <a:pt x="1198" y="270"/>
                </a:cubicBezTo>
                <a:cubicBezTo>
                  <a:pt x="1198" y="270"/>
                  <a:pt x="1197" y="270"/>
                  <a:pt x="1197" y="270"/>
                </a:cubicBezTo>
                <a:cubicBezTo>
                  <a:pt x="1197" y="270"/>
                  <a:pt x="1197" y="270"/>
                  <a:pt x="1197" y="270"/>
                </a:cubicBezTo>
                <a:cubicBezTo>
                  <a:pt x="1197" y="269"/>
                  <a:pt x="1196" y="269"/>
                  <a:pt x="1195" y="268"/>
                </a:cubicBezTo>
                <a:cubicBezTo>
                  <a:pt x="1195" y="268"/>
                  <a:pt x="1196" y="268"/>
                  <a:pt x="1195" y="268"/>
                </a:cubicBezTo>
                <a:close/>
                <a:moveTo>
                  <a:pt x="1273" y="267"/>
                </a:moveTo>
                <a:cubicBezTo>
                  <a:pt x="1273" y="267"/>
                  <a:pt x="1273" y="267"/>
                  <a:pt x="1273" y="267"/>
                </a:cubicBezTo>
                <a:cubicBezTo>
                  <a:pt x="1273" y="267"/>
                  <a:pt x="1272" y="267"/>
                  <a:pt x="1272" y="267"/>
                </a:cubicBezTo>
                <a:cubicBezTo>
                  <a:pt x="1272" y="267"/>
                  <a:pt x="1272" y="267"/>
                  <a:pt x="1272" y="267"/>
                </a:cubicBezTo>
                <a:cubicBezTo>
                  <a:pt x="1271" y="267"/>
                  <a:pt x="1270" y="267"/>
                  <a:pt x="1269" y="267"/>
                </a:cubicBezTo>
                <a:cubicBezTo>
                  <a:pt x="1269" y="267"/>
                  <a:pt x="1268" y="268"/>
                  <a:pt x="1267" y="268"/>
                </a:cubicBezTo>
                <a:cubicBezTo>
                  <a:pt x="1267" y="268"/>
                  <a:pt x="1266" y="268"/>
                  <a:pt x="1266" y="269"/>
                </a:cubicBezTo>
                <a:cubicBezTo>
                  <a:pt x="1265" y="269"/>
                  <a:pt x="1265" y="269"/>
                  <a:pt x="1264" y="270"/>
                </a:cubicBezTo>
                <a:cubicBezTo>
                  <a:pt x="1264" y="270"/>
                  <a:pt x="1264" y="270"/>
                  <a:pt x="1264" y="270"/>
                </a:cubicBezTo>
                <a:cubicBezTo>
                  <a:pt x="1264" y="270"/>
                  <a:pt x="1264" y="270"/>
                  <a:pt x="1264" y="270"/>
                </a:cubicBezTo>
                <a:cubicBezTo>
                  <a:pt x="1264" y="270"/>
                  <a:pt x="1264" y="271"/>
                  <a:pt x="1264" y="271"/>
                </a:cubicBezTo>
                <a:cubicBezTo>
                  <a:pt x="1264" y="271"/>
                  <a:pt x="1264" y="271"/>
                  <a:pt x="1264" y="271"/>
                </a:cubicBezTo>
                <a:cubicBezTo>
                  <a:pt x="1264" y="272"/>
                  <a:pt x="1264" y="272"/>
                  <a:pt x="1264" y="273"/>
                </a:cubicBezTo>
                <a:cubicBezTo>
                  <a:pt x="1265" y="273"/>
                  <a:pt x="1265" y="274"/>
                  <a:pt x="1266" y="274"/>
                </a:cubicBezTo>
                <a:cubicBezTo>
                  <a:pt x="1267" y="274"/>
                  <a:pt x="1268" y="275"/>
                  <a:pt x="1269" y="275"/>
                </a:cubicBezTo>
                <a:cubicBezTo>
                  <a:pt x="1270" y="275"/>
                  <a:pt x="1271" y="275"/>
                  <a:pt x="1272" y="275"/>
                </a:cubicBezTo>
                <a:cubicBezTo>
                  <a:pt x="1272" y="275"/>
                  <a:pt x="1272" y="275"/>
                  <a:pt x="1272" y="275"/>
                </a:cubicBezTo>
                <a:cubicBezTo>
                  <a:pt x="1272" y="275"/>
                  <a:pt x="1273" y="275"/>
                  <a:pt x="1273" y="275"/>
                </a:cubicBezTo>
                <a:cubicBezTo>
                  <a:pt x="1273" y="275"/>
                  <a:pt x="1273" y="275"/>
                  <a:pt x="1273" y="275"/>
                </a:cubicBezTo>
                <a:cubicBezTo>
                  <a:pt x="1273" y="275"/>
                  <a:pt x="1273" y="275"/>
                  <a:pt x="1274" y="275"/>
                </a:cubicBezTo>
                <a:cubicBezTo>
                  <a:pt x="1275" y="275"/>
                  <a:pt x="1275" y="275"/>
                  <a:pt x="1276" y="275"/>
                </a:cubicBezTo>
                <a:cubicBezTo>
                  <a:pt x="1277" y="274"/>
                  <a:pt x="1278" y="274"/>
                  <a:pt x="1278" y="274"/>
                </a:cubicBezTo>
                <a:cubicBezTo>
                  <a:pt x="1279" y="273"/>
                  <a:pt x="1279" y="273"/>
                  <a:pt x="1280" y="273"/>
                </a:cubicBezTo>
                <a:cubicBezTo>
                  <a:pt x="1280" y="272"/>
                  <a:pt x="1280" y="272"/>
                  <a:pt x="1280" y="271"/>
                </a:cubicBezTo>
                <a:cubicBezTo>
                  <a:pt x="1280" y="271"/>
                  <a:pt x="1280" y="271"/>
                  <a:pt x="1280" y="271"/>
                </a:cubicBezTo>
                <a:cubicBezTo>
                  <a:pt x="1280" y="271"/>
                  <a:pt x="1280" y="270"/>
                  <a:pt x="1280" y="270"/>
                </a:cubicBezTo>
                <a:cubicBezTo>
                  <a:pt x="1280" y="270"/>
                  <a:pt x="1280" y="270"/>
                  <a:pt x="1280" y="270"/>
                </a:cubicBezTo>
                <a:cubicBezTo>
                  <a:pt x="1280" y="270"/>
                  <a:pt x="1280" y="270"/>
                  <a:pt x="1279" y="270"/>
                </a:cubicBezTo>
                <a:cubicBezTo>
                  <a:pt x="1279" y="269"/>
                  <a:pt x="1279" y="269"/>
                  <a:pt x="1279" y="269"/>
                </a:cubicBezTo>
                <a:cubicBezTo>
                  <a:pt x="1278" y="268"/>
                  <a:pt x="1278" y="268"/>
                  <a:pt x="1277" y="268"/>
                </a:cubicBezTo>
                <a:cubicBezTo>
                  <a:pt x="1277" y="268"/>
                  <a:pt x="1276" y="268"/>
                  <a:pt x="1275" y="268"/>
                </a:cubicBezTo>
                <a:cubicBezTo>
                  <a:pt x="1275" y="267"/>
                  <a:pt x="1274" y="267"/>
                  <a:pt x="1274" y="267"/>
                </a:cubicBezTo>
                <a:cubicBezTo>
                  <a:pt x="1273" y="267"/>
                  <a:pt x="1273" y="267"/>
                  <a:pt x="1273" y="267"/>
                </a:cubicBezTo>
                <a:close/>
                <a:moveTo>
                  <a:pt x="1228" y="267"/>
                </a:moveTo>
                <a:cubicBezTo>
                  <a:pt x="1228" y="267"/>
                  <a:pt x="1227" y="268"/>
                  <a:pt x="1226" y="268"/>
                </a:cubicBezTo>
                <a:cubicBezTo>
                  <a:pt x="1225" y="268"/>
                  <a:pt x="1225" y="268"/>
                  <a:pt x="1224" y="269"/>
                </a:cubicBezTo>
                <a:cubicBezTo>
                  <a:pt x="1224" y="269"/>
                  <a:pt x="1223" y="269"/>
                  <a:pt x="1223" y="270"/>
                </a:cubicBezTo>
                <a:cubicBezTo>
                  <a:pt x="1223" y="270"/>
                  <a:pt x="1222" y="271"/>
                  <a:pt x="1222" y="271"/>
                </a:cubicBezTo>
                <a:cubicBezTo>
                  <a:pt x="1222" y="272"/>
                  <a:pt x="1223" y="272"/>
                  <a:pt x="1223" y="273"/>
                </a:cubicBezTo>
                <a:cubicBezTo>
                  <a:pt x="1223" y="273"/>
                  <a:pt x="1224" y="274"/>
                  <a:pt x="1225" y="274"/>
                </a:cubicBezTo>
                <a:cubicBezTo>
                  <a:pt x="1226" y="274"/>
                  <a:pt x="1226" y="275"/>
                  <a:pt x="1227" y="275"/>
                </a:cubicBezTo>
                <a:cubicBezTo>
                  <a:pt x="1228" y="275"/>
                  <a:pt x="1230" y="275"/>
                  <a:pt x="1231" y="275"/>
                </a:cubicBezTo>
                <a:cubicBezTo>
                  <a:pt x="1232" y="275"/>
                  <a:pt x="1233" y="275"/>
                  <a:pt x="1234" y="275"/>
                </a:cubicBezTo>
                <a:cubicBezTo>
                  <a:pt x="1235" y="275"/>
                  <a:pt x="1236" y="274"/>
                  <a:pt x="1237" y="274"/>
                </a:cubicBezTo>
                <a:cubicBezTo>
                  <a:pt x="1237" y="274"/>
                  <a:pt x="1238" y="273"/>
                  <a:pt x="1238" y="273"/>
                </a:cubicBezTo>
                <a:cubicBezTo>
                  <a:pt x="1239" y="272"/>
                  <a:pt x="1239" y="272"/>
                  <a:pt x="1239" y="271"/>
                </a:cubicBezTo>
                <a:cubicBezTo>
                  <a:pt x="1239" y="271"/>
                  <a:pt x="1239" y="271"/>
                  <a:pt x="1239" y="271"/>
                </a:cubicBezTo>
                <a:cubicBezTo>
                  <a:pt x="1239" y="271"/>
                  <a:pt x="1239" y="270"/>
                  <a:pt x="1239" y="270"/>
                </a:cubicBezTo>
                <a:cubicBezTo>
                  <a:pt x="1239" y="270"/>
                  <a:pt x="1239" y="270"/>
                  <a:pt x="1239" y="270"/>
                </a:cubicBezTo>
                <a:cubicBezTo>
                  <a:pt x="1239" y="270"/>
                  <a:pt x="1238" y="270"/>
                  <a:pt x="1238" y="270"/>
                </a:cubicBezTo>
                <a:cubicBezTo>
                  <a:pt x="1238" y="269"/>
                  <a:pt x="1238" y="269"/>
                  <a:pt x="1237" y="269"/>
                </a:cubicBezTo>
                <a:cubicBezTo>
                  <a:pt x="1237" y="268"/>
                  <a:pt x="1236" y="268"/>
                  <a:pt x="1235" y="268"/>
                </a:cubicBezTo>
                <a:cubicBezTo>
                  <a:pt x="1235" y="268"/>
                  <a:pt x="1234" y="267"/>
                  <a:pt x="1233" y="267"/>
                </a:cubicBezTo>
                <a:cubicBezTo>
                  <a:pt x="1232" y="267"/>
                  <a:pt x="1232" y="267"/>
                  <a:pt x="1231" y="267"/>
                </a:cubicBezTo>
                <a:cubicBezTo>
                  <a:pt x="1230" y="267"/>
                  <a:pt x="1229" y="267"/>
                  <a:pt x="1228" y="267"/>
                </a:cubicBezTo>
                <a:close/>
                <a:moveTo>
                  <a:pt x="1393" y="267"/>
                </a:moveTo>
                <a:cubicBezTo>
                  <a:pt x="1392" y="267"/>
                  <a:pt x="1391" y="268"/>
                  <a:pt x="1391" y="268"/>
                </a:cubicBezTo>
                <a:cubicBezTo>
                  <a:pt x="1390" y="268"/>
                  <a:pt x="1390" y="268"/>
                  <a:pt x="1389" y="269"/>
                </a:cubicBezTo>
                <a:cubicBezTo>
                  <a:pt x="1389" y="269"/>
                  <a:pt x="1388" y="269"/>
                  <a:pt x="1388" y="270"/>
                </a:cubicBezTo>
                <a:cubicBezTo>
                  <a:pt x="1388" y="270"/>
                  <a:pt x="1388" y="270"/>
                  <a:pt x="1388" y="270"/>
                </a:cubicBezTo>
                <a:cubicBezTo>
                  <a:pt x="1388" y="270"/>
                  <a:pt x="1388" y="270"/>
                  <a:pt x="1387" y="270"/>
                </a:cubicBezTo>
                <a:cubicBezTo>
                  <a:pt x="1387" y="270"/>
                  <a:pt x="1387" y="271"/>
                  <a:pt x="1387" y="271"/>
                </a:cubicBezTo>
                <a:cubicBezTo>
                  <a:pt x="1387" y="271"/>
                  <a:pt x="1387" y="271"/>
                  <a:pt x="1387" y="271"/>
                </a:cubicBezTo>
                <a:cubicBezTo>
                  <a:pt x="1387" y="272"/>
                  <a:pt x="1388" y="272"/>
                  <a:pt x="1388" y="273"/>
                </a:cubicBezTo>
                <a:cubicBezTo>
                  <a:pt x="1388" y="273"/>
                  <a:pt x="1389" y="274"/>
                  <a:pt x="1390" y="274"/>
                </a:cubicBezTo>
                <a:cubicBezTo>
                  <a:pt x="1391" y="274"/>
                  <a:pt x="1391" y="275"/>
                  <a:pt x="1392" y="275"/>
                </a:cubicBezTo>
                <a:cubicBezTo>
                  <a:pt x="1393" y="275"/>
                  <a:pt x="1395" y="275"/>
                  <a:pt x="1396" y="275"/>
                </a:cubicBezTo>
                <a:cubicBezTo>
                  <a:pt x="1397" y="275"/>
                  <a:pt x="1398" y="275"/>
                  <a:pt x="1399" y="275"/>
                </a:cubicBezTo>
                <a:cubicBezTo>
                  <a:pt x="1400" y="275"/>
                  <a:pt x="1401" y="274"/>
                  <a:pt x="1402" y="274"/>
                </a:cubicBezTo>
                <a:cubicBezTo>
                  <a:pt x="1402" y="274"/>
                  <a:pt x="1403" y="273"/>
                  <a:pt x="1403" y="273"/>
                </a:cubicBezTo>
                <a:cubicBezTo>
                  <a:pt x="1404" y="272"/>
                  <a:pt x="1404" y="272"/>
                  <a:pt x="1404" y="271"/>
                </a:cubicBezTo>
                <a:cubicBezTo>
                  <a:pt x="1404" y="271"/>
                  <a:pt x="1404" y="271"/>
                  <a:pt x="1404" y="271"/>
                </a:cubicBezTo>
                <a:cubicBezTo>
                  <a:pt x="1404" y="271"/>
                  <a:pt x="1404" y="270"/>
                  <a:pt x="1404" y="270"/>
                </a:cubicBezTo>
                <a:cubicBezTo>
                  <a:pt x="1404" y="270"/>
                  <a:pt x="1403" y="270"/>
                  <a:pt x="1403" y="270"/>
                </a:cubicBezTo>
                <a:cubicBezTo>
                  <a:pt x="1403" y="270"/>
                  <a:pt x="1403" y="270"/>
                  <a:pt x="1403" y="270"/>
                </a:cubicBezTo>
                <a:cubicBezTo>
                  <a:pt x="1403" y="269"/>
                  <a:pt x="1402" y="269"/>
                  <a:pt x="1402" y="269"/>
                </a:cubicBezTo>
                <a:cubicBezTo>
                  <a:pt x="1401" y="268"/>
                  <a:pt x="1401" y="268"/>
                  <a:pt x="1400" y="268"/>
                </a:cubicBezTo>
                <a:cubicBezTo>
                  <a:pt x="1399" y="268"/>
                  <a:pt x="1399" y="267"/>
                  <a:pt x="1398" y="267"/>
                </a:cubicBezTo>
                <a:cubicBezTo>
                  <a:pt x="1397" y="267"/>
                  <a:pt x="1396" y="267"/>
                  <a:pt x="1395" y="267"/>
                </a:cubicBezTo>
                <a:cubicBezTo>
                  <a:pt x="1395" y="267"/>
                  <a:pt x="1394" y="267"/>
                  <a:pt x="1393" y="267"/>
                </a:cubicBezTo>
                <a:close/>
                <a:moveTo>
                  <a:pt x="1355" y="267"/>
                </a:moveTo>
                <a:cubicBezTo>
                  <a:pt x="1355" y="267"/>
                  <a:pt x="1355" y="267"/>
                  <a:pt x="1355" y="267"/>
                </a:cubicBezTo>
                <a:cubicBezTo>
                  <a:pt x="1355" y="267"/>
                  <a:pt x="1355" y="267"/>
                  <a:pt x="1355" y="267"/>
                </a:cubicBezTo>
                <a:cubicBezTo>
                  <a:pt x="1355" y="267"/>
                  <a:pt x="1354" y="267"/>
                  <a:pt x="1354" y="267"/>
                </a:cubicBezTo>
                <a:cubicBezTo>
                  <a:pt x="1353" y="267"/>
                  <a:pt x="1353" y="267"/>
                  <a:pt x="1352" y="267"/>
                </a:cubicBezTo>
                <a:cubicBezTo>
                  <a:pt x="1351" y="267"/>
                  <a:pt x="1350" y="268"/>
                  <a:pt x="1350" y="268"/>
                </a:cubicBezTo>
                <a:cubicBezTo>
                  <a:pt x="1349" y="268"/>
                  <a:pt x="1348" y="268"/>
                  <a:pt x="1348" y="269"/>
                </a:cubicBezTo>
                <a:cubicBezTo>
                  <a:pt x="1347" y="269"/>
                  <a:pt x="1347" y="269"/>
                  <a:pt x="1347" y="270"/>
                </a:cubicBezTo>
                <a:cubicBezTo>
                  <a:pt x="1347" y="270"/>
                  <a:pt x="1347" y="270"/>
                  <a:pt x="1346" y="270"/>
                </a:cubicBezTo>
                <a:cubicBezTo>
                  <a:pt x="1346" y="270"/>
                  <a:pt x="1346" y="270"/>
                  <a:pt x="1346" y="270"/>
                </a:cubicBezTo>
                <a:cubicBezTo>
                  <a:pt x="1346" y="270"/>
                  <a:pt x="1346" y="271"/>
                  <a:pt x="1346" y="271"/>
                </a:cubicBezTo>
                <a:cubicBezTo>
                  <a:pt x="1346" y="271"/>
                  <a:pt x="1346" y="271"/>
                  <a:pt x="1346" y="271"/>
                </a:cubicBezTo>
                <a:cubicBezTo>
                  <a:pt x="1346" y="272"/>
                  <a:pt x="1346" y="272"/>
                  <a:pt x="1347" y="273"/>
                </a:cubicBezTo>
                <a:cubicBezTo>
                  <a:pt x="1347" y="273"/>
                  <a:pt x="1348" y="274"/>
                  <a:pt x="1349" y="274"/>
                </a:cubicBezTo>
                <a:cubicBezTo>
                  <a:pt x="1349" y="274"/>
                  <a:pt x="1350" y="275"/>
                  <a:pt x="1351" y="275"/>
                </a:cubicBezTo>
                <a:cubicBezTo>
                  <a:pt x="1352" y="275"/>
                  <a:pt x="1353" y="275"/>
                  <a:pt x="1354" y="275"/>
                </a:cubicBezTo>
                <a:cubicBezTo>
                  <a:pt x="1355" y="275"/>
                  <a:pt x="1355" y="275"/>
                  <a:pt x="1355" y="275"/>
                </a:cubicBezTo>
                <a:cubicBezTo>
                  <a:pt x="1355" y="275"/>
                  <a:pt x="1355" y="275"/>
                  <a:pt x="1355" y="275"/>
                </a:cubicBezTo>
                <a:cubicBezTo>
                  <a:pt x="1355" y="275"/>
                  <a:pt x="1356" y="275"/>
                  <a:pt x="1356" y="275"/>
                </a:cubicBezTo>
                <a:cubicBezTo>
                  <a:pt x="1356" y="275"/>
                  <a:pt x="1356" y="275"/>
                  <a:pt x="1356" y="275"/>
                </a:cubicBezTo>
                <a:cubicBezTo>
                  <a:pt x="1357" y="275"/>
                  <a:pt x="1358" y="275"/>
                  <a:pt x="1359" y="275"/>
                </a:cubicBezTo>
                <a:cubicBezTo>
                  <a:pt x="1360" y="274"/>
                  <a:pt x="1360" y="274"/>
                  <a:pt x="1361" y="274"/>
                </a:cubicBezTo>
                <a:cubicBezTo>
                  <a:pt x="1361" y="273"/>
                  <a:pt x="1362" y="273"/>
                  <a:pt x="1362" y="273"/>
                </a:cubicBezTo>
                <a:cubicBezTo>
                  <a:pt x="1362" y="272"/>
                  <a:pt x="1363" y="272"/>
                  <a:pt x="1363" y="271"/>
                </a:cubicBezTo>
                <a:cubicBezTo>
                  <a:pt x="1363" y="271"/>
                  <a:pt x="1363" y="271"/>
                  <a:pt x="1363" y="271"/>
                </a:cubicBezTo>
                <a:cubicBezTo>
                  <a:pt x="1363" y="271"/>
                  <a:pt x="1362" y="270"/>
                  <a:pt x="1362" y="270"/>
                </a:cubicBezTo>
                <a:cubicBezTo>
                  <a:pt x="1362" y="270"/>
                  <a:pt x="1362" y="270"/>
                  <a:pt x="1362" y="270"/>
                </a:cubicBezTo>
                <a:cubicBezTo>
                  <a:pt x="1362" y="270"/>
                  <a:pt x="1362" y="270"/>
                  <a:pt x="1362" y="270"/>
                </a:cubicBezTo>
                <a:cubicBezTo>
                  <a:pt x="1362" y="269"/>
                  <a:pt x="1361" y="269"/>
                  <a:pt x="1361" y="269"/>
                </a:cubicBezTo>
                <a:cubicBezTo>
                  <a:pt x="1360" y="268"/>
                  <a:pt x="1360" y="268"/>
                  <a:pt x="1359" y="268"/>
                </a:cubicBezTo>
                <a:cubicBezTo>
                  <a:pt x="1359" y="268"/>
                  <a:pt x="1358" y="268"/>
                  <a:pt x="1358" y="268"/>
                </a:cubicBezTo>
                <a:cubicBezTo>
                  <a:pt x="1357" y="267"/>
                  <a:pt x="1357" y="267"/>
                  <a:pt x="1356" y="267"/>
                </a:cubicBezTo>
                <a:cubicBezTo>
                  <a:pt x="1356" y="267"/>
                  <a:pt x="1356" y="267"/>
                  <a:pt x="1355" y="267"/>
                </a:cubicBezTo>
                <a:close/>
                <a:moveTo>
                  <a:pt x="1311" y="267"/>
                </a:moveTo>
                <a:cubicBezTo>
                  <a:pt x="1310" y="267"/>
                  <a:pt x="1309" y="268"/>
                  <a:pt x="1308" y="268"/>
                </a:cubicBezTo>
                <a:cubicBezTo>
                  <a:pt x="1308" y="268"/>
                  <a:pt x="1307" y="268"/>
                  <a:pt x="1307" y="269"/>
                </a:cubicBezTo>
                <a:cubicBezTo>
                  <a:pt x="1306" y="269"/>
                  <a:pt x="1306" y="269"/>
                  <a:pt x="1306" y="270"/>
                </a:cubicBezTo>
                <a:cubicBezTo>
                  <a:pt x="1305" y="270"/>
                  <a:pt x="1305" y="270"/>
                  <a:pt x="1305" y="270"/>
                </a:cubicBezTo>
                <a:cubicBezTo>
                  <a:pt x="1305" y="270"/>
                  <a:pt x="1305" y="270"/>
                  <a:pt x="1305" y="270"/>
                </a:cubicBezTo>
                <a:cubicBezTo>
                  <a:pt x="1305" y="270"/>
                  <a:pt x="1305" y="271"/>
                  <a:pt x="1305" y="271"/>
                </a:cubicBezTo>
                <a:cubicBezTo>
                  <a:pt x="1305" y="271"/>
                  <a:pt x="1305" y="271"/>
                  <a:pt x="1305" y="271"/>
                </a:cubicBezTo>
                <a:cubicBezTo>
                  <a:pt x="1305" y="272"/>
                  <a:pt x="1305" y="272"/>
                  <a:pt x="1306" y="273"/>
                </a:cubicBezTo>
                <a:cubicBezTo>
                  <a:pt x="1306" y="273"/>
                  <a:pt x="1307" y="274"/>
                  <a:pt x="1307" y="274"/>
                </a:cubicBezTo>
                <a:cubicBezTo>
                  <a:pt x="1308" y="274"/>
                  <a:pt x="1309" y="275"/>
                  <a:pt x="1310" y="275"/>
                </a:cubicBezTo>
                <a:cubicBezTo>
                  <a:pt x="1311" y="275"/>
                  <a:pt x="1312" y="275"/>
                  <a:pt x="1313" y="275"/>
                </a:cubicBezTo>
                <a:cubicBezTo>
                  <a:pt x="1314" y="275"/>
                  <a:pt x="1315" y="275"/>
                  <a:pt x="1316" y="275"/>
                </a:cubicBezTo>
                <a:cubicBezTo>
                  <a:pt x="1317" y="275"/>
                  <a:pt x="1318" y="274"/>
                  <a:pt x="1319" y="274"/>
                </a:cubicBezTo>
                <a:cubicBezTo>
                  <a:pt x="1320" y="274"/>
                  <a:pt x="1320" y="273"/>
                  <a:pt x="1321" y="273"/>
                </a:cubicBezTo>
                <a:cubicBezTo>
                  <a:pt x="1321" y="272"/>
                  <a:pt x="1321" y="272"/>
                  <a:pt x="1321" y="271"/>
                </a:cubicBezTo>
                <a:cubicBezTo>
                  <a:pt x="1321" y="271"/>
                  <a:pt x="1321" y="271"/>
                  <a:pt x="1321" y="271"/>
                </a:cubicBezTo>
                <a:cubicBezTo>
                  <a:pt x="1321" y="271"/>
                  <a:pt x="1321" y="270"/>
                  <a:pt x="1321" y="270"/>
                </a:cubicBezTo>
                <a:cubicBezTo>
                  <a:pt x="1321" y="270"/>
                  <a:pt x="1321" y="270"/>
                  <a:pt x="1321" y="270"/>
                </a:cubicBezTo>
                <a:cubicBezTo>
                  <a:pt x="1321" y="270"/>
                  <a:pt x="1321" y="270"/>
                  <a:pt x="1321" y="270"/>
                </a:cubicBezTo>
                <a:cubicBezTo>
                  <a:pt x="1320" y="269"/>
                  <a:pt x="1320" y="269"/>
                  <a:pt x="1319" y="269"/>
                </a:cubicBezTo>
                <a:cubicBezTo>
                  <a:pt x="1319" y="268"/>
                  <a:pt x="1318" y="268"/>
                  <a:pt x="1318" y="268"/>
                </a:cubicBezTo>
                <a:cubicBezTo>
                  <a:pt x="1317" y="268"/>
                  <a:pt x="1316" y="267"/>
                  <a:pt x="1316" y="267"/>
                </a:cubicBezTo>
                <a:cubicBezTo>
                  <a:pt x="1315" y="267"/>
                  <a:pt x="1314" y="267"/>
                  <a:pt x="1313" y="267"/>
                </a:cubicBezTo>
                <a:cubicBezTo>
                  <a:pt x="1312" y="267"/>
                  <a:pt x="1311" y="267"/>
                  <a:pt x="1311" y="267"/>
                </a:cubicBezTo>
                <a:close/>
                <a:moveTo>
                  <a:pt x="381" y="278"/>
                </a:moveTo>
                <a:cubicBezTo>
                  <a:pt x="380" y="278"/>
                  <a:pt x="379" y="278"/>
                  <a:pt x="378" y="278"/>
                </a:cubicBezTo>
                <a:cubicBezTo>
                  <a:pt x="377" y="279"/>
                  <a:pt x="376" y="279"/>
                  <a:pt x="376" y="280"/>
                </a:cubicBezTo>
                <a:cubicBezTo>
                  <a:pt x="375" y="280"/>
                  <a:pt x="375" y="281"/>
                  <a:pt x="375" y="281"/>
                </a:cubicBezTo>
                <a:cubicBezTo>
                  <a:pt x="375" y="282"/>
                  <a:pt x="375" y="282"/>
                  <a:pt x="375" y="283"/>
                </a:cubicBezTo>
                <a:cubicBezTo>
                  <a:pt x="375" y="283"/>
                  <a:pt x="376" y="284"/>
                  <a:pt x="376" y="284"/>
                </a:cubicBezTo>
                <a:cubicBezTo>
                  <a:pt x="377" y="284"/>
                  <a:pt x="378" y="285"/>
                  <a:pt x="379" y="285"/>
                </a:cubicBezTo>
                <a:cubicBezTo>
                  <a:pt x="380" y="285"/>
                  <a:pt x="381" y="285"/>
                  <a:pt x="382" y="285"/>
                </a:cubicBezTo>
                <a:cubicBezTo>
                  <a:pt x="383" y="285"/>
                  <a:pt x="384" y="285"/>
                  <a:pt x="385" y="285"/>
                </a:cubicBezTo>
                <a:cubicBezTo>
                  <a:pt x="386" y="285"/>
                  <a:pt x="387" y="284"/>
                  <a:pt x="388" y="284"/>
                </a:cubicBezTo>
                <a:cubicBezTo>
                  <a:pt x="389" y="284"/>
                  <a:pt x="390" y="283"/>
                  <a:pt x="390" y="283"/>
                </a:cubicBezTo>
                <a:cubicBezTo>
                  <a:pt x="391" y="282"/>
                  <a:pt x="391" y="282"/>
                  <a:pt x="391" y="281"/>
                </a:cubicBezTo>
                <a:cubicBezTo>
                  <a:pt x="391" y="281"/>
                  <a:pt x="391" y="280"/>
                  <a:pt x="391" y="280"/>
                </a:cubicBezTo>
                <a:cubicBezTo>
                  <a:pt x="391" y="279"/>
                  <a:pt x="390" y="279"/>
                  <a:pt x="390" y="278"/>
                </a:cubicBezTo>
                <a:cubicBezTo>
                  <a:pt x="389" y="278"/>
                  <a:pt x="388" y="278"/>
                  <a:pt x="387" y="278"/>
                </a:cubicBezTo>
                <a:cubicBezTo>
                  <a:pt x="386" y="277"/>
                  <a:pt x="385" y="277"/>
                  <a:pt x="384" y="277"/>
                </a:cubicBezTo>
                <a:cubicBezTo>
                  <a:pt x="383" y="277"/>
                  <a:pt x="382" y="277"/>
                  <a:pt x="381" y="278"/>
                </a:cubicBezTo>
                <a:close/>
                <a:moveTo>
                  <a:pt x="505" y="278"/>
                </a:moveTo>
                <a:cubicBezTo>
                  <a:pt x="504" y="278"/>
                  <a:pt x="503" y="278"/>
                  <a:pt x="502" y="278"/>
                </a:cubicBezTo>
                <a:cubicBezTo>
                  <a:pt x="501" y="279"/>
                  <a:pt x="500" y="279"/>
                  <a:pt x="500" y="280"/>
                </a:cubicBezTo>
                <a:cubicBezTo>
                  <a:pt x="499" y="280"/>
                  <a:pt x="499" y="281"/>
                  <a:pt x="499" y="281"/>
                </a:cubicBezTo>
                <a:cubicBezTo>
                  <a:pt x="499" y="282"/>
                  <a:pt x="499" y="282"/>
                  <a:pt x="499" y="283"/>
                </a:cubicBezTo>
                <a:cubicBezTo>
                  <a:pt x="499" y="283"/>
                  <a:pt x="500" y="284"/>
                  <a:pt x="501" y="284"/>
                </a:cubicBezTo>
                <a:cubicBezTo>
                  <a:pt x="501" y="284"/>
                  <a:pt x="502" y="285"/>
                  <a:pt x="503" y="285"/>
                </a:cubicBezTo>
                <a:cubicBezTo>
                  <a:pt x="504" y="285"/>
                  <a:pt x="505" y="285"/>
                  <a:pt x="506" y="285"/>
                </a:cubicBezTo>
                <a:cubicBezTo>
                  <a:pt x="507" y="285"/>
                  <a:pt x="508" y="285"/>
                  <a:pt x="509" y="285"/>
                </a:cubicBezTo>
                <a:cubicBezTo>
                  <a:pt x="510" y="285"/>
                  <a:pt x="511" y="284"/>
                  <a:pt x="512" y="284"/>
                </a:cubicBezTo>
                <a:cubicBezTo>
                  <a:pt x="513" y="284"/>
                  <a:pt x="514" y="283"/>
                  <a:pt x="514" y="283"/>
                </a:cubicBezTo>
                <a:cubicBezTo>
                  <a:pt x="515" y="282"/>
                  <a:pt x="515" y="282"/>
                  <a:pt x="515" y="281"/>
                </a:cubicBezTo>
                <a:cubicBezTo>
                  <a:pt x="515" y="281"/>
                  <a:pt x="515" y="280"/>
                  <a:pt x="515" y="280"/>
                </a:cubicBezTo>
                <a:cubicBezTo>
                  <a:pt x="515" y="279"/>
                  <a:pt x="514" y="279"/>
                  <a:pt x="514" y="278"/>
                </a:cubicBezTo>
                <a:cubicBezTo>
                  <a:pt x="513" y="278"/>
                  <a:pt x="512" y="278"/>
                  <a:pt x="511" y="278"/>
                </a:cubicBezTo>
                <a:cubicBezTo>
                  <a:pt x="510" y="277"/>
                  <a:pt x="509" y="277"/>
                  <a:pt x="508" y="277"/>
                </a:cubicBezTo>
                <a:cubicBezTo>
                  <a:pt x="507" y="277"/>
                  <a:pt x="506" y="277"/>
                  <a:pt x="505" y="278"/>
                </a:cubicBezTo>
                <a:close/>
                <a:moveTo>
                  <a:pt x="257" y="278"/>
                </a:moveTo>
                <a:cubicBezTo>
                  <a:pt x="256" y="278"/>
                  <a:pt x="255" y="278"/>
                  <a:pt x="254" y="278"/>
                </a:cubicBezTo>
                <a:cubicBezTo>
                  <a:pt x="253" y="279"/>
                  <a:pt x="253" y="279"/>
                  <a:pt x="252" y="280"/>
                </a:cubicBezTo>
                <a:cubicBezTo>
                  <a:pt x="251" y="280"/>
                  <a:pt x="251" y="281"/>
                  <a:pt x="251" y="281"/>
                </a:cubicBezTo>
                <a:cubicBezTo>
                  <a:pt x="251" y="282"/>
                  <a:pt x="251" y="282"/>
                  <a:pt x="251" y="283"/>
                </a:cubicBezTo>
                <a:cubicBezTo>
                  <a:pt x="251" y="283"/>
                  <a:pt x="252" y="284"/>
                  <a:pt x="252" y="284"/>
                </a:cubicBezTo>
                <a:cubicBezTo>
                  <a:pt x="253" y="284"/>
                  <a:pt x="254" y="285"/>
                  <a:pt x="255" y="285"/>
                </a:cubicBezTo>
                <a:cubicBezTo>
                  <a:pt x="256" y="285"/>
                  <a:pt x="257" y="285"/>
                  <a:pt x="258" y="285"/>
                </a:cubicBezTo>
                <a:cubicBezTo>
                  <a:pt x="259" y="285"/>
                  <a:pt x="260" y="285"/>
                  <a:pt x="261" y="285"/>
                </a:cubicBezTo>
                <a:cubicBezTo>
                  <a:pt x="262" y="285"/>
                  <a:pt x="263" y="284"/>
                  <a:pt x="264" y="284"/>
                </a:cubicBezTo>
                <a:cubicBezTo>
                  <a:pt x="265" y="284"/>
                  <a:pt x="266" y="283"/>
                  <a:pt x="266" y="283"/>
                </a:cubicBezTo>
                <a:cubicBezTo>
                  <a:pt x="267" y="282"/>
                  <a:pt x="267" y="282"/>
                  <a:pt x="267" y="281"/>
                </a:cubicBezTo>
                <a:cubicBezTo>
                  <a:pt x="267" y="281"/>
                  <a:pt x="267" y="280"/>
                  <a:pt x="267" y="280"/>
                </a:cubicBezTo>
                <a:cubicBezTo>
                  <a:pt x="267" y="279"/>
                  <a:pt x="266" y="279"/>
                  <a:pt x="266" y="278"/>
                </a:cubicBezTo>
                <a:cubicBezTo>
                  <a:pt x="265" y="278"/>
                  <a:pt x="264" y="278"/>
                  <a:pt x="263" y="278"/>
                </a:cubicBezTo>
                <a:cubicBezTo>
                  <a:pt x="263" y="277"/>
                  <a:pt x="261" y="277"/>
                  <a:pt x="260" y="277"/>
                </a:cubicBezTo>
                <a:cubicBezTo>
                  <a:pt x="259" y="277"/>
                  <a:pt x="258" y="277"/>
                  <a:pt x="257" y="278"/>
                </a:cubicBezTo>
                <a:close/>
                <a:moveTo>
                  <a:pt x="546" y="278"/>
                </a:moveTo>
                <a:cubicBezTo>
                  <a:pt x="545" y="278"/>
                  <a:pt x="544" y="278"/>
                  <a:pt x="543" y="278"/>
                </a:cubicBezTo>
                <a:cubicBezTo>
                  <a:pt x="542" y="279"/>
                  <a:pt x="542" y="279"/>
                  <a:pt x="541" y="280"/>
                </a:cubicBezTo>
                <a:cubicBezTo>
                  <a:pt x="541" y="280"/>
                  <a:pt x="540" y="281"/>
                  <a:pt x="540" y="281"/>
                </a:cubicBezTo>
                <a:cubicBezTo>
                  <a:pt x="540" y="282"/>
                  <a:pt x="540" y="282"/>
                  <a:pt x="540" y="283"/>
                </a:cubicBezTo>
                <a:cubicBezTo>
                  <a:pt x="541" y="283"/>
                  <a:pt x="541" y="284"/>
                  <a:pt x="542" y="284"/>
                </a:cubicBezTo>
                <a:cubicBezTo>
                  <a:pt x="543" y="284"/>
                  <a:pt x="543" y="285"/>
                  <a:pt x="544" y="285"/>
                </a:cubicBezTo>
                <a:cubicBezTo>
                  <a:pt x="545" y="285"/>
                  <a:pt x="546" y="285"/>
                  <a:pt x="548" y="285"/>
                </a:cubicBezTo>
                <a:cubicBezTo>
                  <a:pt x="549" y="285"/>
                  <a:pt x="550" y="285"/>
                  <a:pt x="551" y="285"/>
                </a:cubicBezTo>
                <a:cubicBezTo>
                  <a:pt x="552" y="285"/>
                  <a:pt x="553" y="284"/>
                  <a:pt x="554" y="284"/>
                </a:cubicBezTo>
                <a:cubicBezTo>
                  <a:pt x="555" y="284"/>
                  <a:pt x="555" y="283"/>
                  <a:pt x="556" y="283"/>
                </a:cubicBezTo>
                <a:cubicBezTo>
                  <a:pt x="556" y="282"/>
                  <a:pt x="557" y="282"/>
                  <a:pt x="557" y="281"/>
                </a:cubicBezTo>
                <a:cubicBezTo>
                  <a:pt x="557" y="281"/>
                  <a:pt x="557" y="280"/>
                  <a:pt x="556" y="280"/>
                </a:cubicBezTo>
                <a:cubicBezTo>
                  <a:pt x="556" y="279"/>
                  <a:pt x="556" y="279"/>
                  <a:pt x="555" y="278"/>
                </a:cubicBezTo>
                <a:cubicBezTo>
                  <a:pt x="554" y="278"/>
                  <a:pt x="553" y="278"/>
                  <a:pt x="553" y="278"/>
                </a:cubicBezTo>
                <a:cubicBezTo>
                  <a:pt x="552" y="277"/>
                  <a:pt x="550" y="277"/>
                  <a:pt x="549" y="277"/>
                </a:cubicBezTo>
                <a:cubicBezTo>
                  <a:pt x="548" y="277"/>
                  <a:pt x="547" y="277"/>
                  <a:pt x="546" y="278"/>
                </a:cubicBezTo>
                <a:close/>
                <a:moveTo>
                  <a:pt x="298" y="278"/>
                </a:moveTo>
                <a:cubicBezTo>
                  <a:pt x="297" y="278"/>
                  <a:pt x="296" y="278"/>
                  <a:pt x="295" y="278"/>
                </a:cubicBezTo>
                <a:cubicBezTo>
                  <a:pt x="295" y="279"/>
                  <a:pt x="294" y="279"/>
                  <a:pt x="293" y="280"/>
                </a:cubicBezTo>
                <a:cubicBezTo>
                  <a:pt x="293" y="280"/>
                  <a:pt x="292" y="281"/>
                  <a:pt x="292" y="281"/>
                </a:cubicBezTo>
                <a:cubicBezTo>
                  <a:pt x="292" y="282"/>
                  <a:pt x="292" y="282"/>
                  <a:pt x="292" y="283"/>
                </a:cubicBezTo>
                <a:cubicBezTo>
                  <a:pt x="293" y="283"/>
                  <a:pt x="293" y="284"/>
                  <a:pt x="294" y="284"/>
                </a:cubicBezTo>
                <a:cubicBezTo>
                  <a:pt x="294" y="284"/>
                  <a:pt x="295" y="285"/>
                  <a:pt x="296" y="285"/>
                </a:cubicBezTo>
                <a:cubicBezTo>
                  <a:pt x="297" y="285"/>
                  <a:pt x="298" y="285"/>
                  <a:pt x="299" y="285"/>
                </a:cubicBezTo>
                <a:cubicBezTo>
                  <a:pt x="300" y="285"/>
                  <a:pt x="301" y="285"/>
                  <a:pt x="303" y="285"/>
                </a:cubicBezTo>
                <a:cubicBezTo>
                  <a:pt x="304" y="285"/>
                  <a:pt x="305" y="284"/>
                  <a:pt x="305" y="284"/>
                </a:cubicBezTo>
                <a:cubicBezTo>
                  <a:pt x="306" y="284"/>
                  <a:pt x="307" y="283"/>
                  <a:pt x="308" y="283"/>
                </a:cubicBezTo>
                <a:cubicBezTo>
                  <a:pt x="308" y="282"/>
                  <a:pt x="309" y="282"/>
                  <a:pt x="309" y="281"/>
                </a:cubicBezTo>
                <a:cubicBezTo>
                  <a:pt x="309" y="281"/>
                  <a:pt x="309" y="280"/>
                  <a:pt x="308" y="280"/>
                </a:cubicBezTo>
                <a:cubicBezTo>
                  <a:pt x="308" y="279"/>
                  <a:pt x="308" y="279"/>
                  <a:pt x="307" y="278"/>
                </a:cubicBezTo>
                <a:cubicBezTo>
                  <a:pt x="306" y="278"/>
                  <a:pt x="306" y="278"/>
                  <a:pt x="305" y="278"/>
                </a:cubicBezTo>
                <a:cubicBezTo>
                  <a:pt x="304" y="277"/>
                  <a:pt x="303" y="277"/>
                  <a:pt x="302" y="277"/>
                </a:cubicBezTo>
                <a:cubicBezTo>
                  <a:pt x="300" y="277"/>
                  <a:pt x="299" y="277"/>
                  <a:pt x="298" y="278"/>
                </a:cubicBezTo>
                <a:close/>
                <a:moveTo>
                  <a:pt x="463" y="278"/>
                </a:moveTo>
                <a:cubicBezTo>
                  <a:pt x="462" y="278"/>
                  <a:pt x="461" y="278"/>
                  <a:pt x="461" y="278"/>
                </a:cubicBezTo>
                <a:cubicBezTo>
                  <a:pt x="460" y="279"/>
                  <a:pt x="459" y="279"/>
                  <a:pt x="459" y="280"/>
                </a:cubicBezTo>
                <a:cubicBezTo>
                  <a:pt x="458" y="280"/>
                  <a:pt x="458" y="281"/>
                  <a:pt x="457" y="281"/>
                </a:cubicBezTo>
                <a:cubicBezTo>
                  <a:pt x="457" y="282"/>
                  <a:pt x="457" y="282"/>
                  <a:pt x="458" y="283"/>
                </a:cubicBezTo>
                <a:cubicBezTo>
                  <a:pt x="458" y="283"/>
                  <a:pt x="459" y="284"/>
                  <a:pt x="459" y="284"/>
                </a:cubicBezTo>
                <a:cubicBezTo>
                  <a:pt x="460" y="284"/>
                  <a:pt x="461" y="285"/>
                  <a:pt x="462" y="285"/>
                </a:cubicBezTo>
                <a:cubicBezTo>
                  <a:pt x="463" y="285"/>
                  <a:pt x="464" y="285"/>
                  <a:pt x="465" y="285"/>
                </a:cubicBezTo>
                <a:cubicBezTo>
                  <a:pt x="466" y="285"/>
                  <a:pt x="467" y="285"/>
                  <a:pt x="468" y="285"/>
                </a:cubicBezTo>
                <a:cubicBezTo>
                  <a:pt x="469" y="285"/>
                  <a:pt x="470" y="284"/>
                  <a:pt x="471" y="284"/>
                </a:cubicBezTo>
                <a:cubicBezTo>
                  <a:pt x="472" y="284"/>
                  <a:pt x="472" y="283"/>
                  <a:pt x="473" y="283"/>
                </a:cubicBezTo>
                <a:cubicBezTo>
                  <a:pt x="474" y="282"/>
                  <a:pt x="474" y="282"/>
                  <a:pt x="474" y="281"/>
                </a:cubicBezTo>
                <a:cubicBezTo>
                  <a:pt x="474" y="281"/>
                  <a:pt x="474" y="280"/>
                  <a:pt x="474" y="280"/>
                </a:cubicBezTo>
                <a:cubicBezTo>
                  <a:pt x="473" y="279"/>
                  <a:pt x="473" y="279"/>
                  <a:pt x="472" y="278"/>
                </a:cubicBezTo>
                <a:cubicBezTo>
                  <a:pt x="472" y="278"/>
                  <a:pt x="471" y="278"/>
                  <a:pt x="470" y="278"/>
                </a:cubicBezTo>
                <a:cubicBezTo>
                  <a:pt x="469" y="277"/>
                  <a:pt x="468" y="277"/>
                  <a:pt x="467" y="277"/>
                </a:cubicBezTo>
                <a:cubicBezTo>
                  <a:pt x="466" y="277"/>
                  <a:pt x="464" y="277"/>
                  <a:pt x="463" y="278"/>
                </a:cubicBezTo>
                <a:close/>
                <a:moveTo>
                  <a:pt x="629" y="278"/>
                </a:moveTo>
                <a:cubicBezTo>
                  <a:pt x="628" y="278"/>
                  <a:pt x="627" y="278"/>
                  <a:pt x="626" y="278"/>
                </a:cubicBezTo>
                <a:cubicBezTo>
                  <a:pt x="625" y="279"/>
                  <a:pt x="624" y="279"/>
                  <a:pt x="624" y="280"/>
                </a:cubicBezTo>
                <a:cubicBezTo>
                  <a:pt x="623" y="280"/>
                  <a:pt x="623" y="281"/>
                  <a:pt x="623" y="281"/>
                </a:cubicBezTo>
                <a:cubicBezTo>
                  <a:pt x="623" y="282"/>
                  <a:pt x="623" y="282"/>
                  <a:pt x="623" y="283"/>
                </a:cubicBezTo>
                <a:cubicBezTo>
                  <a:pt x="624" y="283"/>
                  <a:pt x="624" y="284"/>
                  <a:pt x="625" y="284"/>
                </a:cubicBezTo>
                <a:cubicBezTo>
                  <a:pt x="625" y="284"/>
                  <a:pt x="626" y="285"/>
                  <a:pt x="627" y="285"/>
                </a:cubicBezTo>
                <a:cubicBezTo>
                  <a:pt x="628" y="285"/>
                  <a:pt x="629" y="285"/>
                  <a:pt x="630" y="285"/>
                </a:cubicBezTo>
                <a:cubicBezTo>
                  <a:pt x="631" y="285"/>
                  <a:pt x="633" y="285"/>
                  <a:pt x="634" y="285"/>
                </a:cubicBezTo>
                <a:cubicBezTo>
                  <a:pt x="635" y="285"/>
                  <a:pt x="636" y="284"/>
                  <a:pt x="636" y="284"/>
                </a:cubicBezTo>
                <a:cubicBezTo>
                  <a:pt x="637" y="284"/>
                  <a:pt x="638" y="283"/>
                  <a:pt x="638" y="283"/>
                </a:cubicBezTo>
                <a:cubicBezTo>
                  <a:pt x="639" y="282"/>
                  <a:pt x="639" y="282"/>
                  <a:pt x="639" y="281"/>
                </a:cubicBezTo>
                <a:cubicBezTo>
                  <a:pt x="640" y="281"/>
                  <a:pt x="639" y="280"/>
                  <a:pt x="639" y="280"/>
                </a:cubicBezTo>
                <a:cubicBezTo>
                  <a:pt x="639" y="279"/>
                  <a:pt x="638" y="279"/>
                  <a:pt x="638" y="278"/>
                </a:cubicBezTo>
                <a:cubicBezTo>
                  <a:pt x="637" y="278"/>
                  <a:pt x="636" y="278"/>
                  <a:pt x="635" y="278"/>
                </a:cubicBezTo>
                <a:cubicBezTo>
                  <a:pt x="634" y="277"/>
                  <a:pt x="633" y="277"/>
                  <a:pt x="632" y="277"/>
                </a:cubicBezTo>
                <a:cubicBezTo>
                  <a:pt x="631" y="277"/>
                  <a:pt x="630" y="277"/>
                  <a:pt x="629" y="278"/>
                </a:cubicBezTo>
                <a:close/>
                <a:moveTo>
                  <a:pt x="340" y="278"/>
                </a:moveTo>
                <a:cubicBezTo>
                  <a:pt x="339" y="278"/>
                  <a:pt x="338" y="278"/>
                  <a:pt x="337" y="278"/>
                </a:cubicBezTo>
                <a:cubicBezTo>
                  <a:pt x="336" y="279"/>
                  <a:pt x="335" y="279"/>
                  <a:pt x="335" y="280"/>
                </a:cubicBezTo>
                <a:cubicBezTo>
                  <a:pt x="334" y="280"/>
                  <a:pt x="334" y="281"/>
                  <a:pt x="333" y="281"/>
                </a:cubicBezTo>
                <a:cubicBezTo>
                  <a:pt x="333" y="282"/>
                  <a:pt x="333" y="282"/>
                  <a:pt x="334" y="283"/>
                </a:cubicBezTo>
                <a:cubicBezTo>
                  <a:pt x="334" y="283"/>
                  <a:pt x="334" y="284"/>
                  <a:pt x="335" y="284"/>
                </a:cubicBezTo>
                <a:cubicBezTo>
                  <a:pt x="336" y="284"/>
                  <a:pt x="337" y="285"/>
                  <a:pt x="337" y="285"/>
                </a:cubicBezTo>
                <a:cubicBezTo>
                  <a:pt x="338" y="285"/>
                  <a:pt x="339" y="285"/>
                  <a:pt x="341" y="285"/>
                </a:cubicBezTo>
                <a:cubicBezTo>
                  <a:pt x="342" y="285"/>
                  <a:pt x="343" y="285"/>
                  <a:pt x="344" y="285"/>
                </a:cubicBezTo>
                <a:cubicBezTo>
                  <a:pt x="345" y="285"/>
                  <a:pt x="346" y="284"/>
                  <a:pt x="347" y="284"/>
                </a:cubicBezTo>
                <a:cubicBezTo>
                  <a:pt x="348" y="284"/>
                  <a:pt x="348" y="283"/>
                  <a:pt x="349" y="283"/>
                </a:cubicBezTo>
                <a:cubicBezTo>
                  <a:pt x="349" y="282"/>
                  <a:pt x="350" y="282"/>
                  <a:pt x="350" y="281"/>
                </a:cubicBezTo>
                <a:cubicBezTo>
                  <a:pt x="350" y="281"/>
                  <a:pt x="350" y="280"/>
                  <a:pt x="350" y="280"/>
                </a:cubicBezTo>
                <a:cubicBezTo>
                  <a:pt x="350" y="279"/>
                  <a:pt x="349" y="279"/>
                  <a:pt x="348" y="278"/>
                </a:cubicBezTo>
                <a:cubicBezTo>
                  <a:pt x="348" y="278"/>
                  <a:pt x="347" y="278"/>
                  <a:pt x="346" y="278"/>
                </a:cubicBezTo>
                <a:cubicBezTo>
                  <a:pt x="345" y="277"/>
                  <a:pt x="344" y="277"/>
                  <a:pt x="343" y="277"/>
                </a:cubicBezTo>
                <a:cubicBezTo>
                  <a:pt x="342" y="277"/>
                  <a:pt x="341" y="277"/>
                  <a:pt x="340" y="278"/>
                </a:cubicBezTo>
                <a:close/>
                <a:moveTo>
                  <a:pt x="422" y="278"/>
                </a:moveTo>
                <a:cubicBezTo>
                  <a:pt x="421" y="278"/>
                  <a:pt x="420" y="278"/>
                  <a:pt x="419" y="278"/>
                </a:cubicBezTo>
                <a:cubicBezTo>
                  <a:pt x="418" y="279"/>
                  <a:pt x="418" y="279"/>
                  <a:pt x="417" y="280"/>
                </a:cubicBezTo>
                <a:cubicBezTo>
                  <a:pt x="417" y="280"/>
                  <a:pt x="416" y="281"/>
                  <a:pt x="416" y="281"/>
                </a:cubicBezTo>
                <a:cubicBezTo>
                  <a:pt x="416" y="282"/>
                  <a:pt x="416" y="282"/>
                  <a:pt x="416" y="283"/>
                </a:cubicBezTo>
                <a:cubicBezTo>
                  <a:pt x="417" y="283"/>
                  <a:pt x="417" y="284"/>
                  <a:pt x="418" y="284"/>
                </a:cubicBezTo>
                <a:cubicBezTo>
                  <a:pt x="418" y="284"/>
                  <a:pt x="419" y="285"/>
                  <a:pt x="420" y="285"/>
                </a:cubicBezTo>
                <a:cubicBezTo>
                  <a:pt x="421" y="285"/>
                  <a:pt x="422" y="285"/>
                  <a:pt x="423" y="285"/>
                </a:cubicBezTo>
                <a:cubicBezTo>
                  <a:pt x="425" y="285"/>
                  <a:pt x="426" y="285"/>
                  <a:pt x="427" y="285"/>
                </a:cubicBezTo>
                <a:cubicBezTo>
                  <a:pt x="428" y="285"/>
                  <a:pt x="429" y="284"/>
                  <a:pt x="430" y="284"/>
                </a:cubicBezTo>
                <a:cubicBezTo>
                  <a:pt x="430" y="284"/>
                  <a:pt x="431" y="283"/>
                  <a:pt x="432" y="283"/>
                </a:cubicBezTo>
                <a:cubicBezTo>
                  <a:pt x="432" y="282"/>
                  <a:pt x="433" y="282"/>
                  <a:pt x="433" y="281"/>
                </a:cubicBezTo>
                <a:cubicBezTo>
                  <a:pt x="433" y="281"/>
                  <a:pt x="433" y="280"/>
                  <a:pt x="432" y="280"/>
                </a:cubicBezTo>
                <a:cubicBezTo>
                  <a:pt x="432" y="279"/>
                  <a:pt x="432" y="279"/>
                  <a:pt x="431" y="278"/>
                </a:cubicBezTo>
                <a:cubicBezTo>
                  <a:pt x="430" y="278"/>
                  <a:pt x="430" y="278"/>
                  <a:pt x="429" y="278"/>
                </a:cubicBezTo>
                <a:cubicBezTo>
                  <a:pt x="428" y="277"/>
                  <a:pt x="427" y="277"/>
                  <a:pt x="425" y="277"/>
                </a:cubicBezTo>
                <a:cubicBezTo>
                  <a:pt x="424" y="277"/>
                  <a:pt x="423" y="277"/>
                  <a:pt x="422" y="278"/>
                </a:cubicBezTo>
                <a:close/>
                <a:moveTo>
                  <a:pt x="587" y="278"/>
                </a:moveTo>
                <a:cubicBezTo>
                  <a:pt x="586" y="278"/>
                  <a:pt x="585" y="278"/>
                  <a:pt x="585" y="278"/>
                </a:cubicBezTo>
                <a:cubicBezTo>
                  <a:pt x="584" y="279"/>
                  <a:pt x="583" y="279"/>
                  <a:pt x="583" y="280"/>
                </a:cubicBezTo>
                <a:cubicBezTo>
                  <a:pt x="582" y="280"/>
                  <a:pt x="582" y="281"/>
                  <a:pt x="582" y="281"/>
                </a:cubicBezTo>
                <a:cubicBezTo>
                  <a:pt x="581" y="282"/>
                  <a:pt x="582" y="282"/>
                  <a:pt x="582" y="283"/>
                </a:cubicBezTo>
                <a:cubicBezTo>
                  <a:pt x="582" y="283"/>
                  <a:pt x="583" y="284"/>
                  <a:pt x="583" y="284"/>
                </a:cubicBezTo>
                <a:cubicBezTo>
                  <a:pt x="584" y="284"/>
                  <a:pt x="585" y="285"/>
                  <a:pt x="586" y="285"/>
                </a:cubicBezTo>
                <a:cubicBezTo>
                  <a:pt x="587" y="285"/>
                  <a:pt x="588" y="285"/>
                  <a:pt x="589" y="285"/>
                </a:cubicBezTo>
                <a:cubicBezTo>
                  <a:pt x="590" y="285"/>
                  <a:pt x="591" y="285"/>
                  <a:pt x="592" y="285"/>
                </a:cubicBezTo>
                <a:cubicBezTo>
                  <a:pt x="593" y="285"/>
                  <a:pt x="594" y="284"/>
                  <a:pt x="595" y="284"/>
                </a:cubicBezTo>
                <a:cubicBezTo>
                  <a:pt x="596" y="284"/>
                  <a:pt x="597" y="283"/>
                  <a:pt x="597" y="283"/>
                </a:cubicBezTo>
                <a:cubicBezTo>
                  <a:pt x="598" y="282"/>
                  <a:pt x="598" y="282"/>
                  <a:pt x="598" y="281"/>
                </a:cubicBezTo>
                <a:cubicBezTo>
                  <a:pt x="598" y="281"/>
                  <a:pt x="598" y="280"/>
                  <a:pt x="598" y="280"/>
                </a:cubicBezTo>
                <a:cubicBezTo>
                  <a:pt x="597" y="279"/>
                  <a:pt x="597" y="279"/>
                  <a:pt x="596" y="278"/>
                </a:cubicBezTo>
                <a:cubicBezTo>
                  <a:pt x="596" y="278"/>
                  <a:pt x="595" y="278"/>
                  <a:pt x="594" y="278"/>
                </a:cubicBezTo>
                <a:cubicBezTo>
                  <a:pt x="593" y="277"/>
                  <a:pt x="592" y="277"/>
                  <a:pt x="591" y="277"/>
                </a:cubicBezTo>
                <a:cubicBezTo>
                  <a:pt x="589" y="277"/>
                  <a:pt x="588" y="277"/>
                  <a:pt x="587" y="278"/>
                </a:cubicBezTo>
                <a:close/>
                <a:moveTo>
                  <a:pt x="1207" y="278"/>
                </a:moveTo>
                <a:cubicBezTo>
                  <a:pt x="1206" y="278"/>
                  <a:pt x="1205" y="278"/>
                  <a:pt x="1204" y="278"/>
                </a:cubicBezTo>
                <a:cubicBezTo>
                  <a:pt x="1203" y="279"/>
                  <a:pt x="1203" y="279"/>
                  <a:pt x="1202" y="280"/>
                </a:cubicBezTo>
                <a:cubicBezTo>
                  <a:pt x="1202" y="280"/>
                  <a:pt x="1202" y="281"/>
                  <a:pt x="1202" y="281"/>
                </a:cubicBezTo>
                <a:cubicBezTo>
                  <a:pt x="1202" y="282"/>
                  <a:pt x="1202" y="282"/>
                  <a:pt x="1202" y="283"/>
                </a:cubicBezTo>
                <a:cubicBezTo>
                  <a:pt x="1203" y="283"/>
                  <a:pt x="1203" y="284"/>
                  <a:pt x="1204" y="284"/>
                </a:cubicBezTo>
                <a:cubicBezTo>
                  <a:pt x="1205" y="284"/>
                  <a:pt x="1206" y="285"/>
                  <a:pt x="1207" y="285"/>
                </a:cubicBezTo>
                <a:cubicBezTo>
                  <a:pt x="1208" y="285"/>
                  <a:pt x="1209" y="285"/>
                  <a:pt x="1210" y="285"/>
                </a:cubicBezTo>
                <a:cubicBezTo>
                  <a:pt x="1211" y="285"/>
                  <a:pt x="1212" y="285"/>
                  <a:pt x="1213" y="285"/>
                </a:cubicBezTo>
                <a:cubicBezTo>
                  <a:pt x="1214" y="285"/>
                  <a:pt x="1215" y="284"/>
                  <a:pt x="1216" y="284"/>
                </a:cubicBezTo>
                <a:cubicBezTo>
                  <a:pt x="1216" y="284"/>
                  <a:pt x="1217" y="283"/>
                  <a:pt x="1218" y="283"/>
                </a:cubicBezTo>
                <a:cubicBezTo>
                  <a:pt x="1218" y="282"/>
                  <a:pt x="1218" y="282"/>
                  <a:pt x="1218" y="281"/>
                </a:cubicBezTo>
                <a:cubicBezTo>
                  <a:pt x="1218" y="281"/>
                  <a:pt x="1218" y="280"/>
                  <a:pt x="1218" y="280"/>
                </a:cubicBezTo>
                <a:cubicBezTo>
                  <a:pt x="1217" y="279"/>
                  <a:pt x="1217" y="279"/>
                  <a:pt x="1216" y="278"/>
                </a:cubicBezTo>
                <a:cubicBezTo>
                  <a:pt x="1215" y="278"/>
                  <a:pt x="1214" y="278"/>
                  <a:pt x="1213" y="278"/>
                </a:cubicBezTo>
                <a:cubicBezTo>
                  <a:pt x="1212" y="277"/>
                  <a:pt x="1211" y="277"/>
                  <a:pt x="1210" y="277"/>
                </a:cubicBezTo>
                <a:cubicBezTo>
                  <a:pt x="1209" y="277"/>
                  <a:pt x="1208" y="277"/>
                  <a:pt x="1207" y="278"/>
                </a:cubicBezTo>
                <a:close/>
                <a:moveTo>
                  <a:pt x="1785" y="278"/>
                </a:moveTo>
                <a:cubicBezTo>
                  <a:pt x="1784" y="278"/>
                  <a:pt x="1783" y="278"/>
                  <a:pt x="1782" y="278"/>
                </a:cubicBezTo>
                <a:cubicBezTo>
                  <a:pt x="1782" y="279"/>
                  <a:pt x="1781" y="279"/>
                  <a:pt x="1781" y="280"/>
                </a:cubicBezTo>
                <a:cubicBezTo>
                  <a:pt x="1781" y="280"/>
                  <a:pt x="1780" y="281"/>
                  <a:pt x="1780" y="281"/>
                </a:cubicBezTo>
                <a:cubicBezTo>
                  <a:pt x="1781" y="282"/>
                  <a:pt x="1781" y="282"/>
                  <a:pt x="1781" y="283"/>
                </a:cubicBezTo>
                <a:cubicBezTo>
                  <a:pt x="1782" y="283"/>
                  <a:pt x="1783" y="284"/>
                  <a:pt x="1783" y="284"/>
                </a:cubicBezTo>
                <a:cubicBezTo>
                  <a:pt x="1784" y="284"/>
                  <a:pt x="1785" y="285"/>
                  <a:pt x="1786" y="285"/>
                </a:cubicBezTo>
                <a:cubicBezTo>
                  <a:pt x="1787" y="285"/>
                  <a:pt x="1788" y="285"/>
                  <a:pt x="1789" y="285"/>
                </a:cubicBezTo>
                <a:cubicBezTo>
                  <a:pt x="1791" y="285"/>
                  <a:pt x="1792" y="285"/>
                  <a:pt x="1793" y="285"/>
                </a:cubicBezTo>
                <a:cubicBezTo>
                  <a:pt x="1794" y="285"/>
                  <a:pt x="1794" y="284"/>
                  <a:pt x="1795" y="284"/>
                </a:cubicBezTo>
                <a:cubicBezTo>
                  <a:pt x="1796" y="284"/>
                  <a:pt x="1796" y="283"/>
                  <a:pt x="1797" y="283"/>
                </a:cubicBezTo>
                <a:cubicBezTo>
                  <a:pt x="1797" y="282"/>
                  <a:pt x="1797" y="282"/>
                  <a:pt x="1797" y="281"/>
                </a:cubicBezTo>
                <a:cubicBezTo>
                  <a:pt x="1797" y="281"/>
                  <a:pt x="1797" y="280"/>
                  <a:pt x="1796" y="280"/>
                </a:cubicBezTo>
                <a:cubicBezTo>
                  <a:pt x="1796" y="279"/>
                  <a:pt x="1795" y="279"/>
                  <a:pt x="1794" y="278"/>
                </a:cubicBezTo>
                <a:cubicBezTo>
                  <a:pt x="1793" y="278"/>
                  <a:pt x="1792" y="278"/>
                  <a:pt x="1791" y="278"/>
                </a:cubicBezTo>
                <a:cubicBezTo>
                  <a:pt x="1790" y="277"/>
                  <a:pt x="1789" y="277"/>
                  <a:pt x="1788" y="277"/>
                </a:cubicBezTo>
                <a:cubicBezTo>
                  <a:pt x="1787" y="277"/>
                  <a:pt x="1786" y="277"/>
                  <a:pt x="1785" y="278"/>
                </a:cubicBezTo>
                <a:close/>
                <a:moveTo>
                  <a:pt x="1372" y="278"/>
                </a:moveTo>
                <a:cubicBezTo>
                  <a:pt x="1371" y="278"/>
                  <a:pt x="1370" y="278"/>
                  <a:pt x="1369" y="278"/>
                </a:cubicBezTo>
                <a:cubicBezTo>
                  <a:pt x="1369" y="279"/>
                  <a:pt x="1368" y="279"/>
                  <a:pt x="1368" y="280"/>
                </a:cubicBezTo>
                <a:cubicBezTo>
                  <a:pt x="1367" y="280"/>
                  <a:pt x="1367" y="281"/>
                  <a:pt x="1367" y="281"/>
                </a:cubicBezTo>
                <a:cubicBezTo>
                  <a:pt x="1367" y="282"/>
                  <a:pt x="1367" y="282"/>
                  <a:pt x="1368" y="283"/>
                </a:cubicBezTo>
                <a:cubicBezTo>
                  <a:pt x="1368" y="283"/>
                  <a:pt x="1369" y="284"/>
                  <a:pt x="1370" y="284"/>
                </a:cubicBezTo>
                <a:cubicBezTo>
                  <a:pt x="1370" y="284"/>
                  <a:pt x="1371" y="285"/>
                  <a:pt x="1372" y="285"/>
                </a:cubicBezTo>
                <a:cubicBezTo>
                  <a:pt x="1373" y="285"/>
                  <a:pt x="1374" y="285"/>
                  <a:pt x="1375" y="285"/>
                </a:cubicBezTo>
                <a:cubicBezTo>
                  <a:pt x="1377" y="285"/>
                  <a:pt x="1378" y="285"/>
                  <a:pt x="1379" y="285"/>
                </a:cubicBezTo>
                <a:cubicBezTo>
                  <a:pt x="1380" y="285"/>
                  <a:pt x="1381" y="284"/>
                  <a:pt x="1381" y="284"/>
                </a:cubicBezTo>
                <a:cubicBezTo>
                  <a:pt x="1382" y="284"/>
                  <a:pt x="1383" y="283"/>
                  <a:pt x="1383" y="283"/>
                </a:cubicBezTo>
                <a:cubicBezTo>
                  <a:pt x="1383" y="282"/>
                  <a:pt x="1384" y="282"/>
                  <a:pt x="1384" y="281"/>
                </a:cubicBezTo>
                <a:cubicBezTo>
                  <a:pt x="1384" y="281"/>
                  <a:pt x="1383" y="280"/>
                  <a:pt x="1383" y="280"/>
                </a:cubicBezTo>
                <a:cubicBezTo>
                  <a:pt x="1382" y="279"/>
                  <a:pt x="1382" y="279"/>
                  <a:pt x="1381" y="278"/>
                </a:cubicBezTo>
                <a:cubicBezTo>
                  <a:pt x="1380" y="278"/>
                  <a:pt x="1379" y="278"/>
                  <a:pt x="1378" y="278"/>
                </a:cubicBezTo>
                <a:cubicBezTo>
                  <a:pt x="1377" y="277"/>
                  <a:pt x="1376" y="277"/>
                  <a:pt x="1375" y="277"/>
                </a:cubicBezTo>
                <a:cubicBezTo>
                  <a:pt x="1374" y="277"/>
                  <a:pt x="1373" y="277"/>
                  <a:pt x="1372" y="278"/>
                </a:cubicBezTo>
                <a:close/>
                <a:moveTo>
                  <a:pt x="1413" y="278"/>
                </a:moveTo>
                <a:cubicBezTo>
                  <a:pt x="1412" y="278"/>
                  <a:pt x="1411" y="278"/>
                  <a:pt x="1411" y="278"/>
                </a:cubicBezTo>
                <a:cubicBezTo>
                  <a:pt x="1410" y="279"/>
                  <a:pt x="1409" y="279"/>
                  <a:pt x="1409" y="280"/>
                </a:cubicBezTo>
                <a:cubicBezTo>
                  <a:pt x="1409" y="280"/>
                  <a:pt x="1408" y="281"/>
                  <a:pt x="1408" y="281"/>
                </a:cubicBezTo>
                <a:cubicBezTo>
                  <a:pt x="1408" y="282"/>
                  <a:pt x="1409" y="282"/>
                  <a:pt x="1409" y="283"/>
                </a:cubicBezTo>
                <a:cubicBezTo>
                  <a:pt x="1410" y="283"/>
                  <a:pt x="1410" y="284"/>
                  <a:pt x="1411" y="284"/>
                </a:cubicBezTo>
                <a:cubicBezTo>
                  <a:pt x="1412" y="284"/>
                  <a:pt x="1413" y="285"/>
                  <a:pt x="1414" y="285"/>
                </a:cubicBezTo>
                <a:cubicBezTo>
                  <a:pt x="1415" y="285"/>
                  <a:pt x="1416" y="285"/>
                  <a:pt x="1417" y="285"/>
                </a:cubicBezTo>
                <a:cubicBezTo>
                  <a:pt x="1418" y="285"/>
                  <a:pt x="1419" y="285"/>
                  <a:pt x="1420" y="285"/>
                </a:cubicBezTo>
                <a:cubicBezTo>
                  <a:pt x="1421" y="285"/>
                  <a:pt x="1422" y="284"/>
                  <a:pt x="1423" y="284"/>
                </a:cubicBezTo>
                <a:cubicBezTo>
                  <a:pt x="1423" y="284"/>
                  <a:pt x="1424" y="283"/>
                  <a:pt x="1424" y="283"/>
                </a:cubicBezTo>
                <a:cubicBezTo>
                  <a:pt x="1425" y="282"/>
                  <a:pt x="1425" y="282"/>
                  <a:pt x="1425" y="281"/>
                </a:cubicBezTo>
                <a:cubicBezTo>
                  <a:pt x="1425" y="281"/>
                  <a:pt x="1425" y="280"/>
                  <a:pt x="1424" y="280"/>
                </a:cubicBezTo>
                <a:cubicBezTo>
                  <a:pt x="1424" y="279"/>
                  <a:pt x="1423" y="279"/>
                  <a:pt x="1422" y="278"/>
                </a:cubicBezTo>
                <a:cubicBezTo>
                  <a:pt x="1422" y="278"/>
                  <a:pt x="1421" y="278"/>
                  <a:pt x="1420" y="278"/>
                </a:cubicBezTo>
                <a:cubicBezTo>
                  <a:pt x="1419" y="277"/>
                  <a:pt x="1418" y="277"/>
                  <a:pt x="1416" y="277"/>
                </a:cubicBezTo>
                <a:cubicBezTo>
                  <a:pt x="1415" y="277"/>
                  <a:pt x="1414" y="277"/>
                  <a:pt x="1413" y="278"/>
                </a:cubicBezTo>
                <a:close/>
                <a:moveTo>
                  <a:pt x="1331" y="278"/>
                </a:moveTo>
                <a:cubicBezTo>
                  <a:pt x="1330" y="278"/>
                  <a:pt x="1329" y="278"/>
                  <a:pt x="1328" y="278"/>
                </a:cubicBezTo>
                <a:cubicBezTo>
                  <a:pt x="1327" y="279"/>
                  <a:pt x="1327" y="279"/>
                  <a:pt x="1326" y="280"/>
                </a:cubicBezTo>
                <a:cubicBezTo>
                  <a:pt x="1326" y="280"/>
                  <a:pt x="1326" y="281"/>
                  <a:pt x="1326" y="281"/>
                </a:cubicBezTo>
                <a:cubicBezTo>
                  <a:pt x="1326" y="282"/>
                  <a:pt x="1326" y="282"/>
                  <a:pt x="1326" y="283"/>
                </a:cubicBezTo>
                <a:cubicBezTo>
                  <a:pt x="1327" y="283"/>
                  <a:pt x="1327" y="284"/>
                  <a:pt x="1328" y="284"/>
                </a:cubicBezTo>
                <a:cubicBezTo>
                  <a:pt x="1329" y="284"/>
                  <a:pt x="1330" y="285"/>
                  <a:pt x="1331" y="285"/>
                </a:cubicBezTo>
                <a:cubicBezTo>
                  <a:pt x="1332" y="285"/>
                  <a:pt x="1333" y="285"/>
                  <a:pt x="1334" y="285"/>
                </a:cubicBezTo>
                <a:cubicBezTo>
                  <a:pt x="1335" y="285"/>
                  <a:pt x="1336" y="285"/>
                  <a:pt x="1337" y="285"/>
                </a:cubicBezTo>
                <a:cubicBezTo>
                  <a:pt x="1338" y="285"/>
                  <a:pt x="1339" y="284"/>
                  <a:pt x="1340" y="284"/>
                </a:cubicBezTo>
                <a:cubicBezTo>
                  <a:pt x="1341" y="284"/>
                  <a:pt x="1341" y="283"/>
                  <a:pt x="1342" y="283"/>
                </a:cubicBezTo>
                <a:cubicBezTo>
                  <a:pt x="1342" y="282"/>
                  <a:pt x="1342" y="282"/>
                  <a:pt x="1342" y="281"/>
                </a:cubicBezTo>
                <a:cubicBezTo>
                  <a:pt x="1342" y="281"/>
                  <a:pt x="1342" y="280"/>
                  <a:pt x="1342" y="280"/>
                </a:cubicBezTo>
                <a:cubicBezTo>
                  <a:pt x="1341" y="279"/>
                  <a:pt x="1340" y="279"/>
                  <a:pt x="1340" y="278"/>
                </a:cubicBezTo>
                <a:cubicBezTo>
                  <a:pt x="1339" y="278"/>
                  <a:pt x="1338" y="278"/>
                  <a:pt x="1337" y="278"/>
                </a:cubicBezTo>
                <a:cubicBezTo>
                  <a:pt x="1336" y="277"/>
                  <a:pt x="1335" y="277"/>
                  <a:pt x="1334" y="277"/>
                </a:cubicBezTo>
                <a:cubicBezTo>
                  <a:pt x="1333" y="277"/>
                  <a:pt x="1332" y="277"/>
                  <a:pt x="1331" y="278"/>
                </a:cubicBezTo>
                <a:close/>
                <a:moveTo>
                  <a:pt x="1165" y="278"/>
                </a:moveTo>
                <a:cubicBezTo>
                  <a:pt x="1164" y="278"/>
                  <a:pt x="1164" y="278"/>
                  <a:pt x="1163" y="278"/>
                </a:cubicBezTo>
                <a:cubicBezTo>
                  <a:pt x="1162" y="279"/>
                  <a:pt x="1161" y="279"/>
                  <a:pt x="1161" y="280"/>
                </a:cubicBezTo>
                <a:cubicBezTo>
                  <a:pt x="1161" y="280"/>
                  <a:pt x="1160" y="281"/>
                  <a:pt x="1160" y="281"/>
                </a:cubicBezTo>
                <a:cubicBezTo>
                  <a:pt x="1160" y="282"/>
                  <a:pt x="1161" y="282"/>
                  <a:pt x="1161" y="283"/>
                </a:cubicBezTo>
                <a:cubicBezTo>
                  <a:pt x="1161" y="283"/>
                  <a:pt x="1162" y="284"/>
                  <a:pt x="1163" y="284"/>
                </a:cubicBezTo>
                <a:cubicBezTo>
                  <a:pt x="1163" y="284"/>
                  <a:pt x="1164" y="285"/>
                  <a:pt x="1165" y="285"/>
                </a:cubicBezTo>
                <a:cubicBezTo>
                  <a:pt x="1166" y="285"/>
                  <a:pt x="1167" y="285"/>
                  <a:pt x="1168" y="285"/>
                </a:cubicBezTo>
                <a:cubicBezTo>
                  <a:pt x="1170" y="285"/>
                  <a:pt x="1171" y="285"/>
                  <a:pt x="1172" y="285"/>
                </a:cubicBezTo>
                <a:cubicBezTo>
                  <a:pt x="1173" y="285"/>
                  <a:pt x="1174" y="284"/>
                  <a:pt x="1174" y="284"/>
                </a:cubicBezTo>
                <a:cubicBezTo>
                  <a:pt x="1175" y="284"/>
                  <a:pt x="1176" y="283"/>
                  <a:pt x="1176" y="283"/>
                </a:cubicBezTo>
                <a:cubicBezTo>
                  <a:pt x="1177" y="282"/>
                  <a:pt x="1177" y="282"/>
                  <a:pt x="1177" y="281"/>
                </a:cubicBezTo>
                <a:cubicBezTo>
                  <a:pt x="1177" y="281"/>
                  <a:pt x="1177" y="280"/>
                  <a:pt x="1176" y="280"/>
                </a:cubicBezTo>
                <a:cubicBezTo>
                  <a:pt x="1176" y="279"/>
                  <a:pt x="1175" y="279"/>
                  <a:pt x="1175" y="278"/>
                </a:cubicBezTo>
                <a:cubicBezTo>
                  <a:pt x="1174" y="278"/>
                  <a:pt x="1173" y="278"/>
                  <a:pt x="1172" y="278"/>
                </a:cubicBezTo>
                <a:cubicBezTo>
                  <a:pt x="1171" y="277"/>
                  <a:pt x="1170" y="277"/>
                  <a:pt x="1169" y="277"/>
                </a:cubicBezTo>
                <a:cubicBezTo>
                  <a:pt x="1168" y="277"/>
                  <a:pt x="1166" y="277"/>
                  <a:pt x="1165" y="278"/>
                </a:cubicBezTo>
                <a:close/>
                <a:moveTo>
                  <a:pt x="1702" y="278"/>
                </a:moveTo>
                <a:cubicBezTo>
                  <a:pt x="1701" y="278"/>
                  <a:pt x="1701" y="278"/>
                  <a:pt x="1700" y="278"/>
                </a:cubicBezTo>
                <a:cubicBezTo>
                  <a:pt x="1699" y="279"/>
                  <a:pt x="1699" y="279"/>
                  <a:pt x="1698" y="280"/>
                </a:cubicBezTo>
                <a:cubicBezTo>
                  <a:pt x="1698" y="280"/>
                  <a:pt x="1698" y="281"/>
                  <a:pt x="1698" y="281"/>
                </a:cubicBezTo>
                <a:cubicBezTo>
                  <a:pt x="1698" y="282"/>
                  <a:pt x="1698" y="282"/>
                  <a:pt x="1699" y="283"/>
                </a:cubicBezTo>
                <a:cubicBezTo>
                  <a:pt x="1699" y="283"/>
                  <a:pt x="1700" y="284"/>
                  <a:pt x="1701" y="284"/>
                </a:cubicBezTo>
                <a:cubicBezTo>
                  <a:pt x="1701" y="284"/>
                  <a:pt x="1702" y="285"/>
                  <a:pt x="1703" y="285"/>
                </a:cubicBezTo>
                <a:cubicBezTo>
                  <a:pt x="1704" y="285"/>
                  <a:pt x="1705" y="285"/>
                  <a:pt x="1707" y="285"/>
                </a:cubicBezTo>
                <a:cubicBezTo>
                  <a:pt x="1708" y="285"/>
                  <a:pt x="1709" y="285"/>
                  <a:pt x="1710" y="285"/>
                </a:cubicBezTo>
                <a:cubicBezTo>
                  <a:pt x="1711" y="285"/>
                  <a:pt x="1712" y="284"/>
                  <a:pt x="1712" y="284"/>
                </a:cubicBezTo>
                <a:cubicBezTo>
                  <a:pt x="1713" y="284"/>
                  <a:pt x="1714" y="283"/>
                  <a:pt x="1714" y="283"/>
                </a:cubicBezTo>
                <a:cubicBezTo>
                  <a:pt x="1714" y="282"/>
                  <a:pt x="1714" y="282"/>
                  <a:pt x="1714" y="281"/>
                </a:cubicBezTo>
                <a:cubicBezTo>
                  <a:pt x="1714" y="281"/>
                  <a:pt x="1714" y="280"/>
                  <a:pt x="1713" y="280"/>
                </a:cubicBezTo>
                <a:cubicBezTo>
                  <a:pt x="1713" y="279"/>
                  <a:pt x="1712" y="279"/>
                  <a:pt x="1712" y="278"/>
                </a:cubicBezTo>
                <a:cubicBezTo>
                  <a:pt x="1711" y="278"/>
                  <a:pt x="1710" y="278"/>
                  <a:pt x="1709" y="278"/>
                </a:cubicBezTo>
                <a:cubicBezTo>
                  <a:pt x="1708" y="277"/>
                  <a:pt x="1707" y="277"/>
                  <a:pt x="1705" y="277"/>
                </a:cubicBezTo>
                <a:cubicBezTo>
                  <a:pt x="1704" y="277"/>
                  <a:pt x="1703" y="277"/>
                  <a:pt x="1702" y="278"/>
                </a:cubicBezTo>
                <a:close/>
                <a:moveTo>
                  <a:pt x="1661" y="278"/>
                </a:moveTo>
                <a:cubicBezTo>
                  <a:pt x="1660" y="278"/>
                  <a:pt x="1659" y="278"/>
                  <a:pt x="1659" y="278"/>
                </a:cubicBezTo>
                <a:cubicBezTo>
                  <a:pt x="1658" y="279"/>
                  <a:pt x="1657" y="279"/>
                  <a:pt x="1657" y="280"/>
                </a:cubicBezTo>
                <a:cubicBezTo>
                  <a:pt x="1657" y="280"/>
                  <a:pt x="1656" y="281"/>
                  <a:pt x="1656" y="281"/>
                </a:cubicBezTo>
                <a:cubicBezTo>
                  <a:pt x="1657" y="282"/>
                  <a:pt x="1657" y="282"/>
                  <a:pt x="1657" y="283"/>
                </a:cubicBezTo>
                <a:cubicBezTo>
                  <a:pt x="1658" y="283"/>
                  <a:pt x="1658" y="284"/>
                  <a:pt x="1659" y="284"/>
                </a:cubicBezTo>
                <a:cubicBezTo>
                  <a:pt x="1660" y="284"/>
                  <a:pt x="1661" y="285"/>
                  <a:pt x="1662" y="285"/>
                </a:cubicBezTo>
                <a:cubicBezTo>
                  <a:pt x="1663" y="285"/>
                  <a:pt x="1664" y="285"/>
                  <a:pt x="1665" y="285"/>
                </a:cubicBezTo>
                <a:cubicBezTo>
                  <a:pt x="1666" y="285"/>
                  <a:pt x="1667" y="285"/>
                  <a:pt x="1668" y="285"/>
                </a:cubicBezTo>
                <a:cubicBezTo>
                  <a:pt x="1669" y="285"/>
                  <a:pt x="1670" y="284"/>
                  <a:pt x="1671" y="284"/>
                </a:cubicBezTo>
                <a:cubicBezTo>
                  <a:pt x="1672" y="284"/>
                  <a:pt x="1672" y="283"/>
                  <a:pt x="1673" y="283"/>
                </a:cubicBezTo>
                <a:cubicBezTo>
                  <a:pt x="1673" y="282"/>
                  <a:pt x="1673" y="282"/>
                  <a:pt x="1673" y="281"/>
                </a:cubicBezTo>
                <a:cubicBezTo>
                  <a:pt x="1673" y="281"/>
                  <a:pt x="1673" y="280"/>
                  <a:pt x="1672" y="280"/>
                </a:cubicBezTo>
                <a:cubicBezTo>
                  <a:pt x="1672" y="279"/>
                  <a:pt x="1671" y="279"/>
                  <a:pt x="1670" y="278"/>
                </a:cubicBezTo>
                <a:cubicBezTo>
                  <a:pt x="1669" y="278"/>
                  <a:pt x="1668" y="278"/>
                  <a:pt x="1667" y="278"/>
                </a:cubicBezTo>
                <a:cubicBezTo>
                  <a:pt x="1666" y="277"/>
                  <a:pt x="1665" y="277"/>
                  <a:pt x="1664" y="277"/>
                </a:cubicBezTo>
                <a:cubicBezTo>
                  <a:pt x="1663" y="277"/>
                  <a:pt x="1662" y="277"/>
                  <a:pt x="1661" y="278"/>
                </a:cubicBezTo>
                <a:close/>
                <a:moveTo>
                  <a:pt x="1744" y="278"/>
                </a:moveTo>
                <a:cubicBezTo>
                  <a:pt x="1743" y="278"/>
                  <a:pt x="1742" y="278"/>
                  <a:pt x="1741" y="278"/>
                </a:cubicBezTo>
                <a:cubicBezTo>
                  <a:pt x="1740" y="279"/>
                  <a:pt x="1740" y="279"/>
                  <a:pt x="1740" y="280"/>
                </a:cubicBezTo>
                <a:cubicBezTo>
                  <a:pt x="1739" y="280"/>
                  <a:pt x="1739" y="281"/>
                  <a:pt x="1739" y="281"/>
                </a:cubicBezTo>
                <a:cubicBezTo>
                  <a:pt x="1739" y="282"/>
                  <a:pt x="1739" y="282"/>
                  <a:pt x="1740" y="283"/>
                </a:cubicBezTo>
                <a:cubicBezTo>
                  <a:pt x="1740" y="283"/>
                  <a:pt x="1741" y="284"/>
                  <a:pt x="1742" y="284"/>
                </a:cubicBezTo>
                <a:cubicBezTo>
                  <a:pt x="1743" y="284"/>
                  <a:pt x="1744" y="285"/>
                  <a:pt x="1745" y="285"/>
                </a:cubicBezTo>
                <a:cubicBezTo>
                  <a:pt x="1746" y="285"/>
                  <a:pt x="1747" y="285"/>
                  <a:pt x="1748" y="285"/>
                </a:cubicBezTo>
                <a:cubicBezTo>
                  <a:pt x="1749" y="285"/>
                  <a:pt x="1750" y="285"/>
                  <a:pt x="1751" y="285"/>
                </a:cubicBezTo>
                <a:cubicBezTo>
                  <a:pt x="1752" y="285"/>
                  <a:pt x="1753" y="284"/>
                  <a:pt x="1754" y="284"/>
                </a:cubicBezTo>
                <a:cubicBezTo>
                  <a:pt x="1754" y="284"/>
                  <a:pt x="1755" y="283"/>
                  <a:pt x="1755" y="283"/>
                </a:cubicBezTo>
                <a:cubicBezTo>
                  <a:pt x="1756" y="282"/>
                  <a:pt x="1756" y="282"/>
                  <a:pt x="1756" y="281"/>
                </a:cubicBezTo>
                <a:cubicBezTo>
                  <a:pt x="1756" y="281"/>
                  <a:pt x="1755" y="280"/>
                  <a:pt x="1755" y="280"/>
                </a:cubicBezTo>
                <a:cubicBezTo>
                  <a:pt x="1754" y="279"/>
                  <a:pt x="1754" y="279"/>
                  <a:pt x="1753" y="278"/>
                </a:cubicBezTo>
                <a:cubicBezTo>
                  <a:pt x="1752" y="278"/>
                  <a:pt x="1751" y="278"/>
                  <a:pt x="1750" y="278"/>
                </a:cubicBezTo>
                <a:cubicBezTo>
                  <a:pt x="1749" y="277"/>
                  <a:pt x="1748" y="277"/>
                  <a:pt x="1747" y="277"/>
                </a:cubicBezTo>
                <a:cubicBezTo>
                  <a:pt x="1746" y="277"/>
                  <a:pt x="1745" y="277"/>
                  <a:pt x="1744" y="278"/>
                </a:cubicBezTo>
                <a:close/>
                <a:moveTo>
                  <a:pt x="1991" y="278"/>
                </a:moveTo>
                <a:cubicBezTo>
                  <a:pt x="1990" y="278"/>
                  <a:pt x="1990" y="278"/>
                  <a:pt x="1989" y="278"/>
                </a:cubicBezTo>
                <a:cubicBezTo>
                  <a:pt x="1988" y="279"/>
                  <a:pt x="1988" y="279"/>
                  <a:pt x="1987" y="280"/>
                </a:cubicBezTo>
                <a:cubicBezTo>
                  <a:pt x="1987" y="280"/>
                  <a:pt x="1987" y="281"/>
                  <a:pt x="1987" y="281"/>
                </a:cubicBezTo>
                <a:cubicBezTo>
                  <a:pt x="1987" y="282"/>
                  <a:pt x="1988" y="282"/>
                  <a:pt x="1988" y="283"/>
                </a:cubicBezTo>
                <a:cubicBezTo>
                  <a:pt x="1989" y="283"/>
                  <a:pt x="1989" y="284"/>
                  <a:pt x="1990" y="284"/>
                </a:cubicBezTo>
                <a:cubicBezTo>
                  <a:pt x="1991" y="284"/>
                  <a:pt x="1992" y="285"/>
                  <a:pt x="1993" y="285"/>
                </a:cubicBezTo>
                <a:cubicBezTo>
                  <a:pt x="1994" y="285"/>
                  <a:pt x="1995" y="285"/>
                  <a:pt x="1996" y="285"/>
                </a:cubicBezTo>
                <a:cubicBezTo>
                  <a:pt x="1998" y="285"/>
                  <a:pt x="1999" y="285"/>
                  <a:pt x="2000" y="285"/>
                </a:cubicBezTo>
                <a:cubicBezTo>
                  <a:pt x="2000" y="285"/>
                  <a:pt x="2001" y="284"/>
                  <a:pt x="2002" y="284"/>
                </a:cubicBezTo>
                <a:cubicBezTo>
                  <a:pt x="2003" y="284"/>
                  <a:pt x="2003" y="283"/>
                  <a:pt x="2003" y="283"/>
                </a:cubicBezTo>
                <a:cubicBezTo>
                  <a:pt x="2004" y="282"/>
                  <a:pt x="2004" y="282"/>
                  <a:pt x="2004" y="281"/>
                </a:cubicBezTo>
                <a:cubicBezTo>
                  <a:pt x="2004" y="281"/>
                  <a:pt x="2003" y="280"/>
                  <a:pt x="2003" y="280"/>
                </a:cubicBezTo>
                <a:cubicBezTo>
                  <a:pt x="2002" y="279"/>
                  <a:pt x="2001" y="279"/>
                  <a:pt x="2001" y="278"/>
                </a:cubicBezTo>
                <a:cubicBezTo>
                  <a:pt x="2000" y="278"/>
                  <a:pt x="1999" y="278"/>
                  <a:pt x="1998" y="278"/>
                </a:cubicBezTo>
                <a:cubicBezTo>
                  <a:pt x="1997" y="277"/>
                  <a:pt x="1996" y="277"/>
                  <a:pt x="1995" y="277"/>
                </a:cubicBezTo>
                <a:cubicBezTo>
                  <a:pt x="1993" y="277"/>
                  <a:pt x="1992" y="277"/>
                  <a:pt x="1991" y="278"/>
                </a:cubicBezTo>
                <a:close/>
                <a:moveTo>
                  <a:pt x="2033" y="278"/>
                </a:moveTo>
                <a:cubicBezTo>
                  <a:pt x="2032" y="278"/>
                  <a:pt x="2031" y="278"/>
                  <a:pt x="2030" y="278"/>
                </a:cubicBezTo>
                <a:cubicBezTo>
                  <a:pt x="2030" y="279"/>
                  <a:pt x="2029" y="279"/>
                  <a:pt x="2029" y="280"/>
                </a:cubicBezTo>
                <a:cubicBezTo>
                  <a:pt x="2029" y="280"/>
                  <a:pt x="2028" y="281"/>
                  <a:pt x="2029" y="281"/>
                </a:cubicBezTo>
                <a:cubicBezTo>
                  <a:pt x="2029" y="282"/>
                  <a:pt x="2029" y="282"/>
                  <a:pt x="2030" y="283"/>
                </a:cubicBezTo>
                <a:cubicBezTo>
                  <a:pt x="2030" y="283"/>
                  <a:pt x="2031" y="284"/>
                  <a:pt x="2032" y="284"/>
                </a:cubicBezTo>
                <a:cubicBezTo>
                  <a:pt x="2032" y="284"/>
                  <a:pt x="2033" y="285"/>
                  <a:pt x="2034" y="285"/>
                </a:cubicBezTo>
                <a:cubicBezTo>
                  <a:pt x="2035" y="285"/>
                  <a:pt x="2037" y="285"/>
                  <a:pt x="2038" y="285"/>
                </a:cubicBezTo>
                <a:cubicBezTo>
                  <a:pt x="2039" y="285"/>
                  <a:pt x="2040" y="285"/>
                  <a:pt x="2041" y="285"/>
                </a:cubicBezTo>
                <a:cubicBezTo>
                  <a:pt x="2042" y="285"/>
                  <a:pt x="2043" y="284"/>
                  <a:pt x="2043" y="284"/>
                </a:cubicBezTo>
                <a:cubicBezTo>
                  <a:pt x="2044" y="284"/>
                  <a:pt x="2044" y="283"/>
                  <a:pt x="2045" y="283"/>
                </a:cubicBezTo>
                <a:cubicBezTo>
                  <a:pt x="2045" y="282"/>
                  <a:pt x="2045" y="282"/>
                  <a:pt x="2045" y="281"/>
                </a:cubicBezTo>
                <a:cubicBezTo>
                  <a:pt x="2045" y="281"/>
                  <a:pt x="2045" y="280"/>
                  <a:pt x="2044" y="280"/>
                </a:cubicBezTo>
                <a:cubicBezTo>
                  <a:pt x="2043" y="279"/>
                  <a:pt x="2043" y="279"/>
                  <a:pt x="2042" y="278"/>
                </a:cubicBezTo>
                <a:cubicBezTo>
                  <a:pt x="2041" y="278"/>
                  <a:pt x="2040" y="278"/>
                  <a:pt x="2039" y="278"/>
                </a:cubicBezTo>
                <a:cubicBezTo>
                  <a:pt x="2038" y="277"/>
                  <a:pt x="2037" y="277"/>
                  <a:pt x="2036" y="277"/>
                </a:cubicBezTo>
                <a:cubicBezTo>
                  <a:pt x="2035" y="277"/>
                  <a:pt x="2034" y="277"/>
                  <a:pt x="2033" y="278"/>
                </a:cubicBezTo>
                <a:close/>
                <a:moveTo>
                  <a:pt x="1620" y="278"/>
                </a:moveTo>
                <a:cubicBezTo>
                  <a:pt x="1619" y="278"/>
                  <a:pt x="1618" y="278"/>
                  <a:pt x="1617" y="278"/>
                </a:cubicBezTo>
                <a:cubicBezTo>
                  <a:pt x="1617" y="279"/>
                  <a:pt x="1616" y="279"/>
                  <a:pt x="1616" y="280"/>
                </a:cubicBezTo>
                <a:cubicBezTo>
                  <a:pt x="1615" y="280"/>
                  <a:pt x="1615" y="281"/>
                  <a:pt x="1615" y="281"/>
                </a:cubicBezTo>
                <a:cubicBezTo>
                  <a:pt x="1615" y="282"/>
                  <a:pt x="1615" y="282"/>
                  <a:pt x="1616" y="283"/>
                </a:cubicBezTo>
                <a:cubicBezTo>
                  <a:pt x="1616" y="283"/>
                  <a:pt x="1617" y="284"/>
                  <a:pt x="1618" y="284"/>
                </a:cubicBezTo>
                <a:cubicBezTo>
                  <a:pt x="1619" y="284"/>
                  <a:pt x="1620" y="285"/>
                  <a:pt x="1621" y="285"/>
                </a:cubicBezTo>
                <a:cubicBezTo>
                  <a:pt x="1622" y="285"/>
                  <a:pt x="1623" y="285"/>
                  <a:pt x="1624" y="285"/>
                </a:cubicBezTo>
                <a:cubicBezTo>
                  <a:pt x="1625" y="285"/>
                  <a:pt x="1626" y="285"/>
                  <a:pt x="1627" y="285"/>
                </a:cubicBezTo>
                <a:cubicBezTo>
                  <a:pt x="1628" y="285"/>
                  <a:pt x="1629" y="284"/>
                  <a:pt x="1630" y="284"/>
                </a:cubicBezTo>
                <a:cubicBezTo>
                  <a:pt x="1630" y="284"/>
                  <a:pt x="1631" y="283"/>
                  <a:pt x="1631" y="283"/>
                </a:cubicBezTo>
                <a:cubicBezTo>
                  <a:pt x="1632" y="282"/>
                  <a:pt x="1632" y="282"/>
                  <a:pt x="1632" y="281"/>
                </a:cubicBezTo>
                <a:cubicBezTo>
                  <a:pt x="1632" y="281"/>
                  <a:pt x="1631" y="280"/>
                  <a:pt x="1631" y="280"/>
                </a:cubicBezTo>
                <a:cubicBezTo>
                  <a:pt x="1630" y="279"/>
                  <a:pt x="1630" y="279"/>
                  <a:pt x="1629" y="278"/>
                </a:cubicBezTo>
                <a:cubicBezTo>
                  <a:pt x="1628" y="278"/>
                  <a:pt x="1627" y="278"/>
                  <a:pt x="1626" y="278"/>
                </a:cubicBezTo>
                <a:cubicBezTo>
                  <a:pt x="1625" y="277"/>
                  <a:pt x="1624" y="277"/>
                  <a:pt x="1623" y="277"/>
                </a:cubicBezTo>
                <a:cubicBezTo>
                  <a:pt x="1622" y="277"/>
                  <a:pt x="1621" y="277"/>
                  <a:pt x="1620" y="278"/>
                </a:cubicBezTo>
                <a:close/>
                <a:moveTo>
                  <a:pt x="2115" y="278"/>
                </a:moveTo>
                <a:cubicBezTo>
                  <a:pt x="2114" y="278"/>
                  <a:pt x="2114" y="278"/>
                  <a:pt x="2113" y="278"/>
                </a:cubicBezTo>
                <a:cubicBezTo>
                  <a:pt x="2112" y="279"/>
                  <a:pt x="2112" y="279"/>
                  <a:pt x="2111" y="280"/>
                </a:cubicBezTo>
                <a:cubicBezTo>
                  <a:pt x="2111" y="280"/>
                  <a:pt x="2111" y="281"/>
                  <a:pt x="2111" y="281"/>
                </a:cubicBezTo>
                <a:cubicBezTo>
                  <a:pt x="2111" y="282"/>
                  <a:pt x="2112" y="282"/>
                  <a:pt x="2112" y="283"/>
                </a:cubicBezTo>
                <a:cubicBezTo>
                  <a:pt x="2113" y="283"/>
                  <a:pt x="2114" y="284"/>
                  <a:pt x="2114" y="284"/>
                </a:cubicBezTo>
                <a:cubicBezTo>
                  <a:pt x="2115" y="284"/>
                  <a:pt x="2116" y="285"/>
                  <a:pt x="2117" y="285"/>
                </a:cubicBezTo>
                <a:cubicBezTo>
                  <a:pt x="2118" y="285"/>
                  <a:pt x="2119" y="285"/>
                  <a:pt x="2121" y="285"/>
                </a:cubicBezTo>
                <a:cubicBezTo>
                  <a:pt x="2122" y="285"/>
                  <a:pt x="2123" y="285"/>
                  <a:pt x="2124" y="285"/>
                </a:cubicBezTo>
                <a:cubicBezTo>
                  <a:pt x="2125" y="285"/>
                  <a:pt x="2125" y="284"/>
                  <a:pt x="2126" y="284"/>
                </a:cubicBezTo>
                <a:cubicBezTo>
                  <a:pt x="2127" y="284"/>
                  <a:pt x="2127" y="283"/>
                  <a:pt x="2128" y="283"/>
                </a:cubicBezTo>
                <a:cubicBezTo>
                  <a:pt x="2128" y="282"/>
                  <a:pt x="2128" y="282"/>
                  <a:pt x="2128" y="281"/>
                </a:cubicBezTo>
                <a:cubicBezTo>
                  <a:pt x="2128" y="281"/>
                  <a:pt x="2127" y="280"/>
                  <a:pt x="2127" y="280"/>
                </a:cubicBezTo>
                <a:cubicBezTo>
                  <a:pt x="2126" y="279"/>
                  <a:pt x="2125" y="279"/>
                  <a:pt x="2125" y="278"/>
                </a:cubicBezTo>
                <a:cubicBezTo>
                  <a:pt x="2124" y="278"/>
                  <a:pt x="2123" y="278"/>
                  <a:pt x="2122" y="278"/>
                </a:cubicBezTo>
                <a:cubicBezTo>
                  <a:pt x="2121" y="277"/>
                  <a:pt x="2120" y="277"/>
                  <a:pt x="2118" y="277"/>
                </a:cubicBezTo>
                <a:cubicBezTo>
                  <a:pt x="2117" y="277"/>
                  <a:pt x="2116" y="277"/>
                  <a:pt x="2115" y="278"/>
                </a:cubicBezTo>
                <a:close/>
                <a:moveTo>
                  <a:pt x="1950" y="278"/>
                </a:moveTo>
                <a:cubicBezTo>
                  <a:pt x="1949" y="278"/>
                  <a:pt x="1948" y="278"/>
                  <a:pt x="1948" y="278"/>
                </a:cubicBezTo>
                <a:cubicBezTo>
                  <a:pt x="1947" y="279"/>
                  <a:pt x="1946" y="279"/>
                  <a:pt x="1946" y="280"/>
                </a:cubicBezTo>
                <a:cubicBezTo>
                  <a:pt x="1946" y="280"/>
                  <a:pt x="1946" y="281"/>
                  <a:pt x="1946" y="281"/>
                </a:cubicBezTo>
                <a:cubicBezTo>
                  <a:pt x="1946" y="282"/>
                  <a:pt x="1946" y="282"/>
                  <a:pt x="1947" y="283"/>
                </a:cubicBezTo>
                <a:cubicBezTo>
                  <a:pt x="1947" y="283"/>
                  <a:pt x="1948" y="284"/>
                  <a:pt x="1949" y="284"/>
                </a:cubicBezTo>
                <a:cubicBezTo>
                  <a:pt x="1950" y="284"/>
                  <a:pt x="1951" y="285"/>
                  <a:pt x="1952" y="285"/>
                </a:cubicBezTo>
                <a:cubicBezTo>
                  <a:pt x="1953" y="285"/>
                  <a:pt x="1954" y="285"/>
                  <a:pt x="1955" y="285"/>
                </a:cubicBezTo>
                <a:cubicBezTo>
                  <a:pt x="1956" y="285"/>
                  <a:pt x="1957" y="285"/>
                  <a:pt x="1958" y="285"/>
                </a:cubicBezTo>
                <a:cubicBezTo>
                  <a:pt x="1959" y="285"/>
                  <a:pt x="1960" y="284"/>
                  <a:pt x="1961" y="284"/>
                </a:cubicBezTo>
                <a:cubicBezTo>
                  <a:pt x="1961" y="284"/>
                  <a:pt x="1962" y="283"/>
                  <a:pt x="1962" y="283"/>
                </a:cubicBezTo>
                <a:cubicBezTo>
                  <a:pt x="1962" y="282"/>
                  <a:pt x="1963" y="282"/>
                  <a:pt x="1962" y="281"/>
                </a:cubicBezTo>
                <a:cubicBezTo>
                  <a:pt x="1962" y="281"/>
                  <a:pt x="1962" y="280"/>
                  <a:pt x="1961" y="280"/>
                </a:cubicBezTo>
                <a:cubicBezTo>
                  <a:pt x="1961" y="279"/>
                  <a:pt x="1960" y="279"/>
                  <a:pt x="1959" y="278"/>
                </a:cubicBezTo>
                <a:cubicBezTo>
                  <a:pt x="1959" y="278"/>
                  <a:pt x="1958" y="278"/>
                  <a:pt x="1957" y="278"/>
                </a:cubicBezTo>
                <a:cubicBezTo>
                  <a:pt x="1956" y="277"/>
                  <a:pt x="1954" y="277"/>
                  <a:pt x="1953" y="277"/>
                </a:cubicBezTo>
                <a:cubicBezTo>
                  <a:pt x="1952" y="277"/>
                  <a:pt x="1951" y="277"/>
                  <a:pt x="1950" y="278"/>
                </a:cubicBezTo>
                <a:close/>
                <a:moveTo>
                  <a:pt x="1496" y="278"/>
                </a:moveTo>
                <a:cubicBezTo>
                  <a:pt x="1495" y="278"/>
                  <a:pt x="1494" y="278"/>
                  <a:pt x="1493" y="278"/>
                </a:cubicBezTo>
                <a:cubicBezTo>
                  <a:pt x="1493" y="279"/>
                  <a:pt x="1492" y="279"/>
                  <a:pt x="1492" y="280"/>
                </a:cubicBezTo>
                <a:cubicBezTo>
                  <a:pt x="1491" y="280"/>
                  <a:pt x="1491" y="281"/>
                  <a:pt x="1491" y="281"/>
                </a:cubicBezTo>
                <a:cubicBezTo>
                  <a:pt x="1491" y="282"/>
                  <a:pt x="1491" y="282"/>
                  <a:pt x="1492" y="283"/>
                </a:cubicBezTo>
                <a:cubicBezTo>
                  <a:pt x="1492" y="283"/>
                  <a:pt x="1493" y="284"/>
                  <a:pt x="1494" y="284"/>
                </a:cubicBezTo>
                <a:cubicBezTo>
                  <a:pt x="1494" y="284"/>
                  <a:pt x="1495" y="285"/>
                  <a:pt x="1496" y="285"/>
                </a:cubicBezTo>
                <a:cubicBezTo>
                  <a:pt x="1497" y="285"/>
                  <a:pt x="1499" y="285"/>
                  <a:pt x="1500" y="285"/>
                </a:cubicBezTo>
                <a:cubicBezTo>
                  <a:pt x="1501" y="285"/>
                  <a:pt x="1502" y="285"/>
                  <a:pt x="1503" y="285"/>
                </a:cubicBezTo>
                <a:cubicBezTo>
                  <a:pt x="1504" y="285"/>
                  <a:pt x="1505" y="284"/>
                  <a:pt x="1505" y="284"/>
                </a:cubicBezTo>
                <a:cubicBezTo>
                  <a:pt x="1506" y="284"/>
                  <a:pt x="1507" y="283"/>
                  <a:pt x="1507" y="283"/>
                </a:cubicBezTo>
                <a:cubicBezTo>
                  <a:pt x="1507" y="282"/>
                  <a:pt x="1508" y="282"/>
                  <a:pt x="1508" y="281"/>
                </a:cubicBezTo>
                <a:cubicBezTo>
                  <a:pt x="1508" y="281"/>
                  <a:pt x="1507" y="280"/>
                  <a:pt x="1507" y="280"/>
                </a:cubicBezTo>
                <a:cubicBezTo>
                  <a:pt x="1506" y="279"/>
                  <a:pt x="1506" y="279"/>
                  <a:pt x="1505" y="278"/>
                </a:cubicBezTo>
                <a:cubicBezTo>
                  <a:pt x="1504" y="278"/>
                  <a:pt x="1503" y="278"/>
                  <a:pt x="1502" y="278"/>
                </a:cubicBezTo>
                <a:cubicBezTo>
                  <a:pt x="1501" y="277"/>
                  <a:pt x="1500" y="277"/>
                  <a:pt x="1499" y="277"/>
                </a:cubicBezTo>
                <a:cubicBezTo>
                  <a:pt x="1498" y="277"/>
                  <a:pt x="1497" y="277"/>
                  <a:pt x="1496" y="278"/>
                </a:cubicBezTo>
                <a:close/>
                <a:moveTo>
                  <a:pt x="1826" y="278"/>
                </a:moveTo>
                <a:cubicBezTo>
                  <a:pt x="1825" y="278"/>
                  <a:pt x="1824" y="278"/>
                  <a:pt x="1824" y="278"/>
                </a:cubicBezTo>
                <a:cubicBezTo>
                  <a:pt x="1823" y="279"/>
                  <a:pt x="1823" y="279"/>
                  <a:pt x="1822" y="280"/>
                </a:cubicBezTo>
                <a:cubicBezTo>
                  <a:pt x="1822" y="280"/>
                  <a:pt x="1822" y="281"/>
                  <a:pt x="1822" y="281"/>
                </a:cubicBezTo>
                <a:cubicBezTo>
                  <a:pt x="1822" y="282"/>
                  <a:pt x="1822" y="282"/>
                  <a:pt x="1823" y="283"/>
                </a:cubicBezTo>
                <a:cubicBezTo>
                  <a:pt x="1823" y="283"/>
                  <a:pt x="1824" y="284"/>
                  <a:pt x="1825" y="284"/>
                </a:cubicBezTo>
                <a:cubicBezTo>
                  <a:pt x="1826" y="284"/>
                  <a:pt x="1826" y="285"/>
                  <a:pt x="1828" y="285"/>
                </a:cubicBezTo>
                <a:cubicBezTo>
                  <a:pt x="1829" y="285"/>
                  <a:pt x="1830" y="285"/>
                  <a:pt x="1831" y="285"/>
                </a:cubicBezTo>
                <a:cubicBezTo>
                  <a:pt x="1832" y="285"/>
                  <a:pt x="1833" y="285"/>
                  <a:pt x="1834" y="285"/>
                </a:cubicBezTo>
                <a:cubicBezTo>
                  <a:pt x="1835" y="285"/>
                  <a:pt x="1836" y="284"/>
                  <a:pt x="1836" y="284"/>
                </a:cubicBezTo>
                <a:cubicBezTo>
                  <a:pt x="1837" y="284"/>
                  <a:pt x="1838" y="283"/>
                  <a:pt x="1838" y="283"/>
                </a:cubicBezTo>
                <a:cubicBezTo>
                  <a:pt x="1838" y="282"/>
                  <a:pt x="1838" y="282"/>
                  <a:pt x="1838" y="281"/>
                </a:cubicBezTo>
                <a:cubicBezTo>
                  <a:pt x="1838" y="281"/>
                  <a:pt x="1838" y="280"/>
                  <a:pt x="1837" y="280"/>
                </a:cubicBezTo>
                <a:cubicBezTo>
                  <a:pt x="1837" y="279"/>
                  <a:pt x="1836" y="279"/>
                  <a:pt x="1835" y="278"/>
                </a:cubicBezTo>
                <a:cubicBezTo>
                  <a:pt x="1835" y="278"/>
                  <a:pt x="1834" y="278"/>
                  <a:pt x="1833" y="278"/>
                </a:cubicBezTo>
                <a:cubicBezTo>
                  <a:pt x="1832" y="277"/>
                  <a:pt x="1831" y="277"/>
                  <a:pt x="1829" y="277"/>
                </a:cubicBezTo>
                <a:cubicBezTo>
                  <a:pt x="1828" y="277"/>
                  <a:pt x="1827" y="277"/>
                  <a:pt x="1826" y="278"/>
                </a:cubicBezTo>
                <a:close/>
                <a:moveTo>
                  <a:pt x="1909" y="278"/>
                </a:moveTo>
                <a:cubicBezTo>
                  <a:pt x="1908" y="278"/>
                  <a:pt x="1907" y="278"/>
                  <a:pt x="1906" y="278"/>
                </a:cubicBezTo>
                <a:cubicBezTo>
                  <a:pt x="1906" y="279"/>
                  <a:pt x="1905" y="279"/>
                  <a:pt x="1905" y="280"/>
                </a:cubicBezTo>
                <a:cubicBezTo>
                  <a:pt x="1905" y="280"/>
                  <a:pt x="1904" y="281"/>
                  <a:pt x="1905" y="281"/>
                </a:cubicBezTo>
                <a:cubicBezTo>
                  <a:pt x="1905" y="282"/>
                  <a:pt x="1905" y="282"/>
                  <a:pt x="1905" y="283"/>
                </a:cubicBezTo>
                <a:cubicBezTo>
                  <a:pt x="1906" y="283"/>
                  <a:pt x="1907" y="284"/>
                  <a:pt x="1907" y="284"/>
                </a:cubicBezTo>
                <a:cubicBezTo>
                  <a:pt x="1908" y="284"/>
                  <a:pt x="1909" y="285"/>
                  <a:pt x="1910" y="285"/>
                </a:cubicBezTo>
                <a:cubicBezTo>
                  <a:pt x="1911" y="285"/>
                  <a:pt x="1912" y="285"/>
                  <a:pt x="1914" y="285"/>
                </a:cubicBezTo>
                <a:cubicBezTo>
                  <a:pt x="1915" y="285"/>
                  <a:pt x="1916" y="285"/>
                  <a:pt x="1917" y="285"/>
                </a:cubicBezTo>
                <a:cubicBezTo>
                  <a:pt x="1918" y="285"/>
                  <a:pt x="1918" y="284"/>
                  <a:pt x="1919" y="284"/>
                </a:cubicBezTo>
                <a:cubicBezTo>
                  <a:pt x="1920" y="284"/>
                  <a:pt x="1920" y="283"/>
                  <a:pt x="1921" y="283"/>
                </a:cubicBezTo>
                <a:cubicBezTo>
                  <a:pt x="1921" y="282"/>
                  <a:pt x="1921" y="282"/>
                  <a:pt x="1921" y="281"/>
                </a:cubicBezTo>
                <a:cubicBezTo>
                  <a:pt x="1921" y="281"/>
                  <a:pt x="1921" y="280"/>
                  <a:pt x="1920" y="280"/>
                </a:cubicBezTo>
                <a:cubicBezTo>
                  <a:pt x="1920" y="279"/>
                  <a:pt x="1919" y="279"/>
                  <a:pt x="1918" y="278"/>
                </a:cubicBezTo>
                <a:cubicBezTo>
                  <a:pt x="1917" y="278"/>
                  <a:pt x="1916" y="278"/>
                  <a:pt x="1915" y="278"/>
                </a:cubicBezTo>
                <a:cubicBezTo>
                  <a:pt x="1914" y="277"/>
                  <a:pt x="1913" y="277"/>
                  <a:pt x="1912" y="277"/>
                </a:cubicBezTo>
                <a:cubicBezTo>
                  <a:pt x="1911" y="277"/>
                  <a:pt x="1910" y="277"/>
                  <a:pt x="1909" y="278"/>
                </a:cubicBezTo>
                <a:close/>
                <a:moveTo>
                  <a:pt x="1867" y="278"/>
                </a:moveTo>
                <a:cubicBezTo>
                  <a:pt x="1867" y="278"/>
                  <a:pt x="1866" y="278"/>
                  <a:pt x="1865" y="278"/>
                </a:cubicBezTo>
                <a:cubicBezTo>
                  <a:pt x="1864" y="279"/>
                  <a:pt x="1864" y="279"/>
                  <a:pt x="1863" y="280"/>
                </a:cubicBezTo>
                <a:cubicBezTo>
                  <a:pt x="1863" y="280"/>
                  <a:pt x="1863" y="281"/>
                  <a:pt x="1863" y="281"/>
                </a:cubicBezTo>
                <a:cubicBezTo>
                  <a:pt x="1863" y="282"/>
                  <a:pt x="1864" y="282"/>
                  <a:pt x="1864" y="283"/>
                </a:cubicBezTo>
                <a:cubicBezTo>
                  <a:pt x="1865" y="283"/>
                  <a:pt x="1865" y="284"/>
                  <a:pt x="1866" y="284"/>
                </a:cubicBezTo>
                <a:cubicBezTo>
                  <a:pt x="1867" y="284"/>
                  <a:pt x="1868" y="285"/>
                  <a:pt x="1869" y="285"/>
                </a:cubicBezTo>
                <a:cubicBezTo>
                  <a:pt x="1870" y="285"/>
                  <a:pt x="1871" y="285"/>
                  <a:pt x="1872" y="285"/>
                </a:cubicBezTo>
                <a:cubicBezTo>
                  <a:pt x="1873" y="285"/>
                  <a:pt x="1874" y="285"/>
                  <a:pt x="1875" y="285"/>
                </a:cubicBezTo>
                <a:cubicBezTo>
                  <a:pt x="1876" y="285"/>
                  <a:pt x="1877" y="284"/>
                  <a:pt x="1878" y="284"/>
                </a:cubicBezTo>
                <a:cubicBezTo>
                  <a:pt x="1878" y="284"/>
                  <a:pt x="1879" y="283"/>
                  <a:pt x="1879" y="283"/>
                </a:cubicBezTo>
                <a:cubicBezTo>
                  <a:pt x="1880" y="282"/>
                  <a:pt x="1880" y="282"/>
                  <a:pt x="1880" y="281"/>
                </a:cubicBezTo>
                <a:cubicBezTo>
                  <a:pt x="1880" y="281"/>
                  <a:pt x="1879" y="280"/>
                  <a:pt x="1879" y="280"/>
                </a:cubicBezTo>
                <a:cubicBezTo>
                  <a:pt x="1878" y="279"/>
                  <a:pt x="1878" y="279"/>
                  <a:pt x="1877" y="278"/>
                </a:cubicBezTo>
                <a:cubicBezTo>
                  <a:pt x="1876" y="278"/>
                  <a:pt x="1875" y="278"/>
                  <a:pt x="1874" y="278"/>
                </a:cubicBezTo>
                <a:cubicBezTo>
                  <a:pt x="1873" y="277"/>
                  <a:pt x="1872" y="277"/>
                  <a:pt x="1871" y="277"/>
                </a:cubicBezTo>
                <a:cubicBezTo>
                  <a:pt x="1870" y="277"/>
                  <a:pt x="1868" y="277"/>
                  <a:pt x="1867" y="278"/>
                </a:cubicBezTo>
                <a:close/>
                <a:moveTo>
                  <a:pt x="2074" y="278"/>
                </a:moveTo>
                <a:cubicBezTo>
                  <a:pt x="2073" y="278"/>
                  <a:pt x="2072" y="278"/>
                  <a:pt x="2072" y="278"/>
                </a:cubicBezTo>
                <a:cubicBezTo>
                  <a:pt x="2071" y="279"/>
                  <a:pt x="2070" y="279"/>
                  <a:pt x="2070" y="280"/>
                </a:cubicBezTo>
                <a:cubicBezTo>
                  <a:pt x="2070" y="280"/>
                  <a:pt x="2070" y="281"/>
                  <a:pt x="2070" y="281"/>
                </a:cubicBezTo>
                <a:cubicBezTo>
                  <a:pt x="2070" y="282"/>
                  <a:pt x="2070" y="282"/>
                  <a:pt x="2071" y="283"/>
                </a:cubicBezTo>
                <a:cubicBezTo>
                  <a:pt x="2071" y="283"/>
                  <a:pt x="2072" y="284"/>
                  <a:pt x="2073" y="284"/>
                </a:cubicBezTo>
                <a:cubicBezTo>
                  <a:pt x="2074" y="284"/>
                  <a:pt x="2075" y="285"/>
                  <a:pt x="2076" y="285"/>
                </a:cubicBezTo>
                <a:cubicBezTo>
                  <a:pt x="2077" y="285"/>
                  <a:pt x="2078" y="285"/>
                  <a:pt x="2079" y="285"/>
                </a:cubicBezTo>
                <a:cubicBezTo>
                  <a:pt x="2080" y="285"/>
                  <a:pt x="2081" y="285"/>
                  <a:pt x="2082" y="285"/>
                </a:cubicBezTo>
                <a:cubicBezTo>
                  <a:pt x="2083" y="285"/>
                  <a:pt x="2084" y="284"/>
                  <a:pt x="2085" y="284"/>
                </a:cubicBezTo>
                <a:cubicBezTo>
                  <a:pt x="2085" y="284"/>
                  <a:pt x="2086" y="283"/>
                  <a:pt x="2086" y="283"/>
                </a:cubicBezTo>
                <a:cubicBezTo>
                  <a:pt x="2086" y="282"/>
                  <a:pt x="2087" y="282"/>
                  <a:pt x="2086" y="281"/>
                </a:cubicBezTo>
                <a:cubicBezTo>
                  <a:pt x="2086" y="281"/>
                  <a:pt x="2086" y="280"/>
                  <a:pt x="2085" y="280"/>
                </a:cubicBezTo>
                <a:cubicBezTo>
                  <a:pt x="2085" y="279"/>
                  <a:pt x="2084" y="279"/>
                  <a:pt x="2083" y="278"/>
                </a:cubicBezTo>
                <a:cubicBezTo>
                  <a:pt x="2082" y="278"/>
                  <a:pt x="2081" y="278"/>
                  <a:pt x="2080" y="278"/>
                </a:cubicBezTo>
                <a:cubicBezTo>
                  <a:pt x="2079" y="277"/>
                  <a:pt x="2078" y="277"/>
                  <a:pt x="2077" y="277"/>
                </a:cubicBezTo>
                <a:cubicBezTo>
                  <a:pt x="2076" y="277"/>
                  <a:pt x="2075" y="277"/>
                  <a:pt x="2074" y="278"/>
                </a:cubicBezTo>
                <a:close/>
                <a:moveTo>
                  <a:pt x="1289" y="278"/>
                </a:moveTo>
                <a:cubicBezTo>
                  <a:pt x="1288" y="278"/>
                  <a:pt x="1287" y="278"/>
                  <a:pt x="1287" y="278"/>
                </a:cubicBezTo>
                <a:cubicBezTo>
                  <a:pt x="1286" y="279"/>
                  <a:pt x="1285" y="279"/>
                  <a:pt x="1285" y="280"/>
                </a:cubicBezTo>
                <a:cubicBezTo>
                  <a:pt x="1285" y="280"/>
                  <a:pt x="1284" y="281"/>
                  <a:pt x="1284" y="281"/>
                </a:cubicBezTo>
                <a:cubicBezTo>
                  <a:pt x="1284" y="282"/>
                  <a:pt x="1285" y="282"/>
                  <a:pt x="1285" y="283"/>
                </a:cubicBezTo>
                <a:cubicBezTo>
                  <a:pt x="1285" y="283"/>
                  <a:pt x="1286" y="284"/>
                  <a:pt x="1287" y="284"/>
                </a:cubicBezTo>
                <a:cubicBezTo>
                  <a:pt x="1288" y="284"/>
                  <a:pt x="1288" y="285"/>
                  <a:pt x="1289" y="285"/>
                </a:cubicBezTo>
                <a:cubicBezTo>
                  <a:pt x="1290" y="285"/>
                  <a:pt x="1292" y="285"/>
                  <a:pt x="1293" y="285"/>
                </a:cubicBezTo>
                <a:cubicBezTo>
                  <a:pt x="1294" y="285"/>
                  <a:pt x="1295" y="285"/>
                  <a:pt x="1296" y="285"/>
                </a:cubicBezTo>
                <a:cubicBezTo>
                  <a:pt x="1297" y="285"/>
                  <a:pt x="1298" y="284"/>
                  <a:pt x="1299" y="284"/>
                </a:cubicBezTo>
                <a:cubicBezTo>
                  <a:pt x="1299" y="284"/>
                  <a:pt x="1300" y="283"/>
                  <a:pt x="1300" y="283"/>
                </a:cubicBezTo>
                <a:cubicBezTo>
                  <a:pt x="1301" y="282"/>
                  <a:pt x="1301" y="282"/>
                  <a:pt x="1301" y="281"/>
                </a:cubicBezTo>
                <a:cubicBezTo>
                  <a:pt x="1301" y="281"/>
                  <a:pt x="1301" y="280"/>
                  <a:pt x="1300" y="280"/>
                </a:cubicBezTo>
                <a:cubicBezTo>
                  <a:pt x="1300" y="279"/>
                  <a:pt x="1299" y="279"/>
                  <a:pt x="1298" y="278"/>
                </a:cubicBezTo>
                <a:cubicBezTo>
                  <a:pt x="1298" y="278"/>
                  <a:pt x="1297" y="278"/>
                  <a:pt x="1296" y="278"/>
                </a:cubicBezTo>
                <a:cubicBezTo>
                  <a:pt x="1295" y="277"/>
                  <a:pt x="1294" y="277"/>
                  <a:pt x="1293" y="277"/>
                </a:cubicBezTo>
                <a:cubicBezTo>
                  <a:pt x="1291" y="277"/>
                  <a:pt x="1290" y="277"/>
                  <a:pt x="1289" y="278"/>
                </a:cubicBezTo>
                <a:close/>
                <a:moveTo>
                  <a:pt x="2239" y="278"/>
                </a:moveTo>
                <a:cubicBezTo>
                  <a:pt x="2238" y="278"/>
                  <a:pt x="2237" y="278"/>
                  <a:pt x="2237" y="278"/>
                </a:cubicBezTo>
                <a:cubicBezTo>
                  <a:pt x="2236" y="279"/>
                  <a:pt x="2236" y="279"/>
                  <a:pt x="2235" y="280"/>
                </a:cubicBezTo>
                <a:cubicBezTo>
                  <a:pt x="2235" y="280"/>
                  <a:pt x="2235" y="281"/>
                  <a:pt x="2235" y="281"/>
                </a:cubicBezTo>
                <a:cubicBezTo>
                  <a:pt x="2235" y="282"/>
                  <a:pt x="2236" y="282"/>
                  <a:pt x="2236" y="283"/>
                </a:cubicBezTo>
                <a:cubicBezTo>
                  <a:pt x="2237" y="283"/>
                  <a:pt x="2238" y="284"/>
                  <a:pt x="2239" y="284"/>
                </a:cubicBezTo>
                <a:cubicBezTo>
                  <a:pt x="2239" y="284"/>
                  <a:pt x="2240" y="285"/>
                  <a:pt x="2241" y="285"/>
                </a:cubicBezTo>
                <a:cubicBezTo>
                  <a:pt x="2242" y="285"/>
                  <a:pt x="2244" y="285"/>
                  <a:pt x="2245" y="285"/>
                </a:cubicBezTo>
                <a:cubicBezTo>
                  <a:pt x="2246" y="285"/>
                  <a:pt x="2247" y="285"/>
                  <a:pt x="2248" y="285"/>
                </a:cubicBezTo>
                <a:cubicBezTo>
                  <a:pt x="2249" y="285"/>
                  <a:pt x="2250" y="284"/>
                  <a:pt x="2250" y="284"/>
                </a:cubicBezTo>
                <a:cubicBezTo>
                  <a:pt x="2251" y="284"/>
                  <a:pt x="2251" y="283"/>
                  <a:pt x="2252" y="283"/>
                </a:cubicBezTo>
                <a:cubicBezTo>
                  <a:pt x="2252" y="282"/>
                  <a:pt x="2252" y="282"/>
                  <a:pt x="2252" y="281"/>
                </a:cubicBezTo>
                <a:cubicBezTo>
                  <a:pt x="2252" y="281"/>
                  <a:pt x="2251" y="280"/>
                  <a:pt x="2251" y="280"/>
                </a:cubicBezTo>
                <a:cubicBezTo>
                  <a:pt x="2250" y="279"/>
                  <a:pt x="2249" y="279"/>
                  <a:pt x="2248" y="278"/>
                </a:cubicBezTo>
                <a:cubicBezTo>
                  <a:pt x="2248" y="278"/>
                  <a:pt x="2247" y="278"/>
                  <a:pt x="2246" y="278"/>
                </a:cubicBezTo>
                <a:cubicBezTo>
                  <a:pt x="2245" y="277"/>
                  <a:pt x="2243" y="277"/>
                  <a:pt x="2242" y="277"/>
                </a:cubicBezTo>
                <a:cubicBezTo>
                  <a:pt x="2241" y="277"/>
                  <a:pt x="2240" y="277"/>
                  <a:pt x="2239" y="278"/>
                </a:cubicBezTo>
                <a:close/>
                <a:moveTo>
                  <a:pt x="1578" y="278"/>
                </a:moveTo>
                <a:cubicBezTo>
                  <a:pt x="1577" y="278"/>
                  <a:pt x="1577" y="278"/>
                  <a:pt x="1576" y="278"/>
                </a:cubicBezTo>
                <a:cubicBezTo>
                  <a:pt x="1575" y="279"/>
                  <a:pt x="1575" y="279"/>
                  <a:pt x="1574" y="280"/>
                </a:cubicBezTo>
                <a:cubicBezTo>
                  <a:pt x="1574" y="280"/>
                  <a:pt x="1574" y="281"/>
                  <a:pt x="1574" y="281"/>
                </a:cubicBezTo>
                <a:cubicBezTo>
                  <a:pt x="1574" y="282"/>
                  <a:pt x="1574" y="282"/>
                  <a:pt x="1575" y="283"/>
                </a:cubicBezTo>
                <a:cubicBezTo>
                  <a:pt x="1575" y="283"/>
                  <a:pt x="1576" y="284"/>
                  <a:pt x="1576" y="284"/>
                </a:cubicBezTo>
                <a:cubicBezTo>
                  <a:pt x="1577" y="284"/>
                  <a:pt x="1578" y="285"/>
                  <a:pt x="1579" y="285"/>
                </a:cubicBezTo>
                <a:cubicBezTo>
                  <a:pt x="1580" y="285"/>
                  <a:pt x="1581" y="285"/>
                  <a:pt x="1582" y="285"/>
                </a:cubicBezTo>
                <a:cubicBezTo>
                  <a:pt x="1584" y="285"/>
                  <a:pt x="1585" y="285"/>
                  <a:pt x="1586" y="285"/>
                </a:cubicBezTo>
                <a:cubicBezTo>
                  <a:pt x="1587" y="285"/>
                  <a:pt x="1587" y="284"/>
                  <a:pt x="1588" y="284"/>
                </a:cubicBezTo>
                <a:cubicBezTo>
                  <a:pt x="1589" y="284"/>
                  <a:pt x="1589" y="283"/>
                  <a:pt x="1590" y="283"/>
                </a:cubicBezTo>
                <a:cubicBezTo>
                  <a:pt x="1590" y="282"/>
                  <a:pt x="1590" y="282"/>
                  <a:pt x="1590" y="281"/>
                </a:cubicBezTo>
                <a:cubicBezTo>
                  <a:pt x="1590" y="281"/>
                  <a:pt x="1590" y="280"/>
                  <a:pt x="1589" y="280"/>
                </a:cubicBezTo>
                <a:cubicBezTo>
                  <a:pt x="1589" y="279"/>
                  <a:pt x="1588" y="279"/>
                  <a:pt x="1588" y="278"/>
                </a:cubicBezTo>
                <a:cubicBezTo>
                  <a:pt x="1587" y="278"/>
                  <a:pt x="1586" y="278"/>
                  <a:pt x="1585" y="278"/>
                </a:cubicBezTo>
                <a:cubicBezTo>
                  <a:pt x="1584" y="277"/>
                  <a:pt x="1583" y="277"/>
                  <a:pt x="1582" y="277"/>
                </a:cubicBezTo>
                <a:cubicBezTo>
                  <a:pt x="1580" y="277"/>
                  <a:pt x="1579" y="277"/>
                  <a:pt x="1578" y="278"/>
                </a:cubicBezTo>
                <a:close/>
                <a:moveTo>
                  <a:pt x="1248" y="278"/>
                </a:moveTo>
                <a:cubicBezTo>
                  <a:pt x="1247" y="278"/>
                  <a:pt x="1246" y="278"/>
                  <a:pt x="1245" y="278"/>
                </a:cubicBezTo>
                <a:cubicBezTo>
                  <a:pt x="1245" y="279"/>
                  <a:pt x="1244" y="279"/>
                  <a:pt x="1244" y="280"/>
                </a:cubicBezTo>
                <a:cubicBezTo>
                  <a:pt x="1243" y="280"/>
                  <a:pt x="1243" y="281"/>
                  <a:pt x="1243" y="281"/>
                </a:cubicBezTo>
                <a:cubicBezTo>
                  <a:pt x="1243" y="282"/>
                  <a:pt x="1243" y="282"/>
                  <a:pt x="1244" y="283"/>
                </a:cubicBezTo>
                <a:cubicBezTo>
                  <a:pt x="1244" y="283"/>
                  <a:pt x="1245" y="284"/>
                  <a:pt x="1245" y="284"/>
                </a:cubicBezTo>
                <a:cubicBezTo>
                  <a:pt x="1246" y="284"/>
                  <a:pt x="1247" y="285"/>
                  <a:pt x="1248" y="285"/>
                </a:cubicBezTo>
                <a:cubicBezTo>
                  <a:pt x="1249" y="285"/>
                  <a:pt x="1250" y="285"/>
                  <a:pt x="1251" y="285"/>
                </a:cubicBezTo>
                <a:cubicBezTo>
                  <a:pt x="1252" y="285"/>
                  <a:pt x="1254" y="285"/>
                  <a:pt x="1255" y="285"/>
                </a:cubicBezTo>
                <a:cubicBezTo>
                  <a:pt x="1255" y="285"/>
                  <a:pt x="1256" y="284"/>
                  <a:pt x="1257" y="284"/>
                </a:cubicBezTo>
                <a:cubicBezTo>
                  <a:pt x="1258" y="284"/>
                  <a:pt x="1258" y="283"/>
                  <a:pt x="1259" y="283"/>
                </a:cubicBezTo>
                <a:cubicBezTo>
                  <a:pt x="1259" y="282"/>
                  <a:pt x="1260" y="282"/>
                  <a:pt x="1260" y="281"/>
                </a:cubicBezTo>
                <a:cubicBezTo>
                  <a:pt x="1260" y="281"/>
                  <a:pt x="1259" y="280"/>
                  <a:pt x="1259" y="280"/>
                </a:cubicBezTo>
                <a:cubicBezTo>
                  <a:pt x="1259" y="279"/>
                  <a:pt x="1258" y="279"/>
                  <a:pt x="1257" y="278"/>
                </a:cubicBezTo>
                <a:cubicBezTo>
                  <a:pt x="1256" y="278"/>
                  <a:pt x="1256" y="278"/>
                  <a:pt x="1255" y="278"/>
                </a:cubicBezTo>
                <a:cubicBezTo>
                  <a:pt x="1254" y="277"/>
                  <a:pt x="1252" y="277"/>
                  <a:pt x="1251" y="277"/>
                </a:cubicBezTo>
                <a:cubicBezTo>
                  <a:pt x="1250" y="277"/>
                  <a:pt x="1249" y="277"/>
                  <a:pt x="1248" y="278"/>
                </a:cubicBezTo>
                <a:close/>
                <a:moveTo>
                  <a:pt x="399" y="288"/>
                </a:moveTo>
                <a:cubicBezTo>
                  <a:pt x="398" y="288"/>
                  <a:pt x="397" y="288"/>
                  <a:pt x="396" y="289"/>
                </a:cubicBezTo>
                <a:cubicBezTo>
                  <a:pt x="395" y="289"/>
                  <a:pt x="394" y="289"/>
                  <a:pt x="394" y="290"/>
                </a:cubicBezTo>
                <a:cubicBezTo>
                  <a:pt x="393" y="290"/>
                  <a:pt x="393" y="291"/>
                  <a:pt x="393" y="291"/>
                </a:cubicBezTo>
                <a:cubicBezTo>
                  <a:pt x="393" y="292"/>
                  <a:pt x="393" y="292"/>
                  <a:pt x="393" y="293"/>
                </a:cubicBezTo>
                <a:cubicBezTo>
                  <a:pt x="393" y="293"/>
                  <a:pt x="394" y="294"/>
                  <a:pt x="394" y="294"/>
                </a:cubicBezTo>
                <a:cubicBezTo>
                  <a:pt x="395" y="295"/>
                  <a:pt x="396" y="295"/>
                  <a:pt x="397" y="295"/>
                </a:cubicBezTo>
                <a:cubicBezTo>
                  <a:pt x="398" y="295"/>
                  <a:pt x="399" y="295"/>
                  <a:pt x="400" y="295"/>
                </a:cubicBezTo>
                <a:cubicBezTo>
                  <a:pt x="401" y="295"/>
                  <a:pt x="402" y="295"/>
                  <a:pt x="403" y="295"/>
                </a:cubicBezTo>
                <a:cubicBezTo>
                  <a:pt x="404" y="295"/>
                  <a:pt x="405" y="295"/>
                  <a:pt x="406" y="294"/>
                </a:cubicBezTo>
                <a:cubicBezTo>
                  <a:pt x="407" y="294"/>
                  <a:pt x="408" y="293"/>
                  <a:pt x="408" y="293"/>
                </a:cubicBezTo>
                <a:cubicBezTo>
                  <a:pt x="409" y="292"/>
                  <a:pt x="409" y="292"/>
                  <a:pt x="409" y="291"/>
                </a:cubicBezTo>
                <a:cubicBezTo>
                  <a:pt x="410" y="291"/>
                  <a:pt x="409" y="290"/>
                  <a:pt x="409" y="290"/>
                </a:cubicBezTo>
                <a:cubicBezTo>
                  <a:pt x="409" y="289"/>
                  <a:pt x="408" y="289"/>
                  <a:pt x="408" y="289"/>
                </a:cubicBezTo>
                <a:cubicBezTo>
                  <a:pt x="407" y="288"/>
                  <a:pt x="406" y="288"/>
                  <a:pt x="405" y="288"/>
                </a:cubicBezTo>
                <a:cubicBezTo>
                  <a:pt x="404" y="287"/>
                  <a:pt x="403" y="287"/>
                  <a:pt x="402" y="287"/>
                </a:cubicBezTo>
                <a:cubicBezTo>
                  <a:pt x="401" y="287"/>
                  <a:pt x="400" y="287"/>
                  <a:pt x="399" y="288"/>
                </a:cubicBezTo>
                <a:close/>
                <a:moveTo>
                  <a:pt x="611" y="287"/>
                </a:moveTo>
                <a:cubicBezTo>
                  <a:pt x="610" y="287"/>
                  <a:pt x="610" y="287"/>
                  <a:pt x="610" y="287"/>
                </a:cubicBezTo>
                <a:cubicBezTo>
                  <a:pt x="610" y="287"/>
                  <a:pt x="610" y="287"/>
                  <a:pt x="610" y="287"/>
                </a:cubicBezTo>
                <a:cubicBezTo>
                  <a:pt x="610" y="287"/>
                  <a:pt x="609" y="287"/>
                  <a:pt x="609" y="287"/>
                </a:cubicBezTo>
                <a:cubicBezTo>
                  <a:pt x="608" y="287"/>
                  <a:pt x="607" y="287"/>
                  <a:pt x="606" y="288"/>
                </a:cubicBezTo>
                <a:cubicBezTo>
                  <a:pt x="605" y="288"/>
                  <a:pt x="604" y="288"/>
                  <a:pt x="603" y="289"/>
                </a:cubicBezTo>
                <a:cubicBezTo>
                  <a:pt x="602" y="289"/>
                  <a:pt x="602" y="289"/>
                  <a:pt x="601" y="290"/>
                </a:cubicBezTo>
                <a:cubicBezTo>
                  <a:pt x="601" y="290"/>
                  <a:pt x="600" y="291"/>
                  <a:pt x="600" y="291"/>
                </a:cubicBezTo>
                <a:cubicBezTo>
                  <a:pt x="600" y="292"/>
                  <a:pt x="600" y="292"/>
                  <a:pt x="600" y="293"/>
                </a:cubicBezTo>
                <a:cubicBezTo>
                  <a:pt x="601" y="293"/>
                  <a:pt x="601" y="294"/>
                  <a:pt x="602" y="294"/>
                </a:cubicBezTo>
                <a:cubicBezTo>
                  <a:pt x="603" y="295"/>
                  <a:pt x="604" y="295"/>
                  <a:pt x="604" y="295"/>
                </a:cubicBezTo>
                <a:cubicBezTo>
                  <a:pt x="605" y="295"/>
                  <a:pt x="606" y="295"/>
                  <a:pt x="608" y="295"/>
                </a:cubicBezTo>
                <a:cubicBezTo>
                  <a:pt x="608" y="295"/>
                  <a:pt x="608" y="295"/>
                  <a:pt x="608" y="295"/>
                </a:cubicBezTo>
                <a:cubicBezTo>
                  <a:pt x="608" y="295"/>
                  <a:pt x="608" y="295"/>
                  <a:pt x="608" y="295"/>
                </a:cubicBezTo>
                <a:cubicBezTo>
                  <a:pt x="609" y="295"/>
                  <a:pt x="609" y="295"/>
                  <a:pt x="609" y="295"/>
                </a:cubicBezTo>
                <a:cubicBezTo>
                  <a:pt x="609" y="295"/>
                  <a:pt x="609" y="295"/>
                  <a:pt x="609" y="295"/>
                </a:cubicBezTo>
                <a:cubicBezTo>
                  <a:pt x="610" y="295"/>
                  <a:pt x="611" y="295"/>
                  <a:pt x="612" y="295"/>
                </a:cubicBezTo>
                <a:cubicBezTo>
                  <a:pt x="613" y="295"/>
                  <a:pt x="614" y="294"/>
                  <a:pt x="614" y="294"/>
                </a:cubicBezTo>
                <a:cubicBezTo>
                  <a:pt x="615" y="294"/>
                  <a:pt x="616" y="293"/>
                  <a:pt x="616" y="293"/>
                </a:cubicBezTo>
                <a:cubicBezTo>
                  <a:pt x="616" y="292"/>
                  <a:pt x="617" y="292"/>
                  <a:pt x="617" y="291"/>
                </a:cubicBezTo>
                <a:cubicBezTo>
                  <a:pt x="617" y="291"/>
                  <a:pt x="617" y="290"/>
                  <a:pt x="616" y="290"/>
                </a:cubicBezTo>
                <a:cubicBezTo>
                  <a:pt x="616" y="290"/>
                  <a:pt x="616" y="289"/>
                  <a:pt x="615" y="289"/>
                </a:cubicBezTo>
                <a:cubicBezTo>
                  <a:pt x="615" y="288"/>
                  <a:pt x="614" y="288"/>
                  <a:pt x="613" y="288"/>
                </a:cubicBezTo>
                <a:cubicBezTo>
                  <a:pt x="613" y="288"/>
                  <a:pt x="612" y="288"/>
                  <a:pt x="611" y="287"/>
                </a:cubicBezTo>
                <a:cubicBezTo>
                  <a:pt x="611" y="287"/>
                  <a:pt x="611" y="287"/>
                  <a:pt x="611" y="287"/>
                </a:cubicBezTo>
                <a:close/>
                <a:moveTo>
                  <a:pt x="363" y="288"/>
                </a:moveTo>
                <a:cubicBezTo>
                  <a:pt x="363" y="287"/>
                  <a:pt x="363" y="287"/>
                  <a:pt x="362" y="287"/>
                </a:cubicBezTo>
                <a:cubicBezTo>
                  <a:pt x="362" y="287"/>
                  <a:pt x="362" y="287"/>
                  <a:pt x="362" y="287"/>
                </a:cubicBezTo>
                <a:cubicBezTo>
                  <a:pt x="361" y="287"/>
                  <a:pt x="361" y="287"/>
                  <a:pt x="361" y="287"/>
                </a:cubicBezTo>
                <a:cubicBezTo>
                  <a:pt x="360" y="287"/>
                  <a:pt x="358" y="287"/>
                  <a:pt x="357" y="288"/>
                </a:cubicBezTo>
                <a:cubicBezTo>
                  <a:pt x="356" y="288"/>
                  <a:pt x="355" y="288"/>
                  <a:pt x="355" y="289"/>
                </a:cubicBezTo>
                <a:cubicBezTo>
                  <a:pt x="354" y="289"/>
                  <a:pt x="353" y="289"/>
                  <a:pt x="352" y="290"/>
                </a:cubicBezTo>
                <a:cubicBezTo>
                  <a:pt x="352" y="290"/>
                  <a:pt x="351" y="291"/>
                  <a:pt x="351" y="291"/>
                </a:cubicBezTo>
                <a:cubicBezTo>
                  <a:pt x="351" y="292"/>
                  <a:pt x="351" y="292"/>
                  <a:pt x="352" y="293"/>
                </a:cubicBezTo>
                <a:cubicBezTo>
                  <a:pt x="352" y="293"/>
                  <a:pt x="352" y="294"/>
                  <a:pt x="353" y="294"/>
                </a:cubicBezTo>
                <a:cubicBezTo>
                  <a:pt x="354" y="295"/>
                  <a:pt x="354" y="295"/>
                  <a:pt x="355" y="295"/>
                </a:cubicBezTo>
                <a:cubicBezTo>
                  <a:pt x="356" y="295"/>
                  <a:pt x="357" y="295"/>
                  <a:pt x="358" y="295"/>
                </a:cubicBezTo>
                <a:cubicBezTo>
                  <a:pt x="359" y="295"/>
                  <a:pt x="359" y="295"/>
                  <a:pt x="359" y="295"/>
                </a:cubicBezTo>
                <a:cubicBezTo>
                  <a:pt x="360" y="295"/>
                  <a:pt x="360" y="295"/>
                  <a:pt x="360" y="295"/>
                </a:cubicBezTo>
                <a:cubicBezTo>
                  <a:pt x="360" y="295"/>
                  <a:pt x="361" y="295"/>
                  <a:pt x="361" y="295"/>
                </a:cubicBezTo>
                <a:cubicBezTo>
                  <a:pt x="361" y="295"/>
                  <a:pt x="362" y="295"/>
                  <a:pt x="362" y="295"/>
                </a:cubicBezTo>
                <a:cubicBezTo>
                  <a:pt x="363" y="295"/>
                  <a:pt x="363" y="295"/>
                  <a:pt x="364" y="295"/>
                </a:cubicBezTo>
                <a:cubicBezTo>
                  <a:pt x="365" y="294"/>
                  <a:pt x="365" y="294"/>
                  <a:pt x="366" y="294"/>
                </a:cubicBezTo>
                <a:cubicBezTo>
                  <a:pt x="366" y="293"/>
                  <a:pt x="367" y="293"/>
                  <a:pt x="367" y="293"/>
                </a:cubicBezTo>
                <a:cubicBezTo>
                  <a:pt x="368" y="292"/>
                  <a:pt x="368" y="292"/>
                  <a:pt x="368" y="291"/>
                </a:cubicBezTo>
                <a:cubicBezTo>
                  <a:pt x="368" y="291"/>
                  <a:pt x="368" y="291"/>
                  <a:pt x="368" y="290"/>
                </a:cubicBezTo>
                <a:cubicBezTo>
                  <a:pt x="368" y="290"/>
                  <a:pt x="367" y="289"/>
                  <a:pt x="367" y="289"/>
                </a:cubicBezTo>
                <a:cubicBezTo>
                  <a:pt x="367" y="289"/>
                  <a:pt x="366" y="289"/>
                  <a:pt x="366" y="288"/>
                </a:cubicBezTo>
                <a:cubicBezTo>
                  <a:pt x="365" y="288"/>
                  <a:pt x="365" y="288"/>
                  <a:pt x="364" y="288"/>
                </a:cubicBezTo>
                <a:cubicBezTo>
                  <a:pt x="364" y="288"/>
                  <a:pt x="363" y="288"/>
                  <a:pt x="363" y="288"/>
                </a:cubicBezTo>
                <a:close/>
                <a:moveTo>
                  <a:pt x="528" y="287"/>
                </a:moveTo>
                <a:cubicBezTo>
                  <a:pt x="528" y="287"/>
                  <a:pt x="527" y="287"/>
                  <a:pt x="527" y="287"/>
                </a:cubicBezTo>
                <a:cubicBezTo>
                  <a:pt x="527" y="287"/>
                  <a:pt x="527" y="287"/>
                  <a:pt x="527" y="287"/>
                </a:cubicBezTo>
                <a:cubicBezTo>
                  <a:pt x="527" y="287"/>
                  <a:pt x="527" y="287"/>
                  <a:pt x="526" y="287"/>
                </a:cubicBezTo>
                <a:cubicBezTo>
                  <a:pt x="525" y="287"/>
                  <a:pt x="524" y="287"/>
                  <a:pt x="523" y="288"/>
                </a:cubicBezTo>
                <a:cubicBezTo>
                  <a:pt x="522" y="288"/>
                  <a:pt x="521" y="288"/>
                  <a:pt x="520" y="289"/>
                </a:cubicBezTo>
                <a:cubicBezTo>
                  <a:pt x="519" y="289"/>
                  <a:pt x="519" y="289"/>
                  <a:pt x="518" y="290"/>
                </a:cubicBezTo>
                <a:cubicBezTo>
                  <a:pt x="518" y="290"/>
                  <a:pt x="517" y="291"/>
                  <a:pt x="517" y="291"/>
                </a:cubicBezTo>
                <a:cubicBezTo>
                  <a:pt x="517" y="292"/>
                  <a:pt x="517" y="292"/>
                  <a:pt x="517" y="293"/>
                </a:cubicBezTo>
                <a:cubicBezTo>
                  <a:pt x="518" y="293"/>
                  <a:pt x="518" y="294"/>
                  <a:pt x="519" y="294"/>
                </a:cubicBezTo>
                <a:cubicBezTo>
                  <a:pt x="520" y="295"/>
                  <a:pt x="520" y="295"/>
                  <a:pt x="521" y="295"/>
                </a:cubicBezTo>
                <a:cubicBezTo>
                  <a:pt x="522" y="295"/>
                  <a:pt x="523" y="295"/>
                  <a:pt x="525" y="295"/>
                </a:cubicBezTo>
                <a:cubicBezTo>
                  <a:pt x="525" y="295"/>
                  <a:pt x="525" y="295"/>
                  <a:pt x="525" y="295"/>
                </a:cubicBezTo>
                <a:cubicBezTo>
                  <a:pt x="525" y="295"/>
                  <a:pt x="525" y="295"/>
                  <a:pt x="525" y="295"/>
                </a:cubicBezTo>
                <a:cubicBezTo>
                  <a:pt x="526" y="295"/>
                  <a:pt x="526" y="295"/>
                  <a:pt x="526" y="295"/>
                </a:cubicBezTo>
                <a:cubicBezTo>
                  <a:pt x="526" y="295"/>
                  <a:pt x="526" y="295"/>
                  <a:pt x="526" y="295"/>
                </a:cubicBezTo>
                <a:cubicBezTo>
                  <a:pt x="527" y="295"/>
                  <a:pt x="528" y="295"/>
                  <a:pt x="529" y="295"/>
                </a:cubicBezTo>
                <a:cubicBezTo>
                  <a:pt x="530" y="295"/>
                  <a:pt x="531" y="294"/>
                  <a:pt x="531" y="294"/>
                </a:cubicBezTo>
                <a:cubicBezTo>
                  <a:pt x="532" y="294"/>
                  <a:pt x="533" y="293"/>
                  <a:pt x="533" y="293"/>
                </a:cubicBezTo>
                <a:cubicBezTo>
                  <a:pt x="533" y="292"/>
                  <a:pt x="534" y="292"/>
                  <a:pt x="534" y="291"/>
                </a:cubicBezTo>
                <a:cubicBezTo>
                  <a:pt x="534" y="291"/>
                  <a:pt x="534" y="290"/>
                  <a:pt x="534" y="290"/>
                </a:cubicBezTo>
                <a:cubicBezTo>
                  <a:pt x="533" y="290"/>
                  <a:pt x="533" y="289"/>
                  <a:pt x="532" y="289"/>
                </a:cubicBezTo>
                <a:cubicBezTo>
                  <a:pt x="532" y="288"/>
                  <a:pt x="531" y="288"/>
                  <a:pt x="531" y="288"/>
                </a:cubicBezTo>
                <a:cubicBezTo>
                  <a:pt x="530" y="288"/>
                  <a:pt x="529" y="288"/>
                  <a:pt x="528" y="287"/>
                </a:cubicBezTo>
                <a:cubicBezTo>
                  <a:pt x="528" y="287"/>
                  <a:pt x="528" y="287"/>
                  <a:pt x="528" y="287"/>
                </a:cubicBezTo>
                <a:close/>
                <a:moveTo>
                  <a:pt x="448" y="288"/>
                </a:moveTo>
                <a:cubicBezTo>
                  <a:pt x="447" y="288"/>
                  <a:pt x="446" y="288"/>
                  <a:pt x="445" y="287"/>
                </a:cubicBezTo>
                <a:cubicBezTo>
                  <a:pt x="445" y="287"/>
                  <a:pt x="445" y="287"/>
                  <a:pt x="445" y="287"/>
                </a:cubicBezTo>
                <a:cubicBezTo>
                  <a:pt x="445" y="287"/>
                  <a:pt x="445" y="287"/>
                  <a:pt x="444" y="287"/>
                </a:cubicBezTo>
                <a:cubicBezTo>
                  <a:pt x="444" y="287"/>
                  <a:pt x="444" y="287"/>
                  <a:pt x="444" y="287"/>
                </a:cubicBezTo>
                <a:cubicBezTo>
                  <a:pt x="444" y="287"/>
                  <a:pt x="444" y="287"/>
                  <a:pt x="444" y="287"/>
                </a:cubicBezTo>
                <a:cubicBezTo>
                  <a:pt x="442" y="287"/>
                  <a:pt x="441" y="287"/>
                  <a:pt x="440" y="288"/>
                </a:cubicBezTo>
                <a:cubicBezTo>
                  <a:pt x="439" y="288"/>
                  <a:pt x="438" y="288"/>
                  <a:pt x="437" y="289"/>
                </a:cubicBezTo>
                <a:cubicBezTo>
                  <a:pt x="437" y="289"/>
                  <a:pt x="436" y="289"/>
                  <a:pt x="435" y="290"/>
                </a:cubicBezTo>
                <a:cubicBezTo>
                  <a:pt x="435" y="290"/>
                  <a:pt x="434" y="291"/>
                  <a:pt x="434" y="291"/>
                </a:cubicBezTo>
                <a:cubicBezTo>
                  <a:pt x="434" y="292"/>
                  <a:pt x="434" y="292"/>
                  <a:pt x="435" y="293"/>
                </a:cubicBezTo>
                <a:cubicBezTo>
                  <a:pt x="435" y="293"/>
                  <a:pt x="435" y="294"/>
                  <a:pt x="436" y="294"/>
                </a:cubicBezTo>
                <a:cubicBezTo>
                  <a:pt x="437" y="295"/>
                  <a:pt x="437" y="295"/>
                  <a:pt x="438" y="295"/>
                </a:cubicBezTo>
                <a:cubicBezTo>
                  <a:pt x="439" y="295"/>
                  <a:pt x="440" y="295"/>
                  <a:pt x="442" y="295"/>
                </a:cubicBezTo>
                <a:cubicBezTo>
                  <a:pt x="442" y="295"/>
                  <a:pt x="442" y="295"/>
                  <a:pt x="442" y="295"/>
                </a:cubicBezTo>
                <a:cubicBezTo>
                  <a:pt x="442" y="295"/>
                  <a:pt x="442" y="295"/>
                  <a:pt x="442" y="295"/>
                </a:cubicBezTo>
                <a:cubicBezTo>
                  <a:pt x="443" y="295"/>
                  <a:pt x="443" y="295"/>
                  <a:pt x="443" y="295"/>
                </a:cubicBezTo>
                <a:cubicBezTo>
                  <a:pt x="443" y="295"/>
                  <a:pt x="443" y="295"/>
                  <a:pt x="443" y="295"/>
                </a:cubicBezTo>
                <a:cubicBezTo>
                  <a:pt x="443" y="295"/>
                  <a:pt x="444" y="295"/>
                  <a:pt x="444" y="295"/>
                </a:cubicBezTo>
                <a:cubicBezTo>
                  <a:pt x="444" y="295"/>
                  <a:pt x="445" y="295"/>
                  <a:pt x="445" y="295"/>
                </a:cubicBezTo>
                <a:cubicBezTo>
                  <a:pt x="445" y="295"/>
                  <a:pt x="445" y="295"/>
                  <a:pt x="446" y="295"/>
                </a:cubicBezTo>
                <a:cubicBezTo>
                  <a:pt x="446" y="295"/>
                  <a:pt x="446" y="295"/>
                  <a:pt x="446" y="295"/>
                </a:cubicBezTo>
                <a:cubicBezTo>
                  <a:pt x="448" y="294"/>
                  <a:pt x="448" y="294"/>
                  <a:pt x="448" y="294"/>
                </a:cubicBezTo>
                <a:cubicBezTo>
                  <a:pt x="448" y="294"/>
                  <a:pt x="449" y="294"/>
                  <a:pt x="450" y="293"/>
                </a:cubicBezTo>
                <a:cubicBezTo>
                  <a:pt x="450" y="293"/>
                  <a:pt x="451" y="292"/>
                  <a:pt x="451" y="291"/>
                </a:cubicBezTo>
                <a:cubicBezTo>
                  <a:pt x="451" y="291"/>
                  <a:pt x="451" y="291"/>
                  <a:pt x="451" y="291"/>
                </a:cubicBezTo>
                <a:cubicBezTo>
                  <a:pt x="451" y="291"/>
                  <a:pt x="451" y="291"/>
                  <a:pt x="451" y="291"/>
                </a:cubicBezTo>
                <a:cubicBezTo>
                  <a:pt x="451" y="290"/>
                  <a:pt x="451" y="290"/>
                  <a:pt x="451" y="290"/>
                </a:cubicBezTo>
                <a:cubicBezTo>
                  <a:pt x="451" y="290"/>
                  <a:pt x="451" y="290"/>
                  <a:pt x="451" y="290"/>
                </a:cubicBezTo>
                <a:cubicBezTo>
                  <a:pt x="450" y="289"/>
                  <a:pt x="450" y="289"/>
                  <a:pt x="449" y="289"/>
                </a:cubicBezTo>
                <a:lnTo>
                  <a:pt x="448" y="288"/>
                </a:lnTo>
                <a:close/>
                <a:moveTo>
                  <a:pt x="233" y="288"/>
                </a:moveTo>
                <a:cubicBezTo>
                  <a:pt x="232" y="288"/>
                  <a:pt x="231" y="288"/>
                  <a:pt x="230" y="289"/>
                </a:cubicBezTo>
                <a:cubicBezTo>
                  <a:pt x="229" y="289"/>
                  <a:pt x="229" y="289"/>
                  <a:pt x="228" y="290"/>
                </a:cubicBezTo>
                <a:cubicBezTo>
                  <a:pt x="227" y="290"/>
                  <a:pt x="227" y="291"/>
                  <a:pt x="227" y="291"/>
                </a:cubicBezTo>
                <a:cubicBezTo>
                  <a:pt x="227" y="292"/>
                  <a:pt x="227" y="292"/>
                  <a:pt x="227" y="293"/>
                </a:cubicBezTo>
                <a:cubicBezTo>
                  <a:pt x="227" y="293"/>
                  <a:pt x="228" y="294"/>
                  <a:pt x="228" y="294"/>
                </a:cubicBezTo>
                <a:cubicBezTo>
                  <a:pt x="229" y="295"/>
                  <a:pt x="230" y="295"/>
                  <a:pt x="231" y="295"/>
                </a:cubicBezTo>
                <a:cubicBezTo>
                  <a:pt x="232" y="295"/>
                  <a:pt x="233" y="295"/>
                  <a:pt x="234" y="295"/>
                </a:cubicBezTo>
                <a:cubicBezTo>
                  <a:pt x="235" y="295"/>
                  <a:pt x="236" y="295"/>
                  <a:pt x="237" y="295"/>
                </a:cubicBezTo>
                <a:cubicBezTo>
                  <a:pt x="238" y="295"/>
                  <a:pt x="239" y="295"/>
                  <a:pt x="240" y="294"/>
                </a:cubicBezTo>
                <a:cubicBezTo>
                  <a:pt x="241" y="294"/>
                  <a:pt x="242" y="293"/>
                  <a:pt x="242" y="293"/>
                </a:cubicBezTo>
                <a:cubicBezTo>
                  <a:pt x="243" y="292"/>
                  <a:pt x="243" y="292"/>
                  <a:pt x="243" y="291"/>
                </a:cubicBezTo>
                <a:cubicBezTo>
                  <a:pt x="244" y="291"/>
                  <a:pt x="244" y="290"/>
                  <a:pt x="243" y="290"/>
                </a:cubicBezTo>
                <a:cubicBezTo>
                  <a:pt x="243" y="289"/>
                  <a:pt x="243" y="289"/>
                  <a:pt x="242" y="289"/>
                </a:cubicBezTo>
                <a:cubicBezTo>
                  <a:pt x="241" y="288"/>
                  <a:pt x="241" y="288"/>
                  <a:pt x="240" y="288"/>
                </a:cubicBezTo>
                <a:cubicBezTo>
                  <a:pt x="239" y="287"/>
                  <a:pt x="238" y="287"/>
                  <a:pt x="236" y="287"/>
                </a:cubicBezTo>
                <a:cubicBezTo>
                  <a:pt x="235" y="287"/>
                  <a:pt x="234" y="287"/>
                  <a:pt x="233" y="288"/>
                </a:cubicBezTo>
                <a:close/>
                <a:moveTo>
                  <a:pt x="316" y="288"/>
                </a:moveTo>
                <a:cubicBezTo>
                  <a:pt x="315" y="288"/>
                  <a:pt x="314" y="288"/>
                  <a:pt x="313" y="289"/>
                </a:cubicBezTo>
                <a:cubicBezTo>
                  <a:pt x="312" y="289"/>
                  <a:pt x="312" y="289"/>
                  <a:pt x="311" y="290"/>
                </a:cubicBezTo>
                <a:cubicBezTo>
                  <a:pt x="310" y="290"/>
                  <a:pt x="310" y="291"/>
                  <a:pt x="310" y="291"/>
                </a:cubicBezTo>
                <a:cubicBezTo>
                  <a:pt x="310" y="292"/>
                  <a:pt x="310" y="292"/>
                  <a:pt x="310" y="293"/>
                </a:cubicBezTo>
                <a:cubicBezTo>
                  <a:pt x="310" y="293"/>
                  <a:pt x="311" y="294"/>
                  <a:pt x="311" y="294"/>
                </a:cubicBezTo>
                <a:cubicBezTo>
                  <a:pt x="312" y="295"/>
                  <a:pt x="313" y="295"/>
                  <a:pt x="314" y="295"/>
                </a:cubicBezTo>
                <a:cubicBezTo>
                  <a:pt x="315" y="295"/>
                  <a:pt x="316" y="295"/>
                  <a:pt x="317" y="295"/>
                </a:cubicBezTo>
                <a:cubicBezTo>
                  <a:pt x="318" y="295"/>
                  <a:pt x="319" y="295"/>
                  <a:pt x="320" y="295"/>
                </a:cubicBezTo>
                <a:cubicBezTo>
                  <a:pt x="321" y="295"/>
                  <a:pt x="322" y="295"/>
                  <a:pt x="323" y="294"/>
                </a:cubicBezTo>
                <a:cubicBezTo>
                  <a:pt x="324" y="294"/>
                  <a:pt x="325" y="293"/>
                  <a:pt x="325" y="293"/>
                </a:cubicBezTo>
                <a:cubicBezTo>
                  <a:pt x="326" y="292"/>
                  <a:pt x="326" y="292"/>
                  <a:pt x="326" y="291"/>
                </a:cubicBezTo>
                <a:cubicBezTo>
                  <a:pt x="327" y="291"/>
                  <a:pt x="326" y="290"/>
                  <a:pt x="326" y="290"/>
                </a:cubicBezTo>
                <a:cubicBezTo>
                  <a:pt x="326" y="289"/>
                  <a:pt x="325" y="289"/>
                  <a:pt x="325" y="289"/>
                </a:cubicBezTo>
                <a:cubicBezTo>
                  <a:pt x="324" y="288"/>
                  <a:pt x="323" y="288"/>
                  <a:pt x="322" y="288"/>
                </a:cubicBezTo>
                <a:cubicBezTo>
                  <a:pt x="322" y="287"/>
                  <a:pt x="320" y="287"/>
                  <a:pt x="319" y="287"/>
                </a:cubicBezTo>
                <a:cubicBezTo>
                  <a:pt x="318" y="287"/>
                  <a:pt x="317" y="287"/>
                  <a:pt x="316" y="288"/>
                </a:cubicBezTo>
                <a:close/>
                <a:moveTo>
                  <a:pt x="565" y="288"/>
                </a:moveTo>
                <a:cubicBezTo>
                  <a:pt x="563" y="288"/>
                  <a:pt x="563" y="288"/>
                  <a:pt x="562" y="289"/>
                </a:cubicBezTo>
                <a:cubicBezTo>
                  <a:pt x="561" y="289"/>
                  <a:pt x="560" y="289"/>
                  <a:pt x="560" y="290"/>
                </a:cubicBezTo>
                <a:cubicBezTo>
                  <a:pt x="559" y="290"/>
                  <a:pt x="559" y="291"/>
                  <a:pt x="559" y="291"/>
                </a:cubicBezTo>
                <a:cubicBezTo>
                  <a:pt x="559" y="292"/>
                  <a:pt x="559" y="292"/>
                  <a:pt x="559" y="293"/>
                </a:cubicBezTo>
                <a:cubicBezTo>
                  <a:pt x="559" y="293"/>
                  <a:pt x="560" y="294"/>
                  <a:pt x="560" y="294"/>
                </a:cubicBezTo>
                <a:cubicBezTo>
                  <a:pt x="561" y="295"/>
                  <a:pt x="562" y="295"/>
                  <a:pt x="563" y="295"/>
                </a:cubicBezTo>
                <a:cubicBezTo>
                  <a:pt x="564" y="295"/>
                  <a:pt x="565" y="295"/>
                  <a:pt x="566" y="295"/>
                </a:cubicBezTo>
                <a:cubicBezTo>
                  <a:pt x="567" y="295"/>
                  <a:pt x="568" y="295"/>
                  <a:pt x="569" y="295"/>
                </a:cubicBezTo>
                <a:cubicBezTo>
                  <a:pt x="570" y="295"/>
                  <a:pt x="571" y="295"/>
                  <a:pt x="572" y="294"/>
                </a:cubicBezTo>
                <a:cubicBezTo>
                  <a:pt x="573" y="294"/>
                  <a:pt x="574" y="293"/>
                  <a:pt x="574" y="293"/>
                </a:cubicBezTo>
                <a:cubicBezTo>
                  <a:pt x="575" y="292"/>
                  <a:pt x="575" y="292"/>
                  <a:pt x="575" y="291"/>
                </a:cubicBezTo>
                <a:cubicBezTo>
                  <a:pt x="575" y="291"/>
                  <a:pt x="575" y="290"/>
                  <a:pt x="575" y="290"/>
                </a:cubicBezTo>
                <a:cubicBezTo>
                  <a:pt x="575" y="289"/>
                  <a:pt x="574" y="289"/>
                  <a:pt x="573" y="289"/>
                </a:cubicBezTo>
                <a:cubicBezTo>
                  <a:pt x="573" y="288"/>
                  <a:pt x="572" y="288"/>
                  <a:pt x="571" y="288"/>
                </a:cubicBezTo>
                <a:cubicBezTo>
                  <a:pt x="570" y="287"/>
                  <a:pt x="569" y="287"/>
                  <a:pt x="568" y="287"/>
                </a:cubicBezTo>
                <a:cubicBezTo>
                  <a:pt x="567" y="287"/>
                  <a:pt x="566" y="287"/>
                  <a:pt x="565" y="288"/>
                </a:cubicBezTo>
                <a:close/>
                <a:moveTo>
                  <a:pt x="281" y="288"/>
                </a:moveTo>
                <a:cubicBezTo>
                  <a:pt x="280" y="287"/>
                  <a:pt x="279" y="287"/>
                  <a:pt x="278" y="287"/>
                </a:cubicBezTo>
                <a:cubicBezTo>
                  <a:pt x="277" y="287"/>
                  <a:pt x="276" y="287"/>
                  <a:pt x="275" y="288"/>
                </a:cubicBezTo>
                <a:cubicBezTo>
                  <a:pt x="274" y="288"/>
                  <a:pt x="273" y="288"/>
                  <a:pt x="272" y="289"/>
                </a:cubicBezTo>
                <a:cubicBezTo>
                  <a:pt x="271" y="289"/>
                  <a:pt x="270" y="289"/>
                  <a:pt x="269" y="290"/>
                </a:cubicBezTo>
                <a:cubicBezTo>
                  <a:pt x="269" y="290"/>
                  <a:pt x="269" y="291"/>
                  <a:pt x="268" y="291"/>
                </a:cubicBezTo>
                <a:cubicBezTo>
                  <a:pt x="268" y="292"/>
                  <a:pt x="268" y="292"/>
                  <a:pt x="269" y="293"/>
                </a:cubicBezTo>
                <a:cubicBezTo>
                  <a:pt x="269" y="293"/>
                  <a:pt x="269" y="294"/>
                  <a:pt x="270" y="294"/>
                </a:cubicBezTo>
                <a:cubicBezTo>
                  <a:pt x="271" y="295"/>
                  <a:pt x="271" y="295"/>
                  <a:pt x="272" y="295"/>
                </a:cubicBezTo>
                <a:cubicBezTo>
                  <a:pt x="273" y="295"/>
                  <a:pt x="274" y="295"/>
                  <a:pt x="275" y="295"/>
                </a:cubicBezTo>
                <a:cubicBezTo>
                  <a:pt x="276" y="295"/>
                  <a:pt x="276" y="295"/>
                  <a:pt x="276" y="295"/>
                </a:cubicBezTo>
                <a:cubicBezTo>
                  <a:pt x="277" y="295"/>
                  <a:pt x="277" y="295"/>
                  <a:pt x="277" y="295"/>
                </a:cubicBezTo>
                <a:cubicBezTo>
                  <a:pt x="277" y="295"/>
                  <a:pt x="278" y="295"/>
                  <a:pt x="278" y="295"/>
                </a:cubicBezTo>
                <a:cubicBezTo>
                  <a:pt x="278" y="295"/>
                  <a:pt x="278" y="295"/>
                  <a:pt x="279" y="295"/>
                </a:cubicBezTo>
                <a:cubicBezTo>
                  <a:pt x="281" y="295"/>
                  <a:pt x="284" y="294"/>
                  <a:pt x="285" y="291"/>
                </a:cubicBezTo>
                <a:cubicBezTo>
                  <a:pt x="285" y="291"/>
                  <a:pt x="285" y="291"/>
                  <a:pt x="285" y="290"/>
                </a:cubicBezTo>
                <a:cubicBezTo>
                  <a:pt x="285" y="290"/>
                  <a:pt x="285" y="289"/>
                  <a:pt x="284" y="289"/>
                </a:cubicBezTo>
                <a:cubicBezTo>
                  <a:pt x="284" y="289"/>
                  <a:pt x="283" y="289"/>
                  <a:pt x="283" y="288"/>
                </a:cubicBezTo>
                <a:cubicBezTo>
                  <a:pt x="282" y="288"/>
                  <a:pt x="282" y="288"/>
                  <a:pt x="281" y="288"/>
                </a:cubicBezTo>
                <a:cubicBezTo>
                  <a:pt x="281" y="288"/>
                  <a:pt x="282" y="288"/>
                  <a:pt x="281" y="288"/>
                </a:cubicBezTo>
                <a:close/>
                <a:moveTo>
                  <a:pt x="482" y="288"/>
                </a:moveTo>
                <a:cubicBezTo>
                  <a:pt x="481" y="288"/>
                  <a:pt x="480" y="288"/>
                  <a:pt x="479" y="289"/>
                </a:cubicBezTo>
                <a:cubicBezTo>
                  <a:pt x="478" y="289"/>
                  <a:pt x="477" y="289"/>
                  <a:pt x="477" y="290"/>
                </a:cubicBezTo>
                <a:cubicBezTo>
                  <a:pt x="476" y="290"/>
                  <a:pt x="476" y="291"/>
                  <a:pt x="476" y="291"/>
                </a:cubicBezTo>
                <a:cubicBezTo>
                  <a:pt x="476" y="292"/>
                  <a:pt x="476" y="292"/>
                  <a:pt x="476" y="293"/>
                </a:cubicBezTo>
                <a:cubicBezTo>
                  <a:pt x="476" y="293"/>
                  <a:pt x="477" y="294"/>
                  <a:pt x="477" y="294"/>
                </a:cubicBezTo>
                <a:cubicBezTo>
                  <a:pt x="478" y="295"/>
                  <a:pt x="479" y="295"/>
                  <a:pt x="480" y="295"/>
                </a:cubicBezTo>
                <a:cubicBezTo>
                  <a:pt x="481" y="295"/>
                  <a:pt x="482" y="295"/>
                  <a:pt x="483" y="295"/>
                </a:cubicBezTo>
                <a:cubicBezTo>
                  <a:pt x="484" y="295"/>
                  <a:pt x="485" y="295"/>
                  <a:pt x="486" y="295"/>
                </a:cubicBezTo>
                <a:cubicBezTo>
                  <a:pt x="487" y="295"/>
                  <a:pt x="488" y="295"/>
                  <a:pt x="489" y="294"/>
                </a:cubicBezTo>
                <a:cubicBezTo>
                  <a:pt x="490" y="294"/>
                  <a:pt x="491" y="293"/>
                  <a:pt x="491" y="293"/>
                </a:cubicBezTo>
                <a:cubicBezTo>
                  <a:pt x="492" y="292"/>
                  <a:pt x="492" y="292"/>
                  <a:pt x="492" y="291"/>
                </a:cubicBezTo>
                <a:cubicBezTo>
                  <a:pt x="492" y="291"/>
                  <a:pt x="492" y="290"/>
                  <a:pt x="492" y="290"/>
                </a:cubicBezTo>
                <a:cubicBezTo>
                  <a:pt x="492" y="289"/>
                  <a:pt x="491" y="289"/>
                  <a:pt x="491" y="289"/>
                </a:cubicBezTo>
                <a:cubicBezTo>
                  <a:pt x="490" y="288"/>
                  <a:pt x="489" y="288"/>
                  <a:pt x="488" y="288"/>
                </a:cubicBezTo>
                <a:cubicBezTo>
                  <a:pt x="487" y="287"/>
                  <a:pt x="486" y="287"/>
                  <a:pt x="485" y="287"/>
                </a:cubicBezTo>
                <a:cubicBezTo>
                  <a:pt x="484" y="287"/>
                  <a:pt x="483" y="287"/>
                  <a:pt x="482" y="288"/>
                </a:cubicBezTo>
                <a:close/>
                <a:moveTo>
                  <a:pt x="1724" y="288"/>
                </a:moveTo>
                <a:cubicBezTo>
                  <a:pt x="1723" y="288"/>
                  <a:pt x="1723" y="288"/>
                  <a:pt x="1722" y="289"/>
                </a:cubicBezTo>
                <a:cubicBezTo>
                  <a:pt x="1721" y="289"/>
                  <a:pt x="1721" y="289"/>
                  <a:pt x="1720" y="290"/>
                </a:cubicBezTo>
                <a:cubicBezTo>
                  <a:pt x="1720" y="290"/>
                  <a:pt x="1720" y="291"/>
                  <a:pt x="1720" y="291"/>
                </a:cubicBezTo>
                <a:cubicBezTo>
                  <a:pt x="1720" y="292"/>
                  <a:pt x="1720" y="292"/>
                  <a:pt x="1721" y="293"/>
                </a:cubicBezTo>
                <a:cubicBezTo>
                  <a:pt x="1721" y="293"/>
                  <a:pt x="1722" y="294"/>
                  <a:pt x="1723" y="294"/>
                </a:cubicBezTo>
                <a:cubicBezTo>
                  <a:pt x="1724" y="295"/>
                  <a:pt x="1724" y="295"/>
                  <a:pt x="1725" y="295"/>
                </a:cubicBezTo>
                <a:cubicBezTo>
                  <a:pt x="1727" y="295"/>
                  <a:pt x="1728" y="295"/>
                  <a:pt x="1729" y="295"/>
                </a:cubicBezTo>
                <a:cubicBezTo>
                  <a:pt x="1730" y="295"/>
                  <a:pt x="1731" y="295"/>
                  <a:pt x="1732" y="295"/>
                </a:cubicBezTo>
                <a:cubicBezTo>
                  <a:pt x="1733" y="295"/>
                  <a:pt x="1734" y="295"/>
                  <a:pt x="1734" y="294"/>
                </a:cubicBezTo>
                <a:cubicBezTo>
                  <a:pt x="1735" y="294"/>
                  <a:pt x="1736" y="293"/>
                  <a:pt x="1736" y="293"/>
                </a:cubicBezTo>
                <a:cubicBezTo>
                  <a:pt x="1736" y="292"/>
                  <a:pt x="1737" y="292"/>
                  <a:pt x="1736" y="291"/>
                </a:cubicBezTo>
                <a:cubicBezTo>
                  <a:pt x="1736" y="291"/>
                  <a:pt x="1736" y="290"/>
                  <a:pt x="1736" y="290"/>
                </a:cubicBezTo>
                <a:cubicBezTo>
                  <a:pt x="1735" y="289"/>
                  <a:pt x="1734" y="289"/>
                  <a:pt x="1734" y="289"/>
                </a:cubicBezTo>
                <a:cubicBezTo>
                  <a:pt x="1733" y="288"/>
                  <a:pt x="1732" y="288"/>
                  <a:pt x="1731" y="288"/>
                </a:cubicBezTo>
                <a:cubicBezTo>
                  <a:pt x="1730" y="287"/>
                  <a:pt x="1729" y="287"/>
                  <a:pt x="1728" y="287"/>
                </a:cubicBezTo>
                <a:cubicBezTo>
                  <a:pt x="1726" y="287"/>
                  <a:pt x="1725" y="287"/>
                  <a:pt x="1724" y="288"/>
                </a:cubicBezTo>
                <a:close/>
                <a:moveTo>
                  <a:pt x="1310" y="288"/>
                </a:moveTo>
                <a:cubicBezTo>
                  <a:pt x="1309" y="288"/>
                  <a:pt x="1308" y="288"/>
                  <a:pt x="1308" y="289"/>
                </a:cubicBezTo>
                <a:cubicBezTo>
                  <a:pt x="1307" y="289"/>
                  <a:pt x="1306" y="289"/>
                  <a:pt x="1306" y="290"/>
                </a:cubicBezTo>
                <a:cubicBezTo>
                  <a:pt x="1305" y="290"/>
                  <a:pt x="1305" y="291"/>
                  <a:pt x="1305" y="291"/>
                </a:cubicBezTo>
                <a:cubicBezTo>
                  <a:pt x="1305" y="292"/>
                  <a:pt x="1305" y="292"/>
                  <a:pt x="1306" y="293"/>
                </a:cubicBezTo>
                <a:cubicBezTo>
                  <a:pt x="1306" y="293"/>
                  <a:pt x="1307" y="294"/>
                  <a:pt x="1308" y="294"/>
                </a:cubicBezTo>
                <a:cubicBezTo>
                  <a:pt x="1308" y="295"/>
                  <a:pt x="1309" y="295"/>
                  <a:pt x="1310" y="295"/>
                </a:cubicBezTo>
                <a:cubicBezTo>
                  <a:pt x="1311" y="295"/>
                  <a:pt x="1312" y="295"/>
                  <a:pt x="1314" y="295"/>
                </a:cubicBezTo>
                <a:cubicBezTo>
                  <a:pt x="1315" y="295"/>
                  <a:pt x="1316" y="295"/>
                  <a:pt x="1317" y="295"/>
                </a:cubicBezTo>
                <a:cubicBezTo>
                  <a:pt x="1318" y="295"/>
                  <a:pt x="1319" y="295"/>
                  <a:pt x="1319" y="294"/>
                </a:cubicBezTo>
                <a:cubicBezTo>
                  <a:pt x="1320" y="294"/>
                  <a:pt x="1321" y="293"/>
                  <a:pt x="1321" y="293"/>
                </a:cubicBezTo>
                <a:cubicBezTo>
                  <a:pt x="1322" y="292"/>
                  <a:pt x="1322" y="292"/>
                  <a:pt x="1322" y="291"/>
                </a:cubicBezTo>
                <a:cubicBezTo>
                  <a:pt x="1322" y="291"/>
                  <a:pt x="1322" y="290"/>
                  <a:pt x="1321" y="290"/>
                </a:cubicBezTo>
                <a:cubicBezTo>
                  <a:pt x="1321" y="289"/>
                  <a:pt x="1320" y="289"/>
                  <a:pt x="1319" y="289"/>
                </a:cubicBezTo>
                <a:cubicBezTo>
                  <a:pt x="1319" y="288"/>
                  <a:pt x="1318" y="288"/>
                  <a:pt x="1317" y="288"/>
                </a:cubicBezTo>
                <a:cubicBezTo>
                  <a:pt x="1316" y="287"/>
                  <a:pt x="1315" y="287"/>
                  <a:pt x="1313" y="287"/>
                </a:cubicBezTo>
                <a:cubicBezTo>
                  <a:pt x="1312" y="287"/>
                  <a:pt x="1311" y="287"/>
                  <a:pt x="1310" y="288"/>
                </a:cubicBezTo>
                <a:close/>
                <a:moveTo>
                  <a:pt x="1144" y="288"/>
                </a:moveTo>
                <a:cubicBezTo>
                  <a:pt x="1143" y="288"/>
                  <a:pt x="1143" y="288"/>
                  <a:pt x="1142" y="289"/>
                </a:cubicBezTo>
                <a:cubicBezTo>
                  <a:pt x="1141" y="289"/>
                  <a:pt x="1140" y="289"/>
                  <a:pt x="1140" y="290"/>
                </a:cubicBezTo>
                <a:cubicBezTo>
                  <a:pt x="1140" y="290"/>
                  <a:pt x="1139" y="291"/>
                  <a:pt x="1139" y="291"/>
                </a:cubicBezTo>
                <a:cubicBezTo>
                  <a:pt x="1139" y="292"/>
                  <a:pt x="1139" y="292"/>
                  <a:pt x="1140" y="293"/>
                </a:cubicBezTo>
                <a:cubicBezTo>
                  <a:pt x="1140" y="293"/>
                  <a:pt x="1141" y="294"/>
                  <a:pt x="1142" y="294"/>
                </a:cubicBezTo>
                <a:cubicBezTo>
                  <a:pt x="1142" y="295"/>
                  <a:pt x="1143" y="295"/>
                  <a:pt x="1144" y="295"/>
                </a:cubicBezTo>
                <a:cubicBezTo>
                  <a:pt x="1145" y="295"/>
                  <a:pt x="1146" y="295"/>
                  <a:pt x="1147" y="295"/>
                </a:cubicBezTo>
                <a:cubicBezTo>
                  <a:pt x="1149" y="295"/>
                  <a:pt x="1150" y="295"/>
                  <a:pt x="1151" y="295"/>
                </a:cubicBezTo>
                <a:cubicBezTo>
                  <a:pt x="1152" y="295"/>
                  <a:pt x="1153" y="295"/>
                  <a:pt x="1153" y="294"/>
                </a:cubicBezTo>
                <a:cubicBezTo>
                  <a:pt x="1154" y="294"/>
                  <a:pt x="1155" y="293"/>
                  <a:pt x="1155" y="293"/>
                </a:cubicBezTo>
                <a:cubicBezTo>
                  <a:pt x="1156" y="292"/>
                  <a:pt x="1156" y="292"/>
                  <a:pt x="1156" y="291"/>
                </a:cubicBezTo>
                <a:cubicBezTo>
                  <a:pt x="1156" y="291"/>
                  <a:pt x="1156" y="290"/>
                  <a:pt x="1155" y="290"/>
                </a:cubicBezTo>
                <a:cubicBezTo>
                  <a:pt x="1155" y="289"/>
                  <a:pt x="1154" y="289"/>
                  <a:pt x="1154" y="289"/>
                </a:cubicBezTo>
                <a:cubicBezTo>
                  <a:pt x="1153" y="288"/>
                  <a:pt x="1152" y="288"/>
                  <a:pt x="1151" y="288"/>
                </a:cubicBezTo>
                <a:cubicBezTo>
                  <a:pt x="1150" y="287"/>
                  <a:pt x="1149" y="287"/>
                  <a:pt x="1148" y="287"/>
                </a:cubicBezTo>
                <a:cubicBezTo>
                  <a:pt x="1147" y="287"/>
                  <a:pt x="1145" y="287"/>
                  <a:pt x="1144" y="288"/>
                </a:cubicBezTo>
                <a:close/>
                <a:moveTo>
                  <a:pt x="1607" y="288"/>
                </a:moveTo>
                <a:cubicBezTo>
                  <a:pt x="1606" y="287"/>
                  <a:pt x="1604" y="287"/>
                  <a:pt x="1603" y="287"/>
                </a:cubicBezTo>
                <a:cubicBezTo>
                  <a:pt x="1602" y="287"/>
                  <a:pt x="1601" y="287"/>
                  <a:pt x="1600" y="288"/>
                </a:cubicBezTo>
                <a:cubicBezTo>
                  <a:pt x="1599" y="288"/>
                  <a:pt x="1598" y="288"/>
                  <a:pt x="1598" y="289"/>
                </a:cubicBezTo>
                <a:cubicBezTo>
                  <a:pt x="1597" y="289"/>
                  <a:pt x="1596" y="289"/>
                  <a:pt x="1596" y="290"/>
                </a:cubicBezTo>
                <a:cubicBezTo>
                  <a:pt x="1596" y="290"/>
                  <a:pt x="1595" y="291"/>
                  <a:pt x="1595" y="291"/>
                </a:cubicBezTo>
                <a:cubicBezTo>
                  <a:pt x="1596" y="292"/>
                  <a:pt x="1596" y="292"/>
                  <a:pt x="1596" y="293"/>
                </a:cubicBezTo>
                <a:cubicBezTo>
                  <a:pt x="1597" y="293"/>
                  <a:pt x="1597" y="294"/>
                  <a:pt x="1598" y="294"/>
                </a:cubicBezTo>
                <a:cubicBezTo>
                  <a:pt x="1599" y="295"/>
                  <a:pt x="1600" y="295"/>
                  <a:pt x="1601" y="295"/>
                </a:cubicBezTo>
                <a:cubicBezTo>
                  <a:pt x="1602" y="295"/>
                  <a:pt x="1603" y="295"/>
                  <a:pt x="1604" y="295"/>
                </a:cubicBezTo>
                <a:cubicBezTo>
                  <a:pt x="1604" y="295"/>
                  <a:pt x="1605" y="295"/>
                  <a:pt x="1605" y="295"/>
                </a:cubicBezTo>
                <a:cubicBezTo>
                  <a:pt x="1605" y="295"/>
                  <a:pt x="1606" y="295"/>
                  <a:pt x="1606" y="295"/>
                </a:cubicBezTo>
                <a:cubicBezTo>
                  <a:pt x="1606" y="295"/>
                  <a:pt x="1606" y="295"/>
                  <a:pt x="1607" y="295"/>
                </a:cubicBezTo>
                <a:cubicBezTo>
                  <a:pt x="1607" y="295"/>
                  <a:pt x="1607" y="295"/>
                  <a:pt x="1607" y="295"/>
                </a:cubicBezTo>
                <a:cubicBezTo>
                  <a:pt x="1608" y="295"/>
                  <a:pt x="1608" y="295"/>
                  <a:pt x="1608" y="295"/>
                </a:cubicBezTo>
                <a:cubicBezTo>
                  <a:pt x="1608" y="295"/>
                  <a:pt x="1609" y="295"/>
                  <a:pt x="1609" y="295"/>
                </a:cubicBezTo>
                <a:cubicBezTo>
                  <a:pt x="1609" y="295"/>
                  <a:pt x="1609" y="295"/>
                  <a:pt x="1609" y="295"/>
                </a:cubicBezTo>
                <a:cubicBezTo>
                  <a:pt x="1610" y="294"/>
                  <a:pt x="1610" y="294"/>
                  <a:pt x="1610" y="294"/>
                </a:cubicBezTo>
                <a:cubicBezTo>
                  <a:pt x="1611" y="294"/>
                  <a:pt x="1612" y="293"/>
                  <a:pt x="1612" y="291"/>
                </a:cubicBezTo>
                <a:cubicBezTo>
                  <a:pt x="1612" y="291"/>
                  <a:pt x="1612" y="291"/>
                  <a:pt x="1612" y="291"/>
                </a:cubicBezTo>
                <a:cubicBezTo>
                  <a:pt x="1612" y="290"/>
                  <a:pt x="1611" y="290"/>
                  <a:pt x="1611" y="290"/>
                </a:cubicBezTo>
                <a:cubicBezTo>
                  <a:pt x="1611" y="290"/>
                  <a:pt x="1611" y="289"/>
                  <a:pt x="1610" y="289"/>
                </a:cubicBezTo>
                <a:cubicBezTo>
                  <a:pt x="1610" y="289"/>
                  <a:pt x="1610" y="289"/>
                  <a:pt x="1609" y="289"/>
                </a:cubicBezTo>
                <a:cubicBezTo>
                  <a:pt x="1609" y="288"/>
                  <a:pt x="1609" y="288"/>
                  <a:pt x="1609" y="288"/>
                </a:cubicBezTo>
                <a:cubicBezTo>
                  <a:pt x="1609" y="288"/>
                  <a:pt x="1608" y="288"/>
                  <a:pt x="1608" y="288"/>
                </a:cubicBezTo>
                <a:cubicBezTo>
                  <a:pt x="1608" y="288"/>
                  <a:pt x="1608" y="288"/>
                  <a:pt x="1607" y="288"/>
                </a:cubicBezTo>
                <a:cubicBezTo>
                  <a:pt x="1607" y="288"/>
                  <a:pt x="1607" y="288"/>
                  <a:pt x="1607" y="288"/>
                </a:cubicBezTo>
                <a:cubicBezTo>
                  <a:pt x="1606" y="288"/>
                  <a:pt x="1607" y="288"/>
                  <a:pt x="1607" y="288"/>
                </a:cubicBezTo>
                <a:close/>
                <a:moveTo>
                  <a:pt x="2023" y="288"/>
                </a:moveTo>
                <a:cubicBezTo>
                  <a:pt x="2022" y="288"/>
                  <a:pt x="2022" y="288"/>
                  <a:pt x="2022" y="288"/>
                </a:cubicBezTo>
                <a:cubicBezTo>
                  <a:pt x="2021" y="288"/>
                  <a:pt x="2021" y="288"/>
                  <a:pt x="2020" y="288"/>
                </a:cubicBezTo>
                <a:cubicBezTo>
                  <a:pt x="2020" y="288"/>
                  <a:pt x="2020" y="287"/>
                  <a:pt x="2019" y="287"/>
                </a:cubicBezTo>
                <a:cubicBezTo>
                  <a:pt x="2019" y="287"/>
                  <a:pt x="2019" y="287"/>
                  <a:pt x="2019" y="287"/>
                </a:cubicBezTo>
                <a:cubicBezTo>
                  <a:pt x="2019" y="287"/>
                  <a:pt x="2019" y="287"/>
                  <a:pt x="2018" y="287"/>
                </a:cubicBezTo>
                <a:cubicBezTo>
                  <a:pt x="2018" y="287"/>
                  <a:pt x="2018" y="287"/>
                  <a:pt x="2018" y="287"/>
                </a:cubicBezTo>
                <a:cubicBezTo>
                  <a:pt x="2018" y="287"/>
                  <a:pt x="2018" y="287"/>
                  <a:pt x="2018" y="287"/>
                </a:cubicBezTo>
                <a:cubicBezTo>
                  <a:pt x="2017" y="287"/>
                  <a:pt x="2017" y="287"/>
                  <a:pt x="2017" y="287"/>
                </a:cubicBezTo>
                <a:cubicBezTo>
                  <a:pt x="2017" y="287"/>
                  <a:pt x="2017" y="287"/>
                  <a:pt x="2017" y="287"/>
                </a:cubicBezTo>
                <a:cubicBezTo>
                  <a:pt x="2017" y="287"/>
                  <a:pt x="2016" y="287"/>
                  <a:pt x="2016" y="287"/>
                </a:cubicBezTo>
                <a:cubicBezTo>
                  <a:pt x="2016" y="287"/>
                  <a:pt x="2016" y="287"/>
                  <a:pt x="2016" y="287"/>
                </a:cubicBezTo>
                <a:cubicBezTo>
                  <a:pt x="2015" y="288"/>
                  <a:pt x="2014" y="288"/>
                  <a:pt x="2013" y="288"/>
                </a:cubicBezTo>
                <a:cubicBezTo>
                  <a:pt x="2013" y="288"/>
                  <a:pt x="2012" y="288"/>
                  <a:pt x="2011" y="289"/>
                </a:cubicBezTo>
                <a:cubicBezTo>
                  <a:pt x="2011" y="289"/>
                  <a:pt x="2011" y="290"/>
                  <a:pt x="2010" y="290"/>
                </a:cubicBezTo>
                <a:cubicBezTo>
                  <a:pt x="2010" y="290"/>
                  <a:pt x="2010" y="291"/>
                  <a:pt x="2010" y="291"/>
                </a:cubicBezTo>
                <a:cubicBezTo>
                  <a:pt x="2010" y="292"/>
                  <a:pt x="2011" y="292"/>
                  <a:pt x="2011" y="293"/>
                </a:cubicBezTo>
                <a:cubicBezTo>
                  <a:pt x="2011" y="293"/>
                  <a:pt x="2012" y="294"/>
                  <a:pt x="2013" y="294"/>
                </a:cubicBezTo>
                <a:cubicBezTo>
                  <a:pt x="2013" y="294"/>
                  <a:pt x="2014" y="295"/>
                  <a:pt x="2015" y="295"/>
                </a:cubicBezTo>
                <a:cubicBezTo>
                  <a:pt x="2016" y="295"/>
                  <a:pt x="2017" y="295"/>
                  <a:pt x="2018" y="295"/>
                </a:cubicBezTo>
                <a:cubicBezTo>
                  <a:pt x="2018" y="295"/>
                  <a:pt x="2018" y="295"/>
                  <a:pt x="2018" y="295"/>
                </a:cubicBezTo>
                <a:cubicBezTo>
                  <a:pt x="2018" y="295"/>
                  <a:pt x="2018" y="295"/>
                  <a:pt x="2019" y="295"/>
                </a:cubicBezTo>
                <a:cubicBezTo>
                  <a:pt x="2019" y="295"/>
                  <a:pt x="2019" y="295"/>
                  <a:pt x="2019" y="295"/>
                </a:cubicBezTo>
                <a:cubicBezTo>
                  <a:pt x="2019" y="295"/>
                  <a:pt x="2019" y="295"/>
                  <a:pt x="2019" y="295"/>
                </a:cubicBezTo>
                <a:cubicBezTo>
                  <a:pt x="2020" y="295"/>
                  <a:pt x="2020" y="295"/>
                  <a:pt x="2020" y="295"/>
                </a:cubicBezTo>
                <a:cubicBezTo>
                  <a:pt x="2020" y="295"/>
                  <a:pt x="2020" y="295"/>
                  <a:pt x="2020" y="295"/>
                </a:cubicBezTo>
                <a:cubicBezTo>
                  <a:pt x="2020" y="295"/>
                  <a:pt x="2021" y="295"/>
                  <a:pt x="2021" y="295"/>
                </a:cubicBezTo>
                <a:cubicBezTo>
                  <a:pt x="2021" y="295"/>
                  <a:pt x="2021" y="295"/>
                  <a:pt x="2021" y="295"/>
                </a:cubicBezTo>
                <a:cubicBezTo>
                  <a:pt x="2021" y="295"/>
                  <a:pt x="2022" y="295"/>
                  <a:pt x="2022" y="295"/>
                </a:cubicBezTo>
                <a:cubicBezTo>
                  <a:pt x="2023" y="295"/>
                  <a:pt x="2023" y="295"/>
                  <a:pt x="2023" y="295"/>
                </a:cubicBezTo>
                <a:cubicBezTo>
                  <a:pt x="2024" y="295"/>
                  <a:pt x="2024" y="295"/>
                  <a:pt x="2024" y="295"/>
                </a:cubicBezTo>
                <a:cubicBezTo>
                  <a:pt x="2025" y="295"/>
                  <a:pt x="2025" y="294"/>
                  <a:pt x="2025" y="294"/>
                </a:cubicBezTo>
                <a:cubicBezTo>
                  <a:pt x="2026" y="294"/>
                  <a:pt x="2026" y="294"/>
                  <a:pt x="2027" y="293"/>
                </a:cubicBezTo>
                <a:cubicBezTo>
                  <a:pt x="2027" y="292"/>
                  <a:pt x="2027" y="292"/>
                  <a:pt x="2027" y="291"/>
                </a:cubicBezTo>
                <a:cubicBezTo>
                  <a:pt x="2027" y="291"/>
                  <a:pt x="2027" y="291"/>
                  <a:pt x="2027" y="291"/>
                </a:cubicBezTo>
                <a:cubicBezTo>
                  <a:pt x="2027" y="291"/>
                  <a:pt x="2027" y="291"/>
                  <a:pt x="2026" y="291"/>
                </a:cubicBezTo>
                <a:cubicBezTo>
                  <a:pt x="2026" y="290"/>
                  <a:pt x="2026" y="290"/>
                  <a:pt x="2026" y="290"/>
                </a:cubicBezTo>
                <a:cubicBezTo>
                  <a:pt x="2026" y="290"/>
                  <a:pt x="2026" y="290"/>
                  <a:pt x="2026" y="290"/>
                </a:cubicBezTo>
                <a:cubicBezTo>
                  <a:pt x="2025" y="289"/>
                  <a:pt x="2024" y="289"/>
                  <a:pt x="2024" y="289"/>
                </a:cubicBezTo>
                <a:cubicBezTo>
                  <a:pt x="2023" y="288"/>
                  <a:pt x="2023" y="288"/>
                  <a:pt x="2023" y="288"/>
                </a:cubicBezTo>
                <a:close/>
                <a:moveTo>
                  <a:pt x="2139" y="288"/>
                </a:moveTo>
                <a:cubicBezTo>
                  <a:pt x="2138" y="288"/>
                  <a:pt x="2137" y="288"/>
                  <a:pt x="2136" y="289"/>
                </a:cubicBezTo>
                <a:cubicBezTo>
                  <a:pt x="2136" y="289"/>
                  <a:pt x="2135" y="289"/>
                  <a:pt x="2135" y="290"/>
                </a:cubicBezTo>
                <a:cubicBezTo>
                  <a:pt x="2135" y="290"/>
                  <a:pt x="2134" y="291"/>
                  <a:pt x="2135" y="291"/>
                </a:cubicBezTo>
                <a:cubicBezTo>
                  <a:pt x="2135" y="292"/>
                  <a:pt x="2135" y="292"/>
                  <a:pt x="2136" y="293"/>
                </a:cubicBezTo>
                <a:cubicBezTo>
                  <a:pt x="2136" y="293"/>
                  <a:pt x="2137" y="294"/>
                  <a:pt x="2138" y="294"/>
                </a:cubicBezTo>
                <a:cubicBezTo>
                  <a:pt x="2139" y="295"/>
                  <a:pt x="2140" y="295"/>
                  <a:pt x="2141" y="295"/>
                </a:cubicBezTo>
                <a:cubicBezTo>
                  <a:pt x="2142" y="295"/>
                  <a:pt x="2143" y="295"/>
                  <a:pt x="2144" y="295"/>
                </a:cubicBezTo>
                <a:cubicBezTo>
                  <a:pt x="2145" y="295"/>
                  <a:pt x="2146" y="295"/>
                  <a:pt x="2147" y="295"/>
                </a:cubicBezTo>
                <a:cubicBezTo>
                  <a:pt x="2148" y="295"/>
                  <a:pt x="2149" y="295"/>
                  <a:pt x="2150" y="294"/>
                </a:cubicBezTo>
                <a:cubicBezTo>
                  <a:pt x="2150" y="294"/>
                  <a:pt x="2151" y="293"/>
                  <a:pt x="2151" y="293"/>
                </a:cubicBezTo>
                <a:cubicBezTo>
                  <a:pt x="2151" y="292"/>
                  <a:pt x="2151" y="292"/>
                  <a:pt x="2151" y="291"/>
                </a:cubicBezTo>
                <a:cubicBezTo>
                  <a:pt x="2151" y="291"/>
                  <a:pt x="2151" y="290"/>
                  <a:pt x="2150" y="290"/>
                </a:cubicBezTo>
                <a:cubicBezTo>
                  <a:pt x="2150" y="289"/>
                  <a:pt x="2149" y="289"/>
                  <a:pt x="2148" y="289"/>
                </a:cubicBezTo>
                <a:cubicBezTo>
                  <a:pt x="2147" y="288"/>
                  <a:pt x="2146" y="288"/>
                  <a:pt x="2145" y="288"/>
                </a:cubicBezTo>
                <a:cubicBezTo>
                  <a:pt x="2144" y="287"/>
                  <a:pt x="2143" y="287"/>
                  <a:pt x="2142" y="287"/>
                </a:cubicBezTo>
                <a:cubicBezTo>
                  <a:pt x="2141" y="287"/>
                  <a:pt x="2140" y="287"/>
                  <a:pt x="2139" y="288"/>
                </a:cubicBezTo>
                <a:close/>
                <a:moveTo>
                  <a:pt x="1273" y="287"/>
                </a:moveTo>
                <a:cubicBezTo>
                  <a:pt x="1273" y="287"/>
                  <a:pt x="1273" y="287"/>
                  <a:pt x="1273" y="287"/>
                </a:cubicBezTo>
                <a:cubicBezTo>
                  <a:pt x="1273" y="287"/>
                  <a:pt x="1273" y="287"/>
                  <a:pt x="1272" y="287"/>
                </a:cubicBezTo>
                <a:cubicBezTo>
                  <a:pt x="1272" y="287"/>
                  <a:pt x="1272" y="287"/>
                  <a:pt x="1272" y="287"/>
                </a:cubicBezTo>
                <a:cubicBezTo>
                  <a:pt x="1271" y="287"/>
                  <a:pt x="1270" y="287"/>
                  <a:pt x="1269" y="288"/>
                </a:cubicBezTo>
                <a:cubicBezTo>
                  <a:pt x="1268" y="288"/>
                  <a:pt x="1267" y="288"/>
                  <a:pt x="1266" y="289"/>
                </a:cubicBezTo>
                <a:cubicBezTo>
                  <a:pt x="1265" y="289"/>
                  <a:pt x="1265" y="289"/>
                  <a:pt x="1264" y="290"/>
                </a:cubicBezTo>
                <a:cubicBezTo>
                  <a:pt x="1264" y="290"/>
                  <a:pt x="1264" y="291"/>
                  <a:pt x="1264" y="291"/>
                </a:cubicBezTo>
                <a:cubicBezTo>
                  <a:pt x="1264" y="292"/>
                  <a:pt x="1264" y="292"/>
                  <a:pt x="1264" y="293"/>
                </a:cubicBezTo>
                <a:cubicBezTo>
                  <a:pt x="1265" y="293"/>
                  <a:pt x="1265" y="294"/>
                  <a:pt x="1266" y="294"/>
                </a:cubicBezTo>
                <a:cubicBezTo>
                  <a:pt x="1267" y="295"/>
                  <a:pt x="1268" y="295"/>
                  <a:pt x="1269" y="295"/>
                </a:cubicBezTo>
                <a:cubicBezTo>
                  <a:pt x="1270" y="295"/>
                  <a:pt x="1271" y="295"/>
                  <a:pt x="1272" y="295"/>
                </a:cubicBezTo>
                <a:cubicBezTo>
                  <a:pt x="1272" y="295"/>
                  <a:pt x="1272" y="295"/>
                  <a:pt x="1272" y="295"/>
                </a:cubicBezTo>
                <a:cubicBezTo>
                  <a:pt x="1273" y="295"/>
                  <a:pt x="1273" y="295"/>
                  <a:pt x="1273" y="295"/>
                </a:cubicBezTo>
                <a:cubicBezTo>
                  <a:pt x="1273" y="295"/>
                  <a:pt x="1273" y="295"/>
                  <a:pt x="1273" y="295"/>
                </a:cubicBezTo>
                <a:cubicBezTo>
                  <a:pt x="1273" y="295"/>
                  <a:pt x="1274" y="295"/>
                  <a:pt x="1274" y="295"/>
                </a:cubicBezTo>
                <a:cubicBezTo>
                  <a:pt x="1275" y="295"/>
                  <a:pt x="1275" y="295"/>
                  <a:pt x="1276" y="295"/>
                </a:cubicBezTo>
                <a:cubicBezTo>
                  <a:pt x="1277" y="295"/>
                  <a:pt x="1278" y="294"/>
                  <a:pt x="1278" y="294"/>
                </a:cubicBezTo>
                <a:cubicBezTo>
                  <a:pt x="1279" y="294"/>
                  <a:pt x="1279" y="293"/>
                  <a:pt x="1280" y="293"/>
                </a:cubicBezTo>
                <a:cubicBezTo>
                  <a:pt x="1280" y="292"/>
                  <a:pt x="1280" y="292"/>
                  <a:pt x="1280" y="291"/>
                </a:cubicBezTo>
                <a:cubicBezTo>
                  <a:pt x="1280" y="291"/>
                  <a:pt x="1280" y="290"/>
                  <a:pt x="1280" y="290"/>
                </a:cubicBezTo>
                <a:cubicBezTo>
                  <a:pt x="1279" y="290"/>
                  <a:pt x="1279" y="289"/>
                  <a:pt x="1278" y="289"/>
                </a:cubicBezTo>
                <a:cubicBezTo>
                  <a:pt x="1278" y="288"/>
                  <a:pt x="1277" y="288"/>
                  <a:pt x="1276" y="288"/>
                </a:cubicBezTo>
                <a:cubicBezTo>
                  <a:pt x="1275" y="288"/>
                  <a:pt x="1275" y="288"/>
                  <a:pt x="1274" y="287"/>
                </a:cubicBezTo>
                <a:cubicBezTo>
                  <a:pt x="1273" y="287"/>
                  <a:pt x="1273" y="287"/>
                  <a:pt x="1273" y="287"/>
                </a:cubicBezTo>
                <a:close/>
                <a:moveTo>
                  <a:pt x="1938" y="288"/>
                </a:moveTo>
                <a:cubicBezTo>
                  <a:pt x="1937" y="287"/>
                  <a:pt x="1936" y="287"/>
                  <a:pt x="1935" y="287"/>
                </a:cubicBezTo>
                <a:cubicBezTo>
                  <a:pt x="1934" y="287"/>
                  <a:pt x="1932" y="287"/>
                  <a:pt x="1932" y="288"/>
                </a:cubicBezTo>
                <a:cubicBezTo>
                  <a:pt x="1931" y="288"/>
                  <a:pt x="1930" y="288"/>
                  <a:pt x="1929" y="289"/>
                </a:cubicBezTo>
                <a:cubicBezTo>
                  <a:pt x="1928" y="289"/>
                  <a:pt x="1928" y="289"/>
                  <a:pt x="1928" y="290"/>
                </a:cubicBezTo>
                <a:cubicBezTo>
                  <a:pt x="1927" y="290"/>
                  <a:pt x="1927" y="291"/>
                  <a:pt x="1927" y="291"/>
                </a:cubicBezTo>
                <a:cubicBezTo>
                  <a:pt x="1927" y="292"/>
                  <a:pt x="1928" y="292"/>
                  <a:pt x="1928" y="293"/>
                </a:cubicBezTo>
                <a:cubicBezTo>
                  <a:pt x="1929" y="293"/>
                  <a:pt x="1929" y="294"/>
                  <a:pt x="1930" y="294"/>
                </a:cubicBezTo>
                <a:cubicBezTo>
                  <a:pt x="1931" y="295"/>
                  <a:pt x="1932" y="295"/>
                  <a:pt x="1933" y="295"/>
                </a:cubicBezTo>
                <a:cubicBezTo>
                  <a:pt x="1934" y="295"/>
                  <a:pt x="1935" y="295"/>
                  <a:pt x="1936" y="295"/>
                </a:cubicBezTo>
                <a:cubicBezTo>
                  <a:pt x="1937" y="295"/>
                  <a:pt x="1937" y="295"/>
                  <a:pt x="1937" y="295"/>
                </a:cubicBezTo>
                <a:cubicBezTo>
                  <a:pt x="1937" y="295"/>
                  <a:pt x="1938" y="295"/>
                  <a:pt x="1938" y="295"/>
                </a:cubicBezTo>
                <a:cubicBezTo>
                  <a:pt x="1938" y="295"/>
                  <a:pt x="1939" y="295"/>
                  <a:pt x="1939" y="295"/>
                </a:cubicBezTo>
                <a:cubicBezTo>
                  <a:pt x="1939" y="295"/>
                  <a:pt x="1939" y="295"/>
                  <a:pt x="1940" y="295"/>
                </a:cubicBezTo>
                <a:cubicBezTo>
                  <a:pt x="1941" y="295"/>
                  <a:pt x="1944" y="294"/>
                  <a:pt x="1944" y="291"/>
                </a:cubicBezTo>
                <a:cubicBezTo>
                  <a:pt x="1944" y="291"/>
                  <a:pt x="1944" y="291"/>
                  <a:pt x="1943" y="290"/>
                </a:cubicBezTo>
                <a:cubicBezTo>
                  <a:pt x="1943" y="290"/>
                  <a:pt x="1942" y="289"/>
                  <a:pt x="1942" y="289"/>
                </a:cubicBezTo>
                <a:cubicBezTo>
                  <a:pt x="1941" y="289"/>
                  <a:pt x="1941" y="289"/>
                  <a:pt x="1940" y="288"/>
                </a:cubicBezTo>
                <a:cubicBezTo>
                  <a:pt x="1939" y="288"/>
                  <a:pt x="1939" y="288"/>
                  <a:pt x="1938" y="288"/>
                </a:cubicBezTo>
                <a:cubicBezTo>
                  <a:pt x="1938" y="288"/>
                  <a:pt x="1939" y="288"/>
                  <a:pt x="1938" y="288"/>
                </a:cubicBezTo>
                <a:close/>
                <a:moveTo>
                  <a:pt x="1771" y="288"/>
                </a:moveTo>
                <a:cubicBezTo>
                  <a:pt x="1771" y="287"/>
                  <a:pt x="1771" y="287"/>
                  <a:pt x="1771" y="287"/>
                </a:cubicBezTo>
                <a:cubicBezTo>
                  <a:pt x="1770" y="287"/>
                  <a:pt x="1770" y="287"/>
                  <a:pt x="1770" y="287"/>
                </a:cubicBezTo>
                <a:cubicBezTo>
                  <a:pt x="1770" y="287"/>
                  <a:pt x="1769" y="287"/>
                  <a:pt x="1769" y="287"/>
                </a:cubicBezTo>
                <a:cubicBezTo>
                  <a:pt x="1769" y="287"/>
                  <a:pt x="1768" y="287"/>
                  <a:pt x="1768" y="287"/>
                </a:cubicBezTo>
                <a:cubicBezTo>
                  <a:pt x="1768" y="287"/>
                  <a:pt x="1768" y="287"/>
                  <a:pt x="1767" y="287"/>
                </a:cubicBezTo>
                <a:cubicBezTo>
                  <a:pt x="1767" y="287"/>
                  <a:pt x="1767" y="287"/>
                  <a:pt x="1767" y="288"/>
                </a:cubicBezTo>
                <a:cubicBezTo>
                  <a:pt x="1766" y="288"/>
                  <a:pt x="1766" y="288"/>
                  <a:pt x="1766" y="288"/>
                </a:cubicBezTo>
                <a:cubicBezTo>
                  <a:pt x="1764" y="288"/>
                  <a:pt x="1761" y="289"/>
                  <a:pt x="1761" y="291"/>
                </a:cubicBezTo>
                <a:cubicBezTo>
                  <a:pt x="1761" y="292"/>
                  <a:pt x="1762" y="292"/>
                  <a:pt x="1762" y="293"/>
                </a:cubicBezTo>
                <a:cubicBezTo>
                  <a:pt x="1762" y="293"/>
                  <a:pt x="1763" y="293"/>
                  <a:pt x="1763" y="294"/>
                </a:cubicBezTo>
                <a:cubicBezTo>
                  <a:pt x="1764" y="294"/>
                  <a:pt x="1764" y="294"/>
                  <a:pt x="1765" y="295"/>
                </a:cubicBezTo>
                <a:cubicBezTo>
                  <a:pt x="1766" y="295"/>
                  <a:pt x="1766" y="295"/>
                  <a:pt x="1767" y="295"/>
                </a:cubicBezTo>
                <a:cubicBezTo>
                  <a:pt x="1768" y="295"/>
                  <a:pt x="1769" y="295"/>
                  <a:pt x="1770" y="295"/>
                </a:cubicBezTo>
                <a:cubicBezTo>
                  <a:pt x="1771" y="295"/>
                  <a:pt x="1771" y="295"/>
                  <a:pt x="1771" y="295"/>
                </a:cubicBezTo>
                <a:cubicBezTo>
                  <a:pt x="1771" y="295"/>
                  <a:pt x="1772" y="295"/>
                  <a:pt x="1772" y="295"/>
                </a:cubicBezTo>
                <a:cubicBezTo>
                  <a:pt x="1772" y="295"/>
                  <a:pt x="1772" y="295"/>
                  <a:pt x="1773" y="295"/>
                </a:cubicBezTo>
                <a:cubicBezTo>
                  <a:pt x="1773" y="295"/>
                  <a:pt x="1773" y="295"/>
                  <a:pt x="1773" y="295"/>
                </a:cubicBezTo>
                <a:cubicBezTo>
                  <a:pt x="1774" y="295"/>
                  <a:pt x="1775" y="295"/>
                  <a:pt x="1775" y="295"/>
                </a:cubicBezTo>
                <a:cubicBezTo>
                  <a:pt x="1776" y="294"/>
                  <a:pt x="1776" y="294"/>
                  <a:pt x="1777" y="294"/>
                </a:cubicBezTo>
                <a:cubicBezTo>
                  <a:pt x="1777" y="293"/>
                  <a:pt x="1778" y="293"/>
                  <a:pt x="1778" y="293"/>
                </a:cubicBezTo>
                <a:cubicBezTo>
                  <a:pt x="1778" y="292"/>
                  <a:pt x="1778" y="292"/>
                  <a:pt x="1778" y="291"/>
                </a:cubicBezTo>
                <a:cubicBezTo>
                  <a:pt x="1778" y="291"/>
                  <a:pt x="1778" y="291"/>
                  <a:pt x="1777" y="290"/>
                </a:cubicBezTo>
                <a:cubicBezTo>
                  <a:pt x="1777" y="290"/>
                  <a:pt x="1777" y="289"/>
                  <a:pt x="1776" y="289"/>
                </a:cubicBezTo>
                <a:cubicBezTo>
                  <a:pt x="1776" y="289"/>
                  <a:pt x="1775" y="289"/>
                  <a:pt x="1774" y="288"/>
                </a:cubicBezTo>
                <a:cubicBezTo>
                  <a:pt x="1774" y="288"/>
                  <a:pt x="1773" y="288"/>
                  <a:pt x="1772" y="288"/>
                </a:cubicBezTo>
                <a:cubicBezTo>
                  <a:pt x="1772" y="288"/>
                  <a:pt x="1772" y="288"/>
                  <a:pt x="1771" y="288"/>
                </a:cubicBezTo>
                <a:close/>
                <a:moveTo>
                  <a:pt x="1524" y="288"/>
                </a:moveTo>
                <a:cubicBezTo>
                  <a:pt x="1523" y="287"/>
                  <a:pt x="1522" y="287"/>
                  <a:pt x="1520" y="287"/>
                </a:cubicBezTo>
                <a:cubicBezTo>
                  <a:pt x="1519" y="287"/>
                  <a:pt x="1518" y="287"/>
                  <a:pt x="1517" y="288"/>
                </a:cubicBezTo>
                <a:cubicBezTo>
                  <a:pt x="1516" y="288"/>
                  <a:pt x="1515" y="288"/>
                  <a:pt x="1515" y="289"/>
                </a:cubicBezTo>
                <a:cubicBezTo>
                  <a:pt x="1514" y="289"/>
                  <a:pt x="1513" y="289"/>
                  <a:pt x="1513" y="290"/>
                </a:cubicBezTo>
                <a:cubicBezTo>
                  <a:pt x="1513" y="290"/>
                  <a:pt x="1512" y="291"/>
                  <a:pt x="1513" y="291"/>
                </a:cubicBezTo>
                <a:cubicBezTo>
                  <a:pt x="1513" y="292"/>
                  <a:pt x="1513" y="292"/>
                  <a:pt x="1513" y="293"/>
                </a:cubicBezTo>
                <a:cubicBezTo>
                  <a:pt x="1514" y="293"/>
                  <a:pt x="1514" y="294"/>
                  <a:pt x="1515" y="294"/>
                </a:cubicBezTo>
                <a:cubicBezTo>
                  <a:pt x="1516" y="295"/>
                  <a:pt x="1517" y="295"/>
                  <a:pt x="1518" y="295"/>
                </a:cubicBezTo>
                <a:cubicBezTo>
                  <a:pt x="1519" y="295"/>
                  <a:pt x="1520" y="295"/>
                  <a:pt x="1521" y="295"/>
                </a:cubicBezTo>
                <a:cubicBezTo>
                  <a:pt x="1521" y="295"/>
                  <a:pt x="1522" y="295"/>
                  <a:pt x="1522" y="295"/>
                </a:cubicBezTo>
                <a:cubicBezTo>
                  <a:pt x="1522" y="295"/>
                  <a:pt x="1523" y="295"/>
                  <a:pt x="1523" y="295"/>
                </a:cubicBezTo>
                <a:cubicBezTo>
                  <a:pt x="1523" y="295"/>
                  <a:pt x="1523" y="295"/>
                  <a:pt x="1524" y="295"/>
                </a:cubicBezTo>
                <a:cubicBezTo>
                  <a:pt x="1524" y="295"/>
                  <a:pt x="1524" y="295"/>
                  <a:pt x="1524" y="295"/>
                </a:cubicBezTo>
                <a:cubicBezTo>
                  <a:pt x="1525" y="295"/>
                  <a:pt x="1525" y="295"/>
                  <a:pt x="1525" y="295"/>
                </a:cubicBezTo>
                <a:cubicBezTo>
                  <a:pt x="1525" y="295"/>
                  <a:pt x="1525" y="295"/>
                  <a:pt x="1526" y="295"/>
                </a:cubicBezTo>
                <a:cubicBezTo>
                  <a:pt x="1526" y="295"/>
                  <a:pt x="1526" y="295"/>
                  <a:pt x="1526" y="295"/>
                </a:cubicBezTo>
                <a:cubicBezTo>
                  <a:pt x="1527" y="294"/>
                  <a:pt x="1527" y="294"/>
                  <a:pt x="1527" y="294"/>
                </a:cubicBezTo>
                <a:cubicBezTo>
                  <a:pt x="1527" y="294"/>
                  <a:pt x="1528" y="294"/>
                  <a:pt x="1528" y="294"/>
                </a:cubicBezTo>
                <a:cubicBezTo>
                  <a:pt x="1528" y="293"/>
                  <a:pt x="1528" y="293"/>
                  <a:pt x="1529" y="293"/>
                </a:cubicBezTo>
                <a:cubicBezTo>
                  <a:pt x="1529" y="293"/>
                  <a:pt x="1529" y="292"/>
                  <a:pt x="1529" y="292"/>
                </a:cubicBezTo>
                <a:cubicBezTo>
                  <a:pt x="1529" y="292"/>
                  <a:pt x="1529" y="292"/>
                  <a:pt x="1529" y="291"/>
                </a:cubicBezTo>
                <a:cubicBezTo>
                  <a:pt x="1529" y="291"/>
                  <a:pt x="1529" y="291"/>
                  <a:pt x="1529" y="291"/>
                </a:cubicBezTo>
                <a:cubicBezTo>
                  <a:pt x="1529" y="290"/>
                  <a:pt x="1529" y="290"/>
                  <a:pt x="1528" y="290"/>
                </a:cubicBezTo>
                <a:cubicBezTo>
                  <a:pt x="1528" y="290"/>
                  <a:pt x="1528" y="289"/>
                  <a:pt x="1528" y="289"/>
                </a:cubicBezTo>
                <a:cubicBezTo>
                  <a:pt x="1527" y="289"/>
                  <a:pt x="1527" y="289"/>
                  <a:pt x="1526" y="289"/>
                </a:cubicBezTo>
                <a:cubicBezTo>
                  <a:pt x="1526" y="288"/>
                  <a:pt x="1525" y="288"/>
                  <a:pt x="1524" y="288"/>
                </a:cubicBezTo>
                <a:cubicBezTo>
                  <a:pt x="1523" y="288"/>
                  <a:pt x="1524" y="288"/>
                  <a:pt x="1524" y="288"/>
                </a:cubicBezTo>
                <a:close/>
                <a:moveTo>
                  <a:pt x="1356" y="287"/>
                </a:moveTo>
                <a:cubicBezTo>
                  <a:pt x="1356" y="287"/>
                  <a:pt x="1356" y="287"/>
                  <a:pt x="1356" y="287"/>
                </a:cubicBezTo>
                <a:cubicBezTo>
                  <a:pt x="1356" y="287"/>
                  <a:pt x="1355" y="287"/>
                  <a:pt x="1355" y="287"/>
                </a:cubicBezTo>
                <a:cubicBezTo>
                  <a:pt x="1355" y="287"/>
                  <a:pt x="1355" y="287"/>
                  <a:pt x="1355" y="287"/>
                </a:cubicBezTo>
                <a:cubicBezTo>
                  <a:pt x="1354" y="287"/>
                  <a:pt x="1353" y="287"/>
                  <a:pt x="1352" y="288"/>
                </a:cubicBezTo>
                <a:cubicBezTo>
                  <a:pt x="1351" y="288"/>
                  <a:pt x="1350" y="288"/>
                  <a:pt x="1349" y="289"/>
                </a:cubicBezTo>
                <a:cubicBezTo>
                  <a:pt x="1348" y="289"/>
                  <a:pt x="1348" y="289"/>
                  <a:pt x="1347" y="290"/>
                </a:cubicBezTo>
                <a:cubicBezTo>
                  <a:pt x="1347" y="290"/>
                  <a:pt x="1347" y="291"/>
                  <a:pt x="1347" y="291"/>
                </a:cubicBezTo>
                <a:cubicBezTo>
                  <a:pt x="1347" y="292"/>
                  <a:pt x="1347" y="292"/>
                  <a:pt x="1347" y="293"/>
                </a:cubicBezTo>
                <a:cubicBezTo>
                  <a:pt x="1348" y="293"/>
                  <a:pt x="1348" y="294"/>
                  <a:pt x="1349" y="294"/>
                </a:cubicBezTo>
                <a:cubicBezTo>
                  <a:pt x="1350" y="295"/>
                  <a:pt x="1351" y="295"/>
                  <a:pt x="1352" y="295"/>
                </a:cubicBezTo>
                <a:cubicBezTo>
                  <a:pt x="1353" y="295"/>
                  <a:pt x="1354" y="295"/>
                  <a:pt x="1355" y="295"/>
                </a:cubicBezTo>
                <a:cubicBezTo>
                  <a:pt x="1355" y="295"/>
                  <a:pt x="1355" y="295"/>
                  <a:pt x="1355" y="295"/>
                </a:cubicBezTo>
                <a:cubicBezTo>
                  <a:pt x="1356" y="295"/>
                  <a:pt x="1356" y="295"/>
                  <a:pt x="1356" y="295"/>
                </a:cubicBezTo>
                <a:cubicBezTo>
                  <a:pt x="1356" y="295"/>
                  <a:pt x="1356" y="295"/>
                  <a:pt x="1356" y="295"/>
                </a:cubicBezTo>
                <a:cubicBezTo>
                  <a:pt x="1356" y="295"/>
                  <a:pt x="1357" y="295"/>
                  <a:pt x="1357" y="295"/>
                </a:cubicBezTo>
                <a:cubicBezTo>
                  <a:pt x="1358" y="295"/>
                  <a:pt x="1359" y="295"/>
                  <a:pt x="1359" y="295"/>
                </a:cubicBezTo>
                <a:cubicBezTo>
                  <a:pt x="1360" y="295"/>
                  <a:pt x="1361" y="294"/>
                  <a:pt x="1361" y="294"/>
                </a:cubicBezTo>
                <a:cubicBezTo>
                  <a:pt x="1362" y="294"/>
                  <a:pt x="1362" y="293"/>
                  <a:pt x="1363" y="293"/>
                </a:cubicBezTo>
                <a:cubicBezTo>
                  <a:pt x="1363" y="292"/>
                  <a:pt x="1363" y="292"/>
                  <a:pt x="1363" y="291"/>
                </a:cubicBezTo>
                <a:cubicBezTo>
                  <a:pt x="1363" y="291"/>
                  <a:pt x="1363" y="290"/>
                  <a:pt x="1363" y="290"/>
                </a:cubicBezTo>
                <a:cubicBezTo>
                  <a:pt x="1362" y="290"/>
                  <a:pt x="1362" y="289"/>
                  <a:pt x="1361" y="289"/>
                </a:cubicBezTo>
                <a:cubicBezTo>
                  <a:pt x="1361" y="288"/>
                  <a:pt x="1360" y="288"/>
                  <a:pt x="1359" y="288"/>
                </a:cubicBezTo>
                <a:cubicBezTo>
                  <a:pt x="1358" y="288"/>
                  <a:pt x="1357" y="288"/>
                  <a:pt x="1356" y="287"/>
                </a:cubicBezTo>
                <a:cubicBezTo>
                  <a:pt x="1356" y="287"/>
                  <a:pt x="1356" y="287"/>
                  <a:pt x="1356" y="287"/>
                </a:cubicBezTo>
                <a:close/>
                <a:moveTo>
                  <a:pt x="1855" y="288"/>
                </a:moveTo>
                <a:cubicBezTo>
                  <a:pt x="1854" y="287"/>
                  <a:pt x="1853" y="287"/>
                  <a:pt x="1852" y="287"/>
                </a:cubicBezTo>
                <a:cubicBezTo>
                  <a:pt x="1851" y="287"/>
                  <a:pt x="1850" y="287"/>
                  <a:pt x="1849" y="288"/>
                </a:cubicBezTo>
                <a:cubicBezTo>
                  <a:pt x="1848" y="288"/>
                  <a:pt x="1847" y="288"/>
                  <a:pt x="1846" y="289"/>
                </a:cubicBezTo>
                <a:cubicBezTo>
                  <a:pt x="1846" y="289"/>
                  <a:pt x="1845" y="289"/>
                  <a:pt x="1845" y="290"/>
                </a:cubicBezTo>
                <a:cubicBezTo>
                  <a:pt x="1844" y="290"/>
                  <a:pt x="1844" y="291"/>
                  <a:pt x="1844" y="291"/>
                </a:cubicBezTo>
                <a:cubicBezTo>
                  <a:pt x="1844" y="292"/>
                  <a:pt x="1845" y="292"/>
                  <a:pt x="1845" y="293"/>
                </a:cubicBezTo>
                <a:cubicBezTo>
                  <a:pt x="1846" y="293"/>
                  <a:pt x="1846" y="294"/>
                  <a:pt x="1847" y="294"/>
                </a:cubicBezTo>
                <a:cubicBezTo>
                  <a:pt x="1848" y="295"/>
                  <a:pt x="1849" y="295"/>
                  <a:pt x="1850" y="295"/>
                </a:cubicBezTo>
                <a:cubicBezTo>
                  <a:pt x="1851" y="295"/>
                  <a:pt x="1852" y="295"/>
                  <a:pt x="1853" y="295"/>
                </a:cubicBezTo>
                <a:cubicBezTo>
                  <a:pt x="1854" y="295"/>
                  <a:pt x="1854" y="295"/>
                  <a:pt x="1854" y="295"/>
                </a:cubicBezTo>
                <a:cubicBezTo>
                  <a:pt x="1854" y="295"/>
                  <a:pt x="1855" y="295"/>
                  <a:pt x="1855" y="295"/>
                </a:cubicBezTo>
                <a:cubicBezTo>
                  <a:pt x="1855" y="295"/>
                  <a:pt x="1856" y="295"/>
                  <a:pt x="1856" y="295"/>
                </a:cubicBezTo>
                <a:cubicBezTo>
                  <a:pt x="1856" y="295"/>
                  <a:pt x="1856" y="295"/>
                  <a:pt x="1856" y="295"/>
                </a:cubicBezTo>
                <a:cubicBezTo>
                  <a:pt x="1858" y="295"/>
                  <a:pt x="1861" y="294"/>
                  <a:pt x="1861" y="291"/>
                </a:cubicBezTo>
                <a:cubicBezTo>
                  <a:pt x="1861" y="291"/>
                  <a:pt x="1861" y="291"/>
                  <a:pt x="1860" y="290"/>
                </a:cubicBezTo>
                <a:cubicBezTo>
                  <a:pt x="1860" y="290"/>
                  <a:pt x="1860" y="289"/>
                  <a:pt x="1859" y="289"/>
                </a:cubicBezTo>
                <a:cubicBezTo>
                  <a:pt x="1859" y="289"/>
                  <a:pt x="1858" y="289"/>
                  <a:pt x="1857" y="288"/>
                </a:cubicBezTo>
                <a:cubicBezTo>
                  <a:pt x="1857" y="288"/>
                  <a:pt x="1856" y="288"/>
                  <a:pt x="1855" y="288"/>
                </a:cubicBezTo>
                <a:cubicBezTo>
                  <a:pt x="1855" y="288"/>
                  <a:pt x="1856" y="288"/>
                  <a:pt x="1855" y="288"/>
                </a:cubicBezTo>
                <a:close/>
                <a:moveTo>
                  <a:pt x="2056" y="288"/>
                </a:moveTo>
                <a:cubicBezTo>
                  <a:pt x="2055" y="288"/>
                  <a:pt x="2054" y="288"/>
                  <a:pt x="2053" y="289"/>
                </a:cubicBezTo>
                <a:cubicBezTo>
                  <a:pt x="2053" y="289"/>
                  <a:pt x="2052" y="289"/>
                  <a:pt x="2052" y="290"/>
                </a:cubicBezTo>
                <a:cubicBezTo>
                  <a:pt x="2052" y="290"/>
                  <a:pt x="2052" y="291"/>
                  <a:pt x="2052" y="291"/>
                </a:cubicBezTo>
                <a:cubicBezTo>
                  <a:pt x="2052" y="292"/>
                  <a:pt x="2052" y="292"/>
                  <a:pt x="2053" y="293"/>
                </a:cubicBezTo>
                <a:cubicBezTo>
                  <a:pt x="2053" y="293"/>
                  <a:pt x="2054" y="294"/>
                  <a:pt x="2055" y="294"/>
                </a:cubicBezTo>
                <a:cubicBezTo>
                  <a:pt x="2056" y="295"/>
                  <a:pt x="2057" y="295"/>
                  <a:pt x="2058" y="295"/>
                </a:cubicBezTo>
                <a:cubicBezTo>
                  <a:pt x="2059" y="295"/>
                  <a:pt x="2060" y="295"/>
                  <a:pt x="2061" y="295"/>
                </a:cubicBezTo>
                <a:cubicBezTo>
                  <a:pt x="2062" y="295"/>
                  <a:pt x="2063" y="295"/>
                  <a:pt x="2064" y="295"/>
                </a:cubicBezTo>
                <a:cubicBezTo>
                  <a:pt x="2065" y="295"/>
                  <a:pt x="2066" y="295"/>
                  <a:pt x="2067" y="294"/>
                </a:cubicBezTo>
                <a:cubicBezTo>
                  <a:pt x="2067" y="294"/>
                  <a:pt x="2068" y="293"/>
                  <a:pt x="2068" y="293"/>
                </a:cubicBezTo>
                <a:cubicBezTo>
                  <a:pt x="2068" y="292"/>
                  <a:pt x="2068" y="292"/>
                  <a:pt x="2068" y="291"/>
                </a:cubicBezTo>
                <a:cubicBezTo>
                  <a:pt x="2068" y="291"/>
                  <a:pt x="2068" y="290"/>
                  <a:pt x="2067" y="290"/>
                </a:cubicBezTo>
                <a:cubicBezTo>
                  <a:pt x="2067" y="289"/>
                  <a:pt x="2066" y="289"/>
                  <a:pt x="2065" y="289"/>
                </a:cubicBezTo>
                <a:cubicBezTo>
                  <a:pt x="2064" y="288"/>
                  <a:pt x="2063" y="288"/>
                  <a:pt x="2062" y="288"/>
                </a:cubicBezTo>
                <a:cubicBezTo>
                  <a:pt x="2061" y="287"/>
                  <a:pt x="2060" y="287"/>
                  <a:pt x="2059" y="287"/>
                </a:cubicBezTo>
                <a:cubicBezTo>
                  <a:pt x="2058" y="287"/>
                  <a:pt x="2057" y="287"/>
                  <a:pt x="2056" y="288"/>
                </a:cubicBezTo>
                <a:close/>
                <a:moveTo>
                  <a:pt x="1109" y="288"/>
                </a:moveTo>
                <a:cubicBezTo>
                  <a:pt x="1108" y="287"/>
                  <a:pt x="1107" y="287"/>
                  <a:pt x="1106" y="287"/>
                </a:cubicBezTo>
                <a:cubicBezTo>
                  <a:pt x="1105" y="287"/>
                  <a:pt x="1104" y="287"/>
                  <a:pt x="1103" y="288"/>
                </a:cubicBezTo>
                <a:cubicBezTo>
                  <a:pt x="1102" y="288"/>
                  <a:pt x="1101" y="288"/>
                  <a:pt x="1100" y="289"/>
                </a:cubicBezTo>
                <a:cubicBezTo>
                  <a:pt x="1100" y="289"/>
                  <a:pt x="1099" y="289"/>
                  <a:pt x="1099" y="290"/>
                </a:cubicBezTo>
                <a:cubicBezTo>
                  <a:pt x="1098" y="290"/>
                  <a:pt x="1098" y="291"/>
                  <a:pt x="1098" y="291"/>
                </a:cubicBezTo>
                <a:cubicBezTo>
                  <a:pt x="1098" y="292"/>
                  <a:pt x="1098" y="292"/>
                  <a:pt x="1098" y="293"/>
                </a:cubicBezTo>
                <a:cubicBezTo>
                  <a:pt x="1099" y="293"/>
                  <a:pt x="1099" y="294"/>
                  <a:pt x="1100" y="294"/>
                </a:cubicBezTo>
                <a:cubicBezTo>
                  <a:pt x="1101" y="295"/>
                  <a:pt x="1102" y="295"/>
                  <a:pt x="1103" y="295"/>
                </a:cubicBezTo>
                <a:cubicBezTo>
                  <a:pt x="1104" y="295"/>
                  <a:pt x="1105" y="295"/>
                  <a:pt x="1106" y="295"/>
                </a:cubicBezTo>
                <a:cubicBezTo>
                  <a:pt x="1106" y="295"/>
                  <a:pt x="1106" y="295"/>
                  <a:pt x="1107" y="295"/>
                </a:cubicBezTo>
                <a:cubicBezTo>
                  <a:pt x="1107" y="295"/>
                  <a:pt x="1107" y="295"/>
                  <a:pt x="1108" y="295"/>
                </a:cubicBezTo>
                <a:cubicBezTo>
                  <a:pt x="1108" y="295"/>
                  <a:pt x="1108" y="295"/>
                  <a:pt x="1108" y="295"/>
                </a:cubicBezTo>
                <a:cubicBezTo>
                  <a:pt x="1109" y="295"/>
                  <a:pt x="1109" y="295"/>
                  <a:pt x="1109" y="295"/>
                </a:cubicBezTo>
                <a:cubicBezTo>
                  <a:pt x="1111" y="295"/>
                  <a:pt x="1114" y="294"/>
                  <a:pt x="1114" y="291"/>
                </a:cubicBezTo>
                <a:cubicBezTo>
                  <a:pt x="1114" y="291"/>
                  <a:pt x="1114" y="291"/>
                  <a:pt x="1114" y="290"/>
                </a:cubicBezTo>
                <a:cubicBezTo>
                  <a:pt x="1114" y="290"/>
                  <a:pt x="1114" y="289"/>
                  <a:pt x="1113" y="289"/>
                </a:cubicBezTo>
                <a:cubicBezTo>
                  <a:pt x="1113" y="289"/>
                  <a:pt x="1112" y="289"/>
                  <a:pt x="1112" y="288"/>
                </a:cubicBezTo>
                <a:cubicBezTo>
                  <a:pt x="1111" y="288"/>
                  <a:pt x="1110" y="288"/>
                  <a:pt x="1109" y="288"/>
                </a:cubicBezTo>
                <a:cubicBezTo>
                  <a:pt x="1109" y="288"/>
                  <a:pt x="1110" y="288"/>
                  <a:pt x="1109" y="288"/>
                </a:cubicBezTo>
                <a:close/>
                <a:moveTo>
                  <a:pt x="1689" y="288"/>
                </a:moveTo>
                <a:cubicBezTo>
                  <a:pt x="1688" y="287"/>
                  <a:pt x="1687" y="287"/>
                  <a:pt x="1686" y="287"/>
                </a:cubicBezTo>
                <a:cubicBezTo>
                  <a:pt x="1685" y="287"/>
                  <a:pt x="1684" y="287"/>
                  <a:pt x="1683" y="288"/>
                </a:cubicBezTo>
                <a:cubicBezTo>
                  <a:pt x="1682" y="288"/>
                  <a:pt x="1681" y="288"/>
                  <a:pt x="1680" y="289"/>
                </a:cubicBezTo>
                <a:cubicBezTo>
                  <a:pt x="1680" y="289"/>
                  <a:pt x="1679" y="289"/>
                  <a:pt x="1679" y="290"/>
                </a:cubicBezTo>
                <a:cubicBezTo>
                  <a:pt x="1679" y="290"/>
                  <a:pt x="1678" y="291"/>
                  <a:pt x="1678" y="291"/>
                </a:cubicBezTo>
                <a:cubicBezTo>
                  <a:pt x="1679" y="292"/>
                  <a:pt x="1679" y="292"/>
                  <a:pt x="1679" y="293"/>
                </a:cubicBezTo>
                <a:cubicBezTo>
                  <a:pt x="1680" y="293"/>
                  <a:pt x="1680" y="294"/>
                  <a:pt x="1681" y="294"/>
                </a:cubicBezTo>
                <a:cubicBezTo>
                  <a:pt x="1682" y="295"/>
                  <a:pt x="1683" y="295"/>
                  <a:pt x="1684" y="295"/>
                </a:cubicBezTo>
                <a:cubicBezTo>
                  <a:pt x="1685" y="295"/>
                  <a:pt x="1686" y="295"/>
                  <a:pt x="1687" y="295"/>
                </a:cubicBezTo>
                <a:cubicBezTo>
                  <a:pt x="1688" y="295"/>
                  <a:pt x="1688" y="295"/>
                  <a:pt x="1688" y="295"/>
                </a:cubicBezTo>
                <a:cubicBezTo>
                  <a:pt x="1688" y="295"/>
                  <a:pt x="1689" y="295"/>
                  <a:pt x="1689" y="295"/>
                </a:cubicBezTo>
                <a:cubicBezTo>
                  <a:pt x="1689" y="295"/>
                  <a:pt x="1689" y="295"/>
                  <a:pt x="1690" y="295"/>
                </a:cubicBezTo>
                <a:cubicBezTo>
                  <a:pt x="1690" y="295"/>
                  <a:pt x="1690" y="295"/>
                  <a:pt x="1690" y="295"/>
                </a:cubicBezTo>
                <a:cubicBezTo>
                  <a:pt x="1691" y="295"/>
                  <a:pt x="1692" y="295"/>
                  <a:pt x="1693" y="294"/>
                </a:cubicBezTo>
                <a:cubicBezTo>
                  <a:pt x="1693" y="294"/>
                  <a:pt x="1694" y="294"/>
                  <a:pt x="1694" y="294"/>
                </a:cubicBezTo>
                <a:cubicBezTo>
                  <a:pt x="1694" y="293"/>
                  <a:pt x="1694" y="293"/>
                  <a:pt x="1695" y="293"/>
                </a:cubicBezTo>
                <a:cubicBezTo>
                  <a:pt x="1695" y="293"/>
                  <a:pt x="1695" y="292"/>
                  <a:pt x="1695" y="292"/>
                </a:cubicBezTo>
                <a:cubicBezTo>
                  <a:pt x="1695" y="292"/>
                  <a:pt x="1695" y="292"/>
                  <a:pt x="1695" y="291"/>
                </a:cubicBezTo>
                <a:cubicBezTo>
                  <a:pt x="1695" y="291"/>
                  <a:pt x="1695" y="291"/>
                  <a:pt x="1695" y="291"/>
                </a:cubicBezTo>
                <a:cubicBezTo>
                  <a:pt x="1695" y="290"/>
                  <a:pt x="1694" y="290"/>
                  <a:pt x="1694" y="290"/>
                </a:cubicBezTo>
                <a:cubicBezTo>
                  <a:pt x="1694" y="290"/>
                  <a:pt x="1694" y="289"/>
                  <a:pt x="1693" y="289"/>
                </a:cubicBezTo>
                <a:cubicBezTo>
                  <a:pt x="1693" y="289"/>
                  <a:pt x="1693" y="289"/>
                  <a:pt x="1692" y="289"/>
                </a:cubicBezTo>
                <a:cubicBezTo>
                  <a:pt x="1691" y="288"/>
                  <a:pt x="1690" y="288"/>
                  <a:pt x="1689" y="288"/>
                </a:cubicBezTo>
                <a:cubicBezTo>
                  <a:pt x="1689" y="288"/>
                  <a:pt x="1690" y="288"/>
                  <a:pt x="1689" y="288"/>
                </a:cubicBezTo>
                <a:close/>
                <a:moveTo>
                  <a:pt x="1807" y="288"/>
                </a:moveTo>
                <a:cubicBezTo>
                  <a:pt x="1806" y="288"/>
                  <a:pt x="1805" y="288"/>
                  <a:pt x="1805" y="289"/>
                </a:cubicBezTo>
                <a:cubicBezTo>
                  <a:pt x="1804" y="289"/>
                  <a:pt x="1804" y="289"/>
                  <a:pt x="1803" y="290"/>
                </a:cubicBezTo>
                <a:cubicBezTo>
                  <a:pt x="1803" y="290"/>
                  <a:pt x="1803" y="291"/>
                  <a:pt x="1803" y="291"/>
                </a:cubicBezTo>
                <a:cubicBezTo>
                  <a:pt x="1803" y="292"/>
                  <a:pt x="1803" y="292"/>
                  <a:pt x="1804" y="293"/>
                </a:cubicBezTo>
                <a:cubicBezTo>
                  <a:pt x="1804" y="293"/>
                  <a:pt x="1805" y="294"/>
                  <a:pt x="1806" y="294"/>
                </a:cubicBezTo>
                <a:cubicBezTo>
                  <a:pt x="1807" y="295"/>
                  <a:pt x="1807" y="295"/>
                  <a:pt x="1809" y="295"/>
                </a:cubicBezTo>
                <a:cubicBezTo>
                  <a:pt x="1810" y="295"/>
                  <a:pt x="1811" y="295"/>
                  <a:pt x="1812" y="295"/>
                </a:cubicBezTo>
                <a:cubicBezTo>
                  <a:pt x="1813" y="295"/>
                  <a:pt x="1814" y="295"/>
                  <a:pt x="1815" y="295"/>
                </a:cubicBezTo>
                <a:cubicBezTo>
                  <a:pt x="1816" y="295"/>
                  <a:pt x="1817" y="295"/>
                  <a:pt x="1817" y="294"/>
                </a:cubicBezTo>
                <a:cubicBezTo>
                  <a:pt x="1818" y="294"/>
                  <a:pt x="1819" y="293"/>
                  <a:pt x="1819" y="293"/>
                </a:cubicBezTo>
                <a:cubicBezTo>
                  <a:pt x="1819" y="292"/>
                  <a:pt x="1820" y="292"/>
                  <a:pt x="1819" y="291"/>
                </a:cubicBezTo>
                <a:cubicBezTo>
                  <a:pt x="1819" y="291"/>
                  <a:pt x="1819" y="290"/>
                  <a:pt x="1818" y="290"/>
                </a:cubicBezTo>
                <a:cubicBezTo>
                  <a:pt x="1818" y="289"/>
                  <a:pt x="1817" y="289"/>
                  <a:pt x="1816" y="289"/>
                </a:cubicBezTo>
                <a:cubicBezTo>
                  <a:pt x="1816" y="288"/>
                  <a:pt x="1815" y="288"/>
                  <a:pt x="1814" y="288"/>
                </a:cubicBezTo>
                <a:cubicBezTo>
                  <a:pt x="1813" y="287"/>
                  <a:pt x="1812" y="287"/>
                  <a:pt x="1810" y="287"/>
                </a:cubicBezTo>
                <a:cubicBezTo>
                  <a:pt x="1809" y="287"/>
                  <a:pt x="1808" y="287"/>
                  <a:pt x="1807" y="288"/>
                </a:cubicBezTo>
                <a:close/>
                <a:moveTo>
                  <a:pt x="1890" y="288"/>
                </a:moveTo>
                <a:cubicBezTo>
                  <a:pt x="1889" y="288"/>
                  <a:pt x="1888" y="288"/>
                  <a:pt x="1888" y="289"/>
                </a:cubicBezTo>
                <a:cubicBezTo>
                  <a:pt x="1887" y="289"/>
                  <a:pt x="1886" y="289"/>
                  <a:pt x="1886" y="290"/>
                </a:cubicBezTo>
                <a:cubicBezTo>
                  <a:pt x="1886" y="290"/>
                  <a:pt x="1886" y="291"/>
                  <a:pt x="1886" y="291"/>
                </a:cubicBezTo>
                <a:cubicBezTo>
                  <a:pt x="1886" y="292"/>
                  <a:pt x="1886" y="292"/>
                  <a:pt x="1887" y="293"/>
                </a:cubicBezTo>
                <a:cubicBezTo>
                  <a:pt x="1887" y="293"/>
                  <a:pt x="1888" y="294"/>
                  <a:pt x="1889" y="294"/>
                </a:cubicBezTo>
                <a:cubicBezTo>
                  <a:pt x="1890" y="295"/>
                  <a:pt x="1891" y="295"/>
                  <a:pt x="1892" y="295"/>
                </a:cubicBezTo>
                <a:cubicBezTo>
                  <a:pt x="1893" y="295"/>
                  <a:pt x="1894" y="295"/>
                  <a:pt x="1895" y="295"/>
                </a:cubicBezTo>
                <a:cubicBezTo>
                  <a:pt x="1896" y="295"/>
                  <a:pt x="1897" y="295"/>
                  <a:pt x="1898" y="295"/>
                </a:cubicBezTo>
                <a:cubicBezTo>
                  <a:pt x="1899" y="295"/>
                  <a:pt x="1900" y="295"/>
                  <a:pt x="1901" y="294"/>
                </a:cubicBezTo>
                <a:cubicBezTo>
                  <a:pt x="1901" y="294"/>
                  <a:pt x="1902" y="293"/>
                  <a:pt x="1902" y="293"/>
                </a:cubicBezTo>
                <a:cubicBezTo>
                  <a:pt x="1902" y="292"/>
                  <a:pt x="1902" y="292"/>
                  <a:pt x="1902" y="291"/>
                </a:cubicBezTo>
                <a:cubicBezTo>
                  <a:pt x="1902" y="291"/>
                  <a:pt x="1902" y="290"/>
                  <a:pt x="1901" y="290"/>
                </a:cubicBezTo>
                <a:cubicBezTo>
                  <a:pt x="1901" y="289"/>
                  <a:pt x="1900" y="289"/>
                  <a:pt x="1899" y="289"/>
                </a:cubicBezTo>
                <a:cubicBezTo>
                  <a:pt x="1899" y="288"/>
                  <a:pt x="1898" y="288"/>
                  <a:pt x="1897" y="288"/>
                </a:cubicBezTo>
                <a:cubicBezTo>
                  <a:pt x="1896" y="287"/>
                  <a:pt x="1894" y="287"/>
                  <a:pt x="1893" y="287"/>
                </a:cubicBezTo>
                <a:cubicBezTo>
                  <a:pt x="1892" y="287"/>
                  <a:pt x="1891" y="287"/>
                  <a:pt x="1890" y="288"/>
                </a:cubicBezTo>
                <a:close/>
                <a:moveTo>
                  <a:pt x="2267" y="287"/>
                </a:moveTo>
                <a:cubicBezTo>
                  <a:pt x="2267" y="287"/>
                  <a:pt x="2267" y="287"/>
                  <a:pt x="2267" y="287"/>
                </a:cubicBezTo>
                <a:cubicBezTo>
                  <a:pt x="2267" y="287"/>
                  <a:pt x="2267" y="287"/>
                  <a:pt x="2266" y="287"/>
                </a:cubicBezTo>
                <a:cubicBezTo>
                  <a:pt x="2266" y="287"/>
                  <a:pt x="2266" y="287"/>
                  <a:pt x="2266" y="287"/>
                </a:cubicBezTo>
                <a:cubicBezTo>
                  <a:pt x="2265" y="287"/>
                  <a:pt x="2264" y="287"/>
                  <a:pt x="2263" y="288"/>
                </a:cubicBezTo>
                <a:cubicBezTo>
                  <a:pt x="2262" y="288"/>
                  <a:pt x="2261" y="288"/>
                  <a:pt x="2261" y="289"/>
                </a:cubicBezTo>
                <a:cubicBezTo>
                  <a:pt x="2260" y="289"/>
                  <a:pt x="2259" y="289"/>
                  <a:pt x="2259" y="290"/>
                </a:cubicBezTo>
                <a:cubicBezTo>
                  <a:pt x="2259" y="290"/>
                  <a:pt x="2259" y="291"/>
                  <a:pt x="2259" y="291"/>
                </a:cubicBezTo>
                <a:cubicBezTo>
                  <a:pt x="2259" y="292"/>
                  <a:pt x="2260" y="292"/>
                  <a:pt x="2260" y="293"/>
                </a:cubicBezTo>
                <a:cubicBezTo>
                  <a:pt x="2261" y="293"/>
                  <a:pt x="2261" y="294"/>
                  <a:pt x="2262" y="294"/>
                </a:cubicBezTo>
                <a:cubicBezTo>
                  <a:pt x="2263" y="295"/>
                  <a:pt x="2264" y="295"/>
                  <a:pt x="2265" y="295"/>
                </a:cubicBezTo>
                <a:cubicBezTo>
                  <a:pt x="2266" y="295"/>
                  <a:pt x="2267" y="295"/>
                  <a:pt x="2269" y="295"/>
                </a:cubicBezTo>
                <a:cubicBezTo>
                  <a:pt x="2269" y="295"/>
                  <a:pt x="2269" y="295"/>
                  <a:pt x="2269" y="295"/>
                </a:cubicBezTo>
                <a:cubicBezTo>
                  <a:pt x="2269" y="295"/>
                  <a:pt x="2269" y="295"/>
                  <a:pt x="2269" y="295"/>
                </a:cubicBezTo>
                <a:cubicBezTo>
                  <a:pt x="2270" y="295"/>
                  <a:pt x="2270" y="295"/>
                  <a:pt x="2270" y="295"/>
                </a:cubicBezTo>
                <a:cubicBezTo>
                  <a:pt x="2270" y="295"/>
                  <a:pt x="2270" y="295"/>
                  <a:pt x="2270" y="295"/>
                </a:cubicBezTo>
                <a:cubicBezTo>
                  <a:pt x="2271" y="295"/>
                  <a:pt x="2272" y="295"/>
                  <a:pt x="2273" y="295"/>
                </a:cubicBezTo>
                <a:cubicBezTo>
                  <a:pt x="2273" y="295"/>
                  <a:pt x="2274" y="294"/>
                  <a:pt x="2275" y="294"/>
                </a:cubicBezTo>
                <a:cubicBezTo>
                  <a:pt x="2275" y="294"/>
                  <a:pt x="2275" y="293"/>
                  <a:pt x="2276" y="293"/>
                </a:cubicBezTo>
                <a:cubicBezTo>
                  <a:pt x="2276" y="292"/>
                  <a:pt x="2276" y="292"/>
                  <a:pt x="2276" y="291"/>
                </a:cubicBezTo>
                <a:cubicBezTo>
                  <a:pt x="2275" y="291"/>
                  <a:pt x="2275" y="290"/>
                  <a:pt x="2275" y="290"/>
                </a:cubicBezTo>
                <a:cubicBezTo>
                  <a:pt x="2274" y="290"/>
                  <a:pt x="2274" y="289"/>
                  <a:pt x="2273" y="289"/>
                </a:cubicBezTo>
                <a:cubicBezTo>
                  <a:pt x="2272" y="288"/>
                  <a:pt x="2271" y="288"/>
                  <a:pt x="2271" y="288"/>
                </a:cubicBezTo>
                <a:cubicBezTo>
                  <a:pt x="2270" y="288"/>
                  <a:pt x="2269" y="288"/>
                  <a:pt x="2268" y="287"/>
                </a:cubicBezTo>
                <a:cubicBezTo>
                  <a:pt x="2268" y="287"/>
                  <a:pt x="2267" y="287"/>
                  <a:pt x="2267" y="287"/>
                </a:cubicBezTo>
                <a:close/>
                <a:moveTo>
                  <a:pt x="1194" y="288"/>
                </a:moveTo>
                <a:cubicBezTo>
                  <a:pt x="1194" y="288"/>
                  <a:pt x="1193" y="288"/>
                  <a:pt x="1193" y="288"/>
                </a:cubicBezTo>
                <a:cubicBezTo>
                  <a:pt x="1193" y="288"/>
                  <a:pt x="1192" y="288"/>
                  <a:pt x="1192" y="288"/>
                </a:cubicBezTo>
                <a:cubicBezTo>
                  <a:pt x="1192" y="288"/>
                  <a:pt x="1191" y="287"/>
                  <a:pt x="1191" y="287"/>
                </a:cubicBezTo>
                <a:cubicBezTo>
                  <a:pt x="1191" y="287"/>
                  <a:pt x="1191" y="287"/>
                  <a:pt x="1190" y="287"/>
                </a:cubicBezTo>
                <a:cubicBezTo>
                  <a:pt x="1190" y="287"/>
                  <a:pt x="1190" y="287"/>
                  <a:pt x="1190" y="287"/>
                </a:cubicBezTo>
                <a:cubicBezTo>
                  <a:pt x="1190" y="287"/>
                  <a:pt x="1190" y="287"/>
                  <a:pt x="1190" y="287"/>
                </a:cubicBezTo>
                <a:cubicBezTo>
                  <a:pt x="1189" y="287"/>
                  <a:pt x="1189" y="287"/>
                  <a:pt x="1189" y="287"/>
                </a:cubicBezTo>
                <a:cubicBezTo>
                  <a:pt x="1189" y="287"/>
                  <a:pt x="1189" y="287"/>
                  <a:pt x="1189" y="287"/>
                </a:cubicBezTo>
                <a:cubicBezTo>
                  <a:pt x="1189" y="287"/>
                  <a:pt x="1188" y="287"/>
                  <a:pt x="1188" y="287"/>
                </a:cubicBezTo>
                <a:cubicBezTo>
                  <a:pt x="1188" y="287"/>
                  <a:pt x="1188" y="287"/>
                  <a:pt x="1188" y="287"/>
                </a:cubicBezTo>
                <a:cubicBezTo>
                  <a:pt x="1188" y="287"/>
                  <a:pt x="1188" y="287"/>
                  <a:pt x="1187" y="287"/>
                </a:cubicBezTo>
                <a:cubicBezTo>
                  <a:pt x="1187" y="288"/>
                  <a:pt x="1186" y="288"/>
                  <a:pt x="1185" y="288"/>
                </a:cubicBezTo>
                <a:cubicBezTo>
                  <a:pt x="1184" y="288"/>
                  <a:pt x="1183" y="288"/>
                  <a:pt x="1183" y="289"/>
                </a:cubicBezTo>
                <a:cubicBezTo>
                  <a:pt x="1182" y="289"/>
                  <a:pt x="1182" y="290"/>
                  <a:pt x="1181" y="290"/>
                </a:cubicBezTo>
                <a:cubicBezTo>
                  <a:pt x="1181" y="290"/>
                  <a:pt x="1181" y="291"/>
                  <a:pt x="1181" y="291"/>
                </a:cubicBezTo>
                <a:cubicBezTo>
                  <a:pt x="1181" y="292"/>
                  <a:pt x="1181" y="292"/>
                  <a:pt x="1181" y="293"/>
                </a:cubicBezTo>
                <a:cubicBezTo>
                  <a:pt x="1182" y="293"/>
                  <a:pt x="1182" y="294"/>
                  <a:pt x="1183" y="294"/>
                </a:cubicBezTo>
                <a:cubicBezTo>
                  <a:pt x="1183" y="294"/>
                  <a:pt x="1184" y="295"/>
                  <a:pt x="1185" y="295"/>
                </a:cubicBezTo>
                <a:cubicBezTo>
                  <a:pt x="1185" y="295"/>
                  <a:pt x="1186" y="295"/>
                  <a:pt x="1187" y="295"/>
                </a:cubicBezTo>
                <a:cubicBezTo>
                  <a:pt x="1187" y="295"/>
                  <a:pt x="1188" y="295"/>
                  <a:pt x="1188" y="295"/>
                </a:cubicBezTo>
                <a:cubicBezTo>
                  <a:pt x="1188" y="295"/>
                  <a:pt x="1188" y="295"/>
                  <a:pt x="1188" y="295"/>
                </a:cubicBezTo>
                <a:cubicBezTo>
                  <a:pt x="1188" y="295"/>
                  <a:pt x="1188" y="295"/>
                  <a:pt x="1189" y="295"/>
                </a:cubicBezTo>
                <a:cubicBezTo>
                  <a:pt x="1189" y="295"/>
                  <a:pt x="1189" y="295"/>
                  <a:pt x="1189" y="295"/>
                </a:cubicBezTo>
                <a:cubicBezTo>
                  <a:pt x="1189" y="295"/>
                  <a:pt x="1189" y="295"/>
                  <a:pt x="1189" y="295"/>
                </a:cubicBezTo>
                <a:cubicBezTo>
                  <a:pt x="1190" y="295"/>
                  <a:pt x="1190" y="295"/>
                  <a:pt x="1190" y="295"/>
                </a:cubicBezTo>
                <a:cubicBezTo>
                  <a:pt x="1190" y="295"/>
                  <a:pt x="1190" y="295"/>
                  <a:pt x="1190" y="295"/>
                </a:cubicBezTo>
                <a:cubicBezTo>
                  <a:pt x="1190" y="295"/>
                  <a:pt x="1191" y="295"/>
                  <a:pt x="1191" y="295"/>
                </a:cubicBezTo>
                <a:cubicBezTo>
                  <a:pt x="1191" y="295"/>
                  <a:pt x="1191" y="295"/>
                  <a:pt x="1192" y="295"/>
                </a:cubicBezTo>
                <a:cubicBezTo>
                  <a:pt x="1192" y="295"/>
                  <a:pt x="1193" y="295"/>
                  <a:pt x="1193" y="295"/>
                </a:cubicBezTo>
                <a:cubicBezTo>
                  <a:pt x="1193" y="295"/>
                  <a:pt x="1194" y="295"/>
                  <a:pt x="1194" y="295"/>
                </a:cubicBezTo>
                <a:cubicBezTo>
                  <a:pt x="1194" y="295"/>
                  <a:pt x="1195" y="294"/>
                  <a:pt x="1195" y="294"/>
                </a:cubicBezTo>
                <a:cubicBezTo>
                  <a:pt x="1196" y="294"/>
                  <a:pt x="1196" y="294"/>
                  <a:pt x="1197" y="293"/>
                </a:cubicBezTo>
                <a:cubicBezTo>
                  <a:pt x="1197" y="293"/>
                  <a:pt x="1197" y="292"/>
                  <a:pt x="1197" y="291"/>
                </a:cubicBezTo>
                <a:cubicBezTo>
                  <a:pt x="1197" y="291"/>
                  <a:pt x="1197" y="291"/>
                  <a:pt x="1197" y="291"/>
                </a:cubicBezTo>
                <a:cubicBezTo>
                  <a:pt x="1197" y="291"/>
                  <a:pt x="1197" y="291"/>
                  <a:pt x="1197" y="291"/>
                </a:cubicBezTo>
                <a:cubicBezTo>
                  <a:pt x="1197" y="290"/>
                  <a:pt x="1197" y="290"/>
                  <a:pt x="1197" y="290"/>
                </a:cubicBezTo>
                <a:cubicBezTo>
                  <a:pt x="1197" y="290"/>
                  <a:pt x="1197" y="290"/>
                  <a:pt x="1197" y="290"/>
                </a:cubicBezTo>
                <a:cubicBezTo>
                  <a:pt x="1196" y="289"/>
                  <a:pt x="1196" y="289"/>
                  <a:pt x="1195" y="289"/>
                </a:cubicBezTo>
                <a:cubicBezTo>
                  <a:pt x="1195" y="288"/>
                  <a:pt x="1194" y="288"/>
                  <a:pt x="1194" y="288"/>
                </a:cubicBezTo>
                <a:close/>
                <a:moveTo>
                  <a:pt x="1973" y="288"/>
                </a:moveTo>
                <a:cubicBezTo>
                  <a:pt x="1972" y="288"/>
                  <a:pt x="1971" y="288"/>
                  <a:pt x="1971" y="289"/>
                </a:cubicBezTo>
                <a:cubicBezTo>
                  <a:pt x="1970" y="289"/>
                  <a:pt x="1969" y="289"/>
                  <a:pt x="1969" y="290"/>
                </a:cubicBezTo>
                <a:cubicBezTo>
                  <a:pt x="1969" y="290"/>
                  <a:pt x="1969" y="291"/>
                  <a:pt x="1969" y="291"/>
                </a:cubicBezTo>
                <a:cubicBezTo>
                  <a:pt x="1969" y="292"/>
                  <a:pt x="1969" y="292"/>
                  <a:pt x="1970" y="293"/>
                </a:cubicBezTo>
                <a:cubicBezTo>
                  <a:pt x="1970" y="293"/>
                  <a:pt x="1971" y="294"/>
                  <a:pt x="1972" y="294"/>
                </a:cubicBezTo>
                <a:cubicBezTo>
                  <a:pt x="1973" y="295"/>
                  <a:pt x="1974" y="295"/>
                  <a:pt x="1975" y="295"/>
                </a:cubicBezTo>
                <a:cubicBezTo>
                  <a:pt x="1976" y="295"/>
                  <a:pt x="1977" y="295"/>
                  <a:pt x="1978" y="295"/>
                </a:cubicBezTo>
                <a:cubicBezTo>
                  <a:pt x="1979" y="295"/>
                  <a:pt x="1980" y="295"/>
                  <a:pt x="1981" y="295"/>
                </a:cubicBezTo>
                <a:cubicBezTo>
                  <a:pt x="1982" y="295"/>
                  <a:pt x="1983" y="295"/>
                  <a:pt x="1983" y="294"/>
                </a:cubicBezTo>
                <a:cubicBezTo>
                  <a:pt x="1984" y="294"/>
                  <a:pt x="1985" y="293"/>
                  <a:pt x="1985" y="293"/>
                </a:cubicBezTo>
                <a:cubicBezTo>
                  <a:pt x="1985" y="292"/>
                  <a:pt x="1985" y="292"/>
                  <a:pt x="1985" y="291"/>
                </a:cubicBezTo>
                <a:cubicBezTo>
                  <a:pt x="1985" y="291"/>
                  <a:pt x="1985" y="290"/>
                  <a:pt x="1984" y="290"/>
                </a:cubicBezTo>
                <a:cubicBezTo>
                  <a:pt x="1984" y="289"/>
                  <a:pt x="1983" y="289"/>
                  <a:pt x="1982" y="289"/>
                </a:cubicBezTo>
                <a:cubicBezTo>
                  <a:pt x="1981" y="288"/>
                  <a:pt x="1980" y="288"/>
                  <a:pt x="1979" y="288"/>
                </a:cubicBezTo>
                <a:cubicBezTo>
                  <a:pt x="1978" y="287"/>
                  <a:pt x="1977" y="287"/>
                  <a:pt x="1976" y="287"/>
                </a:cubicBezTo>
                <a:cubicBezTo>
                  <a:pt x="1975" y="287"/>
                  <a:pt x="1974" y="287"/>
                  <a:pt x="1973" y="288"/>
                </a:cubicBezTo>
                <a:close/>
                <a:moveTo>
                  <a:pt x="1642" y="288"/>
                </a:moveTo>
                <a:cubicBezTo>
                  <a:pt x="1641" y="288"/>
                  <a:pt x="1640" y="288"/>
                  <a:pt x="1639" y="289"/>
                </a:cubicBezTo>
                <a:cubicBezTo>
                  <a:pt x="1638" y="289"/>
                  <a:pt x="1638" y="289"/>
                  <a:pt x="1637" y="290"/>
                </a:cubicBezTo>
                <a:cubicBezTo>
                  <a:pt x="1637" y="290"/>
                  <a:pt x="1637" y="291"/>
                  <a:pt x="1637" y="291"/>
                </a:cubicBezTo>
                <a:cubicBezTo>
                  <a:pt x="1637" y="292"/>
                  <a:pt x="1637" y="292"/>
                  <a:pt x="1638" y="293"/>
                </a:cubicBezTo>
                <a:cubicBezTo>
                  <a:pt x="1638" y="293"/>
                  <a:pt x="1639" y="294"/>
                  <a:pt x="1640" y="294"/>
                </a:cubicBezTo>
                <a:cubicBezTo>
                  <a:pt x="1640" y="295"/>
                  <a:pt x="1641" y="295"/>
                  <a:pt x="1642" y="295"/>
                </a:cubicBezTo>
                <a:cubicBezTo>
                  <a:pt x="1643" y="295"/>
                  <a:pt x="1645" y="295"/>
                  <a:pt x="1646" y="295"/>
                </a:cubicBezTo>
                <a:cubicBezTo>
                  <a:pt x="1647" y="295"/>
                  <a:pt x="1648" y="295"/>
                  <a:pt x="1649" y="295"/>
                </a:cubicBezTo>
                <a:cubicBezTo>
                  <a:pt x="1650" y="295"/>
                  <a:pt x="1651" y="295"/>
                  <a:pt x="1651" y="294"/>
                </a:cubicBezTo>
                <a:cubicBezTo>
                  <a:pt x="1652" y="294"/>
                  <a:pt x="1653" y="293"/>
                  <a:pt x="1653" y="293"/>
                </a:cubicBezTo>
                <a:cubicBezTo>
                  <a:pt x="1653" y="292"/>
                  <a:pt x="1654" y="292"/>
                  <a:pt x="1654" y="291"/>
                </a:cubicBezTo>
                <a:cubicBezTo>
                  <a:pt x="1653" y="291"/>
                  <a:pt x="1653" y="290"/>
                  <a:pt x="1653" y="290"/>
                </a:cubicBezTo>
                <a:cubicBezTo>
                  <a:pt x="1652" y="289"/>
                  <a:pt x="1652" y="289"/>
                  <a:pt x="1651" y="289"/>
                </a:cubicBezTo>
                <a:cubicBezTo>
                  <a:pt x="1650" y="288"/>
                  <a:pt x="1649" y="288"/>
                  <a:pt x="1648" y="288"/>
                </a:cubicBezTo>
                <a:cubicBezTo>
                  <a:pt x="1647" y="287"/>
                  <a:pt x="1646" y="287"/>
                  <a:pt x="1645" y="287"/>
                </a:cubicBezTo>
                <a:cubicBezTo>
                  <a:pt x="1644" y="287"/>
                  <a:pt x="1643" y="287"/>
                  <a:pt x="1642" y="288"/>
                </a:cubicBezTo>
                <a:close/>
                <a:moveTo>
                  <a:pt x="583" y="298"/>
                </a:moveTo>
                <a:cubicBezTo>
                  <a:pt x="582" y="298"/>
                  <a:pt x="581" y="298"/>
                  <a:pt x="580" y="299"/>
                </a:cubicBezTo>
                <a:cubicBezTo>
                  <a:pt x="579" y="299"/>
                  <a:pt x="579" y="300"/>
                  <a:pt x="578" y="300"/>
                </a:cubicBezTo>
                <a:cubicBezTo>
                  <a:pt x="578" y="301"/>
                  <a:pt x="577" y="301"/>
                  <a:pt x="577" y="302"/>
                </a:cubicBezTo>
                <a:cubicBezTo>
                  <a:pt x="577" y="302"/>
                  <a:pt x="577" y="303"/>
                  <a:pt x="578" y="303"/>
                </a:cubicBezTo>
                <a:cubicBezTo>
                  <a:pt x="578" y="304"/>
                  <a:pt x="578" y="304"/>
                  <a:pt x="579" y="305"/>
                </a:cubicBezTo>
                <a:cubicBezTo>
                  <a:pt x="580" y="305"/>
                  <a:pt x="581" y="305"/>
                  <a:pt x="582" y="305"/>
                </a:cubicBezTo>
                <a:cubicBezTo>
                  <a:pt x="583" y="306"/>
                  <a:pt x="584" y="306"/>
                  <a:pt x="585" y="306"/>
                </a:cubicBezTo>
                <a:cubicBezTo>
                  <a:pt x="586" y="306"/>
                  <a:pt x="587" y="306"/>
                  <a:pt x="588" y="305"/>
                </a:cubicBezTo>
                <a:cubicBezTo>
                  <a:pt x="589" y="305"/>
                  <a:pt x="590" y="305"/>
                  <a:pt x="591" y="305"/>
                </a:cubicBezTo>
                <a:cubicBezTo>
                  <a:pt x="592" y="304"/>
                  <a:pt x="592" y="304"/>
                  <a:pt x="593" y="303"/>
                </a:cubicBezTo>
                <a:cubicBezTo>
                  <a:pt x="593" y="303"/>
                  <a:pt x="594" y="302"/>
                  <a:pt x="594" y="302"/>
                </a:cubicBezTo>
                <a:cubicBezTo>
                  <a:pt x="594" y="301"/>
                  <a:pt x="594" y="301"/>
                  <a:pt x="594" y="300"/>
                </a:cubicBezTo>
                <a:cubicBezTo>
                  <a:pt x="593" y="300"/>
                  <a:pt x="593" y="299"/>
                  <a:pt x="592" y="299"/>
                </a:cubicBezTo>
                <a:cubicBezTo>
                  <a:pt x="591" y="298"/>
                  <a:pt x="591" y="298"/>
                  <a:pt x="590" y="298"/>
                </a:cubicBezTo>
                <a:cubicBezTo>
                  <a:pt x="589" y="298"/>
                  <a:pt x="588" y="298"/>
                  <a:pt x="586" y="298"/>
                </a:cubicBezTo>
                <a:cubicBezTo>
                  <a:pt x="585" y="298"/>
                  <a:pt x="584" y="298"/>
                  <a:pt x="583" y="298"/>
                </a:cubicBezTo>
                <a:close/>
                <a:moveTo>
                  <a:pt x="292" y="298"/>
                </a:moveTo>
                <a:cubicBezTo>
                  <a:pt x="291" y="298"/>
                  <a:pt x="290" y="298"/>
                  <a:pt x="289" y="299"/>
                </a:cubicBezTo>
                <a:cubicBezTo>
                  <a:pt x="288" y="299"/>
                  <a:pt x="288" y="300"/>
                  <a:pt x="287" y="300"/>
                </a:cubicBezTo>
                <a:cubicBezTo>
                  <a:pt x="287" y="301"/>
                  <a:pt x="286" y="301"/>
                  <a:pt x="286" y="302"/>
                </a:cubicBezTo>
                <a:cubicBezTo>
                  <a:pt x="286" y="302"/>
                  <a:pt x="286" y="303"/>
                  <a:pt x="286" y="303"/>
                </a:cubicBezTo>
                <a:cubicBezTo>
                  <a:pt x="287" y="304"/>
                  <a:pt x="287" y="304"/>
                  <a:pt x="288" y="305"/>
                </a:cubicBezTo>
                <a:cubicBezTo>
                  <a:pt x="288" y="305"/>
                  <a:pt x="289" y="305"/>
                  <a:pt x="290" y="305"/>
                </a:cubicBezTo>
                <a:cubicBezTo>
                  <a:pt x="291" y="306"/>
                  <a:pt x="292" y="306"/>
                  <a:pt x="293" y="306"/>
                </a:cubicBezTo>
                <a:cubicBezTo>
                  <a:pt x="294" y="306"/>
                  <a:pt x="295" y="306"/>
                  <a:pt x="297" y="305"/>
                </a:cubicBezTo>
                <a:cubicBezTo>
                  <a:pt x="298" y="305"/>
                  <a:pt x="299" y="305"/>
                  <a:pt x="299" y="305"/>
                </a:cubicBezTo>
                <a:cubicBezTo>
                  <a:pt x="300" y="304"/>
                  <a:pt x="301" y="304"/>
                  <a:pt x="302" y="303"/>
                </a:cubicBezTo>
                <a:cubicBezTo>
                  <a:pt x="302" y="303"/>
                  <a:pt x="303" y="302"/>
                  <a:pt x="303" y="302"/>
                </a:cubicBezTo>
                <a:cubicBezTo>
                  <a:pt x="303" y="301"/>
                  <a:pt x="303" y="301"/>
                  <a:pt x="303" y="300"/>
                </a:cubicBezTo>
                <a:cubicBezTo>
                  <a:pt x="302" y="300"/>
                  <a:pt x="302" y="299"/>
                  <a:pt x="301" y="299"/>
                </a:cubicBezTo>
                <a:cubicBezTo>
                  <a:pt x="300" y="298"/>
                  <a:pt x="300" y="298"/>
                  <a:pt x="299" y="298"/>
                </a:cubicBezTo>
                <a:cubicBezTo>
                  <a:pt x="298" y="298"/>
                  <a:pt x="297" y="298"/>
                  <a:pt x="296" y="298"/>
                </a:cubicBezTo>
                <a:cubicBezTo>
                  <a:pt x="294" y="298"/>
                  <a:pt x="293" y="298"/>
                  <a:pt x="292" y="298"/>
                </a:cubicBezTo>
                <a:close/>
                <a:moveTo>
                  <a:pt x="500" y="298"/>
                </a:moveTo>
                <a:cubicBezTo>
                  <a:pt x="499" y="298"/>
                  <a:pt x="498" y="298"/>
                  <a:pt x="497" y="299"/>
                </a:cubicBezTo>
                <a:cubicBezTo>
                  <a:pt x="496" y="299"/>
                  <a:pt x="496" y="300"/>
                  <a:pt x="495" y="300"/>
                </a:cubicBezTo>
                <a:cubicBezTo>
                  <a:pt x="495" y="301"/>
                  <a:pt x="494" y="301"/>
                  <a:pt x="494" y="302"/>
                </a:cubicBezTo>
                <a:cubicBezTo>
                  <a:pt x="494" y="302"/>
                  <a:pt x="494" y="303"/>
                  <a:pt x="494" y="303"/>
                </a:cubicBezTo>
                <a:cubicBezTo>
                  <a:pt x="495" y="304"/>
                  <a:pt x="495" y="304"/>
                  <a:pt x="496" y="305"/>
                </a:cubicBezTo>
                <a:cubicBezTo>
                  <a:pt x="496" y="305"/>
                  <a:pt x="497" y="305"/>
                  <a:pt x="498" y="305"/>
                </a:cubicBezTo>
                <a:cubicBezTo>
                  <a:pt x="499" y="306"/>
                  <a:pt x="500" y="306"/>
                  <a:pt x="501" y="306"/>
                </a:cubicBezTo>
                <a:cubicBezTo>
                  <a:pt x="503" y="306"/>
                  <a:pt x="504" y="306"/>
                  <a:pt x="505" y="305"/>
                </a:cubicBezTo>
                <a:cubicBezTo>
                  <a:pt x="506" y="305"/>
                  <a:pt x="507" y="305"/>
                  <a:pt x="508" y="305"/>
                </a:cubicBezTo>
                <a:cubicBezTo>
                  <a:pt x="508" y="304"/>
                  <a:pt x="509" y="304"/>
                  <a:pt x="510" y="303"/>
                </a:cubicBezTo>
                <a:cubicBezTo>
                  <a:pt x="510" y="303"/>
                  <a:pt x="511" y="302"/>
                  <a:pt x="511" y="302"/>
                </a:cubicBezTo>
                <a:cubicBezTo>
                  <a:pt x="511" y="301"/>
                  <a:pt x="511" y="301"/>
                  <a:pt x="510" y="300"/>
                </a:cubicBezTo>
                <a:cubicBezTo>
                  <a:pt x="510" y="300"/>
                  <a:pt x="510" y="299"/>
                  <a:pt x="509" y="299"/>
                </a:cubicBezTo>
                <a:cubicBezTo>
                  <a:pt x="508" y="298"/>
                  <a:pt x="507" y="298"/>
                  <a:pt x="506" y="298"/>
                </a:cubicBezTo>
                <a:cubicBezTo>
                  <a:pt x="506" y="298"/>
                  <a:pt x="504" y="298"/>
                  <a:pt x="503" y="298"/>
                </a:cubicBezTo>
                <a:cubicBezTo>
                  <a:pt x="502" y="298"/>
                  <a:pt x="501" y="298"/>
                  <a:pt x="500" y="298"/>
                </a:cubicBezTo>
                <a:close/>
                <a:moveTo>
                  <a:pt x="251" y="298"/>
                </a:moveTo>
                <a:cubicBezTo>
                  <a:pt x="250" y="298"/>
                  <a:pt x="249" y="298"/>
                  <a:pt x="248" y="299"/>
                </a:cubicBezTo>
                <a:cubicBezTo>
                  <a:pt x="247" y="299"/>
                  <a:pt x="246" y="300"/>
                  <a:pt x="246" y="300"/>
                </a:cubicBezTo>
                <a:cubicBezTo>
                  <a:pt x="245" y="301"/>
                  <a:pt x="245" y="301"/>
                  <a:pt x="244" y="302"/>
                </a:cubicBezTo>
                <a:cubicBezTo>
                  <a:pt x="244" y="302"/>
                  <a:pt x="244" y="303"/>
                  <a:pt x="245" y="303"/>
                </a:cubicBezTo>
                <a:cubicBezTo>
                  <a:pt x="245" y="304"/>
                  <a:pt x="245" y="304"/>
                  <a:pt x="246" y="305"/>
                </a:cubicBezTo>
                <a:cubicBezTo>
                  <a:pt x="247" y="305"/>
                  <a:pt x="247" y="305"/>
                  <a:pt x="248" y="305"/>
                </a:cubicBezTo>
                <a:cubicBezTo>
                  <a:pt x="249" y="306"/>
                  <a:pt x="250" y="306"/>
                  <a:pt x="252" y="306"/>
                </a:cubicBezTo>
                <a:cubicBezTo>
                  <a:pt x="253" y="306"/>
                  <a:pt x="254" y="306"/>
                  <a:pt x="255" y="305"/>
                </a:cubicBezTo>
                <a:cubicBezTo>
                  <a:pt x="256" y="305"/>
                  <a:pt x="257" y="305"/>
                  <a:pt x="258" y="305"/>
                </a:cubicBezTo>
                <a:cubicBezTo>
                  <a:pt x="259" y="304"/>
                  <a:pt x="259" y="304"/>
                  <a:pt x="260" y="303"/>
                </a:cubicBezTo>
                <a:cubicBezTo>
                  <a:pt x="260" y="303"/>
                  <a:pt x="261" y="302"/>
                  <a:pt x="261" y="302"/>
                </a:cubicBezTo>
                <a:cubicBezTo>
                  <a:pt x="261" y="301"/>
                  <a:pt x="261" y="301"/>
                  <a:pt x="261" y="300"/>
                </a:cubicBezTo>
                <a:cubicBezTo>
                  <a:pt x="261" y="300"/>
                  <a:pt x="260" y="299"/>
                  <a:pt x="260" y="299"/>
                </a:cubicBezTo>
                <a:cubicBezTo>
                  <a:pt x="259" y="298"/>
                  <a:pt x="258" y="298"/>
                  <a:pt x="257" y="298"/>
                </a:cubicBezTo>
                <a:cubicBezTo>
                  <a:pt x="256" y="298"/>
                  <a:pt x="255" y="298"/>
                  <a:pt x="254" y="298"/>
                </a:cubicBezTo>
                <a:cubicBezTo>
                  <a:pt x="253" y="298"/>
                  <a:pt x="252" y="298"/>
                  <a:pt x="251" y="298"/>
                </a:cubicBezTo>
                <a:close/>
                <a:moveTo>
                  <a:pt x="458" y="298"/>
                </a:moveTo>
                <a:cubicBezTo>
                  <a:pt x="457" y="298"/>
                  <a:pt x="456" y="298"/>
                  <a:pt x="456" y="299"/>
                </a:cubicBezTo>
                <a:cubicBezTo>
                  <a:pt x="455" y="299"/>
                  <a:pt x="454" y="300"/>
                  <a:pt x="453" y="300"/>
                </a:cubicBezTo>
                <a:cubicBezTo>
                  <a:pt x="453" y="301"/>
                  <a:pt x="453" y="301"/>
                  <a:pt x="452" y="302"/>
                </a:cubicBezTo>
                <a:cubicBezTo>
                  <a:pt x="452" y="302"/>
                  <a:pt x="452" y="303"/>
                  <a:pt x="453" y="303"/>
                </a:cubicBezTo>
                <a:cubicBezTo>
                  <a:pt x="453" y="304"/>
                  <a:pt x="454" y="304"/>
                  <a:pt x="454" y="305"/>
                </a:cubicBezTo>
                <a:cubicBezTo>
                  <a:pt x="455" y="305"/>
                  <a:pt x="456" y="305"/>
                  <a:pt x="457" y="305"/>
                </a:cubicBezTo>
                <a:cubicBezTo>
                  <a:pt x="458" y="306"/>
                  <a:pt x="459" y="306"/>
                  <a:pt x="460" y="306"/>
                </a:cubicBezTo>
                <a:cubicBezTo>
                  <a:pt x="461" y="306"/>
                  <a:pt x="462" y="306"/>
                  <a:pt x="463" y="305"/>
                </a:cubicBezTo>
                <a:cubicBezTo>
                  <a:pt x="464" y="305"/>
                  <a:pt x="465" y="305"/>
                  <a:pt x="466" y="305"/>
                </a:cubicBezTo>
                <a:cubicBezTo>
                  <a:pt x="467" y="304"/>
                  <a:pt x="468" y="304"/>
                  <a:pt x="468" y="303"/>
                </a:cubicBezTo>
                <a:cubicBezTo>
                  <a:pt x="469" y="303"/>
                  <a:pt x="469" y="302"/>
                  <a:pt x="469" y="302"/>
                </a:cubicBezTo>
                <a:cubicBezTo>
                  <a:pt x="469" y="301"/>
                  <a:pt x="469" y="301"/>
                  <a:pt x="469" y="300"/>
                </a:cubicBezTo>
                <a:cubicBezTo>
                  <a:pt x="469" y="300"/>
                  <a:pt x="468" y="299"/>
                  <a:pt x="467" y="299"/>
                </a:cubicBezTo>
                <a:cubicBezTo>
                  <a:pt x="467" y="298"/>
                  <a:pt x="466" y="298"/>
                  <a:pt x="465" y="298"/>
                </a:cubicBezTo>
                <a:cubicBezTo>
                  <a:pt x="464" y="298"/>
                  <a:pt x="463" y="298"/>
                  <a:pt x="462" y="298"/>
                </a:cubicBezTo>
                <a:cubicBezTo>
                  <a:pt x="461" y="298"/>
                  <a:pt x="460" y="298"/>
                  <a:pt x="458" y="298"/>
                </a:cubicBezTo>
                <a:close/>
                <a:moveTo>
                  <a:pt x="417" y="298"/>
                </a:moveTo>
                <a:cubicBezTo>
                  <a:pt x="416" y="298"/>
                  <a:pt x="415" y="298"/>
                  <a:pt x="414" y="299"/>
                </a:cubicBezTo>
                <a:cubicBezTo>
                  <a:pt x="413" y="299"/>
                  <a:pt x="412" y="300"/>
                  <a:pt x="412" y="300"/>
                </a:cubicBezTo>
                <a:cubicBezTo>
                  <a:pt x="411" y="301"/>
                  <a:pt x="411" y="301"/>
                  <a:pt x="411" y="302"/>
                </a:cubicBezTo>
                <a:cubicBezTo>
                  <a:pt x="411" y="302"/>
                  <a:pt x="411" y="303"/>
                  <a:pt x="411" y="303"/>
                </a:cubicBezTo>
                <a:cubicBezTo>
                  <a:pt x="411" y="304"/>
                  <a:pt x="412" y="304"/>
                  <a:pt x="413" y="305"/>
                </a:cubicBezTo>
                <a:cubicBezTo>
                  <a:pt x="413" y="305"/>
                  <a:pt x="414" y="305"/>
                  <a:pt x="415" y="305"/>
                </a:cubicBezTo>
                <a:cubicBezTo>
                  <a:pt x="416" y="306"/>
                  <a:pt x="417" y="306"/>
                  <a:pt x="418" y="306"/>
                </a:cubicBezTo>
                <a:cubicBezTo>
                  <a:pt x="419" y="306"/>
                  <a:pt x="420" y="306"/>
                  <a:pt x="421" y="305"/>
                </a:cubicBezTo>
                <a:cubicBezTo>
                  <a:pt x="423" y="305"/>
                  <a:pt x="423" y="305"/>
                  <a:pt x="424" y="305"/>
                </a:cubicBezTo>
                <a:cubicBezTo>
                  <a:pt x="425" y="304"/>
                  <a:pt x="426" y="304"/>
                  <a:pt x="426" y="303"/>
                </a:cubicBezTo>
                <a:cubicBezTo>
                  <a:pt x="427" y="303"/>
                  <a:pt x="427" y="302"/>
                  <a:pt x="428" y="302"/>
                </a:cubicBezTo>
                <a:cubicBezTo>
                  <a:pt x="428" y="301"/>
                  <a:pt x="428" y="301"/>
                  <a:pt x="427" y="300"/>
                </a:cubicBezTo>
                <a:cubicBezTo>
                  <a:pt x="427" y="300"/>
                  <a:pt x="426" y="299"/>
                  <a:pt x="426" y="299"/>
                </a:cubicBezTo>
                <a:cubicBezTo>
                  <a:pt x="425" y="298"/>
                  <a:pt x="424" y="298"/>
                  <a:pt x="423" y="298"/>
                </a:cubicBezTo>
                <a:cubicBezTo>
                  <a:pt x="422" y="298"/>
                  <a:pt x="421" y="298"/>
                  <a:pt x="420" y="298"/>
                </a:cubicBezTo>
                <a:cubicBezTo>
                  <a:pt x="419" y="298"/>
                  <a:pt x="418" y="298"/>
                  <a:pt x="417" y="298"/>
                </a:cubicBezTo>
                <a:close/>
                <a:moveTo>
                  <a:pt x="542" y="298"/>
                </a:moveTo>
                <a:cubicBezTo>
                  <a:pt x="541" y="298"/>
                  <a:pt x="540" y="298"/>
                  <a:pt x="539" y="299"/>
                </a:cubicBezTo>
                <a:cubicBezTo>
                  <a:pt x="538" y="299"/>
                  <a:pt x="537" y="300"/>
                  <a:pt x="537" y="300"/>
                </a:cubicBezTo>
                <a:cubicBezTo>
                  <a:pt x="536" y="301"/>
                  <a:pt x="536" y="301"/>
                  <a:pt x="536" y="302"/>
                </a:cubicBezTo>
                <a:cubicBezTo>
                  <a:pt x="536" y="302"/>
                  <a:pt x="536" y="303"/>
                  <a:pt x="536" y="303"/>
                </a:cubicBezTo>
                <a:cubicBezTo>
                  <a:pt x="536" y="304"/>
                  <a:pt x="537" y="304"/>
                  <a:pt x="537" y="305"/>
                </a:cubicBezTo>
                <a:cubicBezTo>
                  <a:pt x="538" y="305"/>
                  <a:pt x="539" y="305"/>
                  <a:pt x="540" y="305"/>
                </a:cubicBezTo>
                <a:cubicBezTo>
                  <a:pt x="541" y="306"/>
                  <a:pt x="542" y="306"/>
                  <a:pt x="543" y="306"/>
                </a:cubicBezTo>
                <a:cubicBezTo>
                  <a:pt x="544" y="306"/>
                  <a:pt x="545" y="306"/>
                  <a:pt x="546" y="305"/>
                </a:cubicBezTo>
                <a:cubicBezTo>
                  <a:pt x="547" y="305"/>
                  <a:pt x="548" y="305"/>
                  <a:pt x="549" y="305"/>
                </a:cubicBezTo>
                <a:cubicBezTo>
                  <a:pt x="550" y="304"/>
                  <a:pt x="551" y="304"/>
                  <a:pt x="551" y="303"/>
                </a:cubicBezTo>
                <a:cubicBezTo>
                  <a:pt x="552" y="303"/>
                  <a:pt x="552" y="302"/>
                  <a:pt x="552" y="302"/>
                </a:cubicBezTo>
                <a:cubicBezTo>
                  <a:pt x="552" y="301"/>
                  <a:pt x="552" y="301"/>
                  <a:pt x="552" y="300"/>
                </a:cubicBezTo>
                <a:cubicBezTo>
                  <a:pt x="552" y="300"/>
                  <a:pt x="551" y="299"/>
                  <a:pt x="551" y="299"/>
                </a:cubicBezTo>
                <a:cubicBezTo>
                  <a:pt x="550" y="298"/>
                  <a:pt x="549" y="298"/>
                  <a:pt x="548" y="298"/>
                </a:cubicBezTo>
                <a:cubicBezTo>
                  <a:pt x="547" y="298"/>
                  <a:pt x="546" y="298"/>
                  <a:pt x="545" y="298"/>
                </a:cubicBezTo>
                <a:cubicBezTo>
                  <a:pt x="544" y="298"/>
                  <a:pt x="543" y="298"/>
                  <a:pt x="542" y="298"/>
                </a:cubicBezTo>
                <a:close/>
                <a:moveTo>
                  <a:pt x="375" y="298"/>
                </a:moveTo>
                <a:cubicBezTo>
                  <a:pt x="374" y="298"/>
                  <a:pt x="373" y="298"/>
                  <a:pt x="372" y="299"/>
                </a:cubicBezTo>
                <a:cubicBezTo>
                  <a:pt x="372" y="299"/>
                  <a:pt x="371" y="300"/>
                  <a:pt x="370" y="300"/>
                </a:cubicBezTo>
                <a:cubicBezTo>
                  <a:pt x="370" y="301"/>
                  <a:pt x="369" y="301"/>
                  <a:pt x="369" y="302"/>
                </a:cubicBezTo>
                <a:cubicBezTo>
                  <a:pt x="369" y="302"/>
                  <a:pt x="369" y="303"/>
                  <a:pt x="369" y="303"/>
                </a:cubicBezTo>
                <a:cubicBezTo>
                  <a:pt x="370" y="304"/>
                  <a:pt x="370" y="304"/>
                  <a:pt x="371" y="305"/>
                </a:cubicBezTo>
                <a:cubicBezTo>
                  <a:pt x="372" y="305"/>
                  <a:pt x="372" y="305"/>
                  <a:pt x="373" y="305"/>
                </a:cubicBezTo>
                <a:cubicBezTo>
                  <a:pt x="374" y="306"/>
                  <a:pt x="375" y="306"/>
                  <a:pt x="376" y="306"/>
                </a:cubicBezTo>
                <a:cubicBezTo>
                  <a:pt x="378" y="306"/>
                  <a:pt x="379" y="306"/>
                  <a:pt x="380" y="305"/>
                </a:cubicBezTo>
                <a:cubicBezTo>
                  <a:pt x="381" y="305"/>
                  <a:pt x="382" y="305"/>
                  <a:pt x="383" y="305"/>
                </a:cubicBezTo>
                <a:cubicBezTo>
                  <a:pt x="384" y="304"/>
                  <a:pt x="384" y="304"/>
                  <a:pt x="385" y="303"/>
                </a:cubicBezTo>
                <a:cubicBezTo>
                  <a:pt x="385" y="303"/>
                  <a:pt x="386" y="302"/>
                  <a:pt x="386" y="302"/>
                </a:cubicBezTo>
                <a:cubicBezTo>
                  <a:pt x="386" y="301"/>
                  <a:pt x="386" y="301"/>
                  <a:pt x="386" y="300"/>
                </a:cubicBezTo>
                <a:cubicBezTo>
                  <a:pt x="385" y="300"/>
                  <a:pt x="385" y="299"/>
                  <a:pt x="384" y="299"/>
                </a:cubicBezTo>
                <a:cubicBezTo>
                  <a:pt x="384" y="298"/>
                  <a:pt x="383" y="298"/>
                  <a:pt x="382" y="298"/>
                </a:cubicBezTo>
                <a:cubicBezTo>
                  <a:pt x="381" y="298"/>
                  <a:pt x="380" y="298"/>
                  <a:pt x="379" y="298"/>
                </a:cubicBezTo>
                <a:cubicBezTo>
                  <a:pt x="378" y="298"/>
                  <a:pt x="376" y="298"/>
                  <a:pt x="375" y="298"/>
                </a:cubicBezTo>
                <a:close/>
                <a:moveTo>
                  <a:pt x="334" y="298"/>
                </a:moveTo>
                <a:cubicBezTo>
                  <a:pt x="333" y="298"/>
                  <a:pt x="332" y="298"/>
                  <a:pt x="331" y="299"/>
                </a:cubicBezTo>
                <a:cubicBezTo>
                  <a:pt x="330" y="299"/>
                  <a:pt x="329" y="300"/>
                  <a:pt x="329" y="300"/>
                </a:cubicBezTo>
                <a:cubicBezTo>
                  <a:pt x="328" y="301"/>
                  <a:pt x="328" y="301"/>
                  <a:pt x="328" y="302"/>
                </a:cubicBezTo>
                <a:cubicBezTo>
                  <a:pt x="327" y="302"/>
                  <a:pt x="328" y="303"/>
                  <a:pt x="328" y="303"/>
                </a:cubicBezTo>
                <a:cubicBezTo>
                  <a:pt x="328" y="304"/>
                  <a:pt x="329" y="304"/>
                  <a:pt x="329" y="305"/>
                </a:cubicBezTo>
                <a:cubicBezTo>
                  <a:pt x="330" y="305"/>
                  <a:pt x="331" y="305"/>
                  <a:pt x="332" y="305"/>
                </a:cubicBezTo>
                <a:cubicBezTo>
                  <a:pt x="333" y="306"/>
                  <a:pt x="334" y="306"/>
                  <a:pt x="335" y="306"/>
                </a:cubicBezTo>
                <a:cubicBezTo>
                  <a:pt x="336" y="306"/>
                  <a:pt x="337" y="306"/>
                  <a:pt x="338" y="305"/>
                </a:cubicBezTo>
                <a:cubicBezTo>
                  <a:pt x="339" y="305"/>
                  <a:pt x="340" y="305"/>
                  <a:pt x="341" y="305"/>
                </a:cubicBezTo>
                <a:cubicBezTo>
                  <a:pt x="342" y="304"/>
                  <a:pt x="343" y="304"/>
                  <a:pt x="343" y="303"/>
                </a:cubicBezTo>
                <a:cubicBezTo>
                  <a:pt x="344" y="303"/>
                  <a:pt x="344" y="302"/>
                  <a:pt x="344" y="302"/>
                </a:cubicBezTo>
                <a:cubicBezTo>
                  <a:pt x="344" y="301"/>
                  <a:pt x="344" y="301"/>
                  <a:pt x="344" y="300"/>
                </a:cubicBezTo>
                <a:cubicBezTo>
                  <a:pt x="344" y="300"/>
                  <a:pt x="343" y="299"/>
                  <a:pt x="343" y="299"/>
                </a:cubicBezTo>
                <a:cubicBezTo>
                  <a:pt x="342" y="298"/>
                  <a:pt x="341" y="298"/>
                  <a:pt x="340" y="298"/>
                </a:cubicBezTo>
                <a:cubicBezTo>
                  <a:pt x="339" y="298"/>
                  <a:pt x="338" y="298"/>
                  <a:pt x="337" y="298"/>
                </a:cubicBezTo>
                <a:cubicBezTo>
                  <a:pt x="336" y="298"/>
                  <a:pt x="335" y="298"/>
                  <a:pt x="334" y="298"/>
                </a:cubicBezTo>
                <a:close/>
                <a:moveTo>
                  <a:pt x="1871" y="298"/>
                </a:moveTo>
                <a:cubicBezTo>
                  <a:pt x="1870" y="298"/>
                  <a:pt x="1869" y="298"/>
                  <a:pt x="1869" y="299"/>
                </a:cubicBezTo>
                <a:cubicBezTo>
                  <a:pt x="1868" y="299"/>
                  <a:pt x="1868" y="300"/>
                  <a:pt x="1867" y="300"/>
                </a:cubicBezTo>
                <a:cubicBezTo>
                  <a:pt x="1867" y="301"/>
                  <a:pt x="1867" y="301"/>
                  <a:pt x="1867" y="302"/>
                </a:cubicBezTo>
                <a:cubicBezTo>
                  <a:pt x="1867" y="302"/>
                  <a:pt x="1867" y="303"/>
                  <a:pt x="1868" y="303"/>
                </a:cubicBezTo>
                <a:cubicBezTo>
                  <a:pt x="1868" y="304"/>
                  <a:pt x="1869" y="304"/>
                  <a:pt x="1870" y="305"/>
                </a:cubicBezTo>
                <a:cubicBezTo>
                  <a:pt x="1871" y="305"/>
                  <a:pt x="1872" y="305"/>
                  <a:pt x="1873" y="305"/>
                </a:cubicBezTo>
                <a:cubicBezTo>
                  <a:pt x="1874" y="306"/>
                  <a:pt x="1875" y="306"/>
                  <a:pt x="1876" y="306"/>
                </a:cubicBezTo>
                <a:cubicBezTo>
                  <a:pt x="1877" y="306"/>
                  <a:pt x="1878" y="306"/>
                  <a:pt x="1879" y="305"/>
                </a:cubicBezTo>
                <a:cubicBezTo>
                  <a:pt x="1880" y="305"/>
                  <a:pt x="1881" y="305"/>
                  <a:pt x="1882" y="305"/>
                </a:cubicBezTo>
                <a:cubicBezTo>
                  <a:pt x="1882" y="304"/>
                  <a:pt x="1883" y="304"/>
                  <a:pt x="1883" y="303"/>
                </a:cubicBezTo>
                <a:cubicBezTo>
                  <a:pt x="1884" y="303"/>
                  <a:pt x="1884" y="302"/>
                  <a:pt x="1884" y="302"/>
                </a:cubicBezTo>
                <a:cubicBezTo>
                  <a:pt x="1883" y="301"/>
                  <a:pt x="1883" y="301"/>
                  <a:pt x="1883" y="300"/>
                </a:cubicBezTo>
                <a:cubicBezTo>
                  <a:pt x="1882" y="300"/>
                  <a:pt x="1881" y="299"/>
                  <a:pt x="1881" y="299"/>
                </a:cubicBezTo>
                <a:cubicBezTo>
                  <a:pt x="1880" y="298"/>
                  <a:pt x="1879" y="298"/>
                  <a:pt x="1878" y="298"/>
                </a:cubicBezTo>
                <a:cubicBezTo>
                  <a:pt x="1877" y="298"/>
                  <a:pt x="1876" y="298"/>
                  <a:pt x="1874" y="298"/>
                </a:cubicBezTo>
                <a:cubicBezTo>
                  <a:pt x="1873" y="298"/>
                  <a:pt x="1872" y="298"/>
                  <a:pt x="1871" y="298"/>
                </a:cubicBezTo>
                <a:close/>
                <a:moveTo>
                  <a:pt x="2245" y="298"/>
                </a:moveTo>
                <a:cubicBezTo>
                  <a:pt x="2244" y="298"/>
                  <a:pt x="2244" y="298"/>
                  <a:pt x="2243" y="299"/>
                </a:cubicBezTo>
                <a:cubicBezTo>
                  <a:pt x="2242" y="299"/>
                  <a:pt x="2242" y="300"/>
                  <a:pt x="2242" y="300"/>
                </a:cubicBezTo>
                <a:cubicBezTo>
                  <a:pt x="2241" y="301"/>
                  <a:pt x="2241" y="301"/>
                  <a:pt x="2241" y="302"/>
                </a:cubicBezTo>
                <a:cubicBezTo>
                  <a:pt x="2242" y="302"/>
                  <a:pt x="2242" y="303"/>
                  <a:pt x="2242" y="303"/>
                </a:cubicBezTo>
                <a:cubicBezTo>
                  <a:pt x="2243" y="304"/>
                  <a:pt x="2244" y="304"/>
                  <a:pt x="2245" y="305"/>
                </a:cubicBezTo>
                <a:cubicBezTo>
                  <a:pt x="2246" y="305"/>
                  <a:pt x="2247" y="305"/>
                  <a:pt x="2248" y="305"/>
                </a:cubicBezTo>
                <a:cubicBezTo>
                  <a:pt x="2249" y="306"/>
                  <a:pt x="2250" y="306"/>
                  <a:pt x="2251" y="306"/>
                </a:cubicBezTo>
                <a:cubicBezTo>
                  <a:pt x="2252" y="306"/>
                  <a:pt x="2253" y="306"/>
                  <a:pt x="2254" y="305"/>
                </a:cubicBezTo>
                <a:cubicBezTo>
                  <a:pt x="2255" y="305"/>
                  <a:pt x="2256" y="305"/>
                  <a:pt x="2256" y="305"/>
                </a:cubicBezTo>
                <a:cubicBezTo>
                  <a:pt x="2257" y="304"/>
                  <a:pt x="2258" y="304"/>
                  <a:pt x="2258" y="303"/>
                </a:cubicBezTo>
                <a:cubicBezTo>
                  <a:pt x="2258" y="303"/>
                  <a:pt x="2258" y="302"/>
                  <a:pt x="2258" y="302"/>
                </a:cubicBezTo>
                <a:cubicBezTo>
                  <a:pt x="2258" y="301"/>
                  <a:pt x="2257" y="301"/>
                  <a:pt x="2257" y="300"/>
                </a:cubicBezTo>
                <a:cubicBezTo>
                  <a:pt x="2256" y="300"/>
                  <a:pt x="2256" y="299"/>
                  <a:pt x="2255" y="299"/>
                </a:cubicBezTo>
                <a:cubicBezTo>
                  <a:pt x="2254" y="298"/>
                  <a:pt x="2253" y="298"/>
                  <a:pt x="2252" y="298"/>
                </a:cubicBezTo>
                <a:cubicBezTo>
                  <a:pt x="2251" y="298"/>
                  <a:pt x="2250" y="298"/>
                  <a:pt x="2248" y="298"/>
                </a:cubicBezTo>
                <a:cubicBezTo>
                  <a:pt x="2247" y="298"/>
                  <a:pt x="2246" y="298"/>
                  <a:pt x="2245" y="298"/>
                </a:cubicBezTo>
                <a:close/>
                <a:moveTo>
                  <a:pt x="1456" y="298"/>
                </a:moveTo>
                <a:cubicBezTo>
                  <a:pt x="1455" y="298"/>
                  <a:pt x="1454" y="298"/>
                  <a:pt x="1453" y="299"/>
                </a:cubicBezTo>
                <a:cubicBezTo>
                  <a:pt x="1452" y="299"/>
                  <a:pt x="1452" y="300"/>
                  <a:pt x="1451" y="300"/>
                </a:cubicBezTo>
                <a:cubicBezTo>
                  <a:pt x="1451" y="301"/>
                  <a:pt x="1451" y="301"/>
                  <a:pt x="1451" y="302"/>
                </a:cubicBezTo>
                <a:cubicBezTo>
                  <a:pt x="1451" y="302"/>
                  <a:pt x="1451" y="303"/>
                  <a:pt x="1452" y="303"/>
                </a:cubicBezTo>
                <a:cubicBezTo>
                  <a:pt x="1452" y="304"/>
                  <a:pt x="1453" y="304"/>
                  <a:pt x="1453" y="305"/>
                </a:cubicBezTo>
                <a:cubicBezTo>
                  <a:pt x="1454" y="305"/>
                  <a:pt x="1455" y="305"/>
                  <a:pt x="1456" y="305"/>
                </a:cubicBezTo>
                <a:cubicBezTo>
                  <a:pt x="1457" y="306"/>
                  <a:pt x="1458" y="306"/>
                  <a:pt x="1459" y="306"/>
                </a:cubicBezTo>
                <a:cubicBezTo>
                  <a:pt x="1461" y="306"/>
                  <a:pt x="1462" y="306"/>
                  <a:pt x="1463" y="305"/>
                </a:cubicBezTo>
                <a:cubicBezTo>
                  <a:pt x="1464" y="305"/>
                  <a:pt x="1465" y="305"/>
                  <a:pt x="1465" y="305"/>
                </a:cubicBezTo>
                <a:cubicBezTo>
                  <a:pt x="1466" y="304"/>
                  <a:pt x="1467" y="304"/>
                  <a:pt x="1467" y="303"/>
                </a:cubicBezTo>
                <a:cubicBezTo>
                  <a:pt x="1467" y="303"/>
                  <a:pt x="1468" y="302"/>
                  <a:pt x="1468" y="302"/>
                </a:cubicBezTo>
                <a:cubicBezTo>
                  <a:pt x="1468" y="301"/>
                  <a:pt x="1467" y="301"/>
                  <a:pt x="1467" y="300"/>
                </a:cubicBezTo>
                <a:cubicBezTo>
                  <a:pt x="1466" y="300"/>
                  <a:pt x="1466" y="299"/>
                  <a:pt x="1465" y="299"/>
                </a:cubicBezTo>
                <a:cubicBezTo>
                  <a:pt x="1464" y="298"/>
                  <a:pt x="1463" y="298"/>
                  <a:pt x="1462" y="298"/>
                </a:cubicBezTo>
                <a:cubicBezTo>
                  <a:pt x="1461" y="298"/>
                  <a:pt x="1460" y="298"/>
                  <a:pt x="1459" y="298"/>
                </a:cubicBezTo>
                <a:cubicBezTo>
                  <a:pt x="1458" y="298"/>
                  <a:pt x="1457" y="298"/>
                  <a:pt x="1456" y="298"/>
                </a:cubicBezTo>
                <a:close/>
                <a:moveTo>
                  <a:pt x="1414" y="298"/>
                </a:moveTo>
                <a:cubicBezTo>
                  <a:pt x="1413" y="298"/>
                  <a:pt x="1412" y="298"/>
                  <a:pt x="1412" y="299"/>
                </a:cubicBezTo>
                <a:cubicBezTo>
                  <a:pt x="1411" y="299"/>
                  <a:pt x="1410" y="300"/>
                  <a:pt x="1410" y="300"/>
                </a:cubicBezTo>
                <a:cubicBezTo>
                  <a:pt x="1409" y="301"/>
                  <a:pt x="1409" y="301"/>
                  <a:pt x="1409" y="302"/>
                </a:cubicBezTo>
                <a:cubicBezTo>
                  <a:pt x="1409" y="302"/>
                  <a:pt x="1410" y="303"/>
                  <a:pt x="1410" y="303"/>
                </a:cubicBezTo>
                <a:cubicBezTo>
                  <a:pt x="1410" y="304"/>
                  <a:pt x="1411" y="304"/>
                  <a:pt x="1412" y="305"/>
                </a:cubicBezTo>
                <a:cubicBezTo>
                  <a:pt x="1413" y="305"/>
                  <a:pt x="1414" y="305"/>
                  <a:pt x="1415" y="305"/>
                </a:cubicBezTo>
                <a:cubicBezTo>
                  <a:pt x="1416" y="306"/>
                  <a:pt x="1417" y="306"/>
                  <a:pt x="1418" y="306"/>
                </a:cubicBezTo>
                <a:cubicBezTo>
                  <a:pt x="1419" y="306"/>
                  <a:pt x="1420" y="306"/>
                  <a:pt x="1421" y="305"/>
                </a:cubicBezTo>
                <a:cubicBezTo>
                  <a:pt x="1422" y="305"/>
                  <a:pt x="1423" y="305"/>
                  <a:pt x="1424" y="305"/>
                </a:cubicBezTo>
                <a:cubicBezTo>
                  <a:pt x="1424" y="304"/>
                  <a:pt x="1425" y="304"/>
                  <a:pt x="1425" y="303"/>
                </a:cubicBezTo>
                <a:cubicBezTo>
                  <a:pt x="1426" y="303"/>
                  <a:pt x="1426" y="302"/>
                  <a:pt x="1426" y="302"/>
                </a:cubicBezTo>
                <a:cubicBezTo>
                  <a:pt x="1426" y="301"/>
                  <a:pt x="1426" y="301"/>
                  <a:pt x="1425" y="300"/>
                </a:cubicBezTo>
                <a:cubicBezTo>
                  <a:pt x="1425" y="300"/>
                  <a:pt x="1424" y="299"/>
                  <a:pt x="1423" y="299"/>
                </a:cubicBezTo>
                <a:cubicBezTo>
                  <a:pt x="1423" y="298"/>
                  <a:pt x="1422" y="298"/>
                  <a:pt x="1421" y="298"/>
                </a:cubicBezTo>
                <a:cubicBezTo>
                  <a:pt x="1420" y="298"/>
                  <a:pt x="1419" y="298"/>
                  <a:pt x="1417" y="298"/>
                </a:cubicBezTo>
                <a:cubicBezTo>
                  <a:pt x="1416" y="298"/>
                  <a:pt x="1415" y="298"/>
                  <a:pt x="1414" y="298"/>
                </a:cubicBezTo>
                <a:close/>
                <a:moveTo>
                  <a:pt x="2121" y="298"/>
                </a:moveTo>
                <a:cubicBezTo>
                  <a:pt x="2120" y="298"/>
                  <a:pt x="2119" y="298"/>
                  <a:pt x="2118" y="299"/>
                </a:cubicBezTo>
                <a:cubicBezTo>
                  <a:pt x="2118" y="299"/>
                  <a:pt x="2117" y="300"/>
                  <a:pt x="2117" y="300"/>
                </a:cubicBezTo>
                <a:cubicBezTo>
                  <a:pt x="2116" y="301"/>
                  <a:pt x="2116" y="301"/>
                  <a:pt x="2117" y="302"/>
                </a:cubicBezTo>
                <a:cubicBezTo>
                  <a:pt x="2117" y="302"/>
                  <a:pt x="2117" y="303"/>
                  <a:pt x="2118" y="303"/>
                </a:cubicBezTo>
                <a:cubicBezTo>
                  <a:pt x="2118" y="304"/>
                  <a:pt x="2119" y="304"/>
                  <a:pt x="2120" y="305"/>
                </a:cubicBezTo>
                <a:cubicBezTo>
                  <a:pt x="2121" y="305"/>
                  <a:pt x="2122" y="305"/>
                  <a:pt x="2123" y="305"/>
                </a:cubicBezTo>
                <a:cubicBezTo>
                  <a:pt x="2124" y="306"/>
                  <a:pt x="2125" y="306"/>
                  <a:pt x="2126" y="306"/>
                </a:cubicBezTo>
                <a:cubicBezTo>
                  <a:pt x="2127" y="306"/>
                  <a:pt x="2128" y="306"/>
                  <a:pt x="2129" y="305"/>
                </a:cubicBezTo>
                <a:cubicBezTo>
                  <a:pt x="2130" y="305"/>
                  <a:pt x="2131" y="305"/>
                  <a:pt x="2132" y="305"/>
                </a:cubicBezTo>
                <a:cubicBezTo>
                  <a:pt x="2132" y="304"/>
                  <a:pt x="2133" y="304"/>
                  <a:pt x="2133" y="303"/>
                </a:cubicBezTo>
                <a:cubicBezTo>
                  <a:pt x="2133" y="303"/>
                  <a:pt x="2133" y="302"/>
                  <a:pt x="2133" y="302"/>
                </a:cubicBezTo>
                <a:cubicBezTo>
                  <a:pt x="2133" y="301"/>
                  <a:pt x="2133" y="301"/>
                  <a:pt x="2132" y="300"/>
                </a:cubicBezTo>
                <a:cubicBezTo>
                  <a:pt x="2132" y="300"/>
                  <a:pt x="2131" y="299"/>
                  <a:pt x="2130" y="299"/>
                </a:cubicBezTo>
                <a:cubicBezTo>
                  <a:pt x="2129" y="298"/>
                  <a:pt x="2128" y="298"/>
                  <a:pt x="2127" y="298"/>
                </a:cubicBezTo>
                <a:cubicBezTo>
                  <a:pt x="2126" y="298"/>
                  <a:pt x="2125" y="298"/>
                  <a:pt x="2124" y="298"/>
                </a:cubicBezTo>
                <a:cubicBezTo>
                  <a:pt x="2123" y="298"/>
                  <a:pt x="2122" y="298"/>
                  <a:pt x="2121" y="298"/>
                </a:cubicBezTo>
                <a:close/>
                <a:moveTo>
                  <a:pt x="1747" y="298"/>
                </a:moveTo>
                <a:cubicBezTo>
                  <a:pt x="1746" y="298"/>
                  <a:pt x="1745" y="298"/>
                  <a:pt x="1744" y="299"/>
                </a:cubicBezTo>
                <a:cubicBezTo>
                  <a:pt x="1743" y="299"/>
                  <a:pt x="1743" y="300"/>
                  <a:pt x="1743" y="300"/>
                </a:cubicBezTo>
                <a:cubicBezTo>
                  <a:pt x="1742" y="301"/>
                  <a:pt x="1742" y="301"/>
                  <a:pt x="1742" y="302"/>
                </a:cubicBezTo>
                <a:cubicBezTo>
                  <a:pt x="1742" y="302"/>
                  <a:pt x="1742" y="303"/>
                  <a:pt x="1743" y="303"/>
                </a:cubicBezTo>
                <a:cubicBezTo>
                  <a:pt x="1743" y="304"/>
                  <a:pt x="1744" y="304"/>
                  <a:pt x="1745" y="305"/>
                </a:cubicBezTo>
                <a:cubicBezTo>
                  <a:pt x="1746" y="305"/>
                  <a:pt x="1747" y="305"/>
                  <a:pt x="1748" y="305"/>
                </a:cubicBezTo>
                <a:cubicBezTo>
                  <a:pt x="1749" y="306"/>
                  <a:pt x="1750" y="306"/>
                  <a:pt x="1751" y="306"/>
                </a:cubicBezTo>
                <a:cubicBezTo>
                  <a:pt x="1752" y="306"/>
                  <a:pt x="1753" y="306"/>
                  <a:pt x="1754" y="305"/>
                </a:cubicBezTo>
                <a:cubicBezTo>
                  <a:pt x="1755" y="305"/>
                  <a:pt x="1756" y="305"/>
                  <a:pt x="1757" y="305"/>
                </a:cubicBezTo>
                <a:cubicBezTo>
                  <a:pt x="1757" y="304"/>
                  <a:pt x="1758" y="304"/>
                  <a:pt x="1758" y="303"/>
                </a:cubicBezTo>
                <a:cubicBezTo>
                  <a:pt x="1759" y="303"/>
                  <a:pt x="1759" y="302"/>
                  <a:pt x="1759" y="302"/>
                </a:cubicBezTo>
                <a:cubicBezTo>
                  <a:pt x="1759" y="301"/>
                  <a:pt x="1758" y="301"/>
                  <a:pt x="1758" y="300"/>
                </a:cubicBezTo>
                <a:cubicBezTo>
                  <a:pt x="1757" y="300"/>
                  <a:pt x="1757" y="299"/>
                  <a:pt x="1756" y="299"/>
                </a:cubicBezTo>
                <a:cubicBezTo>
                  <a:pt x="1755" y="298"/>
                  <a:pt x="1754" y="298"/>
                  <a:pt x="1753" y="298"/>
                </a:cubicBezTo>
                <a:cubicBezTo>
                  <a:pt x="1752" y="298"/>
                  <a:pt x="1751" y="298"/>
                  <a:pt x="1750" y="298"/>
                </a:cubicBezTo>
                <a:cubicBezTo>
                  <a:pt x="1749" y="298"/>
                  <a:pt x="1748" y="298"/>
                  <a:pt x="1747" y="298"/>
                </a:cubicBezTo>
                <a:close/>
                <a:moveTo>
                  <a:pt x="1580" y="298"/>
                </a:moveTo>
                <a:cubicBezTo>
                  <a:pt x="1579" y="298"/>
                  <a:pt x="1579" y="298"/>
                  <a:pt x="1578" y="299"/>
                </a:cubicBezTo>
                <a:cubicBezTo>
                  <a:pt x="1577" y="299"/>
                  <a:pt x="1577" y="300"/>
                  <a:pt x="1576" y="300"/>
                </a:cubicBezTo>
                <a:cubicBezTo>
                  <a:pt x="1576" y="301"/>
                  <a:pt x="1576" y="301"/>
                  <a:pt x="1576" y="302"/>
                </a:cubicBezTo>
                <a:cubicBezTo>
                  <a:pt x="1576" y="302"/>
                  <a:pt x="1576" y="303"/>
                  <a:pt x="1577" y="303"/>
                </a:cubicBezTo>
                <a:cubicBezTo>
                  <a:pt x="1577" y="304"/>
                  <a:pt x="1578" y="304"/>
                  <a:pt x="1578" y="305"/>
                </a:cubicBezTo>
                <a:cubicBezTo>
                  <a:pt x="1579" y="305"/>
                  <a:pt x="1580" y="305"/>
                  <a:pt x="1581" y="305"/>
                </a:cubicBezTo>
                <a:cubicBezTo>
                  <a:pt x="1582" y="306"/>
                  <a:pt x="1583" y="306"/>
                  <a:pt x="1584" y="306"/>
                </a:cubicBezTo>
                <a:cubicBezTo>
                  <a:pt x="1586" y="306"/>
                  <a:pt x="1587" y="306"/>
                  <a:pt x="1588" y="305"/>
                </a:cubicBezTo>
                <a:cubicBezTo>
                  <a:pt x="1589" y="305"/>
                  <a:pt x="1589" y="305"/>
                  <a:pt x="1590" y="305"/>
                </a:cubicBezTo>
                <a:cubicBezTo>
                  <a:pt x="1591" y="304"/>
                  <a:pt x="1591" y="304"/>
                  <a:pt x="1592" y="303"/>
                </a:cubicBezTo>
                <a:cubicBezTo>
                  <a:pt x="1592" y="303"/>
                  <a:pt x="1592" y="302"/>
                  <a:pt x="1592" y="302"/>
                </a:cubicBezTo>
                <a:cubicBezTo>
                  <a:pt x="1592" y="301"/>
                  <a:pt x="1592" y="301"/>
                  <a:pt x="1592" y="300"/>
                </a:cubicBezTo>
                <a:cubicBezTo>
                  <a:pt x="1591" y="300"/>
                  <a:pt x="1590" y="299"/>
                  <a:pt x="1590" y="299"/>
                </a:cubicBezTo>
                <a:cubicBezTo>
                  <a:pt x="1589" y="298"/>
                  <a:pt x="1588" y="298"/>
                  <a:pt x="1587" y="298"/>
                </a:cubicBezTo>
                <a:cubicBezTo>
                  <a:pt x="1586" y="298"/>
                  <a:pt x="1585" y="298"/>
                  <a:pt x="1584" y="298"/>
                </a:cubicBezTo>
                <a:cubicBezTo>
                  <a:pt x="1582" y="298"/>
                  <a:pt x="1581" y="298"/>
                  <a:pt x="1580" y="298"/>
                </a:cubicBezTo>
                <a:close/>
                <a:moveTo>
                  <a:pt x="1664" y="298"/>
                </a:moveTo>
                <a:cubicBezTo>
                  <a:pt x="1663" y="298"/>
                  <a:pt x="1662" y="298"/>
                  <a:pt x="1661" y="299"/>
                </a:cubicBezTo>
                <a:cubicBezTo>
                  <a:pt x="1660" y="299"/>
                  <a:pt x="1660" y="300"/>
                  <a:pt x="1659" y="300"/>
                </a:cubicBezTo>
                <a:cubicBezTo>
                  <a:pt x="1659" y="301"/>
                  <a:pt x="1659" y="301"/>
                  <a:pt x="1659" y="302"/>
                </a:cubicBezTo>
                <a:cubicBezTo>
                  <a:pt x="1659" y="302"/>
                  <a:pt x="1659" y="303"/>
                  <a:pt x="1660" y="303"/>
                </a:cubicBezTo>
                <a:cubicBezTo>
                  <a:pt x="1660" y="304"/>
                  <a:pt x="1661" y="304"/>
                  <a:pt x="1662" y="305"/>
                </a:cubicBezTo>
                <a:cubicBezTo>
                  <a:pt x="1663" y="305"/>
                  <a:pt x="1663" y="305"/>
                  <a:pt x="1664" y="305"/>
                </a:cubicBezTo>
                <a:cubicBezTo>
                  <a:pt x="1665" y="306"/>
                  <a:pt x="1667" y="306"/>
                  <a:pt x="1668" y="306"/>
                </a:cubicBezTo>
                <a:cubicBezTo>
                  <a:pt x="1669" y="306"/>
                  <a:pt x="1670" y="306"/>
                  <a:pt x="1671" y="305"/>
                </a:cubicBezTo>
                <a:cubicBezTo>
                  <a:pt x="1672" y="305"/>
                  <a:pt x="1673" y="305"/>
                  <a:pt x="1674" y="305"/>
                </a:cubicBezTo>
                <a:cubicBezTo>
                  <a:pt x="1674" y="304"/>
                  <a:pt x="1675" y="304"/>
                  <a:pt x="1675" y="303"/>
                </a:cubicBezTo>
                <a:cubicBezTo>
                  <a:pt x="1675" y="303"/>
                  <a:pt x="1676" y="302"/>
                  <a:pt x="1676" y="302"/>
                </a:cubicBezTo>
                <a:cubicBezTo>
                  <a:pt x="1676" y="301"/>
                  <a:pt x="1675" y="301"/>
                  <a:pt x="1675" y="300"/>
                </a:cubicBezTo>
                <a:cubicBezTo>
                  <a:pt x="1674" y="300"/>
                  <a:pt x="1674" y="299"/>
                  <a:pt x="1673" y="299"/>
                </a:cubicBezTo>
                <a:cubicBezTo>
                  <a:pt x="1672" y="298"/>
                  <a:pt x="1671" y="298"/>
                  <a:pt x="1670" y="298"/>
                </a:cubicBezTo>
                <a:cubicBezTo>
                  <a:pt x="1669" y="298"/>
                  <a:pt x="1668" y="298"/>
                  <a:pt x="1667" y="298"/>
                </a:cubicBezTo>
                <a:cubicBezTo>
                  <a:pt x="1666" y="298"/>
                  <a:pt x="1665" y="298"/>
                  <a:pt x="1664" y="298"/>
                </a:cubicBezTo>
                <a:close/>
                <a:moveTo>
                  <a:pt x="1788" y="298"/>
                </a:moveTo>
                <a:cubicBezTo>
                  <a:pt x="1787" y="298"/>
                  <a:pt x="1786" y="298"/>
                  <a:pt x="1786" y="299"/>
                </a:cubicBezTo>
                <a:cubicBezTo>
                  <a:pt x="1785" y="299"/>
                  <a:pt x="1784" y="300"/>
                  <a:pt x="1784" y="300"/>
                </a:cubicBezTo>
                <a:cubicBezTo>
                  <a:pt x="1784" y="301"/>
                  <a:pt x="1784" y="301"/>
                  <a:pt x="1784" y="302"/>
                </a:cubicBezTo>
                <a:cubicBezTo>
                  <a:pt x="1784" y="302"/>
                  <a:pt x="1784" y="303"/>
                  <a:pt x="1785" y="303"/>
                </a:cubicBezTo>
                <a:cubicBezTo>
                  <a:pt x="1785" y="304"/>
                  <a:pt x="1786" y="304"/>
                  <a:pt x="1787" y="305"/>
                </a:cubicBezTo>
                <a:cubicBezTo>
                  <a:pt x="1787" y="305"/>
                  <a:pt x="1788" y="305"/>
                  <a:pt x="1789" y="305"/>
                </a:cubicBezTo>
                <a:cubicBezTo>
                  <a:pt x="1790" y="306"/>
                  <a:pt x="1792" y="306"/>
                  <a:pt x="1793" y="306"/>
                </a:cubicBezTo>
                <a:cubicBezTo>
                  <a:pt x="1794" y="306"/>
                  <a:pt x="1795" y="306"/>
                  <a:pt x="1796" y="305"/>
                </a:cubicBezTo>
                <a:cubicBezTo>
                  <a:pt x="1797" y="305"/>
                  <a:pt x="1798" y="305"/>
                  <a:pt x="1798" y="305"/>
                </a:cubicBezTo>
                <a:cubicBezTo>
                  <a:pt x="1799" y="304"/>
                  <a:pt x="1800" y="304"/>
                  <a:pt x="1800" y="303"/>
                </a:cubicBezTo>
                <a:cubicBezTo>
                  <a:pt x="1800" y="303"/>
                  <a:pt x="1800" y="302"/>
                  <a:pt x="1800" y="302"/>
                </a:cubicBezTo>
                <a:cubicBezTo>
                  <a:pt x="1800" y="301"/>
                  <a:pt x="1800" y="301"/>
                  <a:pt x="1799" y="300"/>
                </a:cubicBezTo>
                <a:cubicBezTo>
                  <a:pt x="1799" y="300"/>
                  <a:pt x="1798" y="299"/>
                  <a:pt x="1797" y="299"/>
                </a:cubicBezTo>
                <a:cubicBezTo>
                  <a:pt x="1797" y="298"/>
                  <a:pt x="1796" y="298"/>
                  <a:pt x="1795" y="298"/>
                </a:cubicBezTo>
                <a:cubicBezTo>
                  <a:pt x="1794" y="298"/>
                  <a:pt x="1793" y="298"/>
                  <a:pt x="1791" y="298"/>
                </a:cubicBezTo>
                <a:cubicBezTo>
                  <a:pt x="1790" y="298"/>
                  <a:pt x="1789" y="298"/>
                  <a:pt x="1788" y="298"/>
                </a:cubicBezTo>
                <a:close/>
                <a:moveTo>
                  <a:pt x="2037" y="298"/>
                </a:moveTo>
                <a:cubicBezTo>
                  <a:pt x="2037" y="298"/>
                  <a:pt x="2036" y="298"/>
                  <a:pt x="2035" y="299"/>
                </a:cubicBezTo>
                <a:cubicBezTo>
                  <a:pt x="2034" y="299"/>
                  <a:pt x="2034" y="300"/>
                  <a:pt x="2034" y="300"/>
                </a:cubicBezTo>
                <a:cubicBezTo>
                  <a:pt x="2033" y="301"/>
                  <a:pt x="2033" y="301"/>
                  <a:pt x="2033" y="302"/>
                </a:cubicBezTo>
                <a:cubicBezTo>
                  <a:pt x="2033" y="302"/>
                  <a:pt x="2034" y="303"/>
                  <a:pt x="2034" y="303"/>
                </a:cubicBezTo>
                <a:cubicBezTo>
                  <a:pt x="2035" y="304"/>
                  <a:pt x="2036" y="304"/>
                  <a:pt x="2036" y="305"/>
                </a:cubicBezTo>
                <a:cubicBezTo>
                  <a:pt x="2037" y="305"/>
                  <a:pt x="2038" y="305"/>
                  <a:pt x="2039" y="305"/>
                </a:cubicBezTo>
                <a:cubicBezTo>
                  <a:pt x="2040" y="306"/>
                  <a:pt x="2041" y="306"/>
                  <a:pt x="2043" y="306"/>
                </a:cubicBezTo>
                <a:cubicBezTo>
                  <a:pt x="2044" y="306"/>
                  <a:pt x="2045" y="306"/>
                  <a:pt x="2046" y="305"/>
                </a:cubicBezTo>
                <a:cubicBezTo>
                  <a:pt x="2047" y="305"/>
                  <a:pt x="2048" y="305"/>
                  <a:pt x="2048" y="305"/>
                </a:cubicBezTo>
                <a:cubicBezTo>
                  <a:pt x="2049" y="304"/>
                  <a:pt x="2049" y="304"/>
                  <a:pt x="2050" y="303"/>
                </a:cubicBezTo>
                <a:cubicBezTo>
                  <a:pt x="2050" y="303"/>
                  <a:pt x="2050" y="302"/>
                  <a:pt x="2050" y="302"/>
                </a:cubicBezTo>
                <a:cubicBezTo>
                  <a:pt x="2050" y="301"/>
                  <a:pt x="2049" y="301"/>
                  <a:pt x="2049" y="300"/>
                </a:cubicBezTo>
                <a:cubicBezTo>
                  <a:pt x="2048" y="300"/>
                  <a:pt x="2048" y="299"/>
                  <a:pt x="2047" y="299"/>
                </a:cubicBezTo>
                <a:cubicBezTo>
                  <a:pt x="2046" y="298"/>
                  <a:pt x="2045" y="298"/>
                  <a:pt x="2044" y="298"/>
                </a:cubicBezTo>
                <a:cubicBezTo>
                  <a:pt x="2043" y="298"/>
                  <a:pt x="2042" y="298"/>
                  <a:pt x="2041" y="298"/>
                </a:cubicBezTo>
                <a:cubicBezTo>
                  <a:pt x="2040" y="298"/>
                  <a:pt x="2038" y="298"/>
                  <a:pt x="2037" y="298"/>
                </a:cubicBezTo>
                <a:close/>
                <a:moveTo>
                  <a:pt x="1290" y="298"/>
                </a:moveTo>
                <a:cubicBezTo>
                  <a:pt x="1289" y="298"/>
                  <a:pt x="1288" y="298"/>
                  <a:pt x="1287" y="299"/>
                </a:cubicBezTo>
                <a:cubicBezTo>
                  <a:pt x="1286" y="299"/>
                  <a:pt x="1286" y="300"/>
                  <a:pt x="1285" y="300"/>
                </a:cubicBezTo>
                <a:cubicBezTo>
                  <a:pt x="1285" y="301"/>
                  <a:pt x="1284" y="301"/>
                  <a:pt x="1284" y="302"/>
                </a:cubicBezTo>
                <a:cubicBezTo>
                  <a:pt x="1284" y="302"/>
                  <a:pt x="1285" y="303"/>
                  <a:pt x="1285" y="303"/>
                </a:cubicBezTo>
                <a:cubicBezTo>
                  <a:pt x="1286" y="304"/>
                  <a:pt x="1286" y="304"/>
                  <a:pt x="1287" y="305"/>
                </a:cubicBezTo>
                <a:cubicBezTo>
                  <a:pt x="1288" y="305"/>
                  <a:pt x="1289" y="305"/>
                  <a:pt x="1290" y="305"/>
                </a:cubicBezTo>
                <a:cubicBezTo>
                  <a:pt x="1291" y="306"/>
                  <a:pt x="1292" y="306"/>
                  <a:pt x="1293" y="306"/>
                </a:cubicBezTo>
                <a:cubicBezTo>
                  <a:pt x="1294" y="306"/>
                  <a:pt x="1295" y="306"/>
                  <a:pt x="1296" y="305"/>
                </a:cubicBezTo>
                <a:cubicBezTo>
                  <a:pt x="1297" y="305"/>
                  <a:pt x="1298" y="305"/>
                  <a:pt x="1299" y="305"/>
                </a:cubicBezTo>
                <a:cubicBezTo>
                  <a:pt x="1299" y="304"/>
                  <a:pt x="1300" y="304"/>
                  <a:pt x="1301" y="303"/>
                </a:cubicBezTo>
                <a:cubicBezTo>
                  <a:pt x="1301" y="303"/>
                  <a:pt x="1301" y="302"/>
                  <a:pt x="1301" y="302"/>
                </a:cubicBezTo>
                <a:cubicBezTo>
                  <a:pt x="1301" y="301"/>
                  <a:pt x="1301" y="301"/>
                  <a:pt x="1300" y="300"/>
                </a:cubicBezTo>
                <a:cubicBezTo>
                  <a:pt x="1300" y="300"/>
                  <a:pt x="1299" y="299"/>
                  <a:pt x="1299" y="299"/>
                </a:cubicBezTo>
                <a:cubicBezTo>
                  <a:pt x="1298" y="298"/>
                  <a:pt x="1297" y="298"/>
                  <a:pt x="1296" y="298"/>
                </a:cubicBezTo>
                <a:cubicBezTo>
                  <a:pt x="1295" y="298"/>
                  <a:pt x="1294" y="298"/>
                  <a:pt x="1293" y="298"/>
                </a:cubicBezTo>
                <a:cubicBezTo>
                  <a:pt x="1292" y="298"/>
                  <a:pt x="1291" y="298"/>
                  <a:pt x="1290" y="298"/>
                </a:cubicBezTo>
                <a:close/>
                <a:moveTo>
                  <a:pt x="1539" y="298"/>
                </a:moveTo>
                <a:cubicBezTo>
                  <a:pt x="1538" y="298"/>
                  <a:pt x="1537" y="298"/>
                  <a:pt x="1536" y="299"/>
                </a:cubicBezTo>
                <a:cubicBezTo>
                  <a:pt x="1536" y="299"/>
                  <a:pt x="1535" y="300"/>
                  <a:pt x="1535" y="300"/>
                </a:cubicBezTo>
                <a:cubicBezTo>
                  <a:pt x="1534" y="301"/>
                  <a:pt x="1534" y="301"/>
                  <a:pt x="1534" y="302"/>
                </a:cubicBezTo>
                <a:cubicBezTo>
                  <a:pt x="1534" y="302"/>
                  <a:pt x="1534" y="303"/>
                  <a:pt x="1535" y="303"/>
                </a:cubicBezTo>
                <a:cubicBezTo>
                  <a:pt x="1535" y="304"/>
                  <a:pt x="1536" y="304"/>
                  <a:pt x="1537" y="305"/>
                </a:cubicBezTo>
                <a:cubicBezTo>
                  <a:pt x="1538" y="305"/>
                  <a:pt x="1539" y="305"/>
                  <a:pt x="1540" y="305"/>
                </a:cubicBezTo>
                <a:cubicBezTo>
                  <a:pt x="1541" y="306"/>
                  <a:pt x="1542" y="306"/>
                  <a:pt x="1543" y="306"/>
                </a:cubicBezTo>
                <a:cubicBezTo>
                  <a:pt x="1544" y="306"/>
                  <a:pt x="1545" y="306"/>
                  <a:pt x="1546" y="305"/>
                </a:cubicBezTo>
                <a:cubicBezTo>
                  <a:pt x="1547" y="305"/>
                  <a:pt x="1548" y="305"/>
                  <a:pt x="1549" y="305"/>
                </a:cubicBezTo>
                <a:cubicBezTo>
                  <a:pt x="1549" y="304"/>
                  <a:pt x="1550" y="304"/>
                  <a:pt x="1550" y="303"/>
                </a:cubicBezTo>
                <a:cubicBezTo>
                  <a:pt x="1551" y="303"/>
                  <a:pt x="1551" y="302"/>
                  <a:pt x="1551" y="302"/>
                </a:cubicBezTo>
                <a:cubicBezTo>
                  <a:pt x="1551" y="301"/>
                  <a:pt x="1550" y="301"/>
                  <a:pt x="1550" y="300"/>
                </a:cubicBezTo>
                <a:cubicBezTo>
                  <a:pt x="1550" y="300"/>
                  <a:pt x="1549" y="299"/>
                  <a:pt x="1548" y="299"/>
                </a:cubicBezTo>
                <a:cubicBezTo>
                  <a:pt x="1547" y="298"/>
                  <a:pt x="1546" y="298"/>
                  <a:pt x="1545" y="298"/>
                </a:cubicBezTo>
                <a:cubicBezTo>
                  <a:pt x="1544" y="298"/>
                  <a:pt x="1543" y="298"/>
                  <a:pt x="1542" y="298"/>
                </a:cubicBezTo>
                <a:cubicBezTo>
                  <a:pt x="1541" y="298"/>
                  <a:pt x="1540" y="298"/>
                  <a:pt x="1539" y="298"/>
                </a:cubicBezTo>
                <a:close/>
                <a:moveTo>
                  <a:pt x="1996" y="298"/>
                </a:moveTo>
                <a:cubicBezTo>
                  <a:pt x="1995" y="298"/>
                  <a:pt x="1994" y="298"/>
                  <a:pt x="1994" y="299"/>
                </a:cubicBezTo>
                <a:cubicBezTo>
                  <a:pt x="1993" y="299"/>
                  <a:pt x="1992" y="300"/>
                  <a:pt x="1992" y="300"/>
                </a:cubicBezTo>
                <a:cubicBezTo>
                  <a:pt x="1992" y="301"/>
                  <a:pt x="1992" y="301"/>
                  <a:pt x="1992" y="302"/>
                </a:cubicBezTo>
                <a:cubicBezTo>
                  <a:pt x="1992" y="302"/>
                  <a:pt x="1992" y="303"/>
                  <a:pt x="1993" y="303"/>
                </a:cubicBezTo>
                <a:cubicBezTo>
                  <a:pt x="1993" y="304"/>
                  <a:pt x="1994" y="304"/>
                  <a:pt x="1995" y="305"/>
                </a:cubicBezTo>
                <a:cubicBezTo>
                  <a:pt x="1996" y="305"/>
                  <a:pt x="1997" y="305"/>
                  <a:pt x="1998" y="305"/>
                </a:cubicBezTo>
                <a:cubicBezTo>
                  <a:pt x="1999" y="306"/>
                  <a:pt x="2000" y="306"/>
                  <a:pt x="2001" y="306"/>
                </a:cubicBezTo>
                <a:cubicBezTo>
                  <a:pt x="2002" y="306"/>
                  <a:pt x="2003" y="306"/>
                  <a:pt x="2004" y="305"/>
                </a:cubicBezTo>
                <a:cubicBezTo>
                  <a:pt x="2005" y="305"/>
                  <a:pt x="2006" y="305"/>
                  <a:pt x="2007" y="305"/>
                </a:cubicBezTo>
                <a:cubicBezTo>
                  <a:pt x="2007" y="304"/>
                  <a:pt x="2008" y="304"/>
                  <a:pt x="2008" y="303"/>
                </a:cubicBezTo>
                <a:cubicBezTo>
                  <a:pt x="2008" y="303"/>
                  <a:pt x="2009" y="302"/>
                  <a:pt x="2008" y="302"/>
                </a:cubicBezTo>
                <a:cubicBezTo>
                  <a:pt x="2008" y="301"/>
                  <a:pt x="2008" y="301"/>
                  <a:pt x="2007" y="300"/>
                </a:cubicBezTo>
                <a:cubicBezTo>
                  <a:pt x="2007" y="300"/>
                  <a:pt x="2006" y="299"/>
                  <a:pt x="2005" y="299"/>
                </a:cubicBezTo>
                <a:cubicBezTo>
                  <a:pt x="2004" y="298"/>
                  <a:pt x="2003" y="298"/>
                  <a:pt x="2002" y="298"/>
                </a:cubicBezTo>
                <a:cubicBezTo>
                  <a:pt x="2001" y="298"/>
                  <a:pt x="2000" y="298"/>
                  <a:pt x="1999" y="298"/>
                </a:cubicBezTo>
                <a:cubicBezTo>
                  <a:pt x="1998" y="298"/>
                  <a:pt x="1997" y="298"/>
                  <a:pt x="1996" y="298"/>
                </a:cubicBezTo>
                <a:close/>
                <a:moveTo>
                  <a:pt x="2079" y="298"/>
                </a:moveTo>
                <a:cubicBezTo>
                  <a:pt x="2078" y="298"/>
                  <a:pt x="2077" y="298"/>
                  <a:pt x="2077" y="299"/>
                </a:cubicBezTo>
                <a:cubicBezTo>
                  <a:pt x="2076" y="299"/>
                  <a:pt x="2075" y="300"/>
                  <a:pt x="2075" y="300"/>
                </a:cubicBezTo>
                <a:cubicBezTo>
                  <a:pt x="2075" y="301"/>
                  <a:pt x="2075" y="301"/>
                  <a:pt x="2075" y="302"/>
                </a:cubicBezTo>
                <a:cubicBezTo>
                  <a:pt x="2075" y="302"/>
                  <a:pt x="2075" y="303"/>
                  <a:pt x="2076" y="303"/>
                </a:cubicBezTo>
                <a:cubicBezTo>
                  <a:pt x="2077" y="304"/>
                  <a:pt x="2077" y="304"/>
                  <a:pt x="2078" y="305"/>
                </a:cubicBezTo>
                <a:cubicBezTo>
                  <a:pt x="2079" y="305"/>
                  <a:pt x="2080" y="305"/>
                  <a:pt x="2081" y="305"/>
                </a:cubicBezTo>
                <a:cubicBezTo>
                  <a:pt x="2082" y="306"/>
                  <a:pt x="2083" y="306"/>
                  <a:pt x="2084" y="306"/>
                </a:cubicBezTo>
                <a:cubicBezTo>
                  <a:pt x="2085" y="306"/>
                  <a:pt x="2087" y="306"/>
                  <a:pt x="2087" y="305"/>
                </a:cubicBezTo>
                <a:cubicBezTo>
                  <a:pt x="2088" y="305"/>
                  <a:pt x="2089" y="305"/>
                  <a:pt x="2090" y="305"/>
                </a:cubicBezTo>
                <a:cubicBezTo>
                  <a:pt x="2091" y="304"/>
                  <a:pt x="2091" y="304"/>
                  <a:pt x="2091" y="303"/>
                </a:cubicBezTo>
                <a:cubicBezTo>
                  <a:pt x="2092" y="303"/>
                  <a:pt x="2092" y="302"/>
                  <a:pt x="2092" y="302"/>
                </a:cubicBezTo>
                <a:cubicBezTo>
                  <a:pt x="2091" y="301"/>
                  <a:pt x="2091" y="301"/>
                  <a:pt x="2090" y="300"/>
                </a:cubicBezTo>
                <a:cubicBezTo>
                  <a:pt x="2090" y="300"/>
                  <a:pt x="2089" y="299"/>
                  <a:pt x="2088" y="299"/>
                </a:cubicBezTo>
                <a:cubicBezTo>
                  <a:pt x="2088" y="298"/>
                  <a:pt x="2087" y="298"/>
                  <a:pt x="2086" y="298"/>
                </a:cubicBezTo>
                <a:cubicBezTo>
                  <a:pt x="2085" y="298"/>
                  <a:pt x="2083" y="298"/>
                  <a:pt x="2082" y="298"/>
                </a:cubicBezTo>
                <a:cubicBezTo>
                  <a:pt x="2081" y="298"/>
                  <a:pt x="2080" y="298"/>
                  <a:pt x="2079" y="298"/>
                </a:cubicBezTo>
                <a:close/>
                <a:moveTo>
                  <a:pt x="1913" y="298"/>
                </a:moveTo>
                <a:cubicBezTo>
                  <a:pt x="1912" y="298"/>
                  <a:pt x="1911" y="298"/>
                  <a:pt x="1910" y="299"/>
                </a:cubicBezTo>
                <a:cubicBezTo>
                  <a:pt x="1910" y="299"/>
                  <a:pt x="1909" y="300"/>
                  <a:pt x="1909" y="300"/>
                </a:cubicBezTo>
                <a:cubicBezTo>
                  <a:pt x="1909" y="301"/>
                  <a:pt x="1908" y="301"/>
                  <a:pt x="1909" y="302"/>
                </a:cubicBezTo>
                <a:cubicBezTo>
                  <a:pt x="1909" y="302"/>
                  <a:pt x="1909" y="303"/>
                  <a:pt x="1910" y="303"/>
                </a:cubicBezTo>
                <a:cubicBezTo>
                  <a:pt x="1910" y="304"/>
                  <a:pt x="1911" y="304"/>
                  <a:pt x="1912" y="305"/>
                </a:cubicBezTo>
                <a:cubicBezTo>
                  <a:pt x="1912" y="305"/>
                  <a:pt x="1913" y="305"/>
                  <a:pt x="1914" y="305"/>
                </a:cubicBezTo>
                <a:cubicBezTo>
                  <a:pt x="1915" y="306"/>
                  <a:pt x="1916" y="306"/>
                  <a:pt x="1918" y="306"/>
                </a:cubicBezTo>
                <a:cubicBezTo>
                  <a:pt x="1919" y="306"/>
                  <a:pt x="1920" y="306"/>
                  <a:pt x="1921" y="305"/>
                </a:cubicBezTo>
                <a:cubicBezTo>
                  <a:pt x="1922" y="305"/>
                  <a:pt x="1923" y="305"/>
                  <a:pt x="1923" y="305"/>
                </a:cubicBezTo>
                <a:cubicBezTo>
                  <a:pt x="1924" y="304"/>
                  <a:pt x="1924" y="304"/>
                  <a:pt x="1925" y="303"/>
                </a:cubicBezTo>
                <a:cubicBezTo>
                  <a:pt x="1925" y="303"/>
                  <a:pt x="1925" y="302"/>
                  <a:pt x="1925" y="302"/>
                </a:cubicBezTo>
                <a:cubicBezTo>
                  <a:pt x="1925" y="301"/>
                  <a:pt x="1925" y="301"/>
                  <a:pt x="1924" y="300"/>
                </a:cubicBezTo>
                <a:cubicBezTo>
                  <a:pt x="1924" y="300"/>
                  <a:pt x="1923" y="299"/>
                  <a:pt x="1922" y="299"/>
                </a:cubicBezTo>
                <a:cubicBezTo>
                  <a:pt x="1921" y="298"/>
                  <a:pt x="1920" y="298"/>
                  <a:pt x="1919" y="298"/>
                </a:cubicBezTo>
                <a:cubicBezTo>
                  <a:pt x="1918" y="298"/>
                  <a:pt x="1917" y="298"/>
                  <a:pt x="1916" y="298"/>
                </a:cubicBezTo>
                <a:cubicBezTo>
                  <a:pt x="1915" y="298"/>
                  <a:pt x="1914" y="298"/>
                  <a:pt x="1913" y="298"/>
                </a:cubicBezTo>
                <a:close/>
                <a:moveTo>
                  <a:pt x="1331" y="298"/>
                </a:moveTo>
                <a:cubicBezTo>
                  <a:pt x="1330" y="298"/>
                  <a:pt x="1329" y="298"/>
                  <a:pt x="1328" y="299"/>
                </a:cubicBezTo>
                <a:cubicBezTo>
                  <a:pt x="1328" y="299"/>
                  <a:pt x="1327" y="300"/>
                  <a:pt x="1327" y="300"/>
                </a:cubicBezTo>
                <a:cubicBezTo>
                  <a:pt x="1326" y="301"/>
                  <a:pt x="1326" y="301"/>
                  <a:pt x="1326" y="302"/>
                </a:cubicBezTo>
                <a:cubicBezTo>
                  <a:pt x="1326" y="302"/>
                  <a:pt x="1326" y="303"/>
                  <a:pt x="1327" y="303"/>
                </a:cubicBezTo>
                <a:cubicBezTo>
                  <a:pt x="1327" y="304"/>
                  <a:pt x="1328" y="304"/>
                  <a:pt x="1329" y="305"/>
                </a:cubicBezTo>
                <a:cubicBezTo>
                  <a:pt x="1329" y="305"/>
                  <a:pt x="1330" y="305"/>
                  <a:pt x="1331" y="305"/>
                </a:cubicBezTo>
                <a:cubicBezTo>
                  <a:pt x="1332" y="306"/>
                  <a:pt x="1333" y="306"/>
                  <a:pt x="1334" y="306"/>
                </a:cubicBezTo>
                <a:cubicBezTo>
                  <a:pt x="1336" y="306"/>
                  <a:pt x="1337" y="306"/>
                  <a:pt x="1338" y="305"/>
                </a:cubicBezTo>
                <a:cubicBezTo>
                  <a:pt x="1339" y="305"/>
                  <a:pt x="1340" y="305"/>
                  <a:pt x="1340" y="305"/>
                </a:cubicBezTo>
                <a:cubicBezTo>
                  <a:pt x="1341" y="304"/>
                  <a:pt x="1342" y="304"/>
                  <a:pt x="1342" y="303"/>
                </a:cubicBezTo>
                <a:cubicBezTo>
                  <a:pt x="1343" y="303"/>
                  <a:pt x="1343" y="302"/>
                  <a:pt x="1343" y="302"/>
                </a:cubicBezTo>
                <a:cubicBezTo>
                  <a:pt x="1343" y="301"/>
                  <a:pt x="1342" y="301"/>
                  <a:pt x="1342" y="300"/>
                </a:cubicBezTo>
                <a:cubicBezTo>
                  <a:pt x="1342" y="300"/>
                  <a:pt x="1341" y="299"/>
                  <a:pt x="1340" y="299"/>
                </a:cubicBezTo>
                <a:cubicBezTo>
                  <a:pt x="1339" y="298"/>
                  <a:pt x="1339" y="298"/>
                  <a:pt x="1338" y="298"/>
                </a:cubicBezTo>
                <a:cubicBezTo>
                  <a:pt x="1337" y="298"/>
                  <a:pt x="1335" y="298"/>
                  <a:pt x="1334" y="298"/>
                </a:cubicBezTo>
                <a:cubicBezTo>
                  <a:pt x="1333" y="298"/>
                  <a:pt x="1332" y="298"/>
                  <a:pt x="1331" y="298"/>
                </a:cubicBezTo>
                <a:close/>
                <a:moveTo>
                  <a:pt x="1373" y="298"/>
                </a:moveTo>
                <a:cubicBezTo>
                  <a:pt x="1372" y="298"/>
                  <a:pt x="1371" y="298"/>
                  <a:pt x="1370" y="299"/>
                </a:cubicBezTo>
                <a:cubicBezTo>
                  <a:pt x="1369" y="299"/>
                  <a:pt x="1369" y="300"/>
                  <a:pt x="1368" y="300"/>
                </a:cubicBezTo>
                <a:cubicBezTo>
                  <a:pt x="1368" y="301"/>
                  <a:pt x="1368" y="301"/>
                  <a:pt x="1368" y="302"/>
                </a:cubicBezTo>
                <a:cubicBezTo>
                  <a:pt x="1368" y="302"/>
                  <a:pt x="1368" y="303"/>
                  <a:pt x="1368" y="303"/>
                </a:cubicBezTo>
                <a:cubicBezTo>
                  <a:pt x="1369" y="304"/>
                  <a:pt x="1369" y="304"/>
                  <a:pt x="1370" y="305"/>
                </a:cubicBezTo>
                <a:cubicBezTo>
                  <a:pt x="1371" y="305"/>
                  <a:pt x="1372" y="305"/>
                  <a:pt x="1373" y="305"/>
                </a:cubicBezTo>
                <a:cubicBezTo>
                  <a:pt x="1374" y="306"/>
                  <a:pt x="1375" y="306"/>
                  <a:pt x="1376" y="306"/>
                </a:cubicBezTo>
                <a:cubicBezTo>
                  <a:pt x="1377" y="306"/>
                  <a:pt x="1378" y="306"/>
                  <a:pt x="1379" y="305"/>
                </a:cubicBezTo>
                <a:cubicBezTo>
                  <a:pt x="1380" y="305"/>
                  <a:pt x="1381" y="305"/>
                  <a:pt x="1382" y="305"/>
                </a:cubicBezTo>
                <a:cubicBezTo>
                  <a:pt x="1383" y="304"/>
                  <a:pt x="1383" y="304"/>
                  <a:pt x="1384" y="303"/>
                </a:cubicBezTo>
                <a:cubicBezTo>
                  <a:pt x="1384" y="303"/>
                  <a:pt x="1384" y="302"/>
                  <a:pt x="1384" y="302"/>
                </a:cubicBezTo>
                <a:cubicBezTo>
                  <a:pt x="1384" y="301"/>
                  <a:pt x="1384" y="301"/>
                  <a:pt x="1384" y="300"/>
                </a:cubicBezTo>
                <a:cubicBezTo>
                  <a:pt x="1383" y="300"/>
                  <a:pt x="1383" y="299"/>
                  <a:pt x="1382" y="299"/>
                </a:cubicBezTo>
                <a:cubicBezTo>
                  <a:pt x="1381" y="298"/>
                  <a:pt x="1380" y="298"/>
                  <a:pt x="1379" y="298"/>
                </a:cubicBezTo>
                <a:cubicBezTo>
                  <a:pt x="1378" y="298"/>
                  <a:pt x="1377" y="298"/>
                  <a:pt x="1376" y="298"/>
                </a:cubicBezTo>
                <a:cubicBezTo>
                  <a:pt x="1375" y="298"/>
                  <a:pt x="1374" y="298"/>
                  <a:pt x="1373" y="298"/>
                </a:cubicBezTo>
                <a:close/>
                <a:moveTo>
                  <a:pt x="1123" y="298"/>
                </a:moveTo>
                <a:cubicBezTo>
                  <a:pt x="1122" y="298"/>
                  <a:pt x="1121" y="298"/>
                  <a:pt x="1121" y="299"/>
                </a:cubicBezTo>
                <a:cubicBezTo>
                  <a:pt x="1120" y="299"/>
                  <a:pt x="1119" y="300"/>
                  <a:pt x="1119" y="300"/>
                </a:cubicBezTo>
                <a:cubicBezTo>
                  <a:pt x="1118" y="301"/>
                  <a:pt x="1118" y="301"/>
                  <a:pt x="1118" y="302"/>
                </a:cubicBezTo>
                <a:cubicBezTo>
                  <a:pt x="1118" y="302"/>
                  <a:pt x="1118" y="303"/>
                  <a:pt x="1119" y="303"/>
                </a:cubicBezTo>
                <a:cubicBezTo>
                  <a:pt x="1119" y="304"/>
                  <a:pt x="1120" y="304"/>
                  <a:pt x="1120" y="305"/>
                </a:cubicBezTo>
                <a:cubicBezTo>
                  <a:pt x="1121" y="305"/>
                  <a:pt x="1122" y="305"/>
                  <a:pt x="1123" y="305"/>
                </a:cubicBezTo>
                <a:cubicBezTo>
                  <a:pt x="1124" y="306"/>
                  <a:pt x="1125" y="306"/>
                  <a:pt x="1126" y="306"/>
                </a:cubicBezTo>
                <a:cubicBezTo>
                  <a:pt x="1127" y="306"/>
                  <a:pt x="1129" y="306"/>
                  <a:pt x="1130" y="305"/>
                </a:cubicBezTo>
                <a:cubicBezTo>
                  <a:pt x="1131" y="305"/>
                  <a:pt x="1131" y="305"/>
                  <a:pt x="1132" y="305"/>
                </a:cubicBezTo>
                <a:cubicBezTo>
                  <a:pt x="1133" y="304"/>
                  <a:pt x="1134" y="304"/>
                  <a:pt x="1134" y="303"/>
                </a:cubicBezTo>
                <a:cubicBezTo>
                  <a:pt x="1134" y="303"/>
                  <a:pt x="1135" y="302"/>
                  <a:pt x="1135" y="302"/>
                </a:cubicBezTo>
                <a:cubicBezTo>
                  <a:pt x="1135" y="301"/>
                  <a:pt x="1135" y="301"/>
                  <a:pt x="1134" y="300"/>
                </a:cubicBezTo>
                <a:cubicBezTo>
                  <a:pt x="1134" y="300"/>
                  <a:pt x="1133" y="299"/>
                  <a:pt x="1132" y="299"/>
                </a:cubicBezTo>
                <a:cubicBezTo>
                  <a:pt x="1132" y="298"/>
                  <a:pt x="1131" y="298"/>
                  <a:pt x="1130" y="298"/>
                </a:cubicBezTo>
                <a:cubicBezTo>
                  <a:pt x="1129" y="298"/>
                  <a:pt x="1128" y="298"/>
                  <a:pt x="1127" y="298"/>
                </a:cubicBezTo>
                <a:cubicBezTo>
                  <a:pt x="1125" y="298"/>
                  <a:pt x="1124" y="298"/>
                  <a:pt x="1123" y="298"/>
                </a:cubicBezTo>
                <a:close/>
                <a:moveTo>
                  <a:pt x="1705" y="298"/>
                </a:moveTo>
                <a:cubicBezTo>
                  <a:pt x="1704" y="298"/>
                  <a:pt x="1703" y="298"/>
                  <a:pt x="1703" y="299"/>
                </a:cubicBezTo>
                <a:cubicBezTo>
                  <a:pt x="1702" y="299"/>
                  <a:pt x="1701" y="300"/>
                  <a:pt x="1701" y="300"/>
                </a:cubicBezTo>
                <a:cubicBezTo>
                  <a:pt x="1701" y="301"/>
                  <a:pt x="1700" y="301"/>
                  <a:pt x="1701" y="302"/>
                </a:cubicBezTo>
                <a:cubicBezTo>
                  <a:pt x="1701" y="302"/>
                  <a:pt x="1701" y="303"/>
                  <a:pt x="1701" y="303"/>
                </a:cubicBezTo>
                <a:cubicBezTo>
                  <a:pt x="1702" y="304"/>
                  <a:pt x="1703" y="304"/>
                  <a:pt x="1703" y="305"/>
                </a:cubicBezTo>
                <a:cubicBezTo>
                  <a:pt x="1704" y="305"/>
                  <a:pt x="1705" y="305"/>
                  <a:pt x="1706" y="305"/>
                </a:cubicBezTo>
                <a:cubicBezTo>
                  <a:pt x="1707" y="306"/>
                  <a:pt x="1708" y="306"/>
                  <a:pt x="1709" y="306"/>
                </a:cubicBezTo>
                <a:cubicBezTo>
                  <a:pt x="1711" y="306"/>
                  <a:pt x="1712" y="306"/>
                  <a:pt x="1713" y="305"/>
                </a:cubicBezTo>
                <a:cubicBezTo>
                  <a:pt x="1714" y="305"/>
                  <a:pt x="1714" y="305"/>
                  <a:pt x="1715" y="305"/>
                </a:cubicBezTo>
                <a:cubicBezTo>
                  <a:pt x="1716" y="304"/>
                  <a:pt x="1716" y="304"/>
                  <a:pt x="1717" y="303"/>
                </a:cubicBezTo>
                <a:cubicBezTo>
                  <a:pt x="1717" y="303"/>
                  <a:pt x="1717" y="302"/>
                  <a:pt x="1717" y="302"/>
                </a:cubicBezTo>
                <a:cubicBezTo>
                  <a:pt x="1717" y="301"/>
                  <a:pt x="1717" y="301"/>
                  <a:pt x="1716" y="300"/>
                </a:cubicBezTo>
                <a:cubicBezTo>
                  <a:pt x="1716" y="300"/>
                  <a:pt x="1715" y="299"/>
                  <a:pt x="1714" y="299"/>
                </a:cubicBezTo>
                <a:cubicBezTo>
                  <a:pt x="1714" y="298"/>
                  <a:pt x="1713" y="298"/>
                  <a:pt x="1712" y="298"/>
                </a:cubicBezTo>
                <a:cubicBezTo>
                  <a:pt x="1711" y="298"/>
                  <a:pt x="1709" y="298"/>
                  <a:pt x="1708" y="298"/>
                </a:cubicBezTo>
                <a:cubicBezTo>
                  <a:pt x="1707" y="298"/>
                  <a:pt x="1706" y="298"/>
                  <a:pt x="1705" y="298"/>
                </a:cubicBezTo>
                <a:close/>
                <a:moveTo>
                  <a:pt x="1497" y="298"/>
                </a:moveTo>
                <a:cubicBezTo>
                  <a:pt x="1496" y="298"/>
                  <a:pt x="1495" y="298"/>
                  <a:pt x="1495" y="299"/>
                </a:cubicBezTo>
                <a:cubicBezTo>
                  <a:pt x="1494" y="299"/>
                  <a:pt x="1493" y="300"/>
                  <a:pt x="1493" y="300"/>
                </a:cubicBezTo>
                <a:cubicBezTo>
                  <a:pt x="1493" y="301"/>
                  <a:pt x="1492" y="301"/>
                  <a:pt x="1493" y="302"/>
                </a:cubicBezTo>
                <a:cubicBezTo>
                  <a:pt x="1493" y="302"/>
                  <a:pt x="1493" y="303"/>
                  <a:pt x="1493" y="303"/>
                </a:cubicBezTo>
                <a:cubicBezTo>
                  <a:pt x="1494" y="304"/>
                  <a:pt x="1494" y="304"/>
                  <a:pt x="1495" y="305"/>
                </a:cubicBezTo>
                <a:cubicBezTo>
                  <a:pt x="1496" y="305"/>
                  <a:pt x="1497" y="305"/>
                  <a:pt x="1498" y="305"/>
                </a:cubicBezTo>
                <a:cubicBezTo>
                  <a:pt x="1499" y="306"/>
                  <a:pt x="1500" y="306"/>
                  <a:pt x="1501" y="306"/>
                </a:cubicBezTo>
                <a:cubicBezTo>
                  <a:pt x="1502" y="306"/>
                  <a:pt x="1503" y="306"/>
                  <a:pt x="1504" y="305"/>
                </a:cubicBezTo>
                <a:cubicBezTo>
                  <a:pt x="1505" y="305"/>
                  <a:pt x="1506" y="305"/>
                  <a:pt x="1507" y="305"/>
                </a:cubicBezTo>
                <a:cubicBezTo>
                  <a:pt x="1508" y="304"/>
                  <a:pt x="1508" y="304"/>
                  <a:pt x="1509" y="303"/>
                </a:cubicBezTo>
                <a:cubicBezTo>
                  <a:pt x="1509" y="303"/>
                  <a:pt x="1509" y="302"/>
                  <a:pt x="1509" y="302"/>
                </a:cubicBezTo>
                <a:cubicBezTo>
                  <a:pt x="1509" y="301"/>
                  <a:pt x="1509" y="301"/>
                  <a:pt x="1508" y="300"/>
                </a:cubicBezTo>
                <a:cubicBezTo>
                  <a:pt x="1508" y="300"/>
                  <a:pt x="1507" y="299"/>
                  <a:pt x="1506" y="299"/>
                </a:cubicBezTo>
                <a:cubicBezTo>
                  <a:pt x="1506" y="298"/>
                  <a:pt x="1505" y="298"/>
                  <a:pt x="1504" y="298"/>
                </a:cubicBezTo>
                <a:cubicBezTo>
                  <a:pt x="1503" y="298"/>
                  <a:pt x="1502" y="298"/>
                  <a:pt x="1501" y="298"/>
                </a:cubicBezTo>
                <a:cubicBezTo>
                  <a:pt x="1499" y="298"/>
                  <a:pt x="1498" y="298"/>
                  <a:pt x="1497" y="298"/>
                </a:cubicBezTo>
                <a:close/>
                <a:moveTo>
                  <a:pt x="1622" y="298"/>
                </a:moveTo>
                <a:cubicBezTo>
                  <a:pt x="1621" y="298"/>
                  <a:pt x="1620" y="298"/>
                  <a:pt x="1619" y="299"/>
                </a:cubicBezTo>
                <a:cubicBezTo>
                  <a:pt x="1619" y="299"/>
                  <a:pt x="1618" y="300"/>
                  <a:pt x="1618" y="300"/>
                </a:cubicBezTo>
                <a:cubicBezTo>
                  <a:pt x="1617" y="301"/>
                  <a:pt x="1617" y="301"/>
                  <a:pt x="1617" y="302"/>
                </a:cubicBezTo>
                <a:cubicBezTo>
                  <a:pt x="1617" y="302"/>
                  <a:pt x="1618" y="303"/>
                  <a:pt x="1618" y="303"/>
                </a:cubicBezTo>
                <a:cubicBezTo>
                  <a:pt x="1619" y="304"/>
                  <a:pt x="1619" y="304"/>
                  <a:pt x="1620" y="305"/>
                </a:cubicBezTo>
                <a:cubicBezTo>
                  <a:pt x="1621" y="305"/>
                  <a:pt x="1622" y="305"/>
                  <a:pt x="1623" y="305"/>
                </a:cubicBezTo>
                <a:cubicBezTo>
                  <a:pt x="1624" y="306"/>
                  <a:pt x="1625" y="306"/>
                  <a:pt x="1626" y="306"/>
                </a:cubicBezTo>
                <a:cubicBezTo>
                  <a:pt x="1627" y="306"/>
                  <a:pt x="1628" y="306"/>
                  <a:pt x="1629" y="305"/>
                </a:cubicBezTo>
                <a:cubicBezTo>
                  <a:pt x="1630" y="305"/>
                  <a:pt x="1631" y="305"/>
                  <a:pt x="1632" y="305"/>
                </a:cubicBezTo>
                <a:cubicBezTo>
                  <a:pt x="1633" y="304"/>
                  <a:pt x="1633" y="304"/>
                  <a:pt x="1633" y="303"/>
                </a:cubicBezTo>
                <a:cubicBezTo>
                  <a:pt x="1634" y="303"/>
                  <a:pt x="1634" y="302"/>
                  <a:pt x="1634" y="302"/>
                </a:cubicBezTo>
                <a:cubicBezTo>
                  <a:pt x="1634" y="301"/>
                  <a:pt x="1634" y="301"/>
                  <a:pt x="1633" y="300"/>
                </a:cubicBezTo>
                <a:cubicBezTo>
                  <a:pt x="1633" y="300"/>
                  <a:pt x="1632" y="299"/>
                  <a:pt x="1631" y="299"/>
                </a:cubicBezTo>
                <a:cubicBezTo>
                  <a:pt x="1630" y="298"/>
                  <a:pt x="1629" y="298"/>
                  <a:pt x="1628" y="298"/>
                </a:cubicBezTo>
                <a:cubicBezTo>
                  <a:pt x="1627" y="298"/>
                  <a:pt x="1626" y="298"/>
                  <a:pt x="1625" y="298"/>
                </a:cubicBezTo>
                <a:cubicBezTo>
                  <a:pt x="1624" y="298"/>
                  <a:pt x="1623" y="298"/>
                  <a:pt x="1622" y="298"/>
                </a:cubicBezTo>
                <a:close/>
                <a:moveTo>
                  <a:pt x="1954" y="298"/>
                </a:moveTo>
                <a:cubicBezTo>
                  <a:pt x="1953" y="298"/>
                  <a:pt x="1953" y="298"/>
                  <a:pt x="1952" y="299"/>
                </a:cubicBezTo>
                <a:cubicBezTo>
                  <a:pt x="1951" y="299"/>
                  <a:pt x="1951" y="300"/>
                  <a:pt x="1950" y="300"/>
                </a:cubicBezTo>
                <a:cubicBezTo>
                  <a:pt x="1950" y="301"/>
                  <a:pt x="1950" y="301"/>
                  <a:pt x="1950" y="302"/>
                </a:cubicBezTo>
                <a:cubicBezTo>
                  <a:pt x="1950" y="302"/>
                  <a:pt x="1951" y="303"/>
                  <a:pt x="1951" y="303"/>
                </a:cubicBezTo>
                <a:cubicBezTo>
                  <a:pt x="1952" y="304"/>
                  <a:pt x="1952" y="304"/>
                  <a:pt x="1953" y="305"/>
                </a:cubicBezTo>
                <a:cubicBezTo>
                  <a:pt x="1954" y="305"/>
                  <a:pt x="1955" y="305"/>
                  <a:pt x="1956" y="305"/>
                </a:cubicBezTo>
                <a:cubicBezTo>
                  <a:pt x="1957" y="306"/>
                  <a:pt x="1958" y="306"/>
                  <a:pt x="1959" y="306"/>
                </a:cubicBezTo>
                <a:cubicBezTo>
                  <a:pt x="1960" y="306"/>
                  <a:pt x="1962" y="306"/>
                  <a:pt x="1963" y="305"/>
                </a:cubicBezTo>
                <a:cubicBezTo>
                  <a:pt x="1963" y="305"/>
                  <a:pt x="1964" y="305"/>
                  <a:pt x="1965" y="305"/>
                </a:cubicBezTo>
                <a:cubicBezTo>
                  <a:pt x="1966" y="304"/>
                  <a:pt x="1966" y="304"/>
                  <a:pt x="1966" y="303"/>
                </a:cubicBezTo>
                <a:cubicBezTo>
                  <a:pt x="1967" y="303"/>
                  <a:pt x="1967" y="302"/>
                  <a:pt x="1967" y="302"/>
                </a:cubicBezTo>
                <a:cubicBezTo>
                  <a:pt x="1967" y="301"/>
                  <a:pt x="1966" y="301"/>
                  <a:pt x="1966" y="300"/>
                </a:cubicBezTo>
                <a:cubicBezTo>
                  <a:pt x="1965" y="300"/>
                  <a:pt x="1965" y="299"/>
                  <a:pt x="1964" y="299"/>
                </a:cubicBezTo>
                <a:cubicBezTo>
                  <a:pt x="1963" y="298"/>
                  <a:pt x="1962" y="298"/>
                  <a:pt x="1961" y="298"/>
                </a:cubicBezTo>
                <a:cubicBezTo>
                  <a:pt x="1960" y="298"/>
                  <a:pt x="1959" y="298"/>
                  <a:pt x="1958" y="298"/>
                </a:cubicBezTo>
                <a:cubicBezTo>
                  <a:pt x="1956" y="298"/>
                  <a:pt x="1955" y="298"/>
                  <a:pt x="1954" y="298"/>
                </a:cubicBezTo>
                <a:close/>
                <a:moveTo>
                  <a:pt x="1830" y="298"/>
                </a:moveTo>
                <a:cubicBezTo>
                  <a:pt x="1829" y="298"/>
                  <a:pt x="1828" y="298"/>
                  <a:pt x="1827" y="299"/>
                </a:cubicBezTo>
                <a:cubicBezTo>
                  <a:pt x="1827" y="299"/>
                  <a:pt x="1826" y="300"/>
                  <a:pt x="1826" y="300"/>
                </a:cubicBezTo>
                <a:cubicBezTo>
                  <a:pt x="1825" y="301"/>
                  <a:pt x="1825" y="301"/>
                  <a:pt x="1825" y="302"/>
                </a:cubicBezTo>
                <a:cubicBezTo>
                  <a:pt x="1825" y="302"/>
                  <a:pt x="1826" y="303"/>
                  <a:pt x="1826" y="303"/>
                </a:cubicBezTo>
                <a:cubicBezTo>
                  <a:pt x="1827" y="304"/>
                  <a:pt x="1827" y="304"/>
                  <a:pt x="1828" y="305"/>
                </a:cubicBezTo>
                <a:cubicBezTo>
                  <a:pt x="1829" y="305"/>
                  <a:pt x="1830" y="305"/>
                  <a:pt x="1831" y="305"/>
                </a:cubicBezTo>
                <a:cubicBezTo>
                  <a:pt x="1832" y="306"/>
                  <a:pt x="1833" y="306"/>
                  <a:pt x="1834" y="306"/>
                </a:cubicBezTo>
                <a:cubicBezTo>
                  <a:pt x="1836" y="306"/>
                  <a:pt x="1837" y="306"/>
                  <a:pt x="1838" y="305"/>
                </a:cubicBezTo>
                <a:cubicBezTo>
                  <a:pt x="1839" y="305"/>
                  <a:pt x="1839" y="305"/>
                  <a:pt x="1840" y="305"/>
                </a:cubicBezTo>
                <a:cubicBezTo>
                  <a:pt x="1841" y="304"/>
                  <a:pt x="1841" y="304"/>
                  <a:pt x="1842" y="303"/>
                </a:cubicBezTo>
                <a:cubicBezTo>
                  <a:pt x="1842" y="303"/>
                  <a:pt x="1842" y="302"/>
                  <a:pt x="1842" y="302"/>
                </a:cubicBezTo>
                <a:cubicBezTo>
                  <a:pt x="1842" y="301"/>
                  <a:pt x="1842" y="301"/>
                  <a:pt x="1841" y="300"/>
                </a:cubicBezTo>
                <a:cubicBezTo>
                  <a:pt x="1841" y="300"/>
                  <a:pt x="1840" y="299"/>
                  <a:pt x="1839" y="299"/>
                </a:cubicBezTo>
                <a:cubicBezTo>
                  <a:pt x="1838" y="298"/>
                  <a:pt x="1837" y="298"/>
                  <a:pt x="1836" y="298"/>
                </a:cubicBezTo>
                <a:cubicBezTo>
                  <a:pt x="1835" y="298"/>
                  <a:pt x="1834" y="298"/>
                  <a:pt x="1833" y="298"/>
                </a:cubicBezTo>
                <a:cubicBezTo>
                  <a:pt x="1832" y="298"/>
                  <a:pt x="1831" y="298"/>
                  <a:pt x="1830" y="298"/>
                </a:cubicBezTo>
                <a:close/>
                <a:moveTo>
                  <a:pt x="2162" y="298"/>
                </a:moveTo>
                <a:cubicBezTo>
                  <a:pt x="2161" y="298"/>
                  <a:pt x="2160" y="298"/>
                  <a:pt x="2160" y="299"/>
                </a:cubicBezTo>
                <a:cubicBezTo>
                  <a:pt x="2159" y="299"/>
                  <a:pt x="2159" y="300"/>
                  <a:pt x="2158" y="300"/>
                </a:cubicBezTo>
                <a:cubicBezTo>
                  <a:pt x="2158" y="301"/>
                  <a:pt x="2158" y="301"/>
                  <a:pt x="2158" y="302"/>
                </a:cubicBezTo>
                <a:cubicBezTo>
                  <a:pt x="2158" y="302"/>
                  <a:pt x="2159" y="303"/>
                  <a:pt x="2159" y="303"/>
                </a:cubicBezTo>
                <a:cubicBezTo>
                  <a:pt x="2160" y="304"/>
                  <a:pt x="2160" y="304"/>
                  <a:pt x="2161" y="305"/>
                </a:cubicBezTo>
                <a:cubicBezTo>
                  <a:pt x="2162" y="305"/>
                  <a:pt x="2163" y="305"/>
                  <a:pt x="2164" y="305"/>
                </a:cubicBezTo>
                <a:cubicBezTo>
                  <a:pt x="2165" y="306"/>
                  <a:pt x="2166" y="306"/>
                  <a:pt x="2168" y="306"/>
                </a:cubicBezTo>
                <a:cubicBezTo>
                  <a:pt x="2169" y="306"/>
                  <a:pt x="2170" y="306"/>
                  <a:pt x="2171" y="305"/>
                </a:cubicBezTo>
                <a:cubicBezTo>
                  <a:pt x="2172" y="305"/>
                  <a:pt x="2172" y="305"/>
                  <a:pt x="2173" y="305"/>
                </a:cubicBezTo>
                <a:cubicBezTo>
                  <a:pt x="2174" y="304"/>
                  <a:pt x="2174" y="304"/>
                  <a:pt x="2175" y="303"/>
                </a:cubicBezTo>
                <a:cubicBezTo>
                  <a:pt x="2175" y="303"/>
                  <a:pt x="2175" y="302"/>
                  <a:pt x="2175" y="302"/>
                </a:cubicBezTo>
                <a:cubicBezTo>
                  <a:pt x="2175" y="301"/>
                  <a:pt x="2174" y="301"/>
                  <a:pt x="2174" y="300"/>
                </a:cubicBezTo>
                <a:cubicBezTo>
                  <a:pt x="2173" y="300"/>
                  <a:pt x="2172" y="299"/>
                  <a:pt x="2172" y="299"/>
                </a:cubicBezTo>
                <a:cubicBezTo>
                  <a:pt x="2171" y="298"/>
                  <a:pt x="2170" y="298"/>
                  <a:pt x="2169" y="298"/>
                </a:cubicBezTo>
                <a:cubicBezTo>
                  <a:pt x="2168" y="298"/>
                  <a:pt x="2166" y="298"/>
                  <a:pt x="2165" y="298"/>
                </a:cubicBezTo>
                <a:cubicBezTo>
                  <a:pt x="2164" y="298"/>
                  <a:pt x="2163" y="298"/>
                  <a:pt x="2162" y="298"/>
                </a:cubicBezTo>
                <a:close/>
                <a:moveTo>
                  <a:pt x="1165" y="298"/>
                </a:moveTo>
                <a:cubicBezTo>
                  <a:pt x="1164" y="298"/>
                  <a:pt x="1163" y="298"/>
                  <a:pt x="1162" y="299"/>
                </a:cubicBezTo>
                <a:cubicBezTo>
                  <a:pt x="1161" y="299"/>
                  <a:pt x="1161" y="300"/>
                  <a:pt x="1160" y="300"/>
                </a:cubicBezTo>
                <a:cubicBezTo>
                  <a:pt x="1160" y="301"/>
                  <a:pt x="1160" y="301"/>
                  <a:pt x="1160" y="302"/>
                </a:cubicBezTo>
                <a:cubicBezTo>
                  <a:pt x="1160" y="302"/>
                  <a:pt x="1160" y="303"/>
                  <a:pt x="1160" y="303"/>
                </a:cubicBezTo>
                <a:cubicBezTo>
                  <a:pt x="1161" y="304"/>
                  <a:pt x="1161" y="304"/>
                  <a:pt x="1162" y="305"/>
                </a:cubicBezTo>
                <a:cubicBezTo>
                  <a:pt x="1163" y="305"/>
                  <a:pt x="1164" y="305"/>
                  <a:pt x="1165" y="305"/>
                </a:cubicBezTo>
                <a:cubicBezTo>
                  <a:pt x="1166" y="306"/>
                  <a:pt x="1167" y="306"/>
                  <a:pt x="1168" y="306"/>
                </a:cubicBezTo>
                <a:cubicBezTo>
                  <a:pt x="1169" y="306"/>
                  <a:pt x="1170" y="306"/>
                  <a:pt x="1171" y="305"/>
                </a:cubicBezTo>
                <a:cubicBezTo>
                  <a:pt x="1172" y="305"/>
                  <a:pt x="1173" y="305"/>
                  <a:pt x="1174" y="305"/>
                </a:cubicBezTo>
                <a:cubicBezTo>
                  <a:pt x="1175" y="304"/>
                  <a:pt x="1175" y="304"/>
                  <a:pt x="1176" y="303"/>
                </a:cubicBezTo>
                <a:cubicBezTo>
                  <a:pt x="1176" y="303"/>
                  <a:pt x="1176" y="302"/>
                  <a:pt x="1176" y="302"/>
                </a:cubicBezTo>
                <a:cubicBezTo>
                  <a:pt x="1176" y="301"/>
                  <a:pt x="1176" y="301"/>
                  <a:pt x="1176" y="300"/>
                </a:cubicBezTo>
                <a:cubicBezTo>
                  <a:pt x="1175" y="300"/>
                  <a:pt x="1175" y="299"/>
                  <a:pt x="1174" y="299"/>
                </a:cubicBezTo>
                <a:cubicBezTo>
                  <a:pt x="1173" y="298"/>
                  <a:pt x="1172" y="298"/>
                  <a:pt x="1171" y="298"/>
                </a:cubicBezTo>
                <a:cubicBezTo>
                  <a:pt x="1170" y="298"/>
                  <a:pt x="1169" y="298"/>
                  <a:pt x="1168" y="298"/>
                </a:cubicBezTo>
                <a:cubicBezTo>
                  <a:pt x="1167" y="298"/>
                  <a:pt x="1166" y="298"/>
                  <a:pt x="1165" y="298"/>
                </a:cubicBezTo>
                <a:close/>
                <a:moveTo>
                  <a:pt x="228" y="308"/>
                </a:moveTo>
                <a:cubicBezTo>
                  <a:pt x="227" y="308"/>
                  <a:pt x="227" y="308"/>
                  <a:pt x="226" y="308"/>
                </a:cubicBezTo>
                <a:cubicBezTo>
                  <a:pt x="225" y="308"/>
                  <a:pt x="225" y="309"/>
                  <a:pt x="224" y="309"/>
                </a:cubicBezTo>
                <a:cubicBezTo>
                  <a:pt x="224" y="309"/>
                  <a:pt x="223" y="309"/>
                  <a:pt x="223" y="310"/>
                </a:cubicBezTo>
                <a:cubicBezTo>
                  <a:pt x="222" y="310"/>
                  <a:pt x="222" y="310"/>
                  <a:pt x="222" y="310"/>
                </a:cubicBezTo>
                <a:cubicBezTo>
                  <a:pt x="222" y="310"/>
                  <a:pt x="221" y="310"/>
                  <a:pt x="221" y="311"/>
                </a:cubicBezTo>
                <a:cubicBezTo>
                  <a:pt x="221" y="311"/>
                  <a:pt x="221" y="311"/>
                  <a:pt x="221" y="311"/>
                </a:cubicBezTo>
                <a:cubicBezTo>
                  <a:pt x="221" y="311"/>
                  <a:pt x="220" y="312"/>
                  <a:pt x="220" y="313"/>
                </a:cubicBezTo>
                <a:cubicBezTo>
                  <a:pt x="220" y="313"/>
                  <a:pt x="220" y="313"/>
                  <a:pt x="220" y="313"/>
                </a:cubicBezTo>
                <a:cubicBezTo>
                  <a:pt x="221" y="314"/>
                  <a:pt x="221" y="314"/>
                  <a:pt x="221" y="314"/>
                </a:cubicBezTo>
                <a:cubicBezTo>
                  <a:pt x="221" y="314"/>
                  <a:pt x="221" y="314"/>
                  <a:pt x="221" y="314"/>
                </a:cubicBezTo>
                <a:cubicBezTo>
                  <a:pt x="221" y="315"/>
                  <a:pt x="222" y="315"/>
                  <a:pt x="222" y="315"/>
                </a:cubicBezTo>
                <a:cubicBezTo>
                  <a:pt x="223" y="315"/>
                  <a:pt x="223" y="315"/>
                  <a:pt x="223" y="315"/>
                </a:cubicBezTo>
                <a:cubicBezTo>
                  <a:pt x="224" y="316"/>
                  <a:pt x="225" y="316"/>
                  <a:pt x="226" y="316"/>
                </a:cubicBezTo>
                <a:cubicBezTo>
                  <a:pt x="226" y="316"/>
                  <a:pt x="226" y="316"/>
                  <a:pt x="226" y="316"/>
                </a:cubicBezTo>
                <a:cubicBezTo>
                  <a:pt x="226" y="316"/>
                  <a:pt x="226" y="316"/>
                  <a:pt x="227" y="316"/>
                </a:cubicBezTo>
                <a:cubicBezTo>
                  <a:pt x="227" y="316"/>
                  <a:pt x="227" y="316"/>
                  <a:pt x="227" y="316"/>
                </a:cubicBezTo>
                <a:cubicBezTo>
                  <a:pt x="227" y="316"/>
                  <a:pt x="227" y="316"/>
                  <a:pt x="227" y="316"/>
                </a:cubicBezTo>
                <a:cubicBezTo>
                  <a:pt x="228" y="316"/>
                  <a:pt x="228" y="316"/>
                  <a:pt x="228" y="316"/>
                </a:cubicBezTo>
                <a:cubicBezTo>
                  <a:pt x="228" y="316"/>
                  <a:pt x="228" y="316"/>
                  <a:pt x="228" y="316"/>
                </a:cubicBezTo>
                <a:cubicBezTo>
                  <a:pt x="228" y="316"/>
                  <a:pt x="229" y="316"/>
                  <a:pt x="229" y="316"/>
                </a:cubicBezTo>
                <a:cubicBezTo>
                  <a:pt x="229" y="316"/>
                  <a:pt x="229" y="316"/>
                  <a:pt x="229" y="316"/>
                </a:cubicBezTo>
                <a:cubicBezTo>
                  <a:pt x="229" y="316"/>
                  <a:pt x="230" y="316"/>
                  <a:pt x="230" y="316"/>
                </a:cubicBezTo>
                <a:cubicBezTo>
                  <a:pt x="230" y="316"/>
                  <a:pt x="231" y="316"/>
                  <a:pt x="231" y="316"/>
                </a:cubicBezTo>
                <a:cubicBezTo>
                  <a:pt x="231" y="316"/>
                  <a:pt x="231" y="316"/>
                  <a:pt x="232" y="316"/>
                </a:cubicBezTo>
                <a:cubicBezTo>
                  <a:pt x="232" y="315"/>
                  <a:pt x="232" y="315"/>
                  <a:pt x="232" y="315"/>
                </a:cubicBezTo>
                <a:cubicBezTo>
                  <a:pt x="234" y="315"/>
                  <a:pt x="234" y="315"/>
                  <a:pt x="234" y="315"/>
                </a:cubicBezTo>
                <a:cubicBezTo>
                  <a:pt x="235" y="314"/>
                  <a:pt x="236" y="313"/>
                  <a:pt x="237" y="312"/>
                </a:cubicBezTo>
                <a:cubicBezTo>
                  <a:pt x="237" y="312"/>
                  <a:pt x="237" y="311"/>
                  <a:pt x="237" y="311"/>
                </a:cubicBezTo>
                <a:cubicBezTo>
                  <a:pt x="237" y="311"/>
                  <a:pt x="237" y="311"/>
                  <a:pt x="237" y="311"/>
                </a:cubicBezTo>
                <a:cubicBezTo>
                  <a:pt x="237" y="310"/>
                  <a:pt x="237" y="310"/>
                  <a:pt x="237" y="310"/>
                </a:cubicBezTo>
                <a:cubicBezTo>
                  <a:pt x="237" y="310"/>
                  <a:pt x="237" y="310"/>
                  <a:pt x="236" y="310"/>
                </a:cubicBezTo>
                <a:cubicBezTo>
                  <a:pt x="236" y="309"/>
                  <a:pt x="236" y="309"/>
                  <a:pt x="235" y="309"/>
                </a:cubicBezTo>
                <a:cubicBezTo>
                  <a:pt x="235" y="309"/>
                  <a:pt x="234" y="308"/>
                  <a:pt x="234" y="308"/>
                </a:cubicBezTo>
                <a:cubicBezTo>
                  <a:pt x="233" y="308"/>
                  <a:pt x="233" y="308"/>
                  <a:pt x="232" y="308"/>
                </a:cubicBezTo>
                <a:cubicBezTo>
                  <a:pt x="231" y="308"/>
                  <a:pt x="231" y="308"/>
                  <a:pt x="230" y="308"/>
                </a:cubicBezTo>
                <a:cubicBezTo>
                  <a:pt x="229" y="308"/>
                  <a:pt x="229" y="308"/>
                  <a:pt x="228" y="308"/>
                </a:cubicBezTo>
                <a:close/>
                <a:moveTo>
                  <a:pt x="561" y="308"/>
                </a:moveTo>
                <a:cubicBezTo>
                  <a:pt x="561" y="308"/>
                  <a:pt x="560" y="308"/>
                  <a:pt x="559" y="308"/>
                </a:cubicBezTo>
                <a:cubicBezTo>
                  <a:pt x="559" y="308"/>
                  <a:pt x="558" y="309"/>
                  <a:pt x="558" y="309"/>
                </a:cubicBezTo>
                <a:cubicBezTo>
                  <a:pt x="557" y="309"/>
                  <a:pt x="557" y="309"/>
                  <a:pt x="556" y="310"/>
                </a:cubicBezTo>
                <a:cubicBezTo>
                  <a:pt x="555" y="310"/>
                  <a:pt x="554" y="311"/>
                  <a:pt x="554" y="313"/>
                </a:cubicBezTo>
                <a:cubicBezTo>
                  <a:pt x="554" y="313"/>
                  <a:pt x="554" y="313"/>
                  <a:pt x="554" y="313"/>
                </a:cubicBezTo>
                <a:cubicBezTo>
                  <a:pt x="555" y="314"/>
                  <a:pt x="555" y="314"/>
                  <a:pt x="555" y="314"/>
                </a:cubicBezTo>
                <a:cubicBezTo>
                  <a:pt x="555" y="314"/>
                  <a:pt x="555" y="314"/>
                  <a:pt x="555" y="314"/>
                </a:cubicBezTo>
                <a:cubicBezTo>
                  <a:pt x="556" y="315"/>
                  <a:pt x="556" y="315"/>
                  <a:pt x="556" y="315"/>
                </a:cubicBezTo>
                <a:cubicBezTo>
                  <a:pt x="557" y="315"/>
                  <a:pt x="557" y="315"/>
                  <a:pt x="557" y="315"/>
                </a:cubicBezTo>
                <a:cubicBezTo>
                  <a:pt x="558" y="316"/>
                  <a:pt x="559" y="316"/>
                  <a:pt x="560" y="316"/>
                </a:cubicBezTo>
                <a:cubicBezTo>
                  <a:pt x="560" y="316"/>
                  <a:pt x="560" y="316"/>
                  <a:pt x="560" y="316"/>
                </a:cubicBezTo>
                <a:cubicBezTo>
                  <a:pt x="561" y="316"/>
                  <a:pt x="561" y="316"/>
                  <a:pt x="561" y="316"/>
                </a:cubicBezTo>
                <a:cubicBezTo>
                  <a:pt x="561" y="316"/>
                  <a:pt x="561" y="316"/>
                  <a:pt x="561" y="316"/>
                </a:cubicBezTo>
                <a:cubicBezTo>
                  <a:pt x="561" y="316"/>
                  <a:pt x="562" y="316"/>
                  <a:pt x="562" y="316"/>
                </a:cubicBezTo>
                <a:cubicBezTo>
                  <a:pt x="562" y="316"/>
                  <a:pt x="562" y="316"/>
                  <a:pt x="562" y="316"/>
                </a:cubicBezTo>
                <a:cubicBezTo>
                  <a:pt x="562" y="316"/>
                  <a:pt x="562" y="316"/>
                  <a:pt x="563" y="316"/>
                </a:cubicBezTo>
                <a:cubicBezTo>
                  <a:pt x="563" y="316"/>
                  <a:pt x="563" y="316"/>
                  <a:pt x="563" y="316"/>
                </a:cubicBezTo>
                <a:cubicBezTo>
                  <a:pt x="563" y="316"/>
                  <a:pt x="563" y="316"/>
                  <a:pt x="563" y="316"/>
                </a:cubicBezTo>
                <a:cubicBezTo>
                  <a:pt x="564" y="316"/>
                  <a:pt x="564" y="316"/>
                  <a:pt x="564" y="316"/>
                </a:cubicBezTo>
                <a:cubicBezTo>
                  <a:pt x="564" y="316"/>
                  <a:pt x="565" y="316"/>
                  <a:pt x="565" y="316"/>
                </a:cubicBezTo>
                <a:cubicBezTo>
                  <a:pt x="565" y="316"/>
                  <a:pt x="566" y="316"/>
                  <a:pt x="566" y="316"/>
                </a:cubicBezTo>
                <a:cubicBezTo>
                  <a:pt x="566" y="315"/>
                  <a:pt x="566" y="315"/>
                  <a:pt x="567" y="315"/>
                </a:cubicBezTo>
                <a:cubicBezTo>
                  <a:pt x="568" y="315"/>
                  <a:pt x="568" y="315"/>
                  <a:pt x="568" y="315"/>
                </a:cubicBezTo>
                <a:cubicBezTo>
                  <a:pt x="569" y="314"/>
                  <a:pt x="570" y="313"/>
                  <a:pt x="571" y="312"/>
                </a:cubicBezTo>
                <a:cubicBezTo>
                  <a:pt x="571" y="312"/>
                  <a:pt x="571" y="311"/>
                  <a:pt x="571" y="311"/>
                </a:cubicBezTo>
                <a:cubicBezTo>
                  <a:pt x="571" y="311"/>
                  <a:pt x="571" y="311"/>
                  <a:pt x="571" y="311"/>
                </a:cubicBezTo>
                <a:cubicBezTo>
                  <a:pt x="571" y="310"/>
                  <a:pt x="571" y="310"/>
                  <a:pt x="571" y="310"/>
                </a:cubicBezTo>
                <a:cubicBezTo>
                  <a:pt x="570" y="310"/>
                  <a:pt x="570" y="310"/>
                  <a:pt x="570" y="310"/>
                </a:cubicBezTo>
                <a:cubicBezTo>
                  <a:pt x="568" y="308"/>
                  <a:pt x="566" y="308"/>
                  <a:pt x="563" y="308"/>
                </a:cubicBezTo>
                <a:cubicBezTo>
                  <a:pt x="563" y="308"/>
                  <a:pt x="562" y="308"/>
                  <a:pt x="561" y="308"/>
                </a:cubicBezTo>
                <a:close/>
                <a:moveTo>
                  <a:pt x="358" y="308"/>
                </a:moveTo>
                <a:cubicBezTo>
                  <a:pt x="357" y="308"/>
                  <a:pt x="356" y="308"/>
                  <a:pt x="355" y="308"/>
                </a:cubicBezTo>
                <a:cubicBezTo>
                  <a:pt x="354" y="308"/>
                  <a:pt x="354" y="308"/>
                  <a:pt x="353" y="308"/>
                </a:cubicBezTo>
                <a:cubicBezTo>
                  <a:pt x="352" y="308"/>
                  <a:pt x="352" y="308"/>
                  <a:pt x="351" y="308"/>
                </a:cubicBezTo>
                <a:cubicBezTo>
                  <a:pt x="350" y="308"/>
                  <a:pt x="350" y="309"/>
                  <a:pt x="349" y="309"/>
                </a:cubicBezTo>
                <a:cubicBezTo>
                  <a:pt x="349" y="309"/>
                  <a:pt x="348" y="309"/>
                  <a:pt x="348" y="310"/>
                </a:cubicBezTo>
                <a:cubicBezTo>
                  <a:pt x="347" y="310"/>
                  <a:pt x="347" y="310"/>
                  <a:pt x="347" y="310"/>
                </a:cubicBezTo>
                <a:cubicBezTo>
                  <a:pt x="347" y="310"/>
                  <a:pt x="346" y="310"/>
                  <a:pt x="346" y="311"/>
                </a:cubicBezTo>
                <a:cubicBezTo>
                  <a:pt x="346" y="311"/>
                  <a:pt x="346" y="311"/>
                  <a:pt x="346" y="311"/>
                </a:cubicBezTo>
                <a:cubicBezTo>
                  <a:pt x="346" y="311"/>
                  <a:pt x="346" y="312"/>
                  <a:pt x="346" y="313"/>
                </a:cubicBezTo>
                <a:cubicBezTo>
                  <a:pt x="346" y="313"/>
                  <a:pt x="346" y="313"/>
                  <a:pt x="346" y="313"/>
                </a:cubicBezTo>
                <a:cubicBezTo>
                  <a:pt x="346" y="314"/>
                  <a:pt x="346" y="314"/>
                  <a:pt x="346" y="314"/>
                </a:cubicBezTo>
                <a:cubicBezTo>
                  <a:pt x="346" y="314"/>
                  <a:pt x="346" y="314"/>
                  <a:pt x="347" y="314"/>
                </a:cubicBezTo>
                <a:cubicBezTo>
                  <a:pt x="347" y="315"/>
                  <a:pt x="347" y="315"/>
                  <a:pt x="347" y="315"/>
                </a:cubicBezTo>
                <a:cubicBezTo>
                  <a:pt x="348" y="315"/>
                  <a:pt x="348" y="315"/>
                  <a:pt x="348" y="315"/>
                </a:cubicBezTo>
                <a:cubicBezTo>
                  <a:pt x="349" y="316"/>
                  <a:pt x="350" y="316"/>
                  <a:pt x="351" y="316"/>
                </a:cubicBezTo>
                <a:cubicBezTo>
                  <a:pt x="351" y="316"/>
                  <a:pt x="351" y="316"/>
                  <a:pt x="352" y="316"/>
                </a:cubicBezTo>
                <a:cubicBezTo>
                  <a:pt x="352" y="316"/>
                  <a:pt x="352" y="316"/>
                  <a:pt x="352" y="316"/>
                </a:cubicBezTo>
                <a:cubicBezTo>
                  <a:pt x="352" y="316"/>
                  <a:pt x="352" y="316"/>
                  <a:pt x="352" y="316"/>
                </a:cubicBezTo>
                <a:cubicBezTo>
                  <a:pt x="352" y="316"/>
                  <a:pt x="353" y="316"/>
                  <a:pt x="353" y="316"/>
                </a:cubicBezTo>
                <a:cubicBezTo>
                  <a:pt x="353" y="316"/>
                  <a:pt x="353" y="316"/>
                  <a:pt x="353" y="316"/>
                </a:cubicBezTo>
                <a:cubicBezTo>
                  <a:pt x="353" y="316"/>
                  <a:pt x="353" y="316"/>
                  <a:pt x="354" y="316"/>
                </a:cubicBezTo>
                <a:cubicBezTo>
                  <a:pt x="354" y="316"/>
                  <a:pt x="354" y="316"/>
                  <a:pt x="354" y="316"/>
                </a:cubicBezTo>
                <a:cubicBezTo>
                  <a:pt x="354" y="316"/>
                  <a:pt x="354" y="316"/>
                  <a:pt x="355" y="316"/>
                </a:cubicBezTo>
                <a:cubicBezTo>
                  <a:pt x="355" y="316"/>
                  <a:pt x="355" y="316"/>
                  <a:pt x="355" y="316"/>
                </a:cubicBezTo>
                <a:cubicBezTo>
                  <a:pt x="355" y="316"/>
                  <a:pt x="355" y="316"/>
                  <a:pt x="355" y="316"/>
                </a:cubicBezTo>
                <a:cubicBezTo>
                  <a:pt x="355" y="316"/>
                  <a:pt x="356" y="316"/>
                  <a:pt x="356" y="316"/>
                </a:cubicBezTo>
                <a:cubicBezTo>
                  <a:pt x="356" y="316"/>
                  <a:pt x="356" y="316"/>
                  <a:pt x="356" y="316"/>
                </a:cubicBezTo>
                <a:cubicBezTo>
                  <a:pt x="358" y="315"/>
                  <a:pt x="358" y="315"/>
                  <a:pt x="358" y="315"/>
                </a:cubicBezTo>
                <a:cubicBezTo>
                  <a:pt x="359" y="315"/>
                  <a:pt x="359" y="315"/>
                  <a:pt x="359" y="315"/>
                </a:cubicBezTo>
                <a:cubicBezTo>
                  <a:pt x="361" y="314"/>
                  <a:pt x="362" y="313"/>
                  <a:pt x="362" y="312"/>
                </a:cubicBezTo>
                <a:cubicBezTo>
                  <a:pt x="362" y="312"/>
                  <a:pt x="362" y="311"/>
                  <a:pt x="362" y="311"/>
                </a:cubicBezTo>
                <a:cubicBezTo>
                  <a:pt x="362" y="311"/>
                  <a:pt x="362" y="311"/>
                  <a:pt x="362" y="311"/>
                </a:cubicBezTo>
                <a:cubicBezTo>
                  <a:pt x="362" y="310"/>
                  <a:pt x="362" y="310"/>
                  <a:pt x="362" y="310"/>
                </a:cubicBezTo>
                <a:cubicBezTo>
                  <a:pt x="362" y="310"/>
                  <a:pt x="362" y="310"/>
                  <a:pt x="361" y="310"/>
                </a:cubicBezTo>
                <a:cubicBezTo>
                  <a:pt x="361" y="309"/>
                  <a:pt x="359" y="308"/>
                  <a:pt x="358" y="308"/>
                </a:cubicBezTo>
                <a:cubicBezTo>
                  <a:pt x="358" y="308"/>
                  <a:pt x="359" y="308"/>
                  <a:pt x="358" y="308"/>
                </a:cubicBezTo>
                <a:close/>
                <a:moveTo>
                  <a:pt x="478" y="308"/>
                </a:moveTo>
                <a:cubicBezTo>
                  <a:pt x="477" y="308"/>
                  <a:pt x="477" y="308"/>
                  <a:pt x="476" y="308"/>
                </a:cubicBezTo>
                <a:cubicBezTo>
                  <a:pt x="475" y="308"/>
                  <a:pt x="475" y="309"/>
                  <a:pt x="474" y="309"/>
                </a:cubicBezTo>
                <a:cubicBezTo>
                  <a:pt x="474" y="309"/>
                  <a:pt x="473" y="309"/>
                  <a:pt x="473" y="310"/>
                </a:cubicBezTo>
                <a:cubicBezTo>
                  <a:pt x="472" y="310"/>
                  <a:pt x="472" y="310"/>
                  <a:pt x="472" y="310"/>
                </a:cubicBezTo>
                <a:cubicBezTo>
                  <a:pt x="472" y="310"/>
                  <a:pt x="472" y="310"/>
                  <a:pt x="471" y="311"/>
                </a:cubicBezTo>
                <a:cubicBezTo>
                  <a:pt x="471" y="311"/>
                  <a:pt x="471" y="311"/>
                  <a:pt x="471" y="311"/>
                </a:cubicBezTo>
                <a:cubicBezTo>
                  <a:pt x="471" y="311"/>
                  <a:pt x="471" y="312"/>
                  <a:pt x="471" y="313"/>
                </a:cubicBezTo>
                <a:cubicBezTo>
                  <a:pt x="471" y="313"/>
                  <a:pt x="471" y="313"/>
                  <a:pt x="471" y="313"/>
                </a:cubicBezTo>
                <a:cubicBezTo>
                  <a:pt x="471" y="314"/>
                  <a:pt x="471" y="314"/>
                  <a:pt x="471" y="314"/>
                </a:cubicBezTo>
                <a:cubicBezTo>
                  <a:pt x="471" y="314"/>
                  <a:pt x="472" y="314"/>
                  <a:pt x="472" y="314"/>
                </a:cubicBezTo>
                <a:cubicBezTo>
                  <a:pt x="472" y="315"/>
                  <a:pt x="472" y="315"/>
                  <a:pt x="473" y="315"/>
                </a:cubicBezTo>
                <a:cubicBezTo>
                  <a:pt x="474" y="315"/>
                  <a:pt x="474" y="315"/>
                  <a:pt x="474" y="315"/>
                </a:cubicBezTo>
                <a:cubicBezTo>
                  <a:pt x="475" y="316"/>
                  <a:pt x="476" y="316"/>
                  <a:pt x="476" y="316"/>
                </a:cubicBezTo>
                <a:cubicBezTo>
                  <a:pt x="477" y="316"/>
                  <a:pt x="477" y="316"/>
                  <a:pt x="477" y="316"/>
                </a:cubicBezTo>
                <a:cubicBezTo>
                  <a:pt x="477" y="316"/>
                  <a:pt x="477" y="316"/>
                  <a:pt x="477" y="316"/>
                </a:cubicBezTo>
                <a:cubicBezTo>
                  <a:pt x="477" y="316"/>
                  <a:pt x="478" y="316"/>
                  <a:pt x="478" y="316"/>
                </a:cubicBezTo>
                <a:cubicBezTo>
                  <a:pt x="478" y="316"/>
                  <a:pt x="478" y="316"/>
                  <a:pt x="478" y="316"/>
                </a:cubicBezTo>
                <a:cubicBezTo>
                  <a:pt x="478" y="316"/>
                  <a:pt x="478" y="316"/>
                  <a:pt x="479" y="316"/>
                </a:cubicBezTo>
                <a:cubicBezTo>
                  <a:pt x="479" y="316"/>
                  <a:pt x="479" y="316"/>
                  <a:pt x="479" y="316"/>
                </a:cubicBezTo>
                <a:cubicBezTo>
                  <a:pt x="479" y="316"/>
                  <a:pt x="479" y="316"/>
                  <a:pt x="479" y="316"/>
                </a:cubicBezTo>
                <a:cubicBezTo>
                  <a:pt x="480" y="316"/>
                  <a:pt x="480" y="316"/>
                  <a:pt x="480" y="316"/>
                </a:cubicBezTo>
                <a:cubicBezTo>
                  <a:pt x="480" y="316"/>
                  <a:pt x="480" y="316"/>
                  <a:pt x="481" y="316"/>
                </a:cubicBezTo>
                <a:cubicBezTo>
                  <a:pt x="481" y="316"/>
                  <a:pt x="481" y="316"/>
                  <a:pt x="481" y="316"/>
                </a:cubicBezTo>
                <a:cubicBezTo>
                  <a:pt x="482" y="316"/>
                  <a:pt x="482" y="316"/>
                  <a:pt x="482" y="316"/>
                </a:cubicBezTo>
                <a:cubicBezTo>
                  <a:pt x="482" y="315"/>
                  <a:pt x="483" y="315"/>
                  <a:pt x="483" y="315"/>
                </a:cubicBezTo>
                <a:cubicBezTo>
                  <a:pt x="484" y="315"/>
                  <a:pt x="484" y="315"/>
                  <a:pt x="484" y="315"/>
                </a:cubicBezTo>
                <a:cubicBezTo>
                  <a:pt x="486" y="314"/>
                  <a:pt x="487" y="313"/>
                  <a:pt x="487" y="312"/>
                </a:cubicBezTo>
                <a:cubicBezTo>
                  <a:pt x="488" y="312"/>
                  <a:pt x="488" y="311"/>
                  <a:pt x="488" y="311"/>
                </a:cubicBezTo>
                <a:cubicBezTo>
                  <a:pt x="488" y="311"/>
                  <a:pt x="487" y="311"/>
                  <a:pt x="487" y="311"/>
                </a:cubicBezTo>
                <a:cubicBezTo>
                  <a:pt x="487" y="310"/>
                  <a:pt x="487" y="310"/>
                  <a:pt x="487" y="310"/>
                </a:cubicBezTo>
                <a:cubicBezTo>
                  <a:pt x="487" y="310"/>
                  <a:pt x="487" y="310"/>
                  <a:pt x="487" y="310"/>
                </a:cubicBezTo>
                <a:cubicBezTo>
                  <a:pt x="485" y="308"/>
                  <a:pt x="482" y="308"/>
                  <a:pt x="480" y="308"/>
                </a:cubicBezTo>
                <a:cubicBezTo>
                  <a:pt x="479" y="308"/>
                  <a:pt x="479" y="308"/>
                  <a:pt x="478" y="308"/>
                </a:cubicBezTo>
                <a:close/>
                <a:moveTo>
                  <a:pt x="444" y="309"/>
                </a:moveTo>
                <a:cubicBezTo>
                  <a:pt x="443" y="308"/>
                  <a:pt x="443" y="308"/>
                  <a:pt x="443" y="308"/>
                </a:cubicBezTo>
                <a:cubicBezTo>
                  <a:pt x="442" y="308"/>
                  <a:pt x="441" y="308"/>
                  <a:pt x="440" y="308"/>
                </a:cubicBezTo>
                <a:cubicBezTo>
                  <a:pt x="440" y="308"/>
                  <a:pt x="440" y="308"/>
                  <a:pt x="440" y="308"/>
                </a:cubicBezTo>
                <a:cubicBezTo>
                  <a:pt x="440" y="308"/>
                  <a:pt x="439" y="308"/>
                  <a:pt x="439" y="308"/>
                </a:cubicBezTo>
                <a:cubicBezTo>
                  <a:pt x="439" y="308"/>
                  <a:pt x="439" y="308"/>
                  <a:pt x="439" y="308"/>
                </a:cubicBezTo>
                <a:cubicBezTo>
                  <a:pt x="439" y="308"/>
                  <a:pt x="439" y="308"/>
                  <a:pt x="438" y="308"/>
                </a:cubicBezTo>
                <a:cubicBezTo>
                  <a:pt x="438" y="308"/>
                  <a:pt x="437" y="308"/>
                  <a:pt x="436" y="308"/>
                </a:cubicBezTo>
                <a:cubicBezTo>
                  <a:pt x="436" y="308"/>
                  <a:pt x="435" y="308"/>
                  <a:pt x="434" y="308"/>
                </a:cubicBezTo>
                <a:cubicBezTo>
                  <a:pt x="434" y="308"/>
                  <a:pt x="433" y="309"/>
                  <a:pt x="433" y="309"/>
                </a:cubicBezTo>
                <a:cubicBezTo>
                  <a:pt x="432" y="309"/>
                  <a:pt x="431" y="309"/>
                  <a:pt x="431" y="310"/>
                </a:cubicBezTo>
                <a:cubicBezTo>
                  <a:pt x="430" y="310"/>
                  <a:pt x="429" y="311"/>
                  <a:pt x="429" y="313"/>
                </a:cubicBezTo>
                <a:cubicBezTo>
                  <a:pt x="429" y="313"/>
                  <a:pt x="429" y="313"/>
                  <a:pt x="429" y="313"/>
                </a:cubicBezTo>
                <a:cubicBezTo>
                  <a:pt x="429" y="314"/>
                  <a:pt x="429" y="314"/>
                  <a:pt x="430" y="314"/>
                </a:cubicBezTo>
                <a:cubicBezTo>
                  <a:pt x="430" y="314"/>
                  <a:pt x="430" y="314"/>
                  <a:pt x="430" y="314"/>
                </a:cubicBezTo>
                <a:cubicBezTo>
                  <a:pt x="430" y="315"/>
                  <a:pt x="431" y="315"/>
                  <a:pt x="431" y="315"/>
                </a:cubicBezTo>
                <a:cubicBezTo>
                  <a:pt x="432" y="315"/>
                  <a:pt x="432" y="315"/>
                  <a:pt x="432" y="315"/>
                </a:cubicBezTo>
                <a:cubicBezTo>
                  <a:pt x="433" y="316"/>
                  <a:pt x="434" y="316"/>
                  <a:pt x="435" y="316"/>
                </a:cubicBezTo>
                <a:cubicBezTo>
                  <a:pt x="435" y="316"/>
                  <a:pt x="435" y="316"/>
                  <a:pt x="435" y="316"/>
                </a:cubicBezTo>
                <a:cubicBezTo>
                  <a:pt x="435" y="316"/>
                  <a:pt x="435" y="316"/>
                  <a:pt x="435" y="316"/>
                </a:cubicBezTo>
                <a:cubicBezTo>
                  <a:pt x="436" y="316"/>
                  <a:pt x="436" y="316"/>
                  <a:pt x="436" y="316"/>
                </a:cubicBezTo>
                <a:cubicBezTo>
                  <a:pt x="436" y="316"/>
                  <a:pt x="436" y="316"/>
                  <a:pt x="436" y="316"/>
                </a:cubicBezTo>
                <a:cubicBezTo>
                  <a:pt x="436" y="316"/>
                  <a:pt x="437" y="316"/>
                  <a:pt x="437" y="316"/>
                </a:cubicBezTo>
                <a:cubicBezTo>
                  <a:pt x="437" y="316"/>
                  <a:pt x="437" y="316"/>
                  <a:pt x="437" y="316"/>
                </a:cubicBezTo>
                <a:cubicBezTo>
                  <a:pt x="437" y="316"/>
                  <a:pt x="437" y="316"/>
                  <a:pt x="438" y="316"/>
                </a:cubicBezTo>
                <a:cubicBezTo>
                  <a:pt x="438" y="316"/>
                  <a:pt x="438" y="316"/>
                  <a:pt x="438" y="316"/>
                </a:cubicBezTo>
                <a:cubicBezTo>
                  <a:pt x="438" y="316"/>
                  <a:pt x="439" y="316"/>
                  <a:pt x="439" y="316"/>
                </a:cubicBezTo>
                <a:cubicBezTo>
                  <a:pt x="439" y="316"/>
                  <a:pt x="439" y="316"/>
                  <a:pt x="440" y="316"/>
                </a:cubicBezTo>
                <a:cubicBezTo>
                  <a:pt x="440" y="316"/>
                  <a:pt x="440" y="316"/>
                  <a:pt x="440" y="316"/>
                </a:cubicBezTo>
                <a:cubicBezTo>
                  <a:pt x="441" y="315"/>
                  <a:pt x="441" y="315"/>
                  <a:pt x="441" y="315"/>
                </a:cubicBezTo>
                <a:cubicBezTo>
                  <a:pt x="443" y="315"/>
                  <a:pt x="443" y="315"/>
                  <a:pt x="443" y="315"/>
                </a:cubicBezTo>
                <a:cubicBezTo>
                  <a:pt x="443" y="315"/>
                  <a:pt x="444" y="314"/>
                  <a:pt x="445" y="314"/>
                </a:cubicBezTo>
                <a:cubicBezTo>
                  <a:pt x="445" y="313"/>
                  <a:pt x="445" y="313"/>
                  <a:pt x="446" y="312"/>
                </a:cubicBezTo>
                <a:cubicBezTo>
                  <a:pt x="446" y="312"/>
                  <a:pt x="446" y="312"/>
                  <a:pt x="446" y="311"/>
                </a:cubicBezTo>
                <a:cubicBezTo>
                  <a:pt x="446" y="311"/>
                  <a:pt x="446" y="311"/>
                  <a:pt x="446" y="311"/>
                </a:cubicBezTo>
                <a:cubicBezTo>
                  <a:pt x="446" y="311"/>
                  <a:pt x="446" y="311"/>
                  <a:pt x="446" y="311"/>
                </a:cubicBezTo>
                <a:cubicBezTo>
                  <a:pt x="446" y="311"/>
                  <a:pt x="446" y="310"/>
                  <a:pt x="445" y="310"/>
                </a:cubicBezTo>
                <a:cubicBezTo>
                  <a:pt x="445" y="310"/>
                  <a:pt x="445" y="310"/>
                  <a:pt x="445" y="310"/>
                </a:cubicBezTo>
                <a:lnTo>
                  <a:pt x="444" y="309"/>
                </a:lnTo>
                <a:close/>
                <a:moveTo>
                  <a:pt x="275" y="308"/>
                </a:moveTo>
                <a:cubicBezTo>
                  <a:pt x="275" y="308"/>
                  <a:pt x="274" y="308"/>
                  <a:pt x="274" y="308"/>
                </a:cubicBezTo>
                <a:cubicBezTo>
                  <a:pt x="274" y="308"/>
                  <a:pt x="274" y="308"/>
                  <a:pt x="273" y="308"/>
                </a:cubicBezTo>
                <a:cubicBezTo>
                  <a:pt x="273" y="308"/>
                  <a:pt x="273" y="308"/>
                  <a:pt x="273" y="308"/>
                </a:cubicBezTo>
                <a:cubicBezTo>
                  <a:pt x="272" y="308"/>
                  <a:pt x="272" y="308"/>
                  <a:pt x="272" y="308"/>
                </a:cubicBezTo>
                <a:cubicBezTo>
                  <a:pt x="271" y="308"/>
                  <a:pt x="270" y="308"/>
                  <a:pt x="270" y="308"/>
                </a:cubicBezTo>
                <a:cubicBezTo>
                  <a:pt x="269" y="308"/>
                  <a:pt x="268" y="308"/>
                  <a:pt x="268" y="308"/>
                </a:cubicBezTo>
                <a:cubicBezTo>
                  <a:pt x="267" y="308"/>
                  <a:pt x="266" y="309"/>
                  <a:pt x="266" y="309"/>
                </a:cubicBezTo>
                <a:cubicBezTo>
                  <a:pt x="265" y="309"/>
                  <a:pt x="265" y="309"/>
                  <a:pt x="264" y="310"/>
                </a:cubicBezTo>
                <a:cubicBezTo>
                  <a:pt x="263" y="310"/>
                  <a:pt x="262" y="311"/>
                  <a:pt x="262" y="313"/>
                </a:cubicBezTo>
                <a:cubicBezTo>
                  <a:pt x="262" y="314"/>
                  <a:pt x="263" y="314"/>
                  <a:pt x="264" y="315"/>
                </a:cubicBezTo>
                <a:cubicBezTo>
                  <a:pt x="265" y="315"/>
                  <a:pt x="265" y="315"/>
                  <a:pt x="265" y="315"/>
                </a:cubicBezTo>
                <a:cubicBezTo>
                  <a:pt x="266" y="316"/>
                  <a:pt x="267" y="316"/>
                  <a:pt x="268" y="316"/>
                </a:cubicBezTo>
                <a:cubicBezTo>
                  <a:pt x="268" y="316"/>
                  <a:pt x="268" y="316"/>
                  <a:pt x="268" y="316"/>
                </a:cubicBezTo>
                <a:cubicBezTo>
                  <a:pt x="268" y="316"/>
                  <a:pt x="268" y="316"/>
                  <a:pt x="268" y="316"/>
                </a:cubicBezTo>
                <a:cubicBezTo>
                  <a:pt x="269" y="316"/>
                  <a:pt x="269" y="316"/>
                  <a:pt x="269" y="316"/>
                </a:cubicBezTo>
                <a:cubicBezTo>
                  <a:pt x="269" y="316"/>
                  <a:pt x="269" y="316"/>
                  <a:pt x="269" y="316"/>
                </a:cubicBezTo>
                <a:cubicBezTo>
                  <a:pt x="269" y="316"/>
                  <a:pt x="269" y="316"/>
                  <a:pt x="270" y="316"/>
                </a:cubicBezTo>
                <a:cubicBezTo>
                  <a:pt x="270" y="316"/>
                  <a:pt x="270" y="316"/>
                  <a:pt x="270" y="316"/>
                </a:cubicBezTo>
                <a:cubicBezTo>
                  <a:pt x="270" y="316"/>
                  <a:pt x="270" y="316"/>
                  <a:pt x="270" y="316"/>
                </a:cubicBezTo>
                <a:cubicBezTo>
                  <a:pt x="271" y="316"/>
                  <a:pt x="271" y="316"/>
                  <a:pt x="271" y="316"/>
                </a:cubicBezTo>
                <a:cubicBezTo>
                  <a:pt x="271" y="316"/>
                  <a:pt x="271" y="316"/>
                  <a:pt x="271" y="316"/>
                </a:cubicBezTo>
                <a:cubicBezTo>
                  <a:pt x="271" y="316"/>
                  <a:pt x="272" y="316"/>
                  <a:pt x="272" y="316"/>
                </a:cubicBezTo>
                <a:cubicBezTo>
                  <a:pt x="272" y="316"/>
                  <a:pt x="272" y="316"/>
                  <a:pt x="272" y="316"/>
                </a:cubicBezTo>
                <a:cubicBezTo>
                  <a:pt x="272" y="316"/>
                  <a:pt x="272" y="316"/>
                  <a:pt x="273" y="316"/>
                </a:cubicBezTo>
                <a:cubicBezTo>
                  <a:pt x="274" y="315"/>
                  <a:pt x="274" y="315"/>
                  <a:pt x="274" y="315"/>
                </a:cubicBezTo>
                <a:cubicBezTo>
                  <a:pt x="275" y="315"/>
                  <a:pt x="275" y="315"/>
                  <a:pt x="275" y="315"/>
                </a:cubicBezTo>
                <a:cubicBezTo>
                  <a:pt x="277" y="314"/>
                  <a:pt x="278" y="313"/>
                  <a:pt x="279" y="312"/>
                </a:cubicBezTo>
                <a:cubicBezTo>
                  <a:pt x="279" y="312"/>
                  <a:pt x="279" y="311"/>
                  <a:pt x="279" y="311"/>
                </a:cubicBezTo>
                <a:cubicBezTo>
                  <a:pt x="279" y="311"/>
                  <a:pt x="279" y="311"/>
                  <a:pt x="279" y="311"/>
                </a:cubicBezTo>
                <a:cubicBezTo>
                  <a:pt x="279" y="310"/>
                  <a:pt x="279" y="310"/>
                  <a:pt x="279" y="310"/>
                </a:cubicBezTo>
                <a:cubicBezTo>
                  <a:pt x="278" y="310"/>
                  <a:pt x="278" y="310"/>
                  <a:pt x="278" y="310"/>
                </a:cubicBezTo>
                <a:cubicBezTo>
                  <a:pt x="278" y="309"/>
                  <a:pt x="278" y="309"/>
                  <a:pt x="277" y="309"/>
                </a:cubicBezTo>
                <a:cubicBezTo>
                  <a:pt x="277" y="309"/>
                  <a:pt x="277" y="309"/>
                  <a:pt x="277" y="309"/>
                </a:cubicBezTo>
                <a:cubicBezTo>
                  <a:pt x="276" y="309"/>
                  <a:pt x="276" y="308"/>
                  <a:pt x="276" y="308"/>
                </a:cubicBezTo>
                <a:cubicBezTo>
                  <a:pt x="276" y="308"/>
                  <a:pt x="275" y="308"/>
                  <a:pt x="275" y="308"/>
                </a:cubicBezTo>
                <a:cubicBezTo>
                  <a:pt x="275" y="308"/>
                  <a:pt x="275" y="308"/>
                  <a:pt x="275" y="308"/>
                </a:cubicBezTo>
                <a:close/>
                <a:moveTo>
                  <a:pt x="523" y="308"/>
                </a:moveTo>
                <a:cubicBezTo>
                  <a:pt x="523" y="308"/>
                  <a:pt x="523" y="308"/>
                  <a:pt x="523" y="308"/>
                </a:cubicBezTo>
                <a:cubicBezTo>
                  <a:pt x="523" y="308"/>
                  <a:pt x="522" y="308"/>
                  <a:pt x="522" y="308"/>
                </a:cubicBezTo>
                <a:cubicBezTo>
                  <a:pt x="522" y="308"/>
                  <a:pt x="522" y="308"/>
                  <a:pt x="522" y="308"/>
                </a:cubicBezTo>
                <a:cubicBezTo>
                  <a:pt x="521" y="308"/>
                  <a:pt x="520" y="308"/>
                  <a:pt x="520" y="308"/>
                </a:cubicBezTo>
                <a:cubicBezTo>
                  <a:pt x="519" y="308"/>
                  <a:pt x="518" y="308"/>
                  <a:pt x="518" y="308"/>
                </a:cubicBezTo>
                <a:cubicBezTo>
                  <a:pt x="517" y="308"/>
                  <a:pt x="516" y="309"/>
                  <a:pt x="516" y="309"/>
                </a:cubicBezTo>
                <a:cubicBezTo>
                  <a:pt x="515" y="309"/>
                  <a:pt x="515" y="309"/>
                  <a:pt x="514" y="310"/>
                </a:cubicBezTo>
                <a:cubicBezTo>
                  <a:pt x="514" y="310"/>
                  <a:pt x="514" y="310"/>
                  <a:pt x="514" y="310"/>
                </a:cubicBezTo>
                <a:cubicBezTo>
                  <a:pt x="514" y="310"/>
                  <a:pt x="513" y="310"/>
                  <a:pt x="513" y="311"/>
                </a:cubicBezTo>
                <a:cubicBezTo>
                  <a:pt x="513" y="311"/>
                  <a:pt x="513" y="311"/>
                  <a:pt x="513" y="311"/>
                </a:cubicBezTo>
                <a:cubicBezTo>
                  <a:pt x="513" y="311"/>
                  <a:pt x="513" y="312"/>
                  <a:pt x="512" y="313"/>
                </a:cubicBezTo>
                <a:cubicBezTo>
                  <a:pt x="513" y="313"/>
                  <a:pt x="513" y="313"/>
                  <a:pt x="513" y="313"/>
                </a:cubicBezTo>
                <a:cubicBezTo>
                  <a:pt x="513" y="314"/>
                  <a:pt x="513" y="314"/>
                  <a:pt x="513" y="314"/>
                </a:cubicBezTo>
                <a:cubicBezTo>
                  <a:pt x="513" y="314"/>
                  <a:pt x="513" y="314"/>
                  <a:pt x="514" y="314"/>
                </a:cubicBezTo>
                <a:cubicBezTo>
                  <a:pt x="514" y="315"/>
                  <a:pt x="514" y="315"/>
                  <a:pt x="514" y="315"/>
                </a:cubicBezTo>
                <a:cubicBezTo>
                  <a:pt x="515" y="315"/>
                  <a:pt x="515" y="315"/>
                  <a:pt x="515" y="315"/>
                </a:cubicBezTo>
                <a:cubicBezTo>
                  <a:pt x="516" y="316"/>
                  <a:pt x="517" y="316"/>
                  <a:pt x="518" y="316"/>
                </a:cubicBezTo>
                <a:cubicBezTo>
                  <a:pt x="518" y="316"/>
                  <a:pt x="519" y="316"/>
                  <a:pt x="519" y="316"/>
                </a:cubicBezTo>
                <a:cubicBezTo>
                  <a:pt x="519" y="316"/>
                  <a:pt x="519" y="316"/>
                  <a:pt x="519" y="316"/>
                </a:cubicBezTo>
                <a:cubicBezTo>
                  <a:pt x="519" y="316"/>
                  <a:pt x="519" y="316"/>
                  <a:pt x="519" y="316"/>
                </a:cubicBezTo>
                <a:cubicBezTo>
                  <a:pt x="520" y="316"/>
                  <a:pt x="520" y="316"/>
                  <a:pt x="520" y="316"/>
                </a:cubicBezTo>
                <a:cubicBezTo>
                  <a:pt x="520" y="316"/>
                  <a:pt x="520" y="316"/>
                  <a:pt x="520" y="316"/>
                </a:cubicBezTo>
                <a:cubicBezTo>
                  <a:pt x="521" y="316"/>
                  <a:pt x="521" y="316"/>
                  <a:pt x="521" y="316"/>
                </a:cubicBezTo>
                <a:cubicBezTo>
                  <a:pt x="521" y="316"/>
                  <a:pt x="521" y="316"/>
                  <a:pt x="521" y="316"/>
                </a:cubicBezTo>
                <a:cubicBezTo>
                  <a:pt x="521" y="316"/>
                  <a:pt x="521" y="316"/>
                  <a:pt x="522" y="316"/>
                </a:cubicBezTo>
                <a:cubicBezTo>
                  <a:pt x="522" y="316"/>
                  <a:pt x="522" y="316"/>
                  <a:pt x="522" y="316"/>
                </a:cubicBezTo>
                <a:cubicBezTo>
                  <a:pt x="523" y="316"/>
                  <a:pt x="523" y="316"/>
                  <a:pt x="523" y="316"/>
                </a:cubicBezTo>
                <a:cubicBezTo>
                  <a:pt x="524" y="316"/>
                  <a:pt x="524" y="316"/>
                  <a:pt x="524" y="316"/>
                </a:cubicBezTo>
                <a:cubicBezTo>
                  <a:pt x="524" y="315"/>
                  <a:pt x="525" y="315"/>
                  <a:pt x="525" y="315"/>
                </a:cubicBezTo>
                <a:cubicBezTo>
                  <a:pt x="526" y="315"/>
                  <a:pt x="526" y="315"/>
                  <a:pt x="526" y="315"/>
                </a:cubicBezTo>
                <a:cubicBezTo>
                  <a:pt x="528" y="314"/>
                  <a:pt x="529" y="313"/>
                  <a:pt x="529" y="312"/>
                </a:cubicBezTo>
                <a:cubicBezTo>
                  <a:pt x="529" y="312"/>
                  <a:pt x="529" y="311"/>
                  <a:pt x="529" y="311"/>
                </a:cubicBezTo>
                <a:cubicBezTo>
                  <a:pt x="529" y="311"/>
                  <a:pt x="529" y="311"/>
                  <a:pt x="529" y="311"/>
                </a:cubicBezTo>
                <a:cubicBezTo>
                  <a:pt x="529" y="310"/>
                  <a:pt x="529" y="310"/>
                  <a:pt x="529" y="310"/>
                </a:cubicBezTo>
                <a:cubicBezTo>
                  <a:pt x="529" y="310"/>
                  <a:pt x="528" y="310"/>
                  <a:pt x="528" y="310"/>
                </a:cubicBezTo>
                <a:cubicBezTo>
                  <a:pt x="527" y="308"/>
                  <a:pt x="525" y="308"/>
                  <a:pt x="523" y="308"/>
                </a:cubicBezTo>
                <a:cubicBezTo>
                  <a:pt x="523" y="308"/>
                  <a:pt x="523" y="308"/>
                  <a:pt x="523" y="308"/>
                </a:cubicBezTo>
                <a:close/>
                <a:moveTo>
                  <a:pt x="395" y="308"/>
                </a:moveTo>
                <a:cubicBezTo>
                  <a:pt x="394" y="308"/>
                  <a:pt x="393" y="308"/>
                  <a:pt x="393" y="308"/>
                </a:cubicBezTo>
                <a:cubicBezTo>
                  <a:pt x="392" y="308"/>
                  <a:pt x="391" y="309"/>
                  <a:pt x="391" y="309"/>
                </a:cubicBezTo>
                <a:cubicBezTo>
                  <a:pt x="390" y="309"/>
                  <a:pt x="390" y="309"/>
                  <a:pt x="389" y="310"/>
                </a:cubicBezTo>
                <a:cubicBezTo>
                  <a:pt x="388" y="310"/>
                  <a:pt x="387" y="311"/>
                  <a:pt x="387" y="313"/>
                </a:cubicBezTo>
                <a:cubicBezTo>
                  <a:pt x="387" y="314"/>
                  <a:pt x="388" y="314"/>
                  <a:pt x="389" y="315"/>
                </a:cubicBezTo>
                <a:cubicBezTo>
                  <a:pt x="390" y="315"/>
                  <a:pt x="390" y="315"/>
                  <a:pt x="390" y="315"/>
                </a:cubicBezTo>
                <a:cubicBezTo>
                  <a:pt x="391" y="316"/>
                  <a:pt x="392" y="316"/>
                  <a:pt x="393" y="316"/>
                </a:cubicBezTo>
                <a:cubicBezTo>
                  <a:pt x="393" y="316"/>
                  <a:pt x="393" y="316"/>
                  <a:pt x="393" y="316"/>
                </a:cubicBezTo>
                <a:cubicBezTo>
                  <a:pt x="393" y="316"/>
                  <a:pt x="394" y="316"/>
                  <a:pt x="394" y="316"/>
                </a:cubicBezTo>
                <a:cubicBezTo>
                  <a:pt x="394" y="316"/>
                  <a:pt x="394" y="316"/>
                  <a:pt x="394" y="316"/>
                </a:cubicBezTo>
                <a:cubicBezTo>
                  <a:pt x="394" y="316"/>
                  <a:pt x="394" y="316"/>
                  <a:pt x="395" y="316"/>
                </a:cubicBezTo>
                <a:cubicBezTo>
                  <a:pt x="395" y="316"/>
                  <a:pt x="395" y="316"/>
                  <a:pt x="395" y="316"/>
                </a:cubicBezTo>
                <a:cubicBezTo>
                  <a:pt x="395" y="316"/>
                  <a:pt x="395" y="316"/>
                  <a:pt x="395" y="316"/>
                </a:cubicBezTo>
                <a:cubicBezTo>
                  <a:pt x="396" y="316"/>
                  <a:pt x="396" y="316"/>
                  <a:pt x="396" y="316"/>
                </a:cubicBezTo>
                <a:cubicBezTo>
                  <a:pt x="396" y="316"/>
                  <a:pt x="396" y="316"/>
                  <a:pt x="396" y="316"/>
                </a:cubicBezTo>
                <a:cubicBezTo>
                  <a:pt x="397" y="316"/>
                  <a:pt x="397" y="316"/>
                  <a:pt x="397" y="316"/>
                </a:cubicBezTo>
                <a:cubicBezTo>
                  <a:pt x="397" y="316"/>
                  <a:pt x="398" y="316"/>
                  <a:pt x="398" y="316"/>
                </a:cubicBezTo>
                <a:cubicBezTo>
                  <a:pt x="398" y="316"/>
                  <a:pt x="398" y="316"/>
                  <a:pt x="399" y="316"/>
                </a:cubicBezTo>
                <a:cubicBezTo>
                  <a:pt x="399" y="315"/>
                  <a:pt x="399" y="315"/>
                  <a:pt x="399" y="315"/>
                </a:cubicBezTo>
                <a:cubicBezTo>
                  <a:pt x="401" y="315"/>
                  <a:pt x="401" y="315"/>
                  <a:pt x="401" y="315"/>
                </a:cubicBezTo>
                <a:cubicBezTo>
                  <a:pt x="402" y="314"/>
                  <a:pt x="403" y="313"/>
                  <a:pt x="404" y="312"/>
                </a:cubicBezTo>
                <a:cubicBezTo>
                  <a:pt x="404" y="312"/>
                  <a:pt x="404" y="311"/>
                  <a:pt x="404" y="311"/>
                </a:cubicBezTo>
                <a:cubicBezTo>
                  <a:pt x="404" y="311"/>
                  <a:pt x="404" y="311"/>
                  <a:pt x="404" y="311"/>
                </a:cubicBezTo>
                <a:cubicBezTo>
                  <a:pt x="404" y="310"/>
                  <a:pt x="404" y="310"/>
                  <a:pt x="404" y="310"/>
                </a:cubicBezTo>
                <a:cubicBezTo>
                  <a:pt x="404" y="310"/>
                  <a:pt x="403" y="310"/>
                  <a:pt x="403" y="310"/>
                </a:cubicBezTo>
                <a:cubicBezTo>
                  <a:pt x="403" y="309"/>
                  <a:pt x="403" y="309"/>
                  <a:pt x="402" y="309"/>
                </a:cubicBezTo>
                <a:cubicBezTo>
                  <a:pt x="402" y="309"/>
                  <a:pt x="401" y="308"/>
                  <a:pt x="401" y="308"/>
                </a:cubicBezTo>
                <a:cubicBezTo>
                  <a:pt x="400" y="308"/>
                  <a:pt x="399" y="308"/>
                  <a:pt x="399" y="308"/>
                </a:cubicBezTo>
                <a:cubicBezTo>
                  <a:pt x="398" y="308"/>
                  <a:pt x="397" y="308"/>
                  <a:pt x="397" y="308"/>
                </a:cubicBezTo>
                <a:cubicBezTo>
                  <a:pt x="396" y="308"/>
                  <a:pt x="395" y="308"/>
                  <a:pt x="395" y="308"/>
                </a:cubicBezTo>
                <a:close/>
                <a:moveTo>
                  <a:pt x="311" y="308"/>
                </a:moveTo>
                <a:cubicBezTo>
                  <a:pt x="311" y="308"/>
                  <a:pt x="310" y="308"/>
                  <a:pt x="309" y="308"/>
                </a:cubicBezTo>
                <a:cubicBezTo>
                  <a:pt x="309" y="308"/>
                  <a:pt x="308" y="309"/>
                  <a:pt x="307" y="309"/>
                </a:cubicBezTo>
                <a:cubicBezTo>
                  <a:pt x="307" y="309"/>
                  <a:pt x="306" y="309"/>
                  <a:pt x="306" y="310"/>
                </a:cubicBezTo>
                <a:cubicBezTo>
                  <a:pt x="305" y="310"/>
                  <a:pt x="304" y="311"/>
                  <a:pt x="304" y="313"/>
                </a:cubicBezTo>
                <a:cubicBezTo>
                  <a:pt x="304" y="313"/>
                  <a:pt x="304" y="313"/>
                  <a:pt x="304" y="313"/>
                </a:cubicBezTo>
                <a:cubicBezTo>
                  <a:pt x="304" y="314"/>
                  <a:pt x="304" y="314"/>
                  <a:pt x="304" y="314"/>
                </a:cubicBezTo>
                <a:cubicBezTo>
                  <a:pt x="304" y="314"/>
                  <a:pt x="305" y="314"/>
                  <a:pt x="305" y="314"/>
                </a:cubicBezTo>
                <a:cubicBezTo>
                  <a:pt x="305" y="315"/>
                  <a:pt x="305" y="315"/>
                  <a:pt x="305" y="315"/>
                </a:cubicBezTo>
                <a:cubicBezTo>
                  <a:pt x="307" y="315"/>
                  <a:pt x="307" y="315"/>
                  <a:pt x="307" y="315"/>
                </a:cubicBezTo>
                <a:cubicBezTo>
                  <a:pt x="307" y="316"/>
                  <a:pt x="308" y="316"/>
                  <a:pt x="309" y="316"/>
                </a:cubicBezTo>
                <a:cubicBezTo>
                  <a:pt x="310" y="316"/>
                  <a:pt x="310" y="316"/>
                  <a:pt x="310" y="316"/>
                </a:cubicBezTo>
                <a:cubicBezTo>
                  <a:pt x="310" y="316"/>
                  <a:pt x="310" y="316"/>
                  <a:pt x="310" y="316"/>
                </a:cubicBezTo>
                <a:cubicBezTo>
                  <a:pt x="310" y="316"/>
                  <a:pt x="310" y="316"/>
                  <a:pt x="311" y="316"/>
                </a:cubicBezTo>
                <a:cubicBezTo>
                  <a:pt x="311" y="316"/>
                  <a:pt x="311" y="316"/>
                  <a:pt x="311" y="316"/>
                </a:cubicBezTo>
                <a:cubicBezTo>
                  <a:pt x="311" y="316"/>
                  <a:pt x="311" y="316"/>
                  <a:pt x="311" y="316"/>
                </a:cubicBezTo>
                <a:cubicBezTo>
                  <a:pt x="312" y="316"/>
                  <a:pt x="312" y="316"/>
                  <a:pt x="312" y="316"/>
                </a:cubicBezTo>
                <a:cubicBezTo>
                  <a:pt x="312" y="316"/>
                  <a:pt x="312" y="316"/>
                  <a:pt x="312" y="316"/>
                </a:cubicBezTo>
                <a:cubicBezTo>
                  <a:pt x="312" y="316"/>
                  <a:pt x="313" y="316"/>
                  <a:pt x="313" y="316"/>
                </a:cubicBezTo>
                <a:cubicBezTo>
                  <a:pt x="313" y="316"/>
                  <a:pt x="313" y="316"/>
                  <a:pt x="314" y="316"/>
                </a:cubicBezTo>
                <a:cubicBezTo>
                  <a:pt x="314" y="316"/>
                  <a:pt x="314" y="316"/>
                  <a:pt x="314" y="316"/>
                </a:cubicBezTo>
                <a:cubicBezTo>
                  <a:pt x="315" y="316"/>
                  <a:pt x="315" y="316"/>
                  <a:pt x="315" y="316"/>
                </a:cubicBezTo>
                <a:cubicBezTo>
                  <a:pt x="315" y="315"/>
                  <a:pt x="316" y="315"/>
                  <a:pt x="316" y="315"/>
                </a:cubicBezTo>
                <a:cubicBezTo>
                  <a:pt x="317" y="315"/>
                  <a:pt x="317" y="315"/>
                  <a:pt x="317" y="315"/>
                </a:cubicBezTo>
                <a:cubicBezTo>
                  <a:pt x="319" y="314"/>
                  <a:pt x="320" y="313"/>
                  <a:pt x="321" y="312"/>
                </a:cubicBezTo>
                <a:cubicBezTo>
                  <a:pt x="321" y="312"/>
                  <a:pt x="321" y="311"/>
                  <a:pt x="321" y="311"/>
                </a:cubicBezTo>
                <a:cubicBezTo>
                  <a:pt x="321" y="311"/>
                  <a:pt x="321" y="311"/>
                  <a:pt x="321" y="311"/>
                </a:cubicBezTo>
                <a:cubicBezTo>
                  <a:pt x="320" y="310"/>
                  <a:pt x="320" y="310"/>
                  <a:pt x="320" y="310"/>
                </a:cubicBezTo>
                <a:cubicBezTo>
                  <a:pt x="320" y="310"/>
                  <a:pt x="320" y="310"/>
                  <a:pt x="320" y="310"/>
                </a:cubicBezTo>
                <a:cubicBezTo>
                  <a:pt x="318" y="308"/>
                  <a:pt x="316" y="308"/>
                  <a:pt x="313" y="308"/>
                </a:cubicBezTo>
                <a:cubicBezTo>
                  <a:pt x="313" y="308"/>
                  <a:pt x="312" y="308"/>
                  <a:pt x="311" y="308"/>
                </a:cubicBezTo>
                <a:close/>
                <a:moveTo>
                  <a:pt x="1645" y="308"/>
                </a:moveTo>
                <a:cubicBezTo>
                  <a:pt x="1644" y="308"/>
                  <a:pt x="1644" y="308"/>
                  <a:pt x="1643" y="308"/>
                </a:cubicBezTo>
                <a:cubicBezTo>
                  <a:pt x="1643" y="308"/>
                  <a:pt x="1642" y="309"/>
                  <a:pt x="1642" y="309"/>
                </a:cubicBezTo>
                <a:cubicBezTo>
                  <a:pt x="1641" y="309"/>
                  <a:pt x="1641" y="309"/>
                  <a:pt x="1640" y="310"/>
                </a:cubicBezTo>
                <a:cubicBezTo>
                  <a:pt x="1639" y="310"/>
                  <a:pt x="1639" y="311"/>
                  <a:pt x="1640" y="313"/>
                </a:cubicBezTo>
                <a:cubicBezTo>
                  <a:pt x="1640" y="314"/>
                  <a:pt x="1641" y="314"/>
                  <a:pt x="1642" y="315"/>
                </a:cubicBezTo>
                <a:cubicBezTo>
                  <a:pt x="1643" y="315"/>
                  <a:pt x="1643" y="315"/>
                  <a:pt x="1643" y="315"/>
                </a:cubicBezTo>
                <a:cubicBezTo>
                  <a:pt x="1644" y="316"/>
                  <a:pt x="1645" y="316"/>
                  <a:pt x="1646" y="316"/>
                </a:cubicBezTo>
                <a:cubicBezTo>
                  <a:pt x="1647" y="316"/>
                  <a:pt x="1647" y="316"/>
                  <a:pt x="1647" y="316"/>
                </a:cubicBezTo>
                <a:cubicBezTo>
                  <a:pt x="1647" y="316"/>
                  <a:pt x="1647" y="316"/>
                  <a:pt x="1647" y="316"/>
                </a:cubicBezTo>
                <a:cubicBezTo>
                  <a:pt x="1647" y="316"/>
                  <a:pt x="1648" y="316"/>
                  <a:pt x="1648" y="316"/>
                </a:cubicBezTo>
                <a:cubicBezTo>
                  <a:pt x="1648" y="316"/>
                  <a:pt x="1648" y="316"/>
                  <a:pt x="1648" y="316"/>
                </a:cubicBezTo>
                <a:cubicBezTo>
                  <a:pt x="1648" y="316"/>
                  <a:pt x="1648" y="316"/>
                  <a:pt x="1649" y="316"/>
                </a:cubicBezTo>
                <a:cubicBezTo>
                  <a:pt x="1649" y="316"/>
                  <a:pt x="1649" y="316"/>
                  <a:pt x="1649" y="316"/>
                </a:cubicBezTo>
                <a:cubicBezTo>
                  <a:pt x="1649" y="316"/>
                  <a:pt x="1649" y="316"/>
                  <a:pt x="1649" y="316"/>
                </a:cubicBezTo>
                <a:cubicBezTo>
                  <a:pt x="1650" y="316"/>
                  <a:pt x="1650" y="316"/>
                  <a:pt x="1650" y="316"/>
                </a:cubicBezTo>
                <a:cubicBezTo>
                  <a:pt x="1650" y="316"/>
                  <a:pt x="1650" y="316"/>
                  <a:pt x="1651" y="316"/>
                </a:cubicBezTo>
                <a:cubicBezTo>
                  <a:pt x="1651" y="316"/>
                  <a:pt x="1651" y="316"/>
                  <a:pt x="1651" y="316"/>
                </a:cubicBezTo>
                <a:cubicBezTo>
                  <a:pt x="1652" y="316"/>
                  <a:pt x="1652" y="316"/>
                  <a:pt x="1652" y="316"/>
                </a:cubicBezTo>
                <a:cubicBezTo>
                  <a:pt x="1652" y="315"/>
                  <a:pt x="1653" y="315"/>
                  <a:pt x="1653" y="315"/>
                </a:cubicBezTo>
                <a:cubicBezTo>
                  <a:pt x="1654" y="315"/>
                  <a:pt x="1654" y="315"/>
                  <a:pt x="1654" y="315"/>
                </a:cubicBezTo>
                <a:cubicBezTo>
                  <a:pt x="1655" y="314"/>
                  <a:pt x="1656" y="313"/>
                  <a:pt x="1656" y="312"/>
                </a:cubicBezTo>
                <a:cubicBezTo>
                  <a:pt x="1656" y="312"/>
                  <a:pt x="1656" y="311"/>
                  <a:pt x="1656" y="311"/>
                </a:cubicBezTo>
                <a:cubicBezTo>
                  <a:pt x="1656" y="311"/>
                  <a:pt x="1656" y="311"/>
                  <a:pt x="1655" y="311"/>
                </a:cubicBezTo>
                <a:cubicBezTo>
                  <a:pt x="1655" y="310"/>
                  <a:pt x="1655" y="310"/>
                  <a:pt x="1655" y="310"/>
                </a:cubicBezTo>
                <a:cubicBezTo>
                  <a:pt x="1655" y="310"/>
                  <a:pt x="1655" y="310"/>
                  <a:pt x="1654" y="310"/>
                </a:cubicBezTo>
                <a:cubicBezTo>
                  <a:pt x="1654" y="309"/>
                  <a:pt x="1653" y="309"/>
                  <a:pt x="1653" y="309"/>
                </a:cubicBezTo>
                <a:cubicBezTo>
                  <a:pt x="1652" y="309"/>
                  <a:pt x="1652" y="308"/>
                  <a:pt x="1651" y="308"/>
                </a:cubicBezTo>
                <a:cubicBezTo>
                  <a:pt x="1651" y="308"/>
                  <a:pt x="1650" y="308"/>
                  <a:pt x="1649" y="308"/>
                </a:cubicBezTo>
                <a:cubicBezTo>
                  <a:pt x="1649" y="308"/>
                  <a:pt x="1648" y="308"/>
                  <a:pt x="1647" y="308"/>
                </a:cubicBezTo>
                <a:cubicBezTo>
                  <a:pt x="1646" y="308"/>
                  <a:pt x="1646" y="308"/>
                  <a:pt x="1645" y="308"/>
                </a:cubicBezTo>
                <a:close/>
                <a:moveTo>
                  <a:pt x="1895" y="308"/>
                </a:moveTo>
                <a:cubicBezTo>
                  <a:pt x="1895" y="308"/>
                  <a:pt x="1894" y="308"/>
                  <a:pt x="1893" y="308"/>
                </a:cubicBezTo>
                <a:cubicBezTo>
                  <a:pt x="1893" y="308"/>
                  <a:pt x="1892" y="309"/>
                  <a:pt x="1892" y="309"/>
                </a:cubicBezTo>
                <a:cubicBezTo>
                  <a:pt x="1891" y="309"/>
                  <a:pt x="1891" y="309"/>
                  <a:pt x="1891" y="310"/>
                </a:cubicBezTo>
                <a:cubicBezTo>
                  <a:pt x="1890" y="310"/>
                  <a:pt x="1890" y="310"/>
                  <a:pt x="1890" y="310"/>
                </a:cubicBezTo>
                <a:cubicBezTo>
                  <a:pt x="1890" y="310"/>
                  <a:pt x="1890" y="310"/>
                  <a:pt x="1890" y="311"/>
                </a:cubicBezTo>
                <a:cubicBezTo>
                  <a:pt x="1890" y="311"/>
                  <a:pt x="1890" y="311"/>
                  <a:pt x="1890" y="311"/>
                </a:cubicBezTo>
                <a:cubicBezTo>
                  <a:pt x="1890" y="311"/>
                  <a:pt x="1890" y="312"/>
                  <a:pt x="1890" y="313"/>
                </a:cubicBezTo>
                <a:cubicBezTo>
                  <a:pt x="1890" y="313"/>
                  <a:pt x="1890" y="313"/>
                  <a:pt x="1890" y="313"/>
                </a:cubicBezTo>
                <a:cubicBezTo>
                  <a:pt x="1891" y="314"/>
                  <a:pt x="1891" y="314"/>
                  <a:pt x="1891" y="314"/>
                </a:cubicBezTo>
                <a:cubicBezTo>
                  <a:pt x="1891" y="314"/>
                  <a:pt x="1892" y="314"/>
                  <a:pt x="1892" y="314"/>
                </a:cubicBezTo>
                <a:cubicBezTo>
                  <a:pt x="1892" y="315"/>
                  <a:pt x="1892" y="315"/>
                  <a:pt x="1893" y="315"/>
                </a:cubicBezTo>
                <a:cubicBezTo>
                  <a:pt x="1894" y="315"/>
                  <a:pt x="1894" y="315"/>
                  <a:pt x="1894" y="315"/>
                </a:cubicBezTo>
                <a:cubicBezTo>
                  <a:pt x="1895" y="316"/>
                  <a:pt x="1896" y="316"/>
                  <a:pt x="1897" y="316"/>
                </a:cubicBezTo>
                <a:cubicBezTo>
                  <a:pt x="1897" y="316"/>
                  <a:pt x="1897" y="316"/>
                  <a:pt x="1898" y="316"/>
                </a:cubicBezTo>
                <a:cubicBezTo>
                  <a:pt x="1898" y="316"/>
                  <a:pt x="1898" y="316"/>
                  <a:pt x="1898" y="316"/>
                </a:cubicBezTo>
                <a:cubicBezTo>
                  <a:pt x="1898" y="316"/>
                  <a:pt x="1898" y="316"/>
                  <a:pt x="1898" y="316"/>
                </a:cubicBezTo>
                <a:cubicBezTo>
                  <a:pt x="1899" y="316"/>
                  <a:pt x="1899" y="316"/>
                  <a:pt x="1899" y="316"/>
                </a:cubicBezTo>
                <a:cubicBezTo>
                  <a:pt x="1899" y="316"/>
                  <a:pt x="1899" y="316"/>
                  <a:pt x="1899" y="316"/>
                </a:cubicBezTo>
                <a:cubicBezTo>
                  <a:pt x="1899" y="316"/>
                  <a:pt x="1900" y="316"/>
                  <a:pt x="1900" y="316"/>
                </a:cubicBezTo>
                <a:cubicBezTo>
                  <a:pt x="1900" y="316"/>
                  <a:pt x="1900" y="316"/>
                  <a:pt x="1900" y="316"/>
                </a:cubicBezTo>
                <a:cubicBezTo>
                  <a:pt x="1900" y="316"/>
                  <a:pt x="1900" y="316"/>
                  <a:pt x="1901" y="316"/>
                </a:cubicBezTo>
                <a:cubicBezTo>
                  <a:pt x="1901" y="316"/>
                  <a:pt x="1901" y="316"/>
                  <a:pt x="1901" y="316"/>
                </a:cubicBezTo>
                <a:cubicBezTo>
                  <a:pt x="1902" y="316"/>
                  <a:pt x="1902" y="316"/>
                  <a:pt x="1902" y="316"/>
                </a:cubicBezTo>
                <a:cubicBezTo>
                  <a:pt x="1902" y="316"/>
                  <a:pt x="1902" y="316"/>
                  <a:pt x="1903" y="316"/>
                </a:cubicBezTo>
                <a:cubicBezTo>
                  <a:pt x="1903" y="315"/>
                  <a:pt x="1903" y="315"/>
                  <a:pt x="1903" y="315"/>
                </a:cubicBezTo>
                <a:cubicBezTo>
                  <a:pt x="1905" y="315"/>
                  <a:pt x="1905" y="315"/>
                  <a:pt x="1905" y="315"/>
                </a:cubicBezTo>
                <a:cubicBezTo>
                  <a:pt x="1906" y="314"/>
                  <a:pt x="1906" y="313"/>
                  <a:pt x="1906" y="312"/>
                </a:cubicBezTo>
                <a:cubicBezTo>
                  <a:pt x="1906" y="312"/>
                  <a:pt x="1906" y="311"/>
                  <a:pt x="1906" y="311"/>
                </a:cubicBezTo>
                <a:cubicBezTo>
                  <a:pt x="1906" y="311"/>
                  <a:pt x="1906" y="311"/>
                  <a:pt x="1906" y="311"/>
                </a:cubicBezTo>
                <a:cubicBezTo>
                  <a:pt x="1906" y="310"/>
                  <a:pt x="1905" y="310"/>
                  <a:pt x="1905" y="310"/>
                </a:cubicBezTo>
                <a:cubicBezTo>
                  <a:pt x="1905" y="310"/>
                  <a:pt x="1905" y="310"/>
                  <a:pt x="1904" y="310"/>
                </a:cubicBezTo>
                <a:cubicBezTo>
                  <a:pt x="1902" y="308"/>
                  <a:pt x="1900" y="308"/>
                  <a:pt x="1897" y="308"/>
                </a:cubicBezTo>
                <a:cubicBezTo>
                  <a:pt x="1897" y="308"/>
                  <a:pt x="1896" y="308"/>
                  <a:pt x="1895" y="308"/>
                </a:cubicBezTo>
                <a:close/>
                <a:moveTo>
                  <a:pt x="1440" y="308"/>
                </a:moveTo>
                <a:cubicBezTo>
                  <a:pt x="1440" y="308"/>
                  <a:pt x="1440" y="308"/>
                  <a:pt x="1440" y="308"/>
                </a:cubicBezTo>
                <a:cubicBezTo>
                  <a:pt x="1439" y="308"/>
                  <a:pt x="1439" y="308"/>
                  <a:pt x="1439" y="308"/>
                </a:cubicBezTo>
                <a:cubicBezTo>
                  <a:pt x="1439" y="308"/>
                  <a:pt x="1439" y="308"/>
                  <a:pt x="1439" y="308"/>
                </a:cubicBezTo>
                <a:cubicBezTo>
                  <a:pt x="1438" y="308"/>
                  <a:pt x="1437" y="308"/>
                  <a:pt x="1437" y="308"/>
                </a:cubicBezTo>
                <a:cubicBezTo>
                  <a:pt x="1436" y="308"/>
                  <a:pt x="1435" y="308"/>
                  <a:pt x="1435" y="308"/>
                </a:cubicBezTo>
                <a:cubicBezTo>
                  <a:pt x="1434" y="308"/>
                  <a:pt x="1434" y="309"/>
                  <a:pt x="1433" y="309"/>
                </a:cubicBezTo>
                <a:cubicBezTo>
                  <a:pt x="1433" y="309"/>
                  <a:pt x="1432" y="309"/>
                  <a:pt x="1432" y="310"/>
                </a:cubicBezTo>
                <a:cubicBezTo>
                  <a:pt x="1431" y="310"/>
                  <a:pt x="1431" y="311"/>
                  <a:pt x="1431" y="313"/>
                </a:cubicBezTo>
                <a:cubicBezTo>
                  <a:pt x="1431" y="313"/>
                  <a:pt x="1431" y="313"/>
                  <a:pt x="1431" y="313"/>
                </a:cubicBezTo>
                <a:cubicBezTo>
                  <a:pt x="1431" y="314"/>
                  <a:pt x="1432" y="314"/>
                  <a:pt x="1432" y="314"/>
                </a:cubicBezTo>
                <a:cubicBezTo>
                  <a:pt x="1432" y="314"/>
                  <a:pt x="1432" y="314"/>
                  <a:pt x="1432" y="314"/>
                </a:cubicBezTo>
                <a:cubicBezTo>
                  <a:pt x="1433" y="315"/>
                  <a:pt x="1433" y="315"/>
                  <a:pt x="1433" y="315"/>
                </a:cubicBezTo>
                <a:cubicBezTo>
                  <a:pt x="1435" y="315"/>
                  <a:pt x="1435" y="315"/>
                  <a:pt x="1435" y="315"/>
                </a:cubicBezTo>
                <a:cubicBezTo>
                  <a:pt x="1435" y="316"/>
                  <a:pt x="1437" y="316"/>
                  <a:pt x="1438" y="316"/>
                </a:cubicBezTo>
                <a:cubicBezTo>
                  <a:pt x="1438" y="316"/>
                  <a:pt x="1438" y="316"/>
                  <a:pt x="1438" y="316"/>
                </a:cubicBezTo>
                <a:cubicBezTo>
                  <a:pt x="1438" y="316"/>
                  <a:pt x="1438" y="316"/>
                  <a:pt x="1438" y="316"/>
                </a:cubicBezTo>
                <a:cubicBezTo>
                  <a:pt x="1439" y="316"/>
                  <a:pt x="1439" y="316"/>
                  <a:pt x="1439" y="316"/>
                </a:cubicBezTo>
                <a:cubicBezTo>
                  <a:pt x="1439" y="316"/>
                  <a:pt x="1439" y="316"/>
                  <a:pt x="1439" y="316"/>
                </a:cubicBezTo>
                <a:cubicBezTo>
                  <a:pt x="1439" y="316"/>
                  <a:pt x="1440" y="316"/>
                  <a:pt x="1440" y="316"/>
                </a:cubicBezTo>
                <a:cubicBezTo>
                  <a:pt x="1440" y="316"/>
                  <a:pt x="1440" y="316"/>
                  <a:pt x="1440" y="316"/>
                </a:cubicBezTo>
                <a:cubicBezTo>
                  <a:pt x="1440" y="316"/>
                  <a:pt x="1440" y="316"/>
                  <a:pt x="1440" y="316"/>
                </a:cubicBezTo>
                <a:cubicBezTo>
                  <a:pt x="1441" y="316"/>
                  <a:pt x="1441" y="316"/>
                  <a:pt x="1441" y="316"/>
                </a:cubicBezTo>
                <a:cubicBezTo>
                  <a:pt x="1441" y="316"/>
                  <a:pt x="1441" y="316"/>
                  <a:pt x="1442" y="316"/>
                </a:cubicBezTo>
                <a:cubicBezTo>
                  <a:pt x="1442" y="316"/>
                  <a:pt x="1442" y="316"/>
                  <a:pt x="1442" y="316"/>
                </a:cubicBezTo>
                <a:cubicBezTo>
                  <a:pt x="1443" y="316"/>
                  <a:pt x="1443" y="316"/>
                  <a:pt x="1443" y="316"/>
                </a:cubicBezTo>
                <a:cubicBezTo>
                  <a:pt x="1443" y="315"/>
                  <a:pt x="1444" y="315"/>
                  <a:pt x="1444" y="315"/>
                </a:cubicBezTo>
                <a:cubicBezTo>
                  <a:pt x="1445" y="315"/>
                  <a:pt x="1445" y="315"/>
                  <a:pt x="1445" y="315"/>
                </a:cubicBezTo>
                <a:cubicBezTo>
                  <a:pt x="1446" y="314"/>
                  <a:pt x="1447" y="313"/>
                  <a:pt x="1447" y="312"/>
                </a:cubicBezTo>
                <a:cubicBezTo>
                  <a:pt x="1447" y="312"/>
                  <a:pt x="1447" y="311"/>
                  <a:pt x="1447" y="311"/>
                </a:cubicBezTo>
                <a:cubicBezTo>
                  <a:pt x="1447" y="311"/>
                  <a:pt x="1447" y="311"/>
                  <a:pt x="1447" y="311"/>
                </a:cubicBezTo>
                <a:cubicBezTo>
                  <a:pt x="1447" y="310"/>
                  <a:pt x="1447" y="310"/>
                  <a:pt x="1446" y="310"/>
                </a:cubicBezTo>
                <a:cubicBezTo>
                  <a:pt x="1446" y="310"/>
                  <a:pt x="1446" y="310"/>
                  <a:pt x="1446" y="310"/>
                </a:cubicBezTo>
                <a:cubicBezTo>
                  <a:pt x="1444" y="309"/>
                  <a:pt x="1442" y="308"/>
                  <a:pt x="1440" y="308"/>
                </a:cubicBezTo>
                <a:cubicBezTo>
                  <a:pt x="1440" y="308"/>
                  <a:pt x="1440" y="308"/>
                  <a:pt x="1440" y="308"/>
                </a:cubicBezTo>
                <a:close/>
                <a:moveTo>
                  <a:pt x="1145" y="308"/>
                </a:moveTo>
                <a:cubicBezTo>
                  <a:pt x="1144" y="308"/>
                  <a:pt x="1144" y="308"/>
                  <a:pt x="1143" y="308"/>
                </a:cubicBezTo>
                <a:cubicBezTo>
                  <a:pt x="1142" y="308"/>
                  <a:pt x="1142" y="309"/>
                  <a:pt x="1141" y="309"/>
                </a:cubicBezTo>
                <a:cubicBezTo>
                  <a:pt x="1141" y="309"/>
                  <a:pt x="1140" y="309"/>
                  <a:pt x="1140" y="310"/>
                </a:cubicBezTo>
                <a:cubicBezTo>
                  <a:pt x="1140" y="310"/>
                  <a:pt x="1140" y="310"/>
                  <a:pt x="1139" y="310"/>
                </a:cubicBezTo>
                <a:cubicBezTo>
                  <a:pt x="1139" y="310"/>
                  <a:pt x="1139" y="310"/>
                  <a:pt x="1139" y="311"/>
                </a:cubicBezTo>
                <a:cubicBezTo>
                  <a:pt x="1139" y="311"/>
                  <a:pt x="1139" y="311"/>
                  <a:pt x="1139" y="311"/>
                </a:cubicBezTo>
                <a:cubicBezTo>
                  <a:pt x="1139" y="311"/>
                  <a:pt x="1139" y="312"/>
                  <a:pt x="1139" y="313"/>
                </a:cubicBezTo>
                <a:cubicBezTo>
                  <a:pt x="1139" y="313"/>
                  <a:pt x="1139" y="313"/>
                  <a:pt x="1139" y="313"/>
                </a:cubicBezTo>
                <a:cubicBezTo>
                  <a:pt x="1139" y="314"/>
                  <a:pt x="1139" y="314"/>
                  <a:pt x="1139" y="314"/>
                </a:cubicBezTo>
                <a:cubicBezTo>
                  <a:pt x="1140" y="314"/>
                  <a:pt x="1140" y="314"/>
                  <a:pt x="1140" y="314"/>
                </a:cubicBezTo>
                <a:cubicBezTo>
                  <a:pt x="1140" y="315"/>
                  <a:pt x="1141" y="315"/>
                  <a:pt x="1141" y="315"/>
                </a:cubicBezTo>
                <a:cubicBezTo>
                  <a:pt x="1142" y="315"/>
                  <a:pt x="1142" y="315"/>
                  <a:pt x="1142" y="315"/>
                </a:cubicBezTo>
                <a:cubicBezTo>
                  <a:pt x="1143" y="316"/>
                  <a:pt x="1144" y="316"/>
                  <a:pt x="1145" y="316"/>
                </a:cubicBezTo>
                <a:cubicBezTo>
                  <a:pt x="1146" y="316"/>
                  <a:pt x="1146" y="316"/>
                  <a:pt x="1147" y="316"/>
                </a:cubicBezTo>
                <a:cubicBezTo>
                  <a:pt x="1147" y="316"/>
                  <a:pt x="1147" y="316"/>
                  <a:pt x="1147" y="316"/>
                </a:cubicBezTo>
                <a:cubicBezTo>
                  <a:pt x="1147" y="316"/>
                  <a:pt x="1147" y="316"/>
                  <a:pt x="1148" y="316"/>
                </a:cubicBezTo>
                <a:cubicBezTo>
                  <a:pt x="1148" y="316"/>
                  <a:pt x="1148" y="316"/>
                  <a:pt x="1148" y="316"/>
                </a:cubicBezTo>
                <a:cubicBezTo>
                  <a:pt x="1148" y="316"/>
                  <a:pt x="1148" y="316"/>
                  <a:pt x="1148" y="316"/>
                </a:cubicBezTo>
                <a:cubicBezTo>
                  <a:pt x="1149" y="316"/>
                  <a:pt x="1149" y="316"/>
                  <a:pt x="1149" y="316"/>
                </a:cubicBezTo>
                <a:cubicBezTo>
                  <a:pt x="1149" y="316"/>
                  <a:pt x="1150" y="316"/>
                  <a:pt x="1150" y="316"/>
                </a:cubicBezTo>
                <a:cubicBezTo>
                  <a:pt x="1150" y="316"/>
                  <a:pt x="1150" y="316"/>
                  <a:pt x="1151" y="316"/>
                </a:cubicBezTo>
                <a:cubicBezTo>
                  <a:pt x="1151" y="315"/>
                  <a:pt x="1151" y="315"/>
                  <a:pt x="1151" y="315"/>
                </a:cubicBezTo>
                <a:cubicBezTo>
                  <a:pt x="1153" y="315"/>
                  <a:pt x="1153" y="315"/>
                  <a:pt x="1153" y="315"/>
                </a:cubicBezTo>
                <a:cubicBezTo>
                  <a:pt x="1154" y="314"/>
                  <a:pt x="1155" y="313"/>
                  <a:pt x="1155" y="312"/>
                </a:cubicBezTo>
                <a:cubicBezTo>
                  <a:pt x="1155" y="312"/>
                  <a:pt x="1155" y="311"/>
                  <a:pt x="1155" y="311"/>
                </a:cubicBezTo>
                <a:cubicBezTo>
                  <a:pt x="1155" y="311"/>
                  <a:pt x="1155" y="311"/>
                  <a:pt x="1155" y="311"/>
                </a:cubicBezTo>
                <a:cubicBezTo>
                  <a:pt x="1155" y="310"/>
                  <a:pt x="1155" y="310"/>
                  <a:pt x="1154" y="310"/>
                </a:cubicBezTo>
                <a:cubicBezTo>
                  <a:pt x="1154" y="310"/>
                  <a:pt x="1154" y="310"/>
                  <a:pt x="1154" y="310"/>
                </a:cubicBezTo>
                <a:cubicBezTo>
                  <a:pt x="1152" y="308"/>
                  <a:pt x="1149" y="308"/>
                  <a:pt x="1147" y="308"/>
                </a:cubicBezTo>
                <a:cubicBezTo>
                  <a:pt x="1146" y="308"/>
                  <a:pt x="1146" y="308"/>
                  <a:pt x="1145" y="308"/>
                </a:cubicBezTo>
                <a:close/>
                <a:moveTo>
                  <a:pt x="2028" y="309"/>
                </a:moveTo>
                <a:cubicBezTo>
                  <a:pt x="2027" y="308"/>
                  <a:pt x="2026" y="308"/>
                  <a:pt x="2024" y="308"/>
                </a:cubicBezTo>
                <a:cubicBezTo>
                  <a:pt x="2024" y="308"/>
                  <a:pt x="2024" y="308"/>
                  <a:pt x="2024" y="308"/>
                </a:cubicBezTo>
                <a:cubicBezTo>
                  <a:pt x="2023" y="308"/>
                  <a:pt x="2023" y="308"/>
                  <a:pt x="2023" y="308"/>
                </a:cubicBezTo>
                <a:cubicBezTo>
                  <a:pt x="2023" y="308"/>
                  <a:pt x="2023" y="308"/>
                  <a:pt x="2023" y="308"/>
                </a:cubicBezTo>
                <a:cubicBezTo>
                  <a:pt x="2023" y="308"/>
                  <a:pt x="2022" y="308"/>
                  <a:pt x="2022" y="308"/>
                </a:cubicBezTo>
                <a:cubicBezTo>
                  <a:pt x="2022" y="308"/>
                  <a:pt x="2022" y="308"/>
                  <a:pt x="2022" y="308"/>
                </a:cubicBezTo>
                <a:cubicBezTo>
                  <a:pt x="2022" y="308"/>
                  <a:pt x="2022" y="308"/>
                  <a:pt x="2021" y="308"/>
                </a:cubicBezTo>
                <a:cubicBezTo>
                  <a:pt x="2021" y="308"/>
                  <a:pt x="2021" y="308"/>
                  <a:pt x="2021" y="308"/>
                </a:cubicBezTo>
                <a:cubicBezTo>
                  <a:pt x="2021" y="308"/>
                  <a:pt x="2021" y="308"/>
                  <a:pt x="2021" y="308"/>
                </a:cubicBezTo>
                <a:cubicBezTo>
                  <a:pt x="2020" y="308"/>
                  <a:pt x="2020" y="308"/>
                  <a:pt x="2019" y="308"/>
                </a:cubicBezTo>
                <a:cubicBezTo>
                  <a:pt x="2019" y="308"/>
                  <a:pt x="2018" y="308"/>
                  <a:pt x="2018" y="308"/>
                </a:cubicBezTo>
                <a:cubicBezTo>
                  <a:pt x="2017" y="309"/>
                  <a:pt x="2017" y="309"/>
                  <a:pt x="2017" y="309"/>
                </a:cubicBezTo>
                <a:cubicBezTo>
                  <a:pt x="2016" y="309"/>
                  <a:pt x="2016" y="309"/>
                  <a:pt x="2016" y="310"/>
                </a:cubicBezTo>
                <a:cubicBezTo>
                  <a:pt x="2016" y="310"/>
                  <a:pt x="2015" y="310"/>
                  <a:pt x="2015" y="310"/>
                </a:cubicBezTo>
                <a:cubicBezTo>
                  <a:pt x="2015" y="310"/>
                  <a:pt x="2015" y="310"/>
                  <a:pt x="2015" y="311"/>
                </a:cubicBezTo>
                <a:cubicBezTo>
                  <a:pt x="2015" y="311"/>
                  <a:pt x="2015" y="311"/>
                  <a:pt x="2015" y="311"/>
                </a:cubicBezTo>
                <a:cubicBezTo>
                  <a:pt x="2015" y="311"/>
                  <a:pt x="2015" y="312"/>
                  <a:pt x="2015" y="313"/>
                </a:cubicBezTo>
                <a:cubicBezTo>
                  <a:pt x="2015" y="313"/>
                  <a:pt x="2016" y="313"/>
                  <a:pt x="2016" y="313"/>
                </a:cubicBezTo>
                <a:cubicBezTo>
                  <a:pt x="2016" y="314"/>
                  <a:pt x="2016" y="314"/>
                  <a:pt x="2016" y="314"/>
                </a:cubicBezTo>
                <a:cubicBezTo>
                  <a:pt x="2017" y="314"/>
                  <a:pt x="2017" y="314"/>
                  <a:pt x="2017" y="314"/>
                </a:cubicBezTo>
                <a:cubicBezTo>
                  <a:pt x="2017" y="315"/>
                  <a:pt x="2018" y="315"/>
                  <a:pt x="2018" y="315"/>
                </a:cubicBezTo>
                <a:cubicBezTo>
                  <a:pt x="2019" y="315"/>
                  <a:pt x="2019" y="315"/>
                  <a:pt x="2019" y="315"/>
                </a:cubicBezTo>
                <a:cubicBezTo>
                  <a:pt x="2020" y="316"/>
                  <a:pt x="2021" y="316"/>
                  <a:pt x="2023" y="316"/>
                </a:cubicBezTo>
                <a:cubicBezTo>
                  <a:pt x="2023" y="316"/>
                  <a:pt x="2023" y="316"/>
                  <a:pt x="2023" y="316"/>
                </a:cubicBezTo>
                <a:cubicBezTo>
                  <a:pt x="2023" y="316"/>
                  <a:pt x="2023" y="316"/>
                  <a:pt x="2023" y="316"/>
                </a:cubicBezTo>
                <a:cubicBezTo>
                  <a:pt x="2023" y="316"/>
                  <a:pt x="2024" y="316"/>
                  <a:pt x="2024" y="316"/>
                </a:cubicBezTo>
                <a:cubicBezTo>
                  <a:pt x="2024" y="316"/>
                  <a:pt x="2024" y="316"/>
                  <a:pt x="2024" y="316"/>
                </a:cubicBezTo>
                <a:cubicBezTo>
                  <a:pt x="2024" y="316"/>
                  <a:pt x="2024" y="316"/>
                  <a:pt x="2025" y="316"/>
                </a:cubicBezTo>
                <a:cubicBezTo>
                  <a:pt x="2025" y="316"/>
                  <a:pt x="2025" y="316"/>
                  <a:pt x="2025" y="316"/>
                </a:cubicBezTo>
                <a:cubicBezTo>
                  <a:pt x="2025" y="316"/>
                  <a:pt x="2025" y="316"/>
                  <a:pt x="2025" y="316"/>
                </a:cubicBezTo>
                <a:cubicBezTo>
                  <a:pt x="2026" y="316"/>
                  <a:pt x="2026" y="316"/>
                  <a:pt x="2026" y="316"/>
                </a:cubicBezTo>
                <a:cubicBezTo>
                  <a:pt x="2026" y="316"/>
                  <a:pt x="2026" y="316"/>
                  <a:pt x="2027" y="316"/>
                </a:cubicBezTo>
                <a:cubicBezTo>
                  <a:pt x="2027" y="316"/>
                  <a:pt x="2027" y="316"/>
                  <a:pt x="2027" y="316"/>
                </a:cubicBezTo>
                <a:cubicBezTo>
                  <a:pt x="2028" y="316"/>
                  <a:pt x="2028" y="316"/>
                  <a:pt x="2028" y="316"/>
                </a:cubicBezTo>
                <a:cubicBezTo>
                  <a:pt x="2028" y="315"/>
                  <a:pt x="2029" y="315"/>
                  <a:pt x="2029" y="315"/>
                </a:cubicBezTo>
                <a:cubicBezTo>
                  <a:pt x="2030" y="315"/>
                  <a:pt x="2030" y="315"/>
                  <a:pt x="2030" y="315"/>
                </a:cubicBezTo>
                <a:cubicBezTo>
                  <a:pt x="2031" y="314"/>
                  <a:pt x="2031" y="313"/>
                  <a:pt x="2032" y="312"/>
                </a:cubicBezTo>
                <a:cubicBezTo>
                  <a:pt x="2032" y="312"/>
                  <a:pt x="2032" y="312"/>
                  <a:pt x="2031" y="311"/>
                </a:cubicBezTo>
                <a:cubicBezTo>
                  <a:pt x="2031" y="311"/>
                  <a:pt x="2031" y="311"/>
                  <a:pt x="2031" y="311"/>
                </a:cubicBezTo>
                <a:cubicBezTo>
                  <a:pt x="2031" y="311"/>
                  <a:pt x="2031" y="311"/>
                  <a:pt x="2031" y="311"/>
                </a:cubicBezTo>
                <a:cubicBezTo>
                  <a:pt x="2031" y="311"/>
                  <a:pt x="2031" y="310"/>
                  <a:pt x="2031" y="310"/>
                </a:cubicBezTo>
                <a:cubicBezTo>
                  <a:pt x="2030" y="310"/>
                  <a:pt x="2030" y="310"/>
                  <a:pt x="2030" y="310"/>
                </a:cubicBezTo>
                <a:lnTo>
                  <a:pt x="2028" y="309"/>
                </a:lnTo>
                <a:close/>
                <a:moveTo>
                  <a:pt x="1357" y="308"/>
                </a:moveTo>
                <a:cubicBezTo>
                  <a:pt x="1357" y="308"/>
                  <a:pt x="1356" y="308"/>
                  <a:pt x="1356" y="308"/>
                </a:cubicBezTo>
                <a:cubicBezTo>
                  <a:pt x="1356" y="308"/>
                  <a:pt x="1356" y="308"/>
                  <a:pt x="1356" y="308"/>
                </a:cubicBezTo>
                <a:cubicBezTo>
                  <a:pt x="1356" y="308"/>
                  <a:pt x="1356" y="308"/>
                  <a:pt x="1355" y="308"/>
                </a:cubicBezTo>
                <a:cubicBezTo>
                  <a:pt x="1355" y="308"/>
                  <a:pt x="1354" y="308"/>
                  <a:pt x="1353" y="308"/>
                </a:cubicBezTo>
                <a:cubicBezTo>
                  <a:pt x="1353" y="308"/>
                  <a:pt x="1352" y="308"/>
                  <a:pt x="1351" y="308"/>
                </a:cubicBezTo>
                <a:cubicBezTo>
                  <a:pt x="1351" y="308"/>
                  <a:pt x="1350" y="309"/>
                  <a:pt x="1350" y="309"/>
                </a:cubicBezTo>
                <a:cubicBezTo>
                  <a:pt x="1349" y="309"/>
                  <a:pt x="1349" y="309"/>
                  <a:pt x="1349" y="310"/>
                </a:cubicBezTo>
                <a:cubicBezTo>
                  <a:pt x="1348" y="310"/>
                  <a:pt x="1348" y="310"/>
                  <a:pt x="1348" y="310"/>
                </a:cubicBezTo>
                <a:cubicBezTo>
                  <a:pt x="1348" y="310"/>
                  <a:pt x="1348" y="310"/>
                  <a:pt x="1348" y="311"/>
                </a:cubicBezTo>
                <a:cubicBezTo>
                  <a:pt x="1347" y="311"/>
                  <a:pt x="1347" y="311"/>
                  <a:pt x="1347" y="311"/>
                </a:cubicBezTo>
                <a:cubicBezTo>
                  <a:pt x="1347" y="311"/>
                  <a:pt x="1347" y="312"/>
                  <a:pt x="1347" y="313"/>
                </a:cubicBezTo>
                <a:cubicBezTo>
                  <a:pt x="1347" y="313"/>
                  <a:pt x="1348" y="313"/>
                  <a:pt x="1348" y="313"/>
                </a:cubicBezTo>
                <a:cubicBezTo>
                  <a:pt x="1348" y="314"/>
                  <a:pt x="1348" y="314"/>
                  <a:pt x="1348" y="314"/>
                </a:cubicBezTo>
                <a:cubicBezTo>
                  <a:pt x="1348" y="314"/>
                  <a:pt x="1349" y="314"/>
                  <a:pt x="1349" y="314"/>
                </a:cubicBezTo>
                <a:cubicBezTo>
                  <a:pt x="1349" y="315"/>
                  <a:pt x="1349" y="315"/>
                  <a:pt x="1350" y="315"/>
                </a:cubicBezTo>
                <a:cubicBezTo>
                  <a:pt x="1351" y="315"/>
                  <a:pt x="1351" y="315"/>
                  <a:pt x="1351" y="315"/>
                </a:cubicBezTo>
                <a:cubicBezTo>
                  <a:pt x="1352" y="316"/>
                  <a:pt x="1353" y="316"/>
                  <a:pt x="1354" y="316"/>
                </a:cubicBezTo>
                <a:cubicBezTo>
                  <a:pt x="1354" y="316"/>
                  <a:pt x="1354" y="316"/>
                  <a:pt x="1354" y="316"/>
                </a:cubicBezTo>
                <a:cubicBezTo>
                  <a:pt x="1354" y="316"/>
                  <a:pt x="1355" y="316"/>
                  <a:pt x="1355" y="316"/>
                </a:cubicBezTo>
                <a:cubicBezTo>
                  <a:pt x="1355" y="316"/>
                  <a:pt x="1355" y="316"/>
                  <a:pt x="1355" y="316"/>
                </a:cubicBezTo>
                <a:cubicBezTo>
                  <a:pt x="1355" y="316"/>
                  <a:pt x="1355" y="316"/>
                  <a:pt x="1356" y="316"/>
                </a:cubicBezTo>
                <a:cubicBezTo>
                  <a:pt x="1356" y="316"/>
                  <a:pt x="1356" y="316"/>
                  <a:pt x="1356" y="316"/>
                </a:cubicBezTo>
                <a:cubicBezTo>
                  <a:pt x="1356" y="316"/>
                  <a:pt x="1356" y="316"/>
                  <a:pt x="1356" y="316"/>
                </a:cubicBezTo>
                <a:cubicBezTo>
                  <a:pt x="1357" y="316"/>
                  <a:pt x="1357" y="316"/>
                  <a:pt x="1357" y="316"/>
                </a:cubicBezTo>
                <a:cubicBezTo>
                  <a:pt x="1357" y="316"/>
                  <a:pt x="1357" y="316"/>
                  <a:pt x="1357" y="316"/>
                </a:cubicBezTo>
                <a:cubicBezTo>
                  <a:pt x="1358" y="316"/>
                  <a:pt x="1358" y="316"/>
                  <a:pt x="1358" y="316"/>
                </a:cubicBezTo>
                <a:cubicBezTo>
                  <a:pt x="1358" y="316"/>
                  <a:pt x="1359" y="316"/>
                  <a:pt x="1359" y="316"/>
                </a:cubicBezTo>
                <a:cubicBezTo>
                  <a:pt x="1359" y="316"/>
                  <a:pt x="1359" y="316"/>
                  <a:pt x="1360" y="316"/>
                </a:cubicBezTo>
                <a:cubicBezTo>
                  <a:pt x="1360" y="315"/>
                  <a:pt x="1360" y="315"/>
                  <a:pt x="1360" y="315"/>
                </a:cubicBezTo>
                <a:cubicBezTo>
                  <a:pt x="1362" y="315"/>
                  <a:pt x="1362" y="315"/>
                  <a:pt x="1362" y="315"/>
                </a:cubicBezTo>
                <a:cubicBezTo>
                  <a:pt x="1363" y="314"/>
                  <a:pt x="1364" y="313"/>
                  <a:pt x="1364" y="312"/>
                </a:cubicBezTo>
                <a:cubicBezTo>
                  <a:pt x="1364" y="312"/>
                  <a:pt x="1364" y="311"/>
                  <a:pt x="1364" y="311"/>
                </a:cubicBezTo>
                <a:cubicBezTo>
                  <a:pt x="1364" y="311"/>
                  <a:pt x="1364" y="311"/>
                  <a:pt x="1363" y="311"/>
                </a:cubicBezTo>
                <a:cubicBezTo>
                  <a:pt x="1363" y="310"/>
                  <a:pt x="1363" y="310"/>
                  <a:pt x="1363" y="310"/>
                </a:cubicBezTo>
                <a:cubicBezTo>
                  <a:pt x="1363" y="310"/>
                  <a:pt x="1363" y="310"/>
                  <a:pt x="1362" y="310"/>
                </a:cubicBezTo>
                <a:cubicBezTo>
                  <a:pt x="1361" y="309"/>
                  <a:pt x="1359" y="308"/>
                  <a:pt x="1357" y="308"/>
                </a:cubicBezTo>
                <a:cubicBezTo>
                  <a:pt x="1357" y="308"/>
                  <a:pt x="1357" y="308"/>
                  <a:pt x="1357" y="308"/>
                </a:cubicBezTo>
                <a:close/>
                <a:moveTo>
                  <a:pt x="1942" y="308"/>
                </a:moveTo>
                <a:cubicBezTo>
                  <a:pt x="1942" y="308"/>
                  <a:pt x="1942" y="308"/>
                  <a:pt x="1941" y="308"/>
                </a:cubicBezTo>
                <a:cubicBezTo>
                  <a:pt x="1941" y="308"/>
                  <a:pt x="1941" y="308"/>
                  <a:pt x="1941" y="308"/>
                </a:cubicBezTo>
                <a:cubicBezTo>
                  <a:pt x="1940" y="308"/>
                  <a:pt x="1940" y="308"/>
                  <a:pt x="1940" y="308"/>
                </a:cubicBezTo>
                <a:cubicBezTo>
                  <a:pt x="1939" y="308"/>
                  <a:pt x="1939" y="308"/>
                  <a:pt x="1939" y="308"/>
                </a:cubicBezTo>
                <a:cubicBezTo>
                  <a:pt x="1938" y="308"/>
                  <a:pt x="1938" y="308"/>
                  <a:pt x="1937" y="308"/>
                </a:cubicBezTo>
                <a:cubicBezTo>
                  <a:pt x="1936" y="308"/>
                  <a:pt x="1936" y="308"/>
                  <a:pt x="1935" y="308"/>
                </a:cubicBezTo>
                <a:cubicBezTo>
                  <a:pt x="1934" y="308"/>
                  <a:pt x="1934" y="309"/>
                  <a:pt x="1934" y="309"/>
                </a:cubicBezTo>
                <a:cubicBezTo>
                  <a:pt x="1933" y="309"/>
                  <a:pt x="1933" y="309"/>
                  <a:pt x="1932" y="310"/>
                </a:cubicBezTo>
                <a:cubicBezTo>
                  <a:pt x="1931" y="311"/>
                  <a:pt x="1931" y="311"/>
                  <a:pt x="1932" y="313"/>
                </a:cubicBezTo>
                <a:cubicBezTo>
                  <a:pt x="1932" y="314"/>
                  <a:pt x="1933" y="314"/>
                  <a:pt x="1934" y="315"/>
                </a:cubicBezTo>
                <a:cubicBezTo>
                  <a:pt x="1936" y="315"/>
                  <a:pt x="1936" y="315"/>
                  <a:pt x="1936" y="315"/>
                </a:cubicBezTo>
                <a:cubicBezTo>
                  <a:pt x="1937" y="316"/>
                  <a:pt x="1938" y="316"/>
                  <a:pt x="1939" y="316"/>
                </a:cubicBezTo>
                <a:cubicBezTo>
                  <a:pt x="1939" y="316"/>
                  <a:pt x="1939" y="316"/>
                  <a:pt x="1939" y="316"/>
                </a:cubicBezTo>
                <a:cubicBezTo>
                  <a:pt x="1939" y="316"/>
                  <a:pt x="1940" y="316"/>
                  <a:pt x="1940" y="316"/>
                </a:cubicBezTo>
                <a:cubicBezTo>
                  <a:pt x="1940" y="316"/>
                  <a:pt x="1940" y="316"/>
                  <a:pt x="1940" y="316"/>
                </a:cubicBezTo>
                <a:cubicBezTo>
                  <a:pt x="1940" y="316"/>
                  <a:pt x="1940" y="316"/>
                  <a:pt x="1941" y="316"/>
                </a:cubicBezTo>
                <a:cubicBezTo>
                  <a:pt x="1941" y="316"/>
                  <a:pt x="1941" y="316"/>
                  <a:pt x="1941" y="316"/>
                </a:cubicBezTo>
                <a:cubicBezTo>
                  <a:pt x="1941" y="316"/>
                  <a:pt x="1941" y="316"/>
                  <a:pt x="1941" y="316"/>
                </a:cubicBezTo>
                <a:cubicBezTo>
                  <a:pt x="1942" y="316"/>
                  <a:pt x="1942" y="316"/>
                  <a:pt x="1942" y="316"/>
                </a:cubicBezTo>
                <a:cubicBezTo>
                  <a:pt x="1942" y="316"/>
                  <a:pt x="1942" y="316"/>
                  <a:pt x="1942" y="316"/>
                </a:cubicBezTo>
                <a:cubicBezTo>
                  <a:pt x="1942" y="316"/>
                  <a:pt x="1943" y="316"/>
                  <a:pt x="1943" y="316"/>
                </a:cubicBezTo>
                <a:cubicBezTo>
                  <a:pt x="1943" y="316"/>
                  <a:pt x="1943" y="316"/>
                  <a:pt x="1943" y="316"/>
                </a:cubicBezTo>
                <a:cubicBezTo>
                  <a:pt x="1943" y="316"/>
                  <a:pt x="1943" y="316"/>
                  <a:pt x="1943" y="316"/>
                </a:cubicBezTo>
                <a:cubicBezTo>
                  <a:pt x="1944" y="316"/>
                  <a:pt x="1944" y="316"/>
                  <a:pt x="1944" y="316"/>
                </a:cubicBezTo>
                <a:cubicBezTo>
                  <a:pt x="1945" y="315"/>
                  <a:pt x="1945" y="315"/>
                  <a:pt x="1945" y="315"/>
                </a:cubicBezTo>
                <a:cubicBezTo>
                  <a:pt x="1946" y="315"/>
                  <a:pt x="1946" y="315"/>
                  <a:pt x="1946" y="315"/>
                </a:cubicBezTo>
                <a:cubicBezTo>
                  <a:pt x="1948" y="314"/>
                  <a:pt x="1948" y="313"/>
                  <a:pt x="1948" y="312"/>
                </a:cubicBezTo>
                <a:cubicBezTo>
                  <a:pt x="1948" y="312"/>
                  <a:pt x="1948" y="311"/>
                  <a:pt x="1948" y="311"/>
                </a:cubicBezTo>
                <a:cubicBezTo>
                  <a:pt x="1948" y="311"/>
                  <a:pt x="1948" y="311"/>
                  <a:pt x="1947" y="311"/>
                </a:cubicBezTo>
                <a:cubicBezTo>
                  <a:pt x="1947" y="310"/>
                  <a:pt x="1947" y="310"/>
                  <a:pt x="1947" y="310"/>
                </a:cubicBezTo>
                <a:cubicBezTo>
                  <a:pt x="1947" y="310"/>
                  <a:pt x="1946" y="310"/>
                  <a:pt x="1946" y="310"/>
                </a:cubicBezTo>
                <a:cubicBezTo>
                  <a:pt x="1946" y="309"/>
                  <a:pt x="1946" y="309"/>
                  <a:pt x="1945" y="309"/>
                </a:cubicBezTo>
                <a:cubicBezTo>
                  <a:pt x="1945" y="309"/>
                  <a:pt x="1945" y="309"/>
                  <a:pt x="1944" y="309"/>
                </a:cubicBezTo>
                <a:cubicBezTo>
                  <a:pt x="1944" y="309"/>
                  <a:pt x="1944" y="308"/>
                  <a:pt x="1943" y="308"/>
                </a:cubicBezTo>
                <a:cubicBezTo>
                  <a:pt x="1943" y="308"/>
                  <a:pt x="1943" y="308"/>
                  <a:pt x="1942" y="308"/>
                </a:cubicBezTo>
                <a:cubicBezTo>
                  <a:pt x="1942" y="308"/>
                  <a:pt x="1943" y="308"/>
                  <a:pt x="1942" y="308"/>
                </a:cubicBezTo>
                <a:close/>
                <a:moveTo>
                  <a:pt x="1776" y="308"/>
                </a:moveTo>
                <a:cubicBezTo>
                  <a:pt x="1774" y="308"/>
                  <a:pt x="1773" y="308"/>
                  <a:pt x="1772" y="308"/>
                </a:cubicBezTo>
                <a:cubicBezTo>
                  <a:pt x="1772" y="308"/>
                  <a:pt x="1772" y="308"/>
                  <a:pt x="1771" y="308"/>
                </a:cubicBezTo>
                <a:cubicBezTo>
                  <a:pt x="1771" y="308"/>
                  <a:pt x="1771" y="308"/>
                  <a:pt x="1771" y="308"/>
                </a:cubicBezTo>
                <a:cubicBezTo>
                  <a:pt x="1770" y="308"/>
                  <a:pt x="1770" y="308"/>
                  <a:pt x="1770" y="308"/>
                </a:cubicBezTo>
                <a:cubicBezTo>
                  <a:pt x="1769" y="308"/>
                  <a:pt x="1769" y="308"/>
                  <a:pt x="1769" y="308"/>
                </a:cubicBezTo>
                <a:cubicBezTo>
                  <a:pt x="1769" y="308"/>
                  <a:pt x="1768" y="308"/>
                  <a:pt x="1768" y="308"/>
                </a:cubicBezTo>
                <a:cubicBezTo>
                  <a:pt x="1768" y="308"/>
                  <a:pt x="1767" y="309"/>
                  <a:pt x="1767" y="309"/>
                </a:cubicBezTo>
                <a:cubicBezTo>
                  <a:pt x="1767" y="309"/>
                  <a:pt x="1766" y="309"/>
                  <a:pt x="1766" y="309"/>
                </a:cubicBezTo>
                <a:cubicBezTo>
                  <a:pt x="1766" y="309"/>
                  <a:pt x="1766" y="309"/>
                  <a:pt x="1766" y="310"/>
                </a:cubicBezTo>
                <a:cubicBezTo>
                  <a:pt x="1765" y="310"/>
                  <a:pt x="1765" y="310"/>
                  <a:pt x="1765" y="310"/>
                </a:cubicBezTo>
                <a:cubicBezTo>
                  <a:pt x="1765" y="310"/>
                  <a:pt x="1765" y="310"/>
                  <a:pt x="1765" y="311"/>
                </a:cubicBezTo>
                <a:cubicBezTo>
                  <a:pt x="1765" y="311"/>
                  <a:pt x="1765" y="311"/>
                  <a:pt x="1764" y="311"/>
                </a:cubicBezTo>
                <a:cubicBezTo>
                  <a:pt x="1764" y="311"/>
                  <a:pt x="1764" y="312"/>
                  <a:pt x="1765" y="313"/>
                </a:cubicBezTo>
                <a:cubicBezTo>
                  <a:pt x="1765" y="313"/>
                  <a:pt x="1765" y="313"/>
                  <a:pt x="1765" y="313"/>
                </a:cubicBezTo>
                <a:cubicBezTo>
                  <a:pt x="1765" y="314"/>
                  <a:pt x="1766" y="314"/>
                  <a:pt x="1766" y="314"/>
                </a:cubicBezTo>
                <a:cubicBezTo>
                  <a:pt x="1766" y="314"/>
                  <a:pt x="1766" y="314"/>
                  <a:pt x="1767" y="314"/>
                </a:cubicBezTo>
                <a:cubicBezTo>
                  <a:pt x="1767" y="315"/>
                  <a:pt x="1767" y="315"/>
                  <a:pt x="1767" y="315"/>
                </a:cubicBezTo>
                <a:cubicBezTo>
                  <a:pt x="1769" y="315"/>
                  <a:pt x="1769" y="315"/>
                  <a:pt x="1769" y="315"/>
                </a:cubicBezTo>
                <a:cubicBezTo>
                  <a:pt x="1770" y="316"/>
                  <a:pt x="1770" y="316"/>
                  <a:pt x="1770" y="316"/>
                </a:cubicBezTo>
                <a:cubicBezTo>
                  <a:pt x="1771" y="316"/>
                  <a:pt x="1771" y="316"/>
                  <a:pt x="1772" y="316"/>
                </a:cubicBezTo>
                <a:cubicBezTo>
                  <a:pt x="1772" y="316"/>
                  <a:pt x="1772" y="316"/>
                  <a:pt x="1772" y="316"/>
                </a:cubicBezTo>
                <a:cubicBezTo>
                  <a:pt x="1772" y="316"/>
                  <a:pt x="1772" y="316"/>
                  <a:pt x="1773" y="316"/>
                </a:cubicBezTo>
                <a:cubicBezTo>
                  <a:pt x="1773" y="316"/>
                  <a:pt x="1773" y="316"/>
                  <a:pt x="1773" y="316"/>
                </a:cubicBezTo>
                <a:cubicBezTo>
                  <a:pt x="1773" y="316"/>
                  <a:pt x="1773" y="316"/>
                  <a:pt x="1773" y="316"/>
                </a:cubicBezTo>
                <a:cubicBezTo>
                  <a:pt x="1774" y="316"/>
                  <a:pt x="1774" y="316"/>
                  <a:pt x="1774" y="316"/>
                </a:cubicBezTo>
                <a:cubicBezTo>
                  <a:pt x="1774" y="316"/>
                  <a:pt x="1774" y="316"/>
                  <a:pt x="1774" y="316"/>
                </a:cubicBezTo>
                <a:cubicBezTo>
                  <a:pt x="1774" y="316"/>
                  <a:pt x="1775" y="316"/>
                  <a:pt x="1775" y="316"/>
                </a:cubicBezTo>
                <a:cubicBezTo>
                  <a:pt x="1775" y="316"/>
                  <a:pt x="1775" y="316"/>
                  <a:pt x="1775" y="316"/>
                </a:cubicBezTo>
                <a:cubicBezTo>
                  <a:pt x="1775" y="316"/>
                  <a:pt x="1775" y="316"/>
                  <a:pt x="1776" y="316"/>
                </a:cubicBezTo>
                <a:cubicBezTo>
                  <a:pt x="1776" y="316"/>
                  <a:pt x="1776" y="316"/>
                  <a:pt x="1776" y="316"/>
                </a:cubicBezTo>
                <a:cubicBezTo>
                  <a:pt x="1776" y="316"/>
                  <a:pt x="1776" y="316"/>
                  <a:pt x="1776" y="316"/>
                </a:cubicBezTo>
                <a:cubicBezTo>
                  <a:pt x="1776" y="316"/>
                  <a:pt x="1777" y="316"/>
                  <a:pt x="1777" y="316"/>
                </a:cubicBezTo>
                <a:cubicBezTo>
                  <a:pt x="1778" y="315"/>
                  <a:pt x="1778" y="315"/>
                  <a:pt x="1778" y="315"/>
                </a:cubicBezTo>
                <a:cubicBezTo>
                  <a:pt x="1779" y="315"/>
                  <a:pt x="1779" y="315"/>
                  <a:pt x="1779" y="315"/>
                </a:cubicBezTo>
                <a:cubicBezTo>
                  <a:pt x="1781" y="314"/>
                  <a:pt x="1781" y="313"/>
                  <a:pt x="1781" y="312"/>
                </a:cubicBezTo>
                <a:cubicBezTo>
                  <a:pt x="1781" y="312"/>
                  <a:pt x="1781" y="311"/>
                  <a:pt x="1781" y="311"/>
                </a:cubicBezTo>
                <a:cubicBezTo>
                  <a:pt x="1781" y="311"/>
                  <a:pt x="1781" y="311"/>
                  <a:pt x="1781" y="311"/>
                </a:cubicBezTo>
                <a:cubicBezTo>
                  <a:pt x="1780" y="310"/>
                  <a:pt x="1780" y="310"/>
                  <a:pt x="1780" y="310"/>
                </a:cubicBezTo>
                <a:cubicBezTo>
                  <a:pt x="1780" y="310"/>
                  <a:pt x="1780" y="310"/>
                  <a:pt x="1779" y="310"/>
                </a:cubicBezTo>
                <a:cubicBezTo>
                  <a:pt x="1779" y="309"/>
                  <a:pt x="1779" y="309"/>
                  <a:pt x="1779" y="309"/>
                </a:cubicBezTo>
                <a:cubicBezTo>
                  <a:pt x="1778" y="309"/>
                  <a:pt x="1778" y="309"/>
                  <a:pt x="1778" y="309"/>
                </a:cubicBezTo>
                <a:cubicBezTo>
                  <a:pt x="1777" y="309"/>
                  <a:pt x="1777" y="308"/>
                  <a:pt x="1777" y="308"/>
                </a:cubicBezTo>
                <a:cubicBezTo>
                  <a:pt x="1776" y="308"/>
                  <a:pt x="1776" y="308"/>
                  <a:pt x="1776" y="308"/>
                </a:cubicBezTo>
                <a:cubicBezTo>
                  <a:pt x="1775" y="308"/>
                  <a:pt x="1776" y="308"/>
                  <a:pt x="1776" y="308"/>
                </a:cubicBezTo>
                <a:close/>
                <a:moveTo>
                  <a:pt x="1692" y="308"/>
                </a:moveTo>
                <a:cubicBezTo>
                  <a:pt x="1692" y="308"/>
                  <a:pt x="1692" y="308"/>
                  <a:pt x="1691" y="308"/>
                </a:cubicBezTo>
                <a:cubicBezTo>
                  <a:pt x="1691" y="308"/>
                  <a:pt x="1691" y="308"/>
                  <a:pt x="1691" y="308"/>
                </a:cubicBezTo>
                <a:cubicBezTo>
                  <a:pt x="1690" y="308"/>
                  <a:pt x="1690" y="308"/>
                  <a:pt x="1690" y="308"/>
                </a:cubicBezTo>
                <a:cubicBezTo>
                  <a:pt x="1689" y="308"/>
                  <a:pt x="1689" y="308"/>
                  <a:pt x="1689" y="308"/>
                </a:cubicBezTo>
                <a:cubicBezTo>
                  <a:pt x="1688" y="308"/>
                  <a:pt x="1687" y="308"/>
                  <a:pt x="1687" y="308"/>
                </a:cubicBezTo>
                <a:cubicBezTo>
                  <a:pt x="1686" y="308"/>
                  <a:pt x="1685" y="308"/>
                  <a:pt x="1685" y="308"/>
                </a:cubicBezTo>
                <a:cubicBezTo>
                  <a:pt x="1684" y="308"/>
                  <a:pt x="1684" y="309"/>
                  <a:pt x="1683" y="309"/>
                </a:cubicBezTo>
                <a:cubicBezTo>
                  <a:pt x="1683" y="309"/>
                  <a:pt x="1683" y="309"/>
                  <a:pt x="1682" y="310"/>
                </a:cubicBezTo>
                <a:cubicBezTo>
                  <a:pt x="1681" y="310"/>
                  <a:pt x="1681" y="311"/>
                  <a:pt x="1681" y="313"/>
                </a:cubicBezTo>
                <a:cubicBezTo>
                  <a:pt x="1681" y="313"/>
                  <a:pt x="1682" y="313"/>
                  <a:pt x="1682" y="313"/>
                </a:cubicBezTo>
                <a:cubicBezTo>
                  <a:pt x="1682" y="314"/>
                  <a:pt x="1682" y="314"/>
                  <a:pt x="1682" y="314"/>
                </a:cubicBezTo>
                <a:cubicBezTo>
                  <a:pt x="1683" y="314"/>
                  <a:pt x="1683" y="314"/>
                  <a:pt x="1683" y="314"/>
                </a:cubicBezTo>
                <a:cubicBezTo>
                  <a:pt x="1683" y="315"/>
                  <a:pt x="1684" y="315"/>
                  <a:pt x="1684" y="315"/>
                </a:cubicBezTo>
                <a:cubicBezTo>
                  <a:pt x="1685" y="315"/>
                  <a:pt x="1685" y="315"/>
                  <a:pt x="1685" y="315"/>
                </a:cubicBezTo>
                <a:cubicBezTo>
                  <a:pt x="1686" y="316"/>
                  <a:pt x="1687" y="316"/>
                  <a:pt x="1688" y="316"/>
                </a:cubicBezTo>
                <a:cubicBezTo>
                  <a:pt x="1688" y="316"/>
                  <a:pt x="1688" y="316"/>
                  <a:pt x="1689" y="316"/>
                </a:cubicBezTo>
                <a:cubicBezTo>
                  <a:pt x="1689" y="316"/>
                  <a:pt x="1689" y="316"/>
                  <a:pt x="1689" y="316"/>
                </a:cubicBezTo>
                <a:cubicBezTo>
                  <a:pt x="1689" y="316"/>
                  <a:pt x="1689" y="316"/>
                  <a:pt x="1689" y="316"/>
                </a:cubicBezTo>
                <a:cubicBezTo>
                  <a:pt x="1690" y="316"/>
                  <a:pt x="1690" y="316"/>
                  <a:pt x="1690" y="316"/>
                </a:cubicBezTo>
                <a:cubicBezTo>
                  <a:pt x="1690" y="316"/>
                  <a:pt x="1690" y="316"/>
                  <a:pt x="1690" y="316"/>
                </a:cubicBezTo>
                <a:cubicBezTo>
                  <a:pt x="1690" y="316"/>
                  <a:pt x="1691" y="316"/>
                  <a:pt x="1691" y="316"/>
                </a:cubicBezTo>
                <a:cubicBezTo>
                  <a:pt x="1691" y="316"/>
                  <a:pt x="1691" y="316"/>
                  <a:pt x="1691" y="316"/>
                </a:cubicBezTo>
                <a:cubicBezTo>
                  <a:pt x="1691" y="316"/>
                  <a:pt x="1691" y="316"/>
                  <a:pt x="1692" y="316"/>
                </a:cubicBezTo>
                <a:cubicBezTo>
                  <a:pt x="1692" y="316"/>
                  <a:pt x="1692" y="316"/>
                  <a:pt x="1692" y="316"/>
                </a:cubicBezTo>
                <a:cubicBezTo>
                  <a:pt x="1692" y="316"/>
                  <a:pt x="1692" y="316"/>
                  <a:pt x="1692" y="316"/>
                </a:cubicBezTo>
                <a:cubicBezTo>
                  <a:pt x="1692" y="316"/>
                  <a:pt x="1693" y="316"/>
                  <a:pt x="1693" y="316"/>
                </a:cubicBezTo>
                <a:cubicBezTo>
                  <a:pt x="1693" y="316"/>
                  <a:pt x="1693" y="316"/>
                  <a:pt x="1693" y="316"/>
                </a:cubicBezTo>
                <a:cubicBezTo>
                  <a:pt x="1694" y="315"/>
                  <a:pt x="1694" y="315"/>
                  <a:pt x="1694" y="315"/>
                </a:cubicBezTo>
                <a:cubicBezTo>
                  <a:pt x="1696" y="315"/>
                  <a:pt x="1696" y="315"/>
                  <a:pt x="1696" y="315"/>
                </a:cubicBezTo>
                <a:cubicBezTo>
                  <a:pt x="1697" y="314"/>
                  <a:pt x="1698" y="313"/>
                  <a:pt x="1698" y="312"/>
                </a:cubicBezTo>
                <a:cubicBezTo>
                  <a:pt x="1698" y="312"/>
                  <a:pt x="1698" y="311"/>
                  <a:pt x="1698" y="311"/>
                </a:cubicBezTo>
                <a:cubicBezTo>
                  <a:pt x="1697" y="311"/>
                  <a:pt x="1697" y="311"/>
                  <a:pt x="1697" y="311"/>
                </a:cubicBezTo>
                <a:cubicBezTo>
                  <a:pt x="1697" y="310"/>
                  <a:pt x="1697" y="310"/>
                  <a:pt x="1697" y="310"/>
                </a:cubicBezTo>
                <a:cubicBezTo>
                  <a:pt x="1696" y="310"/>
                  <a:pt x="1696" y="310"/>
                  <a:pt x="1696" y="310"/>
                </a:cubicBezTo>
                <a:cubicBezTo>
                  <a:pt x="1695" y="309"/>
                  <a:pt x="1695" y="309"/>
                  <a:pt x="1695" y="309"/>
                </a:cubicBezTo>
                <a:cubicBezTo>
                  <a:pt x="1694" y="309"/>
                  <a:pt x="1693" y="308"/>
                  <a:pt x="1692" y="308"/>
                </a:cubicBezTo>
                <a:close/>
                <a:moveTo>
                  <a:pt x="2062" y="308"/>
                </a:moveTo>
                <a:cubicBezTo>
                  <a:pt x="2061" y="308"/>
                  <a:pt x="2061" y="308"/>
                  <a:pt x="2060" y="308"/>
                </a:cubicBezTo>
                <a:cubicBezTo>
                  <a:pt x="2060" y="308"/>
                  <a:pt x="2059" y="309"/>
                  <a:pt x="2059" y="309"/>
                </a:cubicBezTo>
                <a:cubicBezTo>
                  <a:pt x="2058" y="309"/>
                  <a:pt x="2058" y="309"/>
                  <a:pt x="2058" y="310"/>
                </a:cubicBezTo>
                <a:cubicBezTo>
                  <a:pt x="2056" y="311"/>
                  <a:pt x="2056" y="312"/>
                  <a:pt x="2057" y="313"/>
                </a:cubicBezTo>
                <a:cubicBezTo>
                  <a:pt x="2058" y="314"/>
                  <a:pt x="2059" y="314"/>
                  <a:pt x="2060" y="315"/>
                </a:cubicBezTo>
                <a:cubicBezTo>
                  <a:pt x="2061" y="315"/>
                  <a:pt x="2061" y="315"/>
                  <a:pt x="2061" y="315"/>
                </a:cubicBezTo>
                <a:cubicBezTo>
                  <a:pt x="2062" y="316"/>
                  <a:pt x="2063" y="316"/>
                  <a:pt x="2064" y="316"/>
                </a:cubicBezTo>
                <a:cubicBezTo>
                  <a:pt x="2064" y="316"/>
                  <a:pt x="2065" y="316"/>
                  <a:pt x="2065" y="316"/>
                </a:cubicBezTo>
                <a:cubicBezTo>
                  <a:pt x="2065" y="316"/>
                  <a:pt x="2065" y="316"/>
                  <a:pt x="2065" y="316"/>
                </a:cubicBezTo>
                <a:cubicBezTo>
                  <a:pt x="2065" y="316"/>
                  <a:pt x="2065" y="316"/>
                  <a:pt x="2066" y="316"/>
                </a:cubicBezTo>
                <a:cubicBezTo>
                  <a:pt x="2066" y="316"/>
                  <a:pt x="2066" y="316"/>
                  <a:pt x="2066" y="316"/>
                </a:cubicBezTo>
                <a:cubicBezTo>
                  <a:pt x="2066" y="316"/>
                  <a:pt x="2066" y="316"/>
                  <a:pt x="2066" y="316"/>
                </a:cubicBezTo>
                <a:cubicBezTo>
                  <a:pt x="2067" y="316"/>
                  <a:pt x="2067" y="316"/>
                  <a:pt x="2067" y="316"/>
                </a:cubicBezTo>
                <a:cubicBezTo>
                  <a:pt x="2067" y="316"/>
                  <a:pt x="2067" y="316"/>
                  <a:pt x="2067" y="316"/>
                </a:cubicBezTo>
                <a:cubicBezTo>
                  <a:pt x="2067" y="316"/>
                  <a:pt x="2068" y="316"/>
                  <a:pt x="2068" y="316"/>
                </a:cubicBezTo>
                <a:cubicBezTo>
                  <a:pt x="2068" y="316"/>
                  <a:pt x="2068" y="316"/>
                  <a:pt x="2068" y="316"/>
                </a:cubicBezTo>
                <a:cubicBezTo>
                  <a:pt x="2069" y="316"/>
                  <a:pt x="2069" y="316"/>
                  <a:pt x="2069" y="316"/>
                </a:cubicBezTo>
                <a:cubicBezTo>
                  <a:pt x="2069" y="316"/>
                  <a:pt x="2070" y="316"/>
                  <a:pt x="2070" y="316"/>
                </a:cubicBezTo>
                <a:cubicBezTo>
                  <a:pt x="2070" y="315"/>
                  <a:pt x="2070" y="315"/>
                  <a:pt x="2070" y="315"/>
                </a:cubicBezTo>
                <a:cubicBezTo>
                  <a:pt x="2072" y="315"/>
                  <a:pt x="2072" y="315"/>
                  <a:pt x="2072" y="315"/>
                </a:cubicBezTo>
                <a:cubicBezTo>
                  <a:pt x="2073" y="314"/>
                  <a:pt x="2073" y="313"/>
                  <a:pt x="2073" y="312"/>
                </a:cubicBezTo>
                <a:cubicBezTo>
                  <a:pt x="2073" y="312"/>
                  <a:pt x="2073" y="311"/>
                  <a:pt x="2073" y="311"/>
                </a:cubicBezTo>
                <a:cubicBezTo>
                  <a:pt x="2073" y="311"/>
                  <a:pt x="2073" y="311"/>
                  <a:pt x="2073" y="311"/>
                </a:cubicBezTo>
                <a:cubicBezTo>
                  <a:pt x="2072" y="310"/>
                  <a:pt x="2072" y="310"/>
                  <a:pt x="2072" y="310"/>
                </a:cubicBezTo>
                <a:cubicBezTo>
                  <a:pt x="2072" y="310"/>
                  <a:pt x="2072" y="310"/>
                  <a:pt x="2071" y="310"/>
                </a:cubicBezTo>
                <a:cubicBezTo>
                  <a:pt x="2071" y="309"/>
                  <a:pt x="2070" y="309"/>
                  <a:pt x="2070" y="309"/>
                </a:cubicBezTo>
                <a:cubicBezTo>
                  <a:pt x="2069" y="309"/>
                  <a:pt x="2069" y="308"/>
                  <a:pt x="2068" y="308"/>
                </a:cubicBezTo>
                <a:cubicBezTo>
                  <a:pt x="2067" y="308"/>
                  <a:pt x="2067" y="308"/>
                  <a:pt x="2066" y="308"/>
                </a:cubicBezTo>
                <a:cubicBezTo>
                  <a:pt x="2065" y="308"/>
                  <a:pt x="2065" y="308"/>
                  <a:pt x="2064" y="308"/>
                </a:cubicBezTo>
                <a:cubicBezTo>
                  <a:pt x="2063" y="308"/>
                  <a:pt x="2063" y="308"/>
                  <a:pt x="2062" y="308"/>
                </a:cubicBezTo>
                <a:close/>
                <a:moveTo>
                  <a:pt x="1979" y="308"/>
                </a:moveTo>
                <a:cubicBezTo>
                  <a:pt x="1978" y="308"/>
                  <a:pt x="1977" y="308"/>
                  <a:pt x="1977" y="308"/>
                </a:cubicBezTo>
                <a:cubicBezTo>
                  <a:pt x="1976" y="308"/>
                  <a:pt x="1976" y="309"/>
                  <a:pt x="1975" y="309"/>
                </a:cubicBezTo>
                <a:cubicBezTo>
                  <a:pt x="1975" y="309"/>
                  <a:pt x="1974" y="309"/>
                  <a:pt x="1974" y="310"/>
                </a:cubicBezTo>
                <a:cubicBezTo>
                  <a:pt x="1973" y="311"/>
                  <a:pt x="1973" y="312"/>
                  <a:pt x="1974" y="313"/>
                </a:cubicBezTo>
                <a:cubicBezTo>
                  <a:pt x="1974" y="313"/>
                  <a:pt x="1974" y="313"/>
                  <a:pt x="1974" y="313"/>
                </a:cubicBezTo>
                <a:cubicBezTo>
                  <a:pt x="1974" y="314"/>
                  <a:pt x="1974" y="314"/>
                  <a:pt x="1975" y="314"/>
                </a:cubicBezTo>
                <a:cubicBezTo>
                  <a:pt x="1975" y="314"/>
                  <a:pt x="1975" y="314"/>
                  <a:pt x="1975" y="314"/>
                </a:cubicBezTo>
                <a:cubicBezTo>
                  <a:pt x="1976" y="315"/>
                  <a:pt x="1976" y="315"/>
                  <a:pt x="1976" y="315"/>
                </a:cubicBezTo>
                <a:cubicBezTo>
                  <a:pt x="1978" y="315"/>
                  <a:pt x="1978" y="315"/>
                  <a:pt x="1978" y="315"/>
                </a:cubicBezTo>
                <a:cubicBezTo>
                  <a:pt x="1979" y="316"/>
                  <a:pt x="1980" y="316"/>
                  <a:pt x="1981" y="316"/>
                </a:cubicBezTo>
                <a:cubicBezTo>
                  <a:pt x="1981" y="316"/>
                  <a:pt x="1981" y="316"/>
                  <a:pt x="1981" y="316"/>
                </a:cubicBezTo>
                <a:cubicBezTo>
                  <a:pt x="1981" y="316"/>
                  <a:pt x="1981" y="316"/>
                  <a:pt x="1982" y="316"/>
                </a:cubicBezTo>
                <a:cubicBezTo>
                  <a:pt x="1982" y="316"/>
                  <a:pt x="1982" y="316"/>
                  <a:pt x="1982" y="316"/>
                </a:cubicBezTo>
                <a:cubicBezTo>
                  <a:pt x="1982" y="316"/>
                  <a:pt x="1982" y="316"/>
                  <a:pt x="1982" y="316"/>
                </a:cubicBezTo>
                <a:cubicBezTo>
                  <a:pt x="1983" y="316"/>
                  <a:pt x="1983" y="316"/>
                  <a:pt x="1983" y="316"/>
                </a:cubicBezTo>
                <a:cubicBezTo>
                  <a:pt x="1983" y="316"/>
                  <a:pt x="1983" y="316"/>
                  <a:pt x="1983" y="316"/>
                </a:cubicBezTo>
                <a:cubicBezTo>
                  <a:pt x="1983" y="316"/>
                  <a:pt x="1984" y="316"/>
                  <a:pt x="1984" y="316"/>
                </a:cubicBezTo>
                <a:cubicBezTo>
                  <a:pt x="1984" y="316"/>
                  <a:pt x="1984" y="316"/>
                  <a:pt x="1984" y="316"/>
                </a:cubicBezTo>
                <a:cubicBezTo>
                  <a:pt x="1984" y="316"/>
                  <a:pt x="1985" y="316"/>
                  <a:pt x="1985" y="316"/>
                </a:cubicBezTo>
                <a:cubicBezTo>
                  <a:pt x="1985" y="316"/>
                  <a:pt x="1985" y="316"/>
                  <a:pt x="1986" y="316"/>
                </a:cubicBezTo>
                <a:cubicBezTo>
                  <a:pt x="1986" y="316"/>
                  <a:pt x="1986" y="316"/>
                  <a:pt x="1986" y="316"/>
                </a:cubicBezTo>
                <a:cubicBezTo>
                  <a:pt x="1986" y="315"/>
                  <a:pt x="1987" y="315"/>
                  <a:pt x="1987" y="315"/>
                </a:cubicBezTo>
                <a:cubicBezTo>
                  <a:pt x="1988" y="315"/>
                  <a:pt x="1988" y="315"/>
                  <a:pt x="1988" y="315"/>
                </a:cubicBezTo>
                <a:cubicBezTo>
                  <a:pt x="1989" y="314"/>
                  <a:pt x="1990" y="313"/>
                  <a:pt x="1990" y="312"/>
                </a:cubicBezTo>
                <a:cubicBezTo>
                  <a:pt x="1990" y="312"/>
                  <a:pt x="1990" y="311"/>
                  <a:pt x="1990" y="311"/>
                </a:cubicBezTo>
                <a:cubicBezTo>
                  <a:pt x="1989" y="311"/>
                  <a:pt x="1989" y="311"/>
                  <a:pt x="1989" y="311"/>
                </a:cubicBezTo>
                <a:cubicBezTo>
                  <a:pt x="1989" y="310"/>
                  <a:pt x="1989" y="310"/>
                  <a:pt x="1989" y="310"/>
                </a:cubicBezTo>
                <a:cubicBezTo>
                  <a:pt x="1988" y="310"/>
                  <a:pt x="1988" y="310"/>
                  <a:pt x="1988" y="310"/>
                </a:cubicBezTo>
                <a:cubicBezTo>
                  <a:pt x="1986" y="308"/>
                  <a:pt x="1983" y="308"/>
                  <a:pt x="1981" y="308"/>
                </a:cubicBezTo>
                <a:cubicBezTo>
                  <a:pt x="1980" y="308"/>
                  <a:pt x="1979" y="308"/>
                  <a:pt x="1979" y="308"/>
                </a:cubicBezTo>
                <a:close/>
                <a:moveTo>
                  <a:pt x="1109" y="308"/>
                </a:moveTo>
                <a:cubicBezTo>
                  <a:pt x="1108" y="308"/>
                  <a:pt x="1108" y="308"/>
                  <a:pt x="1108" y="308"/>
                </a:cubicBezTo>
                <a:cubicBezTo>
                  <a:pt x="1108" y="308"/>
                  <a:pt x="1107" y="308"/>
                  <a:pt x="1107" y="308"/>
                </a:cubicBezTo>
                <a:cubicBezTo>
                  <a:pt x="1107" y="308"/>
                  <a:pt x="1106" y="308"/>
                  <a:pt x="1106" y="308"/>
                </a:cubicBezTo>
                <a:cubicBezTo>
                  <a:pt x="1106" y="308"/>
                  <a:pt x="1106" y="308"/>
                  <a:pt x="1105" y="308"/>
                </a:cubicBezTo>
                <a:cubicBezTo>
                  <a:pt x="1105" y="308"/>
                  <a:pt x="1104" y="308"/>
                  <a:pt x="1103" y="308"/>
                </a:cubicBezTo>
                <a:cubicBezTo>
                  <a:pt x="1103" y="308"/>
                  <a:pt x="1102" y="308"/>
                  <a:pt x="1101" y="308"/>
                </a:cubicBezTo>
                <a:cubicBezTo>
                  <a:pt x="1101" y="308"/>
                  <a:pt x="1100" y="309"/>
                  <a:pt x="1100" y="309"/>
                </a:cubicBezTo>
                <a:cubicBezTo>
                  <a:pt x="1099" y="309"/>
                  <a:pt x="1099" y="309"/>
                  <a:pt x="1098" y="310"/>
                </a:cubicBezTo>
                <a:cubicBezTo>
                  <a:pt x="1097" y="310"/>
                  <a:pt x="1097" y="311"/>
                  <a:pt x="1097" y="313"/>
                </a:cubicBezTo>
                <a:cubicBezTo>
                  <a:pt x="1097" y="314"/>
                  <a:pt x="1098" y="314"/>
                  <a:pt x="1099" y="315"/>
                </a:cubicBezTo>
                <a:cubicBezTo>
                  <a:pt x="1100" y="315"/>
                  <a:pt x="1100" y="315"/>
                  <a:pt x="1100" y="315"/>
                </a:cubicBezTo>
                <a:cubicBezTo>
                  <a:pt x="1101" y="316"/>
                  <a:pt x="1102" y="316"/>
                  <a:pt x="1103" y="316"/>
                </a:cubicBezTo>
                <a:cubicBezTo>
                  <a:pt x="1103" y="316"/>
                  <a:pt x="1104" y="316"/>
                  <a:pt x="1104" y="316"/>
                </a:cubicBezTo>
                <a:cubicBezTo>
                  <a:pt x="1104" y="316"/>
                  <a:pt x="1104" y="316"/>
                  <a:pt x="1104" y="316"/>
                </a:cubicBezTo>
                <a:cubicBezTo>
                  <a:pt x="1104" y="316"/>
                  <a:pt x="1104" y="316"/>
                  <a:pt x="1104" y="316"/>
                </a:cubicBezTo>
                <a:cubicBezTo>
                  <a:pt x="1105" y="316"/>
                  <a:pt x="1105" y="316"/>
                  <a:pt x="1105" y="316"/>
                </a:cubicBezTo>
                <a:cubicBezTo>
                  <a:pt x="1105" y="316"/>
                  <a:pt x="1105" y="316"/>
                  <a:pt x="1105" y="316"/>
                </a:cubicBezTo>
                <a:cubicBezTo>
                  <a:pt x="1105" y="316"/>
                  <a:pt x="1106" y="316"/>
                  <a:pt x="1106" y="316"/>
                </a:cubicBezTo>
                <a:cubicBezTo>
                  <a:pt x="1106" y="316"/>
                  <a:pt x="1106" y="316"/>
                  <a:pt x="1106" y="316"/>
                </a:cubicBezTo>
                <a:cubicBezTo>
                  <a:pt x="1106" y="316"/>
                  <a:pt x="1106" y="316"/>
                  <a:pt x="1107" y="316"/>
                </a:cubicBezTo>
                <a:cubicBezTo>
                  <a:pt x="1107" y="316"/>
                  <a:pt x="1107" y="316"/>
                  <a:pt x="1107" y="316"/>
                </a:cubicBezTo>
                <a:cubicBezTo>
                  <a:pt x="1107" y="316"/>
                  <a:pt x="1107" y="316"/>
                  <a:pt x="1107" y="316"/>
                </a:cubicBezTo>
                <a:cubicBezTo>
                  <a:pt x="1108" y="316"/>
                  <a:pt x="1108" y="316"/>
                  <a:pt x="1108" y="316"/>
                </a:cubicBezTo>
                <a:cubicBezTo>
                  <a:pt x="1108" y="316"/>
                  <a:pt x="1108" y="316"/>
                  <a:pt x="1108" y="316"/>
                </a:cubicBezTo>
                <a:cubicBezTo>
                  <a:pt x="1110" y="315"/>
                  <a:pt x="1110" y="315"/>
                  <a:pt x="1110" y="315"/>
                </a:cubicBezTo>
                <a:cubicBezTo>
                  <a:pt x="1111" y="315"/>
                  <a:pt x="1111" y="315"/>
                  <a:pt x="1111" y="315"/>
                </a:cubicBezTo>
                <a:cubicBezTo>
                  <a:pt x="1112" y="314"/>
                  <a:pt x="1113" y="313"/>
                  <a:pt x="1113" y="312"/>
                </a:cubicBezTo>
                <a:cubicBezTo>
                  <a:pt x="1113" y="312"/>
                  <a:pt x="1113" y="311"/>
                  <a:pt x="1113" y="311"/>
                </a:cubicBezTo>
                <a:cubicBezTo>
                  <a:pt x="1113" y="311"/>
                  <a:pt x="1113" y="311"/>
                  <a:pt x="1113" y="311"/>
                </a:cubicBezTo>
                <a:cubicBezTo>
                  <a:pt x="1113" y="310"/>
                  <a:pt x="1113" y="310"/>
                  <a:pt x="1113" y="310"/>
                </a:cubicBezTo>
                <a:cubicBezTo>
                  <a:pt x="1113" y="310"/>
                  <a:pt x="1112" y="310"/>
                  <a:pt x="1112" y="310"/>
                </a:cubicBezTo>
                <a:cubicBezTo>
                  <a:pt x="1112" y="309"/>
                  <a:pt x="1112" y="309"/>
                  <a:pt x="1111" y="309"/>
                </a:cubicBezTo>
                <a:cubicBezTo>
                  <a:pt x="1111" y="309"/>
                  <a:pt x="1111" y="309"/>
                  <a:pt x="1111" y="309"/>
                </a:cubicBezTo>
                <a:cubicBezTo>
                  <a:pt x="1110" y="309"/>
                  <a:pt x="1110" y="308"/>
                  <a:pt x="1110" y="308"/>
                </a:cubicBezTo>
                <a:cubicBezTo>
                  <a:pt x="1109" y="308"/>
                  <a:pt x="1109" y="308"/>
                  <a:pt x="1109" y="308"/>
                </a:cubicBezTo>
                <a:cubicBezTo>
                  <a:pt x="1108" y="308"/>
                  <a:pt x="1109" y="308"/>
                  <a:pt x="1109" y="308"/>
                </a:cubicBezTo>
                <a:close/>
                <a:moveTo>
                  <a:pt x="1478" y="308"/>
                </a:moveTo>
                <a:cubicBezTo>
                  <a:pt x="1478" y="308"/>
                  <a:pt x="1477" y="308"/>
                  <a:pt x="1477" y="308"/>
                </a:cubicBezTo>
                <a:cubicBezTo>
                  <a:pt x="1476" y="308"/>
                  <a:pt x="1475" y="309"/>
                  <a:pt x="1475" y="309"/>
                </a:cubicBezTo>
                <a:cubicBezTo>
                  <a:pt x="1474" y="309"/>
                  <a:pt x="1474" y="309"/>
                  <a:pt x="1474" y="310"/>
                </a:cubicBezTo>
                <a:cubicBezTo>
                  <a:pt x="1473" y="310"/>
                  <a:pt x="1473" y="310"/>
                  <a:pt x="1473" y="310"/>
                </a:cubicBezTo>
                <a:cubicBezTo>
                  <a:pt x="1473" y="310"/>
                  <a:pt x="1473" y="310"/>
                  <a:pt x="1473" y="311"/>
                </a:cubicBezTo>
                <a:cubicBezTo>
                  <a:pt x="1473" y="311"/>
                  <a:pt x="1472" y="311"/>
                  <a:pt x="1472" y="311"/>
                </a:cubicBezTo>
                <a:cubicBezTo>
                  <a:pt x="1472" y="311"/>
                  <a:pt x="1472" y="312"/>
                  <a:pt x="1473" y="313"/>
                </a:cubicBezTo>
                <a:cubicBezTo>
                  <a:pt x="1473" y="313"/>
                  <a:pt x="1473" y="313"/>
                  <a:pt x="1473" y="313"/>
                </a:cubicBezTo>
                <a:cubicBezTo>
                  <a:pt x="1473" y="314"/>
                  <a:pt x="1473" y="314"/>
                  <a:pt x="1473" y="314"/>
                </a:cubicBezTo>
                <a:cubicBezTo>
                  <a:pt x="1474" y="314"/>
                  <a:pt x="1474" y="314"/>
                  <a:pt x="1474" y="314"/>
                </a:cubicBezTo>
                <a:cubicBezTo>
                  <a:pt x="1474" y="315"/>
                  <a:pt x="1475" y="315"/>
                  <a:pt x="1475" y="315"/>
                </a:cubicBezTo>
                <a:cubicBezTo>
                  <a:pt x="1476" y="315"/>
                  <a:pt x="1476" y="315"/>
                  <a:pt x="1476" y="315"/>
                </a:cubicBezTo>
                <a:cubicBezTo>
                  <a:pt x="1477" y="316"/>
                  <a:pt x="1478" y="316"/>
                  <a:pt x="1479" y="316"/>
                </a:cubicBezTo>
                <a:cubicBezTo>
                  <a:pt x="1479" y="316"/>
                  <a:pt x="1480" y="316"/>
                  <a:pt x="1480" y="316"/>
                </a:cubicBezTo>
                <a:cubicBezTo>
                  <a:pt x="1480" y="316"/>
                  <a:pt x="1480" y="316"/>
                  <a:pt x="1480" y="316"/>
                </a:cubicBezTo>
                <a:cubicBezTo>
                  <a:pt x="1480" y="316"/>
                  <a:pt x="1480" y="316"/>
                  <a:pt x="1481" y="316"/>
                </a:cubicBezTo>
                <a:cubicBezTo>
                  <a:pt x="1481" y="316"/>
                  <a:pt x="1481" y="316"/>
                  <a:pt x="1481" y="316"/>
                </a:cubicBezTo>
                <a:cubicBezTo>
                  <a:pt x="1481" y="316"/>
                  <a:pt x="1481" y="316"/>
                  <a:pt x="1481" y="316"/>
                </a:cubicBezTo>
                <a:cubicBezTo>
                  <a:pt x="1482" y="316"/>
                  <a:pt x="1482" y="316"/>
                  <a:pt x="1482" y="316"/>
                </a:cubicBezTo>
                <a:cubicBezTo>
                  <a:pt x="1482" y="316"/>
                  <a:pt x="1482" y="316"/>
                  <a:pt x="1482" y="316"/>
                </a:cubicBezTo>
                <a:cubicBezTo>
                  <a:pt x="1482" y="316"/>
                  <a:pt x="1483" y="316"/>
                  <a:pt x="1483" y="316"/>
                </a:cubicBezTo>
                <a:cubicBezTo>
                  <a:pt x="1483" y="316"/>
                  <a:pt x="1483" y="316"/>
                  <a:pt x="1483" y="316"/>
                </a:cubicBezTo>
                <a:cubicBezTo>
                  <a:pt x="1484" y="316"/>
                  <a:pt x="1484" y="316"/>
                  <a:pt x="1484" y="316"/>
                </a:cubicBezTo>
                <a:cubicBezTo>
                  <a:pt x="1484" y="316"/>
                  <a:pt x="1485" y="316"/>
                  <a:pt x="1485" y="316"/>
                </a:cubicBezTo>
                <a:cubicBezTo>
                  <a:pt x="1485" y="315"/>
                  <a:pt x="1485" y="315"/>
                  <a:pt x="1486" y="315"/>
                </a:cubicBezTo>
                <a:cubicBezTo>
                  <a:pt x="1487" y="315"/>
                  <a:pt x="1487" y="315"/>
                  <a:pt x="1487" y="315"/>
                </a:cubicBezTo>
                <a:cubicBezTo>
                  <a:pt x="1488" y="314"/>
                  <a:pt x="1489" y="313"/>
                  <a:pt x="1489" y="312"/>
                </a:cubicBezTo>
                <a:cubicBezTo>
                  <a:pt x="1489" y="312"/>
                  <a:pt x="1489" y="311"/>
                  <a:pt x="1489" y="311"/>
                </a:cubicBezTo>
                <a:cubicBezTo>
                  <a:pt x="1489" y="311"/>
                  <a:pt x="1489" y="311"/>
                  <a:pt x="1489" y="311"/>
                </a:cubicBezTo>
                <a:cubicBezTo>
                  <a:pt x="1488" y="310"/>
                  <a:pt x="1488" y="310"/>
                  <a:pt x="1488" y="310"/>
                </a:cubicBezTo>
                <a:cubicBezTo>
                  <a:pt x="1488" y="310"/>
                  <a:pt x="1488" y="310"/>
                  <a:pt x="1487" y="310"/>
                </a:cubicBezTo>
                <a:cubicBezTo>
                  <a:pt x="1485" y="308"/>
                  <a:pt x="1483" y="308"/>
                  <a:pt x="1480" y="308"/>
                </a:cubicBezTo>
                <a:cubicBezTo>
                  <a:pt x="1480" y="308"/>
                  <a:pt x="1479" y="308"/>
                  <a:pt x="1478" y="308"/>
                </a:cubicBezTo>
                <a:close/>
                <a:moveTo>
                  <a:pt x="1859" y="308"/>
                </a:moveTo>
                <a:cubicBezTo>
                  <a:pt x="1859" y="308"/>
                  <a:pt x="1858" y="308"/>
                  <a:pt x="1858" y="308"/>
                </a:cubicBezTo>
                <a:cubicBezTo>
                  <a:pt x="1858" y="308"/>
                  <a:pt x="1858" y="308"/>
                  <a:pt x="1857" y="308"/>
                </a:cubicBezTo>
                <a:cubicBezTo>
                  <a:pt x="1857" y="308"/>
                  <a:pt x="1857" y="308"/>
                  <a:pt x="1856" y="308"/>
                </a:cubicBezTo>
                <a:cubicBezTo>
                  <a:pt x="1856" y="308"/>
                  <a:pt x="1856" y="308"/>
                  <a:pt x="1856" y="308"/>
                </a:cubicBezTo>
                <a:cubicBezTo>
                  <a:pt x="1855" y="308"/>
                  <a:pt x="1854" y="308"/>
                  <a:pt x="1854" y="308"/>
                </a:cubicBezTo>
                <a:cubicBezTo>
                  <a:pt x="1853" y="308"/>
                  <a:pt x="1852" y="308"/>
                  <a:pt x="1852" y="308"/>
                </a:cubicBezTo>
                <a:cubicBezTo>
                  <a:pt x="1851" y="308"/>
                  <a:pt x="1851" y="309"/>
                  <a:pt x="1850" y="309"/>
                </a:cubicBezTo>
                <a:cubicBezTo>
                  <a:pt x="1850" y="309"/>
                  <a:pt x="1849" y="309"/>
                  <a:pt x="1849" y="310"/>
                </a:cubicBezTo>
                <a:cubicBezTo>
                  <a:pt x="1848" y="311"/>
                  <a:pt x="1848" y="311"/>
                  <a:pt x="1848" y="313"/>
                </a:cubicBezTo>
                <a:cubicBezTo>
                  <a:pt x="1848" y="313"/>
                  <a:pt x="1849" y="313"/>
                  <a:pt x="1849" y="313"/>
                </a:cubicBezTo>
                <a:cubicBezTo>
                  <a:pt x="1849" y="314"/>
                  <a:pt x="1849" y="314"/>
                  <a:pt x="1849" y="314"/>
                </a:cubicBezTo>
                <a:cubicBezTo>
                  <a:pt x="1850" y="314"/>
                  <a:pt x="1850" y="314"/>
                  <a:pt x="1850" y="314"/>
                </a:cubicBezTo>
                <a:cubicBezTo>
                  <a:pt x="1850" y="315"/>
                  <a:pt x="1851" y="315"/>
                  <a:pt x="1851" y="315"/>
                </a:cubicBezTo>
                <a:cubicBezTo>
                  <a:pt x="1852" y="315"/>
                  <a:pt x="1852" y="315"/>
                  <a:pt x="1852" y="315"/>
                </a:cubicBezTo>
                <a:cubicBezTo>
                  <a:pt x="1853" y="316"/>
                  <a:pt x="1854" y="316"/>
                  <a:pt x="1855" y="316"/>
                </a:cubicBezTo>
                <a:cubicBezTo>
                  <a:pt x="1856" y="316"/>
                  <a:pt x="1856" y="316"/>
                  <a:pt x="1856" y="316"/>
                </a:cubicBezTo>
                <a:cubicBezTo>
                  <a:pt x="1856" y="316"/>
                  <a:pt x="1856" y="316"/>
                  <a:pt x="1856" y="316"/>
                </a:cubicBezTo>
                <a:cubicBezTo>
                  <a:pt x="1856" y="316"/>
                  <a:pt x="1856" y="316"/>
                  <a:pt x="1857" y="316"/>
                </a:cubicBezTo>
                <a:cubicBezTo>
                  <a:pt x="1857" y="316"/>
                  <a:pt x="1857" y="316"/>
                  <a:pt x="1857" y="316"/>
                </a:cubicBezTo>
                <a:cubicBezTo>
                  <a:pt x="1857" y="316"/>
                  <a:pt x="1857" y="316"/>
                  <a:pt x="1857" y="316"/>
                </a:cubicBezTo>
                <a:cubicBezTo>
                  <a:pt x="1858" y="316"/>
                  <a:pt x="1858" y="316"/>
                  <a:pt x="1858" y="316"/>
                </a:cubicBezTo>
                <a:cubicBezTo>
                  <a:pt x="1858" y="316"/>
                  <a:pt x="1858" y="316"/>
                  <a:pt x="1858" y="316"/>
                </a:cubicBezTo>
                <a:cubicBezTo>
                  <a:pt x="1858" y="316"/>
                  <a:pt x="1859" y="316"/>
                  <a:pt x="1859" y="316"/>
                </a:cubicBezTo>
                <a:cubicBezTo>
                  <a:pt x="1859" y="316"/>
                  <a:pt x="1860" y="316"/>
                  <a:pt x="1860" y="316"/>
                </a:cubicBezTo>
                <a:cubicBezTo>
                  <a:pt x="1862" y="315"/>
                  <a:pt x="1862" y="315"/>
                  <a:pt x="1862" y="315"/>
                </a:cubicBezTo>
                <a:cubicBezTo>
                  <a:pt x="1863" y="315"/>
                  <a:pt x="1863" y="315"/>
                  <a:pt x="1863" y="315"/>
                </a:cubicBezTo>
                <a:cubicBezTo>
                  <a:pt x="1864" y="314"/>
                  <a:pt x="1865" y="313"/>
                  <a:pt x="1865" y="312"/>
                </a:cubicBezTo>
                <a:cubicBezTo>
                  <a:pt x="1865" y="312"/>
                  <a:pt x="1865" y="311"/>
                  <a:pt x="1864" y="311"/>
                </a:cubicBezTo>
                <a:cubicBezTo>
                  <a:pt x="1864" y="311"/>
                  <a:pt x="1864" y="311"/>
                  <a:pt x="1864" y="311"/>
                </a:cubicBezTo>
                <a:cubicBezTo>
                  <a:pt x="1864" y="310"/>
                  <a:pt x="1864" y="310"/>
                  <a:pt x="1864" y="310"/>
                </a:cubicBezTo>
                <a:cubicBezTo>
                  <a:pt x="1863" y="310"/>
                  <a:pt x="1863" y="310"/>
                  <a:pt x="1863" y="310"/>
                </a:cubicBezTo>
                <a:cubicBezTo>
                  <a:pt x="1862" y="309"/>
                  <a:pt x="1860" y="308"/>
                  <a:pt x="1859" y="308"/>
                </a:cubicBezTo>
                <a:cubicBezTo>
                  <a:pt x="1859" y="308"/>
                  <a:pt x="1859" y="308"/>
                  <a:pt x="1859" y="308"/>
                </a:cubicBezTo>
                <a:close/>
                <a:moveTo>
                  <a:pt x="2274" y="308"/>
                </a:moveTo>
                <a:cubicBezTo>
                  <a:pt x="2273" y="308"/>
                  <a:pt x="2273" y="308"/>
                  <a:pt x="2273" y="308"/>
                </a:cubicBezTo>
                <a:cubicBezTo>
                  <a:pt x="2273" y="308"/>
                  <a:pt x="2273" y="308"/>
                  <a:pt x="2273" y="308"/>
                </a:cubicBezTo>
                <a:cubicBezTo>
                  <a:pt x="2273" y="308"/>
                  <a:pt x="2272" y="308"/>
                  <a:pt x="2272" y="308"/>
                </a:cubicBezTo>
                <a:cubicBezTo>
                  <a:pt x="2272" y="308"/>
                  <a:pt x="2271" y="308"/>
                  <a:pt x="2270" y="308"/>
                </a:cubicBezTo>
                <a:cubicBezTo>
                  <a:pt x="2270" y="308"/>
                  <a:pt x="2269" y="308"/>
                  <a:pt x="2269" y="308"/>
                </a:cubicBezTo>
                <a:cubicBezTo>
                  <a:pt x="2268" y="308"/>
                  <a:pt x="2268" y="309"/>
                  <a:pt x="2267" y="309"/>
                </a:cubicBezTo>
                <a:cubicBezTo>
                  <a:pt x="2267" y="309"/>
                  <a:pt x="2266" y="309"/>
                  <a:pt x="2266" y="310"/>
                </a:cubicBezTo>
                <a:cubicBezTo>
                  <a:pt x="2265" y="311"/>
                  <a:pt x="2265" y="312"/>
                  <a:pt x="2266" y="313"/>
                </a:cubicBezTo>
                <a:cubicBezTo>
                  <a:pt x="2266" y="313"/>
                  <a:pt x="2266" y="313"/>
                  <a:pt x="2266" y="313"/>
                </a:cubicBezTo>
                <a:cubicBezTo>
                  <a:pt x="2266" y="314"/>
                  <a:pt x="2267" y="314"/>
                  <a:pt x="2267" y="314"/>
                </a:cubicBezTo>
                <a:cubicBezTo>
                  <a:pt x="2267" y="314"/>
                  <a:pt x="2267" y="314"/>
                  <a:pt x="2268" y="314"/>
                </a:cubicBezTo>
                <a:cubicBezTo>
                  <a:pt x="2268" y="315"/>
                  <a:pt x="2268" y="315"/>
                  <a:pt x="2269" y="315"/>
                </a:cubicBezTo>
                <a:cubicBezTo>
                  <a:pt x="2270" y="315"/>
                  <a:pt x="2270" y="315"/>
                  <a:pt x="2270" y="315"/>
                </a:cubicBezTo>
                <a:cubicBezTo>
                  <a:pt x="2271" y="316"/>
                  <a:pt x="2272" y="316"/>
                  <a:pt x="2273" y="316"/>
                </a:cubicBezTo>
                <a:cubicBezTo>
                  <a:pt x="2273" y="316"/>
                  <a:pt x="2273" y="316"/>
                  <a:pt x="2274" y="316"/>
                </a:cubicBezTo>
                <a:cubicBezTo>
                  <a:pt x="2274" y="316"/>
                  <a:pt x="2274" y="316"/>
                  <a:pt x="2274" y="316"/>
                </a:cubicBezTo>
                <a:cubicBezTo>
                  <a:pt x="2274" y="316"/>
                  <a:pt x="2274" y="316"/>
                  <a:pt x="2274" y="316"/>
                </a:cubicBezTo>
                <a:cubicBezTo>
                  <a:pt x="2275" y="316"/>
                  <a:pt x="2275" y="316"/>
                  <a:pt x="2275" y="316"/>
                </a:cubicBezTo>
                <a:cubicBezTo>
                  <a:pt x="2275" y="316"/>
                  <a:pt x="2275" y="316"/>
                  <a:pt x="2275" y="316"/>
                </a:cubicBezTo>
                <a:cubicBezTo>
                  <a:pt x="2275" y="316"/>
                  <a:pt x="2276" y="316"/>
                  <a:pt x="2276" y="316"/>
                </a:cubicBezTo>
                <a:cubicBezTo>
                  <a:pt x="2276" y="316"/>
                  <a:pt x="2276" y="316"/>
                  <a:pt x="2276" y="316"/>
                </a:cubicBezTo>
                <a:cubicBezTo>
                  <a:pt x="2276" y="316"/>
                  <a:pt x="2276" y="316"/>
                  <a:pt x="2277" y="316"/>
                </a:cubicBezTo>
                <a:cubicBezTo>
                  <a:pt x="2277" y="316"/>
                  <a:pt x="2277" y="316"/>
                  <a:pt x="2277" y="316"/>
                </a:cubicBezTo>
                <a:cubicBezTo>
                  <a:pt x="2278" y="316"/>
                  <a:pt x="2278" y="316"/>
                  <a:pt x="2278" y="316"/>
                </a:cubicBezTo>
                <a:cubicBezTo>
                  <a:pt x="2278" y="316"/>
                  <a:pt x="2279" y="316"/>
                  <a:pt x="2279" y="316"/>
                </a:cubicBezTo>
                <a:cubicBezTo>
                  <a:pt x="2279" y="315"/>
                  <a:pt x="2279" y="315"/>
                  <a:pt x="2279" y="315"/>
                </a:cubicBezTo>
                <a:cubicBezTo>
                  <a:pt x="2280" y="315"/>
                  <a:pt x="2280" y="315"/>
                  <a:pt x="2280" y="315"/>
                </a:cubicBezTo>
                <a:cubicBezTo>
                  <a:pt x="2282" y="314"/>
                  <a:pt x="2282" y="313"/>
                  <a:pt x="2282" y="312"/>
                </a:cubicBezTo>
                <a:cubicBezTo>
                  <a:pt x="2282" y="312"/>
                  <a:pt x="2282" y="311"/>
                  <a:pt x="2282" y="311"/>
                </a:cubicBezTo>
                <a:cubicBezTo>
                  <a:pt x="2282" y="311"/>
                  <a:pt x="2281" y="311"/>
                  <a:pt x="2281" y="311"/>
                </a:cubicBezTo>
                <a:cubicBezTo>
                  <a:pt x="2281" y="310"/>
                  <a:pt x="2281" y="310"/>
                  <a:pt x="2281" y="310"/>
                </a:cubicBezTo>
                <a:cubicBezTo>
                  <a:pt x="2280" y="310"/>
                  <a:pt x="2280" y="310"/>
                  <a:pt x="2280" y="310"/>
                </a:cubicBezTo>
                <a:cubicBezTo>
                  <a:pt x="2278" y="309"/>
                  <a:pt x="2276" y="308"/>
                  <a:pt x="2274" y="308"/>
                </a:cubicBezTo>
                <a:cubicBezTo>
                  <a:pt x="2274" y="308"/>
                  <a:pt x="2274" y="308"/>
                  <a:pt x="2274" y="308"/>
                </a:cubicBezTo>
                <a:close/>
                <a:moveTo>
                  <a:pt x="2107" y="308"/>
                </a:moveTo>
                <a:cubicBezTo>
                  <a:pt x="2107" y="308"/>
                  <a:pt x="2107" y="308"/>
                  <a:pt x="2106" y="308"/>
                </a:cubicBezTo>
                <a:cubicBezTo>
                  <a:pt x="2106" y="308"/>
                  <a:pt x="2106" y="308"/>
                  <a:pt x="2106" y="308"/>
                </a:cubicBezTo>
                <a:cubicBezTo>
                  <a:pt x="2106" y="308"/>
                  <a:pt x="2106" y="308"/>
                  <a:pt x="2106" y="308"/>
                </a:cubicBezTo>
                <a:cubicBezTo>
                  <a:pt x="2105" y="308"/>
                  <a:pt x="2104" y="308"/>
                  <a:pt x="2104" y="308"/>
                </a:cubicBezTo>
                <a:cubicBezTo>
                  <a:pt x="2103" y="308"/>
                  <a:pt x="2102" y="308"/>
                  <a:pt x="2102" y="308"/>
                </a:cubicBezTo>
                <a:cubicBezTo>
                  <a:pt x="2101" y="308"/>
                  <a:pt x="2101" y="309"/>
                  <a:pt x="2100" y="309"/>
                </a:cubicBezTo>
                <a:cubicBezTo>
                  <a:pt x="2100" y="309"/>
                  <a:pt x="2100" y="309"/>
                  <a:pt x="2099" y="310"/>
                </a:cubicBezTo>
                <a:cubicBezTo>
                  <a:pt x="2098" y="311"/>
                  <a:pt x="2098" y="312"/>
                  <a:pt x="2099" y="313"/>
                </a:cubicBezTo>
                <a:cubicBezTo>
                  <a:pt x="2099" y="313"/>
                  <a:pt x="2099" y="313"/>
                  <a:pt x="2099" y="313"/>
                </a:cubicBezTo>
                <a:cubicBezTo>
                  <a:pt x="2099" y="314"/>
                  <a:pt x="2100" y="314"/>
                  <a:pt x="2100" y="314"/>
                </a:cubicBezTo>
                <a:cubicBezTo>
                  <a:pt x="2100" y="314"/>
                  <a:pt x="2100" y="314"/>
                  <a:pt x="2101" y="314"/>
                </a:cubicBezTo>
                <a:cubicBezTo>
                  <a:pt x="2101" y="315"/>
                  <a:pt x="2101" y="315"/>
                  <a:pt x="2102" y="315"/>
                </a:cubicBezTo>
                <a:cubicBezTo>
                  <a:pt x="2103" y="315"/>
                  <a:pt x="2103" y="315"/>
                  <a:pt x="2103" y="315"/>
                </a:cubicBezTo>
                <a:cubicBezTo>
                  <a:pt x="2104" y="316"/>
                  <a:pt x="2105" y="316"/>
                  <a:pt x="2106" y="316"/>
                </a:cubicBezTo>
                <a:cubicBezTo>
                  <a:pt x="2106" y="316"/>
                  <a:pt x="2106" y="316"/>
                  <a:pt x="2106" y="316"/>
                </a:cubicBezTo>
                <a:cubicBezTo>
                  <a:pt x="2107" y="316"/>
                  <a:pt x="2107" y="316"/>
                  <a:pt x="2107" y="316"/>
                </a:cubicBezTo>
                <a:cubicBezTo>
                  <a:pt x="2107" y="316"/>
                  <a:pt x="2107" y="316"/>
                  <a:pt x="2107" y="316"/>
                </a:cubicBezTo>
                <a:cubicBezTo>
                  <a:pt x="2107" y="316"/>
                  <a:pt x="2108" y="316"/>
                  <a:pt x="2108" y="316"/>
                </a:cubicBezTo>
                <a:cubicBezTo>
                  <a:pt x="2108" y="316"/>
                  <a:pt x="2108" y="316"/>
                  <a:pt x="2108" y="316"/>
                </a:cubicBezTo>
                <a:cubicBezTo>
                  <a:pt x="2108" y="316"/>
                  <a:pt x="2108" y="316"/>
                  <a:pt x="2109" y="316"/>
                </a:cubicBezTo>
                <a:cubicBezTo>
                  <a:pt x="2109" y="316"/>
                  <a:pt x="2109" y="316"/>
                  <a:pt x="2109" y="316"/>
                </a:cubicBezTo>
                <a:cubicBezTo>
                  <a:pt x="2109" y="316"/>
                  <a:pt x="2109" y="316"/>
                  <a:pt x="2109" y="316"/>
                </a:cubicBezTo>
                <a:cubicBezTo>
                  <a:pt x="2110" y="316"/>
                  <a:pt x="2110" y="316"/>
                  <a:pt x="2110" y="316"/>
                </a:cubicBezTo>
                <a:cubicBezTo>
                  <a:pt x="2110" y="316"/>
                  <a:pt x="2111" y="316"/>
                  <a:pt x="2111" y="316"/>
                </a:cubicBezTo>
                <a:cubicBezTo>
                  <a:pt x="2111" y="316"/>
                  <a:pt x="2111" y="316"/>
                  <a:pt x="2112" y="316"/>
                </a:cubicBezTo>
                <a:cubicBezTo>
                  <a:pt x="2112" y="315"/>
                  <a:pt x="2112" y="315"/>
                  <a:pt x="2112" y="315"/>
                </a:cubicBezTo>
                <a:cubicBezTo>
                  <a:pt x="2113" y="315"/>
                  <a:pt x="2113" y="315"/>
                  <a:pt x="2113" y="315"/>
                </a:cubicBezTo>
                <a:cubicBezTo>
                  <a:pt x="2115" y="314"/>
                  <a:pt x="2115" y="313"/>
                  <a:pt x="2115" y="312"/>
                </a:cubicBezTo>
                <a:cubicBezTo>
                  <a:pt x="2115" y="312"/>
                  <a:pt x="2115" y="311"/>
                  <a:pt x="2115" y="311"/>
                </a:cubicBezTo>
                <a:cubicBezTo>
                  <a:pt x="2115" y="311"/>
                  <a:pt x="2115" y="311"/>
                  <a:pt x="2114" y="311"/>
                </a:cubicBezTo>
                <a:cubicBezTo>
                  <a:pt x="2114" y="310"/>
                  <a:pt x="2114" y="310"/>
                  <a:pt x="2114" y="310"/>
                </a:cubicBezTo>
                <a:cubicBezTo>
                  <a:pt x="2114" y="310"/>
                  <a:pt x="2113" y="310"/>
                  <a:pt x="2113" y="310"/>
                </a:cubicBezTo>
                <a:cubicBezTo>
                  <a:pt x="2111" y="309"/>
                  <a:pt x="2109" y="308"/>
                  <a:pt x="2107" y="308"/>
                </a:cubicBezTo>
                <a:cubicBezTo>
                  <a:pt x="2107" y="308"/>
                  <a:pt x="2107" y="308"/>
                  <a:pt x="2107" y="308"/>
                </a:cubicBezTo>
                <a:close/>
                <a:moveTo>
                  <a:pt x="1395" y="308"/>
                </a:moveTo>
                <a:cubicBezTo>
                  <a:pt x="1394" y="308"/>
                  <a:pt x="1394" y="308"/>
                  <a:pt x="1393" y="308"/>
                </a:cubicBezTo>
                <a:cubicBezTo>
                  <a:pt x="1393" y="308"/>
                  <a:pt x="1392" y="309"/>
                  <a:pt x="1392" y="309"/>
                </a:cubicBezTo>
                <a:cubicBezTo>
                  <a:pt x="1391" y="309"/>
                  <a:pt x="1391" y="309"/>
                  <a:pt x="1390" y="310"/>
                </a:cubicBezTo>
                <a:cubicBezTo>
                  <a:pt x="1389" y="310"/>
                  <a:pt x="1389" y="311"/>
                  <a:pt x="1389" y="313"/>
                </a:cubicBezTo>
                <a:cubicBezTo>
                  <a:pt x="1389" y="313"/>
                  <a:pt x="1389" y="313"/>
                  <a:pt x="1389" y="313"/>
                </a:cubicBezTo>
                <a:cubicBezTo>
                  <a:pt x="1390" y="314"/>
                  <a:pt x="1390" y="314"/>
                  <a:pt x="1390" y="314"/>
                </a:cubicBezTo>
                <a:cubicBezTo>
                  <a:pt x="1390" y="314"/>
                  <a:pt x="1390" y="314"/>
                  <a:pt x="1391" y="314"/>
                </a:cubicBezTo>
                <a:cubicBezTo>
                  <a:pt x="1391" y="315"/>
                  <a:pt x="1391" y="315"/>
                  <a:pt x="1391" y="315"/>
                </a:cubicBezTo>
                <a:cubicBezTo>
                  <a:pt x="1393" y="315"/>
                  <a:pt x="1393" y="315"/>
                  <a:pt x="1393" y="315"/>
                </a:cubicBezTo>
                <a:cubicBezTo>
                  <a:pt x="1394" y="316"/>
                  <a:pt x="1395" y="316"/>
                  <a:pt x="1396" y="316"/>
                </a:cubicBezTo>
                <a:cubicBezTo>
                  <a:pt x="1396" y="316"/>
                  <a:pt x="1396" y="316"/>
                  <a:pt x="1396" y="316"/>
                </a:cubicBezTo>
                <a:cubicBezTo>
                  <a:pt x="1396" y="316"/>
                  <a:pt x="1396" y="316"/>
                  <a:pt x="1397" y="316"/>
                </a:cubicBezTo>
                <a:cubicBezTo>
                  <a:pt x="1397" y="316"/>
                  <a:pt x="1397" y="316"/>
                  <a:pt x="1397" y="316"/>
                </a:cubicBezTo>
                <a:cubicBezTo>
                  <a:pt x="1397" y="316"/>
                  <a:pt x="1397" y="316"/>
                  <a:pt x="1397" y="316"/>
                </a:cubicBezTo>
                <a:cubicBezTo>
                  <a:pt x="1398" y="316"/>
                  <a:pt x="1398" y="316"/>
                  <a:pt x="1398" y="316"/>
                </a:cubicBezTo>
                <a:cubicBezTo>
                  <a:pt x="1398" y="316"/>
                  <a:pt x="1398" y="316"/>
                  <a:pt x="1398" y="316"/>
                </a:cubicBezTo>
                <a:cubicBezTo>
                  <a:pt x="1398" y="316"/>
                  <a:pt x="1399" y="316"/>
                  <a:pt x="1399" y="316"/>
                </a:cubicBezTo>
                <a:cubicBezTo>
                  <a:pt x="1399" y="316"/>
                  <a:pt x="1399" y="316"/>
                  <a:pt x="1399" y="316"/>
                </a:cubicBezTo>
                <a:cubicBezTo>
                  <a:pt x="1399" y="316"/>
                  <a:pt x="1400" y="316"/>
                  <a:pt x="1400" y="316"/>
                </a:cubicBezTo>
                <a:cubicBezTo>
                  <a:pt x="1400" y="316"/>
                  <a:pt x="1400" y="316"/>
                  <a:pt x="1401" y="316"/>
                </a:cubicBezTo>
                <a:cubicBezTo>
                  <a:pt x="1401" y="316"/>
                  <a:pt x="1401" y="316"/>
                  <a:pt x="1401" y="316"/>
                </a:cubicBezTo>
                <a:cubicBezTo>
                  <a:pt x="1402" y="315"/>
                  <a:pt x="1402" y="315"/>
                  <a:pt x="1402" y="315"/>
                </a:cubicBezTo>
                <a:cubicBezTo>
                  <a:pt x="1403" y="315"/>
                  <a:pt x="1403" y="315"/>
                  <a:pt x="1403" y="315"/>
                </a:cubicBezTo>
                <a:cubicBezTo>
                  <a:pt x="1405" y="314"/>
                  <a:pt x="1405" y="313"/>
                  <a:pt x="1406" y="312"/>
                </a:cubicBezTo>
                <a:cubicBezTo>
                  <a:pt x="1406" y="312"/>
                  <a:pt x="1406" y="311"/>
                  <a:pt x="1405" y="311"/>
                </a:cubicBezTo>
                <a:cubicBezTo>
                  <a:pt x="1405" y="311"/>
                  <a:pt x="1405" y="311"/>
                  <a:pt x="1405" y="311"/>
                </a:cubicBezTo>
                <a:cubicBezTo>
                  <a:pt x="1405" y="310"/>
                  <a:pt x="1405" y="310"/>
                  <a:pt x="1405" y="310"/>
                </a:cubicBezTo>
                <a:cubicBezTo>
                  <a:pt x="1405" y="310"/>
                  <a:pt x="1404" y="310"/>
                  <a:pt x="1404" y="310"/>
                </a:cubicBezTo>
                <a:cubicBezTo>
                  <a:pt x="1404" y="309"/>
                  <a:pt x="1403" y="309"/>
                  <a:pt x="1403" y="309"/>
                </a:cubicBezTo>
                <a:cubicBezTo>
                  <a:pt x="1402" y="309"/>
                  <a:pt x="1402" y="308"/>
                  <a:pt x="1401" y="308"/>
                </a:cubicBezTo>
                <a:cubicBezTo>
                  <a:pt x="1400" y="308"/>
                  <a:pt x="1400" y="308"/>
                  <a:pt x="1399" y="308"/>
                </a:cubicBezTo>
                <a:cubicBezTo>
                  <a:pt x="1398" y="308"/>
                  <a:pt x="1398" y="308"/>
                  <a:pt x="1397" y="308"/>
                </a:cubicBezTo>
                <a:cubicBezTo>
                  <a:pt x="1396" y="308"/>
                  <a:pt x="1396" y="308"/>
                  <a:pt x="1395" y="308"/>
                </a:cubicBezTo>
                <a:close/>
                <a:moveTo>
                  <a:pt x="1812" y="308"/>
                </a:moveTo>
                <a:cubicBezTo>
                  <a:pt x="1811" y="308"/>
                  <a:pt x="1811" y="308"/>
                  <a:pt x="1810" y="308"/>
                </a:cubicBezTo>
                <a:cubicBezTo>
                  <a:pt x="1809" y="308"/>
                  <a:pt x="1809" y="309"/>
                  <a:pt x="1808" y="309"/>
                </a:cubicBezTo>
                <a:cubicBezTo>
                  <a:pt x="1808" y="309"/>
                  <a:pt x="1808" y="309"/>
                  <a:pt x="1807" y="310"/>
                </a:cubicBezTo>
                <a:cubicBezTo>
                  <a:pt x="1806" y="311"/>
                  <a:pt x="1806" y="311"/>
                  <a:pt x="1807" y="313"/>
                </a:cubicBezTo>
                <a:cubicBezTo>
                  <a:pt x="1807" y="313"/>
                  <a:pt x="1807" y="313"/>
                  <a:pt x="1807" y="313"/>
                </a:cubicBezTo>
                <a:cubicBezTo>
                  <a:pt x="1807" y="314"/>
                  <a:pt x="1807" y="314"/>
                  <a:pt x="1808" y="314"/>
                </a:cubicBezTo>
                <a:cubicBezTo>
                  <a:pt x="1808" y="314"/>
                  <a:pt x="1808" y="314"/>
                  <a:pt x="1808" y="314"/>
                </a:cubicBezTo>
                <a:cubicBezTo>
                  <a:pt x="1809" y="315"/>
                  <a:pt x="1809" y="315"/>
                  <a:pt x="1809" y="315"/>
                </a:cubicBezTo>
                <a:cubicBezTo>
                  <a:pt x="1810" y="315"/>
                  <a:pt x="1810" y="315"/>
                  <a:pt x="1810" y="315"/>
                </a:cubicBezTo>
                <a:cubicBezTo>
                  <a:pt x="1811" y="316"/>
                  <a:pt x="1813" y="316"/>
                  <a:pt x="1814" y="316"/>
                </a:cubicBezTo>
                <a:cubicBezTo>
                  <a:pt x="1814" y="316"/>
                  <a:pt x="1814" y="316"/>
                  <a:pt x="1814" y="316"/>
                </a:cubicBezTo>
                <a:cubicBezTo>
                  <a:pt x="1814" y="316"/>
                  <a:pt x="1814" y="316"/>
                  <a:pt x="1814" y="316"/>
                </a:cubicBezTo>
                <a:cubicBezTo>
                  <a:pt x="1815" y="316"/>
                  <a:pt x="1815" y="316"/>
                  <a:pt x="1815" y="316"/>
                </a:cubicBezTo>
                <a:cubicBezTo>
                  <a:pt x="1815" y="316"/>
                  <a:pt x="1815" y="316"/>
                  <a:pt x="1815" y="316"/>
                </a:cubicBezTo>
                <a:cubicBezTo>
                  <a:pt x="1815" y="316"/>
                  <a:pt x="1816" y="316"/>
                  <a:pt x="1816" y="316"/>
                </a:cubicBezTo>
                <a:cubicBezTo>
                  <a:pt x="1816" y="316"/>
                  <a:pt x="1816" y="316"/>
                  <a:pt x="1816" y="316"/>
                </a:cubicBezTo>
                <a:cubicBezTo>
                  <a:pt x="1816" y="316"/>
                  <a:pt x="1816" y="316"/>
                  <a:pt x="1817" y="316"/>
                </a:cubicBezTo>
                <a:cubicBezTo>
                  <a:pt x="1817" y="316"/>
                  <a:pt x="1817" y="316"/>
                  <a:pt x="1817" y="316"/>
                </a:cubicBezTo>
                <a:cubicBezTo>
                  <a:pt x="1817" y="316"/>
                  <a:pt x="1817" y="316"/>
                  <a:pt x="1818" y="316"/>
                </a:cubicBezTo>
                <a:cubicBezTo>
                  <a:pt x="1818" y="316"/>
                  <a:pt x="1818" y="316"/>
                  <a:pt x="1818" y="316"/>
                </a:cubicBezTo>
                <a:cubicBezTo>
                  <a:pt x="1819" y="316"/>
                  <a:pt x="1819" y="316"/>
                  <a:pt x="1819" y="316"/>
                </a:cubicBezTo>
                <a:cubicBezTo>
                  <a:pt x="1819" y="315"/>
                  <a:pt x="1820" y="315"/>
                  <a:pt x="1820" y="315"/>
                </a:cubicBezTo>
                <a:cubicBezTo>
                  <a:pt x="1821" y="315"/>
                  <a:pt x="1821" y="315"/>
                  <a:pt x="1821" y="315"/>
                </a:cubicBezTo>
                <a:cubicBezTo>
                  <a:pt x="1822" y="314"/>
                  <a:pt x="1823" y="313"/>
                  <a:pt x="1823" y="312"/>
                </a:cubicBezTo>
                <a:cubicBezTo>
                  <a:pt x="1823" y="312"/>
                  <a:pt x="1823" y="311"/>
                  <a:pt x="1823" y="311"/>
                </a:cubicBezTo>
                <a:cubicBezTo>
                  <a:pt x="1823" y="311"/>
                  <a:pt x="1822" y="311"/>
                  <a:pt x="1822" y="311"/>
                </a:cubicBezTo>
                <a:cubicBezTo>
                  <a:pt x="1822" y="310"/>
                  <a:pt x="1822" y="310"/>
                  <a:pt x="1822" y="310"/>
                </a:cubicBezTo>
                <a:cubicBezTo>
                  <a:pt x="1822" y="310"/>
                  <a:pt x="1821" y="310"/>
                  <a:pt x="1821" y="310"/>
                </a:cubicBezTo>
                <a:cubicBezTo>
                  <a:pt x="1821" y="309"/>
                  <a:pt x="1820" y="309"/>
                  <a:pt x="1820" y="309"/>
                </a:cubicBezTo>
                <a:cubicBezTo>
                  <a:pt x="1819" y="309"/>
                  <a:pt x="1819" y="308"/>
                  <a:pt x="1818" y="308"/>
                </a:cubicBezTo>
                <a:cubicBezTo>
                  <a:pt x="1817" y="308"/>
                  <a:pt x="1817" y="308"/>
                  <a:pt x="1816" y="308"/>
                </a:cubicBezTo>
                <a:cubicBezTo>
                  <a:pt x="1815" y="308"/>
                  <a:pt x="1815" y="308"/>
                  <a:pt x="1814" y="308"/>
                </a:cubicBezTo>
                <a:cubicBezTo>
                  <a:pt x="1813" y="308"/>
                  <a:pt x="1812" y="308"/>
                  <a:pt x="1812" y="308"/>
                </a:cubicBezTo>
                <a:close/>
                <a:moveTo>
                  <a:pt x="2229" y="308"/>
                </a:moveTo>
                <a:cubicBezTo>
                  <a:pt x="2228" y="308"/>
                  <a:pt x="2227" y="308"/>
                  <a:pt x="2227" y="308"/>
                </a:cubicBezTo>
                <a:cubicBezTo>
                  <a:pt x="2226" y="308"/>
                  <a:pt x="2226" y="309"/>
                  <a:pt x="2225" y="309"/>
                </a:cubicBezTo>
                <a:cubicBezTo>
                  <a:pt x="2225" y="309"/>
                  <a:pt x="2225" y="309"/>
                  <a:pt x="2224" y="310"/>
                </a:cubicBezTo>
                <a:cubicBezTo>
                  <a:pt x="2223" y="311"/>
                  <a:pt x="2223" y="312"/>
                  <a:pt x="2224" y="313"/>
                </a:cubicBezTo>
                <a:cubicBezTo>
                  <a:pt x="2225" y="314"/>
                  <a:pt x="2226" y="314"/>
                  <a:pt x="2227" y="315"/>
                </a:cubicBezTo>
                <a:cubicBezTo>
                  <a:pt x="2228" y="315"/>
                  <a:pt x="2228" y="315"/>
                  <a:pt x="2228" y="315"/>
                </a:cubicBezTo>
                <a:cubicBezTo>
                  <a:pt x="2229" y="316"/>
                  <a:pt x="2230" y="316"/>
                  <a:pt x="2231" y="316"/>
                </a:cubicBezTo>
                <a:cubicBezTo>
                  <a:pt x="2232" y="316"/>
                  <a:pt x="2232" y="316"/>
                  <a:pt x="2232" y="316"/>
                </a:cubicBezTo>
                <a:cubicBezTo>
                  <a:pt x="2232" y="316"/>
                  <a:pt x="2232" y="316"/>
                  <a:pt x="2232" y="316"/>
                </a:cubicBezTo>
                <a:cubicBezTo>
                  <a:pt x="2232" y="316"/>
                  <a:pt x="2233" y="316"/>
                  <a:pt x="2233" y="316"/>
                </a:cubicBezTo>
                <a:cubicBezTo>
                  <a:pt x="2233" y="316"/>
                  <a:pt x="2233" y="316"/>
                  <a:pt x="2233" y="316"/>
                </a:cubicBezTo>
                <a:cubicBezTo>
                  <a:pt x="2233" y="316"/>
                  <a:pt x="2233" y="316"/>
                  <a:pt x="2234" y="316"/>
                </a:cubicBezTo>
                <a:cubicBezTo>
                  <a:pt x="2234" y="316"/>
                  <a:pt x="2234" y="316"/>
                  <a:pt x="2234" y="316"/>
                </a:cubicBezTo>
                <a:cubicBezTo>
                  <a:pt x="2234" y="316"/>
                  <a:pt x="2234" y="316"/>
                  <a:pt x="2234" y="316"/>
                </a:cubicBezTo>
                <a:cubicBezTo>
                  <a:pt x="2235" y="316"/>
                  <a:pt x="2235" y="316"/>
                  <a:pt x="2235" y="316"/>
                </a:cubicBezTo>
                <a:cubicBezTo>
                  <a:pt x="2235" y="316"/>
                  <a:pt x="2235" y="316"/>
                  <a:pt x="2236" y="316"/>
                </a:cubicBezTo>
                <a:cubicBezTo>
                  <a:pt x="2236" y="316"/>
                  <a:pt x="2236" y="316"/>
                  <a:pt x="2236" y="316"/>
                </a:cubicBezTo>
                <a:cubicBezTo>
                  <a:pt x="2237" y="316"/>
                  <a:pt x="2237" y="316"/>
                  <a:pt x="2237" y="316"/>
                </a:cubicBezTo>
                <a:cubicBezTo>
                  <a:pt x="2237" y="315"/>
                  <a:pt x="2237" y="315"/>
                  <a:pt x="2238" y="315"/>
                </a:cubicBezTo>
                <a:cubicBezTo>
                  <a:pt x="2239" y="315"/>
                  <a:pt x="2239" y="315"/>
                  <a:pt x="2239" y="315"/>
                </a:cubicBezTo>
                <a:cubicBezTo>
                  <a:pt x="2240" y="314"/>
                  <a:pt x="2240" y="313"/>
                  <a:pt x="2240" y="312"/>
                </a:cubicBezTo>
                <a:cubicBezTo>
                  <a:pt x="2240" y="312"/>
                  <a:pt x="2240" y="311"/>
                  <a:pt x="2240" y="311"/>
                </a:cubicBezTo>
                <a:cubicBezTo>
                  <a:pt x="2240" y="311"/>
                  <a:pt x="2240" y="311"/>
                  <a:pt x="2239" y="311"/>
                </a:cubicBezTo>
                <a:cubicBezTo>
                  <a:pt x="2239" y="310"/>
                  <a:pt x="2239" y="310"/>
                  <a:pt x="2239" y="310"/>
                </a:cubicBezTo>
                <a:cubicBezTo>
                  <a:pt x="2239" y="310"/>
                  <a:pt x="2238" y="310"/>
                  <a:pt x="2238" y="310"/>
                </a:cubicBezTo>
                <a:cubicBezTo>
                  <a:pt x="2238" y="309"/>
                  <a:pt x="2237" y="309"/>
                  <a:pt x="2237" y="309"/>
                </a:cubicBezTo>
                <a:cubicBezTo>
                  <a:pt x="2236" y="309"/>
                  <a:pt x="2235" y="308"/>
                  <a:pt x="2235" y="308"/>
                </a:cubicBezTo>
                <a:cubicBezTo>
                  <a:pt x="2234" y="308"/>
                  <a:pt x="2233" y="308"/>
                  <a:pt x="2233" y="308"/>
                </a:cubicBezTo>
                <a:cubicBezTo>
                  <a:pt x="2232" y="308"/>
                  <a:pt x="2231" y="308"/>
                  <a:pt x="2231" y="308"/>
                </a:cubicBezTo>
                <a:cubicBezTo>
                  <a:pt x="2230" y="308"/>
                  <a:pt x="2229" y="308"/>
                  <a:pt x="2229" y="308"/>
                </a:cubicBezTo>
                <a:close/>
                <a:moveTo>
                  <a:pt x="1525" y="308"/>
                </a:moveTo>
                <a:cubicBezTo>
                  <a:pt x="1525" y="308"/>
                  <a:pt x="1525" y="308"/>
                  <a:pt x="1525" y="308"/>
                </a:cubicBezTo>
                <a:cubicBezTo>
                  <a:pt x="1524" y="308"/>
                  <a:pt x="1524" y="308"/>
                  <a:pt x="1524" y="308"/>
                </a:cubicBezTo>
                <a:cubicBezTo>
                  <a:pt x="1524" y="308"/>
                  <a:pt x="1523" y="308"/>
                  <a:pt x="1523" y="308"/>
                </a:cubicBezTo>
                <a:cubicBezTo>
                  <a:pt x="1523" y="308"/>
                  <a:pt x="1522" y="308"/>
                  <a:pt x="1522" y="308"/>
                </a:cubicBezTo>
                <a:cubicBezTo>
                  <a:pt x="1521" y="308"/>
                  <a:pt x="1521" y="308"/>
                  <a:pt x="1520" y="308"/>
                </a:cubicBezTo>
                <a:cubicBezTo>
                  <a:pt x="1519" y="308"/>
                  <a:pt x="1519" y="308"/>
                  <a:pt x="1518" y="308"/>
                </a:cubicBezTo>
                <a:cubicBezTo>
                  <a:pt x="1518" y="308"/>
                  <a:pt x="1517" y="309"/>
                  <a:pt x="1517" y="309"/>
                </a:cubicBezTo>
                <a:cubicBezTo>
                  <a:pt x="1516" y="309"/>
                  <a:pt x="1516" y="309"/>
                  <a:pt x="1515" y="310"/>
                </a:cubicBezTo>
                <a:cubicBezTo>
                  <a:pt x="1514" y="310"/>
                  <a:pt x="1514" y="311"/>
                  <a:pt x="1514" y="313"/>
                </a:cubicBezTo>
                <a:cubicBezTo>
                  <a:pt x="1515" y="314"/>
                  <a:pt x="1516" y="314"/>
                  <a:pt x="1517" y="315"/>
                </a:cubicBezTo>
                <a:cubicBezTo>
                  <a:pt x="1518" y="315"/>
                  <a:pt x="1518" y="315"/>
                  <a:pt x="1518" y="315"/>
                </a:cubicBezTo>
                <a:cubicBezTo>
                  <a:pt x="1519" y="316"/>
                  <a:pt x="1520" y="316"/>
                  <a:pt x="1521" y="316"/>
                </a:cubicBezTo>
                <a:cubicBezTo>
                  <a:pt x="1521" y="316"/>
                  <a:pt x="1521" y="316"/>
                  <a:pt x="1521" y="316"/>
                </a:cubicBezTo>
                <a:cubicBezTo>
                  <a:pt x="1522" y="316"/>
                  <a:pt x="1522" y="316"/>
                  <a:pt x="1522" y="316"/>
                </a:cubicBezTo>
                <a:cubicBezTo>
                  <a:pt x="1522" y="316"/>
                  <a:pt x="1522" y="316"/>
                  <a:pt x="1522" y="316"/>
                </a:cubicBezTo>
                <a:cubicBezTo>
                  <a:pt x="1522" y="316"/>
                  <a:pt x="1523" y="316"/>
                  <a:pt x="1523" y="316"/>
                </a:cubicBezTo>
                <a:cubicBezTo>
                  <a:pt x="1523" y="316"/>
                  <a:pt x="1523" y="316"/>
                  <a:pt x="1523" y="316"/>
                </a:cubicBezTo>
                <a:cubicBezTo>
                  <a:pt x="1523" y="316"/>
                  <a:pt x="1523" y="316"/>
                  <a:pt x="1524" y="316"/>
                </a:cubicBezTo>
                <a:cubicBezTo>
                  <a:pt x="1524" y="316"/>
                  <a:pt x="1524" y="316"/>
                  <a:pt x="1524" y="316"/>
                </a:cubicBezTo>
                <a:cubicBezTo>
                  <a:pt x="1524" y="316"/>
                  <a:pt x="1524" y="316"/>
                  <a:pt x="1524" y="316"/>
                </a:cubicBezTo>
                <a:cubicBezTo>
                  <a:pt x="1525" y="316"/>
                  <a:pt x="1525" y="316"/>
                  <a:pt x="1525" y="316"/>
                </a:cubicBezTo>
                <a:cubicBezTo>
                  <a:pt x="1525" y="316"/>
                  <a:pt x="1525" y="316"/>
                  <a:pt x="1525" y="316"/>
                </a:cubicBezTo>
                <a:cubicBezTo>
                  <a:pt x="1525" y="316"/>
                  <a:pt x="1526" y="316"/>
                  <a:pt x="1526" y="316"/>
                </a:cubicBezTo>
                <a:cubicBezTo>
                  <a:pt x="1526" y="316"/>
                  <a:pt x="1526" y="316"/>
                  <a:pt x="1526" y="316"/>
                </a:cubicBezTo>
                <a:cubicBezTo>
                  <a:pt x="1527" y="315"/>
                  <a:pt x="1527" y="315"/>
                  <a:pt x="1527" y="315"/>
                </a:cubicBezTo>
                <a:cubicBezTo>
                  <a:pt x="1529" y="315"/>
                  <a:pt x="1529" y="315"/>
                  <a:pt x="1529" y="315"/>
                </a:cubicBezTo>
                <a:cubicBezTo>
                  <a:pt x="1530" y="314"/>
                  <a:pt x="1531" y="313"/>
                  <a:pt x="1531" y="312"/>
                </a:cubicBezTo>
                <a:cubicBezTo>
                  <a:pt x="1531" y="312"/>
                  <a:pt x="1531" y="311"/>
                  <a:pt x="1531" y="311"/>
                </a:cubicBezTo>
                <a:cubicBezTo>
                  <a:pt x="1531" y="311"/>
                  <a:pt x="1530" y="311"/>
                  <a:pt x="1530" y="311"/>
                </a:cubicBezTo>
                <a:cubicBezTo>
                  <a:pt x="1530" y="310"/>
                  <a:pt x="1530" y="310"/>
                  <a:pt x="1530" y="310"/>
                </a:cubicBezTo>
                <a:cubicBezTo>
                  <a:pt x="1530" y="310"/>
                  <a:pt x="1529" y="310"/>
                  <a:pt x="1529" y="310"/>
                </a:cubicBezTo>
                <a:cubicBezTo>
                  <a:pt x="1528" y="309"/>
                  <a:pt x="1528" y="309"/>
                  <a:pt x="1528" y="309"/>
                </a:cubicBezTo>
                <a:cubicBezTo>
                  <a:pt x="1527" y="309"/>
                  <a:pt x="1526" y="308"/>
                  <a:pt x="1525" y="308"/>
                </a:cubicBezTo>
                <a:close/>
                <a:moveTo>
                  <a:pt x="2190" y="308"/>
                </a:moveTo>
                <a:cubicBezTo>
                  <a:pt x="2190" y="308"/>
                  <a:pt x="2190" y="308"/>
                  <a:pt x="2190" y="308"/>
                </a:cubicBezTo>
                <a:cubicBezTo>
                  <a:pt x="2190" y="308"/>
                  <a:pt x="2190" y="308"/>
                  <a:pt x="2189" y="308"/>
                </a:cubicBezTo>
                <a:cubicBezTo>
                  <a:pt x="2189" y="308"/>
                  <a:pt x="2189" y="308"/>
                  <a:pt x="2189" y="308"/>
                </a:cubicBezTo>
                <a:cubicBezTo>
                  <a:pt x="2188" y="308"/>
                  <a:pt x="2188" y="308"/>
                  <a:pt x="2187" y="308"/>
                </a:cubicBezTo>
                <a:cubicBezTo>
                  <a:pt x="2186" y="308"/>
                  <a:pt x="2186" y="308"/>
                  <a:pt x="2185" y="308"/>
                </a:cubicBezTo>
                <a:cubicBezTo>
                  <a:pt x="2185" y="308"/>
                  <a:pt x="2184" y="309"/>
                  <a:pt x="2184" y="309"/>
                </a:cubicBezTo>
                <a:cubicBezTo>
                  <a:pt x="2183" y="309"/>
                  <a:pt x="2183" y="309"/>
                  <a:pt x="2183" y="310"/>
                </a:cubicBezTo>
                <a:cubicBezTo>
                  <a:pt x="2182" y="310"/>
                  <a:pt x="2182" y="310"/>
                  <a:pt x="2182" y="310"/>
                </a:cubicBezTo>
                <a:cubicBezTo>
                  <a:pt x="2182" y="310"/>
                  <a:pt x="2182" y="310"/>
                  <a:pt x="2182" y="311"/>
                </a:cubicBezTo>
                <a:cubicBezTo>
                  <a:pt x="2182" y="311"/>
                  <a:pt x="2182" y="311"/>
                  <a:pt x="2182" y="311"/>
                </a:cubicBezTo>
                <a:cubicBezTo>
                  <a:pt x="2182" y="311"/>
                  <a:pt x="2182" y="312"/>
                  <a:pt x="2182" y="313"/>
                </a:cubicBezTo>
                <a:cubicBezTo>
                  <a:pt x="2182" y="313"/>
                  <a:pt x="2183" y="313"/>
                  <a:pt x="2183" y="313"/>
                </a:cubicBezTo>
                <a:cubicBezTo>
                  <a:pt x="2183" y="314"/>
                  <a:pt x="2183" y="314"/>
                  <a:pt x="2183" y="314"/>
                </a:cubicBezTo>
                <a:cubicBezTo>
                  <a:pt x="2184" y="314"/>
                  <a:pt x="2184" y="314"/>
                  <a:pt x="2184" y="314"/>
                </a:cubicBezTo>
                <a:cubicBezTo>
                  <a:pt x="2184" y="315"/>
                  <a:pt x="2185" y="315"/>
                  <a:pt x="2185" y="315"/>
                </a:cubicBezTo>
                <a:cubicBezTo>
                  <a:pt x="2186" y="315"/>
                  <a:pt x="2186" y="315"/>
                  <a:pt x="2186" y="315"/>
                </a:cubicBezTo>
                <a:cubicBezTo>
                  <a:pt x="2187" y="316"/>
                  <a:pt x="2189" y="316"/>
                  <a:pt x="2190" y="316"/>
                </a:cubicBezTo>
                <a:cubicBezTo>
                  <a:pt x="2190" y="316"/>
                  <a:pt x="2190" y="316"/>
                  <a:pt x="2190" y="316"/>
                </a:cubicBezTo>
                <a:cubicBezTo>
                  <a:pt x="2190" y="316"/>
                  <a:pt x="2190" y="316"/>
                  <a:pt x="2190" y="316"/>
                </a:cubicBezTo>
                <a:cubicBezTo>
                  <a:pt x="2191" y="316"/>
                  <a:pt x="2191" y="316"/>
                  <a:pt x="2191" y="316"/>
                </a:cubicBezTo>
                <a:cubicBezTo>
                  <a:pt x="2191" y="316"/>
                  <a:pt x="2191" y="316"/>
                  <a:pt x="2191" y="316"/>
                </a:cubicBezTo>
                <a:cubicBezTo>
                  <a:pt x="2191" y="316"/>
                  <a:pt x="2192" y="316"/>
                  <a:pt x="2192" y="316"/>
                </a:cubicBezTo>
                <a:cubicBezTo>
                  <a:pt x="2192" y="316"/>
                  <a:pt x="2192" y="316"/>
                  <a:pt x="2192" y="316"/>
                </a:cubicBezTo>
                <a:cubicBezTo>
                  <a:pt x="2192" y="316"/>
                  <a:pt x="2192" y="316"/>
                  <a:pt x="2193" y="316"/>
                </a:cubicBezTo>
                <a:cubicBezTo>
                  <a:pt x="2193" y="316"/>
                  <a:pt x="2193" y="316"/>
                  <a:pt x="2193" y="316"/>
                </a:cubicBezTo>
                <a:cubicBezTo>
                  <a:pt x="2193" y="316"/>
                  <a:pt x="2194" y="316"/>
                  <a:pt x="2194" y="316"/>
                </a:cubicBezTo>
                <a:cubicBezTo>
                  <a:pt x="2194" y="316"/>
                  <a:pt x="2194" y="316"/>
                  <a:pt x="2195" y="316"/>
                </a:cubicBezTo>
                <a:cubicBezTo>
                  <a:pt x="2195" y="316"/>
                  <a:pt x="2195" y="316"/>
                  <a:pt x="2195" y="316"/>
                </a:cubicBezTo>
                <a:cubicBezTo>
                  <a:pt x="2195" y="315"/>
                  <a:pt x="2196" y="315"/>
                  <a:pt x="2196" y="315"/>
                </a:cubicBezTo>
                <a:cubicBezTo>
                  <a:pt x="2197" y="315"/>
                  <a:pt x="2197" y="315"/>
                  <a:pt x="2197" y="315"/>
                </a:cubicBezTo>
                <a:cubicBezTo>
                  <a:pt x="2198" y="314"/>
                  <a:pt x="2199" y="313"/>
                  <a:pt x="2199" y="312"/>
                </a:cubicBezTo>
                <a:cubicBezTo>
                  <a:pt x="2198" y="312"/>
                  <a:pt x="2198" y="311"/>
                  <a:pt x="2198" y="311"/>
                </a:cubicBezTo>
                <a:cubicBezTo>
                  <a:pt x="2198" y="311"/>
                  <a:pt x="2198" y="311"/>
                  <a:pt x="2198" y="311"/>
                </a:cubicBezTo>
                <a:cubicBezTo>
                  <a:pt x="2198" y="310"/>
                  <a:pt x="2197" y="310"/>
                  <a:pt x="2197" y="310"/>
                </a:cubicBezTo>
                <a:cubicBezTo>
                  <a:pt x="2197" y="310"/>
                  <a:pt x="2197" y="310"/>
                  <a:pt x="2196" y="310"/>
                </a:cubicBezTo>
                <a:cubicBezTo>
                  <a:pt x="2195" y="309"/>
                  <a:pt x="2193" y="308"/>
                  <a:pt x="2191" y="308"/>
                </a:cubicBezTo>
                <a:cubicBezTo>
                  <a:pt x="2191" y="308"/>
                  <a:pt x="2190" y="308"/>
                  <a:pt x="2190" y="308"/>
                </a:cubicBezTo>
                <a:close/>
                <a:moveTo>
                  <a:pt x="1609" y="308"/>
                </a:moveTo>
                <a:cubicBezTo>
                  <a:pt x="1608" y="308"/>
                  <a:pt x="1607" y="308"/>
                  <a:pt x="1605" y="308"/>
                </a:cubicBezTo>
                <a:cubicBezTo>
                  <a:pt x="1605" y="308"/>
                  <a:pt x="1604" y="308"/>
                  <a:pt x="1603" y="308"/>
                </a:cubicBezTo>
                <a:cubicBezTo>
                  <a:pt x="1603" y="308"/>
                  <a:pt x="1602" y="308"/>
                  <a:pt x="1602" y="308"/>
                </a:cubicBezTo>
                <a:cubicBezTo>
                  <a:pt x="1601" y="308"/>
                  <a:pt x="1600" y="309"/>
                  <a:pt x="1600" y="309"/>
                </a:cubicBezTo>
                <a:cubicBezTo>
                  <a:pt x="1600" y="309"/>
                  <a:pt x="1599" y="309"/>
                  <a:pt x="1599" y="310"/>
                </a:cubicBezTo>
                <a:cubicBezTo>
                  <a:pt x="1599" y="310"/>
                  <a:pt x="1598" y="310"/>
                  <a:pt x="1598" y="310"/>
                </a:cubicBezTo>
                <a:cubicBezTo>
                  <a:pt x="1598" y="310"/>
                  <a:pt x="1598" y="310"/>
                  <a:pt x="1598" y="311"/>
                </a:cubicBezTo>
                <a:cubicBezTo>
                  <a:pt x="1598" y="311"/>
                  <a:pt x="1598" y="311"/>
                  <a:pt x="1598" y="311"/>
                </a:cubicBezTo>
                <a:cubicBezTo>
                  <a:pt x="1598" y="311"/>
                  <a:pt x="1598" y="312"/>
                  <a:pt x="1598" y="313"/>
                </a:cubicBezTo>
                <a:cubicBezTo>
                  <a:pt x="1598" y="313"/>
                  <a:pt x="1598" y="313"/>
                  <a:pt x="1598" y="313"/>
                </a:cubicBezTo>
                <a:cubicBezTo>
                  <a:pt x="1598" y="314"/>
                  <a:pt x="1599" y="314"/>
                  <a:pt x="1599" y="314"/>
                </a:cubicBezTo>
                <a:cubicBezTo>
                  <a:pt x="1599" y="314"/>
                  <a:pt x="1599" y="314"/>
                  <a:pt x="1599" y="314"/>
                </a:cubicBezTo>
                <a:cubicBezTo>
                  <a:pt x="1600" y="315"/>
                  <a:pt x="1600" y="315"/>
                  <a:pt x="1600" y="315"/>
                </a:cubicBezTo>
                <a:cubicBezTo>
                  <a:pt x="1602" y="315"/>
                  <a:pt x="1602" y="315"/>
                  <a:pt x="1602" y="315"/>
                </a:cubicBezTo>
                <a:cubicBezTo>
                  <a:pt x="1603" y="316"/>
                  <a:pt x="1604" y="316"/>
                  <a:pt x="1605" y="316"/>
                </a:cubicBezTo>
                <a:cubicBezTo>
                  <a:pt x="1605" y="316"/>
                  <a:pt x="1605" y="316"/>
                  <a:pt x="1605" y="316"/>
                </a:cubicBezTo>
                <a:cubicBezTo>
                  <a:pt x="1605" y="316"/>
                  <a:pt x="1605" y="316"/>
                  <a:pt x="1605" y="316"/>
                </a:cubicBezTo>
                <a:cubicBezTo>
                  <a:pt x="1606" y="316"/>
                  <a:pt x="1606" y="316"/>
                  <a:pt x="1606" y="316"/>
                </a:cubicBezTo>
                <a:cubicBezTo>
                  <a:pt x="1606" y="316"/>
                  <a:pt x="1606" y="316"/>
                  <a:pt x="1606" y="316"/>
                </a:cubicBezTo>
                <a:cubicBezTo>
                  <a:pt x="1606" y="316"/>
                  <a:pt x="1607" y="316"/>
                  <a:pt x="1607" y="316"/>
                </a:cubicBezTo>
                <a:cubicBezTo>
                  <a:pt x="1607" y="316"/>
                  <a:pt x="1607" y="316"/>
                  <a:pt x="1607" y="316"/>
                </a:cubicBezTo>
                <a:cubicBezTo>
                  <a:pt x="1607" y="316"/>
                  <a:pt x="1607" y="316"/>
                  <a:pt x="1608" y="316"/>
                </a:cubicBezTo>
                <a:cubicBezTo>
                  <a:pt x="1608" y="316"/>
                  <a:pt x="1608" y="316"/>
                  <a:pt x="1608" y="316"/>
                </a:cubicBezTo>
                <a:cubicBezTo>
                  <a:pt x="1608" y="316"/>
                  <a:pt x="1608" y="316"/>
                  <a:pt x="1608" y="316"/>
                </a:cubicBezTo>
                <a:cubicBezTo>
                  <a:pt x="1609" y="316"/>
                  <a:pt x="1609" y="316"/>
                  <a:pt x="1609" y="316"/>
                </a:cubicBezTo>
                <a:cubicBezTo>
                  <a:pt x="1609" y="316"/>
                  <a:pt x="1609" y="316"/>
                  <a:pt x="1609" y="316"/>
                </a:cubicBezTo>
                <a:cubicBezTo>
                  <a:pt x="1609" y="316"/>
                  <a:pt x="1609" y="316"/>
                  <a:pt x="1610" y="316"/>
                </a:cubicBezTo>
                <a:cubicBezTo>
                  <a:pt x="1611" y="315"/>
                  <a:pt x="1611" y="315"/>
                  <a:pt x="1611" y="315"/>
                </a:cubicBezTo>
                <a:cubicBezTo>
                  <a:pt x="1612" y="315"/>
                  <a:pt x="1612" y="315"/>
                  <a:pt x="1612" y="315"/>
                </a:cubicBezTo>
                <a:cubicBezTo>
                  <a:pt x="1613" y="314"/>
                  <a:pt x="1614" y="313"/>
                  <a:pt x="1614" y="312"/>
                </a:cubicBezTo>
                <a:cubicBezTo>
                  <a:pt x="1614" y="312"/>
                  <a:pt x="1614" y="311"/>
                  <a:pt x="1614" y="311"/>
                </a:cubicBezTo>
                <a:cubicBezTo>
                  <a:pt x="1614" y="311"/>
                  <a:pt x="1614" y="311"/>
                  <a:pt x="1614" y="311"/>
                </a:cubicBezTo>
                <a:cubicBezTo>
                  <a:pt x="1614" y="310"/>
                  <a:pt x="1613" y="310"/>
                  <a:pt x="1613" y="310"/>
                </a:cubicBezTo>
                <a:cubicBezTo>
                  <a:pt x="1613" y="310"/>
                  <a:pt x="1613" y="310"/>
                  <a:pt x="1613" y="310"/>
                </a:cubicBezTo>
                <a:cubicBezTo>
                  <a:pt x="1612" y="309"/>
                  <a:pt x="1612" y="309"/>
                  <a:pt x="1612" y="309"/>
                </a:cubicBezTo>
                <a:cubicBezTo>
                  <a:pt x="1611" y="309"/>
                  <a:pt x="1610" y="308"/>
                  <a:pt x="1609" y="308"/>
                </a:cubicBezTo>
                <a:close/>
                <a:moveTo>
                  <a:pt x="1728" y="308"/>
                </a:moveTo>
                <a:cubicBezTo>
                  <a:pt x="1728" y="308"/>
                  <a:pt x="1727" y="308"/>
                  <a:pt x="1727" y="308"/>
                </a:cubicBezTo>
                <a:cubicBezTo>
                  <a:pt x="1726" y="308"/>
                  <a:pt x="1726" y="309"/>
                  <a:pt x="1725" y="309"/>
                </a:cubicBezTo>
                <a:cubicBezTo>
                  <a:pt x="1725" y="309"/>
                  <a:pt x="1724" y="309"/>
                  <a:pt x="1724" y="310"/>
                </a:cubicBezTo>
                <a:cubicBezTo>
                  <a:pt x="1724" y="310"/>
                  <a:pt x="1723" y="310"/>
                  <a:pt x="1723" y="310"/>
                </a:cubicBezTo>
                <a:cubicBezTo>
                  <a:pt x="1723" y="310"/>
                  <a:pt x="1723" y="310"/>
                  <a:pt x="1723" y="311"/>
                </a:cubicBezTo>
                <a:cubicBezTo>
                  <a:pt x="1723" y="311"/>
                  <a:pt x="1723" y="311"/>
                  <a:pt x="1723" y="311"/>
                </a:cubicBezTo>
                <a:cubicBezTo>
                  <a:pt x="1723" y="311"/>
                  <a:pt x="1723" y="312"/>
                  <a:pt x="1723" y="313"/>
                </a:cubicBezTo>
                <a:cubicBezTo>
                  <a:pt x="1723" y="313"/>
                  <a:pt x="1723" y="313"/>
                  <a:pt x="1723" y="313"/>
                </a:cubicBezTo>
                <a:cubicBezTo>
                  <a:pt x="1724" y="314"/>
                  <a:pt x="1724" y="314"/>
                  <a:pt x="1724" y="314"/>
                </a:cubicBezTo>
                <a:cubicBezTo>
                  <a:pt x="1724" y="314"/>
                  <a:pt x="1725" y="314"/>
                  <a:pt x="1725" y="314"/>
                </a:cubicBezTo>
                <a:cubicBezTo>
                  <a:pt x="1725" y="315"/>
                  <a:pt x="1725" y="315"/>
                  <a:pt x="1726" y="315"/>
                </a:cubicBezTo>
                <a:cubicBezTo>
                  <a:pt x="1727" y="315"/>
                  <a:pt x="1727" y="315"/>
                  <a:pt x="1727" y="315"/>
                </a:cubicBezTo>
                <a:cubicBezTo>
                  <a:pt x="1728" y="316"/>
                  <a:pt x="1729" y="316"/>
                  <a:pt x="1730" y="316"/>
                </a:cubicBezTo>
                <a:cubicBezTo>
                  <a:pt x="1730" y="316"/>
                  <a:pt x="1730" y="316"/>
                  <a:pt x="1730" y="316"/>
                </a:cubicBezTo>
                <a:cubicBezTo>
                  <a:pt x="1731" y="316"/>
                  <a:pt x="1731" y="316"/>
                  <a:pt x="1731" y="316"/>
                </a:cubicBezTo>
                <a:cubicBezTo>
                  <a:pt x="1731" y="316"/>
                  <a:pt x="1731" y="316"/>
                  <a:pt x="1731" y="316"/>
                </a:cubicBezTo>
                <a:cubicBezTo>
                  <a:pt x="1731" y="316"/>
                  <a:pt x="1732" y="316"/>
                  <a:pt x="1732" y="316"/>
                </a:cubicBezTo>
                <a:cubicBezTo>
                  <a:pt x="1732" y="316"/>
                  <a:pt x="1732" y="316"/>
                  <a:pt x="1732" y="316"/>
                </a:cubicBezTo>
                <a:cubicBezTo>
                  <a:pt x="1732" y="316"/>
                  <a:pt x="1732" y="316"/>
                  <a:pt x="1733" y="316"/>
                </a:cubicBezTo>
                <a:cubicBezTo>
                  <a:pt x="1733" y="316"/>
                  <a:pt x="1733" y="316"/>
                  <a:pt x="1733" y="316"/>
                </a:cubicBezTo>
                <a:cubicBezTo>
                  <a:pt x="1733" y="316"/>
                  <a:pt x="1733" y="316"/>
                  <a:pt x="1733" y="316"/>
                </a:cubicBezTo>
                <a:cubicBezTo>
                  <a:pt x="1734" y="316"/>
                  <a:pt x="1734" y="316"/>
                  <a:pt x="1734" y="316"/>
                </a:cubicBezTo>
                <a:cubicBezTo>
                  <a:pt x="1734" y="316"/>
                  <a:pt x="1735" y="316"/>
                  <a:pt x="1735" y="316"/>
                </a:cubicBezTo>
                <a:cubicBezTo>
                  <a:pt x="1735" y="316"/>
                  <a:pt x="1735" y="316"/>
                  <a:pt x="1736" y="316"/>
                </a:cubicBezTo>
                <a:cubicBezTo>
                  <a:pt x="1736" y="315"/>
                  <a:pt x="1736" y="315"/>
                  <a:pt x="1736" y="315"/>
                </a:cubicBezTo>
                <a:cubicBezTo>
                  <a:pt x="1737" y="315"/>
                  <a:pt x="1737" y="315"/>
                  <a:pt x="1737" y="315"/>
                </a:cubicBezTo>
                <a:cubicBezTo>
                  <a:pt x="1739" y="314"/>
                  <a:pt x="1739" y="313"/>
                  <a:pt x="1739" y="312"/>
                </a:cubicBezTo>
                <a:cubicBezTo>
                  <a:pt x="1739" y="312"/>
                  <a:pt x="1739" y="311"/>
                  <a:pt x="1739" y="311"/>
                </a:cubicBezTo>
                <a:cubicBezTo>
                  <a:pt x="1739" y="311"/>
                  <a:pt x="1739" y="311"/>
                  <a:pt x="1739" y="311"/>
                </a:cubicBezTo>
                <a:cubicBezTo>
                  <a:pt x="1739" y="310"/>
                  <a:pt x="1739" y="310"/>
                  <a:pt x="1738" y="310"/>
                </a:cubicBezTo>
                <a:cubicBezTo>
                  <a:pt x="1738" y="310"/>
                  <a:pt x="1738" y="310"/>
                  <a:pt x="1738" y="310"/>
                </a:cubicBezTo>
                <a:cubicBezTo>
                  <a:pt x="1736" y="308"/>
                  <a:pt x="1733" y="308"/>
                  <a:pt x="1731" y="308"/>
                </a:cubicBezTo>
                <a:cubicBezTo>
                  <a:pt x="1730" y="308"/>
                  <a:pt x="1729" y="308"/>
                  <a:pt x="1728" y="308"/>
                </a:cubicBezTo>
                <a:close/>
                <a:moveTo>
                  <a:pt x="495" y="318"/>
                </a:moveTo>
                <a:cubicBezTo>
                  <a:pt x="494" y="319"/>
                  <a:pt x="493" y="319"/>
                  <a:pt x="492" y="319"/>
                </a:cubicBezTo>
                <a:cubicBezTo>
                  <a:pt x="491" y="320"/>
                  <a:pt x="491" y="320"/>
                  <a:pt x="490" y="321"/>
                </a:cubicBezTo>
                <a:cubicBezTo>
                  <a:pt x="490" y="321"/>
                  <a:pt x="489" y="322"/>
                  <a:pt x="489" y="322"/>
                </a:cubicBezTo>
                <a:cubicBezTo>
                  <a:pt x="489" y="323"/>
                  <a:pt x="489" y="323"/>
                  <a:pt x="489" y="324"/>
                </a:cubicBezTo>
                <a:cubicBezTo>
                  <a:pt x="490" y="324"/>
                  <a:pt x="490" y="325"/>
                  <a:pt x="491" y="325"/>
                </a:cubicBezTo>
                <a:cubicBezTo>
                  <a:pt x="492" y="326"/>
                  <a:pt x="492" y="326"/>
                  <a:pt x="493" y="326"/>
                </a:cubicBezTo>
                <a:cubicBezTo>
                  <a:pt x="494" y="326"/>
                  <a:pt x="495" y="326"/>
                  <a:pt x="497" y="326"/>
                </a:cubicBezTo>
                <a:cubicBezTo>
                  <a:pt x="498" y="326"/>
                  <a:pt x="499" y="326"/>
                  <a:pt x="500" y="326"/>
                </a:cubicBezTo>
                <a:cubicBezTo>
                  <a:pt x="501" y="326"/>
                  <a:pt x="502" y="326"/>
                  <a:pt x="503" y="325"/>
                </a:cubicBezTo>
                <a:cubicBezTo>
                  <a:pt x="504" y="325"/>
                  <a:pt x="504" y="324"/>
                  <a:pt x="505" y="324"/>
                </a:cubicBezTo>
                <a:cubicBezTo>
                  <a:pt x="505" y="323"/>
                  <a:pt x="506" y="323"/>
                  <a:pt x="506" y="322"/>
                </a:cubicBezTo>
                <a:cubicBezTo>
                  <a:pt x="506" y="322"/>
                  <a:pt x="506" y="321"/>
                  <a:pt x="506" y="321"/>
                </a:cubicBezTo>
                <a:cubicBezTo>
                  <a:pt x="505" y="320"/>
                  <a:pt x="505" y="320"/>
                  <a:pt x="504" y="319"/>
                </a:cubicBezTo>
                <a:cubicBezTo>
                  <a:pt x="504" y="319"/>
                  <a:pt x="503" y="319"/>
                  <a:pt x="502" y="318"/>
                </a:cubicBezTo>
                <a:cubicBezTo>
                  <a:pt x="501" y="318"/>
                  <a:pt x="500" y="318"/>
                  <a:pt x="499" y="318"/>
                </a:cubicBezTo>
                <a:cubicBezTo>
                  <a:pt x="497" y="318"/>
                  <a:pt x="496" y="318"/>
                  <a:pt x="495" y="318"/>
                </a:cubicBezTo>
                <a:close/>
                <a:moveTo>
                  <a:pt x="370" y="318"/>
                </a:moveTo>
                <a:cubicBezTo>
                  <a:pt x="369" y="319"/>
                  <a:pt x="368" y="319"/>
                  <a:pt x="367" y="319"/>
                </a:cubicBezTo>
                <a:cubicBezTo>
                  <a:pt x="366" y="320"/>
                  <a:pt x="365" y="320"/>
                  <a:pt x="365" y="321"/>
                </a:cubicBezTo>
                <a:cubicBezTo>
                  <a:pt x="364" y="321"/>
                  <a:pt x="364" y="322"/>
                  <a:pt x="364" y="322"/>
                </a:cubicBezTo>
                <a:cubicBezTo>
                  <a:pt x="363" y="323"/>
                  <a:pt x="364" y="323"/>
                  <a:pt x="364" y="324"/>
                </a:cubicBezTo>
                <a:cubicBezTo>
                  <a:pt x="364" y="324"/>
                  <a:pt x="365" y="325"/>
                  <a:pt x="365" y="325"/>
                </a:cubicBezTo>
                <a:cubicBezTo>
                  <a:pt x="366" y="326"/>
                  <a:pt x="367" y="326"/>
                  <a:pt x="368" y="326"/>
                </a:cubicBezTo>
                <a:cubicBezTo>
                  <a:pt x="369" y="326"/>
                  <a:pt x="370" y="326"/>
                  <a:pt x="371" y="326"/>
                </a:cubicBezTo>
                <a:cubicBezTo>
                  <a:pt x="372" y="326"/>
                  <a:pt x="373" y="326"/>
                  <a:pt x="374" y="326"/>
                </a:cubicBezTo>
                <a:cubicBezTo>
                  <a:pt x="375" y="326"/>
                  <a:pt x="376" y="326"/>
                  <a:pt x="377" y="325"/>
                </a:cubicBezTo>
                <a:cubicBezTo>
                  <a:pt x="378" y="325"/>
                  <a:pt x="379" y="324"/>
                  <a:pt x="379" y="324"/>
                </a:cubicBezTo>
                <a:cubicBezTo>
                  <a:pt x="380" y="323"/>
                  <a:pt x="380" y="323"/>
                  <a:pt x="380" y="322"/>
                </a:cubicBezTo>
                <a:cubicBezTo>
                  <a:pt x="381" y="322"/>
                  <a:pt x="380" y="321"/>
                  <a:pt x="380" y="321"/>
                </a:cubicBezTo>
                <a:cubicBezTo>
                  <a:pt x="380" y="320"/>
                  <a:pt x="379" y="320"/>
                  <a:pt x="379" y="319"/>
                </a:cubicBezTo>
                <a:cubicBezTo>
                  <a:pt x="378" y="319"/>
                  <a:pt x="377" y="319"/>
                  <a:pt x="376" y="318"/>
                </a:cubicBezTo>
                <a:cubicBezTo>
                  <a:pt x="375" y="318"/>
                  <a:pt x="374" y="318"/>
                  <a:pt x="373" y="318"/>
                </a:cubicBezTo>
                <a:cubicBezTo>
                  <a:pt x="372" y="318"/>
                  <a:pt x="371" y="318"/>
                  <a:pt x="370" y="318"/>
                </a:cubicBezTo>
                <a:close/>
                <a:moveTo>
                  <a:pt x="328" y="318"/>
                </a:moveTo>
                <a:cubicBezTo>
                  <a:pt x="327" y="319"/>
                  <a:pt x="326" y="319"/>
                  <a:pt x="325" y="319"/>
                </a:cubicBezTo>
                <a:cubicBezTo>
                  <a:pt x="324" y="320"/>
                  <a:pt x="323" y="320"/>
                  <a:pt x="323" y="321"/>
                </a:cubicBezTo>
                <a:cubicBezTo>
                  <a:pt x="322" y="321"/>
                  <a:pt x="322" y="322"/>
                  <a:pt x="322" y="322"/>
                </a:cubicBezTo>
                <a:cubicBezTo>
                  <a:pt x="322" y="323"/>
                  <a:pt x="322" y="323"/>
                  <a:pt x="322" y="324"/>
                </a:cubicBezTo>
                <a:cubicBezTo>
                  <a:pt x="322" y="324"/>
                  <a:pt x="323" y="325"/>
                  <a:pt x="323" y="325"/>
                </a:cubicBezTo>
                <a:cubicBezTo>
                  <a:pt x="324" y="326"/>
                  <a:pt x="325" y="326"/>
                  <a:pt x="326" y="326"/>
                </a:cubicBezTo>
                <a:cubicBezTo>
                  <a:pt x="327" y="326"/>
                  <a:pt x="328" y="326"/>
                  <a:pt x="329" y="326"/>
                </a:cubicBezTo>
                <a:cubicBezTo>
                  <a:pt x="330" y="326"/>
                  <a:pt x="331" y="326"/>
                  <a:pt x="332" y="326"/>
                </a:cubicBezTo>
                <a:cubicBezTo>
                  <a:pt x="333" y="326"/>
                  <a:pt x="334" y="326"/>
                  <a:pt x="335" y="325"/>
                </a:cubicBezTo>
                <a:cubicBezTo>
                  <a:pt x="336" y="325"/>
                  <a:pt x="337" y="324"/>
                  <a:pt x="337" y="324"/>
                </a:cubicBezTo>
                <a:cubicBezTo>
                  <a:pt x="338" y="323"/>
                  <a:pt x="338" y="323"/>
                  <a:pt x="339" y="322"/>
                </a:cubicBezTo>
                <a:cubicBezTo>
                  <a:pt x="339" y="322"/>
                  <a:pt x="339" y="321"/>
                  <a:pt x="338" y="321"/>
                </a:cubicBezTo>
                <a:cubicBezTo>
                  <a:pt x="338" y="320"/>
                  <a:pt x="338" y="320"/>
                  <a:pt x="337" y="319"/>
                </a:cubicBezTo>
                <a:cubicBezTo>
                  <a:pt x="336" y="319"/>
                  <a:pt x="335" y="319"/>
                  <a:pt x="334" y="318"/>
                </a:cubicBezTo>
                <a:cubicBezTo>
                  <a:pt x="334" y="318"/>
                  <a:pt x="332" y="318"/>
                  <a:pt x="331" y="318"/>
                </a:cubicBezTo>
                <a:cubicBezTo>
                  <a:pt x="330" y="318"/>
                  <a:pt x="329" y="318"/>
                  <a:pt x="328" y="318"/>
                </a:cubicBezTo>
                <a:close/>
                <a:moveTo>
                  <a:pt x="579" y="318"/>
                </a:moveTo>
                <a:cubicBezTo>
                  <a:pt x="578" y="319"/>
                  <a:pt x="577" y="319"/>
                  <a:pt x="576" y="319"/>
                </a:cubicBezTo>
                <a:cubicBezTo>
                  <a:pt x="575" y="320"/>
                  <a:pt x="574" y="320"/>
                  <a:pt x="574" y="321"/>
                </a:cubicBezTo>
                <a:cubicBezTo>
                  <a:pt x="573" y="321"/>
                  <a:pt x="573" y="322"/>
                  <a:pt x="573" y="322"/>
                </a:cubicBezTo>
                <a:cubicBezTo>
                  <a:pt x="573" y="323"/>
                  <a:pt x="573" y="323"/>
                  <a:pt x="573" y="324"/>
                </a:cubicBezTo>
                <a:cubicBezTo>
                  <a:pt x="574" y="324"/>
                  <a:pt x="574" y="325"/>
                  <a:pt x="575" y="325"/>
                </a:cubicBezTo>
                <a:cubicBezTo>
                  <a:pt x="575" y="326"/>
                  <a:pt x="576" y="326"/>
                  <a:pt x="577" y="326"/>
                </a:cubicBezTo>
                <a:cubicBezTo>
                  <a:pt x="578" y="326"/>
                  <a:pt x="579" y="326"/>
                  <a:pt x="580" y="326"/>
                </a:cubicBezTo>
                <a:cubicBezTo>
                  <a:pt x="582" y="326"/>
                  <a:pt x="583" y="326"/>
                  <a:pt x="584" y="326"/>
                </a:cubicBezTo>
                <a:cubicBezTo>
                  <a:pt x="585" y="326"/>
                  <a:pt x="586" y="326"/>
                  <a:pt x="587" y="325"/>
                </a:cubicBezTo>
                <a:cubicBezTo>
                  <a:pt x="587" y="325"/>
                  <a:pt x="588" y="324"/>
                  <a:pt x="589" y="324"/>
                </a:cubicBezTo>
                <a:cubicBezTo>
                  <a:pt x="589" y="323"/>
                  <a:pt x="590" y="323"/>
                  <a:pt x="590" y="322"/>
                </a:cubicBezTo>
                <a:cubicBezTo>
                  <a:pt x="590" y="322"/>
                  <a:pt x="590" y="321"/>
                  <a:pt x="589" y="321"/>
                </a:cubicBezTo>
                <a:cubicBezTo>
                  <a:pt x="589" y="320"/>
                  <a:pt x="589" y="320"/>
                  <a:pt x="588" y="319"/>
                </a:cubicBezTo>
                <a:cubicBezTo>
                  <a:pt x="587" y="319"/>
                  <a:pt x="586" y="319"/>
                  <a:pt x="585" y="318"/>
                </a:cubicBezTo>
                <a:cubicBezTo>
                  <a:pt x="584" y="318"/>
                  <a:pt x="583" y="318"/>
                  <a:pt x="582" y="318"/>
                </a:cubicBezTo>
                <a:cubicBezTo>
                  <a:pt x="581" y="318"/>
                  <a:pt x="580" y="318"/>
                  <a:pt x="579" y="318"/>
                </a:cubicBezTo>
                <a:close/>
                <a:moveTo>
                  <a:pt x="453" y="318"/>
                </a:moveTo>
                <a:cubicBezTo>
                  <a:pt x="452" y="319"/>
                  <a:pt x="451" y="319"/>
                  <a:pt x="451" y="319"/>
                </a:cubicBezTo>
                <a:cubicBezTo>
                  <a:pt x="450" y="320"/>
                  <a:pt x="449" y="320"/>
                  <a:pt x="448" y="321"/>
                </a:cubicBezTo>
                <a:cubicBezTo>
                  <a:pt x="448" y="321"/>
                  <a:pt x="447" y="322"/>
                  <a:pt x="447" y="322"/>
                </a:cubicBezTo>
                <a:cubicBezTo>
                  <a:pt x="447" y="323"/>
                  <a:pt x="447" y="323"/>
                  <a:pt x="448" y="324"/>
                </a:cubicBezTo>
                <a:cubicBezTo>
                  <a:pt x="448" y="324"/>
                  <a:pt x="448" y="325"/>
                  <a:pt x="449" y="325"/>
                </a:cubicBezTo>
                <a:cubicBezTo>
                  <a:pt x="450" y="326"/>
                  <a:pt x="451" y="326"/>
                  <a:pt x="452" y="326"/>
                </a:cubicBezTo>
                <a:cubicBezTo>
                  <a:pt x="452" y="326"/>
                  <a:pt x="454" y="326"/>
                  <a:pt x="455" y="326"/>
                </a:cubicBezTo>
                <a:cubicBezTo>
                  <a:pt x="456" y="326"/>
                  <a:pt x="457" y="326"/>
                  <a:pt x="458" y="326"/>
                </a:cubicBezTo>
                <a:cubicBezTo>
                  <a:pt x="459" y="326"/>
                  <a:pt x="460" y="326"/>
                  <a:pt x="461" y="325"/>
                </a:cubicBezTo>
                <a:cubicBezTo>
                  <a:pt x="462" y="325"/>
                  <a:pt x="463" y="324"/>
                  <a:pt x="463" y="324"/>
                </a:cubicBezTo>
                <a:cubicBezTo>
                  <a:pt x="464" y="323"/>
                  <a:pt x="464" y="323"/>
                  <a:pt x="464" y="322"/>
                </a:cubicBezTo>
                <a:cubicBezTo>
                  <a:pt x="464" y="322"/>
                  <a:pt x="464" y="321"/>
                  <a:pt x="464" y="321"/>
                </a:cubicBezTo>
                <a:cubicBezTo>
                  <a:pt x="464" y="320"/>
                  <a:pt x="463" y="320"/>
                  <a:pt x="462" y="319"/>
                </a:cubicBezTo>
                <a:cubicBezTo>
                  <a:pt x="462" y="319"/>
                  <a:pt x="461" y="319"/>
                  <a:pt x="460" y="318"/>
                </a:cubicBezTo>
                <a:cubicBezTo>
                  <a:pt x="459" y="318"/>
                  <a:pt x="458" y="318"/>
                  <a:pt x="457" y="318"/>
                </a:cubicBezTo>
                <a:cubicBezTo>
                  <a:pt x="456" y="318"/>
                  <a:pt x="454" y="318"/>
                  <a:pt x="453" y="318"/>
                </a:cubicBezTo>
                <a:close/>
                <a:moveTo>
                  <a:pt x="412" y="318"/>
                </a:moveTo>
                <a:cubicBezTo>
                  <a:pt x="411" y="319"/>
                  <a:pt x="410" y="319"/>
                  <a:pt x="409" y="319"/>
                </a:cubicBezTo>
                <a:cubicBezTo>
                  <a:pt x="408" y="320"/>
                  <a:pt x="407" y="320"/>
                  <a:pt x="407" y="321"/>
                </a:cubicBezTo>
                <a:cubicBezTo>
                  <a:pt x="406" y="321"/>
                  <a:pt x="406" y="322"/>
                  <a:pt x="405" y="322"/>
                </a:cubicBezTo>
                <a:cubicBezTo>
                  <a:pt x="405" y="323"/>
                  <a:pt x="405" y="323"/>
                  <a:pt x="406" y="324"/>
                </a:cubicBezTo>
                <a:cubicBezTo>
                  <a:pt x="406" y="324"/>
                  <a:pt x="407" y="325"/>
                  <a:pt x="407" y="325"/>
                </a:cubicBezTo>
                <a:cubicBezTo>
                  <a:pt x="408" y="326"/>
                  <a:pt x="409" y="326"/>
                  <a:pt x="410" y="326"/>
                </a:cubicBezTo>
                <a:cubicBezTo>
                  <a:pt x="411" y="326"/>
                  <a:pt x="412" y="326"/>
                  <a:pt x="413" y="326"/>
                </a:cubicBezTo>
                <a:cubicBezTo>
                  <a:pt x="414" y="326"/>
                  <a:pt x="415" y="326"/>
                  <a:pt x="416" y="326"/>
                </a:cubicBezTo>
                <a:cubicBezTo>
                  <a:pt x="417" y="326"/>
                  <a:pt x="418" y="326"/>
                  <a:pt x="419" y="325"/>
                </a:cubicBezTo>
                <a:cubicBezTo>
                  <a:pt x="420" y="325"/>
                  <a:pt x="421" y="324"/>
                  <a:pt x="421" y="324"/>
                </a:cubicBezTo>
                <a:cubicBezTo>
                  <a:pt x="422" y="323"/>
                  <a:pt x="422" y="323"/>
                  <a:pt x="422" y="322"/>
                </a:cubicBezTo>
                <a:cubicBezTo>
                  <a:pt x="422" y="322"/>
                  <a:pt x="422" y="321"/>
                  <a:pt x="422" y="321"/>
                </a:cubicBezTo>
                <a:cubicBezTo>
                  <a:pt x="422" y="320"/>
                  <a:pt x="421" y="320"/>
                  <a:pt x="421" y="319"/>
                </a:cubicBezTo>
                <a:cubicBezTo>
                  <a:pt x="420" y="319"/>
                  <a:pt x="419" y="319"/>
                  <a:pt x="418" y="318"/>
                </a:cubicBezTo>
                <a:cubicBezTo>
                  <a:pt x="417" y="318"/>
                  <a:pt x="416" y="318"/>
                  <a:pt x="415" y="318"/>
                </a:cubicBezTo>
                <a:cubicBezTo>
                  <a:pt x="414" y="318"/>
                  <a:pt x="413" y="318"/>
                  <a:pt x="412" y="318"/>
                </a:cubicBezTo>
                <a:close/>
                <a:moveTo>
                  <a:pt x="244" y="318"/>
                </a:moveTo>
                <a:cubicBezTo>
                  <a:pt x="243" y="319"/>
                  <a:pt x="242" y="319"/>
                  <a:pt x="241" y="319"/>
                </a:cubicBezTo>
                <a:cubicBezTo>
                  <a:pt x="241" y="320"/>
                  <a:pt x="240" y="320"/>
                  <a:pt x="239" y="321"/>
                </a:cubicBezTo>
                <a:cubicBezTo>
                  <a:pt x="239" y="321"/>
                  <a:pt x="238" y="322"/>
                  <a:pt x="238" y="322"/>
                </a:cubicBezTo>
                <a:cubicBezTo>
                  <a:pt x="238" y="323"/>
                  <a:pt x="238" y="323"/>
                  <a:pt x="238" y="324"/>
                </a:cubicBezTo>
                <a:cubicBezTo>
                  <a:pt x="238" y="324"/>
                  <a:pt x="239" y="325"/>
                  <a:pt x="240" y="325"/>
                </a:cubicBezTo>
                <a:cubicBezTo>
                  <a:pt x="240" y="326"/>
                  <a:pt x="241" y="326"/>
                  <a:pt x="242" y="326"/>
                </a:cubicBezTo>
                <a:cubicBezTo>
                  <a:pt x="243" y="326"/>
                  <a:pt x="244" y="326"/>
                  <a:pt x="245" y="326"/>
                </a:cubicBezTo>
                <a:cubicBezTo>
                  <a:pt x="246" y="326"/>
                  <a:pt x="247" y="326"/>
                  <a:pt x="249" y="326"/>
                </a:cubicBezTo>
                <a:cubicBezTo>
                  <a:pt x="250" y="326"/>
                  <a:pt x="251" y="326"/>
                  <a:pt x="251" y="325"/>
                </a:cubicBezTo>
                <a:cubicBezTo>
                  <a:pt x="252" y="325"/>
                  <a:pt x="253" y="324"/>
                  <a:pt x="254" y="324"/>
                </a:cubicBezTo>
                <a:cubicBezTo>
                  <a:pt x="254" y="323"/>
                  <a:pt x="255" y="323"/>
                  <a:pt x="255" y="322"/>
                </a:cubicBezTo>
                <a:cubicBezTo>
                  <a:pt x="255" y="322"/>
                  <a:pt x="255" y="321"/>
                  <a:pt x="255" y="321"/>
                </a:cubicBezTo>
                <a:cubicBezTo>
                  <a:pt x="254" y="320"/>
                  <a:pt x="254" y="320"/>
                  <a:pt x="253" y="319"/>
                </a:cubicBezTo>
                <a:cubicBezTo>
                  <a:pt x="253" y="319"/>
                  <a:pt x="252" y="319"/>
                  <a:pt x="251" y="318"/>
                </a:cubicBezTo>
                <a:cubicBezTo>
                  <a:pt x="250" y="318"/>
                  <a:pt x="249" y="318"/>
                  <a:pt x="248" y="318"/>
                </a:cubicBezTo>
                <a:cubicBezTo>
                  <a:pt x="247" y="318"/>
                  <a:pt x="245" y="318"/>
                  <a:pt x="244" y="318"/>
                </a:cubicBezTo>
                <a:close/>
                <a:moveTo>
                  <a:pt x="537" y="318"/>
                </a:moveTo>
                <a:cubicBezTo>
                  <a:pt x="536" y="319"/>
                  <a:pt x="535" y="319"/>
                  <a:pt x="534" y="319"/>
                </a:cubicBezTo>
                <a:cubicBezTo>
                  <a:pt x="533" y="320"/>
                  <a:pt x="533" y="320"/>
                  <a:pt x="532" y="321"/>
                </a:cubicBezTo>
                <a:cubicBezTo>
                  <a:pt x="532" y="321"/>
                  <a:pt x="531" y="322"/>
                  <a:pt x="531" y="322"/>
                </a:cubicBezTo>
                <a:cubicBezTo>
                  <a:pt x="531" y="323"/>
                  <a:pt x="531" y="323"/>
                  <a:pt x="531" y="324"/>
                </a:cubicBezTo>
                <a:cubicBezTo>
                  <a:pt x="532" y="324"/>
                  <a:pt x="532" y="325"/>
                  <a:pt x="533" y="325"/>
                </a:cubicBezTo>
                <a:cubicBezTo>
                  <a:pt x="534" y="326"/>
                  <a:pt x="534" y="326"/>
                  <a:pt x="535" y="326"/>
                </a:cubicBezTo>
                <a:cubicBezTo>
                  <a:pt x="536" y="326"/>
                  <a:pt x="537" y="326"/>
                  <a:pt x="539" y="326"/>
                </a:cubicBezTo>
                <a:cubicBezTo>
                  <a:pt x="540" y="326"/>
                  <a:pt x="541" y="326"/>
                  <a:pt x="542" y="326"/>
                </a:cubicBezTo>
                <a:cubicBezTo>
                  <a:pt x="543" y="326"/>
                  <a:pt x="544" y="326"/>
                  <a:pt x="545" y="325"/>
                </a:cubicBezTo>
                <a:cubicBezTo>
                  <a:pt x="546" y="325"/>
                  <a:pt x="546" y="324"/>
                  <a:pt x="547" y="324"/>
                </a:cubicBezTo>
                <a:cubicBezTo>
                  <a:pt x="547" y="323"/>
                  <a:pt x="548" y="323"/>
                  <a:pt x="548" y="322"/>
                </a:cubicBezTo>
                <a:cubicBezTo>
                  <a:pt x="548" y="322"/>
                  <a:pt x="548" y="321"/>
                  <a:pt x="548" y="321"/>
                </a:cubicBezTo>
                <a:cubicBezTo>
                  <a:pt x="547" y="320"/>
                  <a:pt x="547" y="320"/>
                  <a:pt x="546" y="319"/>
                </a:cubicBezTo>
                <a:cubicBezTo>
                  <a:pt x="545" y="319"/>
                  <a:pt x="545" y="319"/>
                  <a:pt x="544" y="318"/>
                </a:cubicBezTo>
                <a:cubicBezTo>
                  <a:pt x="543" y="318"/>
                  <a:pt x="542" y="318"/>
                  <a:pt x="540" y="318"/>
                </a:cubicBezTo>
                <a:cubicBezTo>
                  <a:pt x="539" y="318"/>
                  <a:pt x="538" y="318"/>
                  <a:pt x="537" y="318"/>
                </a:cubicBezTo>
                <a:close/>
                <a:moveTo>
                  <a:pt x="286" y="318"/>
                </a:moveTo>
                <a:cubicBezTo>
                  <a:pt x="285" y="319"/>
                  <a:pt x="284" y="319"/>
                  <a:pt x="283" y="319"/>
                </a:cubicBezTo>
                <a:cubicBezTo>
                  <a:pt x="282" y="320"/>
                  <a:pt x="282" y="320"/>
                  <a:pt x="281" y="321"/>
                </a:cubicBezTo>
                <a:cubicBezTo>
                  <a:pt x="280" y="321"/>
                  <a:pt x="280" y="322"/>
                  <a:pt x="280" y="322"/>
                </a:cubicBezTo>
                <a:cubicBezTo>
                  <a:pt x="280" y="323"/>
                  <a:pt x="280" y="323"/>
                  <a:pt x="280" y="324"/>
                </a:cubicBezTo>
                <a:cubicBezTo>
                  <a:pt x="280" y="324"/>
                  <a:pt x="281" y="325"/>
                  <a:pt x="281" y="325"/>
                </a:cubicBezTo>
                <a:cubicBezTo>
                  <a:pt x="282" y="326"/>
                  <a:pt x="283" y="326"/>
                  <a:pt x="284" y="326"/>
                </a:cubicBezTo>
                <a:cubicBezTo>
                  <a:pt x="285" y="326"/>
                  <a:pt x="286" y="326"/>
                  <a:pt x="287" y="326"/>
                </a:cubicBezTo>
                <a:cubicBezTo>
                  <a:pt x="288" y="326"/>
                  <a:pt x="289" y="326"/>
                  <a:pt x="290" y="326"/>
                </a:cubicBezTo>
                <a:cubicBezTo>
                  <a:pt x="291" y="326"/>
                  <a:pt x="292" y="326"/>
                  <a:pt x="293" y="325"/>
                </a:cubicBezTo>
                <a:cubicBezTo>
                  <a:pt x="294" y="325"/>
                  <a:pt x="295" y="324"/>
                  <a:pt x="296" y="324"/>
                </a:cubicBezTo>
                <a:cubicBezTo>
                  <a:pt x="296" y="323"/>
                  <a:pt x="296" y="323"/>
                  <a:pt x="297" y="322"/>
                </a:cubicBezTo>
                <a:cubicBezTo>
                  <a:pt x="297" y="322"/>
                  <a:pt x="297" y="321"/>
                  <a:pt x="296" y="321"/>
                </a:cubicBezTo>
                <a:cubicBezTo>
                  <a:pt x="296" y="320"/>
                  <a:pt x="296" y="320"/>
                  <a:pt x="295" y="319"/>
                </a:cubicBezTo>
                <a:cubicBezTo>
                  <a:pt x="294" y="319"/>
                  <a:pt x="294" y="319"/>
                  <a:pt x="293" y="318"/>
                </a:cubicBezTo>
                <a:cubicBezTo>
                  <a:pt x="292" y="318"/>
                  <a:pt x="291" y="318"/>
                  <a:pt x="290" y="318"/>
                </a:cubicBezTo>
                <a:cubicBezTo>
                  <a:pt x="288" y="318"/>
                  <a:pt x="287" y="318"/>
                  <a:pt x="286" y="318"/>
                </a:cubicBezTo>
                <a:close/>
                <a:moveTo>
                  <a:pt x="1206" y="318"/>
                </a:moveTo>
                <a:cubicBezTo>
                  <a:pt x="1205" y="319"/>
                  <a:pt x="1204" y="319"/>
                  <a:pt x="1203" y="319"/>
                </a:cubicBezTo>
                <a:cubicBezTo>
                  <a:pt x="1203" y="320"/>
                  <a:pt x="1202" y="320"/>
                  <a:pt x="1202" y="321"/>
                </a:cubicBezTo>
                <a:cubicBezTo>
                  <a:pt x="1201" y="321"/>
                  <a:pt x="1201" y="322"/>
                  <a:pt x="1201" y="322"/>
                </a:cubicBezTo>
                <a:cubicBezTo>
                  <a:pt x="1201" y="323"/>
                  <a:pt x="1201" y="323"/>
                  <a:pt x="1202" y="324"/>
                </a:cubicBezTo>
                <a:cubicBezTo>
                  <a:pt x="1202" y="324"/>
                  <a:pt x="1203" y="325"/>
                  <a:pt x="1203" y="325"/>
                </a:cubicBezTo>
                <a:cubicBezTo>
                  <a:pt x="1204" y="326"/>
                  <a:pt x="1205" y="326"/>
                  <a:pt x="1206" y="326"/>
                </a:cubicBezTo>
                <a:cubicBezTo>
                  <a:pt x="1207" y="326"/>
                  <a:pt x="1208" y="326"/>
                  <a:pt x="1209" y="326"/>
                </a:cubicBezTo>
                <a:cubicBezTo>
                  <a:pt x="1210" y="326"/>
                  <a:pt x="1211" y="326"/>
                  <a:pt x="1212" y="326"/>
                </a:cubicBezTo>
                <a:cubicBezTo>
                  <a:pt x="1213" y="326"/>
                  <a:pt x="1214" y="326"/>
                  <a:pt x="1215" y="325"/>
                </a:cubicBezTo>
                <a:cubicBezTo>
                  <a:pt x="1216" y="325"/>
                  <a:pt x="1217" y="324"/>
                  <a:pt x="1217" y="324"/>
                </a:cubicBezTo>
                <a:cubicBezTo>
                  <a:pt x="1217" y="323"/>
                  <a:pt x="1218" y="323"/>
                  <a:pt x="1218" y="322"/>
                </a:cubicBezTo>
                <a:cubicBezTo>
                  <a:pt x="1218" y="322"/>
                  <a:pt x="1217" y="321"/>
                  <a:pt x="1217" y="321"/>
                </a:cubicBezTo>
                <a:cubicBezTo>
                  <a:pt x="1217" y="320"/>
                  <a:pt x="1216" y="320"/>
                  <a:pt x="1215" y="319"/>
                </a:cubicBezTo>
                <a:cubicBezTo>
                  <a:pt x="1214" y="319"/>
                  <a:pt x="1214" y="319"/>
                  <a:pt x="1213" y="318"/>
                </a:cubicBezTo>
                <a:cubicBezTo>
                  <a:pt x="1212" y="318"/>
                  <a:pt x="1210" y="318"/>
                  <a:pt x="1209" y="318"/>
                </a:cubicBezTo>
                <a:cubicBezTo>
                  <a:pt x="1208" y="318"/>
                  <a:pt x="1207" y="318"/>
                  <a:pt x="1206" y="318"/>
                </a:cubicBezTo>
                <a:close/>
                <a:moveTo>
                  <a:pt x="1248" y="318"/>
                </a:moveTo>
                <a:cubicBezTo>
                  <a:pt x="1247" y="319"/>
                  <a:pt x="1246" y="319"/>
                  <a:pt x="1245" y="319"/>
                </a:cubicBezTo>
                <a:cubicBezTo>
                  <a:pt x="1244" y="320"/>
                  <a:pt x="1244" y="320"/>
                  <a:pt x="1243" y="321"/>
                </a:cubicBezTo>
                <a:cubicBezTo>
                  <a:pt x="1243" y="321"/>
                  <a:pt x="1243" y="322"/>
                  <a:pt x="1243" y="322"/>
                </a:cubicBezTo>
                <a:cubicBezTo>
                  <a:pt x="1243" y="323"/>
                  <a:pt x="1243" y="323"/>
                  <a:pt x="1243" y="324"/>
                </a:cubicBezTo>
                <a:cubicBezTo>
                  <a:pt x="1244" y="324"/>
                  <a:pt x="1244" y="325"/>
                  <a:pt x="1245" y="325"/>
                </a:cubicBezTo>
                <a:cubicBezTo>
                  <a:pt x="1246" y="326"/>
                  <a:pt x="1247" y="326"/>
                  <a:pt x="1248" y="326"/>
                </a:cubicBezTo>
                <a:cubicBezTo>
                  <a:pt x="1249" y="326"/>
                  <a:pt x="1250" y="326"/>
                  <a:pt x="1251" y="326"/>
                </a:cubicBezTo>
                <a:cubicBezTo>
                  <a:pt x="1252" y="326"/>
                  <a:pt x="1253" y="326"/>
                  <a:pt x="1254" y="326"/>
                </a:cubicBezTo>
                <a:cubicBezTo>
                  <a:pt x="1255" y="326"/>
                  <a:pt x="1256" y="326"/>
                  <a:pt x="1257" y="325"/>
                </a:cubicBezTo>
                <a:cubicBezTo>
                  <a:pt x="1258" y="325"/>
                  <a:pt x="1258" y="324"/>
                  <a:pt x="1259" y="324"/>
                </a:cubicBezTo>
                <a:cubicBezTo>
                  <a:pt x="1259" y="323"/>
                  <a:pt x="1260" y="323"/>
                  <a:pt x="1260" y="322"/>
                </a:cubicBezTo>
                <a:cubicBezTo>
                  <a:pt x="1260" y="322"/>
                  <a:pt x="1259" y="321"/>
                  <a:pt x="1259" y="321"/>
                </a:cubicBezTo>
                <a:cubicBezTo>
                  <a:pt x="1258" y="320"/>
                  <a:pt x="1258" y="320"/>
                  <a:pt x="1257" y="319"/>
                </a:cubicBezTo>
                <a:cubicBezTo>
                  <a:pt x="1256" y="319"/>
                  <a:pt x="1255" y="319"/>
                  <a:pt x="1254" y="318"/>
                </a:cubicBezTo>
                <a:cubicBezTo>
                  <a:pt x="1253" y="318"/>
                  <a:pt x="1252" y="318"/>
                  <a:pt x="1251" y="318"/>
                </a:cubicBezTo>
                <a:cubicBezTo>
                  <a:pt x="1250" y="318"/>
                  <a:pt x="1249" y="318"/>
                  <a:pt x="1248" y="318"/>
                </a:cubicBezTo>
                <a:close/>
                <a:moveTo>
                  <a:pt x="1959" y="318"/>
                </a:moveTo>
                <a:cubicBezTo>
                  <a:pt x="1958" y="319"/>
                  <a:pt x="1957" y="319"/>
                  <a:pt x="1956" y="319"/>
                </a:cubicBezTo>
                <a:cubicBezTo>
                  <a:pt x="1956" y="320"/>
                  <a:pt x="1955" y="320"/>
                  <a:pt x="1955" y="321"/>
                </a:cubicBezTo>
                <a:cubicBezTo>
                  <a:pt x="1954" y="321"/>
                  <a:pt x="1954" y="322"/>
                  <a:pt x="1954" y="322"/>
                </a:cubicBezTo>
                <a:cubicBezTo>
                  <a:pt x="1955" y="323"/>
                  <a:pt x="1955" y="323"/>
                  <a:pt x="1955" y="324"/>
                </a:cubicBezTo>
                <a:cubicBezTo>
                  <a:pt x="1956" y="324"/>
                  <a:pt x="1957" y="325"/>
                  <a:pt x="1958" y="325"/>
                </a:cubicBezTo>
                <a:cubicBezTo>
                  <a:pt x="1958" y="326"/>
                  <a:pt x="1959" y="326"/>
                  <a:pt x="1960" y="326"/>
                </a:cubicBezTo>
                <a:cubicBezTo>
                  <a:pt x="1961" y="326"/>
                  <a:pt x="1963" y="326"/>
                  <a:pt x="1964" y="326"/>
                </a:cubicBezTo>
                <a:cubicBezTo>
                  <a:pt x="1965" y="326"/>
                  <a:pt x="1966" y="326"/>
                  <a:pt x="1967" y="326"/>
                </a:cubicBezTo>
                <a:cubicBezTo>
                  <a:pt x="1968" y="326"/>
                  <a:pt x="1969" y="326"/>
                  <a:pt x="1969" y="325"/>
                </a:cubicBezTo>
                <a:cubicBezTo>
                  <a:pt x="1970" y="325"/>
                  <a:pt x="1971" y="324"/>
                  <a:pt x="1971" y="324"/>
                </a:cubicBezTo>
                <a:cubicBezTo>
                  <a:pt x="1971" y="323"/>
                  <a:pt x="1971" y="323"/>
                  <a:pt x="1971" y="322"/>
                </a:cubicBezTo>
                <a:cubicBezTo>
                  <a:pt x="1971" y="322"/>
                  <a:pt x="1971" y="321"/>
                  <a:pt x="1970" y="321"/>
                </a:cubicBezTo>
                <a:cubicBezTo>
                  <a:pt x="1970" y="320"/>
                  <a:pt x="1969" y="320"/>
                  <a:pt x="1968" y="319"/>
                </a:cubicBezTo>
                <a:cubicBezTo>
                  <a:pt x="1967" y="319"/>
                  <a:pt x="1966" y="319"/>
                  <a:pt x="1965" y="318"/>
                </a:cubicBezTo>
                <a:cubicBezTo>
                  <a:pt x="1964" y="318"/>
                  <a:pt x="1963" y="318"/>
                  <a:pt x="1962" y="318"/>
                </a:cubicBezTo>
                <a:cubicBezTo>
                  <a:pt x="1961" y="318"/>
                  <a:pt x="1960" y="318"/>
                  <a:pt x="1959" y="318"/>
                </a:cubicBezTo>
                <a:close/>
                <a:moveTo>
                  <a:pt x="1875" y="318"/>
                </a:moveTo>
                <a:cubicBezTo>
                  <a:pt x="1874" y="319"/>
                  <a:pt x="1873" y="319"/>
                  <a:pt x="1873" y="319"/>
                </a:cubicBezTo>
                <a:cubicBezTo>
                  <a:pt x="1872" y="320"/>
                  <a:pt x="1871" y="320"/>
                  <a:pt x="1871" y="321"/>
                </a:cubicBezTo>
                <a:cubicBezTo>
                  <a:pt x="1871" y="321"/>
                  <a:pt x="1871" y="322"/>
                  <a:pt x="1871" y="322"/>
                </a:cubicBezTo>
                <a:cubicBezTo>
                  <a:pt x="1871" y="323"/>
                  <a:pt x="1871" y="323"/>
                  <a:pt x="1872" y="324"/>
                </a:cubicBezTo>
                <a:cubicBezTo>
                  <a:pt x="1872" y="324"/>
                  <a:pt x="1873" y="325"/>
                  <a:pt x="1874" y="325"/>
                </a:cubicBezTo>
                <a:cubicBezTo>
                  <a:pt x="1875" y="326"/>
                  <a:pt x="1876" y="326"/>
                  <a:pt x="1877" y="326"/>
                </a:cubicBezTo>
                <a:cubicBezTo>
                  <a:pt x="1878" y="326"/>
                  <a:pt x="1879" y="326"/>
                  <a:pt x="1880" y="326"/>
                </a:cubicBezTo>
                <a:cubicBezTo>
                  <a:pt x="1881" y="326"/>
                  <a:pt x="1882" y="326"/>
                  <a:pt x="1883" y="326"/>
                </a:cubicBezTo>
                <a:cubicBezTo>
                  <a:pt x="1884" y="326"/>
                  <a:pt x="1885" y="326"/>
                  <a:pt x="1886" y="325"/>
                </a:cubicBezTo>
                <a:cubicBezTo>
                  <a:pt x="1886" y="325"/>
                  <a:pt x="1887" y="324"/>
                  <a:pt x="1887" y="324"/>
                </a:cubicBezTo>
                <a:cubicBezTo>
                  <a:pt x="1887" y="323"/>
                  <a:pt x="1888" y="323"/>
                  <a:pt x="1887" y="322"/>
                </a:cubicBezTo>
                <a:cubicBezTo>
                  <a:pt x="1887" y="322"/>
                  <a:pt x="1887" y="321"/>
                  <a:pt x="1887" y="321"/>
                </a:cubicBezTo>
                <a:cubicBezTo>
                  <a:pt x="1886" y="320"/>
                  <a:pt x="1885" y="320"/>
                  <a:pt x="1884" y="319"/>
                </a:cubicBezTo>
                <a:cubicBezTo>
                  <a:pt x="1884" y="319"/>
                  <a:pt x="1883" y="319"/>
                  <a:pt x="1882" y="318"/>
                </a:cubicBezTo>
                <a:cubicBezTo>
                  <a:pt x="1881" y="318"/>
                  <a:pt x="1879" y="318"/>
                  <a:pt x="1878" y="318"/>
                </a:cubicBezTo>
                <a:cubicBezTo>
                  <a:pt x="1877" y="318"/>
                  <a:pt x="1876" y="318"/>
                  <a:pt x="1875" y="318"/>
                </a:cubicBezTo>
                <a:close/>
                <a:moveTo>
                  <a:pt x="2001" y="318"/>
                </a:moveTo>
                <a:cubicBezTo>
                  <a:pt x="2000" y="319"/>
                  <a:pt x="1999" y="319"/>
                  <a:pt x="1998" y="319"/>
                </a:cubicBezTo>
                <a:cubicBezTo>
                  <a:pt x="1997" y="320"/>
                  <a:pt x="1997" y="320"/>
                  <a:pt x="1997" y="321"/>
                </a:cubicBezTo>
                <a:cubicBezTo>
                  <a:pt x="1996" y="321"/>
                  <a:pt x="1996" y="322"/>
                  <a:pt x="1996" y="322"/>
                </a:cubicBezTo>
                <a:cubicBezTo>
                  <a:pt x="1996" y="323"/>
                  <a:pt x="1997" y="323"/>
                  <a:pt x="1997" y="324"/>
                </a:cubicBezTo>
                <a:cubicBezTo>
                  <a:pt x="1998" y="324"/>
                  <a:pt x="1999" y="325"/>
                  <a:pt x="1999" y="325"/>
                </a:cubicBezTo>
                <a:cubicBezTo>
                  <a:pt x="2000" y="326"/>
                  <a:pt x="2001" y="326"/>
                  <a:pt x="2002" y="326"/>
                </a:cubicBezTo>
                <a:cubicBezTo>
                  <a:pt x="2003" y="326"/>
                  <a:pt x="2004" y="326"/>
                  <a:pt x="2006" y="326"/>
                </a:cubicBezTo>
                <a:cubicBezTo>
                  <a:pt x="2007" y="326"/>
                  <a:pt x="2008" y="326"/>
                  <a:pt x="2009" y="326"/>
                </a:cubicBezTo>
                <a:cubicBezTo>
                  <a:pt x="2010" y="326"/>
                  <a:pt x="2011" y="326"/>
                  <a:pt x="2011" y="325"/>
                </a:cubicBezTo>
                <a:cubicBezTo>
                  <a:pt x="2012" y="325"/>
                  <a:pt x="2012" y="324"/>
                  <a:pt x="2013" y="324"/>
                </a:cubicBezTo>
                <a:cubicBezTo>
                  <a:pt x="2013" y="323"/>
                  <a:pt x="2013" y="323"/>
                  <a:pt x="2013" y="322"/>
                </a:cubicBezTo>
                <a:cubicBezTo>
                  <a:pt x="2013" y="322"/>
                  <a:pt x="2013" y="321"/>
                  <a:pt x="2012" y="321"/>
                </a:cubicBezTo>
                <a:cubicBezTo>
                  <a:pt x="2012" y="320"/>
                  <a:pt x="2011" y="320"/>
                  <a:pt x="2010" y="319"/>
                </a:cubicBezTo>
                <a:cubicBezTo>
                  <a:pt x="2009" y="319"/>
                  <a:pt x="2008" y="319"/>
                  <a:pt x="2007" y="318"/>
                </a:cubicBezTo>
                <a:cubicBezTo>
                  <a:pt x="2006" y="318"/>
                  <a:pt x="2005" y="318"/>
                  <a:pt x="2004" y="318"/>
                </a:cubicBezTo>
                <a:cubicBezTo>
                  <a:pt x="2003" y="318"/>
                  <a:pt x="2002" y="318"/>
                  <a:pt x="2001" y="318"/>
                </a:cubicBezTo>
                <a:close/>
                <a:moveTo>
                  <a:pt x="1750" y="318"/>
                </a:moveTo>
                <a:cubicBezTo>
                  <a:pt x="1749" y="319"/>
                  <a:pt x="1748" y="319"/>
                  <a:pt x="1747" y="319"/>
                </a:cubicBezTo>
                <a:cubicBezTo>
                  <a:pt x="1746" y="320"/>
                  <a:pt x="1746" y="320"/>
                  <a:pt x="1746" y="321"/>
                </a:cubicBezTo>
                <a:cubicBezTo>
                  <a:pt x="1745" y="321"/>
                  <a:pt x="1745" y="322"/>
                  <a:pt x="1745" y="322"/>
                </a:cubicBezTo>
                <a:cubicBezTo>
                  <a:pt x="1745" y="323"/>
                  <a:pt x="1746" y="323"/>
                  <a:pt x="1746" y="324"/>
                </a:cubicBezTo>
                <a:cubicBezTo>
                  <a:pt x="1747" y="324"/>
                  <a:pt x="1747" y="325"/>
                  <a:pt x="1748" y="325"/>
                </a:cubicBezTo>
                <a:cubicBezTo>
                  <a:pt x="1749" y="326"/>
                  <a:pt x="1750" y="326"/>
                  <a:pt x="1751" y="326"/>
                </a:cubicBezTo>
                <a:cubicBezTo>
                  <a:pt x="1752" y="326"/>
                  <a:pt x="1753" y="326"/>
                  <a:pt x="1754" y="326"/>
                </a:cubicBezTo>
                <a:cubicBezTo>
                  <a:pt x="1755" y="326"/>
                  <a:pt x="1756" y="326"/>
                  <a:pt x="1757" y="326"/>
                </a:cubicBezTo>
                <a:cubicBezTo>
                  <a:pt x="1758" y="326"/>
                  <a:pt x="1759" y="326"/>
                  <a:pt x="1760" y="325"/>
                </a:cubicBezTo>
                <a:cubicBezTo>
                  <a:pt x="1761" y="325"/>
                  <a:pt x="1761" y="324"/>
                  <a:pt x="1761" y="324"/>
                </a:cubicBezTo>
                <a:cubicBezTo>
                  <a:pt x="1762" y="323"/>
                  <a:pt x="1762" y="323"/>
                  <a:pt x="1762" y="322"/>
                </a:cubicBezTo>
                <a:cubicBezTo>
                  <a:pt x="1762" y="322"/>
                  <a:pt x="1761" y="321"/>
                  <a:pt x="1761" y="321"/>
                </a:cubicBezTo>
                <a:cubicBezTo>
                  <a:pt x="1760" y="320"/>
                  <a:pt x="1760" y="320"/>
                  <a:pt x="1759" y="319"/>
                </a:cubicBezTo>
                <a:cubicBezTo>
                  <a:pt x="1758" y="319"/>
                  <a:pt x="1757" y="319"/>
                  <a:pt x="1756" y="318"/>
                </a:cubicBezTo>
                <a:cubicBezTo>
                  <a:pt x="1755" y="318"/>
                  <a:pt x="1754" y="318"/>
                  <a:pt x="1753" y="318"/>
                </a:cubicBezTo>
                <a:cubicBezTo>
                  <a:pt x="1752" y="318"/>
                  <a:pt x="1751" y="318"/>
                  <a:pt x="1750" y="318"/>
                </a:cubicBezTo>
                <a:close/>
                <a:moveTo>
                  <a:pt x="1708" y="318"/>
                </a:moveTo>
                <a:cubicBezTo>
                  <a:pt x="1707" y="319"/>
                  <a:pt x="1706" y="319"/>
                  <a:pt x="1705" y="319"/>
                </a:cubicBezTo>
                <a:cubicBezTo>
                  <a:pt x="1705" y="320"/>
                  <a:pt x="1704" y="320"/>
                  <a:pt x="1704" y="321"/>
                </a:cubicBezTo>
                <a:cubicBezTo>
                  <a:pt x="1703" y="321"/>
                  <a:pt x="1703" y="322"/>
                  <a:pt x="1703" y="322"/>
                </a:cubicBezTo>
                <a:cubicBezTo>
                  <a:pt x="1703" y="323"/>
                  <a:pt x="1704" y="323"/>
                  <a:pt x="1704" y="324"/>
                </a:cubicBezTo>
                <a:cubicBezTo>
                  <a:pt x="1705" y="324"/>
                  <a:pt x="1705" y="325"/>
                  <a:pt x="1706" y="325"/>
                </a:cubicBezTo>
                <a:cubicBezTo>
                  <a:pt x="1707" y="326"/>
                  <a:pt x="1708" y="326"/>
                  <a:pt x="1709" y="326"/>
                </a:cubicBezTo>
                <a:cubicBezTo>
                  <a:pt x="1710" y="326"/>
                  <a:pt x="1711" y="326"/>
                  <a:pt x="1712" y="326"/>
                </a:cubicBezTo>
                <a:cubicBezTo>
                  <a:pt x="1713" y="326"/>
                  <a:pt x="1714" y="326"/>
                  <a:pt x="1715" y="326"/>
                </a:cubicBezTo>
                <a:cubicBezTo>
                  <a:pt x="1716" y="326"/>
                  <a:pt x="1717" y="326"/>
                  <a:pt x="1718" y="325"/>
                </a:cubicBezTo>
                <a:cubicBezTo>
                  <a:pt x="1719" y="325"/>
                  <a:pt x="1719" y="324"/>
                  <a:pt x="1720" y="324"/>
                </a:cubicBezTo>
                <a:cubicBezTo>
                  <a:pt x="1720" y="323"/>
                  <a:pt x="1720" y="323"/>
                  <a:pt x="1720" y="322"/>
                </a:cubicBezTo>
                <a:cubicBezTo>
                  <a:pt x="1720" y="322"/>
                  <a:pt x="1720" y="321"/>
                  <a:pt x="1719" y="321"/>
                </a:cubicBezTo>
                <a:cubicBezTo>
                  <a:pt x="1719" y="320"/>
                  <a:pt x="1718" y="320"/>
                  <a:pt x="1717" y="319"/>
                </a:cubicBezTo>
                <a:cubicBezTo>
                  <a:pt x="1716" y="319"/>
                  <a:pt x="1715" y="319"/>
                  <a:pt x="1714" y="318"/>
                </a:cubicBezTo>
                <a:cubicBezTo>
                  <a:pt x="1713" y="318"/>
                  <a:pt x="1712" y="318"/>
                  <a:pt x="1711" y="318"/>
                </a:cubicBezTo>
                <a:cubicBezTo>
                  <a:pt x="1710" y="318"/>
                  <a:pt x="1709" y="318"/>
                  <a:pt x="1708" y="318"/>
                </a:cubicBezTo>
                <a:close/>
                <a:moveTo>
                  <a:pt x="2042" y="318"/>
                </a:moveTo>
                <a:cubicBezTo>
                  <a:pt x="2041" y="319"/>
                  <a:pt x="2041" y="319"/>
                  <a:pt x="2040" y="319"/>
                </a:cubicBezTo>
                <a:cubicBezTo>
                  <a:pt x="2039" y="320"/>
                  <a:pt x="2039" y="320"/>
                  <a:pt x="2038" y="321"/>
                </a:cubicBezTo>
                <a:cubicBezTo>
                  <a:pt x="2038" y="321"/>
                  <a:pt x="2038" y="322"/>
                  <a:pt x="2038" y="322"/>
                </a:cubicBezTo>
                <a:cubicBezTo>
                  <a:pt x="2038" y="323"/>
                  <a:pt x="2039" y="323"/>
                  <a:pt x="2039" y="324"/>
                </a:cubicBezTo>
                <a:cubicBezTo>
                  <a:pt x="2040" y="324"/>
                  <a:pt x="2041" y="325"/>
                  <a:pt x="2041" y="325"/>
                </a:cubicBezTo>
                <a:cubicBezTo>
                  <a:pt x="2042" y="326"/>
                  <a:pt x="2043" y="326"/>
                  <a:pt x="2044" y="326"/>
                </a:cubicBezTo>
                <a:cubicBezTo>
                  <a:pt x="2045" y="326"/>
                  <a:pt x="2046" y="326"/>
                  <a:pt x="2048" y="326"/>
                </a:cubicBezTo>
                <a:cubicBezTo>
                  <a:pt x="2049" y="326"/>
                  <a:pt x="2050" y="326"/>
                  <a:pt x="2051" y="326"/>
                </a:cubicBezTo>
                <a:cubicBezTo>
                  <a:pt x="2052" y="326"/>
                  <a:pt x="2053" y="326"/>
                  <a:pt x="2053" y="325"/>
                </a:cubicBezTo>
                <a:cubicBezTo>
                  <a:pt x="2054" y="325"/>
                  <a:pt x="2054" y="324"/>
                  <a:pt x="2055" y="324"/>
                </a:cubicBezTo>
                <a:cubicBezTo>
                  <a:pt x="2055" y="323"/>
                  <a:pt x="2055" y="323"/>
                  <a:pt x="2055" y="322"/>
                </a:cubicBezTo>
                <a:cubicBezTo>
                  <a:pt x="2055" y="322"/>
                  <a:pt x="2054" y="321"/>
                  <a:pt x="2054" y="321"/>
                </a:cubicBezTo>
                <a:cubicBezTo>
                  <a:pt x="2053" y="320"/>
                  <a:pt x="2053" y="320"/>
                  <a:pt x="2052" y="319"/>
                </a:cubicBezTo>
                <a:cubicBezTo>
                  <a:pt x="2051" y="319"/>
                  <a:pt x="2050" y="319"/>
                  <a:pt x="2049" y="318"/>
                </a:cubicBezTo>
                <a:cubicBezTo>
                  <a:pt x="2048" y="318"/>
                  <a:pt x="2047" y="318"/>
                  <a:pt x="2046" y="318"/>
                </a:cubicBezTo>
                <a:cubicBezTo>
                  <a:pt x="2044" y="318"/>
                  <a:pt x="2043" y="318"/>
                  <a:pt x="2042" y="318"/>
                </a:cubicBezTo>
                <a:close/>
                <a:moveTo>
                  <a:pt x="2210" y="318"/>
                </a:moveTo>
                <a:cubicBezTo>
                  <a:pt x="2209" y="319"/>
                  <a:pt x="2208" y="319"/>
                  <a:pt x="2207" y="319"/>
                </a:cubicBezTo>
                <a:cubicBezTo>
                  <a:pt x="2207" y="320"/>
                  <a:pt x="2206" y="320"/>
                  <a:pt x="2206" y="321"/>
                </a:cubicBezTo>
                <a:cubicBezTo>
                  <a:pt x="2206" y="321"/>
                  <a:pt x="2206" y="322"/>
                  <a:pt x="2206" y="322"/>
                </a:cubicBezTo>
                <a:cubicBezTo>
                  <a:pt x="2206" y="323"/>
                  <a:pt x="2206" y="323"/>
                  <a:pt x="2207" y="324"/>
                </a:cubicBezTo>
                <a:cubicBezTo>
                  <a:pt x="2207" y="324"/>
                  <a:pt x="2208" y="325"/>
                  <a:pt x="2209" y="325"/>
                </a:cubicBezTo>
                <a:cubicBezTo>
                  <a:pt x="2210" y="326"/>
                  <a:pt x="2211" y="326"/>
                  <a:pt x="2212" y="326"/>
                </a:cubicBezTo>
                <a:cubicBezTo>
                  <a:pt x="2213" y="326"/>
                  <a:pt x="2214" y="326"/>
                  <a:pt x="2215" y="326"/>
                </a:cubicBezTo>
                <a:cubicBezTo>
                  <a:pt x="2216" y="326"/>
                  <a:pt x="2217" y="326"/>
                  <a:pt x="2218" y="326"/>
                </a:cubicBezTo>
                <a:cubicBezTo>
                  <a:pt x="2219" y="326"/>
                  <a:pt x="2220" y="326"/>
                  <a:pt x="2221" y="325"/>
                </a:cubicBezTo>
                <a:cubicBezTo>
                  <a:pt x="2221" y="325"/>
                  <a:pt x="2222" y="324"/>
                  <a:pt x="2222" y="324"/>
                </a:cubicBezTo>
                <a:cubicBezTo>
                  <a:pt x="2223" y="323"/>
                  <a:pt x="2223" y="323"/>
                  <a:pt x="2222" y="322"/>
                </a:cubicBezTo>
                <a:cubicBezTo>
                  <a:pt x="2222" y="322"/>
                  <a:pt x="2222" y="321"/>
                  <a:pt x="2221" y="321"/>
                </a:cubicBezTo>
                <a:cubicBezTo>
                  <a:pt x="2221" y="320"/>
                  <a:pt x="2220" y="320"/>
                  <a:pt x="2219" y="319"/>
                </a:cubicBezTo>
                <a:cubicBezTo>
                  <a:pt x="2218" y="319"/>
                  <a:pt x="2217" y="319"/>
                  <a:pt x="2216" y="318"/>
                </a:cubicBezTo>
                <a:cubicBezTo>
                  <a:pt x="2215" y="318"/>
                  <a:pt x="2214" y="318"/>
                  <a:pt x="2213" y="318"/>
                </a:cubicBezTo>
                <a:cubicBezTo>
                  <a:pt x="2212" y="318"/>
                  <a:pt x="2211" y="318"/>
                  <a:pt x="2210" y="318"/>
                </a:cubicBezTo>
                <a:close/>
                <a:moveTo>
                  <a:pt x="1917" y="318"/>
                </a:moveTo>
                <a:cubicBezTo>
                  <a:pt x="1916" y="319"/>
                  <a:pt x="1915" y="319"/>
                  <a:pt x="1914" y="319"/>
                </a:cubicBezTo>
                <a:cubicBezTo>
                  <a:pt x="1914" y="320"/>
                  <a:pt x="1913" y="320"/>
                  <a:pt x="1913" y="321"/>
                </a:cubicBezTo>
                <a:cubicBezTo>
                  <a:pt x="1913" y="321"/>
                  <a:pt x="1913" y="322"/>
                  <a:pt x="1913" y="322"/>
                </a:cubicBezTo>
                <a:cubicBezTo>
                  <a:pt x="1913" y="323"/>
                  <a:pt x="1913" y="323"/>
                  <a:pt x="1914" y="324"/>
                </a:cubicBezTo>
                <a:cubicBezTo>
                  <a:pt x="1914" y="324"/>
                  <a:pt x="1915" y="325"/>
                  <a:pt x="1916" y="325"/>
                </a:cubicBezTo>
                <a:cubicBezTo>
                  <a:pt x="1916" y="326"/>
                  <a:pt x="1917" y="326"/>
                  <a:pt x="1918" y="326"/>
                </a:cubicBezTo>
                <a:cubicBezTo>
                  <a:pt x="1920" y="326"/>
                  <a:pt x="1921" y="326"/>
                  <a:pt x="1922" y="326"/>
                </a:cubicBezTo>
                <a:cubicBezTo>
                  <a:pt x="1923" y="326"/>
                  <a:pt x="1924" y="326"/>
                  <a:pt x="1925" y="326"/>
                </a:cubicBezTo>
                <a:cubicBezTo>
                  <a:pt x="1926" y="326"/>
                  <a:pt x="1927" y="326"/>
                  <a:pt x="1927" y="325"/>
                </a:cubicBezTo>
                <a:cubicBezTo>
                  <a:pt x="1928" y="325"/>
                  <a:pt x="1929" y="324"/>
                  <a:pt x="1929" y="324"/>
                </a:cubicBezTo>
                <a:cubicBezTo>
                  <a:pt x="1929" y="323"/>
                  <a:pt x="1929" y="323"/>
                  <a:pt x="1929" y="322"/>
                </a:cubicBezTo>
                <a:cubicBezTo>
                  <a:pt x="1929" y="322"/>
                  <a:pt x="1929" y="321"/>
                  <a:pt x="1928" y="321"/>
                </a:cubicBezTo>
                <a:cubicBezTo>
                  <a:pt x="1928" y="320"/>
                  <a:pt x="1927" y="320"/>
                  <a:pt x="1926" y="319"/>
                </a:cubicBezTo>
                <a:cubicBezTo>
                  <a:pt x="1925" y="319"/>
                  <a:pt x="1924" y="319"/>
                  <a:pt x="1923" y="318"/>
                </a:cubicBezTo>
                <a:cubicBezTo>
                  <a:pt x="1922" y="318"/>
                  <a:pt x="1921" y="318"/>
                  <a:pt x="1920" y="318"/>
                </a:cubicBezTo>
                <a:cubicBezTo>
                  <a:pt x="1919" y="318"/>
                  <a:pt x="1918" y="318"/>
                  <a:pt x="1917" y="318"/>
                </a:cubicBezTo>
                <a:close/>
                <a:moveTo>
                  <a:pt x="2084" y="318"/>
                </a:moveTo>
                <a:cubicBezTo>
                  <a:pt x="2083" y="319"/>
                  <a:pt x="2082" y="319"/>
                  <a:pt x="2082" y="319"/>
                </a:cubicBezTo>
                <a:cubicBezTo>
                  <a:pt x="2081" y="320"/>
                  <a:pt x="2081" y="320"/>
                  <a:pt x="2080" y="321"/>
                </a:cubicBezTo>
                <a:cubicBezTo>
                  <a:pt x="2080" y="321"/>
                  <a:pt x="2080" y="322"/>
                  <a:pt x="2080" y="322"/>
                </a:cubicBezTo>
                <a:cubicBezTo>
                  <a:pt x="2080" y="323"/>
                  <a:pt x="2081" y="323"/>
                  <a:pt x="2081" y="324"/>
                </a:cubicBezTo>
                <a:cubicBezTo>
                  <a:pt x="2082" y="324"/>
                  <a:pt x="2082" y="325"/>
                  <a:pt x="2083" y="325"/>
                </a:cubicBezTo>
                <a:cubicBezTo>
                  <a:pt x="2084" y="326"/>
                  <a:pt x="2085" y="326"/>
                  <a:pt x="2086" y="326"/>
                </a:cubicBezTo>
                <a:cubicBezTo>
                  <a:pt x="2087" y="326"/>
                  <a:pt x="2088" y="326"/>
                  <a:pt x="2089" y="326"/>
                </a:cubicBezTo>
                <a:cubicBezTo>
                  <a:pt x="2091" y="326"/>
                  <a:pt x="2092" y="326"/>
                  <a:pt x="2093" y="326"/>
                </a:cubicBezTo>
                <a:cubicBezTo>
                  <a:pt x="2094" y="326"/>
                  <a:pt x="2094" y="326"/>
                  <a:pt x="2095" y="325"/>
                </a:cubicBezTo>
                <a:cubicBezTo>
                  <a:pt x="2096" y="325"/>
                  <a:pt x="2096" y="324"/>
                  <a:pt x="2097" y="324"/>
                </a:cubicBezTo>
                <a:cubicBezTo>
                  <a:pt x="2097" y="323"/>
                  <a:pt x="2097" y="323"/>
                  <a:pt x="2097" y="322"/>
                </a:cubicBezTo>
                <a:cubicBezTo>
                  <a:pt x="2097" y="322"/>
                  <a:pt x="2096" y="321"/>
                  <a:pt x="2096" y="321"/>
                </a:cubicBezTo>
                <a:cubicBezTo>
                  <a:pt x="2095" y="320"/>
                  <a:pt x="2094" y="320"/>
                  <a:pt x="2094" y="319"/>
                </a:cubicBezTo>
                <a:cubicBezTo>
                  <a:pt x="2093" y="319"/>
                  <a:pt x="2092" y="319"/>
                  <a:pt x="2091" y="318"/>
                </a:cubicBezTo>
                <a:cubicBezTo>
                  <a:pt x="2090" y="318"/>
                  <a:pt x="2089" y="318"/>
                  <a:pt x="2087" y="318"/>
                </a:cubicBezTo>
                <a:cubicBezTo>
                  <a:pt x="2086" y="318"/>
                  <a:pt x="2085" y="318"/>
                  <a:pt x="2084" y="318"/>
                </a:cubicBezTo>
                <a:close/>
                <a:moveTo>
                  <a:pt x="1792" y="318"/>
                </a:moveTo>
                <a:cubicBezTo>
                  <a:pt x="1791" y="319"/>
                  <a:pt x="1790" y="319"/>
                  <a:pt x="1789" y="319"/>
                </a:cubicBezTo>
                <a:cubicBezTo>
                  <a:pt x="1788" y="320"/>
                  <a:pt x="1788" y="320"/>
                  <a:pt x="1787" y="321"/>
                </a:cubicBezTo>
                <a:cubicBezTo>
                  <a:pt x="1787" y="321"/>
                  <a:pt x="1787" y="322"/>
                  <a:pt x="1787" y="322"/>
                </a:cubicBezTo>
                <a:cubicBezTo>
                  <a:pt x="1787" y="323"/>
                  <a:pt x="1787" y="323"/>
                  <a:pt x="1788" y="324"/>
                </a:cubicBezTo>
                <a:cubicBezTo>
                  <a:pt x="1788" y="324"/>
                  <a:pt x="1789" y="325"/>
                  <a:pt x="1790" y="325"/>
                </a:cubicBezTo>
                <a:cubicBezTo>
                  <a:pt x="1791" y="326"/>
                  <a:pt x="1792" y="326"/>
                  <a:pt x="1793" y="326"/>
                </a:cubicBezTo>
                <a:cubicBezTo>
                  <a:pt x="1794" y="326"/>
                  <a:pt x="1795" y="326"/>
                  <a:pt x="1796" y="326"/>
                </a:cubicBezTo>
                <a:cubicBezTo>
                  <a:pt x="1797" y="326"/>
                  <a:pt x="1798" y="326"/>
                  <a:pt x="1799" y="326"/>
                </a:cubicBezTo>
                <a:cubicBezTo>
                  <a:pt x="1800" y="326"/>
                  <a:pt x="1801" y="326"/>
                  <a:pt x="1802" y="325"/>
                </a:cubicBezTo>
                <a:cubicBezTo>
                  <a:pt x="1803" y="325"/>
                  <a:pt x="1803" y="324"/>
                  <a:pt x="1803" y="324"/>
                </a:cubicBezTo>
                <a:cubicBezTo>
                  <a:pt x="1804" y="323"/>
                  <a:pt x="1804" y="323"/>
                  <a:pt x="1804" y="322"/>
                </a:cubicBezTo>
                <a:cubicBezTo>
                  <a:pt x="1804" y="322"/>
                  <a:pt x="1803" y="321"/>
                  <a:pt x="1803" y="321"/>
                </a:cubicBezTo>
                <a:cubicBezTo>
                  <a:pt x="1802" y="320"/>
                  <a:pt x="1802" y="320"/>
                  <a:pt x="1801" y="319"/>
                </a:cubicBezTo>
                <a:cubicBezTo>
                  <a:pt x="1800" y="319"/>
                  <a:pt x="1799" y="319"/>
                  <a:pt x="1798" y="318"/>
                </a:cubicBezTo>
                <a:cubicBezTo>
                  <a:pt x="1797" y="318"/>
                  <a:pt x="1796" y="318"/>
                  <a:pt x="1795" y="318"/>
                </a:cubicBezTo>
                <a:cubicBezTo>
                  <a:pt x="1794" y="318"/>
                  <a:pt x="1792" y="318"/>
                  <a:pt x="1792" y="318"/>
                </a:cubicBezTo>
                <a:close/>
                <a:moveTo>
                  <a:pt x="1541" y="318"/>
                </a:moveTo>
                <a:cubicBezTo>
                  <a:pt x="1540" y="319"/>
                  <a:pt x="1539" y="319"/>
                  <a:pt x="1538" y="319"/>
                </a:cubicBezTo>
                <a:cubicBezTo>
                  <a:pt x="1537" y="320"/>
                  <a:pt x="1537" y="320"/>
                  <a:pt x="1536" y="321"/>
                </a:cubicBezTo>
                <a:cubicBezTo>
                  <a:pt x="1536" y="321"/>
                  <a:pt x="1536" y="322"/>
                  <a:pt x="1536" y="322"/>
                </a:cubicBezTo>
                <a:cubicBezTo>
                  <a:pt x="1536" y="323"/>
                  <a:pt x="1536" y="323"/>
                  <a:pt x="1537" y="324"/>
                </a:cubicBezTo>
                <a:cubicBezTo>
                  <a:pt x="1537" y="324"/>
                  <a:pt x="1538" y="325"/>
                  <a:pt x="1539" y="325"/>
                </a:cubicBezTo>
                <a:cubicBezTo>
                  <a:pt x="1539" y="326"/>
                  <a:pt x="1540" y="326"/>
                  <a:pt x="1541" y="326"/>
                </a:cubicBezTo>
                <a:cubicBezTo>
                  <a:pt x="1542" y="326"/>
                  <a:pt x="1543" y="326"/>
                  <a:pt x="1545" y="326"/>
                </a:cubicBezTo>
                <a:cubicBezTo>
                  <a:pt x="1546" y="326"/>
                  <a:pt x="1547" y="326"/>
                  <a:pt x="1548" y="326"/>
                </a:cubicBezTo>
                <a:cubicBezTo>
                  <a:pt x="1549" y="326"/>
                  <a:pt x="1550" y="326"/>
                  <a:pt x="1550" y="325"/>
                </a:cubicBezTo>
                <a:cubicBezTo>
                  <a:pt x="1551" y="325"/>
                  <a:pt x="1552" y="324"/>
                  <a:pt x="1552" y="324"/>
                </a:cubicBezTo>
                <a:cubicBezTo>
                  <a:pt x="1552" y="323"/>
                  <a:pt x="1553" y="323"/>
                  <a:pt x="1553" y="322"/>
                </a:cubicBezTo>
                <a:cubicBezTo>
                  <a:pt x="1553" y="322"/>
                  <a:pt x="1552" y="321"/>
                  <a:pt x="1552" y="321"/>
                </a:cubicBezTo>
                <a:cubicBezTo>
                  <a:pt x="1551" y="320"/>
                  <a:pt x="1551" y="320"/>
                  <a:pt x="1550" y="319"/>
                </a:cubicBezTo>
                <a:cubicBezTo>
                  <a:pt x="1549" y="319"/>
                  <a:pt x="1548" y="319"/>
                  <a:pt x="1547" y="318"/>
                </a:cubicBezTo>
                <a:cubicBezTo>
                  <a:pt x="1546" y="318"/>
                  <a:pt x="1545" y="318"/>
                  <a:pt x="1544" y="318"/>
                </a:cubicBezTo>
                <a:cubicBezTo>
                  <a:pt x="1543" y="318"/>
                  <a:pt x="1542" y="318"/>
                  <a:pt x="1541" y="318"/>
                </a:cubicBezTo>
                <a:close/>
                <a:moveTo>
                  <a:pt x="1666" y="318"/>
                </a:moveTo>
                <a:cubicBezTo>
                  <a:pt x="1665" y="319"/>
                  <a:pt x="1664" y="319"/>
                  <a:pt x="1664" y="319"/>
                </a:cubicBezTo>
                <a:cubicBezTo>
                  <a:pt x="1663" y="320"/>
                  <a:pt x="1662" y="320"/>
                  <a:pt x="1662" y="321"/>
                </a:cubicBezTo>
                <a:cubicBezTo>
                  <a:pt x="1662" y="321"/>
                  <a:pt x="1661" y="322"/>
                  <a:pt x="1661" y="322"/>
                </a:cubicBezTo>
                <a:cubicBezTo>
                  <a:pt x="1661" y="323"/>
                  <a:pt x="1662" y="323"/>
                  <a:pt x="1662" y="324"/>
                </a:cubicBezTo>
                <a:cubicBezTo>
                  <a:pt x="1663" y="324"/>
                  <a:pt x="1663" y="325"/>
                  <a:pt x="1664" y="325"/>
                </a:cubicBezTo>
                <a:cubicBezTo>
                  <a:pt x="1665" y="326"/>
                  <a:pt x="1666" y="326"/>
                  <a:pt x="1667" y="326"/>
                </a:cubicBezTo>
                <a:cubicBezTo>
                  <a:pt x="1668" y="326"/>
                  <a:pt x="1669" y="326"/>
                  <a:pt x="1670" y="326"/>
                </a:cubicBezTo>
                <a:cubicBezTo>
                  <a:pt x="1671" y="326"/>
                  <a:pt x="1673" y="326"/>
                  <a:pt x="1674" y="326"/>
                </a:cubicBezTo>
                <a:cubicBezTo>
                  <a:pt x="1675" y="326"/>
                  <a:pt x="1675" y="326"/>
                  <a:pt x="1676" y="325"/>
                </a:cubicBezTo>
                <a:cubicBezTo>
                  <a:pt x="1677" y="325"/>
                  <a:pt x="1677" y="324"/>
                  <a:pt x="1678" y="324"/>
                </a:cubicBezTo>
                <a:cubicBezTo>
                  <a:pt x="1678" y="323"/>
                  <a:pt x="1678" y="323"/>
                  <a:pt x="1678" y="322"/>
                </a:cubicBezTo>
                <a:cubicBezTo>
                  <a:pt x="1678" y="322"/>
                  <a:pt x="1678" y="321"/>
                  <a:pt x="1677" y="321"/>
                </a:cubicBezTo>
                <a:cubicBezTo>
                  <a:pt x="1677" y="320"/>
                  <a:pt x="1676" y="320"/>
                  <a:pt x="1675" y="319"/>
                </a:cubicBezTo>
                <a:cubicBezTo>
                  <a:pt x="1675" y="319"/>
                  <a:pt x="1674" y="319"/>
                  <a:pt x="1673" y="318"/>
                </a:cubicBezTo>
                <a:cubicBezTo>
                  <a:pt x="1672" y="318"/>
                  <a:pt x="1670" y="318"/>
                  <a:pt x="1669" y="318"/>
                </a:cubicBezTo>
                <a:cubicBezTo>
                  <a:pt x="1668" y="318"/>
                  <a:pt x="1667" y="318"/>
                  <a:pt x="1666" y="318"/>
                </a:cubicBezTo>
                <a:close/>
                <a:moveTo>
                  <a:pt x="1582" y="318"/>
                </a:moveTo>
                <a:cubicBezTo>
                  <a:pt x="1581" y="319"/>
                  <a:pt x="1581" y="319"/>
                  <a:pt x="1580" y="319"/>
                </a:cubicBezTo>
                <a:cubicBezTo>
                  <a:pt x="1579" y="320"/>
                  <a:pt x="1579" y="320"/>
                  <a:pt x="1578" y="321"/>
                </a:cubicBezTo>
                <a:cubicBezTo>
                  <a:pt x="1578" y="321"/>
                  <a:pt x="1578" y="322"/>
                  <a:pt x="1578" y="322"/>
                </a:cubicBezTo>
                <a:cubicBezTo>
                  <a:pt x="1578" y="323"/>
                  <a:pt x="1578" y="323"/>
                  <a:pt x="1578" y="324"/>
                </a:cubicBezTo>
                <a:cubicBezTo>
                  <a:pt x="1579" y="324"/>
                  <a:pt x="1580" y="325"/>
                  <a:pt x="1580" y="325"/>
                </a:cubicBezTo>
                <a:cubicBezTo>
                  <a:pt x="1581" y="326"/>
                  <a:pt x="1582" y="326"/>
                  <a:pt x="1583" y="326"/>
                </a:cubicBezTo>
                <a:cubicBezTo>
                  <a:pt x="1584" y="326"/>
                  <a:pt x="1585" y="326"/>
                  <a:pt x="1586" y="326"/>
                </a:cubicBezTo>
                <a:cubicBezTo>
                  <a:pt x="1588" y="326"/>
                  <a:pt x="1589" y="326"/>
                  <a:pt x="1590" y="326"/>
                </a:cubicBezTo>
                <a:cubicBezTo>
                  <a:pt x="1591" y="326"/>
                  <a:pt x="1592" y="326"/>
                  <a:pt x="1592" y="325"/>
                </a:cubicBezTo>
                <a:cubicBezTo>
                  <a:pt x="1593" y="325"/>
                  <a:pt x="1594" y="324"/>
                  <a:pt x="1594" y="324"/>
                </a:cubicBezTo>
                <a:cubicBezTo>
                  <a:pt x="1594" y="323"/>
                  <a:pt x="1594" y="323"/>
                  <a:pt x="1594" y="322"/>
                </a:cubicBezTo>
                <a:cubicBezTo>
                  <a:pt x="1594" y="322"/>
                  <a:pt x="1594" y="321"/>
                  <a:pt x="1594" y="321"/>
                </a:cubicBezTo>
                <a:cubicBezTo>
                  <a:pt x="1593" y="320"/>
                  <a:pt x="1592" y="320"/>
                  <a:pt x="1592" y="319"/>
                </a:cubicBezTo>
                <a:cubicBezTo>
                  <a:pt x="1591" y="319"/>
                  <a:pt x="1590" y="319"/>
                  <a:pt x="1589" y="318"/>
                </a:cubicBezTo>
                <a:cubicBezTo>
                  <a:pt x="1588" y="318"/>
                  <a:pt x="1587" y="318"/>
                  <a:pt x="1586" y="318"/>
                </a:cubicBezTo>
                <a:cubicBezTo>
                  <a:pt x="1584" y="318"/>
                  <a:pt x="1583" y="318"/>
                  <a:pt x="1582" y="318"/>
                </a:cubicBezTo>
                <a:close/>
                <a:moveTo>
                  <a:pt x="1457" y="318"/>
                </a:moveTo>
                <a:cubicBezTo>
                  <a:pt x="1456" y="319"/>
                  <a:pt x="1455" y="319"/>
                  <a:pt x="1454" y="319"/>
                </a:cubicBezTo>
                <a:cubicBezTo>
                  <a:pt x="1454" y="320"/>
                  <a:pt x="1453" y="320"/>
                  <a:pt x="1453" y="321"/>
                </a:cubicBezTo>
                <a:cubicBezTo>
                  <a:pt x="1452" y="321"/>
                  <a:pt x="1452" y="322"/>
                  <a:pt x="1452" y="322"/>
                </a:cubicBezTo>
                <a:cubicBezTo>
                  <a:pt x="1452" y="323"/>
                  <a:pt x="1452" y="323"/>
                  <a:pt x="1453" y="324"/>
                </a:cubicBezTo>
                <a:cubicBezTo>
                  <a:pt x="1453" y="324"/>
                  <a:pt x="1454" y="325"/>
                  <a:pt x="1455" y="325"/>
                </a:cubicBezTo>
                <a:cubicBezTo>
                  <a:pt x="1455" y="326"/>
                  <a:pt x="1456" y="326"/>
                  <a:pt x="1457" y="326"/>
                </a:cubicBezTo>
                <a:cubicBezTo>
                  <a:pt x="1458" y="326"/>
                  <a:pt x="1460" y="326"/>
                  <a:pt x="1461" y="326"/>
                </a:cubicBezTo>
                <a:cubicBezTo>
                  <a:pt x="1462" y="326"/>
                  <a:pt x="1463" y="326"/>
                  <a:pt x="1464" y="326"/>
                </a:cubicBezTo>
                <a:cubicBezTo>
                  <a:pt x="1465" y="326"/>
                  <a:pt x="1466" y="326"/>
                  <a:pt x="1467" y="325"/>
                </a:cubicBezTo>
                <a:cubicBezTo>
                  <a:pt x="1467" y="325"/>
                  <a:pt x="1468" y="324"/>
                  <a:pt x="1468" y="324"/>
                </a:cubicBezTo>
                <a:cubicBezTo>
                  <a:pt x="1469" y="323"/>
                  <a:pt x="1469" y="323"/>
                  <a:pt x="1469" y="322"/>
                </a:cubicBezTo>
                <a:cubicBezTo>
                  <a:pt x="1469" y="322"/>
                  <a:pt x="1469" y="321"/>
                  <a:pt x="1468" y="321"/>
                </a:cubicBezTo>
                <a:cubicBezTo>
                  <a:pt x="1468" y="320"/>
                  <a:pt x="1467" y="320"/>
                  <a:pt x="1466" y="319"/>
                </a:cubicBezTo>
                <a:cubicBezTo>
                  <a:pt x="1465" y="319"/>
                  <a:pt x="1464" y="319"/>
                  <a:pt x="1463" y="318"/>
                </a:cubicBezTo>
                <a:cubicBezTo>
                  <a:pt x="1462" y="318"/>
                  <a:pt x="1461" y="318"/>
                  <a:pt x="1460" y="318"/>
                </a:cubicBezTo>
                <a:cubicBezTo>
                  <a:pt x="1459" y="318"/>
                  <a:pt x="1458" y="318"/>
                  <a:pt x="1457" y="318"/>
                </a:cubicBezTo>
                <a:close/>
                <a:moveTo>
                  <a:pt x="1624" y="318"/>
                </a:moveTo>
                <a:cubicBezTo>
                  <a:pt x="1623" y="319"/>
                  <a:pt x="1622" y="319"/>
                  <a:pt x="1622" y="319"/>
                </a:cubicBezTo>
                <a:cubicBezTo>
                  <a:pt x="1621" y="320"/>
                  <a:pt x="1620" y="320"/>
                  <a:pt x="1620" y="321"/>
                </a:cubicBezTo>
                <a:cubicBezTo>
                  <a:pt x="1620" y="321"/>
                  <a:pt x="1620" y="322"/>
                  <a:pt x="1620" y="322"/>
                </a:cubicBezTo>
                <a:cubicBezTo>
                  <a:pt x="1620" y="323"/>
                  <a:pt x="1620" y="323"/>
                  <a:pt x="1620" y="324"/>
                </a:cubicBezTo>
                <a:cubicBezTo>
                  <a:pt x="1621" y="324"/>
                  <a:pt x="1622" y="325"/>
                  <a:pt x="1622" y="325"/>
                </a:cubicBezTo>
                <a:cubicBezTo>
                  <a:pt x="1623" y="326"/>
                  <a:pt x="1624" y="326"/>
                  <a:pt x="1625" y="326"/>
                </a:cubicBezTo>
                <a:cubicBezTo>
                  <a:pt x="1626" y="326"/>
                  <a:pt x="1627" y="326"/>
                  <a:pt x="1628" y="326"/>
                </a:cubicBezTo>
                <a:cubicBezTo>
                  <a:pt x="1630" y="326"/>
                  <a:pt x="1631" y="326"/>
                  <a:pt x="1632" y="326"/>
                </a:cubicBezTo>
                <a:cubicBezTo>
                  <a:pt x="1633" y="326"/>
                  <a:pt x="1633" y="326"/>
                  <a:pt x="1634" y="325"/>
                </a:cubicBezTo>
                <a:cubicBezTo>
                  <a:pt x="1635" y="325"/>
                  <a:pt x="1635" y="324"/>
                  <a:pt x="1636" y="324"/>
                </a:cubicBezTo>
                <a:cubicBezTo>
                  <a:pt x="1636" y="323"/>
                  <a:pt x="1636" y="323"/>
                  <a:pt x="1636" y="322"/>
                </a:cubicBezTo>
                <a:cubicBezTo>
                  <a:pt x="1636" y="322"/>
                  <a:pt x="1636" y="321"/>
                  <a:pt x="1635" y="321"/>
                </a:cubicBezTo>
                <a:cubicBezTo>
                  <a:pt x="1635" y="320"/>
                  <a:pt x="1634" y="320"/>
                  <a:pt x="1633" y="319"/>
                </a:cubicBezTo>
                <a:cubicBezTo>
                  <a:pt x="1633" y="319"/>
                  <a:pt x="1632" y="319"/>
                  <a:pt x="1631" y="318"/>
                </a:cubicBezTo>
                <a:cubicBezTo>
                  <a:pt x="1630" y="318"/>
                  <a:pt x="1629" y="318"/>
                  <a:pt x="1627" y="318"/>
                </a:cubicBezTo>
                <a:cubicBezTo>
                  <a:pt x="1626" y="318"/>
                  <a:pt x="1625" y="318"/>
                  <a:pt x="1624" y="318"/>
                </a:cubicBezTo>
                <a:close/>
                <a:moveTo>
                  <a:pt x="1499" y="318"/>
                </a:moveTo>
                <a:cubicBezTo>
                  <a:pt x="1498" y="319"/>
                  <a:pt x="1497" y="319"/>
                  <a:pt x="1496" y="319"/>
                </a:cubicBezTo>
                <a:cubicBezTo>
                  <a:pt x="1495" y="320"/>
                  <a:pt x="1495" y="320"/>
                  <a:pt x="1495" y="321"/>
                </a:cubicBezTo>
                <a:cubicBezTo>
                  <a:pt x="1494" y="321"/>
                  <a:pt x="1494" y="322"/>
                  <a:pt x="1494" y="322"/>
                </a:cubicBezTo>
                <a:cubicBezTo>
                  <a:pt x="1494" y="323"/>
                  <a:pt x="1494" y="323"/>
                  <a:pt x="1495" y="324"/>
                </a:cubicBezTo>
                <a:cubicBezTo>
                  <a:pt x="1495" y="324"/>
                  <a:pt x="1496" y="325"/>
                  <a:pt x="1497" y="325"/>
                </a:cubicBezTo>
                <a:cubicBezTo>
                  <a:pt x="1497" y="326"/>
                  <a:pt x="1498" y="326"/>
                  <a:pt x="1499" y="326"/>
                </a:cubicBezTo>
                <a:cubicBezTo>
                  <a:pt x="1500" y="326"/>
                  <a:pt x="1501" y="326"/>
                  <a:pt x="1503" y="326"/>
                </a:cubicBezTo>
                <a:cubicBezTo>
                  <a:pt x="1504" y="326"/>
                  <a:pt x="1505" y="326"/>
                  <a:pt x="1506" y="326"/>
                </a:cubicBezTo>
                <a:cubicBezTo>
                  <a:pt x="1507" y="326"/>
                  <a:pt x="1508" y="326"/>
                  <a:pt x="1508" y="325"/>
                </a:cubicBezTo>
                <a:cubicBezTo>
                  <a:pt x="1509" y="325"/>
                  <a:pt x="1510" y="324"/>
                  <a:pt x="1510" y="324"/>
                </a:cubicBezTo>
                <a:cubicBezTo>
                  <a:pt x="1511" y="323"/>
                  <a:pt x="1511" y="323"/>
                  <a:pt x="1511" y="322"/>
                </a:cubicBezTo>
                <a:cubicBezTo>
                  <a:pt x="1511" y="322"/>
                  <a:pt x="1510" y="321"/>
                  <a:pt x="1510" y="321"/>
                </a:cubicBezTo>
                <a:cubicBezTo>
                  <a:pt x="1509" y="320"/>
                  <a:pt x="1509" y="320"/>
                  <a:pt x="1508" y="319"/>
                </a:cubicBezTo>
                <a:cubicBezTo>
                  <a:pt x="1507" y="319"/>
                  <a:pt x="1506" y="319"/>
                  <a:pt x="1505" y="318"/>
                </a:cubicBezTo>
                <a:cubicBezTo>
                  <a:pt x="1504" y="318"/>
                  <a:pt x="1503" y="318"/>
                  <a:pt x="1502" y="318"/>
                </a:cubicBezTo>
                <a:cubicBezTo>
                  <a:pt x="1501" y="318"/>
                  <a:pt x="1500" y="318"/>
                  <a:pt x="1499" y="318"/>
                </a:cubicBezTo>
                <a:close/>
                <a:moveTo>
                  <a:pt x="1833" y="318"/>
                </a:moveTo>
                <a:cubicBezTo>
                  <a:pt x="1832" y="319"/>
                  <a:pt x="1832" y="319"/>
                  <a:pt x="1831" y="319"/>
                </a:cubicBezTo>
                <a:cubicBezTo>
                  <a:pt x="1830" y="320"/>
                  <a:pt x="1830" y="320"/>
                  <a:pt x="1829" y="321"/>
                </a:cubicBezTo>
                <a:cubicBezTo>
                  <a:pt x="1829" y="321"/>
                  <a:pt x="1829" y="322"/>
                  <a:pt x="1829" y="322"/>
                </a:cubicBezTo>
                <a:cubicBezTo>
                  <a:pt x="1829" y="323"/>
                  <a:pt x="1829" y="323"/>
                  <a:pt x="1830" y="324"/>
                </a:cubicBezTo>
                <a:cubicBezTo>
                  <a:pt x="1830" y="324"/>
                  <a:pt x="1831" y="325"/>
                  <a:pt x="1832" y="325"/>
                </a:cubicBezTo>
                <a:cubicBezTo>
                  <a:pt x="1833" y="326"/>
                  <a:pt x="1834" y="326"/>
                  <a:pt x="1835" y="326"/>
                </a:cubicBezTo>
                <a:cubicBezTo>
                  <a:pt x="1836" y="326"/>
                  <a:pt x="1837" y="326"/>
                  <a:pt x="1838" y="326"/>
                </a:cubicBezTo>
                <a:cubicBezTo>
                  <a:pt x="1839" y="326"/>
                  <a:pt x="1840" y="326"/>
                  <a:pt x="1841" y="326"/>
                </a:cubicBezTo>
                <a:cubicBezTo>
                  <a:pt x="1842" y="326"/>
                  <a:pt x="1843" y="326"/>
                  <a:pt x="1844" y="325"/>
                </a:cubicBezTo>
                <a:cubicBezTo>
                  <a:pt x="1844" y="325"/>
                  <a:pt x="1845" y="324"/>
                  <a:pt x="1845" y="324"/>
                </a:cubicBezTo>
                <a:cubicBezTo>
                  <a:pt x="1846" y="323"/>
                  <a:pt x="1846" y="323"/>
                  <a:pt x="1846" y="322"/>
                </a:cubicBezTo>
                <a:cubicBezTo>
                  <a:pt x="1846" y="322"/>
                  <a:pt x="1845" y="321"/>
                  <a:pt x="1845" y="321"/>
                </a:cubicBezTo>
                <a:cubicBezTo>
                  <a:pt x="1844" y="320"/>
                  <a:pt x="1843" y="320"/>
                  <a:pt x="1843" y="319"/>
                </a:cubicBezTo>
                <a:cubicBezTo>
                  <a:pt x="1842" y="319"/>
                  <a:pt x="1841" y="319"/>
                  <a:pt x="1840" y="318"/>
                </a:cubicBezTo>
                <a:cubicBezTo>
                  <a:pt x="1839" y="318"/>
                  <a:pt x="1838" y="318"/>
                  <a:pt x="1837" y="318"/>
                </a:cubicBezTo>
                <a:cubicBezTo>
                  <a:pt x="1835" y="318"/>
                  <a:pt x="1834" y="318"/>
                  <a:pt x="1833" y="318"/>
                </a:cubicBezTo>
                <a:close/>
                <a:moveTo>
                  <a:pt x="1227" y="329"/>
                </a:moveTo>
                <a:cubicBezTo>
                  <a:pt x="1226" y="329"/>
                  <a:pt x="1225" y="329"/>
                  <a:pt x="1224" y="330"/>
                </a:cubicBezTo>
                <a:cubicBezTo>
                  <a:pt x="1223" y="330"/>
                  <a:pt x="1223" y="331"/>
                  <a:pt x="1222" y="331"/>
                </a:cubicBezTo>
                <a:cubicBezTo>
                  <a:pt x="1222" y="332"/>
                  <a:pt x="1222" y="332"/>
                  <a:pt x="1222" y="333"/>
                </a:cubicBezTo>
                <a:cubicBezTo>
                  <a:pt x="1222" y="333"/>
                  <a:pt x="1222" y="334"/>
                  <a:pt x="1222" y="334"/>
                </a:cubicBezTo>
                <a:cubicBezTo>
                  <a:pt x="1223" y="335"/>
                  <a:pt x="1223" y="335"/>
                  <a:pt x="1224" y="336"/>
                </a:cubicBezTo>
                <a:cubicBezTo>
                  <a:pt x="1225" y="336"/>
                  <a:pt x="1226" y="336"/>
                  <a:pt x="1227" y="337"/>
                </a:cubicBezTo>
                <a:cubicBezTo>
                  <a:pt x="1228" y="337"/>
                  <a:pt x="1229" y="337"/>
                  <a:pt x="1230" y="337"/>
                </a:cubicBezTo>
                <a:cubicBezTo>
                  <a:pt x="1231" y="337"/>
                  <a:pt x="1232" y="337"/>
                  <a:pt x="1233" y="337"/>
                </a:cubicBezTo>
                <a:cubicBezTo>
                  <a:pt x="1234" y="336"/>
                  <a:pt x="1235" y="336"/>
                  <a:pt x="1236" y="336"/>
                </a:cubicBezTo>
                <a:cubicBezTo>
                  <a:pt x="1237" y="335"/>
                  <a:pt x="1237" y="335"/>
                  <a:pt x="1238" y="334"/>
                </a:cubicBezTo>
                <a:cubicBezTo>
                  <a:pt x="1238" y="334"/>
                  <a:pt x="1239" y="333"/>
                  <a:pt x="1239" y="333"/>
                </a:cubicBezTo>
                <a:cubicBezTo>
                  <a:pt x="1239" y="332"/>
                  <a:pt x="1238" y="332"/>
                  <a:pt x="1238" y="331"/>
                </a:cubicBezTo>
                <a:cubicBezTo>
                  <a:pt x="1237" y="331"/>
                  <a:pt x="1237" y="330"/>
                  <a:pt x="1236" y="330"/>
                </a:cubicBezTo>
                <a:cubicBezTo>
                  <a:pt x="1235" y="329"/>
                  <a:pt x="1234" y="329"/>
                  <a:pt x="1233" y="329"/>
                </a:cubicBezTo>
                <a:cubicBezTo>
                  <a:pt x="1232" y="329"/>
                  <a:pt x="1231" y="329"/>
                  <a:pt x="1230" y="329"/>
                </a:cubicBezTo>
                <a:cubicBezTo>
                  <a:pt x="1229" y="329"/>
                  <a:pt x="1228" y="329"/>
                  <a:pt x="1227" y="329"/>
                </a:cubicBezTo>
                <a:close/>
                <a:moveTo>
                  <a:pt x="1143" y="329"/>
                </a:moveTo>
                <a:cubicBezTo>
                  <a:pt x="1142" y="329"/>
                  <a:pt x="1141" y="329"/>
                  <a:pt x="1140" y="330"/>
                </a:cubicBezTo>
                <a:cubicBezTo>
                  <a:pt x="1140" y="330"/>
                  <a:pt x="1139" y="331"/>
                  <a:pt x="1138" y="331"/>
                </a:cubicBezTo>
                <a:cubicBezTo>
                  <a:pt x="1138" y="332"/>
                  <a:pt x="1138" y="332"/>
                  <a:pt x="1138" y="333"/>
                </a:cubicBezTo>
                <a:cubicBezTo>
                  <a:pt x="1138" y="333"/>
                  <a:pt x="1138" y="334"/>
                  <a:pt x="1138" y="334"/>
                </a:cubicBezTo>
                <a:cubicBezTo>
                  <a:pt x="1139" y="335"/>
                  <a:pt x="1139" y="335"/>
                  <a:pt x="1140" y="336"/>
                </a:cubicBezTo>
                <a:cubicBezTo>
                  <a:pt x="1141" y="336"/>
                  <a:pt x="1142" y="336"/>
                  <a:pt x="1143" y="337"/>
                </a:cubicBezTo>
                <a:cubicBezTo>
                  <a:pt x="1144" y="337"/>
                  <a:pt x="1145" y="337"/>
                  <a:pt x="1146" y="337"/>
                </a:cubicBezTo>
                <a:cubicBezTo>
                  <a:pt x="1147" y="337"/>
                  <a:pt x="1148" y="337"/>
                  <a:pt x="1149" y="337"/>
                </a:cubicBezTo>
                <a:cubicBezTo>
                  <a:pt x="1150" y="336"/>
                  <a:pt x="1151" y="336"/>
                  <a:pt x="1152" y="336"/>
                </a:cubicBezTo>
                <a:cubicBezTo>
                  <a:pt x="1153" y="335"/>
                  <a:pt x="1153" y="335"/>
                  <a:pt x="1154" y="334"/>
                </a:cubicBezTo>
                <a:cubicBezTo>
                  <a:pt x="1154" y="334"/>
                  <a:pt x="1154" y="333"/>
                  <a:pt x="1155" y="333"/>
                </a:cubicBezTo>
                <a:cubicBezTo>
                  <a:pt x="1155" y="332"/>
                  <a:pt x="1154" y="332"/>
                  <a:pt x="1154" y="331"/>
                </a:cubicBezTo>
                <a:cubicBezTo>
                  <a:pt x="1153" y="331"/>
                  <a:pt x="1153" y="330"/>
                  <a:pt x="1152" y="330"/>
                </a:cubicBezTo>
                <a:cubicBezTo>
                  <a:pt x="1151" y="329"/>
                  <a:pt x="1150" y="329"/>
                  <a:pt x="1149" y="329"/>
                </a:cubicBezTo>
                <a:cubicBezTo>
                  <a:pt x="1149" y="329"/>
                  <a:pt x="1147" y="329"/>
                  <a:pt x="1146" y="329"/>
                </a:cubicBezTo>
                <a:cubicBezTo>
                  <a:pt x="1145" y="329"/>
                  <a:pt x="1144" y="329"/>
                  <a:pt x="1143" y="329"/>
                </a:cubicBezTo>
                <a:close/>
                <a:moveTo>
                  <a:pt x="1194" y="330"/>
                </a:moveTo>
                <a:cubicBezTo>
                  <a:pt x="1193" y="329"/>
                  <a:pt x="1191" y="329"/>
                  <a:pt x="1190" y="329"/>
                </a:cubicBezTo>
                <a:cubicBezTo>
                  <a:pt x="1190" y="329"/>
                  <a:pt x="1190" y="329"/>
                  <a:pt x="1189" y="329"/>
                </a:cubicBezTo>
                <a:cubicBezTo>
                  <a:pt x="1189" y="329"/>
                  <a:pt x="1189" y="329"/>
                  <a:pt x="1189" y="329"/>
                </a:cubicBezTo>
                <a:cubicBezTo>
                  <a:pt x="1189" y="329"/>
                  <a:pt x="1189" y="329"/>
                  <a:pt x="1189" y="329"/>
                </a:cubicBezTo>
                <a:cubicBezTo>
                  <a:pt x="1189" y="329"/>
                  <a:pt x="1188" y="329"/>
                  <a:pt x="1188" y="329"/>
                </a:cubicBezTo>
                <a:cubicBezTo>
                  <a:pt x="1188" y="329"/>
                  <a:pt x="1188" y="329"/>
                  <a:pt x="1188" y="329"/>
                </a:cubicBezTo>
                <a:cubicBezTo>
                  <a:pt x="1188" y="329"/>
                  <a:pt x="1187" y="329"/>
                  <a:pt x="1187" y="329"/>
                </a:cubicBezTo>
                <a:cubicBezTo>
                  <a:pt x="1187" y="329"/>
                  <a:pt x="1187" y="329"/>
                  <a:pt x="1187" y="329"/>
                </a:cubicBezTo>
                <a:cubicBezTo>
                  <a:pt x="1187" y="329"/>
                  <a:pt x="1187" y="329"/>
                  <a:pt x="1187" y="329"/>
                </a:cubicBezTo>
                <a:cubicBezTo>
                  <a:pt x="1186" y="329"/>
                  <a:pt x="1185" y="329"/>
                  <a:pt x="1184" y="329"/>
                </a:cubicBezTo>
                <a:cubicBezTo>
                  <a:pt x="1183" y="329"/>
                  <a:pt x="1182" y="330"/>
                  <a:pt x="1182" y="330"/>
                </a:cubicBezTo>
                <a:cubicBezTo>
                  <a:pt x="1181" y="330"/>
                  <a:pt x="1181" y="331"/>
                  <a:pt x="1180" y="331"/>
                </a:cubicBezTo>
                <a:cubicBezTo>
                  <a:pt x="1180" y="332"/>
                  <a:pt x="1180" y="332"/>
                  <a:pt x="1180" y="333"/>
                </a:cubicBezTo>
                <a:cubicBezTo>
                  <a:pt x="1180" y="333"/>
                  <a:pt x="1180" y="334"/>
                  <a:pt x="1180" y="334"/>
                </a:cubicBezTo>
                <a:cubicBezTo>
                  <a:pt x="1181" y="335"/>
                  <a:pt x="1181" y="335"/>
                  <a:pt x="1182" y="335"/>
                </a:cubicBezTo>
                <a:cubicBezTo>
                  <a:pt x="1182" y="336"/>
                  <a:pt x="1183" y="336"/>
                  <a:pt x="1184" y="336"/>
                </a:cubicBezTo>
                <a:cubicBezTo>
                  <a:pt x="1184" y="337"/>
                  <a:pt x="1185" y="337"/>
                  <a:pt x="1186" y="337"/>
                </a:cubicBezTo>
                <a:cubicBezTo>
                  <a:pt x="1186" y="337"/>
                  <a:pt x="1187" y="337"/>
                  <a:pt x="1187" y="337"/>
                </a:cubicBezTo>
                <a:cubicBezTo>
                  <a:pt x="1187" y="337"/>
                  <a:pt x="1187" y="337"/>
                  <a:pt x="1187" y="337"/>
                </a:cubicBezTo>
                <a:cubicBezTo>
                  <a:pt x="1187" y="337"/>
                  <a:pt x="1187" y="337"/>
                  <a:pt x="1188" y="337"/>
                </a:cubicBezTo>
                <a:cubicBezTo>
                  <a:pt x="1188" y="337"/>
                  <a:pt x="1188" y="337"/>
                  <a:pt x="1188" y="337"/>
                </a:cubicBezTo>
                <a:cubicBezTo>
                  <a:pt x="1188" y="337"/>
                  <a:pt x="1188" y="337"/>
                  <a:pt x="1188" y="337"/>
                </a:cubicBezTo>
                <a:cubicBezTo>
                  <a:pt x="1189" y="337"/>
                  <a:pt x="1189" y="337"/>
                  <a:pt x="1189" y="337"/>
                </a:cubicBezTo>
                <a:cubicBezTo>
                  <a:pt x="1189" y="337"/>
                  <a:pt x="1189" y="337"/>
                  <a:pt x="1189" y="337"/>
                </a:cubicBezTo>
                <a:cubicBezTo>
                  <a:pt x="1189" y="337"/>
                  <a:pt x="1190" y="337"/>
                  <a:pt x="1190" y="337"/>
                </a:cubicBezTo>
                <a:cubicBezTo>
                  <a:pt x="1190" y="337"/>
                  <a:pt x="1191" y="337"/>
                  <a:pt x="1191" y="337"/>
                </a:cubicBezTo>
                <a:cubicBezTo>
                  <a:pt x="1191" y="337"/>
                  <a:pt x="1192" y="336"/>
                  <a:pt x="1192" y="336"/>
                </a:cubicBezTo>
                <a:cubicBezTo>
                  <a:pt x="1192" y="336"/>
                  <a:pt x="1193" y="336"/>
                  <a:pt x="1193" y="336"/>
                </a:cubicBezTo>
                <a:cubicBezTo>
                  <a:pt x="1193" y="336"/>
                  <a:pt x="1194" y="336"/>
                  <a:pt x="1194" y="336"/>
                </a:cubicBezTo>
                <a:cubicBezTo>
                  <a:pt x="1195" y="335"/>
                  <a:pt x="1195" y="335"/>
                  <a:pt x="1196" y="334"/>
                </a:cubicBezTo>
                <a:cubicBezTo>
                  <a:pt x="1196" y="334"/>
                  <a:pt x="1197" y="333"/>
                  <a:pt x="1197" y="333"/>
                </a:cubicBezTo>
                <a:cubicBezTo>
                  <a:pt x="1197" y="333"/>
                  <a:pt x="1197" y="332"/>
                  <a:pt x="1196" y="332"/>
                </a:cubicBezTo>
                <a:cubicBezTo>
                  <a:pt x="1196" y="332"/>
                  <a:pt x="1196" y="332"/>
                  <a:pt x="1196" y="332"/>
                </a:cubicBezTo>
                <a:cubicBezTo>
                  <a:pt x="1196" y="332"/>
                  <a:pt x="1196" y="332"/>
                  <a:pt x="1196" y="331"/>
                </a:cubicBezTo>
                <a:cubicBezTo>
                  <a:pt x="1196" y="331"/>
                  <a:pt x="1196" y="331"/>
                  <a:pt x="1196" y="331"/>
                </a:cubicBezTo>
                <a:cubicBezTo>
                  <a:pt x="1195" y="330"/>
                  <a:pt x="1195" y="330"/>
                  <a:pt x="1194" y="330"/>
                </a:cubicBezTo>
                <a:cubicBezTo>
                  <a:pt x="1194" y="330"/>
                  <a:pt x="1194" y="330"/>
                  <a:pt x="1194" y="330"/>
                </a:cubicBezTo>
                <a:close/>
                <a:moveTo>
                  <a:pt x="304" y="329"/>
                </a:moveTo>
                <a:cubicBezTo>
                  <a:pt x="303" y="329"/>
                  <a:pt x="302" y="329"/>
                  <a:pt x="301" y="330"/>
                </a:cubicBezTo>
                <a:cubicBezTo>
                  <a:pt x="300" y="330"/>
                  <a:pt x="300" y="331"/>
                  <a:pt x="299" y="331"/>
                </a:cubicBezTo>
                <a:cubicBezTo>
                  <a:pt x="298" y="332"/>
                  <a:pt x="298" y="332"/>
                  <a:pt x="298" y="333"/>
                </a:cubicBezTo>
                <a:cubicBezTo>
                  <a:pt x="298" y="333"/>
                  <a:pt x="298" y="334"/>
                  <a:pt x="298" y="334"/>
                </a:cubicBezTo>
                <a:cubicBezTo>
                  <a:pt x="298" y="335"/>
                  <a:pt x="299" y="335"/>
                  <a:pt x="299" y="336"/>
                </a:cubicBezTo>
                <a:cubicBezTo>
                  <a:pt x="300" y="336"/>
                  <a:pt x="301" y="336"/>
                  <a:pt x="302" y="337"/>
                </a:cubicBezTo>
                <a:cubicBezTo>
                  <a:pt x="303" y="337"/>
                  <a:pt x="304" y="337"/>
                  <a:pt x="305" y="337"/>
                </a:cubicBezTo>
                <a:cubicBezTo>
                  <a:pt x="306" y="337"/>
                  <a:pt x="307" y="337"/>
                  <a:pt x="308" y="337"/>
                </a:cubicBezTo>
                <a:cubicBezTo>
                  <a:pt x="309" y="336"/>
                  <a:pt x="310" y="336"/>
                  <a:pt x="311" y="336"/>
                </a:cubicBezTo>
                <a:cubicBezTo>
                  <a:pt x="312" y="335"/>
                  <a:pt x="313" y="335"/>
                  <a:pt x="313" y="334"/>
                </a:cubicBezTo>
                <a:cubicBezTo>
                  <a:pt x="314" y="334"/>
                  <a:pt x="314" y="333"/>
                  <a:pt x="315" y="333"/>
                </a:cubicBezTo>
                <a:cubicBezTo>
                  <a:pt x="315" y="332"/>
                  <a:pt x="315" y="332"/>
                  <a:pt x="314" y="331"/>
                </a:cubicBezTo>
                <a:cubicBezTo>
                  <a:pt x="314" y="331"/>
                  <a:pt x="314" y="330"/>
                  <a:pt x="313" y="330"/>
                </a:cubicBezTo>
                <a:cubicBezTo>
                  <a:pt x="312" y="329"/>
                  <a:pt x="311" y="329"/>
                  <a:pt x="311" y="329"/>
                </a:cubicBezTo>
                <a:cubicBezTo>
                  <a:pt x="310" y="329"/>
                  <a:pt x="309" y="329"/>
                  <a:pt x="307" y="329"/>
                </a:cubicBezTo>
                <a:cubicBezTo>
                  <a:pt x="306" y="329"/>
                  <a:pt x="305" y="329"/>
                  <a:pt x="304" y="329"/>
                </a:cubicBezTo>
                <a:close/>
                <a:moveTo>
                  <a:pt x="353" y="329"/>
                </a:moveTo>
                <a:cubicBezTo>
                  <a:pt x="352" y="329"/>
                  <a:pt x="352" y="329"/>
                  <a:pt x="352" y="329"/>
                </a:cubicBezTo>
                <a:cubicBezTo>
                  <a:pt x="352" y="329"/>
                  <a:pt x="351" y="329"/>
                  <a:pt x="351" y="329"/>
                </a:cubicBezTo>
                <a:cubicBezTo>
                  <a:pt x="351" y="329"/>
                  <a:pt x="350" y="329"/>
                  <a:pt x="350" y="329"/>
                </a:cubicBezTo>
                <a:cubicBezTo>
                  <a:pt x="350" y="329"/>
                  <a:pt x="350" y="329"/>
                  <a:pt x="349" y="329"/>
                </a:cubicBezTo>
                <a:cubicBezTo>
                  <a:pt x="348" y="329"/>
                  <a:pt x="347" y="329"/>
                  <a:pt x="346" y="329"/>
                </a:cubicBezTo>
                <a:cubicBezTo>
                  <a:pt x="345" y="329"/>
                  <a:pt x="344" y="329"/>
                  <a:pt x="343" y="330"/>
                </a:cubicBezTo>
                <a:cubicBezTo>
                  <a:pt x="342" y="330"/>
                  <a:pt x="341" y="331"/>
                  <a:pt x="341" y="331"/>
                </a:cubicBezTo>
                <a:cubicBezTo>
                  <a:pt x="340" y="332"/>
                  <a:pt x="340" y="332"/>
                  <a:pt x="340" y="333"/>
                </a:cubicBezTo>
                <a:cubicBezTo>
                  <a:pt x="340" y="333"/>
                  <a:pt x="340" y="334"/>
                  <a:pt x="340" y="334"/>
                </a:cubicBezTo>
                <a:cubicBezTo>
                  <a:pt x="340" y="335"/>
                  <a:pt x="341" y="335"/>
                  <a:pt x="341" y="336"/>
                </a:cubicBezTo>
                <a:cubicBezTo>
                  <a:pt x="342" y="336"/>
                  <a:pt x="343" y="336"/>
                  <a:pt x="344" y="337"/>
                </a:cubicBezTo>
                <a:cubicBezTo>
                  <a:pt x="345" y="337"/>
                  <a:pt x="346" y="337"/>
                  <a:pt x="347" y="337"/>
                </a:cubicBezTo>
                <a:cubicBezTo>
                  <a:pt x="347" y="337"/>
                  <a:pt x="348" y="337"/>
                  <a:pt x="348" y="337"/>
                </a:cubicBezTo>
                <a:cubicBezTo>
                  <a:pt x="348" y="337"/>
                  <a:pt x="348" y="337"/>
                  <a:pt x="349" y="337"/>
                </a:cubicBezTo>
                <a:cubicBezTo>
                  <a:pt x="349" y="337"/>
                  <a:pt x="349" y="337"/>
                  <a:pt x="350" y="337"/>
                </a:cubicBezTo>
                <a:cubicBezTo>
                  <a:pt x="350" y="337"/>
                  <a:pt x="350" y="337"/>
                  <a:pt x="350" y="337"/>
                </a:cubicBezTo>
                <a:cubicBezTo>
                  <a:pt x="351" y="336"/>
                  <a:pt x="352" y="336"/>
                  <a:pt x="353" y="336"/>
                </a:cubicBezTo>
                <a:cubicBezTo>
                  <a:pt x="353" y="336"/>
                  <a:pt x="354" y="335"/>
                  <a:pt x="355" y="335"/>
                </a:cubicBezTo>
                <a:cubicBezTo>
                  <a:pt x="355" y="335"/>
                  <a:pt x="356" y="334"/>
                  <a:pt x="356" y="334"/>
                </a:cubicBezTo>
                <a:cubicBezTo>
                  <a:pt x="356" y="334"/>
                  <a:pt x="356" y="333"/>
                  <a:pt x="357" y="333"/>
                </a:cubicBezTo>
                <a:cubicBezTo>
                  <a:pt x="357" y="332"/>
                  <a:pt x="357" y="332"/>
                  <a:pt x="357" y="331"/>
                </a:cubicBezTo>
                <a:cubicBezTo>
                  <a:pt x="356" y="331"/>
                  <a:pt x="356" y="331"/>
                  <a:pt x="356" y="330"/>
                </a:cubicBezTo>
                <a:cubicBezTo>
                  <a:pt x="355" y="330"/>
                  <a:pt x="355" y="330"/>
                  <a:pt x="354" y="329"/>
                </a:cubicBezTo>
                <a:cubicBezTo>
                  <a:pt x="354" y="329"/>
                  <a:pt x="353" y="329"/>
                  <a:pt x="353" y="329"/>
                </a:cubicBezTo>
                <a:cubicBezTo>
                  <a:pt x="352" y="329"/>
                  <a:pt x="353" y="329"/>
                  <a:pt x="353" y="329"/>
                </a:cubicBezTo>
                <a:close/>
                <a:moveTo>
                  <a:pt x="388" y="329"/>
                </a:moveTo>
                <a:cubicBezTo>
                  <a:pt x="387" y="329"/>
                  <a:pt x="386" y="329"/>
                  <a:pt x="385" y="330"/>
                </a:cubicBezTo>
                <a:cubicBezTo>
                  <a:pt x="384" y="330"/>
                  <a:pt x="383" y="331"/>
                  <a:pt x="383" y="331"/>
                </a:cubicBezTo>
                <a:cubicBezTo>
                  <a:pt x="382" y="332"/>
                  <a:pt x="382" y="332"/>
                  <a:pt x="382" y="333"/>
                </a:cubicBezTo>
                <a:cubicBezTo>
                  <a:pt x="382" y="333"/>
                  <a:pt x="382" y="334"/>
                  <a:pt x="382" y="334"/>
                </a:cubicBezTo>
                <a:cubicBezTo>
                  <a:pt x="382" y="335"/>
                  <a:pt x="383" y="335"/>
                  <a:pt x="383" y="336"/>
                </a:cubicBezTo>
                <a:cubicBezTo>
                  <a:pt x="384" y="336"/>
                  <a:pt x="385" y="336"/>
                  <a:pt x="386" y="337"/>
                </a:cubicBezTo>
                <a:cubicBezTo>
                  <a:pt x="387" y="337"/>
                  <a:pt x="388" y="337"/>
                  <a:pt x="389" y="337"/>
                </a:cubicBezTo>
                <a:cubicBezTo>
                  <a:pt x="390" y="337"/>
                  <a:pt x="391" y="337"/>
                  <a:pt x="392" y="337"/>
                </a:cubicBezTo>
                <a:cubicBezTo>
                  <a:pt x="393" y="336"/>
                  <a:pt x="394" y="336"/>
                  <a:pt x="395" y="336"/>
                </a:cubicBezTo>
                <a:cubicBezTo>
                  <a:pt x="396" y="335"/>
                  <a:pt x="397" y="335"/>
                  <a:pt x="397" y="334"/>
                </a:cubicBezTo>
                <a:cubicBezTo>
                  <a:pt x="398" y="334"/>
                  <a:pt x="398" y="333"/>
                  <a:pt x="399" y="333"/>
                </a:cubicBezTo>
                <a:cubicBezTo>
                  <a:pt x="399" y="332"/>
                  <a:pt x="399" y="332"/>
                  <a:pt x="398" y="331"/>
                </a:cubicBezTo>
                <a:cubicBezTo>
                  <a:pt x="398" y="331"/>
                  <a:pt x="398" y="330"/>
                  <a:pt x="397" y="330"/>
                </a:cubicBezTo>
                <a:cubicBezTo>
                  <a:pt x="396" y="329"/>
                  <a:pt x="395" y="329"/>
                  <a:pt x="394" y="329"/>
                </a:cubicBezTo>
                <a:cubicBezTo>
                  <a:pt x="394" y="329"/>
                  <a:pt x="392" y="329"/>
                  <a:pt x="391" y="329"/>
                </a:cubicBezTo>
                <a:cubicBezTo>
                  <a:pt x="390" y="329"/>
                  <a:pt x="389" y="329"/>
                  <a:pt x="388" y="329"/>
                </a:cubicBezTo>
                <a:close/>
                <a:moveTo>
                  <a:pt x="472" y="329"/>
                </a:moveTo>
                <a:cubicBezTo>
                  <a:pt x="471" y="329"/>
                  <a:pt x="470" y="329"/>
                  <a:pt x="469" y="330"/>
                </a:cubicBezTo>
                <a:cubicBezTo>
                  <a:pt x="468" y="330"/>
                  <a:pt x="467" y="331"/>
                  <a:pt x="467" y="331"/>
                </a:cubicBezTo>
                <a:cubicBezTo>
                  <a:pt x="466" y="332"/>
                  <a:pt x="466" y="332"/>
                  <a:pt x="466" y="333"/>
                </a:cubicBezTo>
                <a:cubicBezTo>
                  <a:pt x="466" y="333"/>
                  <a:pt x="466" y="334"/>
                  <a:pt x="466" y="334"/>
                </a:cubicBezTo>
                <a:cubicBezTo>
                  <a:pt x="466" y="335"/>
                  <a:pt x="467" y="335"/>
                  <a:pt x="468" y="336"/>
                </a:cubicBezTo>
                <a:cubicBezTo>
                  <a:pt x="468" y="336"/>
                  <a:pt x="469" y="336"/>
                  <a:pt x="470" y="337"/>
                </a:cubicBezTo>
                <a:cubicBezTo>
                  <a:pt x="471" y="337"/>
                  <a:pt x="472" y="337"/>
                  <a:pt x="473" y="337"/>
                </a:cubicBezTo>
                <a:cubicBezTo>
                  <a:pt x="474" y="337"/>
                  <a:pt x="475" y="337"/>
                  <a:pt x="477" y="337"/>
                </a:cubicBezTo>
                <a:cubicBezTo>
                  <a:pt x="478" y="336"/>
                  <a:pt x="479" y="336"/>
                  <a:pt x="479" y="336"/>
                </a:cubicBezTo>
                <a:cubicBezTo>
                  <a:pt x="480" y="335"/>
                  <a:pt x="481" y="335"/>
                  <a:pt x="482" y="334"/>
                </a:cubicBezTo>
                <a:cubicBezTo>
                  <a:pt x="482" y="334"/>
                  <a:pt x="482" y="333"/>
                  <a:pt x="483" y="333"/>
                </a:cubicBezTo>
                <a:cubicBezTo>
                  <a:pt x="483" y="332"/>
                  <a:pt x="483" y="332"/>
                  <a:pt x="482" y="331"/>
                </a:cubicBezTo>
                <a:cubicBezTo>
                  <a:pt x="482" y="331"/>
                  <a:pt x="482" y="330"/>
                  <a:pt x="481" y="330"/>
                </a:cubicBezTo>
                <a:cubicBezTo>
                  <a:pt x="480" y="329"/>
                  <a:pt x="479" y="329"/>
                  <a:pt x="478" y="329"/>
                </a:cubicBezTo>
                <a:cubicBezTo>
                  <a:pt x="477" y="329"/>
                  <a:pt x="476" y="329"/>
                  <a:pt x="475" y="329"/>
                </a:cubicBezTo>
                <a:cubicBezTo>
                  <a:pt x="474" y="329"/>
                  <a:pt x="473" y="329"/>
                  <a:pt x="472" y="329"/>
                </a:cubicBezTo>
                <a:close/>
                <a:moveTo>
                  <a:pt x="269" y="329"/>
                </a:moveTo>
                <a:cubicBezTo>
                  <a:pt x="268" y="329"/>
                  <a:pt x="268" y="329"/>
                  <a:pt x="268" y="329"/>
                </a:cubicBezTo>
                <a:cubicBezTo>
                  <a:pt x="268" y="329"/>
                  <a:pt x="267" y="329"/>
                  <a:pt x="267" y="329"/>
                </a:cubicBezTo>
                <a:cubicBezTo>
                  <a:pt x="267" y="329"/>
                  <a:pt x="267" y="329"/>
                  <a:pt x="266" y="329"/>
                </a:cubicBezTo>
                <a:cubicBezTo>
                  <a:pt x="266" y="329"/>
                  <a:pt x="266" y="329"/>
                  <a:pt x="265" y="329"/>
                </a:cubicBezTo>
                <a:cubicBezTo>
                  <a:pt x="264" y="329"/>
                  <a:pt x="263" y="329"/>
                  <a:pt x="262" y="329"/>
                </a:cubicBezTo>
                <a:cubicBezTo>
                  <a:pt x="261" y="329"/>
                  <a:pt x="260" y="329"/>
                  <a:pt x="259" y="330"/>
                </a:cubicBezTo>
                <a:cubicBezTo>
                  <a:pt x="258" y="330"/>
                  <a:pt x="258" y="331"/>
                  <a:pt x="257" y="331"/>
                </a:cubicBezTo>
                <a:cubicBezTo>
                  <a:pt x="256" y="332"/>
                  <a:pt x="256" y="332"/>
                  <a:pt x="256" y="333"/>
                </a:cubicBezTo>
                <a:cubicBezTo>
                  <a:pt x="256" y="333"/>
                  <a:pt x="256" y="334"/>
                  <a:pt x="256" y="334"/>
                </a:cubicBezTo>
                <a:cubicBezTo>
                  <a:pt x="256" y="335"/>
                  <a:pt x="257" y="335"/>
                  <a:pt x="257" y="336"/>
                </a:cubicBezTo>
                <a:cubicBezTo>
                  <a:pt x="258" y="336"/>
                  <a:pt x="259" y="336"/>
                  <a:pt x="260" y="337"/>
                </a:cubicBezTo>
                <a:cubicBezTo>
                  <a:pt x="261" y="337"/>
                  <a:pt x="262" y="337"/>
                  <a:pt x="263" y="337"/>
                </a:cubicBezTo>
                <a:cubicBezTo>
                  <a:pt x="263" y="337"/>
                  <a:pt x="263" y="337"/>
                  <a:pt x="264" y="337"/>
                </a:cubicBezTo>
                <a:cubicBezTo>
                  <a:pt x="264" y="337"/>
                  <a:pt x="264" y="337"/>
                  <a:pt x="265" y="337"/>
                </a:cubicBezTo>
                <a:cubicBezTo>
                  <a:pt x="265" y="337"/>
                  <a:pt x="265" y="337"/>
                  <a:pt x="265" y="337"/>
                </a:cubicBezTo>
                <a:cubicBezTo>
                  <a:pt x="266" y="337"/>
                  <a:pt x="266" y="337"/>
                  <a:pt x="266" y="337"/>
                </a:cubicBezTo>
                <a:cubicBezTo>
                  <a:pt x="267" y="336"/>
                  <a:pt x="268" y="336"/>
                  <a:pt x="269" y="336"/>
                </a:cubicBezTo>
                <a:cubicBezTo>
                  <a:pt x="269" y="336"/>
                  <a:pt x="270" y="335"/>
                  <a:pt x="270" y="335"/>
                </a:cubicBezTo>
                <a:cubicBezTo>
                  <a:pt x="271" y="335"/>
                  <a:pt x="271" y="334"/>
                  <a:pt x="272" y="334"/>
                </a:cubicBezTo>
                <a:cubicBezTo>
                  <a:pt x="272" y="334"/>
                  <a:pt x="272" y="333"/>
                  <a:pt x="273" y="333"/>
                </a:cubicBezTo>
                <a:cubicBezTo>
                  <a:pt x="273" y="332"/>
                  <a:pt x="273" y="332"/>
                  <a:pt x="273" y="331"/>
                </a:cubicBezTo>
                <a:cubicBezTo>
                  <a:pt x="272" y="331"/>
                  <a:pt x="272" y="331"/>
                  <a:pt x="272" y="330"/>
                </a:cubicBezTo>
                <a:cubicBezTo>
                  <a:pt x="271" y="330"/>
                  <a:pt x="271" y="330"/>
                  <a:pt x="270" y="329"/>
                </a:cubicBezTo>
                <a:cubicBezTo>
                  <a:pt x="270" y="329"/>
                  <a:pt x="269" y="329"/>
                  <a:pt x="269" y="329"/>
                </a:cubicBezTo>
                <a:cubicBezTo>
                  <a:pt x="268" y="329"/>
                  <a:pt x="269" y="329"/>
                  <a:pt x="269" y="329"/>
                </a:cubicBezTo>
                <a:close/>
                <a:moveTo>
                  <a:pt x="556" y="329"/>
                </a:moveTo>
                <a:cubicBezTo>
                  <a:pt x="555" y="329"/>
                  <a:pt x="554" y="329"/>
                  <a:pt x="553" y="330"/>
                </a:cubicBezTo>
                <a:cubicBezTo>
                  <a:pt x="552" y="330"/>
                  <a:pt x="551" y="331"/>
                  <a:pt x="551" y="331"/>
                </a:cubicBezTo>
                <a:cubicBezTo>
                  <a:pt x="550" y="332"/>
                  <a:pt x="550" y="332"/>
                  <a:pt x="550" y="333"/>
                </a:cubicBezTo>
                <a:cubicBezTo>
                  <a:pt x="550" y="333"/>
                  <a:pt x="550" y="334"/>
                  <a:pt x="550" y="334"/>
                </a:cubicBezTo>
                <a:cubicBezTo>
                  <a:pt x="550" y="335"/>
                  <a:pt x="551" y="335"/>
                  <a:pt x="552" y="336"/>
                </a:cubicBezTo>
                <a:cubicBezTo>
                  <a:pt x="552" y="336"/>
                  <a:pt x="553" y="336"/>
                  <a:pt x="554" y="337"/>
                </a:cubicBezTo>
                <a:cubicBezTo>
                  <a:pt x="555" y="337"/>
                  <a:pt x="556" y="337"/>
                  <a:pt x="557" y="337"/>
                </a:cubicBezTo>
                <a:cubicBezTo>
                  <a:pt x="558" y="337"/>
                  <a:pt x="560" y="337"/>
                  <a:pt x="561" y="337"/>
                </a:cubicBezTo>
                <a:cubicBezTo>
                  <a:pt x="562" y="336"/>
                  <a:pt x="563" y="336"/>
                  <a:pt x="563" y="336"/>
                </a:cubicBezTo>
                <a:cubicBezTo>
                  <a:pt x="564" y="335"/>
                  <a:pt x="565" y="335"/>
                  <a:pt x="566" y="334"/>
                </a:cubicBezTo>
                <a:cubicBezTo>
                  <a:pt x="566" y="334"/>
                  <a:pt x="566" y="333"/>
                  <a:pt x="567" y="333"/>
                </a:cubicBezTo>
                <a:cubicBezTo>
                  <a:pt x="567" y="332"/>
                  <a:pt x="567" y="332"/>
                  <a:pt x="566" y="331"/>
                </a:cubicBezTo>
                <a:cubicBezTo>
                  <a:pt x="566" y="331"/>
                  <a:pt x="565" y="330"/>
                  <a:pt x="565" y="330"/>
                </a:cubicBezTo>
                <a:cubicBezTo>
                  <a:pt x="564" y="329"/>
                  <a:pt x="563" y="329"/>
                  <a:pt x="562" y="329"/>
                </a:cubicBezTo>
                <a:cubicBezTo>
                  <a:pt x="561" y="329"/>
                  <a:pt x="560" y="329"/>
                  <a:pt x="559" y="329"/>
                </a:cubicBezTo>
                <a:cubicBezTo>
                  <a:pt x="558" y="329"/>
                  <a:pt x="557" y="329"/>
                  <a:pt x="556" y="329"/>
                </a:cubicBezTo>
                <a:close/>
                <a:moveTo>
                  <a:pt x="438" y="329"/>
                </a:moveTo>
                <a:cubicBezTo>
                  <a:pt x="437" y="329"/>
                  <a:pt x="436" y="329"/>
                  <a:pt x="435" y="329"/>
                </a:cubicBezTo>
                <a:cubicBezTo>
                  <a:pt x="435" y="329"/>
                  <a:pt x="435" y="329"/>
                  <a:pt x="434" y="329"/>
                </a:cubicBezTo>
                <a:cubicBezTo>
                  <a:pt x="434" y="329"/>
                  <a:pt x="434" y="329"/>
                  <a:pt x="434" y="329"/>
                </a:cubicBezTo>
                <a:cubicBezTo>
                  <a:pt x="434" y="329"/>
                  <a:pt x="434" y="329"/>
                  <a:pt x="434" y="329"/>
                </a:cubicBezTo>
                <a:cubicBezTo>
                  <a:pt x="434" y="329"/>
                  <a:pt x="433" y="329"/>
                  <a:pt x="433" y="329"/>
                </a:cubicBezTo>
                <a:cubicBezTo>
                  <a:pt x="432" y="329"/>
                  <a:pt x="431" y="329"/>
                  <a:pt x="430" y="329"/>
                </a:cubicBezTo>
                <a:cubicBezTo>
                  <a:pt x="429" y="329"/>
                  <a:pt x="428" y="329"/>
                  <a:pt x="427" y="330"/>
                </a:cubicBezTo>
                <a:cubicBezTo>
                  <a:pt x="426" y="330"/>
                  <a:pt x="425" y="331"/>
                  <a:pt x="425" y="331"/>
                </a:cubicBezTo>
                <a:cubicBezTo>
                  <a:pt x="424" y="332"/>
                  <a:pt x="424" y="332"/>
                  <a:pt x="424" y="333"/>
                </a:cubicBezTo>
                <a:cubicBezTo>
                  <a:pt x="424" y="333"/>
                  <a:pt x="424" y="334"/>
                  <a:pt x="424" y="334"/>
                </a:cubicBezTo>
                <a:cubicBezTo>
                  <a:pt x="424" y="335"/>
                  <a:pt x="425" y="335"/>
                  <a:pt x="425" y="336"/>
                </a:cubicBezTo>
                <a:cubicBezTo>
                  <a:pt x="426" y="336"/>
                  <a:pt x="427" y="336"/>
                  <a:pt x="428" y="337"/>
                </a:cubicBezTo>
                <a:cubicBezTo>
                  <a:pt x="429" y="337"/>
                  <a:pt x="430" y="337"/>
                  <a:pt x="431" y="337"/>
                </a:cubicBezTo>
                <a:cubicBezTo>
                  <a:pt x="431" y="337"/>
                  <a:pt x="431" y="337"/>
                  <a:pt x="432" y="337"/>
                </a:cubicBezTo>
                <a:cubicBezTo>
                  <a:pt x="432" y="337"/>
                  <a:pt x="432" y="337"/>
                  <a:pt x="432" y="337"/>
                </a:cubicBezTo>
                <a:cubicBezTo>
                  <a:pt x="432" y="337"/>
                  <a:pt x="432" y="337"/>
                  <a:pt x="432" y="337"/>
                </a:cubicBezTo>
                <a:cubicBezTo>
                  <a:pt x="433" y="337"/>
                  <a:pt x="433" y="337"/>
                  <a:pt x="433" y="337"/>
                </a:cubicBezTo>
                <a:cubicBezTo>
                  <a:pt x="433" y="337"/>
                  <a:pt x="433" y="337"/>
                  <a:pt x="434" y="337"/>
                </a:cubicBezTo>
                <a:cubicBezTo>
                  <a:pt x="434" y="337"/>
                  <a:pt x="434" y="337"/>
                  <a:pt x="434" y="337"/>
                </a:cubicBezTo>
                <a:cubicBezTo>
                  <a:pt x="435" y="336"/>
                  <a:pt x="435" y="336"/>
                  <a:pt x="435" y="336"/>
                </a:cubicBezTo>
                <a:cubicBezTo>
                  <a:pt x="435" y="336"/>
                  <a:pt x="436" y="336"/>
                  <a:pt x="436" y="336"/>
                </a:cubicBezTo>
                <a:cubicBezTo>
                  <a:pt x="437" y="336"/>
                  <a:pt x="437" y="336"/>
                  <a:pt x="437" y="336"/>
                </a:cubicBezTo>
                <a:cubicBezTo>
                  <a:pt x="438" y="335"/>
                  <a:pt x="439" y="335"/>
                  <a:pt x="440" y="334"/>
                </a:cubicBezTo>
                <a:cubicBezTo>
                  <a:pt x="440" y="334"/>
                  <a:pt x="440" y="334"/>
                  <a:pt x="440" y="334"/>
                </a:cubicBezTo>
                <a:cubicBezTo>
                  <a:pt x="440" y="334"/>
                  <a:pt x="440" y="334"/>
                  <a:pt x="440" y="334"/>
                </a:cubicBezTo>
                <a:cubicBezTo>
                  <a:pt x="440" y="333"/>
                  <a:pt x="440" y="333"/>
                  <a:pt x="440" y="333"/>
                </a:cubicBezTo>
                <a:cubicBezTo>
                  <a:pt x="440" y="333"/>
                  <a:pt x="441" y="333"/>
                  <a:pt x="441" y="333"/>
                </a:cubicBezTo>
                <a:cubicBezTo>
                  <a:pt x="441" y="333"/>
                  <a:pt x="441" y="332"/>
                  <a:pt x="441" y="332"/>
                </a:cubicBezTo>
                <a:cubicBezTo>
                  <a:pt x="441" y="332"/>
                  <a:pt x="441" y="332"/>
                  <a:pt x="441" y="332"/>
                </a:cubicBezTo>
                <a:cubicBezTo>
                  <a:pt x="441" y="332"/>
                  <a:pt x="441" y="332"/>
                  <a:pt x="441" y="331"/>
                </a:cubicBezTo>
                <a:cubicBezTo>
                  <a:pt x="440" y="331"/>
                  <a:pt x="440" y="331"/>
                  <a:pt x="440" y="331"/>
                </a:cubicBezTo>
                <a:cubicBezTo>
                  <a:pt x="440" y="331"/>
                  <a:pt x="440" y="331"/>
                  <a:pt x="440" y="331"/>
                </a:cubicBezTo>
                <a:cubicBezTo>
                  <a:pt x="440" y="331"/>
                  <a:pt x="440" y="330"/>
                  <a:pt x="440" y="330"/>
                </a:cubicBezTo>
                <a:cubicBezTo>
                  <a:pt x="440" y="330"/>
                  <a:pt x="439" y="330"/>
                  <a:pt x="439" y="330"/>
                </a:cubicBezTo>
                <a:cubicBezTo>
                  <a:pt x="439" y="330"/>
                  <a:pt x="439" y="330"/>
                  <a:pt x="439" y="330"/>
                </a:cubicBezTo>
                <a:lnTo>
                  <a:pt x="438" y="329"/>
                </a:lnTo>
                <a:close/>
                <a:moveTo>
                  <a:pt x="519" y="329"/>
                </a:moveTo>
                <a:cubicBezTo>
                  <a:pt x="519" y="329"/>
                  <a:pt x="519" y="329"/>
                  <a:pt x="518" y="329"/>
                </a:cubicBezTo>
                <a:cubicBezTo>
                  <a:pt x="518" y="329"/>
                  <a:pt x="518" y="329"/>
                  <a:pt x="518" y="329"/>
                </a:cubicBezTo>
                <a:cubicBezTo>
                  <a:pt x="518" y="329"/>
                  <a:pt x="518" y="329"/>
                  <a:pt x="518" y="329"/>
                </a:cubicBezTo>
                <a:cubicBezTo>
                  <a:pt x="517" y="329"/>
                  <a:pt x="517" y="329"/>
                  <a:pt x="517" y="329"/>
                </a:cubicBezTo>
                <a:cubicBezTo>
                  <a:pt x="516" y="329"/>
                  <a:pt x="515" y="329"/>
                  <a:pt x="514" y="329"/>
                </a:cubicBezTo>
                <a:cubicBezTo>
                  <a:pt x="513" y="329"/>
                  <a:pt x="512" y="329"/>
                  <a:pt x="511" y="330"/>
                </a:cubicBezTo>
                <a:cubicBezTo>
                  <a:pt x="510" y="330"/>
                  <a:pt x="509" y="331"/>
                  <a:pt x="509" y="331"/>
                </a:cubicBezTo>
                <a:cubicBezTo>
                  <a:pt x="508" y="332"/>
                  <a:pt x="508" y="332"/>
                  <a:pt x="508" y="333"/>
                </a:cubicBezTo>
                <a:cubicBezTo>
                  <a:pt x="508" y="333"/>
                  <a:pt x="508" y="334"/>
                  <a:pt x="508" y="334"/>
                </a:cubicBezTo>
                <a:cubicBezTo>
                  <a:pt x="508" y="335"/>
                  <a:pt x="509" y="335"/>
                  <a:pt x="510" y="336"/>
                </a:cubicBezTo>
                <a:cubicBezTo>
                  <a:pt x="510" y="336"/>
                  <a:pt x="511" y="336"/>
                  <a:pt x="512" y="337"/>
                </a:cubicBezTo>
                <a:cubicBezTo>
                  <a:pt x="513" y="337"/>
                  <a:pt x="514" y="337"/>
                  <a:pt x="515" y="337"/>
                </a:cubicBezTo>
                <a:cubicBezTo>
                  <a:pt x="515" y="337"/>
                  <a:pt x="516" y="337"/>
                  <a:pt x="516" y="337"/>
                </a:cubicBezTo>
                <a:cubicBezTo>
                  <a:pt x="516" y="337"/>
                  <a:pt x="516" y="337"/>
                  <a:pt x="516" y="337"/>
                </a:cubicBezTo>
                <a:cubicBezTo>
                  <a:pt x="516" y="337"/>
                  <a:pt x="516" y="337"/>
                  <a:pt x="517" y="337"/>
                </a:cubicBezTo>
                <a:cubicBezTo>
                  <a:pt x="517" y="337"/>
                  <a:pt x="517" y="337"/>
                  <a:pt x="517" y="337"/>
                </a:cubicBezTo>
                <a:cubicBezTo>
                  <a:pt x="518" y="337"/>
                  <a:pt x="519" y="337"/>
                  <a:pt x="520" y="336"/>
                </a:cubicBezTo>
                <a:cubicBezTo>
                  <a:pt x="521" y="336"/>
                  <a:pt x="521" y="336"/>
                  <a:pt x="522" y="335"/>
                </a:cubicBezTo>
                <a:cubicBezTo>
                  <a:pt x="523" y="335"/>
                  <a:pt x="523" y="335"/>
                  <a:pt x="524" y="334"/>
                </a:cubicBezTo>
                <a:cubicBezTo>
                  <a:pt x="524" y="334"/>
                  <a:pt x="524" y="333"/>
                  <a:pt x="525" y="333"/>
                </a:cubicBezTo>
                <a:cubicBezTo>
                  <a:pt x="525" y="332"/>
                  <a:pt x="525" y="332"/>
                  <a:pt x="524" y="331"/>
                </a:cubicBezTo>
                <a:cubicBezTo>
                  <a:pt x="524" y="331"/>
                  <a:pt x="524" y="330"/>
                  <a:pt x="523" y="330"/>
                </a:cubicBezTo>
                <a:cubicBezTo>
                  <a:pt x="523" y="330"/>
                  <a:pt x="522" y="329"/>
                  <a:pt x="521" y="329"/>
                </a:cubicBezTo>
                <a:cubicBezTo>
                  <a:pt x="521" y="329"/>
                  <a:pt x="520" y="329"/>
                  <a:pt x="519" y="329"/>
                </a:cubicBezTo>
                <a:cubicBezTo>
                  <a:pt x="519" y="329"/>
                  <a:pt x="520" y="329"/>
                  <a:pt x="519" y="329"/>
                </a:cubicBezTo>
                <a:close/>
                <a:moveTo>
                  <a:pt x="2066" y="329"/>
                </a:moveTo>
                <a:cubicBezTo>
                  <a:pt x="2065" y="329"/>
                  <a:pt x="2064" y="329"/>
                  <a:pt x="2063" y="330"/>
                </a:cubicBezTo>
                <a:cubicBezTo>
                  <a:pt x="2063" y="330"/>
                  <a:pt x="2062" y="331"/>
                  <a:pt x="2062" y="331"/>
                </a:cubicBezTo>
                <a:cubicBezTo>
                  <a:pt x="2062" y="332"/>
                  <a:pt x="2062" y="332"/>
                  <a:pt x="2062" y="333"/>
                </a:cubicBezTo>
                <a:cubicBezTo>
                  <a:pt x="2062" y="333"/>
                  <a:pt x="2062" y="334"/>
                  <a:pt x="2063" y="334"/>
                </a:cubicBezTo>
                <a:cubicBezTo>
                  <a:pt x="2063" y="335"/>
                  <a:pt x="2064" y="335"/>
                  <a:pt x="2065" y="336"/>
                </a:cubicBezTo>
                <a:cubicBezTo>
                  <a:pt x="2066" y="336"/>
                  <a:pt x="2067" y="336"/>
                  <a:pt x="2068" y="337"/>
                </a:cubicBezTo>
                <a:cubicBezTo>
                  <a:pt x="2069" y="337"/>
                  <a:pt x="2070" y="337"/>
                  <a:pt x="2071" y="337"/>
                </a:cubicBezTo>
                <a:cubicBezTo>
                  <a:pt x="2072" y="337"/>
                  <a:pt x="2073" y="337"/>
                  <a:pt x="2074" y="337"/>
                </a:cubicBezTo>
                <a:cubicBezTo>
                  <a:pt x="2075" y="336"/>
                  <a:pt x="2076" y="336"/>
                  <a:pt x="2077" y="336"/>
                </a:cubicBezTo>
                <a:cubicBezTo>
                  <a:pt x="2077" y="335"/>
                  <a:pt x="2078" y="335"/>
                  <a:pt x="2078" y="334"/>
                </a:cubicBezTo>
                <a:cubicBezTo>
                  <a:pt x="2079" y="334"/>
                  <a:pt x="2079" y="333"/>
                  <a:pt x="2078" y="333"/>
                </a:cubicBezTo>
                <a:cubicBezTo>
                  <a:pt x="2078" y="332"/>
                  <a:pt x="2078" y="332"/>
                  <a:pt x="2077" y="331"/>
                </a:cubicBezTo>
                <a:cubicBezTo>
                  <a:pt x="2077" y="331"/>
                  <a:pt x="2076" y="330"/>
                  <a:pt x="2075" y="330"/>
                </a:cubicBezTo>
                <a:cubicBezTo>
                  <a:pt x="2074" y="329"/>
                  <a:pt x="2073" y="329"/>
                  <a:pt x="2072" y="329"/>
                </a:cubicBezTo>
                <a:cubicBezTo>
                  <a:pt x="2071" y="329"/>
                  <a:pt x="2070" y="329"/>
                  <a:pt x="2069" y="329"/>
                </a:cubicBezTo>
                <a:cubicBezTo>
                  <a:pt x="2068" y="329"/>
                  <a:pt x="2067" y="329"/>
                  <a:pt x="2066" y="329"/>
                </a:cubicBezTo>
                <a:close/>
                <a:moveTo>
                  <a:pt x="1982" y="329"/>
                </a:moveTo>
                <a:cubicBezTo>
                  <a:pt x="1981" y="329"/>
                  <a:pt x="1980" y="329"/>
                  <a:pt x="1979" y="330"/>
                </a:cubicBezTo>
                <a:cubicBezTo>
                  <a:pt x="1979" y="330"/>
                  <a:pt x="1978" y="331"/>
                  <a:pt x="1978" y="331"/>
                </a:cubicBezTo>
                <a:cubicBezTo>
                  <a:pt x="1978" y="332"/>
                  <a:pt x="1978" y="332"/>
                  <a:pt x="1978" y="333"/>
                </a:cubicBezTo>
                <a:cubicBezTo>
                  <a:pt x="1978" y="333"/>
                  <a:pt x="1978" y="334"/>
                  <a:pt x="1979" y="334"/>
                </a:cubicBezTo>
                <a:cubicBezTo>
                  <a:pt x="1979" y="335"/>
                  <a:pt x="1980" y="335"/>
                  <a:pt x="1981" y="336"/>
                </a:cubicBezTo>
                <a:cubicBezTo>
                  <a:pt x="1982" y="336"/>
                  <a:pt x="1983" y="336"/>
                  <a:pt x="1984" y="337"/>
                </a:cubicBezTo>
                <a:cubicBezTo>
                  <a:pt x="1985" y="337"/>
                  <a:pt x="1986" y="337"/>
                  <a:pt x="1987" y="337"/>
                </a:cubicBezTo>
                <a:cubicBezTo>
                  <a:pt x="1988" y="337"/>
                  <a:pt x="1989" y="337"/>
                  <a:pt x="1990" y="337"/>
                </a:cubicBezTo>
                <a:cubicBezTo>
                  <a:pt x="1991" y="336"/>
                  <a:pt x="1992" y="336"/>
                  <a:pt x="1993" y="336"/>
                </a:cubicBezTo>
                <a:cubicBezTo>
                  <a:pt x="1993" y="335"/>
                  <a:pt x="1994" y="335"/>
                  <a:pt x="1994" y="334"/>
                </a:cubicBezTo>
                <a:cubicBezTo>
                  <a:pt x="1994" y="334"/>
                  <a:pt x="1995" y="333"/>
                  <a:pt x="1994" y="333"/>
                </a:cubicBezTo>
                <a:cubicBezTo>
                  <a:pt x="1994" y="332"/>
                  <a:pt x="1994" y="332"/>
                  <a:pt x="1993" y="331"/>
                </a:cubicBezTo>
                <a:cubicBezTo>
                  <a:pt x="1993" y="331"/>
                  <a:pt x="1992" y="330"/>
                  <a:pt x="1991" y="330"/>
                </a:cubicBezTo>
                <a:cubicBezTo>
                  <a:pt x="1990" y="329"/>
                  <a:pt x="1990" y="329"/>
                  <a:pt x="1988" y="329"/>
                </a:cubicBezTo>
                <a:cubicBezTo>
                  <a:pt x="1987" y="329"/>
                  <a:pt x="1986" y="329"/>
                  <a:pt x="1985" y="329"/>
                </a:cubicBezTo>
                <a:cubicBezTo>
                  <a:pt x="1984" y="329"/>
                  <a:pt x="1983" y="329"/>
                  <a:pt x="1982" y="329"/>
                </a:cubicBezTo>
                <a:close/>
                <a:moveTo>
                  <a:pt x="1562" y="329"/>
                </a:moveTo>
                <a:cubicBezTo>
                  <a:pt x="1561" y="329"/>
                  <a:pt x="1561" y="329"/>
                  <a:pt x="1560" y="330"/>
                </a:cubicBezTo>
                <a:cubicBezTo>
                  <a:pt x="1559" y="330"/>
                  <a:pt x="1559" y="331"/>
                  <a:pt x="1558" y="331"/>
                </a:cubicBezTo>
                <a:cubicBezTo>
                  <a:pt x="1558" y="332"/>
                  <a:pt x="1558" y="332"/>
                  <a:pt x="1558" y="333"/>
                </a:cubicBezTo>
                <a:cubicBezTo>
                  <a:pt x="1558" y="333"/>
                  <a:pt x="1558" y="334"/>
                  <a:pt x="1559" y="334"/>
                </a:cubicBezTo>
                <a:cubicBezTo>
                  <a:pt x="1559" y="335"/>
                  <a:pt x="1560" y="335"/>
                  <a:pt x="1560" y="336"/>
                </a:cubicBezTo>
                <a:cubicBezTo>
                  <a:pt x="1561" y="336"/>
                  <a:pt x="1562" y="336"/>
                  <a:pt x="1563" y="337"/>
                </a:cubicBezTo>
                <a:cubicBezTo>
                  <a:pt x="1564" y="337"/>
                  <a:pt x="1565" y="337"/>
                  <a:pt x="1566" y="337"/>
                </a:cubicBezTo>
                <a:cubicBezTo>
                  <a:pt x="1568" y="337"/>
                  <a:pt x="1569" y="337"/>
                  <a:pt x="1570" y="337"/>
                </a:cubicBezTo>
                <a:cubicBezTo>
                  <a:pt x="1571" y="336"/>
                  <a:pt x="1572" y="336"/>
                  <a:pt x="1572" y="336"/>
                </a:cubicBezTo>
                <a:cubicBezTo>
                  <a:pt x="1573" y="335"/>
                  <a:pt x="1574" y="335"/>
                  <a:pt x="1574" y="334"/>
                </a:cubicBezTo>
                <a:cubicBezTo>
                  <a:pt x="1574" y="334"/>
                  <a:pt x="1575" y="333"/>
                  <a:pt x="1574" y="333"/>
                </a:cubicBezTo>
                <a:cubicBezTo>
                  <a:pt x="1574" y="332"/>
                  <a:pt x="1574" y="332"/>
                  <a:pt x="1574" y="331"/>
                </a:cubicBezTo>
                <a:cubicBezTo>
                  <a:pt x="1573" y="331"/>
                  <a:pt x="1573" y="330"/>
                  <a:pt x="1572" y="330"/>
                </a:cubicBezTo>
                <a:cubicBezTo>
                  <a:pt x="1571" y="329"/>
                  <a:pt x="1570" y="329"/>
                  <a:pt x="1569" y="329"/>
                </a:cubicBezTo>
                <a:cubicBezTo>
                  <a:pt x="1568" y="329"/>
                  <a:pt x="1567" y="329"/>
                  <a:pt x="1566" y="329"/>
                </a:cubicBezTo>
                <a:cubicBezTo>
                  <a:pt x="1565" y="329"/>
                  <a:pt x="1563" y="329"/>
                  <a:pt x="1562" y="329"/>
                </a:cubicBezTo>
                <a:close/>
                <a:moveTo>
                  <a:pt x="1898" y="329"/>
                </a:moveTo>
                <a:cubicBezTo>
                  <a:pt x="1897" y="329"/>
                  <a:pt x="1896" y="329"/>
                  <a:pt x="1896" y="330"/>
                </a:cubicBezTo>
                <a:cubicBezTo>
                  <a:pt x="1895" y="330"/>
                  <a:pt x="1894" y="331"/>
                  <a:pt x="1894" y="331"/>
                </a:cubicBezTo>
                <a:cubicBezTo>
                  <a:pt x="1894" y="332"/>
                  <a:pt x="1894" y="332"/>
                  <a:pt x="1894" y="333"/>
                </a:cubicBezTo>
                <a:cubicBezTo>
                  <a:pt x="1894" y="333"/>
                  <a:pt x="1894" y="334"/>
                  <a:pt x="1895" y="334"/>
                </a:cubicBezTo>
                <a:cubicBezTo>
                  <a:pt x="1895" y="335"/>
                  <a:pt x="1896" y="335"/>
                  <a:pt x="1897" y="336"/>
                </a:cubicBezTo>
                <a:cubicBezTo>
                  <a:pt x="1898" y="336"/>
                  <a:pt x="1899" y="336"/>
                  <a:pt x="1900" y="337"/>
                </a:cubicBezTo>
                <a:cubicBezTo>
                  <a:pt x="1901" y="337"/>
                  <a:pt x="1902" y="337"/>
                  <a:pt x="1903" y="337"/>
                </a:cubicBezTo>
                <a:cubicBezTo>
                  <a:pt x="1904" y="337"/>
                  <a:pt x="1905" y="337"/>
                  <a:pt x="1906" y="337"/>
                </a:cubicBezTo>
                <a:cubicBezTo>
                  <a:pt x="1907" y="336"/>
                  <a:pt x="1908" y="336"/>
                  <a:pt x="1909" y="336"/>
                </a:cubicBezTo>
                <a:cubicBezTo>
                  <a:pt x="1909" y="335"/>
                  <a:pt x="1910" y="335"/>
                  <a:pt x="1910" y="334"/>
                </a:cubicBezTo>
                <a:cubicBezTo>
                  <a:pt x="1910" y="334"/>
                  <a:pt x="1911" y="333"/>
                  <a:pt x="1910" y="333"/>
                </a:cubicBezTo>
                <a:cubicBezTo>
                  <a:pt x="1910" y="332"/>
                  <a:pt x="1910" y="332"/>
                  <a:pt x="1910" y="331"/>
                </a:cubicBezTo>
                <a:cubicBezTo>
                  <a:pt x="1909" y="331"/>
                  <a:pt x="1908" y="330"/>
                  <a:pt x="1907" y="330"/>
                </a:cubicBezTo>
                <a:cubicBezTo>
                  <a:pt x="1907" y="329"/>
                  <a:pt x="1906" y="329"/>
                  <a:pt x="1905" y="329"/>
                </a:cubicBezTo>
                <a:cubicBezTo>
                  <a:pt x="1904" y="329"/>
                  <a:pt x="1902" y="329"/>
                  <a:pt x="1901" y="329"/>
                </a:cubicBezTo>
                <a:cubicBezTo>
                  <a:pt x="1900" y="329"/>
                  <a:pt x="1899" y="329"/>
                  <a:pt x="1898" y="329"/>
                </a:cubicBezTo>
                <a:close/>
                <a:moveTo>
                  <a:pt x="1611" y="329"/>
                </a:moveTo>
                <a:cubicBezTo>
                  <a:pt x="1611" y="329"/>
                  <a:pt x="1610" y="329"/>
                  <a:pt x="1610" y="329"/>
                </a:cubicBezTo>
                <a:cubicBezTo>
                  <a:pt x="1610" y="329"/>
                  <a:pt x="1610" y="329"/>
                  <a:pt x="1609" y="329"/>
                </a:cubicBezTo>
                <a:cubicBezTo>
                  <a:pt x="1609" y="329"/>
                  <a:pt x="1609" y="329"/>
                  <a:pt x="1609" y="329"/>
                </a:cubicBezTo>
                <a:cubicBezTo>
                  <a:pt x="1608" y="329"/>
                  <a:pt x="1608" y="329"/>
                  <a:pt x="1608" y="329"/>
                </a:cubicBezTo>
                <a:cubicBezTo>
                  <a:pt x="1607" y="329"/>
                  <a:pt x="1605" y="329"/>
                  <a:pt x="1604" y="329"/>
                </a:cubicBezTo>
                <a:cubicBezTo>
                  <a:pt x="1603" y="329"/>
                  <a:pt x="1603" y="329"/>
                  <a:pt x="1602" y="330"/>
                </a:cubicBezTo>
                <a:cubicBezTo>
                  <a:pt x="1601" y="330"/>
                  <a:pt x="1601" y="331"/>
                  <a:pt x="1600" y="331"/>
                </a:cubicBezTo>
                <a:cubicBezTo>
                  <a:pt x="1600" y="332"/>
                  <a:pt x="1600" y="332"/>
                  <a:pt x="1600" y="333"/>
                </a:cubicBezTo>
                <a:cubicBezTo>
                  <a:pt x="1600" y="333"/>
                  <a:pt x="1600" y="334"/>
                  <a:pt x="1601" y="334"/>
                </a:cubicBezTo>
                <a:cubicBezTo>
                  <a:pt x="1601" y="335"/>
                  <a:pt x="1602" y="335"/>
                  <a:pt x="1602" y="336"/>
                </a:cubicBezTo>
                <a:cubicBezTo>
                  <a:pt x="1603" y="336"/>
                  <a:pt x="1604" y="336"/>
                  <a:pt x="1605" y="337"/>
                </a:cubicBezTo>
                <a:cubicBezTo>
                  <a:pt x="1606" y="337"/>
                  <a:pt x="1607" y="337"/>
                  <a:pt x="1609" y="337"/>
                </a:cubicBezTo>
                <a:cubicBezTo>
                  <a:pt x="1609" y="337"/>
                  <a:pt x="1609" y="337"/>
                  <a:pt x="1609" y="337"/>
                </a:cubicBezTo>
                <a:cubicBezTo>
                  <a:pt x="1610" y="337"/>
                  <a:pt x="1610" y="337"/>
                  <a:pt x="1610" y="337"/>
                </a:cubicBezTo>
                <a:cubicBezTo>
                  <a:pt x="1610" y="337"/>
                  <a:pt x="1611" y="337"/>
                  <a:pt x="1611" y="337"/>
                </a:cubicBezTo>
                <a:cubicBezTo>
                  <a:pt x="1611" y="337"/>
                  <a:pt x="1612" y="337"/>
                  <a:pt x="1612" y="337"/>
                </a:cubicBezTo>
                <a:cubicBezTo>
                  <a:pt x="1612" y="336"/>
                  <a:pt x="1612" y="336"/>
                  <a:pt x="1612" y="336"/>
                </a:cubicBezTo>
                <a:cubicBezTo>
                  <a:pt x="1613" y="336"/>
                  <a:pt x="1613" y="336"/>
                  <a:pt x="1613" y="336"/>
                </a:cubicBezTo>
                <a:cubicBezTo>
                  <a:pt x="1613" y="336"/>
                  <a:pt x="1614" y="336"/>
                  <a:pt x="1614" y="336"/>
                </a:cubicBezTo>
                <a:cubicBezTo>
                  <a:pt x="1614" y="336"/>
                  <a:pt x="1614" y="336"/>
                  <a:pt x="1614" y="336"/>
                </a:cubicBezTo>
                <a:cubicBezTo>
                  <a:pt x="1615" y="335"/>
                  <a:pt x="1617" y="334"/>
                  <a:pt x="1617" y="333"/>
                </a:cubicBezTo>
                <a:cubicBezTo>
                  <a:pt x="1616" y="332"/>
                  <a:pt x="1616" y="332"/>
                  <a:pt x="1616" y="332"/>
                </a:cubicBezTo>
                <a:cubicBezTo>
                  <a:pt x="1616" y="332"/>
                  <a:pt x="1616" y="331"/>
                  <a:pt x="1616" y="331"/>
                </a:cubicBezTo>
                <a:cubicBezTo>
                  <a:pt x="1615" y="331"/>
                  <a:pt x="1615" y="331"/>
                  <a:pt x="1615" y="330"/>
                </a:cubicBezTo>
                <a:cubicBezTo>
                  <a:pt x="1614" y="330"/>
                  <a:pt x="1614" y="330"/>
                  <a:pt x="1614" y="330"/>
                </a:cubicBezTo>
                <a:cubicBezTo>
                  <a:pt x="1613" y="329"/>
                  <a:pt x="1612" y="329"/>
                  <a:pt x="1611" y="329"/>
                </a:cubicBezTo>
                <a:cubicBezTo>
                  <a:pt x="1611" y="329"/>
                  <a:pt x="1611" y="329"/>
                  <a:pt x="1611" y="329"/>
                </a:cubicBezTo>
                <a:close/>
                <a:moveTo>
                  <a:pt x="2113" y="329"/>
                </a:moveTo>
                <a:cubicBezTo>
                  <a:pt x="2113" y="329"/>
                  <a:pt x="2112" y="329"/>
                  <a:pt x="2112" y="329"/>
                </a:cubicBezTo>
                <a:cubicBezTo>
                  <a:pt x="2112" y="329"/>
                  <a:pt x="2112" y="329"/>
                  <a:pt x="2112" y="329"/>
                </a:cubicBezTo>
                <a:cubicBezTo>
                  <a:pt x="2112" y="329"/>
                  <a:pt x="2112" y="329"/>
                  <a:pt x="2111" y="329"/>
                </a:cubicBezTo>
                <a:cubicBezTo>
                  <a:pt x="2111" y="329"/>
                  <a:pt x="2111" y="329"/>
                  <a:pt x="2111" y="329"/>
                </a:cubicBezTo>
                <a:cubicBezTo>
                  <a:pt x="2110" y="329"/>
                  <a:pt x="2109" y="329"/>
                  <a:pt x="2108" y="329"/>
                </a:cubicBezTo>
                <a:cubicBezTo>
                  <a:pt x="2107" y="329"/>
                  <a:pt x="2106" y="329"/>
                  <a:pt x="2105" y="330"/>
                </a:cubicBezTo>
                <a:cubicBezTo>
                  <a:pt x="2105" y="330"/>
                  <a:pt x="2104" y="331"/>
                  <a:pt x="2104" y="331"/>
                </a:cubicBezTo>
                <a:cubicBezTo>
                  <a:pt x="2104" y="332"/>
                  <a:pt x="2103" y="332"/>
                  <a:pt x="2104" y="333"/>
                </a:cubicBezTo>
                <a:cubicBezTo>
                  <a:pt x="2104" y="333"/>
                  <a:pt x="2104" y="334"/>
                  <a:pt x="2105" y="334"/>
                </a:cubicBezTo>
                <a:cubicBezTo>
                  <a:pt x="2105" y="335"/>
                  <a:pt x="2106" y="335"/>
                  <a:pt x="2107" y="336"/>
                </a:cubicBezTo>
                <a:cubicBezTo>
                  <a:pt x="2108" y="336"/>
                  <a:pt x="2109" y="336"/>
                  <a:pt x="2110" y="337"/>
                </a:cubicBezTo>
                <a:cubicBezTo>
                  <a:pt x="2111" y="337"/>
                  <a:pt x="2112" y="337"/>
                  <a:pt x="2113" y="337"/>
                </a:cubicBezTo>
                <a:cubicBezTo>
                  <a:pt x="2113" y="337"/>
                  <a:pt x="2113" y="337"/>
                  <a:pt x="2114" y="337"/>
                </a:cubicBezTo>
                <a:cubicBezTo>
                  <a:pt x="2114" y="337"/>
                  <a:pt x="2114" y="337"/>
                  <a:pt x="2114" y="337"/>
                </a:cubicBezTo>
                <a:cubicBezTo>
                  <a:pt x="2114" y="337"/>
                  <a:pt x="2114" y="337"/>
                  <a:pt x="2114" y="337"/>
                </a:cubicBezTo>
                <a:cubicBezTo>
                  <a:pt x="2115" y="337"/>
                  <a:pt x="2115" y="337"/>
                  <a:pt x="2115" y="337"/>
                </a:cubicBezTo>
                <a:cubicBezTo>
                  <a:pt x="2116" y="337"/>
                  <a:pt x="2117" y="337"/>
                  <a:pt x="2117" y="336"/>
                </a:cubicBezTo>
                <a:cubicBezTo>
                  <a:pt x="2118" y="336"/>
                  <a:pt x="2119" y="336"/>
                  <a:pt x="2119" y="335"/>
                </a:cubicBezTo>
                <a:cubicBezTo>
                  <a:pt x="2120" y="335"/>
                  <a:pt x="2120" y="335"/>
                  <a:pt x="2120" y="334"/>
                </a:cubicBezTo>
                <a:cubicBezTo>
                  <a:pt x="2121" y="334"/>
                  <a:pt x="2121" y="333"/>
                  <a:pt x="2120" y="333"/>
                </a:cubicBezTo>
                <a:cubicBezTo>
                  <a:pt x="2120" y="332"/>
                  <a:pt x="2120" y="332"/>
                  <a:pt x="2120" y="331"/>
                </a:cubicBezTo>
                <a:cubicBezTo>
                  <a:pt x="2119" y="331"/>
                  <a:pt x="2119" y="330"/>
                  <a:pt x="2118" y="330"/>
                </a:cubicBezTo>
                <a:cubicBezTo>
                  <a:pt x="2117" y="330"/>
                  <a:pt x="2116" y="329"/>
                  <a:pt x="2115" y="329"/>
                </a:cubicBezTo>
                <a:cubicBezTo>
                  <a:pt x="2115" y="329"/>
                  <a:pt x="2114" y="329"/>
                  <a:pt x="2113" y="329"/>
                </a:cubicBezTo>
                <a:cubicBezTo>
                  <a:pt x="2113" y="329"/>
                  <a:pt x="2114" y="329"/>
                  <a:pt x="2113" y="329"/>
                </a:cubicBezTo>
                <a:close/>
                <a:moveTo>
                  <a:pt x="1646" y="329"/>
                </a:moveTo>
                <a:cubicBezTo>
                  <a:pt x="1645" y="329"/>
                  <a:pt x="1645" y="329"/>
                  <a:pt x="1644" y="330"/>
                </a:cubicBezTo>
                <a:cubicBezTo>
                  <a:pt x="1643" y="330"/>
                  <a:pt x="1643" y="331"/>
                  <a:pt x="1642" y="331"/>
                </a:cubicBezTo>
                <a:cubicBezTo>
                  <a:pt x="1642" y="332"/>
                  <a:pt x="1642" y="332"/>
                  <a:pt x="1642" y="333"/>
                </a:cubicBezTo>
                <a:cubicBezTo>
                  <a:pt x="1642" y="333"/>
                  <a:pt x="1642" y="334"/>
                  <a:pt x="1643" y="334"/>
                </a:cubicBezTo>
                <a:cubicBezTo>
                  <a:pt x="1643" y="335"/>
                  <a:pt x="1644" y="335"/>
                  <a:pt x="1644" y="336"/>
                </a:cubicBezTo>
                <a:cubicBezTo>
                  <a:pt x="1645" y="336"/>
                  <a:pt x="1646" y="336"/>
                  <a:pt x="1647" y="337"/>
                </a:cubicBezTo>
                <a:cubicBezTo>
                  <a:pt x="1648" y="337"/>
                  <a:pt x="1649" y="337"/>
                  <a:pt x="1651" y="337"/>
                </a:cubicBezTo>
                <a:cubicBezTo>
                  <a:pt x="1652" y="337"/>
                  <a:pt x="1653" y="337"/>
                  <a:pt x="1654" y="337"/>
                </a:cubicBezTo>
                <a:cubicBezTo>
                  <a:pt x="1655" y="336"/>
                  <a:pt x="1656" y="336"/>
                  <a:pt x="1656" y="336"/>
                </a:cubicBezTo>
                <a:cubicBezTo>
                  <a:pt x="1657" y="335"/>
                  <a:pt x="1658" y="335"/>
                  <a:pt x="1658" y="334"/>
                </a:cubicBezTo>
                <a:cubicBezTo>
                  <a:pt x="1658" y="334"/>
                  <a:pt x="1659" y="333"/>
                  <a:pt x="1658" y="333"/>
                </a:cubicBezTo>
                <a:cubicBezTo>
                  <a:pt x="1658" y="332"/>
                  <a:pt x="1658" y="332"/>
                  <a:pt x="1658" y="331"/>
                </a:cubicBezTo>
                <a:cubicBezTo>
                  <a:pt x="1657" y="331"/>
                  <a:pt x="1656" y="330"/>
                  <a:pt x="1656" y="330"/>
                </a:cubicBezTo>
                <a:cubicBezTo>
                  <a:pt x="1655" y="329"/>
                  <a:pt x="1654" y="329"/>
                  <a:pt x="1653" y="329"/>
                </a:cubicBezTo>
                <a:cubicBezTo>
                  <a:pt x="1652" y="329"/>
                  <a:pt x="1651" y="329"/>
                  <a:pt x="1650" y="329"/>
                </a:cubicBezTo>
                <a:cubicBezTo>
                  <a:pt x="1648" y="329"/>
                  <a:pt x="1647" y="329"/>
                  <a:pt x="1646" y="329"/>
                </a:cubicBezTo>
                <a:close/>
                <a:moveTo>
                  <a:pt x="1695" y="329"/>
                </a:moveTo>
                <a:cubicBezTo>
                  <a:pt x="1694" y="329"/>
                  <a:pt x="1693" y="329"/>
                  <a:pt x="1692" y="329"/>
                </a:cubicBezTo>
                <a:cubicBezTo>
                  <a:pt x="1690" y="329"/>
                  <a:pt x="1689" y="329"/>
                  <a:pt x="1688" y="329"/>
                </a:cubicBezTo>
                <a:cubicBezTo>
                  <a:pt x="1687" y="329"/>
                  <a:pt x="1686" y="329"/>
                  <a:pt x="1686" y="330"/>
                </a:cubicBezTo>
                <a:cubicBezTo>
                  <a:pt x="1685" y="330"/>
                  <a:pt x="1685" y="331"/>
                  <a:pt x="1684" y="331"/>
                </a:cubicBezTo>
                <a:cubicBezTo>
                  <a:pt x="1684" y="332"/>
                  <a:pt x="1684" y="332"/>
                  <a:pt x="1684" y="333"/>
                </a:cubicBezTo>
                <a:cubicBezTo>
                  <a:pt x="1684" y="333"/>
                  <a:pt x="1684" y="334"/>
                  <a:pt x="1685" y="334"/>
                </a:cubicBezTo>
                <a:cubicBezTo>
                  <a:pt x="1685" y="335"/>
                  <a:pt x="1686" y="335"/>
                  <a:pt x="1687" y="336"/>
                </a:cubicBezTo>
                <a:cubicBezTo>
                  <a:pt x="1687" y="336"/>
                  <a:pt x="1688" y="336"/>
                  <a:pt x="1689" y="337"/>
                </a:cubicBezTo>
                <a:cubicBezTo>
                  <a:pt x="1690" y="337"/>
                  <a:pt x="1691" y="337"/>
                  <a:pt x="1693" y="337"/>
                </a:cubicBezTo>
                <a:cubicBezTo>
                  <a:pt x="1693" y="337"/>
                  <a:pt x="1693" y="337"/>
                  <a:pt x="1693" y="337"/>
                </a:cubicBezTo>
                <a:cubicBezTo>
                  <a:pt x="1694" y="337"/>
                  <a:pt x="1694" y="337"/>
                  <a:pt x="1694" y="337"/>
                </a:cubicBezTo>
                <a:cubicBezTo>
                  <a:pt x="1695" y="337"/>
                  <a:pt x="1695" y="337"/>
                  <a:pt x="1695" y="337"/>
                </a:cubicBezTo>
                <a:cubicBezTo>
                  <a:pt x="1695" y="337"/>
                  <a:pt x="1696" y="337"/>
                  <a:pt x="1696" y="337"/>
                </a:cubicBezTo>
                <a:cubicBezTo>
                  <a:pt x="1697" y="336"/>
                  <a:pt x="1698" y="336"/>
                  <a:pt x="1698" y="336"/>
                </a:cubicBezTo>
                <a:cubicBezTo>
                  <a:pt x="1699" y="335"/>
                  <a:pt x="1699" y="335"/>
                  <a:pt x="1699" y="335"/>
                </a:cubicBezTo>
                <a:cubicBezTo>
                  <a:pt x="1700" y="335"/>
                  <a:pt x="1700" y="335"/>
                  <a:pt x="1700" y="334"/>
                </a:cubicBezTo>
                <a:cubicBezTo>
                  <a:pt x="1700" y="334"/>
                  <a:pt x="1700" y="334"/>
                  <a:pt x="1700" y="334"/>
                </a:cubicBezTo>
                <a:cubicBezTo>
                  <a:pt x="1700" y="333"/>
                  <a:pt x="1701" y="333"/>
                  <a:pt x="1700" y="333"/>
                </a:cubicBezTo>
                <a:cubicBezTo>
                  <a:pt x="1700" y="332"/>
                  <a:pt x="1700" y="332"/>
                  <a:pt x="1700" y="332"/>
                </a:cubicBezTo>
                <a:cubicBezTo>
                  <a:pt x="1700" y="332"/>
                  <a:pt x="1700" y="331"/>
                  <a:pt x="1700" y="331"/>
                </a:cubicBezTo>
                <a:cubicBezTo>
                  <a:pt x="1699" y="331"/>
                  <a:pt x="1699" y="331"/>
                  <a:pt x="1699" y="330"/>
                </a:cubicBezTo>
                <a:cubicBezTo>
                  <a:pt x="1698" y="330"/>
                  <a:pt x="1698" y="330"/>
                  <a:pt x="1698" y="330"/>
                </a:cubicBezTo>
                <a:cubicBezTo>
                  <a:pt x="1697" y="330"/>
                  <a:pt x="1697" y="330"/>
                  <a:pt x="1697" y="329"/>
                </a:cubicBezTo>
                <a:cubicBezTo>
                  <a:pt x="1697" y="329"/>
                  <a:pt x="1697" y="329"/>
                  <a:pt x="1696" y="329"/>
                </a:cubicBezTo>
                <a:cubicBezTo>
                  <a:pt x="1696" y="329"/>
                  <a:pt x="1696" y="329"/>
                  <a:pt x="1696" y="329"/>
                </a:cubicBezTo>
                <a:cubicBezTo>
                  <a:pt x="1695" y="329"/>
                  <a:pt x="1695" y="329"/>
                  <a:pt x="1695" y="329"/>
                </a:cubicBezTo>
                <a:cubicBezTo>
                  <a:pt x="1695" y="329"/>
                  <a:pt x="1695" y="329"/>
                  <a:pt x="1695" y="329"/>
                </a:cubicBezTo>
                <a:close/>
                <a:moveTo>
                  <a:pt x="1779" y="329"/>
                </a:moveTo>
                <a:cubicBezTo>
                  <a:pt x="1778" y="329"/>
                  <a:pt x="1778" y="329"/>
                  <a:pt x="1778" y="329"/>
                </a:cubicBezTo>
                <a:cubicBezTo>
                  <a:pt x="1778" y="329"/>
                  <a:pt x="1777" y="329"/>
                  <a:pt x="1777" y="329"/>
                </a:cubicBezTo>
                <a:cubicBezTo>
                  <a:pt x="1777" y="329"/>
                  <a:pt x="1777" y="329"/>
                  <a:pt x="1776" y="329"/>
                </a:cubicBezTo>
                <a:cubicBezTo>
                  <a:pt x="1776" y="329"/>
                  <a:pt x="1776" y="329"/>
                  <a:pt x="1775" y="329"/>
                </a:cubicBezTo>
                <a:cubicBezTo>
                  <a:pt x="1775" y="329"/>
                  <a:pt x="1775" y="329"/>
                  <a:pt x="1775" y="329"/>
                </a:cubicBezTo>
                <a:cubicBezTo>
                  <a:pt x="1774" y="329"/>
                  <a:pt x="1774" y="329"/>
                  <a:pt x="1774" y="329"/>
                </a:cubicBezTo>
                <a:cubicBezTo>
                  <a:pt x="1773" y="329"/>
                  <a:pt x="1773" y="329"/>
                  <a:pt x="1773" y="329"/>
                </a:cubicBezTo>
                <a:cubicBezTo>
                  <a:pt x="1773" y="329"/>
                  <a:pt x="1772" y="329"/>
                  <a:pt x="1772" y="329"/>
                </a:cubicBezTo>
                <a:cubicBezTo>
                  <a:pt x="1771" y="329"/>
                  <a:pt x="1771" y="329"/>
                  <a:pt x="1770" y="329"/>
                </a:cubicBezTo>
                <a:cubicBezTo>
                  <a:pt x="1770" y="330"/>
                  <a:pt x="1769" y="330"/>
                  <a:pt x="1769" y="330"/>
                </a:cubicBezTo>
                <a:cubicBezTo>
                  <a:pt x="1768" y="331"/>
                  <a:pt x="1768" y="331"/>
                  <a:pt x="1768" y="331"/>
                </a:cubicBezTo>
                <a:cubicBezTo>
                  <a:pt x="1768" y="332"/>
                  <a:pt x="1768" y="332"/>
                  <a:pt x="1768" y="333"/>
                </a:cubicBezTo>
                <a:cubicBezTo>
                  <a:pt x="1768" y="333"/>
                  <a:pt x="1768" y="334"/>
                  <a:pt x="1768" y="334"/>
                </a:cubicBezTo>
                <a:cubicBezTo>
                  <a:pt x="1769" y="334"/>
                  <a:pt x="1769" y="335"/>
                  <a:pt x="1769" y="335"/>
                </a:cubicBezTo>
                <a:cubicBezTo>
                  <a:pt x="1770" y="335"/>
                  <a:pt x="1771" y="336"/>
                  <a:pt x="1771" y="336"/>
                </a:cubicBezTo>
                <a:cubicBezTo>
                  <a:pt x="1772" y="336"/>
                  <a:pt x="1773" y="336"/>
                  <a:pt x="1773" y="337"/>
                </a:cubicBezTo>
                <a:cubicBezTo>
                  <a:pt x="1774" y="337"/>
                  <a:pt x="1774" y="337"/>
                  <a:pt x="1774" y="337"/>
                </a:cubicBezTo>
                <a:cubicBezTo>
                  <a:pt x="1774" y="337"/>
                  <a:pt x="1775" y="337"/>
                  <a:pt x="1775" y="337"/>
                </a:cubicBezTo>
                <a:cubicBezTo>
                  <a:pt x="1775" y="337"/>
                  <a:pt x="1776" y="337"/>
                  <a:pt x="1776" y="337"/>
                </a:cubicBezTo>
                <a:cubicBezTo>
                  <a:pt x="1776" y="337"/>
                  <a:pt x="1776" y="337"/>
                  <a:pt x="1777" y="337"/>
                </a:cubicBezTo>
                <a:cubicBezTo>
                  <a:pt x="1777" y="337"/>
                  <a:pt x="1777" y="337"/>
                  <a:pt x="1778" y="337"/>
                </a:cubicBezTo>
                <a:cubicBezTo>
                  <a:pt x="1778" y="337"/>
                  <a:pt x="1778" y="337"/>
                  <a:pt x="1778" y="337"/>
                </a:cubicBezTo>
                <a:cubicBezTo>
                  <a:pt x="1779" y="337"/>
                  <a:pt x="1779" y="337"/>
                  <a:pt x="1779" y="337"/>
                </a:cubicBezTo>
                <a:cubicBezTo>
                  <a:pt x="1779" y="337"/>
                  <a:pt x="1780" y="337"/>
                  <a:pt x="1780" y="337"/>
                </a:cubicBezTo>
                <a:cubicBezTo>
                  <a:pt x="1781" y="336"/>
                  <a:pt x="1781" y="336"/>
                  <a:pt x="1782" y="336"/>
                </a:cubicBezTo>
                <a:cubicBezTo>
                  <a:pt x="1783" y="336"/>
                  <a:pt x="1783" y="335"/>
                  <a:pt x="1783" y="335"/>
                </a:cubicBezTo>
                <a:cubicBezTo>
                  <a:pt x="1784" y="335"/>
                  <a:pt x="1784" y="334"/>
                  <a:pt x="1784" y="334"/>
                </a:cubicBezTo>
                <a:cubicBezTo>
                  <a:pt x="1784" y="334"/>
                  <a:pt x="1785" y="333"/>
                  <a:pt x="1784" y="333"/>
                </a:cubicBezTo>
                <a:cubicBezTo>
                  <a:pt x="1784" y="332"/>
                  <a:pt x="1784" y="332"/>
                  <a:pt x="1784" y="331"/>
                </a:cubicBezTo>
                <a:cubicBezTo>
                  <a:pt x="1784" y="331"/>
                  <a:pt x="1783" y="331"/>
                  <a:pt x="1783" y="330"/>
                </a:cubicBezTo>
                <a:cubicBezTo>
                  <a:pt x="1782" y="330"/>
                  <a:pt x="1782" y="330"/>
                  <a:pt x="1781" y="329"/>
                </a:cubicBezTo>
                <a:cubicBezTo>
                  <a:pt x="1780" y="329"/>
                  <a:pt x="1780" y="329"/>
                  <a:pt x="1779" y="329"/>
                </a:cubicBezTo>
                <a:cubicBezTo>
                  <a:pt x="1778" y="329"/>
                  <a:pt x="1780" y="329"/>
                  <a:pt x="1779" y="329"/>
                </a:cubicBezTo>
                <a:close/>
                <a:moveTo>
                  <a:pt x="2033" y="330"/>
                </a:moveTo>
                <a:cubicBezTo>
                  <a:pt x="2032" y="329"/>
                  <a:pt x="2030" y="329"/>
                  <a:pt x="2029" y="329"/>
                </a:cubicBezTo>
                <a:cubicBezTo>
                  <a:pt x="2029" y="329"/>
                  <a:pt x="2029" y="329"/>
                  <a:pt x="2028" y="329"/>
                </a:cubicBezTo>
                <a:cubicBezTo>
                  <a:pt x="2028" y="329"/>
                  <a:pt x="2028" y="329"/>
                  <a:pt x="2028" y="329"/>
                </a:cubicBezTo>
                <a:cubicBezTo>
                  <a:pt x="2028" y="329"/>
                  <a:pt x="2028" y="329"/>
                  <a:pt x="2028" y="329"/>
                </a:cubicBezTo>
                <a:cubicBezTo>
                  <a:pt x="2027" y="329"/>
                  <a:pt x="2027" y="329"/>
                  <a:pt x="2027" y="329"/>
                </a:cubicBezTo>
                <a:cubicBezTo>
                  <a:pt x="2027" y="329"/>
                  <a:pt x="2027" y="329"/>
                  <a:pt x="2027" y="329"/>
                </a:cubicBezTo>
                <a:cubicBezTo>
                  <a:pt x="2027" y="329"/>
                  <a:pt x="2026" y="329"/>
                  <a:pt x="2026" y="329"/>
                </a:cubicBezTo>
                <a:cubicBezTo>
                  <a:pt x="2026" y="329"/>
                  <a:pt x="2026" y="329"/>
                  <a:pt x="2026" y="329"/>
                </a:cubicBezTo>
                <a:cubicBezTo>
                  <a:pt x="2026" y="329"/>
                  <a:pt x="2026" y="329"/>
                  <a:pt x="2025" y="329"/>
                </a:cubicBezTo>
                <a:cubicBezTo>
                  <a:pt x="2025" y="329"/>
                  <a:pt x="2024" y="329"/>
                  <a:pt x="2023" y="329"/>
                </a:cubicBezTo>
                <a:cubicBezTo>
                  <a:pt x="2022" y="329"/>
                  <a:pt x="2021" y="330"/>
                  <a:pt x="2021" y="330"/>
                </a:cubicBezTo>
                <a:cubicBezTo>
                  <a:pt x="2020" y="330"/>
                  <a:pt x="2020" y="331"/>
                  <a:pt x="2020" y="331"/>
                </a:cubicBezTo>
                <a:cubicBezTo>
                  <a:pt x="2020" y="332"/>
                  <a:pt x="2020" y="332"/>
                  <a:pt x="2020" y="333"/>
                </a:cubicBezTo>
                <a:cubicBezTo>
                  <a:pt x="2020" y="333"/>
                  <a:pt x="2020" y="334"/>
                  <a:pt x="2021" y="334"/>
                </a:cubicBezTo>
                <a:cubicBezTo>
                  <a:pt x="2021" y="335"/>
                  <a:pt x="2022" y="335"/>
                  <a:pt x="2022" y="335"/>
                </a:cubicBezTo>
                <a:cubicBezTo>
                  <a:pt x="2023" y="336"/>
                  <a:pt x="2024" y="336"/>
                  <a:pt x="2025" y="336"/>
                </a:cubicBezTo>
                <a:cubicBezTo>
                  <a:pt x="2025" y="337"/>
                  <a:pt x="2026" y="337"/>
                  <a:pt x="2027" y="337"/>
                </a:cubicBezTo>
                <a:cubicBezTo>
                  <a:pt x="2027" y="337"/>
                  <a:pt x="2028" y="337"/>
                  <a:pt x="2028" y="337"/>
                </a:cubicBezTo>
                <a:cubicBezTo>
                  <a:pt x="2028" y="337"/>
                  <a:pt x="2028" y="337"/>
                  <a:pt x="2028" y="337"/>
                </a:cubicBezTo>
                <a:cubicBezTo>
                  <a:pt x="2028" y="337"/>
                  <a:pt x="2028" y="337"/>
                  <a:pt x="2029" y="337"/>
                </a:cubicBezTo>
                <a:cubicBezTo>
                  <a:pt x="2029" y="337"/>
                  <a:pt x="2029" y="337"/>
                  <a:pt x="2029" y="337"/>
                </a:cubicBezTo>
                <a:cubicBezTo>
                  <a:pt x="2029" y="337"/>
                  <a:pt x="2029" y="337"/>
                  <a:pt x="2029" y="337"/>
                </a:cubicBezTo>
                <a:cubicBezTo>
                  <a:pt x="2030" y="337"/>
                  <a:pt x="2030" y="337"/>
                  <a:pt x="2030" y="337"/>
                </a:cubicBezTo>
                <a:cubicBezTo>
                  <a:pt x="2030" y="337"/>
                  <a:pt x="2030" y="337"/>
                  <a:pt x="2030" y="337"/>
                </a:cubicBezTo>
                <a:cubicBezTo>
                  <a:pt x="2030" y="337"/>
                  <a:pt x="2031" y="337"/>
                  <a:pt x="2031" y="337"/>
                </a:cubicBezTo>
                <a:cubicBezTo>
                  <a:pt x="2031" y="337"/>
                  <a:pt x="2032" y="337"/>
                  <a:pt x="2032" y="337"/>
                </a:cubicBezTo>
                <a:cubicBezTo>
                  <a:pt x="2032" y="337"/>
                  <a:pt x="2033" y="336"/>
                  <a:pt x="2033" y="336"/>
                </a:cubicBezTo>
                <a:cubicBezTo>
                  <a:pt x="2033" y="336"/>
                  <a:pt x="2034" y="336"/>
                  <a:pt x="2034" y="336"/>
                </a:cubicBezTo>
                <a:cubicBezTo>
                  <a:pt x="2034" y="336"/>
                  <a:pt x="2034" y="336"/>
                  <a:pt x="2035" y="336"/>
                </a:cubicBezTo>
                <a:cubicBezTo>
                  <a:pt x="2035" y="335"/>
                  <a:pt x="2036" y="335"/>
                  <a:pt x="2036" y="334"/>
                </a:cubicBezTo>
                <a:cubicBezTo>
                  <a:pt x="2036" y="334"/>
                  <a:pt x="2037" y="333"/>
                  <a:pt x="2036" y="333"/>
                </a:cubicBezTo>
                <a:cubicBezTo>
                  <a:pt x="2036" y="333"/>
                  <a:pt x="2036" y="332"/>
                  <a:pt x="2036" y="332"/>
                </a:cubicBezTo>
                <a:cubicBezTo>
                  <a:pt x="2036" y="332"/>
                  <a:pt x="2036" y="332"/>
                  <a:pt x="2036" y="332"/>
                </a:cubicBezTo>
                <a:cubicBezTo>
                  <a:pt x="2036" y="332"/>
                  <a:pt x="2036" y="332"/>
                  <a:pt x="2036" y="331"/>
                </a:cubicBezTo>
                <a:cubicBezTo>
                  <a:pt x="2036" y="331"/>
                  <a:pt x="2036" y="331"/>
                  <a:pt x="2035" y="331"/>
                </a:cubicBezTo>
                <a:cubicBezTo>
                  <a:pt x="2035" y="331"/>
                  <a:pt x="2034" y="330"/>
                  <a:pt x="2033" y="330"/>
                </a:cubicBezTo>
                <a:cubicBezTo>
                  <a:pt x="2033" y="330"/>
                  <a:pt x="2034" y="330"/>
                  <a:pt x="2033" y="330"/>
                </a:cubicBezTo>
                <a:close/>
                <a:moveTo>
                  <a:pt x="1863" y="329"/>
                </a:moveTo>
                <a:cubicBezTo>
                  <a:pt x="1862" y="329"/>
                  <a:pt x="1862" y="329"/>
                  <a:pt x="1862" y="329"/>
                </a:cubicBezTo>
                <a:cubicBezTo>
                  <a:pt x="1862" y="329"/>
                  <a:pt x="1861" y="329"/>
                  <a:pt x="1861" y="329"/>
                </a:cubicBezTo>
                <a:cubicBezTo>
                  <a:pt x="1861" y="329"/>
                  <a:pt x="1860" y="329"/>
                  <a:pt x="1860" y="329"/>
                </a:cubicBezTo>
                <a:cubicBezTo>
                  <a:pt x="1860" y="329"/>
                  <a:pt x="1860" y="329"/>
                  <a:pt x="1859" y="329"/>
                </a:cubicBezTo>
                <a:cubicBezTo>
                  <a:pt x="1858" y="329"/>
                  <a:pt x="1857" y="329"/>
                  <a:pt x="1856" y="329"/>
                </a:cubicBezTo>
                <a:cubicBezTo>
                  <a:pt x="1855" y="329"/>
                  <a:pt x="1854" y="329"/>
                  <a:pt x="1854" y="330"/>
                </a:cubicBezTo>
                <a:cubicBezTo>
                  <a:pt x="1853" y="330"/>
                  <a:pt x="1852" y="331"/>
                  <a:pt x="1852" y="331"/>
                </a:cubicBezTo>
                <a:cubicBezTo>
                  <a:pt x="1852" y="332"/>
                  <a:pt x="1852" y="332"/>
                  <a:pt x="1852" y="333"/>
                </a:cubicBezTo>
                <a:cubicBezTo>
                  <a:pt x="1852" y="333"/>
                  <a:pt x="1852" y="334"/>
                  <a:pt x="1853" y="334"/>
                </a:cubicBezTo>
                <a:cubicBezTo>
                  <a:pt x="1853" y="335"/>
                  <a:pt x="1854" y="335"/>
                  <a:pt x="1855" y="336"/>
                </a:cubicBezTo>
                <a:cubicBezTo>
                  <a:pt x="1856" y="336"/>
                  <a:pt x="1856" y="336"/>
                  <a:pt x="1858" y="337"/>
                </a:cubicBezTo>
                <a:cubicBezTo>
                  <a:pt x="1859" y="337"/>
                  <a:pt x="1860" y="337"/>
                  <a:pt x="1861" y="337"/>
                </a:cubicBezTo>
                <a:cubicBezTo>
                  <a:pt x="1861" y="337"/>
                  <a:pt x="1861" y="337"/>
                  <a:pt x="1862" y="337"/>
                </a:cubicBezTo>
                <a:cubicBezTo>
                  <a:pt x="1862" y="337"/>
                  <a:pt x="1862" y="337"/>
                  <a:pt x="1863" y="337"/>
                </a:cubicBezTo>
                <a:cubicBezTo>
                  <a:pt x="1863" y="337"/>
                  <a:pt x="1863" y="337"/>
                  <a:pt x="1863" y="337"/>
                </a:cubicBezTo>
                <a:cubicBezTo>
                  <a:pt x="1864" y="337"/>
                  <a:pt x="1864" y="337"/>
                  <a:pt x="1864" y="337"/>
                </a:cubicBezTo>
                <a:cubicBezTo>
                  <a:pt x="1865" y="336"/>
                  <a:pt x="1865" y="336"/>
                  <a:pt x="1866" y="336"/>
                </a:cubicBezTo>
                <a:cubicBezTo>
                  <a:pt x="1867" y="336"/>
                  <a:pt x="1867" y="335"/>
                  <a:pt x="1867" y="335"/>
                </a:cubicBezTo>
                <a:cubicBezTo>
                  <a:pt x="1868" y="335"/>
                  <a:pt x="1868" y="334"/>
                  <a:pt x="1868" y="334"/>
                </a:cubicBezTo>
                <a:cubicBezTo>
                  <a:pt x="1868" y="334"/>
                  <a:pt x="1869" y="333"/>
                  <a:pt x="1868" y="333"/>
                </a:cubicBezTo>
                <a:cubicBezTo>
                  <a:pt x="1868" y="332"/>
                  <a:pt x="1868" y="332"/>
                  <a:pt x="1868" y="331"/>
                </a:cubicBezTo>
                <a:cubicBezTo>
                  <a:pt x="1868" y="331"/>
                  <a:pt x="1867" y="331"/>
                  <a:pt x="1867" y="330"/>
                </a:cubicBezTo>
                <a:cubicBezTo>
                  <a:pt x="1866" y="330"/>
                  <a:pt x="1865" y="330"/>
                  <a:pt x="1865" y="329"/>
                </a:cubicBezTo>
                <a:cubicBezTo>
                  <a:pt x="1864" y="329"/>
                  <a:pt x="1863" y="329"/>
                  <a:pt x="1863" y="329"/>
                </a:cubicBezTo>
                <a:cubicBezTo>
                  <a:pt x="1862" y="329"/>
                  <a:pt x="1863" y="329"/>
                  <a:pt x="1863" y="329"/>
                </a:cubicBezTo>
                <a:close/>
                <a:moveTo>
                  <a:pt x="1814" y="329"/>
                </a:moveTo>
                <a:cubicBezTo>
                  <a:pt x="1813" y="329"/>
                  <a:pt x="1812" y="329"/>
                  <a:pt x="1812" y="330"/>
                </a:cubicBezTo>
                <a:cubicBezTo>
                  <a:pt x="1811" y="330"/>
                  <a:pt x="1810" y="331"/>
                  <a:pt x="1810" y="331"/>
                </a:cubicBezTo>
                <a:cubicBezTo>
                  <a:pt x="1810" y="332"/>
                  <a:pt x="1810" y="332"/>
                  <a:pt x="1810" y="333"/>
                </a:cubicBezTo>
                <a:cubicBezTo>
                  <a:pt x="1810" y="333"/>
                  <a:pt x="1810" y="334"/>
                  <a:pt x="1811" y="334"/>
                </a:cubicBezTo>
                <a:cubicBezTo>
                  <a:pt x="1811" y="335"/>
                  <a:pt x="1812" y="335"/>
                  <a:pt x="1813" y="336"/>
                </a:cubicBezTo>
                <a:cubicBezTo>
                  <a:pt x="1813" y="336"/>
                  <a:pt x="1814" y="336"/>
                  <a:pt x="1815" y="337"/>
                </a:cubicBezTo>
                <a:cubicBezTo>
                  <a:pt x="1816" y="337"/>
                  <a:pt x="1818" y="337"/>
                  <a:pt x="1819" y="337"/>
                </a:cubicBezTo>
                <a:cubicBezTo>
                  <a:pt x="1820" y="337"/>
                  <a:pt x="1821" y="337"/>
                  <a:pt x="1822" y="337"/>
                </a:cubicBezTo>
                <a:cubicBezTo>
                  <a:pt x="1823" y="336"/>
                  <a:pt x="1824" y="336"/>
                  <a:pt x="1825" y="336"/>
                </a:cubicBezTo>
                <a:cubicBezTo>
                  <a:pt x="1825" y="335"/>
                  <a:pt x="1826" y="335"/>
                  <a:pt x="1826" y="334"/>
                </a:cubicBezTo>
                <a:cubicBezTo>
                  <a:pt x="1826" y="334"/>
                  <a:pt x="1827" y="333"/>
                  <a:pt x="1826" y="333"/>
                </a:cubicBezTo>
                <a:cubicBezTo>
                  <a:pt x="1826" y="332"/>
                  <a:pt x="1826" y="332"/>
                  <a:pt x="1826" y="331"/>
                </a:cubicBezTo>
                <a:cubicBezTo>
                  <a:pt x="1825" y="331"/>
                  <a:pt x="1824" y="330"/>
                  <a:pt x="1824" y="330"/>
                </a:cubicBezTo>
                <a:cubicBezTo>
                  <a:pt x="1823" y="329"/>
                  <a:pt x="1822" y="329"/>
                  <a:pt x="1821" y="329"/>
                </a:cubicBezTo>
                <a:cubicBezTo>
                  <a:pt x="1820" y="329"/>
                  <a:pt x="1819" y="329"/>
                  <a:pt x="1817" y="329"/>
                </a:cubicBezTo>
                <a:cubicBezTo>
                  <a:pt x="1816" y="329"/>
                  <a:pt x="1815" y="329"/>
                  <a:pt x="1814" y="329"/>
                </a:cubicBezTo>
                <a:close/>
                <a:moveTo>
                  <a:pt x="1479" y="329"/>
                </a:moveTo>
                <a:cubicBezTo>
                  <a:pt x="1478" y="329"/>
                  <a:pt x="1477" y="329"/>
                  <a:pt x="1476" y="330"/>
                </a:cubicBezTo>
                <a:cubicBezTo>
                  <a:pt x="1475" y="330"/>
                  <a:pt x="1475" y="331"/>
                  <a:pt x="1474" y="331"/>
                </a:cubicBezTo>
                <a:cubicBezTo>
                  <a:pt x="1474" y="332"/>
                  <a:pt x="1474" y="332"/>
                  <a:pt x="1474" y="333"/>
                </a:cubicBezTo>
                <a:cubicBezTo>
                  <a:pt x="1474" y="333"/>
                  <a:pt x="1474" y="334"/>
                  <a:pt x="1474" y="334"/>
                </a:cubicBezTo>
                <a:cubicBezTo>
                  <a:pt x="1475" y="335"/>
                  <a:pt x="1476" y="335"/>
                  <a:pt x="1476" y="336"/>
                </a:cubicBezTo>
                <a:cubicBezTo>
                  <a:pt x="1477" y="336"/>
                  <a:pt x="1478" y="336"/>
                  <a:pt x="1479" y="337"/>
                </a:cubicBezTo>
                <a:cubicBezTo>
                  <a:pt x="1480" y="337"/>
                  <a:pt x="1481" y="337"/>
                  <a:pt x="1482" y="337"/>
                </a:cubicBezTo>
                <a:cubicBezTo>
                  <a:pt x="1484" y="337"/>
                  <a:pt x="1485" y="337"/>
                  <a:pt x="1486" y="337"/>
                </a:cubicBezTo>
                <a:cubicBezTo>
                  <a:pt x="1487" y="336"/>
                  <a:pt x="1488" y="336"/>
                  <a:pt x="1488" y="336"/>
                </a:cubicBezTo>
                <a:cubicBezTo>
                  <a:pt x="1489" y="335"/>
                  <a:pt x="1490" y="335"/>
                  <a:pt x="1490" y="334"/>
                </a:cubicBezTo>
                <a:cubicBezTo>
                  <a:pt x="1490" y="334"/>
                  <a:pt x="1491" y="333"/>
                  <a:pt x="1491" y="333"/>
                </a:cubicBezTo>
                <a:cubicBezTo>
                  <a:pt x="1490" y="332"/>
                  <a:pt x="1490" y="332"/>
                  <a:pt x="1490" y="331"/>
                </a:cubicBezTo>
                <a:cubicBezTo>
                  <a:pt x="1489" y="331"/>
                  <a:pt x="1489" y="330"/>
                  <a:pt x="1488" y="330"/>
                </a:cubicBezTo>
                <a:cubicBezTo>
                  <a:pt x="1487" y="329"/>
                  <a:pt x="1486" y="329"/>
                  <a:pt x="1485" y="329"/>
                </a:cubicBezTo>
                <a:cubicBezTo>
                  <a:pt x="1484" y="329"/>
                  <a:pt x="1483" y="329"/>
                  <a:pt x="1482" y="329"/>
                </a:cubicBezTo>
                <a:cubicBezTo>
                  <a:pt x="1481" y="329"/>
                  <a:pt x="1480" y="329"/>
                  <a:pt x="1479" y="329"/>
                </a:cubicBezTo>
                <a:close/>
                <a:moveTo>
                  <a:pt x="1526" y="329"/>
                </a:moveTo>
                <a:cubicBezTo>
                  <a:pt x="1526" y="329"/>
                  <a:pt x="1526" y="329"/>
                  <a:pt x="1525" y="329"/>
                </a:cubicBezTo>
                <a:cubicBezTo>
                  <a:pt x="1525" y="329"/>
                  <a:pt x="1525" y="329"/>
                  <a:pt x="1525" y="329"/>
                </a:cubicBezTo>
                <a:cubicBezTo>
                  <a:pt x="1524" y="329"/>
                  <a:pt x="1524" y="329"/>
                  <a:pt x="1524" y="329"/>
                </a:cubicBezTo>
                <a:cubicBezTo>
                  <a:pt x="1523" y="329"/>
                  <a:pt x="1522" y="329"/>
                  <a:pt x="1521" y="329"/>
                </a:cubicBezTo>
                <a:cubicBezTo>
                  <a:pt x="1520" y="329"/>
                  <a:pt x="1519" y="329"/>
                  <a:pt x="1518" y="330"/>
                </a:cubicBezTo>
                <a:cubicBezTo>
                  <a:pt x="1517" y="330"/>
                  <a:pt x="1517" y="331"/>
                  <a:pt x="1516" y="331"/>
                </a:cubicBezTo>
                <a:cubicBezTo>
                  <a:pt x="1516" y="332"/>
                  <a:pt x="1516" y="332"/>
                  <a:pt x="1516" y="333"/>
                </a:cubicBezTo>
                <a:cubicBezTo>
                  <a:pt x="1516" y="333"/>
                  <a:pt x="1516" y="334"/>
                  <a:pt x="1516" y="334"/>
                </a:cubicBezTo>
                <a:cubicBezTo>
                  <a:pt x="1517" y="335"/>
                  <a:pt x="1518" y="335"/>
                  <a:pt x="1518" y="336"/>
                </a:cubicBezTo>
                <a:cubicBezTo>
                  <a:pt x="1519" y="336"/>
                  <a:pt x="1520" y="336"/>
                  <a:pt x="1521" y="337"/>
                </a:cubicBezTo>
                <a:cubicBezTo>
                  <a:pt x="1522" y="337"/>
                  <a:pt x="1523" y="337"/>
                  <a:pt x="1524" y="337"/>
                </a:cubicBezTo>
                <a:cubicBezTo>
                  <a:pt x="1525" y="337"/>
                  <a:pt x="1525" y="337"/>
                  <a:pt x="1525" y="337"/>
                </a:cubicBezTo>
                <a:cubicBezTo>
                  <a:pt x="1526" y="337"/>
                  <a:pt x="1526" y="337"/>
                  <a:pt x="1526" y="337"/>
                </a:cubicBezTo>
                <a:cubicBezTo>
                  <a:pt x="1526" y="337"/>
                  <a:pt x="1527" y="337"/>
                  <a:pt x="1527" y="337"/>
                </a:cubicBezTo>
                <a:cubicBezTo>
                  <a:pt x="1527" y="337"/>
                  <a:pt x="1527" y="337"/>
                  <a:pt x="1528" y="337"/>
                </a:cubicBezTo>
                <a:cubicBezTo>
                  <a:pt x="1528" y="336"/>
                  <a:pt x="1528" y="336"/>
                  <a:pt x="1528" y="336"/>
                </a:cubicBezTo>
                <a:cubicBezTo>
                  <a:pt x="1529" y="336"/>
                  <a:pt x="1529" y="336"/>
                  <a:pt x="1529" y="336"/>
                </a:cubicBezTo>
                <a:cubicBezTo>
                  <a:pt x="1529" y="336"/>
                  <a:pt x="1529" y="336"/>
                  <a:pt x="1530" y="336"/>
                </a:cubicBezTo>
                <a:cubicBezTo>
                  <a:pt x="1530" y="336"/>
                  <a:pt x="1530" y="336"/>
                  <a:pt x="1530" y="336"/>
                </a:cubicBezTo>
                <a:cubicBezTo>
                  <a:pt x="1531" y="335"/>
                  <a:pt x="1531" y="335"/>
                  <a:pt x="1531" y="335"/>
                </a:cubicBezTo>
                <a:cubicBezTo>
                  <a:pt x="1532" y="335"/>
                  <a:pt x="1532" y="335"/>
                  <a:pt x="1532" y="334"/>
                </a:cubicBezTo>
                <a:cubicBezTo>
                  <a:pt x="1532" y="334"/>
                  <a:pt x="1532" y="334"/>
                  <a:pt x="1532" y="334"/>
                </a:cubicBezTo>
                <a:cubicBezTo>
                  <a:pt x="1532" y="333"/>
                  <a:pt x="1533" y="333"/>
                  <a:pt x="1532" y="333"/>
                </a:cubicBezTo>
                <a:cubicBezTo>
                  <a:pt x="1532" y="332"/>
                  <a:pt x="1532" y="332"/>
                  <a:pt x="1532" y="332"/>
                </a:cubicBezTo>
                <a:cubicBezTo>
                  <a:pt x="1532" y="332"/>
                  <a:pt x="1532" y="331"/>
                  <a:pt x="1532" y="331"/>
                </a:cubicBezTo>
                <a:cubicBezTo>
                  <a:pt x="1531" y="331"/>
                  <a:pt x="1531" y="331"/>
                  <a:pt x="1531" y="330"/>
                </a:cubicBezTo>
                <a:cubicBezTo>
                  <a:pt x="1531" y="330"/>
                  <a:pt x="1530" y="330"/>
                  <a:pt x="1530" y="330"/>
                </a:cubicBezTo>
                <a:cubicBezTo>
                  <a:pt x="1530" y="330"/>
                  <a:pt x="1529" y="330"/>
                  <a:pt x="1529" y="329"/>
                </a:cubicBezTo>
                <a:cubicBezTo>
                  <a:pt x="1529" y="329"/>
                  <a:pt x="1529" y="329"/>
                  <a:pt x="1529" y="329"/>
                </a:cubicBezTo>
                <a:cubicBezTo>
                  <a:pt x="1528" y="329"/>
                  <a:pt x="1528" y="329"/>
                  <a:pt x="1528" y="329"/>
                </a:cubicBezTo>
                <a:cubicBezTo>
                  <a:pt x="1528" y="329"/>
                  <a:pt x="1527" y="329"/>
                  <a:pt x="1527" y="329"/>
                </a:cubicBezTo>
                <a:cubicBezTo>
                  <a:pt x="1527" y="329"/>
                  <a:pt x="1527" y="329"/>
                  <a:pt x="1526" y="329"/>
                </a:cubicBezTo>
                <a:close/>
                <a:moveTo>
                  <a:pt x="1947" y="329"/>
                </a:moveTo>
                <a:cubicBezTo>
                  <a:pt x="1946" y="329"/>
                  <a:pt x="1946" y="329"/>
                  <a:pt x="1946" y="329"/>
                </a:cubicBezTo>
                <a:cubicBezTo>
                  <a:pt x="1945" y="329"/>
                  <a:pt x="1945" y="329"/>
                  <a:pt x="1945" y="329"/>
                </a:cubicBezTo>
                <a:cubicBezTo>
                  <a:pt x="1945" y="329"/>
                  <a:pt x="1944" y="329"/>
                  <a:pt x="1944" y="329"/>
                </a:cubicBezTo>
                <a:cubicBezTo>
                  <a:pt x="1944" y="329"/>
                  <a:pt x="1943" y="329"/>
                  <a:pt x="1943" y="329"/>
                </a:cubicBezTo>
                <a:cubicBezTo>
                  <a:pt x="1942" y="329"/>
                  <a:pt x="1941" y="329"/>
                  <a:pt x="1940" y="329"/>
                </a:cubicBezTo>
                <a:cubicBezTo>
                  <a:pt x="1939" y="329"/>
                  <a:pt x="1938" y="329"/>
                  <a:pt x="1938" y="330"/>
                </a:cubicBezTo>
                <a:cubicBezTo>
                  <a:pt x="1937" y="330"/>
                  <a:pt x="1936" y="331"/>
                  <a:pt x="1936" y="331"/>
                </a:cubicBezTo>
                <a:cubicBezTo>
                  <a:pt x="1936" y="332"/>
                  <a:pt x="1936" y="332"/>
                  <a:pt x="1936" y="333"/>
                </a:cubicBezTo>
                <a:cubicBezTo>
                  <a:pt x="1936" y="333"/>
                  <a:pt x="1936" y="334"/>
                  <a:pt x="1937" y="334"/>
                </a:cubicBezTo>
                <a:cubicBezTo>
                  <a:pt x="1937" y="335"/>
                  <a:pt x="1938" y="335"/>
                  <a:pt x="1939" y="336"/>
                </a:cubicBezTo>
                <a:cubicBezTo>
                  <a:pt x="1940" y="336"/>
                  <a:pt x="1941" y="336"/>
                  <a:pt x="1942" y="337"/>
                </a:cubicBezTo>
                <a:cubicBezTo>
                  <a:pt x="1943" y="337"/>
                  <a:pt x="1944" y="337"/>
                  <a:pt x="1945" y="337"/>
                </a:cubicBezTo>
                <a:cubicBezTo>
                  <a:pt x="1945" y="337"/>
                  <a:pt x="1945" y="337"/>
                  <a:pt x="1946" y="337"/>
                </a:cubicBezTo>
                <a:cubicBezTo>
                  <a:pt x="1946" y="337"/>
                  <a:pt x="1946" y="337"/>
                  <a:pt x="1947" y="337"/>
                </a:cubicBezTo>
                <a:cubicBezTo>
                  <a:pt x="1947" y="337"/>
                  <a:pt x="1947" y="337"/>
                  <a:pt x="1947" y="337"/>
                </a:cubicBezTo>
                <a:cubicBezTo>
                  <a:pt x="1948" y="337"/>
                  <a:pt x="1948" y="337"/>
                  <a:pt x="1948" y="337"/>
                </a:cubicBezTo>
                <a:cubicBezTo>
                  <a:pt x="1949" y="336"/>
                  <a:pt x="1950" y="336"/>
                  <a:pt x="1950" y="336"/>
                </a:cubicBezTo>
                <a:cubicBezTo>
                  <a:pt x="1951" y="336"/>
                  <a:pt x="1951" y="335"/>
                  <a:pt x="1952" y="335"/>
                </a:cubicBezTo>
                <a:cubicBezTo>
                  <a:pt x="1952" y="335"/>
                  <a:pt x="1952" y="334"/>
                  <a:pt x="1952" y="334"/>
                </a:cubicBezTo>
                <a:cubicBezTo>
                  <a:pt x="1953" y="334"/>
                  <a:pt x="1953" y="333"/>
                  <a:pt x="1952" y="333"/>
                </a:cubicBezTo>
                <a:cubicBezTo>
                  <a:pt x="1952" y="332"/>
                  <a:pt x="1952" y="332"/>
                  <a:pt x="1952" y="331"/>
                </a:cubicBezTo>
                <a:cubicBezTo>
                  <a:pt x="1951" y="331"/>
                  <a:pt x="1951" y="331"/>
                  <a:pt x="1951" y="330"/>
                </a:cubicBezTo>
                <a:cubicBezTo>
                  <a:pt x="1950" y="330"/>
                  <a:pt x="1949" y="330"/>
                  <a:pt x="1949" y="329"/>
                </a:cubicBezTo>
                <a:cubicBezTo>
                  <a:pt x="1948" y="329"/>
                  <a:pt x="1947" y="329"/>
                  <a:pt x="1947" y="329"/>
                </a:cubicBezTo>
                <a:cubicBezTo>
                  <a:pt x="1946" y="329"/>
                  <a:pt x="1947" y="329"/>
                  <a:pt x="1947" y="329"/>
                </a:cubicBezTo>
                <a:close/>
                <a:moveTo>
                  <a:pt x="1730" y="329"/>
                </a:moveTo>
                <a:cubicBezTo>
                  <a:pt x="1729" y="329"/>
                  <a:pt x="1728" y="329"/>
                  <a:pt x="1728" y="330"/>
                </a:cubicBezTo>
                <a:cubicBezTo>
                  <a:pt x="1727" y="330"/>
                  <a:pt x="1726" y="331"/>
                  <a:pt x="1726" y="331"/>
                </a:cubicBezTo>
                <a:cubicBezTo>
                  <a:pt x="1726" y="332"/>
                  <a:pt x="1726" y="332"/>
                  <a:pt x="1726" y="333"/>
                </a:cubicBezTo>
                <a:cubicBezTo>
                  <a:pt x="1726" y="333"/>
                  <a:pt x="1726" y="334"/>
                  <a:pt x="1727" y="334"/>
                </a:cubicBezTo>
                <a:cubicBezTo>
                  <a:pt x="1727" y="335"/>
                  <a:pt x="1728" y="335"/>
                  <a:pt x="1729" y="336"/>
                </a:cubicBezTo>
                <a:cubicBezTo>
                  <a:pt x="1729" y="336"/>
                  <a:pt x="1730" y="336"/>
                  <a:pt x="1731" y="337"/>
                </a:cubicBezTo>
                <a:cubicBezTo>
                  <a:pt x="1732" y="337"/>
                  <a:pt x="1734" y="337"/>
                  <a:pt x="1735" y="337"/>
                </a:cubicBezTo>
                <a:cubicBezTo>
                  <a:pt x="1736" y="337"/>
                  <a:pt x="1737" y="337"/>
                  <a:pt x="1738" y="337"/>
                </a:cubicBezTo>
                <a:cubicBezTo>
                  <a:pt x="1739" y="336"/>
                  <a:pt x="1740" y="336"/>
                  <a:pt x="1740" y="336"/>
                </a:cubicBezTo>
                <a:cubicBezTo>
                  <a:pt x="1741" y="335"/>
                  <a:pt x="1742" y="335"/>
                  <a:pt x="1742" y="334"/>
                </a:cubicBezTo>
                <a:cubicBezTo>
                  <a:pt x="1742" y="334"/>
                  <a:pt x="1743" y="333"/>
                  <a:pt x="1743" y="333"/>
                </a:cubicBezTo>
                <a:cubicBezTo>
                  <a:pt x="1742" y="332"/>
                  <a:pt x="1742" y="332"/>
                  <a:pt x="1742" y="331"/>
                </a:cubicBezTo>
                <a:cubicBezTo>
                  <a:pt x="1741" y="331"/>
                  <a:pt x="1740" y="330"/>
                  <a:pt x="1740" y="330"/>
                </a:cubicBezTo>
                <a:cubicBezTo>
                  <a:pt x="1739" y="329"/>
                  <a:pt x="1738" y="329"/>
                  <a:pt x="1737" y="329"/>
                </a:cubicBezTo>
                <a:cubicBezTo>
                  <a:pt x="1736" y="329"/>
                  <a:pt x="1735" y="329"/>
                  <a:pt x="1734" y="329"/>
                </a:cubicBezTo>
                <a:cubicBezTo>
                  <a:pt x="1732" y="329"/>
                  <a:pt x="1731" y="329"/>
                  <a:pt x="1730" y="329"/>
                </a:cubicBezTo>
                <a:close/>
                <a:moveTo>
                  <a:pt x="1374" y="339"/>
                </a:moveTo>
                <a:cubicBezTo>
                  <a:pt x="1373" y="340"/>
                  <a:pt x="1372" y="340"/>
                  <a:pt x="1371" y="340"/>
                </a:cubicBezTo>
                <a:cubicBezTo>
                  <a:pt x="1371" y="341"/>
                  <a:pt x="1370" y="341"/>
                  <a:pt x="1370" y="342"/>
                </a:cubicBezTo>
                <a:cubicBezTo>
                  <a:pt x="1369" y="342"/>
                  <a:pt x="1369" y="343"/>
                  <a:pt x="1369" y="343"/>
                </a:cubicBezTo>
                <a:cubicBezTo>
                  <a:pt x="1369" y="344"/>
                  <a:pt x="1369" y="344"/>
                  <a:pt x="1370" y="345"/>
                </a:cubicBezTo>
                <a:cubicBezTo>
                  <a:pt x="1370" y="345"/>
                  <a:pt x="1371" y="346"/>
                  <a:pt x="1372" y="346"/>
                </a:cubicBezTo>
                <a:cubicBezTo>
                  <a:pt x="1372" y="347"/>
                  <a:pt x="1373" y="347"/>
                  <a:pt x="1374" y="347"/>
                </a:cubicBezTo>
                <a:cubicBezTo>
                  <a:pt x="1375" y="347"/>
                  <a:pt x="1376" y="347"/>
                  <a:pt x="1378" y="347"/>
                </a:cubicBezTo>
                <a:cubicBezTo>
                  <a:pt x="1379" y="347"/>
                  <a:pt x="1380" y="347"/>
                  <a:pt x="1381" y="347"/>
                </a:cubicBezTo>
                <a:cubicBezTo>
                  <a:pt x="1382" y="347"/>
                  <a:pt x="1383" y="347"/>
                  <a:pt x="1384" y="346"/>
                </a:cubicBezTo>
                <a:cubicBezTo>
                  <a:pt x="1384" y="346"/>
                  <a:pt x="1385" y="345"/>
                  <a:pt x="1385" y="345"/>
                </a:cubicBezTo>
                <a:cubicBezTo>
                  <a:pt x="1386" y="344"/>
                  <a:pt x="1386" y="344"/>
                  <a:pt x="1386" y="343"/>
                </a:cubicBezTo>
                <a:cubicBezTo>
                  <a:pt x="1386" y="343"/>
                  <a:pt x="1386" y="342"/>
                  <a:pt x="1385" y="342"/>
                </a:cubicBezTo>
                <a:cubicBezTo>
                  <a:pt x="1385" y="341"/>
                  <a:pt x="1384" y="341"/>
                  <a:pt x="1383" y="340"/>
                </a:cubicBezTo>
                <a:cubicBezTo>
                  <a:pt x="1383" y="340"/>
                  <a:pt x="1382" y="340"/>
                  <a:pt x="1381" y="339"/>
                </a:cubicBezTo>
                <a:cubicBezTo>
                  <a:pt x="1380" y="339"/>
                  <a:pt x="1379" y="339"/>
                  <a:pt x="1377" y="339"/>
                </a:cubicBezTo>
                <a:cubicBezTo>
                  <a:pt x="1376" y="339"/>
                  <a:pt x="1375" y="339"/>
                  <a:pt x="1374" y="339"/>
                </a:cubicBezTo>
                <a:close/>
                <a:moveTo>
                  <a:pt x="1164" y="339"/>
                </a:moveTo>
                <a:cubicBezTo>
                  <a:pt x="1163" y="340"/>
                  <a:pt x="1162" y="340"/>
                  <a:pt x="1161" y="340"/>
                </a:cubicBezTo>
                <a:cubicBezTo>
                  <a:pt x="1160" y="341"/>
                  <a:pt x="1160" y="341"/>
                  <a:pt x="1159" y="342"/>
                </a:cubicBezTo>
                <a:cubicBezTo>
                  <a:pt x="1159" y="342"/>
                  <a:pt x="1158" y="343"/>
                  <a:pt x="1158" y="343"/>
                </a:cubicBezTo>
                <a:cubicBezTo>
                  <a:pt x="1158" y="344"/>
                  <a:pt x="1159" y="344"/>
                  <a:pt x="1159" y="345"/>
                </a:cubicBezTo>
                <a:cubicBezTo>
                  <a:pt x="1159" y="345"/>
                  <a:pt x="1160" y="346"/>
                  <a:pt x="1161" y="346"/>
                </a:cubicBezTo>
                <a:cubicBezTo>
                  <a:pt x="1162" y="347"/>
                  <a:pt x="1162" y="347"/>
                  <a:pt x="1163" y="347"/>
                </a:cubicBezTo>
                <a:cubicBezTo>
                  <a:pt x="1164" y="347"/>
                  <a:pt x="1166" y="347"/>
                  <a:pt x="1167" y="347"/>
                </a:cubicBezTo>
                <a:cubicBezTo>
                  <a:pt x="1168" y="347"/>
                  <a:pt x="1169" y="347"/>
                  <a:pt x="1170" y="347"/>
                </a:cubicBezTo>
                <a:cubicBezTo>
                  <a:pt x="1171" y="347"/>
                  <a:pt x="1172" y="347"/>
                  <a:pt x="1173" y="346"/>
                </a:cubicBezTo>
                <a:cubicBezTo>
                  <a:pt x="1173" y="346"/>
                  <a:pt x="1174" y="345"/>
                  <a:pt x="1175" y="345"/>
                </a:cubicBezTo>
                <a:cubicBezTo>
                  <a:pt x="1175" y="344"/>
                  <a:pt x="1175" y="344"/>
                  <a:pt x="1175" y="343"/>
                </a:cubicBezTo>
                <a:cubicBezTo>
                  <a:pt x="1175" y="343"/>
                  <a:pt x="1175" y="342"/>
                  <a:pt x="1175" y="342"/>
                </a:cubicBezTo>
                <a:cubicBezTo>
                  <a:pt x="1174" y="341"/>
                  <a:pt x="1174" y="341"/>
                  <a:pt x="1173" y="340"/>
                </a:cubicBezTo>
                <a:cubicBezTo>
                  <a:pt x="1172" y="340"/>
                  <a:pt x="1171" y="340"/>
                  <a:pt x="1170" y="339"/>
                </a:cubicBezTo>
                <a:cubicBezTo>
                  <a:pt x="1169" y="339"/>
                  <a:pt x="1168" y="339"/>
                  <a:pt x="1167" y="339"/>
                </a:cubicBezTo>
                <a:cubicBezTo>
                  <a:pt x="1166" y="339"/>
                  <a:pt x="1165" y="339"/>
                  <a:pt x="1164" y="339"/>
                </a:cubicBezTo>
                <a:close/>
                <a:moveTo>
                  <a:pt x="1206" y="339"/>
                </a:moveTo>
                <a:cubicBezTo>
                  <a:pt x="1205" y="340"/>
                  <a:pt x="1204" y="340"/>
                  <a:pt x="1203" y="340"/>
                </a:cubicBezTo>
                <a:cubicBezTo>
                  <a:pt x="1202" y="341"/>
                  <a:pt x="1202" y="341"/>
                  <a:pt x="1201" y="342"/>
                </a:cubicBezTo>
                <a:cubicBezTo>
                  <a:pt x="1201" y="342"/>
                  <a:pt x="1201" y="343"/>
                  <a:pt x="1201" y="343"/>
                </a:cubicBezTo>
                <a:cubicBezTo>
                  <a:pt x="1201" y="344"/>
                  <a:pt x="1201" y="344"/>
                  <a:pt x="1201" y="345"/>
                </a:cubicBezTo>
                <a:cubicBezTo>
                  <a:pt x="1202" y="345"/>
                  <a:pt x="1202" y="346"/>
                  <a:pt x="1203" y="346"/>
                </a:cubicBezTo>
                <a:cubicBezTo>
                  <a:pt x="1204" y="347"/>
                  <a:pt x="1205" y="347"/>
                  <a:pt x="1206" y="347"/>
                </a:cubicBezTo>
                <a:cubicBezTo>
                  <a:pt x="1207" y="347"/>
                  <a:pt x="1208" y="347"/>
                  <a:pt x="1209" y="347"/>
                </a:cubicBezTo>
                <a:cubicBezTo>
                  <a:pt x="1210" y="347"/>
                  <a:pt x="1211" y="347"/>
                  <a:pt x="1212" y="347"/>
                </a:cubicBezTo>
                <a:cubicBezTo>
                  <a:pt x="1213" y="347"/>
                  <a:pt x="1214" y="347"/>
                  <a:pt x="1215" y="346"/>
                </a:cubicBezTo>
                <a:cubicBezTo>
                  <a:pt x="1216" y="346"/>
                  <a:pt x="1216" y="345"/>
                  <a:pt x="1217" y="345"/>
                </a:cubicBezTo>
                <a:cubicBezTo>
                  <a:pt x="1217" y="344"/>
                  <a:pt x="1217" y="344"/>
                  <a:pt x="1217" y="343"/>
                </a:cubicBezTo>
                <a:cubicBezTo>
                  <a:pt x="1217" y="343"/>
                  <a:pt x="1217" y="342"/>
                  <a:pt x="1217" y="342"/>
                </a:cubicBezTo>
                <a:cubicBezTo>
                  <a:pt x="1216" y="341"/>
                  <a:pt x="1216" y="341"/>
                  <a:pt x="1215" y="340"/>
                </a:cubicBezTo>
                <a:cubicBezTo>
                  <a:pt x="1214" y="340"/>
                  <a:pt x="1213" y="340"/>
                  <a:pt x="1212" y="339"/>
                </a:cubicBezTo>
                <a:cubicBezTo>
                  <a:pt x="1211" y="339"/>
                  <a:pt x="1210" y="339"/>
                  <a:pt x="1209" y="339"/>
                </a:cubicBezTo>
                <a:cubicBezTo>
                  <a:pt x="1208" y="339"/>
                  <a:pt x="1207" y="339"/>
                  <a:pt x="1206" y="339"/>
                </a:cubicBezTo>
                <a:close/>
                <a:moveTo>
                  <a:pt x="1122" y="339"/>
                </a:moveTo>
                <a:cubicBezTo>
                  <a:pt x="1121" y="340"/>
                  <a:pt x="1120" y="340"/>
                  <a:pt x="1119" y="340"/>
                </a:cubicBezTo>
                <a:cubicBezTo>
                  <a:pt x="1118" y="341"/>
                  <a:pt x="1117" y="341"/>
                  <a:pt x="1117" y="342"/>
                </a:cubicBezTo>
                <a:cubicBezTo>
                  <a:pt x="1117" y="342"/>
                  <a:pt x="1116" y="343"/>
                  <a:pt x="1116" y="343"/>
                </a:cubicBezTo>
                <a:cubicBezTo>
                  <a:pt x="1116" y="344"/>
                  <a:pt x="1116" y="344"/>
                  <a:pt x="1117" y="345"/>
                </a:cubicBezTo>
                <a:cubicBezTo>
                  <a:pt x="1117" y="345"/>
                  <a:pt x="1118" y="346"/>
                  <a:pt x="1119" y="346"/>
                </a:cubicBezTo>
                <a:cubicBezTo>
                  <a:pt x="1119" y="347"/>
                  <a:pt x="1120" y="347"/>
                  <a:pt x="1121" y="347"/>
                </a:cubicBezTo>
                <a:cubicBezTo>
                  <a:pt x="1122" y="347"/>
                  <a:pt x="1123" y="347"/>
                  <a:pt x="1125" y="347"/>
                </a:cubicBezTo>
                <a:cubicBezTo>
                  <a:pt x="1126" y="347"/>
                  <a:pt x="1127" y="347"/>
                  <a:pt x="1128" y="347"/>
                </a:cubicBezTo>
                <a:cubicBezTo>
                  <a:pt x="1129" y="347"/>
                  <a:pt x="1130" y="347"/>
                  <a:pt x="1131" y="346"/>
                </a:cubicBezTo>
                <a:cubicBezTo>
                  <a:pt x="1131" y="346"/>
                  <a:pt x="1132" y="345"/>
                  <a:pt x="1132" y="345"/>
                </a:cubicBezTo>
                <a:cubicBezTo>
                  <a:pt x="1133" y="344"/>
                  <a:pt x="1133" y="344"/>
                  <a:pt x="1133" y="343"/>
                </a:cubicBezTo>
                <a:cubicBezTo>
                  <a:pt x="1133" y="343"/>
                  <a:pt x="1133" y="342"/>
                  <a:pt x="1133" y="342"/>
                </a:cubicBezTo>
                <a:cubicBezTo>
                  <a:pt x="1132" y="341"/>
                  <a:pt x="1132" y="341"/>
                  <a:pt x="1131" y="340"/>
                </a:cubicBezTo>
                <a:cubicBezTo>
                  <a:pt x="1130" y="340"/>
                  <a:pt x="1129" y="340"/>
                  <a:pt x="1128" y="339"/>
                </a:cubicBezTo>
                <a:cubicBezTo>
                  <a:pt x="1127" y="339"/>
                  <a:pt x="1126" y="339"/>
                  <a:pt x="1125" y="339"/>
                </a:cubicBezTo>
                <a:cubicBezTo>
                  <a:pt x="1124" y="339"/>
                  <a:pt x="1123" y="339"/>
                  <a:pt x="1122" y="339"/>
                </a:cubicBezTo>
                <a:close/>
                <a:moveTo>
                  <a:pt x="1290" y="339"/>
                </a:moveTo>
                <a:cubicBezTo>
                  <a:pt x="1289" y="340"/>
                  <a:pt x="1288" y="340"/>
                  <a:pt x="1287" y="340"/>
                </a:cubicBezTo>
                <a:cubicBezTo>
                  <a:pt x="1286" y="341"/>
                  <a:pt x="1286" y="341"/>
                  <a:pt x="1285" y="342"/>
                </a:cubicBezTo>
                <a:cubicBezTo>
                  <a:pt x="1285" y="342"/>
                  <a:pt x="1285" y="343"/>
                  <a:pt x="1285" y="343"/>
                </a:cubicBezTo>
                <a:cubicBezTo>
                  <a:pt x="1285" y="344"/>
                  <a:pt x="1285" y="344"/>
                  <a:pt x="1285" y="345"/>
                </a:cubicBezTo>
                <a:cubicBezTo>
                  <a:pt x="1286" y="345"/>
                  <a:pt x="1287" y="346"/>
                  <a:pt x="1287" y="346"/>
                </a:cubicBezTo>
                <a:cubicBezTo>
                  <a:pt x="1288" y="347"/>
                  <a:pt x="1289" y="347"/>
                  <a:pt x="1290" y="347"/>
                </a:cubicBezTo>
                <a:cubicBezTo>
                  <a:pt x="1291" y="347"/>
                  <a:pt x="1292" y="347"/>
                  <a:pt x="1293" y="347"/>
                </a:cubicBezTo>
                <a:cubicBezTo>
                  <a:pt x="1294" y="347"/>
                  <a:pt x="1296" y="347"/>
                  <a:pt x="1297" y="347"/>
                </a:cubicBezTo>
                <a:cubicBezTo>
                  <a:pt x="1298" y="347"/>
                  <a:pt x="1298" y="347"/>
                  <a:pt x="1299" y="346"/>
                </a:cubicBezTo>
                <a:cubicBezTo>
                  <a:pt x="1300" y="346"/>
                  <a:pt x="1301" y="345"/>
                  <a:pt x="1301" y="345"/>
                </a:cubicBezTo>
                <a:cubicBezTo>
                  <a:pt x="1301" y="344"/>
                  <a:pt x="1302" y="344"/>
                  <a:pt x="1302" y="343"/>
                </a:cubicBezTo>
                <a:cubicBezTo>
                  <a:pt x="1302" y="343"/>
                  <a:pt x="1301" y="342"/>
                  <a:pt x="1301" y="342"/>
                </a:cubicBezTo>
                <a:cubicBezTo>
                  <a:pt x="1301" y="341"/>
                  <a:pt x="1300" y="341"/>
                  <a:pt x="1299" y="340"/>
                </a:cubicBezTo>
                <a:cubicBezTo>
                  <a:pt x="1298" y="340"/>
                  <a:pt x="1297" y="340"/>
                  <a:pt x="1296" y="339"/>
                </a:cubicBezTo>
                <a:cubicBezTo>
                  <a:pt x="1295" y="339"/>
                  <a:pt x="1294" y="339"/>
                  <a:pt x="1293" y="339"/>
                </a:cubicBezTo>
                <a:cubicBezTo>
                  <a:pt x="1292" y="339"/>
                  <a:pt x="1291" y="339"/>
                  <a:pt x="1290" y="339"/>
                </a:cubicBezTo>
                <a:close/>
                <a:moveTo>
                  <a:pt x="1248" y="339"/>
                </a:moveTo>
                <a:cubicBezTo>
                  <a:pt x="1247" y="340"/>
                  <a:pt x="1246" y="340"/>
                  <a:pt x="1245" y="340"/>
                </a:cubicBezTo>
                <a:cubicBezTo>
                  <a:pt x="1244" y="341"/>
                  <a:pt x="1244" y="341"/>
                  <a:pt x="1243" y="342"/>
                </a:cubicBezTo>
                <a:cubicBezTo>
                  <a:pt x="1243" y="342"/>
                  <a:pt x="1243" y="343"/>
                  <a:pt x="1243" y="343"/>
                </a:cubicBezTo>
                <a:cubicBezTo>
                  <a:pt x="1243" y="344"/>
                  <a:pt x="1243" y="344"/>
                  <a:pt x="1243" y="345"/>
                </a:cubicBezTo>
                <a:cubicBezTo>
                  <a:pt x="1244" y="345"/>
                  <a:pt x="1244" y="346"/>
                  <a:pt x="1245" y="346"/>
                </a:cubicBezTo>
                <a:cubicBezTo>
                  <a:pt x="1246" y="347"/>
                  <a:pt x="1247" y="347"/>
                  <a:pt x="1248" y="347"/>
                </a:cubicBezTo>
                <a:cubicBezTo>
                  <a:pt x="1249" y="347"/>
                  <a:pt x="1250" y="347"/>
                  <a:pt x="1251" y="347"/>
                </a:cubicBezTo>
                <a:cubicBezTo>
                  <a:pt x="1252" y="347"/>
                  <a:pt x="1253" y="347"/>
                  <a:pt x="1254" y="347"/>
                </a:cubicBezTo>
                <a:cubicBezTo>
                  <a:pt x="1255" y="347"/>
                  <a:pt x="1256" y="347"/>
                  <a:pt x="1257" y="346"/>
                </a:cubicBezTo>
                <a:cubicBezTo>
                  <a:pt x="1258" y="346"/>
                  <a:pt x="1258" y="345"/>
                  <a:pt x="1259" y="345"/>
                </a:cubicBezTo>
                <a:cubicBezTo>
                  <a:pt x="1259" y="344"/>
                  <a:pt x="1260" y="344"/>
                  <a:pt x="1260" y="343"/>
                </a:cubicBezTo>
                <a:cubicBezTo>
                  <a:pt x="1260" y="343"/>
                  <a:pt x="1259" y="342"/>
                  <a:pt x="1259" y="342"/>
                </a:cubicBezTo>
                <a:cubicBezTo>
                  <a:pt x="1258" y="341"/>
                  <a:pt x="1258" y="341"/>
                  <a:pt x="1257" y="340"/>
                </a:cubicBezTo>
                <a:cubicBezTo>
                  <a:pt x="1256" y="340"/>
                  <a:pt x="1255" y="340"/>
                  <a:pt x="1254" y="339"/>
                </a:cubicBezTo>
                <a:cubicBezTo>
                  <a:pt x="1253" y="339"/>
                  <a:pt x="1252" y="339"/>
                  <a:pt x="1251" y="339"/>
                </a:cubicBezTo>
                <a:cubicBezTo>
                  <a:pt x="1250" y="339"/>
                  <a:pt x="1249" y="339"/>
                  <a:pt x="1248" y="339"/>
                </a:cubicBezTo>
                <a:close/>
                <a:moveTo>
                  <a:pt x="1332" y="339"/>
                </a:moveTo>
                <a:cubicBezTo>
                  <a:pt x="1331" y="340"/>
                  <a:pt x="1330" y="340"/>
                  <a:pt x="1329" y="340"/>
                </a:cubicBezTo>
                <a:cubicBezTo>
                  <a:pt x="1329" y="341"/>
                  <a:pt x="1328" y="341"/>
                  <a:pt x="1328" y="342"/>
                </a:cubicBezTo>
                <a:cubicBezTo>
                  <a:pt x="1327" y="342"/>
                  <a:pt x="1327" y="343"/>
                  <a:pt x="1327" y="343"/>
                </a:cubicBezTo>
                <a:cubicBezTo>
                  <a:pt x="1327" y="344"/>
                  <a:pt x="1327" y="344"/>
                  <a:pt x="1328" y="345"/>
                </a:cubicBezTo>
                <a:cubicBezTo>
                  <a:pt x="1328" y="345"/>
                  <a:pt x="1329" y="346"/>
                  <a:pt x="1329" y="346"/>
                </a:cubicBezTo>
                <a:cubicBezTo>
                  <a:pt x="1330" y="347"/>
                  <a:pt x="1331" y="347"/>
                  <a:pt x="1332" y="347"/>
                </a:cubicBezTo>
                <a:cubicBezTo>
                  <a:pt x="1333" y="347"/>
                  <a:pt x="1334" y="347"/>
                  <a:pt x="1335" y="347"/>
                </a:cubicBezTo>
                <a:cubicBezTo>
                  <a:pt x="1337" y="347"/>
                  <a:pt x="1338" y="347"/>
                  <a:pt x="1339" y="347"/>
                </a:cubicBezTo>
                <a:cubicBezTo>
                  <a:pt x="1340" y="347"/>
                  <a:pt x="1341" y="347"/>
                  <a:pt x="1341" y="346"/>
                </a:cubicBezTo>
                <a:cubicBezTo>
                  <a:pt x="1342" y="346"/>
                  <a:pt x="1343" y="345"/>
                  <a:pt x="1343" y="345"/>
                </a:cubicBezTo>
                <a:cubicBezTo>
                  <a:pt x="1344" y="344"/>
                  <a:pt x="1344" y="344"/>
                  <a:pt x="1344" y="343"/>
                </a:cubicBezTo>
                <a:cubicBezTo>
                  <a:pt x="1344" y="343"/>
                  <a:pt x="1343" y="342"/>
                  <a:pt x="1343" y="342"/>
                </a:cubicBezTo>
                <a:cubicBezTo>
                  <a:pt x="1343" y="341"/>
                  <a:pt x="1342" y="341"/>
                  <a:pt x="1341" y="340"/>
                </a:cubicBezTo>
                <a:cubicBezTo>
                  <a:pt x="1340" y="340"/>
                  <a:pt x="1340" y="340"/>
                  <a:pt x="1339" y="339"/>
                </a:cubicBezTo>
                <a:cubicBezTo>
                  <a:pt x="1338" y="339"/>
                  <a:pt x="1336" y="339"/>
                  <a:pt x="1335" y="339"/>
                </a:cubicBezTo>
                <a:cubicBezTo>
                  <a:pt x="1334" y="339"/>
                  <a:pt x="1333" y="339"/>
                  <a:pt x="1332" y="339"/>
                </a:cubicBezTo>
                <a:close/>
                <a:moveTo>
                  <a:pt x="280" y="339"/>
                </a:moveTo>
                <a:cubicBezTo>
                  <a:pt x="279" y="340"/>
                  <a:pt x="278" y="340"/>
                  <a:pt x="277" y="340"/>
                </a:cubicBezTo>
                <a:cubicBezTo>
                  <a:pt x="276" y="341"/>
                  <a:pt x="275" y="341"/>
                  <a:pt x="275" y="342"/>
                </a:cubicBezTo>
                <a:cubicBezTo>
                  <a:pt x="274" y="342"/>
                  <a:pt x="274" y="343"/>
                  <a:pt x="274" y="343"/>
                </a:cubicBezTo>
                <a:cubicBezTo>
                  <a:pt x="273" y="344"/>
                  <a:pt x="274" y="344"/>
                  <a:pt x="274" y="345"/>
                </a:cubicBezTo>
                <a:cubicBezTo>
                  <a:pt x="274" y="345"/>
                  <a:pt x="275" y="346"/>
                  <a:pt x="275" y="346"/>
                </a:cubicBezTo>
                <a:cubicBezTo>
                  <a:pt x="276" y="347"/>
                  <a:pt x="277" y="347"/>
                  <a:pt x="278" y="347"/>
                </a:cubicBezTo>
                <a:cubicBezTo>
                  <a:pt x="279" y="347"/>
                  <a:pt x="280" y="347"/>
                  <a:pt x="281" y="347"/>
                </a:cubicBezTo>
                <a:cubicBezTo>
                  <a:pt x="282" y="347"/>
                  <a:pt x="283" y="347"/>
                  <a:pt x="284" y="347"/>
                </a:cubicBezTo>
                <a:cubicBezTo>
                  <a:pt x="285" y="347"/>
                  <a:pt x="286" y="347"/>
                  <a:pt x="287" y="346"/>
                </a:cubicBezTo>
                <a:cubicBezTo>
                  <a:pt x="288" y="346"/>
                  <a:pt x="289" y="345"/>
                  <a:pt x="289" y="345"/>
                </a:cubicBezTo>
                <a:cubicBezTo>
                  <a:pt x="290" y="344"/>
                  <a:pt x="290" y="344"/>
                  <a:pt x="291" y="343"/>
                </a:cubicBezTo>
                <a:cubicBezTo>
                  <a:pt x="291" y="343"/>
                  <a:pt x="291" y="342"/>
                  <a:pt x="290" y="342"/>
                </a:cubicBezTo>
                <a:cubicBezTo>
                  <a:pt x="290" y="341"/>
                  <a:pt x="290" y="341"/>
                  <a:pt x="289" y="340"/>
                </a:cubicBezTo>
                <a:cubicBezTo>
                  <a:pt x="288" y="340"/>
                  <a:pt x="287" y="340"/>
                  <a:pt x="287" y="339"/>
                </a:cubicBezTo>
                <a:cubicBezTo>
                  <a:pt x="286" y="339"/>
                  <a:pt x="284" y="339"/>
                  <a:pt x="283" y="339"/>
                </a:cubicBezTo>
                <a:cubicBezTo>
                  <a:pt x="282" y="339"/>
                  <a:pt x="281" y="339"/>
                  <a:pt x="280" y="339"/>
                </a:cubicBezTo>
                <a:close/>
                <a:moveTo>
                  <a:pt x="322" y="339"/>
                </a:moveTo>
                <a:cubicBezTo>
                  <a:pt x="321" y="340"/>
                  <a:pt x="320" y="340"/>
                  <a:pt x="319" y="340"/>
                </a:cubicBezTo>
                <a:cubicBezTo>
                  <a:pt x="318" y="341"/>
                  <a:pt x="317" y="341"/>
                  <a:pt x="317" y="342"/>
                </a:cubicBezTo>
                <a:cubicBezTo>
                  <a:pt x="316" y="342"/>
                  <a:pt x="316" y="343"/>
                  <a:pt x="316" y="343"/>
                </a:cubicBezTo>
                <a:cubicBezTo>
                  <a:pt x="316" y="344"/>
                  <a:pt x="316" y="344"/>
                  <a:pt x="316" y="345"/>
                </a:cubicBezTo>
                <a:cubicBezTo>
                  <a:pt x="316" y="345"/>
                  <a:pt x="317" y="346"/>
                  <a:pt x="317" y="346"/>
                </a:cubicBezTo>
                <a:cubicBezTo>
                  <a:pt x="318" y="347"/>
                  <a:pt x="319" y="347"/>
                  <a:pt x="320" y="347"/>
                </a:cubicBezTo>
                <a:cubicBezTo>
                  <a:pt x="321" y="347"/>
                  <a:pt x="322" y="347"/>
                  <a:pt x="323" y="347"/>
                </a:cubicBezTo>
                <a:cubicBezTo>
                  <a:pt x="324" y="347"/>
                  <a:pt x="325" y="347"/>
                  <a:pt x="326" y="347"/>
                </a:cubicBezTo>
                <a:cubicBezTo>
                  <a:pt x="327" y="347"/>
                  <a:pt x="328" y="347"/>
                  <a:pt x="329" y="346"/>
                </a:cubicBezTo>
                <a:cubicBezTo>
                  <a:pt x="330" y="346"/>
                  <a:pt x="331" y="345"/>
                  <a:pt x="332" y="345"/>
                </a:cubicBezTo>
                <a:cubicBezTo>
                  <a:pt x="332" y="344"/>
                  <a:pt x="332" y="344"/>
                  <a:pt x="333" y="343"/>
                </a:cubicBezTo>
                <a:cubicBezTo>
                  <a:pt x="333" y="343"/>
                  <a:pt x="333" y="342"/>
                  <a:pt x="332" y="342"/>
                </a:cubicBezTo>
                <a:cubicBezTo>
                  <a:pt x="332" y="341"/>
                  <a:pt x="332" y="341"/>
                  <a:pt x="331" y="340"/>
                </a:cubicBezTo>
                <a:cubicBezTo>
                  <a:pt x="330" y="340"/>
                  <a:pt x="330" y="340"/>
                  <a:pt x="329" y="339"/>
                </a:cubicBezTo>
                <a:cubicBezTo>
                  <a:pt x="328" y="339"/>
                  <a:pt x="327" y="339"/>
                  <a:pt x="325" y="339"/>
                </a:cubicBezTo>
                <a:cubicBezTo>
                  <a:pt x="324" y="339"/>
                  <a:pt x="323" y="339"/>
                  <a:pt x="322" y="339"/>
                </a:cubicBezTo>
                <a:close/>
                <a:moveTo>
                  <a:pt x="364" y="339"/>
                </a:moveTo>
                <a:cubicBezTo>
                  <a:pt x="363" y="340"/>
                  <a:pt x="362" y="340"/>
                  <a:pt x="361" y="340"/>
                </a:cubicBezTo>
                <a:cubicBezTo>
                  <a:pt x="360" y="341"/>
                  <a:pt x="360" y="341"/>
                  <a:pt x="359" y="342"/>
                </a:cubicBezTo>
                <a:cubicBezTo>
                  <a:pt x="358" y="342"/>
                  <a:pt x="358" y="343"/>
                  <a:pt x="358" y="343"/>
                </a:cubicBezTo>
                <a:cubicBezTo>
                  <a:pt x="358" y="344"/>
                  <a:pt x="358" y="344"/>
                  <a:pt x="358" y="345"/>
                </a:cubicBezTo>
                <a:cubicBezTo>
                  <a:pt x="358" y="345"/>
                  <a:pt x="359" y="346"/>
                  <a:pt x="360" y="346"/>
                </a:cubicBezTo>
                <a:cubicBezTo>
                  <a:pt x="360" y="347"/>
                  <a:pt x="361" y="347"/>
                  <a:pt x="362" y="347"/>
                </a:cubicBezTo>
                <a:cubicBezTo>
                  <a:pt x="363" y="347"/>
                  <a:pt x="364" y="347"/>
                  <a:pt x="365" y="347"/>
                </a:cubicBezTo>
                <a:cubicBezTo>
                  <a:pt x="366" y="347"/>
                  <a:pt x="367" y="347"/>
                  <a:pt x="369" y="347"/>
                </a:cubicBezTo>
                <a:cubicBezTo>
                  <a:pt x="370" y="347"/>
                  <a:pt x="371" y="347"/>
                  <a:pt x="371" y="346"/>
                </a:cubicBezTo>
                <a:cubicBezTo>
                  <a:pt x="372" y="346"/>
                  <a:pt x="373" y="345"/>
                  <a:pt x="374" y="345"/>
                </a:cubicBezTo>
                <a:cubicBezTo>
                  <a:pt x="374" y="344"/>
                  <a:pt x="375" y="344"/>
                  <a:pt x="375" y="343"/>
                </a:cubicBezTo>
                <a:cubicBezTo>
                  <a:pt x="375" y="343"/>
                  <a:pt x="375" y="342"/>
                  <a:pt x="375" y="342"/>
                </a:cubicBezTo>
                <a:cubicBezTo>
                  <a:pt x="374" y="341"/>
                  <a:pt x="374" y="341"/>
                  <a:pt x="373" y="340"/>
                </a:cubicBezTo>
                <a:cubicBezTo>
                  <a:pt x="372" y="340"/>
                  <a:pt x="372" y="340"/>
                  <a:pt x="371" y="339"/>
                </a:cubicBezTo>
                <a:cubicBezTo>
                  <a:pt x="370" y="339"/>
                  <a:pt x="369" y="339"/>
                  <a:pt x="367" y="339"/>
                </a:cubicBezTo>
                <a:cubicBezTo>
                  <a:pt x="366" y="339"/>
                  <a:pt x="365" y="339"/>
                  <a:pt x="364" y="339"/>
                </a:cubicBezTo>
                <a:close/>
                <a:moveTo>
                  <a:pt x="532" y="339"/>
                </a:moveTo>
                <a:cubicBezTo>
                  <a:pt x="531" y="340"/>
                  <a:pt x="530" y="340"/>
                  <a:pt x="530" y="340"/>
                </a:cubicBezTo>
                <a:cubicBezTo>
                  <a:pt x="529" y="341"/>
                  <a:pt x="528" y="341"/>
                  <a:pt x="527" y="342"/>
                </a:cubicBezTo>
                <a:cubicBezTo>
                  <a:pt x="527" y="342"/>
                  <a:pt x="527" y="343"/>
                  <a:pt x="526" y="343"/>
                </a:cubicBezTo>
                <a:cubicBezTo>
                  <a:pt x="526" y="344"/>
                  <a:pt x="526" y="344"/>
                  <a:pt x="527" y="345"/>
                </a:cubicBezTo>
                <a:cubicBezTo>
                  <a:pt x="527" y="345"/>
                  <a:pt x="528" y="346"/>
                  <a:pt x="528" y="346"/>
                </a:cubicBezTo>
                <a:cubicBezTo>
                  <a:pt x="529" y="347"/>
                  <a:pt x="530" y="347"/>
                  <a:pt x="531" y="347"/>
                </a:cubicBezTo>
                <a:cubicBezTo>
                  <a:pt x="532" y="347"/>
                  <a:pt x="533" y="347"/>
                  <a:pt x="534" y="347"/>
                </a:cubicBezTo>
                <a:cubicBezTo>
                  <a:pt x="535" y="347"/>
                  <a:pt x="536" y="347"/>
                  <a:pt x="537" y="347"/>
                </a:cubicBezTo>
                <a:cubicBezTo>
                  <a:pt x="538" y="347"/>
                  <a:pt x="539" y="347"/>
                  <a:pt x="540" y="346"/>
                </a:cubicBezTo>
                <a:cubicBezTo>
                  <a:pt x="541" y="346"/>
                  <a:pt x="542" y="345"/>
                  <a:pt x="542" y="345"/>
                </a:cubicBezTo>
                <a:cubicBezTo>
                  <a:pt x="543" y="344"/>
                  <a:pt x="543" y="344"/>
                  <a:pt x="543" y="343"/>
                </a:cubicBezTo>
                <a:cubicBezTo>
                  <a:pt x="543" y="343"/>
                  <a:pt x="543" y="342"/>
                  <a:pt x="543" y="342"/>
                </a:cubicBezTo>
                <a:cubicBezTo>
                  <a:pt x="543" y="341"/>
                  <a:pt x="542" y="341"/>
                  <a:pt x="541" y="340"/>
                </a:cubicBezTo>
                <a:cubicBezTo>
                  <a:pt x="541" y="340"/>
                  <a:pt x="540" y="340"/>
                  <a:pt x="539" y="339"/>
                </a:cubicBezTo>
                <a:cubicBezTo>
                  <a:pt x="538" y="339"/>
                  <a:pt x="537" y="339"/>
                  <a:pt x="536" y="339"/>
                </a:cubicBezTo>
                <a:cubicBezTo>
                  <a:pt x="535" y="339"/>
                  <a:pt x="534" y="339"/>
                  <a:pt x="532" y="339"/>
                </a:cubicBezTo>
                <a:close/>
                <a:moveTo>
                  <a:pt x="448" y="339"/>
                </a:moveTo>
                <a:cubicBezTo>
                  <a:pt x="447" y="340"/>
                  <a:pt x="446" y="340"/>
                  <a:pt x="445" y="340"/>
                </a:cubicBezTo>
                <a:cubicBezTo>
                  <a:pt x="445" y="341"/>
                  <a:pt x="444" y="341"/>
                  <a:pt x="443" y="342"/>
                </a:cubicBezTo>
                <a:cubicBezTo>
                  <a:pt x="443" y="342"/>
                  <a:pt x="442" y="343"/>
                  <a:pt x="442" y="343"/>
                </a:cubicBezTo>
                <a:cubicBezTo>
                  <a:pt x="442" y="344"/>
                  <a:pt x="442" y="344"/>
                  <a:pt x="442" y="345"/>
                </a:cubicBezTo>
                <a:cubicBezTo>
                  <a:pt x="443" y="345"/>
                  <a:pt x="443" y="346"/>
                  <a:pt x="444" y="346"/>
                </a:cubicBezTo>
                <a:cubicBezTo>
                  <a:pt x="445" y="347"/>
                  <a:pt x="445" y="347"/>
                  <a:pt x="446" y="347"/>
                </a:cubicBezTo>
                <a:cubicBezTo>
                  <a:pt x="447" y="347"/>
                  <a:pt x="448" y="347"/>
                  <a:pt x="450" y="347"/>
                </a:cubicBezTo>
                <a:cubicBezTo>
                  <a:pt x="451" y="347"/>
                  <a:pt x="452" y="347"/>
                  <a:pt x="453" y="347"/>
                </a:cubicBezTo>
                <a:cubicBezTo>
                  <a:pt x="454" y="347"/>
                  <a:pt x="455" y="347"/>
                  <a:pt x="456" y="346"/>
                </a:cubicBezTo>
                <a:cubicBezTo>
                  <a:pt x="457" y="346"/>
                  <a:pt x="457" y="345"/>
                  <a:pt x="458" y="345"/>
                </a:cubicBezTo>
                <a:cubicBezTo>
                  <a:pt x="459" y="344"/>
                  <a:pt x="459" y="344"/>
                  <a:pt x="459" y="343"/>
                </a:cubicBezTo>
                <a:cubicBezTo>
                  <a:pt x="459" y="343"/>
                  <a:pt x="459" y="342"/>
                  <a:pt x="459" y="342"/>
                </a:cubicBezTo>
                <a:cubicBezTo>
                  <a:pt x="458" y="341"/>
                  <a:pt x="458" y="341"/>
                  <a:pt x="457" y="340"/>
                </a:cubicBezTo>
                <a:cubicBezTo>
                  <a:pt x="457" y="340"/>
                  <a:pt x="456" y="340"/>
                  <a:pt x="455" y="339"/>
                </a:cubicBezTo>
                <a:cubicBezTo>
                  <a:pt x="454" y="339"/>
                  <a:pt x="453" y="339"/>
                  <a:pt x="452" y="339"/>
                </a:cubicBezTo>
                <a:cubicBezTo>
                  <a:pt x="450" y="339"/>
                  <a:pt x="449" y="339"/>
                  <a:pt x="448" y="339"/>
                </a:cubicBezTo>
                <a:close/>
                <a:moveTo>
                  <a:pt x="406" y="339"/>
                </a:moveTo>
                <a:cubicBezTo>
                  <a:pt x="405" y="340"/>
                  <a:pt x="404" y="340"/>
                  <a:pt x="403" y="340"/>
                </a:cubicBezTo>
                <a:cubicBezTo>
                  <a:pt x="402" y="341"/>
                  <a:pt x="402" y="341"/>
                  <a:pt x="401" y="342"/>
                </a:cubicBezTo>
                <a:cubicBezTo>
                  <a:pt x="401" y="342"/>
                  <a:pt x="400" y="343"/>
                  <a:pt x="400" y="343"/>
                </a:cubicBezTo>
                <a:cubicBezTo>
                  <a:pt x="400" y="344"/>
                  <a:pt x="400" y="344"/>
                  <a:pt x="400" y="345"/>
                </a:cubicBezTo>
                <a:cubicBezTo>
                  <a:pt x="401" y="345"/>
                  <a:pt x="401" y="346"/>
                  <a:pt x="402" y="346"/>
                </a:cubicBezTo>
                <a:cubicBezTo>
                  <a:pt x="402" y="347"/>
                  <a:pt x="403" y="347"/>
                  <a:pt x="404" y="347"/>
                </a:cubicBezTo>
                <a:cubicBezTo>
                  <a:pt x="405" y="347"/>
                  <a:pt x="406" y="347"/>
                  <a:pt x="407" y="347"/>
                </a:cubicBezTo>
                <a:cubicBezTo>
                  <a:pt x="409" y="347"/>
                  <a:pt x="410" y="347"/>
                  <a:pt x="411" y="347"/>
                </a:cubicBezTo>
                <a:cubicBezTo>
                  <a:pt x="412" y="347"/>
                  <a:pt x="413" y="347"/>
                  <a:pt x="414" y="346"/>
                </a:cubicBezTo>
                <a:cubicBezTo>
                  <a:pt x="415" y="346"/>
                  <a:pt x="415" y="345"/>
                  <a:pt x="416" y="345"/>
                </a:cubicBezTo>
                <a:cubicBezTo>
                  <a:pt x="416" y="344"/>
                  <a:pt x="417" y="344"/>
                  <a:pt x="417" y="343"/>
                </a:cubicBezTo>
                <a:cubicBezTo>
                  <a:pt x="417" y="343"/>
                  <a:pt x="417" y="342"/>
                  <a:pt x="417" y="342"/>
                </a:cubicBezTo>
                <a:cubicBezTo>
                  <a:pt x="416" y="341"/>
                  <a:pt x="416" y="341"/>
                  <a:pt x="415" y="340"/>
                </a:cubicBezTo>
                <a:cubicBezTo>
                  <a:pt x="415" y="340"/>
                  <a:pt x="414" y="340"/>
                  <a:pt x="413" y="339"/>
                </a:cubicBezTo>
                <a:cubicBezTo>
                  <a:pt x="412" y="339"/>
                  <a:pt x="411" y="339"/>
                  <a:pt x="410" y="339"/>
                </a:cubicBezTo>
                <a:cubicBezTo>
                  <a:pt x="408" y="339"/>
                  <a:pt x="407" y="339"/>
                  <a:pt x="406" y="339"/>
                </a:cubicBezTo>
                <a:close/>
                <a:moveTo>
                  <a:pt x="490" y="339"/>
                </a:moveTo>
                <a:cubicBezTo>
                  <a:pt x="489" y="340"/>
                  <a:pt x="488" y="340"/>
                  <a:pt x="487" y="340"/>
                </a:cubicBezTo>
                <a:cubicBezTo>
                  <a:pt x="487" y="341"/>
                  <a:pt x="486" y="341"/>
                  <a:pt x="485" y="342"/>
                </a:cubicBezTo>
                <a:cubicBezTo>
                  <a:pt x="485" y="342"/>
                  <a:pt x="484" y="343"/>
                  <a:pt x="484" y="343"/>
                </a:cubicBezTo>
                <a:cubicBezTo>
                  <a:pt x="484" y="344"/>
                  <a:pt x="484" y="344"/>
                  <a:pt x="485" y="345"/>
                </a:cubicBezTo>
                <a:cubicBezTo>
                  <a:pt x="485" y="345"/>
                  <a:pt x="485" y="346"/>
                  <a:pt x="486" y="346"/>
                </a:cubicBezTo>
                <a:cubicBezTo>
                  <a:pt x="487" y="347"/>
                  <a:pt x="488" y="347"/>
                  <a:pt x="489" y="347"/>
                </a:cubicBezTo>
                <a:cubicBezTo>
                  <a:pt x="489" y="347"/>
                  <a:pt x="491" y="347"/>
                  <a:pt x="492" y="347"/>
                </a:cubicBezTo>
                <a:cubicBezTo>
                  <a:pt x="493" y="347"/>
                  <a:pt x="494" y="347"/>
                  <a:pt x="495" y="347"/>
                </a:cubicBezTo>
                <a:cubicBezTo>
                  <a:pt x="496" y="347"/>
                  <a:pt x="497" y="347"/>
                  <a:pt x="498" y="346"/>
                </a:cubicBezTo>
                <a:cubicBezTo>
                  <a:pt x="499" y="346"/>
                  <a:pt x="500" y="345"/>
                  <a:pt x="500" y="345"/>
                </a:cubicBezTo>
                <a:cubicBezTo>
                  <a:pt x="501" y="344"/>
                  <a:pt x="501" y="344"/>
                  <a:pt x="501" y="343"/>
                </a:cubicBezTo>
                <a:cubicBezTo>
                  <a:pt x="501" y="343"/>
                  <a:pt x="501" y="342"/>
                  <a:pt x="501" y="342"/>
                </a:cubicBezTo>
                <a:cubicBezTo>
                  <a:pt x="501" y="341"/>
                  <a:pt x="500" y="341"/>
                  <a:pt x="499" y="340"/>
                </a:cubicBezTo>
                <a:cubicBezTo>
                  <a:pt x="499" y="340"/>
                  <a:pt x="498" y="340"/>
                  <a:pt x="497" y="339"/>
                </a:cubicBezTo>
                <a:cubicBezTo>
                  <a:pt x="496" y="339"/>
                  <a:pt x="495" y="339"/>
                  <a:pt x="494" y="339"/>
                </a:cubicBezTo>
                <a:cubicBezTo>
                  <a:pt x="493" y="339"/>
                  <a:pt x="491" y="339"/>
                  <a:pt x="490" y="339"/>
                </a:cubicBezTo>
                <a:close/>
                <a:moveTo>
                  <a:pt x="1458" y="339"/>
                </a:moveTo>
                <a:cubicBezTo>
                  <a:pt x="1457" y="340"/>
                  <a:pt x="1456" y="340"/>
                  <a:pt x="1456" y="340"/>
                </a:cubicBezTo>
                <a:cubicBezTo>
                  <a:pt x="1455" y="341"/>
                  <a:pt x="1454" y="341"/>
                  <a:pt x="1454" y="342"/>
                </a:cubicBezTo>
                <a:cubicBezTo>
                  <a:pt x="1453" y="342"/>
                  <a:pt x="1453" y="343"/>
                  <a:pt x="1453" y="343"/>
                </a:cubicBezTo>
                <a:cubicBezTo>
                  <a:pt x="1453" y="344"/>
                  <a:pt x="1454" y="344"/>
                  <a:pt x="1454" y="345"/>
                </a:cubicBezTo>
                <a:cubicBezTo>
                  <a:pt x="1455" y="345"/>
                  <a:pt x="1455" y="346"/>
                  <a:pt x="1456" y="346"/>
                </a:cubicBezTo>
                <a:cubicBezTo>
                  <a:pt x="1457" y="347"/>
                  <a:pt x="1458" y="347"/>
                  <a:pt x="1459" y="347"/>
                </a:cubicBezTo>
                <a:cubicBezTo>
                  <a:pt x="1460" y="347"/>
                  <a:pt x="1461" y="347"/>
                  <a:pt x="1462" y="347"/>
                </a:cubicBezTo>
                <a:cubicBezTo>
                  <a:pt x="1463" y="347"/>
                  <a:pt x="1464" y="347"/>
                  <a:pt x="1465" y="347"/>
                </a:cubicBezTo>
                <a:cubicBezTo>
                  <a:pt x="1466" y="347"/>
                  <a:pt x="1467" y="347"/>
                  <a:pt x="1468" y="346"/>
                </a:cubicBezTo>
                <a:cubicBezTo>
                  <a:pt x="1469" y="346"/>
                  <a:pt x="1469" y="345"/>
                  <a:pt x="1470" y="345"/>
                </a:cubicBezTo>
                <a:cubicBezTo>
                  <a:pt x="1470" y="344"/>
                  <a:pt x="1470" y="344"/>
                  <a:pt x="1470" y="343"/>
                </a:cubicBezTo>
                <a:cubicBezTo>
                  <a:pt x="1470" y="343"/>
                  <a:pt x="1470" y="342"/>
                  <a:pt x="1469" y="342"/>
                </a:cubicBezTo>
                <a:cubicBezTo>
                  <a:pt x="1469" y="341"/>
                  <a:pt x="1468" y="341"/>
                  <a:pt x="1467" y="340"/>
                </a:cubicBezTo>
                <a:cubicBezTo>
                  <a:pt x="1467" y="340"/>
                  <a:pt x="1466" y="340"/>
                  <a:pt x="1465" y="339"/>
                </a:cubicBezTo>
                <a:cubicBezTo>
                  <a:pt x="1464" y="339"/>
                  <a:pt x="1463" y="339"/>
                  <a:pt x="1461" y="339"/>
                </a:cubicBezTo>
                <a:cubicBezTo>
                  <a:pt x="1460" y="339"/>
                  <a:pt x="1459" y="339"/>
                  <a:pt x="1458" y="339"/>
                </a:cubicBezTo>
                <a:close/>
                <a:moveTo>
                  <a:pt x="1837" y="339"/>
                </a:moveTo>
                <a:cubicBezTo>
                  <a:pt x="1836" y="340"/>
                  <a:pt x="1835" y="340"/>
                  <a:pt x="1834" y="340"/>
                </a:cubicBezTo>
                <a:cubicBezTo>
                  <a:pt x="1834" y="341"/>
                  <a:pt x="1833" y="341"/>
                  <a:pt x="1833" y="342"/>
                </a:cubicBezTo>
                <a:cubicBezTo>
                  <a:pt x="1833" y="342"/>
                  <a:pt x="1832" y="343"/>
                  <a:pt x="1832" y="343"/>
                </a:cubicBezTo>
                <a:cubicBezTo>
                  <a:pt x="1833" y="344"/>
                  <a:pt x="1833" y="344"/>
                  <a:pt x="1833" y="345"/>
                </a:cubicBezTo>
                <a:cubicBezTo>
                  <a:pt x="1834" y="345"/>
                  <a:pt x="1835" y="346"/>
                  <a:pt x="1835" y="346"/>
                </a:cubicBezTo>
                <a:cubicBezTo>
                  <a:pt x="1836" y="347"/>
                  <a:pt x="1837" y="347"/>
                  <a:pt x="1838" y="347"/>
                </a:cubicBezTo>
                <a:cubicBezTo>
                  <a:pt x="1839" y="347"/>
                  <a:pt x="1840" y="347"/>
                  <a:pt x="1842" y="347"/>
                </a:cubicBezTo>
                <a:cubicBezTo>
                  <a:pt x="1843" y="347"/>
                  <a:pt x="1844" y="347"/>
                  <a:pt x="1845" y="347"/>
                </a:cubicBezTo>
                <a:cubicBezTo>
                  <a:pt x="1846" y="347"/>
                  <a:pt x="1847" y="347"/>
                  <a:pt x="1847" y="346"/>
                </a:cubicBezTo>
                <a:cubicBezTo>
                  <a:pt x="1848" y="346"/>
                  <a:pt x="1849" y="345"/>
                  <a:pt x="1849" y="345"/>
                </a:cubicBezTo>
                <a:cubicBezTo>
                  <a:pt x="1849" y="344"/>
                  <a:pt x="1849" y="344"/>
                  <a:pt x="1849" y="343"/>
                </a:cubicBezTo>
                <a:cubicBezTo>
                  <a:pt x="1849" y="343"/>
                  <a:pt x="1849" y="342"/>
                  <a:pt x="1848" y="342"/>
                </a:cubicBezTo>
                <a:cubicBezTo>
                  <a:pt x="1848" y="341"/>
                  <a:pt x="1847" y="341"/>
                  <a:pt x="1846" y="340"/>
                </a:cubicBezTo>
                <a:cubicBezTo>
                  <a:pt x="1846" y="340"/>
                  <a:pt x="1845" y="340"/>
                  <a:pt x="1844" y="339"/>
                </a:cubicBezTo>
                <a:cubicBezTo>
                  <a:pt x="1842" y="339"/>
                  <a:pt x="1841" y="339"/>
                  <a:pt x="1840" y="339"/>
                </a:cubicBezTo>
                <a:cubicBezTo>
                  <a:pt x="1839" y="339"/>
                  <a:pt x="1838" y="339"/>
                  <a:pt x="1837" y="339"/>
                </a:cubicBezTo>
                <a:close/>
                <a:moveTo>
                  <a:pt x="2047" y="339"/>
                </a:moveTo>
                <a:cubicBezTo>
                  <a:pt x="2046" y="340"/>
                  <a:pt x="2046" y="340"/>
                  <a:pt x="2045" y="340"/>
                </a:cubicBezTo>
                <a:cubicBezTo>
                  <a:pt x="2044" y="341"/>
                  <a:pt x="2044" y="341"/>
                  <a:pt x="2043" y="342"/>
                </a:cubicBezTo>
                <a:cubicBezTo>
                  <a:pt x="2043" y="342"/>
                  <a:pt x="2043" y="343"/>
                  <a:pt x="2043" y="343"/>
                </a:cubicBezTo>
                <a:cubicBezTo>
                  <a:pt x="2043" y="344"/>
                  <a:pt x="2044" y="344"/>
                  <a:pt x="2044" y="345"/>
                </a:cubicBezTo>
                <a:cubicBezTo>
                  <a:pt x="2045" y="345"/>
                  <a:pt x="2045" y="346"/>
                  <a:pt x="2046" y="346"/>
                </a:cubicBezTo>
                <a:cubicBezTo>
                  <a:pt x="2047" y="347"/>
                  <a:pt x="2048" y="347"/>
                  <a:pt x="2049" y="347"/>
                </a:cubicBezTo>
                <a:cubicBezTo>
                  <a:pt x="2050" y="347"/>
                  <a:pt x="2051" y="347"/>
                  <a:pt x="2053" y="347"/>
                </a:cubicBezTo>
                <a:cubicBezTo>
                  <a:pt x="2054" y="347"/>
                  <a:pt x="2055" y="347"/>
                  <a:pt x="2056" y="347"/>
                </a:cubicBezTo>
                <a:cubicBezTo>
                  <a:pt x="2057" y="347"/>
                  <a:pt x="2058" y="347"/>
                  <a:pt x="2058" y="346"/>
                </a:cubicBezTo>
                <a:cubicBezTo>
                  <a:pt x="2059" y="346"/>
                  <a:pt x="2059" y="345"/>
                  <a:pt x="2060" y="345"/>
                </a:cubicBezTo>
                <a:cubicBezTo>
                  <a:pt x="2060" y="344"/>
                  <a:pt x="2060" y="344"/>
                  <a:pt x="2060" y="343"/>
                </a:cubicBezTo>
                <a:cubicBezTo>
                  <a:pt x="2060" y="343"/>
                  <a:pt x="2059" y="342"/>
                  <a:pt x="2059" y="342"/>
                </a:cubicBezTo>
                <a:cubicBezTo>
                  <a:pt x="2058" y="341"/>
                  <a:pt x="2058" y="341"/>
                  <a:pt x="2057" y="340"/>
                </a:cubicBezTo>
                <a:cubicBezTo>
                  <a:pt x="2056" y="340"/>
                  <a:pt x="2055" y="340"/>
                  <a:pt x="2054" y="339"/>
                </a:cubicBezTo>
                <a:cubicBezTo>
                  <a:pt x="2053" y="339"/>
                  <a:pt x="2052" y="339"/>
                  <a:pt x="2051" y="339"/>
                </a:cubicBezTo>
                <a:cubicBezTo>
                  <a:pt x="2049" y="339"/>
                  <a:pt x="2048" y="339"/>
                  <a:pt x="2047" y="339"/>
                </a:cubicBezTo>
                <a:close/>
                <a:moveTo>
                  <a:pt x="1542" y="339"/>
                </a:moveTo>
                <a:cubicBezTo>
                  <a:pt x="1541" y="340"/>
                  <a:pt x="1541" y="340"/>
                  <a:pt x="1540" y="340"/>
                </a:cubicBezTo>
                <a:cubicBezTo>
                  <a:pt x="1539" y="341"/>
                  <a:pt x="1538" y="341"/>
                  <a:pt x="1538" y="342"/>
                </a:cubicBezTo>
                <a:cubicBezTo>
                  <a:pt x="1538" y="342"/>
                  <a:pt x="1538" y="343"/>
                  <a:pt x="1538" y="343"/>
                </a:cubicBezTo>
                <a:cubicBezTo>
                  <a:pt x="1538" y="344"/>
                  <a:pt x="1538" y="344"/>
                  <a:pt x="1538" y="345"/>
                </a:cubicBezTo>
                <a:cubicBezTo>
                  <a:pt x="1539" y="345"/>
                  <a:pt x="1539" y="346"/>
                  <a:pt x="1540" y="346"/>
                </a:cubicBezTo>
                <a:cubicBezTo>
                  <a:pt x="1541" y="347"/>
                  <a:pt x="1542" y="347"/>
                  <a:pt x="1543" y="347"/>
                </a:cubicBezTo>
                <a:cubicBezTo>
                  <a:pt x="1544" y="347"/>
                  <a:pt x="1545" y="347"/>
                  <a:pt x="1546" y="347"/>
                </a:cubicBezTo>
                <a:cubicBezTo>
                  <a:pt x="1548" y="347"/>
                  <a:pt x="1549" y="347"/>
                  <a:pt x="1550" y="347"/>
                </a:cubicBezTo>
                <a:cubicBezTo>
                  <a:pt x="1551" y="347"/>
                  <a:pt x="1551" y="347"/>
                  <a:pt x="1552" y="346"/>
                </a:cubicBezTo>
                <a:cubicBezTo>
                  <a:pt x="1553" y="346"/>
                  <a:pt x="1554" y="345"/>
                  <a:pt x="1554" y="345"/>
                </a:cubicBezTo>
                <a:cubicBezTo>
                  <a:pt x="1554" y="344"/>
                  <a:pt x="1554" y="344"/>
                  <a:pt x="1554" y="343"/>
                </a:cubicBezTo>
                <a:cubicBezTo>
                  <a:pt x="1554" y="343"/>
                  <a:pt x="1554" y="342"/>
                  <a:pt x="1554" y="342"/>
                </a:cubicBezTo>
                <a:cubicBezTo>
                  <a:pt x="1553" y="341"/>
                  <a:pt x="1553" y="341"/>
                  <a:pt x="1552" y="340"/>
                </a:cubicBezTo>
                <a:cubicBezTo>
                  <a:pt x="1551" y="340"/>
                  <a:pt x="1550" y="340"/>
                  <a:pt x="1549" y="339"/>
                </a:cubicBezTo>
                <a:cubicBezTo>
                  <a:pt x="1548" y="339"/>
                  <a:pt x="1547" y="339"/>
                  <a:pt x="1546" y="339"/>
                </a:cubicBezTo>
                <a:cubicBezTo>
                  <a:pt x="1544" y="339"/>
                  <a:pt x="1543" y="339"/>
                  <a:pt x="1542" y="339"/>
                </a:cubicBezTo>
                <a:close/>
                <a:moveTo>
                  <a:pt x="2089" y="339"/>
                </a:moveTo>
                <a:cubicBezTo>
                  <a:pt x="2089" y="340"/>
                  <a:pt x="2088" y="340"/>
                  <a:pt x="2087" y="340"/>
                </a:cubicBezTo>
                <a:cubicBezTo>
                  <a:pt x="2086" y="341"/>
                  <a:pt x="2086" y="341"/>
                  <a:pt x="2086" y="342"/>
                </a:cubicBezTo>
                <a:cubicBezTo>
                  <a:pt x="2085" y="342"/>
                  <a:pt x="2085" y="343"/>
                  <a:pt x="2085" y="343"/>
                </a:cubicBezTo>
                <a:cubicBezTo>
                  <a:pt x="2085" y="344"/>
                  <a:pt x="2086" y="344"/>
                  <a:pt x="2086" y="345"/>
                </a:cubicBezTo>
                <a:cubicBezTo>
                  <a:pt x="2087" y="345"/>
                  <a:pt x="2088" y="346"/>
                  <a:pt x="2088" y="346"/>
                </a:cubicBezTo>
                <a:cubicBezTo>
                  <a:pt x="2089" y="347"/>
                  <a:pt x="2090" y="347"/>
                  <a:pt x="2091" y="347"/>
                </a:cubicBezTo>
                <a:cubicBezTo>
                  <a:pt x="2092" y="347"/>
                  <a:pt x="2094" y="347"/>
                  <a:pt x="2095" y="347"/>
                </a:cubicBezTo>
                <a:cubicBezTo>
                  <a:pt x="2096" y="347"/>
                  <a:pt x="2097" y="347"/>
                  <a:pt x="2098" y="347"/>
                </a:cubicBezTo>
                <a:cubicBezTo>
                  <a:pt x="2099" y="347"/>
                  <a:pt x="2100" y="347"/>
                  <a:pt x="2100" y="346"/>
                </a:cubicBezTo>
                <a:cubicBezTo>
                  <a:pt x="2101" y="346"/>
                  <a:pt x="2102" y="345"/>
                  <a:pt x="2102" y="345"/>
                </a:cubicBezTo>
                <a:cubicBezTo>
                  <a:pt x="2102" y="344"/>
                  <a:pt x="2102" y="344"/>
                  <a:pt x="2102" y="343"/>
                </a:cubicBezTo>
                <a:cubicBezTo>
                  <a:pt x="2102" y="343"/>
                  <a:pt x="2102" y="342"/>
                  <a:pt x="2101" y="342"/>
                </a:cubicBezTo>
                <a:cubicBezTo>
                  <a:pt x="2100" y="341"/>
                  <a:pt x="2100" y="341"/>
                  <a:pt x="2099" y="340"/>
                </a:cubicBezTo>
                <a:cubicBezTo>
                  <a:pt x="2098" y="340"/>
                  <a:pt x="2097" y="340"/>
                  <a:pt x="2096" y="339"/>
                </a:cubicBezTo>
                <a:cubicBezTo>
                  <a:pt x="2095" y="339"/>
                  <a:pt x="2094" y="339"/>
                  <a:pt x="2093" y="339"/>
                </a:cubicBezTo>
                <a:cubicBezTo>
                  <a:pt x="2091" y="339"/>
                  <a:pt x="2090" y="339"/>
                  <a:pt x="2089" y="339"/>
                </a:cubicBezTo>
                <a:close/>
                <a:moveTo>
                  <a:pt x="2132" y="339"/>
                </a:moveTo>
                <a:cubicBezTo>
                  <a:pt x="2131" y="340"/>
                  <a:pt x="2130" y="340"/>
                  <a:pt x="2129" y="340"/>
                </a:cubicBezTo>
                <a:cubicBezTo>
                  <a:pt x="2128" y="341"/>
                  <a:pt x="2128" y="341"/>
                  <a:pt x="2128" y="342"/>
                </a:cubicBezTo>
                <a:cubicBezTo>
                  <a:pt x="2127" y="342"/>
                  <a:pt x="2127" y="343"/>
                  <a:pt x="2127" y="343"/>
                </a:cubicBezTo>
                <a:cubicBezTo>
                  <a:pt x="2128" y="344"/>
                  <a:pt x="2128" y="344"/>
                  <a:pt x="2128" y="345"/>
                </a:cubicBezTo>
                <a:cubicBezTo>
                  <a:pt x="2129" y="345"/>
                  <a:pt x="2130" y="346"/>
                  <a:pt x="2131" y="346"/>
                </a:cubicBezTo>
                <a:cubicBezTo>
                  <a:pt x="2132" y="347"/>
                  <a:pt x="2132" y="347"/>
                  <a:pt x="2134" y="347"/>
                </a:cubicBezTo>
                <a:cubicBezTo>
                  <a:pt x="2135" y="347"/>
                  <a:pt x="2136" y="347"/>
                  <a:pt x="2137" y="347"/>
                </a:cubicBezTo>
                <a:cubicBezTo>
                  <a:pt x="2138" y="347"/>
                  <a:pt x="2139" y="347"/>
                  <a:pt x="2140" y="347"/>
                </a:cubicBezTo>
                <a:cubicBezTo>
                  <a:pt x="2141" y="347"/>
                  <a:pt x="2142" y="347"/>
                  <a:pt x="2143" y="346"/>
                </a:cubicBezTo>
                <a:cubicBezTo>
                  <a:pt x="2143" y="346"/>
                  <a:pt x="2144" y="345"/>
                  <a:pt x="2144" y="345"/>
                </a:cubicBezTo>
                <a:cubicBezTo>
                  <a:pt x="2144" y="344"/>
                  <a:pt x="2144" y="344"/>
                  <a:pt x="2144" y="343"/>
                </a:cubicBezTo>
                <a:cubicBezTo>
                  <a:pt x="2144" y="343"/>
                  <a:pt x="2144" y="342"/>
                  <a:pt x="2143" y="342"/>
                </a:cubicBezTo>
                <a:cubicBezTo>
                  <a:pt x="2143" y="341"/>
                  <a:pt x="2142" y="341"/>
                  <a:pt x="2141" y="340"/>
                </a:cubicBezTo>
                <a:cubicBezTo>
                  <a:pt x="2140" y="340"/>
                  <a:pt x="2139" y="340"/>
                  <a:pt x="2138" y="339"/>
                </a:cubicBezTo>
                <a:cubicBezTo>
                  <a:pt x="2137" y="339"/>
                  <a:pt x="2136" y="339"/>
                  <a:pt x="2135" y="339"/>
                </a:cubicBezTo>
                <a:cubicBezTo>
                  <a:pt x="2134" y="339"/>
                  <a:pt x="2132" y="339"/>
                  <a:pt x="2132" y="339"/>
                </a:cubicBezTo>
                <a:close/>
                <a:moveTo>
                  <a:pt x="1963" y="339"/>
                </a:moveTo>
                <a:cubicBezTo>
                  <a:pt x="1962" y="340"/>
                  <a:pt x="1961" y="340"/>
                  <a:pt x="1961" y="340"/>
                </a:cubicBezTo>
                <a:cubicBezTo>
                  <a:pt x="1960" y="341"/>
                  <a:pt x="1960" y="341"/>
                  <a:pt x="1959" y="342"/>
                </a:cubicBezTo>
                <a:cubicBezTo>
                  <a:pt x="1959" y="342"/>
                  <a:pt x="1959" y="343"/>
                  <a:pt x="1959" y="343"/>
                </a:cubicBezTo>
                <a:cubicBezTo>
                  <a:pt x="1959" y="344"/>
                  <a:pt x="1959" y="344"/>
                  <a:pt x="1960" y="345"/>
                </a:cubicBezTo>
                <a:cubicBezTo>
                  <a:pt x="1960" y="345"/>
                  <a:pt x="1961" y="346"/>
                  <a:pt x="1962" y="346"/>
                </a:cubicBezTo>
                <a:cubicBezTo>
                  <a:pt x="1963" y="347"/>
                  <a:pt x="1964" y="347"/>
                  <a:pt x="1965" y="347"/>
                </a:cubicBezTo>
                <a:cubicBezTo>
                  <a:pt x="1966" y="347"/>
                  <a:pt x="1967" y="347"/>
                  <a:pt x="1968" y="347"/>
                </a:cubicBezTo>
                <a:cubicBezTo>
                  <a:pt x="1969" y="347"/>
                  <a:pt x="1970" y="347"/>
                  <a:pt x="1971" y="347"/>
                </a:cubicBezTo>
                <a:cubicBezTo>
                  <a:pt x="1972" y="347"/>
                  <a:pt x="1973" y="347"/>
                  <a:pt x="1974" y="346"/>
                </a:cubicBezTo>
                <a:cubicBezTo>
                  <a:pt x="1975" y="346"/>
                  <a:pt x="1975" y="345"/>
                  <a:pt x="1975" y="345"/>
                </a:cubicBezTo>
                <a:cubicBezTo>
                  <a:pt x="1976" y="344"/>
                  <a:pt x="1976" y="344"/>
                  <a:pt x="1976" y="343"/>
                </a:cubicBezTo>
                <a:cubicBezTo>
                  <a:pt x="1976" y="343"/>
                  <a:pt x="1975" y="342"/>
                  <a:pt x="1975" y="342"/>
                </a:cubicBezTo>
                <a:cubicBezTo>
                  <a:pt x="1974" y="341"/>
                  <a:pt x="1973" y="341"/>
                  <a:pt x="1973" y="340"/>
                </a:cubicBezTo>
                <a:cubicBezTo>
                  <a:pt x="1972" y="340"/>
                  <a:pt x="1971" y="340"/>
                  <a:pt x="1970" y="339"/>
                </a:cubicBezTo>
                <a:cubicBezTo>
                  <a:pt x="1969" y="339"/>
                  <a:pt x="1968" y="339"/>
                  <a:pt x="1966" y="339"/>
                </a:cubicBezTo>
                <a:cubicBezTo>
                  <a:pt x="1965" y="339"/>
                  <a:pt x="1964" y="339"/>
                  <a:pt x="1963" y="339"/>
                </a:cubicBezTo>
                <a:close/>
                <a:moveTo>
                  <a:pt x="2005" y="339"/>
                </a:moveTo>
                <a:cubicBezTo>
                  <a:pt x="2004" y="340"/>
                  <a:pt x="2003" y="340"/>
                  <a:pt x="2003" y="340"/>
                </a:cubicBezTo>
                <a:cubicBezTo>
                  <a:pt x="2002" y="341"/>
                  <a:pt x="2002" y="341"/>
                  <a:pt x="2001" y="342"/>
                </a:cubicBezTo>
                <a:cubicBezTo>
                  <a:pt x="2001" y="342"/>
                  <a:pt x="2001" y="343"/>
                  <a:pt x="2001" y="343"/>
                </a:cubicBezTo>
                <a:cubicBezTo>
                  <a:pt x="2001" y="344"/>
                  <a:pt x="2001" y="344"/>
                  <a:pt x="2002" y="345"/>
                </a:cubicBezTo>
                <a:cubicBezTo>
                  <a:pt x="2003" y="345"/>
                  <a:pt x="2003" y="346"/>
                  <a:pt x="2004" y="346"/>
                </a:cubicBezTo>
                <a:cubicBezTo>
                  <a:pt x="2005" y="347"/>
                  <a:pt x="2006" y="347"/>
                  <a:pt x="2007" y="347"/>
                </a:cubicBezTo>
                <a:cubicBezTo>
                  <a:pt x="2008" y="347"/>
                  <a:pt x="2009" y="347"/>
                  <a:pt x="2010" y="347"/>
                </a:cubicBezTo>
                <a:cubicBezTo>
                  <a:pt x="2012" y="347"/>
                  <a:pt x="2013" y="347"/>
                  <a:pt x="2014" y="347"/>
                </a:cubicBezTo>
                <a:cubicBezTo>
                  <a:pt x="2015" y="347"/>
                  <a:pt x="2015" y="347"/>
                  <a:pt x="2016" y="346"/>
                </a:cubicBezTo>
                <a:cubicBezTo>
                  <a:pt x="2017" y="346"/>
                  <a:pt x="2017" y="345"/>
                  <a:pt x="2018" y="345"/>
                </a:cubicBezTo>
                <a:cubicBezTo>
                  <a:pt x="2018" y="344"/>
                  <a:pt x="2018" y="344"/>
                  <a:pt x="2018" y="343"/>
                </a:cubicBezTo>
                <a:cubicBezTo>
                  <a:pt x="2018" y="343"/>
                  <a:pt x="2017" y="342"/>
                  <a:pt x="2017" y="342"/>
                </a:cubicBezTo>
                <a:cubicBezTo>
                  <a:pt x="2016" y="341"/>
                  <a:pt x="2016" y="341"/>
                  <a:pt x="2015" y="340"/>
                </a:cubicBezTo>
                <a:cubicBezTo>
                  <a:pt x="2014" y="340"/>
                  <a:pt x="2013" y="340"/>
                  <a:pt x="2012" y="339"/>
                </a:cubicBezTo>
                <a:cubicBezTo>
                  <a:pt x="2011" y="339"/>
                  <a:pt x="2010" y="339"/>
                  <a:pt x="2008" y="339"/>
                </a:cubicBezTo>
                <a:cubicBezTo>
                  <a:pt x="2007" y="339"/>
                  <a:pt x="2006" y="339"/>
                  <a:pt x="2005" y="339"/>
                </a:cubicBezTo>
                <a:close/>
                <a:moveTo>
                  <a:pt x="1795" y="339"/>
                </a:moveTo>
                <a:cubicBezTo>
                  <a:pt x="1794" y="340"/>
                  <a:pt x="1793" y="340"/>
                  <a:pt x="1792" y="340"/>
                </a:cubicBezTo>
                <a:cubicBezTo>
                  <a:pt x="1792" y="341"/>
                  <a:pt x="1791" y="341"/>
                  <a:pt x="1791" y="342"/>
                </a:cubicBezTo>
                <a:cubicBezTo>
                  <a:pt x="1790" y="342"/>
                  <a:pt x="1790" y="343"/>
                  <a:pt x="1790" y="343"/>
                </a:cubicBezTo>
                <a:cubicBezTo>
                  <a:pt x="1790" y="344"/>
                  <a:pt x="1791" y="344"/>
                  <a:pt x="1791" y="345"/>
                </a:cubicBezTo>
                <a:cubicBezTo>
                  <a:pt x="1792" y="345"/>
                  <a:pt x="1792" y="346"/>
                  <a:pt x="1793" y="346"/>
                </a:cubicBezTo>
                <a:cubicBezTo>
                  <a:pt x="1794" y="347"/>
                  <a:pt x="1795" y="347"/>
                  <a:pt x="1796" y="347"/>
                </a:cubicBezTo>
                <a:cubicBezTo>
                  <a:pt x="1797" y="347"/>
                  <a:pt x="1798" y="347"/>
                  <a:pt x="1799" y="347"/>
                </a:cubicBezTo>
                <a:cubicBezTo>
                  <a:pt x="1801" y="347"/>
                  <a:pt x="1802" y="347"/>
                  <a:pt x="1803" y="347"/>
                </a:cubicBezTo>
                <a:cubicBezTo>
                  <a:pt x="1804" y="347"/>
                  <a:pt x="1805" y="347"/>
                  <a:pt x="1805" y="346"/>
                </a:cubicBezTo>
                <a:cubicBezTo>
                  <a:pt x="1806" y="346"/>
                  <a:pt x="1806" y="345"/>
                  <a:pt x="1807" y="345"/>
                </a:cubicBezTo>
                <a:cubicBezTo>
                  <a:pt x="1807" y="344"/>
                  <a:pt x="1807" y="344"/>
                  <a:pt x="1807" y="343"/>
                </a:cubicBezTo>
                <a:cubicBezTo>
                  <a:pt x="1807" y="343"/>
                  <a:pt x="1807" y="342"/>
                  <a:pt x="1806" y="342"/>
                </a:cubicBezTo>
                <a:cubicBezTo>
                  <a:pt x="1806" y="341"/>
                  <a:pt x="1805" y="341"/>
                  <a:pt x="1804" y="340"/>
                </a:cubicBezTo>
                <a:cubicBezTo>
                  <a:pt x="1803" y="340"/>
                  <a:pt x="1802" y="340"/>
                  <a:pt x="1801" y="339"/>
                </a:cubicBezTo>
                <a:cubicBezTo>
                  <a:pt x="1800" y="339"/>
                  <a:pt x="1799" y="339"/>
                  <a:pt x="1798" y="339"/>
                </a:cubicBezTo>
                <a:cubicBezTo>
                  <a:pt x="1797" y="339"/>
                  <a:pt x="1796" y="339"/>
                  <a:pt x="1795" y="339"/>
                </a:cubicBezTo>
                <a:close/>
                <a:moveTo>
                  <a:pt x="1500" y="339"/>
                </a:moveTo>
                <a:cubicBezTo>
                  <a:pt x="1499" y="340"/>
                  <a:pt x="1498" y="340"/>
                  <a:pt x="1498" y="340"/>
                </a:cubicBezTo>
                <a:cubicBezTo>
                  <a:pt x="1497" y="341"/>
                  <a:pt x="1496" y="341"/>
                  <a:pt x="1496" y="342"/>
                </a:cubicBezTo>
                <a:cubicBezTo>
                  <a:pt x="1496" y="342"/>
                  <a:pt x="1495" y="343"/>
                  <a:pt x="1495" y="343"/>
                </a:cubicBezTo>
                <a:cubicBezTo>
                  <a:pt x="1495" y="344"/>
                  <a:pt x="1496" y="344"/>
                  <a:pt x="1496" y="345"/>
                </a:cubicBezTo>
                <a:cubicBezTo>
                  <a:pt x="1497" y="345"/>
                  <a:pt x="1497" y="346"/>
                  <a:pt x="1498" y="346"/>
                </a:cubicBezTo>
                <a:cubicBezTo>
                  <a:pt x="1499" y="347"/>
                  <a:pt x="1500" y="347"/>
                  <a:pt x="1501" y="347"/>
                </a:cubicBezTo>
                <a:cubicBezTo>
                  <a:pt x="1502" y="347"/>
                  <a:pt x="1503" y="347"/>
                  <a:pt x="1504" y="347"/>
                </a:cubicBezTo>
                <a:cubicBezTo>
                  <a:pt x="1505" y="347"/>
                  <a:pt x="1506" y="347"/>
                  <a:pt x="1507" y="347"/>
                </a:cubicBezTo>
                <a:cubicBezTo>
                  <a:pt x="1508" y="347"/>
                  <a:pt x="1509" y="347"/>
                  <a:pt x="1510" y="346"/>
                </a:cubicBezTo>
                <a:cubicBezTo>
                  <a:pt x="1511" y="346"/>
                  <a:pt x="1511" y="345"/>
                  <a:pt x="1512" y="345"/>
                </a:cubicBezTo>
                <a:cubicBezTo>
                  <a:pt x="1512" y="344"/>
                  <a:pt x="1512" y="344"/>
                  <a:pt x="1512" y="343"/>
                </a:cubicBezTo>
                <a:cubicBezTo>
                  <a:pt x="1512" y="343"/>
                  <a:pt x="1512" y="342"/>
                  <a:pt x="1511" y="342"/>
                </a:cubicBezTo>
                <a:cubicBezTo>
                  <a:pt x="1511" y="341"/>
                  <a:pt x="1510" y="341"/>
                  <a:pt x="1510" y="340"/>
                </a:cubicBezTo>
                <a:cubicBezTo>
                  <a:pt x="1509" y="340"/>
                  <a:pt x="1508" y="340"/>
                  <a:pt x="1507" y="339"/>
                </a:cubicBezTo>
                <a:cubicBezTo>
                  <a:pt x="1506" y="339"/>
                  <a:pt x="1505" y="339"/>
                  <a:pt x="1504" y="339"/>
                </a:cubicBezTo>
                <a:cubicBezTo>
                  <a:pt x="1502" y="339"/>
                  <a:pt x="1501" y="339"/>
                  <a:pt x="1500" y="339"/>
                </a:cubicBezTo>
                <a:close/>
                <a:moveTo>
                  <a:pt x="1921" y="339"/>
                </a:moveTo>
                <a:cubicBezTo>
                  <a:pt x="1920" y="340"/>
                  <a:pt x="1919" y="340"/>
                  <a:pt x="1919" y="340"/>
                </a:cubicBezTo>
                <a:cubicBezTo>
                  <a:pt x="1918" y="341"/>
                  <a:pt x="1917" y="341"/>
                  <a:pt x="1917" y="342"/>
                </a:cubicBezTo>
                <a:cubicBezTo>
                  <a:pt x="1917" y="342"/>
                  <a:pt x="1917" y="343"/>
                  <a:pt x="1917" y="343"/>
                </a:cubicBezTo>
                <a:cubicBezTo>
                  <a:pt x="1917" y="344"/>
                  <a:pt x="1917" y="344"/>
                  <a:pt x="1918" y="345"/>
                </a:cubicBezTo>
                <a:cubicBezTo>
                  <a:pt x="1918" y="345"/>
                  <a:pt x="1919" y="346"/>
                  <a:pt x="1920" y="346"/>
                </a:cubicBezTo>
                <a:cubicBezTo>
                  <a:pt x="1921" y="347"/>
                  <a:pt x="1922" y="347"/>
                  <a:pt x="1923" y="347"/>
                </a:cubicBezTo>
                <a:cubicBezTo>
                  <a:pt x="1924" y="347"/>
                  <a:pt x="1925" y="347"/>
                  <a:pt x="1926" y="347"/>
                </a:cubicBezTo>
                <a:cubicBezTo>
                  <a:pt x="1927" y="347"/>
                  <a:pt x="1928" y="347"/>
                  <a:pt x="1929" y="347"/>
                </a:cubicBezTo>
                <a:cubicBezTo>
                  <a:pt x="1930" y="347"/>
                  <a:pt x="1931" y="347"/>
                  <a:pt x="1932" y="346"/>
                </a:cubicBezTo>
                <a:cubicBezTo>
                  <a:pt x="1932" y="346"/>
                  <a:pt x="1933" y="345"/>
                  <a:pt x="1933" y="345"/>
                </a:cubicBezTo>
                <a:cubicBezTo>
                  <a:pt x="1934" y="344"/>
                  <a:pt x="1934" y="344"/>
                  <a:pt x="1934" y="343"/>
                </a:cubicBezTo>
                <a:cubicBezTo>
                  <a:pt x="1933" y="343"/>
                  <a:pt x="1933" y="342"/>
                  <a:pt x="1933" y="342"/>
                </a:cubicBezTo>
                <a:cubicBezTo>
                  <a:pt x="1932" y="341"/>
                  <a:pt x="1931" y="341"/>
                  <a:pt x="1931" y="340"/>
                </a:cubicBezTo>
                <a:cubicBezTo>
                  <a:pt x="1930" y="340"/>
                  <a:pt x="1929" y="340"/>
                  <a:pt x="1928" y="339"/>
                </a:cubicBezTo>
                <a:cubicBezTo>
                  <a:pt x="1927" y="339"/>
                  <a:pt x="1925" y="339"/>
                  <a:pt x="1924" y="339"/>
                </a:cubicBezTo>
                <a:cubicBezTo>
                  <a:pt x="1923" y="339"/>
                  <a:pt x="1922" y="339"/>
                  <a:pt x="1921" y="339"/>
                </a:cubicBezTo>
                <a:close/>
                <a:moveTo>
                  <a:pt x="1753" y="339"/>
                </a:moveTo>
                <a:cubicBezTo>
                  <a:pt x="1752" y="340"/>
                  <a:pt x="1751" y="340"/>
                  <a:pt x="1750" y="340"/>
                </a:cubicBezTo>
                <a:cubicBezTo>
                  <a:pt x="1750" y="341"/>
                  <a:pt x="1749" y="341"/>
                  <a:pt x="1749" y="342"/>
                </a:cubicBezTo>
                <a:cubicBezTo>
                  <a:pt x="1748" y="342"/>
                  <a:pt x="1748" y="343"/>
                  <a:pt x="1748" y="343"/>
                </a:cubicBezTo>
                <a:cubicBezTo>
                  <a:pt x="1748" y="344"/>
                  <a:pt x="1749" y="344"/>
                  <a:pt x="1749" y="345"/>
                </a:cubicBezTo>
                <a:cubicBezTo>
                  <a:pt x="1750" y="345"/>
                  <a:pt x="1750" y="346"/>
                  <a:pt x="1751" y="346"/>
                </a:cubicBezTo>
                <a:cubicBezTo>
                  <a:pt x="1752" y="347"/>
                  <a:pt x="1753" y="347"/>
                  <a:pt x="1754" y="347"/>
                </a:cubicBezTo>
                <a:cubicBezTo>
                  <a:pt x="1755" y="347"/>
                  <a:pt x="1756" y="347"/>
                  <a:pt x="1757" y="347"/>
                </a:cubicBezTo>
                <a:cubicBezTo>
                  <a:pt x="1758" y="347"/>
                  <a:pt x="1760" y="347"/>
                  <a:pt x="1760" y="347"/>
                </a:cubicBezTo>
                <a:cubicBezTo>
                  <a:pt x="1761" y="347"/>
                  <a:pt x="1762" y="347"/>
                  <a:pt x="1763" y="346"/>
                </a:cubicBezTo>
                <a:cubicBezTo>
                  <a:pt x="1764" y="346"/>
                  <a:pt x="1764" y="345"/>
                  <a:pt x="1765" y="345"/>
                </a:cubicBezTo>
                <a:cubicBezTo>
                  <a:pt x="1765" y="344"/>
                  <a:pt x="1765" y="344"/>
                  <a:pt x="1765" y="343"/>
                </a:cubicBezTo>
                <a:cubicBezTo>
                  <a:pt x="1765" y="343"/>
                  <a:pt x="1765" y="342"/>
                  <a:pt x="1764" y="342"/>
                </a:cubicBezTo>
                <a:cubicBezTo>
                  <a:pt x="1764" y="341"/>
                  <a:pt x="1763" y="341"/>
                  <a:pt x="1762" y="340"/>
                </a:cubicBezTo>
                <a:cubicBezTo>
                  <a:pt x="1761" y="340"/>
                  <a:pt x="1760" y="340"/>
                  <a:pt x="1759" y="339"/>
                </a:cubicBezTo>
                <a:cubicBezTo>
                  <a:pt x="1758" y="339"/>
                  <a:pt x="1757" y="339"/>
                  <a:pt x="1756" y="339"/>
                </a:cubicBezTo>
                <a:cubicBezTo>
                  <a:pt x="1755" y="339"/>
                  <a:pt x="1754" y="339"/>
                  <a:pt x="1753" y="339"/>
                </a:cubicBezTo>
                <a:close/>
                <a:moveTo>
                  <a:pt x="1711" y="339"/>
                </a:moveTo>
                <a:cubicBezTo>
                  <a:pt x="1710" y="340"/>
                  <a:pt x="1709" y="340"/>
                  <a:pt x="1708" y="340"/>
                </a:cubicBezTo>
                <a:cubicBezTo>
                  <a:pt x="1707" y="341"/>
                  <a:pt x="1707" y="341"/>
                  <a:pt x="1707" y="342"/>
                </a:cubicBezTo>
                <a:cubicBezTo>
                  <a:pt x="1706" y="342"/>
                  <a:pt x="1706" y="343"/>
                  <a:pt x="1706" y="343"/>
                </a:cubicBezTo>
                <a:cubicBezTo>
                  <a:pt x="1706" y="344"/>
                  <a:pt x="1706" y="344"/>
                  <a:pt x="1707" y="345"/>
                </a:cubicBezTo>
                <a:cubicBezTo>
                  <a:pt x="1707" y="345"/>
                  <a:pt x="1708" y="346"/>
                  <a:pt x="1709" y="346"/>
                </a:cubicBezTo>
                <a:cubicBezTo>
                  <a:pt x="1710" y="347"/>
                  <a:pt x="1711" y="347"/>
                  <a:pt x="1712" y="347"/>
                </a:cubicBezTo>
                <a:cubicBezTo>
                  <a:pt x="1713" y="347"/>
                  <a:pt x="1714" y="347"/>
                  <a:pt x="1715" y="347"/>
                </a:cubicBezTo>
                <a:cubicBezTo>
                  <a:pt x="1716" y="347"/>
                  <a:pt x="1717" y="347"/>
                  <a:pt x="1718" y="347"/>
                </a:cubicBezTo>
                <a:cubicBezTo>
                  <a:pt x="1719" y="347"/>
                  <a:pt x="1720" y="347"/>
                  <a:pt x="1721" y="346"/>
                </a:cubicBezTo>
                <a:cubicBezTo>
                  <a:pt x="1722" y="346"/>
                  <a:pt x="1722" y="345"/>
                  <a:pt x="1723" y="345"/>
                </a:cubicBezTo>
                <a:cubicBezTo>
                  <a:pt x="1723" y="344"/>
                  <a:pt x="1723" y="344"/>
                  <a:pt x="1723" y="343"/>
                </a:cubicBezTo>
                <a:cubicBezTo>
                  <a:pt x="1723" y="343"/>
                  <a:pt x="1723" y="342"/>
                  <a:pt x="1722" y="342"/>
                </a:cubicBezTo>
                <a:cubicBezTo>
                  <a:pt x="1722" y="341"/>
                  <a:pt x="1721" y="341"/>
                  <a:pt x="1720" y="340"/>
                </a:cubicBezTo>
                <a:cubicBezTo>
                  <a:pt x="1719" y="340"/>
                  <a:pt x="1718" y="340"/>
                  <a:pt x="1717" y="339"/>
                </a:cubicBezTo>
                <a:cubicBezTo>
                  <a:pt x="1716" y="339"/>
                  <a:pt x="1715" y="339"/>
                  <a:pt x="1714" y="339"/>
                </a:cubicBezTo>
                <a:cubicBezTo>
                  <a:pt x="1713" y="339"/>
                  <a:pt x="1712" y="339"/>
                  <a:pt x="1711" y="339"/>
                </a:cubicBezTo>
                <a:close/>
                <a:moveTo>
                  <a:pt x="1669" y="339"/>
                </a:moveTo>
                <a:cubicBezTo>
                  <a:pt x="1668" y="340"/>
                  <a:pt x="1667" y="340"/>
                  <a:pt x="1666" y="340"/>
                </a:cubicBezTo>
                <a:cubicBezTo>
                  <a:pt x="1665" y="341"/>
                  <a:pt x="1665" y="341"/>
                  <a:pt x="1664" y="342"/>
                </a:cubicBezTo>
                <a:cubicBezTo>
                  <a:pt x="1664" y="342"/>
                  <a:pt x="1664" y="343"/>
                  <a:pt x="1664" y="343"/>
                </a:cubicBezTo>
                <a:cubicBezTo>
                  <a:pt x="1664" y="344"/>
                  <a:pt x="1664" y="344"/>
                  <a:pt x="1665" y="345"/>
                </a:cubicBezTo>
                <a:cubicBezTo>
                  <a:pt x="1665" y="345"/>
                  <a:pt x="1666" y="346"/>
                  <a:pt x="1667" y="346"/>
                </a:cubicBezTo>
                <a:cubicBezTo>
                  <a:pt x="1668" y="347"/>
                  <a:pt x="1669" y="347"/>
                  <a:pt x="1670" y="347"/>
                </a:cubicBezTo>
                <a:cubicBezTo>
                  <a:pt x="1671" y="347"/>
                  <a:pt x="1672" y="347"/>
                  <a:pt x="1673" y="347"/>
                </a:cubicBezTo>
                <a:cubicBezTo>
                  <a:pt x="1674" y="347"/>
                  <a:pt x="1675" y="347"/>
                  <a:pt x="1676" y="347"/>
                </a:cubicBezTo>
                <a:cubicBezTo>
                  <a:pt x="1677" y="347"/>
                  <a:pt x="1678" y="347"/>
                  <a:pt x="1679" y="346"/>
                </a:cubicBezTo>
                <a:cubicBezTo>
                  <a:pt x="1679" y="346"/>
                  <a:pt x="1680" y="345"/>
                  <a:pt x="1680" y="345"/>
                </a:cubicBezTo>
                <a:cubicBezTo>
                  <a:pt x="1681" y="344"/>
                  <a:pt x="1681" y="344"/>
                  <a:pt x="1681" y="343"/>
                </a:cubicBezTo>
                <a:cubicBezTo>
                  <a:pt x="1681" y="343"/>
                  <a:pt x="1680" y="342"/>
                  <a:pt x="1680" y="342"/>
                </a:cubicBezTo>
                <a:cubicBezTo>
                  <a:pt x="1679" y="341"/>
                  <a:pt x="1679" y="341"/>
                  <a:pt x="1678" y="340"/>
                </a:cubicBezTo>
                <a:cubicBezTo>
                  <a:pt x="1677" y="340"/>
                  <a:pt x="1676" y="340"/>
                  <a:pt x="1675" y="339"/>
                </a:cubicBezTo>
                <a:cubicBezTo>
                  <a:pt x="1674" y="339"/>
                  <a:pt x="1673" y="339"/>
                  <a:pt x="1672" y="339"/>
                </a:cubicBezTo>
                <a:cubicBezTo>
                  <a:pt x="1671" y="339"/>
                  <a:pt x="1670" y="339"/>
                  <a:pt x="1669" y="339"/>
                </a:cubicBezTo>
                <a:close/>
                <a:moveTo>
                  <a:pt x="1879" y="339"/>
                </a:moveTo>
                <a:cubicBezTo>
                  <a:pt x="1878" y="340"/>
                  <a:pt x="1877" y="340"/>
                  <a:pt x="1877" y="340"/>
                </a:cubicBezTo>
                <a:cubicBezTo>
                  <a:pt x="1876" y="341"/>
                  <a:pt x="1875" y="341"/>
                  <a:pt x="1875" y="342"/>
                </a:cubicBezTo>
                <a:cubicBezTo>
                  <a:pt x="1875" y="342"/>
                  <a:pt x="1874" y="343"/>
                  <a:pt x="1875" y="343"/>
                </a:cubicBezTo>
                <a:cubicBezTo>
                  <a:pt x="1875" y="344"/>
                  <a:pt x="1875" y="344"/>
                  <a:pt x="1876" y="345"/>
                </a:cubicBezTo>
                <a:cubicBezTo>
                  <a:pt x="1876" y="345"/>
                  <a:pt x="1877" y="346"/>
                  <a:pt x="1878" y="346"/>
                </a:cubicBezTo>
                <a:cubicBezTo>
                  <a:pt x="1878" y="347"/>
                  <a:pt x="1879" y="347"/>
                  <a:pt x="1880" y="347"/>
                </a:cubicBezTo>
                <a:cubicBezTo>
                  <a:pt x="1882" y="347"/>
                  <a:pt x="1883" y="347"/>
                  <a:pt x="1884" y="347"/>
                </a:cubicBezTo>
                <a:cubicBezTo>
                  <a:pt x="1885" y="347"/>
                  <a:pt x="1886" y="347"/>
                  <a:pt x="1887" y="347"/>
                </a:cubicBezTo>
                <a:cubicBezTo>
                  <a:pt x="1888" y="347"/>
                  <a:pt x="1889" y="347"/>
                  <a:pt x="1890" y="346"/>
                </a:cubicBezTo>
                <a:cubicBezTo>
                  <a:pt x="1890" y="346"/>
                  <a:pt x="1891" y="345"/>
                  <a:pt x="1891" y="345"/>
                </a:cubicBezTo>
                <a:cubicBezTo>
                  <a:pt x="1891" y="344"/>
                  <a:pt x="1892" y="344"/>
                  <a:pt x="1891" y="343"/>
                </a:cubicBezTo>
                <a:cubicBezTo>
                  <a:pt x="1891" y="343"/>
                  <a:pt x="1891" y="342"/>
                  <a:pt x="1890" y="342"/>
                </a:cubicBezTo>
                <a:cubicBezTo>
                  <a:pt x="1890" y="341"/>
                  <a:pt x="1889" y="341"/>
                  <a:pt x="1888" y="340"/>
                </a:cubicBezTo>
                <a:cubicBezTo>
                  <a:pt x="1888" y="340"/>
                  <a:pt x="1887" y="340"/>
                  <a:pt x="1886" y="339"/>
                </a:cubicBezTo>
                <a:cubicBezTo>
                  <a:pt x="1885" y="339"/>
                  <a:pt x="1883" y="339"/>
                  <a:pt x="1882" y="339"/>
                </a:cubicBezTo>
                <a:cubicBezTo>
                  <a:pt x="1881" y="339"/>
                  <a:pt x="1880" y="339"/>
                  <a:pt x="1879" y="339"/>
                </a:cubicBezTo>
                <a:close/>
                <a:moveTo>
                  <a:pt x="1584" y="339"/>
                </a:moveTo>
                <a:cubicBezTo>
                  <a:pt x="1583" y="340"/>
                  <a:pt x="1583" y="340"/>
                  <a:pt x="1582" y="340"/>
                </a:cubicBezTo>
                <a:cubicBezTo>
                  <a:pt x="1581" y="341"/>
                  <a:pt x="1581" y="341"/>
                  <a:pt x="1580" y="342"/>
                </a:cubicBezTo>
                <a:cubicBezTo>
                  <a:pt x="1580" y="342"/>
                  <a:pt x="1580" y="343"/>
                  <a:pt x="1580" y="343"/>
                </a:cubicBezTo>
                <a:cubicBezTo>
                  <a:pt x="1580" y="344"/>
                  <a:pt x="1580" y="344"/>
                  <a:pt x="1581" y="345"/>
                </a:cubicBezTo>
                <a:cubicBezTo>
                  <a:pt x="1581" y="345"/>
                  <a:pt x="1582" y="346"/>
                  <a:pt x="1582" y="346"/>
                </a:cubicBezTo>
                <a:cubicBezTo>
                  <a:pt x="1583" y="347"/>
                  <a:pt x="1584" y="347"/>
                  <a:pt x="1585" y="347"/>
                </a:cubicBezTo>
                <a:cubicBezTo>
                  <a:pt x="1586" y="347"/>
                  <a:pt x="1587" y="347"/>
                  <a:pt x="1589" y="347"/>
                </a:cubicBezTo>
                <a:cubicBezTo>
                  <a:pt x="1590" y="347"/>
                  <a:pt x="1591" y="347"/>
                  <a:pt x="1592" y="347"/>
                </a:cubicBezTo>
                <a:cubicBezTo>
                  <a:pt x="1593" y="347"/>
                  <a:pt x="1594" y="347"/>
                  <a:pt x="1594" y="346"/>
                </a:cubicBezTo>
                <a:cubicBezTo>
                  <a:pt x="1595" y="346"/>
                  <a:pt x="1596" y="345"/>
                  <a:pt x="1596" y="345"/>
                </a:cubicBezTo>
                <a:cubicBezTo>
                  <a:pt x="1596" y="344"/>
                  <a:pt x="1597" y="344"/>
                  <a:pt x="1597" y="343"/>
                </a:cubicBezTo>
                <a:cubicBezTo>
                  <a:pt x="1596" y="343"/>
                  <a:pt x="1596" y="342"/>
                  <a:pt x="1596" y="342"/>
                </a:cubicBezTo>
                <a:cubicBezTo>
                  <a:pt x="1595" y="341"/>
                  <a:pt x="1595" y="341"/>
                  <a:pt x="1594" y="340"/>
                </a:cubicBezTo>
                <a:cubicBezTo>
                  <a:pt x="1593" y="340"/>
                  <a:pt x="1592" y="340"/>
                  <a:pt x="1591" y="339"/>
                </a:cubicBezTo>
                <a:cubicBezTo>
                  <a:pt x="1590" y="339"/>
                  <a:pt x="1589" y="339"/>
                  <a:pt x="1588" y="339"/>
                </a:cubicBezTo>
                <a:cubicBezTo>
                  <a:pt x="1587" y="339"/>
                  <a:pt x="1585" y="339"/>
                  <a:pt x="1584" y="339"/>
                </a:cubicBezTo>
                <a:close/>
                <a:moveTo>
                  <a:pt x="1627" y="339"/>
                </a:moveTo>
                <a:cubicBezTo>
                  <a:pt x="1626" y="340"/>
                  <a:pt x="1625" y="340"/>
                  <a:pt x="1624" y="340"/>
                </a:cubicBezTo>
                <a:cubicBezTo>
                  <a:pt x="1623" y="341"/>
                  <a:pt x="1623" y="341"/>
                  <a:pt x="1622" y="342"/>
                </a:cubicBezTo>
                <a:cubicBezTo>
                  <a:pt x="1622" y="342"/>
                  <a:pt x="1622" y="343"/>
                  <a:pt x="1622" y="343"/>
                </a:cubicBezTo>
                <a:cubicBezTo>
                  <a:pt x="1622" y="344"/>
                  <a:pt x="1622" y="344"/>
                  <a:pt x="1623" y="345"/>
                </a:cubicBezTo>
                <a:cubicBezTo>
                  <a:pt x="1623" y="345"/>
                  <a:pt x="1624" y="346"/>
                  <a:pt x="1625" y="346"/>
                </a:cubicBezTo>
                <a:cubicBezTo>
                  <a:pt x="1625" y="347"/>
                  <a:pt x="1626" y="347"/>
                  <a:pt x="1627" y="347"/>
                </a:cubicBezTo>
                <a:cubicBezTo>
                  <a:pt x="1628" y="347"/>
                  <a:pt x="1630" y="347"/>
                  <a:pt x="1631" y="347"/>
                </a:cubicBezTo>
                <a:cubicBezTo>
                  <a:pt x="1632" y="347"/>
                  <a:pt x="1633" y="347"/>
                  <a:pt x="1634" y="347"/>
                </a:cubicBezTo>
                <a:cubicBezTo>
                  <a:pt x="1635" y="347"/>
                  <a:pt x="1636" y="347"/>
                  <a:pt x="1637" y="346"/>
                </a:cubicBezTo>
                <a:cubicBezTo>
                  <a:pt x="1637" y="346"/>
                  <a:pt x="1638" y="345"/>
                  <a:pt x="1638" y="345"/>
                </a:cubicBezTo>
                <a:cubicBezTo>
                  <a:pt x="1639" y="344"/>
                  <a:pt x="1639" y="344"/>
                  <a:pt x="1639" y="343"/>
                </a:cubicBezTo>
                <a:cubicBezTo>
                  <a:pt x="1639" y="343"/>
                  <a:pt x="1638" y="342"/>
                  <a:pt x="1638" y="342"/>
                </a:cubicBezTo>
                <a:cubicBezTo>
                  <a:pt x="1637" y="341"/>
                  <a:pt x="1637" y="341"/>
                  <a:pt x="1636" y="340"/>
                </a:cubicBezTo>
                <a:cubicBezTo>
                  <a:pt x="1635" y="340"/>
                  <a:pt x="1634" y="340"/>
                  <a:pt x="1633" y="339"/>
                </a:cubicBezTo>
                <a:cubicBezTo>
                  <a:pt x="1632" y="339"/>
                  <a:pt x="1631" y="339"/>
                  <a:pt x="1630" y="339"/>
                </a:cubicBezTo>
                <a:cubicBezTo>
                  <a:pt x="1629" y="339"/>
                  <a:pt x="1628" y="339"/>
                  <a:pt x="1627" y="339"/>
                </a:cubicBezTo>
                <a:close/>
                <a:moveTo>
                  <a:pt x="1319" y="350"/>
                </a:moveTo>
                <a:cubicBezTo>
                  <a:pt x="1319" y="350"/>
                  <a:pt x="1318" y="350"/>
                  <a:pt x="1318" y="350"/>
                </a:cubicBezTo>
                <a:cubicBezTo>
                  <a:pt x="1318" y="350"/>
                  <a:pt x="1317" y="350"/>
                  <a:pt x="1317" y="350"/>
                </a:cubicBezTo>
                <a:cubicBezTo>
                  <a:pt x="1317" y="350"/>
                  <a:pt x="1316" y="350"/>
                  <a:pt x="1316" y="350"/>
                </a:cubicBezTo>
                <a:cubicBezTo>
                  <a:pt x="1315" y="350"/>
                  <a:pt x="1315" y="350"/>
                  <a:pt x="1314" y="350"/>
                </a:cubicBezTo>
                <a:cubicBezTo>
                  <a:pt x="1314" y="350"/>
                  <a:pt x="1314" y="350"/>
                  <a:pt x="1313" y="350"/>
                </a:cubicBezTo>
                <a:cubicBezTo>
                  <a:pt x="1313" y="350"/>
                  <a:pt x="1312" y="350"/>
                  <a:pt x="1312" y="350"/>
                </a:cubicBezTo>
                <a:cubicBezTo>
                  <a:pt x="1311" y="350"/>
                  <a:pt x="1311" y="350"/>
                  <a:pt x="1311" y="350"/>
                </a:cubicBezTo>
                <a:cubicBezTo>
                  <a:pt x="1310" y="350"/>
                  <a:pt x="1310" y="350"/>
                  <a:pt x="1310" y="350"/>
                </a:cubicBezTo>
                <a:cubicBezTo>
                  <a:pt x="1308" y="351"/>
                  <a:pt x="1306" y="352"/>
                  <a:pt x="1306" y="355"/>
                </a:cubicBezTo>
                <a:cubicBezTo>
                  <a:pt x="1306" y="355"/>
                  <a:pt x="1306" y="355"/>
                  <a:pt x="1307" y="355"/>
                </a:cubicBezTo>
                <a:cubicBezTo>
                  <a:pt x="1307" y="355"/>
                  <a:pt x="1307" y="356"/>
                  <a:pt x="1307" y="356"/>
                </a:cubicBezTo>
                <a:cubicBezTo>
                  <a:pt x="1307" y="356"/>
                  <a:pt x="1307" y="356"/>
                  <a:pt x="1308" y="356"/>
                </a:cubicBezTo>
                <a:cubicBezTo>
                  <a:pt x="1308" y="356"/>
                  <a:pt x="1308" y="357"/>
                  <a:pt x="1309" y="357"/>
                </a:cubicBezTo>
                <a:cubicBezTo>
                  <a:pt x="1310" y="357"/>
                  <a:pt x="1310" y="357"/>
                  <a:pt x="1310" y="357"/>
                </a:cubicBezTo>
                <a:cubicBezTo>
                  <a:pt x="1311" y="358"/>
                  <a:pt x="1312" y="358"/>
                  <a:pt x="1313" y="358"/>
                </a:cubicBezTo>
                <a:cubicBezTo>
                  <a:pt x="1313" y="358"/>
                  <a:pt x="1313" y="358"/>
                  <a:pt x="1313" y="358"/>
                </a:cubicBezTo>
                <a:cubicBezTo>
                  <a:pt x="1313" y="358"/>
                  <a:pt x="1314" y="358"/>
                  <a:pt x="1314" y="358"/>
                </a:cubicBezTo>
                <a:cubicBezTo>
                  <a:pt x="1314" y="358"/>
                  <a:pt x="1314" y="358"/>
                  <a:pt x="1314" y="358"/>
                </a:cubicBezTo>
                <a:cubicBezTo>
                  <a:pt x="1314" y="358"/>
                  <a:pt x="1314" y="358"/>
                  <a:pt x="1315" y="358"/>
                </a:cubicBezTo>
                <a:cubicBezTo>
                  <a:pt x="1315" y="358"/>
                  <a:pt x="1315" y="358"/>
                  <a:pt x="1315" y="358"/>
                </a:cubicBezTo>
                <a:cubicBezTo>
                  <a:pt x="1315" y="358"/>
                  <a:pt x="1315" y="358"/>
                  <a:pt x="1315" y="358"/>
                </a:cubicBezTo>
                <a:cubicBezTo>
                  <a:pt x="1316" y="358"/>
                  <a:pt x="1316" y="358"/>
                  <a:pt x="1316" y="358"/>
                </a:cubicBezTo>
                <a:cubicBezTo>
                  <a:pt x="1316" y="358"/>
                  <a:pt x="1316" y="358"/>
                  <a:pt x="1316" y="358"/>
                </a:cubicBezTo>
                <a:cubicBezTo>
                  <a:pt x="1317" y="358"/>
                  <a:pt x="1317" y="358"/>
                  <a:pt x="1317" y="358"/>
                </a:cubicBezTo>
                <a:cubicBezTo>
                  <a:pt x="1317" y="358"/>
                  <a:pt x="1318" y="358"/>
                  <a:pt x="1318" y="358"/>
                </a:cubicBezTo>
                <a:cubicBezTo>
                  <a:pt x="1318" y="358"/>
                  <a:pt x="1318" y="358"/>
                  <a:pt x="1319" y="357"/>
                </a:cubicBezTo>
                <a:cubicBezTo>
                  <a:pt x="1319" y="357"/>
                  <a:pt x="1319" y="357"/>
                  <a:pt x="1319" y="357"/>
                </a:cubicBezTo>
                <a:cubicBezTo>
                  <a:pt x="1320" y="357"/>
                  <a:pt x="1320" y="357"/>
                  <a:pt x="1320" y="357"/>
                </a:cubicBezTo>
                <a:cubicBezTo>
                  <a:pt x="1322" y="356"/>
                  <a:pt x="1323" y="355"/>
                  <a:pt x="1323" y="354"/>
                </a:cubicBezTo>
                <a:cubicBezTo>
                  <a:pt x="1323" y="353"/>
                  <a:pt x="1323" y="353"/>
                  <a:pt x="1323" y="353"/>
                </a:cubicBezTo>
                <a:cubicBezTo>
                  <a:pt x="1322" y="352"/>
                  <a:pt x="1322" y="352"/>
                  <a:pt x="1322" y="352"/>
                </a:cubicBezTo>
                <a:cubicBezTo>
                  <a:pt x="1322" y="351"/>
                  <a:pt x="1321" y="351"/>
                  <a:pt x="1321" y="351"/>
                </a:cubicBezTo>
                <a:cubicBezTo>
                  <a:pt x="1320" y="351"/>
                  <a:pt x="1320" y="350"/>
                  <a:pt x="1319" y="350"/>
                </a:cubicBezTo>
                <a:cubicBezTo>
                  <a:pt x="1319" y="350"/>
                  <a:pt x="1320" y="350"/>
                  <a:pt x="1319" y="350"/>
                </a:cubicBezTo>
                <a:close/>
                <a:moveTo>
                  <a:pt x="1277" y="350"/>
                </a:moveTo>
                <a:cubicBezTo>
                  <a:pt x="1276" y="350"/>
                  <a:pt x="1275" y="350"/>
                  <a:pt x="1274" y="350"/>
                </a:cubicBezTo>
                <a:cubicBezTo>
                  <a:pt x="1274" y="350"/>
                  <a:pt x="1274" y="350"/>
                  <a:pt x="1273" y="350"/>
                </a:cubicBezTo>
                <a:cubicBezTo>
                  <a:pt x="1273" y="350"/>
                  <a:pt x="1273" y="350"/>
                  <a:pt x="1273" y="350"/>
                </a:cubicBezTo>
                <a:cubicBezTo>
                  <a:pt x="1273" y="350"/>
                  <a:pt x="1273" y="350"/>
                  <a:pt x="1273" y="350"/>
                </a:cubicBezTo>
                <a:cubicBezTo>
                  <a:pt x="1272" y="350"/>
                  <a:pt x="1272" y="350"/>
                  <a:pt x="1272" y="350"/>
                </a:cubicBezTo>
                <a:cubicBezTo>
                  <a:pt x="1272" y="350"/>
                  <a:pt x="1271" y="350"/>
                  <a:pt x="1271" y="350"/>
                </a:cubicBezTo>
                <a:cubicBezTo>
                  <a:pt x="1270" y="350"/>
                  <a:pt x="1270" y="350"/>
                  <a:pt x="1270" y="350"/>
                </a:cubicBezTo>
                <a:cubicBezTo>
                  <a:pt x="1269" y="350"/>
                  <a:pt x="1269" y="350"/>
                  <a:pt x="1268" y="350"/>
                </a:cubicBezTo>
                <a:cubicBezTo>
                  <a:pt x="1268" y="350"/>
                  <a:pt x="1268" y="350"/>
                  <a:pt x="1267" y="350"/>
                </a:cubicBezTo>
                <a:cubicBezTo>
                  <a:pt x="1267" y="350"/>
                  <a:pt x="1266" y="351"/>
                  <a:pt x="1266" y="351"/>
                </a:cubicBezTo>
                <a:cubicBezTo>
                  <a:pt x="1265" y="351"/>
                  <a:pt x="1265" y="351"/>
                  <a:pt x="1265" y="352"/>
                </a:cubicBezTo>
                <a:cubicBezTo>
                  <a:pt x="1264" y="352"/>
                  <a:pt x="1264" y="352"/>
                  <a:pt x="1264" y="353"/>
                </a:cubicBezTo>
                <a:cubicBezTo>
                  <a:pt x="1264" y="353"/>
                  <a:pt x="1264" y="353"/>
                  <a:pt x="1264" y="355"/>
                </a:cubicBezTo>
                <a:cubicBezTo>
                  <a:pt x="1264" y="355"/>
                  <a:pt x="1264" y="355"/>
                  <a:pt x="1264" y="355"/>
                </a:cubicBezTo>
                <a:cubicBezTo>
                  <a:pt x="1264" y="355"/>
                  <a:pt x="1265" y="356"/>
                  <a:pt x="1265" y="356"/>
                </a:cubicBezTo>
                <a:cubicBezTo>
                  <a:pt x="1265" y="356"/>
                  <a:pt x="1265" y="356"/>
                  <a:pt x="1265" y="356"/>
                </a:cubicBezTo>
                <a:cubicBezTo>
                  <a:pt x="1266" y="356"/>
                  <a:pt x="1266" y="357"/>
                  <a:pt x="1266" y="357"/>
                </a:cubicBezTo>
                <a:cubicBezTo>
                  <a:pt x="1267" y="357"/>
                  <a:pt x="1267" y="357"/>
                  <a:pt x="1267" y="357"/>
                </a:cubicBezTo>
                <a:cubicBezTo>
                  <a:pt x="1268" y="358"/>
                  <a:pt x="1269" y="358"/>
                  <a:pt x="1270" y="358"/>
                </a:cubicBezTo>
                <a:cubicBezTo>
                  <a:pt x="1271" y="358"/>
                  <a:pt x="1271" y="358"/>
                  <a:pt x="1271" y="358"/>
                </a:cubicBezTo>
                <a:cubicBezTo>
                  <a:pt x="1271" y="358"/>
                  <a:pt x="1271" y="358"/>
                  <a:pt x="1271" y="358"/>
                </a:cubicBezTo>
                <a:cubicBezTo>
                  <a:pt x="1271" y="358"/>
                  <a:pt x="1272" y="358"/>
                  <a:pt x="1272" y="358"/>
                </a:cubicBezTo>
                <a:cubicBezTo>
                  <a:pt x="1272" y="358"/>
                  <a:pt x="1272" y="358"/>
                  <a:pt x="1272" y="358"/>
                </a:cubicBezTo>
                <a:cubicBezTo>
                  <a:pt x="1272" y="358"/>
                  <a:pt x="1272" y="358"/>
                  <a:pt x="1273" y="358"/>
                </a:cubicBezTo>
                <a:cubicBezTo>
                  <a:pt x="1273" y="358"/>
                  <a:pt x="1273" y="358"/>
                  <a:pt x="1273" y="358"/>
                </a:cubicBezTo>
                <a:cubicBezTo>
                  <a:pt x="1273" y="358"/>
                  <a:pt x="1273" y="358"/>
                  <a:pt x="1273" y="358"/>
                </a:cubicBezTo>
                <a:cubicBezTo>
                  <a:pt x="1274" y="358"/>
                  <a:pt x="1274" y="358"/>
                  <a:pt x="1274" y="358"/>
                </a:cubicBezTo>
                <a:cubicBezTo>
                  <a:pt x="1274" y="358"/>
                  <a:pt x="1274" y="358"/>
                  <a:pt x="1275" y="358"/>
                </a:cubicBezTo>
                <a:cubicBezTo>
                  <a:pt x="1275" y="358"/>
                  <a:pt x="1275" y="358"/>
                  <a:pt x="1275" y="358"/>
                </a:cubicBezTo>
                <a:cubicBezTo>
                  <a:pt x="1276" y="358"/>
                  <a:pt x="1276" y="358"/>
                  <a:pt x="1276" y="357"/>
                </a:cubicBezTo>
                <a:cubicBezTo>
                  <a:pt x="1276" y="357"/>
                  <a:pt x="1277" y="357"/>
                  <a:pt x="1277" y="357"/>
                </a:cubicBezTo>
                <a:cubicBezTo>
                  <a:pt x="1278" y="357"/>
                  <a:pt x="1278" y="357"/>
                  <a:pt x="1278" y="357"/>
                </a:cubicBezTo>
                <a:cubicBezTo>
                  <a:pt x="1280" y="356"/>
                  <a:pt x="1280" y="355"/>
                  <a:pt x="1281" y="354"/>
                </a:cubicBezTo>
                <a:cubicBezTo>
                  <a:pt x="1281" y="353"/>
                  <a:pt x="1281" y="353"/>
                  <a:pt x="1280" y="353"/>
                </a:cubicBezTo>
                <a:cubicBezTo>
                  <a:pt x="1280" y="352"/>
                  <a:pt x="1280" y="352"/>
                  <a:pt x="1280" y="352"/>
                </a:cubicBezTo>
                <a:cubicBezTo>
                  <a:pt x="1279" y="351"/>
                  <a:pt x="1279" y="351"/>
                  <a:pt x="1278" y="351"/>
                </a:cubicBezTo>
                <a:cubicBezTo>
                  <a:pt x="1278" y="351"/>
                  <a:pt x="1277" y="350"/>
                  <a:pt x="1277" y="350"/>
                </a:cubicBezTo>
                <a:cubicBezTo>
                  <a:pt x="1277" y="350"/>
                  <a:pt x="1277" y="350"/>
                  <a:pt x="1277" y="350"/>
                </a:cubicBezTo>
                <a:close/>
                <a:moveTo>
                  <a:pt x="1150" y="350"/>
                </a:moveTo>
                <a:cubicBezTo>
                  <a:pt x="1149" y="350"/>
                  <a:pt x="1147" y="350"/>
                  <a:pt x="1146" y="350"/>
                </a:cubicBezTo>
                <a:cubicBezTo>
                  <a:pt x="1145" y="350"/>
                  <a:pt x="1145" y="350"/>
                  <a:pt x="1144" y="350"/>
                </a:cubicBezTo>
                <a:cubicBezTo>
                  <a:pt x="1144" y="350"/>
                  <a:pt x="1143" y="350"/>
                  <a:pt x="1143" y="350"/>
                </a:cubicBezTo>
                <a:cubicBezTo>
                  <a:pt x="1143" y="350"/>
                  <a:pt x="1142" y="350"/>
                  <a:pt x="1142" y="350"/>
                </a:cubicBezTo>
                <a:cubicBezTo>
                  <a:pt x="1142" y="350"/>
                  <a:pt x="1141" y="350"/>
                  <a:pt x="1141" y="350"/>
                </a:cubicBezTo>
                <a:cubicBezTo>
                  <a:pt x="1139" y="351"/>
                  <a:pt x="1137" y="352"/>
                  <a:pt x="1137" y="355"/>
                </a:cubicBezTo>
                <a:cubicBezTo>
                  <a:pt x="1137" y="355"/>
                  <a:pt x="1137" y="355"/>
                  <a:pt x="1137" y="355"/>
                </a:cubicBezTo>
                <a:cubicBezTo>
                  <a:pt x="1138" y="355"/>
                  <a:pt x="1138" y="356"/>
                  <a:pt x="1138" y="356"/>
                </a:cubicBezTo>
                <a:cubicBezTo>
                  <a:pt x="1138" y="356"/>
                  <a:pt x="1138" y="356"/>
                  <a:pt x="1139" y="356"/>
                </a:cubicBezTo>
                <a:cubicBezTo>
                  <a:pt x="1139" y="356"/>
                  <a:pt x="1139" y="357"/>
                  <a:pt x="1139" y="357"/>
                </a:cubicBezTo>
                <a:cubicBezTo>
                  <a:pt x="1141" y="357"/>
                  <a:pt x="1141" y="357"/>
                  <a:pt x="1141" y="357"/>
                </a:cubicBezTo>
                <a:cubicBezTo>
                  <a:pt x="1142" y="358"/>
                  <a:pt x="1143" y="358"/>
                  <a:pt x="1144" y="358"/>
                </a:cubicBezTo>
                <a:cubicBezTo>
                  <a:pt x="1144" y="358"/>
                  <a:pt x="1144" y="358"/>
                  <a:pt x="1144" y="358"/>
                </a:cubicBezTo>
                <a:cubicBezTo>
                  <a:pt x="1144" y="358"/>
                  <a:pt x="1144" y="358"/>
                  <a:pt x="1144" y="358"/>
                </a:cubicBezTo>
                <a:cubicBezTo>
                  <a:pt x="1145" y="358"/>
                  <a:pt x="1145" y="358"/>
                  <a:pt x="1145" y="358"/>
                </a:cubicBezTo>
                <a:cubicBezTo>
                  <a:pt x="1145" y="358"/>
                  <a:pt x="1145" y="358"/>
                  <a:pt x="1145" y="358"/>
                </a:cubicBezTo>
                <a:cubicBezTo>
                  <a:pt x="1145" y="358"/>
                  <a:pt x="1146" y="358"/>
                  <a:pt x="1146" y="358"/>
                </a:cubicBezTo>
                <a:cubicBezTo>
                  <a:pt x="1146" y="358"/>
                  <a:pt x="1146" y="358"/>
                  <a:pt x="1146" y="358"/>
                </a:cubicBezTo>
                <a:cubicBezTo>
                  <a:pt x="1146" y="358"/>
                  <a:pt x="1146" y="358"/>
                  <a:pt x="1147" y="358"/>
                </a:cubicBezTo>
                <a:cubicBezTo>
                  <a:pt x="1147" y="358"/>
                  <a:pt x="1147" y="358"/>
                  <a:pt x="1147" y="358"/>
                </a:cubicBezTo>
                <a:cubicBezTo>
                  <a:pt x="1147" y="358"/>
                  <a:pt x="1147" y="358"/>
                  <a:pt x="1148" y="358"/>
                </a:cubicBezTo>
                <a:cubicBezTo>
                  <a:pt x="1148" y="358"/>
                  <a:pt x="1148" y="358"/>
                  <a:pt x="1149" y="358"/>
                </a:cubicBezTo>
                <a:cubicBezTo>
                  <a:pt x="1149" y="358"/>
                  <a:pt x="1149" y="358"/>
                  <a:pt x="1149" y="357"/>
                </a:cubicBezTo>
                <a:cubicBezTo>
                  <a:pt x="1150" y="357"/>
                  <a:pt x="1150" y="357"/>
                  <a:pt x="1150" y="357"/>
                </a:cubicBezTo>
                <a:cubicBezTo>
                  <a:pt x="1151" y="357"/>
                  <a:pt x="1151" y="357"/>
                  <a:pt x="1151" y="357"/>
                </a:cubicBezTo>
                <a:cubicBezTo>
                  <a:pt x="1153" y="356"/>
                  <a:pt x="1153" y="355"/>
                  <a:pt x="1154" y="354"/>
                </a:cubicBezTo>
                <a:cubicBezTo>
                  <a:pt x="1154" y="353"/>
                  <a:pt x="1154" y="353"/>
                  <a:pt x="1154" y="353"/>
                </a:cubicBezTo>
                <a:cubicBezTo>
                  <a:pt x="1153" y="352"/>
                  <a:pt x="1153" y="352"/>
                  <a:pt x="1153" y="352"/>
                </a:cubicBezTo>
                <a:cubicBezTo>
                  <a:pt x="1153" y="351"/>
                  <a:pt x="1152" y="351"/>
                  <a:pt x="1152" y="351"/>
                </a:cubicBezTo>
                <a:cubicBezTo>
                  <a:pt x="1151" y="351"/>
                  <a:pt x="1151" y="350"/>
                  <a:pt x="1150" y="350"/>
                </a:cubicBezTo>
                <a:cubicBezTo>
                  <a:pt x="1150" y="350"/>
                  <a:pt x="1151" y="350"/>
                  <a:pt x="1150" y="350"/>
                </a:cubicBezTo>
                <a:close/>
                <a:moveTo>
                  <a:pt x="1361" y="350"/>
                </a:moveTo>
                <a:cubicBezTo>
                  <a:pt x="1360" y="350"/>
                  <a:pt x="1359" y="350"/>
                  <a:pt x="1358" y="350"/>
                </a:cubicBezTo>
                <a:cubicBezTo>
                  <a:pt x="1358" y="350"/>
                  <a:pt x="1358" y="350"/>
                  <a:pt x="1358" y="350"/>
                </a:cubicBezTo>
                <a:cubicBezTo>
                  <a:pt x="1358" y="350"/>
                  <a:pt x="1358" y="350"/>
                  <a:pt x="1357" y="350"/>
                </a:cubicBezTo>
                <a:cubicBezTo>
                  <a:pt x="1357" y="350"/>
                  <a:pt x="1357" y="350"/>
                  <a:pt x="1357" y="350"/>
                </a:cubicBezTo>
                <a:cubicBezTo>
                  <a:pt x="1357" y="350"/>
                  <a:pt x="1357" y="350"/>
                  <a:pt x="1357" y="350"/>
                </a:cubicBezTo>
                <a:cubicBezTo>
                  <a:pt x="1356" y="350"/>
                  <a:pt x="1356" y="350"/>
                  <a:pt x="1355" y="350"/>
                </a:cubicBezTo>
                <a:cubicBezTo>
                  <a:pt x="1355" y="350"/>
                  <a:pt x="1354" y="350"/>
                  <a:pt x="1354" y="350"/>
                </a:cubicBezTo>
                <a:cubicBezTo>
                  <a:pt x="1354" y="350"/>
                  <a:pt x="1353" y="350"/>
                  <a:pt x="1353" y="350"/>
                </a:cubicBezTo>
                <a:cubicBezTo>
                  <a:pt x="1353" y="350"/>
                  <a:pt x="1352" y="350"/>
                  <a:pt x="1352" y="350"/>
                </a:cubicBezTo>
                <a:cubicBezTo>
                  <a:pt x="1350" y="351"/>
                  <a:pt x="1348" y="352"/>
                  <a:pt x="1348" y="355"/>
                </a:cubicBezTo>
                <a:cubicBezTo>
                  <a:pt x="1349" y="355"/>
                  <a:pt x="1349" y="355"/>
                  <a:pt x="1349" y="355"/>
                </a:cubicBezTo>
                <a:cubicBezTo>
                  <a:pt x="1349" y="355"/>
                  <a:pt x="1349" y="356"/>
                  <a:pt x="1349" y="356"/>
                </a:cubicBezTo>
                <a:cubicBezTo>
                  <a:pt x="1350" y="356"/>
                  <a:pt x="1350" y="356"/>
                  <a:pt x="1350" y="356"/>
                </a:cubicBezTo>
                <a:cubicBezTo>
                  <a:pt x="1350" y="356"/>
                  <a:pt x="1351" y="357"/>
                  <a:pt x="1351" y="357"/>
                </a:cubicBezTo>
                <a:cubicBezTo>
                  <a:pt x="1352" y="357"/>
                  <a:pt x="1352" y="357"/>
                  <a:pt x="1352" y="357"/>
                </a:cubicBezTo>
                <a:cubicBezTo>
                  <a:pt x="1353" y="358"/>
                  <a:pt x="1354" y="358"/>
                  <a:pt x="1355" y="358"/>
                </a:cubicBezTo>
                <a:cubicBezTo>
                  <a:pt x="1355" y="358"/>
                  <a:pt x="1355" y="358"/>
                  <a:pt x="1356" y="358"/>
                </a:cubicBezTo>
                <a:cubicBezTo>
                  <a:pt x="1356" y="358"/>
                  <a:pt x="1356" y="358"/>
                  <a:pt x="1356" y="358"/>
                </a:cubicBezTo>
                <a:cubicBezTo>
                  <a:pt x="1356" y="358"/>
                  <a:pt x="1356" y="358"/>
                  <a:pt x="1356" y="358"/>
                </a:cubicBezTo>
                <a:cubicBezTo>
                  <a:pt x="1357" y="358"/>
                  <a:pt x="1357" y="358"/>
                  <a:pt x="1357" y="358"/>
                </a:cubicBezTo>
                <a:cubicBezTo>
                  <a:pt x="1357" y="358"/>
                  <a:pt x="1357" y="358"/>
                  <a:pt x="1357" y="358"/>
                </a:cubicBezTo>
                <a:cubicBezTo>
                  <a:pt x="1357" y="358"/>
                  <a:pt x="1358" y="358"/>
                  <a:pt x="1358" y="358"/>
                </a:cubicBezTo>
                <a:cubicBezTo>
                  <a:pt x="1358" y="358"/>
                  <a:pt x="1358" y="358"/>
                  <a:pt x="1358" y="358"/>
                </a:cubicBezTo>
                <a:cubicBezTo>
                  <a:pt x="1358" y="358"/>
                  <a:pt x="1358" y="358"/>
                  <a:pt x="1359" y="358"/>
                </a:cubicBezTo>
                <a:cubicBezTo>
                  <a:pt x="1359" y="358"/>
                  <a:pt x="1359" y="358"/>
                  <a:pt x="1359" y="358"/>
                </a:cubicBezTo>
                <a:cubicBezTo>
                  <a:pt x="1360" y="358"/>
                  <a:pt x="1360" y="358"/>
                  <a:pt x="1360" y="358"/>
                </a:cubicBezTo>
                <a:cubicBezTo>
                  <a:pt x="1360" y="358"/>
                  <a:pt x="1361" y="358"/>
                  <a:pt x="1361" y="357"/>
                </a:cubicBezTo>
                <a:cubicBezTo>
                  <a:pt x="1361" y="357"/>
                  <a:pt x="1361" y="357"/>
                  <a:pt x="1362" y="357"/>
                </a:cubicBezTo>
                <a:cubicBezTo>
                  <a:pt x="1363" y="357"/>
                  <a:pt x="1363" y="357"/>
                  <a:pt x="1363" y="357"/>
                </a:cubicBezTo>
                <a:cubicBezTo>
                  <a:pt x="1364" y="356"/>
                  <a:pt x="1365" y="355"/>
                  <a:pt x="1365" y="354"/>
                </a:cubicBezTo>
                <a:cubicBezTo>
                  <a:pt x="1365" y="353"/>
                  <a:pt x="1365" y="353"/>
                  <a:pt x="1365" y="353"/>
                </a:cubicBezTo>
                <a:cubicBezTo>
                  <a:pt x="1365" y="352"/>
                  <a:pt x="1364" y="352"/>
                  <a:pt x="1364" y="352"/>
                </a:cubicBezTo>
                <a:cubicBezTo>
                  <a:pt x="1364" y="351"/>
                  <a:pt x="1363" y="351"/>
                  <a:pt x="1363" y="351"/>
                </a:cubicBezTo>
                <a:cubicBezTo>
                  <a:pt x="1362" y="351"/>
                  <a:pt x="1362" y="350"/>
                  <a:pt x="1361" y="350"/>
                </a:cubicBezTo>
                <a:cubicBezTo>
                  <a:pt x="1361" y="350"/>
                  <a:pt x="1362" y="350"/>
                  <a:pt x="1361" y="350"/>
                </a:cubicBezTo>
                <a:close/>
                <a:moveTo>
                  <a:pt x="1107" y="350"/>
                </a:moveTo>
                <a:cubicBezTo>
                  <a:pt x="1106" y="350"/>
                  <a:pt x="1104" y="350"/>
                  <a:pt x="1103" y="350"/>
                </a:cubicBezTo>
                <a:cubicBezTo>
                  <a:pt x="1103" y="350"/>
                  <a:pt x="1102" y="350"/>
                  <a:pt x="1102" y="350"/>
                </a:cubicBezTo>
                <a:cubicBezTo>
                  <a:pt x="1102" y="350"/>
                  <a:pt x="1101" y="350"/>
                  <a:pt x="1101" y="350"/>
                </a:cubicBezTo>
                <a:cubicBezTo>
                  <a:pt x="1100" y="350"/>
                  <a:pt x="1100" y="350"/>
                  <a:pt x="1100" y="350"/>
                </a:cubicBezTo>
                <a:cubicBezTo>
                  <a:pt x="1099" y="350"/>
                  <a:pt x="1099" y="350"/>
                  <a:pt x="1099" y="350"/>
                </a:cubicBezTo>
                <a:cubicBezTo>
                  <a:pt x="1098" y="350"/>
                  <a:pt x="1097" y="351"/>
                  <a:pt x="1097" y="351"/>
                </a:cubicBezTo>
                <a:cubicBezTo>
                  <a:pt x="1097" y="351"/>
                  <a:pt x="1096" y="351"/>
                  <a:pt x="1096" y="352"/>
                </a:cubicBezTo>
                <a:cubicBezTo>
                  <a:pt x="1095" y="352"/>
                  <a:pt x="1095" y="352"/>
                  <a:pt x="1095" y="353"/>
                </a:cubicBezTo>
                <a:cubicBezTo>
                  <a:pt x="1095" y="353"/>
                  <a:pt x="1095" y="353"/>
                  <a:pt x="1095" y="355"/>
                </a:cubicBezTo>
                <a:cubicBezTo>
                  <a:pt x="1095" y="356"/>
                  <a:pt x="1096" y="356"/>
                  <a:pt x="1097" y="357"/>
                </a:cubicBezTo>
                <a:cubicBezTo>
                  <a:pt x="1098" y="357"/>
                  <a:pt x="1098" y="357"/>
                  <a:pt x="1098" y="357"/>
                </a:cubicBezTo>
                <a:cubicBezTo>
                  <a:pt x="1099" y="358"/>
                  <a:pt x="1100" y="358"/>
                  <a:pt x="1101" y="358"/>
                </a:cubicBezTo>
                <a:cubicBezTo>
                  <a:pt x="1101" y="358"/>
                  <a:pt x="1101" y="358"/>
                  <a:pt x="1102" y="358"/>
                </a:cubicBezTo>
                <a:cubicBezTo>
                  <a:pt x="1102" y="358"/>
                  <a:pt x="1102" y="358"/>
                  <a:pt x="1102" y="358"/>
                </a:cubicBezTo>
                <a:cubicBezTo>
                  <a:pt x="1102" y="358"/>
                  <a:pt x="1102" y="358"/>
                  <a:pt x="1102" y="358"/>
                </a:cubicBezTo>
                <a:cubicBezTo>
                  <a:pt x="1103" y="358"/>
                  <a:pt x="1103" y="358"/>
                  <a:pt x="1103" y="358"/>
                </a:cubicBezTo>
                <a:cubicBezTo>
                  <a:pt x="1103" y="358"/>
                  <a:pt x="1103" y="358"/>
                  <a:pt x="1103" y="358"/>
                </a:cubicBezTo>
                <a:cubicBezTo>
                  <a:pt x="1104" y="358"/>
                  <a:pt x="1104" y="358"/>
                  <a:pt x="1104" y="358"/>
                </a:cubicBezTo>
                <a:cubicBezTo>
                  <a:pt x="1104" y="358"/>
                  <a:pt x="1104" y="358"/>
                  <a:pt x="1104" y="358"/>
                </a:cubicBezTo>
                <a:cubicBezTo>
                  <a:pt x="1104" y="358"/>
                  <a:pt x="1104" y="358"/>
                  <a:pt x="1105" y="358"/>
                </a:cubicBezTo>
                <a:cubicBezTo>
                  <a:pt x="1105" y="358"/>
                  <a:pt x="1105" y="358"/>
                  <a:pt x="1105" y="358"/>
                </a:cubicBezTo>
                <a:cubicBezTo>
                  <a:pt x="1105" y="358"/>
                  <a:pt x="1105" y="358"/>
                  <a:pt x="1105" y="358"/>
                </a:cubicBezTo>
                <a:cubicBezTo>
                  <a:pt x="1106" y="358"/>
                  <a:pt x="1106" y="358"/>
                  <a:pt x="1106" y="358"/>
                </a:cubicBezTo>
                <a:cubicBezTo>
                  <a:pt x="1106" y="358"/>
                  <a:pt x="1106" y="358"/>
                  <a:pt x="1106" y="358"/>
                </a:cubicBezTo>
                <a:cubicBezTo>
                  <a:pt x="1108" y="357"/>
                  <a:pt x="1108" y="357"/>
                  <a:pt x="1108" y="357"/>
                </a:cubicBezTo>
                <a:cubicBezTo>
                  <a:pt x="1109" y="357"/>
                  <a:pt x="1109" y="357"/>
                  <a:pt x="1109" y="357"/>
                </a:cubicBezTo>
                <a:cubicBezTo>
                  <a:pt x="1110" y="356"/>
                  <a:pt x="1111" y="355"/>
                  <a:pt x="1112" y="354"/>
                </a:cubicBezTo>
                <a:cubicBezTo>
                  <a:pt x="1112" y="353"/>
                  <a:pt x="1112" y="353"/>
                  <a:pt x="1111" y="353"/>
                </a:cubicBezTo>
                <a:cubicBezTo>
                  <a:pt x="1111" y="352"/>
                  <a:pt x="1111" y="352"/>
                  <a:pt x="1111" y="352"/>
                </a:cubicBezTo>
                <a:cubicBezTo>
                  <a:pt x="1110" y="351"/>
                  <a:pt x="1110" y="351"/>
                  <a:pt x="1110" y="351"/>
                </a:cubicBezTo>
                <a:cubicBezTo>
                  <a:pt x="1109" y="351"/>
                  <a:pt x="1109" y="350"/>
                  <a:pt x="1108" y="350"/>
                </a:cubicBezTo>
                <a:lnTo>
                  <a:pt x="1107" y="350"/>
                </a:lnTo>
                <a:close/>
                <a:moveTo>
                  <a:pt x="1235" y="350"/>
                </a:moveTo>
                <a:cubicBezTo>
                  <a:pt x="1233" y="350"/>
                  <a:pt x="1232" y="350"/>
                  <a:pt x="1230" y="350"/>
                </a:cubicBezTo>
                <a:cubicBezTo>
                  <a:pt x="1230" y="350"/>
                  <a:pt x="1229" y="350"/>
                  <a:pt x="1229" y="350"/>
                </a:cubicBezTo>
                <a:cubicBezTo>
                  <a:pt x="1228" y="350"/>
                  <a:pt x="1228" y="350"/>
                  <a:pt x="1227" y="350"/>
                </a:cubicBezTo>
                <a:cubicBezTo>
                  <a:pt x="1227" y="350"/>
                  <a:pt x="1227" y="350"/>
                  <a:pt x="1226" y="350"/>
                </a:cubicBezTo>
                <a:cubicBezTo>
                  <a:pt x="1226" y="350"/>
                  <a:pt x="1226" y="350"/>
                  <a:pt x="1225" y="350"/>
                </a:cubicBezTo>
                <a:cubicBezTo>
                  <a:pt x="1225" y="350"/>
                  <a:pt x="1224" y="351"/>
                  <a:pt x="1224" y="351"/>
                </a:cubicBezTo>
                <a:cubicBezTo>
                  <a:pt x="1223" y="351"/>
                  <a:pt x="1223" y="351"/>
                  <a:pt x="1222" y="352"/>
                </a:cubicBezTo>
                <a:cubicBezTo>
                  <a:pt x="1222" y="352"/>
                  <a:pt x="1222" y="352"/>
                  <a:pt x="1222" y="353"/>
                </a:cubicBezTo>
                <a:cubicBezTo>
                  <a:pt x="1222" y="353"/>
                  <a:pt x="1221" y="353"/>
                  <a:pt x="1222" y="355"/>
                </a:cubicBezTo>
                <a:cubicBezTo>
                  <a:pt x="1222" y="356"/>
                  <a:pt x="1223" y="356"/>
                  <a:pt x="1224" y="357"/>
                </a:cubicBezTo>
                <a:cubicBezTo>
                  <a:pt x="1225" y="357"/>
                  <a:pt x="1225" y="357"/>
                  <a:pt x="1225" y="357"/>
                </a:cubicBezTo>
                <a:cubicBezTo>
                  <a:pt x="1226" y="358"/>
                  <a:pt x="1227" y="358"/>
                  <a:pt x="1228" y="358"/>
                </a:cubicBezTo>
                <a:cubicBezTo>
                  <a:pt x="1228" y="358"/>
                  <a:pt x="1228" y="358"/>
                  <a:pt x="1229" y="358"/>
                </a:cubicBezTo>
                <a:cubicBezTo>
                  <a:pt x="1229" y="358"/>
                  <a:pt x="1229" y="358"/>
                  <a:pt x="1229" y="358"/>
                </a:cubicBezTo>
                <a:cubicBezTo>
                  <a:pt x="1229" y="358"/>
                  <a:pt x="1229" y="358"/>
                  <a:pt x="1229" y="358"/>
                </a:cubicBezTo>
                <a:cubicBezTo>
                  <a:pt x="1230" y="358"/>
                  <a:pt x="1230" y="358"/>
                  <a:pt x="1230" y="358"/>
                </a:cubicBezTo>
                <a:cubicBezTo>
                  <a:pt x="1230" y="358"/>
                  <a:pt x="1230" y="358"/>
                  <a:pt x="1230" y="358"/>
                </a:cubicBezTo>
                <a:cubicBezTo>
                  <a:pt x="1230" y="358"/>
                  <a:pt x="1231" y="358"/>
                  <a:pt x="1231" y="358"/>
                </a:cubicBezTo>
                <a:cubicBezTo>
                  <a:pt x="1231" y="358"/>
                  <a:pt x="1231" y="358"/>
                  <a:pt x="1231" y="358"/>
                </a:cubicBezTo>
                <a:cubicBezTo>
                  <a:pt x="1231" y="358"/>
                  <a:pt x="1231" y="358"/>
                  <a:pt x="1232" y="358"/>
                </a:cubicBezTo>
                <a:cubicBezTo>
                  <a:pt x="1232" y="358"/>
                  <a:pt x="1232" y="358"/>
                  <a:pt x="1232" y="358"/>
                </a:cubicBezTo>
                <a:cubicBezTo>
                  <a:pt x="1233" y="358"/>
                  <a:pt x="1233" y="358"/>
                  <a:pt x="1233" y="358"/>
                </a:cubicBezTo>
                <a:cubicBezTo>
                  <a:pt x="1233" y="358"/>
                  <a:pt x="1234" y="358"/>
                  <a:pt x="1234" y="357"/>
                </a:cubicBezTo>
                <a:cubicBezTo>
                  <a:pt x="1234" y="357"/>
                  <a:pt x="1234" y="357"/>
                  <a:pt x="1235" y="357"/>
                </a:cubicBezTo>
                <a:cubicBezTo>
                  <a:pt x="1236" y="357"/>
                  <a:pt x="1236" y="357"/>
                  <a:pt x="1236" y="357"/>
                </a:cubicBezTo>
                <a:cubicBezTo>
                  <a:pt x="1237" y="356"/>
                  <a:pt x="1238" y="355"/>
                  <a:pt x="1238" y="354"/>
                </a:cubicBezTo>
                <a:cubicBezTo>
                  <a:pt x="1238" y="353"/>
                  <a:pt x="1238" y="353"/>
                  <a:pt x="1238" y="353"/>
                </a:cubicBezTo>
                <a:cubicBezTo>
                  <a:pt x="1238" y="352"/>
                  <a:pt x="1238" y="352"/>
                  <a:pt x="1237" y="352"/>
                </a:cubicBezTo>
                <a:cubicBezTo>
                  <a:pt x="1237" y="351"/>
                  <a:pt x="1237" y="351"/>
                  <a:pt x="1236" y="351"/>
                </a:cubicBezTo>
                <a:cubicBezTo>
                  <a:pt x="1236" y="351"/>
                  <a:pt x="1235" y="350"/>
                  <a:pt x="1235" y="350"/>
                </a:cubicBezTo>
                <a:cubicBezTo>
                  <a:pt x="1234" y="350"/>
                  <a:pt x="1235" y="350"/>
                  <a:pt x="1235" y="350"/>
                </a:cubicBezTo>
                <a:close/>
                <a:moveTo>
                  <a:pt x="1404" y="350"/>
                </a:moveTo>
                <a:cubicBezTo>
                  <a:pt x="1402" y="350"/>
                  <a:pt x="1400" y="350"/>
                  <a:pt x="1399" y="350"/>
                </a:cubicBezTo>
                <a:cubicBezTo>
                  <a:pt x="1398" y="350"/>
                  <a:pt x="1398" y="350"/>
                  <a:pt x="1398" y="350"/>
                </a:cubicBezTo>
                <a:cubicBezTo>
                  <a:pt x="1397" y="350"/>
                  <a:pt x="1397" y="350"/>
                  <a:pt x="1396" y="350"/>
                </a:cubicBezTo>
                <a:cubicBezTo>
                  <a:pt x="1396" y="350"/>
                  <a:pt x="1396" y="350"/>
                  <a:pt x="1395" y="350"/>
                </a:cubicBezTo>
                <a:cubicBezTo>
                  <a:pt x="1395" y="350"/>
                  <a:pt x="1394" y="350"/>
                  <a:pt x="1394" y="350"/>
                </a:cubicBezTo>
                <a:cubicBezTo>
                  <a:pt x="1394" y="350"/>
                  <a:pt x="1393" y="351"/>
                  <a:pt x="1393" y="351"/>
                </a:cubicBezTo>
                <a:cubicBezTo>
                  <a:pt x="1392" y="351"/>
                  <a:pt x="1392" y="351"/>
                  <a:pt x="1391" y="352"/>
                </a:cubicBezTo>
                <a:cubicBezTo>
                  <a:pt x="1391" y="352"/>
                  <a:pt x="1391" y="352"/>
                  <a:pt x="1391" y="353"/>
                </a:cubicBezTo>
                <a:cubicBezTo>
                  <a:pt x="1391" y="353"/>
                  <a:pt x="1390" y="353"/>
                  <a:pt x="1391" y="355"/>
                </a:cubicBezTo>
                <a:cubicBezTo>
                  <a:pt x="1391" y="355"/>
                  <a:pt x="1391" y="355"/>
                  <a:pt x="1391" y="355"/>
                </a:cubicBezTo>
                <a:cubicBezTo>
                  <a:pt x="1391" y="355"/>
                  <a:pt x="1391" y="356"/>
                  <a:pt x="1392" y="356"/>
                </a:cubicBezTo>
                <a:cubicBezTo>
                  <a:pt x="1392" y="356"/>
                  <a:pt x="1392" y="356"/>
                  <a:pt x="1392" y="356"/>
                </a:cubicBezTo>
                <a:cubicBezTo>
                  <a:pt x="1393" y="356"/>
                  <a:pt x="1393" y="357"/>
                  <a:pt x="1393" y="357"/>
                </a:cubicBezTo>
                <a:cubicBezTo>
                  <a:pt x="1394" y="357"/>
                  <a:pt x="1394" y="357"/>
                  <a:pt x="1394" y="357"/>
                </a:cubicBezTo>
                <a:cubicBezTo>
                  <a:pt x="1395" y="358"/>
                  <a:pt x="1396" y="358"/>
                  <a:pt x="1397" y="358"/>
                </a:cubicBezTo>
                <a:cubicBezTo>
                  <a:pt x="1398" y="358"/>
                  <a:pt x="1398" y="358"/>
                  <a:pt x="1398" y="358"/>
                </a:cubicBezTo>
                <a:cubicBezTo>
                  <a:pt x="1398" y="358"/>
                  <a:pt x="1398" y="358"/>
                  <a:pt x="1398" y="358"/>
                </a:cubicBezTo>
                <a:cubicBezTo>
                  <a:pt x="1398" y="358"/>
                  <a:pt x="1399" y="358"/>
                  <a:pt x="1399" y="358"/>
                </a:cubicBezTo>
                <a:cubicBezTo>
                  <a:pt x="1399" y="358"/>
                  <a:pt x="1399" y="358"/>
                  <a:pt x="1399" y="358"/>
                </a:cubicBezTo>
                <a:cubicBezTo>
                  <a:pt x="1399" y="358"/>
                  <a:pt x="1399" y="358"/>
                  <a:pt x="1400" y="358"/>
                </a:cubicBezTo>
                <a:cubicBezTo>
                  <a:pt x="1400" y="358"/>
                  <a:pt x="1400" y="358"/>
                  <a:pt x="1400" y="358"/>
                </a:cubicBezTo>
                <a:cubicBezTo>
                  <a:pt x="1400" y="358"/>
                  <a:pt x="1400" y="358"/>
                  <a:pt x="1400" y="358"/>
                </a:cubicBezTo>
                <a:cubicBezTo>
                  <a:pt x="1401" y="358"/>
                  <a:pt x="1401" y="358"/>
                  <a:pt x="1401" y="358"/>
                </a:cubicBezTo>
                <a:cubicBezTo>
                  <a:pt x="1401" y="358"/>
                  <a:pt x="1401" y="358"/>
                  <a:pt x="1402" y="358"/>
                </a:cubicBezTo>
                <a:cubicBezTo>
                  <a:pt x="1402" y="358"/>
                  <a:pt x="1402" y="358"/>
                  <a:pt x="1402" y="358"/>
                </a:cubicBezTo>
                <a:cubicBezTo>
                  <a:pt x="1403" y="358"/>
                  <a:pt x="1403" y="358"/>
                  <a:pt x="1403" y="357"/>
                </a:cubicBezTo>
                <a:cubicBezTo>
                  <a:pt x="1403" y="357"/>
                  <a:pt x="1404" y="357"/>
                  <a:pt x="1404" y="357"/>
                </a:cubicBezTo>
                <a:cubicBezTo>
                  <a:pt x="1405" y="357"/>
                  <a:pt x="1405" y="357"/>
                  <a:pt x="1405" y="357"/>
                </a:cubicBezTo>
                <a:cubicBezTo>
                  <a:pt x="1406" y="356"/>
                  <a:pt x="1407" y="355"/>
                  <a:pt x="1407" y="354"/>
                </a:cubicBezTo>
                <a:cubicBezTo>
                  <a:pt x="1407" y="353"/>
                  <a:pt x="1407" y="353"/>
                  <a:pt x="1407" y="353"/>
                </a:cubicBezTo>
                <a:cubicBezTo>
                  <a:pt x="1407" y="352"/>
                  <a:pt x="1407" y="352"/>
                  <a:pt x="1406" y="352"/>
                </a:cubicBezTo>
                <a:cubicBezTo>
                  <a:pt x="1406" y="351"/>
                  <a:pt x="1406" y="351"/>
                  <a:pt x="1405" y="351"/>
                </a:cubicBezTo>
                <a:cubicBezTo>
                  <a:pt x="1405" y="351"/>
                  <a:pt x="1404" y="350"/>
                  <a:pt x="1404" y="350"/>
                </a:cubicBezTo>
                <a:cubicBezTo>
                  <a:pt x="1403" y="350"/>
                  <a:pt x="1404" y="350"/>
                  <a:pt x="1404" y="350"/>
                </a:cubicBezTo>
                <a:close/>
                <a:moveTo>
                  <a:pt x="1192" y="350"/>
                </a:moveTo>
                <a:cubicBezTo>
                  <a:pt x="1191" y="350"/>
                  <a:pt x="1190" y="350"/>
                  <a:pt x="1189" y="350"/>
                </a:cubicBezTo>
                <a:cubicBezTo>
                  <a:pt x="1189" y="350"/>
                  <a:pt x="1189" y="350"/>
                  <a:pt x="1189" y="350"/>
                </a:cubicBezTo>
                <a:cubicBezTo>
                  <a:pt x="1189" y="350"/>
                  <a:pt x="1189" y="350"/>
                  <a:pt x="1189" y="350"/>
                </a:cubicBezTo>
                <a:cubicBezTo>
                  <a:pt x="1188" y="350"/>
                  <a:pt x="1188" y="350"/>
                  <a:pt x="1188" y="350"/>
                </a:cubicBezTo>
                <a:cubicBezTo>
                  <a:pt x="1188" y="350"/>
                  <a:pt x="1188" y="350"/>
                  <a:pt x="1188" y="350"/>
                </a:cubicBezTo>
                <a:cubicBezTo>
                  <a:pt x="1188" y="350"/>
                  <a:pt x="1187" y="350"/>
                  <a:pt x="1187" y="350"/>
                </a:cubicBezTo>
                <a:cubicBezTo>
                  <a:pt x="1187" y="350"/>
                  <a:pt x="1187" y="350"/>
                  <a:pt x="1187" y="350"/>
                </a:cubicBezTo>
                <a:cubicBezTo>
                  <a:pt x="1187" y="350"/>
                  <a:pt x="1187" y="350"/>
                  <a:pt x="1186" y="350"/>
                </a:cubicBezTo>
                <a:cubicBezTo>
                  <a:pt x="1186" y="350"/>
                  <a:pt x="1186" y="350"/>
                  <a:pt x="1186" y="350"/>
                </a:cubicBezTo>
                <a:cubicBezTo>
                  <a:pt x="1186" y="350"/>
                  <a:pt x="1186" y="350"/>
                  <a:pt x="1185" y="350"/>
                </a:cubicBezTo>
                <a:cubicBezTo>
                  <a:pt x="1185" y="350"/>
                  <a:pt x="1185" y="350"/>
                  <a:pt x="1184" y="350"/>
                </a:cubicBezTo>
                <a:cubicBezTo>
                  <a:pt x="1184" y="350"/>
                  <a:pt x="1184" y="350"/>
                  <a:pt x="1184" y="350"/>
                </a:cubicBezTo>
                <a:cubicBezTo>
                  <a:pt x="1183" y="350"/>
                  <a:pt x="1183" y="350"/>
                  <a:pt x="1183" y="350"/>
                </a:cubicBezTo>
                <a:cubicBezTo>
                  <a:pt x="1181" y="351"/>
                  <a:pt x="1179" y="352"/>
                  <a:pt x="1179" y="355"/>
                </a:cubicBezTo>
                <a:cubicBezTo>
                  <a:pt x="1179" y="355"/>
                  <a:pt x="1180" y="355"/>
                  <a:pt x="1180" y="355"/>
                </a:cubicBezTo>
                <a:cubicBezTo>
                  <a:pt x="1180" y="355"/>
                  <a:pt x="1180" y="356"/>
                  <a:pt x="1180" y="356"/>
                </a:cubicBezTo>
                <a:cubicBezTo>
                  <a:pt x="1180" y="356"/>
                  <a:pt x="1181" y="356"/>
                  <a:pt x="1181" y="356"/>
                </a:cubicBezTo>
                <a:cubicBezTo>
                  <a:pt x="1181" y="356"/>
                  <a:pt x="1181" y="357"/>
                  <a:pt x="1182" y="357"/>
                </a:cubicBezTo>
                <a:cubicBezTo>
                  <a:pt x="1183" y="357"/>
                  <a:pt x="1183" y="357"/>
                  <a:pt x="1183" y="357"/>
                </a:cubicBezTo>
                <a:cubicBezTo>
                  <a:pt x="1184" y="358"/>
                  <a:pt x="1185" y="358"/>
                  <a:pt x="1186" y="358"/>
                </a:cubicBezTo>
                <a:cubicBezTo>
                  <a:pt x="1186" y="358"/>
                  <a:pt x="1186" y="358"/>
                  <a:pt x="1186" y="358"/>
                </a:cubicBezTo>
                <a:cubicBezTo>
                  <a:pt x="1186" y="358"/>
                  <a:pt x="1187" y="358"/>
                  <a:pt x="1187" y="358"/>
                </a:cubicBezTo>
                <a:cubicBezTo>
                  <a:pt x="1187" y="358"/>
                  <a:pt x="1187" y="358"/>
                  <a:pt x="1187" y="358"/>
                </a:cubicBezTo>
                <a:cubicBezTo>
                  <a:pt x="1187" y="358"/>
                  <a:pt x="1187" y="358"/>
                  <a:pt x="1188" y="358"/>
                </a:cubicBezTo>
                <a:cubicBezTo>
                  <a:pt x="1188" y="358"/>
                  <a:pt x="1188" y="358"/>
                  <a:pt x="1188" y="358"/>
                </a:cubicBezTo>
                <a:cubicBezTo>
                  <a:pt x="1188" y="358"/>
                  <a:pt x="1188" y="358"/>
                  <a:pt x="1188" y="358"/>
                </a:cubicBezTo>
                <a:cubicBezTo>
                  <a:pt x="1189" y="358"/>
                  <a:pt x="1189" y="358"/>
                  <a:pt x="1189" y="358"/>
                </a:cubicBezTo>
                <a:cubicBezTo>
                  <a:pt x="1189" y="358"/>
                  <a:pt x="1189" y="358"/>
                  <a:pt x="1189" y="358"/>
                </a:cubicBezTo>
                <a:cubicBezTo>
                  <a:pt x="1190" y="358"/>
                  <a:pt x="1190" y="358"/>
                  <a:pt x="1190" y="358"/>
                </a:cubicBezTo>
                <a:cubicBezTo>
                  <a:pt x="1190" y="358"/>
                  <a:pt x="1191" y="358"/>
                  <a:pt x="1191" y="358"/>
                </a:cubicBezTo>
                <a:cubicBezTo>
                  <a:pt x="1191" y="358"/>
                  <a:pt x="1191" y="358"/>
                  <a:pt x="1192" y="357"/>
                </a:cubicBezTo>
                <a:cubicBezTo>
                  <a:pt x="1192" y="357"/>
                  <a:pt x="1192" y="357"/>
                  <a:pt x="1192" y="357"/>
                </a:cubicBezTo>
                <a:cubicBezTo>
                  <a:pt x="1194" y="357"/>
                  <a:pt x="1194" y="357"/>
                  <a:pt x="1194" y="357"/>
                </a:cubicBezTo>
                <a:cubicBezTo>
                  <a:pt x="1195" y="356"/>
                  <a:pt x="1195" y="355"/>
                  <a:pt x="1196" y="354"/>
                </a:cubicBezTo>
                <a:cubicBezTo>
                  <a:pt x="1196" y="354"/>
                  <a:pt x="1196" y="353"/>
                  <a:pt x="1196" y="353"/>
                </a:cubicBezTo>
                <a:cubicBezTo>
                  <a:pt x="1196" y="353"/>
                  <a:pt x="1196" y="353"/>
                  <a:pt x="1196" y="353"/>
                </a:cubicBezTo>
                <a:cubicBezTo>
                  <a:pt x="1196" y="353"/>
                  <a:pt x="1196" y="353"/>
                  <a:pt x="1196" y="352"/>
                </a:cubicBezTo>
                <a:cubicBezTo>
                  <a:pt x="1196" y="352"/>
                  <a:pt x="1196" y="352"/>
                  <a:pt x="1195" y="352"/>
                </a:cubicBezTo>
                <a:cubicBezTo>
                  <a:pt x="1195" y="351"/>
                  <a:pt x="1194" y="351"/>
                  <a:pt x="1194" y="351"/>
                </a:cubicBezTo>
                <a:lnTo>
                  <a:pt x="1192" y="350"/>
                </a:lnTo>
                <a:close/>
                <a:moveTo>
                  <a:pt x="305" y="350"/>
                </a:moveTo>
                <a:cubicBezTo>
                  <a:pt x="305" y="350"/>
                  <a:pt x="304" y="350"/>
                  <a:pt x="304" y="350"/>
                </a:cubicBezTo>
                <a:cubicBezTo>
                  <a:pt x="303" y="350"/>
                  <a:pt x="303" y="350"/>
                  <a:pt x="303" y="350"/>
                </a:cubicBezTo>
                <a:cubicBezTo>
                  <a:pt x="302" y="350"/>
                  <a:pt x="302" y="350"/>
                  <a:pt x="301" y="350"/>
                </a:cubicBezTo>
                <a:cubicBezTo>
                  <a:pt x="301" y="350"/>
                  <a:pt x="300" y="350"/>
                  <a:pt x="300" y="350"/>
                </a:cubicBezTo>
                <a:cubicBezTo>
                  <a:pt x="300" y="350"/>
                  <a:pt x="299" y="350"/>
                  <a:pt x="299" y="350"/>
                </a:cubicBezTo>
                <a:cubicBezTo>
                  <a:pt x="298" y="350"/>
                  <a:pt x="298" y="350"/>
                  <a:pt x="298" y="350"/>
                </a:cubicBezTo>
                <a:cubicBezTo>
                  <a:pt x="297" y="350"/>
                  <a:pt x="297" y="350"/>
                  <a:pt x="296" y="350"/>
                </a:cubicBezTo>
                <a:cubicBezTo>
                  <a:pt x="294" y="351"/>
                  <a:pt x="292" y="352"/>
                  <a:pt x="292" y="355"/>
                </a:cubicBezTo>
                <a:cubicBezTo>
                  <a:pt x="292" y="355"/>
                  <a:pt x="292" y="355"/>
                  <a:pt x="292" y="355"/>
                </a:cubicBezTo>
                <a:cubicBezTo>
                  <a:pt x="292" y="355"/>
                  <a:pt x="292" y="356"/>
                  <a:pt x="292" y="356"/>
                </a:cubicBezTo>
                <a:cubicBezTo>
                  <a:pt x="292" y="356"/>
                  <a:pt x="292" y="356"/>
                  <a:pt x="293" y="356"/>
                </a:cubicBezTo>
                <a:cubicBezTo>
                  <a:pt x="293" y="356"/>
                  <a:pt x="293" y="357"/>
                  <a:pt x="293" y="357"/>
                </a:cubicBezTo>
                <a:cubicBezTo>
                  <a:pt x="294" y="357"/>
                  <a:pt x="294" y="357"/>
                  <a:pt x="294" y="357"/>
                </a:cubicBezTo>
                <a:cubicBezTo>
                  <a:pt x="295" y="358"/>
                  <a:pt x="296" y="358"/>
                  <a:pt x="297" y="358"/>
                </a:cubicBezTo>
                <a:cubicBezTo>
                  <a:pt x="297" y="358"/>
                  <a:pt x="297" y="358"/>
                  <a:pt x="298" y="358"/>
                </a:cubicBezTo>
                <a:cubicBezTo>
                  <a:pt x="298" y="358"/>
                  <a:pt x="298" y="358"/>
                  <a:pt x="298" y="358"/>
                </a:cubicBezTo>
                <a:cubicBezTo>
                  <a:pt x="298" y="358"/>
                  <a:pt x="298" y="358"/>
                  <a:pt x="298" y="358"/>
                </a:cubicBezTo>
                <a:cubicBezTo>
                  <a:pt x="299" y="358"/>
                  <a:pt x="299" y="358"/>
                  <a:pt x="299" y="358"/>
                </a:cubicBezTo>
                <a:cubicBezTo>
                  <a:pt x="299" y="358"/>
                  <a:pt x="299" y="358"/>
                  <a:pt x="299" y="358"/>
                </a:cubicBezTo>
                <a:cubicBezTo>
                  <a:pt x="299" y="358"/>
                  <a:pt x="300" y="358"/>
                  <a:pt x="300" y="358"/>
                </a:cubicBezTo>
                <a:cubicBezTo>
                  <a:pt x="300" y="358"/>
                  <a:pt x="300" y="358"/>
                  <a:pt x="300" y="358"/>
                </a:cubicBezTo>
                <a:cubicBezTo>
                  <a:pt x="300" y="358"/>
                  <a:pt x="300" y="358"/>
                  <a:pt x="301" y="358"/>
                </a:cubicBezTo>
                <a:cubicBezTo>
                  <a:pt x="301" y="358"/>
                  <a:pt x="301" y="358"/>
                  <a:pt x="301" y="358"/>
                </a:cubicBezTo>
                <a:cubicBezTo>
                  <a:pt x="302" y="358"/>
                  <a:pt x="302" y="358"/>
                  <a:pt x="302" y="358"/>
                </a:cubicBezTo>
                <a:cubicBezTo>
                  <a:pt x="303" y="358"/>
                  <a:pt x="303" y="358"/>
                  <a:pt x="303" y="357"/>
                </a:cubicBezTo>
                <a:cubicBezTo>
                  <a:pt x="303" y="357"/>
                  <a:pt x="304" y="357"/>
                  <a:pt x="304" y="357"/>
                </a:cubicBezTo>
                <a:cubicBezTo>
                  <a:pt x="305" y="357"/>
                  <a:pt x="305" y="357"/>
                  <a:pt x="305" y="357"/>
                </a:cubicBezTo>
                <a:cubicBezTo>
                  <a:pt x="307" y="356"/>
                  <a:pt x="308" y="355"/>
                  <a:pt x="309" y="354"/>
                </a:cubicBezTo>
                <a:cubicBezTo>
                  <a:pt x="309" y="353"/>
                  <a:pt x="309" y="353"/>
                  <a:pt x="309" y="353"/>
                </a:cubicBezTo>
                <a:cubicBezTo>
                  <a:pt x="308" y="352"/>
                  <a:pt x="308" y="352"/>
                  <a:pt x="308" y="352"/>
                </a:cubicBezTo>
                <a:cubicBezTo>
                  <a:pt x="308" y="351"/>
                  <a:pt x="308" y="351"/>
                  <a:pt x="307" y="351"/>
                </a:cubicBezTo>
                <a:cubicBezTo>
                  <a:pt x="307" y="351"/>
                  <a:pt x="306" y="350"/>
                  <a:pt x="306" y="350"/>
                </a:cubicBezTo>
                <a:cubicBezTo>
                  <a:pt x="306" y="350"/>
                  <a:pt x="305" y="350"/>
                  <a:pt x="305" y="350"/>
                </a:cubicBezTo>
                <a:close/>
                <a:moveTo>
                  <a:pt x="262" y="350"/>
                </a:moveTo>
                <a:cubicBezTo>
                  <a:pt x="261" y="350"/>
                  <a:pt x="260" y="350"/>
                  <a:pt x="259" y="350"/>
                </a:cubicBezTo>
                <a:cubicBezTo>
                  <a:pt x="259" y="350"/>
                  <a:pt x="258" y="350"/>
                  <a:pt x="258" y="350"/>
                </a:cubicBezTo>
                <a:cubicBezTo>
                  <a:pt x="257" y="350"/>
                  <a:pt x="257" y="350"/>
                  <a:pt x="257" y="350"/>
                </a:cubicBezTo>
                <a:cubicBezTo>
                  <a:pt x="256" y="350"/>
                  <a:pt x="256" y="350"/>
                  <a:pt x="255" y="350"/>
                </a:cubicBezTo>
                <a:cubicBezTo>
                  <a:pt x="255" y="350"/>
                  <a:pt x="255" y="350"/>
                  <a:pt x="254" y="350"/>
                </a:cubicBezTo>
                <a:cubicBezTo>
                  <a:pt x="254" y="350"/>
                  <a:pt x="253" y="351"/>
                  <a:pt x="252" y="351"/>
                </a:cubicBezTo>
                <a:cubicBezTo>
                  <a:pt x="252" y="351"/>
                  <a:pt x="251" y="351"/>
                  <a:pt x="251" y="352"/>
                </a:cubicBezTo>
                <a:cubicBezTo>
                  <a:pt x="251" y="352"/>
                  <a:pt x="250" y="352"/>
                  <a:pt x="250" y="353"/>
                </a:cubicBezTo>
                <a:cubicBezTo>
                  <a:pt x="250" y="353"/>
                  <a:pt x="249" y="353"/>
                  <a:pt x="249" y="355"/>
                </a:cubicBezTo>
                <a:cubicBezTo>
                  <a:pt x="249" y="356"/>
                  <a:pt x="250" y="356"/>
                  <a:pt x="251" y="357"/>
                </a:cubicBezTo>
                <a:cubicBezTo>
                  <a:pt x="252" y="357"/>
                  <a:pt x="252" y="357"/>
                  <a:pt x="252" y="357"/>
                </a:cubicBezTo>
                <a:cubicBezTo>
                  <a:pt x="253" y="358"/>
                  <a:pt x="254" y="358"/>
                  <a:pt x="255" y="358"/>
                </a:cubicBezTo>
                <a:cubicBezTo>
                  <a:pt x="255" y="358"/>
                  <a:pt x="255" y="358"/>
                  <a:pt x="255" y="358"/>
                </a:cubicBezTo>
                <a:cubicBezTo>
                  <a:pt x="255" y="358"/>
                  <a:pt x="256" y="358"/>
                  <a:pt x="256" y="358"/>
                </a:cubicBezTo>
                <a:cubicBezTo>
                  <a:pt x="256" y="358"/>
                  <a:pt x="256" y="358"/>
                  <a:pt x="256" y="358"/>
                </a:cubicBezTo>
                <a:cubicBezTo>
                  <a:pt x="256" y="358"/>
                  <a:pt x="256" y="358"/>
                  <a:pt x="257" y="358"/>
                </a:cubicBezTo>
                <a:cubicBezTo>
                  <a:pt x="257" y="358"/>
                  <a:pt x="257" y="358"/>
                  <a:pt x="257" y="358"/>
                </a:cubicBezTo>
                <a:cubicBezTo>
                  <a:pt x="257" y="358"/>
                  <a:pt x="257" y="358"/>
                  <a:pt x="257" y="358"/>
                </a:cubicBezTo>
                <a:cubicBezTo>
                  <a:pt x="258" y="358"/>
                  <a:pt x="258" y="358"/>
                  <a:pt x="258" y="358"/>
                </a:cubicBezTo>
                <a:cubicBezTo>
                  <a:pt x="258" y="358"/>
                  <a:pt x="258" y="358"/>
                  <a:pt x="258" y="358"/>
                </a:cubicBezTo>
                <a:cubicBezTo>
                  <a:pt x="258" y="358"/>
                  <a:pt x="259" y="358"/>
                  <a:pt x="259" y="358"/>
                </a:cubicBezTo>
                <a:cubicBezTo>
                  <a:pt x="259" y="358"/>
                  <a:pt x="259" y="358"/>
                  <a:pt x="259" y="358"/>
                </a:cubicBezTo>
                <a:cubicBezTo>
                  <a:pt x="259" y="358"/>
                  <a:pt x="259" y="358"/>
                  <a:pt x="260" y="358"/>
                </a:cubicBezTo>
                <a:cubicBezTo>
                  <a:pt x="260" y="358"/>
                  <a:pt x="260" y="358"/>
                  <a:pt x="260" y="358"/>
                </a:cubicBezTo>
                <a:cubicBezTo>
                  <a:pt x="261" y="357"/>
                  <a:pt x="261" y="357"/>
                  <a:pt x="261" y="357"/>
                </a:cubicBezTo>
                <a:cubicBezTo>
                  <a:pt x="263" y="357"/>
                  <a:pt x="263" y="357"/>
                  <a:pt x="263" y="357"/>
                </a:cubicBezTo>
                <a:cubicBezTo>
                  <a:pt x="264" y="356"/>
                  <a:pt x="265" y="355"/>
                  <a:pt x="266" y="354"/>
                </a:cubicBezTo>
                <a:cubicBezTo>
                  <a:pt x="266" y="353"/>
                  <a:pt x="266" y="353"/>
                  <a:pt x="266" y="353"/>
                </a:cubicBezTo>
                <a:cubicBezTo>
                  <a:pt x="266" y="352"/>
                  <a:pt x="266" y="352"/>
                  <a:pt x="266" y="352"/>
                </a:cubicBezTo>
                <a:cubicBezTo>
                  <a:pt x="266" y="351"/>
                  <a:pt x="265" y="351"/>
                  <a:pt x="265" y="351"/>
                </a:cubicBezTo>
                <a:cubicBezTo>
                  <a:pt x="265" y="351"/>
                  <a:pt x="264" y="350"/>
                  <a:pt x="264" y="350"/>
                </a:cubicBezTo>
                <a:lnTo>
                  <a:pt x="262" y="350"/>
                </a:lnTo>
                <a:close/>
                <a:moveTo>
                  <a:pt x="347" y="350"/>
                </a:moveTo>
                <a:cubicBezTo>
                  <a:pt x="346" y="350"/>
                  <a:pt x="345" y="350"/>
                  <a:pt x="344" y="350"/>
                </a:cubicBezTo>
                <a:cubicBezTo>
                  <a:pt x="343" y="350"/>
                  <a:pt x="343" y="350"/>
                  <a:pt x="342" y="350"/>
                </a:cubicBezTo>
                <a:cubicBezTo>
                  <a:pt x="342" y="350"/>
                  <a:pt x="341" y="350"/>
                  <a:pt x="341" y="350"/>
                </a:cubicBezTo>
                <a:cubicBezTo>
                  <a:pt x="341" y="350"/>
                  <a:pt x="340" y="350"/>
                  <a:pt x="340" y="350"/>
                </a:cubicBezTo>
                <a:cubicBezTo>
                  <a:pt x="339" y="350"/>
                  <a:pt x="339" y="350"/>
                  <a:pt x="339" y="350"/>
                </a:cubicBezTo>
                <a:cubicBezTo>
                  <a:pt x="336" y="351"/>
                  <a:pt x="334" y="352"/>
                  <a:pt x="334" y="355"/>
                </a:cubicBezTo>
                <a:cubicBezTo>
                  <a:pt x="334" y="355"/>
                  <a:pt x="334" y="355"/>
                  <a:pt x="334" y="355"/>
                </a:cubicBezTo>
                <a:cubicBezTo>
                  <a:pt x="334" y="355"/>
                  <a:pt x="334" y="356"/>
                  <a:pt x="334" y="356"/>
                </a:cubicBezTo>
                <a:cubicBezTo>
                  <a:pt x="335" y="356"/>
                  <a:pt x="335" y="356"/>
                  <a:pt x="335" y="356"/>
                </a:cubicBezTo>
                <a:cubicBezTo>
                  <a:pt x="335" y="356"/>
                  <a:pt x="335" y="357"/>
                  <a:pt x="336" y="357"/>
                </a:cubicBezTo>
                <a:cubicBezTo>
                  <a:pt x="337" y="357"/>
                  <a:pt x="337" y="357"/>
                  <a:pt x="337" y="357"/>
                </a:cubicBezTo>
                <a:cubicBezTo>
                  <a:pt x="338" y="358"/>
                  <a:pt x="339" y="358"/>
                  <a:pt x="340" y="358"/>
                </a:cubicBezTo>
                <a:cubicBezTo>
                  <a:pt x="340" y="358"/>
                  <a:pt x="340" y="358"/>
                  <a:pt x="340" y="358"/>
                </a:cubicBezTo>
                <a:cubicBezTo>
                  <a:pt x="340" y="358"/>
                  <a:pt x="340" y="358"/>
                  <a:pt x="340" y="358"/>
                </a:cubicBezTo>
                <a:cubicBezTo>
                  <a:pt x="340" y="358"/>
                  <a:pt x="341" y="358"/>
                  <a:pt x="341" y="358"/>
                </a:cubicBezTo>
                <a:cubicBezTo>
                  <a:pt x="341" y="358"/>
                  <a:pt x="341" y="358"/>
                  <a:pt x="341" y="358"/>
                </a:cubicBezTo>
                <a:cubicBezTo>
                  <a:pt x="341" y="358"/>
                  <a:pt x="341" y="358"/>
                  <a:pt x="342" y="358"/>
                </a:cubicBezTo>
                <a:cubicBezTo>
                  <a:pt x="342" y="358"/>
                  <a:pt x="342" y="358"/>
                  <a:pt x="342" y="358"/>
                </a:cubicBezTo>
                <a:cubicBezTo>
                  <a:pt x="342" y="358"/>
                  <a:pt x="342" y="358"/>
                  <a:pt x="343" y="358"/>
                </a:cubicBezTo>
                <a:cubicBezTo>
                  <a:pt x="343" y="358"/>
                  <a:pt x="343" y="358"/>
                  <a:pt x="343" y="358"/>
                </a:cubicBezTo>
                <a:cubicBezTo>
                  <a:pt x="343" y="358"/>
                  <a:pt x="343" y="358"/>
                  <a:pt x="343" y="358"/>
                </a:cubicBezTo>
                <a:cubicBezTo>
                  <a:pt x="343" y="358"/>
                  <a:pt x="344" y="358"/>
                  <a:pt x="344" y="358"/>
                </a:cubicBezTo>
                <a:cubicBezTo>
                  <a:pt x="344" y="358"/>
                  <a:pt x="344" y="358"/>
                  <a:pt x="344" y="358"/>
                </a:cubicBezTo>
                <a:cubicBezTo>
                  <a:pt x="344" y="358"/>
                  <a:pt x="344" y="358"/>
                  <a:pt x="345" y="358"/>
                </a:cubicBezTo>
                <a:cubicBezTo>
                  <a:pt x="346" y="357"/>
                  <a:pt x="346" y="357"/>
                  <a:pt x="346" y="357"/>
                </a:cubicBezTo>
                <a:cubicBezTo>
                  <a:pt x="348" y="357"/>
                  <a:pt x="348" y="357"/>
                  <a:pt x="348" y="357"/>
                </a:cubicBezTo>
                <a:cubicBezTo>
                  <a:pt x="349" y="356"/>
                  <a:pt x="350" y="355"/>
                  <a:pt x="351" y="354"/>
                </a:cubicBezTo>
                <a:cubicBezTo>
                  <a:pt x="351" y="353"/>
                  <a:pt x="351" y="353"/>
                  <a:pt x="351" y="353"/>
                </a:cubicBezTo>
                <a:cubicBezTo>
                  <a:pt x="351" y="352"/>
                  <a:pt x="351" y="352"/>
                  <a:pt x="350" y="352"/>
                </a:cubicBezTo>
                <a:cubicBezTo>
                  <a:pt x="350" y="351"/>
                  <a:pt x="350" y="351"/>
                  <a:pt x="349" y="351"/>
                </a:cubicBezTo>
                <a:cubicBezTo>
                  <a:pt x="349" y="351"/>
                  <a:pt x="349" y="350"/>
                  <a:pt x="348" y="350"/>
                </a:cubicBezTo>
                <a:lnTo>
                  <a:pt x="347" y="350"/>
                </a:lnTo>
                <a:close/>
                <a:moveTo>
                  <a:pt x="390" y="350"/>
                </a:moveTo>
                <a:cubicBezTo>
                  <a:pt x="389" y="350"/>
                  <a:pt x="387" y="350"/>
                  <a:pt x="386" y="350"/>
                </a:cubicBezTo>
                <a:cubicBezTo>
                  <a:pt x="385" y="350"/>
                  <a:pt x="385" y="350"/>
                  <a:pt x="384" y="350"/>
                </a:cubicBezTo>
                <a:cubicBezTo>
                  <a:pt x="384" y="350"/>
                  <a:pt x="384" y="350"/>
                  <a:pt x="383" y="350"/>
                </a:cubicBezTo>
                <a:cubicBezTo>
                  <a:pt x="383" y="350"/>
                  <a:pt x="382" y="350"/>
                  <a:pt x="382" y="350"/>
                </a:cubicBezTo>
                <a:cubicBezTo>
                  <a:pt x="382" y="350"/>
                  <a:pt x="381" y="350"/>
                  <a:pt x="381" y="350"/>
                </a:cubicBezTo>
                <a:cubicBezTo>
                  <a:pt x="380" y="350"/>
                  <a:pt x="380" y="351"/>
                  <a:pt x="379" y="351"/>
                </a:cubicBezTo>
                <a:cubicBezTo>
                  <a:pt x="379" y="351"/>
                  <a:pt x="378" y="351"/>
                  <a:pt x="378" y="352"/>
                </a:cubicBezTo>
                <a:cubicBezTo>
                  <a:pt x="377" y="352"/>
                  <a:pt x="377" y="352"/>
                  <a:pt x="377" y="353"/>
                </a:cubicBezTo>
                <a:cubicBezTo>
                  <a:pt x="376" y="353"/>
                  <a:pt x="376" y="353"/>
                  <a:pt x="376" y="355"/>
                </a:cubicBezTo>
                <a:cubicBezTo>
                  <a:pt x="376" y="356"/>
                  <a:pt x="377" y="356"/>
                  <a:pt x="378" y="357"/>
                </a:cubicBezTo>
                <a:cubicBezTo>
                  <a:pt x="379" y="357"/>
                  <a:pt x="379" y="357"/>
                  <a:pt x="379" y="357"/>
                </a:cubicBezTo>
                <a:cubicBezTo>
                  <a:pt x="380" y="358"/>
                  <a:pt x="381" y="358"/>
                  <a:pt x="382" y="358"/>
                </a:cubicBezTo>
                <a:cubicBezTo>
                  <a:pt x="382" y="358"/>
                  <a:pt x="382" y="358"/>
                  <a:pt x="382" y="358"/>
                </a:cubicBezTo>
                <a:cubicBezTo>
                  <a:pt x="382" y="358"/>
                  <a:pt x="383" y="358"/>
                  <a:pt x="383" y="358"/>
                </a:cubicBezTo>
                <a:cubicBezTo>
                  <a:pt x="383" y="358"/>
                  <a:pt x="383" y="358"/>
                  <a:pt x="383" y="358"/>
                </a:cubicBezTo>
                <a:cubicBezTo>
                  <a:pt x="383" y="358"/>
                  <a:pt x="383" y="358"/>
                  <a:pt x="384" y="358"/>
                </a:cubicBezTo>
                <a:cubicBezTo>
                  <a:pt x="384" y="358"/>
                  <a:pt x="384" y="358"/>
                  <a:pt x="384" y="358"/>
                </a:cubicBezTo>
                <a:cubicBezTo>
                  <a:pt x="384" y="358"/>
                  <a:pt x="384" y="358"/>
                  <a:pt x="384" y="358"/>
                </a:cubicBezTo>
                <a:cubicBezTo>
                  <a:pt x="385" y="358"/>
                  <a:pt x="385" y="358"/>
                  <a:pt x="385" y="358"/>
                </a:cubicBezTo>
                <a:cubicBezTo>
                  <a:pt x="385" y="358"/>
                  <a:pt x="385" y="358"/>
                  <a:pt x="385" y="358"/>
                </a:cubicBezTo>
                <a:cubicBezTo>
                  <a:pt x="386" y="358"/>
                  <a:pt x="386" y="358"/>
                  <a:pt x="386" y="358"/>
                </a:cubicBezTo>
                <a:cubicBezTo>
                  <a:pt x="386" y="358"/>
                  <a:pt x="387" y="358"/>
                  <a:pt x="387" y="358"/>
                </a:cubicBezTo>
                <a:cubicBezTo>
                  <a:pt x="387" y="358"/>
                  <a:pt x="387" y="358"/>
                  <a:pt x="388" y="357"/>
                </a:cubicBezTo>
                <a:cubicBezTo>
                  <a:pt x="388" y="357"/>
                  <a:pt x="388" y="357"/>
                  <a:pt x="388" y="357"/>
                </a:cubicBezTo>
                <a:cubicBezTo>
                  <a:pt x="390" y="357"/>
                  <a:pt x="390" y="357"/>
                  <a:pt x="390" y="357"/>
                </a:cubicBezTo>
                <a:cubicBezTo>
                  <a:pt x="391" y="356"/>
                  <a:pt x="392" y="355"/>
                  <a:pt x="393" y="354"/>
                </a:cubicBezTo>
                <a:cubicBezTo>
                  <a:pt x="393" y="353"/>
                  <a:pt x="393" y="353"/>
                  <a:pt x="393" y="353"/>
                </a:cubicBezTo>
                <a:cubicBezTo>
                  <a:pt x="393" y="352"/>
                  <a:pt x="393" y="352"/>
                  <a:pt x="393" y="352"/>
                </a:cubicBezTo>
                <a:cubicBezTo>
                  <a:pt x="392" y="351"/>
                  <a:pt x="392" y="351"/>
                  <a:pt x="392" y="351"/>
                </a:cubicBezTo>
                <a:cubicBezTo>
                  <a:pt x="391" y="351"/>
                  <a:pt x="391" y="350"/>
                  <a:pt x="390" y="350"/>
                </a:cubicBezTo>
                <a:cubicBezTo>
                  <a:pt x="390" y="350"/>
                  <a:pt x="391" y="350"/>
                  <a:pt x="390" y="350"/>
                </a:cubicBezTo>
                <a:close/>
                <a:moveTo>
                  <a:pt x="517" y="350"/>
                </a:moveTo>
                <a:cubicBezTo>
                  <a:pt x="516" y="350"/>
                  <a:pt x="515" y="350"/>
                  <a:pt x="514" y="350"/>
                </a:cubicBezTo>
                <a:cubicBezTo>
                  <a:pt x="514" y="350"/>
                  <a:pt x="514" y="350"/>
                  <a:pt x="514" y="350"/>
                </a:cubicBezTo>
                <a:cubicBezTo>
                  <a:pt x="514" y="350"/>
                  <a:pt x="513" y="350"/>
                  <a:pt x="513" y="350"/>
                </a:cubicBezTo>
                <a:cubicBezTo>
                  <a:pt x="513" y="350"/>
                  <a:pt x="513" y="350"/>
                  <a:pt x="513" y="350"/>
                </a:cubicBezTo>
                <a:cubicBezTo>
                  <a:pt x="513" y="350"/>
                  <a:pt x="513" y="350"/>
                  <a:pt x="512" y="350"/>
                </a:cubicBezTo>
                <a:cubicBezTo>
                  <a:pt x="512" y="350"/>
                  <a:pt x="512" y="350"/>
                  <a:pt x="511" y="350"/>
                </a:cubicBezTo>
                <a:cubicBezTo>
                  <a:pt x="511" y="350"/>
                  <a:pt x="510" y="350"/>
                  <a:pt x="510" y="350"/>
                </a:cubicBezTo>
                <a:cubicBezTo>
                  <a:pt x="509" y="350"/>
                  <a:pt x="509" y="350"/>
                  <a:pt x="509" y="350"/>
                </a:cubicBezTo>
                <a:cubicBezTo>
                  <a:pt x="508" y="350"/>
                  <a:pt x="508" y="350"/>
                  <a:pt x="507" y="350"/>
                </a:cubicBezTo>
                <a:cubicBezTo>
                  <a:pt x="507" y="350"/>
                  <a:pt x="506" y="351"/>
                  <a:pt x="506" y="351"/>
                </a:cubicBezTo>
                <a:cubicBezTo>
                  <a:pt x="505" y="351"/>
                  <a:pt x="505" y="351"/>
                  <a:pt x="504" y="352"/>
                </a:cubicBezTo>
                <a:cubicBezTo>
                  <a:pt x="504" y="352"/>
                  <a:pt x="504" y="352"/>
                  <a:pt x="503" y="353"/>
                </a:cubicBezTo>
                <a:cubicBezTo>
                  <a:pt x="503" y="353"/>
                  <a:pt x="503" y="353"/>
                  <a:pt x="503" y="355"/>
                </a:cubicBezTo>
                <a:cubicBezTo>
                  <a:pt x="503" y="355"/>
                  <a:pt x="503" y="355"/>
                  <a:pt x="503" y="355"/>
                </a:cubicBezTo>
                <a:cubicBezTo>
                  <a:pt x="503" y="355"/>
                  <a:pt x="503" y="356"/>
                  <a:pt x="504" y="356"/>
                </a:cubicBezTo>
                <a:cubicBezTo>
                  <a:pt x="504" y="356"/>
                  <a:pt x="504" y="356"/>
                  <a:pt x="504" y="356"/>
                </a:cubicBezTo>
                <a:cubicBezTo>
                  <a:pt x="504" y="356"/>
                  <a:pt x="504" y="357"/>
                  <a:pt x="505" y="357"/>
                </a:cubicBezTo>
                <a:cubicBezTo>
                  <a:pt x="506" y="357"/>
                  <a:pt x="506" y="357"/>
                  <a:pt x="506" y="357"/>
                </a:cubicBezTo>
                <a:cubicBezTo>
                  <a:pt x="507" y="358"/>
                  <a:pt x="508" y="358"/>
                  <a:pt x="509" y="358"/>
                </a:cubicBezTo>
                <a:cubicBezTo>
                  <a:pt x="509" y="358"/>
                  <a:pt x="509" y="358"/>
                  <a:pt x="509" y="358"/>
                </a:cubicBezTo>
                <a:cubicBezTo>
                  <a:pt x="509" y="358"/>
                  <a:pt x="509" y="358"/>
                  <a:pt x="510" y="358"/>
                </a:cubicBezTo>
                <a:cubicBezTo>
                  <a:pt x="510" y="358"/>
                  <a:pt x="510" y="358"/>
                  <a:pt x="510" y="358"/>
                </a:cubicBezTo>
                <a:cubicBezTo>
                  <a:pt x="510" y="358"/>
                  <a:pt x="510" y="358"/>
                  <a:pt x="510" y="358"/>
                </a:cubicBezTo>
                <a:cubicBezTo>
                  <a:pt x="511" y="358"/>
                  <a:pt x="511" y="358"/>
                  <a:pt x="511" y="358"/>
                </a:cubicBezTo>
                <a:cubicBezTo>
                  <a:pt x="511" y="358"/>
                  <a:pt x="511" y="358"/>
                  <a:pt x="511" y="358"/>
                </a:cubicBezTo>
                <a:cubicBezTo>
                  <a:pt x="511" y="358"/>
                  <a:pt x="512" y="358"/>
                  <a:pt x="512" y="358"/>
                </a:cubicBezTo>
                <a:cubicBezTo>
                  <a:pt x="512" y="358"/>
                  <a:pt x="512" y="358"/>
                  <a:pt x="512" y="358"/>
                </a:cubicBezTo>
                <a:cubicBezTo>
                  <a:pt x="512" y="358"/>
                  <a:pt x="513" y="358"/>
                  <a:pt x="513" y="358"/>
                </a:cubicBezTo>
                <a:cubicBezTo>
                  <a:pt x="513" y="358"/>
                  <a:pt x="514" y="358"/>
                  <a:pt x="514" y="358"/>
                </a:cubicBezTo>
                <a:cubicBezTo>
                  <a:pt x="514" y="358"/>
                  <a:pt x="514" y="358"/>
                  <a:pt x="515" y="357"/>
                </a:cubicBezTo>
                <a:cubicBezTo>
                  <a:pt x="515" y="357"/>
                  <a:pt x="515" y="357"/>
                  <a:pt x="515" y="357"/>
                </a:cubicBezTo>
                <a:cubicBezTo>
                  <a:pt x="517" y="357"/>
                  <a:pt x="517" y="357"/>
                  <a:pt x="517" y="357"/>
                </a:cubicBezTo>
                <a:cubicBezTo>
                  <a:pt x="518" y="356"/>
                  <a:pt x="519" y="355"/>
                  <a:pt x="520" y="354"/>
                </a:cubicBezTo>
                <a:cubicBezTo>
                  <a:pt x="520" y="353"/>
                  <a:pt x="520" y="353"/>
                  <a:pt x="520" y="353"/>
                </a:cubicBezTo>
                <a:cubicBezTo>
                  <a:pt x="520" y="352"/>
                  <a:pt x="520" y="352"/>
                  <a:pt x="519" y="352"/>
                </a:cubicBezTo>
                <a:cubicBezTo>
                  <a:pt x="519" y="351"/>
                  <a:pt x="519" y="351"/>
                  <a:pt x="518" y="351"/>
                </a:cubicBezTo>
                <a:cubicBezTo>
                  <a:pt x="518" y="351"/>
                  <a:pt x="517" y="350"/>
                  <a:pt x="517" y="350"/>
                </a:cubicBezTo>
                <a:cubicBezTo>
                  <a:pt x="517" y="350"/>
                  <a:pt x="517" y="350"/>
                  <a:pt x="517" y="350"/>
                </a:cubicBezTo>
                <a:close/>
                <a:moveTo>
                  <a:pt x="1826" y="350"/>
                </a:moveTo>
                <a:cubicBezTo>
                  <a:pt x="1824" y="350"/>
                  <a:pt x="1823" y="350"/>
                  <a:pt x="1821" y="350"/>
                </a:cubicBezTo>
                <a:cubicBezTo>
                  <a:pt x="1820" y="350"/>
                  <a:pt x="1820" y="350"/>
                  <a:pt x="1820" y="350"/>
                </a:cubicBezTo>
                <a:cubicBezTo>
                  <a:pt x="1819" y="350"/>
                  <a:pt x="1819" y="350"/>
                  <a:pt x="1818" y="350"/>
                </a:cubicBezTo>
                <a:cubicBezTo>
                  <a:pt x="1818" y="350"/>
                  <a:pt x="1818" y="350"/>
                  <a:pt x="1817" y="350"/>
                </a:cubicBezTo>
                <a:cubicBezTo>
                  <a:pt x="1817" y="350"/>
                  <a:pt x="1817" y="350"/>
                  <a:pt x="1816" y="350"/>
                </a:cubicBezTo>
                <a:cubicBezTo>
                  <a:pt x="1816" y="350"/>
                  <a:pt x="1815" y="351"/>
                  <a:pt x="1815" y="351"/>
                </a:cubicBezTo>
                <a:cubicBezTo>
                  <a:pt x="1814" y="351"/>
                  <a:pt x="1814" y="351"/>
                  <a:pt x="1814" y="352"/>
                </a:cubicBezTo>
                <a:cubicBezTo>
                  <a:pt x="1814" y="352"/>
                  <a:pt x="1813" y="352"/>
                  <a:pt x="1813" y="353"/>
                </a:cubicBezTo>
                <a:cubicBezTo>
                  <a:pt x="1813" y="353"/>
                  <a:pt x="1813" y="353"/>
                  <a:pt x="1814" y="355"/>
                </a:cubicBezTo>
                <a:cubicBezTo>
                  <a:pt x="1814" y="355"/>
                  <a:pt x="1814" y="355"/>
                  <a:pt x="1814" y="355"/>
                </a:cubicBezTo>
                <a:cubicBezTo>
                  <a:pt x="1814" y="355"/>
                  <a:pt x="1814" y="356"/>
                  <a:pt x="1815" y="356"/>
                </a:cubicBezTo>
                <a:cubicBezTo>
                  <a:pt x="1815" y="356"/>
                  <a:pt x="1815" y="356"/>
                  <a:pt x="1815" y="356"/>
                </a:cubicBezTo>
                <a:cubicBezTo>
                  <a:pt x="1816" y="356"/>
                  <a:pt x="1816" y="357"/>
                  <a:pt x="1816" y="357"/>
                </a:cubicBezTo>
                <a:cubicBezTo>
                  <a:pt x="1817" y="357"/>
                  <a:pt x="1817" y="357"/>
                  <a:pt x="1817" y="357"/>
                </a:cubicBezTo>
                <a:cubicBezTo>
                  <a:pt x="1818" y="358"/>
                  <a:pt x="1820" y="358"/>
                  <a:pt x="1821" y="358"/>
                </a:cubicBezTo>
                <a:cubicBezTo>
                  <a:pt x="1821" y="358"/>
                  <a:pt x="1821" y="358"/>
                  <a:pt x="1821" y="358"/>
                </a:cubicBezTo>
                <a:cubicBezTo>
                  <a:pt x="1821" y="358"/>
                  <a:pt x="1821" y="358"/>
                  <a:pt x="1821" y="358"/>
                </a:cubicBezTo>
                <a:cubicBezTo>
                  <a:pt x="1822" y="358"/>
                  <a:pt x="1822" y="358"/>
                  <a:pt x="1822" y="358"/>
                </a:cubicBezTo>
                <a:cubicBezTo>
                  <a:pt x="1822" y="358"/>
                  <a:pt x="1822" y="358"/>
                  <a:pt x="1822" y="358"/>
                </a:cubicBezTo>
                <a:cubicBezTo>
                  <a:pt x="1822" y="358"/>
                  <a:pt x="1823" y="358"/>
                  <a:pt x="1823" y="358"/>
                </a:cubicBezTo>
                <a:cubicBezTo>
                  <a:pt x="1823" y="358"/>
                  <a:pt x="1823" y="358"/>
                  <a:pt x="1823" y="358"/>
                </a:cubicBezTo>
                <a:cubicBezTo>
                  <a:pt x="1823" y="358"/>
                  <a:pt x="1823" y="358"/>
                  <a:pt x="1824" y="358"/>
                </a:cubicBezTo>
                <a:cubicBezTo>
                  <a:pt x="1824" y="358"/>
                  <a:pt x="1824" y="358"/>
                  <a:pt x="1824" y="358"/>
                </a:cubicBezTo>
                <a:cubicBezTo>
                  <a:pt x="1824" y="358"/>
                  <a:pt x="1825" y="358"/>
                  <a:pt x="1825" y="358"/>
                </a:cubicBezTo>
                <a:cubicBezTo>
                  <a:pt x="1825" y="358"/>
                  <a:pt x="1825" y="358"/>
                  <a:pt x="1826" y="358"/>
                </a:cubicBezTo>
                <a:cubicBezTo>
                  <a:pt x="1826" y="358"/>
                  <a:pt x="1826" y="358"/>
                  <a:pt x="1826" y="357"/>
                </a:cubicBezTo>
                <a:cubicBezTo>
                  <a:pt x="1827" y="357"/>
                  <a:pt x="1827" y="357"/>
                  <a:pt x="1827" y="357"/>
                </a:cubicBezTo>
                <a:cubicBezTo>
                  <a:pt x="1828" y="357"/>
                  <a:pt x="1828" y="357"/>
                  <a:pt x="1828" y="357"/>
                </a:cubicBezTo>
                <a:cubicBezTo>
                  <a:pt x="1829" y="356"/>
                  <a:pt x="1830" y="355"/>
                  <a:pt x="1830" y="354"/>
                </a:cubicBezTo>
                <a:cubicBezTo>
                  <a:pt x="1830" y="353"/>
                  <a:pt x="1830" y="353"/>
                  <a:pt x="1830" y="353"/>
                </a:cubicBezTo>
                <a:cubicBezTo>
                  <a:pt x="1829" y="352"/>
                  <a:pt x="1829" y="352"/>
                  <a:pt x="1829" y="352"/>
                </a:cubicBezTo>
                <a:cubicBezTo>
                  <a:pt x="1828" y="351"/>
                  <a:pt x="1828" y="351"/>
                  <a:pt x="1827" y="351"/>
                </a:cubicBezTo>
                <a:cubicBezTo>
                  <a:pt x="1827" y="351"/>
                  <a:pt x="1826" y="350"/>
                  <a:pt x="1826" y="350"/>
                </a:cubicBezTo>
                <a:cubicBezTo>
                  <a:pt x="1825" y="350"/>
                  <a:pt x="1826" y="350"/>
                  <a:pt x="1826" y="350"/>
                </a:cubicBezTo>
                <a:close/>
                <a:moveTo>
                  <a:pt x="1782" y="350"/>
                </a:moveTo>
                <a:cubicBezTo>
                  <a:pt x="1781" y="350"/>
                  <a:pt x="1780" y="350"/>
                  <a:pt x="1779" y="350"/>
                </a:cubicBezTo>
                <a:cubicBezTo>
                  <a:pt x="1778" y="350"/>
                  <a:pt x="1778" y="350"/>
                  <a:pt x="1778" y="350"/>
                </a:cubicBezTo>
                <a:cubicBezTo>
                  <a:pt x="1778" y="350"/>
                  <a:pt x="1777" y="350"/>
                  <a:pt x="1777" y="350"/>
                </a:cubicBezTo>
                <a:cubicBezTo>
                  <a:pt x="1777" y="350"/>
                  <a:pt x="1776" y="350"/>
                  <a:pt x="1776" y="350"/>
                </a:cubicBezTo>
                <a:cubicBezTo>
                  <a:pt x="1776" y="350"/>
                  <a:pt x="1776" y="350"/>
                  <a:pt x="1775" y="350"/>
                </a:cubicBezTo>
                <a:cubicBezTo>
                  <a:pt x="1774" y="350"/>
                  <a:pt x="1774" y="350"/>
                  <a:pt x="1774" y="350"/>
                </a:cubicBezTo>
                <a:cubicBezTo>
                  <a:pt x="1772" y="351"/>
                  <a:pt x="1771" y="352"/>
                  <a:pt x="1771" y="355"/>
                </a:cubicBezTo>
                <a:cubicBezTo>
                  <a:pt x="1771" y="355"/>
                  <a:pt x="1771" y="355"/>
                  <a:pt x="1772" y="355"/>
                </a:cubicBezTo>
                <a:cubicBezTo>
                  <a:pt x="1772" y="355"/>
                  <a:pt x="1772" y="356"/>
                  <a:pt x="1772" y="356"/>
                </a:cubicBezTo>
                <a:cubicBezTo>
                  <a:pt x="1772" y="356"/>
                  <a:pt x="1773" y="356"/>
                  <a:pt x="1773" y="356"/>
                </a:cubicBezTo>
                <a:cubicBezTo>
                  <a:pt x="1773" y="356"/>
                  <a:pt x="1774" y="357"/>
                  <a:pt x="1774" y="357"/>
                </a:cubicBezTo>
                <a:cubicBezTo>
                  <a:pt x="1775" y="357"/>
                  <a:pt x="1775" y="357"/>
                  <a:pt x="1775" y="357"/>
                </a:cubicBezTo>
                <a:cubicBezTo>
                  <a:pt x="1777" y="358"/>
                  <a:pt x="1777" y="358"/>
                  <a:pt x="1777" y="358"/>
                </a:cubicBezTo>
                <a:cubicBezTo>
                  <a:pt x="1777" y="358"/>
                  <a:pt x="1778" y="358"/>
                  <a:pt x="1778" y="358"/>
                </a:cubicBezTo>
                <a:cubicBezTo>
                  <a:pt x="1778" y="358"/>
                  <a:pt x="1779" y="358"/>
                  <a:pt x="1779" y="358"/>
                </a:cubicBezTo>
                <a:cubicBezTo>
                  <a:pt x="1779" y="358"/>
                  <a:pt x="1779" y="358"/>
                  <a:pt x="1779" y="358"/>
                </a:cubicBezTo>
                <a:cubicBezTo>
                  <a:pt x="1779" y="358"/>
                  <a:pt x="1779" y="358"/>
                  <a:pt x="1780" y="358"/>
                </a:cubicBezTo>
                <a:cubicBezTo>
                  <a:pt x="1780" y="358"/>
                  <a:pt x="1780" y="358"/>
                  <a:pt x="1780" y="358"/>
                </a:cubicBezTo>
                <a:cubicBezTo>
                  <a:pt x="1780" y="358"/>
                  <a:pt x="1780" y="358"/>
                  <a:pt x="1780" y="358"/>
                </a:cubicBezTo>
                <a:cubicBezTo>
                  <a:pt x="1781" y="358"/>
                  <a:pt x="1781" y="358"/>
                  <a:pt x="1781" y="358"/>
                </a:cubicBezTo>
                <a:cubicBezTo>
                  <a:pt x="1781" y="358"/>
                  <a:pt x="1781" y="358"/>
                  <a:pt x="1781" y="358"/>
                </a:cubicBezTo>
                <a:cubicBezTo>
                  <a:pt x="1781" y="358"/>
                  <a:pt x="1782" y="358"/>
                  <a:pt x="1782" y="358"/>
                </a:cubicBezTo>
                <a:cubicBezTo>
                  <a:pt x="1782" y="358"/>
                  <a:pt x="1782" y="358"/>
                  <a:pt x="1782" y="358"/>
                </a:cubicBezTo>
                <a:cubicBezTo>
                  <a:pt x="1782" y="358"/>
                  <a:pt x="1782" y="358"/>
                  <a:pt x="1783" y="358"/>
                </a:cubicBezTo>
                <a:cubicBezTo>
                  <a:pt x="1783" y="358"/>
                  <a:pt x="1783" y="358"/>
                  <a:pt x="1783" y="358"/>
                </a:cubicBezTo>
                <a:cubicBezTo>
                  <a:pt x="1783" y="358"/>
                  <a:pt x="1783" y="358"/>
                  <a:pt x="1783" y="358"/>
                </a:cubicBezTo>
                <a:cubicBezTo>
                  <a:pt x="1785" y="357"/>
                  <a:pt x="1785" y="357"/>
                  <a:pt x="1785" y="357"/>
                </a:cubicBezTo>
                <a:cubicBezTo>
                  <a:pt x="1786" y="357"/>
                  <a:pt x="1786" y="357"/>
                  <a:pt x="1786" y="357"/>
                </a:cubicBezTo>
                <a:cubicBezTo>
                  <a:pt x="1787" y="356"/>
                  <a:pt x="1788" y="355"/>
                  <a:pt x="1788" y="354"/>
                </a:cubicBezTo>
                <a:cubicBezTo>
                  <a:pt x="1788" y="353"/>
                  <a:pt x="1788" y="353"/>
                  <a:pt x="1787" y="353"/>
                </a:cubicBezTo>
                <a:cubicBezTo>
                  <a:pt x="1787" y="352"/>
                  <a:pt x="1787" y="352"/>
                  <a:pt x="1786" y="352"/>
                </a:cubicBezTo>
                <a:cubicBezTo>
                  <a:pt x="1786" y="351"/>
                  <a:pt x="1786" y="351"/>
                  <a:pt x="1785" y="351"/>
                </a:cubicBezTo>
                <a:cubicBezTo>
                  <a:pt x="1785" y="351"/>
                  <a:pt x="1784" y="350"/>
                  <a:pt x="1784" y="350"/>
                </a:cubicBezTo>
                <a:lnTo>
                  <a:pt x="1782" y="350"/>
                </a:lnTo>
                <a:close/>
                <a:moveTo>
                  <a:pt x="1488" y="350"/>
                </a:moveTo>
                <a:cubicBezTo>
                  <a:pt x="1488" y="350"/>
                  <a:pt x="1487" y="350"/>
                  <a:pt x="1487" y="350"/>
                </a:cubicBezTo>
                <a:cubicBezTo>
                  <a:pt x="1487" y="350"/>
                  <a:pt x="1486" y="350"/>
                  <a:pt x="1486" y="350"/>
                </a:cubicBezTo>
                <a:cubicBezTo>
                  <a:pt x="1485" y="350"/>
                  <a:pt x="1485" y="350"/>
                  <a:pt x="1485" y="350"/>
                </a:cubicBezTo>
                <a:cubicBezTo>
                  <a:pt x="1484" y="350"/>
                  <a:pt x="1484" y="350"/>
                  <a:pt x="1483" y="350"/>
                </a:cubicBezTo>
                <a:cubicBezTo>
                  <a:pt x="1483" y="350"/>
                  <a:pt x="1482" y="350"/>
                  <a:pt x="1482" y="350"/>
                </a:cubicBezTo>
                <a:cubicBezTo>
                  <a:pt x="1482" y="350"/>
                  <a:pt x="1481" y="350"/>
                  <a:pt x="1481" y="350"/>
                </a:cubicBezTo>
                <a:cubicBezTo>
                  <a:pt x="1480" y="350"/>
                  <a:pt x="1480" y="350"/>
                  <a:pt x="1480" y="350"/>
                </a:cubicBezTo>
                <a:cubicBezTo>
                  <a:pt x="1479" y="350"/>
                  <a:pt x="1479" y="350"/>
                  <a:pt x="1479" y="350"/>
                </a:cubicBezTo>
                <a:cubicBezTo>
                  <a:pt x="1476" y="351"/>
                  <a:pt x="1475" y="352"/>
                  <a:pt x="1475" y="355"/>
                </a:cubicBezTo>
                <a:cubicBezTo>
                  <a:pt x="1475" y="355"/>
                  <a:pt x="1475" y="355"/>
                  <a:pt x="1476" y="355"/>
                </a:cubicBezTo>
                <a:cubicBezTo>
                  <a:pt x="1476" y="355"/>
                  <a:pt x="1476" y="356"/>
                  <a:pt x="1476" y="356"/>
                </a:cubicBezTo>
                <a:cubicBezTo>
                  <a:pt x="1476" y="356"/>
                  <a:pt x="1477" y="356"/>
                  <a:pt x="1477" y="356"/>
                </a:cubicBezTo>
                <a:cubicBezTo>
                  <a:pt x="1477" y="356"/>
                  <a:pt x="1477" y="357"/>
                  <a:pt x="1478" y="357"/>
                </a:cubicBezTo>
                <a:cubicBezTo>
                  <a:pt x="1479" y="357"/>
                  <a:pt x="1479" y="357"/>
                  <a:pt x="1479" y="357"/>
                </a:cubicBezTo>
                <a:cubicBezTo>
                  <a:pt x="1480" y="358"/>
                  <a:pt x="1481" y="358"/>
                  <a:pt x="1482" y="358"/>
                </a:cubicBezTo>
                <a:cubicBezTo>
                  <a:pt x="1482" y="358"/>
                  <a:pt x="1482" y="358"/>
                  <a:pt x="1482" y="358"/>
                </a:cubicBezTo>
                <a:cubicBezTo>
                  <a:pt x="1483" y="358"/>
                  <a:pt x="1483" y="358"/>
                  <a:pt x="1483" y="358"/>
                </a:cubicBezTo>
                <a:cubicBezTo>
                  <a:pt x="1483" y="358"/>
                  <a:pt x="1483" y="358"/>
                  <a:pt x="1483" y="358"/>
                </a:cubicBezTo>
                <a:cubicBezTo>
                  <a:pt x="1483" y="358"/>
                  <a:pt x="1484" y="358"/>
                  <a:pt x="1484" y="358"/>
                </a:cubicBezTo>
                <a:cubicBezTo>
                  <a:pt x="1484" y="358"/>
                  <a:pt x="1484" y="358"/>
                  <a:pt x="1484" y="358"/>
                </a:cubicBezTo>
                <a:cubicBezTo>
                  <a:pt x="1484" y="358"/>
                  <a:pt x="1485" y="358"/>
                  <a:pt x="1485" y="358"/>
                </a:cubicBezTo>
                <a:cubicBezTo>
                  <a:pt x="1485" y="358"/>
                  <a:pt x="1485" y="358"/>
                  <a:pt x="1485" y="358"/>
                </a:cubicBezTo>
                <a:cubicBezTo>
                  <a:pt x="1485" y="358"/>
                  <a:pt x="1485" y="358"/>
                  <a:pt x="1485" y="358"/>
                </a:cubicBezTo>
                <a:cubicBezTo>
                  <a:pt x="1486" y="358"/>
                  <a:pt x="1486" y="358"/>
                  <a:pt x="1486" y="358"/>
                </a:cubicBezTo>
                <a:cubicBezTo>
                  <a:pt x="1487" y="358"/>
                  <a:pt x="1487" y="358"/>
                  <a:pt x="1487" y="358"/>
                </a:cubicBezTo>
                <a:cubicBezTo>
                  <a:pt x="1487" y="358"/>
                  <a:pt x="1488" y="358"/>
                  <a:pt x="1488" y="357"/>
                </a:cubicBezTo>
                <a:cubicBezTo>
                  <a:pt x="1488" y="357"/>
                  <a:pt x="1488" y="357"/>
                  <a:pt x="1488" y="357"/>
                </a:cubicBezTo>
                <a:cubicBezTo>
                  <a:pt x="1490" y="357"/>
                  <a:pt x="1490" y="357"/>
                  <a:pt x="1490" y="357"/>
                </a:cubicBezTo>
                <a:cubicBezTo>
                  <a:pt x="1491" y="356"/>
                  <a:pt x="1492" y="355"/>
                  <a:pt x="1492" y="354"/>
                </a:cubicBezTo>
                <a:cubicBezTo>
                  <a:pt x="1492" y="353"/>
                  <a:pt x="1492" y="353"/>
                  <a:pt x="1492" y="353"/>
                </a:cubicBezTo>
                <a:cubicBezTo>
                  <a:pt x="1491" y="352"/>
                  <a:pt x="1491" y="352"/>
                  <a:pt x="1491" y="352"/>
                </a:cubicBezTo>
                <a:cubicBezTo>
                  <a:pt x="1490" y="351"/>
                  <a:pt x="1490" y="351"/>
                  <a:pt x="1490" y="351"/>
                </a:cubicBezTo>
                <a:cubicBezTo>
                  <a:pt x="1489" y="351"/>
                  <a:pt x="1489" y="350"/>
                  <a:pt x="1488" y="350"/>
                </a:cubicBezTo>
                <a:cubicBezTo>
                  <a:pt x="1488" y="350"/>
                  <a:pt x="1489" y="350"/>
                  <a:pt x="1488" y="350"/>
                </a:cubicBezTo>
                <a:close/>
                <a:moveTo>
                  <a:pt x="2037" y="350"/>
                </a:moveTo>
                <a:cubicBezTo>
                  <a:pt x="2036" y="350"/>
                  <a:pt x="2035" y="350"/>
                  <a:pt x="2034" y="350"/>
                </a:cubicBezTo>
                <a:cubicBezTo>
                  <a:pt x="2034" y="350"/>
                  <a:pt x="2033" y="350"/>
                  <a:pt x="2033" y="350"/>
                </a:cubicBezTo>
                <a:cubicBezTo>
                  <a:pt x="2033" y="350"/>
                  <a:pt x="2033" y="350"/>
                  <a:pt x="2033" y="350"/>
                </a:cubicBezTo>
                <a:cubicBezTo>
                  <a:pt x="2033" y="350"/>
                  <a:pt x="2033" y="350"/>
                  <a:pt x="2032" y="350"/>
                </a:cubicBezTo>
                <a:cubicBezTo>
                  <a:pt x="2032" y="350"/>
                  <a:pt x="2032" y="350"/>
                  <a:pt x="2032" y="350"/>
                </a:cubicBezTo>
                <a:cubicBezTo>
                  <a:pt x="2032" y="350"/>
                  <a:pt x="2032" y="350"/>
                  <a:pt x="2032" y="350"/>
                </a:cubicBezTo>
                <a:cubicBezTo>
                  <a:pt x="2031" y="350"/>
                  <a:pt x="2031" y="350"/>
                  <a:pt x="2031" y="350"/>
                </a:cubicBezTo>
                <a:cubicBezTo>
                  <a:pt x="2031" y="350"/>
                  <a:pt x="2031" y="350"/>
                  <a:pt x="2031" y="350"/>
                </a:cubicBezTo>
                <a:cubicBezTo>
                  <a:pt x="2031" y="350"/>
                  <a:pt x="2030" y="350"/>
                  <a:pt x="2030" y="350"/>
                </a:cubicBezTo>
                <a:cubicBezTo>
                  <a:pt x="2030" y="350"/>
                  <a:pt x="2030" y="350"/>
                  <a:pt x="2030" y="350"/>
                </a:cubicBezTo>
                <a:cubicBezTo>
                  <a:pt x="2029" y="350"/>
                  <a:pt x="2029" y="350"/>
                  <a:pt x="2029" y="350"/>
                </a:cubicBezTo>
                <a:cubicBezTo>
                  <a:pt x="2029" y="350"/>
                  <a:pt x="2028" y="350"/>
                  <a:pt x="2028" y="350"/>
                </a:cubicBezTo>
                <a:cubicBezTo>
                  <a:pt x="2028" y="350"/>
                  <a:pt x="2028" y="350"/>
                  <a:pt x="2027" y="350"/>
                </a:cubicBezTo>
                <a:cubicBezTo>
                  <a:pt x="2025" y="351"/>
                  <a:pt x="2024" y="352"/>
                  <a:pt x="2025" y="355"/>
                </a:cubicBezTo>
                <a:cubicBezTo>
                  <a:pt x="2025" y="355"/>
                  <a:pt x="2025" y="355"/>
                  <a:pt x="2025" y="355"/>
                </a:cubicBezTo>
                <a:cubicBezTo>
                  <a:pt x="2026" y="355"/>
                  <a:pt x="2026" y="356"/>
                  <a:pt x="2026" y="356"/>
                </a:cubicBezTo>
                <a:cubicBezTo>
                  <a:pt x="2026" y="356"/>
                  <a:pt x="2026" y="356"/>
                  <a:pt x="2027" y="356"/>
                </a:cubicBezTo>
                <a:cubicBezTo>
                  <a:pt x="2027" y="356"/>
                  <a:pt x="2027" y="357"/>
                  <a:pt x="2028" y="357"/>
                </a:cubicBezTo>
                <a:cubicBezTo>
                  <a:pt x="2029" y="357"/>
                  <a:pt x="2029" y="357"/>
                  <a:pt x="2029" y="357"/>
                </a:cubicBezTo>
                <a:cubicBezTo>
                  <a:pt x="2030" y="358"/>
                  <a:pt x="2031" y="358"/>
                  <a:pt x="2032" y="358"/>
                </a:cubicBezTo>
                <a:cubicBezTo>
                  <a:pt x="2032" y="358"/>
                  <a:pt x="2032" y="358"/>
                  <a:pt x="2033" y="358"/>
                </a:cubicBezTo>
                <a:cubicBezTo>
                  <a:pt x="2033" y="358"/>
                  <a:pt x="2033" y="358"/>
                  <a:pt x="2033" y="358"/>
                </a:cubicBezTo>
                <a:cubicBezTo>
                  <a:pt x="2033" y="358"/>
                  <a:pt x="2033" y="358"/>
                  <a:pt x="2033" y="358"/>
                </a:cubicBezTo>
                <a:cubicBezTo>
                  <a:pt x="2034" y="358"/>
                  <a:pt x="2034" y="358"/>
                  <a:pt x="2034" y="358"/>
                </a:cubicBezTo>
                <a:cubicBezTo>
                  <a:pt x="2034" y="358"/>
                  <a:pt x="2034" y="358"/>
                  <a:pt x="2034" y="358"/>
                </a:cubicBezTo>
                <a:cubicBezTo>
                  <a:pt x="2034" y="358"/>
                  <a:pt x="2035" y="358"/>
                  <a:pt x="2035" y="358"/>
                </a:cubicBezTo>
                <a:cubicBezTo>
                  <a:pt x="2035" y="358"/>
                  <a:pt x="2035" y="358"/>
                  <a:pt x="2035" y="358"/>
                </a:cubicBezTo>
                <a:cubicBezTo>
                  <a:pt x="2035" y="358"/>
                  <a:pt x="2035" y="358"/>
                  <a:pt x="2036" y="358"/>
                </a:cubicBezTo>
                <a:cubicBezTo>
                  <a:pt x="2036" y="358"/>
                  <a:pt x="2036" y="358"/>
                  <a:pt x="2036" y="358"/>
                </a:cubicBezTo>
                <a:cubicBezTo>
                  <a:pt x="2037" y="358"/>
                  <a:pt x="2037" y="358"/>
                  <a:pt x="2037" y="358"/>
                </a:cubicBezTo>
                <a:cubicBezTo>
                  <a:pt x="2037" y="358"/>
                  <a:pt x="2038" y="358"/>
                  <a:pt x="2038" y="357"/>
                </a:cubicBezTo>
                <a:cubicBezTo>
                  <a:pt x="2038" y="357"/>
                  <a:pt x="2038" y="357"/>
                  <a:pt x="2038" y="357"/>
                </a:cubicBezTo>
                <a:cubicBezTo>
                  <a:pt x="2040" y="357"/>
                  <a:pt x="2040" y="357"/>
                  <a:pt x="2040" y="357"/>
                </a:cubicBezTo>
                <a:cubicBezTo>
                  <a:pt x="2041" y="356"/>
                  <a:pt x="2041" y="355"/>
                  <a:pt x="2041" y="354"/>
                </a:cubicBezTo>
                <a:cubicBezTo>
                  <a:pt x="2041" y="354"/>
                  <a:pt x="2041" y="353"/>
                  <a:pt x="2041" y="353"/>
                </a:cubicBezTo>
                <a:cubicBezTo>
                  <a:pt x="2041" y="353"/>
                  <a:pt x="2041" y="353"/>
                  <a:pt x="2041" y="353"/>
                </a:cubicBezTo>
                <a:cubicBezTo>
                  <a:pt x="2041" y="353"/>
                  <a:pt x="2041" y="353"/>
                  <a:pt x="2041" y="352"/>
                </a:cubicBezTo>
                <a:cubicBezTo>
                  <a:pt x="2041" y="352"/>
                  <a:pt x="2040" y="352"/>
                  <a:pt x="2040" y="352"/>
                </a:cubicBezTo>
                <a:cubicBezTo>
                  <a:pt x="2040" y="352"/>
                  <a:pt x="2039" y="351"/>
                  <a:pt x="2038" y="351"/>
                </a:cubicBezTo>
                <a:lnTo>
                  <a:pt x="2037" y="350"/>
                </a:lnTo>
                <a:close/>
                <a:moveTo>
                  <a:pt x="1741" y="350"/>
                </a:moveTo>
                <a:cubicBezTo>
                  <a:pt x="1741" y="350"/>
                  <a:pt x="1741" y="350"/>
                  <a:pt x="1740" y="350"/>
                </a:cubicBezTo>
                <a:cubicBezTo>
                  <a:pt x="1740" y="350"/>
                  <a:pt x="1739" y="350"/>
                  <a:pt x="1739" y="350"/>
                </a:cubicBezTo>
                <a:cubicBezTo>
                  <a:pt x="1739" y="350"/>
                  <a:pt x="1738" y="350"/>
                  <a:pt x="1738" y="350"/>
                </a:cubicBezTo>
                <a:cubicBezTo>
                  <a:pt x="1737" y="350"/>
                  <a:pt x="1737" y="350"/>
                  <a:pt x="1737" y="350"/>
                </a:cubicBezTo>
                <a:cubicBezTo>
                  <a:pt x="1736" y="350"/>
                  <a:pt x="1736" y="350"/>
                  <a:pt x="1735" y="350"/>
                </a:cubicBezTo>
                <a:cubicBezTo>
                  <a:pt x="1735" y="350"/>
                  <a:pt x="1734" y="350"/>
                  <a:pt x="1734" y="350"/>
                </a:cubicBezTo>
                <a:cubicBezTo>
                  <a:pt x="1734" y="350"/>
                  <a:pt x="1733" y="350"/>
                  <a:pt x="1733" y="350"/>
                </a:cubicBezTo>
                <a:cubicBezTo>
                  <a:pt x="1733" y="350"/>
                  <a:pt x="1732" y="350"/>
                  <a:pt x="1732" y="350"/>
                </a:cubicBezTo>
                <a:cubicBezTo>
                  <a:pt x="1730" y="351"/>
                  <a:pt x="1728" y="352"/>
                  <a:pt x="1729" y="355"/>
                </a:cubicBezTo>
                <a:cubicBezTo>
                  <a:pt x="1729" y="355"/>
                  <a:pt x="1729" y="355"/>
                  <a:pt x="1729" y="355"/>
                </a:cubicBezTo>
                <a:cubicBezTo>
                  <a:pt x="1730" y="355"/>
                  <a:pt x="1730" y="356"/>
                  <a:pt x="1730" y="356"/>
                </a:cubicBezTo>
                <a:cubicBezTo>
                  <a:pt x="1730" y="356"/>
                  <a:pt x="1730" y="356"/>
                  <a:pt x="1731" y="356"/>
                </a:cubicBezTo>
                <a:cubicBezTo>
                  <a:pt x="1731" y="356"/>
                  <a:pt x="1731" y="357"/>
                  <a:pt x="1732" y="357"/>
                </a:cubicBezTo>
                <a:cubicBezTo>
                  <a:pt x="1733" y="357"/>
                  <a:pt x="1733" y="357"/>
                  <a:pt x="1733" y="357"/>
                </a:cubicBezTo>
                <a:cubicBezTo>
                  <a:pt x="1734" y="358"/>
                  <a:pt x="1735" y="358"/>
                  <a:pt x="1736" y="358"/>
                </a:cubicBezTo>
                <a:cubicBezTo>
                  <a:pt x="1736" y="358"/>
                  <a:pt x="1736" y="358"/>
                  <a:pt x="1736" y="358"/>
                </a:cubicBezTo>
                <a:cubicBezTo>
                  <a:pt x="1737" y="358"/>
                  <a:pt x="1737" y="358"/>
                  <a:pt x="1737" y="358"/>
                </a:cubicBezTo>
                <a:cubicBezTo>
                  <a:pt x="1737" y="358"/>
                  <a:pt x="1737" y="358"/>
                  <a:pt x="1737" y="358"/>
                </a:cubicBezTo>
                <a:cubicBezTo>
                  <a:pt x="1737" y="358"/>
                  <a:pt x="1738" y="358"/>
                  <a:pt x="1738" y="358"/>
                </a:cubicBezTo>
                <a:cubicBezTo>
                  <a:pt x="1738" y="358"/>
                  <a:pt x="1738" y="358"/>
                  <a:pt x="1738" y="358"/>
                </a:cubicBezTo>
                <a:cubicBezTo>
                  <a:pt x="1738" y="358"/>
                  <a:pt x="1738" y="358"/>
                  <a:pt x="1739" y="358"/>
                </a:cubicBezTo>
                <a:cubicBezTo>
                  <a:pt x="1739" y="358"/>
                  <a:pt x="1739" y="358"/>
                  <a:pt x="1739" y="358"/>
                </a:cubicBezTo>
                <a:cubicBezTo>
                  <a:pt x="1739" y="358"/>
                  <a:pt x="1739" y="358"/>
                  <a:pt x="1739" y="358"/>
                </a:cubicBezTo>
                <a:cubicBezTo>
                  <a:pt x="1740" y="358"/>
                  <a:pt x="1740" y="358"/>
                  <a:pt x="1740" y="358"/>
                </a:cubicBezTo>
                <a:cubicBezTo>
                  <a:pt x="1740" y="358"/>
                  <a:pt x="1741" y="358"/>
                  <a:pt x="1741" y="358"/>
                </a:cubicBezTo>
                <a:cubicBezTo>
                  <a:pt x="1741" y="358"/>
                  <a:pt x="1741" y="358"/>
                  <a:pt x="1742" y="357"/>
                </a:cubicBezTo>
                <a:cubicBezTo>
                  <a:pt x="1742" y="357"/>
                  <a:pt x="1742" y="357"/>
                  <a:pt x="1742" y="357"/>
                </a:cubicBezTo>
                <a:cubicBezTo>
                  <a:pt x="1743" y="357"/>
                  <a:pt x="1743" y="357"/>
                  <a:pt x="1743" y="357"/>
                </a:cubicBezTo>
                <a:cubicBezTo>
                  <a:pt x="1745" y="356"/>
                  <a:pt x="1745" y="355"/>
                  <a:pt x="1746" y="354"/>
                </a:cubicBezTo>
                <a:cubicBezTo>
                  <a:pt x="1746" y="353"/>
                  <a:pt x="1745" y="353"/>
                  <a:pt x="1745" y="353"/>
                </a:cubicBezTo>
                <a:cubicBezTo>
                  <a:pt x="1745" y="352"/>
                  <a:pt x="1745" y="352"/>
                  <a:pt x="1744" y="352"/>
                </a:cubicBezTo>
                <a:cubicBezTo>
                  <a:pt x="1744" y="351"/>
                  <a:pt x="1743" y="351"/>
                  <a:pt x="1743" y="351"/>
                </a:cubicBezTo>
                <a:cubicBezTo>
                  <a:pt x="1742" y="351"/>
                  <a:pt x="1742" y="350"/>
                  <a:pt x="1741" y="350"/>
                </a:cubicBezTo>
                <a:cubicBezTo>
                  <a:pt x="1741" y="350"/>
                  <a:pt x="1742" y="350"/>
                  <a:pt x="1741" y="350"/>
                </a:cubicBezTo>
                <a:close/>
                <a:moveTo>
                  <a:pt x="1698" y="350"/>
                </a:moveTo>
                <a:cubicBezTo>
                  <a:pt x="1696" y="350"/>
                  <a:pt x="1695" y="350"/>
                  <a:pt x="1694" y="350"/>
                </a:cubicBezTo>
                <a:cubicBezTo>
                  <a:pt x="1694" y="350"/>
                  <a:pt x="1693" y="350"/>
                  <a:pt x="1693" y="350"/>
                </a:cubicBezTo>
                <a:cubicBezTo>
                  <a:pt x="1693" y="350"/>
                  <a:pt x="1692" y="350"/>
                  <a:pt x="1692" y="350"/>
                </a:cubicBezTo>
                <a:cubicBezTo>
                  <a:pt x="1691" y="350"/>
                  <a:pt x="1691" y="350"/>
                  <a:pt x="1691" y="350"/>
                </a:cubicBezTo>
                <a:cubicBezTo>
                  <a:pt x="1690" y="350"/>
                  <a:pt x="1690" y="350"/>
                  <a:pt x="1690" y="350"/>
                </a:cubicBezTo>
                <a:cubicBezTo>
                  <a:pt x="1689" y="350"/>
                  <a:pt x="1689" y="351"/>
                  <a:pt x="1688" y="351"/>
                </a:cubicBezTo>
                <a:cubicBezTo>
                  <a:pt x="1688" y="351"/>
                  <a:pt x="1687" y="351"/>
                  <a:pt x="1687" y="352"/>
                </a:cubicBezTo>
                <a:cubicBezTo>
                  <a:pt x="1687" y="352"/>
                  <a:pt x="1687" y="352"/>
                  <a:pt x="1687" y="353"/>
                </a:cubicBezTo>
                <a:cubicBezTo>
                  <a:pt x="1686" y="353"/>
                  <a:pt x="1686" y="353"/>
                  <a:pt x="1687" y="355"/>
                </a:cubicBezTo>
                <a:cubicBezTo>
                  <a:pt x="1687" y="355"/>
                  <a:pt x="1687" y="355"/>
                  <a:pt x="1687" y="355"/>
                </a:cubicBezTo>
                <a:cubicBezTo>
                  <a:pt x="1687" y="355"/>
                  <a:pt x="1687" y="356"/>
                  <a:pt x="1688" y="356"/>
                </a:cubicBezTo>
                <a:cubicBezTo>
                  <a:pt x="1688" y="356"/>
                  <a:pt x="1688" y="356"/>
                  <a:pt x="1688" y="356"/>
                </a:cubicBezTo>
                <a:cubicBezTo>
                  <a:pt x="1689" y="356"/>
                  <a:pt x="1689" y="357"/>
                  <a:pt x="1689" y="357"/>
                </a:cubicBezTo>
                <a:cubicBezTo>
                  <a:pt x="1691" y="357"/>
                  <a:pt x="1691" y="357"/>
                  <a:pt x="1691" y="357"/>
                </a:cubicBezTo>
                <a:cubicBezTo>
                  <a:pt x="1692" y="358"/>
                  <a:pt x="1693" y="358"/>
                  <a:pt x="1694" y="358"/>
                </a:cubicBezTo>
                <a:cubicBezTo>
                  <a:pt x="1694" y="358"/>
                  <a:pt x="1694" y="358"/>
                  <a:pt x="1694" y="358"/>
                </a:cubicBezTo>
                <a:cubicBezTo>
                  <a:pt x="1694" y="358"/>
                  <a:pt x="1694" y="358"/>
                  <a:pt x="1695" y="358"/>
                </a:cubicBezTo>
                <a:cubicBezTo>
                  <a:pt x="1695" y="358"/>
                  <a:pt x="1695" y="358"/>
                  <a:pt x="1695" y="358"/>
                </a:cubicBezTo>
                <a:cubicBezTo>
                  <a:pt x="1695" y="358"/>
                  <a:pt x="1695" y="358"/>
                  <a:pt x="1695" y="358"/>
                </a:cubicBezTo>
                <a:cubicBezTo>
                  <a:pt x="1696" y="358"/>
                  <a:pt x="1696" y="358"/>
                  <a:pt x="1696" y="358"/>
                </a:cubicBezTo>
                <a:cubicBezTo>
                  <a:pt x="1696" y="358"/>
                  <a:pt x="1696" y="358"/>
                  <a:pt x="1696" y="358"/>
                </a:cubicBezTo>
                <a:cubicBezTo>
                  <a:pt x="1696" y="358"/>
                  <a:pt x="1697" y="358"/>
                  <a:pt x="1697" y="358"/>
                </a:cubicBezTo>
                <a:cubicBezTo>
                  <a:pt x="1697" y="358"/>
                  <a:pt x="1697" y="358"/>
                  <a:pt x="1697" y="358"/>
                </a:cubicBezTo>
                <a:cubicBezTo>
                  <a:pt x="1697" y="358"/>
                  <a:pt x="1697" y="358"/>
                  <a:pt x="1697" y="358"/>
                </a:cubicBezTo>
                <a:cubicBezTo>
                  <a:pt x="1698" y="358"/>
                  <a:pt x="1698" y="358"/>
                  <a:pt x="1698" y="358"/>
                </a:cubicBezTo>
                <a:cubicBezTo>
                  <a:pt x="1698" y="358"/>
                  <a:pt x="1698" y="358"/>
                  <a:pt x="1698" y="358"/>
                </a:cubicBezTo>
                <a:cubicBezTo>
                  <a:pt x="1698" y="358"/>
                  <a:pt x="1698" y="358"/>
                  <a:pt x="1699" y="358"/>
                </a:cubicBezTo>
                <a:cubicBezTo>
                  <a:pt x="1700" y="357"/>
                  <a:pt x="1700" y="357"/>
                  <a:pt x="1700" y="357"/>
                </a:cubicBezTo>
                <a:cubicBezTo>
                  <a:pt x="1701" y="357"/>
                  <a:pt x="1701" y="357"/>
                  <a:pt x="1701" y="357"/>
                </a:cubicBezTo>
                <a:cubicBezTo>
                  <a:pt x="1702" y="356"/>
                  <a:pt x="1703" y="355"/>
                  <a:pt x="1703" y="354"/>
                </a:cubicBezTo>
                <a:cubicBezTo>
                  <a:pt x="1703" y="353"/>
                  <a:pt x="1703" y="353"/>
                  <a:pt x="1703" y="353"/>
                </a:cubicBezTo>
                <a:cubicBezTo>
                  <a:pt x="1703" y="353"/>
                  <a:pt x="1703" y="352"/>
                  <a:pt x="1702" y="352"/>
                </a:cubicBezTo>
                <a:cubicBezTo>
                  <a:pt x="1702" y="352"/>
                  <a:pt x="1702" y="352"/>
                  <a:pt x="1702" y="351"/>
                </a:cubicBezTo>
                <a:cubicBezTo>
                  <a:pt x="1701" y="351"/>
                  <a:pt x="1701" y="351"/>
                  <a:pt x="1700" y="351"/>
                </a:cubicBezTo>
                <a:cubicBezTo>
                  <a:pt x="1699" y="350"/>
                  <a:pt x="1699" y="350"/>
                  <a:pt x="1699" y="350"/>
                </a:cubicBezTo>
                <a:lnTo>
                  <a:pt x="1698" y="350"/>
                </a:lnTo>
                <a:close/>
                <a:moveTo>
                  <a:pt x="1866" y="350"/>
                </a:moveTo>
                <a:cubicBezTo>
                  <a:pt x="1865" y="350"/>
                  <a:pt x="1864" y="350"/>
                  <a:pt x="1863" y="350"/>
                </a:cubicBezTo>
                <a:cubicBezTo>
                  <a:pt x="1863" y="350"/>
                  <a:pt x="1862" y="350"/>
                  <a:pt x="1862" y="350"/>
                </a:cubicBezTo>
                <a:cubicBezTo>
                  <a:pt x="1861" y="350"/>
                  <a:pt x="1861" y="350"/>
                  <a:pt x="1861" y="350"/>
                </a:cubicBezTo>
                <a:cubicBezTo>
                  <a:pt x="1860" y="350"/>
                  <a:pt x="1860" y="350"/>
                  <a:pt x="1860" y="350"/>
                </a:cubicBezTo>
                <a:cubicBezTo>
                  <a:pt x="1859" y="350"/>
                  <a:pt x="1859" y="350"/>
                  <a:pt x="1859" y="350"/>
                </a:cubicBezTo>
                <a:cubicBezTo>
                  <a:pt x="1856" y="351"/>
                  <a:pt x="1855" y="352"/>
                  <a:pt x="1856" y="355"/>
                </a:cubicBezTo>
                <a:cubicBezTo>
                  <a:pt x="1856" y="355"/>
                  <a:pt x="1856" y="355"/>
                  <a:pt x="1856" y="355"/>
                </a:cubicBezTo>
                <a:cubicBezTo>
                  <a:pt x="1856" y="355"/>
                  <a:pt x="1857" y="356"/>
                  <a:pt x="1857" y="356"/>
                </a:cubicBezTo>
                <a:cubicBezTo>
                  <a:pt x="1857" y="356"/>
                  <a:pt x="1857" y="356"/>
                  <a:pt x="1858" y="356"/>
                </a:cubicBezTo>
                <a:cubicBezTo>
                  <a:pt x="1858" y="356"/>
                  <a:pt x="1858" y="357"/>
                  <a:pt x="1858" y="357"/>
                </a:cubicBezTo>
                <a:cubicBezTo>
                  <a:pt x="1860" y="357"/>
                  <a:pt x="1860" y="357"/>
                  <a:pt x="1860" y="357"/>
                </a:cubicBezTo>
                <a:cubicBezTo>
                  <a:pt x="1861" y="358"/>
                  <a:pt x="1862" y="358"/>
                  <a:pt x="1863" y="358"/>
                </a:cubicBezTo>
                <a:cubicBezTo>
                  <a:pt x="1863" y="358"/>
                  <a:pt x="1863" y="358"/>
                  <a:pt x="1863" y="358"/>
                </a:cubicBezTo>
                <a:cubicBezTo>
                  <a:pt x="1864" y="358"/>
                  <a:pt x="1864" y="358"/>
                  <a:pt x="1864" y="358"/>
                </a:cubicBezTo>
                <a:cubicBezTo>
                  <a:pt x="1864" y="358"/>
                  <a:pt x="1864" y="358"/>
                  <a:pt x="1864" y="358"/>
                </a:cubicBezTo>
                <a:cubicBezTo>
                  <a:pt x="1864" y="358"/>
                  <a:pt x="1865" y="358"/>
                  <a:pt x="1865" y="358"/>
                </a:cubicBezTo>
                <a:cubicBezTo>
                  <a:pt x="1865" y="358"/>
                  <a:pt x="1865" y="358"/>
                  <a:pt x="1865" y="358"/>
                </a:cubicBezTo>
                <a:cubicBezTo>
                  <a:pt x="1865" y="358"/>
                  <a:pt x="1865" y="358"/>
                  <a:pt x="1866" y="358"/>
                </a:cubicBezTo>
                <a:cubicBezTo>
                  <a:pt x="1866" y="358"/>
                  <a:pt x="1866" y="358"/>
                  <a:pt x="1866" y="358"/>
                </a:cubicBezTo>
                <a:cubicBezTo>
                  <a:pt x="1866" y="358"/>
                  <a:pt x="1866" y="358"/>
                  <a:pt x="1866" y="358"/>
                </a:cubicBezTo>
                <a:cubicBezTo>
                  <a:pt x="1866" y="358"/>
                  <a:pt x="1867" y="358"/>
                  <a:pt x="1867" y="358"/>
                </a:cubicBezTo>
                <a:cubicBezTo>
                  <a:pt x="1867" y="358"/>
                  <a:pt x="1867" y="358"/>
                  <a:pt x="1867" y="358"/>
                </a:cubicBezTo>
                <a:cubicBezTo>
                  <a:pt x="1867" y="358"/>
                  <a:pt x="1867" y="358"/>
                  <a:pt x="1868" y="358"/>
                </a:cubicBezTo>
                <a:cubicBezTo>
                  <a:pt x="1868" y="358"/>
                  <a:pt x="1868" y="358"/>
                  <a:pt x="1868" y="358"/>
                </a:cubicBezTo>
                <a:cubicBezTo>
                  <a:pt x="1869" y="357"/>
                  <a:pt x="1869" y="357"/>
                  <a:pt x="1869" y="357"/>
                </a:cubicBezTo>
                <a:cubicBezTo>
                  <a:pt x="1870" y="357"/>
                  <a:pt x="1870" y="357"/>
                  <a:pt x="1870" y="357"/>
                </a:cubicBezTo>
                <a:cubicBezTo>
                  <a:pt x="1872" y="356"/>
                  <a:pt x="1872" y="355"/>
                  <a:pt x="1872" y="354"/>
                </a:cubicBezTo>
                <a:cubicBezTo>
                  <a:pt x="1872" y="353"/>
                  <a:pt x="1872" y="353"/>
                  <a:pt x="1872" y="353"/>
                </a:cubicBezTo>
                <a:cubicBezTo>
                  <a:pt x="1872" y="352"/>
                  <a:pt x="1871" y="352"/>
                  <a:pt x="1871" y="352"/>
                </a:cubicBezTo>
                <a:cubicBezTo>
                  <a:pt x="1871" y="351"/>
                  <a:pt x="1870" y="351"/>
                  <a:pt x="1870" y="351"/>
                </a:cubicBezTo>
                <a:cubicBezTo>
                  <a:pt x="1869" y="351"/>
                  <a:pt x="1869" y="350"/>
                  <a:pt x="1868" y="350"/>
                </a:cubicBezTo>
                <a:lnTo>
                  <a:pt x="1866" y="350"/>
                </a:lnTo>
                <a:close/>
                <a:moveTo>
                  <a:pt x="1995" y="350"/>
                </a:moveTo>
                <a:cubicBezTo>
                  <a:pt x="1993" y="350"/>
                  <a:pt x="1991" y="350"/>
                  <a:pt x="1990" y="350"/>
                </a:cubicBezTo>
                <a:cubicBezTo>
                  <a:pt x="1989" y="350"/>
                  <a:pt x="1989" y="350"/>
                  <a:pt x="1988" y="350"/>
                </a:cubicBezTo>
                <a:cubicBezTo>
                  <a:pt x="1988" y="350"/>
                  <a:pt x="1988" y="350"/>
                  <a:pt x="1987" y="350"/>
                </a:cubicBezTo>
                <a:cubicBezTo>
                  <a:pt x="1987" y="350"/>
                  <a:pt x="1987" y="350"/>
                  <a:pt x="1986" y="350"/>
                </a:cubicBezTo>
                <a:cubicBezTo>
                  <a:pt x="1986" y="350"/>
                  <a:pt x="1985" y="350"/>
                  <a:pt x="1985" y="350"/>
                </a:cubicBezTo>
                <a:cubicBezTo>
                  <a:pt x="1985" y="350"/>
                  <a:pt x="1984" y="351"/>
                  <a:pt x="1984" y="351"/>
                </a:cubicBezTo>
                <a:cubicBezTo>
                  <a:pt x="1983" y="351"/>
                  <a:pt x="1983" y="351"/>
                  <a:pt x="1983" y="352"/>
                </a:cubicBezTo>
                <a:cubicBezTo>
                  <a:pt x="1983" y="352"/>
                  <a:pt x="1982" y="352"/>
                  <a:pt x="1982" y="353"/>
                </a:cubicBezTo>
                <a:cubicBezTo>
                  <a:pt x="1982" y="353"/>
                  <a:pt x="1982" y="353"/>
                  <a:pt x="1983" y="355"/>
                </a:cubicBezTo>
                <a:cubicBezTo>
                  <a:pt x="1983" y="355"/>
                  <a:pt x="1983" y="355"/>
                  <a:pt x="1983" y="355"/>
                </a:cubicBezTo>
                <a:cubicBezTo>
                  <a:pt x="1983" y="355"/>
                  <a:pt x="1983" y="356"/>
                  <a:pt x="1984" y="356"/>
                </a:cubicBezTo>
                <a:cubicBezTo>
                  <a:pt x="1984" y="356"/>
                  <a:pt x="1984" y="356"/>
                  <a:pt x="1984" y="356"/>
                </a:cubicBezTo>
                <a:cubicBezTo>
                  <a:pt x="1985" y="356"/>
                  <a:pt x="1985" y="357"/>
                  <a:pt x="1985" y="357"/>
                </a:cubicBezTo>
                <a:cubicBezTo>
                  <a:pt x="1987" y="357"/>
                  <a:pt x="1987" y="357"/>
                  <a:pt x="1987" y="357"/>
                </a:cubicBezTo>
                <a:cubicBezTo>
                  <a:pt x="1988" y="358"/>
                  <a:pt x="1989" y="358"/>
                  <a:pt x="1990" y="358"/>
                </a:cubicBezTo>
                <a:cubicBezTo>
                  <a:pt x="1990" y="358"/>
                  <a:pt x="1990" y="358"/>
                  <a:pt x="1990" y="358"/>
                </a:cubicBezTo>
                <a:cubicBezTo>
                  <a:pt x="1990" y="358"/>
                  <a:pt x="1991" y="358"/>
                  <a:pt x="1991" y="358"/>
                </a:cubicBezTo>
                <a:cubicBezTo>
                  <a:pt x="1991" y="358"/>
                  <a:pt x="1991" y="358"/>
                  <a:pt x="1991" y="358"/>
                </a:cubicBezTo>
                <a:cubicBezTo>
                  <a:pt x="1991" y="358"/>
                  <a:pt x="1991" y="358"/>
                  <a:pt x="1992" y="358"/>
                </a:cubicBezTo>
                <a:cubicBezTo>
                  <a:pt x="1992" y="358"/>
                  <a:pt x="1992" y="358"/>
                  <a:pt x="1992" y="358"/>
                </a:cubicBezTo>
                <a:cubicBezTo>
                  <a:pt x="1992" y="358"/>
                  <a:pt x="1992" y="358"/>
                  <a:pt x="1992" y="358"/>
                </a:cubicBezTo>
                <a:cubicBezTo>
                  <a:pt x="1993" y="358"/>
                  <a:pt x="1993" y="358"/>
                  <a:pt x="1993" y="358"/>
                </a:cubicBezTo>
                <a:cubicBezTo>
                  <a:pt x="1993" y="358"/>
                  <a:pt x="1993" y="358"/>
                  <a:pt x="1993" y="358"/>
                </a:cubicBezTo>
                <a:cubicBezTo>
                  <a:pt x="1994" y="358"/>
                  <a:pt x="1994" y="358"/>
                  <a:pt x="1994" y="358"/>
                </a:cubicBezTo>
                <a:cubicBezTo>
                  <a:pt x="1994" y="358"/>
                  <a:pt x="1995" y="358"/>
                  <a:pt x="1995" y="358"/>
                </a:cubicBezTo>
                <a:cubicBezTo>
                  <a:pt x="1995" y="358"/>
                  <a:pt x="1995" y="358"/>
                  <a:pt x="1996" y="357"/>
                </a:cubicBezTo>
                <a:cubicBezTo>
                  <a:pt x="1996" y="357"/>
                  <a:pt x="1996" y="357"/>
                  <a:pt x="1996" y="357"/>
                </a:cubicBezTo>
                <a:cubicBezTo>
                  <a:pt x="1997" y="357"/>
                  <a:pt x="1997" y="357"/>
                  <a:pt x="1997" y="357"/>
                </a:cubicBezTo>
                <a:cubicBezTo>
                  <a:pt x="1999" y="356"/>
                  <a:pt x="1999" y="355"/>
                  <a:pt x="1999" y="354"/>
                </a:cubicBezTo>
                <a:cubicBezTo>
                  <a:pt x="1999" y="353"/>
                  <a:pt x="1999" y="353"/>
                  <a:pt x="1999" y="353"/>
                </a:cubicBezTo>
                <a:cubicBezTo>
                  <a:pt x="1998" y="352"/>
                  <a:pt x="1998" y="352"/>
                  <a:pt x="1998" y="352"/>
                </a:cubicBezTo>
                <a:cubicBezTo>
                  <a:pt x="1997" y="351"/>
                  <a:pt x="1997" y="351"/>
                  <a:pt x="1996" y="351"/>
                </a:cubicBezTo>
                <a:cubicBezTo>
                  <a:pt x="1996" y="351"/>
                  <a:pt x="1995" y="350"/>
                  <a:pt x="1995" y="350"/>
                </a:cubicBezTo>
                <a:cubicBezTo>
                  <a:pt x="1994" y="350"/>
                  <a:pt x="1995" y="350"/>
                  <a:pt x="1995" y="350"/>
                </a:cubicBezTo>
                <a:close/>
                <a:moveTo>
                  <a:pt x="2121" y="350"/>
                </a:moveTo>
                <a:cubicBezTo>
                  <a:pt x="2120" y="350"/>
                  <a:pt x="2119" y="350"/>
                  <a:pt x="2118" y="350"/>
                </a:cubicBezTo>
                <a:cubicBezTo>
                  <a:pt x="2118" y="350"/>
                  <a:pt x="2118" y="350"/>
                  <a:pt x="2118" y="350"/>
                </a:cubicBezTo>
                <a:cubicBezTo>
                  <a:pt x="2118" y="350"/>
                  <a:pt x="2117" y="350"/>
                  <a:pt x="2117" y="350"/>
                </a:cubicBezTo>
                <a:cubicBezTo>
                  <a:pt x="2117" y="350"/>
                  <a:pt x="2117" y="350"/>
                  <a:pt x="2117" y="350"/>
                </a:cubicBezTo>
                <a:cubicBezTo>
                  <a:pt x="2117" y="350"/>
                  <a:pt x="2117" y="350"/>
                  <a:pt x="2116" y="350"/>
                </a:cubicBezTo>
                <a:cubicBezTo>
                  <a:pt x="2116" y="350"/>
                  <a:pt x="2116" y="350"/>
                  <a:pt x="2115" y="350"/>
                </a:cubicBezTo>
                <a:cubicBezTo>
                  <a:pt x="2115" y="350"/>
                  <a:pt x="2114" y="350"/>
                  <a:pt x="2114" y="350"/>
                </a:cubicBezTo>
                <a:cubicBezTo>
                  <a:pt x="2114" y="350"/>
                  <a:pt x="2113" y="350"/>
                  <a:pt x="2113" y="350"/>
                </a:cubicBezTo>
                <a:cubicBezTo>
                  <a:pt x="2112" y="350"/>
                  <a:pt x="2112" y="350"/>
                  <a:pt x="2112" y="350"/>
                </a:cubicBezTo>
                <a:cubicBezTo>
                  <a:pt x="2111" y="350"/>
                  <a:pt x="2111" y="351"/>
                  <a:pt x="2110" y="351"/>
                </a:cubicBezTo>
                <a:cubicBezTo>
                  <a:pt x="2110" y="351"/>
                  <a:pt x="2110" y="351"/>
                  <a:pt x="2109" y="352"/>
                </a:cubicBezTo>
                <a:cubicBezTo>
                  <a:pt x="2109" y="352"/>
                  <a:pt x="2109" y="352"/>
                  <a:pt x="2109" y="353"/>
                </a:cubicBezTo>
                <a:cubicBezTo>
                  <a:pt x="2109" y="353"/>
                  <a:pt x="2109" y="353"/>
                  <a:pt x="2109" y="355"/>
                </a:cubicBezTo>
                <a:cubicBezTo>
                  <a:pt x="2110" y="355"/>
                  <a:pt x="2110" y="355"/>
                  <a:pt x="2110" y="355"/>
                </a:cubicBezTo>
                <a:cubicBezTo>
                  <a:pt x="2110" y="355"/>
                  <a:pt x="2110" y="356"/>
                  <a:pt x="2111" y="356"/>
                </a:cubicBezTo>
                <a:cubicBezTo>
                  <a:pt x="2111" y="356"/>
                  <a:pt x="2111" y="356"/>
                  <a:pt x="2111" y="356"/>
                </a:cubicBezTo>
                <a:cubicBezTo>
                  <a:pt x="2112" y="356"/>
                  <a:pt x="2112" y="357"/>
                  <a:pt x="2112" y="357"/>
                </a:cubicBezTo>
                <a:cubicBezTo>
                  <a:pt x="2114" y="357"/>
                  <a:pt x="2114" y="357"/>
                  <a:pt x="2114" y="357"/>
                </a:cubicBezTo>
                <a:cubicBezTo>
                  <a:pt x="2115" y="358"/>
                  <a:pt x="2116" y="358"/>
                  <a:pt x="2117" y="358"/>
                </a:cubicBezTo>
                <a:cubicBezTo>
                  <a:pt x="2117" y="358"/>
                  <a:pt x="2117" y="358"/>
                  <a:pt x="2117" y="358"/>
                </a:cubicBezTo>
                <a:cubicBezTo>
                  <a:pt x="2117" y="358"/>
                  <a:pt x="2118" y="358"/>
                  <a:pt x="2118" y="358"/>
                </a:cubicBezTo>
                <a:cubicBezTo>
                  <a:pt x="2118" y="358"/>
                  <a:pt x="2118" y="358"/>
                  <a:pt x="2118" y="358"/>
                </a:cubicBezTo>
                <a:cubicBezTo>
                  <a:pt x="2118" y="358"/>
                  <a:pt x="2118" y="358"/>
                  <a:pt x="2119" y="358"/>
                </a:cubicBezTo>
                <a:cubicBezTo>
                  <a:pt x="2119" y="358"/>
                  <a:pt x="2119" y="358"/>
                  <a:pt x="2119" y="358"/>
                </a:cubicBezTo>
                <a:cubicBezTo>
                  <a:pt x="2119" y="358"/>
                  <a:pt x="2119" y="358"/>
                  <a:pt x="2119" y="358"/>
                </a:cubicBezTo>
                <a:cubicBezTo>
                  <a:pt x="2120" y="358"/>
                  <a:pt x="2120" y="358"/>
                  <a:pt x="2120" y="358"/>
                </a:cubicBezTo>
                <a:cubicBezTo>
                  <a:pt x="2120" y="358"/>
                  <a:pt x="2120" y="358"/>
                  <a:pt x="2120" y="358"/>
                </a:cubicBezTo>
                <a:cubicBezTo>
                  <a:pt x="2120" y="358"/>
                  <a:pt x="2121" y="358"/>
                  <a:pt x="2121" y="358"/>
                </a:cubicBezTo>
                <a:cubicBezTo>
                  <a:pt x="2121" y="358"/>
                  <a:pt x="2122" y="358"/>
                  <a:pt x="2122" y="358"/>
                </a:cubicBezTo>
                <a:cubicBezTo>
                  <a:pt x="2122" y="358"/>
                  <a:pt x="2122" y="358"/>
                  <a:pt x="2122" y="357"/>
                </a:cubicBezTo>
                <a:cubicBezTo>
                  <a:pt x="2123" y="357"/>
                  <a:pt x="2123" y="357"/>
                  <a:pt x="2123" y="357"/>
                </a:cubicBezTo>
                <a:cubicBezTo>
                  <a:pt x="2124" y="357"/>
                  <a:pt x="2124" y="357"/>
                  <a:pt x="2124" y="357"/>
                </a:cubicBezTo>
                <a:cubicBezTo>
                  <a:pt x="2125" y="356"/>
                  <a:pt x="2126" y="355"/>
                  <a:pt x="2126" y="354"/>
                </a:cubicBezTo>
                <a:cubicBezTo>
                  <a:pt x="2126" y="353"/>
                  <a:pt x="2126" y="353"/>
                  <a:pt x="2125" y="353"/>
                </a:cubicBezTo>
                <a:cubicBezTo>
                  <a:pt x="2125" y="352"/>
                  <a:pt x="2125" y="352"/>
                  <a:pt x="2124" y="352"/>
                </a:cubicBezTo>
                <a:cubicBezTo>
                  <a:pt x="2124" y="351"/>
                  <a:pt x="2123" y="351"/>
                  <a:pt x="2123" y="351"/>
                </a:cubicBezTo>
                <a:cubicBezTo>
                  <a:pt x="2122" y="351"/>
                  <a:pt x="2122" y="350"/>
                  <a:pt x="2121" y="350"/>
                </a:cubicBezTo>
                <a:cubicBezTo>
                  <a:pt x="2121" y="350"/>
                  <a:pt x="2122" y="350"/>
                  <a:pt x="2121" y="350"/>
                </a:cubicBezTo>
                <a:close/>
                <a:moveTo>
                  <a:pt x="1529" y="350"/>
                </a:moveTo>
                <a:cubicBezTo>
                  <a:pt x="1528" y="350"/>
                  <a:pt x="1527" y="350"/>
                  <a:pt x="1525" y="350"/>
                </a:cubicBezTo>
                <a:cubicBezTo>
                  <a:pt x="1525" y="350"/>
                  <a:pt x="1525" y="350"/>
                  <a:pt x="1524" y="350"/>
                </a:cubicBezTo>
                <a:cubicBezTo>
                  <a:pt x="1524" y="350"/>
                  <a:pt x="1523" y="350"/>
                  <a:pt x="1523" y="350"/>
                </a:cubicBezTo>
                <a:cubicBezTo>
                  <a:pt x="1523" y="350"/>
                  <a:pt x="1522" y="350"/>
                  <a:pt x="1522" y="350"/>
                </a:cubicBezTo>
                <a:cubicBezTo>
                  <a:pt x="1521" y="350"/>
                  <a:pt x="1521" y="350"/>
                  <a:pt x="1521" y="350"/>
                </a:cubicBezTo>
                <a:cubicBezTo>
                  <a:pt x="1520" y="350"/>
                  <a:pt x="1520" y="351"/>
                  <a:pt x="1519" y="351"/>
                </a:cubicBezTo>
                <a:cubicBezTo>
                  <a:pt x="1519" y="351"/>
                  <a:pt x="1518" y="351"/>
                  <a:pt x="1518" y="352"/>
                </a:cubicBezTo>
                <a:cubicBezTo>
                  <a:pt x="1518" y="352"/>
                  <a:pt x="1518" y="352"/>
                  <a:pt x="1517" y="353"/>
                </a:cubicBezTo>
                <a:cubicBezTo>
                  <a:pt x="1517" y="353"/>
                  <a:pt x="1517" y="353"/>
                  <a:pt x="1518" y="355"/>
                </a:cubicBezTo>
                <a:cubicBezTo>
                  <a:pt x="1518" y="356"/>
                  <a:pt x="1519" y="356"/>
                  <a:pt x="1520" y="357"/>
                </a:cubicBezTo>
                <a:cubicBezTo>
                  <a:pt x="1521" y="357"/>
                  <a:pt x="1521" y="357"/>
                  <a:pt x="1521" y="357"/>
                </a:cubicBezTo>
                <a:cubicBezTo>
                  <a:pt x="1522" y="358"/>
                  <a:pt x="1523" y="358"/>
                  <a:pt x="1524" y="358"/>
                </a:cubicBezTo>
                <a:cubicBezTo>
                  <a:pt x="1525" y="358"/>
                  <a:pt x="1525" y="358"/>
                  <a:pt x="1525" y="358"/>
                </a:cubicBezTo>
                <a:cubicBezTo>
                  <a:pt x="1525" y="358"/>
                  <a:pt x="1525" y="358"/>
                  <a:pt x="1525" y="358"/>
                </a:cubicBezTo>
                <a:cubicBezTo>
                  <a:pt x="1525" y="358"/>
                  <a:pt x="1526" y="358"/>
                  <a:pt x="1526" y="358"/>
                </a:cubicBezTo>
                <a:cubicBezTo>
                  <a:pt x="1526" y="358"/>
                  <a:pt x="1526" y="358"/>
                  <a:pt x="1526" y="358"/>
                </a:cubicBezTo>
                <a:cubicBezTo>
                  <a:pt x="1526" y="358"/>
                  <a:pt x="1526" y="358"/>
                  <a:pt x="1527" y="358"/>
                </a:cubicBezTo>
                <a:cubicBezTo>
                  <a:pt x="1527" y="358"/>
                  <a:pt x="1527" y="358"/>
                  <a:pt x="1527" y="358"/>
                </a:cubicBezTo>
                <a:cubicBezTo>
                  <a:pt x="1527" y="358"/>
                  <a:pt x="1527" y="358"/>
                  <a:pt x="1527" y="358"/>
                </a:cubicBezTo>
                <a:cubicBezTo>
                  <a:pt x="1528" y="358"/>
                  <a:pt x="1528" y="358"/>
                  <a:pt x="1528" y="358"/>
                </a:cubicBezTo>
                <a:cubicBezTo>
                  <a:pt x="1528" y="358"/>
                  <a:pt x="1528" y="358"/>
                  <a:pt x="1528" y="358"/>
                </a:cubicBezTo>
                <a:cubicBezTo>
                  <a:pt x="1528" y="358"/>
                  <a:pt x="1528" y="358"/>
                  <a:pt x="1529" y="358"/>
                </a:cubicBezTo>
                <a:cubicBezTo>
                  <a:pt x="1529" y="358"/>
                  <a:pt x="1529" y="358"/>
                  <a:pt x="1529" y="358"/>
                </a:cubicBezTo>
                <a:cubicBezTo>
                  <a:pt x="1529" y="358"/>
                  <a:pt x="1529" y="358"/>
                  <a:pt x="1529" y="358"/>
                </a:cubicBezTo>
                <a:cubicBezTo>
                  <a:pt x="1531" y="357"/>
                  <a:pt x="1531" y="357"/>
                  <a:pt x="1531" y="357"/>
                </a:cubicBezTo>
                <a:cubicBezTo>
                  <a:pt x="1532" y="357"/>
                  <a:pt x="1532" y="357"/>
                  <a:pt x="1532" y="357"/>
                </a:cubicBezTo>
                <a:cubicBezTo>
                  <a:pt x="1533" y="356"/>
                  <a:pt x="1534" y="355"/>
                  <a:pt x="1534" y="354"/>
                </a:cubicBezTo>
                <a:cubicBezTo>
                  <a:pt x="1534" y="353"/>
                  <a:pt x="1534" y="353"/>
                  <a:pt x="1534" y="353"/>
                </a:cubicBezTo>
                <a:cubicBezTo>
                  <a:pt x="1534" y="353"/>
                  <a:pt x="1534" y="352"/>
                  <a:pt x="1533" y="352"/>
                </a:cubicBezTo>
                <a:cubicBezTo>
                  <a:pt x="1533" y="352"/>
                  <a:pt x="1533" y="352"/>
                  <a:pt x="1533" y="351"/>
                </a:cubicBezTo>
                <a:cubicBezTo>
                  <a:pt x="1532" y="351"/>
                  <a:pt x="1532" y="351"/>
                  <a:pt x="1532" y="351"/>
                </a:cubicBezTo>
                <a:cubicBezTo>
                  <a:pt x="1530" y="350"/>
                  <a:pt x="1530" y="350"/>
                  <a:pt x="1530" y="350"/>
                </a:cubicBezTo>
                <a:lnTo>
                  <a:pt x="1529" y="350"/>
                </a:lnTo>
                <a:close/>
                <a:moveTo>
                  <a:pt x="1657" y="350"/>
                </a:moveTo>
                <a:cubicBezTo>
                  <a:pt x="1655" y="350"/>
                  <a:pt x="1654" y="350"/>
                  <a:pt x="1652" y="350"/>
                </a:cubicBezTo>
                <a:cubicBezTo>
                  <a:pt x="1652" y="350"/>
                  <a:pt x="1651" y="350"/>
                  <a:pt x="1651" y="350"/>
                </a:cubicBezTo>
                <a:cubicBezTo>
                  <a:pt x="1650" y="350"/>
                  <a:pt x="1650" y="350"/>
                  <a:pt x="1650" y="350"/>
                </a:cubicBezTo>
                <a:cubicBezTo>
                  <a:pt x="1649" y="350"/>
                  <a:pt x="1649" y="350"/>
                  <a:pt x="1648" y="350"/>
                </a:cubicBezTo>
                <a:cubicBezTo>
                  <a:pt x="1648" y="350"/>
                  <a:pt x="1648" y="350"/>
                  <a:pt x="1647" y="350"/>
                </a:cubicBezTo>
                <a:cubicBezTo>
                  <a:pt x="1647" y="350"/>
                  <a:pt x="1646" y="351"/>
                  <a:pt x="1646" y="351"/>
                </a:cubicBezTo>
                <a:cubicBezTo>
                  <a:pt x="1646" y="351"/>
                  <a:pt x="1645" y="351"/>
                  <a:pt x="1645" y="352"/>
                </a:cubicBezTo>
                <a:cubicBezTo>
                  <a:pt x="1645" y="352"/>
                  <a:pt x="1644" y="352"/>
                  <a:pt x="1644" y="353"/>
                </a:cubicBezTo>
                <a:cubicBezTo>
                  <a:pt x="1644" y="353"/>
                  <a:pt x="1644" y="353"/>
                  <a:pt x="1644" y="355"/>
                </a:cubicBezTo>
                <a:cubicBezTo>
                  <a:pt x="1645" y="356"/>
                  <a:pt x="1646" y="356"/>
                  <a:pt x="1647" y="357"/>
                </a:cubicBezTo>
                <a:cubicBezTo>
                  <a:pt x="1648" y="357"/>
                  <a:pt x="1648" y="357"/>
                  <a:pt x="1648" y="357"/>
                </a:cubicBezTo>
                <a:cubicBezTo>
                  <a:pt x="1649" y="358"/>
                  <a:pt x="1650" y="358"/>
                  <a:pt x="1651" y="358"/>
                </a:cubicBezTo>
                <a:cubicBezTo>
                  <a:pt x="1651" y="358"/>
                  <a:pt x="1652" y="358"/>
                  <a:pt x="1652" y="358"/>
                </a:cubicBezTo>
                <a:cubicBezTo>
                  <a:pt x="1652" y="358"/>
                  <a:pt x="1652" y="358"/>
                  <a:pt x="1652" y="358"/>
                </a:cubicBezTo>
                <a:cubicBezTo>
                  <a:pt x="1652" y="358"/>
                  <a:pt x="1652" y="358"/>
                  <a:pt x="1653" y="358"/>
                </a:cubicBezTo>
                <a:cubicBezTo>
                  <a:pt x="1653" y="358"/>
                  <a:pt x="1653" y="358"/>
                  <a:pt x="1653" y="358"/>
                </a:cubicBezTo>
                <a:cubicBezTo>
                  <a:pt x="1653" y="358"/>
                  <a:pt x="1653" y="358"/>
                  <a:pt x="1653" y="358"/>
                </a:cubicBezTo>
                <a:cubicBezTo>
                  <a:pt x="1654" y="358"/>
                  <a:pt x="1654" y="358"/>
                  <a:pt x="1654" y="358"/>
                </a:cubicBezTo>
                <a:cubicBezTo>
                  <a:pt x="1654" y="358"/>
                  <a:pt x="1654" y="358"/>
                  <a:pt x="1654" y="358"/>
                </a:cubicBezTo>
                <a:cubicBezTo>
                  <a:pt x="1654" y="358"/>
                  <a:pt x="1655" y="358"/>
                  <a:pt x="1655" y="358"/>
                </a:cubicBezTo>
                <a:cubicBezTo>
                  <a:pt x="1655" y="358"/>
                  <a:pt x="1655" y="358"/>
                  <a:pt x="1656" y="358"/>
                </a:cubicBezTo>
                <a:cubicBezTo>
                  <a:pt x="1656" y="358"/>
                  <a:pt x="1656" y="358"/>
                  <a:pt x="1656" y="358"/>
                </a:cubicBezTo>
                <a:cubicBezTo>
                  <a:pt x="1657" y="358"/>
                  <a:pt x="1657" y="358"/>
                  <a:pt x="1657" y="357"/>
                </a:cubicBezTo>
                <a:cubicBezTo>
                  <a:pt x="1657" y="357"/>
                  <a:pt x="1657" y="357"/>
                  <a:pt x="1658" y="357"/>
                </a:cubicBezTo>
                <a:cubicBezTo>
                  <a:pt x="1659" y="357"/>
                  <a:pt x="1659" y="357"/>
                  <a:pt x="1659" y="357"/>
                </a:cubicBezTo>
                <a:cubicBezTo>
                  <a:pt x="1660" y="356"/>
                  <a:pt x="1661" y="355"/>
                  <a:pt x="1661" y="354"/>
                </a:cubicBezTo>
                <a:cubicBezTo>
                  <a:pt x="1661" y="353"/>
                  <a:pt x="1661" y="353"/>
                  <a:pt x="1661" y="353"/>
                </a:cubicBezTo>
                <a:cubicBezTo>
                  <a:pt x="1660" y="352"/>
                  <a:pt x="1660" y="352"/>
                  <a:pt x="1660" y="352"/>
                </a:cubicBezTo>
                <a:cubicBezTo>
                  <a:pt x="1659" y="351"/>
                  <a:pt x="1659" y="351"/>
                  <a:pt x="1658" y="351"/>
                </a:cubicBezTo>
                <a:cubicBezTo>
                  <a:pt x="1658" y="351"/>
                  <a:pt x="1657" y="350"/>
                  <a:pt x="1657" y="350"/>
                </a:cubicBezTo>
                <a:cubicBezTo>
                  <a:pt x="1657" y="350"/>
                  <a:pt x="1657" y="350"/>
                  <a:pt x="1657" y="350"/>
                </a:cubicBezTo>
                <a:close/>
                <a:moveTo>
                  <a:pt x="1951" y="350"/>
                </a:moveTo>
                <a:cubicBezTo>
                  <a:pt x="1950" y="350"/>
                  <a:pt x="1949" y="350"/>
                  <a:pt x="1948" y="350"/>
                </a:cubicBezTo>
                <a:cubicBezTo>
                  <a:pt x="1947" y="350"/>
                  <a:pt x="1947" y="350"/>
                  <a:pt x="1946" y="350"/>
                </a:cubicBezTo>
                <a:cubicBezTo>
                  <a:pt x="1946" y="350"/>
                  <a:pt x="1945" y="350"/>
                  <a:pt x="1945" y="350"/>
                </a:cubicBezTo>
                <a:cubicBezTo>
                  <a:pt x="1945" y="350"/>
                  <a:pt x="1944" y="350"/>
                  <a:pt x="1944" y="350"/>
                </a:cubicBezTo>
                <a:cubicBezTo>
                  <a:pt x="1944" y="350"/>
                  <a:pt x="1943" y="350"/>
                  <a:pt x="1943" y="350"/>
                </a:cubicBezTo>
                <a:cubicBezTo>
                  <a:pt x="1942" y="350"/>
                  <a:pt x="1942" y="351"/>
                  <a:pt x="1942" y="351"/>
                </a:cubicBezTo>
                <a:cubicBezTo>
                  <a:pt x="1941" y="351"/>
                  <a:pt x="1941" y="351"/>
                  <a:pt x="1941" y="352"/>
                </a:cubicBezTo>
                <a:cubicBezTo>
                  <a:pt x="1940" y="352"/>
                  <a:pt x="1940" y="352"/>
                  <a:pt x="1940" y="353"/>
                </a:cubicBezTo>
                <a:cubicBezTo>
                  <a:pt x="1940" y="353"/>
                  <a:pt x="1940" y="353"/>
                  <a:pt x="1940" y="355"/>
                </a:cubicBezTo>
                <a:cubicBezTo>
                  <a:pt x="1941" y="356"/>
                  <a:pt x="1942" y="356"/>
                  <a:pt x="1943" y="357"/>
                </a:cubicBezTo>
                <a:cubicBezTo>
                  <a:pt x="1944" y="357"/>
                  <a:pt x="1944" y="357"/>
                  <a:pt x="1944" y="357"/>
                </a:cubicBezTo>
                <a:cubicBezTo>
                  <a:pt x="1945" y="358"/>
                  <a:pt x="1946" y="358"/>
                  <a:pt x="1948" y="358"/>
                </a:cubicBezTo>
                <a:cubicBezTo>
                  <a:pt x="1948" y="358"/>
                  <a:pt x="1948" y="358"/>
                  <a:pt x="1948" y="358"/>
                </a:cubicBezTo>
                <a:cubicBezTo>
                  <a:pt x="1948" y="358"/>
                  <a:pt x="1948" y="358"/>
                  <a:pt x="1948" y="358"/>
                </a:cubicBezTo>
                <a:cubicBezTo>
                  <a:pt x="1949" y="358"/>
                  <a:pt x="1949" y="358"/>
                  <a:pt x="1949" y="358"/>
                </a:cubicBezTo>
                <a:cubicBezTo>
                  <a:pt x="1949" y="358"/>
                  <a:pt x="1949" y="358"/>
                  <a:pt x="1949" y="358"/>
                </a:cubicBezTo>
                <a:cubicBezTo>
                  <a:pt x="1949" y="358"/>
                  <a:pt x="1950" y="358"/>
                  <a:pt x="1950" y="358"/>
                </a:cubicBezTo>
                <a:cubicBezTo>
                  <a:pt x="1950" y="358"/>
                  <a:pt x="1950" y="358"/>
                  <a:pt x="1950" y="358"/>
                </a:cubicBezTo>
                <a:cubicBezTo>
                  <a:pt x="1950" y="358"/>
                  <a:pt x="1950" y="358"/>
                  <a:pt x="1951" y="358"/>
                </a:cubicBezTo>
                <a:cubicBezTo>
                  <a:pt x="1951" y="358"/>
                  <a:pt x="1951" y="358"/>
                  <a:pt x="1951" y="358"/>
                </a:cubicBezTo>
                <a:cubicBezTo>
                  <a:pt x="1951" y="358"/>
                  <a:pt x="1951" y="358"/>
                  <a:pt x="1951" y="358"/>
                </a:cubicBezTo>
                <a:cubicBezTo>
                  <a:pt x="1952" y="358"/>
                  <a:pt x="1952" y="358"/>
                  <a:pt x="1952" y="358"/>
                </a:cubicBezTo>
                <a:cubicBezTo>
                  <a:pt x="1952" y="358"/>
                  <a:pt x="1952" y="358"/>
                  <a:pt x="1952" y="358"/>
                </a:cubicBezTo>
                <a:cubicBezTo>
                  <a:pt x="1952" y="358"/>
                  <a:pt x="1952" y="358"/>
                  <a:pt x="1953" y="358"/>
                </a:cubicBezTo>
                <a:cubicBezTo>
                  <a:pt x="1954" y="357"/>
                  <a:pt x="1954" y="357"/>
                  <a:pt x="1954" y="357"/>
                </a:cubicBezTo>
                <a:cubicBezTo>
                  <a:pt x="1955" y="357"/>
                  <a:pt x="1955" y="357"/>
                  <a:pt x="1955" y="357"/>
                </a:cubicBezTo>
                <a:cubicBezTo>
                  <a:pt x="1956" y="356"/>
                  <a:pt x="1957" y="355"/>
                  <a:pt x="1957" y="354"/>
                </a:cubicBezTo>
                <a:cubicBezTo>
                  <a:pt x="1957" y="353"/>
                  <a:pt x="1957" y="353"/>
                  <a:pt x="1956" y="353"/>
                </a:cubicBezTo>
                <a:cubicBezTo>
                  <a:pt x="1956" y="352"/>
                  <a:pt x="1956" y="352"/>
                  <a:pt x="1955" y="352"/>
                </a:cubicBezTo>
                <a:cubicBezTo>
                  <a:pt x="1955" y="351"/>
                  <a:pt x="1955" y="351"/>
                  <a:pt x="1954" y="351"/>
                </a:cubicBezTo>
                <a:cubicBezTo>
                  <a:pt x="1954" y="351"/>
                  <a:pt x="1953" y="350"/>
                  <a:pt x="1952" y="350"/>
                </a:cubicBezTo>
                <a:lnTo>
                  <a:pt x="1951" y="350"/>
                </a:lnTo>
                <a:close/>
                <a:moveTo>
                  <a:pt x="1613" y="350"/>
                </a:moveTo>
                <a:cubicBezTo>
                  <a:pt x="1612" y="350"/>
                  <a:pt x="1611" y="350"/>
                  <a:pt x="1610" y="350"/>
                </a:cubicBezTo>
                <a:cubicBezTo>
                  <a:pt x="1609" y="350"/>
                  <a:pt x="1609" y="350"/>
                  <a:pt x="1609" y="350"/>
                </a:cubicBezTo>
                <a:cubicBezTo>
                  <a:pt x="1608" y="350"/>
                  <a:pt x="1608" y="350"/>
                  <a:pt x="1607" y="350"/>
                </a:cubicBezTo>
                <a:cubicBezTo>
                  <a:pt x="1607" y="350"/>
                  <a:pt x="1607" y="350"/>
                  <a:pt x="1606" y="350"/>
                </a:cubicBezTo>
                <a:cubicBezTo>
                  <a:pt x="1606" y="350"/>
                  <a:pt x="1606" y="350"/>
                  <a:pt x="1605" y="350"/>
                </a:cubicBezTo>
                <a:cubicBezTo>
                  <a:pt x="1603" y="351"/>
                  <a:pt x="1602" y="352"/>
                  <a:pt x="1602" y="355"/>
                </a:cubicBezTo>
                <a:cubicBezTo>
                  <a:pt x="1602" y="355"/>
                  <a:pt x="1602" y="355"/>
                  <a:pt x="1602" y="355"/>
                </a:cubicBezTo>
                <a:cubicBezTo>
                  <a:pt x="1603" y="355"/>
                  <a:pt x="1603" y="356"/>
                  <a:pt x="1603" y="356"/>
                </a:cubicBezTo>
                <a:cubicBezTo>
                  <a:pt x="1603" y="356"/>
                  <a:pt x="1604" y="356"/>
                  <a:pt x="1604" y="356"/>
                </a:cubicBezTo>
                <a:cubicBezTo>
                  <a:pt x="1604" y="356"/>
                  <a:pt x="1604" y="357"/>
                  <a:pt x="1605" y="357"/>
                </a:cubicBezTo>
                <a:cubicBezTo>
                  <a:pt x="1606" y="357"/>
                  <a:pt x="1606" y="357"/>
                  <a:pt x="1606" y="357"/>
                </a:cubicBezTo>
                <a:cubicBezTo>
                  <a:pt x="1607" y="358"/>
                  <a:pt x="1608" y="358"/>
                  <a:pt x="1609" y="358"/>
                </a:cubicBezTo>
                <a:cubicBezTo>
                  <a:pt x="1609" y="358"/>
                  <a:pt x="1609" y="358"/>
                  <a:pt x="1609" y="358"/>
                </a:cubicBezTo>
                <a:cubicBezTo>
                  <a:pt x="1610" y="358"/>
                  <a:pt x="1610" y="358"/>
                  <a:pt x="1610" y="358"/>
                </a:cubicBezTo>
                <a:cubicBezTo>
                  <a:pt x="1610" y="358"/>
                  <a:pt x="1610" y="358"/>
                  <a:pt x="1610" y="358"/>
                </a:cubicBezTo>
                <a:cubicBezTo>
                  <a:pt x="1610" y="358"/>
                  <a:pt x="1611" y="358"/>
                  <a:pt x="1611" y="358"/>
                </a:cubicBezTo>
                <a:cubicBezTo>
                  <a:pt x="1611" y="358"/>
                  <a:pt x="1611" y="358"/>
                  <a:pt x="1611" y="358"/>
                </a:cubicBezTo>
                <a:cubicBezTo>
                  <a:pt x="1611" y="358"/>
                  <a:pt x="1611" y="358"/>
                  <a:pt x="1612" y="358"/>
                </a:cubicBezTo>
                <a:cubicBezTo>
                  <a:pt x="1612" y="358"/>
                  <a:pt x="1612" y="358"/>
                  <a:pt x="1612" y="358"/>
                </a:cubicBezTo>
                <a:cubicBezTo>
                  <a:pt x="1612" y="358"/>
                  <a:pt x="1612" y="358"/>
                  <a:pt x="1612" y="358"/>
                </a:cubicBezTo>
                <a:cubicBezTo>
                  <a:pt x="1613" y="358"/>
                  <a:pt x="1613" y="358"/>
                  <a:pt x="1613" y="358"/>
                </a:cubicBezTo>
                <a:cubicBezTo>
                  <a:pt x="1613" y="358"/>
                  <a:pt x="1613" y="358"/>
                  <a:pt x="1613" y="358"/>
                </a:cubicBezTo>
                <a:cubicBezTo>
                  <a:pt x="1613" y="358"/>
                  <a:pt x="1613" y="358"/>
                  <a:pt x="1614" y="358"/>
                </a:cubicBezTo>
                <a:cubicBezTo>
                  <a:pt x="1614" y="358"/>
                  <a:pt x="1614" y="358"/>
                  <a:pt x="1614" y="358"/>
                </a:cubicBezTo>
                <a:cubicBezTo>
                  <a:pt x="1615" y="357"/>
                  <a:pt x="1615" y="357"/>
                  <a:pt x="1615" y="357"/>
                </a:cubicBezTo>
                <a:cubicBezTo>
                  <a:pt x="1617" y="357"/>
                  <a:pt x="1617" y="357"/>
                  <a:pt x="1617" y="357"/>
                </a:cubicBezTo>
                <a:cubicBezTo>
                  <a:pt x="1618" y="356"/>
                  <a:pt x="1619" y="355"/>
                  <a:pt x="1619" y="354"/>
                </a:cubicBezTo>
                <a:cubicBezTo>
                  <a:pt x="1619" y="353"/>
                  <a:pt x="1619" y="353"/>
                  <a:pt x="1619" y="353"/>
                </a:cubicBezTo>
                <a:cubicBezTo>
                  <a:pt x="1618" y="353"/>
                  <a:pt x="1618" y="352"/>
                  <a:pt x="1618" y="352"/>
                </a:cubicBezTo>
                <a:cubicBezTo>
                  <a:pt x="1618" y="352"/>
                  <a:pt x="1617" y="352"/>
                  <a:pt x="1617" y="351"/>
                </a:cubicBezTo>
                <a:cubicBezTo>
                  <a:pt x="1617" y="351"/>
                  <a:pt x="1616" y="351"/>
                  <a:pt x="1616" y="351"/>
                </a:cubicBezTo>
                <a:cubicBezTo>
                  <a:pt x="1615" y="350"/>
                  <a:pt x="1615" y="350"/>
                  <a:pt x="1615" y="350"/>
                </a:cubicBezTo>
                <a:lnTo>
                  <a:pt x="1613" y="350"/>
                </a:lnTo>
                <a:close/>
                <a:moveTo>
                  <a:pt x="2079" y="350"/>
                </a:moveTo>
                <a:cubicBezTo>
                  <a:pt x="2079" y="350"/>
                  <a:pt x="2078" y="350"/>
                  <a:pt x="2078" y="350"/>
                </a:cubicBezTo>
                <a:cubicBezTo>
                  <a:pt x="2078" y="350"/>
                  <a:pt x="2077" y="350"/>
                  <a:pt x="2077" y="350"/>
                </a:cubicBezTo>
                <a:cubicBezTo>
                  <a:pt x="2076" y="350"/>
                  <a:pt x="2076" y="350"/>
                  <a:pt x="2075" y="350"/>
                </a:cubicBezTo>
                <a:cubicBezTo>
                  <a:pt x="2075" y="350"/>
                  <a:pt x="2075" y="350"/>
                  <a:pt x="2074" y="350"/>
                </a:cubicBezTo>
                <a:cubicBezTo>
                  <a:pt x="2074" y="350"/>
                  <a:pt x="2073" y="350"/>
                  <a:pt x="2073" y="350"/>
                </a:cubicBezTo>
                <a:cubicBezTo>
                  <a:pt x="2072" y="350"/>
                  <a:pt x="2072" y="350"/>
                  <a:pt x="2072" y="350"/>
                </a:cubicBezTo>
                <a:cubicBezTo>
                  <a:pt x="2071" y="350"/>
                  <a:pt x="2071" y="350"/>
                  <a:pt x="2071" y="350"/>
                </a:cubicBezTo>
                <a:cubicBezTo>
                  <a:pt x="2070" y="350"/>
                  <a:pt x="2070" y="350"/>
                  <a:pt x="2070" y="350"/>
                </a:cubicBezTo>
                <a:cubicBezTo>
                  <a:pt x="2069" y="350"/>
                  <a:pt x="2069" y="351"/>
                  <a:pt x="2068" y="351"/>
                </a:cubicBezTo>
                <a:cubicBezTo>
                  <a:pt x="2068" y="351"/>
                  <a:pt x="2068" y="351"/>
                  <a:pt x="2067" y="352"/>
                </a:cubicBezTo>
                <a:cubicBezTo>
                  <a:pt x="2067" y="352"/>
                  <a:pt x="2067" y="352"/>
                  <a:pt x="2067" y="353"/>
                </a:cubicBezTo>
                <a:cubicBezTo>
                  <a:pt x="2067" y="353"/>
                  <a:pt x="2067" y="353"/>
                  <a:pt x="2067" y="355"/>
                </a:cubicBezTo>
                <a:cubicBezTo>
                  <a:pt x="2068" y="356"/>
                  <a:pt x="2069" y="356"/>
                  <a:pt x="2070" y="357"/>
                </a:cubicBezTo>
                <a:cubicBezTo>
                  <a:pt x="2071" y="357"/>
                  <a:pt x="2071" y="357"/>
                  <a:pt x="2071" y="357"/>
                </a:cubicBezTo>
                <a:cubicBezTo>
                  <a:pt x="2072" y="358"/>
                  <a:pt x="2073" y="358"/>
                  <a:pt x="2075" y="358"/>
                </a:cubicBezTo>
                <a:cubicBezTo>
                  <a:pt x="2075" y="358"/>
                  <a:pt x="2075" y="358"/>
                  <a:pt x="2075" y="358"/>
                </a:cubicBezTo>
                <a:cubicBezTo>
                  <a:pt x="2075" y="358"/>
                  <a:pt x="2075" y="358"/>
                  <a:pt x="2075" y="358"/>
                </a:cubicBezTo>
                <a:cubicBezTo>
                  <a:pt x="2076" y="358"/>
                  <a:pt x="2076" y="358"/>
                  <a:pt x="2076" y="358"/>
                </a:cubicBezTo>
                <a:cubicBezTo>
                  <a:pt x="2076" y="358"/>
                  <a:pt x="2076" y="358"/>
                  <a:pt x="2076" y="358"/>
                </a:cubicBezTo>
                <a:cubicBezTo>
                  <a:pt x="2076" y="358"/>
                  <a:pt x="2077" y="358"/>
                  <a:pt x="2077" y="358"/>
                </a:cubicBezTo>
                <a:cubicBezTo>
                  <a:pt x="2077" y="358"/>
                  <a:pt x="2077" y="358"/>
                  <a:pt x="2077" y="358"/>
                </a:cubicBezTo>
                <a:cubicBezTo>
                  <a:pt x="2077" y="358"/>
                  <a:pt x="2077" y="358"/>
                  <a:pt x="2078" y="358"/>
                </a:cubicBezTo>
                <a:cubicBezTo>
                  <a:pt x="2078" y="358"/>
                  <a:pt x="2078" y="358"/>
                  <a:pt x="2078" y="358"/>
                </a:cubicBezTo>
                <a:cubicBezTo>
                  <a:pt x="2078" y="358"/>
                  <a:pt x="2078" y="358"/>
                  <a:pt x="2079" y="358"/>
                </a:cubicBezTo>
                <a:cubicBezTo>
                  <a:pt x="2079" y="358"/>
                  <a:pt x="2079" y="358"/>
                  <a:pt x="2079" y="358"/>
                </a:cubicBezTo>
                <a:cubicBezTo>
                  <a:pt x="2080" y="358"/>
                  <a:pt x="2080" y="358"/>
                  <a:pt x="2080" y="357"/>
                </a:cubicBezTo>
                <a:cubicBezTo>
                  <a:pt x="2080" y="357"/>
                  <a:pt x="2081" y="357"/>
                  <a:pt x="2081" y="357"/>
                </a:cubicBezTo>
                <a:cubicBezTo>
                  <a:pt x="2082" y="357"/>
                  <a:pt x="2082" y="357"/>
                  <a:pt x="2082" y="357"/>
                </a:cubicBezTo>
                <a:cubicBezTo>
                  <a:pt x="2083" y="356"/>
                  <a:pt x="2084" y="355"/>
                  <a:pt x="2084" y="354"/>
                </a:cubicBezTo>
                <a:cubicBezTo>
                  <a:pt x="2084" y="353"/>
                  <a:pt x="2083" y="353"/>
                  <a:pt x="2083" y="353"/>
                </a:cubicBezTo>
                <a:cubicBezTo>
                  <a:pt x="2083" y="352"/>
                  <a:pt x="2083" y="352"/>
                  <a:pt x="2082" y="352"/>
                </a:cubicBezTo>
                <a:cubicBezTo>
                  <a:pt x="2082" y="351"/>
                  <a:pt x="2081" y="351"/>
                  <a:pt x="2081" y="351"/>
                </a:cubicBezTo>
                <a:cubicBezTo>
                  <a:pt x="2080" y="351"/>
                  <a:pt x="2080" y="350"/>
                  <a:pt x="2079" y="350"/>
                </a:cubicBezTo>
                <a:cubicBezTo>
                  <a:pt x="2079" y="350"/>
                  <a:pt x="2080" y="350"/>
                  <a:pt x="2079" y="350"/>
                </a:cubicBezTo>
                <a:close/>
                <a:moveTo>
                  <a:pt x="1910" y="350"/>
                </a:moveTo>
                <a:cubicBezTo>
                  <a:pt x="1910" y="350"/>
                  <a:pt x="1909" y="350"/>
                  <a:pt x="1909" y="350"/>
                </a:cubicBezTo>
                <a:cubicBezTo>
                  <a:pt x="1909" y="350"/>
                  <a:pt x="1908" y="350"/>
                  <a:pt x="1908" y="350"/>
                </a:cubicBezTo>
                <a:cubicBezTo>
                  <a:pt x="1907" y="350"/>
                  <a:pt x="1907" y="350"/>
                  <a:pt x="1907" y="350"/>
                </a:cubicBezTo>
                <a:cubicBezTo>
                  <a:pt x="1906" y="350"/>
                  <a:pt x="1906" y="350"/>
                  <a:pt x="1905" y="350"/>
                </a:cubicBezTo>
                <a:cubicBezTo>
                  <a:pt x="1905" y="350"/>
                  <a:pt x="1904" y="350"/>
                  <a:pt x="1904" y="350"/>
                </a:cubicBezTo>
                <a:cubicBezTo>
                  <a:pt x="1904" y="350"/>
                  <a:pt x="1903" y="350"/>
                  <a:pt x="1903" y="350"/>
                </a:cubicBezTo>
                <a:cubicBezTo>
                  <a:pt x="1902" y="350"/>
                  <a:pt x="1902" y="350"/>
                  <a:pt x="1902" y="350"/>
                </a:cubicBezTo>
                <a:cubicBezTo>
                  <a:pt x="1901" y="350"/>
                  <a:pt x="1901" y="350"/>
                  <a:pt x="1901" y="350"/>
                </a:cubicBezTo>
                <a:cubicBezTo>
                  <a:pt x="1899" y="351"/>
                  <a:pt x="1897" y="352"/>
                  <a:pt x="1898" y="355"/>
                </a:cubicBezTo>
                <a:cubicBezTo>
                  <a:pt x="1898" y="355"/>
                  <a:pt x="1898" y="355"/>
                  <a:pt x="1898" y="355"/>
                </a:cubicBezTo>
                <a:cubicBezTo>
                  <a:pt x="1899" y="355"/>
                  <a:pt x="1899" y="356"/>
                  <a:pt x="1899" y="356"/>
                </a:cubicBezTo>
                <a:cubicBezTo>
                  <a:pt x="1899" y="356"/>
                  <a:pt x="1900" y="356"/>
                  <a:pt x="1900" y="356"/>
                </a:cubicBezTo>
                <a:cubicBezTo>
                  <a:pt x="1900" y="356"/>
                  <a:pt x="1900" y="357"/>
                  <a:pt x="1901" y="357"/>
                </a:cubicBezTo>
                <a:cubicBezTo>
                  <a:pt x="1902" y="357"/>
                  <a:pt x="1902" y="357"/>
                  <a:pt x="1902" y="357"/>
                </a:cubicBezTo>
                <a:cubicBezTo>
                  <a:pt x="1903" y="358"/>
                  <a:pt x="1904" y="358"/>
                  <a:pt x="1905" y="358"/>
                </a:cubicBezTo>
                <a:cubicBezTo>
                  <a:pt x="1905" y="358"/>
                  <a:pt x="1906" y="358"/>
                  <a:pt x="1906" y="358"/>
                </a:cubicBezTo>
                <a:cubicBezTo>
                  <a:pt x="1906" y="358"/>
                  <a:pt x="1906" y="358"/>
                  <a:pt x="1906" y="358"/>
                </a:cubicBezTo>
                <a:cubicBezTo>
                  <a:pt x="1906" y="358"/>
                  <a:pt x="1906" y="358"/>
                  <a:pt x="1907" y="358"/>
                </a:cubicBezTo>
                <a:cubicBezTo>
                  <a:pt x="1907" y="358"/>
                  <a:pt x="1907" y="358"/>
                  <a:pt x="1907" y="358"/>
                </a:cubicBezTo>
                <a:cubicBezTo>
                  <a:pt x="1907" y="358"/>
                  <a:pt x="1907" y="358"/>
                  <a:pt x="1907" y="358"/>
                </a:cubicBezTo>
                <a:cubicBezTo>
                  <a:pt x="1908" y="358"/>
                  <a:pt x="1908" y="358"/>
                  <a:pt x="1908" y="358"/>
                </a:cubicBezTo>
                <a:cubicBezTo>
                  <a:pt x="1908" y="358"/>
                  <a:pt x="1908" y="358"/>
                  <a:pt x="1908" y="358"/>
                </a:cubicBezTo>
                <a:cubicBezTo>
                  <a:pt x="1908" y="358"/>
                  <a:pt x="1909" y="358"/>
                  <a:pt x="1909" y="358"/>
                </a:cubicBezTo>
                <a:cubicBezTo>
                  <a:pt x="1909" y="358"/>
                  <a:pt x="1909" y="358"/>
                  <a:pt x="1909" y="358"/>
                </a:cubicBezTo>
                <a:cubicBezTo>
                  <a:pt x="1910" y="358"/>
                  <a:pt x="1910" y="358"/>
                  <a:pt x="1910" y="358"/>
                </a:cubicBezTo>
                <a:cubicBezTo>
                  <a:pt x="1910" y="358"/>
                  <a:pt x="1911" y="358"/>
                  <a:pt x="1911" y="357"/>
                </a:cubicBezTo>
                <a:cubicBezTo>
                  <a:pt x="1911" y="357"/>
                  <a:pt x="1911" y="357"/>
                  <a:pt x="1912" y="357"/>
                </a:cubicBezTo>
                <a:cubicBezTo>
                  <a:pt x="1913" y="357"/>
                  <a:pt x="1913" y="357"/>
                  <a:pt x="1913" y="357"/>
                </a:cubicBezTo>
                <a:cubicBezTo>
                  <a:pt x="1914" y="356"/>
                  <a:pt x="1915" y="355"/>
                  <a:pt x="1915" y="354"/>
                </a:cubicBezTo>
                <a:cubicBezTo>
                  <a:pt x="1915" y="353"/>
                  <a:pt x="1914" y="353"/>
                  <a:pt x="1914" y="353"/>
                </a:cubicBezTo>
                <a:cubicBezTo>
                  <a:pt x="1914" y="352"/>
                  <a:pt x="1914" y="352"/>
                  <a:pt x="1913" y="352"/>
                </a:cubicBezTo>
                <a:cubicBezTo>
                  <a:pt x="1913" y="351"/>
                  <a:pt x="1912" y="351"/>
                  <a:pt x="1912" y="351"/>
                </a:cubicBezTo>
                <a:cubicBezTo>
                  <a:pt x="1911" y="351"/>
                  <a:pt x="1911" y="350"/>
                  <a:pt x="1910" y="350"/>
                </a:cubicBezTo>
                <a:cubicBezTo>
                  <a:pt x="1910" y="350"/>
                  <a:pt x="1911" y="350"/>
                  <a:pt x="1910" y="350"/>
                </a:cubicBezTo>
                <a:close/>
                <a:moveTo>
                  <a:pt x="1163" y="360"/>
                </a:moveTo>
                <a:cubicBezTo>
                  <a:pt x="1162" y="361"/>
                  <a:pt x="1161" y="361"/>
                  <a:pt x="1160" y="361"/>
                </a:cubicBezTo>
                <a:cubicBezTo>
                  <a:pt x="1160" y="362"/>
                  <a:pt x="1159" y="362"/>
                  <a:pt x="1158" y="363"/>
                </a:cubicBezTo>
                <a:cubicBezTo>
                  <a:pt x="1158" y="363"/>
                  <a:pt x="1158" y="364"/>
                  <a:pt x="1158" y="364"/>
                </a:cubicBezTo>
                <a:cubicBezTo>
                  <a:pt x="1158" y="365"/>
                  <a:pt x="1158" y="365"/>
                  <a:pt x="1158" y="366"/>
                </a:cubicBezTo>
                <a:cubicBezTo>
                  <a:pt x="1159" y="367"/>
                  <a:pt x="1159" y="367"/>
                  <a:pt x="1160" y="367"/>
                </a:cubicBezTo>
                <a:cubicBezTo>
                  <a:pt x="1161" y="368"/>
                  <a:pt x="1162" y="368"/>
                  <a:pt x="1163" y="368"/>
                </a:cubicBezTo>
                <a:cubicBezTo>
                  <a:pt x="1164" y="368"/>
                  <a:pt x="1165" y="369"/>
                  <a:pt x="1166" y="369"/>
                </a:cubicBezTo>
                <a:cubicBezTo>
                  <a:pt x="1167" y="369"/>
                  <a:pt x="1168" y="368"/>
                  <a:pt x="1169" y="368"/>
                </a:cubicBezTo>
                <a:cubicBezTo>
                  <a:pt x="1170" y="368"/>
                  <a:pt x="1171" y="368"/>
                  <a:pt x="1172" y="367"/>
                </a:cubicBezTo>
                <a:cubicBezTo>
                  <a:pt x="1173" y="367"/>
                  <a:pt x="1174" y="367"/>
                  <a:pt x="1174" y="366"/>
                </a:cubicBezTo>
                <a:cubicBezTo>
                  <a:pt x="1174" y="365"/>
                  <a:pt x="1175" y="365"/>
                  <a:pt x="1175" y="364"/>
                </a:cubicBezTo>
                <a:cubicBezTo>
                  <a:pt x="1175" y="364"/>
                  <a:pt x="1174" y="363"/>
                  <a:pt x="1174" y="363"/>
                </a:cubicBezTo>
                <a:cubicBezTo>
                  <a:pt x="1174" y="362"/>
                  <a:pt x="1173" y="362"/>
                  <a:pt x="1172" y="361"/>
                </a:cubicBezTo>
                <a:cubicBezTo>
                  <a:pt x="1172" y="361"/>
                  <a:pt x="1171" y="361"/>
                  <a:pt x="1170" y="360"/>
                </a:cubicBezTo>
                <a:cubicBezTo>
                  <a:pt x="1169" y="360"/>
                  <a:pt x="1168" y="360"/>
                  <a:pt x="1166" y="360"/>
                </a:cubicBezTo>
                <a:cubicBezTo>
                  <a:pt x="1165" y="360"/>
                  <a:pt x="1164" y="360"/>
                  <a:pt x="1163" y="360"/>
                </a:cubicBezTo>
                <a:close/>
                <a:moveTo>
                  <a:pt x="1248" y="360"/>
                </a:moveTo>
                <a:cubicBezTo>
                  <a:pt x="1247" y="361"/>
                  <a:pt x="1246" y="361"/>
                  <a:pt x="1245" y="361"/>
                </a:cubicBezTo>
                <a:cubicBezTo>
                  <a:pt x="1244" y="362"/>
                  <a:pt x="1244" y="362"/>
                  <a:pt x="1243" y="363"/>
                </a:cubicBezTo>
                <a:cubicBezTo>
                  <a:pt x="1243" y="363"/>
                  <a:pt x="1243" y="364"/>
                  <a:pt x="1243" y="364"/>
                </a:cubicBezTo>
                <a:cubicBezTo>
                  <a:pt x="1243" y="365"/>
                  <a:pt x="1243" y="365"/>
                  <a:pt x="1243" y="366"/>
                </a:cubicBezTo>
                <a:cubicBezTo>
                  <a:pt x="1244" y="367"/>
                  <a:pt x="1244" y="367"/>
                  <a:pt x="1245" y="367"/>
                </a:cubicBezTo>
                <a:cubicBezTo>
                  <a:pt x="1246" y="368"/>
                  <a:pt x="1247" y="368"/>
                  <a:pt x="1248" y="368"/>
                </a:cubicBezTo>
                <a:cubicBezTo>
                  <a:pt x="1249" y="368"/>
                  <a:pt x="1250" y="369"/>
                  <a:pt x="1251" y="369"/>
                </a:cubicBezTo>
                <a:cubicBezTo>
                  <a:pt x="1252" y="369"/>
                  <a:pt x="1253" y="368"/>
                  <a:pt x="1254" y="368"/>
                </a:cubicBezTo>
                <a:cubicBezTo>
                  <a:pt x="1255" y="368"/>
                  <a:pt x="1256" y="368"/>
                  <a:pt x="1257" y="367"/>
                </a:cubicBezTo>
                <a:cubicBezTo>
                  <a:pt x="1258" y="367"/>
                  <a:pt x="1258" y="367"/>
                  <a:pt x="1259" y="366"/>
                </a:cubicBezTo>
                <a:cubicBezTo>
                  <a:pt x="1259" y="365"/>
                  <a:pt x="1260" y="365"/>
                  <a:pt x="1260" y="364"/>
                </a:cubicBezTo>
                <a:cubicBezTo>
                  <a:pt x="1260" y="364"/>
                  <a:pt x="1259" y="363"/>
                  <a:pt x="1259" y="363"/>
                </a:cubicBezTo>
                <a:cubicBezTo>
                  <a:pt x="1258" y="362"/>
                  <a:pt x="1258" y="362"/>
                  <a:pt x="1257" y="361"/>
                </a:cubicBezTo>
                <a:cubicBezTo>
                  <a:pt x="1256" y="361"/>
                  <a:pt x="1255" y="361"/>
                  <a:pt x="1254" y="360"/>
                </a:cubicBezTo>
                <a:cubicBezTo>
                  <a:pt x="1253" y="360"/>
                  <a:pt x="1252" y="360"/>
                  <a:pt x="1251" y="360"/>
                </a:cubicBezTo>
                <a:cubicBezTo>
                  <a:pt x="1250" y="360"/>
                  <a:pt x="1249" y="360"/>
                  <a:pt x="1248" y="360"/>
                </a:cubicBezTo>
                <a:close/>
                <a:moveTo>
                  <a:pt x="1078" y="360"/>
                </a:moveTo>
                <a:cubicBezTo>
                  <a:pt x="1077" y="361"/>
                  <a:pt x="1076" y="361"/>
                  <a:pt x="1076" y="361"/>
                </a:cubicBezTo>
                <a:cubicBezTo>
                  <a:pt x="1075" y="362"/>
                  <a:pt x="1074" y="362"/>
                  <a:pt x="1074" y="363"/>
                </a:cubicBezTo>
                <a:cubicBezTo>
                  <a:pt x="1073" y="363"/>
                  <a:pt x="1073" y="364"/>
                  <a:pt x="1073" y="364"/>
                </a:cubicBezTo>
                <a:cubicBezTo>
                  <a:pt x="1073" y="365"/>
                  <a:pt x="1073" y="365"/>
                  <a:pt x="1074" y="366"/>
                </a:cubicBezTo>
                <a:cubicBezTo>
                  <a:pt x="1074" y="367"/>
                  <a:pt x="1075" y="367"/>
                  <a:pt x="1075" y="367"/>
                </a:cubicBezTo>
                <a:cubicBezTo>
                  <a:pt x="1076" y="368"/>
                  <a:pt x="1077" y="368"/>
                  <a:pt x="1078" y="368"/>
                </a:cubicBezTo>
                <a:cubicBezTo>
                  <a:pt x="1079" y="368"/>
                  <a:pt x="1080" y="369"/>
                  <a:pt x="1081" y="369"/>
                </a:cubicBezTo>
                <a:cubicBezTo>
                  <a:pt x="1082" y="369"/>
                  <a:pt x="1083" y="368"/>
                  <a:pt x="1085" y="368"/>
                </a:cubicBezTo>
                <a:cubicBezTo>
                  <a:pt x="1086" y="368"/>
                  <a:pt x="1086" y="368"/>
                  <a:pt x="1087" y="367"/>
                </a:cubicBezTo>
                <a:cubicBezTo>
                  <a:pt x="1088" y="367"/>
                  <a:pt x="1089" y="367"/>
                  <a:pt x="1089" y="366"/>
                </a:cubicBezTo>
                <a:cubicBezTo>
                  <a:pt x="1090" y="365"/>
                  <a:pt x="1090" y="365"/>
                  <a:pt x="1090" y="364"/>
                </a:cubicBezTo>
                <a:cubicBezTo>
                  <a:pt x="1090" y="364"/>
                  <a:pt x="1090" y="363"/>
                  <a:pt x="1089" y="363"/>
                </a:cubicBezTo>
                <a:cubicBezTo>
                  <a:pt x="1089" y="362"/>
                  <a:pt x="1088" y="362"/>
                  <a:pt x="1088" y="361"/>
                </a:cubicBezTo>
                <a:cubicBezTo>
                  <a:pt x="1087" y="361"/>
                  <a:pt x="1086" y="361"/>
                  <a:pt x="1085" y="360"/>
                </a:cubicBezTo>
                <a:cubicBezTo>
                  <a:pt x="1084" y="360"/>
                  <a:pt x="1083" y="360"/>
                  <a:pt x="1082" y="360"/>
                </a:cubicBezTo>
                <a:cubicBezTo>
                  <a:pt x="1080" y="360"/>
                  <a:pt x="1079" y="360"/>
                  <a:pt x="1078" y="360"/>
                </a:cubicBezTo>
                <a:close/>
                <a:moveTo>
                  <a:pt x="1375" y="360"/>
                </a:moveTo>
                <a:cubicBezTo>
                  <a:pt x="1374" y="361"/>
                  <a:pt x="1373" y="361"/>
                  <a:pt x="1372" y="361"/>
                </a:cubicBezTo>
                <a:cubicBezTo>
                  <a:pt x="1371" y="362"/>
                  <a:pt x="1371" y="362"/>
                  <a:pt x="1370" y="363"/>
                </a:cubicBezTo>
                <a:cubicBezTo>
                  <a:pt x="1370" y="363"/>
                  <a:pt x="1370" y="364"/>
                  <a:pt x="1370" y="364"/>
                </a:cubicBezTo>
                <a:cubicBezTo>
                  <a:pt x="1370" y="365"/>
                  <a:pt x="1370" y="365"/>
                  <a:pt x="1370" y="366"/>
                </a:cubicBezTo>
                <a:cubicBezTo>
                  <a:pt x="1371" y="367"/>
                  <a:pt x="1372" y="367"/>
                  <a:pt x="1372" y="367"/>
                </a:cubicBezTo>
                <a:cubicBezTo>
                  <a:pt x="1373" y="368"/>
                  <a:pt x="1374" y="368"/>
                  <a:pt x="1375" y="368"/>
                </a:cubicBezTo>
                <a:cubicBezTo>
                  <a:pt x="1376" y="368"/>
                  <a:pt x="1377" y="369"/>
                  <a:pt x="1378" y="369"/>
                </a:cubicBezTo>
                <a:cubicBezTo>
                  <a:pt x="1380" y="369"/>
                  <a:pt x="1381" y="368"/>
                  <a:pt x="1382" y="368"/>
                </a:cubicBezTo>
                <a:cubicBezTo>
                  <a:pt x="1383" y="368"/>
                  <a:pt x="1384" y="368"/>
                  <a:pt x="1384" y="367"/>
                </a:cubicBezTo>
                <a:cubicBezTo>
                  <a:pt x="1385" y="367"/>
                  <a:pt x="1386" y="367"/>
                  <a:pt x="1386" y="366"/>
                </a:cubicBezTo>
                <a:cubicBezTo>
                  <a:pt x="1387" y="365"/>
                  <a:pt x="1387" y="365"/>
                  <a:pt x="1387" y="364"/>
                </a:cubicBezTo>
                <a:cubicBezTo>
                  <a:pt x="1387" y="364"/>
                  <a:pt x="1386" y="363"/>
                  <a:pt x="1386" y="363"/>
                </a:cubicBezTo>
                <a:cubicBezTo>
                  <a:pt x="1386" y="362"/>
                  <a:pt x="1385" y="362"/>
                  <a:pt x="1384" y="361"/>
                </a:cubicBezTo>
                <a:cubicBezTo>
                  <a:pt x="1383" y="361"/>
                  <a:pt x="1382" y="361"/>
                  <a:pt x="1381" y="360"/>
                </a:cubicBezTo>
                <a:cubicBezTo>
                  <a:pt x="1380" y="360"/>
                  <a:pt x="1379" y="360"/>
                  <a:pt x="1378" y="360"/>
                </a:cubicBezTo>
                <a:cubicBezTo>
                  <a:pt x="1377" y="360"/>
                  <a:pt x="1376" y="360"/>
                  <a:pt x="1375" y="360"/>
                </a:cubicBezTo>
                <a:close/>
                <a:moveTo>
                  <a:pt x="1290" y="360"/>
                </a:moveTo>
                <a:cubicBezTo>
                  <a:pt x="1289" y="361"/>
                  <a:pt x="1288" y="361"/>
                  <a:pt x="1287" y="361"/>
                </a:cubicBezTo>
                <a:cubicBezTo>
                  <a:pt x="1287" y="362"/>
                  <a:pt x="1286" y="362"/>
                  <a:pt x="1286" y="363"/>
                </a:cubicBezTo>
                <a:cubicBezTo>
                  <a:pt x="1285" y="363"/>
                  <a:pt x="1285" y="364"/>
                  <a:pt x="1285" y="364"/>
                </a:cubicBezTo>
                <a:cubicBezTo>
                  <a:pt x="1285" y="365"/>
                  <a:pt x="1285" y="365"/>
                  <a:pt x="1286" y="366"/>
                </a:cubicBezTo>
                <a:cubicBezTo>
                  <a:pt x="1286" y="367"/>
                  <a:pt x="1287" y="367"/>
                  <a:pt x="1287" y="367"/>
                </a:cubicBezTo>
                <a:cubicBezTo>
                  <a:pt x="1288" y="368"/>
                  <a:pt x="1289" y="368"/>
                  <a:pt x="1290" y="368"/>
                </a:cubicBezTo>
                <a:cubicBezTo>
                  <a:pt x="1291" y="368"/>
                  <a:pt x="1292" y="369"/>
                  <a:pt x="1293" y="369"/>
                </a:cubicBezTo>
                <a:cubicBezTo>
                  <a:pt x="1295" y="369"/>
                  <a:pt x="1296" y="368"/>
                  <a:pt x="1297" y="368"/>
                </a:cubicBezTo>
                <a:cubicBezTo>
                  <a:pt x="1298" y="368"/>
                  <a:pt x="1299" y="368"/>
                  <a:pt x="1299" y="367"/>
                </a:cubicBezTo>
                <a:cubicBezTo>
                  <a:pt x="1300" y="367"/>
                  <a:pt x="1301" y="367"/>
                  <a:pt x="1301" y="366"/>
                </a:cubicBezTo>
                <a:cubicBezTo>
                  <a:pt x="1302" y="365"/>
                  <a:pt x="1302" y="365"/>
                  <a:pt x="1302" y="364"/>
                </a:cubicBezTo>
                <a:cubicBezTo>
                  <a:pt x="1302" y="364"/>
                  <a:pt x="1302" y="363"/>
                  <a:pt x="1301" y="363"/>
                </a:cubicBezTo>
                <a:cubicBezTo>
                  <a:pt x="1301" y="362"/>
                  <a:pt x="1300" y="362"/>
                  <a:pt x="1299" y="361"/>
                </a:cubicBezTo>
                <a:cubicBezTo>
                  <a:pt x="1299" y="361"/>
                  <a:pt x="1298" y="361"/>
                  <a:pt x="1297" y="360"/>
                </a:cubicBezTo>
                <a:cubicBezTo>
                  <a:pt x="1296" y="360"/>
                  <a:pt x="1295" y="360"/>
                  <a:pt x="1293" y="360"/>
                </a:cubicBezTo>
                <a:cubicBezTo>
                  <a:pt x="1292" y="360"/>
                  <a:pt x="1291" y="360"/>
                  <a:pt x="1290" y="360"/>
                </a:cubicBezTo>
                <a:close/>
                <a:moveTo>
                  <a:pt x="1205" y="360"/>
                </a:moveTo>
                <a:cubicBezTo>
                  <a:pt x="1204" y="361"/>
                  <a:pt x="1203" y="361"/>
                  <a:pt x="1203" y="361"/>
                </a:cubicBezTo>
                <a:cubicBezTo>
                  <a:pt x="1202" y="362"/>
                  <a:pt x="1201" y="362"/>
                  <a:pt x="1201" y="363"/>
                </a:cubicBezTo>
                <a:cubicBezTo>
                  <a:pt x="1200" y="363"/>
                  <a:pt x="1200" y="364"/>
                  <a:pt x="1200" y="364"/>
                </a:cubicBezTo>
                <a:cubicBezTo>
                  <a:pt x="1200" y="365"/>
                  <a:pt x="1200" y="365"/>
                  <a:pt x="1201" y="366"/>
                </a:cubicBezTo>
                <a:cubicBezTo>
                  <a:pt x="1201" y="367"/>
                  <a:pt x="1202" y="367"/>
                  <a:pt x="1203" y="367"/>
                </a:cubicBezTo>
                <a:cubicBezTo>
                  <a:pt x="1203" y="368"/>
                  <a:pt x="1204" y="368"/>
                  <a:pt x="1205" y="368"/>
                </a:cubicBezTo>
                <a:cubicBezTo>
                  <a:pt x="1206" y="368"/>
                  <a:pt x="1207" y="369"/>
                  <a:pt x="1209" y="369"/>
                </a:cubicBezTo>
                <a:cubicBezTo>
                  <a:pt x="1210" y="369"/>
                  <a:pt x="1211" y="368"/>
                  <a:pt x="1212" y="368"/>
                </a:cubicBezTo>
                <a:cubicBezTo>
                  <a:pt x="1213" y="368"/>
                  <a:pt x="1214" y="368"/>
                  <a:pt x="1215" y="367"/>
                </a:cubicBezTo>
                <a:cubicBezTo>
                  <a:pt x="1215" y="367"/>
                  <a:pt x="1216" y="367"/>
                  <a:pt x="1216" y="366"/>
                </a:cubicBezTo>
                <a:cubicBezTo>
                  <a:pt x="1217" y="365"/>
                  <a:pt x="1217" y="365"/>
                  <a:pt x="1217" y="364"/>
                </a:cubicBezTo>
                <a:cubicBezTo>
                  <a:pt x="1217" y="364"/>
                  <a:pt x="1217" y="363"/>
                  <a:pt x="1216" y="363"/>
                </a:cubicBezTo>
                <a:cubicBezTo>
                  <a:pt x="1216" y="362"/>
                  <a:pt x="1215" y="362"/>
                  <a:pt x="1215" y="361"/>
                </a:cubicBezTo>
                <a:cubicBezTo>
                  <a:pt x="1214" y="361"/>
                  <a:pt x="1213" y="361"/>
                  <a:pt x="1212" y="360"/>
                </a:cubicBezTo>
                <a:cubicBezTo>
                  <a:pt x="1211" y="360"/>
                  <a:pt x="1210" y="360"/>
                  <a:pt x="1209" y="360"/>
                </a:cubicBezTo>
                <a:cubicBezTo>
                  <a:pt x="1207" y="360"/>
                  <a:pt x="1206" y="360"/>
                  <a:pt x="1205" y="360"/>
                </a:cubicBezTo>
                <a:close/>
                <a:moveTo>
                  <a:pt x="1332" y="360"/>
                </a:moveTo>
                <a:cubicBezTo>
                  <a:pt x="1331" y="361"/>
                  <a:pt x="1330" y="361"/>
                  <a:pt x="1330" y="361"/>
                </a:cubicBezTo>
                <a:cubicBezTo>
                  <a:pt x="1329" y="362"/>
                  <a:pt x="1328" y="362"/>
                  <a:pt x="1328" y="363"/>
                </a:cubicBezTo>
                <a:cubicBezTo>
                  <a:pt x="1328" y="363"/>
                  <a:pt x="1327" y="364"/>
                  <a:pt x="1327" y="364"/>
                </a:cubicBezTo>
                <a:cubicBezTo>
                  <a:pt x="1327" y="365"/>
                  <a:pt x="1328" y="365"/>
                  <a:pt x="1328" y="366"/>
                </a:cubicBezTo>
                <a:cubicBezTo>
                  <a:pt x="1328" y="367"/>
                  <a:pt x="1329" y="367"/>
                  <a:pt x="1330" y="367"/>
                </a:cubicBezTo>
                <a:cubicBezTo>
                  <a:pt x="1331" y="368"/>
                  <a:pt x="1332" y="368"/>
                  <a:pt x="1333" y="368"/>
                </a:cubicBezTo>
                <a:cubicBezTo>
                  <a:pt x="1334" y="368"/>
                  <a:pt x="1335" y="369"/>
                  <a:pt x="1336" y="369"/>
                </a:cubicBezTo>
                <a:cubicBezTo>
                  <a:pt x="1337" y="369"/>
                  <a:pt x="1338" y="368"/>
                  <a:pt x="1339" y="368"/>
                </a:cubicBezTo>
                <a:cubicBezTo>
                  <a:pt x="1340" y="368"/>
                  <a:pt x="1341" y="368"/>
                  <a:pt x="1342" y="367"/>
                </a:cubicBezTo>
                <a:cubicBezTo>
                  <a:pt x="1343" y="367"/>
                  <a:pt x="1343" y="367"/>
                  <a:pt x="1344" y="366"/>
                </a:cubicBezTo>
                <a:cubicBezTo>
                  <a:pt x="1344" y="365"/>
                  <a:pt x="1344" y="365"/>
                  <a:pt x="1344" y="364"/>
                </a:cubicBezTo>
                <a:cubicBezTo>
                  <a:pt x="1344" y="364"/>
                  <a:pt x="1344" y="363"/>
                  <a:pt x="1344" y="363"/>
                </a:cubicBezTo>
                <a:cubicBezTo>
                  <a:pt x="1343" y="362"/>
                  <a:pt x="1343" y="362"/>
                  <a:pt x="1342" y="361"/>
                </a:cubicBezTo>
                <a:cubicBezTo>
                  <a:pt x="1341" y="361"/>
                  <a:pt x="1340" y="361"/>
                  <a:pt x="1339" y="360"/>
                </a:cubicBezTo>
                <a:cubicBezTo>
                  <a:pt x="1338" y="360"/>
                  <a:pt x="1337" y="360"/>
                  <a:pt x="1336" y="360"/>
                </a:cubicBezTo>
                <a:cubicBezTo>
                  <a:pt x="1335" y="360"/>
                  <a:pt x="1333" y="360"/>
                  <a:pt x="1332" y="360"/>
                </a:cubicBezTo>
                <a:close/>
                <a:moveTo>
                  <a:pt x="1121" y="360"/>
                </a:moveTo>
                <a:cubicBezTo>
                  <a:pt x="1120" y="361"/>
                  <a:pt x="1119" y="361"/>
                  <a:pt x="1118" y="361"/>
                </a:cubicBezTo>
                <a:cubicBezTo>
                  <a:pt x="1117" y="362"/>
                  <a:pt x="1117" y="362"/>
                  <a:pt x="1116" y="363"/>
                </a:cubicBezTo>
                <a:cubicBezTo>
                  <a:pt x="1116" y="363"/>
                  <a:pt x="1115" y="364"/>
                  <a:pt x="1115" y="364"/>
                </a:cubicBezTo>
                <a:cubicBezTo>
                  <a:pt x="1115" y="365"/>
                  <a:pt x="1116" y="365"/>
                  <a:pt x="1116" y="366"/>
                </a:cubicBezTo>
                <a:cubicBezTo>
                  <a:pt x="1116" y="367"/>
                  <a:pt x="1117" y="367"/>
                  <a:pt x="1118" y="367"/>
                </a:cubicBezTo>
                <a:cubicBezTo>
                  <a:pt x="1118" y="368"/>
                  <a:pt x="1119" y="368"/>
                  <a:pt x="1120" y="368"/>
                </a:cubicBezTo>
                <a:cubicBezTo>
                  <a:pt x="1121" y="368"/>
                  <a:pt x="1122" y="369"/>
                  <a:pt x="1124" y="369"/>
                </a:cubicBezTo>
                <a:cubicBezTo>
                  <a:pt x="1125" y="369"/>
                  <a:pt x="1126" y="368"/>
                  <a:pt x="1127" y="368"/>
                </a:cubicBezTo>
                <a:cubicBezTo>
                  <a:pt x="1128" y="368"/>
                  <a:pt x="1129" y="368"/>
                  <a:pt x="1130" y="367"/>
                </a:cubicBezTo>
                <a:cubicBezTo>
                  <a:pt x="1130" y="367"/>
                  <a:pt x="1131" y="367"/>
                  <a:pt x="1132" y="366"/>
                </a:cubicBezTo>
                <a:cubicBezTo>
                  <a:pt x="1132" y="365"/>
                  <a:pt x="1132" y="365"/>
                  <a:pt x="1132" y="364"/>
                </a:cubicBezTo>
                <a:cubicBezTo>
                  <a:pt x="1132" y="364"/>
                  <a:pt x="1132" y="363"/>
                  <a:pt x="1132" y="363"/>
                </a:cubicBezTo>
                <a:cubicBezTo>
                  <a:pt x="1131" y="362"/>
                  <a:pt x="1131" y="362"/>
                  <a:pt x="1130" y="361"/>
                </a:cubicBezTo>
                <a:cubicBezTo>
                  <a:pt x="1129" y="361"/>
                  <a:pt x="1128" y="361"/>
                  <a:pt x="1127" y="360"/>
                </a:cubicBezTo>
                <a:cubicBezTo>
                  <a:pt x="1126" y="360"/>
                  <a:pt x="1125" y="360"/>
                  <a:pt x="1124" y="360"/>
                </a:cubicBezTo>
                <a:cubicBezTo>
                  <a:pt x="1123" y="360"/>
                  <a:pt x="1122" y="360"/>
                  <a:pt x="1121" y="360"/>
                </a:cubicBezTo>
                <a:close/>
                <a:moveTo>
                  <a:pt x="1417" y="360"/>
                </a:moveTo>
                <a:cubicBezTo>
                  <a:pt x="1416" y="361"/>
                  <a:pt x="1415" y="361"/>
                  <a:pt x="1414" y="361"/>
                </a:cubicBezTo>
                <a:cubicBezTo>
                  <a:pt x="1414" y="362"/>
                  <a:pt x="1413" y="362"/>
                  <a:pt x="1413" y="363"/>
                </a:cubicBezTo>
                <a:cubicBezTo>
                  <a:pt x="1412" y="363"/>
                  <a:pt x="1412" y="364"/>
                  <a:pt x="1412" y="364"/>
                </a:cubicBezTo>
                <a:cubicBezTo>
                  <a:pt x="1412" y="365"/>
                  <a:pt x="1412" y="365"/>
                  <a:pt x="1413" y="366"/>
                </a:cubicBezTo>
                <a:cubicBezTo>
                  <a:pt x="1413" y="367"/>
                  <a:pt x="1414" y="367"/>
                  <a:pt x="1415" y="367"/>
                </a:cubicBezTo>
                <a:cubicBezTo>
                  <a:pt x="1416" y="368"/>
                  <a:pt x="1416" y="368"/>
                  <a:pt x="1417" y="368"/>
                </a:cubicBezTo>
                <a:cubicBezTo>
                  <a:pt x="1419" y="368"/>
                  <a:pt x="1420" y="369"/>
                  <a:pt x="1421" y="369"/>
                </a:cubicBezTo>
                <a:cubicBezTo>
                  <a:pt x="1422" y="369"/>
                  <a:pt x="1423" y="368"/>
                  <a:pt x="1424" y="368"/>
                </a:cubicBezTo>
                <a:cubicBezTo>
                  <a:pt x="1425" y="368"/>
                  <a:pt x="1426" y="368"/>
                  <a:pt x="1427" y="367"/>
                </a:cubicBezTo>
                <a:cubicBezTo>
                  <a:pt x="1428" y="367"/>
                  <a:pt x="1428" y="367"/>
                  <a:pt x="1429" y="366"/>
                </a:cubicBezTo>
                <a:cubicBezTo>
                  <a:pt x="1429" y="365"/>
                  <a:pt x="1429" y="365"/>
                  <a:pt x="1429" y="364"/>
                </a:cubicBezTo>
                <a:cubicBezTo>
                  <a:pt x="1429" y="364"/>
                  <a:pt x="1429" y="363"/>
                  <a:pt x="1428" y="363"/>
                </a:cubicBezTo>
                <a:cubicBezTo>
                  <a:pt x="1428" y="362"/>
                  <a:pt x="1427" y="362"/>
                  <a:pt x="1426" y="361"/>
                </a:cubicBezTo>
                <a:cubicBezTo>
                  <a:pt x="1426" y="361"/>
                  <a:pt x="1425" y="361"/>
                  <a:pt x="1424" y="360"/>
                </a:cubicBezTo>
                <a:cubicBezTo>
                  <a:pt x="1423" y="360"/>
                  <a:pt x="1422" y="360"/>
                  <a:pt x="1420" y="360"/>
                </a:cubicBezTo>
                <a:cubicBezTo>
                  <a:pt x="1419" y="360"/>
                  <a:pt x="1418" y="360"/>
                  <a:pt x="1417" y="360"/>
                </a:cubicBezTo>
                <a:close/>
                <a:moveTo>
                  <a:pt x="528" y="360"/>
                </a:moveTo>
                <a:cubicBezTo>
                  <a:pt x="527" y="361"/>
                  <a:pt x="526" y="361"/>
                  <a:pt x="525" y="361"/>
                </a:cubicBezTo>
                <a:cubicBezTo>
                  <a:pt x="524" y="362"/>
                  <a:pt x="523" y="362"/>
                  <a:pt x="523" y="363"/>
                </a:cubicBezTo>
                <a:cubicBezTo>
                  <a:pt x="522" y="363"/>
                  <a:pt x="522" y="364"/>
                  <a:pt x="522" y="364"/>
                </a:cubicBezTo>
                <a:cubicBezTo>
                  <a:pt x="522" y="365"/>
                  <a:pt x="522" y="365"/>
                  <a:pt x="522" y="366"/>
                </a:cubicBezTo>
                <a:cubicBezTo>
                  <a:pt x="522" y="367"/>
                  <a:pt x="523" y="367"/>
                  <a:pt x="524" y="367"/>
                </a:cubicBezTo>
                <a:cubicBezTo>
                  <a:pt x="524" y="368"/>
                  <a:pt x="525" y="368"/>
                  <a:pt x="526" y="368"/>
                </a:cubicBezTo>
                <a:cubicBezTo>
                  <a:pt x="527" y="368"/>
                  <a:pt x="528" y="369"/>
                  <a:pt x="529" y="369"/>
                </a:cubicBezTo>
                <a:cubicBezTo>
                  <a:pt x="530" y="369"/>
                  <a:pt x="532" y="368"/>
                  <a:pt x="533" y="368"/>
                </a:cubicBezTo>
                <a:cubicBezTo>
                  <a:pt x="534" y="368"/>
                  <a:pt x="535" y="368"/>
                  <a:pt x="536" y="367"/>
                </a:cubicBezTo>
                <a:cubicBezTo>
                  <a:pt x="536" y="367"/>
                  <a:pt x="537" y="367"/>
                  <a:pt x="538" y="366"/>
                </a:cubicBezTo>
                <a:cubicBezTo>
                  <a:pt x="538" y="365"/>
                  <a:pt x="539" y="365"/>
                  <a:pt x="539" y="364"/>
                </a:cubicBezTo>
                <a:cubicBezTo>
                  <a:pt x="539" y="364"/>
                  <a:pt x="539" y="363"/>
                  <a:pt x="538" y="363"/>
                </a:cubicBezTo>
                <a:cubicBezTo>
                  <a:pt x="538" y="362"/>
                  <a:pt x="538" y="362"/>
                  <a:pt x="537" y="361"/>
                </a:cubicBezTo>
                <a:cubicBezTo>
                  <a:pt x="536" y="361"/>
                  <a:pt x="535" y="361"/>
                  <a:pt x="534" y="360"/>
                </a:cubicBezTo>
                <a:cubicBezTo>
                  <a:pt x="533" y="360"/>
                  <a:pt x="532" y="360"/>
                  <a:pt x="531" y="360"/>
                </a:cubicBezTo>
                <a:cubicBezTo>
                  <a:pt x="530" y="360"/>
                  <a:pt x="529" y="360"/>
                  <a:pt x="528" y="360"/>
                </a:cubicBezTo>
                <a:close/>
                <a:moveTo>
                  <a:pt x="316" y="360"/>
                </a:moveTo>
                <a:cubicBezTo>
                  <a:pt x="315" y="361"/>
                  <a:pt x="314" y="361"/>
                  <a:pt x="313" y="361"/>
                </a:cubicBezTo>
                <a:cubicBezTo>
                  <a:pt x="312" y="362"/>
                  <a:pt x="311" y="362"/>
                  <a:pt x="311" y="363"/>
                </a:cubicBezTo>
                <a:cubicBezTo>
                  <a:pt x="310" y="363"/>
                  <a:pt x="310" y="364"/>
                  <a:pt x="310" y="364"/>
                </a:cubicBezTo>
                <a:cubicBezTo>
                  <a:pt x="310" y="365"/>
                  <a:pt x="310" y="365"/>
                  <a:pt x="310" y="366"/>
                </a:cubicBezTo>
                <a:cubicBezTo>
                  <a:pt x="310" y="367"/>
                  <a:pt x="311" y="367"/>
                  <a:pt x="311" y="367"/>
                </a:cubicBezTo>
                <a:cubicBezTo>
                  <a:pt x="312" y="368"/>
                  <a:pt x="313" y="368"/>
                  <a:pt x="314" y="368"/>
                </a:cubicBezTo>
                <a:cubicBezTo>
                  <a:pt x="315" y="368"/>
                  <a:pt x="316" y="369"/>
                  <a:pt x="317" y="369"/>
                </a:cubicBezTo>
                <a:cubicBezTo>
                  <a:pt x="318" y="369"/>
                  <a:pt x="319" y="368"/>
                  <a:pt x="320" y="368"/>
                </a:cubicBezTo>
                <a:cubicBezTo>
                  <a:pt x="321" y="368"/>
                  <a:pt x="322" y="368"/>
                  <a:pt x="323" y="367"/>
                </a:cubicBezTo>
                <a:cubicBezTo>
                  <a:pt x="324" y="367"/>
                  <a:pt x="325" y="367"/>
                  <a:pt x="326" y="366"/>
                </a:cubicBezTo>
                <a:cubicBezTo>
                  <a:pt x="326" y="365"/>
                  <a:pt x="327" y="365"/>
                  <a:pt x="327" y="364"/>
                </a:cubicBezTo>
                <a:cubicBezTo>
                  <a:pt x="327" y="364"/>
                  <a:pt x="327" y="363"/>
                  <a:pt x="327" y="363"/>
                </a:cubicBezTo>
                <a:cubicBezTo>
                  <a:pt x="326" y="362"/>
                  <a:pt x="326" y="362"/>
                  <a:pt x="325" y="361"/>
                </a:cubicBezTo>
                <a:cubicBezTo>
                  <a:pt x="324" y="361"/>
                  <a:pt x="324" y="361"/>
                  <a:pt x="323" y="360"/>
                </a:cubicBezTo>
                <a:cubicBezTo>
                  <a:pt x="322" y="360"/>
                  <a:pt x="321" y="360"/>
                  <a:pt x="319" y="360"/>
                </a:cubicBezTo>
                <a:cubicBezTo>
                  <a:pt x="318" y="360"/>
                  <a:pt x="317" y="360"/>
                  <a:pt x="316" y="360"/>
                </a:cubicBezTo>
                <a:close/>
                <a:moveTo>
                  <a:pt x="274" y="360"/>
                </a:moveTo>
                <a:cubicBezTo>
                  <a:pt x="273" y="361"/>
                  <a:pt x="272" y="361"/>
                  <a:pt x="271" y="361"/>
                </a:cubicBezTo>
                <a:cubicBezTo>
                  <a:pt x="270" y="362"/>
                  <a:pt x="269" y="362"/>
                  <a:pt x="269" y="363"/>
                </a:cubicBezTo>
                <a:cubicBezTo>
                  <a:pt x="268" y="363"/>
                  <a:pt x="268" y="364"/>
                  <a:pt x="267" y="364"/>
                </a:cubicBezTo>
                <a:cubicBezTo>
                  <a:pt x="267" y="365"/>
                  <a:pt x="267" y="365"/>
                  <a:pt x="268" y="366"/>
                </a:cubicBezTo>
                <a:cubicBezTo>
                  <a:pt x="268" y="367"/>
                  <a:pt x="268" y="367"/>
                  <a:pt x="269" y="367"/>
                </a:cubicBezTo>
                <a:cubicBezTo>
                  <a:pt x="270" y="368"/>
                  <a:pt x="270" y="368"/>
                  <a:pt x="271" y="368"/>
                </a:cubicBezTo>
                <a:cubicBezTo>
                  <a:pt x="272" y="368"/>
                  <a:pt x="273" y="369"/>
                  <a:pt x="275" y="369"/>
                </a:cubicBezTo>
                <a:cubicBezTo>
                  <a:pt x="276" y="369"/>
                  <a:pt x="277" y="368"/>
                  <a:pt x="278" y="368"/>
                </a:cubicBezTo>
                <a:cubicBezTo>
                  <a:pt x="279" y="368"/>
                  <a:pt x="280" y="368"/>
                  <a:pt x="281" y="367"/>
                </a:cubicBezTo>
                <a:cubicBezTo>
                  <a:pt x="282" y="367"/>
                  <a:pt x="283" y="367"/>
                  <a:pt x="283" y="366"/>
                </a:cubicBezTo>
                <a:cubicBezTo>
                  <a:pt x="284" y="365"/>
                  <a:pt x="284" y="365"/>
                  <a:pt x="284" y="364"/>
                </a:cubicBezTo>
                <a:cubicBezTo>
                  <a:pt x="284" y="364"/>
                  <a:pt x="284" y="363"/>
                  <a:pt x="284" y="363"/>
                </a:cubicBezTo>
                <a:cubicBezTo>
                  <a:pt x="284" y="362"/>
                  <a:pt x="283" y="362"/>
                  <a:pt x="283" y="361"/>
                </a:cubicBezTo>
                <a:cubicBezTo>
                  <a:pt x="282" y="361"/>
                  <a:pt x="281" y="361"/>
                  <a:pt x="280" y="360"/>
                </a:cubicBezTo>
                <a:cubicBezTo>
                  <a:pt x="279" y="360"/>
                  <a:pt x="278" y="360"/>
                  <a:pt x="277" y="360"/>
                </a:cubicBezTo>
                <a:cubicBezTo>
                  <a:pt x="276" y="360"/>
                  <a:pt x="275" y="360"/>
                  <a:pt x="274" y="360"/>
                </a:cubicBezTo>
                <a:close/>
                <a:moveTo>
                  <a:pt x="358" y="360"/>
                </a:moveTo>
                <a:cubicBezTo>
                  <a:pt x="357" y="361"/>
                  <a:pt x="356" y="361"/>
                  <a:pt x="355" y="361"/>
                </a:cubicBezTo>
                <a:cubicBezTo>
                  <a:pt x="355" y="362"/>
                  <a:pt x="354" y="362"/>
                  <a:pt x="353" y="363"/>
                </a:cubicBezTo>
                <a:cubicBezTo>
                  <a:pt x="353" y="363"/>
                  <a:pt x="352" y="364"/>
                  <a:pt x="352" y="364"/>
                </a:cubicBezTo>
                <a:cubicBezTo>
                  <a:pt x="352" y="365"/>
                  <a:pt x="352" y="365"/>
                  <a:pt x="352" y="366"/>
                </a:cubicBezTo>
                <a:cubicBezTo>
                  <a:pt x="353" y="367"/>
                  <a:pt x="353" y="367"/>
                  <a:pt x="354" y="367"/>
                </a:cubicBezTo>
                <a:cubicBezTo>
                  <a:pt x="354" y="368"/>
                  <a:pt x="355" y="368"/>
                  <a:pt x="356" y="368"/>
                </a:cubicBezTo>
                <a:cubicBezTo>
                  <a:pt x="357" y="368"/>
                  <a:pt x="358" y="369"/>
                  <a:pt x="359" y="369"/>
                </a:cubicBezTo>
                <a:cubicBezTo>
                  <a:pt x="361" y="369"/>
                  <a:pt x="362" y="368"/>
                  <a:pt x="363" y="368"/>
                </a:cubicBezTo>
                <a:cubicBezTo>
                  <a:pt x="364" y="368"/>
                  <a:pt x="365" y="368"/>
                  <a:pt x="366" y="367"/>
                </a:cubicBezTo>
                <a:cubicBezTo>
                  <a:pt x="367" y="367"/>
                  <a:pt x="367" y="367"/>
                  <a:pt x="368" y="366"/>
                </a:cubicBezTo>
                <a:cubicBezTo>
                  <a:pt x="369" y="365"/>
                  <a:pt x="369" y="365"/>
                  <a:pt x="369" y="364"/>
                </a:cubicBezTo>
                <a:cubicBezTo>
                  <a:pt x="369" y="364"/>
                  <a:pt x="369" y="363"/>
                  <a:pt x="369" y="363"/>
                </a:cubicBezTo>
                <a:cubicBezTo>
                  <a:pt x="369" y="362"/>
                  <a:pt x="368" y="362"/>
                  <a:pt x="367" y="361"/>
                </a:cubicBezTo>
                <a:cubicBezTo>
                  <a:pt x="367" y="361"/>
                  <a:pt x="366" y="361"/>
                  <a:pt x="365" y="360"/>
                </a:cubicBezTo>
                <a:cubicBezTo>
                  <a:pt x="364" y="360"/>
                  <a:pt x="363" y="360"/>
                  <a:pt x="362" y="360"/>
                </a:cubicBezTo>
                <a:cubicBezTo>
                  <a:pt x="361" y="360"/>
                  <a:pt x="359" y="360"/>
                  <a:pt x="358" y="360"/>
                </a:cubicBezTo>
                <a:close/>
                <a:moveTo>
                  <a:pt x="1883" y="360"/>
                </a:moveTo>
                <a:cubicBezTo>
                  <a:pt x="1882" y="361"/>
                  <a:pt x="1881" y="361"/>
                  <a:pt x="1880" y="361"/>
                </a:cubicBezTo>
                <a:cubicBezTo>
                  <a:pt x="1880" y="362"/>
                  <a:pt x="1879" y="362"/>
                  <a:pt x="1879" y="363"/>
                </a:cubicBezTo>
                <a:cubicBezTo>
                  <a:pt x="1879" y="363"/>
                  <a:pt x="1878" y="364"/>
                  <a:pt x="1879" y="364"/>
                </a:cubicBezTo>
                <a:cubicBezTo>
                  <a:pt x="1879" y="365"/>
                  <a:pt x="1879" y="365"/>
                  <a:pt x="1879" y="366"/>
                </a:cubicBezTo>
                <a:cubicBezTo>
                  <a:pt x="1880" y="367"/>
                  <a:pt x="1881" y="367"/>
                  <a:pt x="1882" y="367"/>
                </a:cubicBezTo>
                <a:cubicBezTo>
                  <a:pt x="1882" y="368"/>
                  <a:pt x="1883" y="368"/>
                  <a:pt x="1884" y="368"/>
                </a:cubicBezTo>
                <a:cubicBezTo>
                  <a:pt x="1885" y="368"/>
                  <a:pt x="1887" y="369"/>
                  <a:pt x="1888" y="369"/>
                </a:cubicBezTo>
                <a:cubicBezTo>
                  <a:pt x="1889" y="369"/>
                  <a:pt x="1890" y="368"/>
                  <a:pt x="1891" y="368"/>
                </a:cubicBezTo>
                <a:cubicBezTo>
                  <a:pt x="1892" y="368"/>
                  <a:pt x="1893" y="368"/>
                  <a:pt x="1894" y="367"/>
                </a:cubicBezTo>
                <a:cubicBezTo>
                  <a:pt x="1894" y="367"/>
                  <a:pt x="1895" y="367"/>
                  <a:pt x="1895" y="366"/>
                </a:cubicBezTo>
                <a:cubicBezTo>
                  <a:pt x="1895" y="365"/>
                  <a:pt x="1896" y="365"/>
                  <a:pt x="1895" y="364"/>
                </a:cubicBezTo>
                <a:cubicBezTo>
                  <a:pt x="1895" y="364"/>
                  <a:pt x="1895" y="363"/>
                  <a:pt x="1895" y="363"/>
                </a:cubicBezTo>
                <a:cubicBezTo>
                  <a:pt x="1894" y="362"/>
                  <a:pt x="1893" y="362"/>
                  <a:pt x="1892" y="361"/>
                </a:cubicBezTo>
                <a:cubicBezTo>
                  <a:pt x="1892" y="361"/>
                  <a:pt x="1891" y="361"/>
                  <a:pt x="1890" y="360"/>
                </a:cubicBezTo>
                <a:cubicBezTo>
                  <a:pt x="1889" y="360"/>
                  <a:pt x="1887" y="360"/>
                  <a:pt x="1886" y="360"/>
                </a:cubicBezTo>
                <a:cubicBezTo>
                  <a:pt x="1885" y="360"/>
                  <a:pt x="1884" y="360"/>
                  <a:pt x="1883" y="360"/>
                </a:cubicBezTo>
                <a:close/>
                <a:moveTo>
                  <a:pt x="1714" y="360"/>
                </a:moveTo>
                <a:cubicBezTo>
                  <a:pt x="1713" y="361"/>
                  <a:pt x="1712" y="361"/>
                  <a:pt x="1711" y="361"/>
                </a:cubicBezTo>
                <a:cubicBezTo>
                  <a:pt x="1710" y="362"/>
                  <a:pt x="1710" y="362"/>
                  <a:pt x="1709" y="363"/>
                </a:cubicBezTo>
                <a:cubicBezTo>
                  <a:pt x="1709" y="363"/>
                  <a:pt x="1709" y="364"/>
                  <a:pt x="1709" y="364"/>
                </a:cubicBezTo>
                <a:cubicBezTo>
                  <a:pt x="1709" y="365"/>
                  <a:pt x="1709" y="365"/>
                  <a:pt x="1710" y="366"/>
                </a:cubicBezTo>
                <a:cubicBezTo>
                  <a:pt x="1710" y="367"/>
                  <a:pt x="1711" y="367"/>
                  <a:pt x="1712" y="367"/>
                </a:cubicBezTo>
                <a:cubicBezTo>
                  <a:pt x="1713" y="368"/>
                  <a:pt x="1714" y="368"/>
                  <a:pt x="1715" y="368"/>
                </a:cubicBezTo>
                <a:cubicBezTo>
                  <a:pt x="1716" y="368"/>
                  <a:pt x="1717" y="369"/>
                  <a:pt x="1718" y="369"/>
                </a:cubicBezTo>
                <a:cubicBezTo>
                  <a:pt x="1719" y="369"/>
                  <a:pt x="1720" y="368"/>
                  <a:pt x="1721" y="368"/>
                </a:cubicBezTo>
                <a:cubicBezTo>
                  <a:pt x="1722" y="368"/>
                  <a:pt x="1723" y="368"/>
                  <a:pt x="1724" y="367"/>
                </a:cubicBezTo>
                <a:cubicBezTo>
                  <a:pt x="1725" y="367"/>
                  <a:pt x="1725" y="367"/>
                  <a:pt x="1725" y="366"/>
                </a:cubicBezTo>
                <a:cubicBezTo>
                  <a:pt x="1726" y="365"/>
                  <a:pt x="1726" y="365"/>
                  <a:pt x="1726" y="364"/>
                </a:cubicBezTo>
                <a:cubicBezTo>
                  <a:pt x="1726" y="364"/>
                  <a:pt x="1725" y="363"/>
                  <a:pt x="1725" y="363"/>
                </a:cubicBezTo>
                <a:cubicBezTo>
                  <a:pt x="1724" y="362"/>
                  <a:pt x="1724" y="362"/>
                  <a:pt x="1723" y="361"/>
                </a:cubicBezTo>
                <a:cubicBezTo>
                  <a:pt x="1722" y="361"/>
                  <a:pt x="1721" y="361"/>
                  <a:pt x="1720" y="360"/>
                </a:cubicBezTo>
                <a:cubicBezTo>
                  <a:pt x="1719" y="360"/>
                  <a:pt x="1718" y="360"/>
                  <a:pt x="1717" y="360"/>
                </a:cubicBezTo>
                <a:cubicBezTo>
                  <a:pt x="1716" y="360"/>
                  <a:pt x="1715" y="360"/>
                  <a:pt x="1714" y="360"/>
                </a:cubicBezTo>
                <a:close/>
                <a:moveTo>
                  <a:pt x="1544" y="360"/>
                </a:moveTo>
                <a:cubicBezTo>
                  <a:pt x="1543" y="361"/>
                  <a:pt x="1542" y="361"/>
                  <a:pt x="1542" y="361"/>
                </a:cubicBezTo>
                <a:cubicBezTo>
                  <a:pt x="1541" y="362"/>
                  <a:pt x="1540" y="362"/>
                  <a:pt x="1540" y="363"/>
                </a:cubicBezTo>
                <a:cubicBezTo>
                  <a:pt x="1539" y="363"/>
                  <a:pt x="1539" y="364"/>
                  <a:pt x="1539" y="364"/>
                </a:cubicBezTo>
                <a:cubicBezTo>
                  <a:pt x="1539" y="365"/>
                  <a:pt x="1540" y="365"/>
                  <a:pt x="1540" y="366"/>
                </a:cubicBezTo>
                <a:cubicBezTo>
                  <a:pt x="1541" y="367"/>
                  <a:pt x="1541" y="367"/>
                  <a:pt x="1542" y="367"/>
                </a:cubicBezTo>
                <a:cubicBezTo>
                  <a:pt x="1543" y="368"/>
                  <a:pt x="1544" y="368"/>
                  <a:pt x="1545" y="368"/>
                </a:cubicBezTo>
                <a:cubicBezTo>
                  <a:pt x="1546" y="368"/>
                  <a:pt x="1547" y="369"/>
                  <a:pt x="1548" y="369"/>
                </a:cubicBezTo>
                <a:cubicBezTo>
                  <a:pt x="1549" y="369"/>
                  <a:pt x="1550" y="368"/>
                  <a:pt x="1551" y="368"/>
                </a:cubicBezTo>
                <a:cubicBezTo>
                  <a:pt x="1552" y="368"/>
                  <a:pt x="1553" y="368"/>
                  <a:pt x="1554" y="367"/>
                </a:cubicBezTo>
                <a:cubicBezTo>
                  <a:pt x="1555" y="367"/>
                  <a:pt x="1555" y="367"/>
                  <a:pt x="1556" y="366"/>
                </a:cubicBezTo>
                <a:cubicBezTo>
                  <a:pt x="1556" y="365"/>
                  <a:pt x="1556" y="365"/>
                  <a:pt x="1556" y="364"/>
                </a:cubicBezTo>
                <a:cubicBezTo>
                  <a:pt x="1556" y="364"/>
                  <a:pt x="1556" y="363"/>
                  <a:pt x="1555" y="363"/>
                </a:cubicBezTo>
                <a:cubicBezTo>
                  <a:pt x="1555" y="362"/>
                  <a:pt x="1554" y="362"/>
                  <a:pt x="1554" y="361"/>
                </a:cubicBezTo>
                <a:cubicBezTo>
                  <a:pt x="1553" y="361"/>
                  <a:pt x="1552" y="361"/>
                  <a:pt x="1551" y="360"/>
                </a:cubicBezTo>
                <a:cubicBezTo>
                  <a:pt x="1550" y="360"/>
                  <a:pt x="1549" y="360"/>
                  <a:pt x="1547" y="360"/>
                </a:cubicBezTo>
                <a:cubicBezTo>
                  <a:pt x="1546" y="360"/>
                  <a:pt x="1545" y="360"/>
                  <a:pt x="1544" y="360"/>
                </a:cubicBezTo>
                <a:close/>
                <a:moveTo>
                  <a:pt x="1841" y="360"/>
                </a:moveTo>
                <a:cubicBezTo>
                  <a:pt x="1840" y="361"/>
                  <a:pt x="1839" y="361"/>
                  <a:pt x="1838" y="361"/>
                </a:cubicBezTo>
                <a:cubicBezTo>
                  <a:pt x="1837" y="362"/>
                  <a:pt x="1837" y="362"/>
                  <a:pt x="1837" y="363"/>
                </a:cubicBezTo>
                <a:cubicBezTo>
                  <a:pt x="1836" y="363"/>
                  <a:pt x="1836" y="364"/>
                  <a:pt x="1836" y="364"/>
                </a:cubicBezTo>
                <a:cubicBezTo>
                  <a:pt x="1836" y="365"/>
                  <a:pt x="1837" y="365"/>
                  <a:pt x="1837" y="366"/>
                </a:cubicBezTo>
                <a:cubicBezTo>
                  <a:pt x="1838" y="367"/>
                  <a:pt x="1838" y="367"/>
                  <a:pt x="1839" y="367"/>
                </a:cubicBezTo>
                <a:cubicBezTo>
                  <a:pt x="1840" y="368"/>
                  <a:pt x="1841" y="368"/>
                  <a:pt x="1842" y="368"/>
                </a:cubicBezTo>
                <a:cubicBezTo>
                  <a:pt x="1843" y="368"/>
                  <a:pt x="1844" y="369"/>
                  <a:pt x="1845" y="369"/>
                </a:cubicBezTo>
                <a:cubicBezTo>
                  <a:pt x="1847" y="369"/>
                  <a:pt x="1848" y="368"/>
                  <a:pt x="1849" y="368"/>
                </a:cubicBezTo>
                <a:cubicBezTo>
                  <a:pt x="1850" y="368"/>
                  <a:pt x="1850" y="368"/>
                  <a:pt x="1851" y="367"/>
                </a:cubicBezTo>
                <a:cubicBezTo>
                  <a:pt x="1852" y="367"/>
                  <a:pt x="1852" y="367"/>
                  <a:pt x="1853" y="366"/>
                </a:cubicBezTo>
                <a:cubicBezTo>
                  <a:pt x="1853" y="365"/>
                  <a:pt x="1853" y="365"/>
                  <a:pt x="1853" y="364"/>
                </a:cubicBezTo>
                <a:cubicBezTo>
                  <a:pt x="1853" y="364"/>
                  <a:pt x="1853" y="363"/>
                  <a:pt x="1852" y="363"/>
                </a:cubicBezTo>
                <a:cubicBezTo>
                  <a:pt x="1852" y="362"/>
                  <a:pt x="1851" y="362"/>
                  <a:pt x="1850" y="361"/>
                </a:cubicBezTo>
                <a:cubicBezTo>
                  <a:pt x="1849" y="361"/>
                  <a:pt x="1848" y="361"/>
                  <a:pt x="1847" y="360"/>
                </a:cubicBezTo>
                <a:cubicBezTo>
                  <a:pt x="1846" y="360"/>
                  <a:pt x="1845" y="360"/>
                  <a:pt x="1844" y="360"/>
                </a:cubicBezTo>
                <a:cubicBezTo>
                  <a:pt x="1843" y="360"/>
                  <a:pt x="1842" y="360"/>
                  <a:pt x="1841" y="360"/>
                </a:cubicBezTo>
                <a:close/>
                <a:moveTo>
                  <a:pt x="1671" y="360"/>
                </a:moveTo>
                <a:cubicBezTo>
                  <a:pt x="1670" y="361"/>
                  <a:pt x="1669" y="361"/>
                  <a:pt x="1669" y="361"/>
                </a:cubicBezTo>
                <a:cubicBezTo>
                  <a:pt x="1668" y="362"/>
                  <a:pt x="1667" y="362"/>
                  <a:pt x="1667" y="363"/>
                </a:cubicBezTo>
                <a:cubicBezTo>
                  <a:pt x="1667" y="363"/>
                  <a:pt x="1666" y="364"/>
                  <a:pt x="1667" y="364"/>
                </a:cubicBezTo>
                <a:cubicBezTo>
                  <a:pt x="1667" y="365"/>
                  <a:pt x="1667" y="365"/>
                  <a:pt x="1667" y="366"/>
                </a:cubicBezTo>
                <a:cubicBezTo>
                  <a:pt x="1668" y="367"/>
                  <a:pt x="1669" y="367"/>
                  <a:pt x="1669" y="367"/>
                </a:cubicBezTo>
                <a:cubicBezTo>
                  <a:pt x="1670" y="368"/>
                  <a:pt x="1671" y="368"/>
                  <a:pt x="1672" y="368"/>
                </a:cubicBezTo>
                <a:cubicBezTo>
                  <a:pt x="1673" y="368"/>
                  <a:pt x="1674" y="369"/>
                  <a:pt x="1676" y="369"/>
                </a:cubicBezTo>
                <a:cubicBezTo>
                  <a:pt x="1677" y="369"/>
                  <a:pt x="1678" y="368"/>
                  <a:pt x="1679" y="368"/>
                </a:cubicBezTo>
                <a:cubicBezTo>
                  <a:pt x="1680" y="368"/>
                  <a:pt x="1681" y="368"/>
                  <a:pt x="1681" y="367"/>
                </a:cubicBezTo>
                <a:cubicBezTo>
                  <a:pt x="1682" y="367"/>
                  <a:pt x="1683" y="367"/>
                  <a:pt x="1683" y="366"/>
                </a:cubicBezTo>
                <a:cubicBezTo>
                  <a:pt x="1683" y="365"/>
                  <a:pt x="1684" y="365"/>
                  <a:pt x="1684" y="364"/>
                </a:cubicBezTo>
                <a:cubicBezTo>
                  <a:pt x="1683" y="364"/>
                  <a:pt x="1683" y="363"/>
                  <a:pt x="1683" y="363"/>
                </a:cubicBezTo>
                <a:cubicBezTo>
                  <a:pt x="1682" y="362"/>
                  <a:pt x="1681" y="362"/>
                  <a:pt x="1681" y="361"/>
                </a:cubicBezTo>
                <a:cubicBezTo>
                  <a:pt x="1680" y="361"/>
                  <a:pt x="1679" y="361"/>
                  <a:pt x="1678" y="360"/>
                </a:cubicBezTo>
                <a:cubicBezTo>
                  <a:pt x="1677" y="360"/>
                  <a:pt x="1676" y="360"/>
                  <a:pt x="1674" y="360"/>
                </a:cubicBezTo>
                <a:cubicBezTo>
                  <a:pt x="1673" y="360"/>
                  <a:pt x="1672" y="360"/>
                  <a:pt x="1671" y="360"/>
                </a:cubicBezTo>
                <a:close/>
                <a:moveTo>
                  <a:pt x="2095" y="360"/>
                </a:moveTo>
                <a:cubicBezTo>
                  <a:pt x="2094" y="361"/>
                  <a:pt x="2093" y="361"/>
                  <a:pt x="2092" y="361"/>
                </a:cubicBezTo>
                <a:cubicBezTo>
                  <a:pt x="2092" y="362"/>
                  <a:pt x="2091" y="362"/>
                  <a:pt x="2091" y="363"/>
                </a:cubicBezTo>
                <a:cubicBezTo>
                  <a:pt x="2090" y="363"/>
                  <a:pt x="2090" y="364"/>
                  <a:pt x="2091" y="364"/>
                </a:cubicBezTo>
                <a:cubicBezTo>
                  <a:pt x="2091" y="365"/>
                  <a:pt x="2091" y="365"/>
                  <a:pt x="2092" y="366"/>
                </a:cubicBezTo>
                <a:cubicBezTo>
                  <a:pt x="2092" y="367"/>
                  <a:pt x="2093" y="367"/>
                  <a:pt x="2094" y="367"/>
                </a:cubicBezTo>
                <a:cubicBezTo>
                  <a:pt x="2095" y="368"/>
                  <a:pt x="2096" y="368"/>
                  <a:pt x="2097" y="368"/>
                </a:cubicBezTo>
                <a:cubicBezTo>
                  <a:pt x="2098" y="368"/>
                  <a:pt x="2099" y="369"/>
                  <a:pt x="2100" y="369"/>
                </a:cubicBezTo>
                <a:cubicBezTo>
                  <a:pt x="2101" y="369"/>
                  <a:pt x="2102" y="368"/>
                  <a:pt x="2103" y="368"/>
                </a:cubicBezTo>
                <a:cubicBezTo>
                  <a:pt x="2104" y="368"/>
                  <a:pt x="2105" y="368"/>
                  <a:pt x="2106" y="367"/>
                </a:cubicBezTo>
                <a:cubicBezTo>
                  <a:pt x="2106" y="367"/>
                  <a:pt x="2107" y="367"/>
                  <a:pt x="2107" y="366"/>
                </a:cubicBezTo>
                <a:cubicBezTo>
                  <a:pt x="2108" y="365"/>
                  <a:pt x="2108" y="365"/>
                  <a:pt x="2107" y="364"/>
                </a:cubicBezTo>
                <a:cubicBezTo>
                  <a:pt x="2107" y="364"/>
                  <a:pt x="2107" y="363"/>
                  <a:pt x="2106" y="363"/>
                </a:cubicBezTo>
                <a:cubicBezTo>
                  <a:pt x="2106" y="362"/>
                  <a:pt x="2105" y="362"/>
                  <a:pt x="2104" y="361"/>
                </a:cubicBezTo>
                <a:cubicBezTo>
                  <a:pt x="2103" y="361"/>
                  <a:pt x="2102" y="361"/>
                  <a:pt x="2101" y="360"/>
                </a:cubicBezTo>
                <a:cubicBezTo>
                  <a:pt x="2100" y="360"/>
                  <a:pt x="2099" y="360"/>
                  <a:pt x="2098" y="360"/>
                </a:cubicBezTo>
                <a:cubicBezTo>
                  <a:pt x="2097" y="360"/>
                  <a:pt x="2096" y="360"/>
                  <a:pt x="2095" y="360"/>
                </a:cubicBezTo>
                <a:close/>
                <a:moveTo>
                  <a:pt x="1756" y="360"/>
                </a:moveTo>
                <a:cubicBezTo>
                  <a:pt x="1755" y="361"/>
                  <a:pt x="1754" y="361"/>
                  <a:pt x="1753" y="361"/>
                </a:cubicBezTo>
                <a:cubicBezTo>
                  <a:pt x="1753" y="362"/>
                  <a:pt x="1752" y="362"/>
                  <a:pt x="1752" y="363"/>
                </a:cubicBezTo>
                <a:cubicBezTo>
                  <a:pt x="1751" y="363"/>
                  <a:pt x="1751" y="364"/>
                  <a:pt x="1751" y="364"/>
                </a:cubicBezTo>
                <a:cubicBezTo>
                  <a:pt x="1751" y="365"/>
                  <a:pt x="1752" y="365"/>
                  <a:pt x="1752" y="366"/>
                </a:cubicBezTo>
                <a:cubicBezTo>
                  <a:pt x="1753" y="367"/>
                  <a:pt x="1753" y="367"/>
                  <a:pt x="1754" y="367"/>
                </a:cubicBezTo>
                <a:cubicBezTo>
                  <a:pt x="1755" y="368"/>
                  <a:pt x="1756" y="368"/>
                  <a:pt x="1757" y="368"/>
                </a:cubicBezTo>
                <a:cubicBezTo>
                  <a:pt x="1758" y="368"/>
                  <a:pt x="1759" y="369"/>
                  <a:pt x="1760" y="369"/>
                </a:cubicBezTo>
                <a:cubicBezTo>
                  <a:pt x="1762" y="369"/>
                  <a:pt x="1763" y="368"/>
                  <a:pt x="1764" y="368"/>
                </a:cubicBezTo>
                <a:cubicBezTo>
                  <a:pt x="1765" y="368"/>
                  <a:pt x="1766" y="368"/>
                  <a:pt x="1766" y="367"/>
                </a:cubicBezTo>
                <a:cubicBezTo>
                  <a:pt x="1767" y="367"/>
                  <a:pt x="1768" y="367"/>
                  <a:pt x="1768" y="366"/>
                </a:cubicBezTo>
                <a:cubicBezTo>
                  <a:pt x="1768" y="365"/>
                  <a:pt x="1768" y="365"/>
                  <a:pt x="1768" y="364"/>
                </a:cubicBezTo>
                <a:cubicBezTo>
                  <a:pt x="1768" y="364"/>
                  <a:pt x="1768" y="363"/>
                  <a:pt x="1767" y="363"/>
                </a:cubicBezTo>
                <a:cubicBezTo>
                  <a:pt x="1767" y="362"/>
                  <a:pt x="1766" y="362"/>
                  <a:pt x="1765" y="361"/>
                </a:cubicBezTo>
                <a:cubicBezTo>
                  <a:pt x="1765" y="361"/>
                  <a:pt x="1764" y="361"/>
                  <a:pt x="1763" y="360"/>
                </a:cubicBezTo>
                <a:cubicBezTo>
                  <a:pt x="1761" y="360"/>
                  <a:pt x="1760" y="360"/>
                  <a:pt x="1759" y="360"/>
                </a:cubicBezTo>
                <a:cubicBezTo>
                  <a:pt x="1758" y="360"/>
                  <a:pt x="1757" y="360"/>
                  <a:pt x="1756" y="360"/>
                </a:cubicBezTo>
                <a:close/>
                <a:moveTo>
                  <a:pt x="2010" y="360"/>
                </a:moveTo>
                <a:cubicBezTo>
                  <a:pt x="2009" y="361"/>
                  <a:pt x="2008" y="361"/>
                  <a:pt x="2008" y="361"/>
                </a:cubicBezTo>
                <a:cubicBezTo>
                  <a:pt x="2007" y="362"/>
                  <a:pt x="2006" y="362"/>
                  <a:pt x="2006" y="363"/>
                </a:cubicBezTo>
                <a:cubicBezTo>
                  <a:pt x="2006" y="363"/>
                  <a:pt x="2006" y="364"/>
                  <a:pt x="2006" y="364"/>
                </a:cubicBezTo>
                <a:cubicBezTo>
                  <a:pt x="2006" y="365"/>
                  <a:pt x="2006" y="365"/>
                  <a:pt x="2007" y="366"/>
                </a:cubicBezTo>
                <a:cubicBezTo>
                  <a:pt x="2007" y="367"/>
                  <a:pt x="2008" y="367"/>
                  <a:pt x="2009" y="367"/>
                </a:cubicBezTo>
                <a:cubicBezTo>
                  <a:pt x="2010" y="368"/>
                  <a:pt x="2011" y="368"/>
                  <a:pt x="2012" y="368"/>
                </a:cubicBezTo>
                <a:cubicBezTo>
                  <a:pt x="2013" y="368"/>
                  <a:pt x="2014" y="369"/>
                  <a:pt x="2015" y="369"/>
                </a:cubicBezTo>
                <a:cubicBezTo>
                  <a:pt x="2016" y="369"/>
                  <a:pt x="2017" y="368"/>
                  <a:pt x="2018" y="368"/>
                </a:cubicBezTo>
                <a:cubicBezTo>
                  <a:pt x="2019" y="368"/>
                  <a:pt x="2020" y="368"/>
                  <a:pt x="2021" y="367"/>
                </a:cubicBezTo>
                <a:cubicBezTo>
                  <a:pt x="2022" y="367"/>
                  <a:pt x="2022" y="367"/>
                  <a:pt x="2022" y="366"/>
                </a:cubicBezTo>
                <a:cubicBezTo>
                  <a:pt x="2023" y="365"/>
                  <a:pt x="2023" y="365"/>
                  <a:pt x="2023" y="364"/>
                </a:cubicBezTo>
                <a:cubicBezTo>
                  <a:pt x="2023" y="364"/>
                  <a:pt x="2022" y="363"/>
                  <a:pt x="2022" y="363"/>
                </a:cubicBezTo>
                <a:cubicBezTo>
                  <a:pt x="2021" y="362"/>
                  <a:pt x="2020" y="362"/>
                  <a:pt x="2020" y="361"/>
                </a:cubicBezTo>
                <a:cubicBezTo>
                  <a:pt x="2019" y="361"/>
                  <a:pt x="2018" y="361"/>
                  <a:pt x="2017" y="360"/>
                </a:cubicBezTo>
                <a:cubicBezTo>
                  <a:pt x="2016" y="360"/>
                  <a:pt x="2014" y="360"/>
                  <a:pt x="2013" y="360"/>
                </a:cubicBezTo>
                <a:cubicBezTo>
                  <a:pt x="2012" y="360"/>
                  <a:pt x="2011" y="360"/>
                  <a:pt x="2010" y="360"/>
                </a:cubicBezTo>
                <a:close/>
                <a:moveTo>
                  <a:pt x="1968" y="360"/>
                </a:moveTo>
                <a:cubicBezTo>
                  <a:pt x="1967" y="361"/>
                  <a:pt x="1966" y="361"/>
                  <a:pt x="1965" y="361"/>
                </a:cubicBezTo>
                <a:cubicBezTo>
                  <a:pt x="1964" y="362"/>
                  <a:pt x="1964" y="362"/>
                  <a:pt x="1964" y="363"/>
                </a:cubicBezTo>
                <a:cubicBezTo>
                  <a:pt x="1963" y="363"/>
                  <a:pt x="1963" y="364"/>
                  <a:pt x="1963" y="364"/>
                </a:cubicBezTo>
                <a:cubicBezTo>
                  <a:pt x="1963" y="365"/>
                  <a:pt x="1964" y="365"/>
                  <a:pt x="1964" y="366"/>
                </a:cubicBezTo>
                <a:cubicBezTo>
                  <a:pt x="1965" y="367"/>
                  <a:pt x="1966" y="367"/>
                  <a:pt x="1966" y="367"/>
                </a:cubicBezTo>
                <a:cubicBezTo>
                  <a:pt x="1967" y="368"/>
                  <a:pt x="1968" y="368"/>
                  <a:pt x="1969" y="368"/>
                </a:cubicBezTo>
                <a:cubicBezTo>
                  <a:pt x="1970" y="368"/>
                  <a:pt x="1972" y="369"/>
                  <a:pt x="1973" y="369"/>
                </a:cubicBezTo>
                <a:cubicBezTo>
                  <a:pt x="1974" y="369"/>
                  <a:pt x="1975" y="368"/>
                  <a:pt x="1976" y="368"/>
                </a:cubicBezTo>
                <a:cubicBezTo>
                  <a:pt x="1977" y="368"/>
                  <a:pt x="1978" y="368"/>
                  <a:pt x="1978" y="367"/>
                </a:cubicBezTo>
                <a:cubicBezTo>
                  <a:pt x="1979" y="367"/>
                  <a:pt x="1980" y="367"/>
                  <a:pt x="1980" y="366"/>
                </a:cubicBezTo>
                <a:cubicBezTo>
                  <a:pt x="1980" y="365"/>
                  <a:pt x="1980" y="365"/>
                  <a:pt x="1980" y="364"/>
                </a:cubicBezTo>
                <a:cubicBezTo>
                  <a:pt x="1980" y="364"/>
                  <a:pt x="1980" y="363"/>
                  <a:pt x="1979" y="363"/>
                </a:cubicBezTo>
                <a:cubicBezTo>
                  <a:pt x="1979" y="362"/>
                  <a:pt x="1978" y="362"/>
                  <a:pt x="1977" y="361"/>
                </a:cubicBezTo>
                <a:cubicBezTo>
                  <a:pt x="1976" y="361"/>
                  <a:pt x="1975" y="361"/>
                  <a:pt x="1974" y="360"/>
                </a:cubicBezTo>
                <a:cubicBezTo>
                  <a:pt x="1973" y="360"/>
                  <a:pt x="1972" y="360"/>
                  <a:pt x="1971" y="360"/>
                </a:cubicBezTo>
                <a:cubicBezTo>
                  <a:pt x="1970" y="360"/>
                  <a:pt x="1969" y="360"/>
                  <a:pt x="1968" y="360"/>
                </a:cubicBezTo>
                <a:close/>
                <a:moveTo>
                  <a:pt x="2137" y="360"/>
                </a:moveTo>
                <a:cubicBezTo>
                  <a:pt x="2136" y="361"/>
                  <a:pt x="2135" y="361"/>
                  <a:pt x="2135" y="361"/>
                </a:cubicBezTo>
                <a:cubicBezTo>
                  <a:pt x="2134" y="362"/>
                  <a:pt x="2133" y="362"/>
                  <a:pt x="2133" y="363"/>
                </a:cubicBezTo>
                <a:cubicBezTo>
                  <a:pt x="2133" y="363"/>
                  <a:pt x="2133" y="364"/>
                  <a:pt x="2133" y="364"/>
                </a:cubicBezTo>
                <a:cubicBezTo>
                  <a:pt x="2133" y="365"/>
                  <a:pt x="2133" y="365"/>
                  <a:pt x="2134" y="366"/>
                </a:cubicBezTo>
                <a:cubicBezTo>
                  <a:pt x="2135" y="367"/>
                  <a:pt x="2135" y="367"/>
                  <a:pt x="2136" y="367"/>
                </a:cubicBezTo>
                <a:cubicBezTo>
                  <a:pt x="2137" y="368"/>
                  <a:pt x="2138" y="368"/>
                  <a:pt x="2139" y="368"/>
                </a:cubicBezTo>
                <a:cubicBezTo>
                  <a:pt x="2140" y="368"/>
                  <a:pt x="2141" y="369"/>
                  <a:pt x="2143" y="369"/>
                </a:cubicBezTo>
                <a:cubicBezTo>
                  <a:pt x="2144" y="369"/>
                  <a:pt x="2145" y="368"/>
                  <a:pt x="2146" y="368"/>
                </a:cubicBezTo>
                <a:cubicBezTo>
                  <a:pt x="2147" y="368"/>
                  <a:pt x="2148" y="368"/>
                  <a:pt x="2148" y="367"/>
                </a:cubicBezTo>
                <a:cubicBezTo>
                  <a:pt x="2149" y="367"/>
                  <a:pt x="2149" y="367"/>
                  <a:pt x="2150" y="366"/>
                </a:cubicBezTo>
                <a:cubicBezTo>
                  <a:pt x="2150" y="365"/>
                  <a:pt x="2150" y="365"/>
                  <a:pt x="2150" y="364"/>
                </a:cubicBezTo>
                <a:cubicBezTo>
                  <a:pt x="2150" y="364"/>
                  <a:pt x="2149" y="363"/>
                  <a:pt x="2149" y="363"/>
                </a:cubicBezTo>
                <a:cubicBezTo>
                  <a:pt x="2148" y="362"/>
                  <a:pt x="2147" y="362"/>
                  <a:pt x="2147" y="361"/>
                </a:cubicBezTo>
                <a:cubicBezTo>
                  <a:pt x="2146" y="361"/>
                  <a:pt x="2145" y="361"/>
                  <a:pt x="2144" y="360"/>
                </a:cubicBezTo>
                <a:cubicBezTo>
                  <a:pt x="2143" y="360"/>
                  <a:pt x="2141" y="360"/>
                  <a:pt x="2140" y="360"/>
                </a:cubicBezTo>
                <a:cubicBezTo>
                  <a:pt x="2139" y="360"/>
                  <a:pt x="2138" y="360"/>
                  <a:pt x="2137" y="360"/>
                </a:cubicBezTo>
                <a:close/>
                <a:moveTo>
                  <a:pt x="1798" y="360"/>
                </a:moveTo>
                <a:cubicBezTo>
                  <a:pt x="1797" y="361"/>
                  <a:pt x="1796" y="361"/>
                  <a:pt x="1796" y="361"/>
                </a:cubicBezTo>
                <a:cubicBezTo>
                  <a:pt x="1795" y="362"/>
                  <a:pt x="1794" y="362"/>
                  <a:pt x="1794" y="363"/>
                </a:cubicBezTo>
                <a:cubicBezTo>
                  <a:pt x="1794" y="363"/>
                  <a:pt x="1794" y="364"/>
                  <a:pt x="1794" y="364"/>
                </a:cubicBezTo>
                <a:cubicBezTo>
                  <a:pt x="1794" y="365"/>
                  <a:pt x="1794" y="365"/>
                  <a:pt x="1795" y="366"/>
                </a:cubicBezTo>
                <a:cubicBezTo>
                  <a:pt x="1795" y="367"/>
                  <a:pt x="1796" y="367"/>
                  <a:pt x="1797" y="367"/>
                </a:cubicBezTo>
                <a:cubicBezTo>
                  <a:pt x="1798" y="368"/>
                  <a:pt x="1799" y="368"/>
                  <a:pt x="1800" y="368"/>
                </a:cubicBezTo>
                <a:cubicBezTo>
                  <a:pt x="1801" y="368"/>
                  <a:pt x="1802" y="369"/>
                  <a:pt x="1803" y="369"/>
                </a:cubicBezTo>
                <a:cubicBezTo>
                  <a:pt x="1804" y="369"/>
                  <a:pt x="1805" y="368"/>
                  <a:pt x="1806" y="368"/>
                </a:cubicBezTo>
                <a:cubicBezTo>
                  <a:pt x="1807" y="368"/>
                  <a:pt x="1808" y="368"/>
                  <a:pt x="1809" y="367"/>
                </a:cubicBezTo>
                <a:cubicBezTo>
                  <a:pt x="1809" y="367"/>
                  <a:pt x="1810" y="367"/>
                  <a:pt x="1810" y="366"/>
                </a:cubicBezTo>
                <a:cubicBezTo>
                  <a:pt x="1811" y="365"/>
                  <a:pt x="1811" y="365"/>
                  <a:pt x="1811" y="364"/>
                </a:cubicBezTo>
                <a:cubicBezTo>
                  <a:pt x="1811" y="364"/>
                  <a:pt x="1810" y="363"/>
                  <a:pt x="1810" y="363"/>
                </a:cubicBezTo>
                <a:cubicBezTo>
                  <a:pt x="1809" y="362"/>
                  <a:pt x="1809" y="362"/>
                  <a:pt x="1808" y="361"/>
                </a:cubicBezTo>
                <a:cubicBezTo>
                  <a:pt x="1807" y="361"/>
                  <a:pt x="1806" y="361"/>
                  <a:pt x="1805" y="360"/>
                </a:cubicBezTo>
                <a:cubicBezTo>
                  <a:pt x="1804" y="360"/>
                  <a:pt x="1803" y="360"/>
                  <a:pt x="1802" y="360"/>
                </a:cubicBezTo>
                <a:cubicBezTo>
                  <a:pt x="1800" y="360"/>
                  <a:pt x="1799" y="360"/>
                  <a:pt x="1798" y="360"/>
                </a:cubicBezTo>
                <a:close/>
                <a:moveTo>
                  <a:pt x="2052" y="360"/>
                </a:moveTo>
                <a:cubicBezTo>
                  <a:pt x="2051" y="361"/>
                  <a:pt x="2051" y="361"/>
                  <a:pt x="2050" y="361"/>
                </a:cubicBezTo>
                <a:cubicBezTo>
                  <a:pt x="2049" y="362"/>
                  <a:pt x="2049" y="362"/>
                  <a:pt x="2048" y="363"/>
                </a:cubicBezTo>
                <a:cubicBezTo>
                  <a:pt x="2048" y="363"/>
                  <a:pt x="2048" y="364"/>
                  <a:pt x="2048" y="364"/>
                </a:cubicBezTo>
                <a:cubicBezTo>
                  <a:pt x="2048" y="365"/>
                  <a:pt x="2049" y="365"/>
                  <a:pt x="2049" y="366"/>
                </a:cubicBezTo>
                <a:cubicBezTo>
                  <a:pt x="2050" y="367"/>
                  <a:pt x="2050" y="367"/>
                  <a:pt x="2051" y="367"/>
                </a:cubicBezTo>
                <a:cubicBezTo>
                  <a:pt x="2052" y="368"/>
                  <a:pt x="2053" y="368"/>
                  <a:pt x="2054" y="368"/>
                </a:cubicBezTo>
                <a:cubicBezTo>
                  <a:pt x="2055" y="368"/>
                  <a:pt x="2056" y="369"/>
                  <a:pt x="2058" y="369"/>
                </a:cubicBezTo>
                <a:cubicBezTo>
                  <a:pt x="2059" y="369"/>
                  <a:pt x="2060" y="368"/>
                  <a:pt x="2061" y="368"/>
                </a:cubicBezTo>
                <a:cubicBezTo>
                  <a:pt x="2062" y="368"/>
                  <a:pt x="2063" y="368"/>
                  <a:pt x="2063" y="367"/>
                </a:cubicBezTo>
                <a:cubicBezTo>
                  <a:pt x="2064" y="367"/>
                  <a:pt x="2064" y="367"/>
                  <a:pt x="2065" y="366"/>
                </a:cubicBezTo>
                <a:cubicBezTo>
                  <a:pt x="2065" y="365"/>
                  <a:pt x="2065" y="365"/>
                  <a:pt x="2065" y="364"/>
                </a:cubicBezTo>
                <a:cubicBezTo>
                  <a:pt x="2065" y="364"/>
                  <a:pt x="2065" y="363"/>
                  <a:pt x="2064" y="363"/>
                </a:cubicBezTo>
                <a:cubicBezTo>
                  <a:pt x="2063" y="362"/>
                  <a:pt x="2063" y="362"/>
                  <a:pt x="2062" y="361"/>
                </a:cubicBezTo>
                <a:cubicBezTo>
                  <a:pt x="2061" y="361"/>
                  <a:pt x="2060" y="361"/>
                  <a:pt x="2059" y="360"/>
                </a:cubicBezTo>
                <a:cubicBezTo>
                  <a:pt x="2058" y="360"/>
                  <a:pt x="2057" y="360"/>
                  <a:pt x="2056" y="360"/>
                </a:cubicBezTo>
                <a:cubicBezTo>
                  <a:pt x="2054" y="360"/>
                  <a:pt x="2053" y="360"/>
                  <a:pt x="2052" y="360"/>
                </a:cubicBezTo>
                <a:close/>
                <a:moveTo>
                  <a:pt x="1502" y="360"/>
                </a:moveTo>
                <a:cubicBezTo>
                  <a:pt x="1501" y="361"/>
                  <a:pt x="1500" y="361"/>
                  <a:pt x="1499" y="361"/>
                </a:cubicBezTo>
                <a:cubicBezTo>
                  <a:pt x="1498" y="362"/>
                  <a:pt x="1498" y="362"/>
                  <a:pt x="1497" y="363"/>
                </a:cubicBezTo>
                <a:cubicBezTo>
                  <a:pt x="1497" y="363"/>
                  <a:pt x="1497" y="364"/>
                  <a:pt x="1497" y="364"/>
                </a:cubicBezTo>
                <a:cubicBezTo>
                  <a:pt x="1497" y="365"/>
                  <a:pt x="1497" y="365"/>
                  <a:pt x="1498" y="366"/>
                </a:cubicBezTo>
                <a:cubicBezTo>
                  <a:pt x="1498" y="367"/>
                  <a:pt x="1499" y="367"/>
                  <a:pt x="1500" y="367"/>
                </a:cubicBezTo>
                <a:cubicBezTo>
                  <a:pt x="1500" y="368"/>
                  <a:pt x="1501" y="368"/>
                  <a:pt x="1502" y="368"/>
                </a:cubicBezTo>
                <a:cubicBezTo>
                  <a:pt x="1503" y="368"/>
                  <a:pt x="1505" y="369"/>
                  <a:pt x="1506" y="369"/>
                </a:cubicBezTo>
                <a:cubicBezTo>
                  <a:pt x="1507" y="369"/>
                  <a:pt x="1508" y="368"/>
                  <a:pt x="1509" y="368"/>
                </a:cubicBezTo>
                <a:cubicBezTo>
                  <a:pt x="1510" y="368"/>
                  <a:pt x="1511" y="368"/>
                  <a:pt x="1512" y="367"/>
                </a:cubicBezTo>
                <a:cubicBezTo>
                  <a:pt x="1512" y="367"/>
                  <a:pt x="1513" y="367"/>
                  <a:pt x="1513" y="366"/>
                </a:cubicBezTo>
                <a:cubicBezTo>
                  <a:pt x="1514" y="365"/>
                  <a:pt x="1514" y="365"/>
                  <a:pt x="1514" y="364"/>
                </a:cubicBezTo>
                <a:cubicBezTo>
                  <a:pt x="1514" y="364"/>
                  <a:pt x="1514" y="363"/>
                  <a:pt x="1513" y="363"/>
                </a:cubicBezTo>
                <a:cubicBezTo>
                  <a:pt x="1513" y="362"/>
                  <a:pt x="1512" y="362"/>
                  <a:pt x="1511" y="361"/>
                </a:cubicBezTo>
                <a:cubicBezTo>
                  <a:pt x="1510" y="361"/>
                  <a:pt x="1509" y="361"/>
                  <a:pt x="1508" y="360"/>
                </a:cubicBezTo>
                <a:cubicBezTo>
                  <a:pt x="1507" y="360"/>
                  <a:pt x="1506" y="360"/>
                  <a:pt x="1505" y="360"/>
                </a:cubicBezTo>
                <a:cubicBezTo>
                  <a:pt x="1504" y="360"/>
                  <a:pt x="1503" y="360"/>
                  <a:pt x="1502" y="360"/>
                </a:cubicBezTo>
                <a:close/>
                <a:moveTo>
                  <a:pt x="1925" y="360"/>
                </a:moveTo>
                <a:cubicBezTo>
                  <a:pt x="1924" y="361"/>
                  <a:pt x="1923" y="361"/>
                  <a:pt x="1923" y="361"/>
                </a:cubicBezTo>
                <a:cubicBezTo>
                  <a:pt x="1922" y="362"/>
                  <a:pt x="1922" y="362"/>
                  <a:pt x="1921" y="363"/>
                </a:cubicBezTo>
                <a:cubicBezTo>
                  <a:pt x="1921" y="363"/>
                  <a:pt x="1921" y="364"/>
                  <a:pt x="1921" y="364"/>
                </a:cubicBezTo>
                <a:cubicBezTo>
                  <a:pt x="1921" y="365"/>
                  <a:pt x="1921" y="365"/>
                  <a:pt x="1922" y="366"/>
                </a:cubicBezTo>
                <a:cubicBezTo>
                  <a:pt x="1922" y="367"/>
                  <a:pt x="1923" y="367"/>
                  <a:pt x="1924" y="367"/>
                </a:cubicBezTo>
                <a:cubicBezTo>
                  <a:pt x="1925" y="368"/>
                  <a:pt x="1926" y="368"/>
                  <a:pt x="1927" y="368"/>
                </a:cubicBezTo>
                <a:cubicBezTo>
                  <a:pt x="1928" y="368"/>
                  <a:pt x="1929" y="369"/>
                  <a:pt x="1930" y="369"/>
                </a:cubicBezTo>
                <a:cubicBezTo>
                  <a:pt x="1931" y="369"/>
                  <a:pt x="1933" y="368"/>
                  <a:pt x="1933" y="368"/>
                </a:cubicBezTo>
                <a:cubicBezTo>
                  <a:pt x="1934" y="368"/>
                  <a:pt x="1935" y="368"/>
                  <a:pt x="1936" y="367"/>
                </a:cubicBezTo>
                <a:cubicBezTo>
                  <a:pt x="1937" y="367"/>
                  <a:pt x="1937" y="367"/>
                  <a:pt x="1938" y="366"/>
                </a:cubicBezTo>
                <a:cubicBezTo>
                  <a:pt x="1938" y="365"/>
                  <a:pt x="1938" y="365"/>
                  <a:pt x="1938" y="364"/>
                </a:cubicBezTo>
                <a:cubicBezTo>
                  <a:pt x="1938" y="364"/>
                  <a:pt x="1937" y="363"/>
                  <a:pt x="1937" y="363"/>
                </a:cubicBezTo>
                <a:cubicBezTo>
                  <a:pt x="1936" y="362"/>
                  <a:pt x="1936" y="362"/>
                  <a:pt x="1935" y="361"/>
                </a:cubicBezTo>
                <a:cubicBezTo>
                  <a:pt x="1934" y="361"/>
                  <a:pt x="1933" y="361"/>
                  <a:pt x="1932" y="360"/>
                </a:cubicBezTo>
                <a:cubicBezTo>
                  <a:pt x="1931" y="360"/>
                  <a:pt x="1930" y="360"/>
                  <a:pt x="1929" y="360"/>
                </a:cubicBezTo>
                <a:cubicBezTo>
                  <a:pt x="1927" y="360"/>
                  <a:pt x="1926" y="360"/>
                  <a:pt x="1925" y="360"/>
                </a:cubicBezTo>
                <a:close/>
                <a:moveTo>
                  <a:pt x="1106" y="371"/>
                </a:moveTo>
                <a:cubicBezTo>
                  <a:pt x="1105" y="371"/>
                  <a:pt x="1103" y="371"/>
                  <a:pt x="1102" y="371"/>
                </a:cubicBezTo>
                <a:cubicBezTo>
                  <a:pt x="1101" y="371"/>
                  <a:pt x="1100" y="371"/>
                  <a:pt x="1099" y="371"/>
                </a:cubicBezTo>
                <a:cubicBezTo>
                  <a:pt x="1098" y="371"/>
                  <a:pt x="1097" y="372"/>
                  <a:pt x="1096" y="372"/>
                </a:cubicBezTo>
                <a:cubicBezTo>
                  <a:pt x="1095" y="372"/>
                  <a:pt x="1095" y="373"/>
                  <a:pt x="1094" y="373"/>
                </a:cubicBezTo>
                <a:cubicBezTo>
                  <a:pt x="1094" y="374"/>
                  <a:pt x="1094" y="374"/>
                  <a:pt x="1094" y="375"/>
                </a:cubicBezTo>
                <a:cubicBezTo>
                  <a:pt x="1094" y="376"/>
                  <a:pt x="1094" y="376"/>
                  <a:pt x="1094" y="377"/>
                </a:cubicBezTo>
                <a:cubicBezTo>
                  <a:pt x="1095" y="377"/>
                  <a:pt x="1095" y="378"/>
                  <a:pt x="1096" y="378"/>
                </a:cubicBezTo>
                <a:cubicBezTo>
                  <a:pt x="1097" y="378"/>
                  <a:pt x="1098" y="379"/>
                  <a:pt x="1099" y="379"/>
                </a:cubicBezTo>
                <a:cubicBezTo>
                  <a:pt x="1100" y="379"/>
                  <a:pt x="1101" y="379"/>
                  <a:pt x="1102" y="379"/>
                </a:cubicBezTo>
                <a:cubicBezTo>
                  <a:pt x="1102" y="379"/>
                  <a:pt x="1102" y="379"/>
                  <a:pt x="1103" y="379"/>
                </a:cubicBezTo>
                <a:cubicBezTo>
                  <a:pt x="1103" y="379"/>
                  <a:pt x="1103" y="379"/>
                  <a:pt x="1104" y="379"/>
                </a:cubicBezTo>
                <a:cubicBezTo>
                  <a:pt x="1104" y="379"/>
                  <a:pt x="1104" y="379"/>
                  <a:pt x="1104" y="379"/>
                </a:cubicBezTo>
                <a:cubicBezTo>
                  <a:pt x="1105" y="379"/>
                  <a:pt x="1105" y="379"/>
                  <a:pt x="1105" y="379"/>
                </a:cubicBezTo>
                <a:cubicBezTo>
                  <a:pt x="1107" y="379"/>
                  <a:pt x="1111" y="377"/>
                  <a:pt x="1111" y="375"/>
                </a:cubicBezTo>
                <a:cubicBezTo>
                  <a:pt x="1111" y="375"/>
                  <a:pt x="1111" y="374"/>
                  <a:pt x="1110" y="374"/>
                </a:cubicBezTo>
                <a:cubicBezTo>
                  <a:pt x="1110" y="373"/>
                  <a:pt x="1110" y="373"/>
                  <a:pt x="1109" y="373"/>
                </a:cubicBezTo>
                <a:cubicBezTo>
                  <a:pt x="1109" y="372"/>
                  <a:pt x="1108" y="372"/>
                  <a:pt x="1108" y="372"/>
                </a:cubicBezTo>
                <a:cubicBezTo>
                  <a:pt x="1107" y="371"/>
                  <a:pt x="1106" y="371"/>
                  <a:pt x="1106" y="371"/>
                </a:cubicBezTo>
                <a:cubicBezTo>
                  <a:pt x="1105" y="371"/>
                  <a:pt x="1106" y="371"/>
                  <a:pt x="1106" y="371"/>
                </a:cubicBezTo>
                <a:close/>
                <a:moveTo>
                  <a:pt x="1193" y="372"/>
                </a:moveTo>
                <a:cubicBezTo>
                  <a:pt x="1192" y="371"/>
                  <a:pt x="1190" y="371"/>
                  <a:pt x="1189" y="371"/>
                </a:cubicBezTo>
                <a:cubicBezTo>
                  <a:pt x="1189" y="371"/>
                  <a:pt x="1189" y="371"/>
                  <a:pt x="1189" y="371"/>
                </a:cubicBezTo>
                <a:cubicBezTo>
                  <a:pt x="1188" y="371"/>
                  <a:pt x="1188" y="371"/>
                  <a:pt x="1188" y="371"/>
                </a:cubicBezTo>
                <a:cubicBezTo>
                  <a:pt x="1188" y="371"/>
                  <a:pt x="1188" y="371"/>
                  <a:pt x="1188" y="371"/>
                </a:cubicBezTo>
                <a:cubicBezTo>
                  <a:pt x="1188" y="371"/>
                  <a:pt x="1187" y="371"/>
                  <a:pt x="1187" y="371"/>
                </a:cubicBezTo>
                <a:cubicBezTo>
                  <a:pt x="1187" y="371"/>
                  <a:pt x="1187" y="371"/>
                  <a:pt x="1187" y="371"/>
                </a:cubicBezTo>
                <a:cubicBezTo>
                  <a:pt x="1187" y="371"/>
                  <a:pt x="1187" y="371"/>
                  <a:pt x="1186" y="371"/>
                </a:cubicBezTo>
                <a:cubicBezTo>
                  <a:pt x="1186" y="371"/>
                  <a:pt x="1186" y="371"/>
                  <a:pt x="1186" y="371"/>
                </a:cubicBezTo>
                <a:cubicBezTo>
                  <a:pt x="1186" y="371"/>
                  <a:pt x="1186" y="371"/>
                  <a:pt x="1186" y="371"/>
                </a:cubicBezTo>
                <a:cubicBezTo>
                  <a:pt x="1185" y="371"/>
                  <a:pt x="1184" y="371"/>
                  <a:pt x="1183" y="371"/>
                </a:cubicBezTo>
                <a:cubicBezTo>
                  <a:pt x="1182" y="372"/>
                  <a:pt x="1181" y="372"/>
                  <a:pt x="1181" y="372"/>
                </a:cubicBezTo>
                <a:cubicBezTo>
                  <a:pt x="1180" y="373"/>
                  <a:pt x="1180" y="373"/>
                  <a:pt x="1179" y="374"/>
                </a:cubicBezTo>
                <a:cubicBezTo>
                  <a:pt x="1179" y="374"/>
                  <a:pt x="1179" y="375"/>
                  <a:pt x="1179" y="375"/>
                </a:cubicBezTo>
                <a:cubicBezTo>
                  <a:pt x="1179" y="376"/>
                  <a:pt x="1179" y="376"/>
                  <a:pt x="1179" y="376"/>
                </a:cubicBezTo>
                <a:cubicBezTo>
                  <a:pt x="1179" y="377"/>
                  <a:pt x="1180" y="377"/>
                  <a:pt x="1181" y="378"/>
                </a:cubicBezTo>
                <a:cubicBezTo>
                  <a:pt x="1181" y="378"/>
                  <a:pt x="1182" y="378"/>
                  <a:pt x="1183" y="379"/>
                </a:cubicBezTo>
                <a:cubicBezTo>
                  <a:pt x="1184" y="379"/>
                  <a:pt x="1184" y="379"/>
                  <a:pt x="1185" y="379"/>
                </a:cubicBezTo>
                <a:cubicBezTo>
                  <a:pt x="1186" y="379"/>
                  <a:pt x="1187" y="379"/>
                  <a:pt x="1187" y="379"/>
                </a:cubicBezTo>
                <a:cubicBezTo>
                  <a:pt x="1187" y="379"/>
                  <a:pt x="1187" y="379"/>
                  <a:pt x="1188" y="379"/>
                </a:cubicBezTo>
                <a:cubicBezTo>
                  <a:pt x="1188" y="379"/>
                  <a:pt x="1188" y="379"/>
                  <a:pt x="1188" y="379"/>
                </a:cubicBezTo>
                <a:cubicBezTo>
                  <a:pt x="1188" y="379"/>
                  <a:pt x="1188" y="379"/>
                  <a:pt x="1188" y="379"/>
                </a:cubicBezTo>
                <a:cubicBezTo>
                  <a:pt x="1189" y="379"/>
                  <a:pt x="1189" y="379"/>
                  <a:pt x="1189" y="379"/>
                </a:cubicBezTo>
                <a:cubicBezTo>
                  <a:pt x="1190" y="379"/>
                  <a:pt x="1192" y="379"/>
                  <a:pt x="1193" y="378"/>
                </a:cubicBezTo>
                <a:cubicBezTo>
                  <a:pt x="1194" y="378"/>
                  <a:pt x="1194" y="377"/>
                  <a:pt x="1195" y="377"/>
                </a:cubicBezTo>
                <a:cubicBezTo>
                  <a:pt x="1195" y="376"/>
                  <a:pt x="1196" y="376"/>
                  <a:pt x="1196" y="375"/>
                </a:cubicBezTo>
                <a:cubicBezTo>
                  <a:pt x="1196" y="375"/>
                  <a:pt x="1196" y="375"/>
                  <a:pt x="1196" y="375"/>
                </a:cubicBezTo>
                <a:cubicBezTo>
                  <a:pt x="1196" y="374"/>
                  <a:pt x="1196" y="374"/>
                  <a:pt x="1196" y="374"/>
                </a:cubicBezTo>
                <a:cubicBezTo>
                  <a:pt x="1195" y="374"/>
                  <a:pt x="1195" y="374"/>
                  <a:pt x="1195" y="374"/>
                </a:cubicBezTo>
                <a:cubicBezTo>
                  <a:pt x="1195" y="374"/>
                  <a:pt x="1195" y="373"/>
                  <a:pt x="1195" y="373"/>
                </a:cubicBezTo>
                <a:cubicBezTo>
                  <a:pt x="1195" y="373"/>
                  <a:pt x="1194" y="372"/>
                  <a:pt x="1193" y="372"/>
                </a:cubicBezTo>
                <a:cubicBezTo>
                  <a:pt x="1193" y="372"/>
                  <a:pt x="1193" y="372"/>
                  <a:pt x="1193" y="372"/>
                </a:cubicBezTo>
                <a:close/>
                <a:moveTo>
                  <a:pt x="1274" y="371"/>
                </a:moveTo>
                <a:cubicBezTo>
                  <a:pt x="1273" y="371"/>
                  <a:pt x="1273" y="371"/>
                  <a:pt x="1273" y="371"/>
                </a:cubicBezTo>
                <a:cubicBezTo>
                  <a:pt x="1273" y="371"/>
                  <a:pt x="1273" y="371"/>
                  <a:pt x="1273" y="371"/>
                </a:cubicBezTo>
                <a:cubicBezTo>
                  <a:pt x="1273" y="371"/>
                  <a:pt x="1272" y="371"/>
                  <a:pt x="1272" y="371"/>
                </a:cubicBezTo>
                <a:cubicBezTo>
                  <a:pt x="1271" y="371"/>
                  <a:pt x="1270" y="371"/>
                  <a:pt x="1269" y="371"/>
                </a:cubicBezTo>
                <a:cubicBezTo>
                  <a:pt x="1268" y="371"/>
                  <a:pt x="1267" y="372"/>
                  <a:pt x="1266" y="372"/>
                </a:cubicBezTo>
                <a:cubicBezTo>
                  <a:pt x="1265" y="372"/>
                  <a:pt x="1265" y="373"/>
                  <a:pt x="1264" y="373"/>
                </a:cubicBezTo>
                <a:cubicBezTo>
                  <a:pt x="1264" y="374"/>
                  <a:pt x="1264" y="374"/>
                  <a:pt x="1264" y="375"/>
                </a:cubicBezTo>
                <a:cubicBezTo>
                  <a:pt x="1264" y="376"/>
                  <a:pt x="1264" y="376"/>
                  <a:pt x="1264" y="377"/>
                </a:cubicBezTo>
                <a:cubicBezTo>
                  <a:pt x="1265" y="377"/>
                  <a:pt x="1265" y="378"/>
                  <a:pt x="1266" y="378"/>
                </a:cubicBezTo>
                <a:cubicBezTo>
                  <a:pt x="1267" y="378"/>
                  <a:pt x="1268" y="379"/>
                  <a:pt x="1269" y="379"/>
                </a:cubicBezTo>
                <a:cubicBezTo>
                  <a:pt x="1270" y="379"/>
                  <a:pt x="1271" y="379"/>
                  <a:pt x="1272" y="379"/>
                </a:cubicBezTo>
                <a:cubicBezTo>
                  <a:pt x="1272" y="379"/>
                  <a:pt x="1273" y="379"/>
                  <a:pt x="1273" y="379"/>
                </a:cubicBezTo>
                <a:cubicBezTo>
                  <a:pt x="1273" y="379"/>
                  <a:pt x="1273" y="379"/>
                  <a:pt x="1273" y="379"/>
                </a:cubicBezTo>
                <a:cubicBezTo>
                  <a:pt x="1273" y="379"/>
                  <a:pt x="1273" y="379"/>
                  <a:pt x="1274" y="379"/>
                </a:cubicBezTo>
                <a:cubicBezTo>
                  <a:pt x="1274" y="379"/>
                  <a:pt x="1274" y="379"/>
                  <a:pt x="1274" y="379"/>
                </a:cubicBezTo>
                <a:cubicBezTo>
                  <a:pt x="1276" y="379"/>
                  <a:pt x="1281" y="378"/>
                  <a:pt x="1281" y="375"/>
                </a:cubicBezTo>
                <a:cubicBezTo>
                  <a:pt x="1281" y="375"/>
                  <a:pt x="1281" y="374"/>
                  <a:pt x="1280" y="374"/>
                </a:cubicBezTo>
                <a:cubicBezTo>
                  <a:pt x="1280" y="373"/>
                  <a:pt x="1279" y="373"/>
                  <a:pt x="1279" y="372"/>
                </a:cubicBezTo>
                <a:cubicBezTo>
                  <a:pt x="1278" y="372"/>
                  <a:pt x="1277" y="372"/>
                  <a:pt x="1277" y="371"/>
                </a:cubicBezTo>
                <a:cubicBezTo>
                  <a:pt x="1276" y="371"/>
                  <a:pt x="1275" y="371"/>
                  <a:pt x="1274" y="371"/>
                </a:cubicBezTo>
                <a:cubicBezTo>
                  <a:pt x="1274" y="371"/>
                  <a:pt x="1274" y="371"/>
                  <a:pt x="1274" y="371"/>
                </a:cubicBezTo>
                <a:close/>
                <a:moveTo>
                  <a:pt x="1443" y="371"/>
                </a:moveTo>
                <a:cubicBezTo>
                  <a:pt x="1443" y="371"/>
                  <a:pt x="1443" y="371"/>
                  <a:pt x="1443" y="371"/>
                </a:cubicBezTo>
                <a:cubicBezTo>
                  <a:pt x="1443" y="371"/>
                  <a:pt x="1443" y="371"/>
                  <a:pt x="1443" y="371"/>
                </a:cubicBezTo>
                <a:cubicBezTo>
                  <a:pt x="1442" y="371"/>
                  <a:pt x="1442" y="371"/>
                  <a:pt x="1442" y="371"/>
                </a:cubicBezTo>
                <a:cubicBezTo>
                  <a:pt x="1441" y="371"/>
                  <a:pt x="1440" y="371"/>
                  <a:pt x="1439" y="371"/>
                </a:cubicBezTo>
                <a:cubicBezTo>
                  <a:pt x="1438" y="371"/>
                  <a:pt x="1437" y="372"/>
                  <a:pt x="1436" y="372"/>
                </a:cubicBezTo>
                <a:cubicBezTo>
                  <a:pt x="1435" y="372"/>
                  <a:pt x="1435" y="373"/>
                  <a:pt x="1434" y="373"/>
                </a:cubicBezTo>
                <a:cubicBezTo>
                  <a:pt x="1434" y="374"/>
                  <a:pt x="1434" y="374"/>
                  <a:pt x="1434" y="375"/>
                </a:cubicBezTo>
                <a:cubicBezTo>
                  <a:pt x="1434" y="376"/>
                  <a:pt x="1434" y="376"/>
                  <a:pt x="1435" y="377"/>
                </a:cubicBezTo>
                <a:cubicBezTo>
                  <a:pt x="1435" y="377"/>
                  <a:pt x="1436" y="378"/>
                  <a:pt x="1437" y="378"/>
                </a:cubicBezTo>
                <a:cubicBezTo>
                  <a:pt x="1437" y="378"/>
                  <a:pt x="1438" y="379"/>
                  <a:pt x="1439" y="379"/>
                </a:cubicBezTo>
                <a:cubicBezTo>
                  <a:pt x="1440" y="379"/>
                  <a:pt x="1441" y="379"/>
                  <a:pt x="1443" y="379"/>
                </a:cubicBezTo>
                <a:cubicBezTo>
                  <a:pt x="1443" y="379"/>
                  <a:pt x="1443" y="379"/>
                  <a:pt x="1443" y="379"/>
                </a:cubicBezTo>
                <a:cubicBezTo>
                  <a:pt x="1443" y="379"/>
                  <a:pt x="1443" y="379"/>
                  <a:pt x="1444" y="379"/>
                </a:cubicBezTo>
                <a:cubicBezTo>
                  <a:pt x="1444" y="379"/>
                  <a:pt x="1444" y="379"/>
                  <a:pt x="1444" y="379"/>
                </a:cubicBezTo>
                <a:cubicBezTo>
                  <a:pt x="1444" y="379"/>
                  <a:pt x="1444" y="379"/>
                  <a:pt x="1444" y="379"/>
                </a:cubicBezTo>
                <a:cubicBezTo>
                  <a:pt x="1446" y="379"/>
                  <a:pt x="1451" y="378"/>
                  <a:pt x="1451" y="375"/>
                </a:cubicBezTo>
                <a:cubicBezTo>
                  <a:pt x="1451" y="375"/>
                  <a:pt x="1451" y="374"/>
                  <a:pt x="1450" y="374"/>
                </a:cubicBezTo>
                <a:cubicBezTo>
                  <a:pt x="1450" y="373"/>
                  <a:pt x="1449" y="373"/>
                  <a:pt x="1449" y="372"/>
                </a:cubicBezTo>
                <a:cubicBezTo>
                  <a:pt x="1448" y="372"/>
                  <a:pt x="1447" y="372"/>
                  <a:pt x="1447" y="371"/>
                </a:cubicBezTo>
                <a:cubicBezTo>
                  <a:pt x="1446" y="371"/>
                  <a:pt x="1445" y="371"/>
                  <a:pt x="1444" y="371"/>
                </a:cubicBezTo>
                <a:cubicBezTo>
                  <a:pt x="1444" y="371"/>
                  <a:pt x="1444" y="371"/>
                  <a:pt x="1443" y="371"/>
                </a:cubicBezTo>
                <a:close/>
                <a:moveTo>
                  <a:pt x="1057" y="371"/>
                </a:moveTo>
                <a:cubicBezTo>
                  <a:pt x="1055" y="371"/>
                  <a:pt x="1055" y="372"/>
                  <a:pt x="1054" y="372"/>
                </a:cubicBezTo>
                <a:cubicBezTo>
                  <a:pt x="1053" y="372"/>
                  <a:pt x="1052" y="373"/>
                  <a:pt x="1052" y="373"/>
                </a:cubicBezTo>
                <a:cubicBezTo>
                  <a:pt x="1051" y="374"/>
                  <a:pt x="1051" y="374"/>
                  <a:pt x="1051" y="375"/>
                </a:cubicBezTo>
                <a:cubicBezTo>
                  <a:pt x="1051" y="376"/>
                  <a:pt x="1051" y="376"/>
                  <a:pt x="1052" y="377"/>
                </a:cubicBezTo>
                <a:cubicBezTo>
                  <a:pt x="1052" y="377"/>
                  <a:pt x="1053" y="378"/>
                  <a:pt x="1053" y="378"/>
                </a:cubicBezTo>
                <a:cubicBezTo>
                  <a:pt x="1054" y="378"/>
                  <a:pt x="1055" y="379"/>
                  <a:pt x="1056" y="379"/>
                </a:cubicBezTo>
                <a:cubicBezTo>
                  <a:pt x="1057" y="379"/>
                  <a:pt x="1058" y="379"/>
                  <a:pt x="1059" y="379"/>
                </a:cubicBezTo>
                <a:cubicBezTo>
                  <a:pt x="1060" y="379"/>
                  <a:pt x="1062" y="379"/>
                  <a:pt x="1063" y="379"/>
                </a:cubicBezTo>
                <a:cubicBezTo>
                  <a:pt x="1064" y="379"/>
                  <a:pt x="1065" y="378"/>
                  <a:pt x="1065" y="378"/>
                </a:cubicBezTo>
                <a:cubicBezTo>
                  <a:pt x="1066" y="378"/>
                  <a:pt x="1067" y="377"/>
                  <a:pt x="1067" y="377"/>
                </a:cubicBezTo>
                <a:cubicBezTo>
                  <a:pt x="1068" y="376"/>
                  <a:pt x="1068" y="376"/>
                  <a:pt x="1068" y="375"/>
                </a:cubicBezTo>
                <a:cubicBezTo>
                  <a:pt x="1068" y="374"/>
                  <a:pt x="1068" y="374"/>
                  <a:pt x="1068" y="373"/>
                </a:cubicBezTo>
                <a:cubicBezTo>
                  <a:pt x="1067" y="373"/>
                  <a:pt x="1067" y="372"/>
                  <a:pt x="1066" y="372"/>
                </a:cubicBezTo>
                <a:cubicBezTo>
                  <a:pt x="1065" y="372"/>
                  <a:pt x="1064" y="371"/>
                  <a:pt x="1063" y="371"/>
                </a:cubicBezTo>
                <a:cubicBezTo>
                  <a:pt x="1062" y="371"/>
                  <a:pt x="1061" y="371"/>
                  <a:pt x="1060" y="371"/>
                </a:cubicBezTo>
                <a:cubicBezTo>
                  <a:pt x="1059" y="371"/>
                  <a:pt x="1058" y="371"/>
                  <a:pt x="1057" y="371"/>
                </a:cubicBezTo>
                <a:close/>
                <a:moveTo>
                  <a:pt x="1141" y="371"/>
                </a:moveTo>
                <a:cubicBezTo>
                  <a:pt x="1140" y="371"/>
                  <a:pt x="1140" y="372"/>
                  <a:pt x="1139" y="372"/>
                </a:cubicBezTo>
                <a:cubicBezTo>
                  <a:pt x="1138" y="372"/>
                  <a:pt x="1137" y="373"/>
                  <a:pt x="1137" y="373"/>
                </a:cubicBezTo>
                <a:cubicBezTo>
                  <a:pt x="1136" y="374"/>
                  <a:pt x="1136" y="374"/>
                  <a:pt x="1136" y="375"/>
                </a:cubicBezTo>
                <a:cubicBezTo>
                  <a:pt x="1136" y="376"/>
                  <a:pt x="1136" y="376"/>
                  <a:pt x="1137" y="377"/>
                </a:cubicBezTo>
                <a:cubicBezTo>
                  <a:pt x="1137" y="377"/>
                  <a:pt x="1138" y="378"/>
                  <a:pt x="1139" y="378"/>
                </a:cubicBezTo>
                <a:cubicBezTo>
                  <a:pt x="1139" y="378"/>
                  <a:pt x="1140" y="379"/>
                  <a:pt x="1141" y="379"/>
                </a:cubicBezTo>
                <a:cubicBezTo>
                  <a:pt x="1142" y="379"/>
                  <a:pt x="1143" y="379"/>
                  <a:pt x="1144" y="379"/>
                </a:cubicBezTo>
                <a:cubicBezTo>
                  <a:pt x="1146" y="379"/>
                  <a:pt x="1147" y="379"/>
                  <a:pt x="1148" y="379"/>
                </a:cubicBezTo>
                <a:cubicBezTo>
                  <a:pt x="1149" y="379"/>
                  <a:pt x="1150" y="378"/>
                  <a:pt x="1151" y="378"/>
                </a:cubicBezTo>
                <a:cubicBezTo>
                  <a:pt x="1151" y="378"/>
                  <a:pt x="1152" y="377"/>
                  <a:pt x="1152" y="377"/>
                </a:cubicBezTo>
                <a:cubicBezTo>
                  <a:pt x="1153" y="376"/>
                  <a:pt x="1153" y="376"/>
                  <a:pt x="1153" y="375"/>
                </a:cubicBezTo>
                <a:cubicBezTo>
                  <a:pt x="1153" y="374"/>
                  <a:pt x="1153" y="374"/>
                  <a:pt x="1153" y="373"/>
                </a:cubicBezTo>
                <a:cubicBezTo>
                  <a:pt x="1152" y="373"/>
                  <a:pt x="1151" y="372"/>
                  <a:pt x="1151" y="372"/>
                </a:cubicBezTo>
                <a:cubicBezTo>
                  <a:pt x="1150" y="372"/>
                  <a:pt x="1149" y="371"/>
                  <a:pt x="1148" y="371"/>
                </a:cubicBezTo>
                <a:cubicBezTo>
                  <a:pt x="1147" y="371"/>
                  <a:pt x="1146" y="371"/>
                  <a:pt x="1145" y="371"/>
                </a:cubicBezTo>
                <a:cubicBezTo>
                  <a:pt x="1144" y="371"/>
                  <a:pt x="1142" y="371"/>
                  <a:pt x="1141" y="371"/>
                </a:cubicBezTo>
                <a:close/>
                <a:moveTo>
                  <a:pt x="1358" y="371"/>
                </a:moveTo>
                <a:cubicBezTo>
                  <a:pt x="1358" y="371"/>
                  <a:pt x="1358" y="371"/>
                  <a:pt x="1358" y="371"/>
                </a:cubicBezTo>
                <a:cubicBezTo>
                  <a:pt x="1358" y="371"/>
                  <a:pt x="1358" y="371"/>
                  <a:pt x="1358" y="371"/>
                </a:cubicBezTo>
                <a:cubicBezTo>
                  <a:pt x="1357" y="371"/>
                  <a:pt x="1357" y="371"/>
                  <a:pt x="1357" y="371"/>
                </a:cubicBezTo>
                <a:cubicBezTo>
                  <a:pt x="1356" y="371"/>
                  <a:pt x="1355" y="371"/>
                  <a:pt x="1354" y="371"/>
                </a:cubicBezTo>
                <a:cubicBezTo>
                  <a:pt x="1353" y="371"/>
                  <a:pt x="1352" y="372"/>
                  <a:pt x="1351" y="372"/>
                </a:cubicBezTo>
                <a:cubicBezTo>
                  <a:pt x="1350" y="372"/>
                  <a:pt x="1350" y="373"/>
                  <a:pt x="1349" y="373"/>
                </a:cubicBezTo>
                <a:cubicBezTo>
                  <a:pt x="1349" y="374"/>
                  <a:pt x="1349" y="374"/>
                  <a:pt x="1349" y="375"/>
                </a:cubicBezTo>
                <a:cubicBezTo>
                  <a:pt x="1349" y="376"/>
                  <a:pt x="1349" y="376"/>
                  <a:pt x="1350" y="377"/>
                </a:cubicBezTo>
                <a:cubicBezTo>
                  <a:pt x="1350" y="377"/>
                  <a:pt x="1351" y="378"/>
                  <a:pt x="1351" y="378"/>
                </a:cubicBezTo>
                <a:cubicBezTo>
                  <a:pt x="1352" y="378"/>
                  <a:pt x="1353" y="379"/>
                  <a:pt x="1354" y="379"/>
                </a:cubicBezTo>
                <a:cubicBezTo>
                  <a:pt x="1355" y="379"/>
                  <a:pt x="1356" y="379"/>
                  <a:pt x="1357" y="379"/>
                </a:cubicBezTo>
                <a:cubicBezTo>
                  <a:pt x="1358" y="379"/>
                  <a:pt x="1358" y="379"/>
                  <a:pt x="1358" y="379"/>
                </a:cubicBezTo>
                <a:cubicBezTo>
                  <a:pt x="1358" y="379"/>
                  <a:pt x="1358" y="379"/>
                  <a:pt x="1358" y="379"/>
                </a:cubicBezTo>
                <a:cubicBezTo>
                  <a:pt x="1358" y="379"/>
                  <a:pt x="1359" y="379"/>
                  <a:pt x="1359" y="379"/>
                </a:cubicBezTo>
                <a:cubicBezTo>
                  <a:pt x="1359" y="379"/>
                  <a:pt x="1359" y="379"/>
                  <a:pt x="1359" y="379"/>
                </a:cubicBezTo>
                <a:cubicBezTo>
                  <a:pt x="1361" y="379"/>
                  <a:pt x="1366" y="378"/>
                  <a:pt x="1366" y="375"/>
                </a:cubicBezTo>
                <a:cubicBezTo>
                  <a:pt x="1366" y="375"/>
                  <a:pt x="1366" y="374"/>
                  <a:pt x="1365" y="374"/>
                </a:cubicBezTo>
                <a:cubicBezTo>
                  <a:pt x="1365" y="373"/>
                  <a:pt x="1364" y="373"/>
                  <a:pt x="1364" y="372"/>
                </a:cubicBezTo>
                <a:cubicBezTo>
                  <a:pt x="1363" y="372"/>
                  <a:pt x="1362" y="372"/>
                  <a:pt x="1362" y="371"/>
                </a:cubicBezTo>
                <a:cubicBezTo>
                  <a:pt x="1361" y="371"/>
                  <a:pt x="1360" y="371"/>
                  <a:pt x="1359" y="371"/>
                </a:cubicBezTo>
                <a:cubicBezTo>
                  <a:pt x="1359" y="371"/>
                  <a:pt x="1359" y="371"/>
                  <a:pt x="1358" y="371"/>
                </a:cubicBezTo>
                <a:close/>
                <a:moveTo>
                  <a:pt x="1311" y="371"/>
                </a:moveTo>
                <a:cubicBezTo>
                  <a:pt x="1310" y="371"/>
                  <a:pt x="1310" y="372"/>
                  <a:pt x="1309" y="372"/>
                </a:cubicBezTo>
                <a:cubicBezTo>
                  <a:pt x="1308" y="372"/>
                  <a:pt x="1307" y="373"/>
                  <a:pt x="1307" y="373"/>
                </a:cubicBezTo>
                <a:cubicBezTo>
                  <a:pt x="1307" y="374"/>
                  <a:pt x="1306" y="374"/>
                  <a:pt x="1306" y="375"/>
                </a:cubicBezTo>
                <a:cubicBezTo>
                  <a:pt x="1306" y="376"/>
                  <a:pt x="1307" y="376"/>
                  <a:pt x="1307" y="377"/>
                </a:cubicBezTo>
                <a:cubicBezTo>
                  <a:pt x="1307" y="377"/>
                  <a:pt x="1308" y="378"/>
                  <a:pt x="1309" y="378"/>
                </a:cubicBezTo>
                <a:cubicBezTo>
                  <a:pt x="1310" y="378"/>
                  <a:pt x="1311" y="379"/>
                  <a:pt x="1312" y="379"/>
                </a:cubicBezTo>
                <a:cubicBezTo>
                  <a:pt x="1313" y="379"/>
                  <a:pt x="1314" y="379"/>
                  <a:pt x="1315" y="379"/>
                </a:cubicBezTo>
                <a:cubicBezTo>
                  <a:pt x="1316" y="379"/>
                  <a:pt x="1317" y="379"/>
                  <a:pt x="1318" y="379"/>
                </a:cubicBezTo>
                <a:cubicBezTo>
                  <a:pt x="1319" y="379"/>
                  <a:pt x="1320" y="378"/>
                  <a:pt x="1321" y="378"/>
                </a:cubicBezTo>
                <a:cubicBezTo>
                  <a:pt x="1322" y="378"/>
                  <a:pt x="1322" y="377"/>
                  <a:pt x="1323" y="377"/>
                </a:cubicBezTo>
                <a:cubicBezTo>
                  <a:pt x="1323" y="376"/>
                  <a:pt x="1323" y="376"/>
                  <a:pt x="1323" y="375"/>
                </a:cubicBezTo>
                <a:cubicBezTo>
                  <a:pt x="1323" y="374"/>
                  <a:pt x="1323" y="374"/>
                  <a:pt x="1323" y="373"/>
                </a:cubicBezTo>
                <a:cubicBezTo>
                  <a:pt x="1322" y="373"/>
                  <a:pt x="1322" y="372"/>
                  <a:pt x="1321" y="372"/>
                </a:cubicBezTo>
                <a:cubicBezTo>
                  <a:pt x="1320" y="372"/>
                  <a:pt x="1319" y="371"/>
                  <a:pt x="1318" y="371"/>
                </a:cubicBezTo>
                <a:cubicBezTo>
                  <a:pt x="1317" y="371"/>
                  <a:pt x="1316" y="371"/>
                  <a:pt x="1315" y="371"/>
                </a:cubicBezTo>
                <a:cubicBezTo>
                  <a:pt x="1314" y="371"/>
                  <a:pt x="1312" y="371"/>
                  <a:pt x="1311" y="371"/>
                </a:cubicBezTo>
                <a:close/>
                <a:moveTo>
                  <a:pt x="1396" y="371"/>
                </a:moveTo>
                <a:cubicBezTo>
                  <a:pt x="1395" y="371"/>
                  <a:pt x="1394" y="372"/>
                  <a:pt x="1394" y="372"/>
                </a:cubicBezTo>
                <a:cubicBezTo>
                  <a:pt x="1393" y="372"/>
                  <a:pt x="1392" y="373"/>
                  <a:pt x="1392" y="373"/>
                </a:cubicBezTo>
                <a:cubicBezTo>
                  <a:pt x="1392" y="374"/>
                  <a:pt x="1391" y="374"/>
                  <a:pt x="1391" y="375"/>
                </a:cubicBezTo>
                <a:cubicBezTo>
                  <a:pt x="1391" y="376"/>
                  <a:pt x="1392" y="376"/>
                  <a:pt x="1392" y="377"/>
                </a:cubicBezTo>
                <a:cubicBezTo>
                  <a:pt x="1393" y="377"/>
                  <a:pt x="1393" y="378"/>
                  <a:pt x="1394" y="378"/>
                </a:cubicBezTo>
                <a:cubicBezTo>
                  <a:pt x="1395" y="378"/>
                  <a:pt x="1396" y="379"/>
                  <a:pt x="1397" y="379"/>
                </a:cubicBezTo>
                <a:cubicBezTo>
                  <a:pt x="1398" y="379"/>
                  <a:pt x="1399" y="379"/>
                  <a:pt x="1400" y="379"/>
                </a:cubicBezTo>
                <a:cubicBezTo>
                  <a:pt x="1401" y="379"/>
                  <a:pt x="1402" y="379"/>
                  <a:pt x="1403" y="379"/>
                </a:cubicBezTo>
                <a:cubicBezTo>
                  <a:pt x="1404" y="379"/>
                  <a:pt x="1405" y="378"/>
                  <a:pt x="1406" y="378"/>
                </a:cubicBezTo>
                <a:cubicBezTo>
                  <a:pt x="1407" y="378"/>
                  <a:pt x="1407" y="377"/>
                  <a:pt x="1408" y="377"/>
                </a:cubicBezTo>
                <a:cubicBezTo>
                  <a:pt x="1408" y="376"/>
                  <a:pt x="1408" y="376"/>
                  <a:pt x="1408" y="375"/>
                </a:cubicBezTo>
                <a:cubicBezTo>
                  <a:pt x="1408" y="374"/>
                  <a:pt x="1408" y="374"/>
                  <a:pt x="1408" y="373"/>
                </a:cubicBezTo>
                <a:cubicBezTo>
                  <a:pt x="1407" y="373"/>
                  <a:pt x="1407" y="372"/>
                  <a:pt x="1406" y="372"/>
                </a:cubicBezTo>
                <a:cubicBezTo>
                  <a:pt x="1405" y="372"/>
                  <a:pt x="1404" y="371"/>
                  <a:pt x="1403" y="371"/>
                </a:cubicBezTo>
                <a:cubicBezTo>
                  <a:pt x="1402" y="371"/>
                  <a:pt x="1401" y="371"/>
                  <a:pt x="1400" y="371"/>
                </a:cubicBezTo>
                <a:cubicBezTo>
                  <a:pt x="1398" y="371"/>
                  <a:pt x="1397" y="371"/>
                  <a:pt x="1396" y="371"/>
                </a:cubicBezTo>
                <a:close/>
                <a:moveTo>
                  <a:pt x="1226" y="371"/>
                </a:moveTo>
                <a:cubicBezTo>
                  <a:pt x="1225" y="371"/>
                  <a:pt x="1224" y="372"/>
                  <a:pt x="1224" y="372"/>
                </a:cubicBezTo>
                <a:cubicBezTo>
                  <a:pt x="1223" y="372"/>
                  <a:pt x="1222" y="373"/>
                  <a:pt x="1222" y="373"/>
                </a:cubicBezTo>
                <a:cubicBezTo>
                  <a:pt x="1221" y="374"/>
                  <a:pt x="1221" y="374"/>
                  <a:pt x="1221" y="375"/>
                </a:cubicBezTo>
                <a:cubicBezTo>
                  <a:pt x="1221" y="376"/>
                  <a:pt x="1221" y="376"/>
                  <a:pt x="1222" y="377"/>
                </a:cubicBezTo>
                <a:cubicBezTo>
                  <a:pt x="1222" y="377"/>
                  <a:pt x="1223" y="378"/>
                  <a:pt x="1224" y="378"/>
                </a:cubicBezTo>
                <a:cubicBezTo>
                  <a:pt x="1224" y="378"/>
                  <a:pt x="1225" y="379"/>
                  <a:pt x="1226" y="379"/>
                </a:cubicBezTo>
                <a:cubicBezTo>
                  <a:pt x="1227" y="379"/>
                  <a:pt x="1228" y="379"/>
                  <a:pt x="1230" y="379"/>
                </a:cubicBezTo>
                <a:cubicBezTo>
                  <a:pt x="1231" y="379"/>
                  <a:pt x="1232" y="379"/>
                  <a:pt x="1233" y="379"/>
                </a:cubicBezTo>
                <a:cubicBezTo>
                  <a:pt x="1234" y="379"/>
                  <a:pt x="1235" y="378"/>
                  <a:pt x="1236" y="378"/>
                </a:cubicBezTo>
                <a:cubicBezTo>
                  <a:pt x="1236" y="378"/>
                  <a:pt x="1237" y="377"/>
                  <a:pt x="1238" y="377"/>
                </a:cubicBezTo>
                <a:cubicBezTo>
                  <a:pt x="1238" y="376"/>
                  <a:pt x="1238" y="376"/>
                  <a:pt x="1238" y="375"/>
                </a:cubicBezTo>
                <a:cubicBezTo>
                  <a:pt x="1238" y="374"/>
                  <a:pt x="1238" y="374"/>
                  <a:pt x="1238" y="373"/>
                </a:cubicBezTo>
                <a:cubicBezTo>
                  <a:pt x="1237" y="373"/>
                  <a:pt x="1237" y="372"/>
                  <a:pt x="1236" y="372"/>
                </a:cubicBezTo>
                <a:cubicBezTo>
                  <a:pt x="1235" y="372"/>
                  <a:pt x="1234" y="371"/>
                  <a:pt x="1233" y="371"/>
                </a:cubicBezTo>
                <a:cubicBezTo>
                  <a:pt x="1232" y="371"/>
                  <a:pt x="1231" y="371"/>
                  <a:pt x="1230" y="371"/>
                </a:cubicBezTo>
                <a:cubicBezTo>
                  <a:pt x="1229" y="371"/>
                  <a:pt x="1227" y="371"/>
                  <a:pt x="1226" y="371"/>
                </a:cubicBezTo>
                <a:close/>
                <a:moveTo>
                  <a:pt x="340" y="371"/>
                </a:moveTo>
                <a:cubicBezTo>
                  <a:pt x="340" y="371"/>
                  <a:pt x="340" y="371"/>
                  <a:pt x="339" y="371"/>
                </a:cubicBezTo>
                <a:cubicBezTo>
                  <a:pt x="339" y="371"/>
                  <a:pt x="339" y="371"/>
                  <a:pt x="339" y="371"/>
                </a:cubicBezTo>
                <a:cubicBezTo>
                  <a:pt x="338" y="371"/>
                  <a:pt x="338" y="371"/>
                  <a:pt x="338" y="371"/>
                </a:cubicBezTo>
                <a:cubicBezTo>
                  <a:pt x="336" y="371"/>
                  <a:pt x="335" y="371"/>
                  <a:pt x="334" y="371"/>
                </a:cubicBezTo>
                <a:cubicBezTo>
                  <a:pt x="333" y="371"/>
                  <a:pt x="332" y="372"/>
                  <a:pt x="331" y="372"/>
                </a:cubicBezTo>
                <a:cubicBezTo>
                  <a:pt x="330" y="372"/>
                  <a:pt x="330" y="373"/>
                  <a:pt x="329" y="373"/>
                </a:cubicBezTo>
                <a:cubicBezTo>
                  <a:pt x="329" y="374"/>
                  <a:pt x="328" y="374"/>
                  <a:pt x="328" y="375"/>
                </a:cubicBezTo>
                <a:cubicBezTo>
                  <a:pt x="328" y="376"/>
                  <a:pt x="328" y="376"/>
                  <a:pt x="328" y="377"/>
                </a:cubicBezTo>
                <a:cubicBezTo>
                  <a:pt x="328" y="377"/>
                  <a:pt x="329" y="378"/>
                  <a:pt x="330" y="378"/>
                </a:cubicBezTo>
                <a:cubicBezTo>
                  <a:pt x="330" y="378"/>
                  <a:pt x="331" y="379"/>
                  <a:pt x="332" y="379"/>
                </a:cubicBezTo>
                <a:cubicBezTo>
                  <a:pt x="333" y="379"/>
                  <a:pt x="334" y="379"/>
                  <a:pt x="335" y="379"/>
                </a:cubicBezTo>
                <a:cubicBezTo>
                  <a:pt x="336" y="379"/>
                  <a:pt x="336" y="379"/>
                  <a:pt x="336" y="379"/>
                </a:cubicBezTo>
                <a:cubicBezTo>
                  <a:pt x="336" y="379"/>
                  <a:pt x="337" y="379"/>
                  <a:pt x="337" y="379"/>
                </a:cubicBezTo>
                <a:cubicBezTo>
                  <a:pt x="337" y="379"/>
                  <a:pt x="338" y="379"/>
                  <a:pt x="338" y="379"/>
                </a:cubicBezTo>
                <a:cubicBezTo>
                  <a:pt x="338" y="379"/>
                  <a:pt x="338" y="379"/>
                  <a:pt x="339" y="379"/>
                </a:cubicBezTo>
                <a:cubicBezTo>
                  <a:pt x="341" y="379"/>
                  <a:pt x="344" y="377"/>
                  <a:pt x="345" y="375"/>
                </a:cubicBezTo>
                <a:cubicBezTo>
                  <a:pt x="345" y="375"/>
                  <a:pt x="345" y="374"/>
                  <a:pt x="345" y="374"/>
                </a:cubicBezTo>
                <a:cubicBezTo>
                  <a:pt x="345" y="373"/>
                  <a:pt x="345" y="373"/>
                  <a:pt x="344" y="373"/>
                </a:cubicBezTo>
                <a:cubicBezTo>
                  <a:pt x="344" y="372"/>
                  <a:pt x="343" y="372"/>
                  <a:pt x="343" y="372"/>
                </a:cubicBezTo>
                <a:cubicBezTo>
                  <a:pt x="342" y="371"/>
                  <a:pt x="342" y="371"/>
                  <a:pt x="341" y="371"/>
                </a:cubicBezTo>
                <a:cubicBezTo>
                  <a:pt x="341" y="371"/>
                  <a:pt x="340" y="371"/>
                  <a:pt x="340" y="371"/>
                </a:cubicBezTo>
                <a:close/>
                <a:moveTo>
                  <a:pt x="292" y="371"/>
                </a:moveTo>
                <a:cubicBezTo>
                  <a:pt x="291" y="371"/>
                  <a:pt x="290" y="372"/>
                  <a:pt x="289" y="372"/>
                </a:cubicBezTo>
                <a:cubicBezTo>
                  <a:pt x="288" y="372"/>
                  <a:pt x="287" y="373"/>
                  <a:pt x="287" y="373"/>
                </a:cubicBezTo>
                <a:cubicBezTo>
                  <a:pt x="286" y="374"/>
                  <a:pt x="286" y="374"/>
                  <a:pt x="285" y="375"/>
                </a:cubicBezTo>
                <a:cubicBezTo>
                  <a:pt x="285" y="376"/>
                  <a:pt x="285" y="376"/>
                  <a:pt x="286" y="377"/>
                </a:cubicBezTo>
                <a:cubicBezTo>
                  <a:pt x="286" y="377"/>
                  <a:pt x="286" y="378"/>
                  <a:pt x="287" y="378"/>
                </a:cubicBezTo>
                <a:cubicBezTo>
                  <a:pt x="288" y="378"/>
                  <a:pt x="289" y="379"/>
                  <a:pt x="289" y="379"/>
                </a:cubicBezTo>
                <a:cubicBezTo>
                  <a:pt x="290" y="379"/>
                  <a:pt x="292" y="379"/>
                  <a:pt x="293" y="379"/>
                </a:cubicBezTo>
                <a:cubicBezTo>
                  <a:pt x="294" y="379"/>
                  <a:pt x="295" y="379"/>
                  <a:pt x="296" y="379"/>
                </a:cubicBezTo>
                <a:cubicBezTo>
                  <a:pt x="297" y="379"/>
                  <a:pt x="298" y="378"/>
                  <a:pt x="299" y="378"/>
                </a:cubicBezTo>
                <a:cubicBezTo>
                  <a:pt x="300" y="378"/>
                  <a:pt x="301" y="377"/>
                  <a:pt x="301" y="377"/>
                </a:cubicBezTo>
                <a:cubicBezTo>
                  <a:pt x="302" y="376"/>
                  <a:pt x="302" y="376"/>
                  <a:pt x="302" y="375"/>
                </a:cubicBezTo>
                <a:cubicBezTo>
                  <a:pt x="303" y="374"/>
                  <a:pt x="303" y="374"/>
                  <a:pt x="302" y="373"/>
                </a:cubicBezTo>
                <a:cubicBezTo>
                  <a:pt x="302" y="373"/>
                  <a:pt x="301" y="372"/>
                  <a:pt x="301" y="372"/>
                </a:cubicBezTo>
                <a:cubicBezTo>
                  <a:pt x="300" y="372"/>
                  <a:pt x="299" y="371"/>
                  <a:pt x="298" y="371"/>
                </a:cubicBezTo>
                <a:cubicBezTo>
                  <a:pt x="297" y="371"/>
                  <a:pt x="296" y="371"/>
                  <a:pt x="295" y="371"/>
                </a:cubicBezTo>
                <a:cubicBezTo>
                  <a:pt x="294" y="371"/>
                  <a:pt x="293" y="371"/>
                  <a:pt x="292" y="371"/>
                </a:cubicBezTo>
                <a:close/>
                <a:moveTo>
                  <a:pt x="377" y="371"/>
                </a:moveTo>
                <a:cubicBezTo>
                  <a:pt x="376" y="371"/>
                  <a:pt x="375" y="372"/>
                  <a:pt x="374" y="372"/>
                </a:cubicBezTo>
                <a:cubicBezTo>
                  <a:pt x="373" y="372"/>
                  <a:pt x="372" y="373"/>
                  <a:pt x="372" y="373"/>
                </a:cubicBezTo>
                <a:cubicBezTo>
                  <a:pt x="371" y="374"/>
                  <a:pt x="371" y="374"/>
                  <a:pt x="370" y="375"/>
                </a:cubicBezTo>
                <a:cubicBezTo>
                  <a:pt x="370" y="376"/>
                  <a:pt x="370" y="376"/>
                  <a:pt x="371" y="377"/>
                </a:cubicBezTo>
                <a:cubicBezTo>
                  <a:pt x="371" y="377"/>
                  <a:pt x="372" y="378"/>
                  <a:pt x="372" y="378"/>
                </a:cubicBezTo>
                <a:cubicBezTo>
                  <a:pt x="373" y="378"/>
                  <a:pt x="374" y="379"/>
                  <a:pt x="375" y="379"/>
                </a:cubicBezTo>
                <a:cubicBezTo>
                  <a:pt x="376" y="379"/>
                  <a:pt x="377" y="379"/>
                  <a:pt x="378" y="379"/>
                </a:cubicBezTo>
                <a:cubicBezTo>
                  <a:pt x="379" y="379"/>
                  <a:pt x="380" y="379"/>
                  <a:pt x="381" y="379"/>
                </a:cubicBezTo>
                <a:cubicBezTo>
                  <a:pt x="382" y="379"/>
                  <a:pt x="383" y="378"/>
                  <a:pt x="384" y="378"/>
                </a:cubicBezTo>
                <a:cubicBezTo>
                  <a:pt x="385" y="378"/>
                  <a:pt x="386" y="377"/>
                  <a:pt x="386" y="377"/>
                </a:cubicBezTo>
                <a:cubicBezTo>
                  <a:pt x="387" y="376"/>
                  <a:pt x="387" y="376"/>
                  <a:pt x="388" y="375"/>
                </a:cubicBezTo>
                <a:cubicBezTo>
                  <a:pt x="388" y="374"/>
                  <a:pt x="388" y="374"/>
                  <a:pt x="387" y="373"/>
                </a:cubicBezTo>
                <a:cubicBezTo>
                  <a:pt x="387" y="373"/>
                  <a:pt x="386" y="372"/>
                  <a:pt x="386" y="372"/>
                </a:cubicBezTo>
                <a:cubicBezTo>
                  <a:pt x="385" y="372"/>
                  <a:pt x="384" y="371"/>
                  <a:pt x="383" y="371"/>
                </a:cubicBezTo>
                <a:cubicBezTo>
                  <a:pt x="382" y="371"/>
                  <a:pt x="381" y="371"/>
                  <a:pt x="380" y="371"/>
                </a:cubicBezTo>
                <a:cubicBezTo>
                  <a:pt x="379" y="371"/>
                  <a:pt x="378" y="371"/>
                  <a:pt x="377" y="371"/>
                </a:cubicBezTo>
                <a:close/>
                <a:moveTo>
                  <a:pt x="2123" y="371"/>
                </a:moveTo>
                <a:cubicBezTo>
                  <a:pt x="2123" y="371"/>
                  <a:pt x="2123" y="371"/>
                  <a:pt x="2123" y="371"/>
                </a:cubicBezTo>
                <a:cubicBezTo>
                  <a:pt x="2123" y="371"/>
                  <a:pt x="2122" y="371"/>
                  <a:pt x="2122" y="371"/>
                </a:cubicBezTo>
                <a:cubicBezTo>
                  <a:pt x="2122" y="371"/>
                  <a:pt x="2122" y="371"/>
                  <a:pt x="2122" y="371"/>
                </a:cubicBezTo>
                <a:cubicBezTo>
                  <a:pt x="2121" y="371"/>
                  <a:pt x="2120" y="371"/>
                  <a:pt x="2119" y="371"/>
                </a:cubicBezTo>
                <a:cubicBezTo>
                  <a:pt x="2118" y="371"/>
                  <a:pt x="2117" y="372"/>
                  <a:pt x="2116" y="372"/>
                </a:cubicBezTo>
                <a:cubicBezTo>
                  <a:pt x="2115" y="372"/>
                  <a:pt x="2115" y="373"/>
                  <a:pt x="2115" y="373"/>
                </a:cubicBezTo>
                <a:cubicBezTo>
                  <a:pt x="2114" y="374"/>
                  <a:pt x="2114" y="374"/>
                  <a:pt x="2114" y="375"/>
                </a:cubicBezTo>
                <a:cubicBezTo>
                  <a:pt x="2115" y="376"/>
                  <a:pt x="2115" y="376"/>
                  <a:pt x="2116" y="377"/>
                </a:cubicBezTo>
                <a:cubicBezTo>
                  <a:pt x="2116" y="377"/>
                  <a:pt x="2117" y="378"/>
                  <a:pt x="2118" y="378"/>
                </a:cubicBezTo>
                <a:cubicBezTo>
                  <a:pt x="2119" y="378"/>
                  <a:pt x="2120" y="379"/>
                  <a:pt x="2121" y="379"/>
                </a:cubicBezTo>
                <a:cubicBezTo>
                  <a:pt x="2122" y="379"/>
                  <a:pt x="2123" y="379"/>
                  <a:pt x="2124" y="379"/>
                </a:cubicBezTo>
                <a:cubicBezTo>
                  <a:pt x="2124" y="379"/>
                  <a:pt x="2124" y="379"/>
                  <a:pt x="2124" y="379"/>
                </a:cubicBezTo>
                <a:cubicBezTo>
                  <a:pt x="2125" y="379"/>
                  <a:pt x="2125" y="379"/>
                  <a:pt x="2125" y="379"/>
                </a:cubicBezTo>
                <a:cubicBezTo>
                  <a:pt x="2125" y="379"/>
                  <a:pt x="2125" y="379"/>
                  <a:pt x="2125" y="379"/>
                </a:cubicBezTo>
                <a:cubicBezTo>
                  <a:pt x="2125" y="379"/>
                  <a:pt x="2126" y="379"/>
                  <a:pt x="2126" y="379"/>
                </a:cubicBezTo>
                <a:cubicBezTo>
                  <a:pt x="2128" y="379"/>
                  <a:pt x="2132" y="378"/>
                  <a:pt x="2131" y="375"/>
                </a:cubicBezTo>
                <a:cubicBezTo>
                  <a:pt x="2131" y="375"/>
                  <a:pt x="2131" y="374"/>
                  <a:pt x="2131" y="374"/>
                </a:cubicBezTo>
                <a:cubicBezTo>
                  <a:pt x="2130" y="373"/>
                  <a:pt x="2129" y="373"/>
                  <a:pt x="2129" y="372"/>
                </a:cubicBezTo>
                <a:cubicBezTo>
                  <a:pt x="2128" y="372"/>
                  <a:pt x="2127" y="372"/>
                  <a:pt x="2126" y="371"/>
                </a:cubicBezTo>
                <a:cubicBezTo>
                  <a:pt x="2126" y="371"/>
                  <a:pt x="2125" y="371"/>
                  <a:pt x="2124" y="371"/>
                </a:cubicBezTo>
                <a:cubicBezTo>
                  <a:pt x="2123" y="371"/>
                  <a:pt x="2123" y="371"/>
                  <a:pt x="2123" y="371"/>
                </a:cubicBezTo>
                <a:close/>
                <a:moveTo>
                  <a:pt x="1906" y="371"/>
                </a:moveTo>
                <a:cubicBezTo>
                  <a:pt x="1905" y="371"/>
                  <a:pt x="1904" y="372"/>
                  <a:pt x="1904" y="372"/>
                </a:cubicBezTo>
                <a:cubicBezTo>
                  <a:pt x="1903" y="372"/>
                  <a:pt x="1902" y="373"/>
                  <a:pt x="1902" y="373"/>
                </a:cubicBezTo>
                <a:cubicBezTo>
                  <a:pt x="1902" y="374"/>
                  <a:pt x="1902" y="374"/>
                  <a:pt x="1902" y="375"/>
                </a:cubicBezTo>
                <a:cubicBezTo>
                  <a:pt x="1902" y="376"/>
                  <a:pt x="1902" y="376"/>
                  <a:pt x="1903" y="377"/>
                </a:cubicBezTo>
                <a:cubicBezTo>
                  <a:pt x="1903" y="377"/>
                  <a:pt x="1904" y="378"/>
                  <a:pt x="1905" y="378"/>
                </a:cubicBezTo>
                <a:cubicBezTo>
                  <a:pt x="1906" y="378"/>
                  <a:pt x="1907" y="379"/>
                  <a:pt x="1908" y="379"/>
                </a:cubicBezTo>
                <a:cubicBezTo>
                  <a:pt x="1909" y="379"/>
                  <a:pt x="1910" y="379"/>
                  <a:pt x="1911" y="379"/>
                </a:cubicBezTo>
                <a:cubicBezTo>
                  <a:pt x="1912" y="379"/>
                  <a:pt x="1913" y="379"/>
                  <a:pt x="1914" y="379"/>
                </a:cubicBezTo>
                <a:cubicBezTo>
                  <a:pt x="1915" y="379"/>
                  <a:pt x="1916" y="378"/>
                  <a:pt x="1917" y="378"/>
                </a:cubicBezTo>
                <a:cubicBezTo>
                  <a:pt x="1918" y="378"/>
                  <a:pt x="1918" y="377"/>
                  <a:pt x="1918" y="377"/>
                </a:cubicBezTo>
                <a:cubicBezTo>
                  <a:pt x="1919" y="376"/>
                  <a:pt x="1919" y="376"/>
                  <a:pt x="1919" y="375"/>
                </a:cubicBezTo>
                <a:cubicBezTo>
                  <a:pt x="1919" y="374"/>
                  <a:pt x="1918" y="374"/>
                  <a:pt x="1918" y="373"/>
                </a:cubicBezTo>
                <a:cubicBezTo>
                  <a:pt x="1917" y="373"/>
                  <a:pt x="1917" y="372"/>
                  <a:pt x="1916" y="372"/>
                </a:cubicBezTo>
                <a:cubicBezTo>
                  <a:pt x="1915" y="372"/>
                  <a:pt x="1914" y="371"/>
                  <a:pt x="1913" y="371"/>
                </a:cubicBezTo>
                <a:cubicBezTo>
                  <a:pt x="1912" y="371"/>
                  <a:pt x="1911" y="371"/>
                  <a:pt x="1909" y="371"/>
                </a:cubicBezTo>
                <a:cubicBezTo>
                  <a:pt x="1908" y="371"/>
                  <a:pt x="1907" y="371"/>
                  <a:pt x="1906" y="371"/>
                </a:cubicBezTo>
                <a:close/>
                <a:moveTo>
                  <a:pt x="1821" y="371"/>
                </a:moveTo>
                <a:cubicBezTo>
                  <a:pt x="1820" y="371"/>
                  <a:pt x="1819" y="372"/>
                  <a:pt x="1819" y="372"/>
                </a:cubicBezTo>
                <a:cubicBezTo>
                  <a:pt x="1818" y="372"/>
                  <a:pt x="1817" y="373"/>
                  <a:pt x="1817" y="373"/>
                </a:cubicBezTo>
                <a:cubicBezTo>
                  <a:pt x="1817" y="374"/>
                  <a:pt x="1817" y="374"/>
                  <a:pt x="1817" y="375"/>
                </a:cubicBezTo>
                <a:cubicBezTo>
                  <a:pt x="1817" y="376"/>
                  <a:pt x="1817" y="376"/>
                  <a:pt x="1818" y="377"/>
                </a:cubicBezTo>
                <a:cubicBezTo>
                  <a:pt x="1818" y="377"/>
                  <a:pt x="1819" y="378"/>
                  <a:pt x="1820" y="378"/>
                </a:cubicBezTo>
                <a:cubicBezTo>
                  <a:pt x="1821" y="378"/>
                  <a:pt x="1821" y="379"/>
                  <a:pt x="1823" y="379"/>
                </a:cubicBezTo>
                <a:cubicBezTo>
                  <a:pt x="1824" y="379"/>
                  <a:pt x="1825" y="379"/>
                  <a:pt x="1826" y="379"/>
                </a:cubicBezTo>
                <a:cubicBezTo>
                  <a:pt x="1827" y="379"/>
                  <a:pt x="1828" y="379"/>
                  <a:pt x="1829" y="379"/>
                </a:cubicBezTo>
                <a:cubicBezTo>
                  <a:pt x="1830" y="379"/>
                  <a:pt x="1831" y="378"/>
                  <a:pt x="1832" y="378"/>
                </a:cubicBezTo>
                <a:cubicBezTo>
                  <a:pt x="1832" y="378"/>
                  <a:pt x="1833" y="377"/>
                  <a:pt x="1833" y="377"/>
                </a:cubicBezTo>
                <a:cubicBezTo>
                  <a:pt x="1834" y="376"/>
                  <a:pt x="1834" y="376"/>
                  <a:pt x="1834" y="375"/>
                </a:cubicBezTo>
                <a:cubicBezTo>
                  <a:pt x="1834" y="374"/>
                  <a:pt x="1833" y="374"/>
                  <a:pt x="1833" y="373"/>
                </a:cubicBezTo>
                <a:cubicBezTo>
                  <a:pt x="1832" y="373"/>
                  <a:pt x="1832" y="372"/>
                  <a:pt x="1831" y="372"/>
                </a:cubicBezTo>
                <a:cubicBezTo>
                  <a:pt x="1830" y="372"/>
                  <a:pt x="1829" y="371"/>
                  <a:pt x="1828" y="371"/>
                </a:cubicBezTo>
                <a:cubicBezTo>
                  <a:pt x="1827" y="371"/>
                  <a:pt x="1826" y="371"/>
                  <a:pt x="1824" y="371"/>
                </a:cubicBezTo>
                <a:cubicBezTo>
                  <a:pt x="1823" y="371"/>
                  <a:pt x="1822" y="371"/>
                  <a:pt x="1821" y="371"/>
                </a:cubicBezTo>
                <a:close/>
                <a:moveTo>
                  <a:pt x="1566" y="371"/>
                </a:moveTo>
                <a:cubicBezTo>
                  <a:pt x="1565" y="371"/>
                  <a:pt x="1564" y="372"/>
                  <a:pt x="1564" y="372"/>
                </a:cubicBezTo>
                <a:cubicBezTo>
                  <a:pt x="1563" y="372"/>
                  <a:pt x="1562" y="373"/>
                  <a:pt x="1562" y="373"/>
                </a:cubicBezTo>
                <a:cubicBezTo>
                  <a:pt x="1562" y="374"/>
                  <a:pt x="1561" y="374"/>
                  <a:pt x="1562" y="375"/>
                </a:cubicBezTo>
                <a:cubicBezTo>
                  <a:pt x="1562" y="376"/>
                  <a:pt x="1562" y="376"/>
                  <a:pt x="1562" y="377"/>
                </a:cubicBezTo>
                <a:cubicBezTo>
                  <a:pt x="1563" y="377"/>
                  <a:pt x="1563" y="378"/>
                  <a:pt x="1564" y="378"/>
                </a:cubicBezTo>
                <a:cubicBezTo>
                  <a:pt x="1565" y="378"/>
                  <a:pt x="1566" y="379"/>
                  <a:pt x="1567" y="379"/>
                </a:cubicBezTo>
                <a:cubicBezTo>
                  <a:pt x="1568" y="379"/>
                  <a:pt x="1569" y="379"/>
                  <a:pt x="1570" y="379"/>
                </a:cubicBezTo>
                <a:cubicBezTo>
                  <a:pt x="1572" y="379"/>
                  <a:pt x="1573" y="379"/>
                  <a:pt x="1574" y="379"/>
                </a:cubicBezTo>
                <a:cubicBezTo>
                  <a:pt x="1575" y="379"/>
                  <a:pt x="1576" y="378"/>
                  <a:pt x="1576" y="378"/>
                </a:cubicBezTo>
                <a:cubicBezTo>
                  <a:pt x="1577" y="378"/>
                  <a:pt x="1578" y="377"/>
                  <a:pt x="1578" y="377"/>
                </a:cubicBezTo>
                <a:cubicBezTo>
                  <a:pt x="1578" y="376"/>
                  <a:pt x="1579" y="376"/>
                  <a:pt x="1578" y="375"/>
                </a:cubicBezTo>
                <a:cubicBezTo>
                  <a:pt x="1578" y="374"/>
                  <a:pt x="1578" y="374"/>
                  <a:pt x="1578" y="373"/>
                </a:cubicBezTo>
                <a:cubicBezTo>
                  <a:pt x="1577" y="373"/>
                  <a:pt x="1577" y="372"/>
                  <a:pt x="1576" y="372"/>
                </a:cubicBezTo>
                <a:cubicBezTo>
                  <a:pt x="1575" y="372"/>
                  <a:pt x="1574" y="371"/>
                  <a:pt x="1573" y="371"/>
                </a:cubicBezTo>
                <a:cubicBezTo>
                  <a:pt x="1572" y="371"/>
                  <a:pt x="1571" y="371"/>
                  <a:pt x="1570" y="371"/>
                </a:cubicBezTo>
                <a:cubicBezTo>
                  <a:pt x="1568" y="371"/>
                  <a:pt x="1567" y="371"/>
                  <a:pt x="1566" y="371"/>
                </a:cubicBezTo>
                <a:close/>
                <a:moveTo>
                  <a:pt x="1870" y="371"/>
                </a:moveTo>
                <a:cubicBezTo>
                  <a:pt x="1869" y="371"/>
                  <a:pt x="1868" y="371"/>
                  <a:pt x="1867" y="371"/>
                </a:cubicBezTo>
                <a:cubicBezTo>
                  <a:pt x="1866" y="371"/>
                  <a:pt x="1865" y="371"/>
                  <a:pt x="1864" y="371"/>
                </a:cubicBezTo>
                <a:cubicBezTo>
                  <a:pt x="1863" y="371"/>
                  <a:pt x="1862" y="372"/>
                  <a:pt x="1861" y="372"/>
                </a:cubicBezTo>
                <a:cubicBezTo>
                  <a:pt x="1861" y="372"/>
                  <a:pt x="1860" y="373"/>
                  <a:pt x="1860" y="373"/>
                </a:cubicBezTo>
                <a:cubicBezTo>
                  <a:pt x="1859" y="374"/>
                  <a:pt x="1859" y="374"/>
                  <a:pt x="1859" y="375"/>
                </a:cubicBezTo>
                <a:cubicBezTo>
                  <a:pt x="1859" y="376"/>
                  <a:pt x="1860" y="376"/>
                  <a:pt x="1860" y="377"/>
                </a:cubicBezTo>
                <a:cubicBezTo>
                  <a:pt x="1861" y="377"/>
                  <a:pt x="1861" y="378"/>
                  <a:pt x="1862" y="378"/>
                </a:cubicBezTo>
                <a:cubicBezTo>
                  <a:pt x="1863" y="378"/>
                  <a:pt x="1864" y="379"/>
                  <a:pt x="1865" y="379"/>
                </a:cubicBezTo>
                <a:cubicBezTo>
                  <a:pt x="1866" y="379"/>
                  <a:pt x="1867" y="379"/>
                  <a:pt x="1869" y="379"/>
                </a:cubicBezTo>
                <a:cubicBezTo>
                  <a:pt x="1869" y="379"/>
                  <a:pt x="1869" y="379"/>
                  <a:pt x="1869" y="379"/>
                </a:cubicBezTo>
                <a:cubicBezTo>
                  <a:pt x="1870" y="379"/>
                  <a:pt x="1870" y="379"/>
                  <a:pt x="1870" y="379"/>
                </a:cubicBezTo>
                <a:cubicBezTo>
                  <a:pt x="1870" y="379"/>
                  <a:pt x="1871" y="379"/>
                  <a:pt x="1871" y="379"/>
                </a:cubicBezTo>
                <a:cubicBezTo>
                  <a:pt x="1871" y="379"/>
                  <a:pt x="1872" y="379"/>
                  <a:pt x="1872" y="379"/>
                </a:cubicBezTo>
                <a:cubicBezTo>
                  <a:pt x="1874" y="379"/>
                  <a:pt x="1877" y="377"/>
                  <a:pt x="1876" y="375"/>
                </a:cubicBezTo>
                <a:cubicBezTo>
                  <a:pt x="1876" y="375"/>
                  <a:pt x="1876" y="374"/>
                  <a:pt x="1876" y="374"/>
                </a:cubicBezTo>
                <a:cubicBezTo>
                  <a:pt x="1875" y="373"/>
                  <a:pt x="1875" y="373"/>
                  <a:pt x="1874" y="373"/>
                </a:cubicBezTo>
                <a:cubicBezTo>
                  <a:pt x="1874" y="372"/>
                  <a:pt x="1873" y="372"/>
                  <a:pt x="1873" y="372"/>
                </a:cubicBezTo>
                <a:cubicBezTo>
                  <a:pt x="1872" y="371"/>
                  <a:pt x="1871" y="371"/>
                  <a:pt x="1870" y="371"/>
                </a:cubicBezTo>
                <a:cubicBezTo>
                  <a:pt x="1870" y="371"/>
                  <a:pt x="1871" y="371"/>
                  <a:pt x="1870" y="371"/>
                </a:cubicBezTo>
                <a:close/>
                <a:moveTo>
                  <a:pt x="1955" y="371"/>
                </a:moveTo>
                <a:cubicBezTo>
                  <a:pt x="1954" y="371"/>
                  <a:pt x="1953" y="371"/>
                  <a:pt x="1952" y="371"/>
                </a:cubicBezTo>
                <a:cubicBezTo>
                  <a:pt x="1951" y="371"/>
                  <a:pt x="1950" y="371"/>
                  <a:pt x="1949" y="371"/>
                </a:cubicBezTo>
                <a:cubicBezTo>
                  <a:pt x="1948" y="371"/>
                  <a:pt x="1947" y="372"/>
                  <a:pt x="1946" y="372"/>
                </a:cubicBezTo>
                <a:cubicBezTo>
                  <a:pt x="1945" y="372"/>
                  <a:pt x="1945" y="373"/>
                  <a:pt x="1945" y="373"/>
                </a:cubicBezTo>
                <a:cubicBezTo>
                  <a:pt x="1944" y="374"/>
                  <a:pt x="1944" y="374"/>
                  <a:pt x="1944" y="375"/>
                </a:cubicBezTo>
                <a:cubicBezTo>
                  <a:pt x="1944" y="376"/>
                  <a:pt x="1945" y="376"/>
                  <a:pt x="1945" y="377"/>
                </a:cubicBezTo>
                <a:cubicBezTo>
                  <a:pt x="1946" y="377"/>
                  <a:pt x="1947" y="378"/>
                  <a:pt x="1947" y="378"/>
                </a:cubicBezTo>
                <a:cubicBezTo>
                  <a:pt x="1948" y="378"/>
                  <a:pt x="1949" y="379"/>
                  <a:pt x="1950" y="379"/>
                </a:cubicBezTo>
                <a:cubicBezTo>
                  <a:pt x="1951" y="379"/>
                  <a:pt x="1953" y="379"/>
                  <a:pt x="1954" y="379"/>
                </a:cubicBezTo>
                <a:cubicBezTo>
                  <a:pt x="1954" y="379"/>
                  <a:pt x="1954" y="379"/>
                  <a:pt x="1955" y="379"/>
                </a:cubicBezTo>
                <a:cubicBezTo>
                  <a:pt x="1955" y="379"/>
                  <a:pt x="1955" y="379"/>
                  <a:pt x="1955" y="379"/>
                </a:cubicBezTo>
                <a:cubicBezTo>
                  <a:pt x="1956" y="379"/>
                  <a:pt x="1956" y="379"/>
                  <a:pt x="1956" y="379"/>
                </a:cubicBezTo>
                <a:cubicBezTo>
                  <a:pt x="1956" y="379"/>
                  <a:pt x="1957" y="379"/>
                  <a:pt x="1957" y="379"/>
                </a:cubicBezTo>
                <a:cubicBezTo>
                  <a:pt x="1959" y="379"/>
                  <a:pt x="1962" y="377"/>
                  <a:pt x="1961" y="375"/>
                </a:cubicBezTo>
                <a:cubicBezTo>
                  <a:pt x="1961" y="375"/>
                  <a:pt x="1961" y="374"/>
                  <a:pt x="1961" y="374"/>
                </a:cubicBezTo>
                <a:cubicBezTo>
                  <a:pt x="1960" y="373"/>
                  <a:pt x="1960" y="373"/>
                  <a:pt x="1959" y="373"/>
                </a:cubicBezTo>
                <a:cubicBezTo>
                  <a:pt x="1959" y="372"/>
                  <a:pt x="1958" y="372"/>
                  <a:pt x="1958" y="372"/>
                </a:cubicBezTo>
                <a:cubicBezTo>
                  <a:pt x="1957" y="371"/>
                  <a:pt x="1956" y="371"/>
                  <a:pt x="1955" y="371"/>
                </a:cubicBezTo>
                <a:cubicBezTo>
                  <a:pt x="1955" y="371"/>
                  <a:pt x="1956" y="371"/>
                  <a:pt x="1955" y="371"/>
                </a:cubicBezTo>
                <a:close/>
                <a:moveTo>
                  <a:pt x="1481" y="371"/>
                </a:moveTo>
                <a:cubicBezTo>
                  <a:pt x="1480" y="371"/>
                  <a:pt x="1479" y="372"/>
                  <a:pt x="1479" y="372"/>
                </a:cubicBezTo>
                <a:cubicBezTo>
                  <a:pt x="1478" y="372"/>
                  <a:pt x="1477" y="373"/>
                  <a:pt x="1477" y="373"/>
                </a:cubicBezTo>
                <a:cubicBezTo>
                  <a:pt x="1477" y="374"/>
                  <a:pt x="1476" y="374"/>
                  <a:pt x="1476" y="375"/>
                </a:cubicBezTo>
                <a:cubicBezTo>
                  <a:pt x="1476" y="376"/>
                  <a:pt x="1477" y="376"/>
                  <a:pt x="1477" y="377"/>
                </a:cubicBezTo>
                <a:cubicBezTo>
                  <a:pt x="1478" y="377"/>
                  <a:pt x="1478" y="378"/>
                  <a:pt x="1479" y="378"/>
                </a:cubicBezTo>
                <a:cubicBezTo>
                  <a:pt x="1480" y="378"/>
                  <a:pt x="1481" y="379"/>
                  <a:pt x="1482" y="379"/>
                </a:cubicBezTo>
                <a:cubicBezTo>
                  <a:pt x="1483" y="379"/>
                  <a:pt x="1484" y="379"/>
                  <a:pt x="1485" y="379"/>
                </a:cubicBezTo>
                <a:cubicBezTo>
                  <a:pt x="1486" y="379"/>
                  <a:pt x="1488" y="379"/>
                  <a:pt x="1489" y="379"/>
                </a:cubicBezTo>
                <a:cubicBezTo>
                  <a:pt x="1490" y="379"/>
                  <a:pt x="1490" y="378"/>
                  <a:pt x="1491" y="378"/>
                </a:cubicBezTo>
                <a:cubicBezTo>
                  <a:pt x="1492" y="378"/>
                  <a:pt x="1492" y="377"/>
                  <a:pt x="1493" y="377"/>
                </a:cubicBezTo>
                <a:cubicBezTo>
                  <a:pt x="1493" y="376"/>
                  <a:pt x="1493" y="376"/>
                  <a:pt x="1493" y="375"/>
                </a:cubicBezTo>
                <a:cubicBezTo>
                  <a:pt x="1493" y="374"/>
                  <a:pt x="1493" y="374"/>
                  <a:pt x="1493" y="373"/>
                </a:cubicBezTo>
                <a:cubicBezTo>
                  <a:pt x="1492" y="373"/>
                  <a:pt x="1492" y="372"/>
                  <a:pt x="1491" y="372"/>
                </a:cubicBezTo>
                <a:cubicBezTo>
                  <a:pt x="1490" y="372"/>
                  <a:pt x="1489" y="371"/>
                  <a:pt x="1488" y="371"/>
                </a:cubicBezTo>
                <a:cubicBezTo>
                  <a:pt x="1487" y="371"/>
                  <a:pt x="1486" y="371"/>
                  <a:pt x="1485" y="371"/>
                </a:cubicBezTo>
                <a:cubicBezTo>
                  <a:pt x="1483" y="371"/>
                  <a:pt x="1482" y="371"/>
                  <a:pt x="1481" y="371"/>
                </a:cubicBezTo>
                <a:close/>
                <a:moveTo>
                  <a:pt x="1615" y="371"/>
                </a:moveTo>
                <a:cubicBezTo>
                  <a:pt x="1614" y="371"/>
                  <a:pt x="1613" y="371"/>
                  <a:pt x="1612" y="371"/>
                </a:cubicBezTo>
                <a:cubicBezTo>
                  <a:pt x="1611" y="371"/>
                  <a:pt x="1610" y="371"/>
                  <a:pt x="1609" y="371"/>
                </a:cubicBezTo>
                <a:cubicBezTo>
                  <a:pt x="1608" y="371"/>
                  <a:pt x="1607" y="372"/>
                  <a:pt x="1606" y="372"/>
                </a:cubicBezTo>
                <a:cubicBezTo>
                  <a:pt x="1605" y="372"/>
                  <a:pt x="1605" y="373"/>
                  <a:pt x="1605" y="373"/>
                </a:cubicBezTo>
                <a:cubicBezTo>
                  <a:pt x="1604" y="374"/>
                  <a:pt x="1604" y="374"/>
                  <a:pt x="1604" y="375"/>
                </a:cubicBezTo>
                <a:cubicBezTo>
                  <a:pt x="1604" y="376"/>
                  <a:pt x="1604" y="376"/>
                  <a:pt x="1605" y="377"/>
                </a:cubicBezTo>
                <a:cubicBezTo>
                  <a:pt x="1605" y="377"/>
                  <a:pt x="1606" y="378"/>
                  <a:pt x="1607" y="378"/>
                </a:cubicBezTo>
                <a:cubicBezTo>
                  <a:pt x="1608" y="378"/>
                  <a:pt x="1609" y="379"/>
                  <a:pt x="1610" y="379"/>
                </a:cubicBezTo>
                <a:cubicBezTo>
                  <a:pt x="1611" y="379"/>
                  <a:pt x="1612" y="379"/>
                  <a:pt x="1613" y="379"/>
                </a:cubicBezTo>
                <a:cubicBezTo>
                  <a:pt x="1613" y="379"/>
                  <a:pt x="1614" y="379"/>
                  <a:pt x="1614" y="379"/>
                </a:cubicBezTo>
                <a:cubicBezTo>
                  <a:pt x="1614" y="379"/>
                  <a:pt x="1614" y="379"/>
                  <a:pt x="1615" y="379"/>
                </a:cubicBezTo>
                <a:cubicBezTo>
                  <a:pt x="1615" y="379"/>
                  <a:pt x="1615" y="379"/>
                  <a:pt x="1615" y="379"/>
                </a:cubicBezTo>
                <a:cubicBezTo>
                  <a:pt x="1616" y="379"/>
                  <a:pt x="1616" y="379"/>
                  <a:pt x="1616" y="379"/>
                </a:cubicBezTo>
                <a:cubicBezTo>
                  <a:pt x="1617" y="379"/>
                  <a:pt x="1618" y="378"/>
                  <a:pt x="1619" y="378"/>
                </a:cubicBezTo>
                <a:cubicBezTo>
                  <a:pt x="1620" y="377"/>
                  <a:pt x="1621" y="376"/>
                  <a:pt x="1621" y="375"/>
                </a:cubicBezTo>
                <a:cubicBezTo>
                  <a:pt x="1621" y="375"/>
                  <a:pt x="1621" y="374"/>
                  <a:pt x="1621" y="374"/>
                </a:cubicBezTo>
                <a:cubicBezTo>
                  <a:pt x="1621" y="374"/>
                  <a:pt x="1620" y="374"/>
                  <a:pt x="1620" y="373"/>
                </a:cubicBezTo>
                <a:cubicBezTo>
                  <a:pt x="1620" y="373"/>
                  <a:pt x="1620" y="373"/>
                  <a:pt x="1619" y="373"/>
                </a:cubicBezTo>
                <a:cubicBezTo>
                  <a:pt x="1619" y="372"/>
                  <a:pt x="1619" y="372"/>
                  <a:pt x="1618" y="372"/>
                </a:cubicBezTo>
                <a:cubicBezTo>
                  <a:pt x="1617" y="372"/>
                  <a:pt x="1616" y="371"/>
                  <a:pt x="1615" y="371"/>
                </a:cubicBezTo>
                <a:cubicBezTo>
                  <a:pt x="1615" y="371"/>
                  <a:pt x="1616" y="371"/>
                  <a:pt x="1615" y="371"/>
                </a:cubicBezTo>
                <a:close/>
                <a:moveTo>
                  <a:pt x="2076" y="371"/>
                </a:moveTo>
                <a:cubicBezTo>
                  <a:pt x="2075" y="371"/>
                  <a:pt x="2074" y="372"/>
                  <a:pt x="2074" y="372"/>
                </a:cubicBezTo>
                <a:cubicBezTo>
                  <a:pt x="2073" y="372"/>
                  <a:pt x="2072" y="373"/>
                  <a:pt x="2072" y="373"/>
                </a:cubicBezTo>
                <a:cubicBezTo>
                  <a:pt x="2072" y="374"/>
                  <a:pt x="2072" y="374"/>
                  <a:pt x="2072" y="375"/>
                </a:cubicBezTo>
                <a:cubicBezTo>
                  <a:pt x="2072" y="376"/>
                  <a:pt x="2072" y="376"/>
                  <a:pt x="2073" y="377"/>
                </a:cubicBezTo>
                <a:cubicBezTo>
                  <a:pt x="2074" y="377"/>
                  <a:pt x="2074" y="378"/>
                  <a:pt x="2075" y="378"/>
                </a:cubicBezTo>
                <a:cubicBezTo>
                  <a:pt x="2076" y="378"/>
                  <a:pt x="2077" y="379"/>
                  <a:pt x="2078" y="379"/>
                </a:cubicBezTo>
                <a:cubicBezTo>
                  <a:pt x="2079" y="379"/>
                  <a:pt x="2080" y="379"/>
                  <a:pt x="2081" y="379"/>
                </a:cubicBezTo>
                <a:cubicBezTo>
                  <a:pt x="2083" y="379"/>
                  <a:pt x="2084" y="379"/>
                  <a:pt x="2085" y="379"/>
                </a:cubicBezTo>
                <a:cubicBezTo>
                  <a:pt x="2086" y="379"/>
                  <a:pt x="2087" y="378"/>
                  <a:pt x="2087" y="378"/>
                </a:cubicBezTo>
                <a:cubicBezTo>
                  <a:pt x="2088" y="378"/>
                  <a:pt x="2088" y="377"/>
                  <a:pt x="2089" y="377"/>
                </a:cubicBezTo>
                <a:cubicBezTo>
                  <a:pt x="2089" y="376"/>
                  <a:pt x="2089" y="376"/>
                  <a:pt x="2089" y="375"/>
                </a:cubicBezTo>
                <a:cubicBezTo>
                  <a:pt x="2089" y="374"/>
                  <a:pt x="2088" y="374"/>
                  <a:pt x="2088" y="373"/>
                </a:cubicBezTo>
                <a:cubicBezTo>
                  <a:pt x="2087" y="373"/>
                  <a:pt x="2087" y="372"/>
                  <a:pt x="2086" y="372"/>
                </a:cubicBezTo>
                <a:cubicBezTo>
                  <a:pt x="2085" y="372"/>
                  <a:pt x="2084" y="371"/>
                  <a:pt x="2083" y="371"/>
                </a:cubicBezTo>
                <a:cubicBezTo>
                  <a:pt x="2082" y="371"/>
                  <a:pt x="2081" y="371"/>
                  <a:pt x="2079" y="371"/>
                </a:cubicBezTo>
                <a:cubicBezTo>
                  <a:pt x="2078" y="371"/>
                  <a:pt x="2077" y="371"/>
                  <a:pt x="2076" y="371"/>
                </a:cubicBezTo>
                <a:close/>
                <a:moveTo>
                  <a:pt x="1736" y="371"/>
                </a:moveTo>
                <a:cubicBezTo>
                  <a:pt x="1735" y="371"/>
                  <a:pt x="1734" y="372"/>
                  <a:pt x="1734" y="372"/>
                </a:cubicBezTo>
                <a:cubicBezTo>
                  <a:pt x="1733" y="372"/>
                  <a:pt x="1732" y="373"/>
                  <a:pt x="1732" y="373"/>
                </a:cubicBezTo>
                <a:cubicBezTo>
                  <a:pt x="1732" y="374"/>
                  <a:pt x="1732" y="374"/>
                  <a:pt x="1732" y="375"/>
                </a:cubicBezTo>
                <a:cubicBezTo>
                  <a:pt x="1732" y="376"/>
                  <a:pt x="1732" y="376"/>
                  <a:pt x="1733" y="377"/>
                </a:cubicBezTo>
                <a:cubicBezTo>
                  <a:pt x="1733" y="377"/>
                  <a:pt x="1734" y="378"/>
                  <a:pt x="1735" y="378"/>
                </a:cubicBezTo>
                <a:cubicBezTo>
                  <a:pt x="1735" y="378"/>
                  <a:pt x="1736" y="379"/>
                  <a:pt x="1737" y="379"/>
                </a:cubicBezTo>
                <a:cubicBezTo>
                  <a:pt x="1738" y="379"/>
                  <a:pt x="1740" y="379"/>
                  <a:pt x="1741" y="379"/>
                </a:cubicBezTo>
                <a:cubicBezTo>
                  <a:pt x="1742" y="379"/>
                  <a:pt x="1743" y="379"/>
                  <a:pt x="1744" y="379"/>
                </a:cubicBezTo>
                <a:cubicBezTo>
                  <a:pt x="1745" y="379"/>
                  <a:pt x="1746" y="378"/>
                  <a:pt x="1747" y="378"/>
                </a:cubicBezTo>
                <a:cubicBezTo>
                  <a:pt x="1747" y="378"/>
                  <a:pt x="1748" y="377"/>
                  <a:pt x="1748" y="377"/>
                </a:cubicBezTo>
                <a:cubicBezTo>
                  <a:pt x="1749" y="376"/>
                  <a:pt x="1749" y="376"/>
                  <a:pt x="1749" y="375"/>
                </a:cubicBezTo>
                <a:cubicBezTo>
                  <a:pt x="1749" y="374"/>
                  <a:pt x="1748" y="374"/>
                  <a:pt x="1748" y="373"/>
                </a:cubicBezTo>
                <a:cubicBezTo>
                  <a:pt x="1747" y="373"/>
                  <a:pt x="1747" y="372"/>
                  <a:pt x="1746" y="372"/>
                </a:cubicBezTo>
                <a:cubicBezTo>
                  <a:pt x="1745" y="372"/>
                  <a:pt x="1744" y="371"/>
                  <a:pt x="1743" y="371"/>
                </a:cubicBezTo>
                <a:cubicBezTo>
                  <a:pt x="1742" y="371"/>
                  <a:pt x="1741" y="371"/>
                  <a:pt x="1740" y="371"/>
                </a:cubicBezTo>
                <a:cubicBezTo>
                  <a:pt x="1738" y="371"/>
                  <a:pt x="1737" y="371"/>
                  <a:pt x="1736" y="371"/>
                </a:cubicBezTo>
                <a:close/>
                <a:moveTo>
                  <a:pt x="1991" y="371"/>
                </a:moveTo>
                <a:cubicBezTo>
                  <a:pt x="1990" y="371"/>
                  <a:pt x="1989" y="372"/>
                  <a:pt x="1989" y="372"/>
                </a:cubicBezTo>
                <a:cubicBezTo>
                  <a:pt x="1988" y="372"/>
                  <a:pt x="1987" y="373"/>
                  <a:pt x="1987" y="373"/>
                </a:cubicBezTo>
                <a:cubicBezTo>
                  <a:pt x="1987" y="374"/>
                  <a:pt x="1987" y="374"/>
                  <a:pt x="1987" y="375"/>
                </a:cubicBezTo>
                <a:cubicBezTo>
                  <a:pt x="1987" y="376"/>
                  <a:pt x="1987" y="376"/>
                  <a:pt x="1988" y="377"/>
                </a:cubicBezTo>
                <a:cubicBezTo>
                  <a:pt x="1988" y="377"/>
                  <a:pt x="1989" y="378"/>
                  <a:pt x="1990" y="378"/>
                </a:cubicBezTo>
                <a:cubicBezTo>
                  <a:pt x="1991" y="378"/>
                  <a:pt x="1992" y="379"/>
                  <a:pt x="1993" y="379"/>
                </a:cubicBezTo>
                <a:cubicBezTo>
                  <a:pt x="1994" y="379"/>
                  <a:pt x="1995" y="379"/>
                  <a:pt x="1996" y="379"/>
                </a:cubicBezTo>
                <a:cubicBezTo>
                  <a:pt x="1997" y="379"/>
                  <a:pt x="1999" y="379"/>
                  <a:pt x="2000" y="379"/>
                </a:cubicBezTo>
                <a:cubicBezTo>
                  <a:pt x="2000" y="379"/>
                  <a:pt x="2001" y="378"/>
                  <a:pt x="2002" y="378"/>
                </a:cubicBezTo>
                <a:cubicBezTo>
                  <a:pt x="2003" y="378"/>
                  <a:pt x="2003" y="377"/>
                  <a:pt x="2004" y="377"/>
                </a:cubicBezTo>
                <a:cubicBezTo>
                  <a:pt x="2004" y="376"/>
                  <a:pt x="2004" y="376"/>
                  <a:pt x="2004" y="375"/>
                </a:cubicBezTo>
                <a:cubicBezTo>
                  <a:pt x="2004" y="374"/>
                  <a:pt x="2003" y="374"/>
                  <a:pt x="2003" y="373"/>
                </a:cubicBezTo>
                <a:cubicBezTo>
                  <a:pt x="2002" y="373"/>
                  <a:pt x="2002" y="372"/>
                  <a:pt x="2001" y="372"/>
                </a:cubicBezTo>
                <a:cubicBezTo>
                  <a:pt x="2000" y="372"/>
                  <a:pt x="1999" y="371"/>
                  <a:pt x="1998" y="371"/>
                </a:cubicBezTo>
                <a:cubicBezTo>
                  <a:pt x="1997" y="371"/>
                  <a:pt x="1996" y="371"/>
                  <a:pt x="1994" y="371"/>
                </a:cubicBezTo>
                <a:cubicBezTo>
                  <a:pt x="1993" y="371"/>
                  <a:pt x="1992" y="371"/>
                  <a:pt x="1991" y="371"/>
                </a:cubicBezTo>
                <a:close/>
                <a:moveTo>
                  <a:pt x="1785" y="371"/>
                </a:moveTo>
                <a:cubicBezTo>
                  <a:pt x="1784" y="371"/>
                  <a:pt x="1784" y="371"/>
                  <a:pt x="1784" y="371"/>
                </a:cubicBezTo>
                <a:cubicBezTo>
                  <a:pt x="1783" y="371"/>
                  <a:pt x="1783" y="371"/>
                  <a:pt x="1783" y="371"/>
                </a:cubicBezTo>
                <a:cubicBezTo>
                  <a:pt x="1783" y="371"/>
                  <a:pt x="1782" y="371"/>
                  <a:pt x="1782" y="371"/>
                </a:cubicBezTo>
                <a:cubicBezTo>
                  <a:pt x="1782" y="371"/>
                  <a:pt x="1781" y="371"/>
                  <a:pt x="1781" y="371"/>
                </a:cubicBezTo>
                <a:cubicBezTo>
                  <a:pt x="1781" y="371"/>
                  <a:pt x="1781" y="371"/>
                  <a:pt x="1780" y="371"/>
                </a:cubicBezTo>
                <a:cubicBezTo>
                  <a:pt x="1780" y="371"/>
                  <a:pt x="1780" y="371"/>
                  <a:pt x="1779" y="371"/>
                </a:cubicBezTo>
                <a:cubicBezTo>
                  <a:pt x="1779" y="371"/>
                  <a:pt x="1779" y="371"/>
                  <a:pt x="1779" y="371"/>
                </a:cubicBezTo>
                <a:cubicBezTo>
                  <a:pt x="1777" y="371"/>
                  <a:pt x="1774" y="373"/>
                  <a:pt x="1774" y="375"/>
                </a:cubicBezTo>
                <a:cubicBezTo>
                  <a:pt x="1774" y="375"/>
                  <a:pt x="1774" y="376"/>
                  <a:pt x="1775" y="376"/>
                </a:cubicBezTo>
                <a:cubicBezTo>
                  <a:pt x="1775" y="377"/>
                  <a:pt x="1775" y="377"/>
                  <a:pt x="1776" y="377"/>
                </a:cubicBezTo>
                <a:cubicBezTo>
                  <a:pt x="1777" y="378"/>
                  <a:pt x="1777" y="378"/>
                  <a:pt x="1778" y="378"/>
                </a:cubicBezTo>
                <a:cubicBezTo>
                  <a:pt x="1778" y="379"/>
                  <a:pt x="1779" y="379"/>
                  <a:pt x="1780" y="379"/>
                </a:cubicBezTo>
                <a:cubicBezTo>
                  <a:pt x="1781" y="379"/>
                  <a:pt x="1782" y="379"/>
                  <a:pt x="1783" y="379"/>
                </a:cubicBezTo>
                <a:cubicBezTo>
                  <a:pt x="1784" y="379"/>
                  <a:pt x="1784" y="379"/>
                  <a:pt x="1784" y="379"/>
                </a:cubicBezTo>
                <a:cubicBezTo>
                  <a:pt x="1784" y="379"/>
                  <a:pt x="1785" y="379"/>
                  <a:pt x="1785" y="379"/>
                </a:cubicBezTo>
                <a:cubicBezTo>
                  <a:pt x="1785" y="379"/>
                  <a:pt x="1786" y="379"/>
                  <a:pt x="1786" y="379"/>
                </a:cubicBezTo>
                <a:cubicBezTo>
                  <a:pt x="1786" y="379"/>
                  <a:pt x="1786" y="379"/>
                  <a:pt x="1787" y="379"/>
                </a:cubicBezTo>
                <a:cubicBezTo>
                  <a:pt x="1788" y="379"/>
                  <a:pt x="1792" y="377"/>
                  <a:pt x="1791" y="375"/>
                </a:cubicBezTo>
                <a:cubicBezTo>
                  <a:pt x="1791" y="375"/>
                  <a:pt x="1791" y="374"/>
                  <a:pt x="1791" y="374"/>
                </a:cubicBezTo>
                <a:cubicBezTo>
                  <a:pt x="1790" y="373"/>
                  <a:pt x="1790" y="373"/>
                  <a:pt x="1789" y="373"/>
                </a:cubicBezTo>
                <a:cubicBezTo>
                  <a:pt x="1789" y="372"/>
                  <a:pt x="1788" y="372"/>
                  <a:pt x="1788" y="372"/>
                </a:cubicBezTo>
                <a:cubicBezTo>
                  <a:pt x="1787" y="371"/>
                  <a:pt x="1786" y="371"/>
                  <a:pt x="1785" y="371"/>
                </a:cubicBezTo>
                <a:cubicBezTo>
                  <a:pt x="1785" y="371"/>
                  <a:pt x="1785" y="371"/>
                  <a:pt x="1785" y="371"/>
                </a:cubicBezTo>
                <a:close/>
                <a:moveTo>
                  <a:pt x="1530" y="371"/>
                </a:moveTo>
                <a:cubicBezTo>
                  <a:pt x="1529" y="371"/>
                  <a:pt x="1529" y="371"/>
                  <a:pt x="1529" y="371"/>
                </a:cubicBezTo>
                <a:cubicBezTo>
                  <a:pt x="1529" y="371"/>
                  <a:pt x="1528" y="371"/>
                  <a:pt x="1528" y="371"/>
                </a:cubicBezTo>
                <a:cubicBezTo>
                  <a:pt x="1528" y="371"/>
                  <a:pt x="1527" y="371"/>
                  <a:pt x="1527" y="371"/>
                </a:cubicBezTo>
                <a:cubicBezTo>
                  <a:pt x="1526" y="371"/>
                  <a:pt x="1525" y="371"/>
                  <a:pt x="1524" y="371"/>
                </a:cubicBezTo>
                <a:cubicBezTo>
                  <a:pt x="1523" y="371"/>
                  <a:pt x="1522" y="372"/>
                  <a:pt x="1521" y="372"/>
                </a:cubicBezTo>
                <a:cubicBezTo>
                  <a:pt x="1520" y="372"/>
                  <a:pt x="1520" y="373"/>
                  <a:pt x="1519" y="373"/>
                </a:cubicBezTo>
                <a:cubicBezTo>
                  <a:pt x="1519" y="374"/>
                  <a:pt x="1519" y="374"/>
                  <a:pt x="1519" y="375"/>
                </a:cubicBezTo>
                <a:cubicBezTo>
                  <a:pt x="1519" y="376"/>
                  <a:pt x="1519" y="376"/>
                  <a:pt x="1520" y="377"/>
                </a:cubicBezTo>
                <a:cubicBezTo>
                  <a:pt x="1520" y="377"/>
                  <a:pt x="1521" y="378"/>
                  <a:pt x="1522" y="378"/>
                </a:cubicBezTo>
                <a:cubicBezTo>
                  <a:pt x="1522" y="378"/>
                  <a:pt x="1523" y="379"/>
                  <a:pt x="1524" y="379"/>
                </a:cubicBezTo>
                <a:cubicBezTo>
                  <a:pt x="1525" y="379"/>
                  <a:pt x="1527" y="379"/>
                  <a:pt x="1528" y="379"/>
                </a:cubicBezTo>
                <a:cubicBezTo>
                  <a:pt x="1528" y="379"/>
                  <a:pt x="1528" y="379"/>
                  <a:pt x="1529" y="379"/>
                </a:cubicBezTo>
                <a:cubicBezTo>
                  <a:pt x="1529" y="379"/>
                  <a:pt x="1529" y="379"/>
                  <a:pt x="1530" y="379"/>
                </a:cubicBezTo>
                <a:cubicBezTo>
                  <a:pt x="1530" y="379"/>
                  <a:pt x="1530" y="379"/>
                  <a:pt x="1530" y="379"/>
                </a:cubicBezTo>
                <a:cubicBezTo>
                  <a:pt x="1531" y="379"/>
                  <a:pt x="1531" y="379"/>
                  <a:pt x="1531" y="379"/>
                </a:cubicBezTo>
                <a:cubicBezTo>
                  <a:pt x="1532" y="379"/>
                  <a:pt x="1533" y="378"/>
                  <a:pt x="1534" y="378"/>
                </a:cubicBezTo>
                <a:cubicBezTo>
                  <a:pt x="1535" y="377"/>
                  <a:pt x="1536" y="376"/>
                  <a:pt x="1536" y="375"/>
                </a:cubicBezTo>
                <a:cubicBezTo>
                  <a:pt x="1536" y="375"/>
                  <a:pt x="1536" y="374"/>
                  <a:pt x="1536" y="374"/>
                </a:cubicBezTo>
                <a:cubicBezTo>
                  <a:pt x="1536" y="374"/>
                  <a:pt x="1535" y="374"/>
                  <a:pt x="1535" y="373"/>
                </a:cubicBezTo>
                <a:cubicBezTo>
                  <a:pt x="1535" y="373"/>
                  <a:pt x="1535" y="373"/>
                  <a:pt x="1534" y="373"/>
                </a:cubicBezTo>
                <a:cubicBezTo>
                  <a:pt x="1534" y="372"/>
                  <a:pt x="1534" y="372"/>
                  <a:pt x="1533" y="372"/>
                </a:cubicBezTo>
                <a:cubicBezTo>
                  <a:pt x="1533" y="372"/>
                  <a:pt x="1533" y="372"/>
                  <a:pt x="1533" y="372"/>
                </a:cubicBezTo>
                <a:cubicBezTo>
                  <a:pt x="1532" y="372"/>
                  <a:pt x="1532" y="372"/>
                  <a:pt x="1532" y="371"/>
                </a:cubicBezTo>
                <a:cubicBezTo>
                  <a:pt x="1532" y="371"/>
                  <a:pt x="1531" y="371"/>
                  <a:pt x="1531" y="371"/>
                </a:cubicBezTo>
                <a:cubicBezTo>
                  <a:pt x="1531" y="371"/>
                  <a:pt x="1531" y="371"/>
                  <a:pt x="1530" y="371"/>
                </a:cubicBezTo>
                <a:cubicBezTo>
                  <a:pt x="1530" y="371"/>
                  <a:pt x="1530" y="371"/>
                  <a:pt x="1530" y="371"/>
                </a:cubicBezTo>
                <a:close/>
                <a:moveTo>
                  <a:pt x="2043" y="372"/>
                </a:moveTo>
                <a:cubicBezTo>
                  <a:pt x="2042" y="371"/>
                  <a:pt x="2040" y="371"/>
                  <a:pt x="2039" y="371"/>
                </a:cubicBezTo>
                <a:cubicBezTo>
                  <a:pt x="2038" y="371"/>
                  <a:pt x="2038" y="371"/>
                  <a:pt x="2038" y="371"/>
                </a:cubicBezTo>
                <a:cubicBezTo>
                  <a:pt x="2038" y="371"/>
                  <a:pt x="2038" y="371"/>
                  <a:pt x="2038" y="371"/>
                </a:cubicBezTo>
                <a:cubicBezTo>
                  <a:pt x="2038" y="371"/>
                  <a:pt x="2037" y="371"/>
                  <a:pt x="2037" y="371"/>
                </a:cubicBezTo>
                <a:cubicBezTo>
                  <a:pt x="2037" y="371"/>
                  <a:pt x="2037" y="371"/>
                  <a:pt x="2037" y="371"/>
                </a:cubicBezTo>
                <a:cubicBezTo>
                  <a:pt x="2037" y="371"/>
                  <a:pt x="2037" y="371"/>
                  <a:pt x="2036" y="371"/>
                </a:cubicBezTo>
                <a:cubicBezTo>
                  <a:pt x="2036" y="371"/>
                  <a:pt x="2036" y="371"/>
                  <a:pt x="2036" y="371"/>
                </a:cubicBezTo>
                <a:cubicBezTo>
                  <a:pt x="2036" y="371"/>
                  <a:pt x="2036" y="371"/>
                  <a:pt x="2036" y="371"/>
                </a:cubicBezTo>
                <a:cubicBezTo>
                  <a:pt x="2035" y="371"/>
                  <a:pt x="2035" y="371"/>
                  <a:pt x="2035" y="371"/>
                </a:cubicBezTo>
                <a:cubicBezTo>
                  <a:pt x="2034" y="371"/>
                  <a:pt x="2033" y="371"/>
                  <a:pt x="2033" y="371"/>
                </a:cubicBezTo>
                <a:cubicBezTo>
                  <a:pt x="2032" y="372"/>
                  <a:pt x="2031" y="372"/>
                  <a:pt x="2031" y="372"/>
                </a:cubicBezTo>
                <a:cubicBezTo>
                  <a:pt x="2030" y="373"/>
                  <a:pt x="2030" y="373"/>
                  <a:pt x="2030" y="374"/>
                </a:cubicBezTo>
                <a:cubicBezTo>
                  <a:pt x="2029" y="374"/>
                  <a:pt x="2029" y="375"/>
                  <a:pt x="2029" y="375"/>
                </a:cubicBezTo>
                <a:cubicBezTo>
                  <a:pt x="2030" y="376"/>
                  <a:pt x="2030" y="376"/>
                  <a:pt x="2030" y="376"/>
                </a:cubicBezTo>
                <a:cubicBezTo>
                  <a:pt x="2031" y="377"/>
                  <a:pt x="2031" y="377"/>
                  <a:pt x="2032" y="378"/>
                </a:cubicBezTo>
                <a:cubicBezTo>
                  <a:pt x="2033" y="378"/>
                  <a:pt x="2033" y="378"/>
                  <a:pt x="2034" y="379"/>
                </a:cubicBezTo>
                <a:cubicBezTo>
                  <a:pt x="2035" y="379"/>
                  <a:pt x="2036" y="379"/>
                  <a:pt x="2037" y="379"/>
                </a:cubicBezTo>
                <a:cubicBezTo>
                  <a:pt x="2038" y="379"/>
                  <a:pt x="2038" y="379"/>
                  <a:pt x="2039" y="379"/>
                </a:cubicBezTo>
                <a:cubicBezTo>
                  <a:pt x="2039" y="379"/>
                  <a:pt x="2039" y="379"/>
                  <a:pt x="2039" y="379"/>
                </a:cubicBezTo>
                <a:cubicBezTo>
                  <a:pt x="2039" y="379"/>
                  <a:pt x="2040" y="379"/>
                  <a:pt x="2040" y="379"/>
                </a:cubicBezTo>
                <a:cubicBezTo>
                  <a:pt x="2040" y="379"/>
                  <a:pt x="2040" y="379"/>
                  <a:pt x="2040" y="379"/>
                </a:cubicBezTo>
                <a:cubicBezTo>
                  <a:pt x="2040" y="379"/>
                  <a:pt x="2040" y="379"/>
                  <a:pt x="2041" y="379"/>
                </a:cubicBezTo>
                <a:cubicBezTo>
                  <a:pt x="2042" y="379"/>
                  <a:pt x="2043" y="379"/>
                  <a:pt x="2045" y="378"/>
                </a:cubicBezTo>
                <a:cubicBezTo>
                  <a:pt x="2045" y="378"/>
                  <a:pt x="2046" y="377"/>
                  <a:pt x="2046" y="377"/>
                </a:cubicBezTo>
                <a:cubicBezTo>
                  <a:pt x="2046" y="376"/>
                  <a:pt x="2047" y="376"/>
                  <a:pt x="2046" y="375"/>
                </a:cubicBezTo>
                <a:cubicBezTo>
                  <a:pt x="2046" y="375"/>
                  <a:pt x="2046" y="375"/>
                  <a:pt x="2046" y="375"/>
                </a:cubicBezTo>
                <a:cubicBezTo>
                  <a:pt x="2046" y="374"/>
                  <a:pt x="2046" y="374"/>
                  <a:pt x="2046" y="374"/>
                </a:cubicBezTo>
                <a:cubicBezTo>
                  <a:pt x="2046" y="374"/>
                  <a:pt x="2046" y="374"/>
                  <a:pt x="2046" y="374"/>
                </a:cubicBezTo>
                <a:cubicBezTo>
                  <a:pt x="2046" y="374"/>
                  <a:pt x="2045" y="373"/>
                  <a:pt x="2045" y="373"/>
                </a:cubicBezTo>
                <a:cubicBezTo>
                  <a:pt x="2045" y="373"/>
                  <a:pt x="2044" y="372"/>
                  <a:pt x="2043" y="372"/>
                </a:cubicBezTo>
                <a:cubicBezTo>
                  <a:pt x="2043" y="372"/>
                  <a:pt x="2043" y="372"/>
                  <a:pt x="2043" y="372"/>
                </a:cubicBezTo>
                <a:close/>
                <a:moveTo>
                  <a:pt x="1120" y="382"/>
                </a:moveTo>
                <a:cubicBezTo>
                  <a:pt x="1119" y="382"/>
                  <a:pt x="1118" y="382"/>
                  <a:pt x="1117" y="383"/>
                </a:cubicBezTo>
                <a:cubicBezTo>
                  <a:pt x="1116" y="383"/>
                  <a:pt x="1116" y="384"/>
                  <a:pt x="1115" y="384"/>
                </a:cubicBezTo>
                <a:cubicBezTo>
                  <a:pt x="1115" y="385"/>
                  <a:pt x="1114" y="385"/>
                  <a:pt x="1114" y="386"/>
                </a:cubicBezTo>
                <a:cubicBezTo>
                  <a:pt x="1114" y="386"/>
                  <a:pt x="1115" y="387"/>
                  <a:pt x="1115" y="387"/>
                </a:cubicBezTo>
                <a:cubicBezTo>
                  <a:pt x="1115" y="388"/>
                  <a:pt x="1116" y="388"/>
                  <a:pt x="1117" y="389"/>
                </a:cubicBezTo>
                <a:cubicBezTo>
                  <a:pt x="1118" y="389"/>
                  <a:pt x="1118" y="390"/>
                  <a:pt x="1119" y="390"/>
                </a:cubicBezTo>
                <a:cubicBezTo>
                  <a:pt x="1120" y="390"/>
                  <a:pt x="1122" y="390"/>
                  <a:pt x="1123" y="390"/>
                </a:cubicBezTo>
                <a:cubicBezTo>
                  <a:pt x="1124" y="390"/>
                  <a:pt x="1125" y="390"/>
                  <a:pt x="1126" y="390"/>
                </a:cubicBezTo>
                <a:cubicBezTo>
                  <a:pt x="1127" y="390"/>
                  <a:pt x="1128" y="389"/>
                  <a:pt x="1129" y="389"/>
                </a:cubicBezTo>
                <a:cubicBezTo>
                  <a:pt x="1130" y="388"/>
                  <a:pt x="1130" y="388"/>
                  <a:pt x="1131" y="387"/>
                </a:cubicBezTo>
                <a:cubicBezTo>
                  <a:pt x="1131" y="387"/>
                  <a:pt x="1131" y="386"/>
                  <a:pt x="1131" y="386"/>
                </a:cubicBezTo>
                <a:cubicBezTo>
                  <a:pt x="1132" y="385"/>
                  <a:pt x="1131" y="385"/>
                  <a:pt x="1131" y="384"/>
                </a:cubicBezTo>
                <a:cubicBezTo>
                  <a:pt x="1130" y="384"/>
                  <a:pt x="1130" y="383"/>
                  <a:pt x="1129" y="383"/>
                </a:cubicBezTo>
                <a:cubicBezTo>
                  <a:pt x="1128" y="382"/>
                  <a:pt x="1127" y="382"/>
                  <a:pt x="1126" y="382"/>
                </a:cubicBezTo>
                <a:cubicBezTo>
                  <a:pt x="1125" y="382"/>
                  <a:pt x="1124" y="381"/>
                  <a:pt x="1123" y="381"/>
                </a:cubicBezTo>
                <a:cubicBezTo>
                  <a:pt x="1122" y="381"/>
                  <a:pt x="1121" y="382"/>
                  <a:pt x="1120" y="382"/>
                </a:cubicBezTo>
                <a:close/>
                <a:moveTo>
                  <a:pt x="1418" y="382"/>
                </a:moveTo>
                <a:cubicBezTo>
                  <a:pt x="1417" y="382"/>
                  <a:pt x="1416" y="382"/>
                  <a:pt x="1415" y="383"/>
                </a:cubicBezTo>
                <a:cubicBezTo>
                  <a:pt x="1415" y="383"/>
                  <a:pt x="1414" y="384"/>
                  <a:pt x="1414" y="384"/>
                </a:cubicBezTo>
                <a:cubicBezTo>
                  <a:pt x="1413" y="385"/>
                  <a:pt x="1413" y="385"/>
                  <a:pt x="1413" y="386"/>
                </a:cubicBezTo>
                <a:cubicBezTo>
                  <a:pt x="1413" y="386"/>
                  <a:pt x="1413" y="387"/>
                  <a:pt x="1414" y="387"/>
                </a:cubicBezTo>
                <a:cubicBezTo>
                  <a:pt x="1414" y="388"/>
                  <a:pt x="1415" y="388"/>
                  <a:pt x="1416" y="389"/>
                </a:cubicBezTo>
                <a:cubicBezTo>
                  <a:pt x="1417" y="389"/>
                  <a:pt x="1417" y="390"/>
                  <a:pt x="1419" y="390"/>
                </a:cubicBezTo>
                <a:cubicBezTo>
                  <a:pt x="1420" y="390"/>
                  <a:pt x="1421" y="390"/>
                  <a:pt x="1422" y="390"/>
                </a:cubicBezTo>
                <a:cubicBezTo>
                  <a:pt x="1423" y="390"/>
                  <a:pt x="1424" y="390"/>
                  <a:pt x="1425" y="390"/>
                </a:cubicBezTo>
                <a:cubicBezTo>
                  <a:pt x="1426" y="390"/>
                  <a:pt x="1427" y="389"/>
                  <a:pt x="1428" y="389"/>
                </a:cubicBezTo>
                <a:cubicBezTo>
                  <a:pt x="1429" y="388"/>
                  <a:pt x="1429" y="388"/>
                  <a:pt x="1430" y="387"/>
                </a:cubicBezTo>
                <a:cubicBezTo>
                  <a:pt x="1430" y="387"/>
                  <a:pt x="1430" y="386"/>
                  <a:pt x="1430" y="386"/>
                </a:cubicBezTo>
                <a:cubicBezTo>
                  <a:pt x="1430" y="385"/>
                  <a:pt x="1430" y="385"/>
                  <a:pt x="1429" y="384"/>
                </a:cubicBezTo>
                <a:cubicBezTo>
                  <a:pt x="1429" y="384"/>
                  <a:pt x="1428" y="383"/>
                  <a:pt x="1428" y="383"/>
                </a:cubicBezTo>
                <a:cubicBezTo>
                  <a:pt x="1427" y="382"/>
                  <a:pt x="1426" y="382"/>
                  <a:pt x="1425" y="382"/>
                </a:cubicBezTo>
                <a:cubicBezTo>
                  <a:pt x="1424" y="382"/>
                  <a:pt x="1423" y="381"/>
                  <a:pt x="1421" y="381"/>
                </a:cubicBezTo>
                <a:cubicBezTo>
                  <a:pt x="1420" y="381"/>
                  <a:pt x="1419" y="382"/>
                  <a:pt x="1418" y="382"/>
                </a:cubicBezTo>
                <a:close/>
                <a:moveTo>
                  <a:pt x="1035" y="382"/>
                </a:moveTo>
                <a:cubicBezTo>
                  <a:pt x="1033" y="382"/>
                  <a:pt x="1033" y="382"/>
                  <a:pt x="1032" y="383"/>
                </a:cubicBezTo>
                <a:cubicBezTo>
                  <a:pt x="1031" y="383"/>
                  <a:pt x="1030" y="384"/>
                  <a:pt x="1030" y="384"/>
                </a:cubicBezTo>
                <a:cubicBezTo>
                  <a:pt x="1029" y="385"/>
                  <a:pt x="1029" y="385"/>
                  <a:pt x="1029" y="386"/>
                </a:cubicBezTo>
                <a:cubicBezTo>
                  <a:pt x="1029" y="386"/>
                  <a:pt x="1029" y="387"/>
                  <a:pt x="1030" y="387"/>
                </a:cubicBezTo>
                <a:cubicBezTo>
                  <a:pt x="1030" y="388"/>
                  <a:pt x="1031" y="388"/>
                  <a:pt x="1031" y="389"/>
                </a:cubicBezTo>
                <a:cubicBezTo>
                  <a:pt x="1032" y="389"/>
                  <a:pt x="1033" y="390"/>
                  <a:pt x="1034" y="390"/>
                </a:cubicBezTo>
                <a:cubicBezTo>
                  <a:pt x="1035" y="390"/>
                  <a:pt x="1036" y="390"/>
                  <a:pt x="1037" y="390"/>
                </a:cubicBezTo>
                <a:cubicBezTo>
                  <a:pt x="1038" y="390"/>
                  <a:pt x="1040" y="390"/>
                  <a:pt x="1041" y="390"/>
                </a:cubicBezTo>
                <a:cubicBezTo>
                  <a:pt x="1042" y="390"/>
                  <a:pt x="1043" y="389"/>
                  <a:pt x="1043" y="389"/>
                </a:cubicBezTo>
                <a:cubicBezTo>
                  <a:pt x="1044" y="388"/>
                  <a:pt x="1045" y="388"/>
                  <a:pt x="1045" y="387"/>
                </a:cubicBezTo>
                <a:cubicBezTo>
                  <a:pt x="1046" y="387"/>
                  <a:pt x="1046" y="386"/>
                  <a:pt x="1046" y="386"/>
                </a:cubicBezTo>
                <a:cubicBezTo>
                  <a:pt x="1046" y="385"/>
                  <a:pt x="1046" y="385"/>
                  <a:pt x="1046" y="384"/>
                </a:cubicBezTo>
                <a:cubicBezTo>
                  <a:pt x="1045" y="384"/>
                  <a:pt x="1045" y="383"/>
                  <a:pt x="1044" y="383"/>
                </a:cubicBezTo>
                <a:cubicBezTo>
                  <a:pt x="1043" y="382"/>
                  <a:pt x="1042" y="382"/>
                  <a:pt x="1041" y="382"/>
                </a:cubicBezTo>
                <a:cubicBezTo>
                  <a:pt x="1040" y="382"/>
                  <a:pt x="1039" y="381"/>
                  <a:pt x="1038" y="381"/>
                </a:cubicBezTo>
                <a:cubicBezTo>
                  <a:pt x="1037" y="381"/>
                  <a:pt x="1036" y="382"/>
                  <a:pt x="1035" y="382"/>
                </a:cubicBezTo>
                <a:close/>
                <a:moveTo>
                  <a:pt x="1162" y="382"/>
                </a:moveTo>
                <a:cubicBezTo>
                  <a:pt x="1161" y="382"/>
                  <a:pt x="1160" y="382"/>
                  <a:pt x="1160" y="383"/>
                </a:cubicBezTo>
                <a:cubicBezTo>
                  <a:pt x="1159" y="383"/>
                  <a:pt x="1158" y="384"/>
                  <a:pt x="1158" y="384"/>
                </a:cubicBezTo>
                <a:cubicBezTo>
                  <a:pt x="1157" y="385"/>
                  <a:pt x="1157" y="385"/>
                  <a:pt x="1157" y="386"/>
                </a:cubicBezTo>
                <a:cubicBezTo>
                  <a:pt x="1157" y="386"/>
                  <a:pt x="1157" y="387"/>
                  <a:pt x="1158" y="387"/>
                </a:cubicBezTo>
                <a:cubicBezTo>
                  <a:pt x="1158" y="388"/>
                  <a:pt x="1159" y="388"/>
                  <a:pt x="1159" y="389"/>
                </a:cubicBezTo>
                <a:cubicBezTo>
                  <a:pt x="1160" y="389"/>
                  <a:pt x="1161" y="390"/>
                  <a:pt x="1162" y="390"/>
                </a:cubicBezTo>
                <a:cubicBezTo>
                  <a:pt x="1163" y="390"/>
                  <a:pt x="1164" y="390"/>
                  <a:pt x="1165" y="390"/>
                </a:cubicBezTo>
                <a:cubicBezTo>
                  <a:pt x="1167" y="390"/>
                  <a:pt x="1168" y="390"/>
                  <a:pt x="1169" y="390"/>
                </a:cubicBezTo>
                <a:cubicBezTo>
                  <a:pt x="1170" y="390"/>
                  <a:pt x="1171" y="389"/>
                  <a:pt x="1172" y="389"/>
                </a:cubicBezTo>
                <a:cubicBezTo>
                  <a:pt x="1172" y="388"/>
                  <a:pt x="1173" y="388"/>
                  <a:pt x="1173" y="387"/>
                </a:cubicBezTo>
                <a:cubicBezTo>
                  <a:pt x="1174" y="387"/>
                  <a:pt x="1174" y="386"/>
                  <a:pt x="1174" y="386"/>
                </a:cubicBezTo>
                <a:cubicBezTo>
                  <a:pt x="1174" y="385"/>
                  <a:pt x="1174" y="385"/>
                  <a:pt x="1174" y="384"/>
                </a:cubicBezTo>
                <a:cubicBezTo>
                  <a:pt x="1173" y="384"/>
                  <a:pt x="1172" y="383"/>
                  <a:pt x="1172" y="383"/>
                </a:cubicBezTo>
                <a:cubicBezTo>
                  <a:pt x="1171" y="382"/>
                  <a:pt x="1170" y="382"/>
                  <a:pt x="1169" y="382"/>
                </a:cubicBezTo>
                <a:cubicBezTo>
                  <a:pt x="1168" y="382"/>
                  <a:pt x="1167" y="381"/>
                  <a:pt x="1166" y="381"/>
                </a:cubicBezTo>
                <a:cubicBezTo>
                  <a:pt x="1165" y="381"/>
                  <a:pt x="1163" y="382"/>
                  <a:pt x="1162" y="382"/>
                </a:cubicBezTo>
                <a:close/>
                <a:moveTo>
                  <a:pt x="1290" y="382"/>
                </a:moveTo>
                <a:cubicBezTo>
                  <a:pt x="1289" y="382"/>
                  <a:pt x="1288" y="382"/>
                  <a:pt x="1288" y="383"/>
                </a:cubicBezTo>
                <a:cubicBezTo>
                  <a:pt x="1287" y="383"/>
                  <a:pt x="1286" y="384"/>
                  <a:pt x="1286" y="384"/>
                </a:cubicBezTo>
                <a:cubicBezTo>
                  <a:pt x="1285" y="385"/>
                  <a:pt x="1285" y="385"/>
                  <a:pt x="1285" y="386"/>
                </a:cubicBezTo>
                <a:cubicBezTo>
                  <a:pt x="1285" y="386"/>
                  <a:pt x="1285" y="387"/>
                  <a:pt x="1286" y="387"/>
                </a:cubicBezTo>
                <a:cubicBezTo>
                  <a:pt x="1286" y="388"/>
                  <a:pt x="1287" y="388"/>
                  <a:pt x="1288" y="389"/>
                </a:cubicBezTo>
                <a:cubicBezTo>
                  <a:pt x="1288" y="389"/>
                  <a:pt x="1289" y="390"/>
                  <a:pt x="1290" y="390"/>
                </a:cubicBezTo>
                <a:cubicBezTo>
                  <a:pt x="1291" y="390"/>
                  <a:pt x="1292" y="390"/>
                  <a:pt x="1294" y="390"/>
                </a:cubicBezTo>
                <a:cubicBezTo>
                  <a:pt x="1295" y="390"/>
                  <a:pt x="1296" y="390"/>
                  <a:pt x="1297" y="390"/>
                </a:cubicBezTo>
                <a:cubicBezTo>
                  <a:pt x="1298" y="390"/>
                  <a:pt x="1299" y="389"/>
                  <a:pt x="1300" y="389"/>
                </a:cubicBezTo>
                <a:cubicBezTo>
                  <a:pt x="1300" y="388"/>
                  <a:pt x="1301" y="388"/>
                  <a:pt x="1302" y="387"/>
                </a:cubicBezTo>
                <a:cubicBezTo>
                  <a:pt x="1302" y="387"/>
                  <a:pt x="1302" y="386"/>
                  <a:pt x="1302" y="386"/>
                </a:cubicBezTo>
                <a:cubicBezTo>
                  <a:pt x="1302" y="385"/>
                  <a:pt x="1302" y="385"/>
                  <a:pt x="1301" y="384"/>
                </a:cubicBezTo>
                <a:cubicBezTo>
                  <a:pt x="1301" y="384"/>
                  <a:pt x="1300" y="383"/>
                  <a:pt x="1300" y="383"/>
                </a:cubicBezTo>
                <a:cubicBezTo>
                  <a:pt x="1299" y="382"/>
                  <a:pt x="1298" y="382"/>
                  <a:pt x="1297" y="382"/>
                </a:cubicBezTo>
                <a:cubicBezTo>
                  <a:pt x="1296" y="382"/>
                  <a:pt x="1295" y="381"/>
                  <a:pt x="1294" y="381"/>
                </a:cubicBezTo>
                <a:cubicBezTo>
                  <a:pt x="1292" y="381"/>
                  <a:pt x="1291" y="382"/>
                  <a:pt x="1290" y="382"/>
                </a:cubicBezTo>
                <a:close/>
                <a:moveTo>
                  <a:pt x="1333" y="382"/>
                </a:moveTo>
                <a:cubicBezTo>
                  <a:pt x="1332" y="382"/>
                  <a:pt x="1331" y="382"/>
                  <a:pt x="1330" y="383"/>
                </a:cubicBezTo>
                <a:cubicBezTo>
                  <a:pt x="1329" y="383"/>
                  <a:pt x="1329" y="384"/>
                  <a:pt x="1328" y="384"/>
                </a:cubicBezTo>
                <a:cubicBezTo>
                  <a:pt x="1328" y="385"/>
                  <a:pt x="1328" y="385"/>
                  <a:pt x="1328" y="386"/>
                </a:cubicBezTo>
                <a:cubicBezTo>
                  <a:pt x="1328" y="386"/>
                  <a:pt x="1328" y="387"/>
                  <a:pt x="1328" y="387"/>
                </a:cubicBezTo>
                <a:cubicBezTo>
                  <a:pt x="1329" y="388"/>
                  <a:pt x="1330" y="388"/>
                  <a:pt x="1330" y="389"/>
                </a:cubicBezTo>
                <a:cubicBezTo>
                  <a:pt x="1331" y="389"/>
                  <a:pt x="1332" y="390"/>
                  <a:pt x="1333" y="390"/>
                </a:cubicBezTo>
                <a:cubicBezTo>
                  <a:pt x="1334" y="390"/>
                  <a:pt x="1335" y="390"/>
                  <a:pt x="1336" y="390"/>
                </a:cubicBezTo>
                <a:cubicBezTo>
                  <a:pt x="1338" y="390"/>
                  <a:pt x="1339" y="390"/>
                  <a:pt x="1340" y="390"/>
                </a:cubicBezTo>
                <a:cubicBezTo>
                  <a:pt x="1341" y="390"/>
                  <a:pt x="1342" y="389"/>
                  <a:pt x="1342" y="389"/>
                </a:cubicBezTo>
                <a:cubicBezTo>
                  <a:pt x="1343" y="388"/>
                  <a:pt x="1344" y="388"/>
                  <a:pt x="1344" y="387"/>
                </a:cubicBezTo>
                <a:cubicBezTo>
                  <a:pt x="1345" y="387"/>
                  <a:pt x="1345" y="386"/>
                  <a:pt x="1345" y="386"/>
                </a:cubicBezTo>
                <a:cubicBezTo>
                  <a:pt x="1345" y="385"/>
                  <a:pt x="1345" y="385"/>
                  <a:pt x="1344" y="384"/>
                </a:cubicBezTo>
                <a:cubicBezTo>
                  <a:pt x="1344" y="384"/>
                  <a:pt x="1343" y="383"/>
                  <a:pt x="1342" y="383"/>
                </a:cubicBezTo>
                <a:cubicBezTo>
                  <a:pt x="1341" y="382"/>
                  <a:pt x="1341" y="382"/>
                  <a:pt x="1340" y="382"/>
                </a:cubicBezTo>
                <a:cubicBezTo>
                  <a:pt x="1338" y="382"/>
                  <a:pt x="1337" y="381"/>
                  <a:pt x="1336" y="381"/>
                </a:cubicBezTo>
                <a:cubicBezTo>
                  <a:pt x="1335" y="381"/>
                  <a:pt x="1334" y="382"/>
                  <a:pt x="1333" y="382"/>
                </a:cubicBezTo>
                <a:close/>
                <a:moveTo>
                  <a:pt x="1461" y="382"/>
                </a:moveTo>
                <a:cubicBezTo>
                  <a:pt x="1460" y="382"/>
                  <a:pt x="1459" y="382"/>
                  <a:pt x="1458" y="383"/>
                </a:cubicBezTo>
                <a:cubicBezTo>
                  <a:pt x="1457" y="383"/>
                  <a:pt x="1457" y="384"/>
                  <a:pt x="1456" y="384"/>
                </a:cubicBezTo>
                <a:cubicBezTo>
                  <a:pt x="1456" y="385"/>
                  <a:pt x="1456" y="385"/>
                  <a:pt x="1456" y="386"/>
                </a:cubicBezTo>
                <a:cubicBezTo>
                  <a:pt x="1456" y="386"/>
                  <a:pt x="1456" y="387"/>
                  <a:pt x="1457" y="387"/>
                </a:cubicBezTo>
                <a:cubicBezTo>
                  <a:pt x="1457" y="388"/>
                  <a:pt x="1458" y="388"/>
                  <a:pt x="1458" y="389"/>
                </a:cubicBezTo>
                <a:cubicBezTo>
                  <a:pt x="1459" y="389"/>
                  <a:pt x="1460" y="390"/>
                  <a:pt x="1461" y="390"/>
                </a:cubicBezTo>
                <a:cubicBezTo>
                  <a:pt x="1462" y="390"/>
                  <a:pt x="1463" y="390"/>
                  <a:pt x="1465" y="390"/>
                </a:cubicBezTo>
                <a:cubicBezTo>
                  <a:pt x="1466" y="390"/>
                  <a:pt x="1467" y="390"/>
                  <a:pt x="1468" y="390"/>
                </a:cubicBezTo>
                <a:cubicBezTo>
                  <a:pt x="1469" y="390"/>
                  <a:pt x="1470" y="389"/>
                  <a:pt x="1471" y="389"/>
                </a:cubicBezTo>
                <a:cubicBezTo>
                  <a:pt x="1471" y="388"/>
                  <a:pt x="1472" y="388"/>
                  <a:pt x="1472" y="387"/>
                </a:cubicBezTo>
                <a:cubicBezTo>
                  <a:pt x="1473" y="387"/>
                  <a:pt x="1473" y="386"/>
                  <a:pt x="1473" y="386"/>
                </a:cubicBezTo>
                <a:cubicBezTo>
                  <a:pt x="1473" y="385"/>
                  <a:pt x="1473" y="385"/>
                  <a:pt x="1472" y="384"/>
                </a:cubicBezTo>
                <a:cubicBezTo>
                  <a:pt x="1472" y="384"/>
                  <a:pt x="1471" y="383"/>
                  <a:pt x="1470" y="383"/>
                </a:cubicBezTo>
                <a:cubicBezTo>
                  <a:pt x="1469" y="382"/>
                  <a:pt x="1468" y="382"/>
                  <a:pt x="1467" y="382"/>
                </a:cubicBezTo>
                <a:cubicBezTo>
                  <a:pt x="1466" y="382"/>
                  <a:pt x="1465" y="381"/>
                  <a:pt x="1464" y="381"/>
                </a:cubicBezTo>
                <a:cubicBezTo>
                  <a:pt x="1463" y="381"/>
                  <a:pt x="1462" y="382"/>
                  <a:pt x="1461" y="382"/>
                </a:cubicBezTo>
                <a:close/>
                <a:moveTo>
                  <a:pt x="1077" y="382"/>
                </a:moveTo>
                <a:cubicBezTo>
                  <a:pt x="1076" y="382"/>
                  <a:pt x="1075" y="382"/>
                  <a:pt x="1074" y="383"/>
                </a:cubicBezTo>
                <a:cubicBezTo>
                  <a:pt x="1074" y="383"/>
                  <a:pt x="1073" y="384"/>
                  <a:pt x="1073" y="384"/>
                </a:cubicBezTo>
                <a:cubicBezTo>
                  <a:pt x="1072" y="385"/>
                  <a:pt x="1072" y="385"/>
                  <a:pt x="1072" y="386"/>
                </a:cubicBezTo>
                <a:cubicBezTo>
                  <a:pt x="1072" y="386"/>
                  <a:pt x="1072" y="387"/>
                  <a:pt x="1072" y="387"/>
                </a:cubicBezTo>
                <a:cubicBezTo>
                  <a:pt x="1073" y="388"/>
                  <a:pt x="1073" y="388"/>
                  <a:pt x="1074" y="389"/>
                </a:cubicBezTo>
                <a:cubicBezTo>
                  <a:pt x="1075" y="389"/>
                  <a:pt x="1076" y="390"/>
                  <a:pt x="1077" y="390"/>
                </a:cubicBezTo>
                <a:cubicBezTo>
                  <a:pt x="1078" y="390"/>
                  <a:pt x="1079" y="390"/>
                  <a:pt x="1080" y="390"/>
                </a:cubicBezTo>
                <a:cubicBezTo>
                  <a:pt x="1081" y="390"/>
                  <a:pt x="1082" y="390"/>
                  <a:pt x="1083" y="390"/>
                </a:cubicBezTo>
                <a:cubicBezTo>
                  <a:pt x="1084" y="390"/>
                  <a:pt x="1085" y="389"/>
                  <a:pt x="1086" y="389"/>
                </a:cubicBezTo>
                <a:cubicBezTo>
                  <a:pt x="1087" y="388"/>
                  <a:pt x="1088" y="388"/>
                  <a:pt x="1088" y="387"/>
                </a:cubicBezTo>
                <a:cubicBezTo>
                  <a:pt x="1088" y="387"/>
                  <a:pt x="1089" y="386"/>
                  <a:pt x="1089" y="386"/>
                </a:cubicBezTo>
                <a:cubicBezTo>
                  <a:pt x="1089" y="385"/>
                  <a:pt x="1089" y="385"/>
                  <a:pt x="1088" y="384"/>
                </a:cubicBezTo>
                <a:cubicBezTo>
                  <a:pt x="1088" y="384"/>
                  <a:pt x="1087" y="383"/>
                  <a:pt x="1086" y="383"/>
                </a:cubicBezTo>
                <a:cubicBezTo>
                  <a:pt x="1086" y="382"/>
                  <a:pt x="1085" y="382"/>
                  <a:pt x="1084" y="382"/>
                </a:cubicBezTo>
                <a:cubicBezTo>
                  <a:pt x="1083" y="382"/>
                  <a:pt x="1082" y="381"/>
                  <a:pt x="1081" y="381"/>
                </a:cubicBezTo>
                <a:cubicBezTo>
                  <a:pt x="1079" y="381"/>
                  <a:pt x="1078" y="382"/>
                  <a:pt x="1077" y="382"/>
                </a:cubicBezTo>
                <a:close/>
                <a:moveTo>
                  <a:pt x="1248" y="382"/>
                </a:moveTo>
                <a:cubicBezTo>
                  <a:pt x="1247" y="382"/>
                  <a:pt x="1246" y="382"/>
                  <a:pt x="1245" y="383"/>
                </a:cubicBezTo>
                <a:cubicBezTo>
                  <a:pt x="1244" y="383"/>
                  <a:pt x="1244" y="384"/>
                  <a:pt x="1243" y="384"/>
                </a:cubicBezTo>
                <a:cubicBezTo>
                  <a:pt x="1243" y="385"/>
                  <a:pt x="1242" y="385"/>
                  <a:pt x="1242" y="386"/>
                </a:cubicBezTo>
                <a:cubicBezTo>
                  <a:pt x="1242" y="386"/>
                  <a:pt x="1243" y="387"/>
                  <a:pt x="1243" y="387"/>
                </a:cubicBezTo>
                <a:cubicBezTo>
                  <a:pt x="1244" y="388"/>
                  <a:pt x="1244" y="388"/>
                  <a:pt x="1245" y="389"/>
                </a:cubicBezTo>
                <a:cubicBezTo>
                  <a:pt x="1246" y="389"/>
                  <a:pt x="1247" y="390"/>
                  <a:pt x="1248" y="390"/>
                </a:cubicBezTo>
                <a:cubicBezTo>
                  <a:pt x="1249" y="390"/>
                  <a:pt x="1250" y="390"/>
                  <a:pt x="1251" y="390"/>
                </a:cubicBezTo>
                <a:cubicBezTo>
                  <a:pt x="1252" y="390"/>
                  <a:pt x="1253" y="390"/>
                  <a:pt x="1254" y="390"/>
                </a:cubicBezTo>
                <a:cubicBezTo>
                  <a:pt x="1255" y="390"/>
                  <a:pt x="1256" y="389"/>
                  <a:pt x="1257" y="389"/>
                </a:cubicBezTo>
                <a:cubicBezTo>
                  <a:pt x="1258" y="388"/>
                  <a:pt x="1258" y="388"/>
                  <a:pt x="1259" y="387"/>
                </a:cubicBezTo>
                <a:cubicBezTo>
                  <a:pt x="1259" y="387"/>
                  <a:pt x="1260" y="386"/>
                  <a:pt x="1260" y="386"/>
                </a:cubicBezTo>
                <a:cubicBezTo>
                  <a:pt x="1260" y="385"/>
                  <a:pt x="1259" y="385"/>
                  <a:pt x="1259" y="384"/>
                </a:cubicBezTo>
                <a:cubicBezTo>
                  <a:pt x="1258" y="384"/>
                  <a:pt x="1258" y="383"/>
                  <a:pt x="1257" y="383"/>
                </a:cubicBezTo>
                <a:cubicBezTo>
                  <a:pt x="1256" y="382"/>
                  <a:pt x="1255" y="382"/>
                  <a:pt x="1254" y="382"/>
                </a:cubicBezTo>
                <a:cubicBezTo>
                  <a:pt x="1253" y="382"/>
                  <a:pt x="1252" y="381"/>
                  <a:pt x="1251" y="381"/>
                </a:cubicBezTo>
                <a:cubicBezTo>
                  <a:pt x="1250" y="381"/>
                  <a:pt x="1249" y="382"/>
                  <a:pt x="1248" y="382"/>
                </a:cubicBezTo>
                <a:close/>
                <a:moveTo>
                  <a:pt x="1376" y="382"/>
                </a:moveTo>
                <a:cubicBezTo>
                  <a:pt x="1375" y="382"/>
                  <a:pt x="1374" y="382"/>
                  <a:pt x="1373" y="383"/>
                </a:cubicBezTo>
                <a:cubicBezTo>
                  <a:pt x="1372" y="383"/>
                  <a:pt x="1371" y="384"/>
                  <a:pt x="1371" y="384"/>
                </a:cubicBezTo>
                <a:cubicBezTo>
                  <a:pt x="1371" y="385"/>
                  <a:pt x="1370" y="385"/>
                  <a:pt x="1370" y="386"/>
                </a:cubicBezTo>
                <a:cubicBezTo>
                  <a:pt x="1370" y="386"/>
                  <a:pt x="1371" y="387"/>
                  <a:pt x="1371" y="387"/>
                </a:cubicBezTo>
                <a:cubicBezTo>
                  <a:pt x="1372" y="388"/>
                  <a:pt x="1372" y="388"/>
                  <a:pt x="1373" y="389"/>
                </a:cubicBezTo>
                <a:cubicBezTo>
                  <a:pt x="1374" y="389"/>
                  <a:pt x="1375" y="390"/>
                  <a:pt x="1376" y="390"/>
                </a:cubicBezTo>
                <a:cubicBezTo>
                  <a:pt x="1377" y="390"/>
                  <a:pt x="1378" y="390"/>
                  <a:pt x="1379" y="390"/>
                </a:cubicBezTo>
                <a:cubicBezTo>
                  <a:pt x="1380" y="390"/>
                  <a:pt x="1381" y="390"/>
                  <a:pt x="1382" y="390"/>
                </a:cubicBezTo>
                <a:cubicBezTo>
                  <a:pt x="1383" y="390"/>
                  <a:pt x="1384" y="389"/>
                  <a:pt x="1385" y="389"/>
                </a:cubicBezTo>
                <a:cubicBezTo>
                  <a:pt x="1386" y="388"/>
                  <a:pt x="1387" y="388"/>
                  <a:pt x="1387" y="387"/>
                </a:cubicBezTo>
                <a:cubicBezTo>
                  <a:pt x="1387" y="387"/>
                  <a:pt x="1388" y="386"/>
                  <a:pt x="1388" y="386"/>
                </a:cubicBezTo>
                <a:cubicBezTo>
                  <a:pt x="1388" y="385"/>
                  <a:pt x="1387" y="385"/>
                  <a:pt x="1387" y="384"/>
                </a:cubicBezTo>
                <a:cubicBezTo>
                  <a:pt x="1386" y="384"/>
                  <a:pt x="1386" y="383"/>
                  <a:pt x="1385" y="383"/>
                </a:cubicBezTo>
                <a:cubicBezTo>
                  <a:pt x="1384" y="382"/>
                  <a:pt x="1383" y="382"/>
                  <a:pt x="1382" y="382"/>
                </a:cubicBezTo>
                <a:cubicBezTo>
                  <a:pt x="1381" y="382"/>
                  <a:pt x="1380" y="381"/>
                  <a:pt x="1379" y="381"/>
                </a:cubicBezTo>
                <a:cubicBezTo>
                  <a:pt x="1378" y="381"/>
                  <a:pt x="1377" y="382"/>
                  <a:pt x="1376" y="382"/>
                </a:cubicBezTo>
                <a:close/>
                <a:moveTo>
                  <a:pt x="1205" y="382"/>
                </a:moveTo>
                <a:cubicBezTo>
                  <a:pt x="1204" y="382"/>
                  <a:pt x="1203" y="382"/>
                  <a:pt x="1202" y="383"/>
                </a:cubicBezTo>
                <a:cubicBezTo>
                  <a:pt x="1202" y="383"/>
                  <a:pt x="1201" y="384"/>
                  <a:pt x="1200" y="384"/>
                </a:cubicBezTo>
                <a:cubicBezTo>
                  <a:pt x="1200" y="385"/>
                  <a:pt x="1200" y="385"/>
                  <a:pt x="1200" y="386"/>
                </a:cubicBezTo>
                <a:cubicBezTo>
                  <a:pt x="1200" y="386"/>
                  <a:pt x="1200" y="387"/>
                  <a:pt x="1200" y="387"/>
                </a:cubicBezTo>
                <a:cubicBezTo>
                  <a:pt x="1201" y="388"/>
                  <a:pt x="1201" y="388"/>
                  <a:pt x="1202" y="389"/>
                </a:cubicBezTo>
                <a:cubicBezTo>
                  <a:pt x="1203" y="389"/>
                  <a:pt x="1204" y="390"/>
                  <a:pt x="1205" y="390"/>
                </a:cubicBezTo>
                <a:cubicBezTo>
                  <a:pt x="1206" y="390"/>
                  <a:pt x="1207" y="390"/>
                  <a:pt x="1208" y="390"/>
                </a:cubicBezTo>
                <a:cubicBezTo>
                  <a:pt x="1209" y="390"/>
                  <a:pt x="1210" y="390"/>
                  <a:pt x="1212" y="390"/>
                </a:cubicBezTo>
                <a:cubicBezTo>
                  <a:pt x="1213" y="390"/>
                  <a:pt x="1213" y="389"/>
                  <a:pt x="1214" y="389"/>
                </a:cubicBezTo>
                <a:cubicBezTo>
                  <a:pt x="1215" y="388"/>
                  <a:pt x="1216" y="388"/>
                  <a:pt x="1216" y="387"/>
                </a:cubicBezTo>
                <a:cubicBezTo>
                  <a:pt x="1217" y="387"/>
                  <a:pt x="1217" y="386"/>
                  <a:pt x="1217" y="386"/>
                </a:cubicBezTo>
                <a:cubicBezTo>
                  <a:pt x="1217" y="385"/>
                  <a:pt x="1217" y="385"/>
                  <a:pt x="1216" y="384"/>
                </a:cubicBezTo>
                <a:cubicBezTo>
                  <a:pt x="1216" y="384"/>
                  <a:pt x="1215" y="383"/>
                  <a:pt x="1214" y="383"/>
                </a:cubicBezTo>
                <a:cubicBezTo>
                  <a:pt x="1214" y="382"/>
                  <a:pt x="1213" y="382"/>
                  <a:pt x="1212" y="382"/>
                </a:cubicBezTo>
                <a:cubicBezTo>
                  <a:pt x="1211" y="382"/>
                  <a:pt x="1209" y="381"/>
                  <a:pt x="1208" y="381"/>
                </a:cubicBezTo>
                <a:cubicBezTo>
                  <a:pt x="1207" y="381"/>
                  <a:pt x="1206" y="382"/>
                  <a:pt x="1205" y="382"/>
                </a:cubicBezTo>
                <a:close/>
                <a:moveTo>
                  <a:pt x="353" y="382"/>
                </a:moveTo>
                <a:cubicBezTo>
                  <a:pt x="351" y="382"/>
                  <a:pt x="351" y="382"/>
                  <a:pt x="350" y="383"/>
                </a:cubicBezTo>
                <a:cubicBezTo>
                  <a:pt x="349" y="383"/>
                  <a:pt x="348" y="384"/>
                  <a:pt x="347" y="384"/>
                </a:cubicBezTo>
                <a:cubicBezTo>
                  <a:pt x="347" y="385"/>
                  <a:pt x="346" y="385"/>
                  <a:pt x="346" y="386"/>
                </a:cubicBezTo>
                <a:cubicBezTo>
                  <a:pt x="346" y="386"/>
                  <a:pt x="346" y="387"/>
                  <a:pt x="347" y="387"/>
                </a:cubicBezTo>
                <a:cubicBezTo>
                  <a:pt x="347" y="388"/>
                  <a:pt x="347" y="388"/>
                  <a:pt x="348" y="389"/>
                </a:cubicBezTo>
                <a:cubicBezTo>
                  <a:pt x="349" y="389"/>
                  <a:pt x="349" y="390"/>
                  <a:pt x="350" y="390"/>
                </a:cubicBezTo>
                <a:cubicBezTo>
                  <a:pt x="351" y="390"/>
                  <a:pt x="352" y="390"/>
                  <a:pt x="354" y="390"/>
                </a:cubicBezTo>
                <a:cubicBezTo>
                  <a:pt x="355" y="390"/>
                  <a:pt x="356" y="390"/>
                  <a:pt x="357" y="390"/>
                </a:cubicBezTo>
                <a:cubicBezTo>
                  <a:pt x="358" y="390"/>
                  <a:pt x="359" y="389"/>
                  <a:pt x="360" y="389"/>
                </a:cubicBezTo>
                <a:cubicBezTo>
                  <a:pt x="361" y="388"/>
                  <a:pt x="362" y="388"/>
                  <a:pt x="362" y="387"/>
                </a:cubicBezTo>
                <a:cubicBezTo>
                  <a:pt x="363" y="387"/>
                  <a:pt x="363" y="386"/>
                  <a:pt x="363" y="386"/>
                </a:cubicBezTo>
                <a:cubicBezTo>
                  <a:pt x="364" y="385"/>
                  <a:pt x="363" y="385"/>
                  <a:pt x="363" y="384"/>
                </a:cubicBezTo>
                <a:cubicBezTo>
                  <a:pt x="363" y="384"/>
                  <a:pt x="362" y="383"/>
                  <a:pt x="362" y="383"/>
                </a:cubicBezTo>
                <a:cubicBezTo>
                  <a:pt x="361" y="382"/>
                  <a:pt x="360" y="382"/>
                  <a:pt x="359" y="382"/>
                </a:cubicBezTo>
                <a:cubicBezTo>
                  <a:pt x="358" y="382"/>
                  <a:pt x="357" y="381"/>
                  <a:pt x="356" y="381"/>
                </a:cubicBezTo>
                <a:cubicBezTo>
                  <a:pt x="355" y="381"/>
                  <a:pt x="354" y="382"/>
                  <a:pt x="353" y="382"/>
                </a:cubicBezTo>
                <a:close/>
                <a:moveTo>
                  <a:pt x="310" y="382"/>
                </a:moveTo>
                <a:cubicBezTo>
                  <a:pt x="309" y="382"/>
                  <a:pt x="308" y="382"/>
                  <a:pt x="307" y="383"/>
                </a:cubicBezTo>
                <a:cubicBezTo>
                  <a:pt x="306" y="383"/>
                  <a:pt x="305" y="384"/>
                  <a:pt x="305" y="384"/>
                </a:cubicBezTo>
                <a:cubicBezTo>
                  <a:pt x="304" y="385"/>
                  <a:pt x="304" y="385"/>
                  <a:pt x="304" y="386"/>
                </a:cubicBezTo>
                <a:cubicBezTo>
                  <a:pt x="303" y="386"/>
                  <a:pt x="304" y="387"/>
                  <a:pt x="304" y="387"/>
                </a:cubicBezTo>
                <a:cubicBezTo>
                  <a:pt x="304" y="388"/>
                  <a:pt x="305" y="388"/>
                  <a:pt x="305" y="389"/>
                </a:cubicBezTo>
                <a:cubicBezTo>
                  <a:pt x="306" y="389"/>
                  <a:pt x="307" y="390"/>
                  <a:pt x="308" y="390"/>
                </a:cubicBezTo>
                <a:cubicBezTo>
                  <a:pt x="309" y="390"/>
                  <a:pt x="310" y="390"/>
                  <a:pt x="311" y="390"/>
                </a:cubicBezTo>
                <a:cubicBezTo>
                  <a:pt x="312" y="390"/>
                  <a:pt x="313" y="390"/>
                  <a:pt x="314" y="390"/>
                </a:cubicBezTo>
                <a:cubicBezTo>
                  <a:pt x="315" y="390"/>
                  <a:pt x="316" y="389"/>
                  <a:pt x="317" y="389"/>
                </a:cubicBezTo>
                <a:cubicBezTo>
                  <a:pt x="318" y="388"/>
                  <a:pt x="319" y="388"/>
                  <a:pt x="320" y="387"/>
                </a:cubicBezTo>
                <a:cubicBezTo>
                  <a:pt x="320" y="387"/>
                  <a:pt x="321" y="386"/>
                  <a:pt x="321" y="386"/>
                </a:cubicBezTo>
                <a:cubicBezTo>
                  <a:pt x="321" y="385"/>
                  <a:pt x="321" y="385"/>
                  <a:pt x="320" y="384"/>
                </a:cubicBezTo>
                <a:cubicBezTo>
                  <a:pt x="320" y="384"/>
                  <a:pt x="320" y="383"/>
                  <a:pt x="319" y="383"/>
                </a:cubicBezTo>
                <a:cubicBezTo>
                  <a:pt x="318" y="382"/>
                  <a:pt x="318" y="382"/>
                  <a:pt x="317" y="382"/>
                </a:cubicBezTo>
                <a:cubicBezTo>
                  <a:pt x="316" y="382"/>
                  <a:pt x="315" y="381"/>
                  <a:pt x="313" y="381"/>
                </a:cubicBezTo>
                <a:cubicBezTo>
                  <a:pt x="312" y="381"/>
                  <a:pt x="311" y="382"/>
                  <a:pt x="310" y="382"/>
                </a:cubicBezTo>
                <a:close/>
                <a:moveTo>
                  <a:pt x="438" y="382"/>
                </a:moveTo>
                <a:cubicBezTo>
                  <a:pt x="437" y="382"/>
                  <a:pt x="436" y="382"/>
                  <a:pt x="435" y="383"/>
                </a:cubicBezTo>
                <a:cubicBezTo>
                  <a:pt x="434" y="383"/>
                  <a:pt x="433" y="384"/>
                  <a:pt x="433" y="384"/>
                </a:cubicBezTo>
                <a:cubicBezTo>
                  <a:pt x="432" y="385"/>
                  <a:pt x="432" y="385"/>
                  <a:pt x="432" y="386"/>
                </a:cubicBezTo>
                <a:cubicBezTo>
                  <a:pt x="431" y="386"/>
                  <a:pt x="432" y="387"/>
                  <a:pt x="432" y="387"/>
                </a:cubicBezTo>
                <a:cubicBezTo>
                  <a:pt x="432" y="388"/>
                  <a:pt x="433" y="388"/>
                  <a:pt x="433" y="389"/>
                </a:cubicBezTo>
                <a:cubicBezTo>
                  <a:pt x="434" y="389"/>
                  <a:pt x="435" y="390"/>
                  <a:pt x="436" y="390"/>
                </a:cubicBezTo>
                <a:cubicBezTo>
                  <a:pt x="437" y="390"/>
                  <a:pt x="438" y="390"/>
                  <a:pt x="439" y="390"/>
                </a:cubicBezTo>
                <a:cubicBezTo>
                  <a:pt x="440" y="390"/>
                  <a:pt x="441" y="390"/>
                  <a:pt x="443" y="390"/>
                </a:cubicBezTo>
                <a:cubicBezTo>
                  <a:pt x="444" y="390"/>
                  <a:pt x="445" y="389"/>
                  <a:pt x="445" y="389"/>
                </a:cubicBezTo>
                <a:cubicBezTo>
                  <a:pt x="446" y="388"/>
                  <a:pt x="447" y="388"/>
                  <a:pt x="448" y="387"/>
                </a:cubicBezTo>
                <a:cubicBezTo>
                  <a:pt x="448" y="387"/>
                  <a:pt x="449" y="386"/>
                  <a:pt x="449" y="386"/>
                </a:cubicBezTo>
                <a:cubicBezTo>
                  <a:pt x="449" y="385"/>
                  <a:pt x="449" y="385"/>
                  <a:pt x="448" y="384"/>
                </a:cubicBezTo>
                <a:cubicBezTo>
                  <a:pt x="448" y="384"/>
                  <a:pt x="448" y="383"/>
                  <a:pt x="447" y="383"/>
                </a:cubicBezTo>
                <a:cubicBezTo>
                  <a:pt x="446" y="382"/>
                  <a:pt x="445" y="382"/>
                  <a:pt x="444" y="382"/>
                </a:cubicBezTo>
                <a:cubicBezTo>
                  <a:pt x="444" y="382"/>
                  <a:pt x="442" y="381"/>
                  <a:pt x="441" y="381"/>
                </a:cubicBezTo>
                <a:cubicBezTo>
                  <a:pt x="440" y="381"/>
                  <a:pt x="439" y="382"/>
                  <a:pt x="438" y="382"/>
                </a:cubicBezTo>
                <a:close/>
                <a:moveTo>
                  <a:pt x="523" y="382"/>
                </a:moveTo>
                <a:cubicBezTo>
                  <a:pt x="522" y="382"/>
                  <a:pt x="521" y="382"/>
                  <a:pt x="520" y="383"/>
                </a:cubicBezTo>
                <a:cubicBezTo>
                  <a:pt x="519" y="383"/>
                  <a:pt x="519" y="384"/>
                  <a:pt x="518" y="384"/>
                </a:cubicBezTo>
                <a:cubicBezTo>
                  <a:pt x="517" y="385"/>
                  <a:pt x="517" y="385"/>
                  <a:pt x="517" y="386"/>
                </a:cubicBezTo>
                <a:cubicBezTo>
                  <a:pt x="517" y="386"/>
                  <a:pt x="517" y="387"/>
                  <a:pt x="517" y="387"/>
                </a:cubicBezTo>
                <a:cubicBezTo>
                  <a:pt x="518" y="388"/>
                  <a:pt x="518" y="388"/>
                  <a:pt x="519" y="389"/>
                </a:cubicBezTo>
                <a:cubicBezTo>
                  <a:pt x="520" y="389"/>
                  <a:pt x="520" y="390"/>
                  <a:pt x="521" y="390"/>
                </a:cubicBezTo>
                <a:cubicBezTo>
                  <a:pt x="522" y="390"/>
                  <a:pt x="523" y="390"/>
                  <a:pt x="525" y="390"/>
                </a:cubicBezTo>
                <a:cubicBezTo>
                  <a:pt x="526" y="390"/>
                  <a:pt x="527" y="390"/>
                  <a:pt x="528" y="390"/>
                </a:cubicBezTo>
                <a:cubicBezTo>
                  <a:pt x="529" y="390"/>
                  <a:pt x="530" y="389"/>
                  <a:pt x="531" y="389"/>
                </a:cubicBezTo>
                <a:cubicBezTo>
                  <a:pt x="532" y="388"/>
                  <a:pt x="533" y="388"/>
                  <a:pt x="533" y="387"/>
                </a:cubicBezTo>
                <a:cubicBezTo>
                  <a:pt x="534" y="387"/>
                  <a:pt x="534" y="386"/>
                  <a:pt x="534" y="386"/>
                </a:cubicBezTo>
                <a:cubicBezTo>
                  <a:pt x="534" y="385"/>
                  <a:pt x="534" y="385"/>
                  <a:pt x="534" y="384"/>
                </a:cubicBezTo>
                <a:cubicBezTo>
                  <a:pt x="533" y="384"/>
                  <a:pt x="533" y="383"/>
                  <a:pt x="532" y="383"/>
                </a:cubicBezTo>
                <a:cubicBezTo>
                  <a:pt x="532" y="382"/>
                  <a:pt x="531" y="382"/>
                  <a:pt x="530" y="382"/>
                </a:cubicBezTo>
                <a:cubicBezTo>
                  <a:pt x="529" y="382"/>
                  <a:pt x="528" y="381"/>
                  <a:pt x="526" y="381"/>
                </a:cubicBezTo>
                <a:cubicBezTo>
                  <a:pt x="525" y="381"/>
                  <a:pt x="524" y="382"/>
                  <a:pt x="523" y="382"/>
                </a:cubicBezTo>
                <a:close/>
                <a:moveTo>
                  <a:pt x="1887" y="382"/>
                </a:moveTo>
                <a:cubicBezTo>
                  <a:pt x="1886" y="382"/>
                  <a:pt x="1885" y="382"/>
                  <a:pt x="1884" y="383"/>
                </a:cubicBezTo>
                <a:cubicBezTo>
                  <a:pt x="1884" y="383"/>
                  <a:pt x="1883" y="384"/>
                  <a:pt x="1883" y="384"/>
                </a:cubicBezTo>
                <a:cubicBezTo>
                  <a:pt x="1882" y="385"/>
                  <a:pt x="1882" y="385"/>
                  <a:pt x="1882" y="386"/>
                </a:cubicBezTo>
                <a:cubicBezTo>
                  <a:pt x="1883" y="386"/>
                  <a:pt x="1883" y="387"/>
                  <a:pt x="1883" y="387"/>
                </a:cubicBezTo>
                <a:cubicBezTo>
                  <a:pt x="1884" y="388"/>
                  <a:pt x="1885" y="388"/>
                  <a:pt x="1886" y="389"/>
                </a:cubicBezTo>
                <a:cubicBezTo>
                  <a:pt x="1886" y="389"/>
                  <a:pt x="1887" y="390"/>
                  <a:pt x="1888" y="390"/>
                </a:cubicBezTo>
                <a:cubicBezTo>
                  <a:pt x="1889" y="390"/>
                  <a:pt x="1891" y="390"/>
                  <a:pt x="1892" y="390"/>
                </a:cubicBezTo>
                <a:cubicBezTo>
                  <a:pt x="1893" y="390"/>
                  <a:pt x="1894" y="390"/>
                  <a:pt x="1895" y="390"/>
                </a:cubicBezTo>
                <a:cubicBezTo>
                  <a:pt x="1896" y="390"/>
                  <a:pt x="1897" y="389"/>
                  <a:pt x="1898" y="389"/>
                </a:cubicBezTo>
                <a:cubicBezTo>
                  <a:pt x="1898" y="388"/>
                  <a:pt x="1899" y="388"/>
                  <a:pt x="1899" y="387"/>
                </a:cubicBezTo>
                <a:cubicBezTo>
                  <a:pt x="1900" y="387"/>
                  <a:pt x="1900" y="386"/>
                  <a:pt x="1900" y="386"/>
                </a:cubicBezTo>
                <a:cubicBezTo>
                  <a:pt x="1899" y="385"/>
                  <a:pt x="1899" y="385"/>
                  <a:pt x="1899" y="384"/>
                </a:cubicBezTo>
                <a:cubicBezTo>
                  <a:pt x="1898" y="384"/>
                  <a:pt x="1897" y="383"/>
                  <a:pt x="1896" y="383"/>
                </a:cubicBezTo>
                <a:cubicBezTo>
                  <a:pt x="1896" y="382"/>
                  <a:pt x="1895" y="382"/>
                  <a:pt x="1894" y="382"/>
                </a:cubicBezTo>
                <a:cubicBezTo>
                  <a:pt x="1893" y="382"/>
                  <a:pt x="1891" y="381"/>
                  <a:pt x="1890" y="381"/>
                </a:cubicBezTo>
                <a:cubicBezTo>
                  <a:pt x="1889" y="381"/>
                  <a:pt x="1888" y="382"/>
                  <a:pt x="1887" y="382"/>
                </a:cubicBezTo>
                <a:close/>
                <a:moveTo>
                  <a:pt x="2057" y="382"/>
                </a:moveTo>
                <a:cubicBezTo>
                  <a:pt x="2056" y="382"/>
                  <a:pt x="2056" y="382"/>
                  <a:pt x="2055" y="383"/>
                </a:cubicBezTo>
                <a:cubicBezTo>
                  <a:pt x="2054" y="383"/>
                  <a:pt x="2054" y="384"/>
                  <a:pt x="2053" y="384"/>
                </a:cubicBezTo>
                <a:cubicBezTo>
                  <a:pt x="2053" y="385"/>
                  <a:pt x="2053" y="385"/>
                  <a:pt x="2053" y="386"/>
                </a:cubicBezTo>
                <a:cubicBezTo>
                  <a:pt x="2053" y="386"/>
                  <a:pt x="2054" y="387"/>
                  <a:pt x="2054" y="387"/>
                </a:cubicBezTo>
                <a:cubicBezTo>
                  <a:pt x="2055" y="388"/>
                  <a:pt x="2056" y="388"/>
                  <a:pt x="2056" y="389"/>
                </a:cubicBezTo>
                <a:cubicBezTo>
                  <a:pt x="2057" y="389"/>
                  <a:pt x="2058" y="390"/>
                  <a:pt x="2059" y="390"/>
                </a:cubicBezTo>
                <a:cubicBezTo>
                  <a:pt x="2060" y="390"/>
                  <a:pt x="2062" y="390"/>
                  <a:pt x="2063" y="390"/>
                </a:cubicBezTo>
                <a:cubicBezTo>
                  <a:pt x="2064" y="390"/>
                  <a:pt x="2065" y="390"/>
                  <a:pt x="2066" y="390"/>
                </a:cubicBezTo>
                <a:cubicBezTo>
                  <a:pt x="2067" y="390"/>
                  <a:pt x="2068" y="389"/>
                  <a:pt x="2068" y="389"/>
                </a:cubicBezTo>
                <a:cubicBezTo>
                  <a:pt x="2069" y="388"/>
                  <a:pt x="2070" y="388"/>
                  <a:pt x="2070" y="387"/>
                </a:cubicBezTo>
                <a:cubicBezTo>
                  <a:pt x="2070" y="387"/>
                  <a:pt x="2070" y="386"/>
                  <a:pt x="2070" y="386"/>
                </a:cubicBezTo>
                <a:cubicBezTo>
                  <a:pt x="2070" y="385"/>
                  <a:pt x="2070" y="385"/>
                  <a:pt x="2069" y="384"/>
                </a:cubicBezTo>
                <a:cubicBezTo>
                  <a:pt x="2069" y="384"/>
                  <a:pt x="2068" y="383"/>
                  <a:pt x="2067" y="383"/>
                </a:cubicBezTo>
                <a:cubicBezTo>
                  <a:pt x="2066" y="382"/>
                  <a:pt x="2065" y="382"/>
                  <a:pt x="2064" y="382"/>
                </a:cubicBezTo>
                <a:cubicBezTo>
                  <a:pt x="2063" y="382"/>
                  <a:pt x="2062" y="381"/>
                  <a:pt x="2061" y="381"/>
                </a:cubicBezTo>
                <a:cubicBezTo>
                  <a:pt x="2059" y="381"/>
                  <a:pt x="2058" y="382"/>
                  <a:pt x="2057" y="382"/>
                </a:cubicBezTo>
                <a:close/>
                <a:moveTo>
                  <a:pt x="1930" y="382"/>
                </a:moveTo>
                <a:cubicBezTo>
                  <a:pt x="1929" y="382"/>
                  <a:pt x="1928" y="382"/>
                  <a:pt x="1927" y="383"/>
                </a:cubicBezTo>
                <a:cubicBezTo>
                  <a:pt x="1926" y="383"/>
                  <a:pt x="1926" y="384"/>
                  <a:pt x="1926" y="384"/>
                </a:cubicBezTo>
                <a:cubicBezTo>
                  <a:pt x="1925" y="385"/>
                  <a:pt x="1925" y="385"/>
                  <a:pt x="1925" y="386"/>
                </a:cubicBezTo>
                <a:cubicBezTo>
                  <a:pt x="1925" y="386"/>
                  <a:pt x="1926" y="387"/>
                  <a:pt x="1926" y="387"/>
                </a:cubicBezTo>
                <a:cubicBezTo>
                  <a:pt x="1927" y="388"/>
                  <a:pt x="1927" y="388"/>
                  <a:pt x="1928" y="389"/>
                </a:cubicBezTo>
                <a:cubicBezTo>
                  <a:pt x="1929" y="389"/>
                  <a:pt x="1930" y="390"/>
                  <a:pt x="1931" y="390"/>
                </a:cubicBezTo>
                <a:cubicBezTo>
                  <a:pt x="1932" y="390"/>
                  <a:pt x="1933" y="390"/>
                  <a:pt x="1935" y="390"/>
                </a:cubicBezTo>
                <a:cubicBezTo>
                  <a:pt x="1936" y="390"/>
                  <a:pt x="1937" y="390"/>
                  <a:pt x="1938" y="390"/>
                </a:cubicBezTo>
                <a:cubicBezTo>
                  <a:pt x="1939" y="390"/>
                  <a:pt x="1940" y="389"/>
                  <a:pt x="1940" y="389"/>
                </a:cubicBezTo>
                <a:cubicBezTo>
                  <a:pt x="1941" y="388"/>
                  <a:pt x="1942" y="388"/>
                  <a:pt x="1942" y="387"/>
                </a:cubicBezTo>
                <a:cubicBezTo>
                  <a:pt x="1942" y="387"/>
                  <a:pt x="1942" y="386"/>
                  <a:pt x="1942" y="386"/>
                </a:cubicBezTo>
                <a:cubicBezTo>
                  <a:pt x="1942" y="385"/>
                  <a:pt x="1942" y="385"/>
                  <a:pt x="1941" y="384"/>
                </a:cubicBezTo>
                <a:cubicBezTo>
                  <a:pt x="1941" y="384"/>
                  <a:pt x="1940" y="383"/>
                  <a:pt x="1939" y="383"/>
                </a:cubicBezTo>
                <a:cubicBezTo>
                  <a:pt x="1938" y="382"/>
                  <a:pt x="1937" y="382"/>
                  <a:pt x="1936" y="382"/>
                </a:cubicBezTo>
                <a:cubicBezTo>
                  <a:pt x="1935" y="382"/>
                  <a:pt x="1934" y="381"/>
                  <a:pt x="1933" y="381"/>
                </a:cubicBezTo>
                <a:cubicBezTo>
                  <a:pt x="1932" y="381"/>
                  <a:pt x="1931" y="382"/>
                  <a:pt x="1930" y="382"/>
                </a:cubicBezTo>
                <a:close/>
                <a:moveTo>
                  <a:pt x="1759" y="382"/>
                </a:moveTo>
                <a:cubicBezTo>
                  <a:pt x="1758" y="382"/>
                  <a:pt x="1757" y="382"/>
                  <a:pt x="1757" y="383"/>
                </a:cubicBezTo>
                <a:cubicBezTo>
                  <a:pt x="1756" y="383"/>
                  <a:pt x="1755" y="384"/>
                  <a:pt x="1755" y="384"/>
                </a:cubicBezTo>
                <a:cubicBezTo>
                  <a:pt x="1755" y="385"/>
                  <a:pt x="1754" y="385"/>
                  <a:pt x="1754" y="386"/>
                </a:cubicBezTo>
                <a:cubicBezTo>
                  <a:pt x="1755" y="386"/>
                  <a:pt x="1755" y="387"/>
                  <a:pt x="1755" y="387"/>
                </a:cubicBezTo>
                <a:cubicBezTo>
                  <a:pt x="1756" y="388"/>
                  <a:pt x="1757" y="388"/>
                  <a:pt x="1757" y="389"/>
                </a:cubicBezTo>
                <a:cubicBezTo>
                  <a:pt x="1758" y="389"/>
                  <a:pt x="1759" y="390"/>
                  <a:pt x="1760" y="390"/>
                </a:cubicBezTo>
                <a:cubicBezTo>
                  <a:pt x="1761" y="390"/>
                  <a:pt x="1762" y="390"/>
                  <a:pt x="1764" y="390"/>
                </a:cubicBezTo>
                <a:cubicBezTo>
                  <a:pt x="1765" y="390"/>
                  <a:pt x="1766" y="390"/>
                  <a:pt x="1767" y="390"/>
                </a:cubicBezTo>
                <a:cubicBezTo>
                  <a:pt x="1768" y="390"/>
                  <a:pt x="1769" y="389"/>
                  <a:pt x="1769" y="389"/>
                </a:cubicBezTo>
                <a:cubicBezTo>
                  <a:pt x="1770" y="388"/>
                  <a:pt x="1771" y="388"/>
                  <a:pt x="1771" y="387"/>
                </a:cubicBezTo>
                <a:cubicBezTo>
                  <a:pt x="1771" y="387"/>
                  <a:pt x="1772" y="386"/>
                  <a:pt x="1772" y="386"/>
                </a:cubicBezTo>
                <a:cubicBezTo>
                  <a:pt x="1771" y="385"/>
                  <a:pt x="1771" y="385"/>
                  <a:pt x="1771" y="384"/>
                </a:cubicBezTo>
                <a:cubicBezTo>
                  <a:pt x="1770" y="384"/>
                  <a:pt x="1769" y="383"/>
                  <a:pt x="1769" y="383"/>
                </a:cubicBezTo>
                <a:cubicBezTo>
                  <a:pt x="1768" y="382"/>
                  <a:pt x="1767" y="382"/>
                  <a:pt x="1766" y="382"/>
                </a:cubicBezTo>
                <a:cubicBezTo>
                  <a:pt x="1765" y="382"/>
                  <a:pt x="1764" y="381"/>
                  <a:pt x="1762" y="381"/>
                </a:cubicBezTo>
                <a:cubicBezTo>
                  <a:pt x="1761" y="381"/>
                  <a:pt x="1760" y="382"/>
                  <a:pt x="1759" y="382"/>
                </a:cubicBezTo>
                <a:close/>
                <a:moveTo>
                  <a:pt x="1546" y="382"/>
                </a:moveTo>
                <a:cubicBezTo>
                  <a:pt x="1545" y="382"/>
                  <a:pt x="1544" y="382"/>
                  <a:pt x="1543" y="383"/>
                </a:cubicBezTo>
                <a:cubicBezTo>
                  <a:pt x="1543" y="383"/>
                  <a:pt x="1542" y="384"/>
                  <a:pt x="1542" y="384"/>
                </a:cubicBezTo>
                <a:cubicBezTo>
                  <a:pt x="1541" y="385"/>
                  <a:pt x="1541" y="385"/>
                  <a:pt x="1541" y="386"/>
                </a:cubicBezTo>
                <a:cubicBezTo>
                  <a:pt x="1541" y="386"/>
                  <a:pt x="1541" y="387"/>
                  <a:pt x="1542" y="387"/>
                </a:cubicBezTo>
                <a:cubicBezTo>
                  <a:pt x="1542" y="388"/>
                  <a:pt x="1543" y="388"/>
                  <a:pt x="1544" y="389"/>
                </a:cubicBezTo>
                <a:cubicBezTo>
                  <a:pt x="1545" y="389"/>
                  <a:pt x="1546" y="390"/>
                  <a:pt x="1547" y="390"/>
                </a:cubicBezTo>
                <a:cubicBezTo>
                  <a:pt x="1548" y="390"/>
                  <a:pt x="1549" y="390"/>
                  <a:pt x="1550" y="390"/>
                </a:cubicBezTo>
                <a:cubicBezTo>
                  <a:pt x="1551" y="390"/>
                  <a:pt x="1552" y="390"/>
                  <a:pt x="1553" y="390"/>
                </a:cubicBezTo>
                <a:cubicBezTo>
                  <a:pt x="1554" y="390"/>
                  <a:pt x="1555" y="389"/>
                  <a:pt x="1556" y="389"/>
                </a:cubicBezTo>
                <a:cubicBezTo>
                  <a:pt x="1557" y="388"/>
                  <a:pt x="1557" y="388"/>
                  <a:pt x="1558" y="387"/>
                </a:cubicBezTo>
                <a:cubicBezTo>
                  <a:pt x="1558" y="387"/>
                  <a:pt x="1558" y="386"/>
                  <a:pt x="1558" y="386"/>
                </a:cubicBezTo>
                <a:cubicBezTo>
                  <a:pt x="1558" y="385"/>
                  <a:pt x="1558" y="385"/>
                  <a:pt x="1557" y="384"/>
                </a:cubicBezTo>
                <a:cubicBezTo>
                  <a:pt x="1557" y="384"/>
                  <a:pt x="1556" y="383"/>
                  <a:pt x="1555" y="383"/>
                </a:cubicBezTo>
                <a:cubicBezTo>
                  <a:pt x="1555" y="382"/>
                  <a:pt x="1554" y="382"/>
                  <a:pt x="1553" y="382"/>
                </a:cubicBezTo>
                <a:cubicBezTo>
                  <a:pt x="1552" y="382"/>
                  <a:pt x="1550" y="381"/>
                  <a:pt x="1549" y="381"/>
                </a:cubicBezTo>
                <a:cubicBezTo>
                  <a:pt x="1548" y="381"/>
                  <a:pt x="1547" y="382"/>
                  <a:pt x="1546" y="382"/>
                </a:cubicBezTo>
                <a:close/>
                <a:moveTo>
                  <a:pt x="1844" y="382"/>
                </a:moveTo>
                <a:cubicBezTo>
                  <a:pt x="1843" y="382"/>
                  <a:pt x="1842" y="382"/>
                  <a:pt x="1842" y="383"/>
                </a:cubicBezTo>
                <a:cubicBezTo>
                  <a:pt x="1841" y="383"/>
                  <a:pt x="1841" y="384"/>
                  <a:pt x="1840" y="384"/>
                </a:cubicBezTo>
                <a:cubicBezTo>
                  <a:pt x="1840" y="385"/>
                  <a:pt x="1840" y="385"/>
                  <a:pt x="1840" y="386"/>
                </a:cubicBezTo>
                <a:cubicBezTo>
                  <a:pt x="1840" y="386"/>
                  <a:pt x="1840" y="387"/>
                  <a:pt x="1841" y="387"/>
                </a:cubicBezTo>
                <a:cubicBezTo>
                  <a:pt x="1841" y="388"/>
                  <a:pt x="1842" y="388"/>
                  <a:pt x="1843" y="389"/>
                </a:cubicBezTo>
                <a:cubicBezTo>
                  <a:pt x="1844" y="389"/>
                  <a:pt x="1845" y="390"/>
                  <a:pt x="1846" y="390"/>
                </a:cubicBezTo>
                <a:cubicBezTo>
                  <a:pt x="1847" y="390"/>
                  <a:pt x="1848" y="390"/>
                  <a:pt x="1849" y="390"/>
                </a:cubicBezTo>
                <a:cubicBezTo>
                  <a:pt x="1850" y="390"/>
                  <a:pt x="1851" y="390"/>
                  <a:pt x="1852" y="390"/>
                </a:cubicBezTo>
                <a:cubicBezTo>
                  <a:pt x="1853" y="390"/>
                  <a:pt x="1854" y="389"/>
                  <a:pt x="1855" y="389"/>
                </a:cubicBezTo>
                <a:cubicBezTo>
                  <a:pt x="1856" y="388"/>
                  <a:pt x="1856" y="388"/>
                  <a:pt x="1857" y="387"/>
                </a:cubicBezTo>
                <a:cubicBezTo>
                  <a:pt x="1857" y="387"/>
                  <a:pt x="1857" y="386"/>
                  <a:pt x="1857" y="386"/>
                </a:cubicBezTo>
                <a:cubicBezTo>
                  <a:pt x="1857" y="385"/>
                  <a:pt x="1856" y="385"/>
                  <a:pt x="1856" y="384"/>
                </a:cubicBezTo>
                <a:cubicBezTo>
                  <a:pt x="1855" y="384"/>
                  <a:pt x="1855" y="383"/>
                  <a:pt x="1854" y="383"/>
                </a:cubicBezTo>
                <a:cubicBezTo>
                  <a:pt x="1853" y="382"/>
                  <a:pt x="1852" y="382"/>
                  <a:pt x="1851" y="382"/>
                </a:cubicBezTo>
                <a:cubicBezTo>
                  <a:pt x="1850" y="382"/>
                  <a:pt x="1849" y="381"/>
                  <a:pt x="1848" y="381"/>
                </a:cubicBezTo>
                <a:cubicBezTo>
                  <a:pt x="1846" y="381"/>
                  <a:pt x="1845" y="382"/>
                  <a:pt x="1844" y="382"/>
                </a:cubicBezTo>
                <a:close/>
                <a:moveTo>
                  <a:pt x="1802" y="382"/>
                </a:moveTo>
                <a:cubicBezTo>
                  <a:pt x="1801" y="382"/>
                  <a:pt x="1800" y="382"/>
                  <a:pt x="1799" y="383"/>
                </a:cubicBezTo>
                <a:cubicBezTo>
                  <a:pt x="1798" y="383"/>
                  <a:pt x="1798" y="384"/>
                  <a:pt x="1798" y="384"/>
                </a:cubicBezTo>
                <a:cubicBezTo>
                  <a:pt x="1797" y="385"/>
                  <a:pt x="1797" y="385"/>
                  <a:pt x="1797" y="386"/>
                </a:cubicBezTo>
                <a:cubicBezTo>
                  <a:pt x="1797" y="386"/>
                  <a:pt x="1798" y="387"/>
                  <a:pt x="1798" y="387"/>
                </a:cubicBezTo>
                <a:cubicBezTo>
                  <a:pt x="1799" y="388"/>
                  <a:pt x="1799" y="388"/>
                  <a:pt x="1800" y="389"/>
                </a:cubicBezTo>
                <a:cubicBezTo>
                  <a:pt x="1801" y="389"/>
                  <a:pt x="1802" y="390"/>
                  <a:pt x="1803" y="390"/>
                </a:cubicBezTo>
                <a:cubicBezTo>
                  <a:pt x="1804" y="390"/>
                  <a:pt x="1805" y="390"/>
                  <a:pt x="1806" y="390"/>
                </a:cubicBezTo>
                <a:cubicBezTo>
                  <a:pt x="1808" y="390"/>
                  <a:pt x="1809" y="390"/>
                  <a:pt x="1810" y="390"/>
                </a:cubicBezTo>
                <a:cubicBezTo>
                  <a:pt x="1811" y="390"/>
                  <a:pt x="1812" y="389"/>
                  <a:pt x="1812" y="389"/>
                </a:cubicBezTo>
                <a:cubicBezTo>
                  <a:pt x="1813" y="388"/>
                  <a:pt x="1814" y="388"/>
                  <a:pt x="1814" y="387"/>
                </a:cubicBezTo>
                <a:cubicBezTo>
                  <a:pt x="1814" y="387"/>
                  <a:pt x="1814" y="386"/>
                  <a:pt x="1814" y="386"/>
                </a:cubicBezTo>
                <a:cubicBezTo>
                  <a:pt x="1814" y="385"/>
                  <a:pt x="1814" y="385"/>
                  <a:pt x="1813" y="384"/>
                </a:cubicBezTo>
                <a:cubicBezTo>
                  <a:pt x="1813" y="384"/>
                  <a:pt x="1812" y="383"/>
                  <a:pt x="1811" y="383"/>
                </a:cubicBezTo>
                <a:cubicBezTo>
                  <a:pt x="1810" y="382"/>
                  <a:pt x="1809" y="382"/>
                  <a:pt x="1808" y="382"/>
                </a:cubicBezTo>
                <a:cubicBezTo>
                  <a:pt x="1807" y="382"/>
                  <a:pt x="1806" y="381"/>
                  <a:pt x="1805" y="381"/>
                </a:cubicBezTo>
                <a:cubicBezTo>
                  <a:pt x="1804" y="381"/>
                  <a:pt x="1803" y="382"/>
                  <a:pt x="1802" y="382"/>
                </a:cubicBezTo>
                <a:close/>
                <a:moveTo>
                  <a:pt x="1503" y="382"/>
                </a:moveTo>
                <a:cubicBezTo>
                  <a:pt x="1502" y="382"/>
                  <a:pt x="1501" y="382"/>
                  <a:pt x="1501" y="383"/>
                </a:cubicBezTo>
                <a:cubicBezTo>
                  <a:pt x="1500" y="383"/>
                  <a:pt x="1499" y="384"/>
                  <a:pt x="1499" y="384"/>
                </a:cubicBezTo>
                <a:cubicBezTo>
                  <a:pt x="1499" y="385"/>
                  <a:pt x="1498" y="385"/>
                  <a:pt x="1498" y="386"/>
                </a:cubicBezTo>
                <a:cubicBezTo>
                  <a:pt x="1499" y="386"/>
                  <a:pt x="1499" y="387"/>
                  <a:pt x="1499" y="387"/>
                </a:cubicBezTo>
                <a:cubicBezTo>
                  <a:pt x="1500" y="388"/>
                  <a:pt x="1500" y="388"/>
                  <a:pt x="1501" y="389"/>
                </a:cubicBezTo>
                <a:cubicBezTo>
                  <a:pt x="1502" y="389"/>
                  <a:pt x="1503" y="390"/>
                  <a:pt x="1504" y="390"/>
                </a:cubicBezTo>
                <a:cubicBezTo>
                  <a:pt x="1505" y="390"/>
                  <a:pt x="1506" y="390"/>
                  <a:pt x="1507" y="390"/>
                </a:cubicBezTo>
                <a:cubicBezTo>
                  <a:pt x="1508" y="390"/>
                  <a:pt x="1510" y="390"/>
                  <a:pt x="1511" y="390"/>
                </a:cubicBezTo>
                <a:cubicBezTo>
                  <a:pt x="1512" y="390"/>
                  <a:pt x="1512" y="389"/>
                  <a:pt x="1513" y="389"/>
                </a:cubicBezTo>
                <a:cubicBezTo>
                  <a:pt x="1514" y="388"/>
                  <a:pt x="1515" y="388"/>
                  <a:pt x="1515" y="387"/>
                </a:cubicBezTo>
                <a:cubicBezTo>
                  <a:pt x="1515" y="387"/>
                  <a:pt x="1516" y="386"/>
                  <a:pt x="1515" y="386"/>
                </a:cubicBezTo>
                <a:cubicBezTo>
                  <a:pt x="1515" y="385"/>
                  <a:pt x="1515" y="385"/>
                  <a:pt x="1515" y="384"/>
                </a:cubicBezTo>
                <a:cubicBezTo>
                  <a:pt x="1514" y="384"/>
                  <a:pt x="1514" y="383"/>
                  <a:pt x="1513" y="383"/>
                </a:cubicBezTo>
                <a:cubicBezTo>
                  <a:pt x="1512" y="382"/>
                  <a:pt x="1511" y="382"/>
                  <a:pt x="1510" y="382"/>
                </a:cubicBezTo>
                <a:cubicBezTo>
                  <a:pt x="1509" y="382"/>
                  <a:pt x="1508" y="381"/>
                  <a:pt x="1507" y="381"/>
                </a:cubicBezTo>
                <a:cubicBezTo>
                  <a:pt x="1505" y="381"/>
                  <a:pt x="1504" y="382"/>
                  <a:pt x="1503" y="382"/>
                </a:cubicBezTo>
                <a:close/>
                <a:moveTo>
                  <a:pt x="1631" y="382"/>
                </a:moveTo>
                <a:cubicBezTo>
                  <a:pt x="1630" y="382"/>
                  <a:pt x="1629" y="382"/>
                  <a:pt x="1629" y="383"/>
                </a:cubicBezTo>
                <a:cubicBezTo>
                  <a:pt x="1628" y="383"/>
                  <a:pt x="1627" y="384"/>
                  <a:pt x="1627" y="384"/>
                </a:cubicBezTo>
                <a:cubicBezTo>
                  <a:pt x="1627" y="385"/>
                  <a:pt x="1626" y="385"/>
                  <a:pt x="1626" y="386"/>
                </a:cubicBezTo>
                <a:cubicBezTo>
                  <a:pt x="1627" y="386"/>
                  <a:pt x="1627" y="387"/>
                  <a:pt x="1627" y="387"/>
                </a:cubicBezTo>
                <a:cubicBezTo>
                  <a:pt x="1628" y="388"/>
                  <a:pt x="1628" y="388"/>
                  <a:pt x="1629" y="389"/>
                </a:cubicBezTo>
                <a:cubicBezTo>
                  <a:pt x="1630" y="389"/>
                  <a:pt x="1631" y="390"/>
                  <a:pt x="1632" y="390"/>
                </a:cubicBezTo>
                <a:cubicBezTo>
                  <a:pt x="1633" y="390"/>
                  <a:pt x="1634" y="390"/>
                  <a:pt x="1635" y="390"/>
                </a:cubicBezTo>
                <a:cubicBezTo>
                  <a:pt x="1637" y="390"/>
                  <a:pt x="1638" y="390"/>
                  <a:pt x="1639" y="390"/>
                </a:cubicBezTo>
                <a:cubicBezTo>
                  <a:pt x="1640" y="390"/>
                  <a:pt x="1641" y="389"/>
                  <a:pt x="1641" y="389"/>
                </a:cubicBezTo>
                <a:cubicBezTo>
                  <a:pt x="1642" y="388"/>
                  <a:pt x="1643" y="388"/>
                  <a:pt x="1643" y="387"/>
                </a:cubicBezTo>
                <a:cubicBezTo>
                  <a:pt x="1643" y="387"/>
                  <a:pt x="1644" y="386"/>
                  <a:pt x="1644" y="386"/>
                </a:cubicBezTo>
                <a:cubicBezTo>
                  <a:pt x="1643" y="385"/>
                  <a:pt x="1643" y="385"/>
                  <a:pt x="1643" y="384"/>
                </a:cubicBezTo>
                <a:cubicBezTo>
                  <a:pt x="1642" y="384"/>
                  <a:pt x="1641" y="383"/>
                  <a:pt x="1641" y="383"/>
                </a:cubicBezTo>
                <a:cubicBezTo>
                  <a:pt x="1640" y="382"/>
                  <a:pt x="1639" y="382"/>
                  <a:pt x="1638" y="382"/>
                </a:cubicBezTo>
                <a:cubicBezTo>
                  <a:pt x="1637" y="382"/>
                  <a:pt x="1636" y="381"/>
                  <a:pt x="1634" y="381"/>
                </a:cubicBezTo>
                <a:cubicBezTo>
                  <a:pt x="1633" y="381"/>
                  <a:pt x="1632" y="382"/>
                  <a:pt x="1631" y="382"/>
                </a:cubicBezTo>
                <a:close/>
                <a:moveTo>
                  <a:pt x="1589" y="382"/>
                </a:moveTo>
                <a:cubicBezTo>
                  <a:pt x="1588" y="382"/>
                  <a:pt x="1587" y="382"/>
                  <a:pt x="1586" y="383"/>
                </a:cubicBezTo>
                <a:cubicBezTo>
                  <a:pt x="1585" y="383"/>
                  <a:pt x="1585" y="384"/>
                  <a:pt x="1584" y="384"/>
                </a:cubicBezTo>
                <a:cubicBezTo>
                  <a:pt x="1584" y="385"/>
                  <a:pt x="1584" y="385"/>
                  <a:pt x="1584" y="386"/>
                </a:cubicBezTo>
                <a:cubicBezTo>
                  <a:pt x="1584" y="386"/>
                  <a:pt x="1584" y="387"/>
                  <a:pt x="1585" y="387"/>
                </a:cubicBezTo>
                <a:cubicBezTo>
                  <a:pt x="1585" y="388"/>
                  <a:pt x="1586" y="388"/>
                  <a:pt x="1587" y="389"/>
                </a:cubicBezTo>
                <a:cubicBezTo>
                  <a:pt x="1587" y="389"/>
                  <a:pt x="1588" y="390"/>
                  <a:pt x="1589" y="390"/>
                </a:cubicBezTo>
                <a:cubicBezTo>
                  <a:pt x="1590" y="390"/>
                  <a:pt x="1592" y="390"/>
                  <a:pt x="1593" y="390"/>
                </a:cubicBezTo>
                <a:cubicBezTo>
                  <a:pt x="1594" y="390"/>
                  <a:pt x="1595" y="390"/>
                  <a:pt x="1596" y="390"/>
                </a:cubicBezTo>
                <a:cubicBezTo>
                  <a:pt x="1597" y="390"/>
                  <a:pt x="1598" y="389"/>
                  <a:pt x="1599" y="389"/>
                </a:cubicBezTo>
                <a:cubicBezTo>
                  <a:pt x="1599" y="388"/>
                  <a:pt x="1600" y="388"/>
                  <a:pt x="1600" y="387"/>
                </a:cubicBezTo>
                <a:cubicBezTo>
                  <a:pt x="1601" y="387"/>
                  <a:pt x="1601" y="386"/>
                  <a:pt x="1601" y="386"/>
                </a:cubicBezTo>
                <a:cubicBezTo>
                  <a:pt x="1601" y="385"/>
                  <a:pt x="1601" y="385"/>
                  <a:pt x="1600" y="384"/>
                </a:cubicBezTo>
                <a:cubicBezTo>
                  <a:pt x="1600" y="384"/>
                  <a:pt x="1599" y="383"/>
                  <a:pt x="1598" y="383"/>
                </a:cubicBezTo>
                <a:cubicBezTo>
                  <a:pt x="1597" y="382"/>
                  <a:pt x="1596" y="382"/>
                  <a:pt x="1595" y="382"/>
                </a:cubicBezTo>
                <a:cubicBezTo>
                  <a:pt x="1594" y="382"/>
                  <a:pt x="1593" y="381"/>
                  <a:pt x="1592" y="381"/>
                </a:cubicBezTo>
                <a:cubicBezTo>
                  <a:pt x="1591" y="381"/>
                  <a:pt x="1590" y="382"/>
                  <a:pt x="1589" y="382"/>
                </a:cubicBezTo>
                <a:close/>
                <a:moveTo>
                  <a:pt x="2015" y="382"/>
                </a:moveTo>
                <a:cubicBezTo>
                  <a:pt x="2014" y="382"/>
                  <a:pt x="2013" y="382"/>
                  <a:pt x="2012" y="383"/>
                </a:cubicBezTo>
                <a:cubicBezTo>
                  <a:pt x="2012" y="383"/>
                  <a:pt x="2011" y="384"/>
                  <a:pt x="2011" y="384"/>
                </a:cubicBezTo>
                <a:cubicBezTo>
                  <a:pt x="2010" y="385"/>
                  <a:pt x="2010" y="385"/>
                  <a:pt x="2010" y="386"/>
                </a:cubicBezTo>
                <a:cubicBezTo>
                  <a:pt x="2011" y="386"/>
                  <a:pt x="2011" y="387"/>
                  <a:pt x="2012" y="387"/>
                </a:cubicBezTo>
                <a:cubicBezTo>
                  <a:pt x="2012" y="388"/>
                  <a:pt x="2013" y="388"/>
                  <a:pt x="2014" y="389"/>
                </a:cubicBezTo>
                <a:cubicBezTo>
                  <a:pt x="2015" y="389"/>
                  <a:pt x="2016" y="390"/>
                  <a:pt x="2017" y="390"/>
                </a:cubicBezTo>
                <a:cubicBezTo>
                  <a:pt x="2018" y="390"/>
                  <a:pt x="2019" y="390"/>
                  <a:pt x="2020" y="390"/>
                </a:cubicBezTo>
                <a:cubicBezTo>
                  <a:pt x="2021" y="390"/>
                  <a:pt x="2022" y="390"/>
                  <a:pt x="2023" y="390"/>
                </a:cubicBezTo>
                <a:cubicBezTo>
                  <a:pt x="2024" y="390"/>
                  <a:pt x="2025" y="389"/>
                  <a:pt x="2026" y="389"/>
                </a:cubicBezTo>
                <a:cubicBezTo>
                  <a:pt x="2026" y="388"/>
                  <a:pt x="2027" y="388"/>
                  <a:pt x="2027" y="387"/>
                </a:cubicBezTo>
                <a:cubicBezTo>
                  <a:pt x="2028" y="387"/>
                  <a:pt x="2028" y="386"/>
                  <a:pt x="2028" y="386"/>
                </a:cubicBezTo>
                <a:cubicBezTo>
                  <a:pt x="2027" y="385"/>
                  <a:pt x="2027" y="385"/>
                  <a:pt x="2027" y="384"/>
                </a:cubicBezTo>
                <a:cubicBezTo>
                  <a:pt x="2026" y="384"/>
                  <a:pt x="2025" y="383"/>
                  <a:pt x="2024" y="383"/>
                </a:cubicBezTo>
                <a:cubicBezTo>
                  <a:pt x="2024" y="382"/>
                  <a:pt x="2023" y="382"/>
                  <a:pt x="2021" y="382"/>
                </a:cubicBezTo>
                <a:cubicBezTo>
                  <a:pt x="2020" y="382"/>
                  <a:pt x="2019" y="381"/>
                  <a:pt x="2018" y="381"/>
                </a:cubicBezTo>
                <a:cubicBezTo>
                  <a:pt x="2017" y="381"/>
                  <a:pt x="2016" y="382"/>
                  <a:pt x="2015" y="382"/>
                </a:cubicBezTo>
                <a:close/>
                <a:moveTo>
                  <a:pt x="1972" y="382"/>
                </a:moveTo>
                <a:cubicBezTo>
                  <a:pt x="1971" y="382"/>
                  <a:pt x="1970" y="382"/>
                  <a:pt x="1970" y="383"/>
                </a:cubicBezTo>
                <a:cubicBezTo>
                  <a:pt x="1969" y="383"/>
                  <a:pt x="1968" y="384"/>
                  <a:pt x="1968" y="384"/>
                </a:cubicBezTo>
                <a:cubicBezTo>
                  <a:pt x="1968" y="385"/>
                  <a:pt x="1968" y="385"/>
                  <a:pt x="1968" y="386"/>
                </a:cubicBezTo>
                <a:cubicBezTo>
                  <a:pt x="1968" y="386"/>
                  <a:pt x="1968" y="387"/>
                  <a:pt x="1969" y="387"/>
                </a:cubicBezTo>
                <a:cubicBezTo>
                  <a:pt x="1969" y="388"/>
                  <a:pt x="1970" y="388"/>
                  <a:pt x="1971" y="389"/>
                </a:cubicBezTo>
                <a:cubicBezTo>
                  <a:pt x="1972" y="389"/>
                  <a:pt x="1973" y="390"/>
                  <a:pt x="1974" y="390"/>
                </a:cubicBezTo>
                <a:cubicBezTo>
                  <a:pt x="1975" y="390"/>
                  <a:pt x="1976" y="390"/>
                  <a:pt x="1977" y="390"/>
                </a:cubicBezTo>
                <a:cubicBezTo>
                  <a:pt x="1978" y="390"/>
                  <a:pt x="1980" y="390"/>
                  <a:pt x="1981" y="390"/>
                </a:cubicBezTo>
                <a:cubicBezTo>
                  <a:pt x="1982" y="390"/>
                  <a:pt x="1982" y="389"/>
                  <a:pt x="1983" y="389"/>
                </a:cubicBezTo>
                <a:cubicBezTo>
                  <a:pt x="1984" y="388"/>
                  <a:pt x="1984" y="388"/>
                  <a:pt x="1985" y="387"/>
                </a:cubicBezTo>
                <a:cubicBezTo>
                  <a:pt x="1985" y="387"/>
                  <a:pt x="1985" y="386"/>
                  <a:pt x="1985" y="386"/>
                </a:cubicBezTo>
                <a:cubicBezTo>
                  <a:pt x="1985" y="385"/>
                  <a:pt x="1984" y="385"/>
                  <a:pt x="1984" y="384"/>
                </a:cubicBezTo>
                <a:cubicBezTo>
                  <a:pt x="1983" y="384"/>
                  <a:pt x="1983" y="383"/>
                  <a:pt x="1982" y="383"/>
                </a:cubicBezTo>
                <a:cubicBezTo>
                  <a:pt x="1981" y="382"/>
                  <a:pt x="1980" y="382"/>
                  <a:pt x="1979" y="382"/>
                </a:cubicBezTo>
                <a:cubicBezTo>
                  <a:pt x="1978" y="382"/>
                  <a:pt x="1977" y="381"/>
                  <a:pt x="1975" y="381"/>
                </a:cubicBezTo>
                <a:cubicBezTo>
                  <a:pt x="1974" y="381"/>
                  <a:pt x="1973" y="382"/>
                  <a:pt x="1972" y="382"/>
                </a:cubicBezTo>
                <a:close/>
                <a:moveTo>
                  <a:pt x="458" y="392"/>
                </a:moveTo>
                <a:cubicBezTo>
                  <a:pt x="457" y="392"/>
                  <a:pt x="456" y="393"/>
                  <a:pt x="456" y="393"/>
                </a:cubicBezTo>
                <a:cubicBezTo>
                  <a:pt x="455" y="393"/>
                  <a:pt x="455" y="393"/>
                  <a:pt x="454" y="393"/>
                </a:cubicBezTo>
                <a:cubicBezTo>
                  <a:pt x="453" y="394"/>
                  <a:pt x="453" y="394"/>
                  <a:pt x="452" y="394"/>
                </a:cubicBezTo>
                <a:cubicBezTo>
                  <a:pt x="451" y="395"/>
                  <a:pt x="450" y="396"/>
                  <a:pt x="450" y="397"/>
                </a:cubicBezTo>
                <a:cubicBezTo>
                  <a:pt x="450" y="398"/>
                  <a:pt x="451" y="398"/>
                  <a:pt x="451" y="399"/>
                </a:cubicBezTo>
                <a:cubicBezTo>
                  <a:pt x="451" y="399"/>
                  <a:pt x="452" y="400"/>
                  <a:pt x="453" y="400"/>
                </a:cubicBezTo>
                <a:cubicBezTo>
                  <a:pt x="453" y="400"/>
                  <a:pt x="454" y="401"/>
                  <a:pt x="455" y="401"/>
                </a:cubicBezTo>
                <a:cubicBezTo>
                  <a:pt x="456" y="401"/>
                  <a:pt x="457" y="401"/>
                  <a:pt x="458" y="401"/>
                </a:cubicBezTo>
                <a:cubicBezTo>
                  <a:pt x="459" y="401"/>
                  <a:pt x="460" y="401"/>
                  <a:pt x="461" y="401"/>
                </a:cubicBezTo>
                <a:cubicBezTo>
                  <a:pt x="462" y="401"/>
                  <a:pt x="463" y="400"/>
                  <a:pt x="464" y="400"/>
                </a:cubicBezTo>
                <a:cubicBezTo>
                  <a:pt x="464" y="400"/>
                  <a:pt x="465" y="399"/>
                  <a:pt x="466" y="399"/>
                </a:cubicBezTo>
                <a:cubicBezTo>
                  <a:pt x="466" y="398"/>
                  <a:pt x="467" y="398"/>
                  <a:pt x="468" y="397"/>
                </a:cubicBezTo>
                <a:cubicBezTo>
                  <a:pt x="468" y="396"/>
                  <a:pt x="468" y="396"/>
                  <a:pt x="468" y="396"/>
                </a:cubicBezTo>
                <a:cubicBezTo>
                  <a:pt x="468" y="396"/>
                  <a:pt x="468" y="396"/>
                  <a:pt x="467" y="395"/>
                </a:cubicBezTo>
                <a:cubicBezTo>
                  <a:pt x="467" y="395"/>
                  <a:pt x="467" y="395"/>
                  <a:pt x="467" y="395"/>
                </a:cubicBezTo>
                <a:cubicBezTo>
                  <a:pt x="467" y="395"/>
                  <a:pt x="467" y="394"/>
                  <a:pt x="467" y="394"/>
                </a:cubicBezTo>
                <a:cubicBezTo>
                  <a:pt x="466" y="394"/>
                  <a:pt x="466" y="394"/>
                  <a:pt x="465" y="393"/>
                </a:cubicBezTo>
                <a:cubicBezTo>
                  <a:pt x="465" y="393"/>
                  <a:pt x="464" y="393"/>
                  <a:pt x="464" y="393"/>
                </a:cubicBezTo>
                <a:cubicBezTo>
                  <a:pt x="463" y="393"/>
                  <a:pt x="463" y="392"/>
                  <a:pt x="462" y="392"/>
                </a:cubicBezTo>
                <a:cubicBezTo>
                  <a:pt x="461" y="392"/>
                  <a:pt x="461" y="392"/>
                  <a:pt x="460" y="392"/>
                </a:cubicBezTo>
                <a:cubicBezTo>
                  <a:pt x="459" y="392"/>
                  <a:pt x="459" y="392"/>
                  <a:pt x="458" y="392"/>
                </a:cubicBezTo>
                <a:close/>
                <a:moveTo>
                  <a:pt x="423" y="394"/>
                </a:moveTo>
                <a:cubicBezTo>
                  <a:pt x="422" y="393"/>
                  <a:pt x="422" y="393"/>
                  <a:pt x="422" y="393"/>
                </a:cubicBezTo>
                <a:cubicBezTo>
                  <a:pt x="421" y="393"/>
                  <a:pt x="420" y="392"/>
                  <a:pt x="419" y="392"/>
                </a:cubicBezTo>
                <a:cubicBezTo>
                  <a:pt x="419" y="392"/>
                  <a:pt x="419" y="392"/>
                  <a:pt x="418" y="392"/>
                </a:cubicBezTo>
                <a:cubicBezTo>
                  <a:pt x="418" y="392"/>
                  <a:pt x="418" y="392"/>
                  <a:pt x="418" y="392"/>
                </a:cubicBezTo>
                <a:cubicBezTo>
                  <a:pt x="418" y="392"/>
                  <a:pt x="418" y="392"/>
                  <a:pt x="418" y="392"/>
                </a:cubicBezTo>
                <a:cubicBezTo>
                  <a:pt x="417" y="392"/>
                  <a:pt x="417" y="392"/>
                  <a:pt x="417" y="392"/>
                </a:cubicBezTo>
                <a:cubicBezTo>
                  <a:pt x="416" y="392"/>
                  <a:pt x="416" y="392"/>
                  <a:pt x="415" y="392"/>
                </a:cubicBezTo>
                <a:cubicBezTo>
                  <a:pt x="414" y="392"/>
                  <a:pt x="414" y="393"/>
                  <a:pt x="413" y="393"/>
                </a:cubicBezTo>
                <a:cubicBezTo>
                  <a:pt x="412" y="393"/>
                  <a:pt x="412" y="393"/>
                  <a:pt x="411" y="393"/>
                </a:cubicBezTo>
                <a:cubicBezTo>
                  <a:pt x="411" y="394"/>
                  <a:pt x="410" y="394"/>
                  <a:pt x="410" y="394"/>
                </a:cubicBezTo>
                <a:cubicBezTo>
                  <a:pt x="409" y="394"/>
                  <a:pt x="409" y="395"/>
                  <a:pt x="409" y="395"/>
                </a:cubicBezTo>
                <a:cubicBezTo>
                  <a:pt x="409" y="395"/>
                  <a:pt x="408" y="395"/>
                  <a:pt x="408" y="395"/>
                </a:cubicBezTo>
                <a:cubicBezTo>
                  <a:pt x="408" y="396"/>
                  <a:pt x="408" y="396"/>
                  <a:pt x="408" y="396"/>
                </a:cubicBezTo>
                <a:cubicBezTo>
                  <a:pt x="408" y="396"/>
                  <a:pt x="408" y="396"/>
                  <a:pt x="408" y="397"/>
                </a:cubicBezTo>
                <a:cubicBezTo>
                  <a:pt x="408" y="398"/>
                  <a:pt x="408" y="398"/>
                  <a:pt x="408" y="399"/>
                </a:cubicBezTo>
                <a:cubicBezTo>
                  <a:pt x="409" y="399"/>
                  <a:pt x="409" y="400"/>
                  <a:pt x="410" y="400"/>
                </a:cubicBezTo>
                <a:cubicBezTo>
                  <a:pt x="410" y="400"/>
                  <a:pt x="411" y="401"/>
                  <a:pt x="412" y="401"/>
                </a:cubicBezTo>
                <a:cubicBezTo>
                  <a:pt x="413" y="401"/>
                  <a:pt x="414" y="401"/>
                  <a:pt x="415" y="401"/>
                </a:cubicBezTo>
                <a:cubicBezTo>
                  <a:pt x="415" y="401"/>
                  <a:pt x="415" y="401"/>
                  <a:pt x="415" y="401"/>
                </a:cubicBezTo>
                <a:cubicBezTo>
                  <a:pt x="416" y="401"/>
                  <a:pt x="416" y="401"/>
                  <a:pt x="416" y="401"/>
                </a:cubicBezTo>
                <a:cubicBezTo>
                  <a:pt x="416" y="401"/>
                  <a:pt x="416" y="401"/>
                  <a:pt x="416" y="401"/>
                </a:cubicBezTo>
                <a:cubicBezTo>
                  <a:pt x="416" y="401"/>
                  <a:pt x="417" y="401"/>
                  <a:pt x="417" y="401"/>
                </a:cubicBezTo>
                <a:cubicBezTo>
                  <a:pt x="417" y="401"/>
                  <a:pt x="417" y="401"/>
                  <a:pt x="418" y="401"/>
                </a:cubicBezTo>
                <a:cubicBezTo>
                  <a:pt x="418" y="401"/>
                  <a:pt x="418" y="401"/>
                  <a:pt x="418" y="401"/>
                </a:cubicBezTo>
                <a:cubicBezTo>
                  <a:pt x="419" y="401"/>
                  <a:pt x="419" y="400"/>
                  <a:pt x="419" y="400"/>
                </a:cubicBezTo>
                <a:cubicBezTo>
                  <a:pt x="419" y="400"/>
                  <a:pt x="420" y="400"/>
                  <a:pt x="420" y="400"/>
                </a:cubicBezTo>
                <a:cubicBezTo>
                  <a:pt x="421" y="400"/>
                  <a:pt x="421" y="400"/>
                  <a:pt x="421" y="400"/>
                </a:cubicBezTo>
                <a:cubicBezTo>
                  <a:pt x="422" y="399"/>
                  <a:pt x="423" y="399"/>
                  <a:pt x="424" y="398"/>
                </a:cubicBezTo>
                <a:cubicBezTo>
                  <a:pt x="424" y="398"/>
                  <a:pt x="424" y="397"/>
                  <a:pt x="425" y="397"/>
                </a:cubicBezTo>
                <a:cubicBezTo>
                  <a:pt x="425" y="396"/>
                  <a:pt x="425" y="396"/>
                  <a:pt x="425" y="396"/>
                </a:cubicBezTo>
                <a:cubicBezTo>
                  <a:pt x="425" y="396"/>
                  <a:pt x="425" y="396"/>
                  <a:pt x="425" y="396"/>
                </a:cubicBezTo>
                <a:cubicBezTo>
                  <a:pt x="425" y="396"/>
                  <a:pt x="425" y="395"/>
                  <a:pt x="425" y="395"/>
                </a:cubicBezTo>
                <a:cubicBezTo>
                  <a:pt x="425" y="395"/>
                  <a:pt x="425" y="395"/>
                  <a:pt x="424" y="395"/>
                </a:cubicBezTo>
                <a:cubicBezTo>
                  <a:pt x="424" y="394"/>
                  <a:pt x="424" y="394"/>
                  <a:pt x="424" y="394"/>
                </a:cubicBezTo>
                <a:lnTo>
                  <a:pt x="423" y="394"/>
                </a:lnTo>
                <a:close/>
                <a:moveTo>
                  <a:pt x="335" y="393"/>
                </a:moveTo>
                <a:cubicBezTo>
                  <a:pt x="334" y="392"/>
                  <a:pt x="333" y="392"/>
                  <a:pt x="332" y="392"/>
                </a:cubicBezTo>
                <a:cubicBezTo>
                  <a:pt x="331" y="392"/>
                  <a:pt x="330" y="392"/>
                  <a:pt x="330" y="392"/>
                </a:cubicBezTo>
                <a:cubicBezTo>
                  <a:pt x="329" y="392"/>
                  <a:pt x="328" y="393"/>
                  <a:pt x="327" y="393"/>
                </a:cubicBezTo>
                <a:cubicBezTo>
                  <a:pt x="327" y="393"/>
                  <a:pt x="326" y="393"/>
                  <a:pt x="326" y="393"/>
                </a:cubicBezTo>
                <a:cubicBezTo>
                  <a:pt x="325" y="394"/>
                  <a:pt x="325" y="394"/>
                  <a:pt x="324" y="394"/>
                </a:cubicBezTo>
                <a:cubicBezTo>
                  <a:pt x="323" y="395"/>
                  <a:pt x="322" y="396"/>
                  <a:pt x="322" y="397"/>
                </a:cubicBezTo>
                <a:cubicBezTo>
                  <a:pt x="322" y="398"/>
                  <a:pt x="322" y="398"/>
                  <a:pt x="323" y="399"/>
                </a:cubicBezTo>
                <a:cubicBezTo>
                  <a:pt x="323" y="399"/>
                  <a:pt x="323" y="400"/>
                  <a:pt x="324" y="400"/>
                </a:cubicBezTo>
                <a:cubicBezTo>
                  <a:pt x="325" y="400"/>
                  <a:pt x="326" y="401"/>
                  <a:pt x="326" y="401"/>
                </a:cubicBezTo>
                <a:cubicBezTo>
                  <a:pt x="327" y="401"/>
                  <a:pt x="328" y="401"/>
                  <a:pt x="329" y="401"/>
                </a:cubicBezTo>
                <a:cubicBezTo>
                  <a:pt x="330" y="401"/>
                  <a:pt x="330" y="401"/>
                  <a:pt x="330" y="401"/>
                </a:cubicBezTo>
                <a:cubicBezTo>
                  <a:pt x="330" y="401"/>
                  <a:pt x="331" y="401"/>
                  <a:pt x="331" y="401"/>
                </a:cubicBezTo>
                <a:cubicBezTo>
                  <a:pt x="331" y="401"/>
                  <a:pt x="332" y="401"/>
                  <a:pt x="332" y="401"/>
                </a:cubicBezTo>
                <a:cubicBezTo>
                  <a:pt x="332" y="401"/>
                  <a:pt x="332" y="401"/>
                  <a:pt x="333" y="401"/>
                </a:cubicBezTo>
                <a:cubicBezTo>
                  <a:pt x="333" y="400"/>
                  <a:pt x="334" y="400"/>
                  <a:pt x="335" y="400"/>
                </a:cubicBezTo>
                <a:cubicBezTo>
                  <a:pt x="335" y="400"/>
                  <a:pt x="336" y="400"/>
                  <a:pt x="336" y="399"/>
                </a:cubicBezTo>
                <a:cubicBezTo>
                  <a:pt x="337" y="399"/>
                  <a:pt x="337" y="399"/>
                  <a:pt x="338" y="398"/>
                </a:cubicBezTo>
                <a:cubicBezTo>
                  <a:pt x="338" y="398"/>
                  <a:pt x="338" y="398"/>
                  <a:pt x="339" y="397"/>
                </a:cubicBezTo>
                <a:cubicBezTo>
                  <a:pt x="339" y="396"/>
                  <a:pt x="339" y="396"/>
                  <a:pt x="339" y="396"/>
                </a:cubicBezTo>
                <a:cubicBezTo>
                  <a:pt x="339" y="396"/>
                  <a:pt x="339" y="396"/>
                  <a:pt x="339" y="395"/>
                </a:cubicBezTo>
                <a:cubicBezTo>
                  <a:pt x="339" y="395"/>
                  <a:pt x="339" y="395"/>
                  <a:pt x="339" y="395"/>
                </a:cubicBezTo>
                <a:cubicBezTo>
                  <a:pt x="339" y="395"/>
                  <a:pt x="338" y="394"/>
                  <a:pt x="338" y="394"/>
                </a:cubicBezTo>
                <a:cubicBezTo>
                  <a:pt x="337" y="393"/>
                  <a:pt x="336" y="393"/>
                  <a:pt x="335" y="393"/>
                </a:cubicBezTo>
                <a:cubicBezTo>
                  <a:pt x="335" y="393"/>
                  <a:pt x="335" y="393"/>
                  <a:pt x="335" y="393"/>
                </a:cubicBezTo>
                <a:close/>
                <a:moveTo>
                  <a:pt x="372" y="392"/>
                </a:moveTo>
                <a:cubicBezTo>
                  <a:pt x="372" y="392"/>
                  <a:pt x="371" y="393"/>
                  <a:pt x="370" y="393"/>
                </a:cubicBezTo>
                <a:cubicBezTo>
                  <a:pt x="370" y="393"/>
                  <a:pt x="369" y="393"/>
                  <a:pt x="368" y="393"/>
                </a:cubicBezTo>
                <a:cubicBezTo>
                  <a:pt x="368" y="394"/>
                  <a:pt x="367" y="394"/>
                  <a:pt x="367" y="394"/>
                </a:cubicBezTo>
                <a:cubicBezTo>
                  <a:pt x="367" y="394"/>
                  <a:pt x="366" y="395"/>
                  <a:pt x="366" y="395"/>
                </a:cubicBezTo>
                <a:cubicBezTo>
                  <a:pt x="366" y="395"/>
                  <a:pt x="366" y="395"/>
                  <a:pt x="365" y="395"/>
                </a:cubicBezTo>
                <a:cubicBezTo>
                  <a:pt x="365" y="396"/>
                  <a:pt x="365" y="396"/>
                  <a:pt x="365" y="396"/>
                </a:cubicBezTo>
                <a:cubicBezTo>
                  <a:pt x="365" y="396"/>
                  <a:pt x="365" y="396"/>
                  <a:pt x="365" y="397"/>
                </a:cubicBezTo>
                <a:cubicBezTo>
                  <a:pt x="365" y="398"/>
                  <a:pt x="365" y="398"/>
                  <a:pt x="365" y="399"/>
                </a:cubicBezTo>
                <a:cubicBezTo>
                  <a:pt x="366" y="399"/>
                  <a:pt x="366" y="400"/>
                  <a:pt x="367" y="400"/>
                </a:cubicBezTo>
                <a:cubicBezTo>
                  <a:pt x="368" y="400"/>
                  <a:pt x="368" y="401"/>
                  <a:pt x="369" y="401"/>
                </a:cubicBezTo>
                <a:cubicBezTo>
                  <a:pt x="370" y="401"/>
                  <a:pt x="371" y="401"/>
                  <a:pt x="372" y="401"/>
                </a:cubicBezTo>
                <a:cubicBezTo>
                  <a:pt x="373" y="401"/>
                  <a:pt x="374" y="401"/>
                  <a:pt x="375" y="401"/>
                </a:cubicBezTo>
                <a:cubicBezTo>
                  <a:pt x="376" y="401"/>
                  <a:pt x="377" y="400"/>
                  <a:pt x="378" y="400"/>
                </a:cubicBezTo>
                <a:cubicBezTo>
                  <a:pt x="379" y="400"/>
                  <a:pt x="379" y="399"/>
                  <a:pt x="380" y="399"/>
                </a:cubicBezTo>
                <a:cubicBezTo>
                  <a:pt x="381" y="398"/>
                  <a:pt x="381" y="398"/>
                  <a:pt x="382" y="397"/>
                </a:cubicBezTo>
                <a:cubicBezTo>
                  <a:pt x="382" y="396"/>
                  <a:pt x="382" y="396"/>
                  <a:pt x="382" y="396"/>
                </a:cubicBezTo>
                <a:cubicBezTo>
                  <a:pt x="382" y="396"/>
                  <a:pt x="382" y="396"/>
                  <a:pt x="382" y="395"/>
                </a:cubicBezTo>
                <a:cubicBezTo>
                  <a:pt x="382" y="395"/>
                  <a:pt x="382" y="395"/>
                  <a:pt x="382" y="395"/>
                </a:cubicBezTo>
                <a:cubicBezTo>
                  <a:pt x="381" y="395"/>
                  <a:pt x="381" y="394"/>
                  <a:pt x="381" y="394"/>
                </a:cubicBezTo>
                <a:cubicBezTo>
                  <a:pt x="379" y="393"/>
                  <a:pt x="377" y="392"/>
                  <a:pt x="374" y="392"/>
                </a:cubicBezTo>
                <a:cubicBezTo>
                  <a:pt x="374" y="392"/>
                  <a:pt x="373" y="392"/>
                  <a:pt x="372" y="392"/>
                </a:cubicBezTo>
                <a:close/>
                <a:moveTo>
                  <a:pt x="543" y="392"/>
                </a:moveTo>
                <a:cubicBezTo>
                  <a:pt x="543" y="392"/>
                  <a:pt x="542" y="393"/>
                  <a:pt x="541" y="393"/>
                </a:cubicBezTo>
                <a:cubicBezTo>
                  <a:pt x="541" y="393"/>
                  <a:pt x="540" y="393"/>
                  <a:pt x="539" y="393"/>
                </a:cubicBezTo>
                <a:cubicBezTo>
                  <a:pt x="539" y="394"/>
                  <a:pt x="538" y="394"/>
                  <a:pt x="538" y="394"/>
                </a:cubicBezTo>
                <a:cubicBezTo>
                  <a:pt x="538" y="394"/>
                  <a:pt x="537" y="395"/>
                  <a:pt x="537" y="395"/>
                </a:cubicBezTo>
                <a:cubicBezTo>
                  <a:pt x="537" y="395"/>
                  <a:pt x="537" y="395"/>
                  <a:pt x="537" y="395"/>
                </a:cubicBezTo>
                <a:cubicBezTo>
                  <a:pt x="537" y="396"/>
                  <a:pt x="536" y="396"/>
                  <a:pt x="536" y="396"/>
                </a:cubicBezTo>
                <a:cubicBezTo>
                  <a:pt x="536" y="396"/>
                  <a:pt x="536" y="396"/>
                  <a:pt x="536" y="397"/>
                </a:cubicBezTo>
                <a:cubicBezTo>
                  <a:pt x="536" y="398"/>
                  <a:pt x="536" y="398"/>
                  <a:pt x="537" y="399"/>
                </a:cubicBezTo>
                <a:cubicBezTo>
                  <a:pt x="537" y="399"/>
                  <a:pt x="538" y="400"/>
                  <a:pt x="538" y="400"/>
                </a:cubicBezTo>
                <a:cubicBezTo>
                  <a:pt x="539" y="400"/>
                  <a:pt x="540" y="401"/>
                  <a:pt x="541" y="401"/>
                </a:cubicBezTo>
                <a:cubicBezTo>
                  <a:pt x="542" y="401"/>
                  <a:pt x="543" y="401"/>
                  <a:pt x="544" y="401"/>
                </a:cubicBezTo>
                <a:cubicBezTo>
                  <a:pt x="545" y="401"/>
                  <a:pt x="546" y="401"/>
                  <a:pt x="547" y="401"/>
                </a:cubicBezTo>
                <a:cubicBezTo>
                  <a:pt x="548" y="401"/>
                  <a:pt x="548" y="400"/>
                  <a:pt x="549" y="400"/>
                </a:cubicBezTo>
                <a:cubicBezTo>
                  <a:pt x="550" y="400"/>
                  <a:pt x="551" y="399"/>
                  <a:pt x="551" y="399"/>
                </a:cubicBezTo>
                <a:cubicBezTo>
                  <a:pt x="552" y="398"/>
                  <a:pt x="552" y="398"/>
                  <a:pt x="553" y="397"/>
                </a:cubicBezTo>
                <a:cubicBezTo>
                  <a:pt x="553" y="396"/>
                  <a:pt x="553" y="396"/>
                  <a:pt x="553" y="396"/>
                </a:cubicBezTo>
                <a:cubicBezTo>
                  <a:pt x="553" y="396"/>
                  <a:pt x="553" y="396"/>
                  <a:pt x="553" y="395"/>
                </a:cubicBezTo>
                <a:cubicBezTo>
                  <a:pt x="553" y="395"/>
                  <a:pt x="553" y="395"/>
                  <a:pt x="553" y="395"/>
                </a:cubicBezTo>
                <a:cubicBezTo>
                  <a:pt x="553" y="395"/>
                  <a:pt x="552" y="394"/>
                  <a:pt x="552" y="394"/>
                </a:cubicBezTo>
                <a:cubicBezTo>
                  <a:pt x="552" y="394"/>
                  <a:pt x="551" y="394"/>
                  <a:pt x="551" y="393"/>
                </a:cubicBezTo>
                <a:cubicBezTo>
                  <a:pt x="551" y="393"/>
                  <a:pt x="550" y="393"/>
                  <a:pt x="549" y="393"/>
                </a:cubicBezTo>
                <a:cubicBezTo>
                  <a:pt x="549" y="393"/>
                  <a:pt x="548" y="392"/>
                  <a:pt x="548" y="392"/>
                </a:cubicBezTo>
                <a:cubicBezTo>
                  <a:pt x="547" y="392"/>
                  <a:pt x="546" y="392"/>
                  <a:pt x="545" y="392"/>
                </a:cubicBezTo>
                <a:cubicBezTo>
                  <a:pt x="545" y="392"/>
                  <a:pt x="544" y="392"/>
                  <a:pt x="543" y="392"/>
                </a:cubicBezTo>
                <a:close/>
                <a:moveTo>
                  <a:pt x="590" y="392"/>
                </a:moveTo>
                <a:cubicBezTo>
                  <a:pt x="589" y="392"/>
                  <a:pt x="589" y="392"/>
                  <a:pt x="589" y="392"/>
                </a:cubicBezTo>
                <a:cubicBezTo>
                  <a:pt x="589" y="392"/>
                  <a:pt x="589" y="392"/>
                  <a:pt x="589" y="392"/>
                </a:cubicBezTo>
                <a:cubicBezTo>
                  <a:pt x="589" y="392"/>
                  <a:pt x="588" y="392"/>
                  <a:pt x="588" y="392"/>
                </a:cubicBezTo>
                <a:cubicBezTo>
                  <a:pt x="588" y="392"/>
                  <a:pt x="587" y="392"/>
                  <a:pt x="586" y="392"/>
                </a:cubicBezTo>
                <a:cubicBezTo>
                  <a:pt x="585" y="392"/>
                  <a:pt x="585" y="393"/>
                  <a:pt x="584" y="393"/>
                </a:cubicBezTo>
                <a:cubicBezTo>
                  <a:pt x="583" y="393"/>
                  <a:pt x="583" y="393"/>
                  <a:pt x="582" y="393"/>
                </a:cubicBezTo>
                <a:cubicBezTo>
                  <a:pt x="582" y="394"/>
                  <a:pt x="581" y="394"/>
                  <a:pt x="581" y="394"/>
                </a:cubicBezTo>
                <a:cubicBezTo>
                  <a:pt x="580" y="394"/>
                  <a:pt x="580" y="395"/>
                  <a:pt x="580" y="395"/>
                </a:cubicBezTo>
                <a:cubicBezTo>
                  <a:pt x="580" y="395"/>
                  <a:pt x="580" y="395"/>
                  <a:pt x="579" y="395"/>
                </a:cubicBezTo>
                <a:cubicBezTo>
                  <a:pt x="579" y="396"/>
                  <a:pt x="579" y="396"/>
                  <a:pt x="579" y="396"/>
                </a:cubicBezTo>
                <a:cubicBezTo>
                  <a:pt x="579" y="396"/>
                  <a:pt x="579" y="396"/>
                  <a:pt x="579" y="397"/>
                </a:cubicBezTo>
                <a:cubicBezTo>
                  <a:pt x="579" y="398"/>
                  <a:pt x="579" y="398"/>
                  <a:pt x="580" y="399"/>
                </a:cubicBezTo>
                <a:cubicBezTo>
                  <a:pt x="580" y="399"/>
                  <a:pt x="581" y="400"/>
                  <a:pt x="581" y="400"/>
                </a:cubicBezTo>
                <a:cubicBezTo>
                  <a:pt x="582" y="400"/>
                  <a:pt x="583" y="401"/>
                  <a:pt x="584" y="401"/>
                </a:cubicBezTo>
                <a:cubicBezTo>
                  <a:pt x="584" y="401"/>
                  <a:pt x="585" y="401"/>
                  <a:pt x="587" y="401"/>
                </a:cubicBezTo>
                <a:cubicBezTo>
                  <a:pt x="587" y="401"/>
                  <a:pt x="587" y="401"/>
                  <a:pt x="587" y="401"/>
                </a:cubicBezTo>
                <a:cubicBezTo>
                  <a:pt x="587" y="401"/>
                  <a:pt x="587" y="401"/>
                  <a:pt x="587" y="401"/>
                </a:cubicBezTo>
                <a:cubicBezTo>
                  <a:pt x="588" y="401"/>
                  <a:pt x="588" y="401"/>
                  <a:pt x="588" y="401"/>
                </a:cubicBezTo>
                <a:cubicBezTo>
                  <a:pt x="588" y="401"/>
                  <a:pt x="588" y="401"/>
                  <a:pt x="588" y="401"/>
                </a:cubicBezTo>
                <a:cubicBezTo>
                  <a:pt x="589" y="401"/>
                  <a:pt x="590" y="401"/>
                  <a:pt x="591" y="400"/>
                </a:cubicBezTo>
                <a:cubicBezTo>
                  <a:pt x="591" y="400"/>
                  <a:pt x="592" y="400"/>
                  <a:pt x="593" y="400"/>
                </a:cubicBezTo>
                <a:cubicBezTo>
                  <a:pt x="593" y="399"/>
                  <a:pt x="594" y="399"/>
                  <a:pt x="594" y="399"/>
                </a:cubicBezTo>
                <a:cubicBezTo>
                  <a:pt x="595" y="398"/>
                  <a:pt x="595" y="398"/>
                  <a:pt x="596" y="397"/>
                </a:cubicBezTo>
                <a:cubicBezTo>
                  <a:pt x="596" y="396"/>
                  <a:pt x="596" y="396"/>
                  <a:pt x="596" y="396"/>
                </a:cubicBezTo>
                <a:cubicBezTo>
                  <a:pt x="596" y="396"/>
                  <a:pt x="596" y="396"/>
                  <a:pt x="596" y="395"/>
                </a:cubicBezTo>
                <a:cubicBezTo>
                  <a:pt x="596" y="395"/>
                  <a:pt x="596" y="395"/>
                  <a:pt x="595" y="395"/>
                </a:cubicBezTo>
                <a:cubicBezTo>
                  <a:pt x="595" y="395"/>
                  <a:pt x="595" y="394"/>
                  <a:pt x="595" y="394"/>
                </a:cubicBezTo>
                <a:cubicBezTo>
                  <a:pt x="595" y="394"/>
                  <a:pt x="594" y="394"/>
                  <a:pt x="594" y="394"/>
                </a:cubicBezTo>
                <a:cubicBezTo>
                  <a:pt x="594" y="393"/>
                  <a:pt x="593" y="393"/>
                  <a:pt x="593" y="393"/>
                </a:cubicBezTo>
                <a:cubicBezTo>
                  <a:pt x="592" y="393"/>
                  <a:pt x="592" y="393"/>
                  <a:pt x="592" y="393"/>
                </a:cubicBezTo>
                <a:cubicBezTo>
                  <a:pt x="591" y="392"/>
                  <a:pt x="591" y="392"/>
                  <a:pt x="590" y="392"/>
                </a:cubicBezTo>
                <a:cubicBezTo>
                  <a:pt x="590" y="392"/>
                  <a:pt x="590" y="392"/>
                  <a:pt x="590" y="392"/>
                </a:cubicBezTo>
                <a:close/>
                <a:moveTo>
                  <a:pt x="1193" y="394"/>
                </a:moveTo>
                <a:cubicBezTo>
                  <a:pt x="1192" y="393"/>
                  <a:pt x="1190" y="392"/>
                  <a:pt x="1189" y="392"/>
                </a:cubicBezTo>
                <a:cubicBezTo>
                  <a:pt x="1188" y="392"/>
                  <a:pt x="1188" y="392"/>
                  <a:pt x="1188" y="392"/>
                </a:cubicBezTo>
                <a:cubicBezTo>
                  <a:pt x="1188" y="392"/>
                  <a:pt x="1188" y="392"/>
                  <a:pt x="1188" y="392"/>
                </a:cubicBezTo>
                <a:cubicBezTo>
                  <a:pt x="1188" y="392"/>
                  <a:pt x="1187" y="392"/>
                  <a:pt x="1187" y="392"/>
                </a:cubicBezTo>
                <a:cubicBezTo>
                  <a:pt x="1187" y="392"/>
                  <a:pt x="1187" y="392"/>
                  <a:pt x="1187" y="392"/>
                </a:cubicBezTo>
                <a:cubicBezTo>
                  <a:pt x="1187" y="392"/>
                  <a:pt x="1187" y="392"/>
                  <a:pt x="1186" y="392"/>
                </a:cubicBezTo>
                <a:cubicBezTo>
                  <a:pt x="1186" y="392"/>
                  <a:pt x="1186" y="392"/>
                  <a:pt x="1186" y="392"/>
                </a:cubicBezTo>
                <a:cubicBezTo>
                  <a:pt x="1186" y="392"/>
                  <a:pt x="1186" y="392"/>
                  <a:pt x="1186" y="392"/>
                </a:cubicBezTo>
                <a:cubicBezTo>
                  <a:pt x="1185" y="392"/>
                  <a:pt x="1185" y="392"/>
                  <a:pt x="1185" y="392"/>
                </a:cubicBezTo>
                <a:cubicBezTo>
                  <a:pt x="1185" y="392"/>
                  <a:pt x="1184" y="392"/>
                  <a:pt x="1183" y="393"/>
                </a:cubicBezTo>
                <a:cubicBezTo>
                  <a:pt x="1183" y="393"/>
                  <a:pt x="1182" y="393"/>
                  <a:pt x="1182" y="393"/>
                </a:cubicBezTo>
                <a:cubicBezTo>
                  <a:pt x="1182" y="393"/>
                  <a:pt x="1181" y="393"/>
                  <a:pt x="1181" y="394"/>
                </a:cubicBezTo>
                <a:cubicBezTo>
                  <a:pt x="1180" y="394"/>
                  <a:pt x="1180" y="394"/>
                  <a:pt x="1180" y="394"/>
                </a:cubicBezTo>
                <a:cubicBezTo>
                  <a:pt x="1178" y="395"/>
                  <a:pt x="1178" y="396"/>
                  <a:pt x="1178" y="397"/>
                </a:cubicBezTo>
                <a:cubicBezTo>
                  <a:pt x="1178" y="398"/>
                  <a:pt x="1179" y="398"/>
                  <a:pt x="1179" y="399"/>
                </a:cubicBezTo>
                <a:cubicBezTo>
                  <a:pt x="1180" y="399"/>
                  <a:pt x="1180" y="399"/>
                  <a:pt x="1181" y="400"/>
                </a:cubicBezTo>
                <a:cubicBezTo>
                  <a:pt x="1181" y="400"/>
                  <a:pt x="1182" y="400"/>
                  <a:pt x="1183" y="400"/>
                </a:cubicBezTo>
                <a:cubicBezTo>
                  <a:pt x="1183" y="401"/>
                  <a:pt x="1184" y="401"/>
                  <a:pt x="1185" y="401"/>
                </a:cubicBezTo>
                <a:cubicBezTo>
                  <a:pt x="1185" y="401"/>
                  <a:pt x="1185" y="401"/>
                  <a:pt x="1185" y="401"/>
                </a:cubicBezTo>
                <a:cubicBezTo>
                  <a:pt x="1185" y="401"/>
                  <a:pt x="1186" y="401"/>
                  <a:pt x="1186" y="401"/>
                </a:cubicBezTo>
                <a:cubicBezTo>
                  <a:pt x="1186" y="401"/>
                  <a:pt x="1186" y="401"/>
                  <a:pt x="1186" y="401"/>
                </a:cubicBezTo>
                <a:cubicBezTo>
                  <a:pt x="1186" y="401"/>
                  <a:pt x="1186" y="401"/>
                  <a:pt x="1187" y="401"/>
                </a:cubicBezTo>
                <a:cubicBezTo>
                  <a:pt x="1187" y="401"/>
                  <a:pt x="1187" y="401"/>
                  <a:pt x="1187" y="401"/>
                </a:cubicBezTo>
                <a:cubicBezTo>
                  <a:pt x="1187" y="401"/>
                  <a:pt x="1187" y="401"/>
                  <a:pt x="1187" y="401"/>
                </a:cubicBezTo>
                <a:cubicBezTo>
                  <a:pt x="1188" y="401"/>
                  <a:pt x="1188" y="401"/>
                  <a:pt x="1188" y="401"/>
                </a:cubicBezTo>
                <a:cubicBezTo>
                  <a:pt x="1188" y="401"/>
                  <a:pt x="1188" y="401"/>
                  <a:pt x="1188" y="401"/>
                </a:cubicBezTo>
                <a:cubicBezTo>
                  <a:pt x="1189" y="401"/>
                  <a:pt x="1189" y="401"/>
                  <a:pt x="1190" y="401"/>
                </a:cubicBezTo>
                <a:cubicBezTo>
                  <a:pt x="1190" y="401"/>
                  <a:pt x="1190" y="401"/>
                  <a:pt x="1191" y="400"/>
                </a:cubicBezTo>
                <a:cubicBezTo>
                  <a:pt x="1191" y="400"/>
                  <a:pt x="1191" y="400"/>
                  <a:pt x="1192" y="400"/>
                </a:cubicBezTo>
                <a:cubicBezTo>
                  <a:pt x="1192" y="400"/>
                  <a:pt x="1192" y="400"/>
                  <a:pt x="1193" y="400"/>
                </a:cubicBezTo>
                <a:cubicBezTo>
                  <a:pt x="1193" y="399"/>
                  <a:pt x="1194" y="399"/>
                  <a:pt x="1195" y="398"/>
                </a:cubicBezTo>
                <a:cubicBezTo>
                  <a:pt x="1195" y="398"/>
                  <a:pt x="1195" y="397"/>
                  <a:pt x="1195" y="397"/>
                </a:cubicBezTo>
                <a:cubicBezTo>
                  <a:pt x="1195" y="396"/>
                  <a:pt x="1195" y="396"/>
                  <a:pt x="1195" y="396"/>
                </a:cubicBezTo>
                <a:cubicBezTo>
                  <a:pt x="1195" y="396"/>
                  <a:pt x="1195" y="396"/>
                  <a:pt x="1195" y="396"/>
                </a:cubicBezTo>
                <a:cubicBezTo>
                  <a:pt x="1195" y="396"/>
                  <a:pt x="1195" y="395"/>
                  <a:pt x="1195" y="395"/>
                </a:cubicBezTo>
                <a:cubicBezTo>
                  <a:pt x="1195" y="395"/>
                  <a:pt x="1195" y="395"/>
                  <a:pt x="1195" y="395"/>
                </a:cubicBezTo>
                <a:cubicBezTo>
                  <a:pt x="1194" y="394"/>
                  <a:pt x="1194" y="394"/>
                  <a:pt x="1194" y="394"/>
                </a:cubicBezTo>
                <a:lnTo>
                  <a:pt x="1193" y="394"/>
                </a:lnTo>
                <a:close/>
                <a:moveTo>
                  <a:pt x="1445" y="392"/>
                </a:moveTo>
                <a:cubicBezTo>
                  <a:pt x="1445" y="392"/>
                  <a:pt x="1444" y="392"/>
                  <a:pt x="1444" y="392"/>
                </a:cubicBezTo>
                <a:cubicBezTo>
                  <a:pt x="1444" y="392"/>
                  <a:pt x="1444" y="392"/>
                  <a:pt x="1444" y="392"/>
                </a:cubicBezTo>
                <a:cubicBezTo>
                  <a:pt x="1444" y="392"/>
                  <a:pt x="1443" y="392"/>
                  <a:pt x="1443" y="392"/>
                </a:cubicBezTo>
                <a:cubicBezTo>
                  <a:pt x="1443" y="392"/>
                  <a:pt x="1442" y="392"/>
                  <a:pt x="1441" y="392"/>
                </a:cubicBezTo>
                <a:cubicBezTo>
                  <a:pt x="1441" y="392"/>
                  <a:pt x="1440" y="393"/>
                  <a:pt x="1439" y="393"/>
                </a:cubicBezTo>
                <a:cubicBezTo>
                  <a:pt x="1439" y="393"/>
                  <a:pt x="1438" y="393"/>
                  <a:pt x="1438" y="393"/>
                </a:cubicBezTo>
                <a:cubicBezTo>
                  <a:pt x="1437" y="394"/>
                  <a:pt x="1437" y="394"/>
                  <a:pt x="1436" y="394"/>
                </a:cubicBezTo>
                <a:cubicBezTo>
                  <a:pt x="1436" y="394"/>
                  <a:pt x="1436" y="395"/>
                  <a:pt x="1436" y="395"/>
                </a:cubicBezTo>
                <a:cubicBezTo>
                  <a:pt x="1436" y="395"/>
                  <a:pt x="1435" y="395"/>
                  <a:pt x="1435" y="395"/>
                </a:cubicBezTo>
                <a:cubicBezTo>
                  <a:pt x="1435" y="396"/>
                  <a:pt x="1435" y="396"/>
                  <a:pt x="1435" y="396"/>
                </a:cubicBezTo>
                <a:cubicBezTo>
                  <a:pt x="1435" y="396"/>
                  <a:pt x="1435" y="396"/>
                  <a:pt x="1435" y="397"/>
                </a:cubicBezTo>
                <a:cubicBezTo>
                  <a:pt x="1435" y="398"/>
                  <a:pt x="1436" y="398"/>
                  <a:pt x="1436" y="399"/>
                </a:cubicBezTo>
                <a:cubicBezTo>
                  <a:pt x="1437" y="399"/>
                  <a:pt x="1438" y="400"/>
                  <a:pt x="1438" y="400"/>
                </a:cubicBezTo>
                <a:cubicBezTo>
                  <a:pt x="1439" y="400"/>
                  <a:pt x="1440" y="401"/>
                  <a:pt x="1441" y="401"/>
                </a:cubicBezTo>
                <a:cubicBezTo>
                  <a:pt x="1442" y="401"/>
                  <a:pt x="1443" y="401"/>
                  <a:pt x="1444" y="401"/>
                </a:cubicBezTo>
                <a:cubicBezTo>
                  <a:pt x="1444" y="401"/>
                  <a:pt x="1444" y="401"/>
                  <a:pt x="1444" y="401"/>
                </a:cubicBezTo>
                <a:cubicBezTo>
                  <a:pt x="1444" y="401"/>
                  <a:pt x="1445" y="401"/>
                  <a:pt x="1445" y="401"/>
                </a:cubicBezTo>
                <a:cubicBezTo>
                  <a:pt x="1445" y="401"/>
                  <a:pt x="1445" y="401"/>
                  <a:pt x="1445" y="401"/>
                </a:cubicBezTo>
                <a:cubicBezTo>
                  <a:pt x="1445" y="401"/>
                  <a:pt x="1445" y="401"/>
                  <a:pt x="1446" y="401"/>
                </a:cubicBezTo>
                <a:cubicBezTo>
                  <a:pt x="1446" y="401"/>
                  <a:pt x="1447" y="401"/>
                  <a:pt x="1448" y="400"/>
                </a:cubicBezTo>
                <a:cubicBezTo>
                  <a:pt x="1449" y="400"/>
                  <a:pt x="1449" y="400"/>
                  <a:pt x="1450" y="400"/>
                </a:cubicBezTo>
                <a:cubicBezTo>
                  <a:pt x="1450" y="399"/>
                  <a:pt x="1451" y="399"/>
                  <a:pt x="1451" y="399"/>
                </a:cubicBezTo>
                <a:cubicBezTo>
                  <a:pt x="1452" y="398"/>
                  <a:pt x="1452" y="398"/>
                  <a:pt x="1452" y="397"/>
                </a:cubicBezTo>
                <a:cubicBezTo>
                  <a:pt x="1452" y="396"/>
                  <a:pt x="1452" y="396"/>
                  <a:pt x="1452" y="396"/>
                </a:cubicBezTo>
                <a:cubicBezTo>
                  <a:pt x="1452" y="396"/>
                  <a:pt x="1452" y="396"/>
                  <a:pt x="1452" y="395"/>
                </a:cubicBezTo>
                <a:cubicBezTo>
                  <a:pt x="1452" y="395"/>
                  <a:pt x="1451" y="395"/>
                  <a:pt x="1451" y="395"/>
                </a:cubicBezTo>
                <a:cubicBezTo>
                  <a:pt x="1451" y="395"/>
                  <a:pt x="1451" y="394"/>
                  <a:pt x="1451" y="394"/>
                </a:cubicBezTo>
                <a:cubicBezTo>
                  <a:pt x="1450" y="394"/>
                  <a:pt x="1450" y="394"/>
                  <a:pt x="1449" y="394"/>
                </a:cubicBezTo>
                <a:cubicBezTo>
                  <a:pt x="1449" y="393"/>
                  <a:pt x="1449" y="393"/>
                  <a:pt x="1448" y="393"/>
                </a:cubicBezTo>
                <a:cubicBezTo>
                  <a:pt x="1448" y="393"/>
                  <a:pt x="1447" y="393"/>
                  <a:pt x="1447" y="393"/>
                </a:cubicBezTo>
                <a:cubicBezTo>
                  <a:pt x="1446" y="392"/>
                  <a:pt x="1446" y="392"/>
                  <a:pt x="1445" y="392"/>
                </a:cubicBezTo>
                <a:cubicBezTo>
                  <a:pt x="1445" y="392"/>
                  <a:pt x="1445" y="392"/>
                  <a:pt x="1445" y="392"/>
                </a:cubicBezTo>
                <a:close/>
                <a:moveTo>
                  <a:pt x="1274" y="392"/>
                </a:moveTo>
                <a:cubicBezTo>
                  <a:pt x="1273" y="392"/>
                  <a:pt x="1273" y="392"/>
                  <a:pt x="1273" y="392"/>
                </a:cubicBezTo>
                <a:cubicBezTo>
                  <a:pt x="1273" y="392"/>
                  <a:pt x="1273" y="392"/>
                  <a:pt x="1273" y="392"/>
                </a:cubicBezTo>
                <a:cubicBezTo>
                  <a:pt x="1273" y="392"/>
                  <a:pt x="1272" y="392"/>
                  <a:pt x="1272" y="392"/>
                </a:cubicBezTo>
                <a:cubicBezTo>
                  <a:pt x="1272" y="392"/>
                  <a:pt x="1271" y="392"/>
                  <a:pt x="1270" y="392"/>
                </a:cubicBezTo>
                <a:cubicBezTo>
                  <a:pt x="1269" y="392"/>
                  <a:pt x="1269" y="393"/>
                  <a:pt x="1268" y="393"/>
                </a:cubicBezTo>
                <a:cubicBezTo>
                  <a:pt x="1268" y="393"/>
                  <a:pt x="1267" y="393"/>
                  <a:pt x="1267" y="393"/>
                </a:cubicBezTo>
                <a:cubicBezTo>
                  <a:pt x="1266" y="394"/>
                  <a:pt x="1266" y="394"/>
                  <a:pt x="1265" y="394"/>
                </a:cubicBezTo>
                <a:cubicBezTo>
                  <a:pt x="1265" y="394"/>
                  <a:pt x="1265" y="395"/>
                  <a:pt x="1265" y="395"/>
                </a:cubicBezTo>
                <a:cubicBezTo>
                  <a:pt x="1264" y="395"/>
                  <a:pt x="1264" y="395"/>
                  <a:pt x="1264" y="395"/>
                </a:cubicBezTo>
                <a:cubicBezTo>
                  <a:pt x="1264" y="396"/>
                  <a:pt x="1264" y="396"/>
                  <a:pt x="1264" y="396"/>
                </a:cubicBezTo>
                <a:cubicBezTo>
                  <a:pt x="1264" y="396"/>
                  <a:pt x="1264" y="396"/>
                  <a:pt x="1264" y="397"/>
                </a:cubicBezTo>
                <a:cubicBezTo>
                  <a:pt x="1264" y="398"/>
                  <a:pt x="1265" y="398"/>
                  <a:pt x="1265" y="399"/>
                </a:cubicBezTo>
                <a:cubicBezTo>
                  <a:pt x="1266" y="399"/>
                  <a:pt x="1266" y="400"/>
                  <a:pt x="1267" y="400"/>
                </a:cubicBezTo>
                <a:cubicBezTo>
                  <a:pt x="1268" y="400"/>
                  <a:pt x="1268" y="401"/>
                  <a:pt x="1269" y="401"/>
                </a:cubicBezTo>
                <a:cubicBezTo>
                  <a:pt x="1270" y="401"/>
                  <a:pt x="1271" y="401"/>
                  <a:pt x="1272" y="401"/>
                </a:cubicBezTo>
                <a:cubicBezTo>
                  <a:pt x="1272" y="401"/>
                  <a:pt x="1273" y="401"/>
                  <a:pt x="1273" y="401"/>
                </a:cubicBezTo>
                <a:cubicBezTo>
                  <a:pt x="1273" y="401"/>
                  <a:pt x="1273" y="401"/>
                  <a:pt x="1273" y="401"/>
                </a:cubicBezTo>
                <a:cubicBezTo>
                  <a:pt x="1273" y="401"/>
                  <a:pt x="1273" y="401"/>
                  <a:pt x="1274" y="401"/>
                </a:cubicBezTo>
                <a:cubicBezTo>
                  <a:pt x="1274" y="401"/>
                  <a:pt x="1274" y="401"/>
                  <a:pt x="1274" y="401"/>
                </a:cubicBezTo>
                <a:cubicBezTo>
                  <a:pt x="1275" y="401"/>
                  <a:pt x="1276" y="401"/>
                  <a:pt x="1276" y="400"/>
                </a:cubicBezTo>
                <a:cubicBezTo>
                  <a:pt x="1277" y="400"/>
                  <a:pt x="1278" y="400"/>
                  <a:pt x="1278" y="400"/>
                </a:cubicBezTo>
                <a:cubicBezTo>
                  <a:pt x="1279" y="399"/>
                  <a:pt x="1279" y="399"/>
                  <a:pt x="1280" y="399"/>
                </a:cubicBezTo>
                <a:cubicBezTo>
                  <a:pt x="1280" y="398"/>
                  <a:pt x="1281" y="398"/>
                  <a:pt x="1281" y="397"/>
                </a:cubicBezTo>
                <a:cubicBezTo>
                  <a:pt x="1281" y="396"/>
                  <a:pt x="1281" y="396"/>
                  <a:pt x="1281" y="396"/>
                </a:cubicBezTo>
                <a:cubicBezTo>
                  <a:pt x="1281" y="396"/>
                  <a:pt x="1281" y="396"/>
                  <a:pt x="1280" y="395"/>
                </a:cubicBezTo>
                <a:cubicBezTo>
                  <a:pt x="1280" y="395"/>
                  <a:pt x="1280" y="395"/>
                  <a:pt x="1280" y="395"/>
                </a:cubicBezTo>
                <a:cubicBezTo>
                  <a:pt x="1280" y="395"/>
                  <a:pt x="1280" y="394"/>
                  <a:pt x="1279" y="394"/>
                </a:cubicBezTo>
                <a:cubicBezTo>
                  <a:pt x="1279" y="394"/>
                  <a:pt x="1279" y="394"/>
                  <a:pt x="1278" y="394"/>
                </a:cubicBezTo>
                <a:cubicBezTo>
                  <a:pt x="1278" y="393"/>
                  <a:pt x="1278" y="393"/>
                  <a:pt x="1277" y="393"/>
                </a:cubicBezTo>
                <a:cubicBezTo>
                  <a:pt x="1277" y="393"/>
                  <a:pt x="1276" y="393"/>
                  <a:pt x="1276" y="393"/>
                </a:cubicBezTo>
                <a:cubicBezTo>
                  <a:pt x="1275" y="392"/>
                  <a:pt x="1275" y="392"/>
                  <a:pt x="1274" y="392"/>
                </a:cubicBezTo>
                <a:cubicBezTo>
                  <a:pt x="1274" y="392"/>
                  <a:pt x="1274" y="392"/>
                  <a:pt x="1274" y="392"/>
                </a:cubicBezTo>
                <a:close/>
                <a:moveTo>
                  <a:pt x="1313" y="392"/>
                </a:moveTo>
                <a:cubicBezTo>
                  <a:pt x="1312" y="392"/>
                  <a:pt x="1312" y="393"/>
                  <a:pt x="1311" y="393"/>
                </a:cubicBezTo>
                <a:cubicBezTo>
                  <a:pt x="1310" y="393"/>
                  <a:pt x="1310" y="393"/>
                  <a:pt x="1309" y="393"/>
                </a:cubicBezTo>
                <a:cubicBezTo>
                  <a:pt x="1309" y="394"/>
                  <a:pt x="1308" y="394"/>
                  <a:pt x="1308" y="394"/>
                </a:cubicBezTo>
                <a:cubicBezTo>
                  <a:pt x="1307" y="395"/>
                  <a:pt x="1307" y="396"/>
                  <a:pt x="1307" y="397"/>
                </a:cubicBezTo>
                <a:cubicBezTo>
                  <a:pt x="1307" y="398"/>
                  <a:pt x="1307" y="398"/>
                  <a:pt x="1308" y="399"/>
                </a:cubicBezTo>
                <a:cubicBezTo>
                  <a:pt x="1308" y="399"/>
                  <a:pt x="1309" y="400"/>
                  <a:pt x="1310" y="400"/>
                </a:cubicBezTo>
                <a:cubicBezTo>
                  <a:pt x="1310" y="400"/>
                  <a:pt x="1311" y="401"/>
                  <a:pt x="1312" y="401"/>
                </a:cubicBezTo>
                <a:cubicBezTo>
                  <a:pt x="1313" y="401"/>
                  <a:pt x="1314" y="401"/>
                  <a:pt x="1315" y="401"/>
                </a:cubicBezTo>
                <a:cubicBezTo>
                  <a:pt x="1316" y="401"/>
                  <a:pt x="1317" y="401"/>
                  <a:pt x="1318" y="401"/>
                </a:cubicBezTo>
                <a:cubicBezTo>
                  <a:pt x="1319" y="401"/>
                  <a:pt x="1320" y="400"/>
                  <a:pt x="1321" y="400"/>
                </a:cubicBezTo>
                <a:cubicBezTo>
                  <a:pt x="1321" y="400"/>
                  <a:pt x="1322" y="399"/>
                  <a:pt x="1322" y="399"/>
                </a:cubicBezTo>
                <a:cubicBezTo>
                  <a:pt x="1323" y="398"/>
                  <a:pt x="1323" y="398"/>
                  <a:pt x="1324" y="397"/>
                </a:cubicBezTo>
                <a:cubicBezTo>
                  <a:pt x="1324" y="396"/>
                  <a:pt x="1324" y="396"/>
                  <a:pt x="1324" y="396"/>
                </a:cubicBezTo>
                <a:cubicBezTo>
                  <a:pt x="1324" y="396"/>
                  <a:pt x="1323" y="396"/>
                  <a:pt x="1323" y="395"/>
                </a:cubicBezTo>
                <a:cubicBezTo>
                  <a:pt x="1323" y="395"/>
                  <a:pt x="1323" y="395"/>
                  <a:pt x="1323" y="395"/>
                </a:cubicBezTo>
                <a:cubicBezTo>
                  <a:pt x="1323" y="395"/>
                  <a:pt x="1322" y="394"/>
                  <a:pt x="1322" y="394"/>
                </a:cubicBezTo>
                <a:cubicBezTo>
                  <a:pt x="1322" y="394"/>
                  <a:pt x="1321" y="394"/>
                  <a:pt x="1321" y="393"/>
                </a:cubicBezTo>
                <a:cubicBezTo>
                  <a:pt x="1320" y="393"/>
                  <a:pt x="1320" y="393"/>
                  <a:pt x="1319" y="393"/>
                </a:cubicBezTo>
                <a:cubicBezTo>
                  <a:pt x="1319" y="393"/>
                  <a:pt x="1318" y="392"/>
                  <a:pt x="1317" y="392"/>
                </a:cubicBezTo>
                <a:cubicBezTo>
                  <a:pt x="1317" y="392"/>
                  <a:pt x="1316" y="392"/>
                  <a:pt x="1315" y="392"/>
                </a:cubicBezTo>
                <a:cubicBezTo>
                  <a:pt x="1314" y="392"/>
                  <a:pt x="1314" y="392"/>
                  <a:pt x="1313" y="392"/>
                </a:cubicBezTo>
                <a:close/>
                <a:moveTo>
                  <a:pt x="1105" y="393"/>
                </a:moveTo>
                <a:cubicBezTo>
                  <a:pt x="1104" y="393"/>
                  <a:pt x="1104" y="392"/>
                  <a:pt x="1104" y="392"/>
                </a:cubicBezTo>
                <a:cubicBezTo>
                  <a:pt x="1104" y="392"/>
                  <a:pt x="1103" y="392"/>
                  <a:pt x="1103" y="392"/>
                </a:cubicBezTo>
                <a:cubicBezTo>
                  <a:pt x="1103" y="392"/>
                  <a:pt x="1102" y="392"/>
                  <a:pt x="1102" y="392"/>
                </a:cubicBezTo>
                <a:cubicBezTo>
                  <a:pt x="1102" y="392"/>
                  <a:pt x="1102" y="392"/>
                  <a:pt x="1101" y="392"/>
                </a:cubicBezTo>
                <a:cubicBezTo>
                  <a:pt x="1101" y="392"/>
                  <a:pt x="1100" y="392"/>
                  <a:pt x="1099" y="392"/>
                </a:cubicBezTo>
                <a:cubicBezTo>
                  <a:pt x="1098" y="392"/>
                  <a:pt x="1098" y="393"/>
                  <a:pt x="1097" y="393"/>
                </a:cubicBezTo>
                <a:cubicBezTo>
                  <a:pt x="1097" y="393"/>
                  <a:pt x="1096" y="393"/>
                  <a:pt x="1095" y="393"/>
                </a:cubicBezTo>
                <a:cubicBezTo>
                  <a:pt x="1095" y="394"/>
                  <a:pt x="1095" y="394"/>
                  <a:pt x="1094" y="394"/>
                </a:cubicBezTo>
                <a:cubicBezTo>
                  <a:pt x="1094" y="394"/>
                  <a:pt x="1094" y="395"/>
                  <a:pt x="1093" y="395"/>
                </a:cubicBezTo>
                <a:cubicBezTo>
                  <a:pt x="1093" y="395"/>
                  <a:pt x="1093" y="395"/>
                  <a:pt x="1093" y="395"/>
                </a:cubicBezTo>
                <a:cubicBezTo>
                  <a:pt x="1093" y="396"/>
                  <a:pt x="1093" y="396"/>
                  <a:pt x="1093" y="396"/>
                </a:cubicBezTo>
                <a:cubicBezTo>
                  <a:pt x="1093" y="396"/>
                  <a:pt x="1093" y="396"/>
                  <a:pt x="1093" y="397"/>
                </a:cubicBezTo>
                <a:cubicBezTo>
                  <a:pt x="1093" y="398"/>
                  <a:pt x="1093" y="398"/>
                  <a:pt x="1094" y="399"/>
                </a:cubicBezTo>
                <a:cubicBezTo>
                  <a:pt x="1094" y="399"/>
                  <a:pt x="1095" y="400"/>
                  <a:pt x="1095" y="400"/>
                </a:cubicBezTo>
                <a:cubicBezTo>
                  <a:pt x="1096" y="400"/>
                  <a:pt x="1097" y="401"/>
                  <a:pt x="1098" y="401"/>
                </a:cubicBezTo>
                <a:cubicBezTo>
                  <a:pt x="1099" y="401"/>
                  <a:pt x="1100" y="401"/>
                  <a:pt x="1101" y="401"/>
                </a:cubicBezTo>
                <a:cubicBezTo>
                  <a:pt x="1101" y="401"/>
                  <a:pt x="1101" y="401"/>
                  <a:pt x="1102" y="401"/>
                </a:cubicBezTo>
                <a:cubicBezTo>
                  <a:pt x="1102" y="401"/>
                  <a:pt x="1102" y="401"/>
                  <a:pt x="1103" y="401"/>
                </a:cubicBezTo>
                <a:cubicBezTo>
                  <a:pt x="1103" y="401"/>
                  <a:pt x="1103" y="401"/>
                  <a:pt x="1103" y="401"/>
                </a:cubicBezTo>
                <a:cubicBezTo>
                  <a:pt x="1104" y="401"/>
                  <a:pt x="1104" y="401"/>
                  <a:pt x="1104" y="401"/>
                </a:cubicBezTo>
                <a:cubicBezTo>
                  <a:pt x="1105" y="400"/>
                  <a:pt x="1105" y="400"/>
                  <a:pt x="1106" y="400"/>
                </a:cubicBezTo>
                <a:cubicBezTo>
                  <a:pt x="1107" y="400"/>
                  <a:pt x="1107" y="400"/>
                  <a:pt x="1108" y="399"/>
                </a:cubicBezTo>
                <a:cubicBezTo>
                  <a:pt x="1108" y="399"/>
                  <a:pt x="1108" y="399"/>
                  <a:pt x="1109" y="398"/>
                </a:cubicBezTo>
                <a:cubicBezTo>
                  <a:pt x="1109" y="398"/>
                  <a:pt x="1109" y="398"/>
                  <a:pt x="1110" y="397"/>
                </a:cubicBezTo>
                <a:cubicBezTo>
                  <a:pt x="1110" y="396"/>
                  <a:pt x="1110" y="396"/>
                  <a:pt x="1110" y="396"/>
                </a:cubicBezTo>
                <a:cubicBezTo>
                  <a:pt x="1110" y="396"/>
                  <a:pt x="1109" y="396"/>
                  <a:pt x="1109" y="395"/>
                </a:cubicBezTo>
                <a:cubicBezTo>
                  <a:pt x="1109" y="395"/>
                  <a:pt x="1109" y="395"/>
                  <a:pt x="1109" y="395"/>
                </a:cubicBezTo>
                <a:cubicBezTo>
                  <a:pt x="1109" y="395"/>
                  <a:pt x="1109" y="394"/>
                  <a:pt x="1108" y="394"/>
                </a:cubicBezTo>
                <a:cubicBezTo>
                  <a:pt x="1107" y="393"/>
                  <a:pt x="1106" y="393"/>
                  <a:pt x="1105" y="393"/>
                </a:cubicBezTo>
                <a:cubicBezTo>
                  <a:pt x="1104" y="393"/>
                  <a:pt x="1105" y="393"/>
                  <a:pt x="1105" y="393"/>
                </a:cubicBezTo>
                <a:close/>
                <a:moveTo>
                  <a:pt x="1398" y="392"/>
                </a:moveTo>
                <a:cubicBezTo>
                  <a:pt x="1398" y="392"/>
                  <a:pt x="1397" y="393"/>
                  <a:pt x="1397" y="393"/>
                </a:cubicBezTo>
                <a:cubicBezTo>
                  <a:pt x="1396" y="393"/>
                  <a:pt x="1395" y="393"/>
                  <a:pt x="1395" y="393"/>
                </a:cubicBezTo>
                <a:cubicBezTo>
                  <a:pt x="1394" y="394"/>
                  <a:pt x="1394" y="394"/>
                  <a:pt x="1394" y="394"/>
                </a:cubicBezTo>
                <a:cubicBezTo>
                  <a:pt x="1393" y="394"/>
                  <a:pt x="1393" y="395"/>
                  <a:pt x="1393" y="395"/>
                </a:cubicBezTo>
                <a:cubicBezTo>
                  <a:pt x="1393" y="395"/>
                  <a:pt x="1393" y="395"/>
                  <a:pt x="1393" y="395"/>
                </a:cubicBezTo>
                <a:cubicBezTo>
                  <a:pt x="1392" y="396"/>
                  <a:pt x="1392" y="396"/>
                  <a:pt x="1392" y="396"/>
                </a:cubicBezTo>
                <a:cubicBezTo>
                  <a:pt x="1392" y="396"/>
                  <a:pt x="1392" y="396"/>
                  <a:pt x="1392" y="397"/>
                </a:cubicBezTo>
                <a:cubicBezTo>
                  <a:pt x="1393" y="398"/>
                  <a:pt x="1393" y="398"/>
                  <a:pt x="1394" y="399"/>
                </a:cubicBezTo>
                <a:cubicBezTo>
                  <a:pt x="1394" y="399"/>
                  <a:pt x="1395" y="400"/>
                  <a:pt x="1395" y="400"/>
                </a:cubicBezTo>
                <a:cubicBezTo>
                  <a:pt x="1396" y="400"/>
                  <a:pt x="1397" y="401"/>
                  <a:pt x="1398" y="401"/>
                </a:cubicBezTo>
                <a:cubicBezTo>
                  <a:pt x="1399" y="401"/>
                  <a:pt x="1400" y="401"/>
                  <a:pt x="1401" y="401"/>
                </a:cubicBezTo>
                <a:cubicBezTo>
                  <a:pt x="1402" y="401"/>
                  <a:pt x="1403" y="401"/>
                  <a:pt x="1404" y="401"/>
                </a:cubicBezTo>
                <a:cubicBezTo>
                  <a:pt x="1405" y="401"/>
                  <a:pt x="1406" y="400"/>
                  <a:pt x="1406" y="400"/>
                </a:cubicBezTo>
                <a:cubicBezTo>
                  <a:pt x="1407" y="400"/>
                  <a:pt x="1408" y="399"/>
                  <a:pt x="1408" y="399"/>
                </a:cubicBezTo>
                <a:cubicBezTo>
                  <a:pt x="1409" y="398"/>
                  <a:pt x="1409" y="398"/>
                  <a:pt x="1409" y="397"/>
                </a:cubicBezTo>
                <a:cubicBezTo>
                  <a:pt x="1409" y="396"/>
                  <a:pt x="1409" y="396"/>
                  <a:pt x="1409" y="396"/>
                </a:cubicBezTo>
                <a:cubicBezTo>
                  <a:pt x="1409" y="396"/>
                  <a:pt x="1409" y="396"/>
                  <a:pt x="1409" y="395"/>
                </a:cubicBezTo>
                <a:cubicBezTo>
                  <a:pt x="1409" y="395"/>
                  <a:pt x="1409" y="395"/>
                  <a:pt x="1408" y="395"/>
                </a:cubicBezTo>
                <a:cubicBezTo>
                  <a:pt x="1408" y="395"/>
                  <a:pt x="1408" y="394"/>
                  <a:pt x="1408" y="394"/>
                </a:cubicBezTo>
                <a:cubicBezTo>
                  <a:pt x="1406" y="393"/>
                  <a:pt x="1403" y="392"/>
                  <a:pt x="1401" y="392"/>
                </a:cubicBezTo>
                <a:cubicBezTo>
                  <a:pt x="1400" y="392"/>
                  <a:pt x="1399" y="392"/>
                  <a:pt x="1398" y="392"/>
                </a:cubicBezTo>
                <a:close/>
                <a:moveTo>
                  <a:pt x="1359" y="392"/>
                </a:moveTo>
                <a:cubicBezTo>
                  <a:pt x="1359" y="392"/>
                  <a:pt x="1359" y="392"/>
                  <a:pt x="1359" y="392"/>
                </a:cubicBezTo>
                <a:cubicBezTo>
                  <a:pt x="1359" y="392"/>
                  <a:pt x="1358" y="392"/>
                  <a:pt x="1358" y="392"/>
                </a:cubicBezTo>
                <a:cubicBezTo>
                  <a:pt x="1358" y="392"/>
                  <a:pt x="1358" y="392"/>
                  <a:pt x="1358" y="392"/>
                </a:cubicBezTo>
                <a:cubicBezTo>
                  <a:pt x="1357" y="392"/>
                  <a:pt x="1356" y="392"/>
                  <a:pt x="1356" y="392"/>
                </a:cubicBezTo>
                <a:cubicBezTo>
                  <a:pt x="1355" y="392"/>
                  <a:pt x="1354" y="393"/>
                  <a:pt x="1354" y="393"/>
                </a:cubicBezTo>
                <a:cubicBezTo>
                  <a:pt x="1353" y="393"/>
                  <a:pt x="1353" y="393"/>
                  <a:pt x="1352" y="393"/>
                </a:cubicBezTo>
                <a:cubicBezTo>
                  <a:pt x="1352" y="394"/>
                  <a:pt x="1351" y="394"/>
                  <a:pt x="1351" y="394"/>
                </a:cubicBezTo>
                <a:cubicBezTo>
                  <a:pt x="1350" y="395"/>
                  <a:pt x="1349" y="396"/>
                  <a:pt x="1350" y="397"/>
                </a:cubicBezTo>
                <a:cubicBezTo>
                  <a:pt x="1350" y="398"/>
                  <a:pt x="1350" y="398"/>
                  <a:pt x="1351" y="399"/>
                </a:cubicBezTo>
                <a:cubicBezTo>
                  <a:pt x="1351" y="399"/>
                  <a:pt x="1352" y="400"/>
                  <a:pt x="1353" y="400"/>
                </a:cubicBezTo>
                <a:cubicBezTo>
                  <a:pt x="1353" y="400"/>
                  <a:pt x="1354" y="401"/>
                  <a:pt x="1355" y="401"/>
                </a:cubicBezTo>
                <a:cubicBezTo>
                  <a:pt x="1356" y="401"/>
                  <a:pt x="1357" y="401"/>
                  <a:pt x="1358" y="401"/>
                </a:cubicBezTo>
                <a:cubicBezTo>
                  <a:pt x="1358" y="401"/>
                  <a:pt x="1358" y="401"/>
                  <a:pt x="1359" y="401"/>
                </a:cubicBezTo>
                <a:cubicBezTo>
                  <a:pt x="1359" y="401"/>
                  <a:pt x="1359" y="401"/>
                  <a:pt x="1359" y="401"/>
                </a:cubicBezTo>
                <a:cubicBezTo>
                  <a:pt x="1359" y="401"/>
                  <a:pt x="1359" y="401"/>
                  <a:pt x="1359" y="401"/>
                </a:cubicBezTo>
                <a:cubicBezTo>
                  <a:pt x="1360" y="401"/>
                  <a:pt x="1360" y="401"/>
                  <a:pt x="1360" y="401"/>
                </a:cubicBezTo>
                <a:cubicBezTo>
                  <a:pt x="1361" y="401"/>
                  <a:pt x="1361" y="401"/>
                  <a:pt x="1362" y="400"/>
                </a:cubicBezTo>
                <a:cubicBezTo>
                  <a:pt x="1363" y="400"/>
                  <a:pt x="1364" y="400"/>
                  <a:pt x="1364" y="400"/>
                </a:cubicBezTo>
                <a:cubicBezTo>
                  <a:pt x="1365" y="399"/>
                  <a:pt x="1365" y="399"/>
                  <a:pt x="1366" y="399"/>
                </a:cubicBezTo>
                <a:cubicBezTo>
                  <a:pt x="1366" y="398"/>
                  <a:pt x="1366" y="398"/>
                  <a:pt x="1367" y="397"/>
                </a:cubicBezTo>
                <a:cubicBezTo>
                  <a:pt x="1367" y="396"/>
                  <a:pt x="1366" y="396"/>
                  <a:pt x="1366" y="396"/>
                </a:cubicBezTo>
                <a:cubicBezTo>
                  <a:pt x="1366" y="396"/>
                  <a:pt x="1366" y="396"/>
                  <a:pt x="1366" y="395"/>
                </a:cubicBezTo>
                <a:cubicBezTo>
                  <a:pt x="1366" y="395"/>
                  <a:pt x="1366" y="395"/>
                  <a:pt x="1366" y="395"/>
                </a:cubicBezTo>
                <a:cubicBezTo>
                  <a:pt x="1365" y="395"/>
                  <a:pt x="1365" y="394"/>
                  <a:pt x="1365" y="394"/>
                </a:cubicBezTo>
                <a:cubicBezTo>
                  <a:pt x="1363" y="393"/>
                  <a:pt x="1361" y="393"/>
                  <a:pt x="1360" y="392"/>
                </a:cubicBezTo>
                <a:cubicBezTo>
                  <a:pt x="1359" y="392"/>
                  <a:pt x="1359" y="392"/>
                  <a:pt x="1359" y="392"/>
                </a:cubicBezTo>
                <a:close/>
                <a:moveTo>
                  <a:pt x="1056" y="392"/>
                </a:moveTo>
                <a:cubicBezTo>
                  <a:pt x="1056" y="392"/>
                  <a:pt x="1055" y="393"/>
                  <a:pt x="1054" y="393"/>
                </a:cubicBezTo>
                <a:cubicBezTo>
                  <a:pt x="1054" y="393"/>
                  <a:pt x="1053" y="393"/>
                  <a:pt x="1053" y="393"/>
                </a:cubicBezTo>
                <a:cubicBezTo>
                  <a:pt x="1052" y="394"/>
                  <a:pt x="1052" y="394"/>
                  <a:pt x="1051" y="394"/>
                </a:cubicBezTo>
                <a:cubicBezTo>
                  <a:pt x="1050" y="395"/>
                  <a:pt x="1050" y="396"/>
                  <a:pt x="1050" y="397"/>
                </a:cubicBezTo>
                <a:cubicBezTo>
                  <a:pt x="1050" y="398"/>
                  <a:pt x="1050" y="398"/>
                  <a:pt x="1051" y="399"/>
                </a:cubicBezTo>
                <a:cubicBezTo>
                  <a:pt x="1051" y="399"/>
                  <a:pt x="1052" y="400"/>
                  <a:pt x="1053" y="400"/>
                </a:cubicBezTo>
                <a:cubicBezTo>
                  <a:pt x="1053" y="400"/>
                  <a:pt x="1054" y="401"/>
                  <a:pt x="1055" y="401"/>
                </a:cubicBezTo>
                <a:cubicBezTo>
                  <a:pt x="1056" y="401"/>
                  <a:pt x="1057" y="401"/>
                  <a:pt x="1058" y="401"/>
                </a:cubicBezTo>
                <a:cubicBezTo>
                  <a:pt x="1059" y="401"/>
                  <a:pt x="1060" y="401"/>
                  <a:pt x="1061" y="401"/>
                </a:cubicBezTo>
                <a:cubicBezTo>
                  <a:pt x="1062" y="401"/>
                  <a:pt x="1063" y="400"/>
                  <a:pt x="1064" y="400"/>
                </a:cubicBezTo>
                <a:cubicBezTo>
                  <a:pt x="1064" y="400"/>
                  <a:pt x="1065" y="399"/>
                  <a:pt x="1065" y="399"/>
                </a:cubicBezTo>
                <a:cubicBezTo>
                  <a:pt x="1066" y="398"/>
                  <a:pt x="1066" y="398"/>
                  <a:pt x="1067" y="397"/>
                </a:cubicBezTo>
                <a:cubicBezTo>
                  <a:pt x="1067" y="396"/>
                  <a:pt x="1067" y="396"/>
                  <a:pt x="1067" y="396"/>
                </a:cubicBezTo>
                <a:cubicBezTo>
                  <a:pt x="1067" y="396"/>
                  <a:pt x="1067" y="396"/>
                  <a:pt x="1067" y="395"/>
                </a:cubicBezTo>
                <a:cubicBezTo>
                  <a:pt x="1066" y="395"/>
                  <a:pt x="1066" y="395"/>
                  <a:pt x="1066" y="395"/>
                </a:cubicBezTo>
                <a:cubicBezTo>
                  <a:pt x="1066" y="395"/>
                  <a:pt x="1066" y="394"/>
                  <a:pt x="1065" y="394"/>
                </a:cubicBezTo>
                <a:cubicBezTo>
                  <a:pt x="1065" y="394"/>
                  <a:pt x="1065" y="394"/>
                  <a:pt x="1064" y="393"/>
                </a:cubicBezTo>
                <a:cubicBezTo>
                  <a:pt x="1064" y="393"/>
                  <a:pt x="1063" y="393"/>
                  <a:pt x="1063" y="393"/>
                </a:cubicBezTo>
                <a:cubicBezTo>
                  <a:pt x="1062" y="393"/>
                  <a:pt x="1061" y="392"/>
                  <a:pt x="1061" y="392"/>
                </a:cubicBezTo>
                <a:cubicBezTo>
                  <a:pt x="1060" y="392"/>
                  <a:pt x="1059" y="392"/>
                  <a:pt x="1059" y="392"/>
                </a:cubicBezTo>
                <a:cubicBezTo>
                  <a:pt x="1058" y="392"/>
                  <a:pt x="1057" y="392"/>
                  <a:pt x="1056" y="392"/>
                </a:cubicBezTo>
                <a:close/>
                <a:moveTo>
                  <a:pt x="1227" y="392"/>
                </a:moveTo>
                <a:cubicBezTo>
                  <a:pt x="1227" y="392"/>
                  <a:pt x="1226" y="393"/>
                  <a:pt x="1225" y="393"/>
                </a:cubicBezTo>
                <a:cubicBezTo>
                  <a:pt x="1225" y="393"/>
                  <a:pt x="1224" y="393"/>
                  <a:pt x="1224" y="393"/>
                </a:cubicBezTo>
                <a:cubicBezTo>
                  <a:pt x="1223" y="394"/>
                  <a:pt x="1223" y="394"/>
                  <a:pt x="1222" y="394"/>
                </a:cubicBezTo>
                <a:cubicBezTo>
                  <a:pt x="1222" y="394"/>
                  <a:pt x="1222" y="395"/>
                  <a:pt x="1222" y="395"/>
                </a:cubicBezTo>
                <a:cubicBezTo>
                  <a:pt x="1222" y="395"/>
                  <a:pt x="1221" y="395"/>
                  <a:pt x="1221" y="395"/>
                </a:cubicBezTo>
                <a:cubicBezTo>
                  <a:pt x="1221" y="396"/>
                  <a:pt x="1221" y="396"/>
                  <a:pt x="1221" y="396"/>
                </a:cubicBezTo>
                <a:cubicBezTo>
                  <a:pt x="1221" y="396"/>
                  <a:pt x="1221" y="396"/>
                  <a:pt x="1221" y="397"/>
                </a:cubicBezTo>
                <a:cubicBezTo>
                  <a:pt x="1221" y="398"/>
                  <a:pt x="1222" y="398"/>
                  <a:pt x="1222" y="399"/>
                </a:cubicBezTo>
                <a:cubicBezTo>
                  <a:pt x="1223" y="399"/>
                  <a:pt x="1223" y="400"/>
                  <a:pt x="1224" y="400"/>
                </a:cubicBezTo>
                <a:cubicBezTo>
                  <a:pt x="1225" y="400"/>
                  <a:pt x="1226" y="401"/>
                  <a:pt x="1227" y="401"/>
                </a:cubicBezTo>
                <a:cubicBezTo>
                  <a:pt x="1227" y="401"/>
                  <a:pt x="1228" y="401"/>
                  <a:pt x="1229" y="401"/>
                </a:cubicBezTo>
                <a:cubicBezTo>
                  <a:pt x="1230" y="401"/>
                  <a:pt x="1231" y="401"/>
                  <a:pt x="1232" y="401"/>
                </a:cubicBezTo>
                <a:cubicBezTo>
                  <a:pt x="1233" y="401"/>
                  <a:pt x="1234" y="400"/>
                  <a:pt x="1235" y="400"/>
                </a:cubicBezTo>
                <a:cubicBezTo>
                  <a:pt x="1236" y="400"/>
                  <a:pt x="1236" y="399"/>
                  <a:pt x="1237" y="399"/>
                </a:cubicBezTo>
                <a:cubicBezTo>
                  <a:pt x="1237" y="398"/>
                  <a:pt x="1238" y="398"/>
                  <a:pt x="1238" y="397"/>
                </a:cubicBezTo>
                <a:cubicBezTo>
                  <a:pt x="1238" y="396"/>
                  <a:pt x="1238" y="396"/>
                  <a:pt x="1238" y="396"/>
                </a:cubicBezTo>
                <a:cubicBezTo>
                  <a:pt x="1238" y="396"/>
                  <a:pt x="1238" y="396"/>
                  <a:pt x="1238" y="395"/>
                </a:cubicBezTo>
                <a:cubicBezTo>
                  <a:pt x="1238" y="395"/>
                  <a:pt x="1237" y="395"/>
                  <a:pt x="1237" y="395"/>
                </a:cubicBezTo>
                <a:cubicBezTo>
                  <a:pt x="1237" y="395"/>
                  <a:pt x="1237" y="394"/>
                  <a:pt x="1237" y="394"/>
                </a:cubicBezTo>
                <a:cubicBezTo>
                  <a:pt x="1235" y="393"/>
                  <a:pt x="1232" y="392"/>
                  <a:pt x="1230" y="392"/>
                </a:cubicBezTo>
                <a:cubicBezTo>
                  <a:pt x="1229" y="392"/>
                  <a:pt x="1228" y="392"/>
                  <a:pt x="1227" y="392"/>
                </a:cubicBezTo>
                <a:close/>
                <a:moveTo>
                  <a:pt x="1142" y="392"/>
                </a:moveTo>
                <a:cubicBezTo>
                  <a:pt x="1141" y="392"/>
                  <a:pt x="1141" y="393"/>
                  <a:pt x="1140" y="393"/>
                </a:cubicBezTo>
                <a:cubicBezTo>
                  <a:pt x="1139" y="393"/>
                  <a:pt x="1139" y="393"/>
                  <a:pt x="1138" y="393"/>
                </a:cubicBezTo>
                <a:cubicBezTo>
                  <a:pt x="1138" y="394"/>
                  <a:pt x="1137" y="394"/>
                  <a:pt x="1137" y="394"/>
                </a:cubicBezTo>
                <a:cubicBezTo>
                  <a:pt x="1137" y="394"/>
                  <a:pt x="1136" y="395"/>
                  <a:pt x="1136" y="395"/>
                </a:cubicBezTo>
                <a:cubicBezTo>
                  <a:pt x="1136" y="395"/>
                  <a:pt x="1136" y="395"/>
                  <a:pt x="1136" y="395"/>
                </a:cubicBezTo>
                <a:cubicBezTo>
                  <a:pt x="1136" y="396"/>
                  <a:pt x="1136" y="396"/>
                  <a:pt x="1135" y="396"/>
                </a:cubicBezTo>
                <a:cubicBezTo>
                  <a:pt x="1135" y="396"/>
                  <a:pt x="1135" y="396"/>
                  <a:pt x="1135" y="397"/>
                </a:cubicBezTo>
                <a:cubicBezTo>
                  <a:pt x="1136" y="398"/>
                  <a:pt x="1136" y="398"/>
                  <a:pt x="1136" y="399"/>
                </a:cubicBezTo>
                <a:cubicBezTo>
                  <a:pt x="1137" y="399"/>
                  <a:pt x="1138" y="400"/>
                  <a:pt x="1138" y="400"/>
                </a:cubicBezTo>
                <a:cubicBezTo>
                  <a:pt x="1139" y="400"/>
                  <a:pt x="1140" y="401"/>
                  <a:pt x="1141" y="401"/>
                </a:cubicBezTo>
                <a:cubicBezTo>
                  <a:pt x="1142" y="401"/>
                  <a:pt x="1143" y="401"/>
                  <a:pt x="1144" y="401"/>
                </a:cubicBezTo>
                <a:cubicBezTo>
                  <a:pt x="1145" y="401"/>
                  <a:pt x="1146" y="401"/>
                  <a:pt x="1147" y="401"/>
                </a:cubicBezTo>
                <a:cubicBezTo>
                  <a:pt x="1148" y="401"/>
                  <a:pt x="1148" y="400"/>
                  <a:pt x="1149" y="400"/>
                </a:cubicBezTo>
                <a:cubicBezTo>
                  <a:pt x="1150" y="400"/>
                  <a:pt x="1151" y="399"/>
                  <a:pt x="1151" y="399"/>
                </a:cubicBezTo>
                <a:cubicBezTo>
                  <a:pt x="1152" y="398"/>
                  <a:pt x="1152" y="398"/>
                  <a:pt x="1152" y="397"/>
                </a:cubicBezTo>
                <a:cubicBezTo>
                  <a:pt x="1152" y="396"/>
                  <a:pt x="1152" y="396"/>
                  <a:pt x="1152" y="396"/>
                </a:cubicBezTo>
                <a:cubicBezTo>
                  <a:pt x="1152" y="396"/>
                  <a:pt x="1152" y="396"/>
                  <a:pt x="1152" y="395"/>
                </a:cubicBezTo>
                <a:cubicBezTo>
                  <a:pt x="1152" y="395"/>
                  <a:pt x="1152" y="395"/>
                  <a:pt x="1152" y="395"/>
                </a:cubicBezTo>
                <a:cubicBezTo>
                  <a:pt x="1151" y="395"/>
                  <a:pt x="1151" y="394"/>
                  <a:pt x="1151" y="394"/>
                </a:cubicBezTo>
                <a:cubicBezTo>
                  <a:pt x="1151" y="394"/>
                  <a:pt x="1150" y="394"/>
                  <a:pt x="1150" y="393"/>
                </a:cubicBezTo>
                <a:cubicBezTo>
                  <a:pt x="1149" y="393"/>
                  <a:pt x="1149" y="393"/>
                  <a:pt x="1148" y="393"/>
                </a:cubicBezTo>
                <a:cubicBezTo>
                  <a:pt x="1147" y="393"/>
                  <a:pt x="1147" y="392"/>
                  <a:pt x="1146" y="392"/>
                </a:cubicBezTo>
                <a:cubicBezTo>
                  <a:pt x="1145" y="392"/>
                  <a:pt x="1145" y="392"/>
                  <a:pt x="1144" y="392"/>
                </a:cubicBezTo>
                <a:cubicBezTo>
                  <a:pt x="1143" y="392"/>
                  <a:pt x="1143" y="392"/>
                  <a:pt x="1142" y="392"/>
                </a:cubicBezTo>
                <a:close/>
                <a:moveTo>
                  <a:pt x="1874" y="393"/>
                </a:moveTo>
                <a:cubicBezTo>
                  <a:pt x="1874" y="393"/>
                  <a:pt x="1874" y="392"/>
                  <a:pt x="1873" y="392"/>
                </a:cubicBezTo>
                <a:cubicBezTo>
                  <a:pt x="1873" y="392"/>
                  <a:pt x="1873" y="392"/>
                  <a:pt x="1873" y="392"/>
                </a:cubicBezTo>
                <a:cubicBezTo>
                  <a:pt x="1872" y="392"/>
                  <a:pt x="1872" y="392"/>
                  <a:pt x="1872" y="392"/>
                </a:cubicBezTo>
                <a:cubicBezTo>
                  <a:pt x="1871" y="392"/>
                  <a:pt x="1871" y="392"/>
                  <a:pt x="1871" y="392"/>
                </a:cubicBezTo>
                <a:cubicBezTo>
                  <a:pt x="1870" y="392"/>
                  <a:pt x="1869" y="392"/>
                  <a:pt x="1869" y="392"/>
                </a:cubicBezTo>
                <a:cubicBezTo>
                  <a:pt x="1868" y="392"/>
                  <a:pt x="1867" y="393"/>
                  <a:pt x="1867" y="393"/>
                </a:cubicBezTo>
                <a:cubicBezTo>
                  <a:pt x="1866" y="393"/>
                  <a:pt x="1866" y="393"/>
                  <a:pt x="1865" y="393"/>
                </a:cubicBezTo>
                <a:cubicBezTo>
                  <a:pt x="1865" y="394"/>
                  <a:pt x="1864" y="394"/>
                  <a:pt x="1864" y="394"/>
                </a:cubicBezTo>
                <a:cubicBezTo>
                  <a:pt x="1864" y="394"/>
                  <a:pt x="1864" y="395"/>
                  <a:pt x="1864" y="395"/>
                </a:cubicBezTo>
                <a:cubicBezTo>
                  <a:pt x="1863" y="395"/>
                  <a:pt x="1863" y="395"/>
                  <a:pt x="1863" y="395"/>
                </a:cubicBezTo>
                <a:cubicBezTo>
                  <a:pt x="1863" y="396"/>
                  <a:pt x="1863" y="396"/>
                  <a:pt x="1863" y="396"/>
                </a:cubicBezTo>
                <a:cubicBezTo>
                  <a:pt x="1863" y="396"/>
                  <a:pt x="1863" y="396"/>
                  <a:pt x="1863" y="397"/>
                </a:cubicBezTo>
                <a:cubicBezTo>
                  <a:pt x="1864" y="398"/>
                  <a:pt x="1864" y="398"/>
                  <a:pt x="1865" y="399"/>
                </a:cubicBezTo>
                <a:cubicBezTo>
                  <a:pt x="1865" y="399"/>
                  <a:pt x="1866" y="400"/>
                  <a:pt x="1867" y="400"/>
                </a:cubicBezTo>
                <a:cubicBezTo>
                  <a:pt x="1868" y="400"/>
                  <a:pt x="1868" y="401"/>
                  <a:pt x="1869" y="401"/>
                </a:cubicBezTo>
                <a:cubicBezTo>
                  <a:pt x="1870" y="401"/>
                  <a:pt x="1871" y="401"/>
                  <a:pt x="1872" y="401"/>
                </a:cubicBezTo>
                <a:cubicBezTo>
                  <a:pt x="1873" y="401"/>
                  <a:pt x="1873" y="401"/>
                  <a:pt x="1873" y="401"/>
                </a:cubicBezTo>
                <a:cubicBezTo>
                  <a:pt x="1874" y="401"/>
                  <a:pt x="1874" y="401"/>
                  <a:pt x="1874" y="401"/>
                </a:cubicBezTo>
                <a:cubicBezTo>
                  <a:pt x="1874" y="401"/>
                  <a:pt x="1875" y="401"/>
                  <a:pt x="1875" y="401"/>
                </a:cubicBezTo>
                <a:cubicBezTo>
                  <a:pt x="1875" y="401"/>
                  <a:pt x="1875" y="401"/>
                  <a:pt x="1876" y="401"/>
                </a:cubicBezTo>
                <a:cubicBezTo>
                  <a:pt x="1876" y="400"/>
                  <a:pt x="1877" y="400"/>
                  <a:pt x="1877" y="400"/>
                </a:cubicBezTo>
                <a:cubicBezTo>
                  <a:pt x="1878" y="400"/>
                  <a:pt x="1878" y="400"/>
                  <a:pt x="1879" y="399"/>
                </a:cubicBezTo>
                <a:cubicBezTo>
                  <a:pt x="1879" y="399"/>
                  <a:pt x="1879" y="399"/>
                  <a:pt x="1880" y="398"/>
                </a:cubicBezTo>
                <a:cubicBezTo>
                  <a:pt x="1880" y="398"/>
                  <a:pt x="1880" y="398"/>
                  <a:pt x="1880" y="397"/>
                </a:cubicBezTo>
                <a:cubicBezTo>
                  <a:pt x="1880" y="396"/>
                  <a:pt x="1880" y="396"/>
                  <a:pt x="1880" y="396"/>
                </a:cubicBezTo>
                <a:cubicBezTo>
                  <a:pt x="1880" y="396"/>
                  <a:pt x="1880" y="396"/>
                  <a:pt x="1880" y="395"/>
                </a:cubicBezTo>
                <a:cubicBezTo>
                  <a:pt x="1879" y="395"/>
                  <a:pt x="1879" y="395"/>
                  <a:pt x="1879" y="395"/>
                </a:cubicBezTo>
                <a:cubicBezTo>
                  <a:pt x="1879" y="395"/>
                  <a:pt x="1879" y="394"/>
                  <a:pt x="1878" y="394"/>
                </a:cubicBezTo>
                <a:cubicBezTo>
                  <a:pt x="1877" y="393"/>
                  <a:pt x="1876" y="393"/>
                  <a:pt x="1874" y="393"/>
                </a:cubicBezTo>
                <a:cubicBezTo>
                  <a:pt x="1874" y="393"/>
                  <a:pt x="1875" y="393"/>
                  <a:pt x="1874" y="393"/>
                </a:cubicBezTo>
                <a:close/>
                <a:moveTo>
                  <a:pt x="1532" y="393"/>
                </a:moveTo>
                <a:cubicBezTo>
                  <a:pt x="1532" y="393"/>
                  <a:pt x="1532" y="392"/>
                  <a:pt x="1531" y="392"/>
                </a:cubicBezTo>
                <a:cubicBezTo>
                  <a:pt x="1531" y="392"/>
                  <a:pt x="1531" y="392"/>
                  <a:pt x="1531" y="392"/>
                </a:cubicBezTo>
                <a:cubicBezTo>
                  <a:pt x="1530" y="392"/>
                  <a:pt x="1530" y="392"/>
                  <a:pt x="1530" y="392"/>
                </a:cubicBezTo>
                <a:cubicBezTo>
                  <a:pt x="1529" y="392"/>
                  <a:pt x="1529" y="392"/>
                  <a:pt x="1529" y="392"/>
                </a:cubicBezTo>
                <a:cubicBezTo>
                  <a:pt x="1528" y="392"/>
                  <a:pt x="1527" y="392"/>
                  <a:pt x="1527" y="392"/>
                </a:cubicBezTo>
                <a:cubicBezTo>
                  <a:pt x="1526" y="392"/>
                  <a:pt x="1525" y="393"/>
                  <a:pt x="1525" y="393"/>
                </a:cubicBezTo>
                <a:cubicBezTo>
                  <a:pt x="1524" y="393"/>
                  <a:pt x="1524" y="393"/>
                  <a:pt x="1523" y="393"/>
                </a:cubicBezTo>
                <a:cubicBezTo>
                  <a:pt x="1523" y="394"/>
                  <a:pt x="1522" y="394"/>
                  <a:pt x="1522" y="394"/>
                </a:cubicBezTo>
                <a:cubicBezTo>
                  <a:pt x="1522" y="394"/>
                  <a:pt x="1521" y="395"/>
                  <a:pt x="1521" y="395"/>
                </a:cubicBezTo>
                <a:cubicBezTo>
                  <a:pt x="1521" y="395"/>
                  <a:pt x="1521" y="395"/>
                  <a:pt x="1521" y="395"/>
                </a:cubicBezTo>
                <a:cubicBezTo>
                  <a:pt x="1521" y="396"/>
                  <a:pt x="1521" y="396"/>
                  <a:pt x="1521" y="396"/>
                </a:cubicBezTo>
                <a:cubicBezTo>
                  <a:pt x="1521" y="396"/>
                  <a:pt x="1521" y="396"/>
                  <a:pt x="1521" y="397"/>
                </a:cubicBezTo>
                <a:cubicBezTo>
                  <a:pt x="1521" y="398"/>
                  <a:pt x="1521" y="398"/>
                  <a:pt x="1522" y="399"/>
                </a:cubicBezTo>
                <a:cubicBezTo>
                  <a:pt x="1523" y="399"/>
                  <a:pt x="1523" y="400"/>
                  <a:pt x="1524" y="400"/>
                </a:cubicBezTo>
                <a:cubicBezTo>
                  <a:pt x="1525" y="400"/>
                  <a:pt x="1526" y="401"/>
                  <a:pt x="1527" y="401"/>
                </a:cubicBezTo>
                <a:cubicBezTo>
                  <a:pt x="1527" y="401"/>
                  <a:pt x="1528" y="401"/>
                  <a:pt x="1530" y="401"/>
                </a:cubicBezTo>
                <a:cubicBezTo>
                  <a:pt x="1530" y="401"/>
                  <a:pt x="1530" y="401"/>
                  <a:pt x="1530" y="401"/>
                </a:cubicBezTo>
                <a:cubicBezTo>
                  <a:pt x="1531" y="401"/>
                  <a:pt x="1531" y="401"/>
                  <a:pt x="1531" y="401"/>
                </a:cubicBezTo>
                <a:cubicBezTo>
                  <a:pt x="1532" y="401"/>
                  <a:pt x="1532" y="401"/>
                  <a:pt x="1532" y="401"/>
                </a:cubicBezTo>
                <a:cubicBezTo>
                  <a:pt x="1532" y="401"/>
                  <a:pt x="1533" y="401"/>
                  <a:pt x="1533" y="401"/>
                </a:cubicBezTo>
                <a:cubicBezTo>
                  <a:pt x="1533" y="401"/>
                  <a:pt x="1533" y="400"/>
                  <a:pt x="1534" y="400"/>
                </a:cubicBezTo>
                <a:cubicBezTo>
                  <a:pt x="1534" y="400"/>
                  <a:pt x="1534" y="400"/>
                  <a:pt x="1534" y="400"/>
                </a:cubicBezTo>
                <a:cubicBezTo>
                  <a:pt x="1534" y="400"/>
                  <a:pt x="1535" y="400"/>
                  <a:pt x="1535" y="400"/>
                </a:cubicBezTo>
                <a:cubicBezTo>
                  <a:pt x="1535" y="400"/>
                  <a:pt x="1535" y="400"/>
                  <a:pt x="1535" y="400"/>
                </a:cubicBezTo>
                <a:cubicBezTo>
                  <a:pt x="1536" y="400"/>
                  <a:pt x="1536" y="399"/>
                  <a:pt x="1536" y="399"/>
                </a:cubicBezTo>
                <a:cubicBezTo>
                  <a:pt x="1536" y="399"/>
                  <a:pt x="1537" y="399"/>
                  <a:pt x="1537" y="399"/>
                </a:cubicBezTo>
                <a:cubicBezTo>
                  <a:pt x="1537" y="398"/>
                  <a:pt x="1537" y="398"/>
                  <a:pt x="1537" y="398"/>
                </a:cubicBezTo>
                <a:cubicBezTo>
                  <a:pt x="1537" y="398"/>
                  <a:pt x="1538" y="398"/>
                  <a:pt x="1538" y="397"/>
                </a:cubicBezTo>
                <a:cubicBezTo>
                  <a:pt x="1538" y="396"/>
                  <a:pt x="1538" y="396"/>
                  <a:pt x="1538" y="396"/>
                </a:cubicBezTo>
                <a:cubicBezTo>
                  <a:pt x="1537" y="396"/>
                  <a:pt x="1537" y="396"/>
                  <a:pt x="1537" y="395"/>
                </a:cubicBezTo>
                <a:cubicBezTo>
                  <a:pt x="1537" y="395"/>
                  <a:pt x="1537" y="395"/>
                  <a:pt x="1537" y="395"/>
                </a:cubicBezTo>
                <a:cubicBezTo>
                  <a:pt x="1537" y="395"/>
                  <a:pt x="1536" y="394"/>
                  <a:pt x="1536" y="394"/>
                </a:cubicBezTo>
                <a:cubicBezTo>
                  <a:pt x="1535" y="394"/>
                  <a:pt x="1535" y="394"/>
                  <a:pt x="1535" y="394"/>
                </a:cubicBezTo>
                <a:cubicBezTo>
                  <a:pt x="1534" y="393"/>
                  <a:pt x="1533" y="393"/>
                  <a:pt x="1532" y="393"/>
                </a:cubicBezTo>
                <a:close/>
                <a:moveTo>
                  <a:pt x="1789" y="393"/>
                </a:moveTo>
                <a:cubicBezTo>
                  <a:pt x="1788" y="392"/>
                  <a:pt x="1786" y="392"/>
                  <a:pt x="1785" y="392"/>
                </a:cubicBezTo>
                <a:cubicBezTo>
                  <a:pt x="1785" y="392"/>
                  <a:pt x="1785" y="392"/>
                  <a:pt x="1784" y="392"/>
                </a:cubicBezTo>
                <a:cubicBezTo>
                  <a:pt x="1784" y="392"/>
                  <a:pt x="1784" y="392"/>
                  <a:pt x="1784" y="392"/>
                </a:cubicBezTo>
                <a:cubicBezTo>
                  <a:pt x="1783" y="392"/>
                  <a:pt x="1783" y="392"/>
                  <a:pt x="1783" y="392"/>
                </a:cubicBezTo>
                <a:cubicBezTo>
                  <a:pt x="1783" y="392"/>
                  <a:pt x="1782" y="393"/>
                  <a:pt x="1782" y="393"/>
                </a:cubicBezTo>
                <a:cubicBezTo>
                  <a:pt x="1782" y="393"/>
                  <a:pt x="1781" y="393"/>
                  <a:pt x="1781" y="393"/>
                </a:cubicBezTo>
                <a:cubicBezTo>
                  <a:pt x="1781" y="393"/>
                  <a:pt x="1780" y="393"/>
                  <a:pt x="1780" y="393"/>
                </a:cubicBezTo>
                <a:cubicBezTo>
                  <a:pt x="1780" y="393"/>
                  <a:pt x="1779" y="394"/>
                  <a:pt x="1779" y="394"/>
                </a:cubicBezTo>
                <a:cubicBezTo>
                  <a:pt x="1779" y="394"/>
                  <a:pt x="1779" y="394"/>
                  <a:pt x="1779" y="394"/>
                </a:cubicBezTo>
                <a:cubicBezTo>
                  <a:pt x="1777" y="395"/>
                  <a:pt x="1777" y="396"/>
                  <a:pt x="1778" y="397"/>
                </a:cubicBezTo>
                <a:cubicBezTo>
                  <a:pt x="1778" y="398"/>
                  <a:pt x="1778" y="398"/>
                  <a:pt x="1779" y="398"/>
                </a:cubicBezTo>
                <a:cubicBezTo>
                  <a:pt x="1779" y="399"/>
                  <a:pt x="1779" y="399"/>
                  <a:pt x="1780" y="399"/>
                </a:cubicBezTo>
                <a:cubicBezTo>
                  <a:pt x="1780" y="400"/>
                  <a:pt x="1781" y="400"/>
                  <a:pt x="1781" y="400"/>
                </a:cubicBezTo>
                <a:cubicBezTo>
                  <a:pt x="1782" y="400"/>
                  <a:pt x="1783" y="400"/>
                  <a:pt x="1783" y="401"/>
                </a:cubicBezTo>
                <a:cubicBezTo>
                  <a:pt x="1784" y="401"/>
                  <a:pt x="1784" y="401"/>
                  <a:pt x="1784" y="401"/>
                </a:cubicBezTo>
                <a:cubicBezTo>
                  <a:pt x="1784" y="401"/>
                  <a:pt x="1785" y="401"/>
                  <a:pt x="1785" y="401"/>
                </a:cubicBezTo>
                <a:cubicBezTo>
                  <a:pt x="1785" y="401"/>
                  <a:pt x="1786" y="401"/>
                  <a:pt x="1786" y="401"/>
                </a:cubicBezTo>
                <a:cubicBezTo>
                  <a:pt x="1786" y="401"/>
                  <a:pt x="1786" y="401"/>
                  <a:pt x="1787" y="401"/>
                </a:cubicBezTo>
                <a:cubicBezTo>
                  <a:pt x="1787" y="401"/>
                  <a:pt x="1787" y="401"/>
                  <a:pt x="1788" y="401"/>
                </a:cubicBezTo>
                <a:cubicBezTo>
                  <a:pt x="1788" y="401"/>
                  <a:pt x="1788" y="401"/>
                  <a:pt x="1788" y="401"/>
                </a:cubicBezTo>
                <a:cubicBezTo>
                  <a:pt x="1789" y="401"/>
                  <a:pt x="1789" y="401"/>
                  <a:pt x="1789" y="401"/>
                </a:cubicBezTo>
                <a:cubicBezTo>
                  <a:pt x="1789" y="401"/>
                  <a:pt x="1790" y="401"/>
                  <a:pt x="1790" y="401"/>
                </a:cubicBezTo>
                <a:cubicBezTo>
                  <a:pt x="1791" y="400"/>
                  <a:pt x="1791" y="400"/>
                  <a:pt x="1792" y="400"/>
                </a:cubicBezTo>
                <a:cubicBezTo>
                  <a:pt x="1792" y="400"/>
                  <a:pt x="1793" y="400"/>
                  <a:pt x="1793" y="399"/>
                </a:cubicBezTo>
                <a:cubicBezTo>
                  <a:pt x="1793" y="399"/>
                  <a:pt x="1794" y="399"/>
                  <a:pt x="1794" y="398"/>
                </a:cubicBezTo>
                <a:cubicBezTo>
                  <a:pt x="1794" y="398"/>
                  <a:pt x="1794" y="398"/>
                  <a:pt x="1795" y="397"/>
                </a:cubicBezTo>
                <a:cubicBezTo>
                  <a:pt x="1795" y="396"/>
                  <a:pt x="1795" y="396"/>
                  <a:pt x="1794" y="396"/>
                </a:cubicBezTo>
                <a:cubicBezTo>
                  <a:pt x="1794" y="396"/>
                  <a:pt x="1794" y="396"/>
                  <a:pt x="1794" y="395"/>
                </a:cubicBezTo>
                <a:cubicBezTo>
                  <a:pt x="1794" y="395"/>
                  <a:pt x="1794" y="395"/>
                  <a:pt x="1793" y="395"/>
                </a:cubicBezTo>
                <a:cubicBezTo>
                  <a:pt x="1793" y="395"/>
                  <a:pt x="1793" y="394"/>
                  <a:pt x="1793" y="394"/>
                </a:cubicBezTo>
                <a:cubicBezTo>
                  <a:pt x="1792" y="393"/>
                  <a:pt x="1790" y="393"/>
                  <a:pt x="1789" y="393"/>
                </a:cubicBezTo>
                <a:cubicBezTo>
                  <a:pt x="1788" y="393"/>
                  <a:pt x="1789" y="393"/>
                  <a:pt x="1789" y="393"/>
                </a:cubicBezTo>
                <a:close/>
                <a:moveTo>
                  <a:pt x="2048" y="394"/>
                </a:moveTo>
                <a:cubicBezTo>
                  <a:pt x="2047" y="393"/>
                  <a:pt x="2045" y="392"/>
                  <a:pt x="2044" y="392"/>
                </a:cubicBezTo>
                <a:cubicBezTo>
                  <a:pt x="2044" y="392"/>
                  <a:pt x="2043" y="392"/>
                  <a:pt x="2043" y="392"/>
                </a:cubicBezTo>
                <a:cubicBezTo>
                  <a:pt x="2043" y="392"/>
                  <a:pt x="2043" y="392"/>
                  <a:pt x="2043" y="392"/>
                </a:cubicBezTo>
                <a:cubicBezTo>
                  <a:pt x="2043" y="392"/>
                  <a:pt x="2042" y="392"/>
                  <a:pt x="2042" y="392"/>
                </a:cubicBezTo>
                <a:cubicBezTo>
                  <a:pt x="2042" y="392"/>
                  <a:pt x="2042" y="392"/>
                  <a:pt x="2042" y="392"/>
                </a:cubicBezTo>
                <a:cubicBezTo>
                  <a:pt x="2042" y="392"/>
                  <a:pt x="2042" y="392"/>
                  <a:pt x="2041" y="392"/>
                </a:cubicBezTo>
                <a:cubicBezTo>
                  <a:pt x="2041" y="392"/>
                  <a:pt x="2041" y="392"/>
                  <a:pt x="2041" y="392"/>
                </a:cubicBezTo>
                <a:cubicBezTo>
                  <a:pt x="2041" y="392"/>
                  <a:pt x="2041" y="392"/>
                  <a:pt x="2041" y="392"/>
                </a:cubicBezTo>
                <a:cubicBezTo>
                  <a:pt x="2040" y="392"/>
                  <a:pt x="2040" y="392"/>
                  <a:pt x="2040" y="392"/>
                </a:cubicBezTo>
                <a:cubicBezTo>
                  <a:pt x="2040" y="392"/>
                  <a:pt x="2039" y="392"/>
                  <a:pt x="2039" y="393"/>
                </a:cubicBezTo>
                <a:cubicBezTo>
                  <a:pt x="2038" y="393"/>
                  <a:pt x="2038" y="393"/>
                  <a:pt x="2037" y="393"/>
                </a:cubicBezTo>
                <a:cubicBezTo>
                  <a:pt x="2037" y="393"/>
                  <a:pt x="2036" y="393"/>
                  <a:pt x="2036" y="394"/>
                </a:cubicBezTo>
                <a:cubicBezTo>
                  <a:pt x="2036" y="394"/>
                  <a:pt x="2035" y="394"/>
                  <a:pt x="2035" y="394"/>
                </a:cubicBezTo>
                <a:cubicBezTo>
                  <a:pt x="2034" y="395"/>
                  <a:pt x="2034" y="396"/>
                  <a:pt x="2035" y="397"/>
                </a:cubicBezTo>
                <a:cubicBezTo>
                  <a:pt x="2035" y="398"/>
                  <a:pt x="2035" y="398"/>
                  <a:pt x="2036" y="399"/>
                </a:cubicBezTo>
                <a:cubicBezTo>
                  <a:pt x="2036" y="399"/>
                  <a:pt x="2037" y="399"/>
                  <a:pt x="2038" y="400"/>
                </a:cubicBezTo>
                <a:cubicBezTo>
                  <a:pt x="2038" y="400"/>
                  <a:pt x="2039" y="400"/>
                  <a:pt x="2040" y="400"/>
                </a:cubicBezTo>
                <a:cubicBezTo>
                  <a:pt x="2040" y="401"/>
                  <a:pt x="2041" y="401"/>
                  <a:pt x="2042" y="401"/>
                </a:cubicBezTo>
                <a:cubicBezTo>
                  <a:pt x="2042" y="401"/>
                  <a:pt x="2042" y="401"/>
                  <a:pt x="2043" y="401"/>
                </a:cubicBezTo>
                <a:cubicBezTo>
                  <a:pt x="2043" y="401"/>
                  <a:pt x="2043" y="401"/>
                  <a:pt x="2043" y="401"/>
                </a:cubicBezTo>
                <a:cubicBezTo>
                  <a:pt x="2043" y="401"/>
                  <a:pt x="2043" y="401"/>
                  <a:pt x="2043" y="401"/>
                </a:cubicBezTo>
                <a:cubicBezTo>
                  <a:pt x="2044" y="401"/>
                  <a:pt x="2044" y="401"/>
                  <a:pt x="2044" y="401"/>
                </a:cubicBezTo>
                <a:cubicBezTo>
                  <a:pt x="2044" y="401"/>
                  <a:pt x="2044" y="401"/>
                  <a:pt x="2044" y="401"/>
                </a:cubicBezTo>
                <a:cubicBezTo>
                  <a:pt x="2044" y="401"/>
                  <a:pt x="2045" y="401"/>
                  <a:pt x="2045" y="401"/>
                </a:cubicBezTo>
                <a:cubicBezTo>
                  <a:pt x="2045" y="401"/>
                  <a:pt x="2045" y="401"/>
                  <a:pt x="2045" y="401"/>
                </a:cubicBezTo>
                <a:cubicBezTo>
                  <a:pt x="2045" y="401"/>
                  <a:pt x="2045" y="401"/>
                  <a:pt x="2046" y="401"/>
                </a:cubicBezTo>
                <a:cubicBezTo>
                  <a:pt x="2046" y="401"/>
                  <a:pt x="2046" y="401"/>
                  <a:pt x="2047" y="401"/>
                </a:cubicBezTo>
                <a:cubicBezTo>
                  <a:pt x="2047" y="401"/>
                  <a:pt x="2048" y="401"/>
                  <a:pt x="2048" y="400"/>
                </a:cubicBezTo>
                <a:cubicBezTo>
                  <a:pt x="2048" y="400"/>
                  <a:pt x="2049" y="400"/>
                  <a:pt x="2049" y="400"/>
                </a:cubicBezTo>
                <a:cubicBezTo>
                  <a:pt x="2049" y="400"/>
                  <a:pt x="2049" y="400"/>
                  <a:pt x="2050" y="400"/>
                </a:cubicBezTo>
                <a:cubicBezTo>
                  <a:pt x="2050" y="399"/>
                  <a:pt x="2051" y="399"/>
                  <a:pt x="2051" y="398"/>
                </a:cubicBezTo>
                <a:cubicBezTo>
                  <a:pt x="2051" y="398"/>
                  <a:pt x="2051" y="397"/>
                  <a:pt x="2051" y="397"/>
                </a:cubicBezTo>
                <a:cubicBezTo>
                  <a:pt x="2051" y="396"/>
                  <a:pt x="2051" y="396"/>
                  <a:pt x="2051" y="396"/>
                </a:cubicBezTo>
                <a:cubicBezTo>
                  <a:pt x="2051" y="396"/>
                  <a:pt x="2051" y="396"/>
                  <a:pt x="2051" y="396"/>
                </a:cubicBezTo>
                <a:cubicBezTo>
                  <a:pt x="2051" y="396"/>
                  <a:pt x="2051" y="395"/>
                  <a:pt x="2051" y="395"/>
                </a:cubicBezTo>
                <a:cubicBezTo>
                  <a:pt x="2051" y="395"/>
                  <a:pt x="2051" y="395"/>
                  <a:pt x="2050" y="395"/>
                </a:cubicBezTo>
                <a:cubicBezTo>
                  <a:pt x="2049" y="394"/>
                  <a:pt x="2049" y="394"/>
                  <a:pt x="2049" y="394"/>
                </a:cubicBezTo>
                <a:lnTo>
                  <a:pt x="2048" y="394"/>
                </a:lnTo>
                <a:close/>
                <a:moveTo>
                  <a:pt x="1826" y="392"/>
                </a:moveTo>
                <a:cubicBezTo>
                  <a:pt x="1825" y="392"/>
                  <a:pt x="1825" y="393"/>
                  <a:pt x="1824" y="393"/>
                </a:cubicBezTo>
                <a:cubicBezTo>
                  <a:pt x="1824" y="393"/>
                  <a:pt x="1823" y="393"/>
                  <a:pt x="1823" y="393"/>
                </a:cubicBezTo>
                <a:cubicBezTo>
                  <a:pt x="1822" y="394"/>
                  <a:pt x="1822" y="394"/>
                  <a:pt x="1821" y="394"/>
                </a:cubicBezTo>
                <a:cubicBezTo>
                  <a:pt x="1821" y="394"/>
                  <a:pt x="1821" y="395"/>
                  <a:pt x="1821" y="395"/>
                </a:cubicBezTo>
                <a:cubicBezTo>
                  <a:pt x="1821" y="395"/>
                  <a:pt x="1821" y="395"/>
                  <a:pt x="1820" y="395"/>
                </a:cubicBezTo>
                <a:cubicBezTo>
                  <a:pt x="1820" y="396"/>
                  <a:pt x="1820" y="396"/>
                  <a:pt x="1820" y="396"/>
                </a:cubicBezTo>
                <a:cubicBezTo>
                  <a:pt x="1820" y="396"/>
                  <a:pt x="1820" y="396"/>
                  <a:pt x="1821" y="397"/>
                </a:cubicBezTo>
                <a:cubicBezTo>
                  <a:pt x="1821" y="398"/>
                  <a:pt x="1821" y="398"/>
                  <a:pt x="1822" y="399"/>
                </a:cubicBezTo>
                <a:cubicBezTo>
                  <a:pt x="1822" y="399"/>
                  <a:pt x="1823" y="400"/>
                  <a:pt x="1824" y="400"/>
                </a:cubicBezTo>
                <a:cubicBezTo>
                  <a:pt x="1825" y="400"/>
                  <a:pt x="1826" y="401"/>
                  <a:pt x="1827" y="401"/>
                </a:cubicBezTo>
                <a:cubicBezTo>
                  <a:pt x="1828" y="401"/>
                  <a:pt x="1829" y="401"/>
                  <a:pt x="1830" y="401"/>
                </a:cubicBezTo>
                <a:cubicBezTo>
                  <a:pt x="1831" y="401"/>
                  <a:pt x="1832" y="401"/>
                  <a:pt x="1832" y="401"/>
                </a:cubicBezTo>
                <a:cubicBezTo>
                  <a:pt x="1833" y="401"/>
                  <a:pt x="1834" y="400"/>
                  <a:pt x="1835" y="400"/>
                </a:cubicBezTo>
                <a:cubicBezTo>
                  <a:pt x="1836" y="400"/>
                  <a:pt x="1836" y="399"/>
                  <a:pt x="1837" y="399"/>
                </a:cubicBezTo>
                <a:cubicBezTo>
                  <a:pt x="1837" y="398"/>
                  <a:pt x="1837" y="398"/>
                  <a:pt x="1837" y="397"/>
                </a:cubicBezTo>
                <a:cubicBezTo>
                  <a:pt x="1837" y="396"/>
                  <a:pt x="1837" y="396"/>
                  <a:pt x="1837" y="396"/>
                </a:cubicBezTo>
                <a:cubicBezTo>
                  <a:pt x="1837" y="396"/>
                  <a:pt x="1837" y="396"/>
                  <a:pt x="1837" y="395"/>
                </a:cubicBezTo>
                <a:cubicBezTo>
                  <a:pt x="1837" y="395"/>
                  <a:pt x="1836" y="395"/>
                  <a:pt x="1836" y="395"/>
                </a:cubicBezTo>
                <a:cubicBezTo>
                  <a:pt x="1836" y="395"/>
                  <a:pt x="1836" y="394"/>
                  <a:pt x="1836" y="394"/>
                </a:cubicBezTo>
                <a:cubicBezTo>
                  <a:pt x="1833" y="393"/>
                  <a:pt x="1831" y="392"/>
                  <a:pt x="1828" y="392"/>
                </a:cubicBezTo>
                <a:cubicBezTo>
                  <a:pt x="1827" y="392"/>
                  <a:pt x="1827" y="392"/>
                  <a:pt x="1826" y="392"/>
                </a:cubicBezTo>
                <a:close/>
                <a:moveTo>
                  <a:pt x="1569" y="392"/>
                </a:moveTo>
                <a:cubicBezTo>
                  <a:pt x="1569" y="392"/>
                  <a:pt x="1568" y="393"/>
                  <a:pt x="1568" y="393"/>
                </a:cubicBezTo>
                <a:cubicBezTo>
                  <a:pt x="1567" y="393"/>
                  <a:pt x="1566" y="393"/>
                  <a:pt x="1566" y="393"/>
                </a:cubicBezTo>
                <a:cubicBezTo>
                  <a:pt x="1565" y="394"/>
                  <a:pt x="1565" y="394"/>
                  <a:pt x="1565" y="394"/>
                </a:cubicBezTo>
                <a:cubicBezTo>
                  <a:pt x="1564" y="394"/>
                  <a:pt x="1564" y="395"/>
                  <a:pt x="1564" y="395"/>
                </a:cubicBezTo>
                <a:cubicBezTo>
                  <a:pt x="1564" y="395"/>
                  <a:pt x="1564" y="395"/>
                  <a:pt x="1564" y="395"/>
                </a:cubicBezTo>
                <a:cubicBezTo>
                  <a:pt x="1564" y="396"/>
                  <a:pt x="1564" y="396"/>
                  <a:pt x="1563" y="396"/>
                </a:cubicBezTo>
                <a:cubicBezTo>
                  <a:pt x="1563" y="396"/>
                  <a:pt x="1563" y="396"/>
                  <a:pt x="1564" y="397"/>
                </a:cubicBezTo>
                <a:cubicBezTo>
                  <a:pt x="1564" y="398"/>
                  <a:pt x="1564" y="398"/>
                  <a:pt x="1565" y="399"/>
                </a:cubicBezTo>
                <a:cubicBezTo>
                  <a:pt x="1565" y="399"/>
                  <a:pt x="1566" y="400"/>
                  <a:pt x="1567" y="400"/>
                </a:cubicBezTo>
                <a:cubicBezTo>
                  <a:pt x="1568" y="400"/>
                  <a:pt x="1568" y="401"/>
                  <a:pt x="1569" y="401"/>
                </a:cubicBezTo>
                <a:cubicBezTo>
                  <a:pt x="1570" y="401"/>
                  <a:pt x="1571" y="401"/>
                  <a:pt x="1572" y="401"/>
                </a:cubicBezTo>
                <a:cubicBezTo>
                  <a:pt x="1573" y="401"/>
                  <a:pt x="1574" y="401"/>
                  <a:pt x="1575" y="401"/>
                </a:cubicBezTo>
                <a:cubicBezTo>
                  <a:pt x="1576" y="401"/>
                  <a:pt x="1577" y="400"/>
                  <a:pt x="1578" y="400"/>
                </a:cubicBezTo>
                <a:cubicBezTo>
                  <a:pt x="1578" y="400"/>
                  <a:pt x="1579" y="399"/>
                  <a:pt x="1580" y="399"/>
                </a:cubicBezTo>
                <a:cubicBezTo>
                  <a:pt x="1580" y="398"/>
                  <a:pt x="1580" y="398"/>
                  <a:pt x="1581" y="397"/>
                </a:cubicBezTo>
                <a:cubicBezTo>
                  <a:pt x="1581" y="396"/>
                  <a:pt x="1580" y="396"/>
                  <a:pt x="1580" y="396"/>
                </a:cubicBezTo>
                <a:cubicBezTo>
                  <a:pt x="1580" y="396"/>
                  <a:pt x="1580" y="396"/>
                  <a:pt x="1580" y="395"/>
                </a:cubicBezTo>
                <a:cubicBezTo>
                  <a:pt x="1580" y="395"/>
                  <a:pt x="1580" y="395"/>
                  <a:pt x="1580" y="395"/>
                </a:cubicBezTo>
                <a:cubicBezTo>
                  <a:pt x="1579" y="395"/>
                  <a:pt x="1579" y="394"/>
                  <a:pt x="1579" y="394"/>
                </a:cubicBezTo>
                <a:cubicBezTo>
                  <a:pt x="1578" y="394"/>
                  <a:pt x="1578" y="394"/>
                  <a:pt x="1577" y="393"/>
                </a:cubicBezTo>
                <a:cubicBezTo>
                  <a:pt x="1577" y="393"/>
                  <a:pt x="1576" y="393"/>
                  <a:pt x="1576" y="393"/>
                </a:cubicBezTo>
                <a:cubicBezTo>
                  <a:pt x="1575" y="393"/>
                  <a:pt x="1574" y="392"/>
                  <a:pt x="1574" y="392"/>
                </a:cubicBezTo>
                <a:cubicBezTo>
                  <a:pt x="1573" y="392"/>
                  <a:pt x="1572" y="392"/>
                  <a:pt x="1572" y="392"/>
                </a:cubicBezTo>
                <a:cubicBezTo>
                  <a:pt x="1571" y="392"/>
                  <a:pt x="1570" y="392"/>
                  <a:pt x="1569" y="392"/>
                </a:cubicBezTo>
                <a:close/>
                <a:moveTo>
                  <a:pt x="1997" y="392"/>
                </a:moveTo>
                <a:cubicBezTo>
                  <a:pt x="1996" y="392"/>
                  <a:pt x="1996" y="393"/>
                  <a:pt x="1995" y="393"/>
                </a:cubicBezTo>
                <a:cubicBezTo>
                  <a:pt x="1995" y="393"/>
                  <a:pt x="1994" y="393"/>
                  <a:pt x="1994" y="393"/>
                </a:cubicBezTo>
                <a:cubicBezTo>
                  <a:pt x="1993" y="394"/>
                  <a:pt x="1993" y="394"/>
                  <a:pt x="1992" y="394"/>
                </a:cubicBezTo>
                <a:cubicBezTo>
                  <a:pt x="1992" y="394"/>
                  <a:pt x="1992" y="395"/>
                  <a:pt x="1992" y="395"/>
                </a:cubicBezTo>
                <a:cubicBezTo>
                  <a:pt x="1992" y="395"/>
                  <a:pt x="1992" y="395"/>
                  <a:pt x="1992" y="395"/>
                </a:cubicBezTo>
                <a:cubicBezTo>
                  <a:pt x="1992" y="396"/>
                  <a:pt x="1992" y="396"/>
                  <a:pt x="1991" y="396"/>
                </a:cubicBezTo>
                <a:cubicBezTo>
                  <a:pt x="1991" y="396"/>
                  <a:pt x="1991" y="396"/>
                  <a:pt x="1992" y="397"/>
                </a:cubicBezTo>
                <a:cubicBezTo>
                  <a:pt x="1992" y="398"/>
                  <a:pt x="1993" y="398"/>
                  <a:pt x="1993" y="399"/>
                </a:cubicBezTo>
                <a:cubicBezTo>
                  <a:pt x="1994" y="399"/>
                  <a:pt x="1995" y="400"/>
                  <a:pt x="1995" y="400"/>
                </a:cubicBezTo>
                <a:cubicBezTo>
                  <a:pt x="1996" y="400"/>
                  <a:pt x="1997" y="401"/>
                  <a:pt x="1998" y="401"/>
                </a:cubicBezTo>
                <a:cubicBezTo>
                  <a:pt x="1999" y="401"/>
                  <a:pt x="2000" y="401"/>
                  <a:pt x="2001" y="401"/>
                </a:cubicBezTo>
                <a:cubicBezTo>
                  <a:pt x="2002" y="401"/>
                  <a:pt x="2003" y="401"/>
                  <a:pt x="2004" y="401"/>
                </a:cubicBezTo>
                <a:cubicBezTo>
                  <a:pt x="2005" y="401"/>
                  <a:pt x="2006" y="400"/>
                  <a:pt x="2006" y="400"/>
                </a:cubicBezTo>
                <a:cubicBezTo>
                  <a:pt x="2007" y="400"/>
                  <a:pt x="2008" y="399"/>
                  <a:pt x="2008" y="399"/>
                </a:cubicBezTo>
                <a:cubicBezTo>
                  <a:pt x="2008" y="398"/>
                  <a:pt x="2009" y="398"/>
                  <a:pt x="2009" y="397"/>
                </a:cubicBezTo>
                <a:cubicBezTo>
                  <a:pt x="2009" y="396"/>
                  <a:pt x="2008" y="396"/>
                  <a:pt x="2008" y="396"/>
                </a:cubicBezTo>
                <a:cubicBezTo>
                  <a:pt x="2008" y="396"/>
                  <a:pt x="2008" y="396"/>
                  <a:pt x="2008" y="395"/>
                </a:cubicBezTo>
                <a:cubicBezTo>
                  <a:pt x="2008" y="395"/>
                  <a:pt x="2008" y="395"/>
                  <a:pt x="2007" y="395"/>
                </a:cubicBezTo>
                <a:cubicBezTo>
                  <a:pt x="2007" y="395"/>
                  <a:pt x="2007" y="394"/>
                  <a:pt x="2007" y="394"/>
                </a:cubicBezTo>
                <a:cubicBezTo>
                  <a:pt x="2006" y="394"/>
                  <a:pt x="2006" y="394"/>
                  <a:pt x="2005" y="393"/>
                </a:cubicBezTo>
                <a:cubicBezTo>
                  <a:pt x="2005" y="393"/>
                  <a:pt x="2004" y="393"/>
                  <a:pt x="2003" y="393"/>
                </a:cubicBezTo>
                <a:cubicBezTo>
                  <a:pt x="2003" y="393"/>
                  <a:pt x="2002" y="392"/>
                  <a:pt x="2001" y="392"/>
                </a:cubicBezTo>
                <a:cubicBezTo>
                  <a:pt x="2001" y="392"/>
                  <a:pt x="2000" y="392"/>
                  <a:pt x="1999" y="392"/>
                </a:cubicBezTo>
                <a:cubicBezTo>
                  <a:pt x="1998" y="392"/>
                  <a:pt x="1998" y="392"/>
                  <a:pt x="1997" y="392"/>
                </a:cubicBezTo>
                <a:close/>
                <a:moveTo>
                  <a:pt x="1960" y="393"/>
                </a:moveTo>
                <a:cubicBezTo>
                  <a:pt x="1960" y="393"/>
                  <a:pt x="1959" y="392"/>
                  <a:pt x="1959" y="392"/>
                </a:cubicBezTo>
                <a:cubicBezTo>
                  <a:pt x="1959" y="392"/>
                  <a:pt x="1958" y="392"/>
                  <a:pt x="1958" y="392"/>
                </a:cubicBezTo>
                <a:cubicBezTo>
                  <a:pt x="1958" y="392"/>
                  <a:pt x="1958" y="392"/>
                  <a:pt x="1957" y="392"/>
                </a:cubicBezTo>
                <a:cubicBezTo>
                  <a:pt x="1957" y="392"/>
                  <a:pt x="1957" y="392"/>
                  <a:pt x="1956" y="392"/>
                </a:cubicBezTo>
                <a:cubicBezTo>
                  <a:pt x="1956" y="392"/>
                  <a:pt x="1955" y="392"/>
                  <a:pt x="1954" y="392"/>
                </a:cubicBezTo>
                <a:cubicBezTo>
                  <a:pt x="1954" y="392"/>
                  <a:pt x="1953" y="393"/>
                  <a:pt x="1952" y="393"/>
                </a:cubicBezTo>
                <a:cubicBezTo>
                  <a:pt x="1952" y="393"/>
                  <a:pt x="1951" y="393"/>
                  <a:pt x="1951" y="393"/>
                </a:cubicBezTo>
                <a:cubicBezTo>
                  <a:pt x="1950" y="394"/>
                  <a:pt x="1950" y="394"/>
                  <a:pt x="1950" y="394"/>
                </a:cubicBezTo>
                <a:cubicBezTo>
                  <a:pt x="1950" y="394"/>
                  <a:pt x="1949" y="395"/>
                  <a:pt x="1949" y="395"/>
                </a:cubicBezTo>
                <a:cubicBezTo>
                  <a:pt x="1949" y="395"/>
                  <a:pt x="1949" y="395"/>
                  <a:pt x="1949" y="395"/>
                </a:cubicBezTo>
                <a:cubicBezTo>
                  <a:pt x="1949" y="396"/>
                  <a:pt x="1949" y="396"/>
                  <a:pt x="1949" y="396"/>
                </a:cubicBezTo>
                <a:cubicBezTo>
                  <a:pt x="1949" y="396"/>
                  <a:pt x="1949" y="396"/>
                  <a:pt x="1949" y="397"/>
                </a:cubicBezTo>
                <a:cubicBezTo>
                  <a:pt x="1949" y="398"/>
                  <a:pt x="1950" y="398"/>
                  <a:pt x="1950" y="399"/>
                </a:cubicBezTo>
                <a:cubicBezTo>
                  <a:pt x="1951" y="399"/>
                  <a:pt x="1952" y="400"/>
                  <a:pt x="1953" y="400"/>
                </a:cubicBezTo>
                <a:cubicBezTo>
                  <a:pt x="1953" y="400"/>
                  <a:pt x="1954" y="401"/>
                  <a:pt x="1955" y="401"/>
                </a:cubicBezTo>
                <a:cubicBezTo>
                  <a:pt x="1956" y="401"/>
                  <a:pt x="1957" y="401"/>
                  <a:pt x="1958" y="401"/>
                </a:cubicBezTo>
                <a:cubicBezTo>
                  <a:pt x="1958" y="401"/>
                  <a:pt x="1959" y="401"/>
                  <a:pt x="1959" y="401"/>
                </a:cubicBezTo>
                <a:cubicBezTo>
                  <a:pt x="1959" y="401"/>
                  <a:pt x="1960" y="401"/>
                  <a:pt x="1960" y="401"/>
                </a:cubicBezTo>
                <a:cubicBezTo>
                  <a:pt x="1960" y="401"/>
                  <a:pt x="1960" y="401"/>
                  <a:pt x="1961" y="401"/>
                </a:cubicBezTo>
                <a:cubicBezTo>
                  <a:pt x="1961" y="401"/>
                  <a:pt x="1961" y="401"/>
                  <a:pt x="1961" y="401"/>
                </a:cubicBezTo>
                <a:cubicBezTo>
                  <a:pt x="1962" y="400"/>
                  <a:pt x="1963" y="400"/>
                  <a:pt x="1963" y="400"/>
                </a:cubicBezTo>
                <a:cubicBezTo>
                  <a:pt x="1964" y="400"/>
                  <a:pt x="1964" y="400"/>
                  <a:pt x="1964" y="399"/>
                </a:cubicBezTo>
                <a:cubicBezTo>
                  <a:pt x="1965" y="399"/>
                  <a:pt x="1965" y="399"/>
                  <a:pt x="1965" y="398"/>
                </a:cubicBezTo>
                <a:cubicBezTo>
                  <a:pt x="1966" y="398"/>
                  <a:pt x="1966" y="398"/>
                  <a:pt x="1966" y="397"/>
                </a:cubicBezTo>
                <a:cubicBezTo>
                  <a:pt x="1966" y="396"/>
                  <a:pt x="1966" y="396"/>
                  <a:pt x="1966" y="396"/>
                </a:cubicBezTo>
                <a:cubicBezTo>
                  <a:pt x="1965" y="396"/>
                  <a:pt x="1965" y="396"/>
                  <a:pt x="1965" y="395"/>
                </a:cubicBezTo>
                <a:cubicBezTo>
                  <a:pt x="1965" y="395"/>
                  <a:pt x="1965" y="395"/>
                  <a:pt x="1965" y="395"/>
                </a:cubicBezTo>
                <a:cubicBezTo>
                  <a:pt x="1964" y="395"/>
                  <a:pt x="1964" y="394"/>
                  <a:pt x="1964" y="394"/>
                </a:cubicBezTo>
                <a:cubicBezTo>
                  <a:pt x="1963" y="393"/>
                  <a:pt x="1961" y="393"/>
                  <a:pt x="1960" y="393"/>
                </a:cubicBezTo>
                <a:cubicBezTo>
                  <a:pt x="1960" y="393"/>
                  <a:pt x="1960" y="393"/>
                  <a:pt x="1960" y="393"/>
                </a:cubicBezTo>
                <a:close/>
                <a:moveTo>
                  <a:pt x="2168" y="392"/>
                </a:moveTo>
                <a:cubicBezTo>
                  <a:pt x="2167" y="392"/>
                  <a:pt x="2167" y="393"/>
                  <a:pt x="2166" y="393"/>
                </a:cubicBezTo>
                <a:cubicBezTo>
                  <a:pt x="2166" y="393"/>
                  <a:pt x="2165" y="393"/>
                  <a:pt x="2165" y="393"/>
                </a:cubicBezTo>
                <a:cubicBezTo>
                  <a:pt x="2164" y="394"/>
                  <a:pt x="2164" y="394"/>
                  <a:pt x="2164" y="394"/>
                </a:cubicBezTo>
                <a:cubicBezTo>
                  <a:pt x="2163" y="395"/>
                  <a:pt x="2163" y="396"/>
                  <a:pt x="2163" y="397"/>
                </a:cubicBezTo>
                <a:cubicBezTo>
                  <a:pt x="2164" y="398"/>
                  <a:pt x="2164" y="398"/>
                  <a:pt x="2165" y="399"/>
                </a:cubicBezTo>
                <a:cubicBezTo>
                  <a:pt x="2165" y="399"/>
                  <a:pt x="2166" y="400"/>
                  <a:pt x="2167" y="400"/>
                </a:cubicBezTo>
                <a:cubicBezTo>
                  <a:pt x="2168" y="400"/>
                  <a:pt x="2169" y="401"/>
                  <a:pt x="2169" y="401"/>
                </a:cubicBezTo>
                <a:cubicBezTo>
                  <a:pt x="2170" y="401"/>
                  <a:pt x="2171" y="401"/>
                  <a:pt x="2173" y="401"/>
                </a:cubicBezTo>
                <a:cubicBezTo>
                  <a:pt x="2174" y="401"/>
                  <a:pt x="2175" y="401"/>
                  <a:pt x="2175" y="401"/>
                </a:cubicBezTo>
                <a:cubicBezTo>
                  <a:pt x="2176" y="401"/>
                  <a:pt x="2177" y="400"/>
                  <a:pt x="2178" y="400"/>
                </a:cubicBezTo>
                <a:cubicBezTo>
                  <a:pt x="2178" y="400"/>
                  <a:pt x="2179" y="399"/>
                  <a:pt x="2179" y="399"/>
                </a:cubicBezTo>
                <a:cubicBezTo>
                  <a:pt x="2180" y="398"/>
                  <a:pt x="2180" y="398"/>
                  <a:pt x="2180" y="397"/>
                </a:cubicBezTo>
                <a:cubicBezTo>
                  <a:pt x="2180" y="396"/>
                  <a:pt x="2180" y="396"/>
                  <a:pt x="2180" y="396"/>
                </a:cubicBezTo>
                <a:cubicBezTo>
                  <a:pt x="2180" y="396"/>
                  <a:pt x="2179" y="396"/>
                  <a:pt x="2179" y="395"/>
                </a:cubicBezTo>
                <a:cubicBezTo>
                  <a:pt x="2179" y="395"/>
                  <a:pt x="2179" y="395"/>
                  <a:pt x="2179" y="395"/>
                </a:cubicBezTo>
                <a:cubicBezTo>
                  <a:pt x="2178" y="395"/>
                  <a:pt x="2178" y="394"/>
                  <a:pt x="2178" y="394"/>
                </a:cubicBezTo>
                <a:cubicBezTo>
                  <a:pt x="2177" y="394"/>
                  <a:pt x="2177" y="394"/>
                  <a:pt x="2176" y="393"/>
                </a:cubicBezTo>
                <a:cubicBezTo>
                  <a:pt x="2176" y="393"/>
                  <a:pt x="2175" y="393"/>
                  <a:pt x="2174" y="393"/>
                </a:cubicBezTo>
                <a:cubicBezTo>
                  <a:pt x="2174" y="393"/>
                  <a:pt x="2173" y="392"/>
                  <a:pt x="2172" y="392"/>
                </a:cubicBezTo>
                <a:cubicBezTo>
                  <a:pt x="2172" y="392"/>
                  <a:pt x="2171" y="392"/>
                  <a:pt x="2170" y="392"/>
                </a:cubicBezTo>
                <a:cubicBezTo>
                  <a:pt x="2169" y="392"/>
                  <a:pt x="2169" y="392"/>
                  <a:pt x="2168" y="392"/>
                </a:cubicBezTo>
                <a:close/>
                <a:moveTo>
                  <a:pt x="2083" y="392"/>
                </a:moveTo>
                <a:cubicBezTo>
                  <a:pt x="2082" y="392"/>
                  <a:pt x="2081" y="393"/>
                  <a:pt x="2081" y="393"/>
                </a:cubicBezTo>
                <a:cubicBezTo>
                  <a:pt x="2080" y="393"/>
                  <a:pt x="2080" y="393"/>
                  <a:pt x="2079" y="393"/>
                </a:cubicBezTo>
                <a:cubicBezTo>
                  <a:pt x="2079" y="394"/>
                  <a:pt x="2078" y="394"/>
                  <a:pt x="2078" y="394"/>
                </a:cubicBezTo>
                <a:cubicBezTo>
                  <a:pt x="2078" y="394"/>
                  <a:pt x="2078" y="395"/>
                  <a:pt x="2078" y="395"/>
                </a:cubicBezTo>
                <a:cubicBezTo>
                  <a:pt x="2077" y="395"/>
                  <a:pt x="2077" y="395"/>
                  <a:pt x="2077" y="395"/>
                </a:cubicBezTo>
                <a:cubicBezTo>
                  <a:pt x="2077" y="396"/>
                  <a:pt x="2077" y="396"/>
                  <a:pt x="2077" y="396"/>
                </a:cubicBezTo>
                <a:cubicBezTo>
                  <a:pt x="2077" y="396"/>
                  <a:pt x="2077" y="396"/>
                  <a:pt x="2078" y="397"/>
                </a:cubicBezTo>
                <a:cubicBezTo>
                  <a:pt x="2078" y="398"/>
                  <a:pt x="2078" y="398"/>
                  <a:pt x="2079" y="399"/>
                </a:cubicBezTo>
                <a:cubicBezTo>
                  <a:pt x="2080" y="399"/>
                  <a:pt x="2080" y="400"/>
                  <a:pt x="2081" y="400"/>
                </a:cubicBezTo>
                <a:cubicBezTo>
                  <a:pt x="2082" y="400"/>
                  <a:pt x="2083" y="401"/>
                  <a:pt x="2084" y="401"/>
                </a:cubicBezTo>
                <a:cubicBezTo>
                  <a:pt x="2085" y="401"/>
                  <a:pt x="2086" y="401"/>
                  <a:pt x="2087" y="401"/>
                </a:cubicBezTo>
                <a:cubicBezTo>
                  <a:pt x="2088" y="401"/>
                  <a:pt x="2089" y="401"/>
                  <a:pt x="2090" y="401"/>
                </a:cubicBezTo>
                <a:cubicBezTo>
                  <a:pt x="2091" y="401"/>
                  <a:pt x="2091" y="400"/>
                  <a:pt x="2092" y="400"/>
                </a:cubicBezTo>
                <a:cubicBezTo>
                  <a:pt x="2093" y="400"/>
                  <a:pt x="2093" y="399"/>
                  <a:pt x="2094" y="399"/>
                </a:cubicBezTo>
                <a:cubicBezTo>
                  <a:pt x="2094" y="398"/>
                  <a:pt x="2094" y="398"/>
                  <a:pt x="2094" y="397"/>
                </a:cubicBezTo>
                <a:cubicBezTo>
                  <a:pt x="2094" y="396"/>
                  <a:pt x="2094" y="396"/>
                  <a:pt x="2094" y="396"/>
                </a:cubicBezTo>
                <a:cubicBezTo>
                  <a:pt x="2094" y="396"/>
                  <a:pt x="2094" y="396"/>
                  <a:pt x="2094" y="395"/>
                </a:cubicBezTo>
                <a:cubicBezTo>
                  <a:pt x="2093" y="395"/>
                  <a:pt x="2093" y="395"/>
                  <a:pt x="2093" y="395"/>
                </a:cubicBezTo>
                <a:cubicBezTo>
                  <a:pt x="2093" y="395"/>
                  <a:pt x="2092" y="394"/>
                  <a:pt x="2092" y="394"/>
                </a:cubicBezTo>
                <a:cubicBezTo>
                  <a:pt x="2090" y="393"/>
                  <a:pt x="2087" y="392"/>
                  <a:pt x="2085" y="392"/>
                </a:cubicBezTo>
                <a:cubicBezTo>
                  <a:pt x="2084" y="392"/>
                  <a:pt x="2083" y="392"/>
                  <a:pt x="2083" y="392"/>
                </a:cubicBezTo>
                <a:close/>
                <a:moveTo>
                  <a:pt x="1618" y="393"/>
                </a:moveTo>
                <a:cubicBezTo>
                  <a:pt x="1617" y="393"/>
                  <a:pt x="1617" y="392"/>
                  <a:pt x="1617" y="392"/>
                </a:cubicBezTo>
                <a:cubicBezTo>
                  <a:pt x="1617" y="392"/>
                  <a:pt x="1616" y="392"/>
                  <a:pt x="1616" y="392"/>
                </a:cubicBezTo>
                <a:cubicBezTo>
                  <a:pt x="1616" y="392"/>
                  <a:pt x="1616" y="392"/>
                  <a:pt x="1615" y="392"/>
                </a:cubicBezTo>
                <a:cubicBezTo>
                  <a:pt x="1615" y="392"/>
                  <a:pt x="1615" y="392"/>
                  <a:pt x="1614" y="392"/>
                </a:cubicBezTo>
                <a:cubicBezTo>
                  <a:pt x="1614" y="392"/>
                  <a:pt x="1613" y="392"/>
                  <a:pt x="1612" y="392"/>
                </a:cubicBezTo>
                <a:cubicBezTo>
                  <a:pt x="1612" y="392"/>
                  <a:pt x="1611" y="393"/>
                  <a:pt x="1610" y="393"/>
                </a:cubicBezTo>
                <a:cubicBezTo>
                  <a:pt x="1610" y="393"/>
                  <a:pt x="1609" y="393"/>
                  <a:pt x="1609" y="393"/>
                </a:cubicBezTo>
                <a:cubicBezTo>
                  <a:pt x="1608" y="394"/>
                  <a:pt x="1608" y="394"/>
                  <a:pt x="1607" y="394"/>
                </a:cubicBezTo>
                <a:cubicBezTo>
                  <a:pt x="1606" y="395"/>
                  <a:pt x="1606" y="396"/>
                  <a:pt x="1606" y="397"/>
                </a:cubicBezTo>
                <a:cubicBezTo>
                  <a:pt x="1607" y="398"/>
                  <a:pt x="1607" y="398"/>
                  <a:pt x="1608" y="399"/>
                </a:cubicBezTo>
                <a:cubicBezTo>
                  <a:pt x="1608" y="399"/>
                  <a:pt x="1609" y="400"/>
                  <a:pt x="1610" y="400"/>
                </a:cubicBezTo>
                <a:cubicBezTo>
                  <a:pt x="1610" y="400"/>
                  <a:pt x="1611" y="401"/>
                  <a:pt x="1612" y="401"/>
                </a:cubicBezTo>
                <a:cubicBezTo>
                  <a:pt x="1613" y="401"/>
                  <a:pt x="1614" y="401"/>
                  <a:pt x="1615" y="401"/>
                </a:cubicBezTo>
                <a:cubicBezTo>
                  <a:pt x="1616" y="401"/>
                  <a:pt x="1616" y="401"/>
                  <a:pt x="1616" y="401"/>
                </a:cubicBezTo>
                <a:cubicBezTo>
                  <a:pt x="1616" y="401"/>
                  <a:pt x="1617" y="401"/>
                  <a:pt x="1617" y="401"/>
                </a:cubicBezTo>
                <a:cubicBezTo>
                  <a:pt x="1617" y="401"/>
                  <a:pt x="1618" y="401"/>
                  <a:pt x="1618" y="401"/>
                </a:cubicBezTo>
                <a:cubicBezTo>
                  <a:pt x="1618" y="401"/>
                  <a:pt x="1618" y="401"/>
                  <a:pt x="1619" y="401"/>
                </a:cubicBezTo>
                <a:cubicBezTo>
                  <a:pt x="1619" y="401"/>
                  <a:pt x="1619" y="400"/>
                  <a:pt x="1619" y="400"/>
                </a:cubicBezTo>
                <a:cubicBezTo>
                  <a:pt x="1620" y="400"/>
                  <a:pt x="1620" y="400"/>
                  <a:pt x="1620" y="400"/>
                </a:cubicBezTo>
                <a:cubicBezTo>
                  <a:pt x="1620" y="400"/>
                  <a:pt x="1620" y="400"/>
                  <a:pt x="1621" y="400"/>
                </a:cubicBezTo>
                <a:cubicBezTo>
                  <a:pt x="1621" y="400"/>
                  <a:pt x="1621" y="400"/>
                  <a:pt x="1621" y="400"/>
                </a:cubicBezTo>
                <a:cubicBezTo>
                  <a:pt x="1623" y="399"/>
                  <a:pt x="1623" y="398"/>
                  <a:pt x="1623" y="397"/>
                </a:cubicBezTo>
                <a:cubicBezTo>
                  <a:pt x="1623" y="396"/>
                  <a:pt x="1623" y="396"/>
                  <a:pt x="1623" y="396"/>
                </a:cubicBezTo>
                <a:cubicBezTo>
                  <a:pt x="1623" y="396"/>
                  <a:pt x="1623" y="396"/>
                  <a:pt x="1623" y="395"/>
                </a:cubicBezTo>
                <a:cubicBezTo>
                  <a:pt x="1623" y="395"/>
                  <a:pt x="1623" y="395"/>
                  <a:pt x="1622" y="395"/>
                </a:cubicBezTo>
                <a:cubicBezTo>
                  <a:pt x="1622" y="395"/>
                  <a:pt x="1622" y="394"/>
                  <a:pt x="1622" y="394"/>
                </a:cubicBezTo>
                <a:cubicBezTo>
                  <a:pt x="1621" y="394"/>
                  <a:pt x="1621" y="394"/>
                  <a:pt x="1621" y="394"/>
                </a:cubicBezTo>
                <a:cubicBezTo>
                  <a:pt x="1620" y="393"/>
                  <a:pt x="1619" y="393"/>
                  <a:pt x="1618" y="393"/>
                </a:cubicBezTo>
                <a:close/>
                <a:moveTo>
                  <a:pt x="1119" y="403"/>
                </a:moveTo>
                <a:cubicBezTo>
                  <a:pt x="1118" y="404"/>
                  <a:pt x="1117" y="404"/>
                  <a:pt x="1116" y="404"/>
                </a:cubicBezTo>
                <a:cubicBezTo>
                  <a:pt x="1115" y="405"/>
                  <a:pt x="1115" y="405"/>
                  <a:pt x="1114" y="406"/>
                </a:cubicBezTo>
                <a:cubicBezTo>
                  <a:pt x="1114" y="406"/>
                  <a:pt x="1113" y="407"/>
                  <a:pt x="1113" y="407"/>
                </a:cubicBezTo>
                <a:cubicBezTo>
                  <a:pt x="1113" y="408"/>
                  <a:pt x="1114" y="409"/>
                  <a:pt x="1114" y="409"/>
                </a:cubicBezTo>
                <a:cubicBezTo>
                  <a:pt x="1114" y="410"/>
                  <a:pt x="1115" y="410"/>
                  <a:pt x="1116" y="411"/>
                </a:cubicBezTo>
                <a:cubicBezTo>
                  <a:pt x="1117" y="411"/>
                  <a:pt x="1118" y="411"/>
                  <a:pt x="1119" y="412"/>
                </a:cubicBezTo>
                <a:cubicBezTo>
                  <a:pt x="1120" y="412"/>
                  <a:pt x="1121" y="412"/>
                  <a:pt x="1122" y="412"/>
                </a:cubicBezTo>
                <a:cubicBezTo>
                  <a:pt x="1123" y="412"/>
                  <a:pt x="1124" y="412"/>
                  <a:pt x="1125" y="412"/>
                </a:cubicBezTo>
                <a:cubicBezTo>
                  <a:pt x="1126" y="411"/>
                  <a:pt x="1127" y="411"/>
                  <a:pt x="1128" y="411"/>
                </a:cubicBezTo>
                <a:cubicBezTo>
                  <a:pt x="1129" y="410"/>
                  <a:pt x="1129" y="410"/>
                  <a:pt x="1130" y="409"/>
                </a:cubicBezTo>
                <a:cubicBezTo>
                  <a:pt x="1130" y="409"/>
                  <a:pt x="1131" y="408"/>
                  <a:pt x="1131" y="407"/>
                </a:cubicBezTo>
                <a:cubicBezTo>
                  <a:pt x="1131" y="407"/>
                  <a:pt x="1130" y="406"/>
                  <a:pt x="1130" y="406"/>
                </a:cubicBezTo>
                <a:cubicBezTo>
                  <a:pt x="1130" y="405"/>
                  <a:pt x="1129" y="405"/>
                  <a:pt x="1128" y="404"/>
                </a:cubicBezTo>
                <a:cubicBezTo>
                  <a:pt x="1127" y="404"/>
                  <a:pt x="1127" y="404"/>
                  <a:pt x="1126" y="403"/>
                </a:cubicBezTo>
                <a:cubicBezTo>
                  <a:pt x="1125" y="403"/>
                  <a:pt x="1123" y="403"/>
                  <a:pt x="1122" y="403"/>
                </a:cubicBezTo>
                <a:cubicBezTo>
                  <a:pt x="1121" y="403"/>
                  <a:pt x="1120" y="403"/>
                  <a:pt x="1119" y="403"/>
                </a:cubicBezTo>
                <a:close/>
                <a:moveTo>
                  <a:pt x="1419" y="403"/>
                </a:moveTo>
                <a:cubicBezTo>
                  <a:pt x="1418" y="404"/>
                  <a:pt x="1417" y="404"/>
                  <a:pt x="1416" y="404"/>
                </a:cubicBezTo>
                <a:cubicBezTo>
                  <a:pt x="1416" y="405"/>
                  <a:pt x="1415" y="405"/>
                  <a:pt x="1415" y="406"/>
                </a:cubicBezTo>
                <a:cubicBezTo>
                  <a:pt x="1414" y="406"/>
                  <a:pt x="1414" y="407"/>
                  <a:pt x="1414" y="407"/>
                </a:cubicBezTo>
                <a:cubicBezTo>
                  <a:pt x="1414" y="408"/>
                  <a:pt x="1414" y="409"/>
                  <a:pt x="1415" y="409"/>
                </a:cubicBezTo>
                <a:cubicBezTo>
                  <a:pt x="1415" y="410"/>
                  <a:pt x="1416" y="410"/>
                  <a:pt x="1417" y="411"/>
                </a:cubicBezTo>
                <a:cubicBezTo>
                  <a:pt x="1418" y="411"/>
                  <a:pt x="1418" y="411"/>
                  <a:pt x="1420" y="412"/>
                </a:cubicBezTo>
                <a:cubicBezTo>
                  <a:pt x="1421" y="412"/>
                  <a:pt x="1422" y="412"/>
                  <a:pt x="1423" y="412"/>
                </a:cubicBezTo>
                <a:cubicBezTo>
                  <a:pt x="1424" y="412"/>
                  <a:pt x="1425" y="412"/>
                  <a:pt x="1426" y="412"/>
                </a:cubicBezTo>
                <a:cubicBezTo>
                  <a:pt x="1427" y="411"/>
                  <a:pt x="1428" y="411"/>
                  <a:pt x="1429" y="411"/>
                </a:cubicBezTo>
                <a:cubicBezTo>
                  <a:pt x="1430" y="410"/>
                  <a:pt x="1430" y="410"/>
                  <a:pt x="1431" y="409"/>
                </a:cubicBezTo>
                <a:cubicBezTo>
                  <a:pt x="1431" y="409"/>
                  <a:pt x="1431" y="408"/>
                  <a:pt x="1431" y="407"/>
                </a:cubicBezTo>
                <a:cubicBezTo>
                  <a:pt x="1431" y="407"/>
                  <a:pt x="1431" y="406"/>
                  <a:pt x="1431" y="406"/>
                </a:cubicBezTo>
                <a:cubicBezTo>
                  <a:pt x="1430" y="405"/>
                  <a:pt x="1429" y="405"/>
                  <a:pt x="1429" y="404"/>
                </a:cubicBezTo>
                <a:cubicBezTo>
                  <a:pt x="1428" y="404"/>
                  <a:pt x="1427" y="404"/>
                  <a:pt x="1426" y="403"/>
                </a:cubicBezTo>
                <a:cubicBezTo>
                  <a:pt x="1425" y="403"/>
                  <a:pt x="1424" y="403"/>
                  <a:pt x="1422" y="403"/>
                </a:cubicBezTo>
                <a:cubicBezTo>
                  <a:pt x="1421" y="403"/>
                  <a:pt x="1420" y="403"/>
                  <a:pt x="1419" y="403"/>
                </a:cubicBezTo>
                <a:close/>
                <a:moveTo>
                  <a:pt x="1333" y="403"/>
                </a:moveTo>
                <a:cubicBezTo>
                  <a:pt x="1332" y="404"/>
                  <a:pt x="1331" y="404"/>
                  <a:pt x="1331" y="404"/>
                </a:cubicBezTo>
                <a:cubicBezTo>
                  <a:pt x="1330" y="405"/>
                  <a:pt x="1329" y="405"/>
                  <a:pt x="1329" y="406"/>
                </a:cubicBezTo>
                <a:cubicBezTo>
                  <a:pt x="1328" y="406"/>
                  <a:pt x="1328" y="407"/>
                  <a:pt x="1328" y="407"/>
                </a:cubicBezTo>
                <a:cubicBezTo>
                  <a:pt x="1328" y="408"/>
                  <a:pt x="1328" y="409"/>
                  <a:pt x="1329" y="409"/>
                </a:cubicBezTo>
                <a:cubicBezTo>
                  <a:pt x="1329" y="410"/>
                  <a:pt x="1330" y="410"/>
                  <a:pt x="1331" y="411"/>
                </a:cubicBezTo>
                <a:cubicBezTo>
                  <a:pt x="1332" y="411"/>
                  <a:pt x="1332" y="411"/>
                  <a:pt x="1333" y="412"/>
                </a:cubicBezTo>
                <a:cubicBezTo>
                  <a:pt x="1335" y="412"/>
                  <a:pt x="1336" y="412"/>
                  <a:pt x="1337" y="412"/>
                </a:cubicBezTo>
                <a:cubicBezTo>
                  <a:pt x="1338" y="412"/>
                  <a:pt x="1339" y="412"/>
                  <a:pt x="1340" y="412"/>
                </a:cubicBezTo>
                <a:cubicBezTo>
                  <a:pt x="1341" y="411"/>
                  <a:pt x="1342" y="411"/>
                  <a:pt x="1343" y="411"/>
                </a:cubicBezTo>
                <a:cubicBezTo>
                  <a:pt x="1344" y="410"/>
                  <a:pt x="1344" y="410"/>
                  <a:pt x="1345" y="409"/>
                </a:cubicBezTo>
                <a:cubicBezTo>
                  <a:pt x="1345" y="409"/>
                  <a:pt x="1345" y="408"/>
                  <a:pt x="1345" y="407"/>
                </a:cubicBezTo>
                <a:cubicBezTo>
                  <a:pt x="1345" y="407"/>
                  <a:pt x="1345" y="406"/>
                  <a:pt x="1345" y="406"/>
                </a:cubicBezTo>
                <a:cubicBezTo>
                  <a:pt x="1344" y="405"/>
                  <a:pt x="1344" y="405"/>
                  <a:pt x="1343" y="404"/>
                </a:cubicBezTo>
                <a:cubicBezTo>
                  <a:pt x="1342" y="404"/>
                  <a:pt x="1341" y="404"/>
                  <a:pt x="1340" y="403"/>
                </a:cubicBezTo>
                <a:cubicBezTo>
                  <a:pt x="1339" y="403"/>
                  <a:pt x="1338" y="403"/>
                  <a:pt x="1337" y="403"/>
                </a:cubicBezTo>
                <a:cubicBezTo>
                  <a:pt x="1335" y="403"/>
                  <a:pt x="1334" y="403"/>
                  <a:pt x="1333" y="403"/>
                </a:cubicBezTo>
                <a:close/>
                <a:moveTo>
                  <a:pt x="1290" y="403"/>
                </a:moveTo>
                <a:cubicBezTo>
                  <a:pt x="1289" y="404"/>
                  <a:pt x="1288" y="404"/>
                  <a:pt x="1288" y="404"/>
                </a:cubicBezTo>
                <a:cubicBezTo>
                  <a:pt x="1287" y="405"/>
                  <a:pt x="1286" y="405"/>
                  <a:pt x="1286" y="406"/>
                </a:cubicBezTo>
                <a:cubicBezTo>
                  <a:pt x="1285" y="406"/>
                  <a:pt x="1285" y="407"/>
                  <a:pt x="1285" y="407"/>
                </a:cubicBezTo>
                <a:cubicBezTo>
                  <a:pt x="1285" y="408"/>
                  <a:pt x="1285" y="409"/>
                  <a:pt x="1286" y="409"/>
                </a:cubicBezTo>
                <a:cubicBezTo>
                  <a:pt x="1286" y="410"/>
                  <a:pt x="1287" y="410"/>
                  <a:pt x="1288" y="411"/>
                </a:cubicBezTo>
                <a:cubicBezTo>
                  <a:pt x="1289" y="411"/>
                  <a:pt x="1289" y="411"/>
                  <a:pt x="1291" y="412"/>
                </a:cubicBezTo>
                <a:cubicBezTo>
                  <a:pt x="1292" y="412"/>
                  <a:pt x="1293" y="412"/>
                  <a:pt x="1294" y="412"/>
                </a:cubicBezTo>
                <a:cubicBezTo>
                  <a:pt x="1295" y="412"/>
                  <a:pt x="1296" y="412"/>
                  <a:pt x="1297" y="412"/>
                </a:cubicBezTo>
                <a:cubicBezTo>
                  <a:pt x="1298" y="411"/>
                  <a:pt x="1299" y="411"/>
                  <a:pt x="1300" y="411"/>
                </a:cubicBezTo>
                <a:cubicBezTo>
                  <a:pt x="1301" y="410"/>
                  <a:pt x="1301" y="410"/>
                  <a:pt x="1302" y="409"/>
                </a:cubicBezTo>
                <a:cubicBezTo>
                  <a:pt x="1302" y="409"/>
                  <a:pt x="1302" y="408"/>
                  <a:pt x="1302" y="407"/>
                </a:cubicBezTo>
                <a:cubicBezTo>
                  <a:pt x="1302" y="407"/>
                  <a:pt x="1302" y="406"/>
                  <a:pt x="1302" y="406"/>
                </a:cubicBezTo>
                <a:cubicBezTo>
                  <a:pt x="1301" y="405"/>
                  <a:pt x="1301" y="405"/>
                  <a:pt x="1300" y="404"/>
                </a:cubicBezTo>
                <a:cubicBezTo>
                  <a:pt x="1299" y="404"/>
                  <a:pt x="1298" y="404"/>
                  <a:pt x="1297" y="403"/>
                </a:cubicBezTo>
                <a:cubicBezTo>
                  <a:pt x="1296" y="403"/>
                  <a:pt x="1295" y="403"/>
                  <a:pt x="1294" y="403"/>
                </a:cubicBezTo>
                <a:cubicBezTo>
                  <a:pt x="1293" y="403"/>
                  <a:pt x="1291" y="403"/>
                  <a:pt x="1290" y="403"/>
                </a:cubicBezTo>
                <a:close/>
                <a:moveTo>
                  <a:pt x="1033" y="403"/>
                </a:moveTo>
                <a:cubicBezTo>
                  <a:pt x="1032" y="404"/>
                  <a:pt x="1031" y="404"/>
                  <a:pt x="1030" y="404"/>
                </a:cubicBezTo>
                <a:cubicBezTo>
                  <a:pt x="1029" y="405"/>
                  <a:pt x="1029" y="405"/>
                  <a:pt x="1028" y="406"/>
                </a:cubicBezTo>
                <a:cubicBezTo>
                  <a:pt x="1028" y="406"/>
                  <a:pt x="1028" y="407"/>
                  <a:pt x="1028" y="407"/>
                </a:cubicBezTo>
                <a:cubicBezTo>
                  <a:pt x="1027" y="408"/>
                  <a:pt x="1028" y="409"/>
                  <a:pt x="1028" y="409"/>
                </a:cubicBezTo>
                <a:cubicBezTo>
                  <a:pt x="1028" y="410"/>
                  <a:pt x="1029" y="410"/>
                  <a:pt x="1030" y="411"/>
                </a:cubicBezTo>
                <a:cubicBezTo>
                  <a:pt x="1031" y="411"/>
                  <a:pt x="1031" y="411"/>
                  <a:pt x="1033" y="412"/>
                </a:cubicBezTo>
                <a:cubicBezTo>
                  <a:pt x="1034" y="412"/>
                  <a:pt x="1035" y="412"/>
                  <a:pt x="1036" y="412"/>
                </a:cubicBezTo>
                <a:cubicBezTo>
                  <a:pt x="1037" y="412"/>
                  <a:pt x="1038" y="412"/>
                  <a:pt x="1039" y="412"/>
                </a:cubicBezTo>
                <a:cubicBezTo>
                  <a:pt x="1040" y="411"/>
                  <a:pt x="1041" y="411"/>
                  <a:pt x="1042" y="411"/>
                </a:cubicBezTo>
                <a:cubicBezTo>
                  <a:pt x="1043" y="410"/>
                  <a:pt x="1043" y="410"/>
                  <a:pt x="1044" y="409"/>
                </a:cubicBezTo>
                <a:cubicBezTo>
                  <a:pt x="1044" y="409"/>
                  <a:pt x="1045" y="408"/>
                  <a:pt x="1045" y="407"/>
                </a:cubicBezTo>
                <a:cubicBezTo>
                  <a:pt x="1045" y="407"/>
                  <a:pt x="1045" y="406"/>
                  <a:pt x="1044" y="406"/>
                </a:cubicBezTo>
                <a:cubicBezTo>
                  <a:pt x="1044" y="405"/>
                  <a:pt x="1043" y="405"/>
                  <a:pt x="1042" y="404"/>
                </a:cubicBezTo>
                <a:cubicBezTo>
                  <a:pt x="1042" y="404"/>
                  <a:pt x="1041" y="404"/>
                  <a:pt x="1040" y="403"/>
                </a:cubicBezTo>
                <a:cubicBezTo>
                  <a:pt x="1039" y="403"/>
                  <a:pt x="1038" y="403"/>
                  <a:pt x="1036" y="403"/>
                </a:cubicBezTo>
                <a:cubicBezTo>
                  <a:pt x="1035" y="403"/>
                  <a:pt x="1034" y="403"/>
                  <a:pt x="1033" y="403"/>
                </a:cubicBezTo>
                <a:close/>
                <a:moveTo>
                  <a:pt x="1248" y="403"/>
                </a:moveTo>
                <a:cubicBezTo>
                  <a:pt x="1247" y="404"/>
                  <a:pt x="1246" y="404"/>
                  <a:pt x="1245" y="404"/>
                </a:cubicBezTo>
                <a:cubicBezTo>
                  <a:pt x="1244" y="405"/>
                  <a:pt x="1243" y="405"/>
                  <a:pt x="1243" y="406"/>
                </a:cubicBezTo>
                <a:cubicBezTo>
                  <a:pt x="1243" y="406"/>
                  <a:pt x="1242" y="407"/>
                  <a:pt x="1242" y="407"/>
                </a:cubicBezTo>
                <a:cubicBezTo>
                  <a:pt x="1242" y="408"/>
                  <a:pt x="1243" y="409"/>
                  <a:pt x="1243" y="409"/>
                </a:cubicBezTo>
                <a:cubicBezTo>
                  <a:pt x="1243" y="410"/>
                  <a:pt x="1244" y="410"/>
                  <a:pt x="1245" y="411"/>
                </a:cubicBezTo>
                <a:cubicBezTo>
                  <a:pt x="1246" y="411"/>
                  <a:pt x="1247" y="411"/>
                  <a:pt x="1248" y="412"/>
                </a:cubicBezTo>
                <a:cubicBezTo>
                  <a:pt x="1249" y="412"/>
                  <a:pt x="1250" y="412"/>
                  <a:pt x="1251" y="412"/>
                </a:cubicBezTo>
                <a:cubicBezTo>
                  <a:pt x="1252" y="412"/>
                  <a:pt x="1253" y="412"/>
                  <a:pt x="1254" y="412"/>
                </a:cubicBezTo>
                <a:cubicBezTo>
                  <a:pt x="1255" y="411"/>
                  <a:pt x="1256" y="411"/>
                  <a:pt x="1257" y="411"/>
                </a:cubicBezTo>
                <a:cubicBezTo>
                  <a:pt x="1258" y="410"/>
                  <a:pt x="1258" y="410"/>
                  <a:pt x="1259" y="409"/>
                </a:cubicBezTo>
                <a:cubicBezTo>
                  <a:pt x="1259" y="409"/>
                  <a:pt x="1259" y="408"/>
                  <a:pt x="1259" y="407"/>
                </a:cubicBezTo>
                <a:cubicBezTo>
                  <a:pt x="1259" y="407"/>
                  <a:pt x="1259" y="406"/>
                  <a:pt x="1259" y="406"/>
                </a:cubicBezTo>
                <a:cubicBezTo>
                  <a:pt x="1258" y="405"/>
                  <a:pt x="1258" y="405"/>
                  <a:pt x="1257" y="404"/>
                </a:cubicBezTo>
                <a:cubicBezTo>
                  <a:pt x="1256" y="404"/>
                  <a:pt x="1255" y="404"/>
                  <a:pt x="1254" y="403"/>
                </a:cubicBezTo>
                <a:cubicBezTo>
                  <a:pt x="1253" y="403"/>
                  <a:pt x="1252" y="403"/>
                  <a:pt x="1251" y="403"/>
                </a:cubicBezTo>
                <a:cubicBezTo>
                  <a:pt x="1250" y="403"/>
                  <a:pt x="1249" y="403"/>
                  <a:pt x="1248" y="403"/>
                </a:cubicBezTo>
                <a:close/>
                <a:moveTo>
                  <a:pt x="1462" y="403"/>
                </a:moveTo>
                <a:cubicBezTo>
                  <a:pt x="1461" y="404"/>
                  <a:pt x="1460" y="404"/>
                  <a:pt x="1459" y="404"/>
                </a:cubicBezTo>
                <a:cubicBezTo>
                  <a:pt x="1459" y="405"/>
                  <a:pt x="1458" y="405"/>
                  <a:pt x="1458" y="406"/>
                </a:cubicBezTo>
                <a:cubicBezTo>
                  <a:pt x="1457" y="406"/>
                  <a:pt x="1457" y="407"/>
                  <a:pt x="1457" y="407"/>
                </a:cubicBezTo>
                <a:cubicBezTo>
                  <a:pt x="1457" y="408"/>
                  <a:pt x="1457" y="409"/>
                  <a:pt x="1458" y="409"/>
                </a:cubicBezTo>
                <a:cubicBezTo>
                  <a:pt x="1458" y="410"/>
                  <a:pt x="1459" y="410"/>
                  <a:pt x="1460" y="411"/>
                </a:cubicBezTo>
                <a:cubicBezTo>
                  <a:pt x="1461" y="411"/>
                  <a:pt x="1461" y="411"/>
                  <a:pt x="1463" y="412"/>
                </a:cubicBezTo>
                <a:cubicBezTo>
                  <a:pt x="1464" y="412"/>
                  <a:pt x="1465" y="412"/>
                  <a:pt x="1466" y="412"/>
                </a:cubicBezTo>
                <a:cubicBezTo>
                  <a:pt x="1467" y="412"/>
                  <a:pt x="1468" y="412"/>
                  <a:pt x="1469" y="412"/>
                </a:cubicBezTo>
                <a:cubicBezTo>
                  <a:pt x="1470" y="411"/>
                  <a:pt x="1471" y="411"/>
                  <a:pt x="1472" y="411"/>
                </a:cubicBezTo>
                <a:cubicBezTo>
                  <a:pt x="1473" y="410"/>
                  <a:pt x="1473" y="410"/>
                  <a:pt x="1474" y="409"/>
                </a:cubicBezTo>
                <a:cubicBezTo>
                  <a:pt x="1474" y="409"/>
                  <a:pt x="1474" y="408"/>
                  <a:pt x="1474" y="407"/>
                </a:cubicBezTo>
                <a:cubicBezTo>
                  <a:pt x="1474" y="407"/>
                  <a:pt x="1474" y="406"/>
                  <a:pt x="1473" y="406"/>
                </a:cubicBezTo>
                <a:cubicBezTo>
                  <a:pt x="1473" y="405"/>
                  <a:pt x="1472" y="405"/>
                  <a:pt x="1471" y="404"/>
                </a:cubicBezTo>
                <a:cubicBezTo>
                  <a:pt x="1471" y="404"/>
                  <a:pt x="1470" y="404"/>
                  <a:pt x="1469" y="403"/>
                </a:cubicBezTo>
                <a:cubicBezTo>
                  <a:pt x="1468" y="403"/>
                  <a:pt x="1467" y="403"/>
                  <a:pt x="1465" y="403"/>
                </a:cubicBezTo>
                <a:cubicBezTo>
                  <a:pt x="1464" y="403"/>
                  <a:pt x="1463" y="403"/>
                  <a:pt x="1462" y="403"/>
                </a:cubicBezTo>
                <a:close/>
                <a:moveTo>
                  <a:pt x="1162" y="403"/>
                </a:moveTo>
                <a:cubicBezTo>
                  <a:pt x="1161" y="404"/>
                  <a:pt x="1160" y="404"/>
                  <a:pt x="1159" y="404"/>
                </a:cubicBezTo>
                <a:cubicBezTo>
                  <a:pt x="1158" y="405"/>
                  <a:pt x="1158" y="405"/>
                  <a:pt x="1157" y="406"/>
                </a:cubicBezTo>
                <a:cubicBezTo>
                  <a:pt x="1157" y="406"/>
                  <a:pt x="1156" y="407"/>
                  <a:pt x="1156" y="407"/>
                </a:cubicBezTo>
                <a:cubicBezTo>
                  <a:pt x="1156" y="408"/>
                  <a:pt x="1157" y="409"/>
                  <a:pt x="1157" y="409"/>
                </a:cubicBezTo>
                <a:cubicBezTo>
                  <a:pt x="1157" y="410"/>
                  <a:pt x="1158" y="410"/>
                  <a:pt x="1159" y="411"/>
                </a:cubicBezTo>
                <a:cubicBezTo>
                  <a:pt x="1160" y="411"/>
                  <a:pt x="1160" y="411"/>
                  <a:pt x="1162" y="412"/>
                </a:cubicBezTo>
                <a:cubicBezTo>
                  <a:pt x="1163" y="412"/>
                  <a:pt x="1164" y="412"/>
                  <a:pt x="1165" y="412"/>
                </a:cubicBezTo>
                <a:cubicBezTo>
                  <a:pt x="1166" y="412"/>
                  <a:pt x="1167" y="412"/>
                  <a:pt x="1168" y="412"/>
                </a:cubicBezTo>
                <a:cubicBezTo>
                  <a:pt x="1169" y="411"/>
                  <a:pt x="1170" y="411"/>
                  <a:pt x="1171" y="411"/>
                </a:cubicBezTo>
                <a:cubicBezTo>
                  <a:pt x="1172" y="410"/>
                  <a:pt x="1172" y="410"/>
                  <a:pt x="1173" y="409"/>
                </a:cubicBezTo>
                <a:cubicBezTo>
                  <a:pt x="1173" y="409"/>
                  <a:pt x="1174" y="408"/>
                  <a:pt x="1174" y="407"/>
                </a:cubicBezTo>
                <a:cubicBezTo>
                  <a:pt x="1174" y="407"/>
                  <a:pt x="1173" y="406"/>
                  <a:pt x="1173" y="406"/>
                </a:cubicBezTo>
                <a:cubicBezTo>
                  <a:pt x="1173" y="405"/>
                  <a:pt x="1172" y="405"/>
                  <a:pt x="1171" y="404"/>
                </a:cubicBezTo>
                <a:cubicBezTo>
                  <a:pt x="1170" y="404"/>
                  <a:pt x="1169" y="404"/>
                  <a:pt x="1168" y="403"/>
                </a:cubicBezTo>
                <a:cubicBezTo>
                  <a:pt x="1167" y="403"/>
                  <a:pt x="1166" y="403"/>
                  <a:pt x="1165" y="403"/>
                </a:cubicBezTo>
                <a:cubicBezTo>
                  <a:pt x="1164" y="403"/>
                  <a:pt x="1163" y="403"/>
                  <a:pt x="1162" y="403"/>
                </a:cubicBezTo>
                <a:close/>
                <a:moveTo>
                  <a:pt x="1205" y="403"/>
                </a:moveTo>
                <a:cubicBezTo>
                  <a:pt x="1204" y="404"/>
                  <a:pt x="1203" y="404"/>
                  <a:pt x="1202" y="404"/>
                </a:cubicBezTo>
                <a:cubicBezTo>
                  <a:pt x="1201" y="405"/>
                  <a:pt x="1201" y="405"/>
                  <a:pt x="1200" y="406"/>
                </a:cubicBezTo>
                <a:cubicBezTo>
                  <a:pt x="1200" y="406"/>
                  <a:pt x="1199" y="407"/>
                  <a:pt x="1199" y="407"/>
                </a:cubicBezTo>
                <a:cubicBezTo>
                  <a:pt x="1199" y="408"/>
                  <a:pt x="1200" y="409"/>
                  <a:pt x="1200" y="409"/>
                </a:cubicBezTo>
                <a:cubicBezTo>
                  <a:pt x="1200" y="410"/>
                  <a:pt x="1201" y="410"/>
                  <a:pt x="1202" y="411"/>
                </a:cubicBezTo>
                <a:cubicBezTo>
                  <a:pt x="1203" y="411"/>
                  <a:pt x="1203" y="411"/>
                  <a:pt x="1205" y="412"/>
                </a:cubicBezTo>
                <a:cubicBezTo>
                  <a:pt x="1206" y="412"/>
                  <a:pt x="1207" y="412"/>
                  <a:pt x="1208" y="412"/>
                </a:cubicBezTo>
                <a:cubicBezTo>
                  <a:pt x="1209" y="412"/>
                  <a:pt x="1210" y="412"/>
                  <a:pt x="1211" y="412"/>
                </a:cubicBezTo>
                <a:cubicBezTo>
                  <a:pt x="1212" y="411"/>
                  <a:pt x="1213" y="411"/>
                  <a:pt x="1214" y="411"/>
                </a:cubicBezTo>
                <a:cubicBezTo>
                  <a:pt x="1215" y="410"/>
                  <a:pt x="1215" y="410"/>
                  <a:pt x="1216" y="409"/>
                </a:cubicBezTo>
                <a:cubicBezTo>
                  <a:pt x="1216" y="409"/>
                  <a:pt x="1216" y="408"/>
                  <a:pt x="1217" y="407"/>
                </a:cubicBezTo>
                <a:cubicBezTo>
                  <a:pt x="1217" y="407"/>
                  <a:pt x="1216" y="406"/>
                  <a:pt x="1216" y="406"/>
                </a:cubicBezTo>
                <a:cubicBezTo>
                  <a:pt x="1215" y="405"/>
                  <a:pt x="1215" y="405"/>
                  <a:pt x="1214" y="404"/>
                </a:cubicBezTo>
                <a:cubicBezTo>
                  <a:pt x="1213" y="404"/>
                  <a:pt x="1212" y="404"/>
                  <a:pt x="1211" y="403"/>
                </a:cubicBezTo>
                <a:cubicBezTo>
                  <a:pt x="1210" y="403"/>
                  <a:pt x="1209" y="403"/>
                  <a:pt x="1208" y="403"/>
                </a:cubicBezTo>
                <a:cubicBezTo>
                  <a:pt x="1207" y="403"/>
                  <a:pt x="1206" y="403"/>
                  <a:pt x="1205" y="403"/>
                </a:cubicBezTo>
                <a:close/>
                <a:moveTo>
                  <a:pt x="1376" y="403"/>
                </a:moveTo>
                <a:cubicBezTo>
                  <a:pt x="1375" y="404"/>
                  <a:pt x="1374" y="404"/>
                  <a:pt x="1374" y="404"/>
                </a:cubicBezTo>
                <a:cubicBezTo>
                  <a:pt x="1373" y="405"/>
                  <a:pt x="1372" y="405"/>
                  <a:pt x="1372" y="406"/>
                </a:cubicBezTo>
                <a:cubicBezTo>
                  <a:pt x="1371" y="406"/>
                  <a:pt x="1371" y="407"/>
                  <a:pt x="1371" y="407"/>
                </a:cubicBezTo>
                <a:cubicBezTo>
                  <a:pt x="1371" y="408"/>
                  <a:pt x="1371" y="409"/>
                  <a:pt x="1372" y="409"/>
                </a:cubicBezTo>
                <a:cubicBezTo>
                  <a:pt x="1372" y="410"/>
                  <a:pt x="1373" y="410"/>
                  <a:pt x="1374" y="411"/>
                </a:cubicBezTo>
                <a:cubicBezTo>
                  <a:pt x="1375" y="411"/>
                  <a:pt x="1375" y="411"/>
                  <a:pt x="1377" y="412"/>
                </a:cubicBezTo>
                <a:cubicBezTo>
                  <a:pt x="1378" y="412"/>
                  <a:pt x="1379" y="412"/>
                  <a:pt x="1380" y="412"/>
                </a:cubicBezTo>
                <a:cubicBezTo>
                  <a:pt x="1381" y="412"/>
                  <a:pt x="1382" y="412"/>
                  <a:pt x="1383" y="412"/>
                </a:cubicBezTo>
                <a:cubicBezTo>
                  <a:pt x="1384" y="411"/>
                  <a:pt x="1385" y="411"/>
                  <a:pt x="1386" y="411"/>
                </a:cubicBezTo>
                <a:cubicBezTo>
                  <a:pt x="1387" y="410"/>
                  <a:pt x="1387" y="410"/>
                  <a:pt x="1388" y="409"/>
                </a:cubicBezTo>
                <a:cubicBezTo>
                  <a:pt x="1388" y="409"/>
                  <a:pt x="1388" y="408"/>
                  <a:pt x="1388" y="407"/>
                </a:cubicBezTo>
                <a:cubicBezTo>
                  <a:pt x="1388" y="407"/>
                  <a:pt x="1388" y="406"/>
                  <a:pt x="1388" y="406"/>
                </a:cubicBezTo>
                <a:cubicBezTo>
                  <a:pt x="1387" y="405"/>
                  <a:pt x="1387" y="405"/>
                  <a:pt x="1386" y="404"/>
                </a:cubicBezTo>
                <a:cubicBezTo>
                  <a:pt x="1385" y="404"/>
                  <a:pt x="1384" y="404"/>
                  <a:pt x="1383" y="403"/>
                </a:cubicBezTo>
                <a:cubicBezTo>
                  <a:pt x="1382" y="403"/>
                  <a:pt x="1381" y="403"/>
                  <a:pt x="1380" y="403"/>
                </a:cubicBezTo>
                <a:cubicBezTo>
                  <a:pt x="1378" y="403"/>
                  <a:pt x="1377" y="403"/>
                  <a:pt x="1376" y="403"/>
                </a:cubicBezTo>
                <a:close/>
                <a:moveTo>
                  <a:pt x="1076" y="403"/>
                </a:moveTo>
                <a:cubicBezTo>
                  <a:pt x="1075" y="404"/>
                  <a:pt x="1074" y="404"/>
                  <a:pt x="1073" y="404"/>
                </a:cubicBezTo>
                <a:cubicBezTo>
                  <a:pt x="1072" y="405"/>
                  <a:pt x="1072" y="405"/>
                  <a:pt x="1071" y="406"/>
                </a:cubicBezTo>
                <a:cubicBezTo>
                  <a:pt x="1071" y="406"/>
                  <a:pt x="1071" y="407"/>
                  <a:pt x="1071" y="407"/>
                </a:cubicBezTo>
                <a:cubicBezTo>
                  <a:pt x="1070" y="408"/>
                  <a:pt x="1071" y="409"/>
                  <a:pt x="1071" y="409"/>
                </a:cubicBezTo>
                <a:cubicBezTo>
                  <a:pt x="1071" y="410"/>
                  <a:pt x="1072" y="410"/>
                  <a:pt x="1073" y="411"/>
                </a:cubicBezTo>
                <a:cubicBezTo>
                  <a:pt x="1074" y="411"/>
                  <a:pt x="1074" y="411"/>
                  <a:pt x="1076" y="412"/>
                </a:cubicBezTo>
                <a:cubicBezTo>
                  <a:pt x="1077" y="412"/>
                  <a:pt x="1078" y="412"/>
                  <a:pt x="1079" y="412"/>
                </a:cubicBezTo>
                <a:cubicBezTo>
                  <a:pt x="1080" y="412"/>
                  <a:pt x="1081" y="412"/>
                  <a:pt x="1082" y="412"/>
                </a:cubicBezTo>
                <a:cubicBezTo>
                  <a:pt x="1083" y="411"/>
                  <a:pt x="1084" y="411"/>
                  <a:pt x="1085" y="411"/>
                </a:cubicBezTo>
                <a:cubicBezTo>
                  <a:pt x="1086" y="410"/>
                  <a:pt x="1086" y="410"/>
                  <a:pt x="1087" y="409"/>
                </a:cubicBezTo>
                <a:cubicBezTo>
                  <a:pt x="1087" y="409"/>
                  <a:pt x="1088" y="408"/>
                  <a:pt x="1088" y="407"/>
                </a:cubicBezTo>
                <a:cubicBezTo>
                  <a:pt x="1088" y="407"/>
                  <a:pt x="1087" y="406"/>
                  <a:pt x="1087" y="406"/>
                </a:cubicBezTo>
                <a:cubicBezTo>
                  <a:pt x="1087" y="405"/>
                  <a:pt x="1086" y="405"/>
                  <a:pt x="1085" y="404"/>
                </a:cubicBezTo>
                <a:cubicBezTo>
                  <a:pt x="1085" y="404"/>
                  <a:pt x="1084" y="404"/>
                  <a:pt x="1083" y="403"/>
                </a:cubicBezTo>
                <a:cubicBezTo>
                  <a:pt x="1082" y="403"/>
                  <a:pt x="1081" y="403"/>
                  <a:pt x="1079" y="403"/>
                </a:cubicBezTo>
                <a:cubicBezTo>
                  <a:pt x="1078" y="403"/>
                  <a:pt x="1077" y="403"/>
                  <a:pt x="1076" y="403"/>
                </a:cubicBezTo>
                <a:close/>
                <a:moveTo>
                  <a:pt x="475" y="403"/>
                </a:moveTo>
                <a:cubicBezTo>
                  <a:pt x="474" y="404"/>
                  <a:pt x="473" y="404"/>
                  <a:pt x="472" y="404"/>
                </a:cubicBezTo>
                <a:cubicBezTo>
                  <a:pt x="472" y="405"/>
                  <a:pt x="471" y="405"/>
                  <a:pt x="470" y="406"/>
                </a:cubicBezTo>
                <a:cubicBezTo>
                  <a:pt x="470" y="406"/>
                  <a:pt x="469" y="407"/>
                  <a:pt x="469" y="407"/>
                </a:cubicBezTo>
                <a:cubicBezTo>
                  <a:pt x="469" y="408"/>
                  <a:pt x="469" y="409"/>
                  <a:pt x="469" y="409"/>
                </a:cubicBezTo>
                <a:cubicBezTo>
                  <a:pt x="470" y="410"/>
                  <a:pt x="470" y="410"/>
                  <a:pt x="471" y="411"/>
                </a:cubicBezTo>
                <a:cubicBezTo>
                  <a:pt x="472" y="411"/>
                  <a:pt x="473" y="411"/>
                  <a:pt x="473" y="412"/>
                </a:cubicBezTo>
                <a:cubicBezTo>
                  <a:pt x="474" y="412"/>
                  <a:pt x="476" y="412"/>
                  <a:pt x="477" y="412"/>
                </a:cubicBezTo>
                <a:cubicBezTo>
                  <a:pt x="478" y="412"/>
                  <a:pt x="479" y="412"/>
                  <a:pt x="480" y="412"/>
                </a:cubicBezTo>
                <a:cubicBezTo>
                  <a:pt x="481" y="411"/>
                  <a:pt x="482" y="411"/>
                  <a:pt x="483" y="411"/>
                </a:cubicBezTo>
                <a:cubicBezTo>
                  <a:pt x="484" y="410"/>
                  <a:pt x="485" y="410"/>
                  <a:pt x="485" y="409"/>
                </a:cubicBezTo>
                <a:cubicBezTo>
                  <a:pt x="486" y="409"/>
                  <a:pt x="486" y="408"/>
                  <a:pt x="486" y="407"/>
                </a:cubicBezTo>
                <a:cubicBezTo>
                  <a:pt x="487" y="407"/>
                  <a:pt x="486" y="406"/>
                  <a:pt x="486" y="406"/>
                </a:cubicBezTo>
                <a:cubicBezTo>
                  <a:pt x="486" y="405"/>
                  <a:pt x="485" y="405"/>
                  <a:pt x="485" y="404"/>
                </a:cubicBezTo>
                <a:cubicBezTo>
                  <a:pt x="484" y="404"/>
                  <a:pt x="483" y="404"/>
                  <a:pt x="482" y="403"/>
                </a:cubicBezTo>
                <a:cubicBezTo>
                  <a:pt x="481" y="403"/>
                  <a:pt x="480" y="403"/>
                  <a:pt x="479" y="403"/>
                </a:cubicBezTo>
                <a:cubicBezTo>
                  <a:pt x="478" y="403"/>
                  <a:pt x="476" y="403"/>
                  <a:pt x="475" y="403"/>
                </a:cubicBezTo>
                <a:close/>
                <a:moveTo>
                  <a:pt x="390" y="403"/>
                </a:moveTo>
                <a:cubicBezTo>
                  <a:pt x="389" y="404"/>
                  <a:pt x="388" y="404"/>
                  <a:pt x="387" y="404"/>
                </a:cubicBezTo>
                <a:cubicBezTo>
                  <a:pt x="386" y="405"/>
                  <a:pt x="385" y="405"/>
                  <a:pt x="384" y="406"/>
                </a:cubicBezTo>
                <a:cubicBezTo>
                  <a:pt x="384" y="406"/>
                  <a:pt x="383" y="407"/>
                  <a:pt x="383" y="407"/>
                </a:cubicBezTo>
                <a:cubicBezTo>
                  <a:pt x="383" y="408"/>
                  <a:pt x="383" y="409"/>
                  <a:pt x="384" y="409"/>
                </a:cubicBezTo>
                <a:cubicBezTo>
                  <a:pt x="384" y="410"/>
                  <a:pt x="384" y="410"/>
                  <a:pt x="385" y="411"/>
                </a:cubicBezTo>
                <a:cubicBezTo>
                  <a:pt x="386" y="411"/>
                  <a:pt x="387" y="411"/>
                  <a:pt x="388" y="412"/>
                </a:cubicBezTo>
                <a:cubicBezTo>
                  <a:pt x="389" y="412"/>
                  <a:pt x="390" y="412"/>
                  <a:pt x="391" y="412"/>
                </a:cubicBezTo>
                <a:cubicBezTo>
                  <a:pt x="392" y="412"/>
                  <a:pt x="393" y="412"/>
                  <a:pt x="394" y="412"/>
                </a:cubicBezTo>
                <a:cubicBezTo>
                  <a:pt x="395" y="411"/>
                  <a:pt x="396" y="411"/>
                  <a:pt x="397" y="411"/>
                </a:cubicBezTo>
                <a:cubicBezTo>
                  <a:pt x="398" y="410"/>
                  <a:pt x="399" y="410"/>
                  <a:pt x="399" y="409"/>
                </a:cubicBezTo>
                <a:cubicBezTo>
                  <a:pt x="400" y="409"/>
                  <a:pt x="400" y="408"/>
                  <a:pt x="401" y="407"/>
                </a:cubicBezTo>
                <a:cubicBezTo>
                  <a:pt x="401" y="407"/>
                  <a:pt x="401" y="406"/>
                  <a:pt x="400" y="406"/>
                </a:cubicBezTo>
                <a:cubicBezTo>
                  <a:pt x="400" y="405"/>
                  <a:pt x="399" y="405"/>
                  <a:pt x="399" y="404"/>
                </a:cubicBezTo>
                <a:cubicBezTo>
                  <a:pt x="398" y="404"/>
                  <a:pt x="397" y="404"/>
                  <a:pt x="396" y="403"/>
                </a:cubicBezTo>
                <a:cubicBezTo>
                  <a:pt x="395" y="403"/>
                  <a:pt x="394" y="403"/>
                  <a:pt x="393" y="403"/>
                </a:cubicBezTo>
                <a:cubicBezTo>
                  <a:pt x="392" y="403"/>
                  <a:pt x="391" y="403"/>
                  <a:pt x="390" y="403"/>
                </a:cubicBezTo>
                <a:close/>
                <a:moveTo>
                  <a:pt x="432" y="403"/>
                </a:moveTo>
                <a:cubicBezTo>
                  <a:pt x="431" y="404"/>
                  <a:pt x="430" y="404"/>
                  <a:pt x="430" y="404"/>
                </a:cubicBezTo>
                <a:cubicBezTo>
                  <a:pt x="429" y="405"/>
                  <a:pt x="428" y="405"/>
                  <a:pt x="427" y="406"/>
                </a:cubicBezTo>
                <a:cubicBezTo>
                  <a:pt x="427" y="406"/>
                  <a:pt x="426" y="407"/>
                  <a:pt x="426" y="407"/>
                </a:cubicBezTo>
                <a:cubicBezTo>
                  <a:pt x="426" y="408"/>
                  <a:pt x="426" y="409"/>
                  <a:pt x="427" y="409"/>
                </a:cubicBezTo>
                <a:cubicBezTo>
                  <a:pt x="427" y="410"/>
                  <a:pt x="427" y="410"/>
                  <a:pt x="428" y="411"/>
                </a:cubicBezTo>
                <a:cubicBezTo>
                  <a:pt x="429" y="411"/>
                  <a:pt x="430" y="411"/>
                  <a:pt x="431" y="412"/>
                </a:cubicBezTo>
                <a:cubicBezTo>
                  <a:pt x="431" y="412"/>
                  <a:pt x="433" y="412"/>
                  <a:pt x="434" y="412"/>
                </a:cubicBezTo>
                <a:cubicBezTo>
                  <a:pt x="435" y="412"/>
                  <a:pt x="436" y="412"/>
                  <a:pt x="437" y="412"/>
                </a:cubicBezTo>
                <a:cubicBezTo>
                  <a:pt x="438" y="411"/>
                  <a:pt x="439" y="411"/>
                  <a:pt x="440" y="411"/>
                </a:cubicBezTo>
                <a:cubicBezTo>
                  <a:pt x="441" y="410"/>
                  <a:pt x="442" y="410"/>
                  <a:pt x="442" y="409"/>
                </a:cubicBezTo>
                <a:cubicBezTo>
                  <a:pt x="443" y="409"/>
                  <a:pt x="443" y="408"/>
                  <a:pt x="443" y="407"/>
                </a:cubicBezTo>
                <a:cubicBezTo>
                  <a:pt x="444" y="407"/>
                  <a:pt x="443" y="406"/>
                  <a:pt x="443" y="406"/>
                </a:cubicBezTo>
                <a:cubicBezTo>
                  <a:pt x="443" y="405"/>
                  <a:pt x="442" y="405"/>
                  <a:pt x="442" y="404"/>
                </a:cubicBezTo>
                <a:cubicBezTo>
                  <a:pt x="441" y="404"/>
                  <a:pt x="440" y="404"/>
                  <a:pt x="439" y="403"/>
                </a:cubicBezTo>
                <a:cubicBezTo>
                  <a:pt x="438" y="403"/>
                  <a:pt x="437" y="403"/>
                  <a:pt x="436" y="403"/>
                </a:cubicBezTo>
                <a:cubicBezTo>
                  <a:pt x="435" y="403"/>
                  <a:pt x="434" y="403"/>
                  <a:pt x="432" y="403"/>
                </a:cubicBezTo>
                <a:close/>
                <a:moveTo>
                  <a:pt x="1805" y="403"/>
                </a:moveTo>
                <a:cubicBezTo>
                  <a:pt x="1804" y="404"/>
                  <a:pt x="1803" y="404"/>
                  <a:pt x="1803" y="404"/>
                </a:cubicBezTo>
                <a:cubicBezTo>
                  <a:pt x="1802" y="405"/>
                  <a:pt x="1801" y="405"/>
                  <a:pt x="1801" y="406"/>
                </a:cubicBezTo>
                <a:cubicBezTo>
                  <a:pt x="1801" y="406"/>
                  <a:pt x="1801" y="407"/>
                  <a:pt x="1801" y="407"/>
                </a:cubicBezTo>
                <a:cubicBezTo>
                  <a:pt x="1801" y="408"/>
                  <a:pt x="1801" y="409"/>
                  <a:pt x="1802" y="409"/>
                </a:cubicBezTo>
                <a:cubicBezTo>
                  <a:pt x="1802" y="410"/>
                  <a:pt x="1803" y="410"/>
                  <a:pt x="1804" y="411"/>
                </a:cubicBezTo>
                <a:cubicBezTo>
                  <a:pt x="1804" y="411"/>
                  <a:pt x="1805" y="411"/>
                  <a:pt x="1807" y="412"/>
                </a:cubicBezTo>
                <a:cubicBezTo>
                  <a:pt x="1808" y="412"/>
                  <a:pt x="1809" y="412"/>
                  <a:pt x="1810" y="412"/>
                </a:cubicBezTo>
                <a:cubicBezTo>
                  <a:pt x="1811" y="412"/>
                  <a:pt x="1812" y="412"/>
                  <a:pt x="1813" y="412"/>
                </a:cubicBezTo>
                <a:cubicBezTo>
                  <a:pt x="1814" y="411"/>
                  <a:pt x="1815" y="411"/>
                  <a:pt x="1816" y="411"/>
                </a:cubicBezTo>
                <a:cubicBezTo>
                  <a:pt x="1817" y="410"/>
                  <a:pt x="1817" y="410"/>
                  <a:pt x="1817" y="409"/>
                </a:cubicBezTo>
                <a:cubicBezTo>
                  <a:pt x="1818" y="409"/>
                  <a:pt x="1818" y="408"/>
                  <a:pt x="1818" y="407"/>
                </a:cubicBezTo>
                <a:cubicBezTo>
                  <a:pt x="1818" y="407"/>
                  <a:pt x="1817" y="406"/>
                  <a:pt x="1817" y="406"/>
                </a:cubicBezTo>
                <a:cubicBezTo>
                  <a:pt x="1816" y="405"/>
                  <a:pt x="1816" y="405"/>
                  <a:pt x="1815" y="404"/>
                </a:cubicBezTo>
                <a:cubicBezTo>
                  <a:pt x="1814" y="404"/>
                  <a:pt x="1813" y="404"/>
                  <a:pt x="1812" y="403"/>
                </a:cubicBezTo>
                <a:cubicBezTo>
                  <a:pt x="1811" y="403"/>
                  <a:pt x="1810" y="403"/>
                  <a:pt x="1809" y="403"/>
                </a:cubicBezTo>
                <a:cubicBezTo>
                  <a:pt x="1807" y="403"/>
                  <a:pt x="1806" y="403"/>
                  <a:pt x="1805" y="403"/>
                </a:cubicBezTo>
                <a:close/>
                <a:moveTo>
                  <a:pt x="1848" y="403"/>
                </a:moveTo>
                <a:cubicBezTo>
                  <a:pt x="1847" y="404"/>
                  <a:pt x="1846" y="404"/>
                  <a:pt x="1846" y="404"/>
                </a:cubicBezTo>
                <a:cubicBezTo>
                  <a:pt x="1845" y="405"/>
                  <a:pt x="1844" y="405"/>
                  <a:pt x="1844" y="406"/>
                </a:cubicBezTo>
                <a:cubicBezTo>
                  <a:pt x="1844" y="406"/>
                  <a:pt x="1843" y="407"/>
                  <a:pt x="1844" y="407"/>
                </a:cubicBezTo>
                <a:cubicBezTo>
                  <a:pt x="1844" y="408"/>
                  <a:pt x="1844" y="409"/>
                  <a:pt x="1845" y="409"/>
                </a:cubicBezTo>
                <a:cubicBezTo>
                  <a:pt x="1845" y="410"/>
                  <a:pt x="1846" y="410"/>
                  <a:pt x="1847" y="411"/>
                </a:cubicBezTo>
                <a:cubicBezTo>
                  <a:pt x="1847" y="411"/>
                  <a:pt x="1848" y="411"/>
                  <a:pt x="1850" y="412"/>
                </a:cubicBezTo>
                <a:cubicBezTo>
                  <a:pt x="1851" y="412"/>
                  <a:pt x="1852" y="412"/>
                  <a:pt x="1853" y="412"/>
                </a:cubicBezTo>
                <a:cubicBezTo>
                  <a:pt x="1854" y="412"/>
                  <a:pt x="1855" y="412"/>
                  <a:pt x="1856" y="412"/>
                </a:cubicBezTo>
                <a:cubicBezTo>
                  <a:pt x="1857" y="411"/>
                  <a:pt x="1858" y="411"/>
                  <a:pt x="1859" y="411"/>
                </a:cubicBezTo>
                <a:cubicBezTo>
                  <a:pt x="1859" y="410"/>
                  <a:pt x="1860" y="410"/>
                  <a:pt x="1860" y="409"/>
                </a:cubicBezTo>
                <a:cubicBezTo>
                  <a:pt x="1861" y="409"/>
                  <a:pt x="1861" y="408"/>
                  <a:pt x="1861" y="407"/>
                </a:cubicBezTo>
                <a:cubicBezTo>
                  <a:pt x="1861" y="407"/>
                  <a:pt x="1860" y="406"/>
                  <a:pt x="1860" y="406"/>
                </a:cubicBezTo>
                <a:cubicBezTo>
                  <a:pt x="1859" y="405"/>
                  <a:pt x="1859" y="405"/>
                  <a:pt x="1858" y="404"/>
                </a:cubicBezTo>
                <a:cubicBezTo>
                  <a:pt x="1857" y="404"/>
                  <a:pt x="1856" y="404"/>
                  <a:pt x="1855" y="403"/>
                </a:cubicBezTo>
                <a:cubicBezTo>
                  <a:pt x="1854" y="403"/>
                  <a:pt x="1853" y="403"/>
                  <a:pt x="1851" y="403"/>
                </a:cubicBezTo>
                <a:cubicBezTo>
                  <a:pt x="1850" y="403"/>
                  <a:pt x="1849" y="403"/>
                  <a:pt x="1848" y="403"/>
                </a:cubicBezTo>
                <a:close/>
                <a:moveTo>
                  <a:pt x="2063" y="403"/>
                </a:moveTo>
                <a:cubicBezTo>
                  <a:pt x="2062" y="404"/>
                  <a:pt x="2061" y="404"/>
                  <a:pt x="2060" y="404"/>
                </a:cubicBezTo>
                <a:cubicBezTo>
                  <a:pt x="2059" y="405"/>
                  <a:pt x="2059" y="405"/>
                  <a:pt x="2059" y="406"/>
                </a:cubicBezTo>
                <a:cubicBezTo>
                  <a:pt x="2058" y="406"/>
                  <a:pt x="2058" y="407"/>
                  <a:pt x="2058" y="407"/>
                </a:cubicBezTo>
                <a:cubicBezTo>
                  <a:pt x="2058" y="408"/>
                  <a:pt x="2059" y="409"/>
                  <a:pt x="2059" y="409"/>
                </a:cubicBezTo>
                <a:cubicBezTo>
                  <a:pt x="2060" y="410"/>
                  <a:pt x="2061" y="410"/>
                  <a:pt x="2062" y="411"/>
                </a:cubicBezTo>
                <a:cubicBezTo>
                  <a:pt x="2062" y="411"/>
                  <a:pt x="2063" y="411"/>
                  <a:pt x="2064" y="412"/>
                </a:cubicBezTo>
                <a:cubicBezTo>
                  <a:pt x="2066" y="412"/>
                  <a:pt x="2067" y="412"/>
                  <a:pt x="2068" y="412"/>
                </a:cubicBezTo>
                <a:cubicBezTo>
                  <a:pt x="2069" y="412"/>
                  <a:pt x="2070" y="412"/>
                  <a:pt x="2071" y="412"/>
                </a:cubicBezTo>
                <a:cubicBezTo>
                  <a:pt x="2072" y="411"/>
                  <a:pt x="2073" y="411"/>
                  <a:pt x="2074" y="411"/>
                </a:cubicBezTo>
                <a:cubicBezTo>
                  <a:pt x="2074" y="410"/>
                  <a:pt x="2075" y="410"/>
                  <a:pt x="2075" y="409"/>
                </a:cubicBezTo>
                <a:cubicBezTo>
                  <a:pt x="2076" y="409"/>
                  <a:pt x="2076" y="408"/>
                  <a:pt x="2075" y="407"/>
                </a:cubicBezTo>
                <a:cubicBezTo>
                  <a:pt x="2075" y="407"/>
                  <a:pt x="2075" y="406"/>
                  <a:pt x="2074" y="406"/>
                </a:cubicBezTo>
                <a:cubicBezTo>
                  <a:pt x="2074" y="405"/>
                  <a:pt x="2073" y="405"/>
                  <a:pt x="2072" y="404"/>
                </a:cubicBezTo>
                <a:cubicBezTo>
                  <a:pt x="2071" y="404"/>
                  <a:pt x="2070" y="404"/>
                  <a:pt x="2069" y="403"/>
                </a:cubicBezTo>
                <a:cubicBezTo>
                  <a:pt x="2068" y="403"/>
                  <a:pt x="2067" y="403"/>
                  <a:pt x="2066" y="403"/>
                </a:cubicBezTo>
                <a:cubicBezTo>
                  <a:pt x="2065" y="403"/>
                  <a:pt x="2064" y="403"/>
                  <a:pt x="2063" y="403"/>
                </a:cubicBezTo>
                <a:close/>
                <a:moveTo>
                  <a:pt x="1548" y="403"/>
                </a:moveTo>
                <a:cubicBezTo>
                  <a:pt x="1547" y="404"/>
                  <a:pt x="1546" y="404"/>
                  <a:pt x="1545" y="404"/>
                </a:cubicBezTo>
                <a:cubicBezTo>
                  <a:pt x="1544" y="405"/>
                  <a:pt x="1544" y="405"/>
                  <a:pt x="1543" y="406"/>
                </a:cubicBezTo>
                <a:cubicBezTo>
                  <a:pt x="1543" y="406"/>
                  <a:pt x="1543" y="407"/>
                  <a:pt x="1543" y="407"/>
                </a:cubicBezTo>
                <a:cubicBezTo>
                  <a:pt x="1543" y="408"/>
                  <a:pt x="1543" y="409"/>
                  <a:pt x="1544" y="409"/>
                </a:cubicBezTo>
                <a:cubicBezTo>
                  <a:pt x="1544" y="410"/>
                  <a:pt x="1545" y="410"/>
                  <a:pt x="1546" y="411"/>
                </a:cubicBezTo>
                <a:cubicBezTo>
                  <a:pt x="1547" y="411"/>
                  <a:pt x="1547" y="411"/>
                  <a:pt x="1549" y="412"/>
                </a:cubicBezTo>
                <a:cubicBezTo>
                  <a:pt x="1550" y="412"/>
                  <a:pt x="1551" y="412"/>
                  <a:pt x="1552" y="412"/>
                </a:cubicBezTo>
                <a:cubicBezTo>
                  <a:pt x="1553" y="412"/>
                  <a:pt x="1554" y="412"/>
                  <a:pt x="1555" y="412"/>
                </a:cubicBezTo>
                <a:cubicBezTo>
                  <a:pt x="1556" y="411"/>
                  <a:pt x="1557" y="411"/>
                  <a:pt x="1558" y="411"/>
                </a:cubicBezTo>
                <a:cubicBezTo>
                  <a:pt x="1559" y="410"/>
                  <a:pt x="1559" y="410"/>
                  <a:pt x="1560" y="409"/>
                </a:cubicBezTo>
                <a:cubicBezTo>
                  <a:pt x="1560" y="409"/>
                  <a:pt x="1560" y="408"/>
                  <a:pt x="1560" y="407"/>
                </a:cubicBezTo>
                <a:cubicBezTo>
                  <a:pt x="1560" y="407"/>
                  <a:pt x="1560" y="406"/>
                  <a:pt x="1559" y="406"/>
                </a:cubicBezTo>
                <a:cubicBezTo>
                  <a:pt x="1559" y="405"/>
                  <a:pt x="1558" y="405"/>
                  <a:pt x="1557" y="404"/>
                </a:cubicBezTo>
                <a:cubicBezTo>
                  <a:pt x="1557" y="404"/>
                  <a:pt x="1556" y="404"/>
                  <a:pt x="1555" y="403"/>
                </a:cubicBezTo>
                <a:cubicBezTo>
                  <a:pt x="1553" y="403"/>
                  <a:pt x="1552" y="403"/>
                  <a:pt x="1551" y="403"/>
                </a:cubicBezTo>
                <a:cubicBezTo>
                  <a:pt x="1550" y="403"/>
                  <a:pt x="1549" y="403"/>
                  <a:pt x="1548" y="403"/>
                </a:cubicBezTo>
                <a:close/>
                <a:moveTo>
                  <a:pt x="2020" y="403"/>
                </a:moveTo>
                <a:cubicBezTo>
                  <a:pt x="2019" y="404"/>
                  <a:pt x="2018" y="404"/>
                  <a:pt x="2017" y="404"/>
                </a:cubicBezTo>
                <a:cubicBezTo>
                  <a:pt x="2016" y="405"/>
                  <a:pt x="2016" y="405"/>
                  <a:pt x="2016" y="406"/>
                </a:cubicBezTo>
                <a:cubicBezTo>
                  <a:pt x="2015" y="406"/>
                  <a:pt x="2015" y="407"/>
                  <a:pt x="2015" y="407"/>
                </a:cubicBezTo>
                <a:cubicBezTo>
                  <a:pt x="2015" y="408"/>
                  <a:pt x="2016" y="409"/>
                  <a:pt x="2016" y="409"/>
                </a:cubicBezTo>
                <a:cubicBezTo>
                  <a:pt x="2017" y="410"/>
                  <a:pt x="2018" y="410"/>
                  <a:pt x="2019" y="411"/>
                </a:cubicBezTo>
                <a:cubicBezTo>
                  <a:pt x="2019" y="411"/>
                  <a:pt x="2020" y="411"/>
                  <a:pt x="2022" y="412"/>
                </a:cubicBezTo>
                <a:cubicBezTo>
                  <a:pt x="2023" y="412"/>
                  <a:pt x="2024" y="412"/>
                  <a:pt x="2025" y="412"/>
                </a:cubicBezTo>
                <a:cubicBezTo>
                  <a:pt x="2026" y="412"/>
                  <a:pt x="2027" y="412"/>
                  <a:pt x="2028" y="412"/>
                </a:cubicBezTo>
                <a:cubicBezTo>
                  <a:pt x="2029" y="411"/>
                  <a:pt x="2030" y="411"/>
                  <a:pt x="2031" y="411"/>
                </a:cubicBezTo>
                <a:cubicBezTo>
                  <a:pt x="2031" y="410"/>
                  <a:pt x="2032" y="410"/>
                  <a:pt x="2032" y="409"/>
                </a:cubicBezTo>
                <a:cubicBezTo>
                  <a:pt x="2033" y="409"/>
                  <a:pt x="2033" y="408"/>
                  <a:pt x="2033" y="407"/>
                </a:cubicBezTo>
                <a:cubicBezTo>
                  <a:pt x="2032" y="407"/>
                  <a:pt x="2032" y="406"/>
                  <a:pt x="2031" y="406"/>
                </a:cubicBezTo>
                <a:cubicBezTo>
                  <a:pt x="2031" y="405"/>
                  <a:pt x="2030" y="405"/>
                  <a:pt x="2029" y="404"/>
                </a:cubicBezTo>
                <a:cubicBezTo>
                  <a:pt x="2028" y="404"/>
                  <a:pt x="2027" y="404"/>
                  <a:pt x="2026" y="403"/>
                </a:cubicBezTo>
                <a:cubicBezTo>
                  <a:pt x="2025" y="403"/>
                  <a:pt x="2024" y="403"/>
                  <a:pt x="2023" y="403"/>
                </a:cubicBezTo>
                <a:cubicBezTo>
                  <a:pt x="2022" y="403"/>
                  <a:pt x="2021" y="403"/>
                  <a:pt x="2020" y="403"/>
                </a:cubicBezTo>
                <a:close/>
                <a:moveTo>
                  <a:pt x="1977" y="403"/>
                </a:moveTo>
                <a:cubicBezTo>
                  <a:pt x="1976" y="404"/>
                  <a:pt x="1975" y="404"/>
                  <a:pt x="1974" y="404"/>
                </a:cubicBezTo>
                <a:cubicBezTo>
                  <a:pt x="1974" y="405"/>
                  <a:pt x="1973" y="405"/>
                  <a:pt x="1973" y="406"/>
                </a:cubicBezTo>
                <a:cubicBezTo>
                  <a:pt x="1972" y="406"/>
                  <a:pt x="1972" y="407"/>
                  <a:pt x="1972" y="407"/>
                </a:cubicBezTo>
                <a:cubicBezTo>
                  <a:pt x="1973" y="408"/>
                  <a:pt x="1973" y="409"/>
                  <a:pt x="1973" y="409"/>
                </a:cubicBezTo>
                <a:cubicBezTo>
                  <a:pt x="1974" y="410"/>
                  <a:pt x="1975" y="410"/>
                  <a:pt x="1976" y="411"/>
                </a:cubicBezTo>
                <a:cubicBezTo>
                  <a:pt x="1976" y="411"/>
                  <a:pt x="1977" y="411"/>
                  <a:pt x="1979" y="412"/>
                </a:cubicBezTo>
                <a:cubicBezTo>
                  <a:pt x="1980" y="412"/>
                  <a:pt x="1981" y="412"/>
                  <a:pt x="1982" y="412"/>
                </a:cubicBezTo>
                <a:cubicBezTo>
                  <a:pt x="1983" y="412"/>
                  <a:pt x="1984" y="412"/>
                  <a:pt x="1985" y="412"/>
                </a:cubicBezTo>
                <a:cubicBezTo>
                  <a:pt x="1986" y="411"/>
                  <a:pt x="1987" y="411"/>
                  <a:pt x="1988" y="411"/>
                </a:cubicBezTo>
                <a:cubicBezTo>
                  <a:pt x="1988" y="410"/>
                  <a:pt x="1989" y="410"/>
                  <a:pt x="1989" y="409"/>
                </a:cubicBezTo>
                <a:cubicBezTo>
                  <a:pt x="1990" y="409"/>
                  <a:pt x="1990" y="408"/>
                  <a:pt x="1990" y="407"/>
                </a:cubicBezTo>
                <a:cubicBezTo>
                  <a:pt x="1989" y="407"/>
                  <a:pt x="1989" y="406"/>
                  <a:pt x="1989" y="406"/>
                </a:cubicBezTo>
                <a:cubicBezTo>
                  <a:pt x="1988" y="405"/>
                  <a:pt x="1987" y="405"/>
                  <a:pt x="1986" y="404"/>
                </a:cubicBezTo>
                <a:cubicBezTo>
                  <a:pt x="1986" y="404"/>
                  <a:pt x="1985" y="404"/>
                  <a:pt x="1983" y="403"/>
                </a:cubicBezTo>
                <a:cubicBezTo>
                  <a:pt x="1982" y="403"/>
                  <a:pt x="1981" y="403"/>
                  <a:pt x="1980" y="403"/>
                </a:cubicBezTo>
                <a:cubicBezTo>
                  <a:pt x="1979" y="403"/>
                  <a:pt x="1978" y="403"/>
                  <a:pt x="1977" y="403"/>
                </a:cubicBezTo>
                <a:close/>
                <a:moveTo>
                  <a:pt x="1591" y="403"/>
                </a:moveTo>
                <a:cubicBezTo>
                  <a:pt x="1590" y="404"/>
                  <a:pt x="1589" y="404"/>
                  <a:pt x="1588" y="404"/>
                </a:cubicBezTo>
                <a:cubicBezTo>
                  <a:pt x="1587" y="405"/>
                  <a:pt x="1587" y="405"/>
                  <a:pt x="1586" y="406"/>
                </a:cubicBezTo>
                <a:cubicBezTo>
                  <a:pt x="1586" y="406"/>
                  <a:pt x="1586" y="407"/>
                  <a:pt x="1586" y="407"/>
                </a:cubicBezTo>
                <a:cubicBezTo>
                  <a:pt x="1586" y="408"/>
                  <a:pt x="1586" y="409"/>
                  <a:pt x="1587" y="409"/>
                </a:cubicBezTo>
                <a:cubicBezTo>
                  <a:pt x="1587" y="410"/>
                  <a:pt x="1588" y="410"/>
                  <a:pt x="1589" y="411"/>
                </a:cubicBezTo>
                <a:cubicBezTo>
                  <a:pt x="1589" y="411"/>
                  <a:pt x="1590" y="411"/>
                  <a:pt x="1592" y="412"/>
                </a:cubicBezTo>
                <a:cubicBezTo>
                  <a:pt x="1593" y="412"/>
                  <a:pt x="1594" y="412"/>
                  <a:pt x="1595" y="412"/>
                </a:cubicBezTo>
                <a:cubicBezTo>
                  <a:pt x="1596" y="412"/>
                  <a:pt x="1597" y="412"/>
                  <a:pt x="1598" y="412"/>
                </a:cubicBezTo>
                <a:cubicBezTo>
                  <a:pt x="1599" y="411"/>
                  <a:pt x="1600" y="411"/>
                  <a:pt x="1601" y="411"/>
                </a:cubicBezTo>
                <a:cubicBezTo>
                  <a:pt x="1602" y="410"/>
                  <a:pt x="1602" y="410"/>
                  <a:pt x="1603" y="409"/>
                </a:cubicBezTo>
                <a:cubicBezTo>
                  <a:pt x="1603" y="409"/>
                  <a:pt x="1603" y="408"/>
                  <a:pt x="1603" y="407"/>
                </a:cubicBezTo>
                <a:cubicBezTo>
                  <a:pt x="1603" y="407"/>
                  <a:pt x="1603" y="406"/>
                  <a:pt x="1602" y="406"/>
                </a:cubicBezTo>
                <a:cubicBezTo>
                  <a:pt x="1602" y="405"/>
                  <a:pt x="1601" y="405"/>
                  <a:pt x="1600" y="404"/>
                </a:cubicBezTo>
                <a:cubicBezTo>
                  <a:pt x="1599" y="404"/>
                  <a:pt x="1598" y="404"/>
                  <a:pt x="1597" y="403"/>
                </a:cubicBezTo>
                <a:cubicBezTo>
                  <a:pt x="1596" y="403"/>
                  <a:pt x="1595" y="403"/>
                  <a:pt x="1594" y="403"/>
                </a:cubicBezTo>
                <a:cubicBezTo>
                  <a:pt x="1593" y="403"/>
                  <a:pt x="1592" y="403"/>
                  <a:pt x="1591" y="403"/>
                </a:cubicBezTo>
                <a:close/>
                <a:moveTo>
                  <a:pt x="1360" y="414"/>
                </a:moveTo>
                <a:cubicBezTo>
                  <a:pt x="1360" y="414"/>
                  <a:pt x="1359" y="414"/>
                  <a:pt x="1359" y="414"/>
                </a:cubicBezTo>
                <a:cubicBezTo>
                  <a:pt x="1359" y="414"/>
                  <a:pt x="1359" y="414"/>
                  <a:pt x="1359" y="414"/>
                </a:cubicBezTo>
                <a:cubicBezTo>
                  <a:pt x="1359" y="414"/>
                  <a:pt x="1359" y="414"/>
                  <a:pt x="1358" y="414"/>
                </a:cubicBezTo>
                <a:cubicBezTo>
                  <a:pt x="1357" y="414"/>
                  <a:pt x="1356" y="414"/>
                  <a:pt x="1355" y="414"/>
                </a:cubicBezTo>
                <a:cubicBezTo>
                  <a:pt x="1354" y="415"/>
                  <a:pt x="1353" y="415"/>
                  <a:pt x="1352" y="415"/>
                </a:cubicBezTo>
                <a:cubicBezTo>
                  <a:pt x="1352" y="416"/>
                  <a:pt x="1351" y="416"/>
                  <a:pt x="1351" y="417"/>
                </a:cubicBezTo>
                <a:cubicBezTo>
                  <a:pt x="1350" y="417"/>
                  <a:pt x="1350" y="418"/>
                  <a:pt x="1350" y="418"/>
                </a:cubicBezTo>
                <a:cubicBezTo>
                  <a:pt x="1350" y="419"/>
                  <a:pt x="1350" y="420"/>
                  <a:pt x="1351" y="420"/>
                </a:cubicBezTo>
                <a:cubicBezTo>
                  <a:pt x="1351" y="421"/>
                  <a:pt x="1352" y="421"/>
                  <a:pt x="1353" y="422"/>
                </a:cubicBezTo>
                <a:cubicBezTo>
                  <a:pt x="1353" y="422"/>
                  <a:pt x="1354" y="422"/>
                  <a:pt x="1355" y="423"/>
                </a:cubicBezTo>
                <a:cubicBezTo>
                  <a:pt x="1356" y="423"/>
                  <a:pt x="1357" y="423"/>
                  <a:pt x="1359" y="423"/>
                </a:cubicBezTo>
                <a:cubicBezTo>
                  <a:pt x="1359" y="423"/>
                  <a:pt x="1359" y="423"/>
                  <a:pt x="1359" y="423"/>
                </a:cubicBezTo>
                <a:cubicBezTo>
                  <a:pt x="1359" y="423"/>
                  <a:pt x="1359" y="423"/>
                  <a:pt x="1360" y="423"/>
                </a:cubicBezTo>
                <a:cubicBezTo>
                  <a:pt x="1360" y="423"/>
                  <a:pt x="1360" y="423"/>
                  <a:pt x="1360" y="423"/>
                </a:cubicBezTo>
                <a:cubicBezTo>
                  <a:pt x="1360" y="423"/>
                  <a:pt x="1360" y="423"/>
                  <a:pt x="1360" y="423"/>
                </a:cubicBezTo>
                <a:cubicBezTo>
                  <a:pt x="1361" y="423"/>
                  <a:pt x="1362" y="422"/>
                  <a:pt x="1363" y="422"/>
                </a:cubicBezTo>
                <a:cubicBezTo>
                  <a:pt x="1364" y="422"/>
                  <a:pt x="1365" y="422"/>
                  <a:pt x="1365" y="421"/>
                </a:cubicBezTo>
                <a:cubicBezTo>
                  <a:pt x="1366" y="421"/>
                  <a:pt x="1366" y="420"/>
                  <a:pt x="1367" y="420"/>
                </a:cubicBezTo>
                <a:cubicBezTo>
                  <a:pt x="1367" y="419"/>
                  <a:pt x="1367" y="419"/>
                  <a:pt x="1367" y="418"/>
                </a:cubicBezTo>
                <a:cubicBezTo>
                  <a:pt x="1367" y="418"/>
                  <a:pt x="1367" y="417"/>
                  <a:pt x="1367" y="417"/>
                </a:cubicBezTo>
                <a:cubicBezTo>
                  <a:pt x="1366" y="416"/>
                  <a:pt x="1366" y="416"/>
                  <a:pt x="1365" y="416"/>
                </a:cubicBezTo>
                <a:cubicBezTo>
                  <a:pt x="1365" y="415"/>
                  <a:pt x="1364" y="415"/>
                  <a:pt x="1363" y="415"/>
                </a:cubicBezTo>
                <a:cubicBezTo>
                  <a:pt x="1362" y="414"/>
                  <a:pt x="1361" y="414"/>
                  <a:pt x="1360" y="414"/>
                </a:cubicBezTo>
                <a:cubicBezTo>
                  <a:pt x="1360" y="414"/>
                  <a:pt x="1360" y="414"/>
                  <a:pt x="1360" y="414"/>
                </a:cubicBezTo>
                <a:close/>
                <a:moveTo>
                  <a:pt x="1054" y="414"/>
                </a:moveTo>
                <a:cubicBezTo>
                  <a:pt x="1053" y="415"/>
                  <a:pt x="1052" y="415"/>
                  <a:pt x="1051" y="415"/>
                </a:cubicBezTo>
                <a:cubicBezTo>
                  <a:pt x="1050" y="416"/>
                  <a:pt x="1050" y="416"/>
                  <a:pt x="1049" y="417"/>
                </a:cubicBezTo>
                <a:cubicBezTo>
                  <a:pt x="1049" y="417"/>
                  <a:pt x="1048" y="418"/>
                  <a:pt x="1048" y="418"/>
                </a:cubicBezTo>
                <a:cubicBezTo>
                  <a:pt x="1048" y="419"/>
                  <a:pt x="1048" y="420"/>
                  <a:pt x="1049" y="420"/>
                </a:cubicBezTo>
                <a:cubicBezTo>
                  <a:pt x="1049" y="421"/>
                  <a:pt x="1050" y="421"/>
                  <a:pt x="1051" y="422"/>
                </a:cubicBezTo>
                <a:cubicBezTo>
                  <a:pt x="1051" y="422"/>
                  <a:pt x="1052" y="422"/>
                  <a:pt x="1053" y="423"/>
                </a:cubicBezTo>
                <a:cubicBezTo>
                  <a:pt x="1054" y="423"/>
                  <a:pt x="1055" y="423"/>
                  <a:pt x="1057" y="423"/>
                </a:cubicBezTo>
                <a:cubicBezTo>
                  <a:pt x="1058" y="423"/>
                  <a:pt x="1059" y="423"/>
                  <a:pt x="1060" y="423"/>
                </a:cubicBezTo>
                <a:cubicBezTo>
                  <a:pt x="1061" y="422"/>
                  <a:pt x="1062" y="422"/>
                  <a:pt x="1063" y="422"/>
                </a:cubicBezTo>
                <a:cubicBezTo>
                  <a:pt x="1064" y="421"/>
                  <a:pt x="1064" y="421"/>
                  <a:pt x="1065" y="420"/>
                </a:cubicBezTo>
                <a:cubicBezTo>
                  <a:pt x="1065" y="420"/>
                  <a:pt x="1066" y="419"/>
                  <a:pt x="1066" y="418"/>
                </a:cubicBezTo>
                <a:cubicBezTo>
                  <a:pt x="1066" y="418"/>
                  <a:pt x="1065" y="417"/>
                  <a:pt x="1065" y="417"/>
                </a:cubicBezTo>
                <a:cubicBezTo>
                  <a:pt x="1065" y="416"/>
                  <a:pt x="1064" y="416"/>
                  <a:pt x="1063" y="415"/>
                </a:cubicBezTo>
                <a:cubicBezTo>
                  <a:pt x="1062" y="415"/>
                  <a:pt x="1062" y="415"/>
                  <a:pt x="1061" y="414"/>
                </a:cubicBezTo>
                <a:cubicBezTo>
                  <a:pt x="1060" y="414"/>
                  <a:pt x="1058" y="414"/>
                  <a:pt x="1057" y="414"/>
                </a:cubicBezTo>
                <a:cubicBezTo>
                  <a:pt x="1056" y="414"/>
                  <a:pt x="1055" y="414"/>
                  <a:pt x="1054" y="414"/>
                </a:cubicBezTo>
                <a:close/>
                <a:moveTo>
                  <a:pt x="1104" y="414"/>
                </a:moveTo>
                <a:cubicBezTo>
                  <a:pt x="1102" y="414"/>
                  <a:pt x="1101" y="414"/>
                  <a:pt x="1100" y="414"/>
                </a:cubicBezTo>
                <a:cubicBezTo>
                  <a:pt x="1099" y="414"/>
                  <a:pt x="1098" y="414"/>
                  <a:pt x="1097" y="414"/>
                </a:cubicBezTo>
                <a:cubicBezTo>
                  <a:pt x="1096" y="415"/>
                  <a:pt x="1095" y="415"/>
                  <a:pt x="1094" y="415"/>
                </a:cubicBezTo>
                <a:cubicBezTo>
                  <a:pt x="1093" y="416"/>
                  <a:pt x="1093" y="416"/>
                  <a:pt x="1092" y="417"/>
                </a:cubicBezTo>
                <a:cubicBezTo>
                  <a:pt x="1092" y="417"/>
                  <a:pt x="1091" y="418"/>
                  <a:pt x="1091" y="418"/>
                </a:cubicBezTo>
                <a:cubicBezTo>
                  <a:pt x="1091" y="419"/>
                  <a:pt x="1092" y="420"/>
                  <a:pt x="1092" y="420"/>
                </a:cubicBezTo>
                <a:cubicBezTo>
                  <a:pt x="1092" y="421"/>
                  <a:pt x="1093" y="421"/>
                  <a:pt x="1094" y="422"/>
                </a:cubicBezTo>
                <a:cubicBezTo>
                  <a:pt x="1095" y="422"/>
                  <a:pt x="1095" y="422"/>
                  <a:pt x="1096" y="423"/>
                </a:cubicBezTo>
                <a:cubicBezTo>
                  <a:pt x="1097" y="423"/>
                  <a:pt x="1099" y="423"/>
                  <a:pt x="1100" y="423"/>
                </a:cubicBezTo>
                <a:cubicBezTo>
                  <a:pt x="1100" y="423"/>
                  <a:pt x="1100" y="423"/>
                  <a:pt x="1101" y="423"/>
                </a:cubicBezTo>
                <a:cubicBezTo>
                  <a:pt x="1101" y="423"/>
                  <a:pt x="1101" y="423"/>
                  <a:pt x="1102" y="423"/>
                </a:cubicBezTo>
                <a:cubicBezTo>
                  <a:pt x="1102" y="423"/>
                  <a:pt x="1102" y="423"/>
                  <a:pt x="1102" y="423"/>
                </a:cubicBezTo>
                <a:cubicBezTo>
                  <a:pt x="1103" y="423"/>
                  <a:pt x="1103" y="423"/>
                  <a:pt x="1103" y="423"/>
                </a:cubicBezTo>
                <a:cubicBezTo>
                  <a:pt x="1105" y="422"/>
                  <a:pt x="1109" y="421"/>
                  <a:pt x="1109" y="418"/>
                </a:cubicBezTo>
                <a:cubicBezTo>
                  <a:pt x="1109" y="418"/>
                  <a:pt x="1109" y="418"/>
                  <a:pt x="1108" y="417"/>
                </a:cubicBezTo>
                <a:cubicBezTo>
                  <a:pt x="1108" y="417"/>
                  <a:pt x="1108" y="416"/>
                  <a:pt x="1107" y="416"/>
                </a:cubicBezTo>
                <a:cubicBezTo>
                  <a:pt x="1107" y="416"/>
                  <a:pt x="1106" y="415"/>
                  <a:pt x="1106" y="415"/>
                </a:cubicBezTo>
                <a:cubicBezTo>
                  <a:pt x="1105" y="415"/>
                  <a:pt x="1104" y="415"/>
                  <a:pt x="1104" y="414"/>
                </a:cubicBezTo>
                <a:cubicBezTo>
                  <a:pt x="1103" y="414"/>
                  <a:pt x="1104" y="415"/>
                  <a:pt x="1104" y="414"/>
                </a:cubicBezTo>
                <a:close/>
                <a:moveTo>
                  <a:pt x="1484" y="414"/>
                </a:moveTo>
                <a:cubicBezTo>
                  <a:pt x="1483" y="415"/>
                  <a:pt x="1482" y="415"/>
                  <a:pt x="1482" y="415"/>
                </a:cubicBezTo>
                <a:cubicBezTo>
                  <a:pt x="1481" y="416"/>
                  <a:pt x="1480" y="416"/>
                  <a:pt x="1480" y="417"/>
                </a:cubicBezTo>
                <a:cubicBezTo>
                  <a:pt x="1479" y="417"/>
                  <a:pt x="1479" y="418"/>
                  <a:pt x="1479" y="418"/>
                </a:cubicBezTo>
                <a:cubicBezTo>
                  <a:pt x="1479" y="419"/>
                  <a:pt x="1480" y="420"/>
                  <a:pt x="1480" y="420"/>
                </a:cubicBezTo>
                <a:cubicBezTo>
                  <a:pt x="1480" y="421"/>
                  <a:pt x="1481" y="421"/>
                  <a:pt x="1482" y="422"/>
                </a:cubicBezTo>
                <a:cubicBezTo>
                  <a:pt x="1483" y="422"/>
                  <a:pt x="1484" y="422"/>
                  <a:pt x="1485" y="423"/>
                </a:cubicBezTo>
                <a:cubicBezTo>
                  <a:pt x="1486" y="423"/>
                  <a:pt x="1487" y="423"/>
                  <a:pt x="1488" y="423"/>
                </a:cubicBezTo>
                <a:cubicBezTo>
                  <a:pt x="1489" y="423"/>
                  <a:pt x="1490" y="423"/>
                  <a:pt x="1491" y="423"/>
                </a:cubicBezTo>
                <a:cubicBezTo>
                  <a:pt x="1492" y="422"/>
                  <a:pt x="1493" y="422"/>
                  <a:pt x="1494" y="422"/>
                </a:cubicBezTo>
                <a:cubicBezTo>
                  <a:pt x="1495" y="421"/>
                  <a:pt x="1495" y="421"/>
                  <a:pt x="1496" y="420"/>
                </a:cubicBezTo>
                <a:cubicBezTo>
                  <a:pt x="1496" y="420"/>
                  <a:pt x="1497" y="419"/>
                  <a:pt x="1496" y="418"/>
                </a:cubicBezTo>
                <a:cubicBezTo>
                  <a:pt x="1496" y="418"/>
                  <a:pt x="1496" y="417"/>
                  <a:pt x="1496" y="417"/>
                </a:cubicBezTo>
                <a:cubicBezTo>
                  <a:pt x="1495" y="416"/>
                  <a:pt x="1495" y="416"/>
                  <a:pt x="1494" y="415"/>
                </a:cubicBezTo>
                <a:cubicBezTo>
                  <a:pt x="1493" y="415"/>
                  <a:pt x="1492" y="415"/>
                  <a:pt x="1491" y="414"/>
                </a:cubicBezTo>
                <a:cubicBezTo>
                  <a:pt x="1490" y="414"/>
                  <a:pt x="1489" y="414"/>
                  <a:pt x="1488" y="414"/>
                </a:cubicBezTo>
                <a:cubicBezTo>
                  <a:pt x="1486" y="414"/>
                  <a:pt x="1485" y="414"/>
                  <a:pt x="1484" y="414"/>
                </a:cubicBezTo>
                <a:close/>
                <a:moveTo>
                  <a:pt x="1140" y="414"/>
                </a:moveTo>
                <a:cubicBezTo>
                  <a:pt x="1139" y="415"/>
                  <a:pt x="1138" y="415"/>
                  <a:pt x="1137" y="415"/>
                </a:cubicBezTo>
                <a:cubicBezTo>
                  <a:pt x="1136" y="416"/>
                  <a:pt x="1136" y="416"/>
                  <a:pt x="1135" y="417"/>
                </a:cubicBezTo>
                <a:cubicBezTo>
                  <a:pt x="1135" y="417"/>
                  <a:pt x="1135" y="418"/>
                  <a:pt x="1135" y="418"/>
                </a:cubicBezTo>
                <a:cubicBezTo>
                  <a:pt x="1135" y="419"/>
                  <a:pt x="1135" y="420"/>
                  <a:pt x="1135" y="420"/>
                </a:cubicBezTo>
                <a:cubicBezTo>
                  <a:pt x="1136" y="421"/>
                  <a:pt x="1136" y="421"/>
                  <a:pt x="1137" y="422"/>
                </a:cubicBezTo>
                <a:cubicBezTo>
                  <a:pt x="1138" y="422"/>
                  <a:pt x="1139" y="422"/>
                  <a:pt x="1140" y="423"/>
                </a:cubicBezTo>
                <a:cubicBezTo>
                  <a:pt x="1141" y="423"/>
                  <a:pt x="1142" y="423"/>
                  <a:pt x="1143" y="423"/>
                </a:cubicBezTo>
                <a:cubicBezTo>
                  <a:pt x="1144" y="423"/>
                  <a:pt x="1145" y="423"/>
                  <a:pt x="1146" y="423"/>
                </a:cubicBezTo>
                <a:cubicBezTo>
                  <a:pt x="1147" y="422"/>
                  <a:pt x="1148" y="422"/>
                  <a:pt x="1149" y="422"/>
                </a:cubicBezTo>
                <a:cubicBezTo>
                  <a:pt x="1150" y="421"/>
                  <a:pt x="1151" y="421"/>
                  <a:pt x="1151" y="420"/>
                </a:cubicBezTo>
                <a:cubicBezTo>
                  <a:pt x="1151" y="420"/>
                  <a:pt x="1152" y="419"/>
                  <a:pt x="1152" y="418"/>
                </a:cubicBezTo>
                <a:cubicBezTo>
                  <a:pt x="1152" y="418"/>
                  <a:pt x="1152" y="417"/>
                  <a:pt x="1151" y="417"/>
                </a:cubicBezTo>
                <a:cubicBezTo>
                  <a:pt x="1151" y="416"/>
                  <a:pt x="1150" y="416"/>
                  <a:pt x="1149" y="415"/>
                </a:cubicBezTo>
                <a:cubicBezTo>
                  <a:pt x="1149" y="415"/>
                  <a:pt x="1148" y="415"/>
                  <a:pt x="1147" y="414"/>
                </a:cubicBezTo>
                <a:cubicBezTo>
                  <a:pt x="1146" y="414"/>
                  <a:pt x="1144" y="414"/>
                  <a:pt x="1143" y="414"/>
                </a:cubicBezTo>
                <a:cubicBezTo>
                  <a:pt x="1142" y="414"/>
                  <a:pt x="1141" y="414"/>
                  <a:pt x="1140" y="414"/>
                </a:cubicBezTo>
                <a:close/>
                <a:moveTo>
                  <a:pt x="1191" y="415"/>
                </a:moveTo>
                <a:cubicBezTo>
                  <a:pt x="1191" y="415"/>
                  <a:pt x="1191" y="415"/>
                  <a:pt x="1190" y="415"/>
                </a:cubicBezTo>
                <a:cubicBezTo>
                  <a:pt x="1190" y="414"/>
                  <a:pt x="1190" y="414"/>
                  <a:pt x="1189" y="414"/>
                </a:cubicBezTo>
                <a:cubicBezTo>
                  <a:pt x="1189" y="414"/>
                  <a:pt x="1188" y="414"/>
                  <a:pt x="1188" y="414"/>
                </a:cubicBezTo>
                <a:cubicBezTo>
                  <a:pt x="1188" y="414"/>
                  <a:pt x="1188" y="414"/>
                  <a:pt x="1188" y="414"/>
                </a:cubicBezTo>
                <a:cubicBezTo>
                  <a:pt x="1187" y="414"/>
                  <a:pt x="1187" y="414"/>
                  <a:pt x="1187" y="414"/>
                </a:cubicBezTo>
                <a:cubicBezTo>
                  <a:pt x="1187" y="414"/>
                  <a:pt x="1187" y="414"/>
                  <a:pt x="1187" y="414"/>
                </a:cubicBezTo>
                <a:cubicBezTo>
                  <a:pt x="1187" y="414"/>
                  <a:pt x="1186" y="414"/>
                  <a:pt x="1186" y="414"/>
                </a:cubicBezTo>
                <a:cubicBezTo>
                  <a:pt x="1186" y="414"/>
                  <a:pt x="1186" y="414"/>
                  <a:pt x="1186" y="414"/>
                </a:cubicBezTo>
                <a:cubicBezTo>
                  <a:pt x="1186" y="414"/>
                  <a:pt x="1186" y="414"/>
                  <a:pt x="1185" y="414"/>
                </a:cubicBezTo>
                <a:cubicBezTo>
                  <a:pt x="1185" y="414"/>
                  <a:pt x="1185" y="414"/>
                  <a:pt x="1185" y="414"/>
                </a:cubicBezTo>
                <a:cubicBezTo>
                  <a:pt x="1185" y="414"/>
                  <a:pt x="1185" y="414"/>
                  <a:pt x="1185" y="414"/>
                </a:cubicBezTo>
                <a:cubicBezTo>
                  <a:pt x="1184" y="414"/>
                  <a:pt x="1183" y="414"/>
                  <a:pt x="1182" y="415"/>
                </a:cubicBezTo>
                <a:cubicBezTo>
                  <a:pt x="1181" y="415"/>
                  <a:pt x="1180" y="415"/>
                  <a:pt x="1180" y="416"/>
                </a:cubicBezTo>
                <a:cubicBezTo>
                  <a:pt x="1179" y="416"/>
                  <a:pt x="1179" y="416"/>
                  <a:pt x="1178" y="417"/>
                </a:cubicBezTo>
                <a:cubicBezTo>
                  <a:pt x="1178" y="417"/>
                  <a:pt x="1178" y="418"/>
                  <a:pt x="1178" y="418"/>
                </a:cubicBezTo>
                <a:cubicBezTo>
                  <a:pt x="1178" y="419"/>
                  <a:pt x="1178" y="419"/>
                  <a:pt x="1178" y="420"/>
                </a:cubicBezTo>
                <a:cubicBezTo>
                  <a:pt x="1178" y="420"/>
                  <a:pt x="1179" y="421"/>
                  <a:pt x="1180" y="421"/>
                </a:cubicBezTo>
                <a:cubicBezTo>
                  <a:pt x="1180" y="422"/>
                  <a:pt x="1181" y="422"/>
                  <a:pt x="1182" y="422"/>
                </a:cubicBezTo>
                <a:cubicBezTo>
                  <a:pt x="1182" y="422"/>
                  <a:pt x="1183" y="423"/>
                  <a:pt x="1184" y="423"/>
                </a:cubicBezTo>
                <a:cubicBezTo>
                  <a:pt x="1185" y="423"/>
                  <a:pt x="1185" y="423"/>
                  <a:pt x="1185" y="423"/>
                </a:cubicBezTo>
                <a:cubicBezTo>
                  <a:pt x="1185" y="423"/>
                  <a:pt x="1185" y="423"/>
                  <a:pt x="1185" y="423"/>
                </a:cubicBezTo>
                <a:cubicBezTo>
                  <a:pt x="1185" y="423"/>
                  <a:pt x="1186" y="423"/>
                  <a:pt x="1186" y="423"/>
                </a:cubicBezTo>
                <a:cubicBezTo>
                  <a:pt x="1186" y="423"/>
                  <a:pt x="1186" y="423"/>
                  <a:pt x="1186" y="423"/>
                </a:cubicBezTo>
                <a:cubicBezTo>
                  <a:pt x="1186" y="423"/>
                  <a:pt x="1186" y="423"/>
                  <a:pt x="1187" y="423"/>
                </a:cubicBezTo>
                <a:cubicBezTo>
                  <a:pt x="1187" y="423"/>
                  <a:pt x="1187" y="423"/>
                  <a:pt x="1187" y="423"/>
                </a:cubicBezTo>
                <a:cubicBezTo>
                  <a:pt x="1187" y="423"/>
                  <a:pt x="1187" y="423"/>
                  <a:pt x="1187" y="423"/>
                </a:cubicBezTo>
                <a:cubicBezTo>
                  <a:pt x="1188" y="423"/>
                  <a:pt x="1188" y="423"/>
                  <a:pt x="1188" y="423"/>
                </a:cubicBezTo>
                <a:cubicBezTo>
                  <a:pt x="1188" y="423"/>
                  <a:pt x="1189" y="423"/>
                  <a:pt x="1189" y="423"/>
                </a:cubicBezTo>
                <a:cubicBezTo>
                  <a:pt x="1189" y="423"/>
                  <a:pt x="1190" y="422"/>
                  <a:pt x="1190" y="422"/>
                </a:cubicBezTo>
                <a:cubicBezTo>
                  <a:pt x="1191" y="422"/>
                  <a:pt x="1191" y="422"/>
                  <a:pt x="1191" y="422"/>
                </a:cubicBezTo>
                <a:cubicBezTo>
                  <a:pt x="1192" y="422"/>
                  <a:pt x="1192" y="422"/>
                  <a:pt x="1192" y="422"/>
                </a:cubicBezTo>
                <a:cubicBezTo>
                  <a:pt x="1193" y="421"/>
                  <a:pt x="1194" y="421"/>
                  <a:pt x="1194" y="420"/>
                </a:cubicBezTo>
                <a:cubicBezTo>
                  <a:pt x="1195" y="420"/>
                  <a:pt x="1195" y="419"/>
                  <a:pt x="1195" y="418"/>
                </a:cubicBezTo>
                <a:cubicBezTo>
                  <a:pt x="1195" y="418"/>
                  <a:pt x="1195" y="418"/>
                  <a:pt x="1195" y="418"/>
                </a:cubicBezTo>
                <a:cubicBezTo>
                  <a:pt x="1195" y="418"/>
                  <a:pt x="1195" y="418"/>
                  <a:pt x="1195" y="418"/>
                </a:cubicBezTo>
                <a:cubicBezTo>
                  <a:pt x="1195" y="417"/>
                  <a:pt x="1195" y="417"/>
                  <a:pt x="1194" y="417"/>
                </a:cubicBezTo>
                <a:cubicBezTo>
                  <a:pt x="1194" y="417"/>
                  <a:pt x="1194" y="417"/>
                  <a:pt x="1194" y="417"/>
                </a:cubicBezTo>
                <a:cubicBezTo>
                  <a:pt x="1194" y="416"/>
                  <a:pt x="1193" y="416"/>
                  <a:pt x="1192" y="415"/>
                </a:cubicBezTo>
                <a:cubicBezTo>
                  <a:pt x="1192" y="415"/>
                  <a:pt x="1192" y="415"/>
                  <a:pt x="1191" y="415"/>
                </a:cubicBezTo>
                <a:close/>
                <a:moveTo>
                  <a:pt x="1446" y="414"/>
                </a:moveTo>
                <a:cubicBezTo>
                  <a:pt x="1446" y="414"/>
                  <a:pt x="1446" y="414"/>
                  <a:pt x="1445" y="414"/>
                </a:cubicBezTo>
                <a:cubicBezTo>
                  <a:pt x="1445" y="414"/>
                  <a:pt x="1445" y="414"/>
                  <a:pt x="1445" y="414"/>
                </a:cubicBezTo>
                <a:cubicBezTo>
                  <a:pt x="1445" y="414"/>
                  <a:pt x="1445" y="414"/>
                  <a:pt x="1445" y="414"/>
                </a:cubicBezTo>
                <a:cubicBezTo>
                  <a:pt x="1443" y="414"/>
                  <a:pt x="1442" y="414"/>
                  <a:pt x="1441" y="414"/>
                </a:cubicBezTo>
                <a:cubicBezTo>
                  <a:pt x="1440" y="415"/>
                  <a:pt x="1439" y="415"/>
                  <a:pt x="1439" y="415"/>
                </a:cubicBezTo>
                <a:cubicBezTo>
                  <a:pt x="1438" y="416"/>
                  <a:pt x="1437" y="416"/>
                  <a:pt x="1437" y="417"/>
                </a:cubicBezTo>
                <a:cubicBezTo>
                  <a:pt x="1436" y="417"/>
                  <a:pt x="1436" y="418"/>
                  <a:pt x="1436" y="418"/>
                </a:cubicBezTo>
                <a:cubicBezTo>
                  <a:pt x="1436" y="419"/>
                  <a:pt x="1436" y="420"/>
                  <a:pt x="1437" y="420"/>
                </a:cubicBezTo>
                <a:cubicBezTo>
                  <a:pt x="1437" y="421"/>
                  <a:pt x="1438" y="421"/>
                  <a:pt x="1439" y="422"/>
                </a:cubicBezTo>
                <a:cubicBezTo>
                  <a:pt x="1440" y="422"/>
                  <a:pt x="1441" y="422"/>
                  <a:pt x="1442" y="423"/>
                </a:cubicBezTo>
                <a:cubicBezTo>
                  <a:pt x="1443" y="423"/>
                  <a:pt x="1444" y="423"/>
                  <a:pt x="1445" y="423"/>
                </a:cubicBezTo>
                <a:cubicBezTo>
                  <a:pt x="1445" y="423"/>
                  <a:pt x="1445" y="423"/>
                  <a:pt x="1445" y="423"/>
                </a:cubicBezTo>
                <a:cubicBezTo>
                  <a:pt x="1446" y="423"/>
                  <a:pt x="1446" y="423"/>
                  <a:pt x="1446" y="423"/>
                </a:cubicBezTo>
                <a:cubicBezTo>
                  <a:pt x="1446" y="423"/>
                  <a:pt x="1446" y="423"/>
                  <a:pt x="1446" y="423"/>
                </a:cubicBezTo>
                <a:cubicBezTo>
                  <a:pt x="1446" y="423"/>
                  <a:pt x="1447" y="423"/>
                  <a:pt x="1447" y="423"/>
                </a:cubicBezTo>
                <a:cubicBezTo>
                  <a:pt x="1448" y="423"/>
                  <a:pt x="1449" y="422"/>
                  <a:pt x="1449" y="422"/>
                </a:cubicBezTo>
                <a:cubicBezTo>
                  <a:pt x="1450" y="422"/>
                  <a:pt x="1451" y="422"/>
                  <a:pt x="1452" y="421"/>
                </a:cubicBezTo>
                <a:cubicBezTo>
                  <a:pt x="1452" y="421"/>
                  <a:pt x="1453" y="420"/>
                  <a:pt x="1453" y="420"/>
                </a:cubicBezTo>
                <a:cubicBezTo>
                  <a:pt x="1453" y="419"/>
                  <a:pt x="1453" y="419"/>
                  <a:pt x="1453" y="418"/>
                </a:cubicBezTo>
                <a:cubicBezTo>
                  <a:pt x="1453" y="418"/>
                  <a:pt x="1453" y="417"/>
                  <a:pt x="1453" y="417"/>
                </a:cubicBezTo>
                <a:cubicBezTo>
                  <a:pt x="1452" y="416"/>
                  <a:pt x="1452" y="416"/>
                  <a:pt x="1451" y="416"/>
                </a:cubicBezTo>
                <a:cubicBezTo>
                  <a:pt x="1451" y="415"/>
                  <a:pt x="1450" y="415"/>
                  <a:pt x="1449" y="415"/>
                </a:cubicBezTo>
                <a:cubicBezTo>
                  <a:pt x="1448" y="414"/>
                  <a:pt x="1447" y="414"/>
                  <a:pt x="1446" y="414"/>
                </a:cubicBezTo>
                <a:cubicBezTo>
                  <a:pt x="1446" y="414"/>
                  <a:pt x="1446" y="414"/>
                  <a:pt x="1446" y="414"/>
                </a:cubicBezTo>
                <a:close/>
                <a:moveTo>
                  <a:pt x="1274" y="414"/>
                </a:moveTo>
                <a:cubicBezTo>
                  <a:pt x="1274" y="414"/>
                  <a:pt x="1273" y="414"/>
                  <a:pt x="1273" y="414"/>
                </a:cubicBezTo>
                <a:cubicBezTo>
                  <a:pt x="1273" y="414"/>
                  <a:pt x="1273" y="414"/>
                  <a:pt x="1273" y="414"/>
                </a:cubicBezTo>
                <a:cubicBezTo>
                  <a:pt x="1273" y="414"/>
                  <a:pt x="1273" y="414"/>
                  <a:pt x="1272" y="414"/>
                </a:cubicBezTo>
                <a:cubicBezTo>
                  <a:pt x="1271" y="414"/>
                  <a:pt x="1270" y="414"/>
                  <a:pt x="1269" y="414"/>
                </a:cubicBezTo>
                <a:cubicBezTo>
                  <a:pt x="1268" y="415"/>
                  <a:pt x="1267" y="415"/>
                  <a:pt x="1266" y="415"/>
                </a:cubicBezTo>
                <a:cubicBezTo>
                  <a:pt x="1266" y="416"/>
                  <a:pt x="1265" y="416"/>
                  <a:pt x="1264" y="417"/>
                </a:cubicBezTo>
                <a:cubicBezTo>
                  <a:pt x="1264" y="417"/>
                  <a:pt x="1264" y="418"/>
                  <a:pt x="1264" y="418"/>
                </a:cubicBezTo>
                <a:cubicBezTo>
                  <a:pt x="1264" y="419"/>
                  <a:pt x="1264" y="420"/>
                  <a:pt x="1264" y="420"/>
                </a:cubicBezTo>
                <a:cubicBezTo>
                  <a:pt x="1265" y="421"/>
                  <a:pt x="1266" y="421"/>
                  <a:pt x="1266" y="422"/>
                </a:cubicBezTo>
                <a:cubicBezTo>
                  <a:pt x="1267" y="422"/>
                  <a:pt x="1268" y="422"/>
                  <a:pt x="1269" y="423"/>
                </a:cubicBezTo>
                <a:cubicBezTo>
                  <a:pt x="1270" y="423"/>
                  <a:pt x="1271" y="423"/>
                  <a:pt x="1272" y="423"/>
                </a:cubicBezTo>
                <a:cubicBezTo>
                  <a:pt x="1273" y="423"/>
                  <a:pt x="1273" y="423"/>
                  <a:pt x="1273" y="423"/>
                </a:cubicBezTo>
                <a:cubicBezTo>
                  <a:pt x="1273" y="423"/>
                  <a:pt x="1273" y="423"/>
                  <a:pt x="1273" y="423"/>
                </a:cubicBezTo>
                <a:cubicBezTo>
                  <a:pt x="1273" y="423"/>
                  <a:pt x="1274" y="423"/>
                  <a:pt x="1274" y="423"/>
                </a:cubicBezTo>
                <a:cubicBezTo>
                  <a:pt x="1274" y="423"/>
                  <a:pt x="1274" y="423"/>
                  <a:pt x="1274" y="423"/>
                </a:cubicBezTo>
                <a:cubicBezTo>
                  <a:pt x="1275" y="423"/>
                  <a:pt x="1276" y="422"/>
                  <a:pt x="1277" y="422"/>
                </a:cubicBezTo>
                <a:cubicBezTo>
                  <a:pt x="1278" y="422"/>
                  <a:pt x="1278" y="422"/>
                  <a:pt x="1279" y="421"/>
                </a:cubicBezTo>
                <a:cubicBezTo>
                  <a:pt x="1280" y="421"/>
                  <a:pt x="1280" y="420"/>
                  <a:pt x="1280" y="420"/>
                </a:cubicBezTo>
                <a:cubicBezTo>
                  <a:pt x="1281" y="419"/>
                  <a:pt x="1281" y="419"/>
                  <a:pt x="1281" y="418"/>
                </a:cubicBezTo>
                <a:cubicBezTo>
                  <a:pt x="1281" y="418"/>
                  <a:pt x="1281" y="417"/>
                  <a:pt x="1280" y="417"/>
                </a:cubicBezTo>
                <a:cubicBezTo>
                  <a:pt x="1280" y="416"/>
                  <a:pt x="1280" y="416"/>
                  <a:pt x="1279" y="416"/>
                </a:cubicBezTo>
                <a:cubicBezTo>
                  <a:pt x="1278" y="415"/>
                  <a:pt x="1278" y="415"/>
                  <a:pt x="1277" y="415"/>
                </a:cubicBezTo>
                <a:cubicBezTo>
                  <a:pt x="1276" y="414"/>
                  <a:pt x="1275" y="414"/>
                  <a:pt x="1274" y="414"/>
                </a:cubicBezTo>
                <a:cubicBezTo>
                  <a:pt x="1274" y="414"/>
                  <a:pt x="1274" y="414"/>
                  <a:pt x="1274" y="414"/>
                </a:cubicBezTo>
                <a:close/>
                <a:moveTo>
                  <a:pt x="1312" y="414"/>
                </a:moveTo>
                <a:cubicBezTo>
                  <a:pt x="1311" y="415"/>
                  <a:pt x="1310" y="415"/>
                  <a:pt x="1309" y="415"/>
                </a:cubicBezTo>
                <a:cubicBezTo>
                  <a:pt x="1309" y="416"/>
                  <a:pt x="1308" y="416"/>
                  <a:pt x="1308" y="417"/>
                </a:cubicBezTo>
                <a:cubicBezTo>
                  <a:pt x="1307" y="417"/>
                  <a:pt x="1307" y="418"/>
                  <a:pt x="1307" y="418"/>
                </a:cubicBezTo>
                <a:cubicBezTo>
                  <a:pt x="1307" y="419"/>
                  <a:pt x="1307" y="420"/>
                  <a:pt x="1308" y="420"/>
                </a:cubicBezTo>
                <a:cubicBezTo>
                  <a:pt x="1308" y="421"/>
                  <a:pt x="1309" y="421"/>
                  <a:pt x="1309" y="422"/>
                </a:cubicBezTo>
                <a:cubicBezTo>
                  <a:pt x="1310" y="422"/>
                  <a:pt x="1311" y="422"/>
                  <a:pt x="1312" y="423"/>
                </a:cubicBezTo>
                <a:cubicBezTo>
                  <a:pt x="1313" y="423"/>
                  <a:pt x="1314" y="423"/>
                  <a:pt x="1316" y="423"/>
                </a:cubicBezTo>
                <a:cubicBezTo>
                  <a:pt x="1317" y="423"/>
                  <a:pt x="1318" y="423"/>
                  <a:pt x="1319" y="423"/>
                </a:cubicBezTo>
                <a:cubicBezTo>
                  <a:pt x="1320" y="422"/>
                  <a:pt x="1321" y="422"/>
                  <a:pt x="1322" y="422"/>
                </a:cubicBezTo>
                <a:cubicBezTo>
                  <a:pt x="1322" y="421"/>
                  <a:pt x="1323" y="421"/>
                  <a:pt x="1323" y="420"/>
                </a:cubicBezTo>
                <a:cubicBezTo>
                  <a:pt x="1324" y="420"/>
                  <a:pt x="1324" y="419"/>
                  <a:pt x="1324" y="418"/>
                </a:cubicBezTo>
                <a:cubicBezTo>
                  <a:pt x="1324" y="418"/>
                  <a:pt x="1324" y="417"/>
                  <a:pt x="1323" y="417"/>
                </a:cubicBezTo>
                <a:cubicBezTo>
                  <a:pt x="1323" y="416"/>
                  <a:pt x="1322" y="416"/>
                  <a:pt x="1322" y="415"/>
                </a:cubicBezTo>
                <a:cubicBezTo>
                  <a:pt x="1321" y="415"/>
                  <a:pt x="1320" y="415"/>
                  <a:pt x="1319" y="414"/>
                </a:cubicBezTo>
                <a:cubicBezTo>
                  <a:pt x="1318" y="414"/>
                  <a:pt x="1317" y="414"/>
                  <a:pt x="1315" y="414"/>
                </a:cubicBezTo>
                <a:cubicBezTo>
                  <a:pt x="1314" y="414"/>
                  <a:pt x="1313" y="414"/>
                  <a:pt x="1312" y="414"/>
                </a:cubicBezTo>
                <a:close/>
                <a:moveTo>
                  <a:pt x="1398" y="414"/>
                </a:moveTo>
                <a:cubicBezTo>
                  <a:pt x="1397" y="415"/>
                  <a:pt x="1396" y="415"/>
                  <a:pt x="1395" y="415"/>
                </a:cubicBezTo>
                <a:cubicBezTo>
                  <a:pt x="1395" y="416"/>
                  <a:pt x="1394" y="416"/>
                  <a:pt x="1394" y="417"/>
                </a:cubicBezTo>
                <a:cubicBezTo>
                  <a:pt x="1393" y="417"/>
                  <a:pt x="1393" y="418"/>
                  <a:pt x="1393" y="418"/>
                </a:cubicBezTo>
                <a:cubicBezTo>
                  <a:pt x="1393" y="419"/>
                  <a:pt x="1393" y="420"/>
                  <a:pt x="1394" y="420"/>
                </a:cubicBezTo>
                <a:cubicBezTo>
                  <a:pt x="1394" y="421"/>
                  <a:pt x="1395" y="421"/>
                  <a:pt x="1396" y="422"/>
                </a:cubicBezTo>
                <a:cubicBezTo>
                  <a:pt x="1396" y="422"/>
                  <a:pt x="1397" y="422"/>
                  <a:pt x="1398" y="423"/>
                </a:cubicBezTo>
                <a:cubicBezTo>
                  <a:pt x="1399" y="423"/>
                  <a:pt x="1401" y="423"/>
                  <a:pt x="1402" y="423"/>
                </a:cubicBezTo>
                <a:cubicBezTo>
                  <a:pt x="1403" y="423"/>
                  <a:pt x="1404" y="423"/>
                  <a:pt x="1405" y="423"/>
                </a:cubicBezTo>
                <a:cubicBezTo>
                  <a:pt x="1406" y="422"/>
                  <a:pt x="1407" y="422"/>
                  <a:pt x="1408" y="422"/>
                </a:cubicBezTo>
                <a:cubicBezTo>
                  <a:pt x="1409" y="421"/>
                  <a:pt x="1409" y="421"/>
                  <a:pt x="1410" y="420"/>
                </a:cubicBezTo>
                <a:cubicBezTo>
                  <a:pt x="1410" y="420"/>
                  <a:pt x="1410" y="419"/>
                  <a:pt x="1410" y="418"/>
                </a:cubicBezTo>
                <a:cubicBezTo>
                  <a:pt x="1410" y="418"/>
                  <a:pt x="1410" y="417"/>
                  <a:pt x="1410" y="417"/>
                </a:cubicBezTo>
                <a:cubicBezTo>
                  <a:pt x="1409" y="416"/>
                  <a:pt x="1408" y="416"/>
                  <a:pt x="1408" y="415"/>
                </a:cubicBezTo>
                <a:cubicBezTo>
                  <a:pt x="1407" y="415"/>
                  <a:pt x="1406" y="415"/>
                  <a:pt x="1405" y="414"/>
                </a:cubicBezTo>
                <a:cubicBezTo>
                  <a:pt x="1404" y="414"/>
                  <a:pt x="1403" y="414"/>
                  <a:pt x="1401" y="414"/>
                </a:cubicBezTo>
                <a:cubicBezTo>
                  <a:pt x="1400" y="414"/>
                  <a:pt x="1399" y="414"/>
                  <a:pt x="1398" y="414"/>
                </a:cubicBezTo>
                <a:close/>
                <a:moveTo>
                  <a:pt x="1226" y="414"/>
                </a:moveTo>
                <a:cubicBezTo>
                  <a:pt x="1225" y="415"/>
                  <a:pt x="1224" y="415"/>
                  <a:pt x="1223" y="415"/>
                </a:cubicBezTo>
                <a:cubicBezTo>
                  <a:pt x="1222" y="416"/>
                  <a:pt x="1222" y="416"/>
                  <a:pt x="1221" y="417"/>
                </a:cubicBezTo>
                <a:cubicBezTo>
                  <a:pt x="1221" y="417"/>
                  <a:pt x="1221" y="418"/>
                  <a:pt x="1221" y="418"/>
                </a:cubicBezTo>
                <a:cubicBezTo>
                  <a:pt x="1221" y="419"/>
                  <a:pt x="1221" y="420"/>
                  <a:pt x="1221" y="420"/>
                </a:cubicBezTo>
                <a:cubicBezTo>
                  <a:pt x="1222" y="421"/>
                  <a:pt x="1222" y="421"/>
                  <a:pt x="1223" y="422"/>
                </a:cubicBezTo>
                <a:cubicBezTo>
                  <a:pt x="1224" y="422"/>
                  <a:pt x="1225" y="422"/>
                  <a:pt x="1226" y="423"/>
                </a:cubicBezTo>
                <a:cubicBezTo>
                  <a:pt x="1227" y="423"/>
                  <a:pt x="1228" y="423"/>
                  <a:pt x="1229" y="423"/>
                </a:cubicBezTo>
                <a:cubicBezTo>
                  <a:pt x="1230" y="423"/>
                  <a:pt x="1232" y="423"/>
                  <a:pt x="1233" y="423"/>
                </a:cubicBezTo>
                <a:cubicBezTo>
                  <a:pt x="1234" y="422"/>
                  <a:pt x="1235" y="422"/>
                  <a:pt x="1235" y="422"/>
                </a:cubicBezTo>
                <a:cubicBezTo>
                  <a:pt x="1236" y="421"/>
                  <a:pt x="1237" y="421"/>
                  <a:pt x="1237" y="420"/>
                </a:cubicBezTo>
                <a:cubicBezTo>
                  <a:pt x="1238" y="420"/>
                  <a:pt x="1238" y="419"/>
                  <a:pt x="1238" y="418"/>
                </a:cubicBezTo>
                <a:cubicBezTo>
                  <a:pt x="1238" y="418"/>
                  <a:pt x="1238" y="417"/>
                  <a:pt x="1237" y="417"/>
                </a:cubicBezTo>
                <a:cubicBezTo>
                  <a:pt x="1237" y="416"/>
                  <a:pt x="1236" y="416"/>
                  <a:pt x="1235" y="415"/>
                </a:cubicBezTo>
                <a:cubicBezTo>
                  <a:pt x="1235" y="415"/>
                  <a:pt x="1234" y="415"/>
                  <a:pt x="1233" y="414"/>
                </a:cubicBezTo>
                <a:cubicBezTo>
                  <a:pt x="1232" y="414"/>
                  <a:pt x="1231" y="414"/>
                  <a:pt x="1229" y="414"/>
                </a:cubicBezTo>
                <a:cubicBezTo>
                  <a:pt x="1228" y="414"/>
                  <a:pt x="1227" y="414"/>
                  <a:pt x="1226" y="414"/>
                </a:cubicBezTo>
                <a:close/>
                <a:moveTo>
                  <a:pt x="451" y="414"/>
                </a:moveTo>
                <a:cubicBezTo>
                  <a:pt x="450" y="415"/>
                  <a:pt x="449" y="415"/>
                  <a:pt x="448" y="415"/>
                </a:cubicBezTo>
                <a:cubicBezTo>
                  <a:pt x="448" y="416"/>
                  <a:pt x="447" y="416"/>
                  <a:pt x="446" y="417"/>
                </a:cubicBezTo>
                <a:cubicBezTo>
                  <a:pt x="446" y="417"/>
                  <a:pt x="445" y="418"/>
                  <a:pt x="445" y="418"/>
                </a:cubicBezTo>
                <a:cubicBezTo>
                  <a:pt x="445" y="419"/>
                  <a:pt x="445" y="420"/>
                  <a:pt x="445" y="420"/>
                </a:cubicBezTo>
                <a:cubicBezTo>
                  <a:pt x="446" y="421"/>
                  <a:pt x="446" y="421"/>
                  <a:pt x="447" y="422"/>
                </a:cubicBezTo>
                <a:cubicBezTo>
                  <a:pt x="448" y="422"/>
                  <a:pt x="448" y="422"/>
                  <a:pt x="449" y="423"/>
                </a:cubicBezTo>
                <a:cubicBezTo>
                  <a:pt x="450" y="423"/>
                  <a:pt x="451" y="423"/>
                  <a:pt x="453" y="423"/>
                </a:cubicBezTo>
                <a:cubicBezTo>
                  <a:pt x="454" y="423"/>
                  <a:pt x="455" y="423"/>
                  <a:pt x="456" y="423"/>
                </a:cubicBezTo>
                <a:cubicBezTo>
                  <a:pt x="457" y="422"/>
                  <a:pt x="458" y="422"/>
                  <a:pt x="459" y="422"/>
                </a:cubicBezTo>
                <a:cubicBezTo>
                  <a:pt x="460" y="421"/>
                  <a:pt x="461" y="421"/>
                  <a:pt x="461" y="420"/>
                </a:cubicBezTo>
                <a:cubicBezTo>
                  <a:pt x="462" y="420"/>
                  <a:pt x="462" y="419"/>
                  <a:pt x="462" y="418"/>
                </a:cubicBezTo>
                <a:cubicBezTo>
                  <a:pt x="463" y="418"/>
                  <a:pt x="462" y="417"/>
                  <a:pt x="462" y="417"/>
                </a:cubicBezTo>
                <a:cubicBezTo>
                  <a:pt x="462" y="416"/>
                  <a:pt x="461" y="416"/>
                  <a:pt x="461" y="415"/>
                </a:cubicBezTo>
                <a:cubicBezTo>
                  <a:pt x="460" y="415"/>
                  <a:pt x="459" y="415"/>
                  <a:pt x="458" y="414"/>
                </a:cubicBezTo>
                <a:cubicBezTo>
                  <a:pt x="457" y="414"/>
                  <a:pt x="456" y="414"/>
                  <a:pt x="455" y="414"/>
                </a:cubicBezTo>
                <a:cubicBezTo>
                  <a:pt x="454" y="414"/>
                  <a:pt x="452" y="414"/>
                  <a:pt x="451" y="414"/>
                </a:cubicBezTo>
                <a:close/>
                <a:moveTo>
                  <a:pt x="1828" y="414"/>
                </a:moveTo>
                <a:cubicBezTo>
                  <a:pt x="1827" y="415"/>
                  <a:pt x="1827" y="415"/>
                  <a:pt x="1826" y="415"/>
                </a:cubicBezTo>
                <a:cubicBezTo>
                  <a:pt x="1825" y="416"/>
                  <a:pt x="1825" y="416"/>
                  <a:pt x="1824" y="417"/>
                </a:cubicBezTo>
                <a:cubicBezTo>
                  <a:pt x="1824" y="417"/>
                  <a:pt x="1824" y="418"/>
                  <a:pt x="1824" y="418"/>
                </a:cubicBezTo>
                <a:cubicBezTo>
                  <a:pt x="1824" y="419"/>
                  <a:pt x="1824" y="420"/>
                  <a:pt x="1825" y="420"/>
                </a:cubicBezTo>
                <a:cubicBezTo>
                  <a:pt x="1825" y="421"/>
                  <a:pt x="1826" y="421"/>
                  <a:pt x="1827" y="422"/>
                </a:cubicBezTo>
                <a:cubicBezTo>
                  <a:pt x="1828" y="422"/>
                  <a:pt x="1829" y="422"/>
                  <a:pt x="1830" y="423"/>
                </a:cubicBezTo>
                <a:cubicBezTo>
                  <a:pt x="1831" y="423"/>
                  <a:pt x="1832" y="423"/>
                  <a:pt x="1833" y="423"/>
                </a:cubicBezTo>
                <a:cubicBezTo>
                  <a:pt x="1834" y="423"/>
                  <a:pt x="1836" y="423"/>
                  <a:pt x="1837" y="423"/>
                </a:cubicBezTo>
                <a:cubicBezTo>
                  <a:pt x="1838" y="422"/>
                  <a:pt x="1838" y="422"/>
                  <a:pt x="1839" y="422"/>
                </a:cubicBezTo>
                <a:cubicBezTo>
                  <a:pt x="1840" y="421"/>
                  <a:pt x="1840" y="421"/>
                  <a:pt x="1841" y="420"/>
                </a:cubicBezTo>
                <a:cubicBezTo>
                  <a:pt x="1841" y="420"/>
                  <a:pt x="1841" y="419"/>
                  <a:pt x="1841" y="418"/>
                </a:cubicBezTo>
                <a:cubicBezTo>
                  <a:pt x="1841" y="418"/>
                  <a:pt x="1841" y="417"/>
                  <a:pt x="1840" y="417"/>
                </a:cubicBezTo>
                <a:cubicBezTo>
                  <a:pt x="1840" y="416"/>
                  <a:pt x="1839" y="416"/>
                  <a:pt x="1838" y="415"/>
                </a:cubicBezTo>
                <a:cubicBezTo>
                  <a:pt x="1837" y="415"/>
                  <a:pt x="1836" y="415"/>
                  <a:pt x="1835" y="414"/>
                </a:cubicBezTo>
                <a:cubicBezTo>
                  <a:pt x="1834" y="414"/>
                  <a:pt x="1833" y="414"/>
                  <a:pt x="1832" y="414"/>
                </a:cubicBezTo>
                <a:cubicBezTo>
                  <a:pt x="1831" y="414"/>
                  <a:pt x="1829" y="414"/>
                  <a:pt x="1828" y="414"/>
                </a:cubicBezTo>
                <a:close/>
                <a:moveTo>
                  <a:pt x="2001" y="414"/>
                </a:moveTo>
                <a:cubicBezTo>
                  <a:pt x="2000" y="415"/>
                  <a:pt x="1999" y="415"/>
                  <a:pt x="1998" y="415"/>
                </a:cubicBezTo>
                <a:cubicBezTo>
                  <a:pt x="1997" y="416"/>
                  <a:pt x="1997" y="416"/>
                  <a:pt x="1997" y="417"/>
                </a:cubicBezTo>
                <a:cubicBezTo>
                  <a:pt x="1996" y="417"/>
                  <a:pt x="1996" y="418"/>
                  <a:pt x="1996" y="418"/>
                </a:cubicBezTo>
                <a:cubicBezTo>
                  <a:pt x="1996" y="419"/>
                  <a:pt x="1997" y="420"/>
                  <a:pt x="1997" y="420"/>
                </a:cubicBezTo>
                <a:cubicBezTo>
                  <a:pt x="1998" y="421"/>
                  <a:pt x="1999" y="421"/>
                  <a:pt x="1999" y="422"/>
                </a:cubicBezTo>
                <a:cubicBezTo>
                  <a:pt x="2000" y="422"/>
                  <a:pt x="2001" y="422"/>
                  <a:pt x="2002" y="423"/>
                </a:cubicBezTo>
                <a:cubicBezTo>
                  <a:pt x="2003" y="423"/>
                  <a:pt x="2005" y="423"/>
                  <a:pt x="2006" y="423"/>
                </a:cubicBezTo>
                <a:cubicBezTo>
                  <a:pt x="2007" y="423"/>
                  <a:pt x="2008" y="423"/>
                  <a:pt x="2009" y="423"/>
                </a:cubicBezTo>
                <a:cubicBezTo>
                  <a:pt x="2010" y="422"/>
                  <a:pt x="2011" y="422"/>
                  <a:pt x="2012" y="422"/>
                </a:cubicBezTo>
                <a:cubicBezTo>
                  <a:pt x="2012" y="421"/>
                  <a:pt x="2013" y="421"/>
                  <a:pt x="2013" y="420"/>
                </a:cubicBezTo>
                <a:cubicBezTo>
                  <a:pt x="2013" y="420"/>
                  <a:pt x="2014" y="419"/>
                  <a:pt x="2013" y="418"/>
                </a:cubicBezTo>
                <a:cubicBezTo>
                  <a:pt x="2013" y="418"/>
                  <a:pt x="2013" y="417"/>
                  <a:pt x="2012" y="417"/>
                </a:cubicBezTo>
                <a:cubicBezTo>
                  <a:pt x="2012" y="416"/>
                  <a:pt x="2011" y="416"/>
                  <a:pt x="2010" y="415"/>
                </a:cubicBezTo>
                <a:cubicBezTo>
                  <a:pt x="2009" y="415"/>
                  <a:pt x="2008" y="415"/>
                  <a:pt x="2007" y="414"/>
                </a:cubicBezTo>
                <a:cubicBezTo>
                  <a:pt x="2006" y="414"/>
                  <a:pt x="2005" y="414"/>
                  <a:pt x="2004" y="414"/>
                </a:cubicBezTo>
                <a:cubicBezTo>
                  <a:pt x="2003" y="414"/>
                  <a:pt x="2002" y="414"/>
                  <a:pt x="2001" y="414"/>
                </a:cubicBezTo>
                <a:close/>
                <a:moveTo>
                  <a:pt x="2052" y="415"/>
                </a:moveTo>
                <a:cubicBezTo>
                  <a:pt x="2052" y="415"/>
                  <a:pt x="2052" y="415"/>
                  <a:pt x="2051" y="415"/>
                </a:cubicBezTo>
                <a:cubicBezTo>
                  <a:pt x="2051" y="414"/>
                  <a:pt x="2050" y="414"/>
                  <a:pt x="2050" y="414"/>
                </a:cubicBezTo>
                <a:cubicBezTo>
                  <a:pt x="2050" y="414"/>
                  <a:pt x="2049" y="414"/>
                  <a:pt x="2049" y="414"/>
                </a:cubicBezTo>
                <a:cubicBezTo>
                  <a:pt x="2049" y="414"/>
                  <a:pt x="2048" y="414"/>
                  <a:pt x="2048" y="414"/>
                </a:cubicBezTo>
                <a:cubicBezTo>
                  <a:pt x="2048" y="414"/>
                  <a:pt x="2048" y="414"/>
                  <a:pt x="2048" y="414"/>
                </a:cubicBezTo>
                <a:cubicBezTo>
                  <a:pt x="2048" y="414"/>
                  <a:pt x="2048" y="414"/>
                  <a:pt x="2047" y="414"/>
                </a:cubicBezTo>
                <a:cubicBezTo>
                  <a:pt x="2047" y="414"/>
                  <a:pt x="2047" y="414"/>
                  <a:pt x="2047" y="414"/>
                </a:cubicBezTo>
                <a:cubicBezTo>
                  <a:pt x="2047" y="414"/>
                  <a:pt x="2047" y="414"/>
                  <a:pt x="2047" y="414"/>
                </a:cubicBezTo>
                <a:cubicBezTo>
                  <a:pt x="2046" y="414"/>
                  <a:pt x="2046" y="414"/>
                  <a:pt x="2046" y="414"/>
                </a:cubicBezTo>
                <a:cubicBezTo>
                  <a:pt x="2046" y="414"/>
                  <a:pt x="2046" y="414"/>
                  <a:pt x="2046" y="414"/>
                </a:cubicBezTo>
                <a:cubicBezTo>
                  <a:pt x="2046" y="414"/>
                  <a:pt x="2045" y="414"/>
                  <a:pt x="2045" y="414"/>
                </a:cubicBezTo>
                <a:cubicBezTo>
                  <a:pt x="2044" y="414"/>
                  <a:pt x="2043" y="414"/>
                  <a:pt x="2043" y="415"/>
                </a:cubicBezTo>
                <a:cubicBezTo>
                  <a:pt x="2042" y="415"/>
                  <a:pt x="2041" y="415"/>
                  <a:pt x="2041" y="416"/>
                </a:cubicBezTo>
                <a:cubicBezTo>
                  <a:pt x="2040" y="416"/>
                  <a:pt x="2040" y="416"/>
                  <a:pt x="2040" y="417"/>
                </a:cubicBezTo>
                <a:cubicBezTo>
                  <a:pt x="2039" y="417"/>
                  <a:pt x="2039" y="418"/>
                  <a:pt x="2039" y="418"/>
                </a:cubicBezTo>
                <a:cubicBezTo>
                  <a:pt x="2039" y="419"/>
                  <a:pt x="2040" y="419"/>
                  <a:pt x="2040" y="420"/>
                </a:cubicBezTo>
                <a:cubicBezTo>
                  <a:pt x="2041" y="420"/>
                  <a:pt x="2041" y="421"/>
                  <a:pt x="2042" y="421"/>
                </a:cubicBezTo>
                <a:cubicBezTo>
                  <a:pt x="2043" y="422"/>
                  <a:pt x="2043" y="422"/>
                  <a:pt x="2044" y="422"/>
                </a:cubicBezTo>
                <a:cubicBezTo>
                  <a:pt x="2045" y="422"/>
                  <a:pt x="2046" y="423"/>
                  <a:pt x="2047" y="423"/>
                </a:cubicBezTo>
                <a:cubicBezTo>
                  <a:pt x="2047" y="423"/>
                  <a:pt x="2048" y="423"/>
                  <a:pt x="2048" y="423"/>
                </a:cubicBezTo>
                <a:cubicBezTo>
                  <a:pt x="2048" y="423"/>
                  <a:pt x="2048" y="423"/>
                  <a:pt x="2048" y="423"/>
                </a:cubicBezTo>
                <a:cubicBezTo>
                  <a:pt x="2048" y="423"/>
                  <a:pt x="2048" y="423"/>
                  <a:pt x="2049" y="423"/>
                </a:cubicBezTo>
                <a:cubicBezTo>
                  <a:pt x="2049" y="423"/>
                  <a:pt x="2049" y="423"/>
                  <a:pt x="2049" y="423"/>
                </a:cubicBezTo>
                <a:cubicBezTo>
                  <a:pt x="2049" y="423"/>
                  <a:pt x="2049" y="423"/>
                  <a:pt x="2049" y="423"/>
                </a:cubicBezTo>
                <a:cubicBezTo>
                  <a:pt x="2050" y="423"/>
                  <a:pt x="2050" y="423"/>
                  <a:pt x="2050" y="423"/>
                </a:cubicBezTo>
                <a:cubicBezTo>
                  <a:pt x="2050" y="423"/>
                  <a:pt x="2050" y="423"/>
                  <a:pt x="2050" y="423"/>
                </a:cubicBezTo>
                <a:cubicBezTo>
                  <a:pt x="2050" y="423"/>
                  <a:pt x="2051" y="423"/>
                  <a:pt x="2051" y="423"/>
                </a:cubicBezTo>
                <a:cubicBezTo>
                  <a:pt x="2051" y="423"/>
                  <a:pt x="2052" y="423"/>
                  <a:pt x="2052" y="423"/>
                </a:cubicBezTo>
                <a:cubicBezTo>
                  <a:pt x="2052" y="423"/>
                  <a:pt x="2053" y="422"/>
                  <a:pt x="2053" y="422"/>
                </a:cubicBezTo>
                <a:cubicBezTo>
                  <a:pt x="2053" y="422"/>
                  <a:pt x="2054" y="422"/>
                  <a:pt x="2054" y="422"/>
                </a:cubicBezTo>
                <a:cubicBezTo>
                  <a:pt x="2054" y="422"/>
                  <a:pt x="2055" y="422"/>
                  <a:pt x="2055" y="422"/>
                </a:cubicBezTo>
                <a:cubicBezTo>
                  <a:pt x="2055" y="421"/>
                  <a:pt x="2056" y="421"/>
                  <a:pt x="2056" y="420"/>
                </a:cubicBezTo>
                <a:cubicBezTo>
                  <a:pt x="2057" y="420"/>
                  <a:pt x="2057" y="419"/>
                  <a:pt x="2057" y="418"/>
                </a:cubicBezTo>
                <a:cubicBezTo>
                  <a:pt x="2057" y="418"/>
                  <a:pt x="2057" y="418"/>
                  <a:pt x="2056" y="418"/>
                </a:cubicBezTo>
                <a:cubicBezTo>
                  <a:pt x="2056" y="418"/>
                  <a:pt x="2056" y="418"/>
                  <a:pt x="2056" y="418"/>
                </a:cubicBezTo>
                <a:cubicBezTo>
                  <a:pt x="2056" y="417"/>
                  <a:pt x="2056" y="417"/>
                  <a:pt x="2056" y="417"/>
                </a:cubicBezTo>
                <a:cubicBezTo>
                  <a:pt x="2056" y="417"/>
                  <a:pt x="2056" y="417"/>
                  <a:pt x="2056" y="417"/>
                </a:cubicBezTo>
                <a:cubicBezTo>
                  <a:pt x="2055" y="416"/>
                  <a:pt x="2054" y="416"/>
                  <a:pt x="2053" y="415"/>
                </a:cubicBezTo>
                <a:cubicBezTo>
                  <a:pt x="2053" y="415"/>
                  <a:pt x="2053" y="415"/>
                  <a:pt x="2052" y="415"/>
                </a:cubicBezTo>
                <a:close/>
                <a:moveTo>
                  <a:pt x="2173" y="414"/>
                </a:moveTo>
                <a:cubicBezTo>
                  <a:pt x="2172" y="415"/>
                  <a:pt x="2171" y="415"/>
                  <a:pt x="2170" y="415"/>
                </a:cubicBezTo>
                <a:cubicBezTo>
                  <a:pt x="2170" y="416"/>
                  <a:pt x="2169" y="416"/>
                  <a:pt x="2169" y="417"/>
                </a:cubicBezTo>
                <a:cubicBezTo>
                  <a:pt x="2169" y="417"/>
                  <a:pt x="2168" y="418"/>
                  <a:pt x="2169" y="418"/>
                </a:cubicBezTo>
                <a:cubicBezTo>
                  <a:pt x="2169" y="419"/>
                  <a:pt x="2169" y="420"/>
                  <a:pt x="2170" y="420"/>
                </a:cubicBezTo>
                <a:cubicBezTo>
                  <a:pt x="2170" y="421"/>
                  <a:pt x="2171" y="421"/>
                  <a:pt x="2172" y="422"/>
                </a:cubicBezTo>
                <a:cubicBezTo>
                  <a:pt x="2173" y="422"/>
                  <a:pt x="2174" y="422"/>
                  <a:pt x="2175" y="423"/>
                </a:cubicBezTo>
                <a:cubicBezTo>
                  <a:pt x="2176" y="423"/>
                  <a:pt x="2177" y="423"/>
                  <a:pt x="2178" y="423"/>
                </a:cubicBezTo>
                <a:cubicBezTo>
                  <a:pt x="2180" y="423"/>
                  <a:pt x="2181" y="423"/>
                  <a:pt x="2182" y="423"/>
                </a:cubicBezTo>
                <a:cubicBezTo>
                  <a:pt x="2183" y="422"/>
                  <a:pt x="2184" y="422"/>
                  <a:pt x="2184" y="422"/>
                </a:cubicBezTo>
                <a:cubicBezTo>
                  <a:pt x="2185" y="421"/>
                  <a:pt x="2185" y="421"/>
                  <a:pt x="2186" y="420"/>
                </a:cubicBezTo>
                <a:cubicBezTo>
                  <a:pt x="2186" y="420"/>
                  <a:pt x="2186" y="419"/>
                  <a:pt x="2186" y="418"/>
                </a:cubicBezTo>
                <a:cubicBezTo>
                  <a:pt x="2186" y="418"/>
                  <a:pt x="2185" y="417"/>
                  <a:pt x="2185" y="417"/>
                </a:cubicBezTo>
                <a:cubicBezTo>
                  <a:pt x="2184" y="416"/>
                  <a:pt x="2183" y="416"/>
                  <a:pt x="2183" y="415"/>
                </a:cubicBezTo>
                <a:cubicBezTo>
                  <a:pt x="2182" y="415"/>
                  <a:pt x="2181" y="415"/>
                  <a:pt x="2180" y="414"/>
                </a:cubicBezTo>
                <a:cubicBezTo>
                  <a:pt x="2178" y="414"/>
                  <a:pt x="2177" y="414"/>
                  <a:pt x="2176" y="414"/>
                </a:cubicBezTo>
                <a:cubicBezTo>
                  <a:pt x="2175" y="414"/>
                  <a:pt x="2174" y="414"/>
                  <a:pt x="2173" y="414"/>
                </a:cubicBezTo>
                <a:close/>
                <a:moveTo>
                  <a:pt x="1791" y="414"/>
                </a:moveTo>
                <a:cubicBezTo>
                  <a:pt x="1791" y="414"/>
                  <a:pt x="1791" y="414"/>
                  <a:pt x="1790" y="414"/>
                </a:cubicBezTo>
                <a:cubicBezTo>
                  <a:pt x="1790" y="414"/>
                  <a:pt x="1790" y="414"/>
                  <a:pt x="1790" y="414"/>
                </a:cubicBezTo>
                <a:cubicBezTo>
                  <a:pt x="1789" y="414"/>
                  <a:pt x="1789" y="414"/>
                  <a:pt x="1789" y="414"/>
                </a:cubicBezTo>
                <a:cubicBezTo>
                  <a:pt x="1788" y="414"/>
                  <a:pt x="1788" y="414"/>
                  <a:pt x="1788" y="414"/>
                </a:cubicBezTo>
                <a:cubicBezTo>
                  <a:pt x="1788" y="414"/>
                  <a:pt x="1787" y="414"/>
                  <a:pt x="1787" y="414"/>
                </a:cubicBezTo>
                <a:cubicBezTo>
                  <a:pt x="1787" y="414"/>
                  <a:pt x="1786" y="414"/>
                  <a:pt x="1786" y="414"/>
                </a:cubicBezTo>
                <a:cubicBezTo>
                  <a:pt x="1786" y="414"/>
                  <a:pt x="1786" y="414"/>
                  <a:pt x="1785" y="414"/>
                </a:cubicBezTo>
                <a:cubicBezTo>
                  <a:pt x="1784" y="415"/>
                  <a:pt x="1780" y="416"/>
                  <a:pt x="1781" y="418"/>
                </a:cubicBezTo>
                <a:cubicBezTo>
                  <a:pt x="1781" y="419"/>
                  <a:pt x="1781" y="419"/>
                  <a:pt x="1781" y="420"/>
                </a:cubicBezTo>
                <a:cubicBezTo>
                  <a:pt x="1782" y="420"/>
                  <a:pt x="1782" y="421"/>
                  <a:pt x="1783" y="421"/>
                </a:cubicBezTo>
                <a:cubicBezTo>
                  <a:pt x="1783" y="421"/>
                  <a:pt x="1784" y="422"/>
                  <a:pt x="1784" y="422"/>
                </a:cubicBezTo>
                <a:cubicBezTo>
                  <a:pt x="1785" y="422"/>
                  <a:pt x="1786" y="422"/>
                  <a:pt x="1787" y="423"/>
                </a:cubicBezTo>
                <a:cubicBezTo>
                  <a:pt x="1788" y="423"/>
                  <a:pt x="1789" y="423"/>
                  <a:pt x="1790" y="423"/>
                </a:cubicBezTo>
                <a:cubicBezTo>
                  <a:pt x="1790" y="423"/>
                  <a:pt x="1791" y="423"/>
                  <a:pt x="1791" y="423"/>
                </a:cubicBezTo>
                <a:cubicBezTo>
                  <a:pt x="1791" y="423"/>
                  <a:pt x="1792" y="423"/>
                  <a:pt x="1792" y="423"/>
                </a:cubicBezTo>
                <a:cubicBezTo>
                  <a:pt x="1792" y="423"/>
                  <a:pt x="1792" y="423"/>
                  <a:pt x="1793" y="423"/>
                </a:cubicBezTo>
                <a:cubicBezTo>
                  <a:pt x="1793" y="423"/>
                  <a:pt x="1793" y="423"/>
                  <a:pt x="1793" y="423"/>
                </a:cubicBezTo>
                <a:cubicBezTo>
                  <a:pt x="1794" y="422"/>
                  <a:pt x="1795" y="422"/>
                  <a:pt x="1795" y="422"/>
                </a:cubicBezTo>
                <a:cubicBezTo>
                  <a:pt x="1796" y="422"/>
                  <a:pt x="1797" y="421"/>
                  <a:pt x="1797" y="421"/>
                </a:cubicBezTo>
                <a:cubicBezTo>
                  <a:pt x="1797" y="421"/>
                  <a:pt x="1798" y="420"/>
                  <a:pt x="1798" y="420"/>
                </a:cubicBezTo>
                <a:cubicBezTo>
                  <a:pt x="1798" y="419"/>
                  <a:pt x="1798" y="419"/>
                  <a:pt x="1798" y="418"/>
                </a:cubicBezTo>
                <a:cubicBezTo>
                  <a:pt x="1798" y="418"/>
                  <a:pt x="1798" y="418"/>
                  <a:pt x="1797" y="417"/>
                </a:cubicBezTo>
                <a:cubicBezTo>
                  <a:pt x="1797" y="417"/>
                  <a:pt x="1797" y="416"/>
                  <a:pt x="1796" y="416"/>
                </a:cubicBezTo>
                <a:cubicBezTo>
                  <a:pt x="1796" y="416"/>
                  <a:pt x="1795" y="415"/>
                  <a:pt x="1794" y="415"/>
                </a:cubicBezTo>
                <a:cubicBezTo>
                  <a:pt x="1794" y="415"/>
                  <a:pt x="1793" y="415"/>
                  <a:pt x="1792" y="414"/>
                </a:cubicBezTo>
                <a:cubicBezTo>
                  <a:pt x="1792" y="414"/>
                  <a:pt x="1792" y="414"/>
                  <a:pt x="1791" y="414"/>
                </a:cubicBezTo>
                <a:close/>
                <a:moveTo>
                  <a:pt x="557" y="425"/>
                </a:moveTo>
                <a:cubicBezTo>
                  <a:pt x="556" y="426"/>
                  <a:pt x="555" y="426"/>
                  <a:pt x="554" y="426"/>
                </a:cubicBezTo>
                <a:cubicBezTo>
                  <a:pt x="553" y="427"/>
                  <a:pt x="552" y="427"/>
                  <a:pt x="552" y="428"/>
                </a:cubicBezTo>
                <a:cubicBezTo>
                  <a:pt x="551" y="428"/>
                  <a:pt x="551" y="429"/>
                  <a:pt x="551" y="429"/>
                </a:cubicBezTo>
                <a:cubicBezTo>
                  <a:pt x="550" y="430"/>
                  <a:pt x="550" y="431"/>
                  <a:pt x="551" y="431"/>
                </a:cubicBezTo>
                <a:cubicBezTo>
                  <a:pt x="551" y="432"/>
                  <a:pt x="552" y="432"/>
                  <a:pt x="552" y="433"/>
                </a:cubicBezTo>
                <a:cubicBezTo>
                  <a:pt x="553" y="433"/>
                  <a:pt x="554" y="433"/>
                  <a:pt x="555" y="434"/>
                </a:cubicBezTo>
                <a:cubicBezTo>
                  <a:pt x="556" y="434"/>
                  <a:pt x="557" y="434"/>
                  <a:pt x="558" y="434"/>
                </a:cubicBezTo>
                <a:cubicBezTo>
                  <a:pt x="559" y="434"/>
                  <a:pt x="561" y="434"/>
                  <a:pt x="562" y="434"/>
                </a:cubicBezTo>
                <a:cubicBezTo>
                  <a:pt x="563" y="433"/>
                  <a:pt x="564" y="433"/>
                  <a:pt x="565" y="433"/>
                </a:cubicBezTo>
                <a:cubicBezTo>
                  <a:pt x="566" y="432"/>
                  <a:pt x="566" y="432"/>
                  <a:pt x="567" y="431"/>
                </a:cubicBezTo>
                <a:cubicBezTo>
                  <a:pt x="567" y="431"/>
                  <a:pt x="568" y="430"/>
                  <a:pt x="568" y="429"/>
                </a:cubicBezTo>
                <a:cubicBezTo>
                  <a:pt x="568" y="429"/>
                  <a:pt x="568" y="428"/>
                  <a:pt x="567" y="428"/>
                </a:cubicBezTo>
                <a:cubicBezTo>
                  <a:pt x="567" y="427"/>
                  <a:pt x="567" y="427"/>
                  <a:pt x="566" y="426"/>
                </a:cubicBezTo>
                <a:cubicBezTo>
                  <a:pt x="565" y="426"/>
                  <a:pt x="564" y="426"/>
                  <a:pt x="563" y="425"/>
                </a:cubicBezTo>
                <a:cubicBezTo>
                  <a:pt x="562" y="425"/>
                  <a:pt x="561" y="425"/>
                  <a:pt x="560" y="425"/>
                </a:cubicBezTo>
                <a:cubicBezTo>
                  <a:pt x="559" y="425"/>
                  <a:pt x="558" y="425"/>
                  <a:pt x="557" y="425"/>
                </a:cubicBezTo>
                <a:close/>
                <a:moveTo>
                  <a:pt x="470" y="425"/>
                </a:moveTo>
                <a:cubicBezTo>
                  <a:pt x="469" y="426"/>
                  <a:pt x="468" y="426"/>
                  <a:pt x="467" y="426"/>
                </a:cubicBezTo>
                <a:cubicBezTo>
                  <a:pt x="466" y="427"/>
                  <a:pt x="466" y="427"/>
                  <a:pt x="465" y="428"/>
                </a:cubicBezTo>
                <a:cubicBezTo>
                  <a:pt x="465" y="428"/>
                  <a:pt x="464" y="429"/>
                  <a:pt x="464" y="429"/>
                </a:cubicBezTo>
                <a:cubicBezTo>
                  <a:pt x="464" y="430"/>
                  <a:pt x="464" y="431"/>
                  <a:pt x="464" y="431"/>
                </a:cubicBezTo>
                <a:cubicBezTo>
                  <a:pt x="465" y="432"/>
                  <a:pt x="465" y="432"/>
                  <a:pt x="466" y="433"/>
                </a:cubicBezTo>
                <a:cubicBezTo>
                  <a:pt x="467" y="433"/>
                  <a:pt x="467" y="433"/>
                  <a:pt x="468" y="434"/>
                </a:cubicBezTo>
                <a:cubicBezTo>
                  <a:pt x="469" y="434"/>
                  <a:pt x="470" y="434"/>
                  <a:pt x="472" y="434"/>
                </a:cubicBezTo>
                <a:cubicBezTo>
                  <a:pt x="473" y="434"/>
                  <a:pt x="474" y="434"/>
                  <a:pt x="475" y="434"/>
                </a:cubicBezTo>
                <a:cubicBezTo>
                  <a:pt x="476" y="433"/>
                  <a:pt x="477" y="433"/>
                  <a:pt x="478" y="433"/>
                </a:cubicBezTo>
                <a:cubicBezTo>
                  <a:pt x="479" y="432"/>
                  <a:pt x="480" y="432"/>
                  <a:pt x="480" y="431"/>
                </a:cubicBezTo>
                <a:cubicBezTo>
                  <a:pt x="481" y="431"/>
                  <a:pt x="481" y="430"/>
                  <a:pt x="481" y="429"/>
                </a:cubicBezTo>
                <a:cubicBezTo>
                  <a:pt x="481" y="429"/>
                  <a:pt x="481" y="428"/>
                  <a:pt x="481" y="428"/>
                </a:cubicBezTo>
                <a:cubicBezTo>
                  <a:pt x="481" y="427"/>
                  <a:pt x="480" y="427"/>
                  <a:pt x="480" y="426"/>
                </a:cubicBezTo>
                <a:cubicBezTo>
                  <a:pt x="479" y="426"/>
                  <a:pt x="478" y="426"/>
                  <a:pt x="477" y="425"/>
                </a:cubicBezTo>
                <a:cubicBezTo>
                  <a:pt x="476" y="425"/>
                  <a:pt x="475" y="425"/>
                  <a:pt x="474" y="425"/>
                </a:cubicBezTo>
                <a:cubicBezTo>
                  <a:pt x="473" y="425"/>
                  <a:pt x="471" y="425"/>
                  <a:pt x="470" y="425"/>
                </a:cubicBezTo>
                <a:close/>
                <a:moveTo>
                  <a:pt x="1507" y="425"/>
                </a:moveTo>
                <a:cubicBezTo>
                  <a:pt x="1505" y="426"/>
                  <a:pt x="1505" y="426"/>
                  <a:pt x="1504" y="426"/>
                </a:cubicBezTo>
                <a:cubicBezTo>
                  <a:pt x="1503" y="427"/>
                  <a:pt x="1502" y="427"/>
                  <a:pt x="1502" y="428"/>
                </a:cubicBezTo>
                <a:cubicBezTo>
                  <a:pt x="1502" y="428"/>
                  <a:pt x="1502" y="429"/>
                  <a:pt x="1502" y="429"/>
                </a:cubicBezTo>
                <a:cubicBezTo>
                  <a:pt x="1502" y="430"/>
                  <a:pt x="1502" y="431"/>
                  <a:pt x="1502" y="431"/>
                </a:cubicBezTo>
                <a:cubicBezTo>
                  <a:pt x="1503" y="432"/>
                  <a:pt x="1503" y="432"/>
                  <a:pt x="1504" y="433"/>
                </a:cubicBezTo>
                <a:cubicBezTo>
                  <a:pt x="1505" y="433"/>
                  <a:pt x="1506" y="433"/>
                  <a:pt x="1507" y="434"/>
                </a:cubicBezTo>
                <a:cubicBezTo>
                  <a:pt x="1508" y="434"/>
                  <a:pt x="1509" y="434"/>
                  <a:pt x="1511" y="434"/>
                </a:cubicBezTo>
                <a:cubicBezTo>
                  <a:pt x="1512" y="434"/>
                  <a:pt x="1513" y="434"/>
                  <a:pt x="1514" y="434"/>
                </a:cubicBezTo>
                <a:cubicBezTo>
                  <a:pt x="1515" y="433"/>
                  <a:pt x="1516" y="433"/>
                  <a:pt x="1517" y="433"/>
                </a:cubicBezTo>
                <a:cubicBezTo>
                  <a:pt x="1517" y="432"/>
                  <a:pt x="1518" y="432"/>
                  <a:pt x="1518" y="431"/>
                </a:cubicBezTo>
                <a:cubicBezTo>
                  <a:pt x="1519" y="431"/>
                  <a:pt x="1519" y="430"/>
                  <a:pt x="1519" y="429"/>
                </a:cubicBezTo>
                <a:cubicBezTo>
                  <a:pt x="1519" y="429"/>
                  <a:pt x="1518" y="428"/>
                  <a:pt x="1518" y="428"/>
                </a:cubicBezTo>
                <a:cubicBezTo>
                  <a:pt x="1518" y="427"/>
                  <a:pt x="1517" y="427"/>
                  <a:pt x="1516" y="426"/>
                </a:cubicBezTo>
                <a:cubicBezTo>
                  <a:pt x="1515" y="426"/>
                  <a:pt x="1514" y="426"/>
                  <a:pt x="1513" y="425"/>
                </a:cubicBezTo>
                <a:cubicBezTo>
                  <a:pt x="1512" y="425"/>
                  <a:pt x="1511" y="425"/>
                  <a:pt x="1510" y="425"/>
                </a:cubicBezTo>
                <a:cubicBezTo>
                  <a:pt x="1509" y="425"/>
                  <a:pt x="1508" y="425"/>
                  <a:pt x="1507" y="425"/>
                </a:cubicBezTo>
                <a:close/>
                <a:moveTo>
                  <a:pt x="1420" y="425"/>
                </a:moveTo>
                <a:cubicBezTo>
                  <a:pt x="1419" y="426"/>
                  <a:pt x="1418" y="426"/>
                  <a:pt x="1417" y="426"/>
                </a:cubicBezTo>
                <a:cubicBezTo>
                  <a:pt x="1417" y="427"/>
                  <a:pt x="1416" y="427"/>
                  <a:pt x="1416" y="428"/>
                </a:cubicBezTo>
                <a:cubicBezTo>
                  <a:pt x="1415" y="428"/>
                  <a:pt x="1415" y="429"/>
                  <a:pt x="1415" y="429"/>
                </a:cubicBezTo>
                <a:cubicBezTo>
                  <a:pt x="1415" y="430"/>
                  <a:pt x="1415" y="431"/>
                  <a:pt x="1416" y="431"/>
                </a:cubicBezTo>
                <a:cubicBezTo>
                  <a:pt x="1416" y="432"/>
                  <a:pt x="1417" y="432"/>
                  <a:pt x="1418" y="433"/>
                </a:cubicBezTo>
                <a:cubicBezTo>
                  <a:pt x="1419" y="433"/>
                  <a:pt x="1420" y="433"/>
                  <a:pt x="1421" y="434"/>
                </a:cubicBezTo>
                <a:cubicBezTo>
                  <a:pt x="1422" y="434"/>
                  <a:pt x="1423" y="434"/>
                  <a:pt x="1424" y="434"/>
                </a:cubicBezTo>
                <a:cubicBezTo>
                  <a:pt x="1425" y="434"/>
                  <a:pt x="1426" y="434"/>
                  <a:pt x="1427" y="434"/>
                </a:cubicBezTo>
                <a:cubicBezTo>
                  <a:pt x="1428" y="433"/>
                  <a:pt x="1429" y="433"/>
                  <a:pt x="1430" y="433"/>
                </a:cubicBezTo>
                <a:cubicBezTo>
                  <a:pt x="1431" y="432"/>
                  <a:pt x="1431" y="432"/>
                  <a:pt x="1432" y="431"/>
                </a:cubicBezTo>
                <a:cubicBezTo>
                  <a:pt x="1432" y="431"/>
                  <a:pt x="1432" y="430"/>
                  <a:pt x="1432" y="429"/>
                </a:cubicBezTo>
                <a:cubicBezTo>
                  <a:pt x="1432" y="429"/>
                  <a:pt x="1432" y="428"/>
                  <a:pt x="1432" y="428"/>
                </a:cubicBezTo>
                <a:cubicBezTo>
                  <a:pt x="1431" y="427"/>
                  <a:pt x="1430" y="427"/>
                  <a:pt x="1430" y="426"/>
                </a:cubicBezTo>
                <a:cubicBezTo>
                  <a:pt x="1429" y="426"/>
                  <a:pt x="1428" y="426"/>
                  <a:pt x="1427" y="425"/>
                </a:cubicBezTo>
                <a:cubicBezTo>
                  <a:pt x="1426" y="425"/>
                  <a:pt x="1425" y="425"/>
                  <a:pt x="1424" y="425"/>
                </a:cubicBezTo>
                <a:cubicBezTo>
                  <a:pt x="1422" y="425"/>
                  <a:pt x="1421" y="425"/>
                  <a:pt x="1420" y="425"/>
                </a:cubicBezTo>
                <a:close/>
                <a:moveTo>
                  <a:pt x="1291" y="425"/>
                </a:moveTo>
                <a:cubicBezTo>
                  <a:pt x="1290" y="426"/>
                  <a:pt x="1289" y="426"/>
                  <a:pt x="1288" y="426"/>
                </a:cubicBezTo>
                <a:cubicBezTo>
                  <a:pt x="1287" y="427"/>
                  <a:pt x="1286" y="427"/>
                  <a:pt x="1286" y="428"/>
                </a:cubicBezTo>
                <a:cubicBezTo>
                  <a:pt x="1286" y="428"/>
                  <a:pt x="1285" y="429"/>
                  <a:pt x="1285" y="429"/>
                </a:cubicBezTo>
                <a:cubicBezTo>
                  <a:pt x="1285" y="430"/>
                  <a:pt x="1286" y="431"/>
                  <a:pt x="1286" y="431"/>
                </a:cubicBezTo>
                <a:cubicBezTo>
                  <a:pt x="1287" y="432"/>
                  <a:pt x="1287" y="432"/>
                  <a:pt x="1288" y="433"/>
                </a:cubicBezTo>
                <a:cubicBezTo>
                  <a:pt x="1289" y="433"/>
                  <a:pt x="1290" y="433"/>
                  <a:pt x="1291" y="434"/>
                </a:cubicBezTo>
                <a:cubicBezTo>
                  <a:pt x="1292" y="434"/>
                  <a:pt x="1293" y="434"/>
                  <a:pt x="1294" y="434"/>
                </a:cubicBezTo>
                <a:cubicBezTo>
                  <a:pt x="1295" y="434"/>
                  <a:pt x="1296" y="434"/>
                  <a:pt x="1297" y="434"/>
                </a:cubicBezTo>
                <a:cubicBezTo>
                  <a:pt x="1298" y="433"/>
                  <a:pt x="1299" y="433"/>
                  <a:pt x="1300" y="433"/>
                </a:cubicBezTo>
                <a:cubicBezTo>
                  <a:pt x="1301" y="432"/>
                  <a:pt x="1302" y="432"/>
                  <a:pt x="1302" y="431"/>
                </a:cubicBezTo>
                <a:cubicBezTo>
                  <a:pt x="1302" y="431"/>
                  <a:pt x="1303" y="430"/>
                  <a:pt x="1303" y="429"/>
                </a:cubicBezTo>
                <a:cubicBezTo>
                  <a:pt x="1303" y="429"/>
                  <a:pt x="1302" y="428"/>
                  <a:pt x="1302" y="428"/>
                </a:cubicBezTo>
                <a:cubicBezTo>
                  <a:pt x="1302" y="427"/>
                  <a:pt x="1301" y="427"/>
                  <a:pt x="1300" y="426"/>
                </a:cubicBezTo>
                <a:cubicBezTo>
                  <a:pt x="1299" y="426"/>
                  <a:pt x="1298" y="426"/>
                  <a:pt x="1297" y="425"/>
                </a:cubicBezTo>
                <a:cubicBezTo>
                  <a:pt x="1296" y="425"/>
                  <a:pt x="1295" y="425"/>
                  <a:pt x="1294" y="425"/>
                </a:cubicBezTo>
                <a:cubicBezTo>
                  <a:pt x="1293" y="425"/>
                  <a:pt x="1292" y="425"/>
                  <a:pt x="1291" y="425"/>
                </a:cubicBezTo>
                <a:close/>
                <a:moveTo>
                  <a:pt x="1075" y="425"/>
                </a:moveTo>
                <a:cubicBezTo>
                  <a:pt x="1074" y="426"/>
                  <a:pt x="1073" y="426"/>
                  <a:pt x="1072" y="426"/>
                </a:cubicBezTo>
                <a:cubicBezTo>
                  <a:pt x="1071" y="427"/>
                  <a:pt x="1071" y="427"/>
                  <a:pt x="1070" y="428"/>
                </a:cubicBezTo>
                <a:cubicBezTo>
                  <a:pt x="1070" y="428"/>
                  <a:pt x="1069" y="429"/>
                  <a:pt x="1069" y="429"/>
                </a:cubicBezTo>
                <a:cubicBezTo>
                  <a:pt x="1069" y="430"/>
                  <a:pt x="1069" y="431"/>
                  <a:pt x="1070" y="431"/>
                </a:cubicBezTo>
                <a:cubicBezTo>
                  <a:pt x="1070" y="432"/>
                  <a:pt x="1071" y="432"/>
                  <a:pt x="1072" y="433"/>
                </a:cubicBezTo>
                <a:cubicBezTo>
                  <a:pt x="1072" y="433"/>
                  <a:pt x="1073" y="433"/>
                  <a:pt x="1074" y="434"/>
                </a:cubicBezTo>
                <a:cubicBezTo>
                  <a:pt x="1075" y="434"/>
                  <a:pt x="1076" y="434"/>
                  <a:pt x="1078" y="434"/>
                </a:cubicBezTo>
                <a:cubicBezTo>
                  <a:pt x="1079" y="434"/>
                  <a:pt x="1080" y="434"/>
                  <a:pt x="1081" y="434"/>
                </a:cubicBezTo>
                <a:cubicBezTo>
                  <a:pt x="1082" y="433"/>
                  <a:pt x="1083" y="433"/>
                  <a:pt x="1084" y="433"/>
                </a:cubicBezTo>
                <a:cubicBezTo>
                  <a:pt x="1085" y="432"/>
                  <a:pt x="1085" y="432"/>
                  <a:pt x="1086" y="431"/>
                </a:cubicBezTo>
                <a:cubicBezTo>
                  <a:pt x="1086" y="431"/>
                  <a:pt x="1086" y="430"/>
                  <a:pt x="1087" y="429"/>
                </a:cubicBezTo>
                <a:cubicBezTo>
                  <a:pt x="1087" y="429"/>
                  <a:pt x="1086" y="428"/>
                  <a:pt x="1086" y="428"/>
                </a:cubicBezTo>
                <a:cubicBezTo>
                  <a:pt x="1086" y="427"/>
                  <a:pt x="1085" y="427"/>
                  <a:pt x="1084" y="426"/>
                </a:cubicBezTo>
                <a:cubicBezTo>
                  <a:pt x="1083" y="426"/>
                  <a:pt x="1082" y="426"/>
                  <a:pt x="1081" y="425"/>
                </a:cubicBezTo>
                <a:cubicBezTo>
                  <a:pt x="1080" y="425"/>
                  <a:pt x="1079" y="425"/>
                  <a:pt x="1078" y="425"/>
                </a:cubicBezTo>
                <a:cubicBezTo>
                  <a:pt x="1077" y="425"/>
                  <a:pt x="1076" y="425"/>
                  <a:pt x="1075" y="425"/>
                </a:cubicBezTo>
                <a:close/>
                <a:moveTo>
                  <a:pt x="1247" y="425"/>
                </a:moveTo>
                <a:cubicBezTo>
                  <a:pt x="1246" y="426"/>
                  <a:pt x="1246" y="426"/>
                  <a:pt x="1245" y="426"/>
                </a:cubicBezTo>
                <a:cubicBezTo>
                  <a:pt x="1244" y="427"/>
                  <a:pt x="1243" y="427"/>
                  <a:pt x="1243" y="428"/>
                </a:cubicBezTo>
                <a:cubicBezTo>
                  <a:pt x="1242" y="428"/>
                  <a:pt x="1242" y="429"/>
                  <a:pt x="1242" y="429"/>
                </a:cubicBezTo>
                <a:cubicBezTo>
                  <a:pt x="1242" y="430"/>
                  <a:pt x="1242" y="431"/>
                  <a:pt x="1243" y="431"/>
                </a:cubicBezTo>
                <a:cubicBezTo>
                  <a:pt x="1243" y="432"/>
                  <a:pt x="1244" y="432"/>
                  <a:pt x="1245" y="433"/>
                </a:cubicBezTo>
                <a:cubicBezTo>
                  <a:pt x="1245" y="433"/>
                  <a:pt x="1246" y="433"/>
                  <a:pt x="1247" y="434"/>
                </a:cubicBezTo>
                <a:cubicBezTo>
                  <a:pt x="1248" y="434"/>
                  <a:pt x="1250" y="434"/>
                  <a:pt x="1251" y="434"/>
                </a:cubicBezTo>
                <a:cubicBezTo>
                  <a:pt x="1252" y="434"/>
                  <a:pt x="1253" y="434"/>
                  <a:pt x="1254" y="434"/>
                </a:cubicBezTo>
                <a:cubicBezTo>
                  <a:pt x="1255" y="433"/>
                  <a:pt x="1256" y="433"/>
                  <a:pt x="1257" y="433"/>
                </a:cubicBezTo>
                <a:cubicBezTo>
                  <a:pt x="1258" y="432"/>
                  <a:pt x="1258" y="432"/>
                  <a:pt x="1259" y="431"/>
                </a:cubicBezTo>
                <a:cubicBezTo>
                  <a:pt x="1259" y="431"/>
                  <a:pt x="1259" y="430"/>
                  <a:pt x="1259" y="429"/>
                </a:cubicBezTo>
                <a:cubicBezTo>
                  <a:pt x="1259" y="429"/>
                  <a:pt x="1259" y="428"/>
                  <a:pt x="1259" y="428"/>
                </a:cubicBezTo>
                <a:cubicBezTo>
                  <a:pt x="1258" y="427"/>
                  <a:pt x="1258" y="427"/>
                  <a:pt x="1257" y="426"/>
                </a:cubicBezTo>
                <a:cubicBezTo>
                  <a:pt x="1256" y="426"/>
                  <a:pt x="1255" y="426"/>
                  <a:pt x="1254" y="425"/>
                </a:cubicBezTo>
                <a:cubicBezTo>
                  <a:pt x="1253" y="425"/>
                  <a:pt x="1252" y="425"/>
                  <a:pt x="1251" y="425"/>
                </a:cubicBezTo>
                <a:cubicBezTo>
                  <a:pt x="1250" y="425"/>
                  <a:pt x="1249" y="425"/>
                  <a:pt x="1247" y="425"/>
                </a:cubicBezTo>
                <a:close/>
                <a:moveTo>
                  <a:pt x="1334" y="425"/>
                </a:moveTo>
                <a:cubicBezTo>
                  <a:pt x="1333" y="426"/>
                  <a:pt x="1332" y="426"/>
                  <a:pt x="1331" y="426"/>
                </a:cubicBezTo>
                <a:cubicBezTo>
                  <a:pt x="1330" y="427"/>
                  <a:pt x="1330" y="427"/>
                  <a:pt x="1329" y="428"/>
                </a:cubicBezTo>
                <a:cubicBezTo>
                  <a:pt x="1329" y="428"/>
                  <a:pt x="1329" y="429"/>
                  <a:pt x="1329" y="429"/>
                </a:cubicBezTo>
                <a:cubicBezTo>
                  <a:pt x="1329" y="430"/>
                  <a:pt x="1329" y="431"/>
                  <a:pt x="1329" y="431"/>
                </a:cubicBezTo>
                <a:cubicBezTo>
                  <a:pt x="1330" y="432"/>
                  <a:pt x="1330" y="432"/>
                  <a:pt x="1331" y="433"/>
                </a:cubicBezTo>
                <a:cubicBezTo>
                  <a:pt x="1332" y="433"/>
                  <a:pt x="1333" y="433"/>
                  <a:pt x="1334" y="434"/>
                </a:cubicBezTo>
                <a:cubicBezTo>
                  <a:pt x="1335" y="434"/>
                  <a:pt x="1336" y="434"/>
                  <a:pt x="1337" y="434"/>
                </a:cubicBezTo>
                <a:cubicBezTo>
                  <a:pt x="1339" y="434"/>
                  <a:pt x="1340" y="434"/>
                  <a:pt x="1341" y="434"/>
                </a:cubicBezTo>
                <a:cubicBezTo>
                  <a:pt x="1342" y="433"/>
                  <a:pt x="1343" y="433"/>
                  <a:pt x="1343" y="433"/>
                </a:cubicBezTo>
                <a:cubicBezTo>
                  <a:pt x="1344" y="432"/>
                  <a:pt x="1345" y="432"/>
                  <a:pt x="1345" y="431"/>
                </a:cubicBezTo>
                <a:cubicBezTo>
                  <a:pt x="1346" y="431"/>
                  <a:pt x="1346" y="430"/>
                  <a:pt x="1346" y="429"/>
                </a:cubicBezTo>
                <a:cubicBezTo>
                  <a:pt x="1346" y="429"/>
                  <a:pt x="1346" y="428"/>
                  <a:pt x="1345" y="428"/>
                </a:cubicBezTo>
                <a:cubicBezTo>
                  <a:pt x="1345" y="427"/>
                  <a:pt x="1344" y="427"/>
                  <a:pt x="1343" y="426"/>
                </a:cubicBezTo>
                <a:cubicBezTo>
                  <a:pt x="1342" y="426"/>
                  <a:pt x="1342" y="426"/>
                  <a:pt x="1341" y="425"/>
                </a:cubicBezTo>
                <a:cubicBezTo>
                  <a:pt x="1339" y="425"/>
                  <a:pt x="1338" y="425"/>
                  <a:pt x="1337" y="425"/>
                </a:cubicBezTo>
                <a:cubicBezTo>
                  <a:pt x="1336" y="425"/>
                  <a:pt x="1335" y="425"/>
                  <a:pt x="1334" y="425"/>
                </a:cubicBezTo>
                <a:close/>
                <a:moveTo>
                  <a:pt x="1118" y="425"/>
                </a:moveTo>
                <a:cubicBezTo>
                  <a:pt x="1117" y="426"/>
                  <a:pt x="1116" y="426"/>
                  <a:pt x="1115" y="426"/>
                </a:cubicBezTo>
                <a:cubicBezTo>
                  <a:pt x="1114" y="427"/>
                  <a:pt x="1114" y="427"/>
                  <a:pt x="1113" y="428"/>
                </a:cubicBezTo>
                <a:cubicBezTo>
                  <a:pt x="1113" y="428"/>
                  <a:pt x="1113" y="429"/>
                  <a:pt x="1112" y="429"/>
                </a:cubicBezTo>
                <a:cubicBezTo>
                  <a:pt x="1112" y="430"/>
                  <a:pt x="1113" y="431"/>
                  <a:pt x="1113" y="431"/>
                </a:cubicBezTo>
                <a:cubicBezTo>
                  <a:pt x="1113" y="432"/>
                  <a:pt x="1114" y="432"/>
                  <a:pt x="1115" y="433"/>
                </a:cubicBezTo>
                <a:cubicBezTo>
                  <a:pt x="1116" y="433"/>
                  <a:pt x="1117" y="433"/>
                  <a:pt x="1118" y="434"/>
                </a:cubicBezTo>
                <a:cubicBezTo>
                  <a:pt x="1119" y="434"/>
                  <a:pt x="1120" y="434"/>
                  <a:pt x="1121" y="434"/>
                </a:cubicBezTo>
                <a:cubicBezTo>
                  <a:pt x="1122" y="434"/>
                  <a:pt x="1123" y="434"/>
                  <a:pt x="1124" y="434"/>
                </a:cubicBezTo>
                <a:cubicBezTo>
                  <a:pt x="1125" y="433"/>
                  <a:pt x="1126" y="433"/>
                  <a:pt x="1127" y="433"/>
                </a:cubicBezTo>
                <a:cubicBezTo>
                  <a:pt x="1128" y="432"/>
                  <a:pt x="1129" y="432"/>
                  <a:pt x="1129" y="431"/>
                </a:cubicBezTo>
                <a:cubicBezTo>
                  <a:pt x="1129" y="431"/>
                  <a:pt x="1130" y="430"/>
                  <a:pt x="1130" y="429"/>
                </a:cubicBezTo>
                <a:cubicBezTo>
                  <a:pt x="1130" y="429"/>
                  <a:pt x="1130" y="428"/>
                  <a:pt x="1129" y="428"/>
                </a:cubicBezTo>
                <a:cubicBezTo>
                  <a:pt x="1129" y="427"/>
                  <a:pt x="1128" y="427"/>
                  <a:pt x="1127" y="426"/>
                </a:cubicBezTo>
                <a:cubicBezTo>
                  <a:pt x="1127" y="426"/>
                  <a:pt x="1126" y="426"/>
                  <a:pt x="1125" y="425"/>
                </a:cubicBezTo>
                <a:cubicBezTo>
                  <a:pt x="1124" y="425"/>
                  <a:pt x="1123" y="425"/>
                  <a:pt x="1121" y="425"/>
                </a:cubicBezTo>
                <a:cubicBezTo>
                  <a:pt x="1120" y="425"/>
                  <a:pt x="1119" y="425"/>
                  <a:pt x="1118" y="425"/>
                </a:cubicBezTo>
                <a:close/>
                <a:moveTo>
                  <a:pt x="1204" y="425"/>
                </a:moveTo>
                <a:cubicBezTo>
                  <a:pt x="1203" y="426"/>
                  <a:pt x="1202" y="426"/>
                  <a:pt x="1202" y="426"/>
                </a:cubicBezTo>
                <a:cubicBezTo>
                  <a:pt x="1201" y="427"/>
                  <a:pt x="1200" y="427"/>
                  <a:pt x="1200" y="428"/>
                </a:cubicBezTo>
                <a:cubicBezTo>
                  <a:pt x="1199" y="428"/>
                  <a:pt x="1199" y="429"/>
                  <a:pt x="1199" y="429"/>
                </a:cubicBezTo>
                <a:cubicBezTo>
                  <a:pt x="1199" y="430"/>
                  <a:pt x="1199" y="431"/>
                  <a:pt x="1200" y="431"/>
                </a:cubicBezTo>
                <a:cubicBezTo>
                  <a:pt x="1200" y="432"/>
                  <a:pt x="1201" y="432"/>
                  <a:pt x="1201" y="433"/>
                </a:cubicBezTo>
                <a:cubicBezTo>
                  <a:pt x="1202" y="433"/>
                  <a:pt x="1203" y="433"/>
                  <a:pt x="1204" y="434"/>
                </a:cubicBezTo>
                <a:cubicBezTo>
                  <a:pt x="1205" y="434"/>
                  <a:pt x="1206" y="434"/>
                  <a:pt x="1207" y="434"/>
                </a:cubicBezTo>
                <a:cubicBezTo>
                  <a:pt x="1209" y="434"/>
                  <a:pt x="1210" y="434"/>
                  <a:pt x="1211" y="434"/>
                </a:cubicBezTo>
                <a:cubicBezTo>
                  <a:pt x="1212" y="433"/>
                  <a:pt x="1213" y="433"/>
                  <a:pt x="1214" y="433"/>
                </a:cubicBezTo>
                <a:cubicBezTo>
                  <a:pt x="1214" y="432"/>
                  <a:pt x="1215" y="432"/>
                  <a:pt x="1216" y="431"/>
                </a:cubicBezTo>
                <a:cubicBezTo>
                  <a:pt x="1216" y="431"/>
                  <a:pt x="1216" y="430"/>
                  <a:pt x="1216" y="429"/>
                </a:cubicBezTo>
                <a:cubicBezTo>
                  <a:pt x="1216" y="429"/>
                  <a:pt x="1216" y="428"/>
                  <a:pt x="1216" y="428"/>
                </a:cubicBezTo>
                <a:cubicBezTo>
                  <a:pt x="1215" y="427"/>
                  <a:pt x="1214" y="427"/>
                  <a:pt x="1214" y="426"/>
                </a:cubicBezTo>
                <a:cubicBezTo>
                  <a:pt x="1213" y="426"/>
                  <a:pt x="1212" y="426"/>
                  <a:pt x="1211" y="425"/>
                </a:cubicBezTo>
                <a:cubicBezTo>
                  <a:pt x="1210" y="425"/>
                  <a:pt x="1209" y="425"/>
                  <a:pt x="1208" y="425"/>
                </a:cubicBezTo>
                <a:cubicBezTo>
                  <a:pt x="1206" y="425"/>
                  <a:pt x="1205" y="425"/>
                  <a:pt x="1204" y="425"/>
                </a:cubicBezTo>
                <a:close/>
                <a:moveTo>
                  <a:pt x="1377" y="425"/>
                </a:moveTo>
                <a:cubicBezTo>
                  <a:pt x="1376" y="426"/>
                  <a:pt x="1375" y="426"/>
                  <a:pt x="1374" y="426"/>
                </a:cubicBezTo>
                <a:cubicBezTo>
                  <a:pt x="1374" y="427"/>
                  <a:pt x="1373" y="427"/>
                  <a:pt x="1372" y="428"/>
                </a:cubicBezTo>
                <a:cubicBezTo>
                  <a:pt x="1372" y="428"/>
                  <a:pt x="1372" y="429"/>
                  <a:pt x="1372" y="429"/>
                </a:cubicBezTo>
                <a:cubicBezTo>
                  <a:pt x="1372" y="430"/>
                  <a:pt x="1372" y="431"/>
                  <a:pt x="1373" y="431"/>
                </a:cubicBezTo>
                <a:cubicBezTo>
                  <a:pt x="1373" y="432"/>
                  <a:pt x="1374" y="432"/>
                  <a:pt x="1375" y="433"/>
                </a:cubicBezTo>
                <a:cubicBezTo>
                  <a:pt x="1375" y="433"/>
                  <a:pt x="1376" y="433"/>
                  <a:pt x="1377" y="434"/>
                </a:cubicBezTo>
                <a:cubicBezTo>
                  <a:pt x="1378" y="434"/>
                  <a:pt x="1379" y="434"/>
                  <a:pt x="1381" y="434"/>
                </a:cubicBezTo>
                <a:cubicBezTo>
                  <a:pt x="1382" y="434"/>
                  <a:pt x="1383" y="434"/>
                  <a:pt x="1384" y="434"/>
                </a:cubicBezTo>
                <a:cubicBezTo>
                  <a:pt x="1385" y="433"/>
                  <a:pt x="1386" y="433"/>
                  <a:pt x="1387" y="433"/>
                </a:cubicBezTo>
                <a:cubicBezTo>
                  <a:pt x="1388" y="432"/>
                  <a:pt x="1388" y="432"/>
                  <a:pt x="1389" y="431"/>
                </a:cubicBezTo>
                <a:cubicBezTo>
                  <a:pt x="1389" y="431"/>
                  <a:pt x="1389" y="430"/>
                  <a:pt x="1389" y="429"/>
                </a:cubicBezTo>
                <a:cubicBezTo>
                  <a:pt x="1389" y="429"/>
                  <a:pt x="1389" y="428"/>
                  <a:pt x="1388" y="428"/>
                </a:cubicBezTo>
                <a:cubicBezTo>
                  <a:pt x="1388" y="427"/>
                  <a:pt x="1387" y="427"/>
                  <a:pt x="1387" y="426"/>
                </a:cubicBezTo>
                <a:cubicBezTo>
                  <a:pt x="1386" y="426"/>
                  <a:pt x="1385" y="426"/>
                  <a:pt x="1384" y="425"/>
                </a:cubicBezTo>
                <a:cubicBezTo>
                  <a:pt x="1383" y="425"/>
                  <a:pt x="1382" y="425"/>
                  <a:pt x="1380" y="425"/>
                </a:cubicBezTo>
                <a:cubicBezTo>
                  <a:pt x="1379" y="425"/>
                  <a:pt x="1378" y="425"/>
                  <a:pt x="1377" y="425"/>
                </a:cubicBezTo>
                <a:close/>
                <a:moveTo>
                  <a:pt x="1593" y="425"/>
                </a:moveTo>
                <a:cubicBezTo>
                  <a:pt x="1592" y="426"/>
                  <a:pt x="1591" y="426"/>
                  <a:pt x="1590" y="426"/>
                </a:cubicBezTo>
                <a:cubicBezTo>
                  <a:pt x="1589" y="427"/>
                  <a:pt x="1589" y="427"/>
                  <a:pt x="1588" y="428"/>
                </a:cubicBezTo>
                <a:cubicBezTo>
                  <a:pt x="1588" y="428"/>
                  <a:pt x="1588" y="429"/>
                  <a:pt x="1588" y="429"/>
                </a:cubicBezTo>
                <a:cubicBezTo>
                  <a:pt x="1588" y="430"/>
                  <a:pt x="1588" y="431"/>
                  <a:pt x="1589" y="431"/>
                </a:cubicBezTo>
                <a:cubicBezTo>
                  <a:pt x="1589" y="432"/>
                  <a:pt x="1590" y="432"/>
                  <a:pt x="1591" y="433"/>
                </a:cubicBezTo>
                <a:cubicBezTo>
                  <a:pt x="1592" y="433"/>
                  <a:pt x="1593" y="433"/>
                  <a:pt x="1594" y="434"/>
                </a:cubicBezTo>
                <a:cubicBezTo>
                  <a:pt x="1595" y="434"/>
                  <a:pt x="1596" y="434"/>
                  <a:pt x="1597" y="434"/>
                </a:cubicBezTo>
                <a:cubicBezTo>
                  <a:pt x="1598" y="434"/>
                  <a:pt x="1599" y="434"/>
                  <a:pt x="1600" y="434"/>
                </a:cubicBezTo>
                <a:cubicBezTo>
                  <a:pt x="1601" y="433"/>
                  <a:pt x="1602" y="433"/>
                  <a:pt x="1603" y="433"/>
                </a:cubicBezTo>
                <a:cubicBezTo>
                  <a:pt x="1604" y="432"/>
                  <a:pt x="1604" y="432"/>
                  <a:pt x="1605" y="431"/>
                </a:cubicBezTo>
                <a:cubicBezTo>
                  <a:pt x="1605" y="431"/>
                  <a:pt x="1605" y="430"/>
                  <a:pt x="1605" y="429"/>
                </a:cubicBezTo>
                <a:cubicBezTo>
                  <a:pt x="1605" y="429"/>
                  <a:pt x="1605" y="428"/>
                  <a:pt x="1604" y="428"/>
                </a:cubicBezTo>
                <a:cubicBezTo>
                  <a:pt x="1604" y="427"/>
                  <a:pt x="1603" y="427"/>
                  <a:pt x="1602" y="426"/>
                </a:cubicBezTo>
                <a:cubicBezTo>
                  <a:pt x="1602" y="426"/>
                  <a:pt x="1601" y="426"/>
                  <a:pt x="1600" y="425"/>
                </a:cubicBezTo>
                <a:cubicBezTo>
                  <a:pt x="1599" y="425"/>
                  <a:pt x="1597" y="425"/>
                  <a:pt x="1596" y="425"/>
                </a:cubicBezTo>
                <a:cubicBezTo>
                  <a:pt x="1595" y="425"/>
                  <a:pt x="1594" y="425"/>
                  <a:pt x="1593" y="425"/>
                </a:cubicBezTo>
                <a:close/>
                <a:moveTo>
                  <a:pt x="1463" y="425"/>
                </a:moveTo>
                <a:cubicBezTo>
                  <a:pt x="1462" y="426"/>
                  <a:pt x="1461" y="426"/>
                  <a:pt x="1461" y="426"/>
                </a:cubicBezTo>
                <a:cubicBezTo>
                  <a:pt x="1460" y="427"/>
                  <a:pt x="1459" y="427"/>
                  <a:pt x="1459" y="428"/>
                </a:cubicBezTo>
                <a:cubicBezTo>
                  <a:pt x="1458" y="428"/>
                  <a:pt x="1458" y="429"/>
                  <a:pt x="1458" y="429"/>
                </a:cubicBezTo>
                <a:cubicBezTo>
                  <a:pt x="1458" y="430"/>
                  <a:pt x="1459" y="431"/>
                  <a:pt x="1459" y="431"/>
                </a:cubicBezTo>
                <a:cubicBezTo>
                  <a:pt x="1460" y="432"/>
                  <a:pt x="1460" y="432"/>
                  <a:pt x="1461" y="433"/>
                </a:cubicBezTo>
                <a:cubicBezTo>
                  <a:pt x="1462" y="433"/>
                  <a:pt x="1463" y="433"/>
                  <a:pt x="1464" y="434"/>
                </a:cubicBezTo>
                <a:cubicBezTo>
                  <a:pt x="1465" y="434"/>
                  <a:pt x="1466" y="434"/>
                  <a:pt x="1467" y="434"/>
                </a:cubicBezTo>
                <a:cubicBezTo>
                  <a:pt x="1468" y="434"/>
                  <a:pt x="1470" y="434"/>
                  <a:pt x="1471" y="434"/>
                </a:cubicBezTo>
                <a:cubicBezTo>
                  <a:pt x="1472" y="433"/>
                  <a:pt x="1472" y="433"/>
                  <a:pt x="1473" y="433"/>
                </a:cubicBezTo>
                <a:cubicBezTo>
                  <a:pt x="1474" y="432"/>
                  <a:pt x="1475" y="432"/>
                  <a:pt x="1475" y="431"/>
                </a:cubicBezTo>
                <a:cubicBezTo>
                  <a:pt x="1475" y="431"/>
                  <a:pt x="1476" y="430"/>
                  <a:pt x="1476" y="429"/>
                </a:cubicBezTo>
                <a:cubicBezTo>
                  <a:pt x="1476" y="429"/>
                  <a:pt x="1475" y="428"/>
                  <a:pt x="1475" y="428"/>
                </a:cubicBezTo>
                <a:cubicBezTo>
                  <a:pt x="1474" y="427"/>
                  <a:pt x="1474" y="427"/>
                  <a:pt x="1473" y="426"/>
                </a:cubicBezTo>
                <a:cubicBezTo>
                  <a:pt x="1472" y="426"/>
                  <a:pt x="1471" y="426"/>
                  <a:pt x="1470" y="425"/>
                </a:cubicBezTo>
                <a:cubicBezTo>
                  <a:pt x="1469" y="425"/>
                  <a:pt x="1468" y="425"/>
                  <a:pt x="1467" y="425"/>
                </a:cubicBezTo>
                <a:cubicBezTo>
                  <a:pt x="1465" y="425"/>
                  <a:pt x="1464" y="425"/>
                  <a:pt x="1463" y="425"/>
                </a:cubicBezTo>
                <a:close/>
                <a:moveTo>
                  <a:pt x="1032" y="425"/>
                </a:moveTo>
                <a:cubicBezTo>
                  <a:pt x="1031" y="426"/>
                  <a:pt x="1030" y="426"/>
                  <a:pt x="1029" y="426"/>
                </a:cubicBezTo>
                <a:cubicBezTo>
                  <a:pt x="1028" y="427"/>
                  <a:pt x="1027" y="427"/>
                  <a:pt x="1027" y="428"/>
                </a:cubicBezTo>
                <a:cubicBezTo>
                  <a:pt x="1026" y="428"/>
                  <a:pt x="1026" y="429"/>
                  <a:pt x="1026" y="429"/>
                </a:cubicBezTo>
                <a:cubicBezTo>
                  <a:pt x="1026" y="430"/>
                  <a:pt x="1026" y="431"/>
                  <a:pt x="1027" y="431"/>
                </a:cubicBezTo>
                <a:cubicBezTo>
                  <a:pt x="1027" y="432"/>
                  <a:pt x="1028" y="432"/>
                  <a:pt x="1028" y="433"/>
                </a:cubicBezTo>
                <a:cubicBezTo>
                  <a:pt x="1029" y="433"/>
                  <a:pt x="1030" y="433"/>
                  <a:pt x="1031" y="434"/>
                </a:cubicBezTo>
                <a:cubicBezTo>
                  <a:pt x="1032" y="434"/>
                  <a:pt x="1033" y="434"/>
                  <a:pt x="1034" y="434"/>
                </a:cubicBezTo>
                <a:cubicBezTo>
                  <a:pt x="1036" y="434"/>
                  <a:pt x="1037" y="434"/>
                  <a:pt x="1038" y="434"/>
                </a:cubicBezTo>
                <a:cubicBezTo>
                  <a:pt x="1039" y="433"/>
                  <a:pt x="1040" y="433"/>
                  <a:pt x="1041" y="433"/>
                </a:cubicBezTo>
                <a:cubicBezTo>
                  <a:pt x="1041" y="432"/>
                  <a:pt x="1042" y="432"/>
                  <a:pt x="1043" y="431"/>
                </a:cubicBezTo>
                <a:cubicBezTo>
                  <a:pt x="1043" y="431"/>
                  <a:pt x="1043" y="430"/>
                  <a:pt x="1043" y="429"/>
                </a:cubicBezTo>
                <a:cubicBezTo>
                  <a:pt x="1043" y="429"/>
                  <a:pt x="1043" y="428"/>
                  <a:pt x="1043" y="428"/>
                </a:cubicBezTo>
                <a:cubicBezTo>
                  <a:pt x="1042" y="427"/>
                  <a:pt x="1042" y="427"/>
                  <a:pt x="1041" y="426"/>
                </a:cubicBezTo>
                <a:cubicBezTo>
                  <a:pt x="1040" y="426"/>
                  <a:pt x="1039" y="426"/>
                  <a:pt x="1038" y="425"/>
                </a:cubicBezTo>
                <a:cubicBezTo>
                  <a:pt x="1037" y="425"/>
                  <a:pt x="1036" y="425"/>
                  <a:pt x="1035" y="425"/>
                </a:cubicBezTo>
                <a:cubicBezTo>
                  <a:pt x="1034" y="425"/>
                  <a:pt x="1033" y="425"/>
                  <a:pt x="1032" y="425"/>
                </a:cubicBezTo>
                <a:close/>
                <a:moveTo>
                  <a:pt x="1161" y="425"/>
                </a:moveTo>
                <a:cubicBezTo>
                  <a:pt x="1160" y="426"/>
                  <a:pt x="1159" y="426"/>
                  <a:pt x="1158" y="426"/>
                </a:cubicBezTo>
                <a:cubicBezTo>
                  <a:pt x="1158" y="427"/>
                  <a:pt x="1157" y="427"/>
                  <a:pt x="1156" y="428"/>
                </a:cubicBezTo>
                <a:cubicBezTo>
                  <a:pt x="1156" y="428"/>
                  <a:pt x="1156" y="429"/>
                  <a:pt x="1156" y="429"/>
                </a:cubicBezTo>
                <a:cubicBezTo>
                  <a:pt x="1156" y="430"/>
                  <a:pt x="1156" y="431"/>
                  <a:pt x="1156" y="431"/>
                </a:cubicBezTo>
                <a:cubicBezTo>
                  <a:pt x="1157" y="432"/>
                  <a:pt x="1157" y="432"/>
                  <a:pt x="1158" y="433"/>
                </a:cubicBezTo>
                <a:cubicBezTo>
                  <a:pt x="1159" y="433"/>
                  <a:pt x="1160" y="433"/>
                  <a:pt x="1161" y="434"/>
                </a:cubicBezTo>
                <a:cubicBezTo>
                  <a:pt x="1162" y="434"/>
                  <a:pt x="1163" y="434"/>
                  <a:pt x="1164" y="434"/>
                </a:cubicBezTo>
                <a:cubicBezTo>
                  <a:pt x="1165" y="434"/>
                  <a:pt x="1167" y="434"/>
                  <a:pt x="1168" y="434"/>
                </a:cubicBezTo>
                <a:cubicBezTo>
                  <a:pt x="1169" y="433"/>
                  <a:pt x="1170" y="433"/>
                  <a:pt x="1170" y="433"/>
                </a:cubicBezTo>
                <a:cubicBezTo>
                  <a:pt x="1171" y="432"/>
                  <a:pt x="1172" y="432"/>
                  <a:pt x="1172" y="431"/>
                </a:cubicBezTo>
                <a:cubicBezTo>
                  <a:pt x="1173" y="431"/>
                  <a:pt x="1173" y="430"/>
                  <a:pt x="1173" y="429"/>
                </a:cubicBezTo>
                <a:cubicBezTo>
                  <a:pt x="1173" y="429"/>
                  <a:pt x="1173" y="428"/>
                  <a:pt x="1172" y="428"/>
                </a:cubicBezTo>
                <a:cubicBezTo>
                  <a:pt x="1172" y="427"/>
                  <a:pt x="1171" y="427"/>
                  <a:pt x="1171" y="426"/>
                </a:cubicBezTo>
                <a:cubicBezTo>
                  <a:pt x="1170" y="426"/>
                  <a:pt x="1169" y="426"/>
                  <a:pt x="1168" y="425"/>
                </a:cubicBezTo>
                <a:cubicBezTo>
                  <a:pt x="1167" y="425"/>
                  <a:pt x="1166" y="425"/>
                  <a:pt x="1164" y="425"/>
                </a:cubicBezTo>
                <a:cubicBezTo>
                  <a:pt x="1163" y="425"/>
                  <a:pt x="1162" y="425"/>
                  <a:pt x="1161" y="425"/>
                </a:cubicBezTo>
                <a:close/>
                <a:moveTo>
                  <a:pt x="2197" y="425"/>
                </a:moveTo>
                <a:cubicBezTo>
                  <a:pt x="2196" y="426"/>
                  <a:pt x="2196" y="426"/>
                  <a:pt x="2195" y="426"/>
                </a:cubicBezTo>
                <a:cubicBezTo>
                  <a:pt x="2194" y="427"/>
                  <a:pt x="2194" y="427"/>
                  <a:pt x="2193" y="428"/>
                </a:cubicBezTo>
                <a:cubicBezTo>
                  <a:pt x="2193" y="428"/>
                  <a:pt x="2193" y="429"/>
                  <a:pt x="2193" y="429"/>
                </a:cubicBezTo>
                <a:cubicBezTo>
                  <a:pt x="2193" y="430"/>
                  <a:pt x="2194" y="431"/>
                  <a:pt x="2194" y="431"/>
                </a:cubicBezTo>
                <a:cubicBezTo>
                  <a:pt x="2195" y="432"/>
                  <a:pt x="2196" y="432"/>
                  <a:pt x="2197" y="433"/>
                </a:cubicBezTo>
                <a:cubicBezTo>
                  <a:pt x="2197" y="433"/>
                  <a:pt x="2198" y="433"/>
                  <a:pt x="2200" y="434"/>
                </a:cubicBezTo>
                <a:cubicBezTo>
                  <a:pt x="2201" y="434"/>
                  <a:pt x="2202" y="434"/>
                  <a:pt x="2203" y="434"/>
                </a:cubicBezTo>
                <a:cubicBezTo>
                  <a:pt x="2204" y="434"/>
                  <a:pt x="2205" y="434"/>
                  <a:pt x="2206" y="434"/>
                </a:cubicBezTo>
                <a:cubicBezTo>
                  <a:pt x="2207" y="433"/>
                  <a:pt x="2208" y="433"/>
                  <a:pt x="2209" y="433"/>
                </a:cubicBezTo>
                <a:cubicBezTo>
                  <a:pt x="2209" y="432"/>
                  <a:pt x="2210" y="432"/>
                  <a:pt x="2210" y="431"/>
                </a:cubicBezTo>
                <a:cubicBezTo>
                  <a:pt x="2211" y="431"/>
                  <a:pt x="2211" y="430"/>
                  <a:pt x="2210" y="429"/>
                </a:cubicBezTo>
                <a:cubicBezTo>
                  <a:pt x="2210" y="429"/>
                  <a:pt x="2210" y="428"/>
                  <a:pt x="2209" y="428"/>
                </a:cubicBezTo>
                <a:cubicBezTo>
                  <a:pt x="2209" y="427"/>
                  <a:pt x="2208" y="427"/>
                  <a:pt x="2207" y="426"/>
                </a:cubicBezTo>
                <a:cubicBezTo>
                  <a:pt x="2206" y="426"/>
                  <a:pt x="2205" y="426"/>
                  <a:pt x="2204" y="425"/>
                </a:cubicBezTo>
                <a:cubicBezTo>
                  <a:pt x="2203" y="425"/>
                  <a:pt x="2202" y="425"/>
                  <a:pt x="2201" y="425"/>
                </a:cubicBezTo>
                <a:cubicBezTo>
                  <a:pt x="2199" y="425"/>
                  <a:pt x="2198" y="425"/>
                  <a:pt x="2197" y="425"/>
                </a:cubicBezTo>
                <a:close/>
                <a:moveTo>
                  <a:pt x="2068" y="425"/>
                </a:moveTo>
                <a:cubicBezTo>
                  <a:pt x="2067" y="426"/>
                  <a:pt x="2066" y="426"/>
                  <a:pt x="2065" y="426"/>
                </a:cubicBezTo>
                <a:cubicBezTo>
                  <a:pt x="2065" y="427"/>
                  <a:pt x="2064" y="427"/>
                  <a:pt x="2064" y="428"/>
                </a:cubicBezTo>
                <a:cubicBezTo>
                  <a:pt x="2063" y="428"/>
                  <a:pt x="2063" y="429"/>
                  <a:pt x="2064" y="429"/>
                </a:cubicBezTo>
                <a:cubicBezTo>
                  <a:pt x="2064" y="430"/>
                  <a:pt x="2064" y="431"/>
                  <a:pt x="2065" y="431"/>
                </a:cubicBezTo>
                <a:cubicBezTo>
                  <a:pt x="2065" y="432"/>
                  <a:pt x="2066" y="432"/>
                  <a:pt x="2067" y="433"/>
                </a:cubicBezTo>
                <a:cubicBezTo>
                  <a:pt x="2068" y="433"/>
                  <a:pt x="2069" y="433"/>
                  <a:pt x="2070" y="434"/>
                </a:cubicBezTo>
                <a:cubicBezTo>
                  <a:pt x="2071" y="434"/>
                  <a:pt x="2072" y="434"/>
                  <a:pt x="2073" y="434"/>
                </a:cubicBezTo>
                <a:cubicBezTo>
                  <a:pt x="2074" y="434"/>
                  <a:pt x="2075" y="434"/>
                  <a:pt x="2076" y="434"/>
                </a:cubicBezTo>
                <a:cubicBezTo>
                  <a:pt x="2077" y="433"/>
                  <a:pt x="2078" y="433"/>
                  <a:pt x="2079" y="433"/>
                </a:cubicBezTo>
                <a:cubicBezTo>
                  <a:pt x="2080" y="432"/>
                  <a:pt x="2080" y="432"/>
                  <a:pt x="2081" y="431"/>
                </a:cubicBezTo>
                <a:cubicBezTo>
                  <a:pt x="2081" y="431"/>
                  <a:pt x="2081" y="430"/>
                  <a:pt x="2081" y="429"/>
                </a:cubicBezTo>
                <a:cubicBezTo>
                  <a:pt x="2081" y="429"/>
                  <a:pt x="2080" y="428"/>
                  <a:pt x="2080" y="428"/>
                </a:cubicBezTo>
                <a:cubicBezTo>
                  <a:pt x="2079" y="427"/>
                  <a:pt x="2078" y="427"/>
                  <a:pt x="2077" y="426"/>
                </a:cubicBezTo>
                <a:cubicBezTo>
                  <a:pt x="2077" y="426"/>
                  <a:pt x="2076" y="426"/>
                  <a:pt x="2075" y="425"/>
                </a:cubicBezTo>
                <a:cubicBezTo>
                  <a:pt x="2073" y="425"/>
                  <a:pt x="2072" y="425"/>
                  <a:pt x="2071" y="425"/>
                </a:cubicBezTo>
                <a:cubicBezTo>
                  <a:pt x="2070" y="425"/>
                  <a:pt x="2069" y="425"/>
                  <a:pt x="2068" y="425"/>
                </a:cubicBezTo>
                <a:close/>
                <a:moveTo>
                  <a:pt x="2025" y="425"/>
                </a:moveTo>
                <a:cubicBezTo>
                  <a:pt x="2024" y="426"/>
                  <a:pt x="2023" y="426"/>
                  <a:pt x="2022" y="426"/>
                </a:cubicBezTo>
                <a:cubicBezTo>
                  <a:pt x="2021" y="427"/>
                  <a:pt x="2021" y="427"/>
                  <a:pt x="2021" y="428"/>
                </a:cubicBezTo>
                <a:cubicBezTo>
                  <a:pt x="2020" y="428"/>
                  <a:pt x="2020" y="429"/>
                  <a:pt x="2020" y="429"/>
                </a:cubicBezTo>
                <a:cubicBezTo>
                  <a:pt x="2020" y="430"/>
                  <a:pt x="2021" y="431"/>
                  <a:pt x="2021" y="431"/>
                </a:cubicBezTo>
                <a:cubicBezTo>
                  <a:pt x="2022" y="432"/>
                  <a:pt x="2023" y="432"/>
                  <a:pt x="2023" y="433"/>
                </a:cubicBezTo>
                <a:cubicBezTo>
                  <a:pt x="2024" y="433"/>
                  <a:pt x="2025" y="433"/>
                  <a:pt x="2026" y="434"/>
                </a:cubicBezTo>
                <a:cubicBezTo>
                  <a:pt x="2028" y="434"/>
                  <a:pt x="2029" y="434"/>
                  <a:pt x="2030" y="434"/>
                </a:cubicBezTo>
                <a:cubicBezTo>
                  <a:pt x="2031" y="434"/>
                  <a:pt x="2032" y="434"/>
                  <a:pt x="2033" y="434"/>
                </a:cubicBezTo>
                <a:cubicBezTo>
                  <a:pt x="2034" y="433"/>
                  <a:pt x="2035" y="433"/>
                  <a:pt x="2036" y="433"/>
                </a:cubicBezTo>
                <a:cubicBezTo>
                  <a:pt x="2036" y="432"/>
                  <a:pt x="2037" y="432"/>
                  <a:pt x="2037" y="431"/>
                </a:cubicBezTo>
                <a:cubicBezTo>
                  <a:pt x="2038" y="431"/>
                  <a:pt x="2038" y="430"/>
                  <a:pt x="2038" y="429"/>
                </a:cubicBezTo>
                <a:cubicBezTo>
                  <a:pt x="2037" y="429"/>
                  <a:pt x="2037" y="428"/>
                  <a:pt x="2036" y="428"/>
                </a:cubicBezTo>
                <a:cubicBezTo>
                  <a:pt x="2036" y="427"/>
                  <a:pt x="2035" y="427"/>
                  <a:pt x="2034" y="426"/>
                </a:cubicBezTo>
                <a:cubicBezTo>
                  <a:pt x="2033" y="426"/>
                  <a:pt x="2032" y="426"/>
                  <a:pt x="2031" y="425"/>
                </a:cubicBezTo>
                <a:cubicBezTo>
                  <a:pt x="2030" y="425"/>
                  <a:pt x="2029" y="425"/>
                  <a:pt x="2028" y="425"/>
                </a:cubicBezTo>
                <a:cubicBezTo>
                  <a:pt x="2027" y="425"/>
                  <a:pt x="2026" y="425"/>
                  <a:pt x="2025" y="425"/>
                </a:cubicBezTo>
                <a:close/>
                <a:moveTo>
                  <a:pt x="1809" y="425"/>
                </a:moveTo>
                <a:cubicBezTo>
                  <a:pt x="1808" y="426"/>
                  <a:pt x="1807" y="426"/>
                  <a:pt x="1806" y="426"/>
                </a:cubicBezTo>
                <a:cubicBezTo>
                  <a:pt x="1805" y="427"/>
                  <a:pt x="1805" y="427"/>
                  <a:pt x="1805" y="428"/>
                </a:cubicBezTo>
                <a:cubicBezTo>
                  <a:pt x="1804" y="428"/>
                  <a:pt x="1804" y="429"/>
                  <a:pt x="1804" y="429"/>
                </a:cubicBezTo>
                <a:cubicBezTo>
                  <a:pt x="1804" y="430"/>
                  <a:pt x="1805" y="431"/>
                  <a:pt x="1805" y="431"/>
                </a:cubicBezTo>
                <a:cubicBezTo>
                  <a:pt x="1806" y="432"/>
                  <a:pt x="1806" y="432"/>
                  <a:pt x="1807" y="433"/>
                </a:cubicBezTo>
                <a:cubicBezTo>
                  <a:pt x="1808" y="433"/>
                  <a:pt x="1809" y="433"/>
                  <a:pt x="1810" y="434"/>
                </a:cubicBezTo>
                <a:cubicBezTo>
                  <a:pt x="1811" y="434"/>
                  <a:pt x="1812" y="434"/>
                  <a:pt x="1814" y="434"/>
                </a:cubicBezTo>
                <a:cubicBezTo>
                  <a:pt x="1815" y="434"/>
                  <a:pt x="1816" y="434"/>
                  <a:pt x="1817" y="434"/>
                </a:cubicBezTo>
                <a:cubicBezTo>
                  <a:pt x="1818" y="433"/>
                  <a:pt x="1819" y="433"/>
                  <a:pt x="1819" y="433"/>
                </a:cubicBezTo>
                <a:cubicBezTo>
                  <a:pt x="1820" y="432"/>
                  <a:pt x="1821" y="432"/>
                  <a:pt x="1821" y="431"/>
                </a:cubicBezTo>
                <a:cubicBezTo>
                  <a:pt x="1821" y="431"/>
                  <a:pt x="1822" y="430"/>
                  <a:pt x="1821" y="429"/>
                </a:cubicBezTo>
                <a:cubicBezTo>
                  <a:pt x="1821" y="429"/>
                  <a:pt x="1821" y="428"/>
                  <a:pt x="1820" y="428"/>
                </a:cubicBezTo>
                <a:cubicBezTo>
                  <a:pt x="1820" y="427"/>
                  <a:pt x="1819" y="427"/>
                  <a:pt x="1818" y="426"/>
                </a:cubicBezTo>
                <a:cubicBezTo>
                  <a:pt x="1818" y="426"/>
                  <a:pt x="1817" y="426"/>
                  <a:pt x="1815" y="425"/>
                </a:cubicBezTo>
                <a:cubicBezTo>
                  <a:pt x="1814" y="425"/>
                  <a:pt x="1813" y="425"/>
                  <a:pt x="1812" y="425"/>
                </a:cubicBezTo>
                <a:cubicBezTo>
                  <a:pt x="1811" y="425"/>
                  <a:pt x="1810" y="425"/>
                  <a:pt x="1809" y="425"/>
                </a:cubicBezTo>
                <a:close/>
                <a:moveTo>
                  <a:pt x="541" y="437"/>
                </a:moveTo>
                <a:cubicBezTo>
                  <a:pt x="540" y="437"/>
                  <a:pt x="540" y="437"/>
                  <a:pt x="540" y="437"/>
                </a:cubicBezTo>
                <a:cubicBezTo>
                  <a:pt x="539" y="436"/>
                  <a:pt x="539" y="436"/>
                  <a:pt x="539" y="436"/>
                </a:cubicBezTo>
                <a:cubicBezTo>
                  <a:pt x="538" y="436"/>
                  <a:pt x="538" y="436"/>
                  <a:pt x="537" y="436"/>
                </a:cubicBezTo>
                <a:cubicBezTo>
                  <a:pt x="537" y="436"/>
                  <a:pt x="537" y="436"/>
                  <a:pt x="536" y="436"/>
                </a:cubicBezTo>
                <a:cubicBezTo>
                  <a:pt x="536" y="436"/>
                  <a:pt x="535" y="436"/>
                  <a:pt x="535" y="436"/>
                </a:cubicBezTo>
                <a:cubicBezTo>
                  <a:pt x="534" y="436"/>
                  <a:pt x="534" y="436"/>
                  <a:pt x="533" y="436"/>
                </a:cubicBezTo>
                <a:cubicBezTo>
                  <a:pt x="533" y="436"/>
                  <a:pt x="533" y="436"/>
                  <a:pt x="532" y="437"/>
                </a:cubicBezTo>
                <a:cubicBezTo>
                  <a:pt x="532" y="437"/>
                  <a:pt x="531" y="437"/>
                  <a:pt x="531" y="437"/>
                </a:cubicBezTo>
                <a:cubicBezTo>
                  <a:pt x="529" y="438"/>
                  <a:pt x="527" y="439"/>
                  <a:pt x="527" y="442"/>
                </a:cubicBezTo>
                <a:cubicBezTo>
                  <a:pt x="527" y="442"/>
                  <a:pt x="527" y="442"/>
                  <a:pt x="527" y="442"/>
                </a:cubicBezTo>
                <a:cubicBezTo>
                  <a:pt x="527" y="442"/>
                  <a:pt x="527" y="443"/>
                  <a:pt x="527" y="443"/>
                </a:cubicBezTo>
                <a:cubicBezTo>
                  <a:pt x="527" y="443"/>
                  <a:pt x="527" y="443"/>
                  <a:pt x="528" y="443"/>
                </a:cubicBezTo>
                <a:cubicBezTo>
                  <a:pt x="528" y="443"/>
                  <a:pt x="528" y="444"/>
                  <a:pt x="528" y="444"/>
                </a:cubicBezTo>
                <a:cubicBezTo>
                  <a:pt x="530" y="444"/>
                  <a:pt x="530" y="444"/>
                  <a:pt x="530" y="444"/>
                </a:cubicBezTo>
                <a:cubicBezTo>
                  <a:pt x="530" y="445"/>
                  <a:pt x="531" y="445"/>
                  <a:pt x="532" y="445"/>
                </a:cubicBezTo>
                <a:cubicBezTo>
                  <a:pt x="533" y="445"/>
                  <a:pt x="533" y="445"/>
                  <a:pt x="533" y="445"/>
                </a:cubicBezTo>
                <a:cubicBezTo>
                  <a:pt x="533" y="445"/>
                  <a:pt x="533" y="445"/>
                  <a:pt x="533" y="445"/>
                </a:cubicBezTo>
                <a:cubicBezTo>
                  <a:pt x="533" y="445"/>
                  <a:pt x="534" y="445"/>
                  <a:pt x="534" y="445"/>
                </a:cubicBezTo>
                <a:cubicBezTo>
                  <a:pt x="534" y="445"/>
                  <a:pt x="534" y="445"/>
                  <a:pt x="534" y="445"/>
                </a:cubicBezTo>
                <a:cubicBezTo>
                  <a:pt x="534" y="445"/>
                  <a:pt x="535" y="445"/>
                  <a:pt x="535" y="445"/>
                </a:cubicBezTo>
                <a:cubicBezTo>
                  <a:pt x="535" y="445"/>
                  <a:pt x="535" y="445"/>
                  <a:pt x="535" y="445"/>
                </a:cubicBezTo>
                <a:cubicBezTo>
                  <a:pt x="535" y="445"/>
                  <a:pt x="535" y="445"/>
                  <a:pt x="536" y="445"/>
                </a:cubicBezTo>
                <a:cubicBezTo>
                  <a:pt x="536" y="445"/>
                  <a:pt x="536" y="445"/>
                  <a:pt x="536" y="445"/>
                </a:cubicBezTo>
                <a:cubicBezTo>
                  <a:pt x="536" y="445"/>
                  <a:pt x="537" y="445"/>
                  <a:pt x="537" y="445"/>
                </a:cubicBezTo>
                <a:cubicBezTo>
                  <a:pt x="537" y="445"/>
                  <a:pt x="537" y="445"/>
                  <a:pt x="538" y="445"/>
                </a:cubicBezTo>
                <a:cubicBezTo>
                  <a:pt x="538" y="445"/>
                  <a:pt x="538" y="445"/>
                  <a:pt x="538" y="445"/>
                </a:cubicBezTo>
                <a:cubicBezTo>
                  <a:pt x="539" y="444"/>
                  <a:pt x="539" y="444"/>
                  <a:pt x="539" y="444"/>
                </a:cubicBezTo>
                <a:cubicBezTo>
                  <a:pt x="541" y="444"/>
                  <a:pt x="541" y="444"/>
                  <a:pt x="541" y="444"/>
                </a:cubicBezTo>
                <a:cubicBezTo>
                  <a:pt x="542" y="443"/>
                  <a:pt x="543" y="442"/>
                  <a:pt x="544" y="441"/>
                </a:cubicBezTo>
                <a:cubicBezTo>
                  <a:pt x="544" y="440"/>
                  <a:pt x="544" y="440"/>
                  <a:pt x="544" y="439"/>
                </a:cubicBezTo>
                <a:cubicBezTo>
                  <a:pt x="544" y="439"/>
                  <a:pt x="544" y="439"/>
                  <a:pt x="543" y="438"/>
                </a:cubicBezTo>
                <a:cubicBezTo>
                  <a:pt x="543" y="438"/>
                  <a:pt x="543" y="438"/>
                  <a:pt x="542" y="438"/>
                </a:cubicBezTo>
                <a:cubicBezTo>
                  <a:pt x="542" y="437"/>
                  <a:pt x="541" y="437"/>
                  <a:pt x="541" y="437"/>
                </a:cubicBezTo>
                <a:cubicBezTo>
                  <a:pt x="540" y="437"/>
                  <a:pt x="541" y="437"/>
                  <a:pt x="541" y="437"/>
                </a:cubicBezTo>
                <a:close/>
                <a:moveTo>
                  <a:pt x="627" y="437"/>
                </a:moveTo>
                <a:cubicBezTo>
                  <a:pt x="626" y="436"/>
                  <a:pt x="624" y="436"/>
                  <a:pt x="623" y="436"/>
                </a:cubicBezTo>
                <a:cubicBezTo>
                  <a:pt x="622" y="436"/>
                  <a:pt x="622" y="436"/>
                  <a:pt x="621" y="436"/>
                </a:cubicBezTo>
                <a:cubicBezTo>
                  <a:pt x="621" y="436"/>
                  <a:pt x="621" y="436"/>
                  <a:pt x="620" y="436"/>
                </a:cubicBezTo>
                <a:cubicBezTo>
                  <a:pt x="620" y="436"/>
                  <a:pt x="619" y="436"/>
                  <a:pt x="619" y="437"/>
                </a:cubicBezTo>
                <a:cubicBezTo>
                  <a:pt x="619" y="437"/>
                  <a:pt x="618" y="437"/>
                  <a:pt x="618" y="437"/>
                </a:cubicBezTo>
                <a:cubicBezTo>
                  <a:pt x="617" y="437"/>
                  <a:pt x="617" y="437"/>
                  <a:pt x="616" y="438"/>
                </a:cubicBezTo>
                <a:cubicBezTo>
                  <a:pt x="616" y="438"/>
                  <a:pt x="615" y="438"/>
                  <a:pt x="615" y="438"/>
                </a:cubicBezTo>
                <a:cubicBezTo>
                  <a:pt x="614" y="439"/>
                  <a:pt x="614" y="439"/>
                  <a:pt x="614" y="439"/>
                </a:cubicBezTo>
                <a:cubicBezTo>
                  <a:pt x="613" y="440"/>
                  <a:pt x="613" y="440"/>
                  <a:pt x="613" y="442"/>
                </a:cubicBezTo>
                <a:cubicBezTo>
                  <a:pt x="613" y="442"/>
                  <a:pt x="613" y="442"/>
                  <a:pt x="613" y="442"/>
                </a:cubicBezTo>
                <a:cubicBezTo>
                  <a:pt x="614" y="442"/>
                  <a:pt x="614" y="443"/>
                  <a:pt x="614" y="443"/>
                </a:cubicBezTo>
                <a:cubicBezTo>
                  <a:pt x="614" y="443"/>
                  <a:pt x="614" y="443"/>
                  <a:pt x="614" y="443"/>
                </a:cubicBezTo>
                <a:cubicBezTo>
                  <a:pt x="615" y="443"/>
                  <a:pt x="615" y="444"/>
                  <a:pt x="615" y="444"/>
                </a:cubicBezTo>
                <a:cubicBezTo>
                  <a:pt x="616" y="444"/>
                  <a:pt x="616" y="444"/>
                  <a:pt x="616" y="444"/>
                </a:cubicBezTo>
                <a:cubicBezTo>
                  <a:pt x="617" y="445"/>
                  <a:pt x="618" y="445"/>
                  <a:pt x="619" y="445"/>
                </a:cubicBezTo>
                <a:cubicBezTo>
                  <a:pt x="619" y="445"/>
                  <a:pt x="620" y="445"/>
                  <a:pt x="620" y="445"/>
                </a:cubicBezTo>
                <a:cubicBezTo>
                  <a:pt x="620" y="445"/>
                  <a:pt x="620" y="445"/>
                  <a:pt x="620" y="445"/>
                </a:cubicBezTo>
                <a:cubicBezTo>
                  <a:pt x="620" y="445"/>
                  <a:pt x="620" y="445"/>
                  <a:pt x="621" y="445"/>
                </a:cubicBezTo>
                <a:cubicBezTo>
                  <a:pt x="621" y="445"/>
                  <a:pt x="621" y="445"/>
                  <a:pt x="621" y="445"/>
                </a:cubicBezTo>
                <a:cubicBezTo>
                  <a:pt x="621" y="445"/>
                  <a:pt x="621" y="445"/>
                  <a:pt x="622" y="445"/>
                </a:cubicBezTo>
                <a:cubicBezTo>
                  <a:pt x="622" y="445"/>
                  <a:pt x="622" y="445"/>
                  <a:pt x="622" y="445"/>
                </a:cubicBezTo>
                <a:cubicBezTo>
                  <a:pt x="622" y="445"/>
                  <a:pt x="622" y="445"/>
                  <a:pt x="622" y="445"/>
                </a:cubicBezTo>
                <a:cubicBezTo>
                  <a:pt x="623" y="445"/>
                  <a:pt x="623" y="445"/>
                  <a:pt x="623" y="445"/>
                </a:cubicBezTo>
                <a:cubicBezTo>
                  <a:pt x="623" y="445"/>
                  <a:pt x="623" y="445"/>
                  <a:pt x="624" y="445"/>
                </a:cubicBezTo>
                <a:cubicBezTo>
                  <a:pt x="624" y="445"/>
                  <a:pt x="624" y="445"/>
                  <a:pt x="625" y="445"/>
                </a:cubicBezTo>
                <a:cubicBezTo>
                  <a:pt x="625" y="445"/>
                  <a:pt x="625" y="445"/>
                  <a:pt x="625" y="445"/>
                </a:cubicBezTo>
                <a:cubicBezTo>
                  <a:pt x="626" y="444"/>
                  <a:pt x="626" y="444"/>
                  <a:pt x="626" y="444"/>
                </a:cubicBezTo>
                <a:cubicBezTo>
                  <a:pt x="627" y="444"/>
                  <a:pt x="627" y="444"/>
                  <a:pt x="627" y="444"/>
                </a:cubicBezTo>
                <a:cubicBezTo>
                  <a:pt x="629" y="443"/>
                  <a:pt x="630" y="442"/>
                  <a:pt x="631" y="441"/>
                </a:cubicBezTo>
                <a:cubicBezTo>
                  <a:pt x="631" y="440"/>
                  <a:pt x="631" y="440"/>
                  <a:pt x="631" y="439"/>
                </a:cubicBezTo>
                <a:cubicBezTo>
                  <a:pt x="630" y="439"/>
                  <a:pt x="630" y="439"/>
                  <a:pt x="630" y="438"/>
                </a:cubicBezTo>
                <a:cubicBezTo>
                  <a:pt x="630" y="438"/>
                  <a:pt x="629" y="438"/>
                  <a:pt x="629" y="438"/>
                </a:cubicBezTo>
                <a:cubicBezTo>
                  <a:pt x="628" y="437"/>
                  <a:pt x="628" y="437"/>
                  <a:pt x="627" y="437"/>
                </a:cubicBezTo>
                <a:cubicBezTo>
                  <a:pt x="627" y="437"/>
                  <a:pt x="628" y="437"/>
                  <a:pt x="627" y="437"/>
                </a:cubicBezTo>
                <a:close/>
                <a:moveTo>
                  <a:pt x="584" y="437"/>
                </a:moveTo>
                <a:cubicBezTo>
                  <a:pt x="583" y="437"/>
                  <a:pt x="582" y="436"/>
                  <a:pt x="581" y="436"/>
                </a:cubicBezTo>
                <a:cubicBezTo>
                  <a:pt x="581" y="436"/>
                  <a:pt x="581" y="436"/>
                  <a:pt x="581" y="436"/>
                </a:cubicBezTo>
                <a:cubicBezTo>
                  <a:pt x="581" y="436"/>
                  <a:pt x="580" y="436"/>
                  <a:pt x="580" y="436"/>
                </a:cubicBezTo>
                <a:cubicBezTo>
                  <a:pt x="580" y="436"/>
                  <a:pt x="580" y="436"/>
                  <a:pt x="580" y="436"/>
                </a:cubicBezTo>
                <a:cubicBezTo>
                  <a:pt x="580" y="436"/>
                  <a:pt x="580" y="436"/>
                  <a:pt x="579" y="436"/>
                </a:cubicBezTo>
                <a:cubicBezTo>
                  <a:pt x="579" y="436"/>
                  <a:pt x="579" y="436"/>
                  <a:pt x="578" y="436"/>
                </a:cubicBezTo>
                <a:cubicBezTo>
                  <a:pt x="578" y="436"/>
                  <a:pt x="577" y="436"/>
                  <a:pt x="577" y="436"/>
                </a:cubicBezTo>
                <a:cubicBezTo>
                  <a:pt x="576" y="436"/>
                  <a:pt x="576" y="436"/>
                  <a:pt x="576" y="437"/>
                </a:cubicBezTo>
                <a:cubicBezTo>
                  <a:pt x="575" y="437"/>
                  <a:pt x="575" y="437"/>
                  <a:pt x="574" y="437"/>
                </a:cubicBezTo>
                <a:cubicBezTo>
                  <a:pt x="574" y="437"/>
                  <a:pt x="573" y="437"/>
                  <a:pt x="573" y="438"/>
                </a:cubicBezTo>
                <a:cubicBezTo>
                  <a:pt x="572" y="438"/>
                  <a:pt x="572" y="438"/>
                  <a:pt x="571" y="438"/>
                </a:cubicBezTo>
                <a:cubicBezTo>
                  <a:pt x="571" y="439"/>
                  <a:pt x="571" y="439"/>
                  <a:pt x="570" y="439"/>
                </a:cubicBezTo>
                <a:cubicBezTo>
                  <a:pt x="570" y="440"/>
                  <a:pt x="570" y="440"/>
                  <a:pt x="570" y="442"/>
                </a:cubicBezTo>
                <a:cubicBezTo>
                  <a:pt x="570" y="442"/>
                  <a:pt x="570" y="442"/>
                  <a:pt x="570" y="442"/>
                </a:cubicBezTo>
                <a:cubicBezTo>
                  <a:pt x="570" y="442"/>
                  <a:pt x="570" y="443"/>
                  <a:pt x="570" y="443"/>
                </a:cubicBezTo>
                <a:cubicBezTo>
                  <a:pt x="571" y="443"/>
                  <a:pt x="571" y="443"/>
                  <a:pt x="571" y="443"/>
                </a:cubicBezTo>
                <a:cubicBezTo>
                  <a:pt x="571" y="443"/>
                  <a:pt x="572" y="444"/>
                  <a:pt x="572" y="444"/>
                </a:cubicBezTo>
                <a:cubicBezTo>
                  <a:pt x="573" y="444"/>
                  <a:pt x="573" y="444"/>
                  <a:pt x="573" y="444"/>
                </a:cubicBezTo>
                <a:cubicBezTo>
                  <a:pt x="574" y="445"/>
                  <a:pt x="575" y="445"/>
                  <a:pt x="576" y="445"/>
                </a:cubicBezTo>
                <a:cubicBezTo>
                  <a:pt x="576" y="445"/>
                  <a:pt x="576" y="445"/>
                  <a:pt x="576" y="445"/>
                </a:cubicBezTo>
                <a:cubicBezTo>
                  <a:pt x="577" y="445"/>
                  <a:pt x="577" y="445"/>
                  <a:pt x="577" y="445"/>
                </a:cubicBezTo>
                <a:cubicBezTo>
                  <a:pt x="577" y="445"/>
                  <a:pt x="577" y="445"/>
                  <a:pt x="577" y="445"/>
                </a:cubicBezTo>
                <a:cubicBezTo>
                  <a:pt x="577" y="445"/>
                  <a:pt x="578" y="445"/>
                  <a:pt x="578" y="445"/>
                </a:cubicBezTo>
                <a:cubicBezTo>
                  <a:pt x="578" y="445"/>
                  <a:pt x="578" y="445"/>
                  <a:pt x="578" y="445"/>
                </a:cubicBezTo>
                <a:cubicBezTo>
                  <a:pt x="578" y="445"/>
                  <a:pt x="578" y="445"/>
                  <a:pt x="579" y="445"/>
                </a:cubicBezTo>
                <a:cubicBezTo>
                  <a:pt x="579" y="445"/>
                  <a:pt x="579" y="445"/>
                  <a:pt x="579" y="445"/>
                </a:cubicBezTo>
                <a:cubicBezTo>
                  <a:pt x="579" y="445"/>
                  <a:pt x="579" y="445"/>
                  <a:pt x="579" y="445"/>
                </a:cubicBezTo>
                <a:cubicBezTo>
                  <a:pt x="580" y="445"/>
                  <a:pt x="580" y="445"/>
                  <a:pt x="580" y="445"/>
                </a:cubicBezTo>
                <a:cubicBezTo>
                  <a:pt x="581" y="445"/>
                  <a:pt x="581" y="445"/>
                  <a:pt x="581" y="445"/>
                </a:cubicBezTo>
                <a:cubicBezTo>
                  <a:pt x="581" y="445"/>
                  <a:pt x="582" y="445"/>
                  <a:pt x="582" y="445"/>
                </a:cubicBezTo>
                <a:cubicBezTo>
                  <a:pt x="582" y="444"/>
                  <a:pt x="582" y="444"/>
                  <a:pt x="583" y="444"/>
                </a:cubicBezTo>
                <a:cubicBezTo>
                  <a:pt x="584" y="444"/>
                  <a:pt x="584" y="444"/>
                  <a:pt x="584" y="444"/>
                </a:cubicBezTo>
                <a:cubicBezTo>
                  <a:pt x="586" y="443"/>
                  <a:pt x="587" y="442"/>
                  <a:pt x="587" y="441"/>
                </a:cubicBezTo>
                <a:cubicBezTo>
                  <a:pt x="587" y="440"/>
                  <a:pt x="587" y="440"/>
                  <a:pt x="587" y="439"/>
                </a:cubicBezTo>
                <a:cubicBezTo>
                  <a:pt x="587" y="439"/>
                  <a:pt x="587" y="439"/>
                  <a:pt x="587" y="438"/>
                </a:cubicBezTo>
                <a:cubicBezTo>
                  <a:pt x="586" y="438"/>
                  <a:pt x="586" y="438"/>
                  <a:pt x="586" y="438"/>
                </a:cubicBezTo>
                <a:cubicBezTo>
                  <a:pt x="585" y="437"/>
                  <a:pt x="585" y="437"/>
                  <a:pt x="584" y="437"/>
                </a:cubicBezTo>
                <a:cubicBezTo>
                  <a:pt x="584" y="437"/>
                  <a:pt x="585" y="437"/>
                  <a:pt x="584" y="437"/>
                </a:cubicBezTo>
                <a:close/>
                <a:moveTo>
                  <a:pt x="1234" y="437"/>
                </a:moveTo>
                <a:cubicBezTo>
                  <a:pt x="1234" y="437"/>
                  <a:pt x="1233" y="437"/>
                  <a:pt x="1233" y="437"/>
                </a:cubicBezTo>
                <a:cubicBezTo>
                  <a:pt x="1233" y="436"/>
                  <a:pt x="1232" y="436"/>
                  <a:pt x="1232" y="436"/>
                </a:cubicBezTo>
                <a:cubicBezTo>
                  <a:pt x="1231" y="436"/>
                  <a:pt x="1231" y="436"/>
                  <a:pt x="1230" y="436"/>
                </a:cubicBezTo>
                <a:cubicBezTo>
                  <a:pt x="1230" y="436"/>
                  <a:pt x="1230" y="436"/>
                  <a:pt x="1229" y="436"/>
                </a:cubicBezTo>
                <a:cubicBezTo>
                  <a:pt x="1229" y="436"/>
                  <a:pt x="1228" y="436"/>
                  <a:pt x="1228" y="436"/>
                </a:cubicBezTo>
                <a:cubicBezTo>
                  <a:pt x="1227" y="436"/>
                  <a:pt x="1227" y="436"/>
                  <a:pt x="1227" y="436"/>
                </a:cubicBezTo>
                <a:cubicBezTo>
                  <a:pt x="1226" y="436"/>
                  <a:pt x="1226" y="436"/>
                  <a:pt x="1225" y="437"/>
                </a:cubicBezTo>
                <a:cubicBezTo>
                  <a:pt x="1225" y="437"/>
                  <a:pt x="1225" y="437"/>
                  <a:pt x="1224" y="437"/>
                </a:cubicBezTo>
                <a:cubicBezTo>
                  <a:pt x="1222" y="438"/>
                  <a:pt x="1220" y="439"/>
                  <a:pt x="1221" y="442"/>
                </a:cubicBezTo>
                <a:cubicBezTo>
                  <a:pt x="1221" y="443"/>
                  <a:pt x="1222" y="443"/>
                  <a:pt x="1223" y="444"/>
                </a:cubicBezTo>
                <a:cubicBezTo>
                  <a:pt x="1224" y="444"/>
                  <a:pt x="1224" y="444"/>
                  <a:pt x="1224" y="444"/>
                </a:cubicBezTo>
                <a:cubicBezTo>
                  <a:pt x="1225" y="445"/>
                  <a:pt x="1226" y="445"/>
                  <a:pt x="1227" y="445"/>
                </a:cubicBezTo>
                <a:cubicBezTo>
                  <a:pt x="1227" y="445"/>
                  <a:pt x="1228" y="445"/>
                  <a:pt x="1228" y="445"/>
                </a:cubicBezTo>
                <a:cubicBezTo>
                  <a:pt x="1228" y="445"/>
                  <a:pt x="1228" y="445"/>
                  <a:pt x="1228" y="445"/>
                </a:cubicBezTo>
                <a:cubicBezTo>
                  <a:pt x="1228" y="445"/>
                  <a:pt x="1228" y="445"/>
                  <a:pt x="1229" y="445"/>
                </a:cubicBezTo>
                <a:cubicBezTo>
                  <a:pt x="1229" y="445"/>
                  <a:pt x="1229" y="445"/>
                  <a:pt x="1229" y="445"/>
                </a:cubicBezTo>
                <a:cubicBezTo>
                  <a:pt x="1229" y="445"/>
                  <a:pt x="1229" y="445"/>
                  <a:pt x="1229" y="445"/>
                </a:cubicBezTo>
                <a:cubicBezTo>
                  <a:pt x="1230" y="445"/>
                  <a:pt x="1230" y="445"/>
                  <a:pt x="1230" y="445"/>
                </a:cubicBezTo>
                <a:cubicBezTo>
                  <a:pt x="1230" y="445"/>
                  <a:pt x="1230" y="445"/>
                  <a:pt x="1230" y="445"/>
                </a:cubicBezTo>
                <a:cubicBezTo>
                  <a:pt x="1231" y="445"/>
                  <a:pt x="1231" y="445"/>
                  <a:pt x="1231" y="445"/>
                </a:cubicBezTo>
                <a:cubicBezTo>
                  <a:pt x="1231" y="445"/>
                  <a:pt x="1231" y="445"/>
                  <a:pt x="1232" y="445"/>
                </a:cubicBezTo>
                <a:cubicBezTo>
                  <a:pt x="1232" y="445"/>
                  <a:pt x="1232" y="445"/>
                  <a:pt x="1232" y="445"/>
                </a:cubicBezTo>
                <a:cubicBezTo>
                  <a:pt x="1233" y="445"/>
                  <a:pt x="1233" y="445"/>
                  <a:pt x="1233" y="445"/>
                </a:cubicBezTo>
                <a:cubicBezTo>
                  <a:pt x="1233" y="444"/>
                  <a:pt x="1234" y="444"/>
                  <a:pt x="1234" y="444"/>
                </a:cubicBezTo>
                <a:cubicBezTo>
                  <a:pt x="1235" y="444"/>
                  <a:pt x="1235" y="444"/>
                  <a:pt x="1235" y="444"/>
                </a:cubicBezTo>
                <a:cubicBezTo>
                  <a:pt x="1237" y="443"/>
                  <a:pt x="1237" y="442"/>
                  <a:pt x="1238" y="441"/>
                </a:cubicBezTo>
                <a:cubicBezTo>
                  <a:pt x="1238" y="440"/>
                  <a:pt x="1238" y="440"/>
                  <a:pt x="1237" y="439"/>
                </a:cubicBezTo>
                <a:cubicBezTo>
                  <a:pt x="1237" y="439"/>
                  <a:pt x="1237" y="439"/>
                  <a:pt x="1237" y="438"/>
                </a:cubicBezTo>
                <a:cubicBezTo>
                  <a:pt x="1236" y="438"/>
                  <a:pt x="1236" y="438"/>
                  <a:pt x="1236" y="438"/>
                </a:cubicBezTo>
                <a:cubicBezTo>
                  <a:pt x="1235" y="437"/>
                  <a:pt x="1235" y="437"/>
                  <a:pt x="1234" y="437"/>
                </a:cubicBezTo>
                <a:cubicBezTo>
                  <a:pt x="1234" y="437"/>
                  <a:pt x="1235" y="437"/>
                  <a:pt x="1234" y="437"/>
                </a:cubicBezTo>
                <a:close/>
                <a:moveTo>
                  <a:pt x="1147" y="437"/>
                </a:moveTo>
                <a:cubicBezTo>
                  <a:pt x="1147" y="437"/>
                  <a:pt x="1147" y="437"/>
                  <a:pt x="1146" y="437"/>
                </a:cubicBezTo>
                <a:cubicBezTo>
                  <a:pt x="1146" y="436"/>
                  <a:pt x="1145" y="436"/>
                  <a:pt x="1145" y="436"/>
                </a:cubicBezTo>
                <a:cubicBezTo>
                  <a:pt x="1145" y="436"/>
                  <a:pt x="1144" y="436"/>
                  <a:pt x="1144" y="436"/>
                </a:cubicBezTo>
                <a:cubicBezTo>
                  <a:pt x="1143" y="436"/>
                  <a:pt x="1143" y="436"/>
                  <a:pt x="1142" y="436"/>
                </a:cubicBezTo>
                <a:cubicBezTo>
                  <a:pt x="1142" y="436"/>
                  <a:pt x="1142" y="436"/>
                  <a:pt x="1141" y="436"/>
                </a:cubicBezTo>
                <a:cubicBezTo>
                  <a:pt x="1141" y="436"/>
                  <a:pt x="1140" y="436"/>
                  <a:pt x="1140" y="436"/>
                </a:cubicBezTo>
                <a:cubicBezTo>
                  <a:pt x="1140" y="436"/>
                  <a:pt x="1139" y="436"/>
                  <a:pt x="1139" y="437"/>
                </a:cubicBezTo>
                <a:cubicBezTo>
                  <a:pt x="1138" y="437"/>
                  <a:pt x="1138" y="437"/>
                  <a:pt x="1138" y="437"/>
                </a:cubicBezTo>
                <a:cubicBezTo>
                  <a:pt x="1137" y="437"/>
                  <a:pt x="1137" y="437"/>
                  <a:pt x="1136" y="438"/>
                </a:cubicBezTo>
                <a:cubicBezTo>
                  <a:pt x="1136" y="438"/>
                  <a:pt x="1135" y="438"/>
                  <a:pt x="1135" y="438"/>
                </a:cubicBezTo>
                <a:cubicBezTo>
                  <a:pt x="1134" y="439"/>
                  <a:pt x="1134" y="439"/>
                  <a:pt x="1134" y="439"/>
                </a:cubicBezTo>
                <a:cubicBezTo>
                  <a:pt x="1134" y="440"/>
                  <a:pt x="1134" y="440"/>
                  <a:pt x="1134" y="442"/>
                </a:cubicBezTo>
                <a:cubicBezTo>
                  <a:pt x="1134" y="442"/>
                  <a:pt x="1134" y="442"/>
                  <a:pt x="1134" y="442"/>
                </a:cubicBezTo>
                <a:cubicBezTo>
                  <a:pt x="1134" y="442"/>
                  <a:pt x="1134" y="443"/>
                  <a:pt x="1135" y="443"/>
                </a:cubicBezTo>
                <a:cubicBezTo>
                  <a:pt x="1135" y="443"/>
                  <a:pt x="1135" y="443"/>
                  <a:pt x="1135" y="443"/>
                </a:cubicBezTo>
                <a:cubicBezTo>
                  <a:pt x="1136" y="443"/>
                  <a:pt x="1136" y="444"/>
                  <a:pt x="1136" y="444"/>
                </a:cubicBezTo>
                <a:cubicBezTo>
                  <a:pt x="1137" y="444"/>
                  <a:pt x="1137" y="444"/>
                  <a:pt x="1137" y="444"/>
                </a:cubicBezTo>
                <a:cubicBezTo>
                  <a:pt x="1138" y="445"/>
                  <a:pt x="1139" y="445"/>
                  <a:pt x="1140" y="445"/>
                </a:cubicBezTo>
                <a:cubicBezTo>
                  <a:pt x="1141" y="445"/>
                  <a:pt x="1141" y="445"/>
                  <a:pt x="1141" y="445"/>
                </a:cubicBezTo>
                <a:cubicBezTo>
                  <a:pt x="1141" y="445"/>
                  <a:pt x="1141" y="445"/>
                  <a:pt x="1141" y="445"/>
                </a:cubicBezTo>
                <a:cubicBezTo>
                  <a:pt x="1141" y="445"/>
                  <a:pt x="1142" y="445"/>
                  <a:pt x="1142" y="445"/>
                </a:cubicBezTo>
                <a:cubicBezTo>
                  <a:pt x="1142" y="445"/>
                  <a:pt x="1142" y="445"/>
                  <a:pt x="1142" y="445"/>
                </a:cubicBezTo>
                <a:cubicBezTo>
                  <a:pt x="1142" y="445"/>
                  <a:pt x="1142" y="445"/>
                  <a:pt x="1143" y="445"/>
                </a:cubicBezTo>
                <a:cubicBezTo>
                  <a:pt x="1143" y="445"/>
                  <a:pt x="1143" y="445"/>
                  <a:pt x="1143" y="445"/>
                </a:cubicBezTo>
                <a:cubicBezTo>
                  <a:pt x="1143" y="445"/>
                  <a:pt x="1143" y="445"/>
                  <a:pt x="1143" y="445"/>
                </a:cubicBezTo>
                <a:cubicBezTo>
                  <a:pt x="1144" y="445"/>
                  <a:pt x="1144" y="445"/>
                  <a:pt x="1144" y="445"/>
                </a:cubicBezTo>
                <a:cubicBezTo>
                  <a:pt x="1144" y="445"/>
                  <a:pt x="1145" y="445"/>
                  <a:pt x="1145" y="445"/>
                </a:cubicBezTo>
                <a:cubicBezTo>
                  <a:pt x="1145" y="445"/>
                  <a:pt x="1145" y="445"/>
                  <a:pt x="1146" y="445"/>
                </a:cubicBezTo>
                <a:cubicBezTo>
                  <a:pt x="1146" y="445"/>
                  <a:pt x="1146" y="445"/>
                  <a:pt x="1146" y="445"/>
                </a:cubicBezTo>
                <a:cubicBezTo>
                  <a:pt x="1147" y="444"/>
                  <a:pt x="1147" y="444"/>
                  <a:pt x="1147" y="444"/>
                </a:cubicBezTo>
                <a:cubicBezTo>
                  <a:pt x="1148" y="444"/>
                  <a:pt x="1148" y="444"/>
                  <a:pt x="1148" y="444"/>
                </a:cubicBezTo>
                <a:cubicBezTo>
                  <a:pt x="1150" y="443"/>
                  <a:pt x="1151" y="442"/>
                  <a:pt x="1151" y="441"/>
                </a:cubicBezTo>
                <a:cubicBezTo>
                  <a:pt x="1151" y="440"/>
                  <a:pt x="1151" y="440"/>
                  <a:pt x="1151" y="439"/>
                </a:cubicBezTo>
                <a:cubicBezTo>
                  <a:pt x="1151" y="439"/>
                  <a:pt x="1150" y="439"/>
                  <a:pt x="1150" y="438"/>
                </a:cubicBezTo>
                <a:cubicBezTo>
                  <a:pt x="1150" y="438"/>
                  <a:pt x="1149" y="438"/>
                  <a:pt x="1149" y="438"/>
                </a:cubicBezTo>
                <a:cubicBezTo>
                  <a:pt x="1148" y="437"/>
                  <a:pt x="1148" y="437"/>
                  <a:pt x="1147" y="437"/>
                </a:cubicBezTo>
                <a:cubicBezTo>
                  <a:pt x="1147" y="437"/>
                  <a:pt x="1148" y="437"/>
                  <a:pt x="1147" y="437"/>
                </a:cubicBezTo>
                <a:close/>
                <a:moveTo>
                  <a:pt x="1494" y="437"/>
                </a:moveTo>
                <a:cubicBezTo>
                  <a:pt x="1492" y="436"/>
                  <a:pt x="1491" y="436"/>
                  <a:pt x="1489" y="436"/>
                </a:cubicBezTo>
                <a:cubicBezTo>
                  <a:pt x="1489" y="436"/>
                  <a:pt x="1488" y="436"/>
                  <a:pt x="1488" y="436"/>
                </a:cubicBezTo>
                <a:cubicBezTo>
                  <a:pt x="1487" y="436"/>
                  <a:pt x="1487" y="436"/>
                  <a:pt x="1486" y="436"/>
                </a:cubicBezTo>
                <a:cubicBezTo>
                  <a:pt x="1486" y="436"/>
                  <a:pt x="1486" y="436"/>
                  <a:pt x="1485" y="437"/>
                </a:cubicBezTo>
                <a:cubicBezTo>
                  <a:pt x="1485" y="437"/>
                  <a:pt x="1485" y="437"/>
                  <a:pt x="1484" y="437"/>
                </a:cubicBezTo>
                <a:cubicBezTo>
                  <a:pt x="1484" y="437"/>
                  <a:pt x="1483" y="437"/>
                  <a:pt x="1483" y="438"/>
                </a:cubicBezTo>
                <a:cubicBezTo>
                  <a:pt x="1482" y="438"/>
                  <a:pt x="1482" y="438"/>
                  <a:pt x="1482" y="438"/>
                </a:cubicBezTo>
                <a:cubicBezTo>
                  <a:pt x="1481" y="439"/>
                  <a:pt x="1481" y="439"/>
                  <a:pt x="1481" y="439"/>
                </a:cubicBezTo>
                <a:cubicBezTo>
                  <a:pt x="1481" y="440"/>
                  <a:pt x="1481" y="440"/>
                  <a:pt x="1481" y="442"/>
                </a:cubicBezTo>
                <a:cubicBezTo>
                  <a:pt x="1481" y="442"/>
                  <a:pt x="1481" y="442"/>
                  <a:pt x="1481" y="442"/>
                </a:cubicBezTo>
                <a:cubicBezTo>
                  <a:pt x="1481" y="442"/>
                  <a:pt x="1482" y="443"/>
                  <a:pt x="1482" y="443"/>
                </a:cubicBezTo>
                <a:cubicBezTo>
                  <a:pt x="1482" y="443"/>
                  <a:pt x="1482" y="443"/>
                  <a:pt x="1483" y="443"/>
                </a:cubicBezTo>
                <a:cubicBezTo>
                  <a:pt x="1483" y="443"/>
                  <a:pt x="1483" y="444"/>
                  <a:pt x="1483" y="444"/>
                </a:cubicBezTo>
                <a:cubicBezTo>
                  <a:pt x="1485" y="444"/>
                  <a:pt x="1485" y="444"/>
                  <a:pt x="1485" y="444"/>
                </a:cubicBezTo>
                <a:cubicBezTo>
                  <a:pt x="1486" y="445"/>
                  <a:pt x="1487" y="445"/>
                  <a:pt x="1488" y="445"/>
                </a:cubicBezTo>
                <a:cubicBezTo>
                  <a:pt x="1488" y="445"/>
                  <a:pt x="1488" y="445"/>
                  <a:pt x="1488" y="445"/>
                </a:cubicBezTo>
                <a:cubicBezTo>
                  <a:pt x="1488" y="445"/>
                  <a:pt x="1489" y="445"/>
                  <a:pt x="1489" y="445"/>
                </a:cubicBezTo>
                <a:cubicBezTo>
                  <a:pt x="1489" y="445"/>
                  <a:pt x="1489" y="445"/>
                  <a:pt x="1489" y="445"/>
                </a:cubicBezTo>
                <a:cubicBezTo>
                  <a:pt x="1489" y="445"/>
                  <a:pt x="1489" y="445"/>
                  <a:pt x="1490" y="445"/>
                </a:cubicBezTo>
                <a:cubicBezTo>
                  <a:pt x="1490" y="445"/>
                  <a:pt x="1490" y="445"/>
                  <a:pt x="1490" y="445"/>
                </a:cubicBezTo>
                <a:cubicBezTo>
                  <a:pt x="1490" y="445"/>
                  <a:pt x="1490" y="445"/>
                  <a:pt x="1490" y="445"/>
                </a:cubicBezTo>
                <a:cubicBezTo>
                  <a:pt x="1491" y="445"/>
                  <a:pt x="1491" y="445"/>
                  <a:pt x="1491" y="445"/>
                </a:cubicBezTo>
                <a:cubicBezTo>
                  <a:pt x="1491" y="445"/>
                  <a:pt x="1491" y="445"/>
                  <a:pt x="1491" y="445"/>
                </a:cubicBezTo>
                <a:cubicBezTo>
                  <a:pt x="1492" y="445"/>
                  <a:pt x="1492" y="445"/>
                  <a:pt x="1492" y="445"/>
                </a:cubicBezTo>
                <a:cubicBezTo>
                  <a:pt x="1492" y="445"/>
                  <a:pt x="1493" y="445"/>
                  <a:pt x="1493" y="445"/>
                </a:cubicBezTo>
                <a:cubicBezTo>
                  <a:pt x="1493" y="445"/>
                  <a:pt x="1493" y="445"/>
                  <a:pt x="1494" y="445"/>
                </a:cubicBezTo>
                <a:cubicBezTo>
                  <a:pt x="1494" y="444"/>
                  <a:pt x="1494" y="444"/>
                  <a:pt x="1494" y="444"/>
                </a:cubicBezTo>
                <a:cubicBezTo>
                  <a:pt x="1496" y="444"/>
                  <a:pt x="1496" y="444"/>
                  <a:pt x="1496" y="444"/>
                </a:cubicBezTo>
                <a:cubicBezTo>
                  <a:pt x="1497" y="443"/>
                  <a:pt x="1498" y="442"/>
                  <a:pt x="1498" y="441"/>
                </a:cubicBezTo>
                <a:cubicBezTo>
                  <a:pt x="1498" y="440"/>
                  <a:pt x="1498" y="440"/>
                  <a:pt x="1498" y="439"/>
                </a:cubicBezTo>
                <a:cubicBezTo>
                  <a:pt x="1497" y="439"/>
                  <a:pt x="1497" y="439"/>
                  <a:pt x="1497" y="438"/>
                </a:cubicBezTo>
                <a:cubicBezTo>
                  <a:pt x="1496" y="438"/>
                  <a:pt x="1496" y="438"/>
                  <a:pt x="1496" y="438"/>
                </a:cubicBezTo>
                <a:cubicBezTo>
                  <a:pt x="1495" y="437"/>
                  <a:pt x="1494" y="437"/>
                  <a:pt x="1494" y="437"/>
                </a:cubicBezTo>
                <a:cubicBezTo>
                  <a:pt x="1494" y="437"/>
                  <a:pt x="1494" y="437"/>
                  <a:pt x="1494" y="437"/>
                </a:cubicBezTo>
                <a:close/>
                <a:moveTo>
                  <a:pt x="1407" y="437"/>
                </a:moveTo>
                <a:cubicBezTo>
                  <a:pt x="1407" y="437"/>
                  <a:pt x="1407" y="437"/>
                  <a:pt x="1406" y="437"/>
                </a:cubicBezTo>
                <a:cubicBezTo>
                  <a:pt x="1406" y="436"/>
                  <a:pt x="1405" y="436"/>
                  <a:pt x="1405" y="436"/>
                </a:cubicBezTo>
                <a:cubicBezTo>
                  <a:pt x="1405" y="436"/>
                  <a:pt x="1404" y="436"/>
                  <a:pt x="1404" y="436"/>
                </a:cubicBezTo>
                <a:cubicBezTo>
                  <a:pt x="1403" y="436"/>
                  <a:pt x="1403" y="436"/>
                  <a:pt x="1402" y="436"/>
                </a:cubicBezTo>
                <a:cubicBezTo>
                  <a:pt x="1402" y="436"/>
                  <a:pt x="1401" y="436"/>
                  <a:pt x="1401" y="436"/>
                </a:cubicBezTo>
                <a:cubicBezTo>
                  <a:pt x="1401" y="436"/>
                  <a:pt x="1400" y="436"/>
                  <a:pt x="1400" y="436"/>
                </a:cubicBezTo>
                <a:cubicBezTo>
                  <a:pt x="1399" y="436"/>
                  <a:pt x="1399" y="436"/>
                  <a:pt x="1399" y="437"/>
                </a:cubicBezTo>
                <a:cubicBezTo>
                  <a:pt x="1398" y="437"/>
                  <a:pt x="1398" y="437"/>
                  <a:pt x="1398" y="437"/>
                </a:cubicBezTo>
                <a:cubicBezTo>
                  <a:pt x="1395" y="438"/>
                  <a:pt x="1394" y="439"/>
                  <a:pt x="1394" y="442"/>
                </a:cubicBezTo>
                <a:cubicBezTo>
                  <a:pt x="1394" y="442"/>
                  <a:pt x="1394" y="442"/>
                  <a:pt x="1395" y="442"/>
                </a:cubicBezTo>
                <a:cubicBezTo>
                  <a:pt x="1395" y="442"/>
                  <a:pt x="1395" y="443"/>
                  <a:pt x="1395" y="443"/>
                </a:cubicBezTo>
                <a:cubicBezTo>
                  <a:pt x="1395" y="443"/>
                  <a:pt x="1395" y="443"/>
                  <a:pt x="1396" y="443"/>
                </a:cubicBezTo>
                <a:cubicBezTo>
                  <a:pt x="1396" y="443"/>
                  <a:pt x="1396" y="444"/>
                  <a:pt x="1397" y="444"/>
                </a:cubicBezTo>
                <a:cubicBezTo>
                  <a:pt x="1398" y="444"/>
                  <a:pt x="1398" y="444"/>
                  <a:pt x="1398" y="444"/>
                </a:cubicBezTo>
                <a:cubicBezTo>
                  <a:pt x="1399" y="445"/>
                  <a:pt x="1400" y="445"/>
                  <a:pt x="1401" y="445"/>
                </a:cubicBezTo>
                <a:cubicBezTo>
                  <a:pt x="1401" y="445"/>
                  <a:pt x="1401" y="445"/>
                  <a:pt x="1401" y="445"/>
                </a:cubicBezTo>
                <a:cubicBezTo>
                  <a:pt x="1402" y="445"/>
                  <a:pt x="1402" y="445"/>
                  <a:pt x="1402" y="445"/>
                </a:cubicBezTo>
                <a:cubicBezTo>
                  <a:pt x="1402" y="445"/>
                  <a:pt x="1402" y="445"/>
                  <a:pt x="1402" y="445"/>
                </a:cubicBezTo>
                <a:cubicBezTo>
                  <a:pt x="1402" y="445"/>
                  <a:pt x="1403" y="445"/>
                  <a:pt x="1403" y="445"/>
                </a:cubicBezTo>
                <a:cubicBezTo>
                  <a:pt x="1403" y="445"/>
                  <a:pt x="1403" y="445"/>
                  <a:pt x="1403" y="445"/>
                </a:cubicBezTo>
                <a:cubicBezTo>
                  <a:pt x="1403" y="445"/>
                  <a:pt x="1403" y="445"/>
                  <a:pt x="1404" y="445"/>
                </a:cubicBezTo>
                <a:cubicBezTo>
                  <a:pt x="1404" y="445"/>
                  <a:pt x="1404" y="445"/>
                  <a:pt x="1404" y="445"/>
                </a:cubicBezTo>
                <a:cubicBezTo>
                  <a:pt x="1404" y="445"/>
                  <a:pt x="1404" y="445"/>
                  <a:pt x="1404" y="445"/>
                </a:cubicBezTo>
                <a:cubicBezTo>
                  <a:pt x="1405" y="445"/>
                  <a:pt x="1405" y="445"/>
                  <a:pt x="1405" y="445"/>
                </a:cubicBezTo>
                <a:cubicBezTo>
                  <a:pt x="1406" y="445"/>
                  <a:pt x="1406" y="445"/>
                  <a:pt x="1406" y="445"/>
                </a:cubicBezTo>
                <a:cubicBezTo>
                  <a:pt x="1406" y="445"/>
                  <a:pt x="1407" y="445"/>
                  <a:pt x="1407" y="445"/>
                </a:cubicBezTo>
                <a:cubicBezTo>
                  <a:pt x="1407" y="444"/>
                  <a:pt x="1407" y="444"/>
                  <a:pt x="1408" y="444"/>
                </a:cubicBezTo>
                <a:cubicBezTo>
                  <a:pt x="1409" y="444"/>
                  <a:pt x="1409" y="444"/>
                  <a:pt x="1409" y="444"/>
                </a:cubicBezTo>
                <a:cubicBezTo>
                  <a:pt x="1410" y="443"/>
                  <a:pt x="1411" y="442"/>
                  <a:pt x="1411" y="441"/>
                </a:cubicBezTo>
                <a:cubicBezTo>
                  <a:pt x="1411" y="440"/>
                  <a:pt x="1411" y="440"/>
                  <a:pt x="1411" y="439"/>
                </a:cubicBezTo>
                <a:cubicBezTo>
                  <a:pt x="1411" y="439"/>
                  <a:pt x="1410" y="439"/>
                  <a:pt x="1410" y="438"/>
                </a:cubicBezTo>
                <a:cubicBezTo>
                  <a:pt x="1410" y="438"/>
                  <a:pt x="1409" y="438"/>
                  <a:pt x="1409" y="438"/>
                </a:cubicBezTo>
                <a:cubicBezTo>
                  <a:pt x="1408" y="437"/>
                  <a:pt x="1408" y="437"/>
                  <a:pt x="1407" y="437"/>
                </a:cubicBezTo>
                <a:cubicBezTo>
                  <a:pt x="1407" y="437"/>
                  <a:pt x="1408" y="437"/>
                  <a:pt x="1407" y="437"/>
                </a:cubicBezTo>
                <a:close/>
                <a:moveTo>
                  <a:pt x="1451" y="437"/>
                </a:moveTo>
                <a:cubicBezTo>
                  <a:pt x="1450" y="437"/>
                  <a:pt x="1449" y="436"/>
                  <a:pt x="1447" y="436"/>
                </a:cubicBezTo>
                <a:cubicBezTo>
                  <a:pt x="1447" y="436"/>
                  <a:pt x="1447" y="436"/>
                  <a:pt x="1447" y="436"/>
                </a:cubicBezTo>
                <a:cubicBezTo>
                  <a:pt x="1447" y="436"/>
                  <a:pt x="1447" y="436"/>
                  <a:pt x="1447" y="436"/>
                </a:cubicBezTo>
                <a:cubicBezTo>
                  <a:pt x="1446" y="436"/>
                  <a:pt x="1446" y="436"/>
                  <a:pt x="1446" y="436"/>
                </a:cubicBezTo>
                <a:cubicBezTo>
                  <a:pt x="1446" y="436"/>
                  <a:pt x="1446" y="436"/>
                  <a:pt x="1446" y="436"/>
                </a:cubicBezTo>
                <a:cubicBezTo>
                  <a:pt x="1445" y="436"/>
                  <a:pt x="1445" y="436"/>
                  <a:pt x="1444" y="436"/>
                </a:cubicBezTo>
                <a:cubicBezTo>
                  <a:pt x="1444" y="436"/>
                  <a:pt x="1444" y="436"/>
                  <a:pt x="1443" y="436"/>
                </a:cubicBezTo>
                <a:cubicBezTo>
                  <a:pt x="1443" y="436"/>
                  <a:pt x="1442" y="436"/>
                  <a:pt x="1442" y="437"/>
                </a:cubicBezTo>
                <a:cubicBezTo>
                  <a:pt x="1442" y="437"/>
                  <a:pt x="1441" y="437"/>
                  <a:pt x="1441" y="437"/>
                </a:cubicBezTo>
                <a:cubicBezTo>
                  <a:pt x="1440" y="437"/>
                  <a:pt x="1440" y="437"/>
                  <a:pt x="1439" y="438"/>
                </a:cubicBezTo>
                <a:cubicBezTo>
                  <a:pt x="1439" y="438"/>
                  <a:pt x="1439" y="438"/>
                  <a:pt x="1438" y="438"/>
                </a:cubicBezTo>
                <a:cubicBezTo>
                  <a:pt x="1438" y="439"/>
                  <a:pt x="1438" y="439"/>
                  <a:pt x="1437" y="439"/>
                </a:cubicBezTo>
                <a:cubicBezTo>
                  <a:pt x="1437" y="440"/>
                  <a:pt x="1437" y="440"/>
                  <a:pt x="1437" y="442"/>
                </a:cubicBezTo>
                <a:cubicBezTo>
                  <a:pt x="1438" y="442"/>
                  <a:pt x="1438" y="442"/>
                  <a:pt x="1438" y="442"/>
                </a:cubicBezTo>
                <a:cubicBezTo>
                  <a:pt x="1438" y="442"/>
                  <a:pt x="1438" y="443"/>
                  <a:pt x="1438" y="443"/>
                </a:cubicBezTo>
                <a:cubicBezTo>
                  <a:pt x="1439" y="443"/>
                  <a:pt x="1439" y="443"/>
                  <a:pt x="1439" y="443"/>
                </a:cubicBezTo>
                <a:cubicBezTo>
                  <a:pt x="1439" y="443"/>
                  <a:pt x="1440" y="444"/>
                  <a:pt x="1440" y="444"/>
                </a:cubicBezTo>
                <a:cubicBezTo>
                  <a:pt x="1441" y="444"/>
                  <a:pt x="1441" y="444"/>
                  <a:pt x="1441" y="444"/>
                </a:cubicBezTo>
                <a:cubicBezTo>
                  <a:pt x="1442" y="445"/>
                  <a:pt x="1443" y="445"/>
                  <a:pt x="1444" y="445"/>
                </a:cubicBezTo>
                <a:cubicBezTo>
                  <a:pt x="1445" y="445"/>
                  <a:pt x="1445" y="445"/>
                  <a:pt x="1445" y="445"/>
                </a:cubicBezTo>
                <a:cubicBezTo>
                  <a:pt x="1445" y="445"/>
                  <a:pt x="1445" y="445"/>
                  <a:pt x="1445" y="445"/>
                </a:cubicBezTo>
                <a:cubicBezTo>
                  <a:pt x="1445" y="445"/>
                  <a:pt x="1446" y="445"/>
                  <a:pt x="1446" y="445"/>
                </a:cubicBezTo>
                <a:cubicBezTo>
                  <a:pt x="1446" y="445"/>
                  <a:pt x="1446" y="445"/>
                  <a:pt x="1446" y="445"/>
                </a:cubicBezTo>
                <a:cubicBezTo>
                  <a:pt x="1446" y="445"/>
                  <a:pt x="1446" y="445"/>
                  <a:pt x="1447" y="445"/>
                </a:cubicBezTo>
                <a:cubicBezTo>
                  <a:pt x="1447" y="445"/>
                  <a:pt x="1447" y="445"/>
                  <a:pt x="1447" y="445"/>
                </a:cubicBezTo>
                <a:cubicBezTo>
                  <a:pt x="1447" y="445"/>
                  <a:pt x="1447" y="445"/>
                  <a:pt x="1448" y="445"/>
                </a:cubicBezTo>
                <a:cubicBezTo>
                  <a:pt x="1448" y="445"/>
                  <a:pt x="1448" y="445"/>
                  <a:pt x="1448" y="445"/>
                </a:cubicBezTo>
                <a:cubicBezTo>
                  <a:pt x="1448" y="445"/>
                  <a:pt x="1448" y="445"/>
                  <a:pt x="1449" y="445"/>
                </a:cubicBezTo>
                <a:cubicBezTo>
                  <a:pt x="1449" y="445"/>
                  <a:pt x="1449" y="445"/>
                  <a:pt x="1450" y="445"/>
                </a:cubicBezTo>
                <a:cubicBezTo>
                  <a:pt x="1450" y="445"/>
                  <a:pt x="1450" y="445"/>
                  <a:pt x="1450" y="445"/>
                </a:cubicBezTo>
                <a:cubicBezTo>
                  <a:pt x="1451" y="444"/>
                  <a:pt x="1451" y="444"/>
                  <a:pt x="1451" y="444"/>
                </a:cubicBezTo>
                <a:cubicBezTo>
                  <a:pt x="1452" y="444"/>
                  <a:pt x="1452" y="444"/>
                  <a:pt x="1452" y="444"/>
                </a:cubicBezTo>
                <a:cubicBezTo>
                  <a:pt x="1454" y="443"/>
                  <a:pt x="1454" y="442"/>
                  <a:pt x="1455" y="441"/>
                </a:cubicBezTo>
                <a:cubicBezTo>
                  <a:pt x="1455" y="440"/>
                  <a:pt x="1454" y="440"/>
                  <a:pt x="1454" y="439"/>
                </a:cubicBezTo>
                <a:cubicBezTo>
                  <a:pt x="1454" y="439"/>
                  <a:pt x="1454" y="439"/>
                  <a:pt x="1453" y="438"/>
                </a:cubicBezTo>
                <a:cubicBezTo>
                  <a:pt x="1453" y="438"/>
                  <a:pt x="1453" y="438"/>
                  <a:pt x="1452" y="438"/>
                </a:cubicBezTo>
                <a:cubicBezTo>
                  <a:pt x="1452" y="437"/>
                  <a:pt x="1451" y="437"/>
                  <a:pt x="1451" y="437"/>
                </a:cubicBezTo>
                <a:cubicBezTo>
                  <a:pt x="1450" y="437"/>
                  <a:pt x="1451" y="437"/>
                  <a:pt x="1451" y="437"/>
                </a:cubicBezTo>
                <a:close/>
                <a:moveTo>
                  <a:pt x="1321" y="437"/>
                </a:moveTo>
                <a:cubicBezTo>
                  <a:pt x="1319" y="436"/>
                  <a:pt x="1317" y="436"/>
                  <a:pt x="1316" y="436"/>
                </a:cubicBezTo>
                <a:cubicBezTo>
                  <a:pt x="1315" y="436"/>
                  <a:pt x="1315" y="436"/>
                  <a:pt x="1314" y="436"/>
                </a:cubicBezTo>
                <a:cubicBezTo>
                  <a:pt x="1314" y="436"/>
                  <a:pt x="1314" y="436"/>
                  <a:pt x="1313" y="436"/>
                </a:cubicBezTo>
                <a:cubicBezTo>
                  <a:pt x="1313" y="436"/>
                  <a:pt x="1312" y="436"/>
                  <a:pt x="1312" y="437"/>
                </a:cubicBezTo>
                <a:cubicBezTo>
                  <a:pt x="1312" y="437"/>
                  <a:pt x="1311" y="437"/>
                  <a:pt x="1311" y="437"/>
                </a:cubicBezTo>
                <a:cubicBezTo>
                  <a:pt x="1310" y="437"/>
                  <a:pt x="1310" y="437"/>
                  <a:pt x="1309" y="438"/>
                </a:cubicBezTo>
                <a:cubicBezTo>
                  <a:pt x="1309" y="438"/>
                  <a:pt x="1309" y="438"/>
                  <a:pt x="1308" y="438"/>
                </a:cubicBezTo>
                <a:cubicBezTo>
                  <a:pt x="1308" y="439"/>
                  <a:pt x="1308" y="439"/>
                  <a:pt x="1307" y="439"/>
                </a:cubicBezTo>
                <a:cubicBezTo>
                  <a:pt x="1307" y="440"/>
                  <a:pt x="1307" y="440"/>
                  <a:pt x="1307" y="442"/>
                </a:cubicBezTo>
                <a:cubicBezTo>
                  <a:pt x="1307" y="442"/>
                  <a:pt x="1308" y="442"/>
                  <a:pt x="1308" y="442"/>
                </a:cubicBezTo>
                <a:cubicBezTo>
                  <a:pt x="1308" y="442"/>
                  <a:pt x="1308" y="443"/>
                  <a:pt x="1308" y="443"/>
                </a:cubicBezTo>
                <a:cubicBezTo>
                  <a:pt x="1308" y="443"/>
                  <a:pt x="1309" y="443"/>
                  <a:pt x="1309" y="443"/>
                </a:cubicBezTo>
                <a:cubicBezTo>
                  <a:pt x="1309" y="443"/>
                  <a:pt x="1309" y="444"/>
                  <a:pt x="1310" y="444"/>
                </a:cubicBezTo>
                <a:cubicBezTo>
                  <a:pt x="1311" y="444"/>
                  <a:pt x="1311" y="444"/>
                  <a:pt x="1311" y="444"/>
                </a:cubicBezTo>
                <a:cubicBezTo>
                  <a:pt x="1312" y="445"/>
                  <a:pt x="1313" y="445"/>
                  <a:pt x="1314" y="445"/>
                </a:cubicBezTo>
                <a:cubicBezTo>
                  <a:pt x="1314" y="445"/>
                  <a:pt x="1314" y="445"/>
                  <a:pt x="1315" y="445"/>
                </a:cubicBezTo>
                <a:cubicBezTo>
                  <a:pt x="1315" y="445"/>
                  <a:pt x="1315" y="445"/>
                  <a:pt x="1315" y="445"/>
                </a:cubicBezTo>
                <a:cubicBezTo>
                  <a:pt x="1315" y="445"/>
                  <a:pt x="1315" y="445"/>
                  <a:pt x="1315" y="445"/>
                </a:cubicBezTo>
                <a:cubicBezTo>
                  <a:pt x="1316" y="445"/>
                  <a:pt x="1316" y="445"/>
                  <a:pt x="1316" y="445"/>
                </a:cubicBezTo>
                <a:cubicBezTo>
                  <a:pt x="1316" y="445"/>
                  <a:pt x="1316" y="445"/>
                  <a:pt x="1316" y="445"/>
                </a:cubicBezTo>
                <a:cubicBezTo>
                  <a:pt x="1316" y="445"/>
                  <a:pt x="1317" y="445"/>
                  <a:pt x="1317" y="445"/>
                </a:cubicBezTo>
                <a:cubicBezTo>
                  <a:pt x="1317" y="445"/>
                  <a:pt x="1317" y="445"/>
                  <a:pt x="1317" y="445"/>
                </a:cubicBezTo>
                <a:cubicBezTo>
                  <a:pt x="1317" y="445"/>
                  <a:pt x="1318" y="445"/>
                  <a:pt x="1318" y="445"/>
                </a:cubicBezTo>
                <a:cubicBezTo>
                  <a:pt x="1318" y="445"/>
                  <a:pt x="1318" y="445"/>
                  <a:pt x="1318" y="445"/>
                </a:cubicBezTo>
                <a:cubicBezTo>
                  <a:pt x="1319" y="445"/>
                  <a:pt x="1319" y="445"/>
                  <a:pt x="1319" y="445"/>
                </a:cubicBezTo>
                <a:cubicBezTo>
                  <a:pt x="1320" y="445"/>
                  <a:pt x="1320" y="445"/>
                  <a:pt x="1320" y="445"/>
                </a:cubicBezTo>
                <a:cubicBezTo>
                  <a:pt x="1320" y="444"/>
                  <a:pt x="1321" y="444"/>
                  <a:pt x="1321" y="444"/>
                </a:cubicBezTo>
                <a:cubicBezTo>
                  <a:pt x="1322" y="444"/>
                  <a:pt x="1322" y="444"/>
                  <a:pt x="1322" y="444"/>
                </a:cubicBezTo>
                <a:cubicBezTo>
                  <a:pt x="1323" y="443"/>
                  <a:pt x="1324" y="442"/>
                  <a:pt x="1325" y="441"/>
                </a:cubicBezTo>
                <a:cubicBezTo>
                  <a:pt x="1325" y="440"/>
                  <a:pt x="1324" y="440"/>
                  <a:pt x="1324" y="439"/>
                </a:cubicBezTo>
                <a:cubicBezTo>
                  <a:pt x="1324" y="439"/>
                  <a:pt x="1324" y="439"/>
                  <a:pt x="1323" y="438"/>
                </a:cubicBezTo>
                <a:cubicBezTo>
                  <a:pt x="1323" y="438"/>
                  <a:pt x="1323" y="438"/>
                  <a:pt x="1322" y="438"/>
                </a:cubicBezTo>
                <a:cubicBezTo>
                  <a:pt x="1322" y="437"/>
                  <a:pt x="1321" y="437"/>
                  <a:pt x="1321" y="437"/>
                </a:cubicBezTo>
                <a:cubicBezTo>
                  <a:pt x="1320" y="437"/>
                  <a:pt x="1321" y="437"/>
                  <a:pt x="1321" y="437"/>
                </a:cubicBezTo>
                <a:close/>
                <a:moveTo>
                  <a:pt x="1103" y="436"/>
                </a:moveTo>
                <a:cubicBezTo>
                  <a:pt x="1101" y="436"/>
                  <a:pt x="1100" y="436"/>
                  <a:pt x="1099" y="436"/>
                </a:cubicBezTo>
                <a:cubicBezTo>
                  <a:pt x="1099" y="436"/>
                  <a:pt x="1098" y="436"/>
                  <a:pt x="1098" y="436"/>
                </a:cubicBezTo>
                <a:cubicBezTo>
                  <a:pt x="1097" y="436"/>
                  <a:pt x="1097" y="436"/>
                  <a:pt x="1097" y="436"/>
                </a:cubicBezTo>
                <a:cubicBezTo>
                  <a:pt x="1096" y="436"/>
                  <a:pt x="1096" y="436"/>
                  <a:pt x="1095" y="437"/>
                </a:cubicBezTo>
                <a:cubicBezTo>
                  <a:pt x="1095" y="437"/>
                  <a:pt x="1095" y="437"/>
                  <a:pt x="1094" y="437"/>
                </a:cubicBezTo>
                <a:cubicBezTo>
                  <a:pt x="1092" y="438"/>
                  <a:pt x="1090" y="439"/>
                  <a:pt x="1090" y="442"/>
                </a:cubicBezTo>
                <a:cubicBezTo>
                  <a:pt x="1091" y="443"/>
                  <a:pt x="1092" y="443"/>
                  <a:pt x="1093" y="444"/>
                </a:cubicBezTo>
                <a:cubicBezTo>
                  <a:pt x="1094" y="444"/>
                  <a:pt x="1094" y="444"/>
                  <a:pt x="1094" y="444"/>
                </a:cubicBezTo>
                <a:cubicBezTo>
                  <a:pt x="1095" y="445"/>
                  <a:pt x="1096" y="445"/>
                  <a:pt x="1097" y="445"/>
                </a:cubicBezTo>
                <a:cubicBezTo>
                  <a:pt x="1097" y="445"/>
                  <a:pt x="1097" y="445"/>
                  <a:pt x="1097" y="445"/>
                </a:cubicBezTo>
                <a:cubicBezTo>
                  <a:pt x="1098" y="445"/>
                  <a:pt x="1098" y="445"/>
                  <a:pt x="1098" y="445"/>
                </a:cubicBezTo>
                <a:cubicBezTo>
                  <a:pt x="1098" y="445"/>
                  <a:pt x="1098" y="445"/>
                  <a:pt x="1098" y="445"/>
                </a:cubicBezTo>
                <a:cubicBezTo>
                  <a:pt x="1098" y="445"/>
                  <a:pt x="1099" y="445"/>
                  <a:pt x="1099" y="445"/>
                </a:cubicBezTo>
                <a:cubicBezTo>
                  <a:pt x="1099" y="445"/>
                  <a:pt x="1099" y="445"/>
                  <a:pt x="1099" y="445"/>
                </a:cubicBezTo>
                <a:cubicBezTo>
                  <a:pt x="1099" y="445"/>
                  <a:pt x="1100" y="445"/>
                  <a:pt x="1100" y="445"/>
                </a:cubicBezTo>
                <a:cubicBezTo>
                  <a:pt x="1100" y="445"/>
                  <a:pt x="1100" y="445"/>
                  <a:pt x="1100" y="445"/>
                </a:cubicBezTo>
                <a:cubicBezTo>
                  <a:pt x="1100" y="445"/>
                  <a:pt x="1100" y="445"/>
                  <a:pt x="1101" y="445"/>
                </a:cubicBezTo>
                <a:cubicBezTo>
                  <a:pt x="1101" y="445"/>
                  <a:pt x="1101" y="445"/>
                  <a:pt x="1101" y="445"/>
                </a:cubicBezTo>
                <a:cubicBezTo>
                  <a:pt x="1101" y="445"/>
                  <a:pt x="1101" y="445"/>
                  <a:pt x="1101" y="445"/>
                </a:cubicBezTo>
                <a:cubicBezTo>
                  <a:pt x="1101" y="445"/>
                  <a:pt x="1102" y="445"/>
                  <a:pt x="1102" y="445"/>
                </a:cubicBezTo>
                <a:cubicBezTo>
                  <a:pt x="1102" y="445"/>
                  <a:pt x="1102" y="445"/>
                  <a:pt x="1102" y="445"/>
                </a:cubicBezTo>
                <a:cubicBezTo>
                  <a:pt x="1104" y="444"/>
                  <a:pt x="1104" y="444"/>
                  <a:pt x="1104" y="444"/>
                </a:cubicBezTo>
                <a:cubicBezTo>
                  <a:pt x="1105" y="444"/>
                  <a:pt x="1105" y="444"/>
                  <a:pt x="1105" y="444"/>
                </a:cubicBezTo>
                <a:cubicBezTo>
                  <a:pt x="1106" y="443"/>
                  <a:pt x="1107" y="442"/>
                  <a:pt x="1108" y="441"/>
                </a:cubicBezTo>
                <a:cubicBezTo>
                  <a:pt x="1108" y="440"/>
                  <a:pt x="1108" y="440"/>
                  <a:pt x="1107" y="439"/>
                </a:cubicBezTo>
                <a:cubicBezTo>
                  <a:pt x="1107" y="439"/>
                  <a:pt x="1107" y="439"/>
                  <a:pt x="1107" y="438"/>
                </a:cubicBezTo>
                <a:cubicBezTo>
                  <a:pt x="1106" y="438"/>
                  <a:pt x="1106" y="438"/>
                  <a:pt x="1106" y="438"/>
                </a:cubicBezTo>
                <a:cubicBezTo>
                  <a:pt x="1105" y="437"/>
                  <a:pt x="1105" y="437"/>
                  <a:pt x="1104" y="437"/>
                </a:cubicBezTo>
                <a:lnTo>
                  <a:pt x="1103" y="436"/>
                </a:lnTo>
                <a:close/>
                <a:moveTo>
                  <a:pt x="1277" y="437"/>
                </a:moveTo>
                <a:cubicBezTo>
                  <a:pt x="1276" y="437"/>
                  <a:pt x="1276" y="437"/>
                  <a:pt x="1276" y="436"/>
                </a:cubicBezTo>
                <a:cubicBezTo>
                  <a:pt x="1276" y="436"/>
                  <a:pt x="1275" y="436"/>
                  <a:pt x="1275" y="436"/>
                </a:cubicBezTo>
                <a:cubicBezTo>
                  <a:pt x="1275" y="436"/>
                  <a:pt x="1274" y="436"/>
                  <a:pt x="1274" y="436"/>
                </a:cubicBezTo>
                <a:cubicBezTo>
                  <a:pt x="1274" y="436"/>
                  <a:pt x="1274" y="436"/>
                  <a:pt x="1274" y="436"/>
                </a:cubicBezTo>
                <a:cubicBezTo>
                  <a:pt x="1274" y="436"/>
                  <a:pt x="1273" y="436"/>
                  <a:pt x="1273" y="436"/>
                </a:cubicBezTo>
                <a:cubicBezTo>
                  <a:pt x="1273" y="436"/>
                  <a:pt x="1273" y="436"/>
                  <a:pt x="1273" y="436"/>
                </a:cubicBezTo>
                <a:cubicBezTo>
                  <a:pt x="1273" y="436"/>
                  <a:pt x="1273" y="436"/>
                  <a:pt x="1272" y="436"/>
                </a:cubicBezTo>
                <a:cubicBezTo>
                  <a:pt x="1272" y="436"/>
                  <a:pt x="1272" y="436"/>
                  <a:pt x="1271" y="436"/>
                </a:cubicBezTo>
                <a:cubicBezTo>
                  <a:pt x="1271" y="436"/>
                  <a:pt x="1270" y="436"/>
                  <a:pt x="1270" y="436"/>
                </a:cubicBezTo>
                <a:cubicBezTo>
                  <a:pt x="1269" y="436"/>
                  <a:pt x="1269" y="436"/>
                  <a:pt x="1269" y="437"/>
                </a:cubicBezTo>
                <a:cubicBezTo>
                  <a:pt x="1268" y="437"/>
                  <a:pt x="1268" y="437"/>
                  <a:pt x="1268" y="437"/>
                </a:cubicBezTo>
                <a:cubicBezTo>
                  <a:pt x="1265" y="438"/>
                  <a:pt x="1264" y="439"/>
                  <a:pt x="1264" y="442"/>
                </a:cubicBezTo>
                <a:cubicBezTo>
                  <a:pt x="1264" y="442"/>
                  <a:pt x="1264" y="442"/>
                  <a:pt x="1264" y="442"/>
                </a:cubicBezTo>
                <a:cubicBezTo>
                  <a:pt x="1264" y="442"/>
                  <a:pt x="1265" y="443"/>
                  <a:pt x="1265" y="443"/>
                </a:cubicBezTo>
                <a:cubicBezTo>
                  <a:pt x="1265" y="443"/>
                  <a:pt x="1265" y="443"/>
                  <a:pt x="1266" y="443"/>
                </a:cubicBezTo>
                <a:cubicBezTo>
                  <a:pt x="1266" y="443"/>
                  <a:pt x="1266" y="444"/>
                  <a:pt x="1266" y="444"/>
                </a:cubicBezTo>
                <a:cubicBezTo>
                  <a:pt x="1268" y="444"/>
                  <a:pt x="1268" y="444"/>
                  <a:pt x="1268" y="444"/>
                </a:cubicBezTo>
                <a:cubicBezTo>
                  <a:pt x="1269" y="445"/>
                  <a:pt x="1270" y="445"/>
                  <a:pt x="1271" y="445"/>
                </a:cubicBezTo>
                <a:cubicBezTo>
                  <a:pt x="1271" y="445"/>
                  <a:pt x="1271" y="445"/>
                  <a:pt x="1271" y="445"/>
                </a:cubicBezTo>
                <a:cubicBezTo>
                  <a:pt x="1271" y="445"/>
                  <a:pt x="1271" y="445"/>
                  <a:pt x="1272" y="445"/>
                </a:cubicBezTo>
                <a:cubicBezTo>
                  <a:pt x="1272" y="445"/>
                  <a:pt x="1272" y="445"/>
                  <a:pt x="1272" y="445"/>
                </a:cubicBezTo>
                <a:cubicBezTo>
                  <a:pt x="1272" y="445"/>
                  <a:pt x="1272" y="445"/>
                  <a:pt x="1272" y="445"/>
                </a:cubicBezTo>
                <a:cubicBezTo>
                  <a:pt x="1273" y="445"/>
                  <a:pt x="1273" y="445"/>
                  <a:pt x="1273" y="445"/>
                </a:cubicBezTo>
                <a:cubicBezTo>
                  <a:pt x="1273" y="445"/>
                  <a:pt x="1273" y="445"/>
                  <a:pt x="1273" y="445"/>
                </a:cubicBezTo>
                <a:cubicBezTo>
                  <a:pt x="1273" y="445"/>
                  <a:pt x="1274" y="445"/>
                  <a:pt x="1274" y="445"/>
                </a:cubicBezTo>
                <a:cubicBezTo>
                  <a:pt x="1274" y="445"/>
                  <a:pt x="1274" y="445"/>
                  <a:pt x="1274" y="445"/>
                </a:cubicBezTo>
                <a:cubicBezTo>
                  <a:pt x="1274" y="445"/>
                  <a:pt x="1275" y="445"/>
                  <a:pt x="1275" y="445"/>
                </a:cubicBezTo>
                <a:cubicBezTo>
                  <a:pt x="1275" y="445"/>
                  <a:pt x="1276" y="445"/>
                  <a:pt x="1276" y="445"/>
                </a:cubicBezTo>
                <a:cubicBezTo>
                  <a:pt x="1276" y="445"/>
                  <a:pt x="1276" y="445"/>
                  <a:pt x="1277" y="445"/>
                </a:cubicBezTo>
                <a:cubicBezTo>
                  <a:pt x="1277" y="444"/>
                  <a:pt x="1277" y="444"/>
                  <a:pt x="1277" y="444"/>
                </a:cubicBezTo>
                <a:cubicBezTo>
                  <a:pt x="1279" y="444"/>
                  <a:pt x="1279" y="444"/>
                  <a:pt x="1279" y="444"/>
                </a:cubicBezTo>
                <a:cubicBezTo>
                  <a:pt x="1280" y="443"/>
                  <a:pt x="1281" y="442"/>
                  <a:pt x="1281" y="441"/>
                </a:cubicBezTo>
                <a:cubicBezTo>
                  <a:pt x="1281" y="440"/>
                  <a:pt x="1281" y="440"/>
                  <a:pt x="1281" y="439"/>
                </a:cubicBezTo>
                <a:cubicBezTo>
                  <a:pt x="1281" y="439"/>
                  <a:pt x="1280" y="439"/>
                  <a:pt x="1280" y="438"/>
                </a:cubicBezTo>
                <a:cubicBezTo>
                  <a:pt x="1280" y="438"/>
                  <a:pt x="1279" y="438"/>
                  <a:pt x="1279" y="438"/>
                </a:cubicBezTo>
                <a:cubicBezTo>
                  <a:pt x="1278" y="437"/>
                  <a:pt x="1278" y="437"/>
                  <a:pt x="1277" y="437"/>
                </a:cubicBezTo>
                <a:cubicBezTo>
                  <a:pt x="1277" y="437"/>
                  <a:pt x="1277" y="437"/>
                  <a:pt x="1277" y="437"/>
                </a:cubicBezTo>
                <a:close/>
                <a:moveTo>
                  <a:pt x="1581" y="437"/>
                </a:moveTo>
                <a:cubicBezTo>
                  <a:pt x="1580" y="437"/>
                  <a:pt x="1580" y="437"/>
                  <a:pt x="1579" y="437"/>
                </a:cubicBezTo>
                <a:cubicBezTo>
                  <a:pt x="1579" y="436"/>
                  <a:pt x="1579" y="436"/>
                  <a:pt x="1578" y="436"/>
                </a:cubicBezTo>
                <a:cubicBezTo>
                  <a:pt x="1578" y="436"/>
                  <a:pt x="1577" y="436"/>
                  <a:pt x="1577" y="436"/>
                </a:cubicBezTo>
                <a:cubicBezTo>
                  <a:pt x="1577" y="436"/>
                  <a:pt x="1576" y="436"/>
                  <a:pt x="1576" y="436"/>
                </a:cubicBezTo>
                <a:cubicBezTo>
                  <a:pt x="1575" y="436"/>
                  <a:pt x="1575" y="436"/>
                  <a:pt x="1574" y="436"/>
                </a:cubicBezTo>
                <a:cubicBezTo>
                  <a:pt x="1574" y="436"/>
                  <a:pt x="1573" y="436"/>
                  <a:pt x="1573" y="436"/>
                </a:cubicBezTo>
                <a:cubicBezTo>
                  <a:pt x="1573" y="436"/>
                  <a:pt x="1572" y="436"/>
                  <a:pt x="1572" y="437"/>
                </a:cubicBezTo>
                <a:cubicBezTo>
                  <a:pt x="1572" y="437"/>
                  <a:pt x="1571" y="437"/>
                  <a:pt x="1571" y="437"/>
                </a:cubicBezTo>
                <a:cubicBezTo>
                  <a:pt x="1569" y="438"/>
                  <a:pt x="1567" y="439"/>
                  <a:pt x="1568" y="442"/>
                </a:cubicBezTo>
                <a:cubicBezTo>
                  <a:pt x="1568" y="442"/>
                  <a:pt x="1568" y="442"/>
                  <a:pt x="1568" y="442"/>
                </a:cubicBezTo>
                <a:cubicBezTo>
                  <a:pt x="1568" y="442"/>
                  <a:pt x="1568" y="443"/>
                  <a:pt x="1569" y="443"/>
                </a:cubicBezTo>
                <a:cubicBezTo>
                  <a:pt x="1569" y="443"/>
                  <a:pt x="1569" y="443"/>
                  <a:pt x="1569" y="443"/>
                </a:cubicBezTo>
                <a:cubicBezTo>
                  <a:pt x="1570" y="443"/>
                  <a:pt x="1570" y="444"/>
                  <a:pt x="1570" y="444"/>
                </a:cubicBezTo>
                <a:cubicBezTo>
                  <a:pt x="1572" y="444"/>
                  <a:pt x="1572" y="444"/>
                  <a:pt x="1572" y="444"/>
                </a:cubicBezTo>
                <a:cubicBezTo>
                  <a:pt x="1573" y="445"/>
                  <a:pt x="1574" y="445"/>
                  <a:pt x="1575" y="445"/>
                </a:cubicBezTo>
                <a:cubicBezTo>
                  <a:pt x="1575" y="445"/>
                  <a:pt x="1575" y="445"/>
                  <a:pt x="1575" y="445"/>
                </a:cubicBezTo>
                <a:cubicBezTo>
                  <a:pt x="1575" y="445"/>
                  <a:pt x="1575" y="445"/>
                  <a:pt x="1576" y="445"/>
                </a:cubicBezTo>
                <a:cubicBezTo>
                  <a:pt x="1576" y="445"/>
                  <a:pt x="1576" y="445"/>
                  <a:pt x="1576" y="445"/>
                </a:cubicBezTo>
                <a:cubicBezTo>
                  <a:pt x="1576" y="445"/>
                  <a:pt x="1576" y="445"/>
                  <a:pt x="1576" y="445"/>
                </a:cubicBezTo>
                <a:cubicBezTo>
                  <a:pt x="1577" y="445"/>
                  <a:pt x="1577" y="445"/>
                  <a:pt x="1577" y="445"/>
                </a:cubicBezTo>
                <a:cubicBezTo>
                  <a:pt x="1577" y="445"/>
                  <a:pt x="1577" y="445"/>
                  <a:pt x="1577" y="445"/>
                </a:cubicBezTo>
                <a:cubicBezTo>
                  <a:pt x="1577" y="445"/>
                  <a:pt x="1578" y="445"/>
                  <a:pt x="1578" y="445"/>
                </a:cubicBezTo>
                <a:cubicBezTo>
                  <a:pt x="1578" y="445"/>
                  <a:pt x="1578" y="445"/>
                  <a:pt x="1578" y="445"/>
                </a:cubicBezTo>
                <a:cubicBezTo>
                  <a:pt x="1578" y="445"/>
                  <a:pt x="1579" y="445"/>
                  <a:pt x="1579" y="445"/>
                </a:cubicBezTo>
                <a:cubicBezTo>
                  <a:pt x="1579" y="445"/>
                  <a:pt x="1580" y="445"/>
                  <a:pt x="1580" y="445"/>
                </a:cubicBezTo>
                <a:cubicBezTo>
                  <a:pt x="1580" y="445"/>
                  <a:pt x="1580" y="445"/>
                  <a:pt x="1581" y="445"/>
                </a:cubicBezTo>
                <a:cubicBezTo>
                  <a:pt x="1581" y="444"/>
                  <a:pt x="1581" y="444"/>
                  <a:pt x="1581" y="444"/>
                </a:cubicBezTo>
                <a:cubicBezTo>
                  <a:pt x="1582" y="444"/>
                  <a:pt x="1582" y="444"/>
                  <a:pt x="1582" y="444"/>
                </a:cubicBezTo>
                <a:cubicBezTo>
                  <a:pt x="1584" y="443"/>
                  <a:pt x="1584" y="442"/>
                  <a:pt x="1585" y="441"/>
                </a:cubicBezTo>
                <a:cubicBezTo>
                  <a:pt x="1585" y="440"/>
                  <a:pt x="1585" y="440"/>
                  <a:pt x="1584" y="439"/>
                </a:cubicBezTo>
                <a:cubicBezTo>
                  <a:pt x="1584" y="439"/>
                  <a:pt x="1584" y="439"/>
                  <a:pt x="1583" y="438"/>
                </a:cubicBezTo>
                <a:cubicBezTo>
                  <a:pt x="1583" y="438"/>
                  <a:pt x="1583" y="438"/>
                  <a:pt x="1582" y="438"/>
                </a:cubicBezTo>
                <a:cubicBezTo>
                  <a:pt x="1582" y="437"/>
                  <a:pt x="1581" y="437"/>
                  <a:pt x="1581" y="437"/>
                </a:cubicBezTo>
                <a:cubicBezTo>
                  <a:pt x="1580" y="437"/>
                  <a:pt x="1581" y="437"/>
                  <a:pt x="1581" y="437"/>
                </a:cubicBezTo>
                <a:close/>
                <a:moveTo>
                  <a:pt x="1536" y="436"/>
                </a:moveTo>
                <a:cubicBezTo>
                  <a:pt x="1535" y="436"/>
                  <a:pt x="1533" y="436"/>
                  <a:pt x="1532" y="436"/>
                </a:cubicBezTo>
                <a:cubicBezTo>
                  <a:pt x="1532" y="436"/>
                  <a:pt x="1531" y="436"/>
                  <a:pt x="1531" y="436"/>
                </a:cubicBezTo>
                <a:cubicBezTo>
                  <a:pt x="1531" y="436"/>
                  <a:pt x="1530" y="436"/>
                  <a:pt x="1530" y="436"/>
                </a:cubicBezTo>
                <a:cubicBezTo>
                  <a:pt x="1529" y="436"/>
                  <a:pt x="1529" y="436"/>
                  <a:pt x="1529" y="437"/>
                </a:cubicBezTo>
                <a:cubicBezTo>
                  <a:pt x="1528" y="437"/>
                  <a:pt x="1528" y="437"/>
                  <a:pt x="1528" y="437"/>
                </a:cubicBezTo>
                <a:cubicBezTo>
                  <a:pt x="1525" y="438"/>
                  <a:pt x="1524" y="439"/>
                  <a:pt x="1524" y="442"/>
                </a:cubicBezTo>
                <a:cubicBezTo>
                  <a:pt x="1525" y="443"/>
                  <a:pt x="1526" y="443"/>
                  <a:pt x="1527" y="444"/>
                </a:cubicBezTo>
                <a:cubicBezTo>
                  <a:pt x="1528" y="444"/>
                  <a:pt x="1528" y="444"/>
                  <a:pt x="1528" y="444"/>
                </a:cubicBezTo>
                <a:cubicBezTo>
                  <a:pt x="1529" y="445"/>
                  <a:pt x="1530" y="445"/>
                  <a:pt x="1531" y="445"/>
                </a:cubicBezTo>
                <a:cubicBezTo>
                  <a:pt x="1531" y="445"/>
                  <a:pt x="1532" y="445"/>
                  <a:pt x="1532" y="445"/>
                </a:cubicBezTo>
                <a:cubicBezTo>
                  <a:pt x="1532" y="445"/>
                  <a:pt x="1532" y="445"/>
                  <a:pt x="1532" y="445"/>
                </a:cubicBezTo>
                <a:cubicBezTo>
                  <a:pt x="1532" y="445"/>
                  <a:pt x="1532" y="445"/>
                  <a:pt x="1533" y="445"/>
                </a:cubicBezTo>
                <a:cubicBezTo>
                  <a:pt x="1533" y="445"/>
                  <a:pt x="1533" y="445"/>
                  <a:pt x="1533" y="445"/>
                </a:cubicBezTo>
                <a:cubicBezTo>
                  <a:pt x="1533" y="445"/>
                  <a:pt x="1533" y="445"/>
                  <a:pt x="1533" y="445"/>
                </a:cubicBezTo>
                <a:cubicBezTo>
                  <a:pt x="1534" y="445"/>
                  <a:pt x="1534" y="445"/>
                  <a:pt x="1534" y="445"/>
                </a:cubicBezTo>
                <a:cubicBezTo>
                  <a:pt x="1534" y="445"/>
                  <a:pt x="1534" y="445"/>
                  <a:pt x="1534" y="445"/>
                </a:cubicBezTo>
                <a:cubicBezTo>
                  <a:pt x="1534" y="445"/>
                  <a:pt x="1535" y="445"/>
                  <a:pt x="1535" y="445"/>
                </a:cubicBezTo>
                <a:cubicBezTo>
                  <a:pt x="1535" y="445"/>
                  <a:pt x="1535" y="445"/>
                  <a:pt x="1535" y="445"/>
                </a:cubicBezTo>
                <a:cubicBezTo>
                  <a:pt x="1535" y="445"/>
                  <a:pt x="1535" y="445"/>
                  <a:pt x="1536" y="445"/>
                </a:cubicBezTo>
                <a:cubicBezTo>
                  <a:pt x="1536" y="445"/>
                  <a:pt x="1536" y="445"/>
                  <a:pt x="1536" y="445"/>
                </a:cubicBezTo>
                <a:cubicBezTo>
                  <a:pt x="1536" y="445"/>
                  <a:pt x="1536" y="445"/>
                  <a:pt x="1536" y="445"/>
                </a:cubicBezTo>
                <a:cubicBezTo>
                  <a:pt x="1538" y="444"/>
                  <a:pt x="1538" y="444"/>
                  <a:pt x="1538" y="444"/>
                </a:cubicBezTo>
                <a:cubicBezTo>
                  <a:pt x="1539" y="444"/>
                  <a:pt x="1539" y="444"/>
                  <a:pt x="1539" y="444"/>
                </a:cubicBezTo>
                <a:cubicBezTo>
                  <a:pt x="1540" y="443"/>
                  <a:pt x="1541" y="442"/>
                  <a:pt x="1541" y="441"/>
                </a:cubicBezTo>
                <a:cubicBezTo>
                  <a:pt x="1541" y="440"/>
                  <a:pt x="1541" y="440"/>
                  <a:pt x="1541" y="440"/>
                </a:cubicBezTo>
                <a:cubicBezTo>
                  <a:pt x="1541" y="439"/>
                  <a:pt x="1541" y="439"/>
                  <a:pt x="1541" y="439"/>
                </a:cubicBezTo>
                <a:cubicBezTo>
                  <a:pt x="1540" y="439"/>
                  <a:pt x="1540" y="438"/>
                  <a:pt x="1540" y="438"/>
                </a:cubicBezTo>
                <a:cubicBezTo>
                  <a:pt x="1539" y="438"/>
                  <a:pt x="1539" y="438"/>
                  <a:pt x="1539" y="437"/>
                </a:cubicBezTo>
                <a:cubicBezTo>
                  <a:pt x="1537" y="437"/>
                  <a:pt x="1537" y="437"/>
                  <a:pt x="1537" y="437"/>
                </a:cubicBezTo>
                <a:lnTo>
                  <a:pt x="1536" y="436"/>
                </a:lnTo>
                <a:close/>
                <a:moveTo>
                  <a:pt x="1061" y="437"/>
                </a:moveTo>
                <a:cubicBezTo>
                  <a:pt x="1059" y="436"/>
                  <a:pt x="1058" y="436"/>
                  <a:pt x="1056" y="436"/>
                </a:cubicBezTo>
                <a:cubicBezTo>
                  <a:pt x="1055" y="436"/>
                  <a:pt x="1055" y="436"/>
                  <a:pt x="1055" y="436"/>
                </a:cubicBezTo>
                <a:cubicBezTo>
                  <a:pt x="1054" y="436"/>
                  <a:pt x="1054" y="436"/>
                  <a:pt x="1053" y="436"/>
                </a:cubicBezTo>
                <a:cubicBezTo>
                  <a:pt x="1053" y="436"/>
                  <a:pt x="1052" y="436"/>
                  <a:pt x="1052" y="437"/>
                </a:cubicBezTo>
                <a:cubicBezTo>
                  <a:pt x="1052" y="437"/>
                  <a:pt x="1051" y="437"/>
                  <a:pt x="1051" y="437"/>
                </a:cubicBezTo>
                <a:cubicBezTo>
                  <a:pt x="1050" y="437"/>
                  <a:pt x="1050" y="437"/>
                  <a:pt x="1049" y="438"/>
                </a:cubicBezTo>
                <a:cubicBezTo>
                  <a:pt x="1049" y="438"/>
                  <a:pt x="1048" y="438"/>
                  <a:pt x="1048" y="438"/>
                </a:cubicBezTo>
                <a:cubicBezTo>
                  <a:pt x="1048" y="439"/>
                  <a:pt x="1047" y="439"/>
                  <a:pt x="1047" y="439"/>
                </a:cubicBezTo>
                <a:cubicBezTo>
                  <a:pt x="1047" y="440"/>
                  <a:pt x="1047" y="440"/>
                  <a:pt x="1047" y="442"/>
                </a:cubicBezTo>
                <a:cubicBezTo>
                  <a:pt x="1047" y="442"/>
                  <a:pt x="1047" y="442"/>
                  <a:pt x="1047" y="442"/>
                </a:cubicBezTo>
                <a:cubicBezTo>
                  <a:pt x="1047" y="442"/>
                  <a:pt x="1048" y="443"/>
                  <a:pt x="1048" y="443"/>
                </a:cubicBezTo>
                <a:cubicBezTo>
                  <a:pt x="1048" y="443"/>
                  <a:pt x="1048" y="443"/>
                  <a:pt x="1048" y="443"/>
                </a:cubicBezTo>
                <a:cubicBezTo>
                  <a:pt x="1049" y="443"/>
                  <a:pt x="1049" y="444"/>
                  <a:pt x="1049" y="444"/>
                </a:cubicBezTo>
                <a:cubicBezTo>
                  <a:pt x="1051" y="444"/>
                  <a:pt x="1051" y="444"/>
                  <a:pt x="1051" y="444"/>
                </a:cubicBezTo>
                <a:cubicBezTo>
                  <a:pt x="1052" y="445"/>
                  <a:pt x="1053" y="445"/>
                  <a:pt x="1054" y="445"/>
                </a:cubicBezTo>
                <a:cubicBezTo>
                  <a:pt x="1054" y="445"/>
                  <a:pt x="1054" y="445"/>
                  <a:pt x="1054" y="445"/>
                </a:cubicBezTo>
                <a:cubicBezTo>
                  <a:pt x="1054" y="445"/>
                  <a:pt x="1054" y="445"/>
                  <a:pt x="1054" y="445"/>
                </a:cubicBezTo>
                <a:cubicBezTo>
                  <a:pt x="1055" y="445"/>
                  <a:pt x="1055" y="445"/>
                  <a:pt x="1055" y="445"/>
                </a:cubicBezTo>
                <a:cubicBezTo>
                  <a:pt x="1055" y="445"/>
                  <a:pt x="1055" y="445"/>
                  <a:pt x="1055" y="445"/>
                </a:cubicBezTo>
                <a:cubicBezTo>
                  <a:pt x="1056" y="445"/>
                  <a:pt x="1056" y="445"/>
                  <a:pt x="1056" y="445"/>
                </a:cubicBezTo>
                <a:cubicBezTo>
                  <a:pt x="1056" y="445"/>
                  <a:pt x="1056" y="445"/>
                  <a:pt x="1056" y="445"/>
                </a:cubicBezTo>
                <a:cubicBezTo>
                  <a:pt x="1056" y="445"/>
                  <a:pt x="1057" y="445"/>
                  <a:pt x="1057" y="445"/>
                </a:cubicBezTo>
                <a:cubicBezTo>
                  <a:pt x="1057" y="445"/>
                  <a:pt x="1057" y="445"/>
                  <a:pt x="1057" y="445"/>
                </a:cubicBezTo>
                <a:cubicBezTo>
                  <a:pt x="1057" y="445"/>
                  <a:pt x="1058" y="445"/>
                  <a:pt x="1058" y="445"/>
                </a:cubicBezTo>
                <a:cubicBezTo>
                  <a:pt x="1058" y="445"/>
                  <a:pt x="1058" y="445"/>
                  <a:pt x="1059" y="445"/>
                </a:cubicBezTo>
                <a:cubicBezTo>
                  <a:pt x="1059" y="445"/>
                  <a:pt x="1059" y="445"/>
                  <a:pt x="1060" y="445"/>
                </a:cubicBezTo>
                <a:cubicBezTo>
                  <a:pt x="1060" y="444"/>
                  <a:pt x="1060" y="444"/>
                  <a:pt x="1060" y="444"/>
                </a:cubicBezTo>
                <a:cubicBezTo>
                  <a:pt x="1062" y="444"/>
                  <a:pt x="1062" y="444"/>
                  <a:pt x="1062" y="444"/>
                </a:cubicBezTo>
                <a:cubicBezTo>
                  <a:pt x="1063" y="443"/>
                  <a:pt x="1064" y="442"/>
                  <a:pt x="1064" y="441"/>
                </a:cubicBezTo>
                <a:cubicBezTo>
                  <a:pt x="1064" y="440"/>
                  <a:pt x="1064" y="440"/>
                  <a:pt x="1064" y="439"/>
                </a:cubicBezTo>
                <a:cubicBezTo>
                  <a:pt x="1064" y="439"/>
                  <a:pt x="1064" y="439"/>
                  <a:pt x="1063" y="438"/>
                </a:cubicBezTo>
                <a:cubicBezTo>
                  <a:pt x="1063" y="438"/>
                  <a:pt x="1063" y="438"/>
                  <a:pt x="1062" y="438"/>
                </a:cubicBezTo>
                <a:cubicBezTo>
                  <a:pt x="1062" y="437"/>
                  <a:pt x="1061" y="437"/>
                  <a:pt x="1061" y="437"/>
                </a:cubicBezTo>
                <a:cubicBezTo>
                  <a:pt x="1060" y="437"/>
                  <a:pt x="1061" y="437"/>
                  <a:pt x="1061" y="437"/>
                </a:cubicBezTo>
                <a:close/>
                <a:moveTo>
                  <a:pt x="1363" y="437"/>
                </a:moveTo>
                <a:cubicBezTo>
                  <a:pt x="1363" y="437"/>
                  <a:pt x="1363" y="437"/>
                  <a:pt x="1362" y="436"/>
                </a:cubicBezTo>
                <a:cubicBezTo>
                  <a:pt x="1362" y="436"/>
                  <a:pt x="1362" y="436"/>
                  <a:pt x="1362" y="436"/>
                </a:cubicBezTo>
                <a:cubicBezTo>
                  <a:pt x="1361" y="436"/>
                  <a:pt x="1361" y="436"/>
                  <a:pt x="1361" y="436"/>
                </a:cubicBezTo>
                <a:cubicBezTo>
                  <a:pt x="1361" y="436"/>
                  <a:pt x="1361" y="436"/>
                  <a:pt x="1360" y="436"/>
                </a:cubicBezTo>
                <a:cubicBezTo>
                  <a:pt x="1360" y="436"/>
                  <a:pt x="1360" y="436"/>
                  <a:pt x="1360" y="436"/>
                </a:cubicBezTo>
                <a:cubicBezTo>
                  <a:pt x="1360" y="436"/>
                  <a:pt x="1360" y="436"/>
                  <a:pt x="1360" y="436"/>
                </a:cubicBezTo>
                <a:cubicBezTo>
                  <a:pt x="1359" y="436"/>
                  <a:pt x="1359" y="436"/>
                  <a:pt x="1359" y="436"/>
                </a:cubicBezTo>
                <a:cubicBezTo>
                  <a:pt x="1359" y="436"/>
                  <a:pt x="1358" y="436"/>
                  <a:pt x="1358" y="436"/>
                </a:cubicBezTo>
                <a:cubicBezTo>
                  <a:pt x="1357" y="436"/>
                  <a:pt x="1357" y="436"/>
                  <a:pt x="1356" y="436"/>
                </a:cubicBezTo>
                <a:cubicBezTo>
                  <a:pt x="1356" y="436"/>
                  <a:pt x="1356" y="436"/>
                  <a:pt x="1355" y="437"/>
                </a:cubicBezTo>
                <a:cubicBezTo>
                  <a:pt x="1355" y="437"/>
                  <a:pt x="1355" y="437"/>
                  <a:pt x="1354" y="437"/>
                </a:cubicBezTo>
                <a:cubicBezTo>
                  <a:pt x="1354" y="437"/>
                  <a:pt x="1353" y="437"/>
                  <a:pt x="1353" y="438"/>
                </a:cubicBezTo>
                <a:cubicBezTo>
                  <a:pt x="1352" y="438"/>
                  <a:pt x="1352" y="438"/>
                  <a:pt x="1352" y="438"/>
                </a:cubicBezTo>
                <a:cubicBezTo>
                  <a:pt x="1351" y="439"/>
                  <a:pt x="1351" y="439"/>
                  <a:pt x="1351" y="439"/>
                </a:cubicBezTo>
                <a:cubicBezTo>
                  <a:pt x="1351" y="440"/>
                  <a:pt x="1351" y="440"/>
                  <a:pt x="1351" y="442"/>
                </a:cubicBezTo>
                <a:cubicBezTo>
                  <a:pt x="1351" y="442"/>
                  <a:pt x="1351" y="442"/>
                  <a:pt x="1351" y="442"/>
                </a:cubicBezTo>
                <a:cubicBezTo>
                  <a:pt x="1351" y="442"/>
                  <a:pt x="1351" y="443"/>
                  <a:pt x="1352" y="443"/>
                </a:cubicBezTo>
                <a:cubicBezTo>
                  <a:pt x="1352" y="443"/>
                  <a:pt x="1352" y="443"/>
                  <a:pt x="1352" y="443"/>
                </a:cubicBezTo>
                <a:cubicBezTo>
                  <a:pt x="1353" y="443"/>
                  <a:pt x="1353" y="444"/>
                  <a:pt x="1353" y="444"/>
                </a:cubicBezTo>
                <a:cubicBezTo>
                  <a:pt x="1354" y="444"/>
                  <a:pt x="1354" y="444"/>
                  <a:pt x="1354" y="444"/>
                </a:cubicBezTo>
                <a:cubicBezTo>
                  <a:pt x="1355" y="445"/>
                  <a:pt x="1357" y="445"/>
                  <a:pt x="1358" y="445"/>
                </a:cubicBezTo>
                <a:cubicBezTo>
                  <a:pt x="1358" y="445"/>
                  <a:pt x="1358" y="445"/>
                  <a:pt x="1358" y="445"/>
                </a:cubicBezTo>
                <a:cubicBezTo>
                  <a:pt x="1358" y="445"/>
                  <a:pt x="1358" y="445"/>
                  <a:pt x="1358" y="445"/>
                </a:cubicBezTo>
                <a:cubicBezTo>
                  <a:pt x="1359" y="445"/>
                  <a:pt x="1359" y="445"/>
                  <a:pt x="1359" y="445"/>
                </a:cubicBezTo>
                <a:cubicBezTo>
                  <a:pt x="1359" y="445"/>
                  <a:pt x="1359" y="445"/>
                  <a:pt x="1359" y="445"/>
                </a:cubicBezTo>
                <a:cubicBezTo>
                  <a:pt x="1359" y="445"/>
                  <a:pt x="1360" y="445"/>
                  <a:pt x="1360" y="445"/>
                </a:cubicBezTo>
                <a:cubicBezTo>
                  <a:pt x="1360" y="445"/>
                  <a:pt x="1360" y="445"/>
                  <a:pt x="1360" y="445"/>
                </a:cubicBezTo>
                <a:cubicBezTo>
                  <a:pt x="1360" y="445"/>
                  <a:pt x="1361" y="445"/>
                  <a:pt x="1361" y="445"/>
                </a:cubicBezTo>
                <a:cubicBezTo>
                  <a:pt x="1361" y="445"/>
                  <a:pt x="1361" y="445"/>
                  <a:pt x="1361" y="445"/>
                </a:cubicBezTo>
                <a:cubicBezTo>
                  <a:pt x="1361" y="445"/>
                  <a:pt x="1362" y="445"/>
                  <a:pt x="1362" y="445"/>
                </a:cubicBezTo>
                <a:cubicBezTo>
                  <a:pt x="1362" y="445"/>
                  <a:pt x="1362" y="445"/>
                  <a:pt x="1363" y="445"/>
                </a:cubicBezTo>
                <a:cubicBezTo>
                  <a:pt x="1363" y="445"/>
                  <a:pt x="1363" y="445"/>
                  <a:pt x="1363" y="445"/>
                </a:cubicBezTo>
                <a:cubicBezTo>
                  <a:pt x="1364" y="444"/>
                  <a:pt x="1364" y="444"/>
                  <a:pt x="1364" y="444"/>
                </a:cubicBezTo>
                <a:cubicBezTo>
                  <a:pt x="1365" y="444"/>
                  <a:pt x="1365" y="444"/>
                  <a:pt x="1365" y="444"/>
                </a:cubicBezTo>
                <a:cubicBezTo>
                  <a:pt x="1367" y="443"/>
                  <a:pt x="1368" y="442"/>
                  <a:pt x="1368" y="441"/>
                </a:cubicBezTo>
                <a:cubicBezTo>
                  <a:pt x="1368" y="440"/>
                  <a:pt x="1368" y="440"/>
                  <a:pt x="1368" y="439"/>
                </a:cubicBezTo>
                <a:cubicBezTo>
                  <a:pt x="1367" y="439"/>
                  <a:pt x="1367" y="439"/>
                  <a:pt x="1367" y="438"/>
                </a:cubicBezTo>
                <a:cubicBezTo>
                  <a:pt x="1366" y="438"/>
                  <a:pt x="1366" y="438"/>
                  <a:pt x="1366" y="438"/>
                </a:cubicBezTo>
                <a:cubicBezTo>
                  <a:pt x="1365" y="437"/>
                  <a:pt x="1365" y="437"/>
                  <a:pt x="1364" y="437"/>
                </a:cubicBezTo>
                <a:cubicBezTo>
                  <a:pt x="1364" y="437"/>
                  <a:pt x="1363" y="437"/>
                  <a:pt x="1363" y="437"/>
                </a:cubicBezTo>
                <a:close/>
                <a:moveTo>
                  <a:pt x="1191" y="437"/>
                </a:moveTo>
                <a:cubicBezTo>
                  <a:pt x="1190" y="437"/>
                  <a:pt x="1189" y="436"/>
                  <a:pt x="1188" y="436"/>
                </a:cubicBezTo>
                <a:cubicBezTo>
                  <a:pt x="1187" y="436"/>
                  <a:pt x="1187" y="436"/>
                  <a:pt x="1187" y="436"/>
                </a:cubicBezTo>
                <a:cubicBezTo>
                  <a:pt x="1187" y="436"/>
                  <a:pt x="1187" y="436"/>
                  <a:pt x="1187" y="436"/>
                </a:cubicBezTo>
                <a:cubicBezTo>
                  <a:pt x="1187" y="436"/>
                  <a:pt x="1186" y="436"/>
                  <a:pt x="1186" y="436"/>
                </a:cubicBezTo>
                <a:cubicBezTo>
                  <a:pt x="1186" y="436"/>
                  <a:pt x="1186" y="436"/>
                  <a:pt x="1186" y="436"/>
                </a:cubicBezTo>
                <a:cubicBezTo>
                  <a:pt x="1186" y="436"/>
                  <a:pt x="1186" y="436"/>
                  <a:pt x="1185" y="436"/>
                </a:cubicBezTo>
                <a:cubicBezTo>
                  <a:pt x="1185" y="436"/>
                  <a:pt x="1185" y="436"/>
                  <a:pt x="1185" y="436"/>
                </a:cubicBezTo>
                <a:cubicBezTo>
                  <a:pt x="1185" y="436"/>
                  <a:pt x="1185" y="436"/>
                  <a:pt x="1185" y="436"/>
                </a:cubicBezTo>
                <a:cubicBezTo>
                  <a:pt x="1184" y="436"/>
                  <a:pt x="1184" y="436"/>
                  <a:pt x="1184" y="436"/>
                </a:cubicBezTo>
                <a:cubicBezTo>
                  <a:pt x="1184" y="436"/>
                  <a:pt x="1184" y="436"/>
                  <a:pt x="1183" y="436"/>
                </a:cubicBezTo>
                <a:cubicBezTo>
                  <a:pt x="1183" y="436"/>
                  <a:pt x="1183" y="436"/>
                  <a:pt x="1182" y="436"/>
                </a:cubicBezTo>
                <a:cubicBezTo>
                  <a:pt x="1182" y="437"/>
                  <a:pt x="1182" y="437"/>
                  <a:pt x="1182" y="437"/>
                </a:cubicBezTo>
                <a:cubicBezTo>
                  <a:pt x="1181" y="437"/>
                  <a:pt x="1181" y="437"/>
                  <a:pt x="1181" y="437"/>
                </a:cubicBezTo>
                <a:cubicBezTo>
                  <a:pt x="1180" y="437"/>
                  <a:pt x="1180" y="437"/>
                  <a:pt x="1179" y="438"/>
                </a:cubicBezTo>
                <a:cubicBezTo>
                  <a:pt x="1179" y="438"/>
                  <a:pt x="1178" y="438"/>
                  <a:pt x="1178" y="438"/>
                </a:cubicBezTo>
                <a:cubicBezTo>
                  <a:pt x="1178" y="439"/>
                  <a:pt x="1178" y="439"/>
                  <a:pt x="1177" y="439"/>
                </a:cubicBezTo>
                <a:cubicBezTo>
                  <a:pt x="1177" y="440"/>
                  <a:pt x="1177" y="440"/>
                  <a:pt x="1177" y="442"/>
                </a:cubicBezTo>
                <a:cubicBezTo>
                  <a:pt x="1177" y="442"/>
                  <a:pt x="1177" y="442"/>
                  <a:pt x="1178" y="442"/>
                </a:cubicBezTo>
                <a:cubicBezTo>
                  <a:pt x="1178" y="442"/>
                  <a:pt x="1178" y="443"/>
                  <a:pt x="1178" y="443"/>
                </a:cubicBezTo>
                <a:cubicBezTo>
                  <a:pt x="1178" y="443"/>
                  <a:pt x="1178" y="443"/>
                  <a:pt x="1179" y="443"/>
                </a:cubicBezTo>
                <a:cubicBezTo>
                  <a:pt x="1179" y="443"/>
                  <a:pt x="1179" y="444"/>
                  <a:pt x="1180" y="444"/>
                </a:cubicBezTo>
                <a:cubicBezTo>
                  <a:pt x="1181" y="444"/>
                  <a:pt x="1181" y="444"/>
                  <a:pt x="1181" y="444"/>
                </a:cubicBezTo>
                <a:cubicBezTo>
                  <a:pt x="1182" y="445"/>
                  <a:pt x="1183" y="445"/>
                  <a:pt x="1184" y="445"/>
                </a:cubicBezTo>
                <a:cubicBezTo>
                  <a:pt x="1184" y="445"/>
                  <a:pt x="1184" y="445"/>
                  <a:pt x="1184" y="445"/>
                </a:cubicBezTo>
                <a:cubicBezTo>
                  <a:pt x="1184" y="445"/>
                  <a:pt x="1185" y="445"/>
                  <a:pt x="1185" y="445"/>
                </a:cubicBezTo>
                <a:cubicBezTo>
                  <a:pt x="1185" y="445"/>
                  <a:pt x="1185" y="445"/>
                  <a:pt x="1185" y="445"/>
                </a:cubicBezTo>
                <a:cubicBezTo>
                  <a:pt x="1185" y="445"/>
                  <a:pt x="1185" y="445"/>
                  <a:pt x="1186" y="445"/>
                </a:cubicBezTo>
                <a:cubicBezTo>
                  <a:pt x="1186" y="445"/>
                  <a:pt x="1186" y="445"/>
                  <a:pt x="1186" y="445"/>
                </a:cubicBezTo>
                <a:cubicBezTo>
                  <a:pt x="1186" y="445"/>
                  <a:pt x="1186" y="445"/>
                  <a:pt x="1187" y="445"/>
                </a:cubicBezTo>
                <a:cubicBezTo>
                  <a:pt x="1187" y="445"/>
                  <a:pt x="1187" y="445"/>
                  <a:pt x="1187" y="445"/>
                </a:cubicBezTo>
                <a:cubicBezTo>
                  <a:pt x="1187" y="445"/>
                  <a:pt x="1187" y="445"/>
                  <a:pt x="1187" y="445"/>
                </a:cubicBezTo>
                <a:cubicBezTo>
                  <a:pt x="1188" y="445"/>
                  <a:pt x="1188" y="445"/>
                  <a:pt x="1188" y="445"/>
                </a:cubicBezTo>
                <a:cubicBezTo>
                  <a:pt x="1188" y="445"/>
                  <a:pt x="1189" y="445"/>
                  <a:pt x="1189" y="445"/>
                </a:cubicBezTo>
                <a:cubicBezTo>
                  <a:pt x="1189" y="445"/>
                  <a:pt x="1190" y="445"/>
                  <a:pt x="1190" y="445"/>
                </a:cubicBezTo>
                <a:cubicBezTo>
                  <a:pt x="1190" y="444"/>
                  <a:pt x="1190" y="444"/>
                  <a:pt x="1191" y="444"/>
                </a:cubicBezTo>
                <a:cubicBezTo>
                  <a:pt x="1192" y="444"/>
                  <a:pt x="1192" y="444"/>
                  <a:pt x="1192" y="444"/>
                </a:cubicBezTo>
                <a:cubicBezTo>
                  <a:pt x="1193" y="443"/>
                  <a:pt x="1193" y="443"/>
                  <a:pt x="1194" y="442"/>
                </a:cubicBezTo>
                <a:cubicBezTo>
                  <a:pt x="1194" y="442"/>
                  <a:pt x="1194" y="442"/>
                  <a:pt x="1194" y="441"/>
                </a:cubicBezTo>
                <a:cubicBezTo>
                  <a:pt x="1194" y="440"/>
                  <a:pt x="1194" y="440"/>
                  <a:pt x="1194" y="440"/>
                </a:cubicBezTo>
                <a:cubicBezTo>
                  <a:pt x="1194" y="440"/>
                  <a:pt x="1194" y="440"/>
                  <a:pt x="1194" y="440"/>
                </a:cubicBezTo>
                <a:cubicBezTo>
                  <a:pt x="1194" y="440"/>
                  <a:pt x="1194" y="439"/>
                  <a:pt x="1194" y="439"/>
                </a:cubicBezTo>
                <a:cubicBezTo>
                  <a:pt x="1194" y="439"/>
                  <a:pt x="1194" y="439"/>
                  <a:pt x="1194" y="439"/>
                </a:cubicBezTo>
                <a:cubicBezTo>
                  <a:pt x="1193" y="438"/>
                  <a:pt x="1193" y="438"/>
                  <a:pt x="1192" y="437"/>
                </a:cubicBezTo>
                <a:lnTo>
                  <a:pt x="1191" y="437"/>
                </a:lnTo>
                <a:close/>
                <a:moveTo>
                  <a:pt x="497" y="437"/>
                </a:moveTo>
                <a:cubicBezTo>
                  <a:pt x="497" y="437"/>
                  <a:pt x="496" y="437"/>
                  <a:pt x="496" y="436"/>
                </a:cubicBezTo>
                <a:cubicBezTo>
                  <a:pt x="496" y="436"/>
                  <a:pt x="496" y="436"/>
                  <a:pt x="495" y="436"/>
                </a:cubicBezTo>
                <a:cubicBezTo>
                  <a:pt x="495" y="436"/>
                  <a:pt x="495" y="436"/>
                  <a:pt x="495" y="436"/>
                </a:cubicBezTo>
                <a:cubicBezTo>
                  <a:pt x="494" y="436"/>
                  <a:pt x="494" y="436"/>
                  <a:pt x="494" y="436"/>
                </a:cubicBezTo>
                <a:cubicBezTo>
                  <a:pt x="494" y="436"/>
                  <a:pt x="494" y="436"/>
                  <a:pt x="494" y="436"/>
                </a:cubicBezTo>
                <a:cubicBezTo>
                  <a:pt x="494" y="436"/>
                  <a:pt x="493" y="436"/>
                  <a:pt x="493" y="436"/>
                </a:cubicBezTo>
                <a:cubicBezTo>
                  <a:pt x="493" y="436"/>
                  <a:pt x="493" y="436"/>
                  <a:pt x="493" y="436"/>
                </a:cubicBezTo>
                <a:cubicBezTo>
                  <a:pt x="492" y="436"/>
                  <a:pt x="492" y="436"/>
                  <a:pt x="491" y="436"/>
                </a:cubicBezTo>
                <a:cubicBezTo>
                  <a:pt x="491" y="436"/>
                  <a:pt x="491" y="436"/>
                  <a:pt x="490" y="436"/>
                </a:cubicBezTo>
                <a:cubicBezTo>
                  <a:pt x="490" y="436"/>
                  <a:pt x="489" y="436"/>
                  <a:pt x="489" y="437"/>
                </a:cubicBezTo>
                <a:cubicBezTo>
                  <a:pt x="489" y="437"/>
                  <a:pt x="488" y="437"/>
                  <a:pt x="488" y="437"/>
                </a:cubicBezTo>
                <a:cubicBezTo>
                  <a:pt x="485" y="438"/>
                  <a:pt x="483" y="439"/>
                  <a:pt x="483" y="442"/>
                </a:cubicBezTo>
                <a:cubicBezTo>
                  <a:pt x="483" y="442"/>
                  <a:pt x="483" y="442"/>
                  <a:pt x="483" y="442"/>
                </a:cubicBezTo>
                <a:cubicBezTo>
                  <a:pt x="483" y="442"/>
                  <a:pt x="484" y="443"/>
                  <a:pt x="484" y="443"/>
                </a:cubicBezTo>
                <a:cubicBezTo>
                  <a:pt x="484" y="443"/>
                  <a:pt x="484" y="443"/>
                  <a:pt x="484" y="443"/>
                </a:cubicBezTo>
                <a:cubicBezTo>
                  <a:pt x="484" y="443"/>
                  <a:pt x="485" y="444"/>
                  <a:pt x="485" y="444"/>
                </a:cubicBezTo>
                <a:cubicBezTo>
                  <a:pt x="486" y="444"/>
                  <a:pt x="486" y="444"/>
                  <a:pt x="486" y="444"/>
                </a:cubicBezTo>
                <a:cubicBezTo>
                  <a:pt x="487" y="445"/>
                  <a:pt x="488" y="445"/>
                  <a:pt x="489" y="445"/>
                </a:cubicBezTo>
                <a:cubicBezTo>
                  <a:pt x="489" y="445"/>
                  <a:pt x="489" y="445"/>
                  <a:pt x="489" y="445"/>
                </a:cubicBezTo>
                <a:cubicBezTo>
                  <a:pt x="490" y="445"/>
                  <a:pt x="490" y="445"/>
                  <a:pt x="490" y="445"/>
                </a:cubicBezTo>
                <a:cubicBezTo>
                  <a:pt x="490" y="445"/>
                  <a:pt x="490" y="445"/>
                  <a:pt x="490" y="445"/>
                </a:cubicBezTo>
                <a:cubicBezTo>
                  <a:pt x="490" y="445"/>
                  <a:pt x="491" y="445"/>
                  <a:pt x="491" y="445"/>
                </a:cubicBezTo>
                <a:cubicBezTo>
                  <a:pt x="491" y="445"/>
                  <a:pt x="491" y="445"/>
                  <a:pt x="491" y="445"/>
                </a:cubicBezTo>
                <a:cubicBezTo>
                  <a:pt x="491" y="445"/>
                  <a:pt x="492" y="445"/>
                  <a:pt x="492" y="445"/>
                </a:cubicBezTo>
                <a:cubicBezTo>
                  <a:pt x="492" y="445"/>
                  <a:pt x="492" y="445"/>
                  <a:pt x="492" y="445"/>
                </a:cubicBezTo>
                <a:cubicBezTo>
                  <a:pt x="492" y="445"/>
                  <a:pt x="492" y="445"/>
                  <a:pt x="493" y="445"/>
                </a:cubicBezTo>
                <a:cubicBezTo>
                  <a:pt x="493" y="445"/>
                  <a:pt x="493" y="445"/>
                  <a:pt x="493" y="445"/>
                </a:cubicBezTo>
                <a:cubicBezTo>
                  <a:pt x="494" y="445"/>
                  <a:pt x="494" y="445"/>
                  <a:pt x="494" y="445"/>
                </a:cubicBezTo>
                <a:cubicBezTo>
                  <a:pt x="495" y="445"/>
                  <a:pt x="495" y="445"/>
                  <a:pt x="495" y="445"/>
                </a:cubicBezTo>
                <a:cubicBezTo>
                  <a:pt x="495" y="444"/>
                  <a:pt x="496" y="444"/>
                  <a:pt x="496" y="444"/>
                </a:cubicBezTo>
                <a:cubicBezTo>
                  <a:pt x="497" y="444"/>
                  <a:pt x="497" y="444"/>
                  <a:pt x="497" y="444"/>
                </a:cubicBezTo>
                <a:cubicBezTo>
                  <a:pt x="499" y="443"/>
                  <a:pt x="500" y="442"/>
                  <a:pt x="500" y="441"/>
                </a:cubicBezTo>
                <a:cubicBezTo>
                  <a:pt x="501" y="440"/>
                  <a:pt x="501" y="440"/>
                  <a:pt x="500" y="439"/>
                </a:cubicBezTo>
                <a:cubicBezTo>
                  <a:pt x="500" y="439"/>
                  <a:pt x="500" y="439"/>
                  <a:pt x="500" y="438"/>
                </a:cubicBezTo>
                <a:cubicBezTo>
                  <a:pt x="500" y="438"/>
                  <a:pt x="499" y="438"/>
                  <a:pt x="499" y="438"/>
                </a:cubicBezTo>
                <a:cubicBezTo>
                  <a:pt x="498" y="437"/>
                  <a:pt x="498" y="437"/>
                  <a:pt x="497" y="437"/>
                </a:cubicBezTo>
                <a:cubicBezTo>
                  <a:pt x="497" y="437"/>
                  <a:pt x="497" y="437"/>
                  <a:pt x="497" y="437"/>
                </a:cubicBezTo>
                <a:close/>
                <a:moveTo>
                  <a:pt x="2057" y="437"/>
                </a:moveTo>
                <a:cubicBezTo>
                  <a:pt x="2056" y="437"/>
                  <a:pt x="2055" y="436"/>
                  <a:pt x="2054" y="436"/>
                </a:cubicBezTo>
                <a:cubicBezTo>
                  <a:pt x="2054" y="436"/>
                  <a:pt x="2054" y="436"/>
                  <a:pt x="2053" y="436"/>
                </a:cubicBezTo>
                <a:cubicBezTo>
                  <a:pt x="2053" y="436"/>
                  <a:pt x="2053" y="436"/>
                  <a:pt x="2053" y="436"/>
                </a:cubicBezTo>
                <a:cubicBezTo>
                  <a:pt x="2053" y="436"/>
                  <a:pt x="2053" y="436"/>
                  <a:pt x="2053" y="436"/>
                </a:cubicBezTo>
                <a:cubicBezTo>
                  <a:pt x="2052" y="436"/>
                  <a:pt x="2052" y="436"/>
                  <a:pt x="2052" y="436"/>
                </a:cubicBezTo>
                <a:cubicBezTo>
                  <a:pt x="2052" y="436"/>
                  <a:pt x="2052" y="436"/>
                  <a:pt x="2052" y="436"/>
                </a:cubicBezTo>
                <a:cubicBezTo>
                  <a:pt x="2051" y="436"/>
                  <a:pt x="2051" y="436"/>
                  <a:pt x="2051" y="436"/>
                </a:cubicBezTo>
                <a:cubicBezTo>
                  <a:pt x="2051" y="436"/>
                  <a:pt x="2051" y="436"/>
                  <a:pt x="2051" y="436"/>
                </a:cubicBezTo>
                <a:cubicBezTo>
                  <a:pt x="2051" y="436"/>
                  <a:pt x="2051" y="436"/>
                  <a:pt x="2050" y="436"/>
                </a:cubicBezTo>
                <a:cubicBezTo>
                  <a:pt x="2050" y="436"/>
                  <a:pt x="2050" y="436"/>
                  <a:pt x="2050" y="436"/>
                </a:cubicBezTo>
                <a:cubicBezTo>
                  <a:pt x="2049" y="436"/>
                  <a:pt x="2049" y="436"/>
                  <a:pt x="2049" y="436"/>
                </a:cubicBezTo>
                <a:cubicBezTo>
                  <a:pt x="2049" y="437"/>
                  <a:pt x="2048" y="437"/>
                  <a:pt x="2048" y="437"/>
                </a:cubicBezTo>
                <a:cubicBezTo>
                  <a:pt x="2048" y="437"/>
                  <a:pt x="2048" y="437"/>
                  <a:pt x="2047" y="437"/>
                </a:cubicBezTo>
                <a:cubicBezTo>
                  <a:pt x="2047" y="437"/>
                  <a:pt x="2046" y="437"/>
                  <a:pt x="2046" y="438"/>
                </a:cubicBezTo>
                <a:cubicBezTo>
                  <a:pt x="2046" y="438"/>
                  <a:pt x="2045" y="438"/>
                  <a:pt x="2045" y="438"/>
                </a:cubicBezTo>
                <a:cubicBezTo>
                  <a:pt x="2045" y="439"/>
                  <a:pt x="2045" y="439"/>
                  <a:pt x="2044" y="439"/>
                </a:cubicBezTo>
                <a:cubicBezTo>
                  <a:pt x="2044" y="440"/>
                  <a:pt x="2044" y="440"/>
                  <a:pt x="2045" y="442"/>
                </a:cubicBezTo>
                <a:cubicBezTo>
                  <a:pt x="2045" y="442"/>
                  <a:pt x="2045" y="442"/>
                  <a:pt x="2045" y="442"/>
                </a:cubicBezTo>
                <a:cubicBezTo>
                  <a:pt x="2046" y="442"/>
                  <a:pt x="2046" y="443"/>
                  <a:pt x="2046" y="443"/>
                </a:cubicBezTo>
                <a:cubicBezTo>
                  <a:pt x="2046" y="443"/>
                  <a:pt x="2046" y="443"/>
                  <a:pt x="2047" y="443"/>
                </a:cubicBezTo>
                <a:cubicBezTo>
                  <a:pt x="2047" y="443"/>
                  <a:pt x="2047" y="444"/>
                  <a:pt x="2048" y="444"/>
                </a:cubicBezTo>
                <a:cubicBezTo>
                  <a:pt x="2049" y="444"/>
                  <a:pt x="2049" y="444"/>
                  <a:pt x="2049" y="444"/>
                </a:cubicBezTo>
                <a:cubicBezTo>
                  <a:pt x="2050" y="445"/>
                  <a:pt x="2051" y="445"/>
                  <a:pt x="2052" y="445"/>
                </a:cubicBezTo>
                <a:cubicBezTo>
                  <a:pt x="2053" y="445"/>
                  <a:pt x="2053" y="445"/>
                  <a:pt x="2053" y="445"/>
                </a:cubicBezTo>
                <a:cubicBezTo>
                  <a:pt x="2053" y="445"/>
                  <a:pt x="2053" y="445"/>
                  <a:pt x="2053" y="445"/>
                </a:cubicBezTo>
                <a:cubicBezTo>
                  <a:pt x="2053" y="445"/>
                  <a:pt x="2054" y="445"/>
                  <a:pt x="2054" y="445"/>
                </a:cubicBezTo>
                <a:cubicBezTo>
                  <a:pt x="2054" y="445"/>
                  <a:pt x="2054" y="445"/>
                  <a:pt x="2054" y="445"/>
                </a:cubicBezTo>
                <a:cubicBezTo>
                  <a:pt x="2054" y="445"/>
                  <a:pt x="2054" y="445"/>
                  <a:pt x="2055" y="445"/>
                </a:cubicBezTo>
                <a:cubicBezTo>
                  <a:pt x="2055" y="445"/>
                  <a:pt x="2055" y="445"/>
                  <a:pt x="2055" y="445"/>
                </a:cubicBezTo>
                <a:cubicBezTo>
                  <a:pt x="2055" y="445"/>
                  <a:pt x="2055" y="445"/>
                  <a:pt x="2055" y="445"/>
                </a:cubicBezTo>
                <a:cubicBezTo>
                  <a:pt x="2056" y="445"/>
                  <a:pt x="2056" y="445"/>
                  <a:pt x="2056" y="445"/>
                </a:cubicBezTo>
                <a:cubicBezTo>
                  <a:pt x="2056" y="445"/>
                  <a:pt x="2056" y="445"/>
                  <a:pt x="2057" y="445"/>
                </a:cubicBezTo>
                <a:cubicBezTo>
                  <a:pt x="2057" y="445"/>
                  <a:pt x="2057" y="445"/>
                  <a:pt x="2057" y="445"/>
                </a:cubicBezTo>
                <a:cubicBezTo>
                  <a:pt x="2058" y="445"/>
                  <a:pt x="2058" y="445"/>
                  <a:pt x="2058" y="445"/>
                </a:cubicBezTo>
                <a:cubicBezTo>
                  <a:pt x="2058" y="444"/>
                  <a:pt x="2059" y="444"/>
                  <a:pt x="2059" y="444"/>
                </a:cubicBezTo>
                <a:cubicBezTo>
                  <a:pt x="2060" y="444"/>
                  <a:pt x="2060" y="444"/>
                  <a:pt x="2060" y="444"/>
                </a:cubicBezTo>
                <a:cubicBezTo>
                  <a:pt x="2061" y="443"/>
                  <a:pt x="2061" y="443"/>
                  <a:pt x="2062" y="442"/>
                </a:cubicBezTo>
                <a:cubicBezTo>
                  <a:pt x="2062" y="442"/>
                  <a:pt x="2062" y="442"/>
                  <a:pt x="2062" y="441"/>
                </a:cubicBezTo>
                <a:cubicBezTo>
                  <a:pt x="2062" y="440"/>
                  <a:pt x="2062" y="440"/>
                  <a:pt x="2062" y="440"/>
                </a:cubicBezTo>
                <a:cubicBezTo>
                  <a:pt x="2062" y="440"/>
                  <a:pt x="2061" y="440"/>
                  <a:pt x="2061" y="440"/>
                </a:cubicBezTo>
                <a:cubicBezTo>
                  <a:pt x="2061" y="440"/>
                  <a:pt x="2061" y="439"/>
                  <a:pt x="2061" y="439"/>
                </a:cubicBezTo>
                <a:cubicBezTo>
                  <a:pt x="2061" y="439"/>
                  <a:pt x="2061" y="439"/>
                  <a:pt x="2061" y="439"/>
                </a:cubicBezTo>
                <a:cubicBezTo>
                  <a:pt x="2060" y="438"/>
                  <a:pt x="2059" y="438"/>
                  <a:pt x="2059" y="437"/>
                </a:cubicBezTo>
                <a:lnTo>
                  <a:pt x="2057" y="437"/>
                </a:lnTo>
                <a:close/>
                <a:moveTo>
                  <a:pt x="2230" y="437"/>
                </a:moveTo>
                <a:cubicBezTo>
                  <a:pt x="2229" y="437"/>
                  <a:pt x="2229" y="437"/>
                  <a:pt x="2229" y="436"/>
                </a:cubicBezTo>
                <a:cubicBezTo>
                  <a:pt x="2229" y="436"/>
                  <a:pt x="2228" y="436"/>
                  <a:pt x="2228" y="436"/>
                </a:cubicBezTo>
                <a:cubicBezTo>
                  <a:pt x="2228" y="436"/>
                  <a:pt x="2227" y="436"/>
                  <a:pt x="2227" y="436"/>
                </a:cubicBezTo>
                <a:cubicBezTo>
                  <a:pt x="2227" y="436"/>
                  <a:pt x="2227" y="436"/>
                  <a:pt x="2227" y="436"/>
                </a:cubicBezTo>
                <a:cubicBezTo>
                  <a:pt x="2227" y="436"/>
                  <a:pt x="2226" y="436"/>
                  <a:pt x="2226" y="436"/>
                </a:cubicBezTo>
                <a:cubicBezTo>
                  <a:pt x="2226" y="436"/>
                  <a:pt x="2226" y="436"/>
                  <a:pt x="2226" y="436"/>
                </a:cubicBezTo>
                <a:cubicBezTo>
                  <a:pt x="2226" y="436"/>
                  <a:pt x="2225" y="436"/>
                  <a:pt x="2225" y="436"/>
                </a:cubicBezTo>
                <a:cubicBezTo>
                  <a:pt x="2225" y="436"/>
                  <a:pt x="2224" y="436"/>
                  <a:pt x="2224" y="436"/>
                </a:cubicBezTo>
                <a:cubicBezTo>
                  <a:pt x="2224" y="436"/>
                  <a:pt x="2223" y="436"/>
                  <a:pt x="2223" y="436"/>
                </a:cubicBezTo>
                <a:cubicBezTo>
                  <a:pt x="2222" y="436"/>
                  <a:pt x="2222" y="436"/>
                  <a:pt x="2222" y="437"/>
                </a:cubicBezTo>
                <a:cubicBezTo>
                  <a:pt x="2221" y="437"/>
                  <a:pt x="2221" y="437"/>
                  <a:pt x="2221" y="437"/>
                </a:cubicBezTo>
                <a:cubicBezTo>
                  <a:pt x="2220" y="437"/>
                  <a:pt x="2220" y="437"/>
                  <a:pt x="2219" y="438"/>
                </a:cubicBezTo>
                <a:cubicBezTo>
                  <a:pt x="2219" y="438"/>
                  <a:pt x="2219" y="438"/>
                  <a:pt x="2218" y="438"/>
                </a:cubicBezTo>
                <a:cubicBezTo>
                  <a:pt x="2218" y="439"/>
                  <a:pt x="2218" y="439"/>
                  <a:pt x="2218" y="439"/>
                </a:cubicBezTo>
                <a:cubicBezTo>
                  <a:pt x="2218" y="440"/>
                  <a:pt x="2218" y="440"/>
                  <a:pt x="2218" y="442"/>
                </a:cubicBezTo>
                <a:cubicBezTo>
                  <a:pt x="2218" y="442"/>
                  <a:pt x="2219" y="442"/>
                  <a:pt x="2219" y="442"/>
                </a:cubicBezTo>
                <a:cubicBezTo>
                  <a:pt x="2219" y="442"/>
                  <a:pt x="2219" y="443"/>
                  <a:pt x="2220" y="443"/>
                </a:cubicBezTo>
                <a:cubicBezTo>
                  <a:pt x="2220" y="443"/>
                  <a:pt x="2220" y="443"/>
                  <a:pt x="2220" y="443"/>
                </a:cubicBezTo>
                <a:cubicBezTo>
                  <a:pt x="2221" y="443"/>
                  <a:pt x="2221" y="444"/>
                  <a:pt x="2221" y="444"/>
                </a:cubicBezTo>
                <a:cubicBezTo>
                  <a:pt x="2223" y="444"/>
                  <a:pt x="2223" y="444"/>
                  <a:pt x="2223" y="444"/>
                </a:cubicBezTo>
                <a:cubicBezTo>
                  <a:pt x="2224" y="445"/>
                  <a:pt x="2225" y="445"/>
                  <a:pt x="2226" y="445"/>
                </a:cubicBezTo>
                <a:cubicBezTo>
                  <a:pt x="2226" y="445"/>
                  <a:pt x="2226" y="445"/>
                  <a:pt x="2227" y="445"/>
                </a:cubicBezTo>
                <a:cubicBezTo>
                  <a:pt x="2227" y="445"/>
                  <a:pt x="2227" y="445"/>
                  <a:pt x="2227" y="445"/>
                </a:cubicBezTo>
                <a:cubicBezTo>
                  <a:pt x="2227" y="445"/>
                  <a:pt x="2227" y="445"/>
                  <a:pt x="2227" y="445"/>
                </a:cubicBezTo>
                <a:cubicBezTo>
                  <a:pt x="2228" y="445"/>
                  <a:pt x="2228" y="445"/>
                  <a:pt x="2228" y="445"/>
                </a:cubicBezTo>
                <a:cubicBezTo>
                  <a:pt x="2228" y="445"/>
                  <a:pt x="2228" y="445"/>
                  <a:pt x="2228" y="445"/>
                </a:cubicBezTo>
                <a:cubicBezTo>
                  <a:pt x="2228" y="445"/>
                  <a:pt x="2229" y="445"/>
                  <a:pt x="2229" y="445"/>
                </a:cubicBezTo>
                <a:cubicBezTo>
                  <a:pt x="2229" y="445"/>
                  <a:pt x="2229" y="445"/>
                  <a:pt x="2229" y="445"/>
                </a:cubicBezTo>
                <a:cubicBezTo>
                  <a:pt x="2229" y="445"/>
                  <a:pt x="2229" y="445"/>
                  <a:pt x="2230" y="445"/>
                </a:cubicBezTo>
                <a:cubicBezTo>
                  <a:pt x="2230" y="445"/>
                  <a:pt x="2230" y="445"/>
                  <a:pt x="2230" y="445"/>
                </a:cubicBezTo>
                <a:cubicBezTo>
                  <a:pt x="2231" y="445"/>
                  <a:pt x="2231" y="445"/>
                  <a:pt x="2231" y="445"/>
                </a:cubicBezTo>
                <a:cubicBezTo>
                  <a:pt x="2231" y="445"/>
                  <a:pt x="2232" y="445"/>
                  <a:pt x="2232" y="445"/>
                </a:cubicBezTo>
                <a:cubicBezTo>
                  <a:pt x="2232" y="444"/>
                  <a:pt x="2232" y="444"/>
                  <a:pt x="2232" y="444"/>
                </a:cubicBezTo>
                <a:cubicBezTo>
                  <a:pt x="2234" y="444"/>
                  <a:pt x="2234" y="444"/>
                  <a:pt x="2234" y="444"/>
                </a:cubicBezTo>
                <a:cubicBezTo>
                  <a:pt x="2235" y="443"/>
                  <a:pt x="2235" y="442"/>
                  <a:pt x="2235" y="441"/>
                </a:cubicBezTo>
                <a:cubicBezTo>
                  <a:pt x="2235" y="440"/>
                  <a:pt x="2235" y="440"/>
                  <a:pt x="2235" y="439"/>
                </a:cubicBezTo>
                <a:cubicBezTo>
                  <a:pt x="2234" y="439"/>
                  <a:pt x="2234" y="439"/>
                  <a:pt x="2234" y="438"/>
                </a:cubicBezTo>
                <a:cubicBezTo>
                  <a:pt x="2233" y="438"/>
                  <a:pt x="2233" y="438"/>
                  <a:pt x="2232" y="438"/>
                </a:cubicBezTo>
                <a:cubicBezTo>
                  <a:pt x="2232" y="437"/>
                  <a:pt x="2231" y="437"/>
                  <a:pt x="2230" y="437"/>
                </a:cubicBezTo>
                <a:cubicBezTo>
                  <a:pt x="2230" y="437"/>
                  <a:pt x="2230" y="437"/>
                  <a:pt x="2230" y="437"/>
                </a:cubicBezTo>
                <a:close/>
                <a:moveTo>
                  <a:pt x="2187" y="437"/>
                </a:moveTo>
                <a:cubicBezTo>
                  <a:pt x="2185" y="436"/>
                  <a:pt x="2184" y="436"/>
                  <a:pt x="2182" y="436"/>
                </a:cubicBezTo>
                <a:cubicBezTo>
                  <a:pt x="2182" y="436"/>
                  <a:pt x="2181" y="436"/>
                  <a:pt x="2181" y="436"/>
                </a:cubicBezTo>
                <a:cubicBezTo>
                  <a:pt x="2180" y="436"/>
                  <a:pt x="2180" y="436"/>
                  <a:pt x="2179" y="436"/>
                </a:cubicBezTo>
                <a:cubicBezTo>
                  <a:pt x="2179" y="436"/>
                  <a:pt x="2179" y="436"/>
                  <a:pt x="2178" y="437"/>
                </a:cubicBezTo>
                <a:cubicBezTo>
                  <a:pt x="2178" y="437"/>
                  <a:pt x="2178" y="437"/>
                  <a:pt x="2177" y="437"/>
                </a:cubicBezTo>
                <a:cubicBezTo>
                  <a:pt x="2177" y="437"/>
                  <a:pt x="2176" y="437"/>
                  <a:pt x="2176" y="438"/>
                </a:cubicBezTo>
                <a:cubicBezTo>
                  <a:pt x="2176" y="438"/>
                  <a:pt x="2175" y="438"/>
                  <a:pt x="2175" y="438"/>
                </a:cubicBezTo>
                <a:cubicBezTo>
                  <a:pt x="2175" y="439"/>
                  <a:pt x="2175" y="439"/>
                  <a:pt x="2175" y="439"/>
                </a:cubicBezTo>
                <a:cubicBezTo>
                  <a:pt x="2174" y="440"/>
                  <a:pt x="2174" y="440"/>
                  <a:pt x="2175" y="442"/>
                </a:cubicBezTo>
                <a:cubicBezTo>
                  <a:pt x="2175" y="442"/>
                  <a:pt x="2175" y="442"/>
                  <a:pt x="2175" y="442"/>
                </a:cubicBezTo>
                <a:cubicBezTo>
                  <a:pt x="2176" y="442"/>
                  <a:pt x="2176" y="443"/>
                  <a:pt x="2176" y="443"/>
                </a:cubicBezTo>
                <a:cubicBezTo>
                  <a:pt x="2176" y="443"/>
                  <a:pt x="2177" y="443"/>
                  <a:pt x="2177" y="443"/>
                </a:cubicBezTo>
                <a:cubicBezTo>
                  <a:pt x="2177" y="443"/>
                  <a:pt x="2178" y="444"/>
                  <a:pt x="2178" y="444"/>
                </a:cubicBezTo>
                <a:cubicBezTo>
                  <a:pt x="2179" y="444"/>
                  <a:pt x="2179" y="444"/>
                  <a:pt x="2179" y="444"/>
                </a:cubicBezTo>
                <a:cubicBezTo>
                  <a:pt x="2180" y="445"/>
                  <a:pt x="2182" y="445"/>
                  <a:pt x="2183" y="445"/>
                </a:cubicBezTo>
                <a:cubicBezTo>
                  <a:pt x="2183" y="445"/>
                  <a:pt x="2183" y="445"/>
                  <a:pt x="2183" y="445"/>
                </a:cubicBezTo>
                <a:cubicBezTo>
                  <a:pt x="2183" y="445"/>
                  <a:pt x="2183" y="445"/>
                  <a:pt x="2184" y="445"/>
                </a:cubicBezTo>
                <a:cubicBezTo>
                  <a:pt x="2184" y="445"/>
                  <a:pt x="2184" y="445"/>
                  <a:pt x="2184" y="445"/>
                </a:cubicBezTo>
                <a:cubicBezTo>
                  <a:pt x="2184" y="445"/>
                  <a:pt x="2184" y="445"/>
                  <a:pt x="2184" y="445"/>
                </a:cubicBezTo>
                <a:cubicBezTo>
                  <a:pt x="2185" y="445"/>
                  <a:pt x="2185" y="445"/>
                  <a:pt x="2185" y="445"/>
                </a:cubicBezTo>
                <a:cubicBezTo>
                  <a:pt x="2185" y="445"/>
                  <a:pt x="2185" y="445"/>
                  <a:pt x="2185" y="445"/>
                </a:cubicBezTo>
                <a:cubicBezTo>
                  <a:pt x="2185" y="445"/>
                  <a:pt x="2186" y="445"/>
                  <a:pt x="2186" y="445"/>
                </a:cubicBezTo>
                <a:cubicBezTo>
                  <a:pt x="2186" y="445"/>
                  <a:pt x="2186" y="445"/>
                  <a:pt x="2186" y="445"/>
                </a:cubicBezTo>
                <a:cubicBezTo>
                  <a:pt x="2186" y="445"/>
                  <a:pt x="2187" y="445"/>
                  <a:pt x="2187" y="445"/>
                </a:cubicBezTo>
                <a:cubicBezTo>
                  <a:pt x="2187" y="445"/>
                  <a:pt x="2187" y="445"/>
                  <a:pt x="2188" y="445"/>
                </a:cubicBezTo>
                <a:cubicBezTo>
                  <a:pt x="2188" y="445"/>
                  <a:pt x="2188" y="445"/>
                  <a:pt x="2188" y="445"/>
                </a:cubicBezTo>
                <a:cubicBezTo>
                  <a:pt x="2189" y="444"/>
                  <a:pt x="2189" y="444"/>
                  <a:pt x="2189" y="444"/>
                </a:cubicBezTo>
                <a:cubicBezTo>
                  <a:pt x="2190" y="444"/>
                  <a:pt x="2190" y="444"/>
                  <a:pt x="2190" y="444"/>
                </a:cubicBezTo>
                <a:cubicBezTo>
                  <a:pt x="2191" y="443"/>
                  <a:pt x="2192" y="442"/>
                  <a:pt x="2192" y="441"/>
                </a:cubicBezTo>
                <a:cubicBezTo>
                  <a:pt x="2192" y="440"/>
                  <a:pt x="2192" y="440"/>
                  <a:pt x="2191" y="439"/>
                </a:cubicBezTo>
                <a:cubicBezTo>
                  <a:pt x="2191" y="439"/>
                  <a:pt x="2191" y="439"/>
                  <a:pt x="2190" y="438"/>
                </a:cubicBezTo>
                <a:cubicBezTo>
                  <a:pt x="2190" y="438"/>
                  <a:pt x="2189" y="438"/>
                  <a:pt x="2189" y="438"/>
                </a:cubicBezTo>
                <a:cubicBezTo>
                  <a:pt x="2188" y="437"/>
                  <a:pt x="2188" y="437"/>
                  <a:pt x="2187" y="437"/>
                </a:cubicBezTo>
                <a:cubicBezTo>
                  <a:pt x="2187" y="437"/>
                  <a:pt x="2188" y="437"/>
                  <a:pt x="2187" y="437"/>
                </a:cubicBezTo>
                <a:close/>
                <a:moveTo>
                  <a:pt x="1796" y="436"/>
                </a:moveTo>
                <a:cubicBezTo>
                  <a:pt x="1795" y="436"/>
                  <a:pt x="1793" y="436"/>
                  <a:pt x="1792" y="436"/>
                </a:cubicBezTo>
                <a:cubicBezTo>
                  <a:pt x="1792" y="436"/>
                  <a:pt x="1792" y="436"/>
                  <a:pt x="1791" y="436"/>
                </a:cubicBezTo>
                <a:cubicBezTo>
                  <a:pt x="1791" y="436"/>
                  <a:pt x="1791" y="436"/>
                  <a:pt x="1790" y="436"/>
                </a:cubicBezTo>
                <a:cubicBezTo>
                  <a:pt x="1790" y="436"/>
                  <a:pt x="1790" y="436"/>
                  <a:pt x="1790" y="436"/>
                </a:cubicBezTo>
                <a:cubicBezTo>
                  <a:pt x="1789" y="436"/>
                  <a:pt x="1789" y="436"/>
                  <a:pt x="1789" y="436"/>
                </a:cubicBezTo>
                <a:cubicBezTo>
                  <a:pt x="1787" y="437"/>
                  <a:pt x="1787" y="437"/>
                  <a:pt x="1787" y="437"/>
                </a:cubicBezTo>
                <a:cubicBezTo>
                  <a:pt x="1785" y="438"/>
                  <a:pt x="1784" y="439"/>
                  <a:pt x="1785" y="442"/>
                </a:cubicBezTo>
                <a:cubicBezTo>
                  <a:pt x="1785" y="442"/>
                  <a:pt x="1785" y="442"/>
                  <a:pt x="1785" y="442"/>
                </a:cubicBezTo>
                <a:cubicBezTo>
                  <a:pt x="1785" y="442"/>
                  <a:pt x="1785" y="443"/>
                  <a:pt x="1786" y="443"/>
                </a:cubicBezTo>
                <a:cubicBezTo>
                  <a:pt x="1786" y="443"/>
                  <a:pt x="1786" y="443"/>
                  <a:pt x="1786" y="443"/>
                </a:cubicBezTo>
                <a:cubicBezTo>
                  <a:pt x="1787" y="443"/>
                  <a:pt x="1787" y="444"/>
                  <a:pt x="1787" y="444"/>
                </a:cubicBezTo>
                <a:cubicBezTo>
                  <a:pt x="1789" y="444"/>
                  <a:pt x="1789" y="444"/>
                  <a:pt x="1789" y="444"/>
                </a:cubicBezTo>
                <a:cubicBezTo>
                  <a:pt x="1790" y="445"/>
                  <a:pt x="1790" y="445"/>
                  <a:pt x="1790" y="445"/>
                </a:cubicBezTo>
                <a:cubicBezTo>
                  <a:pt x="1791" y="445"/>
                  <a:pt x="1791" y="445"/>
                  <a:pt x="1792" y="445"/>
                </a:cubicBezTo>
                <a:cubicBezTo>
                  <a:pt x="1792" y="445"/>
                  <a:pt x="1792" y="445"/>
                  <a:pt x="1792" y="445"/>
                </a:cubicBezTo>
                <a:cubicBezTo>
                  <a:pt x="1792" y="445"/>
                  <a:pt x="1793" y="445"/>
                  <a:pt x="1793" y="445"/>
                </a:cubicBezTo>
                <a:cubicBezTo>
                  <a:pt x="1793" y="445"/>
                  <a:pt x="1793" y="445"/>
                  <a:pt x="1793" y="445"/>
                </a:cubicBezTo>
                <a:cubicBezTo>
                  <a:pt x="1793" y="445"/>
                  <a:pt x="1793" y="445"/>
                  <a:pt x="1794" y="445"/>
                </a:cubicBezTo>
                <a:cubicBezTo>
                  <a:pt x="1794" y="445"/>
                  <a:pt x="1794" y="445"/>
                  <a:pt x="1794" y="445"/>
                </a:cubicBezTo>
                <a:cubicBezTo>
                  <a:pt x="1794" y="445"/>
                  <a:pt x="1794" y="445"/>
                  <a:pt x="1794" y="445"/>
                </a:cubicBezTo>
                <a:cubicBezTo>
                  <a:pt x="1795" y="445"/>
                  <a:pt x="1795" y="445"/>
                  <a:pt x="1795" y="445"/>
                </a:cubicBezTo>
                <a:cubicBezTo>
                  <a:pt x="1795" y="445"/>
                  <a:pt x="1795" y="445"/>
                  <a:pt x="1795" y="445"/>
                </a:cubicBezTo>
                <a:cubicBezTo>
                  <a:pt x="1795" y="445"/>
                  <a:pt x="1796" y="445"/>
                  <a:pt x="1796" y="445"/>
                </a:cubicBezTo>
                <a:cubicBezTo>
                  <a:pt x="1796" y="445"/>
                  <a:pt x="1796" y="445"/>
                  <a:pt x="1796" y="445"/>
                </a:cubicBezTo>
                <a:cubicBezTo>
                  <a:pt x="1796" y="445"/>
                  <a:pt x="1796" y="445"/>
                  <a:pt x="1797" y="445"/>
                </a:cubicBezTo>
                <a:cubicBezTo>
                  <a:pt x="1797" y="445"/>
                  <a:pt x="1797" y="445"/>
                  <a:pt x="1797" y="445"/>
                </a:cubicBezTo>
                <a:cubicBezTo>
                  <a:pt x="1798" y="444"/>
                  <a:pt x="1798" y="444"/>
                  <a:pt x="1798" y="444"/>
                </a:cubicBezTo>
                <a:cubicBezTo>
                  <a:pt x="1800" y="444"/>
                  <a:pt x="1800" y="444"/>
                  <a:pt x="1800" y="444"/>
                </a:cubicBezTo>
                <a:cubicBezTo>
                  <a:pt x="1801" y="443"/>
                  <a:pt x="1801" y="442"/>
                  <a:pt x="1802" y="441"/>
                </a:cubicBezTo>
                <a:cubicBezTo>
                  <a:pt x="1802" y="440"/>
                  <a:pt x="1801" y="440"/>
                  <a:pt x="1801" y="439"/>
                </a:cubicBezTo>
                <a:cubicBezTo>
                  <a:pt x="1801" y="439"/>
                  <a:pt x="1801" y="439"/>
                  <a:pt x="1800" y="438"/>
                </a:cubicBezTo>
                <a:cubicBezTo>
                  <a:pt x="1800" y="438"/>
                  <a:pt x="1799" y="438"/>
                  <a:pt x="1799" y="438"/>
                </a:cubicBezTo>
                <a:cubicBezTo>
                  <a:pt x="1798" y="437"/>
                  <a:pt x="1798" y="437"/>
                  <a:pt x="1797" y="437"/>
                </a:cubicBezTo>
                <a:lnTo>
                  <a:pt x="1796" y="436"/>
                </a:lnTo>
                <a:close/>
                <a:moveTo>
                  <a:pt x="2014" y="437"/>
                </a:moveTo>
                <a:cubicBezTo>
                  <a:pt x="2013" y="437"/>
                  <a:pt x="2013" y="437"/>
                  <a:pt x="2013" y="437"/>
                </a:cubicBezTo>
                <a:cubicBezTo>
                  <a:pt x="2012" y="436"/>
                  <a:pt x="2012" y="436"/>
                  <a:pt x="2011" y="436"/>
                </a:cubicBezTo>
                <a:cubicBezTo>
                  <a:pt x="2011" y="436"/>
                  <a:pt x="2011" y="436"/>
                  <a:pt x="2010" y="436"/>
                </a:cubicBezTo>
                <a:cubicBezTo>
                  <a:pt x="2010" y="436"/>
                  <a:pt x="2009" y="436"/>
                  <a:pt x="2009" y="436"/>
                </a:cubicBezTo>
                <a:cubicBezTo>
                  <a:pt x="2008" y="436"/>
                  <a:pt x="2008" y="436"/>
                  <a:pt x="2007" y="436"/>
                </a:cubicBezTo>
                <a:cubicBezTo>
                  <a:pt x="2007" y="436"/>
                  <a:pt x="2007" y="436"/>
                  <a:pt x="2006" y="436"/>
                </a:cubicBezTo>
                <a:cubicBezTo>
                  <a:pt x="2006" y="436"/>
                  <a:pt x="2005" y="436"/>
                  <a:pt x="2005" y="437"/>
                </a:cubicBezTo>
                <a:cubicBezTo>
                  <a:pt x="2005" y="437"/>
                  <a:pt x="2004" y="437"/>
                  <a:pt x="2004" y="437"/>
                </a:cubicBezTo>
                <a:cubicBezTo>
                  <a:pt x="2002" y="438"/>
                  <a:pt x="2001" y="439"/>
                  <a:pt x="2001" y="442"/>
                </a:cubicBezTo>
                <a:cubicBezTo>
                  <a:pt x="2002" y="442"/>
                  <a:pt x="2002" y="442"/>
                  <a:pt x="2002" y="442"/>
                </a:cubicBezTo>
                <a:cubicBezTo>
                  <a:pt x="2002" y="442"/>
                  <a:pt x="2002" y="443"/>
                  <a:pt x="2003" y="443"/>
                </a:cubicBezTo>
                <a:cubicBezTo>
                  <a:pt x="2003" y="443"/>
                  <a:pt x="2003" y="443"/>
                  <a:pt x="2003" y="443"/>
                </a:cubicBezTo>
                <a:cubicBezTo>
                  <a:pt x="2004" y="443"/>
                  <a:pt x="2004" y="444"/>
                  <a:pt x="2004" y="444"/>
                </a:cubicBezTo>
                <a:cubicBezTo>
                  <a:pt x="2006" y="444"/>
                  <a:pt x="2006" y="444"/>
                  <a:pt x="2006" y="444"/>
                </a:cubicBezTo>
                <a:cubicBezTo>
                  <a:pt x="2007" y="445"/>
                  <a:pt x="2008" y="445"/>
                  <a:pt x="2009" y="445"/>
                </a:cubicBezTo>
                <a:cubicBezTo>
                  <a:pt x="2009" y="445"/>
                  <a:pt x="2009" y="445"/>
                  <a:pt x="2009" y="445"/>
                </a:cubicBezTo>
                <a:cubicBezTo>
                  <a:pt x="2010" y="445"/>
                  <a:pt x="2010" y="445"/>
                  <a:pt x="2010" y="445"/>
                </a:cubicBezTo>
                <a:cubicBezTo>
                  <a:pt x="2010" y="445"/>
                  <a:pt x="2010" y="445"/>
                  <a:pt x="2010" y="445"/>
                </a:cubicBezTo>
                <a:cubicBezTo>
                  <a:pt x="2010" y="445"/>
                  <a:pt x="2011" y="445"/>
                  <a:pt x="2011" y="445"/>
                </a:cubicBezTo>
                <a:cubicBezTo>
                  <a:pt x="2011" y="445"/>
                  <a:pt x="2011" y="445"/>
                  <a:pt x="2011" y="445"/>
                </a:cubicBezTo>
                <a:cubicBezTo>
                  <a:pt x="2011" y="445"/>
                  <a:pt x="2011" y="445"/>
                  <a:pt x="2012" y="445"/>
                </a:cubicBezTo>
                <a:cubicBezTo>
                  <a:pt x="2012" y="445"/>
                  <a:pt x="2012" y="445"/>
                  <a:pt x="2012" y="445"/>
                </a:cubicBezTo>
                <a:cubicBezTo>
                  <a:pt x="2012" y="445"/>
                  <a:pt x="2012" y="445"/>
                  <a:pt x="2012" y="445"/>
                </a:cubicBezTo>
                <a:cubicBezTo>
                  <a:pt x="2013" y="445"/>
                  <a:pt x="2013" y="445"/>
                  <a:pt x="2013" y="445"/>
                </a:cubicBezTo>
                <a:cubicBezTo>
                  <a:pt x="2013" y="445"/>
                  <a:pt x="2014" y="445"/>
                  <a:pt x="2014" y="445"/>
                </a:cubicBezTo>
                <a:cubicBezTo>
                  <a:pt x="2014" y="445"/>
                  <a:pt x="2014" y="445"/>
                  <a:pt x="2015" y="445"/>
                </a:cubicBezTo>
                <a:cubicBezTo>
                  <a:pt x="2015" y="444"/>
                  <a:pt x="2015" y="444"/>
                  <a:pt x="2015" y="444"/>
                </a:cubicBezTo>
                <a:cubicBezTo>
                  <a:pt x="2017" y="444"/>
                  <a:pt x="2017" y="444"/>
                  <a:pt x="2017" y="444"/>
                </a:cubicBezTo>
                <a:cubicBezTo>
                  <a:pt x="2018" y="443"/>
                  <a:pt x="2018" y="442"/>
                  <a:pt x="2018" y="441"/>
                </a:cubicBezTo>
                <a:cubicBezTo>
                  <a:pt x="2018" y="440"/>
                  <a:pt x="2018" y="440"/>
                  <a:pt x="2018" y="439"/>
                </a:cubicBezTo>
                <a:cubicBezTo>
                  <a:pt x="2018" y="439"/>
                  <a:pt x="2017" y="439"/>
                  <a:pt x="2017" y="438"/>
                </a:cubicBezTo>
                <a:cubicBezTo>
                  <a:pt x="2016" y="438"/>
                  <a:pt x="2016" y="438"/>
                  <a:pt x="2015" y="438"/>
                </a:cubicBezTo>
                <a:cubicBezTo>
                  <a:pt x="2015" y="437"/>
                  <a:pt x="2014" y="437"/>
                  <a:pt x="2014" y="437"/>
                </a:cubicBezTo>
                <a:cubicBezTo>
                  <a:pt x="2013" y="437"/>
                  <a:pt x="2014" y="437"/>
                  <a:pt x="2014" y="437"/>
                </a:cubicBezTo>
                <a:close/>
                <a:moveTo>
                  <a:pt x="1840" y="437"/>
                </a:moveTo>
                <a:cubicBezTo>
                  <a:pt x="1840" y="437"/>
                  <a:pt x="1840" y="437"/>
                  <a:pt x="1839" y="437"/>
                </a:cubicBezTo>
                <a:cubicBezTo>
                  <a:pt x="1839" y="436"/>
                  <a:pt x="1839" y="436"/>
                  <a:pt x="1838" y="436"/>
                </a:cubicBezTo>
                <a:cubicBezTo>
                  <a:pt x="1838" y="436"/>
                  <a:pt x="1837" y="436"/>
                  <a:pt x="1837" y="436"/>
                </a:cubicBezTo>
                <a:cubicBezTo>
                  <a:pt x="1836" y="436"/>
                  <a:pt x="1836" y="436"/>
                  <a:pt x="1835" y="436"/>
                </a:cubicBezTo>
                <a:cubicBezTo>
                  <a:pt x="1835" y="436"/>
                  <a:pt x="1835" y="436"/>
                  <a:pt x="1834" y="436"/>
                </a:cubicBezTo>
                <a:cubicBezTo>
                  <a:pt x="1834" y="436"/>
                  <a:pt x="1833" y="436"/>
                  <a:pt x="1833" y="436"/>
                </a:cubicBezTo>
                <a:cubicBezTo>
                  <a:pt x="1833" y="436"/>
                  <a:pt x="1832" y="436"/>
                  <a:pt x="1832" y="437"/>
                </a:cubicBezTo>
                <a:cubicBezTo>
                  <a:pt x="1831" y="437"/>
                  <a:pt x="1831" y="437"/>
                  <a:pt x="1831" y="437"/>
                </a:cubicBezTo>
                <a:cubicBezTo>
                  <a:pt x="1829" y="438"/>
                  <a:pt x="1827" y="439"/>
                  <a:pt x="1828" y="442"/>
                </a:cubicBezTo>
                <a:cubicBezTo>
                  <a:pt x="1828" y="442"/>
                  <a:pt x="1828" y="442"/>
                  <a:pt x="1828" y="442"/>
                </a:cubicBezTo>
                <a:cubicBezTo>
                  <a:pt x="1829" y="442"/>
                  <a:pt x="1829" y="443"/>
                  <a:pt x="1829" y="443"/>
                </a:cubicBezTo>
                <a:cubicBezTo>
                  <a:pt x="1829" y="443"/>
                  <a:pt x="1829" y="443"/>
                  <a:pt x="1830" y="443"/>
                </a:cubicBezTo>
                <a:cubicBezTo>
                  <a:pt x="1830" y="443"/>
                  <a:pt x="1830" y="444"/>
                  <a:pt x="1831" y="444"/>
                </a:cubicBezTo>
                <a:cubicBezTo>
                  <a:pt x="1832" y="444"/>
                  <a:pt x="1832" y="444"/>
                  <a:pt x="1832" y="444"/>
                </a:cubicBezTo>
                <a:cubicBezTo>
                  <a:pt x="1833" y="445"/>
                  <a:pt x="1834" y="445"/>
                  <a:pt x="1835" y="445"/>
                </a:cubicBezTo>
                <a:cubicBezTo>
                  <a:pt x="1835" y="445"/>
                  <a:pt x="1836" y="445"/>
                  <a:pt x="1836" y="445"/>
                </a:cubicBezTo>
                <a:cubicBezTo>
                  <a:pt x="1836" y="445"/>
                  <a:pt x="1836" y="445"/>
                  <a:pt x="1836" y="445"/>
                </a:cubicBezTo>
                <a:cubicBezTo>
                  <a:pt x="1836" y="445"/>
                  <a:pt x="1836" y="445"/>
                  <a:pt x="1837" y="445"/>
                </a:cubicBezTo>
                <a:cubicBezTo>
                  <a:pt x="1837" y="445"/>
                  <a:pt x="1837" y="445"/>
                  <a:pt x="1837" y="445"/>
                </a:cubicBezTo>
                <a:cubicBezTo>
                  <a:pt x="1837" y="445"/>
                  <a:pt x="1837" y="445"/>
                  <a:pt x="1837" y="445"/>
                </a:cubicBezTo>
                <a:cubicBezTo>
                  <a:pt x="1838" y="445"/>
                  <a:pt x="1838" y="445"/>
                  <a:pt x="1838" y="445"/>
                </a:cubicBezTo>
                <a:cubicBezTo>
                  <a:pt x="1838" y="445"/>
                  <a:pt x="1838" y="445"/>
                  <a:pt x="1838" y="445"/>
                </a:cubicBezTo>
                <a:cubicBezTo>
                  <a:pt x="1838" y="445"/>
                  <a:pt x="1839" y="445"/>
                  <a:pt x="1839" y="445"/>
                </a:cubicBezTo>
                <a:cubicBezTo>
                  <a:pt x="1839" y="445"/>
                  <a:pt x="1839" y="445"/>
                  <a:pt x="1840" y="445"/>
                </a:cubicBezTo>
                <a:cubicBezTo>
                  <a:pt x="1840" y="445"/>
                  <a:pt x="1840" y="445"/>
                  <a:pt x="1840" y="445"/>
                </a:cubicBezTo>
                <a:cubicBezTo>
                  <a:pt x="1841" y="445"/>
                  <a:pt x="1841" y="445"/>
                  <a:pt x="1841" y="445"/>
                </a:cubicBezTo>
                <a:cubicBezTo>
                  <a:pt x="1841" y="444"/>
                  <a:pt x="1842" y="444"/>
                  <a:pt x="1842" y="444"/>
                </a:cubicBezTo>
                <a:cubicBezTo>
                  <a:pt x="1843" y="444"/>
                  <a:pt x="1843" y="444"/>
                  <a:pt x="1843" y="444"/>
                </a:cubicBezTo>
                <a:cubicBezTo>
                  <a:pt x="1844" y="443"/>
                  <a:pt x="1845" y="442"/>
                  <a:pt x="1845" y="441"/>
                </a:cubicBezTo>
                <a:cubicBezTo>
                  <a:pt x="1845" y="440"/>
                  <a:pt x="1845" y="440"/>
                  <a:pt x="1844" y="439"/>
                </a:cubicBezTo>
                <a:cubicBezTo>
                  <a:pt x="1844" y="439"/>
                  <a:pt x="1844" y="439"/>
                  <a:pt x="1844" y="438"/>
                </a:cubicBezTo>
                <a:cubicBezTo>
                  <a:pt x="1843" y="438"/>
                  <a:pt x="1843" y="438"/>
                  <a:pt x="1842" y="438"/>
                </a:cubicBezTo>
                <a:cubicBezTo>
                  <a:pt x="1842" y="437"/>
                  <a:pt x="1841" y="437"/>
                  <a:pt x="1840" y="437"/>
                </a:cubicBezTo>
                <a:cubicBezTo>
                  <a:pt x="1840" y="437"/>
                  <a:pt x="1841" y="437"/>
                  <a:pt x="1840" y="437"/>
                </a:cubicBezTo>
                <a:close/>
                <a:moveTo>
                  <a:pt x="639" y="448"/>
                </a:moveTo>
                <a:cubicBezTo>
                  <a:pt x="638" y="448"/>
                  <a:pt x="637" y="448"/>
                  <a:pt x="636" y="449"/>
                </a:cubicBezTo>
                <a:cubicBezTo>
                  <a:pt x="635" y="449"/>
                  <a:pt x="634" y="449"/>
                  <a:pt x="634" y="450"/>
                </a:cubicBezTo>
                <a:cubicBezTo>
                  <a:pt x="633" y="451"/>
                  <a:pt x="633" y="451"/>
                  <a:pt x="633" y="452"/>
                </a:cubicBezTo>
                <a:cubicBezTo>
                  <a:pt x="633" y="452"/>
                  <a:pt x="633" y="453"/>
                  <a:pt x="633" y="454"/>
                </a:cubicBezTo>
                <a:cubicBezTo>
                  <a:pt x="634" y="454"/>
                  <a:pt x="634" y="455"/>
                  <a:pt x="635" y="455"/>
                </a:cubicBezTo>
                <a:cubicBezTo>
                  <a:pt x="636" y="455"/>
                  <a:pt x="636" y="456"/>
                  <a:pt x="637" y="456"/>
                </a:cubicBezTo>
                <a:cubicBezTo>
                  <a:pt x="638" y="456"/>
                  <a:pt x="640" y="456"/>
                  <a:pt x="641" y="456"/>
                </a:cubicBezTo>
                <a:cubicBezTo>
                  <a:pt x="642" y="456"/>
                  <a:pt x="643" y="456"/>
                  <a:pt x="644" y="456"/>
                </a:cubicBezTo>
                <a:cubicBezTo>
                  <a:pt x="645" y="456"/>
                  <a:pt x="646" y="455"/>
                  <a:pt x="647" y="455"/>
                </a:cubicBezTo>
                <a:cubicBezTo>
                  <a:pt x="648" y="455"/>
                  <a:pt x="649" y="454"/>
                  <a:pt x="649" y="454"/>
                </a:cubicBezTo>
                <a:cubicBezTo>
                  <a:pt x="650" y="453"/>
                  <a:pt x="650" y="452"/>
                  <a:pt x="650" y="452"/>
                </a:cubicBezTo>
                <a:cubicBezTo>
                  <a:pt x="650" y="451"/>
                  <a:pt x="650" y="451"/>
                  <a:pt x="650" y="450"/>
                </a:cubicBezTo>
                <a:cubicBezTo>
                  <a:pt x="650" y="449"/>
                  <a:pt x="649" y="449"/>
                  <a:pt x="648" y="449"/>
                </a:cubicBezTo>
                <a:cubicBezTo>
                  <a:pt x="648" y="448"/>
                  <a:pt x="647" y="448"/>
                  <a:pt x="646" y="448"/>
                </a:cubicBezTo>
                <a:cubicBezTo>
                  <a:pt x="645" y="447"/>
                  <a:pt x="644" y="447"/>
                  <a:pt x="642" y="447"/>
                </a:cubicBezTo>
                <a:cubicBezTo>
                  <a:pt x="641" y="447"/>
                  <a:pt x="640" y="447"/>
                  <a:pt x="639" y="448"/>
                </a:cubicBezTo>
                <a:close/>
                <a:moveTo>
                  <a:pt x="682" y="448"/>
                </a:moveTo>
                <a:cubicBezTo>
                  <a:pt x="681" y="448"/>
                  <a:pt x="680" y="448"/>
                  <a:pt x="679" y="449"/>
                </a:cubicBezTo>
                <a:cubicBezTo>
                  <a:pt x="679" y="449"/>
                  <a:pt x="678" y="449"/>
                  <a:pt x="677" y="450"/>
                </a:cubicBezTo>
                <a:cubicBezTo>
                  <a:pt x="677" y="451"/>
                  <a:pt x="676" y="451"/>
                  <a:pt x="676" y="452"/>
                </a:cubicBezTo>
                <a:cubicBezTo>
                  <a:pt x="676" y="452"/>
                  <a:pt x="676" y="453"/>
                  <a:pt x="677" y="454"/>
                </a:cubicBezTo>
                <a:cubicBezTo>
                  <a:pt x="677" y="454"/>
                  <a:pt x="678" y="455"/>
                  <a:pt x="678" y="455"/>
                </a:cubicBezTo>
                <a:cubicBezTo>
                  <a:pt x="679" y="455"/>
                  <a:pt x="680" y="456"/>
                  <a:pt x="681" y="456"/>
                </a:cubicBezTo>
                <a:cubicBezTo>
                  <a:pt x="682" y="456"/>
                  <a:pt x="683" y="456"/>
                  <a:pt x="684" y="456"/>
                </a:cubicBezTo>
                <a:cubicBezTo>
                  <a:pt x="686" y="456"/>
                  <a:pt x="687" y="456"/>
                  <a:pt x="688" y="456"/>
                </a:cubicBezTo>
                <a:cubicBezTo>
                  <a:pt x="689" y="456"/>
                  <a:pt x="690" y="455"/>
                  <a:pt x="691" y="455"/>
                </a:cubicBezTo>
                <a:cubicBezTo>
                  <a:pt x="692" y="455"/>
                  <a:pt x="692" y="454"/>
                  <a:pt x="693" y="454"/>
                </a:cubicBezTo>
                <a:cubicBezTo>
                  <a:pt x="693" y="453"/>
                  <a:pt x="694" y="452"/>
                  <a:pt x="694" y="452"/>
                </a:cubicBezTo>
                <a:cubicBezTo>
                  <a:pt x="694" y="451"/>
                  <a:pt x="694" y="451"/>
                  <a:pt x="693" y="450"/>
                </a:cubicBezTo>
                <a:cubicBezTo>
                  <a:pt x="693" y="449"/>
                  <a:pt x="693" y="449"/>
                  <a:pt x="692" y="449"/>
                </a:cubicBezTo>
                <a:cubicBezTo>
                  <a:pt x="691" y="448"/>
                  <a:pt x="690" y="448"/>
                  <a:pt x="689" y="448"/>
                </a:cubicBezTo>
                <a:cubicBezTo>
                  <a:pt x="688" y="447"/>
                  <a:pt x="687" y="447"/>
                  <a:pt x="686" y="447"/>
                </a:cubicBezTo>
                <a:cubicBezTo>
                  <a:pt x="685" y="447"/>
                  <a:pt x="683" y="447"/>
                  <a:pt x="682" y="448"/>
                </a:cubicBezTo>
                <a:close/>
                <a:moveTo>
                  <a:pt x="552" y="448"/>
                </a:moveTo>
                <a:cubicBezTo>
                  <a:pt x="551" y="448"/>
                  <a:pt x="550" y="448"/>
                  <a:pt x="549" y="449"/>
                </a:cubicBezTo>
                <a:cubicBezTo>
                  <a:pt x="548" y="449"/>
                  <a:pt x="547" y="449"/>
                  <a:pt x="547" y="450"/>
                </a:cubicBezTo>
                <a:cubicBezTo>
                  <a:pt x="546" y="451"/>
                  <a:pt x="546" y="451"/>
                  <a:pt x="546" y="452"/>
                </a:cubicBezTo>
                <a:cubicBezTo>
                  <a:pt x="546" y="452"/>
                  <a:pt x="546" y="453"/>
                  <a:pt x="546" y="454"/>
                </a:cubicBezTo>
                <a:cubicBezTo>
                  <a:pt x="546" y="454"/>
                  <a:pt x="547" y="455"/>
                  <a:pt x="548" y="455"/>
                </a:cubicBezTo>
                <a:cubicBezTo>
                  <a:pt x="548" y="455"/>
                  <a:pt x="549" y="456"/>
                  <a:pt x="550" y="456"/>
                </a:cubicBezTo>
                <a:cubicBezTo>
                  <a:pt x="551" y="456"/>
                  <a:pt x="552" y="456"/>
                  <a:pt x="554" y="456"/>
                </a:cubicBezTo>
                <a:cubicBezTo>
                  <a:pt x="555" y="456"/>
                  <a:pt x="556" y="456"/>
                  <a:pt x="557" y="456"/>
                </a:cubicBezTo>
                <a:cubicBezTo>
                  <a:pt x="558" y="456"/>
                  <a:pt x="559" y="455"/>
                  <a:pt x="560" y="455"/>
                </a:cubicBezTo>
                <a:cubicBezTo>
                  <a:pt x="561" y="455"/>
                  <a:pt x="562" y="454"/>
                  <a:pt x="562" y="454"/>
                </a:cubicBezTo>
                <a:cubicBezTo>
                  <a:pt x="563" y="453"/>
                  <a:pt x="563" y="452"/>
                  <a:pt x="563" y="452"/>
                </a:cubicBezTo>
                <a:cubicBezTo>
                  <a:pt x="563" y="451"/>
                  <a:pt x="563" y="451"/>
                  <a:pt x="563" y="450"/>
                </a:cubicBezTo>
                <a:cubicBezTo>
                  <a:pt x="563" y="449"/>
                  <a:pt x="562" y="449"/>
                  <a:pt x="561" y="449"/>
                </a:cubicBezTo>
                <a:cubicBezTo>
                  <a:pt x="561" y="448"/>
                  <a:pt x="560" y="448"/>
                  <a:pt x="559" y="448"/>
                </a:cubicBezTo>
                <a:cubicBezTo>
                  <a:pt x="558" y="447"/>
                  <a:pt x="557" y="447"/>
                  <a:pt x="555" y="447"/>
                </a:cubicBezTo>
                <a:cubicBezTo>
                  <a:pt x="554" y="447"/>
                  <a:pt x="553" y="447"/>
                  <a:pt x="552" y="448"/>
                </a:cubicBezTo>
                <a:close/>
                <a:moveTo>
                  <a:pt x="595" y="448"/>
                </a:moveTo>
                <a:cubicBezTo>
                  <a:pt x="594" y="448"/>
                  <a:pt x="593" y="448"/>
                  <a:pt x="593" y="449"/>
                </a:cubicBezTo>
                <a:cubicBezTo>
                  <a:pt x="592" y="449"/>
                  <a:pt x="591" y="449"/>
                  <a:pt x="590" y="450"/>
                </a:cubicBezTo>
                <a:cubicBezTo>
                  <a:pt x="590" y="451"/>
                  <a:pt x="589" y="451"/>
                  <a:pt x="589" y="452"/>
                </a:cubicBezTo>
                <a:cubicBezTo>
                  <a:pt x="589" y="452"/>
                  <a:pt x="589" y="453"/>
                  <a:pt x="590" y="454"/>
                </a:cubicBezTo>
                <a:cubicBezTo>
                  <a:pt x="590" y="454"/>
                  <a:pt x="591" y="455"/>
                  <a:pt x="591" y="455"/>
                </a:cubicBezTo>
                <a:cubicBezTo>
                  <a:pt x="592" y="455"/>
                  <a:pt x="593" y="456"/>
                  <a:pt x="594" y="456"/>
                </a:cubicBezTo>
                <a:cubicBezTo>
                  <a:pt x="595" y="456"/>
                  <a:pt x="596" y="456"/>
                  <a:pt x="597" y="456"/>
                </a:cubicBezTo>
                <a:cubicBezTo>
                  <a:pt x="598" y="456"/>
                  <a:pt x="600" y="456"/>
                  <a:pt x="601" y="456"/>
                </a:cubicBezTo>
                <a:cubicBezTo>
                  <a:pt x="602" y="456"/>
                  <a:pt x="603" y="455"/>
                  <a:pt x="604" y="455"/>
                </a:cubicBezTo>
                <a:cubicBezTo>
                  <a:pt x="604" y="455"/>
                  <a:pt x="605" y="454"/>
                  <a:pt x="606" y="454"/>
                </a:cubicBezTo>
                <a:cubicBezTo>
                  <a:pt x="606" y="453"/>
                  <a:pt x="607" y="452"/>
                  <a:pt x="607" y="452"/>
                </a:cubicBezTo>
                <a:cubicBezTo>
                  <a:pt x="607" y="451"/>
                  <a:pt x="607" y="451"/>
                  <a:pt x="606" y="450"/>
                </a:cubicBezTo>
                <a:cubicBezTo>
                  <a:pt x="606" y="449"/>
                  <a:pt x="606" y="449"/>
                  <a:pt x="605" y="449"/>
                </a:cubicBezTo>
                <a:cubicBezTo>
                  <a:pt x="604" y="448"/>
                  <a:pt x="603" y="448"/>
                  <a:pt x="602" y="448"/>
                </a:cubicBezTo>
                <a:cubicBezTo>
                  <a:pt x="601" y="447"/>
                  <a:pt x="600" y="447"/>
                  <a:pt x="599" y="447"/>
                </a:cubicBezTo>
                <a:cubicBezTo>
                  <a:pt x="598" y="447"/>
                  <a:pt x="597" y="447"/>
                  <a:pt x="595" y="448"/>
                </a:cubicBezTo>
                <a:close/>
                <a:moveTo>
                  <a:pt x="1204" y="448"/>
                </a:moveTo>
                <a:cubicBezTo>
                  <a:pt x="1203" y="448"/>
                  <a:pt x="1202" y="448"/>
                  <a:pt x="1201" y="449"/>
                </a:cubicBezTo>
                <a:cubicBezTo>
                  <a:pt x="1200" y="449"/>
                  <a:pt x="1200" y="449"/>
                  <a:pt x="1199" y="450"/>
                </a:cubicBezTo>
                <a:cubicBezTo>
                  <a:pt x="1199" y="451"/>
                  <a:pt x="1199" y="451"/>
                  <a:pt x="1199" y="452"/>
                </a:cubicBezTo>
                <a:cubicBezTo>
                  <a:pt x="1199" y="452"/>
                  <a:pt x="1199" y="453"/>
                  <a:pt x="1199" y="454"/>
                </a:cubicBezTo>
                <a:cubicBezTo>
                  <a:pt x="1200" y="454"/>
                  <a:pt x="1200" y="455"/>
                  <a:pt x="1201" y="455"/>
                </a:cubicBezTo>
                <a:cubicBezTo>
                  <a:pt x="1202" y="455"/>
                  <a:pt x="1203" y="456"/>
                  <a:pt x="1204" y="456"/>
                </a:cubicBezTo>
                <a:cubicBezTo>
                  <a:pt x="1205" y="456"/>
                  <a:pt x="1206" y="456"/>
                  <a:pt x="1207" y="456"/>
                </a:cubicBezTo>
                <a:cubicBezTo>
                  <a:pt x="1208" y="456"/>
                  <a:pt x="1209" y="456"/>
                  <a:pt x="1211" y="456"/>
                </a:cubicBezTo>
                <a:cubicBezTo>
                  <a:pt x="1212" y="456"/>
                  <a:pt x="1213" y="455"/>
                  <a:pt x="1213" y="455"/>
                </a:cubicBezTo>
                <a:cubicBezTo>
                  <a:pt x="1214" y="455"/>
                  <a:pt x="1215" y="454"/>
                  <a:pt x="1215" y="454"/>
                </a:cubicBezTo>
                <a:cubicBezTo>
                  <a:pt x="1216" y="453"/>
                  <a:pt x="1216" y="452"/>
                  <a:pt x="1216" y="452"/>
                </a:cubicBezTo>
                <a:cubicBezTo>
                  <a:pt x="1216" y="451"/>
                  <a:pt x="1216" y="451"/>
                  <a:pt x="1215" y="450"/>
                </a:cubicBezTo>
                <a:cubicBezTo>
                  <a:pt x="1215" y="449"/>
                  <a:pt x="1214" y="449"/>
                  <a:pt x="1213" y="449"/>
                </a:cubicBezTo>
                <a:cubicBezTo>
                  <a:pt x="1213" y="448"/>
                  <a:pt x="1212" y="448"/>
                  <a:pt x="1211" y="448"/>
                </a:cubicBezTo>
                <a:cubicBezTo>
                  <a:pt x="1210" y="447"/>
                  <a:pt x="1208" y="447"/>
                  <a:pt x="1207" y="447"/>
                </a:cubicBezTo>
                <a:cubicBezTo>
                  <a:pt x="1206" y="447"/>
                  <a:pt x="1205" y="447"/>
                  <a:pt x="1204" y="448"/>
                </a:cubicBezTo>
                <a:close/>
                <a:moveTo>
                  <a:pt x="1421" y="448"/>
                </a:moveTo>
                <a:cubicBezTo>
                  <a:pt x="1420" y="448"/>
                  <a:pt x="1419" y="448"/>
                  <a:pt x="1418" y="449"/>
                </a:cubicBezTo>
                <a:cubicBezTo>
                  <a:pt x="1418" y="449"/>
                  <a:pt x="1417" y="449"/>
                  <a:pt x="1417" y="450"/>
                </a:cubicBezTo>
                <a:cubicBezTo>
                  <a:pt x="1416" y="451"/>
                  <a:pt x="1416" y="451"/>
                  <a:pt x="1416" y="452"/>
                </a:cubicBezTo>
                <a:cubicBezTo>
                  <a:pt x="1416" y="452"/>
                  <a:pt x="1416" y="453"/>
                  <a:pt x="1417" y="454"/>
                </a:cubicBezTo>
                <a:cubicBezTo>
                  <a:pt x="1417" y="454"/>
                  <a:pt x="1418" y="455"/>
                  <a:pt x="1419" y="455"/>
                </a:cubicBezTo>
                <a:cubicBezTo>
                  <a:pt x="1420" y="455"/>
                  <a:pt x="1421" y="456"/>
                  <a:pt x="1422" y="456"/>
                </a:cubicBezTo>
                <a:cubicBezTo>
                  <a:pt x="1423" y="456"/>
                  <a:pt x="1424" y="456"/>
                  <a:pt x="1425" y="456"/>
                </a:cubicBezTo>
                <a:cubicBezTo>
                  <a:pt x="1426" y="456"/>
                  <a:pt x="1427" y="456"/>
                  <a:pt x="1428" y="456"/>
                </a:cubicBezTo>
                <a:cubicBezTo>
                  <a:pt x="1429" y="456"/>
                  <a:pt x="1430" y="455"/>
                  <a:pt x="1431" y="455"/>
                </a:cubicBezTo>
                <a:cubicBezTo>
                  <a:pt x="1432" y="455"/>
                  <a:pt x="1432" y="454"/>
                  <a:pt x="1433" y="454"/>
                </a:cubicBezTo>
                <a:cubicBezTo>
                  <a:pt x="1433" y="453"/>
                  <a:pt x="1434" y="452"/>
                  <a:pt x="1433" y="452"/>
                </a:cubicBezTo>
                <a:cubicBezTo>
                  <a:pt x="1433" y="451"/>
                  <a:pt x="1433" y="451"/>
                  <a:pt x="1433" y="450"/>
                </a:cubicBezTo>
                <a:cubicBezTo>
                  <a:pt x="1432" y="449"/>
                  <a:pt x="1432" y="449"/>
                  <a:pt x="1431" y="449"/>
                </a:cubicBezTo>
                <a:cubicBezTo>
                  <a:pt x="1430" y="448"/>
                  <a:pt x="1429" y="448"/>
                  <a:pt x="1428" y="448"/>
                </a:cubicBezTo>
                <a:cubicBezTo>
                  <a:pt x="1427" y="447"/>
                  <a:pt x="1426" y="447"/>
                  <a:pt x="1425" y="447"/>
                </a:cubicBezTo>
                <a:cubicBezTo>
                  <a:pt x="1423" y="447"/>
                  <a:pt x="1422" y="447"/>
                  <a:pt x="1421" y="448"/>
                </a:cubicBezTo>
                <a:close/>
                <a:moveTo>
                  <a:pt x="1334" y="448"/>
                </a:moveTo>
                <a:cubicBezTo>
                  <a:pt x="1333" y="448"/>
                  <a:pt x="1332" y="448"/>
                  <a:pt x="1332" y="449"/>
                </a:cubicBezTo>
                <a:cubicBezTo>
                  <a:pt x="1331" y="449"/>
                  <a:pt x="1330" y="449"/>
                  <a:pt x="1330" y="450"/>
                </a:cubicBezTo>
                <a:cubicBezTo>
                  <a:pt x="1329" y="451"/>
                  <a:pt x="1329" y="451"/>
                  <a:pt x="1329" y="452"/>
                </a:cubicBezTo>
                <a:cubicBezTo>
                  <a:pt x="1329" y="452"/>
                  <a:pt x="1329" y="453"/>
                  <a:pt x="1330" y="454"/>
                </a:cubicBezTo>
                <a:cubicBezTo>
                  <a:pt x="1330" y="454"/>
                  <a:pt x="1331" y="455"/>
                  <a:pt x="1332" y="455"/>
                </a:cubicBezTo>
                <a:cubicBezTo>
                  <a:pt x="1332" y="455"/>
                  <a:pt x="1333" y="456"/>
                  <a:pt x="1334" y="456"/>
                </a:cubicBezTo>
                <a:cubicBezTo>
                  <a:pt x="1335" y="456"/>
                  <a:pt x="1337" y="456"/>
                  <a:pt x="1338" y="456"/>
                </a:cubicBezTo>
                <a:cubicBezTo>
                  <a:pt x="1339" y="456"/>
                  <a:pt x="1340" y="456"/>
                  <a:pt x="1341" y="456"/>
                </a:cubicBezTo>
                <a:cubicBezTo>
                  <a:pt x="1342" y="456"/>
                  <a:pt x="1343" y="455"/>
                  <a:pt x="1344" y="455"/>
                </a:cubicBezTo>
                <a:cubicBezTo>
                  <a:pt x="1345" y="455"/>
                  <a:pt x="1345" y="454"/>
                  <a:pt x="1346" y="454"/>
                </a:cubicBezTo>
                <a:cubicBezTo>
                  <a:pt x="1346" y="453"/>
                  <a:pt x="1346" y="452"/>
                  <a:pt x="1346" y="452"/>
                </a:cubicBezTo>
                <a:cubicBezTo>
                  <a:pt x="1346" y="451"/>
                  <a:pt x="1346" y="451"/>
                  <a:pt x="1346" y="450"/>
                </a:cubicBezTo>
                <a:cubicBezTo>
                  <a:pt x="1345" y="449"/>
                  <a:pt x="1345" y="449"/>
                  <a:pt x="1344" y="449"/>
                </a:cubicBezTo>
                <a:cubicBezTo>
                  <a:pt x="1343" y="448"/>
                  <a:pt x="1342" y="448"/>
                  <a:pt x="1341" y="448"/>
                </a:cubicBezTo>
                <a:cubicBezTo>
                  <a:pt x="1340" y="447"/>
                  <a:pt x="1339" y="447"/>
                  <a:pt x="1338" y="447"/>
                </a:cubicBezTo>
                <a:cubicBezTo>
                  <a:pt x="1336" y="447"/>
                  <a:pt x="1335" y="447"/>
                  <a:pt x="1334" y="448"/>
                </a:cubicBezTo>
                <a:close/>
                <a:moveTo>
                  <a:pt x="1465" y="448"/>
                </a:moveTo>
                <a:cubicBezTo>
                  <a:pt x="1464" y="448"/>
                  <a:pt x="1463" y="448"/>
                  <a:pt x="1462" y="449"/>
                </a:cubicBezTo>
                <a:cubicBezTo>
                  <a:pt x="1461" y="449"/>
                  <a:pt x="1461" y="449"/>
                  <a:pt x="1460" y="450"/>
                </a:cubicBezTo>
                <a:cubicBezTo>
                  <a:pt x="1460" y="451"/>
                  <a:pt x="1460" y="451"/>
                  <a:pt x="1460" y="452"/>
                </a:cubicBezTo>
                <a:cubicBezTo>
                  <a:pt x="1460" y="452"/>
                  <a:pt x="1460" y="453"/>
                  <a:pt x="1460" y="454"/>
                </a:cubicBezTo>
                <a:cubicBezTo>
                  <a:pt x="1461" y="454"/>
                  <a:pt x="1461" y="455"/>
                  <a:pt x="1462" y="455"/>
                </a:cubicBezTo>
                <a:cubicBezTo>
                  <a:pt x="1463" y="455"/>
                  <a:pt x="1464" y="456"/>
                  <a:pt x="1465" y="456"/>
                </a:cubicBezTo>
                <a:cubicBezTo>
                  <a:pt x="1466" y="456"/>
                  <a:pt x="1467" y="456"/>
                  <a:pt x="1469" y="456"/>
                </a:cubicBezTo>
                <a:cubicBezTo>
                  <a:pt x="1470" y="456"/>
                  <a:pt x="1471" y="456"/>
                  <a:pt x="1472" y="456"/>
                </a:cubicBezTo>
                <a:cubicBezTo>
                  <a:pt x="1473" y="456"/>
                  <a:pt x="1474" y="455"/>
                  <a:pt x="1475" y="455"/>
                </a:cubicBezTo>
                <a:cubicBezTo>
                  <a:pt x="1475" y="455"/>
                  <a:pt x="1476" y="454"/>
                  <a:pt x="1476" y="454"/>
                </a:cubicBezTo>
                <a:cubicBezTo>
                  <a:pt x="1477" y="453"/>
                  <a:pt x="1477" y="452"/>
                  <a:pt x="1477" y="452"/>
                </a:cubicBezTo>
                <a:cubicBezTo>
                  <a:pt x="1477" y="451"/>
                  <a:pt x="1477" y="451"/>
                  <a:pt x="1476" y="450"/>
                </a:cubicBezTo>
                <a:cubicBezTo>
                  <a:pt x="1476" y="449"/>
                  <a:pt x="1475" y="449"/>
                  <a:pt x="1474" y="449"/>
                </a:cubicBezTo>
                <a:cubicBezTo>
                  <a:pt x="1473" y="448"/>
                  <a:pt x="1472" y="448"/>
                  <a:pt x="1471" y="448"/>
                </a:cubicBezTo>
                <a:cubicBezTo>
                  <a:pt x="1470" y="447"/>
                  <a:pt x="1469" y="447"/>
                  <a:pt x="1468" y="447"/>
                </a:cubicBezTo>
                <a:cubicBezTo>
                  <a:pt x="1467" y="447"/>
                  <a:pt x="1466" y="447"/>
                  <a:pt x="1465" y="448"/>
                </a:cubicBezTo>
                <a:close/>
                <a:moveTo>
                  <a:pt x="1160" y="448"/>
                </a:moveTo>
                <a:cubicBezTo>
                  <a:pt x="1159" y="448"/>
                  <a:pt x="1158" y="448"/>
                  <a:pt x="1158" y="449"/>
                </a:cubicBezTo>
                <a:cubicBezTo>
                  <a:pt x="1157" y="449"/>
                  <a:pt x="1156" y="449"/>
                  <a:pt x="1156" y="450"/>
                </a:cubicBezTo>
                <a:cubicBezTo>
                  <a:pt x="1155" y="451"/>
                  <a:pt x="1155" y="451"/>
                  <a:pt x="1155" y="452"/>
                </a:cubicBezTo>
                <a:cubicBezTo>
                  <a:pt x="1155" y="452"/>
                  <a:pt x="1155" y="453"/>
                  <a:pt x="1156" y="454"/>
                </a:cubicBezTo>
                <a:cubicBezTo>
                  <a:pt x="1156" y="454"/>
                  <a:pt x="1157" y="455"/>
                  <a:pt x="1157" y="455"/>
                </a:cubicBezTo>
                <a:cubicBezTo>
                  <a:pt x="1158" y="455"/>
                  <a:pt x="1159" y="456"/>
                  <a:pt x="1160" y="456"/>
                </a:cubicBezTo>
                <a:cubicBezTo>
                  <a:pt x="1161" y="456"/>
                  <a:pt x="1162" y="456"/>
                  <a:pt x="1164" y="456"/>
                </a:cubicBezTo>
                <a:cubicBezTo>
                  <a:pt x="1165" y="456"/>
                  <a:pt x="1166" y="456"/>
                  <a:pt x="1167" y="456"/>
                </a:cubicBezTo>
                <a:cubicBezTo>
                  <a:pt x="1168" y="456"/>
                  <a:pt x="1169" y="455"/>
                  <a:pt x="1170" y="455"/>
                </a:cubicBezTo>
                <a:cubicBezTo>
                  <a:pt x="1171" y="455"/>
                  <a:pt x="1171" y="454"/>
                  <a:pt x="1172" y="454"/>
                </a:cubicBezTo>
                <a:cubicBezTo>
                  <a:pt x="1172" y="453"/>
                  <a:pt x="1172" y="452"/>
                  <a:pt x="1172" y="452"/>
                </a:cubicBezTo>
                <a:cubicBezTo>
                  <a:pt x="1172" y="451"/>
                  <a:pt x="1172" y="451"/>
                  <a:pt x="1172" y="450"/>
                </a:cubicBezTo>
                <a:cubicBezTo>
                  <a:pt x="1171" y="449"/>
                  <a:pt x="1171" y="449"/>
                  <a:pt x="1170" y="449"/>
                </a:cubicBezTo>
                <a:cubicBezTo>
                  <a:pt x="1169" y="448"/>
                  <a:pt x="1168" y="448"/>
                  <a:pt x="1167" y="448"/>
                </a:cubicBezTo>
                <a:cubicBezTo>
                  <a:pt x="1166" y="447"/>
                  <a:pt x="1165" y="447"/>
                  <a:pt x="1164" y="447"/>
                </a:cubicBezTo>
                <a:cubicBezTo>
                  <a:pt x="1163" y="447"/>
                  <a:pt x="1161" y="447"/>
                  <a:pt x="1160" y="448"/>
                </a:cubicBezTo>
                <a:close/>
                <a:moveTo>
                  <a:pt x="1291" y="448"/>
                </a:moveTo>
                <a:cubicBezTo>
                  <a:pt x="1290" y="448"/>
                  <a:pt x="1289" y="448"/>
                  <a:pt x="1288" y="449"/>
                </a:cubicBezTo>
                <a:cubicBezTo>
                  <a:pt x="1287" y="449"/>
                  <a:pt x="1287" y="449"/>
                  <a:pt x="1286" y="450"/>
                </a:cubicBezTo>
                <a:cubicBezTo>
                  <a:pt x="1286" y="451"/>
                  <a:pt x="1286" y="451"/>
                  <a:pt x="1286" y="452"/>
                </a:cubicBezTo>
                <a:cubicBezTo>
                  <a:pt x="1286" y="452"/>
                  <a:pt x="1286" y="453"/>
                  <a:pt x="1286" y="454"/>
                </a:cubicBezTo>
                <a:cubicBezTo>
                  <a:pt x="1287" y="454"/>
                  <a:pt x="1287" y="455"/>
                  <a:pt x="1288" y="455"/>
                </a:cubicBezTo>
                <a:cubicBezTo>
                  <a:pt x="1289" y="455"/>
                  <a:pt x="1290" y="456"/>
                  <a:pt x="1291" y="456"/>
                </a:cubicBezTo>
                <a:cubicBezTo>
                  <a:pt x="1292" y="456"/>
                  <a:pt x="1293" y="456"/>
                  <a:pt x="1294" y="456"/>
                </a:cubicBezTo>
                <a:cubicBezTo>
                  <a:pt x="1295" y="456"/>
                  <a:pt x="1297" y="456"/>
                  <a:pt x="1298" y="456"/>
                </a:cubicBezTo>
                <a:cubicBezTo>
                  <a:pt x="1299" y="456"/>
                  <a:pt x="1300" y="455"/>
                  <a:pt x="1300" y="455"/>
                </a:cubicBezTo>
                <a:cubicBezTo>
                  <a:pt x="1301" y="455"/>
                  <a:pt x="1302" y="454"/>
                  <a:pt x="1302" y="454"/>
                </a:cubicBezTo>
                <a:cubicBezTo>
                  <a:pt x="1303" y="453"/>
                  <a:pt x="1303" y="452"/>
                  <a:pt x="1303" y="452"/>
                </a:cubicBezTo>
                <a:cubicBezTo>
                  <a:pt x="1303" y="451"/>
                  <a:pt x="1303" y="451"/>
                  <a:pt x="1302" y="450"/>
                </a:cubicBezTo>
                <a:cubicBezTo>
                  <a:pt x="1302" y="449"/>
                  <a:pt x="1301" y="449"/>
                  <a:pt x="1300" y="449"/>
                </a:cubicBezTo>
                <a:cubicBezTo>
                  <a:pt x="1300" y="448"/>
                  <a:pt x="1299" y="448"/>
                  <a:pt x="1298" y="448"/>
                </a:cubicBezTo>
                <a:cubicBezTo>
                  <a:pt x="1297" y="447"/>
                  <a:pt x="1295" y="447"/>
                  <a:pt x="1294" y="447"/>
                </a:cubicBezTo>
                <a:cubicBezTo>
                  <a:pt x="1293" y="447"/>
                  <a:pt x="1292" y="447"/>
                  <a:pt x="1291" y="448"/>
                </a:cubicBezTo>
                <a:close/>
                <a:moveTo>
                  <a:pt x="1117" y="448"/>
                </a:moveTo>
                <a:cubicBezTo>
                  <a:pt x="1116" y="448"/>
                  <a:pt x="1115" y="448"/>
                  <a:pt x="1114" y="449"/>
                </a:cubicBezTo>
                <a:cubicBezTo>
                  <a:pt x="1113" y="449"/>
                  <a:pt x="1113" y="449"/>
                  <a:pt x="1112" y="450"/>
                </a:cubicBezTo>
                <a:cubicBezTo>
                  <a:pt x="1112" y="451"/>
                  <a:pt x="1112" y="451"/>
                  <a:pt x="1112" y="452"/>
                </a:cubicBezTo>
                <a:cubicBezTo>
                  <a:pt x="1111" y="452"/>
                  <a:pt x="1112" y="453"/>
                  <a:pt x="1112" y="454"/>
                </a:cubicBezTo>
                <a:cubicBezTo>
                  <a:pt x="1113" y="454"/>
                  <a:pt x="1113" y="455"/>
                  <a:pt x="1114" y="455"/>
                </a:cubicBezTo>
                <a:cubicBezTo>
                  <a:pt x="1115" y="455"/>
                  <a:pt x="1116" y="456"/>
                  <a:pt x="1117" y="456"/>
                </a:cubicBezTo>
                <a:cubicBezTo>
                  <a:pt x="1118" y="456"/>
                  <a:pt x="1119" y="456"/>
                  <a:pt x="1120" y="456"/>
                </a:cubicBezTo>
                <a:cubicBezTo>
                  <a:pt x="1121" y="456"/>
                  <a:pt x="1122" y="456"/>
                  <a:pt x="1123" y="456"/>
                </a:cubicBezTo>
                <a:cubicBezTo>
                  <a:pt x="1124" y="456"/>
                  <a:pt x="1125" y="455"/>
                  <a:pt x="1126" y="455"/>
                </a:cubicBezTo>
                <a:cubicBezTo>
                  <a:pt x="1127" y="455"/>
                  <a:pt x="1128" y="454"/>
                  <a:pt x="1128" y="454"/>
                </a:cubicBezTo>
                <a:cubicBezTo>
                  <a:pt x="1129" y="453"/>
                  <a:pt x="1129" y="452"/>
                  <a:pt x="1129" y="452"/>
                </a:cubicBezTo>
                <a:cubicBezTo>
                  <a:pt x="1129" y="451"/>
                  <a:pt x="1129" y="451"/>
                  <a:pt x="1128" y="450"/>
                </a:cubicBezTo>
                <a:cubicBezTo>
                  <a:pt x="1128" y="449"/>
                  <a:pt x="1127" y="449"/>
                  <a:pt x="1126" y="449"/>
                </a:cubicBezTo>
                <a:cubicBezTo>
                  <a:pt x="1126" y="448"/>
                  <a:pt x="1125" y="448"/>
                  <a:pt x="1124" y="448"/>
                </a:cubicBezTo>
                <a:cubicBezTo>
                  <a:pt x="1123" y="447"/>
                  <a:pt x="1122" y="447"/>
                  <a:pt x="1120" y="447"/>
                </a:cubicBezTo>
                <a:cubicBezTo>
                  <a:pt x="1119" y="447"/>
                  <a:pt x="1118" y="447"/>
                  <a:pt x="1117" y="448"/>
                </a:cubicBezTo>
                <a:close/>
                <a:moveTo>
                  <a:pt x="1508" y="448"/>
                </a:moveTo>
                <a:cubicBezTo>
                  <a:pt x="1507" y="448"/>
                  <a:pt x="1506" y="448"/>
                  <a:pt x="1505" y="449"/>
                </a:cubicBezTo>
                <a:cubicBezTo>
                  <a:pt x="1505" y="449"/>
                  <a:pt x="1504" y="449"/>
                  <a:pt x="1504" y="450"/>
                </a:cubicBezTo>
                <a:cubicBezTo>
                  <a:pt x="1503" y="451"/>
                  <a:pt x="1503" y="451"/>
                  <a:pt x="1503" y="452"/>
                </a:cubicBezTo>
                <a:cubicBezTo>
                  <a:pt x="1503" y="452"/>
                  <a:pt x="1503" y="453"/>
                  <a:pt x="1504" y="454"/>
                </a:cubicBezTo>
                <a:cubicBezTo>
                  <a:pt x="1504" y="454"/>
                  <a:pt x="1505" y="455"/>
                  <a:pt x="1506" y="455"/>
                </a:cubicBezTo>
                <a:cubicBezTo>
                  <a:pt x="1507" y="455"/>
                  <a:pt x="1508" y="456"/>
                  <a:pt x="1509" y="456"/>
                </a:cubicBezTo>
                <a:cubicBezTo>
                  <a:pt x="1510" y="456"/>
                  <a:pt x="1511" y="456"/>
                  <a:pt x="1512" y="456"/>
                </a:cubicBezTo>
                <a:cubicBezTo>
                  <a:pt x="1513" y="456"/>
                  <a:pt x="1514" y="456"/>
                  <a:pt x="1515" y="456"/>
                </a:cubicBezTo>
                <a:cubicBezTo>
                  <a:pt x="1517" y="456"/>
                  <a:pt x="1517" y="455"/>
                  <a:pt x="1518" y="455"/>
                </a:cubicBezTo>
                <a:cubicBezTo>
                  <a:pt x="1519" y="455"/>
                  <a:pt x="1520" y="454"/>
                  <a:pt x="1520" y="454"/>
                </a:cubicBezTo>
                <a:cubicBezTo>
                  <a:pt x="1520" y="453"/>
                  <a:pt x="1521" y="452"/>
                  <a:pt x="1520" y="452"/>
                </a:cubicBezTo>
                <a:cubicBezTo>
                  <a:pt x="1520" y="451"/>
                  <a:pt x="1520" y="451"/>
                  <a:pt x="1520" y="450"/>
                </a:cubicBezTo>
                <a:cubicBezTo>
                  <a:pt x="1519" y="449"/>
                  <a:pt x="1519" y="449"/>
                  <a:pt x="1518" y="449"/>
                </a:cubicBezTo>
                <a:cubicBezTo>
                  <a:pt x="1517" y="448"/>
                  <a:pt x="1516" y="448"/>
                  <a:pt x="1515" y="448"/>
                </a:cubicBezTo>
                <a:cubicBezTo>
                  <a:pt x="1514" y="447"/>
                  <a:pt x="1513" y="447"/>
                  <a:pt x="1512" y="447"/>
                </a:cubicBezTo>
                <a:cubicBezTo>
                  <a:pt x="1510" y="447"/>
                  <a:pt x="1509" y="447"/>
                  <a:pt x="1508" y="448"/>
                </a:cubicBezTo>
                <a:close/>
                <a:moveTo>
                  <a:pt x="1552" y="448"/>
                </a:moveTo>
                <a:cubicBezTo>
                  <a:pt x="1551" y="448"/>
                  <a:pt x="1550" y="448"/>
                  <a:pt x="1549" y="449"/>
                </a:cubicBezTo>
                <a:cubicBezTo>
                  <a:pt x="1548" y="449"/>
                  <a:pt x="1548" y="449"/>
                  <a:pt x="1547" y="450"/>
                </a:cubicBezTo>
                <a:cubicBezTo>
                  <a:pt x="1547" y="451"/>
                  <a:pt x="1547" y="451"/>
                  <a:pt x="1547" y="452"/>
                </a:cubicBezTo>
                <a:cubicBezTo>
                  <a:pt x="1547" y="452"/>
                  <a:pt x="1547" y="453"/>
                  <a:pt x="1547" y="454"/>
                </a:cubicBezTo>
                <a:cubicBezTo>
                  <a:pt x="1548" y="454"/>
                  <a:pt x="1549" y="455"/>
                  <a:pt x="1549" y="455"/>
                </a:cubicBezTo>
                <a:cubicBezTo>
                  <a:pt x="1550" y="455"/>
                  <a:pt x="1551" y="456"/>
                  <a:pt x="1552" y="456"/>
                </a:cubicBezTo>
                <a:cubicBezTo>
                  <a:pt x="1553" y="456"/>
                  <a:pt x="1555" y="456"/>
                  <a:pt x="1556" y="456"/>
                </a:cubicBezTo>
                <a:cubicBezTo>
                  <a:pt x="1557" y="456"/>
                  <a:pt x="1558" y="456"/>
                  <a:pt x="1559" y="456"/>
                </a:cubicBezTo>
                <a:cubicBezTo>
                  <a:pt x="1560" y="456"/>
                  <a:pt x="1561" y="455"/>
                  <a:pt x="1562" y="455"/>
                </a:cubicBezTo>
                <a:cubicBezTo>
                  <a:pt x="1563" y="455"/>
                  <a:pt x="1563" y="454"/>
                  <a:pt x="1564" y="454"/>
                </a:cubicBezTo>
                <a:cubicBezTo>
                  <a:pt x="1564" y="453"/>
                  <a:pt x="1564" y="452"/>
                  <a:pt x="1564" y="452"/>
                </a:cubicBezTo>
                <a:cubicBezTo>
                  <a:pt x="1564" y="451"/>
                  <a:pt x="1564" y="451"/>
                  <a:pt x="1563" y="450"/>
                </a:cubicBezTo>
                <a:cubicBezTo>
                  <a:pt x="1563" y="449"/>
                  <a:pt x="1562" y="449"/>
                  <a:pt x="1561" y="449"/>
                </a:cubicBezTo>
                <a:cubicBezTo>
                  <a:pt x="1560" y="448"/>
                  <a:pt x="1559" y="448"/>
                  <a:pt x="1558" y="448"/>
                </a:cubicBezTo>
                <a:cubicBezTo>
                  <a:pt x="1557" y="447"/>
                  <a:pt x="1556" y="447"/>
                  <a:pt x="1555" y="447"/>
                </a:cubicBezTo>
                <a:cubicBezTo>
                  <a:pt x="1554" y="447"/>
                  <a:pt x="1553" y="447"/>
                  <a:pt x="1552" y="448"/>
                </a:cubicBezTo>
                <a:close/>
                <a:moveTo>
                  <a:pt x="1074" y="448"/>
                </a:moveTo>
                <a:cubicBezTo>
                  <a:pt x="1072" y="448"/>
                  <a:pt x="1072" y="448"/>
                  <a:pt x="1071" y="449"/>
                </a:cubicBezTo>
                <a:cubicBezTo>
                  <a:pt x="1070" y="449"/>
                  <a:pt x="1069" y="449"/>
                  <a:pt x="1069" y="450"/>
                </a:cubicBezTo>
                <a:cubicBezTo>
                  <a:pt x="1068" y="451"/>
                  <a:pt x="1068" y="451"/>
                  <a:pt x="1068" y="452"/>
                </a:cubicBezTo>
                <a:cubicBezTo>
                  <a:pt x="1068" y="452"/>
                  <a:pt x="1068" y="453"/>
                  <a:pt x="1069" y="454"/>
                </a:cubicBezTo>
                <a:cubicBezTo>
                  <a:pt x="1069" y="454"/>
                  <a:pt x="1070" y="455"/>
                  <a:pt x="1070" y="455"/>
                </a:cubicBezTo>
                <a:cubicBezTo>
                  <a:pt x="1071" y="455"/>
                  <a:pt x="1072" y="456"/>
                  <a:pt x="1073" y="456"/>
                </a:cubicBezTo>
                <a:cubicBezTo>
                  <a:pt x="1074" y="456"/>
                  <a:pt x="1075" y="456"/>
                  <a:pt x="1076" y="456"/>
                </a:cubicBezTo>
                <a:cubicBezTo>
                  <a:pt x="1078" y="456"/>
                  <a:pt x="1079" y="456"/>
                  <a:pt x="1080" y="456"/>
                </a:cubicBezTo>
                <a:cubicBezTo>
                  <a:pt x="1081" y="456"/>
                  <a:pt x="1082" y="455"/>
                  <a:pt x="1083" y="455"/>
                </a:cubicBezTo>
                <a:cubicBezTo>
                  <a:pt x="1083" y="455"/>
                  <a:pt x="1084" y="454"/>
                  <a:pt x="1085" y="454"/>
                </a:cubicBezTo>
                <a:cubicBezTo>
                  <a:pt x="1085" y="453"/>
                  <a:pt x="1085" y="452"/>
                  <a:pt x="1085" y="452"/>
                </a:cubicBezTo>
                <a:cubicBezTo>
                  <a:pt x="1085" y="451"/>
                  <a:pt x="1085" y="451"/>
                  <a:pt x="1085" y="450"/>
                </a:cubicBezTo>
                <a:cubicBezTo>
                  <a:pt x="1084" y="449"/>
                  <a:pt x="1084" y="449"/>
                  <a:pt x="1083" y="449"/>
                </a:cubicBezTo>
                <a:cubicBezTo>
                  <a:pt x="1082" y="448"/>
                  <a:pt x="1081" y="448"/>
                  <a:pt x="1080" y="448"/>
                </a:cubicBezTo>
                <a:cubicBezTo>
                  <a:pt x="1079" y="447"/>
                  <a:pt x="1078" y="447"/>
                  <a:pt x="1077" y="447"/>
                </a:cubicBezTo>
                <a:cubicBezTo>
                  <a:pt x="1076" y="447"/>
                  <a:pt x="1075" y="447"/>
                  <a:pt x="1074" y="448"/>
                </a:cubicBezTo>
                <a:close/>
                <a:moveTo>
                  <a:pt x="1247" y="448"/>
                </a:moveTo>
                <a:cubicBezTo>
                  <a:pt x="1246" y="448"/>
                  <a:pt x="1245" y="448"/>
                  <a:pt x="1245" y="449"/>
                </a:cubicBezTo>
                <a:cubicBezTo>
                  <a:pt x="1244" y="449"/>
                  <a:pt x="1243" y="449"/>
                  <a:pt x="1243" y="450"/>
                </a:cubicBezTo>
                <a:cubicBezTo>
                  <a:pt x="1242" y="451"/>
                  <a:pt x="1242" y="451"/>
                  <a:pt x="1242" y="452"/>
                </a:cubicBezTo>
                <a:cubicBezTo>
                  <a:pt x="1242" y="452"/>
                  <a:pt x="1242" y="453"/>
                  <a:pt x="1243" y="454"/>
                </a:cubicBezTo>
                <a:cubicBezTo>
                  <a:pt x="1243" y="454"/>
                  <a:pt x="1244" y="455"/>
                  <a:pt x="1245" y="455"/>
                </a:cubicBezTo>
                <a:cubicBezTo>
                  <a:pt x="1245" y="455"/>
                  <a:pt x="1246" y="456"/>
                  <a:pt x="1247" y="456"/>
                </a:cubicBezTo>
                <a:cubicBezTo>
                  <a:pt x="1248" y="456"/>
                  <a:pt x="1250" y="456"/>
                  <a:pt x="1251" y="456"/>
                </a:cubicBezTo>
                <a:cubicBezTo>
                  <a:pt x="1252" y="456"/>
                  <a:pt x="1253" y="456"/>
                  <a:pt x="1254" y="456"/>
                </a:cubicBezTo>
                <a:cubicBezTo>
                  <a:pt x="1255" y="456"/>
                  <a:pt x="1256" y="455"/>
                  <a:pt x="1257" y="455"/>
                </a:cubicBezTo>
                <a:cubicBezTo>
                  <a:pt x="1258" y="455"/>
                  <a:pt x="1258" y="454"/>
                  <a:pt x="1259" y="454"/>
                </a:cubicBezTo>
                <a:cubicBezTo>
                  <a:pt x="1259" y="453"/>
                  <a:pt x="1259" y="452"/>
                  <a:pt x="1259" y="452"/>
                </a:cubicBezTo>
                <a:cubicBezTo>
                  <a:pt x="1259" y="451"/>
                  <a:pt x="1259" y="451"/>
                  <a:pt x="1259" y="450"/>
                </a:cubicBezTo>
                <a:cubicBezTo>
                  <a:pt x="1258" y="449"/>
                  <a:pt x="1258" y="449"/>
                  <a:pt x="1257" y="449"/>
                </a:cubicBezTo>
                <a:cubicBezTo>
                  <a:pt x="1256" y="448"/>
                  <a:pt x="1255" y="448"/>
                  <a:pt x="1254" y="448"/>
                </a:cubicBezTo>
                <a:cubicBezTo>
                  <a:pt x="1253" y="447"/>
                  <a:pt x="1252" y="447"/>
                  <a:pt x="1251" y="447"/>
                </a:cubicBezTo>
                <a:cubicBezTo>
                  <a:pt x="1250" y="447"/>
                  <a:pt x="1248" y="447"/>
                  <a:pt x="1247" y="448"/>
                </a:cubicBezTo>
                <a:close/>
                <a:moveTo>
                  <a:pt x="1378" y="448"/>
                </a:moveTo>
                <a:cubicBezTo>
                  <a:pt x="1377" y="448"/>
                  <a:pt x="1376" y="448"/>
                  <a:pt x="1375" y="449"/>
                </a:cubicBezTo>
                <a:cubicBezTo>
                  <a:pt x="1374" y="449"/>
                  <a:pt x="1374" y="449"/>
                  <a:pt x="1373" y="450"/>
                </a:cubicBezTo>
                <a:cubicBezTo>
                  <a:pt x="1373" y="451"/>
                  <a:pt x="1373" y="451"/>
                  <a:pt x="1373" y="452"/>
                </a:cubicBezTo>
                <a:cubicBezTo>
                  <a:pt x="1373" y="452"/>
                  <a:pt x="1373" y="453"/>
                  <a:pt x="1373" y="454"/>
                </a:cubicBezTo>
                <a:cubicBezTo>
                  <a:pt x="1374" y="454"/>
                  <a:pt x="1374" y="455"/>
                  <a:pt x="1375" y="455"/>
                </a:cubicBezTo>
                <a:cubicBezTo>
                  <a:pt x="1376" y="455"/>
                  <a:pt x="1377" y="456"/>
                  <a:pt x="1378" y="456"/>
                </a:cubicBezTo>
                <a:cubicBezTo>
                  <a:pt x="1379" y="456"/>
                  <a:pt x="1380" y="456"/>
                  <a:pt x="1381" y="456"/>
                </a:cubicBezTo>
                <a:cubicBezTo>
                  <a:pt x="1383" y="456"/>
                  <a:pt x="1384" y="456"/>
                  <a:pt x="1385" y="456"/>
                </a:cubicBezTo>
                <a:cubicBezTo>
                  <a:pt x="1386" y="456"/>
                  <a:pt x="1387" y="455"/>
                  <a:pt x="1388" y="455"/>
                </a:cubicBezTo>
                <a:cubicBezTo>
                  <a:pt x="1388" y="455"/>
                  <a:pt x="1389" y="454"/>
                  <a:pt x="1389" y="454"/>
                </a:cubicBezTo>
                <a:cubicBezTo>
                  <a:pt x="1390" y="453"/>
                  <a:pt x="1390" y="452"/>
                  <a:pt x="1390" y="452"/>
                </a:cubicBezTo>
                <a:cubicBezTo>
                  <a:pt x="1390" y="451"/>
                  <a:pt x="1390" y="451"/>
                  <a:pt x="1389" y="450"/>
                </a:cubicBezTo>
                <a:cubicBezTo>
                  <a:pt x="1389" y="449"/>
                  <a:pt x="1388" y="449"/>
                  <a:pt x="1387" y="449"/>
                </a:cubicBezTo>
                <a:cubicBezTo>
                  <a:pt x="1387" y="448"/>
                  <a:pt x="1386" y="448"/>
                  <a:pt x="1385" y="448"/>
                </a:cubicBezTo>
                <a:cubicBezTo>
                  <a:pt x="1383" y="447"/>
                  <a:pt x="1382" y="447"/>
                  <a:pt x="1381" y="447"/>
                </a:cubicBezTo>
                <a:cubicBezTo>
                  <a:pt x="1380" y="447"/>
                  <a:pt x="1379" y="447"/>
                  <a:pt x="1378" y="448"/>
                </a:cubicBezTo>
                <a:close/>
                <a:moveTo>
                  <a:pt x="1856" y="448"/>
                </a:moveTo>
                <a:cubicBezTo>
                  <a:pt x="1855" y="448"/>
                  <a:pt x="1854" y="448"/>
                  <a:pt x="1853" y="449"/>
                </a:cubicBezTo>
                <a:cubicBezTo>
                  <a:pt x="1852" y="449"/>
                  <a:pt x="1852" y="449"/>
                  <a:pt x="1852" y="450"/>
                </a:cubicBezTo>
                <a:cubicBezTo>
                  <a:pt x="1851" y="451"/>
                  <a:pt x="1851" y="451"/>
                  <a:pt x="1851" y="452"/>
                </a:cubicBezTo>
                <a:cubicBezTo>
                  <a:pt x="1851" y="452"/>
                  <a:pt x="1852" y="453"/>
                  <a:pt x="1852" y="454"/>
                </a:cubicBezTo>
                <a:cubicBezTo>
                  <a:pt x="1853" y="454"/>
                  <a:pt x="1853" y="455"/>
                  <a:pt x="1854" y="455"/>
                </a:cubicBezTo>
                <a:cubicBezTo>
                  <a:pt x="1855" y="455"/>
                  <a:pt x="1856" y="456"/>
                  <a:pt x="1857" y="456"/>
                </a:cubicBezTo>
                <a:cubicBezTo>
                  <a:pt x="1858" y="456"/>
                  <a:pt x="1859" y="456"/>
                  <a:pt x="1861" y="456"/>
                </a:cubicBezTo>
                <a:cubicBezTo>
                  <a:pt x="1862" y="456"/>
                  <a:pt x="1863" y="456"/>
                  <a:pt x="1864" y="456"/>
                </a:cubicBezTo>
                <a:cubicBezTo>
                  <a:pt x="1865" y="456"/>
                  <a:pt x="1866" y="455"/>
                  <a:pt x="1867" y="455"/>
                </a:cubicBezTo>
                <a:cubicBezTo>
                  <a:pt x="1867" y="455"/>
                  <a:pt x="1868" y="454"/>
                  <a:pt x="1868" y="454"/>
                </a:cubicBezTo>
                <a:cubicBezTo>
                  <a:pt x="1869" y="453"/>
                  <a:pt x="1869" y="452"/>
                  <a:pt x="1869" y="452"/>
                </a:cubicBezTo>
                <a:cubicBezTo>
                  <a:pt x="1869" y="451"/>
                  <a:pt x="1868" y="451"/>
                  <a:pt x="1868" y="450"/>
                </a:cubicBezTo>
                <a:cubicBezTo>
                  <a:pt x="1867" y="449"/>
                  <a:pt x="1866" y="449"/>
                  <a:pt x="1866" y="449"/>
                </a:cubicBezTo>
                <a:cubicBezTo>
                  <a:pt x="1865" y="448"/>
                  <a:pt x="1864" y="448"/>
                  <a:pt x="1863" y="448"/>
                </a:cubicBezTo>
                <a:cubicBezTo>
                  <a:pt x="1861" y="447"/>
                  <a:pt x="1860" y="447"/>
                  <a:pt x="1859" y="447"/>
                </a:cubicBezTo>
                <a:cubicBezTo>
                  <a:pt x="1858" y="447"/>
                  <a:pt x="1857" y="447"/>
                  <a:pt x="1856" y="448"/>
                </a:cubicBezTo>
                <a:close/>
                <a:moveTo>
                  <a:pt x="2160" y="448"/>
                </a:moveTo>
                <a:cubicBezTo>
                  <a:pt x="2159" y="448"/>
                  <a:pt x="2158" y="448"/>
                  <a:pt x="2157" y="449"/>
                </a:cubicBezTo>
                <a:cubicBezTo>
                  <a:pt x="2157" y="449"/>
                  <a:pt x="2156" y="449"/>
                  <a:pt x="2156" y="450"/>
                </a:cubicBezTo>
                <a:cubicBezTo>
                  <a:pt x="2156" y="451"/>
                  <a:pt x="2156" y="451"/>
                  <a:pt x="2156" y="452"/>
                </a:cubicBezTo>
                <a:cubicBezTo>
                  <a:pt x="2156" y="452"/>
                  <a:pt x="2156" y="453"/>
                  <a:pt x="2157" y="454"/>
                </a:cubicBezTo>
                <a:cubicBezTo>
                  <a:pt x="2157" y="454"/>
                  <a:pt x="2158" y="455"/>
                  <a:pt x="2159" y="455"/>
                </a:cubicBezTo>
                <a:cubicBezTo>
                  <a:pt x="2160" y="455"/>
                  <a:pt x="2161" y="456"/>
                  <a:pt x="2162" y="456"/>
                </a:cubicBezTo>
                <a:cubicBezTo>
                  <a:pt x="2163" y="456"/>
                  <a:pt x="2164" y="456"/>
                  <a:pt x="2166" y="456"/>
                </a:cubicBezTo>
                <a:cubicBezTo>
                  <a:pt x="2167" y="456"/>
                  <a:pt x="2168" y="456"/>
                  <a:pt x="2169" y="456"/>
                </a:cubicBezTo>
                <a:cubicBezTo>
                  <a:pt x="2170" y="456"/>
                  <a:pt x="2171" y="455"/>
                  <a:pt x="2171" y="455"/>
                </a:cubicBezTo>
                <a:cubicBezTo>
                  <a:pt x="2172" y="455"/>
                  <a:pt x="2173" y="454"/>
                  <a:pt x="2173" y="454"/>
                </a:cubicBezTo>
                <a:cubicBezTo>
                  <a:pt x="2173" y="453"/>
                  <a:pt x="2173" y="452"/>
                  <a:pt x="2173" y="452"/>
                </a:cubicBezTo>
                <a:cubicBezTo>
                  <a:pt x="2173" y="451"/>
                  <a:pt x="2173" y="451"/>
                  <a:pt x="2172" y="450"/>
                </a:cubicBezTo>
                <a:cubicBezTo>
                  <a:pt x="2171" y="449"/>
                  <a:pt x="2171" y="449"/>
                  <a:pt x="2170" y="449"/>
                </a:cubicBezTo>
                <a:cubicBezTo>
                  <a:pt x="2169" y="448"/>
                  <a:pt x="2168" y="448"/>
                  <a:pt x="2167" y="448"/>
                </a:cubicBezTo>
                <a:cubicBezTo>
                  <a:pt x="2166" y="447"/>
                  <a:pt x="2165" y="447"/>
                  <a:pt x="2163" y="447"/>
                </a:cubicBezTo>
                <a:cubicBezTo>
                  <a:pt x="2162" y="447"/>
                  <a:pt x="2161" y="447"/>
                  <a:pt x="2160" y="448"/>
                </a:cubicBezTo>
                <a:close/>
                <a:moveTo>
                  <a:pt x="2030" y="448"/>
                </a:moveTo>
                <a:cubicBezTo>
                  <a:pt x="2029" y="448"/>
                  <a:pt x="2028" y="448"/>
                  <a:pt x="2027" y="449"/>
                </a:cubicBezTo>
                <a:cubicBezTo>
                  <a:pt x="2026" y="449"/>
                  <a:pt x="2026" y="449"/>
                  <a:pt x="2026" y="450"/>
                </a:cubicBezTo>
                <a:cubicBezTo>
                  <a:pt x="2025" y="451"/>
                  <a:pt x="2025" y="451"/>
                  <a:pt x="2025" y="452"/>
                </a:cubicBezTo>
                <a:cubicBezTo>
                  <a:pt x="2025" y="452"/>
                  <a:pt x="2026" y="453"/>
                  <a:pt x="2026" y="454"/>
                </a:cubicBezTo>
                <a:cubicBezTo>
                  <a:pt x="2027" y="454"/>
                  <a:pt x="2028" y="455"/>
                  <a:pt x="2028" y="455"/>
                </a:cubicBezTo>
                <a:cubicBezTo>
                  <a:pt x="2029" y="455"/>
                  <a:pt x="2030" y="456"/>
                  <a:pt x="2031" y="456"/>
                </a:cubicBezTo>
                <a:cubicBezTo>
                  <a:pt x="2033" y="456"/>
                  <a:pt x="2034" y="456"/>
                  <a:pt x="2035" y="456"/>
                </a:cubicBezTo>
                <a:cubicBezTo>
                  <a:pt x="2036" y="456"/>
                  <a:pt x="2037" y="456"/>
                  <a:pt x="2038" y="456"/>
                </a:cubicBezTo>
                <a:cubicBezTo>
                  <a:pt x="2039" y="456"/>
                  <a:pt x="2040" y="455"/>
                  <a:pt x="2041" y="455"/>
                </a:cubicBezTo>
                <a:cubicBezTo>
                  <a:pt x="2042" y="455"/>
                  <a:pt x="2042" y="454"/>
                  <a:pt x="2042" y="454"/>
                </a:cubicBezTo>
                <a:cubicBezTo>
                  <a:pt x="2043" y="453"/>
                  <a:pt x="2043" y="452"/>
                  <a:pt x="2043" y="452"/>
                </a:cubicBezTo>
                <a:cubicBezTo>
                  <a:pt x="2043" y="451"/>
                  <a:pt x="2042" y="451"/>
                  <a:pt x="2042" y="450"/>
                </a:cubicBezTo>
                <a:cubicBezTo>
                  <a:pt x="2041" y="449"/>
                  <a:pt x="2040" y="449"/>
                  <a:pt x="2039" y="449"/>
                </a:cubicBezTo>
                <a:cubicBezTo>
                  <a:pt x="2039" y="448"/>
                  <a:pt x="2037" y="448"/>
                  <a:pt x="2036" y="448"/>
                </a:cubicBezTo>
                <a:cubicBezTo>
                  <a:pt x="2035" y="447"/>
                  <a:pt x="2034" y="447"/>
                  <a:pt x="2033" y="447"/>
                </a:cubicBezTo>
                <a:cubicBezTo>
                  <a:pt x="2032" y="447"/>
                  <a:pt x="2031" y="447"/>
                  <a:pt x="2030" y="448"/>
                </a:cubicBezTo>
                <a:close/>
                <a:moveTo>
                  <a:pt x="1226" y="459"/>
                </a:moveTo>
                <a:cubicBezTo>
                  <a:pt x="1224" y="459"/>
                  <a:pt x="1224" y="459"/>
                  <a:pt x="1223" y="460"/>
                </a:cubicBezTo>
                <a:cubicBezTo>
                  <a:pt x="1222" y="460"/>
                  <a:pt x="1221" y="461"/>
                  <a:pt x="1221" y="461"/>
                </a:cubicBezTo>
                <a:cubicBezTo>
                  <a:pt x="1220" y="462"/>
                  <a:pt x="1220" y="462"/>
                  <a:pt x="1220" y="463"/>
                </a:cubicBezTo>
                <a:cubicBezTo>
                  <a:pt x="1220" y="464"/>
                  <a:pt x="1220" y="464"/>
                  <a:pt x="1221" y="465"/>
                </a:cubicBezTo>
                <a:cubicBezTo>
                  <a:pt x="1221" y="465"/>
                  <a:pt x="1222" y="466"/>
                  <a:pt x="1223" y="466"/>
                </a:cubicBezTo>
                <a:cubicBezTo>
                  <a:pt x="1223" y="467"/>
                  <a:pt x="1224" y="467"/>
                  <a:pt x="1225" y="467"/>
                </a:cubicBezTo>
                <a:cubicBezTo>
                  <a:pt x="1226" y="467"/>
                  <a:pt x="1228" y="468"/>
                  <a:pt x="1229" y="468"/>
                </a:cubicBezTo>
                <a:cubicBezTo>
                  <a:pt x="1230" y="468"/>
                  <a:pt x="1231" y="467"/>
                  <a:pt x="1232" y="467"/>
                </a:cubicBezTo>
                <a:cubicBezTo>
                  <a:pt x="1233" y="467"/>
                  <a:pt x="1234" y="467"/>
                  <a:pt x="1235" y="466"/>
                </a:cubicBezTo>
                <a:cubicBezTo>
                  <a:pt x="1236" y="466"/>
                  <a:pt x="1236" y="465"/>
                  <a:pt x="1237" y="465"/>
                </a:cubicBezTo>
                <a:cubicBezTo>
                  <a:pt x="1237" y="464"/>
                  <a:pt x="1238" y="464"/>
                  <a:pt x="1238" y="463"/>
                </a:cubicBezTo>
                <a:cubicBezTo>
                  <a:pt x="1238" y="462"/>
                  <a:pt x="1237" y="462"/>
                  <a:pt x="1237" y="461"/>
                </a:cubicBezTo>
                <a:cubicBezTo>
                  <a:pt x="1236" y="461"/>
                  <a:pt x="1236" y="460"/>
                  <a:pt x="1235" y="460"/>
                </a:cubicBezTo>
                <a:cubicBezTo>
                  <a:pt x="1234" y="459"/>
                  <a:pt x="1233" y="459"/>
                  <a:pt x="1232" y="459"/>
                </a:cubicBezTo>
                <a:cubicBezTo>
                  <a:pt x="1231" y="459"/>
                  <a:pt x="1230" y="459"/>
                  <a:pt x="1229" y="459"/>
                </a:cubicBezTo>
                <a:cubicBezTo>
                  <a:pt x="1228" y="459"/>
                  <a:pt x="1227" y="459"/>
                  <a:pt x="1226" y="459"/>
                </a:cubicBezTo>
                <a:close/>
                <a:moveTo>
                  <a:pt x="1313" y="459"/>
                </a:moveTo>
                <a:cubicBezTo>
                  <a:pt x="1312" y="459"/>
                  <a:pt x="1311" y="459"/>
                  <a:pt x="1310" y="460"/>
                </a:cubicBezTo>
                <a:cubicBezTo>
                  <a:pt x="1309" y="460"/>
                  <a:pt x="1309" y="461"/>
                  <a:pt x="1308" y="461"/>
                </a:cubicBezTo>
                <a:cubicBezTo>
                  <a:pt x="1308" y="462"/>
                  <a:pt x="1307" y="462"/>
                  <a:pt x="1307" y="463"/>
                </a:cubicBezTo>
                <a:cubicBezTo>
                  <a:pt x="1307" y="464"/>
                  <a:pt x="1308" y="464"/>
                  <a:pt x="1308" y="465"/>
                </a:cubicBezTo>
                <a:cubicBezTo>
                  <a:pt x="1309" y="465"/>
                  <a:pt x="1309" y="466"/>
                  <a:pt x="1310" y="466"/>
                </a:cubicBezTo>
                <a:cubicBezTo>
                  <a:pt x="1311" y="467"/>
                  <a:pt x="1312" y="467"/>
                  <a:pt x="1313" y="467"/>
                </a:cubicBezTo>
                <a:cubicBezTo>
                  <a:pt x="1314" y="467"/>
                  <a:pt x="1315" y="468"/>
                  <a:pt x="1316" y="468"/>
                </a:cubicBezTo>
                <a:cubicBezTo>
                  <a:pt x="1317" y="468"/>
                  <a:pt x="1319" y="467"/>
                  <a:pt x="1320" y="467"/>
                </a:cubicBezTo>
                <a:cubicBezTo>
                  <a:pt x="1321" y="467"/>
                  <a:pt x="1322" y="467"/>
                  <a:pt x="1322" y="466"/>
                </a:cubicBezTo>
                <a:cubicBezTo>
                  <a:pt x="1323" y="466"/>
                  <a:pt x="1324" y="465"/>
                  <a:pt x="1324" y="465"/>
                </a:cubicBezTo>
                <a:cubicBezTo>
                  <a:pt x="1325" y="464"/>
                  <a:pt x="1325" y="464"/>
                  <a:pt x="1325" y="463"/>
                </a:cubicBezTo>
                <a:cubicBezTo>
                  <a:pt x="1325" y="462"/>
                  <a:pt x="1325" y="462"/>
                  <a:pt x="1324" y="461"/>
                </a:cubicBezTo>
                <a:cubicBezTo>
                  <a:pt x="1324" y="461"/>
                  <a:pt x="1323" y="460"/>
                  <a:pt x="1322" y="460"/>
                </a:cubicBezTo>
                <a:cubicBezTo>
                  <a:pt x="1322" y="459"/>
                  <a:pt x="1321" y="459"/>
                  <a:pt x="1320" y="459"/>
                </a:cubicBezTo>
                <a:cubicBezTo>
                  <a:pt x="1318" y="459"/>
                  <a:pt x="1317" y="459"/>
                  <a:pt x="1316" y="459"/>
                </a:cubicBezTo>
                <a:cubicBezTo>
                  <a:pt x="1315" y="459"/>
                  <a:pt x="1314" y="459"/>
                  <a:pt x="1313" y="459"/>
                </a:cubicBezTo>
                <a:close/>
                <a:moveTo>
                  <a:pt x="1449" y="459"/>
                </a:moveTo>
                <a:cubicBezTo>
                  <a:pt x="1449" y="459"/>
                  <a:pt x="1448" y="459"/>
                  <a:pt x="1448" y="459"/>
                </a:cubicBezTo>
                <a:cubicBezTo>
                  <a:pt x="1448" y="459"/>
                  <a:pt x="1448" y="459"/>
                  <a:pt x="1448" y="459"/>
                </a:cubicBezTo>
                <a:cubicBezTo>
                  <a:pt x="1448" y="459"/>
                  <a:pt x="1448" y="459"/>
                  <a:pt x="1447" y="459"/>
                </a:cubicBezTo>
                <a:cubicBezTo>
                  <a:pt x="1447" y="459"/>
                  <a:pt x="1447" y="459"/>
                  <a:pt x="1447" y="459"/>
                </a:cubicBezTo>
                <a:cubicBezTo>
                  <a:pt x="1446" y="459"/>
                  <a:pt x="1445" y="459"/>
                  <a:pt x="1444" y="459"/>
                </a:cubicBezTo>
                <a:cubicBezTo>
                  <a:pt x="1443" y="459"/>
                  <a:pt x="1442" y="459"/>
                  <a:pt x="1441" y="460"/>
                </a:cubicBezTo>
                <a:cubicBezTo>
                  <a:pt x="1440" y="460"/>
                  <a:pt x="1439" y="461"/>
                  <a:pt x="1439" y="461"/>
                </a:cubicBezTo>
                <a:cubicBezTo>
                  <a:pt x="1439" y="462"/>
                  <a:pt x="1438" y="462"/>
                  <a:pt x="1438" y="463"/>
                </a:cubicBezTo>
                <a:cubicBezTo>
                  <a:pt x="1438" y="464"/>
                  <a:pt x="1439" y="464"/>
                  <a:pt x="1439" y="465"/>
                </a:cubicBezTo>
                <a:cubicBezTo>
                  <a:pt x="1440" y="465"/>
                  <a:pt x="1440" y="466"/>
                  <a:pt x="1441" y="466"/>
                </a:cubicBezTo>
                <a:cubicBezTo>
                  <a:pt x="1442" y="467"/>
                  <a:pt x="1443" y="467"/>
                  <a:pt x="1444" y="467"/>
                </a:cubicBezTo>
                <a:cubicBezTo>
                  <a:pt x="1445" y="467"/>
                  <a:pt x="1446" y="468"/>
                  <a:pt x="1447" y="468"/>
                </a:cubicBezTo>
                <a:cubicBezTo>
                  <a:pt x="1448" y="468"/>
                  <a:pt x="1448" y="468"/>
                  <a:pt x="1448" y="468"/>
                </a:cubicBezTo>
                <a:cubicBezTo>
                  <a:pt x="1448" y="468"/>
                  <a:pt x="1448" y="468"/>
                  <a:pt x="1448" y="468"/>
                </a:cubicBezTo>
                <a:cubicBezTo>
                  <a:pt x="1448" y="468"/>
                  <a:pt x="1449" y="468"/>
                  <a:pt x="1449" y="468"/>
                </a:cubicBezTo>
                <a:cubicBezTo>
                  <a:pt x="1449" y="467"/>
                  <a:pt x="1449" y="467"/>
                  <a:pt x="1449" y="467"/>
                </a:cubicBezTo>
                <a:cubicBezTo>
                  <a:pt x="1450" y="467"/>
                  <a:pt x="1451" y="467"/>
                  <a:pt x="1452" y="467"/>
                </a:cubicBezTo>
                <a:cubicBezTo>
                  <a:pt x="1453" y="467"/>
                  <a:pt x="1453" y="466"/>
                  <a:pt x="1454" y="466"/>
                </a:cubicBezTo>
                <a:cubicBezTo>
                  <a:pt x="1455" y="466"/>
                  <a:pt x="1455" y="465"/>
                  <a:pt x="1455" y="465"/>
                </a:cubicBezTo>
                <a:cubicBezTo>
                  <a:pt x="1456" y="464"/>
                  <a:pt x="1456" y="464"/>
                  <a:pt x="1456" y="463"/>
                </a:cubicBezTo>
                <a:cubicBezTo>
                  <a:pt x="1456" y="462"/>
                  <a:pt x="1456" y="462"/>
                  <a:pt x="1455" y="461"/>
                </a:cubicBezTo>
                <a:cubicBezTo>
                  <a:pt x="1455" y="461"/>
                  <a:pt x="1454" y="461"/>
                  <a:pt x="1454" y="460"/>
                </a:cubicBezTo>
                <a:cubicBezTo>
                  <a:pt x="1453" y="460"/>
                  <a:pt x="1452" y="459"/>
                  <a:pt x="1451" y="459"/>
                </a:cubicBezTo>
                <a:cubicBezTo>
                  <a:pt x="1451" y="459"/>
                  <a:pt x="1450" y="459"/>
                  <a:pt x="1449" y="459"/>
                </a:cubicBezTo>
                <a:cubicBezTo>
                  <a:pt x="1449" y="459"/>
                  <a:pt x="1450" y="459"/>
                  <a:pt x="1449" y="459"/>
                </a:cubicBezTo>
                <a:close/>
                <a:moveTo>
                  <a:pt x="1138" y="459"/>
                </a:moveTo>
                <a:cubicBezTo>
                  <a:pt x="1137" y="459"/>
                  <a:pt x="1136" y="459"/>
                  <a:pt x="1136" y="460"/>
                </a:cubicBezTo>
                <a:cubicBezTo>
                  <a:pt x="1135" y="460"/>
                  <a:pt x="1134" y="461"/>
                  <a:pt x="1134" y="461"/>
                </a:cubicBezTo>
                <a:cubicBezTo>
                  <a:pt x="1133" y="462"/>
                  <a:pt x="1133" y="462"/>
                  <a:pt x="1133" y="463"/>
                </a:cubicBezTo>
                <a:cubicBezTo>
                  <a:pt x="1133" y="464"/>
                  <a:pt x="1133" y="464"/>
                  <a:pt x="1133" y="465"/>
                </a:cubicBezTo>
                <a:cubicBezTo>
                  <a:pt x="1134" y="465"/>
                  <a:pt x="1135" y="466"/>
                  <a:pt x="1135" y="466"/>
                </a:cubicBezTo>
                <a:cubicBezTo>
                  <a:pt x="1136" y="467"/>
                  <a:pt x="1137" y="467"/>
                  <a:pt x="1138" y="467"/>
                </a:cubicBezTo>
                <a:cubicBezTo>
                  <a:pt x="1139" y="467"/>
                  <a:pt x="1140" y="468"/>
                  <a:pt x="1141" y="468"/>
                </a:cubicBezTo>
                <a:cubicBezTo>
                  <a:pt x="1143" y="468"/>
                  <a:pt x="1144" y="467"/>
                  <a:pt x="1145" y="467"/>
                </a:cubicBezTo>
                <a:cubicBezTo>
                  <a:pt x="1146" y="467"/>
                  <a:pt x="1147" y="467"/>
                  <a:pt x="1148" y="466"/>
                </a:cubicBezTo>
                <a:cubicBezTo>
                  <a:pt x="1148" y="466"/>
                  <a:pt x="1149" y="465"/>
                  <a:pt x="1150" y="465"/>
                </a:cubicBezTo>
                <a:cubicBezTo>
                  <a:pt x="1150" y="464"/>
                  <a:pt x="1150" y="464"/>
                  <a:pt x="1150" y="463"/>
                </a:cubicBezTo>
                <a:cubicBezTo>
                  <a:pt x="1150" y="462"/>
                  <a:pt x="1150" y="462"/>
                  <a:pt x="1150" y="461"/>
                </a:cubicBezTo>
                <a:cubicBezTo>
                  <a:pt x="1149" y="461"/>
                  <a:pt x="1149" y="460"/>
                  <a:pt x="1148" y="460"/>
                </a:cubicBezTo>
                <a:cubicBezTo>
                  <a:pt x="1147" y="459"/>
                  <a:pt x="1146" y="459"/>
                  <a:pt x="1145" y="459"/>
                </a:cubicBezTo>
                <a:cubicBezTo>
                  <a:pt x="1144" y="459"/>
                  <a:pt x="1143" y="459"/>
                  <a:pt x="1142" y="459"/>
                </a:cubicBezTo>
                <a:cubicBezTo>
                  <a:pt x="1141" y="459"/>
                  <a:pt x="1139" y="459"/>
                  <a:pt x="1138" y="459"/>
                </a:cubicBezTo>
                <a:close/>
                <a:moveTo>
                  <a:pt x="1101" y="459"/>
                </a:moveTo>
                <a:cubicBezTo>
                  <a:pt x="1101" y="459"/>
                  <a:pt x="1101" y="459"/>
                  <a:pt x="1101" y="459"/>
                </a:cubicBezTo>
                <a:cubicBezTo>
                  <a:pt x="1100" y="459"/>
                  <a:pt x="1100" y="459"/>
                  <a:pt x="1100" y="459"/>
                </a:cubicBezTo>
                <a:cubicBezTo>
                  <a:pt x="1100" y="459"/>
                  <a:pt x="1099" y="459"/>
                  <a:pt x="1099" y="459"/>
                </a:cubicBezTo>
                <a:cubicBezTo>
                  <a:pt x="1099" y="459"/>
                  <a:pt x="1098" y="459"/>
                  <a:pt x="1098" y="459"/>
                </a:cubicBezTo>
                <a:cubicBezTo>
                  <a:pt x="1097" y="459"/>
                  <a:pt x="1096" y="459"/>
                  <a:pt x="1095" y="459"/>
                </a:cubicBezTo>
                <a:cubicBezTo>
                  <a:pt x="1094" y="459"/>
                  <a:pt x="1093" y="459"/>
                  <a:pt x="1092" y="460"/>
                </a:cubicBezTo>
                <a:cubicBezTo>
                  <a:pt x="1091" y="460"/>
                  <a:pt x="1090" y="461"/>
                  <a:pt x="1090" y="461"/>
                </a:cubicBezTo>
                <a:cubicBezTo>
                  <a:pt x="1089" y="462"/>
                  <a:pt x="1089" y="462"/>
                  <a:pt x="1089" y="463"/>
                </a:cubicBezTo>
                <a:cubicBezTo>
                  <a:pt x="1089" y="464"/>
                  <a:pt x="1089" y="464"/>
                  <a:pt x="1090" y="465"/>
                </a:cubicBezTo>
                <a:cubicBezTo>
                  <a:pt x="1090" y="465"/>
                  <a:pt x="1091" y="466"/>
                  <a:pt x="1092" y="466"/>
                </a:cubicBezTo>
                <a:cubicBezTo>
                  <a:pt x="1092" y="467"/>
                  <a:pt x="1093" y="467"/>
                  <a:pt x="1094" y="467"/>
                </a:cubicBezTo>
                <a:cubicBezTo>
                  <a:pt x="1095" y="467"/>
                  <a:pt x="1096" y="468"/>
                  <a:pt x="1098" y="468"/>
                </a:cubicBezTo>
                <a:cubicBezTo>
                  <a:pt x="1098" y="468"/>
                  <a:pt x="1098" y="468"/>
                  <a:pt x="1099" y="468"/>
                </a:cubicBezTo>
                <a:cubicBezTo>
                  <a:pt x="1099" y="468"/>
                  <a:pt x="1099" y="467"/>
                  <a:pt x="1099" y="467"/>
                </a:cubicBezTo>
                <a:cubicBezTo>
                  <a:pt x="1100" y="467"/>
                  <a:pt x="1100" y="467"/>
                  <a:pt x="1100" y="467"/>
                </a:cubicBezTo>
                <a:cubicBezTo>
                  <a:pt x="1101" y="467"/>
                  <a:pt x="1101" y="467"/>
                  <a:pt x="1101" y="467"/>
                </a:cubicBezTo>
                <a:cubicBezTo>
                  <a:pt x="1102" y="467"/>
                  <a:pt x="1103" y="467"/>
                  <a:pt x="1103" y="467"/>
                </a:cubicBezTo>
                <a:cubicBezTo>
                  <a:pt x="1104" y="466"/>
                  <a:pt x="1105" y="466"/>
                  <a:pt x="1105" y="466"/>
                </a:cubicBezTo>
                <a:cubicBezTo>
                  <a:pt x="1106" y="465"/>
                  <a:pt x="1106" y="465"/>
                  <a:pt x="1106" y="464"/>
                </a:cubicBezTo>
                <a:cubicBezTo>
                  <a:pt x="1106" y="464"/>
                  <a:pt x="1107" y="463"/>
                  <a:pt x="1107" y="463"/>
                </a:cubicBezTo>
                <a:cubicBezTo>
                  <a:pt x="1107" y="463"/>
                  <a:pt x="1107" y="462"/>
                  <a:pt x="1106" y="462"/>
                </a:cubicBezTo>
                <a:cubicBezTo>
                  <a:pt x="1106" y="461"/>
                  <a:pt x="1106" y="461"/>
                  <a:pt x="1105" y="461"/>
                </a:cubicBezTo>
                <a:cubicBezTo>
                  <a:pt x="1105" y="460"/>
                  <a:pt x="1104" y="460"/>
                  <a:pt x="1104" y="460"/>
                </a:cubicBezTo>
                <a:cubicBezTo>
                  <a:pt x="1103" y="459"/>
                  <a:pt x="1102" y="459"/>
                  <a:pt x="1101" y="459"/>
                </a:cubicBezTo>
                <a:cubicBezTo>
                  <a:pt x="1101" y="459"/>
                  <a:pt x="1102" y="459"/>
                  <a:pt x="1101" y="459"/>
                </a:cubicBezTo>
                <a:close/>
                <a:moveTo>
                  <a:pt x="1361" y="459"/>
                </a:moveTo>
                <a:cubicBezTo>
                  <a:pt x="1361" y="459"/>
                  <a:pt x="1361" y="459"/>
                  <a:pt x="1361" y="459"/>
                </a:cubicBezTo>
                <a:cubicBezTo>
                  <a:pt x="1361" y="459"/>
                  <a:pt x="1361" y="459"/>
                  <a:pt x="1361" y="459"/>
                </a:cubicBezTo>
                <a:cubicBezTo>
                  <a:pt x="1360" y="459"/>
                  <a:pt x="1360" y="459"/>
                  <a:pt x="1360" y="459"/>
                </a:cubicBezTo>
                <a:cubicBezTo>
                  <a:pt x="1360" y="459"/>
                  <a:pt x="1360" y="459"/>
                  <a:pt x="1360" y="459"/>
                </a:cubicBezTo>
                <a:cubicBezTo>
                  <a:pt x="1359" y="459"/>
                  <a:pt x="1357" y="459"/>
                  <a:pt x="1356" y="459"/>
                </a:cubicBezTo>
                <a:cubicBezTo>
                  <a:pt x="1355" y="459"/>
                  <a:pt x="1354" y="459"/>
                  <a:pt x="1354" y="460"/>
                </a:cubicBezTo>
                <a:cubicBezTo>
                  <a:pt x="1353" y="460"/>
                  <a:pt x="1352" y="461"/>
                  <a:pt x="1352" y="461"/>
                </a:cubicBezTo>
                <a:cubicBezTo>
                  <a:pt x="1351" y="462"/>
                  <a:pt x="1351" y="462"/>
                  <a:pt x="1351" y="463"/>
                </a:cubicBezTo>
                <a:cubicBezTo>
                  <a:pt x="1351" y="464"/>
                  <a:pt x="1351" y="464"/>
                  <a:pt x="1352" y="465"/>
                </a:cubicBezTo>
                <a:cubicBezTo>
                  <a:pt x="1352" y="465"/>
                  <a:pt x="1353" y="466"/>
                  <a:pt x="1354" y="466"/>
                </a:cubicBezTo>
                <a:cubicBezTo>
                  <a:pt x="1355" y="467"/>
                  <a:pt x="1356" y="467"/>
                  <a:pt x="1357" y="467"/>
                </a:cubicBezTo>
                <a:cubicBezTo>
                  <a:pt x="1358" y="467"/>
                  <a:pt x="1359" y="468"/>
                  <a:pt x="1360" y="468"/>
                </a:cubicBezTo>
                <a:cubicBezTo>
                  <a:pt x="1360" y="468"/>
                  <a:pt x="1360" y="468"/>
                  <a:pt x="1360" y="468"/>
                </a:cubicBezTo>
                <a:cubicBezTo>
                  <a:pt x="1361" y="468"/>
                  <a:pt x="1361" y="468"/>
                  <a:pt x="1361" y="468"/>
                </a:cubicBezTo>
                <a:cubicBezTo>
                  <a:pt x="1361" y="468"/>
                  <a:pt x="1361" y="468"/>
                  <a:pt x="1361" y="468"/>
                </a:cubicBezTo>
                <a:cubicBezTo>
                  <a:pt x="1361" y="467"/>
                  <a:pt x="1362" y="467"/>
                  <a:pt x="1362" y="467"/>
                </a:cubicBezTo>
                <a:cubicBezTo>
                  <a:pt x="1363" y="467"/>
                  <a:pt x="1364" y="467"/>
                  <a:pt x="1364" y="467"/>
                </a:cubicBezTo>
                <a:cubicBezTo>
                  <a:pt x="1365" y="467"/>
                  <a:pt x="1366" y="466"/>
                  <a:pt x="1367" y="466"/>
                </a:cubicBezTo>
                <a:cubicBezTo>
                  <a:pt x="1367" y="466"/>
                  <a:pt x="1368" y="465"/>
                  <a:pt x="1368" y="465"/>
                </a:cubicBezTo>
                <a:cubicBezTo>
                  <a:pt x="1368" y="464"/>
                  <a:pt x="1369" y="464"/>
                  <a:pt x="1369" y="463"/>
                </a:cubicBezTo>
                <a:cubicBezTo>
                  <a:pt x="1369" y="462"/>
                  <a:pt x="1368" y="462"/>
                  <a:pt x="1368" y="461"/>
                </a:cubicBezTo>
                <a:cubicBezTo>
                  <a:pt x="1368" y="461"/>
                  <a:pt x="1367" y="461"/>
                  <a:pt x="1366" y="460"/>
                </a:cubicBezTo>
                <a:cubicBezTo>
                  <a:pt x="1366" y="460"/>
                  <a:pt x="1365" y="459"/>
                  <a:pt x="1364" y="459"/>
                </a:cubicBezTo>
                <a:cubicBezTo>
                  <a:pt x="1363" y="459"/>
                  <a:pt x="1362" y="459"/>
                  <a:pt x="1361" y="459"/>
                </a:cubicBezTo>
                <a:cubicBezTo>
                  <a:pt x="1361" y="459"/>
                  <a:pt x="1362" y="459"/>
                  <a:pt x="1361" y="459"/>
                </a:cubicBezTo>
                <a:close/>
                <a:moveTo>
                  <a:pt x="1487" y="459"/>
                </a:moveTo>
                <a:cubicBezTo>
                  <a:pt x="1486" y="459"/>
                  <a:pt x="1485" y="459"/>
                  <a:pt x="1484" y="460"/>
                </a:cubicBezTo>
                <a:cubicBezTo>
                  <a:pt x="1484" y="460"/>
                  <a:pt x="1483" y="461"/>
                  <a:pt x="1483" y="461"/>
                </a:cubicBezTo>
                <a:cubicBezTo>
                  <a:pt x="1482" y="462"/>
                  <a:pt x="1482" y="462"/>
                  <a:pt x="1482" y="463"/>
                </a:cubicBezTo>
                <a:cubicBezTo>
                  <a:pt x="1482" y="464"/>
                  <a:pt x="1482" y="464"/>
                  <a:pt x="1483" y="465"/>
                </a:cubicBezTo>
                <a:cubicBezTo>
                  <a:pt x="1483" y="465"/>
                  <a:pt x="1484" y="466"/>
                  <a:pt x="1485" y="466"/>
                </a:cubicBezTo>
                <a:cubicBezTo>
                  <a:pt x="1486" y="467"/>
                  <a:pt x="1487" y="467"/>
                  <a:pt x="1488" y="467"/>
                </a:cubicBezTo>
                <a:cubicBezTo>
                  <a:pt x="1489" y="467"/>
                  <a:pt x="1490" y="468"/>
                  <a:pt x="1491" y="468"/>
                </a:cubicBezTo>
                <a:cubicBezTo>
                  <a:pt x="1492" y="468"/>
                  <a:pt x="1493" y="467"/>
                  <a:pt x="1494" y="467"/>
                </a:cubicBezTo>
                <a:cubicBezTo>
                  <a:pt x="1496" y="467"/>
                  <a:pt x="1496" y="467"/>
                  <a:pt x="1497" y="466"/>
                </a:cubicBezTo>
                <a:cubicBezTo>
                  <a:pt x="1498" y="466"/>
                  <a:pt x="1499" y="465"/>
                  <a:pt x="1499" y="465"/>
                </a:cubicBezTo>
                <a:cubicBezTo>
                  <a:pt x="1499" y="464"/>
                  <a:pt x="1500" y="464"/>
                  <a:pt x="1500" y="463"/>
                </a:cubicBezTo>
                <a:cubicBezTo>
                  <a:pt x="1500" y="462"/>
                  <a:pt x="1499" y="462"/>
                  <a:pt x="1499" y="461"/>
                </a:cubicBezTo>
                <a:cubicBezTo>
                  <a:pt x="1498" y="461"/>
                  <a:pt x="1498" y="460"/>
                  <a:pt x="1497" y="460"/>
                </a:cubicBezTo>
                <a:cubicBezTo>
                  <a:pt x="1496" y="459"/>
                  <a:pt x="1495" y="459"/>
                  <a:pt x="1494" y="459"/>
                </a:cubicBezTo>
                <a:cubicBezTo>
                  <a:pt x="1493" y="459"/>
                  <a:pt x="1492" y="459"/>
                  <a:pt x="1491" y="459"/>
                </a:cubicBezTo>
                <a:cubicBezTo>
                  <a:pt x="1489" y="459"/>
                  <a:pt x="1488" y="459"/>
                  <a:pt x="1487" y="459"/>
                </a:cubicBezTo>
                <a:close/>
                <a:moveTo>
                  <a:pt x="1274" y="459"/>
                </a:moveTo>
                <a:cubicBezTo>
                  <a:pt x="1274" y="459"/>
                  <a:pt x="1274" y="459"/>
                  <a:pt x="1274" y="459"/>
                </a:cubicBezTo>
                <a:cubicBezTo>
                  <a:pt x="1274" y="459"/>
                  <a:pt x="1274" y="459"/>
                  <a:pt x="1273" y="459"/>
                </a:cubicBezTo>
                <a:cubicBezTo>
                  <a:pt x="1273" y="459"/>
                  <a:pt x="1273" y="459"/>
                  <a:pt x="1273" y="459"/>
                </a:cubicBezTo>
                <a:cubicBezTo>
                  <a:pt x="1273" y="459"/>
                  <a:pt x="1273" y="459"/>
                  <a:pt x="1272" y="459"/>
                </a:cubicBezTo>
                <a:cubicBezTo>
                  <a:pt x="1271" y="459"/>
                  <a:pt x="1270" y="459"/>
                  <a:pt x="1269" y="459"/>
                </a:cubicBezTo>
                <a:cubicBezTo>
                  <a:pt x="1268" y="459"/>
                  <a:pt x="1267" y="459"/>
                  <a:pt x="1266" y="460"/>
                </a:cubicBezTo>
                <a:cubicBezTo>
                  <a:pt x="1266" y="460"/>
                  <a:pt x="1265" y="461"/>
                  <a:pt x="1265" y="461"/>
                </a:cubicBezTo>
                <a:cubicBezTo>
                  <a:pt x="1264" y="462"/>
                  <a:pt x="1264" y="462"/>
                  <a:pt x="1264" y="463"/>
                </a:cubicBezTo>
                <a:cubicBezTo>
                  <a:pt x="1264" y="464"/>
                  <a:pt x="1264" y="464"/>
                  <a:pt x="1265" y="465"/>
                </a:cubicBezTo>
                <a:cubicBezTo>
                  <a:pt x="1265" y="465"/>
                  <a:pt x="1266" y="466"/>
                  <a:pt x="1266" y="466"/>
                </a:cubicBezTo>
                <a:cubicBezTo>
                  <a:pt x="1267" y="467"/>
                  <a:pt x="1268" y="467"/>
                  <a:pt x="1269" y="467"/>
                </a:cubicBezTo>
                <a:cubicBezTo>
                  <a:pt x="1270" y="467"/>
                  <a:pt x="1271" y="468"/>
                  <a:pt x="1273" y="468"/>
                </a:cubicBezTo>
                <a:cubicBezTo>
                  <a:pt x="1273" y="468"/>
                  <a:pt x="1273" y="468"/>
                  <a:pt x="1273" y="468"/>
                </a:cubicBezTo>
                <a:cubicBezTo>
                  <a:pt x="1273" y="468"/>
                  <a:pt x="1273" y="468"/>
                  <a:pt x="1273" y="468"/>
                </a:cubicBezTo>
                <a:cubicBezTo>
                  <a:pt x="1274" y="468"/>
                  <a:pt x="1274" y="468"/>
                  <a:pt x="1274" y="468"/>
                </a:cubicBezTo>
                <a:cubicBezTo>
                  <a:pt x="1274" y="467"/>
                  <a:pt x="1274" y="467"/>
                  <a:pt x="1274" y="467"/>
                </a:cubicBezTo>
                <a:cubicBezTo>
                  <a:pt x="1275" y="467"/>
                  <a:pt x="1276" y="467"/>
                  <a:pt x="1277" y="467"/>
                </a:cubicBezTo>
                <a:cubicBezTo>
                  <a:pt x="1278" y="467"/>
                  <a:pt x="1279" y="466"/>
                  <a:pt x="1279" y="466"/>
                </a:cubicBezTo>
                <a:cubicBezTo>
                  <a:pt x="1280" y="466"/>
                  <a:pt x="1280" y="465"/>
                  <a:pt x="1281" y="465"/>
                </a:cubicBezTo>
                <a:cubicBezTo>
                  <a:pt x="1281" y="464"/>
                  <a:pt x="1281" y="464"/>
                  <a:pt x="1281" y="463"/>
                </a:cubicBezTo>
                <a:cubicBezTo>
                  <a:pt x="1281" y="462"/>
                  <a:pt x="1281" y="462"/>
                  <a:pt x="1281" y="461"/>
                </a:cubicBezTo>
                <a:cubicBezTo>
                  <a:pt x="1280" y="461"/>
                  <a:pt x="1280" y="461"/>
                  <a:pt x="1279" y="460"/>
                </a:cubicBezTo>
                <a:cubicBezTo>
                  <a:pt x="1279" y="460"/>
                  <a:pt x="1278" y="459"/>
                  <a:pt x="1277" y="459"/>
                </a:cubicBezTo>
                <a:cubicBezTo>
                  <a:pt x="1276" y="459"/>
                  <a:pt x="1275" y="459"/>
                  <a:pt x="1274" y="459"/>
                </a:cubicBezTo>
                <a:cubicBezTo>
                  <a:pt x="1274" y="459"/>
                  <a:pt x="1275" y="459"/>
                  <a:pt x="1274" y="459"/>
                </a:cubicBezTo>
                <a:close/>
                <a:moveTo>
                  <a:pt x="1400" y="459"/>
                </a:moveTo>
                <a:cubicBezTo>
                  <a:pt x="1399" y="459"/>
                  <a:pt x="1398" y="459"/>
                  <a:pt x="1397" y="460"/>
                </a:cubicBezTo>
                <a:cubicBezTo>
                  <a:pt x="1396" y="460"/>
                  <a:pt x="1396" y="461"/>
                  <a:pt x="1395" y="461"/>
                </a:cubicBezTo>
                <a:cubicBezTo>
                  <a:pt x="1395" y="462"/>
                  <a:pt x="1395" y="462"/>
                  <a:pt x="1395" y="463"/>
                </a:cubicBezTo>
                <a:cubicBezTo>
                  <a:pt x="1395" y="464"/>
                  <a:pt x="1395" y="464"/>
                  <a:pt x="1395" y="465"/>
                </a:cubicBezTo>
                <a:cubicBezTo>
                  <a:pt x="1396" y="465"/>
                  <a:pt x="1397" y="466"/>
                  <a:pt x="1397" y="466"/>
                </a:cubicBezTo>
                <a:cubicBezTo>
                  <a:pt x="1398" y="467"/>
                  <a:pt x="1399" y="467"/>
                  <a:pt x="1400" y="467"/>
                </a:cubicBezTo>
                <a:cubicBezTo>
                  <a:pt x="1401" y="467"/>
                  <a:pt x="1402" y="468"/>
                  <a:pt x="1404" y="468"/>
                </a:cubicBezTo>
                <a:cubicBezTo>
                  <a:pt x="1405" y="468"/>
                  <a:pt x="1406" y="467"/>
                  <a:pt x="1407" y="467"/>
                </a:cubicBezTo>
                <a:cubicBezTo>
                  <a:pt x="1408" y="467"/>
                  <a:pt x="1409" y="467"/>
                  <a:pt x="1410" y="466"/>
                </a:cubicBezTo>
                <a:cubicBezTo>
                  <a:pt x="1411" y="466"/>
                  <a:pt x="1411" y="465"/>
                  <a:pt x="1412" y="465"/>
                </a:cubicBezTo>
                <a:cubicBezTo>
                  <a:pt x="1412" y="464"/>
                  <a:pt x="1412" y="464"/>
                  <a:pt x="1412" y="463"/>
                </a:cubicBezTo>
                <a:cubicBezTo>
                  <a:pt x="1412" y="462"/>
                  <a:pt x="1412" y="462"/>
                  <a:pt x="1411" y="461"/>
                </a:cubicBezTo>
                <a:cubicBezTo>
                  <a:pt x="1411" y="461"/>
                  <a:pt x="1410" y="460"/>
                  <a:pt x="1410" y="460"/>
                </a:cubicBezTo>
                <a:cubicBezTo>
                  <a:pt x="1409" y="459"/>
                  <a:pt x="1408" y="459"/>
                  <a:pt x="1407" y="459"/>
                </a:cubicBezTo>
                <a:cubicBezTo>
                  <a:pt x="1406" y="459"/>
                  <a:pt x="1404" y="459"/>
                  <a:pt x="1403" y="459"/>
                </a:cubicBezTo>
                <a:cubicBezTo>
                  <a:pt x="1402" y="459"/>
                  <a:pt x="1401" y="459"/>
                  <a:pt x="1400" y="459"/>
                </a:cubicBezTo>
                <a:close/>
                <a:moveTo>
                  <a:pt x="1537" y="459"/>
                </a:moveTo>
                <a:cubicBezTo>
                  <a:pt x="1536" y="459"/>
                  <a:pt x="1536" y="459"/>
                  <a:pt x="1536" y="459"/>
                </a:cubicBezTo>
                <a:cubicBezTo>
                  <a:pt x="1536" y="459"/>
                  <a:pt x="1535" y="459"/>
                  <a:pt x="1535" y="459"/>
                </a:cubicBezTo>
                <a:cubicBezTo>
                  <a:pt x="1535" y="459"/>
                  <a:pt x="1534" y="459"/>
                  <a:pt x="1534" y="459"/>
                </a:cubicBezTo>
                <a:cubicBezTo>
                  <a:pt x="1533" y="459"/>
                  <a:pt x="1532" y="459"/>
                  <a:pt x="1531" y="459"/>
                </a:cubicBezTo>
                <a:cubicBezTo>
                  <a:pt x="1530" y="459"/>
                  <a:pt x="1529" y="459"/>
                  <a:pt x="1528" y="460"/>
                </a:cubicBezTo>
                <a:cubicBezTo>
                  <a:pt x="1527" y="460"/>
                  <a:pt x="1527" y="461"/>
                  <a:pt x="1526" y="461"/>
                </a:cubicBezTo>
                <a:cubicBezTo>
                  <a:pt x="1526" y="462"/>
                  <a:pt x="1526" y="462"/>
                  <a:pt x="1526" y="463"/>
                </a:cubicBezTo>
                <a:cubicBezTo>
                  <a:pt x="1526" y="464"/>
                  <a:pt x="1526" y="464"/>
                  <a:pt x="1527" y="465"/>
                </a:cubicBezTo>
                <a:cubicBezTo>
                  <a:pt x="1527" y="465"/>
                  <a:pt x="1528" y="466"/>
                  <a:pt x="1529" y="466"/>
                </a:cubicBezTo>
                <a:cubicBezTo>
                  <a:pt x="1529" y="467"/>
                  <a:pt x="1530" y="467"/>
                  <a:pt x="1531" y="467"/>
                </a:cubicBezTo>
                <a:cubicBezTo>
                  <a:pt x="1532" y="467"/>
                  <a:pt x="1534" y="468"/>
                  <a:pt x="1535" y="468"/>
                </a:cubicBezTo>
                <a:cubicBezTo>
                  <a:pt x="1535" y="468"/>
                  <a:pt x="1535" y="468"/>
                  <a:pt x="1536" y="468"/>
                </a:cubicBezTo>
                <a:cubicBezTo>
                  <a:pt x="1536" y="468"/>
                  <a:pt x="1536" y="467"/>
                  <a:pt x="1537" y="467"/>
                </a:cubicBezTo>
                <a:cubicBezTo>
                  <a:pt x="1537" y="467"/>
                  <a:pt x="1537" y="467"/>
                  <a:pt x="1537" y="467"/>
                </a:cubicBezTo>
                <a:cubicBezTo>
                  <a:pt x="1538" y="467"/>
                  <a:pt x="1538" y="467"/>
                  <a:pt x="1538" y="467"/>
                </a:cubicBezTo>
                <a:cubicBezTo>
                  <a:pt x="1538" y="467"/>
                  <a:pt x="1539" y="467"/>
                  <a:pt x="1539" y="467"/>
                </a:cubicBezTo>
                <a:cubicBezTo>
                  <a:pt x="1539" y="467"/>
                  <a:pt x="1539" y="467"/>
                  <a:pt x="1540" y="467"/>
                </a:cubicBezTo>
                <a:cubicBezTo>
                  <a:pt x="1540" y="467"/>
                  <a:pt x="1540" y="467"/>
                  <a:pt x="1540" y="467"/>
                </a:cubicBezTo>
                <a:cubicBezTo>
                  <a:pt x="1541" y="466"/>
                  <a:pt x="1541" y="466"/>
                  <a:pt x="1541" y="466"/>
                </a:cubicBezTo>
                <a:cubicBezTo>
                  <a:pt x="1541" y="466"/>
                  <a:pt x="1542" y="466"/>
                  <a:pt x="1542" y="466"/>
                </a:cubicBezTo>
                <a:cubicBezTo>
                  <a:pt x="1542" y="465"/>
                  <a:pt x="1542" y="465"/>
                  <a:pt x="1543" y="465"/>
                </a:cubicBezTo>
                <a:cubicBezTo>
                  <a:pt x="1543" y="465"/>
                  <a:pt x="1543" y="464"/>
                  <a:pt x="1543" y="464"/>
                </a:cubicBezTo>
                <a:cubicBezTo>
                  <a:pt x="1543" y="464"/>
                  <a:pt x="1543" y="463"/>
                  <a:pt x="1543" y="463"/>
                </a:cubicBezTo>
                <a:cubicBezTo>
                  <a:pt x="1543" y="463"/>
                  <a:pt x="1543" y="462"/>
                  <a:pt x="1543" y="462"/>
                </a:cubicBezTo>
                <a:cubicBezTo>
                  <a:pt x="1543" y="462"/>
                  <a:pt x="1543" y="462"/>
                  <a:pt x="1542" y="461"/>
                </a:cubicBezTo>
                <a:cubicBezTo>
                  <a:pt x="1542" y="461"/>
                  <a:pt x="1542" y="461"/>
                  <a:pt x="1541" y="461"/>
                </a:cubicBezTo>
                <a:cubicBezTo>
                  <a:pt x="1541" y="460"/>
                  <a:pt x="1541" y="460"/>
                  <a:pt x="1540" y="460"/>
                </a:cubicBezTo>
                <a:cubicBezTo>
                  <a:pt x="1540" y="460"/>
                  <a:pt x="1540" y="460"/>
                  <a:pt x="1540" y="460"/>
                </a:cubicBezTo>
                <a:cubicBezTo>
                  <a:pt x="1539" y="459"/>
                  <a:pt x="1539" y="459"/>
                  <a:pt x="1539" y="459"/>
                </a:cubicBezTo>
                <a:cubicBezTo>
                  <a:pt x="1539" y="459"/>
                  <a:pt x="1539" y="459"/>
                  <a:pt x="1538" y="459"/>
                </a:cubicBezTo>
                <a:cubicBezTo>
                  <a:pt x="1538" y="459"/>
                  <a:pt x="1538" y="459"/>
                  <a:pt x="1538" y="459"/>
                </a:cubicBezTo>
                <a:cubicBezTo>
                  <a:pt x="1537" y="459"/>
                  <a:pt x="1537" y="459"/>
                  <a:pt x="1537" y="459"/>
                </a:cubicBezTo>
                <a:close/>
                <a:moveTo>
                  <a:pt x="1574" y="459"/>
                </a:moveTo>
                <a:cubicBezTo>
                  <a:pt x="1573" y="459"/>
                  <a:pt x="1572" y="459"/>
                  <a:pt x="1572" y="460"/>
                </a:cubicBezTo>
                <a:cubicBezTo>
                  <a:pt x="1571" y="460"/>
                  <a:pt x="1570" y="461"/>
                  <a:pt x="1570" y="461"/>
                </a:cubicBezTo>
                <a:cubicBezTo>
                  <a:pt x="1570" y="462"/>
                  <a:pt x="1569" y="462"/>
                  <a:pt x="1569" y="463"/>
                </a:cubicBezTo>
                <a:cubicBezTo>
                  <a:pt x="1569" y="464"/>
                  <a:pt x="1570" y="464"/>
                  <a:pt x="1570" y="465"/>
                </a:cubicBezTo>
                <a:cubicBezTo>
                  <a:pt x="1571" y="465"/>
                  <a:pt x="1571" y="466"/>
                  <a:pt x="1572" y="466"/>
                </a:cubicBezTo>
                <a:cubicBezTo>
                  <a:pt x="1573" y="467"/>
                  <a:pt x="1574" y="467"/>
                  <a:pt x="1575" y="467"/>
                </a:cubicBezTo>
                <a:cubicBezTo>
                  <a:pt x="1576" y="467"/>
                  <a:pt x="1577" y="468"/>
                  <a:pt x="1579" y="468"/>
                </a:cubicBezTo>
                <a:cubicBezTo>
                  <a:pt x="1580" y="468"/>
                  <a:pt x="1581" y="467"/>
                  <a:pt x="1582" y="467"/>
                </a:cubicBezTo>
                <a:cubicBezTo>
                  <a:pt x="1583" y="467"/>
                  <a:pt x="1584" y="467"/>
                  <a:pt x="1585" y="466"/>
                </a:cubicBezTo>
                <a:cubicBezTo>
                  <a:pt x="1585" y="466"/>
                  <a:pt x="1586" y="465"/>
                  <a:pt x="1586" y="465"/>
                </a:cubicBezTo>
                <a:cubicBezTo>
                  <a:pt x="1587" y="464"/>
                  <a:pt x="1587" y="464"/>
                  <a:pt x="1587" y="463"/>
                </a:cubicBezTo>
                <a:cubicBezTo>
                  <a:pt x="1587" y="462"/>
                  <a:pt x="1586" y="462"/>
                  <a:pt x="1586" y="461"/>
                </a:cubicBezTo>
                <a:cubicBezTo>
                  <a:pt x="1585" y="461"/>
                  <a:pt x="1585" y="460"/>
                  <a:pt x="1584" y="460"/>
                </a:cubicBezTo>
                <a:cubicBezTo>
                  <a:pt x="1583" y="459"/>
                  <a:pt x="1582" y="459"/>
                  <a:pt x="1581" y="459"/>
                </a:cubicBezTo>
                <a:cubicBezTo>
                  <a:pt x="1580" y="459"/>
                  <a:pt x="1579" y="459"/>
                  <a:pt x="1578" y="459"/>
                </a:cubicBezTo>
                <a:cubicBezTo>
                  <a:pt x="1576" y="459"/>
                  <a:pt x="1575" y="459"/>
                  <a:pt x="1574" y="459"/>
                </a:cubicBezTo>
                <a:close/>
                <a:moveTo>
                  <a:pt x="528" y="459"/>
                </a:moveTo>
                <a:cubicBezTo>
                  <a:pt x="527" y="459"/>
                  <a:pt x="526" y="459"/>
                  <a:pt x="525" y="460"/>
                </a:cubicBezTo>
                <a:cubicBezTo>
                  <a:pt x="524" y="460"/>
                  <a:pt x="523" y="461"/>
                  <a:pt x="523" y="461"/>
                </a:cubicBezTo>
                <a:cubicBezTo>
                  <a:pt x="522" y="462"/>
                  <a:pt x="522" y="462"/>
                  <a:pt x="522" y="463"/>
                </a:cubicBezTo>
                <a:cubicBezTo>
                  <a:pt x="522" y="464"/>
                  <a:pt x="522" y="464"/>
                  <a:pt x="522" y="465"/>
                </a:cubicBezTo>
                <a:cubicBezTo>
                  <a:pt x="522" y="465"/>
                  <a:pt x="523" y="466"/>
                  <a:pt x="524" y="466"/>
                </a:cubicBezTo>
                <a:cubicBezTo>
                  <a:pt x="524" y="467"/>
                  <a:pt x="525" y="467"/>
                  <a:pt x="526" y="467"/>
                </a:cubicBezTo>
                <a:cubicBezTo>
                  <a:pt x="527" y="467"/>
                  <a:pt x="528" y="468"/>
                  <a:pt x="529" y="468"/>
                </a:cubicBezTo>
                <a:cubicBezTo>
                  <a:pt x="531" y="468"/>
                  <a:pt x="532" y="467"/>
                  <a:pt x="533" y="467"/>
                </a:cubicBezTo>
                <a:cubicBezTo>
                  <a:pt x="534" y="467"/>
                  <a:pt x="535" y="467"/>
                  <a:pt x="536" y="466"/>
                </a:cubicBezTo>
                <a:cubicBezTo>
                  <a:pt x="537" y="466"/>
                  <a:pt x="538" y="465"/>
                  <a:pt x="538" y="465"/>
                </a:cubicBezTo>
                <a:cubicBezTo>
                  <a:pt x="539" y="464"/>
                  <a:pt x="539" y="464"/>
                  <a:pt x="539" y="463"/>
                </a:cubicBezTo>
                <a:cubicBezTo>
                  <a:pt x="539" y="462"/>
                  <a:pt x="539" y="462"/>
                  <a:pt x="539" y="461"/>
                </a:cubicBezTo>
                <a:cubicBezTo>
                  <a:pt x="538" y="461"/>
                  <a:pt x="538" y="460"/>
                  <a:pt x="537" y="460"/>
                </a:cubicBezTo>
                <a:cubicBezTo>
                  <a:pt x="537" y="459"/>
                  <a:pt x="536" y="459"/>
                  <a:pt x="535" y="459"/>
                </a:cubicBezTo>
                <a:cubicBezTo>
                  <a:pt x="534" y="459"/>
                  <a:pt x="533" y="459"/>
                  <a:pt x="531" y="459"/>
                </a:cubicBezTo>
                <a:cubicBezTo>
                  <a:pt x="530" y="459"/>
                  <a:pt x="529" y="459"/>
                  <a:pt x="528" y="459"/>
                </a:cubicBezTo>
                <a:close/>
                <a:moveTo>
                  <a:pt x="702" y="459"/>
                </a:moveTo>
                <a:cubicBezTo>
                  <a:pt x="701" y="459"/>
                  <a:pt x="700" y="459"/>
                  <a:pt x="699" y="460"/>
                </a:cubicBezTo>
                <a:cubicBezTo>
                  <a:pt x="699" y="460"/>
                  <a:pt x="698" y="461"/>
                  <a:pt x="697" y="461"/>
                </a:cubicBezTo>
                <a:cubicBezTo>
                  <a:pt x="697" y="462"/>
                  <a:pt x="696" y="462"/>
                  <a:pt x="696" y="463"/>
                </a:cubicBezTo>
                <a:cubicBezTo>
                  <a:pt x="696" y="464"/>
                  <a:pt x="696" y="464"/>
                  <a:pt x="697" y="465"/>
                </a:cubicBezTo>
                <a:cubicBezTo>
                  <a:pt x="697" y="465"/>
                  <a:pt x="698" y="466"/>
                  <a:pt x="698" y="466"/>
                </a:cubicBezTo>
                <a:cubicBezTo>
                  <a:pt x="699" y="467"/>
                  <a:pt x="700" y="467"/>
                  <a:pt x="701" y="467"/>
                </a:cubicBezTo>
                <a:cubicBezTo>
                  <a:pt x="702" y="467"/>
                  <a:pt x="703" y="468"/>
                  <a:pt x="704" y="468"/>
                </a:cubicBezTo>
                <a:cubicBezTo>
                  <a:pt x="706" y="468"/>
                  <a:pt x="707" y="467"/>
                  <a:pt x="708" y="467"/>
                </a:cubicBezTo>
                <a:cubicBezTo>
                  <a:pt x="709" y="467"/>
                  <a:pt x="710" y="467"/>
                  <a:pt x="711" y="466"/>
                </a:cubicBezTo>
                <a:cubicBezTo>
                  <a:pt x="712" y="466"/>
                  <a:pt x="712" y="465"/>
                  <a:pt x="713" y="465"/>
                </a:cubicBezTo>
                <a:cubicBezTo>
                  <a:pt x="713" y="464"/>
                  <a:pt x="714" y="464"/>
                  <a:pt x="714" y="463"/>
                </a:cubicBezTo>
                <a:cubicBezTo>
                  <a:pt x="714" y="462"/>
                  <a:pt x="714" y="462"/>
                  <a:pt x="713" y="461"/>
                </a:cubicBezTo>
                <a:cubicBezTo>
                  <a:pt x="713" y="461"/>
                  <a:pt x="712" y="460"/>
                  <a:pt x="712" y="460"/>
                </a:cubicBezTo>
                <a:cubicBezTo>
                  <a:pt x="711" y="459"/>
                  <a:pt x="710" y="459"/>
                  <a:pt x="709" y="459"/>
                </a:cubicBezTo>
                <a:cubicBezTo>
                  <a:pt x="708" y="459"/>
                  <a:pt x="707" y="459"/>
                  <a:pt x="706" y="459"/>
                </a:cubicBezTo>
                <a:cubicBezTo>
                  <a:pt x="705" y="459"/>
                  <a:pt x="703" y="459"/>
                  <a:pt x="702" y="459"/>
                </a:cubicBezTo>
                <a:close/>
                <a:moveTo>
                  <a:pt x="615" y="459"/>
                </a:moveTo>
                <a:cubicBezTo>
                  <a:pt x="614" y="459"/>
                  <a:pt x="613" y="459"/>
                  <a:pt x="612" y="460"/>
                </a:cubicBezTo>
                <a:cubicBezTo>
                  <a:pt x="611" y="460"/>
                  <a:pt x="611" y="461"/>
                  <a:pt x="610" y="461"/>
                </a:cubicBezTo>
                <a:cubicBezTo>
                  <a:pt x="609" y="462"/>
                  <a:pt x="609" y="462"/>
                  <a:pt x="609" y="463"/>
                </a:cubicBezTo>
                <a:cubicBezTo>
                  <a:pt x="609" y="464"/>
                  <a:pt x="609" y="464"/>
                  <a:pt x="609" y="465"/>
                </a:cubicBezTo>
                <a:cubicBezTo>
                  <a:pt x="610" y="465"/>
                  <a:pt x="610" y="466"/>
                  <a:pt x="611" y="466"/>
                </a:cubicBezTo>
                <a:cubicBezTo>
                  <a:pt x="612" y="467"/>
                  <a:pt x="613" y="467"/>
                  <a:pt x="614" y="467"/>
                </a:cubicBezTo>
                <a:cubicBezTo>
                  <a:pt x="615" y="467"/>
                  <a:pt x="616" y="468"/>
                  <a:pt x="617" y="468"/>
                </a:cubicBezTo>
                <a:cubicBezTo>
                  <a:pt x="618" y="468"/>
                  <a:pt x="619" y="467"/>
                  <a:pt x="620" y="467"/>
                </a:cubicBezTo>
                <a:cubicBezTo>
                  <a:pt x="621" y="467"/>
                  <a:pt x="622" y="467"/>
                  <a:pt x="623" y="466"/>
                </a:cubicBezTo>
                <a:cubicBezTo>
                  <a:pt x="624" y="466"/>
                  <a:pt x="625" y="465"/>
                  <a:pt x="625" y="465"/>
                </a:cubicBezTo>
                <a:cubicBezTo>
                  <a:pt x="626" y="464"/>
                  <a:pt x="626" y="464"/>
                  <a:pt x="626" y="463"/>
                </a:cubicBezTo>
                <a:cubicBezTo>
                  <a:pt x="627" y="462"/>
                  <a:pt x="626" y="462"/>
                  <a:pt x="626" y="461"/>
                </a:cubicBezTo>
                <a:cubicBezTo>
                  <a:pt x="626" y="461"/>
                  <a:pt x="625" y="460"/>
                  <a:pt x="624" y="460"/>
                </a:cubicBezTo>
                <a:cubicBezTo>
                  <a:pt x="624" y="459"/>
                  <a:pt x="623" y="459"/>
                  <a:pt x="622" y="459"/>
                </a:cubicBezTo>
                <a:cubicBezTo>
                  <a:pt x="621" y="459"/>
                  <a:pt x="620" y="459"/>
                  <a:pt x="619" y="459"/>
                </a:cubicBezTo>
                <a:cubicBezTo>
                  <a:pt x="617" y="459"/>
                  <a:pt x="616" y="459"/>
                  <a:pt x="615" y="459"/>
                </a:cubicBezTo>
                <a:close/>
                <a:moveTo>
                  <a:pt x="664" y="459"/>
                </a:moveTo>
                <a:cubicBezTo>
                  <a:pt x="664" y="459"/>
                  <a:pt x="664" y="459"/>
                  <a:pt x="663" y="459"/>
                </a:cubicBezTo>
                <a:cubicBezTo>
                  <a:pt x="663" y="459"/>
                  <a:pt x="663" y="459"/>
                  <a:pt x="663" y="459"/>
                </a:cubicBezTo>
                <a:cubicBezTo>
                  <a:pt x="663" y="459"/>
                  <a:pt x="663" y="459"/>
                  <a:pt x="663" y="459"/>
                </a:cubicBezTo>
                <a:cubicBezTo>
                  <a:pt x="662" y="459"/>
                  <a:pt x="662" y="459"/>
                  <a:pt x="662" y="459"/>
                </a:cubicBezTo>
                <a:cubicBezTo>
                  <a:pt x="661" y="459"/>
                  <a:pt x="660" y="459"/>
                  <a:pt x="659" y="459"/>
                </a:cubicBezTo>
                <a:cubicBezTo>
                  <a:pt x="658" y="459"/>
                  <a:pt x="657" y="459"/>
                  <a:pt x="656" y="460"/>
                </a:cubicBezTo>
                <a:cubicBezTo>
                  <a:pt x="655" y="460"/>
                  <a:pt x="654" y="461"/>
                  <a:pt x="654" y="461"/>
                </a:cubicBezTo>
                <a:cubicBezTo>
                  <a:pt x="653" y="462"/>
                  <a:pt x="653" y="462"/>
                  <a:pt x="653" y="463"/>
                </a:cubicBezTo>
                <a:cubicBezTo>
                  <a:pt x="653" y="464"/>
                  <a:pt x="653" y="464"/>
                  <a:pt x="653" y="465"/>
                </a:cubicBezTo>
                <a:cubicBezTo>
                  <a:pt x="653" y="465"/>
                  <a:pt x="654" y="466"/>
                  <a:pt x="655" y="466"/>
                </a:cubicBezTo>
                <a:cubicBezTo>
                  <a:pt x="655" y="467"/>
                  <a:pt x="656" y="467"/>
                  <a:pt x="657" y="467"/>
                </a:cubicBezTo>
                <a:cubicBezTo>
                  <a:pt x="658" y="467"/>
                  <a:pt x="659" y="468"/>
                  <a:pt x="661" y="468"/>
                </a:cubicBezTo>
                <a:cubicBezTo>
                  <a:pt x="661" y="468"/>
                  <a:pt x="661" y="468"/>
                  <a:pt x="661" y="468"/>
                </a:cubicBezTo>
                <a:cubicBezTo>
                  <a:pt x="661" y="468"/>
                  <a:pt x="661" y="468"/>
                  <a:pt x="661" y="468"/>
                </a:cubicBezTo>
                <a:cubicBezTo>
                  <a:pt x="662" y="468"/>
                  <a:pt x="662" y="468"/>
                  <a:pt x="662" y="468"/>
                </a:cubicBezTo>
                <a:cubicBezTo>
                  <a:pt x="662" y="467"/>
                  <a:pt x="662" y="467"/>
                  <a:pt x="662" y="467"/>
                </a:cubicBezTo>
                <a:cubicBezTo>
                  <a:pt x="663" y="467"/>
                  <a:pt x="664" y="467"/>
                  <a:pt x="665" y="467"/>
                </a:cubicBezTo>
                <a:cubicBezTo>
                  <a:pt x="666" y="467"/>
                  <a:pt x="667" y="466"/>
                  <a:pt x="668" y="466"/>
                </a:cubicBezTo>
                <a:cubicBezTo>
                  <a:pt x="668" y="466"/>
                  <a:pt x="669" y="465"/>
                  <a:pt x="669" y="465"/>
                </a:cubicBezTo>
                <a:cubicBezTo>
                  <a:pt x="670" y="464"/>
                  <a:pt x="670" y="464"/>
                  <a:pt x="670" y="463"/>
                </a:cubicBezTo>
                <a:cubicBezTo>
                  <a:pt x="670" y="462"/>
                  <a:pt x="670" y="462"/>
                  <a:pt x="670" y="461"/>
                </a:cubicBezTo>
                <a:cubicBezTo>
                  <a:pt x="670" y="461"/>
                  <a:pt x="669" y="461"/>
                  <a:pt x="669" y="460"/>
                </a:cubicBezTo>
                <a:cubicBezTo>
                  <a:pt x="668" y="460"/>
                  <a:pt x="667" y="459"/>
                  <a:pt x="667" y="459"/>
                </a:cubicBezTo>
                <a:cubicBezTo>
                  <a:pt x="666" y="459"/>
                  <a:pt x="665" y="459"/>
                  <a:pt x="664" y="459"/>
                </a:cubicBezTo>
                <a:cubicBezTo>
                  <a:pt x="664" y="459"/>
                  <a:pt x="665" y="459"/>
                  <a:pt x="664" y="459"/>
                </a:cubicBezTo>
                <a:close/>
                <a:moveTo>
                  <a:pt x="577" y="459"/>
                </a:moveTo>
                <a:cubicBezTo>
                  <a:pt x="577" y="459"/>
                  <a:pt x="576" y="459"/>
                  <a:pt x="576" y="459"/>
                </a:cubicBezTo>
                <a:cubicBezTo>
                  <a:pt x="576" y="459"/>
                  <a:pt x="576" y="459"/>
                  <a:pt x="576" y="459"/>
                </a:cubicBezTo>
                <a:cubicBezTo>
                  <a:pt x="576" y="459"/>
                  <a:pt x="576" y="459"/>
                  <a:pt x="575" y="459"/>
                </a:cubicBezTo>
                <a:cubicBezTo>
                  <a:pt x="575" y="459"/>
                  <a:pt x="575" y="459"/>
                  <a:pt x="575" y="459"/>
                </a:cubicBezTo>
                <a:cubicBezTo>
                  <a:pt x="574" y="459"/>
                  <a:pt x="573" y="459"/>
                  <a:pt x="572" y="459"/>
                </a:cubicBezTo>
                <a:cubicBezTo>
                  <a:pt x="570" y="459"/>
                  <a:pt x="569" y="459"/>
                  <a:pt x="569" y="460"/>
                </a:cubicBezTo>
                <a:cubicBezTo>
                  <a:pt x="568" y="460"/>
                  <a:pt x="567" y="461"/>
                  <a:pt x="566" y="461"/>
                </a:cubicBezTo>
                <a:cubicBezTo>
                  <a:pt x="566" y="462"/>
                  <a:pt x="565" y="462"/>
                  <a:pt x="565" y="463"/>
                </a:cubicBezTo>
                <a:cubicBezTo>
                  <a:pt x="565" y="464"/>
                  <a:pt x="565" y="464"/>
                  <a:pt x="566" y="465"/>
                </a:cubicBezTo>
                <a:cubicBezTo>
                  <a:pt x="566" y="465"/>
                  <a:pt x="567" y="466"/>
                  <a:pt x="567" y="466"/>
                </a:cubicBezTo>
                <a:cubicBezTo>
                  <a:pt x="568" y="467"/>
                  <a:pt x="569" y="467"/>
                  <a:pt x="570" y="467"/>
                </a:cubicBezTo>
                <a:cubicBezTo>
                  <a:pt x="571" y="467"/>
                  <a:pt x="572" y="468"/>
                  <a:pt x="573" y="468"/>
                </a:cubicBezTo>
                <a:cubicBezTo>
                  <a:pt x="573" y="468"/>
                  <a:pt x="573" y="468"/>
                  <a:pt x="574" y="468"/>
                </a:cubicBezTo>
                <a:cubicBezTo>
                  <a:pt x="574" y="468"/>
                  <a:pt x="574" y="468"/>
                  <a:pt x="574" y="468"/>
                </a:cubicBezTo>
                <a:cubicBezTo>
                  <a:pt x="574" y="468"/>
                  <a:pt x="574" y="468"/>
                  <a:pt x="575" y="468"/>
                </a:cubicBezTo>
                <a:cubicBezTo>
                  <a:pt x="575" y="467"/>
                  <a:pt x="575" y="467"/>
                  <a:pt x="575" y="467"/>
                </a:cubicBezTo>
                <a:cubicBezTo>
                  <a:pt x="576" y="467"/>
                  <a:pt x="577" y="467"/>
                  <a:pt x="578" y="467"/>
                </a:cubicBezTo>
                <a:cubicBezTo>
                  <a:pt x="579" y="467"/>
                  <a:pt x="580" y="466"/>
                  <a:pt x="580" y="466"/>
                </a:cubicBezTo>
                <a:cubicBezTo>
                  <a:pt x="581" y="466"/>
                  <a:pt x="581" y="465"/>
                  <a:pt x="582" y="465"/>
                </a:cubicBezTo>
                <a:cubicBezTo>
                  <a:pt x="582" y="464"/>
                  <a:pt x="583" y="464"/>
                  <a:pt x="583" y="463"/>
                </a:cubicBezTo>
                <a:cubicBezTo>
                  <a:pt x="583" y="462"/>
                  <a:pt x="583" y="462"/>
                  <a:pt x="583" y="461"/>
                </a:cubicBezTo>
                <a:cubicBezTo>
                  <a:pt x="582" y="461"/>
                  <a:pt x="582" y="461"/>
                  <a:pt x="581" y="460"/>
                </a:cubicBezTo>
                <a:cubicBezTo>
                  <a:pt x="581" y="460"/>
                  <a:pt x="580" y="459"/>
                  <a:pt x="579" y="459"/>
                </a:cubicBezTo>
                <a:cubicBezTo>
                  <a:pt x="579" y="459"/>
                  <a:pt x="578" y="459"/>
                  <a:pt x="577" y="459"/>
                </a:cubicBezTo>
                <a:cubicBezTo>
                  <a:pt x="577" y="459"/>
                  <a:pt x="578" y="459"/>
                  <a:pt x="577" y="459"/>
                </a:cubicBezTo>
                <a:close/>
                <a:moveTo>
                  <a:pt x="2146" y="459"/>
                </a:moveTo>
                <a:cubicBezTo>
                  <a:pt x="2146" y="459"/>
                  <a:pt x="2146" y="459"/>
                  <a:pt x="2146" y="459"/>
                </a:cubicBezTo>
                <a:cubicBezTo>
                  <a:pt x="2146" y="459"/>
                  <a:pt x="2145" y="459"/>
                  <a:pt x="2145" y="459"/>
                </a:cubicBezTo>
                <a:cubicBezTo>
                  <a:pt x="2145" y="459"/>
                  <a:pt x="2145" y="459"/>
                  <a:pt x="2145" y="459"/>
                </a:cubicBezTo>
                <a:cubicBezTo>
                  <a:pt x="2145" y="459"/>
                  <a:pt x="2145" y="459"/>
                  <a:pt x="2144" y="459"/>
                </a:cubicBezTo>
                <a:cubicBezTo>
                  <a:pt x="2143" y="459"/>
                  <a:pt x="2142" y="459"/>
                  <a:pt x="2141" y="459"/>
                </a:cubicBezTo>
                <a:cubicBezTo>
                  <a:pt x="2140" y="459"/>
                  <a:pt x="2139" y="459"/>
                  <a:pt x="2139" y="460"/>
                </a:cubicBezTo>
                <a:cubicBezTo>
                  <a:pt x="2138" y="460"/>
                  <a:pt x="2137" y="461"/>
                  <a:pt x="2137" y="461"/>
                </a:cubicBezTo>
                <a:cubicBezTo>
                  <a:pt x="2137" y="462"/>
                  <a:pt x="2137" y="462"/>
                  <a:pt x="2137" y="463"/>
                </a:cubicBezTo>
                <a:cubicBezTo>
                  <a:pt x="2137" y="464"/>
                  <a:pt x="2137" y="464"/>
                  <a:pt x="2138" y="465"/>
                </a:cubicBezTo>
                <a:cubicBezTo>
                  <a:pt x="2139" y="465"/>
                  <a:pt x="2139" y="466"/>
                  <a:pt x="2140" y="466"/>
                </a:cubicBezTo>
                <a:cubicBezTo>
                  <a:pt x="2141" y="467"/>
                  <a:pt x="2142" y="467"/>
                  <a:pt x="2143" y="467"/>
                </a:cubicBezTo>
                <a:cubicBezTo>
                  <a:pt x="2144" y="467"/>
                  <a:pt x="2146" y="468"/>
                  <a:pt x="2147" y="468"/>
                </a:cubicBezTo>
                <a:cubicBezTo>
                  <a:pt x="2147" y="468"/>
                  <a:pt x="2147" y="468"/>
                  <a:pt x="2147" y="468"/>
                </a:cubicBezTo>
                <a:cubicBezTo>
                  <a:pt x="2147" y="468"/>
                  <a:pt x="2148" y="468"/>
                  <a:pt x="2148" y="468"/>
                </a:cubicBezTo>
                <a:cubicBezTo>
                  <a:pt x="2148" y="468"/>
                  <a:pt x="2148" y="468"/>
                  <a:pt x="2148" y="468"/>
                </a:cubicBezTo>
                <a:cubicBezTo>
                  <a:pt x="2148" y="467"/>
                  <a:pt x="2148" y="467"/>
                  <a:pt x="2149" y="467"/>
                </a:cubicBezTo>
                <a:cubicBezTo>
                  <a:pt x="2149" y="467"/>
                  <a:pt x="2150" y="467"/>
                  <a:pt x="2151" y="467"/>
                </a:cubicBezTo>
                <a:cubicBezTo>
                  <a:pt x="2152" y="467"/>
                  <a:pt x="2153" y="466"/>
                  <a:pt x="2153" y="466"/>
                </a:cubicBezTo>
                <a:cubicBezTo>
                  <a:pt x="2154" y="466"/>
                  <a:pt x="2154" y="465"/>
                  <a:pt x="2154" y="465"/>
                </a:cubicBezTo>
                <a:cubicBezTo>
                  <a:pt x="2154" y="464"/>
                  <a:pt x="2154" y="464"/>
                  <a:pt x="2154" y="463"/>
                </a:cubicBezTo>
                <a:cubicBezTo>
                  <a:pt x="2154" y="462"/>
                  <a:pt x="2154" y="462"/>
                  <a:pt x="2153" y="461"/>
                </a:cubicBezTo>
                <a:cubicBezTo>
                  <a:pt x="2153" y="461"/>
                  <a:pt x="2152" y="461"/>
                  <a:pt x="2152" y="460"/>
                </a:cubicBezTo>
                <a:cubicBezTo>
                  <a:pt x="2151" y="460"/>
                  <a:pt x="2150" y="459"/>
                  <a:pt x="2149" y="459"/>
                </a:cubicBezTo>
                <a:cubicBezTo>
                  <a:pt x="2148" y="459"/>
                  <a:pt x="2147" y="459"/>
                  <a:pt x="2146" y="459"/>
                </a:cubicBezTo>
                <a:cubicBezTo>
                  <a:pt x="2146" y="459"/>
                  <a:pt x="2147" y="459"/>
                  <a:pt x="2146" y="459"/>
                </a:cubicBezTo>
                <a:close/>
                <a:moveTo>
                  <a:pt x="1554" y="470"/>
                </a:moveTo>
                <a:cubicBezTo>
                  <a:pt x="1552" y="470"/>
                  <a:pt x="1552" y="471"/>
                  <a:pt x="1551" y="471"/>
                </a:cubicBezTo>
                <a:cubicBezTo>
                  <a:pt x="1550" y="472"/>
                  <a:pt x="1549" y="472"/>
                  <a:pt x="1549" y="473"/>
                </a:cubicBezTo>
                <a:cubicBezTo>
                  <a:pt x="1549" y="473"/>
                  <a:pt x="1548" y="474"/>
                  <a:pt x="1549" y="474"/>
                </a:cubicBezTo>
                <a:cubicBezTo>
                  <a:pt x="1549" y="475"/>
                  <a:pt x="1549" y="476"/>
                  <a:pt x="1549" y="476"/>
                </a:cubicBezTo>
                <a:cubicBezTo>
                  <a:pt x="1550" y="477"/>
                  <a:pt x="1551" y="477"/>
                  <a:pt x="1551" y="478"/>
                </a:cubicBezTo>
                <a:cubicBezTo>
                  <a:pt x="1552" y="478"/>
                  <a:pt x="1553" y="478"/>
                  <a:pt x="1554" y="479"/>
                </a:cubicBezTo>
                <a:cubicBezTo>
                  <a:pt x="1555" y="479"/>
                  <a:pt x="1556" y="479"/>
                  <a:pt x="1558" y="479"/>
                </a:cubicBezTo>
                <a:cubicBezTo>
                  <a:pt x="1559" y="479"/>
                  <a:pt x="1560" y="479"/>
                  <a:pt x="1561" y="479"/>
                </a:cubicBezTo>
                <a:cubicBezTo>
                  <a:pt x="1562" y="478"/>
                  <a:pt x="1563" y="478"/>
                  <a:pt x="1564" y="478"/>
                </a:cubicBezTo>
                <a:cubicBezTo>
                  <a:pt x="1565" y="477"/>
                  <a:pt x="1565" y="477"/>
                  <a:pt x="1566" y="476"/>
                </a:cubicBezTo>
                <a:cubicBezTo>
                  <a:pt x="1566" y="476"/>
                  <a:pt x="1566" y="475"/>
                  <a:pt x="1566" y="474"/>
                </a:cubicBezTo>
                <a:cubicBezTo>
                  <a:pt x="1566" y="474"/>
                  <a:pt x="1566" y="473"/>
                  <a:pt x="1565" y="473"/>
                </a:cubicBezTo>
                <a:cubicBezTo>
                  <a:pt x="1565" y="472"/>
                  <a:pt x="1564" y="472"/>
                  <a:pt x="1563" y="471"/>
                </a:cubicBezTo>
                <a:cubicBezTo>
                  <a:pt x="1562" y="471"/>
                  <a:pt x="1561" y="470"/>
                  <a:pt x="1560" y="470"/>
                </a:cubicBezTo>
                <a:cubicBezTo>
                  <a:pt x="1559" y="470"/>
                  <a:pt x="1558" y="470"/>
                  <a:pt x="1557" y="470"/>
                </a:cubicBezTo>
                <a:cubicBezTo>
                  <a:pt x="1556" y="470"/>
                  <a:pt x="1555" y="470"/>
                  <a:pt x="1554" y="470"/>
                </a:cubicBezTo>
                <a:close/>
                <a:moveTo>
                  <a:pt x="1466" y="470"/>
                </a:moveTo>
                <a:cubicBezTo>
                  <a:pt x="1465" y="470"/>
                  <a:pt x="1464" y="471"/>
                  <a:pt x="1463" y="471"/>
                </a:cubicBezTo>
                <a:cubicBezTo>
                  <a:pt x="1462" y="472"/>
                  <a:pt x="1462" y="472"/>
                  <a:pt x="1461" y="473"/>
                </a:cubicBezTo>
                <a:cubicBezTo>
                  <a:pt x="1461" y="473"/>
                  <a:pt x="1461" y="474"/>
                  <a:pt x="1461" y="474"/>
                </a:cubicBezTo>
                <a:cubicBezTo>
                  <a:pt x="1461" y="475"/>
                  <a:pt x="1461" y="476"/>
                  <a:pt x="1462" y="476"/>
                </a:cubicBezTo>
                <a:cubicBezTo>
                  <a:pt x="1462" y="477"/>
                  <a:pt x="1463" y="477"/>
                  <a:pt x="1464" y="478"/>
                </a:cubicBezTo>
                <a:cubicBezTo>
                  <a:pt x="1464" y="478"/>
                  <a:pt x="1465" y="478"/>
                  <a:pt x="1466" y="479"/>
                </a:cubicBezTo>
                <a:cubicBezTo>
                  <a:pt x="1468" y="479"/>
                  <a:pt x="1469" y="479"/>
                  <a:pt x="1470" y="479"/>
                </a:cubicBezTo>
                <a:cubicBezTo>
                  <a:pt x="1471" y="479"/>
                  <a:pt x="1472" y="479"/>
                  <a:pt x="1473" y="479"/>
                </a:cubicBezTo>
                <a:cubicBezTo>
                  <a:pt x="1474" y="478"/>
                  <a:pt x="1475" y="478"/>
                  <a:pt x="1476" y="478"/>
                </a:cubicBezTo>
                <a:cubicBezTo>
                  <a:pt x="1477" y="477"/>
                  <a:pt x="1477" y="477"/>
                  <a:pt x="1478" y="476"/>
                </a:cubicBezTo>
                <a:cubicBezTo>
                  <a:pt x="1478" y="476"/>
                  <a:pt x="1478" y="475"/>
                  <a:pt x="1478" y="474"/>
                </a:cubicBezTo>
                <a:cubicBezTo>
                  <a:pt x="1478" y="474"/>
                  <a:pt x="1478" y="473"/>
                  <a:pt x="1478" y="473"/>
                </a:cubicBezTo>
                <a:cubicBezTo>
                  <a:pt x="1477" y="472"/>
                  <a:pt x="1476" y="472"/>
                  <a:pt x="1476" y="471"/>
                </a:cubicBezTo>
                <a:cubicBezTo>
                  <a:pt x="1475" y="471"/>
                  <a:pt x="1474" y="470"/>
                  <a:pt x="1473" y="470"/>
                </a:cubicBezTo>
                <a:cubicBezTo>
                  <a:pt x="1472" y="470"/>
                  <a:pt x="1471" y="470"/>
                  <a:pt x="1469" y="470"/>
                </a:cubicBezTo>
                <a:cubicBezTo>
                  <a:pt x="1468" y="470"/>
                  <a:pt x="1467" y="470"/>
                  <a:pt x="1466" y="470"/>
                </a:cubicBezTo>
                <a:close/>
                <a:moveTo>
                  <a:pt x="1422" y="470"/>
                </a:moveTo>
                <a:cubicBezTo>
                  <a:pt x="1421" y="470"/>
                  <a:pt x="1420" y="471"/>
                  <a:pt x="1420" y="471"/>
                </a:cubicBezTo>
                <a:cubicBezTo>
                  <a:pt x="1419" y="472"/>
                  <a:pt x="1418" y="472"/>
                  <a:pt x="1418" y="473"/>
                </a:cubicBezTo>
                <a:cubicBezTo>
                  <a:pt x="1417" y="473"/>
                  <a:pt x="1417" y="474"/>
                  <a:pt x="1417" y="474"/>
                </a:cubicBezTo>
                <a:cubicBezTo>
                  <a:pt x="1417" y="475"/>
                  <a:pt x="1417" y="476"/>
                  <a:pt x="1418" y="476"/>
                </a:cubicBezTo>
                <a:cubicBezTo>
                  <a:pt x="1418" y="477"/>
                  <a:pt x="1419" y="477"/>
                  <a:pt x="1420" y="478"/>
                </a:cubicBezTo>
                <a:cubicBezTo>
                  <a:pt x="1421" y="478"/>
                  <a:pt x="1422" y="478"/>
                  <a:pt x="1423" y="479"/>
                </a:cubicBezTo>
                <a:cubicBezTo>
                  <a:pt x="1424" y="479"/>
                  <a:pt x="1425" y="479"/>
                  <a:pt x="1426" y="479"/>
                </a:cubicBezTo>
                <a:cubicBezTo>
                  <a:pt x="1427" y="479"/>
                  <a:pt x="1428" y="479"/>
                  <a:pt x="1429" y="479"/>
                </a:cubicBezTo>
                <a:cubicBezTo>
                  <a:pt x="1431" y="478"/>
                  <a:pt x="1431" y="478"/>
                  <a:pt x="1432" y="478"/>
                </a:cubicBezTo>
                <a:cubicBezTo>
                  <a:pt x="1433" y="477"/>
                  <a:pt x="1434" y="477"/>
                  <a:pt x="1434" y="476"/>
                </a:cubicBezTo>
                <a:cubicBezTo>
                  <a:pt x="1434" y="476"/>
                  <a:pt x="1435" y="475"/>
                  <a:pt x="1435" y="474"/>
                </a:cubicBezTo>
                <a:cubicBezTo>
                  <a:pt x="1435" y="474"/>
                  <a:pt x="1434" y="473"/>
                  <a:pt x="1434" y="473"/>
                </a:cubicBezTo>
                <a:cubicBezTo>
                  <a:pt x="1433" y="472"/>
                  <a:pt x="1433" y="472"/>
                  <a:pt x="1432" y="471"/>
                </a:cubicBezTo>
                <a:cubicBezTo>
                  <a:pt x="1431" y="471"/>
                  <a:pt x="1430" y="470"/>
                  <a:pt x="1429" y="470"/>
                </a:cubicBezTo>
                <a:cubicBezTo>
                  <a:pt x="1428" y="470"/>
                  <a:pt x="1427" y="470"/>
                  <a:pt x="1426" y="470"/>
                </a:cubicBezTo>
                <a:cubicBezTo>
                  <a:pt x="1424" y="470"/>
                  <a:pt x="1423" y="470"/>
                  <a:pt x="1422" y="470"/>
                </a:cubicBezTo>
                <a:close/>
                <a:moveTo>
                  <a:pt x="1247" y="470"/>
                </a:moveTo>
                <a:cubicBezTo>
                  <a:pt x="1246" y="470"/>
                  <a:pt x="1245" y="471"/>
                  <a:pt x="1244" y="471"/>
                </a:cubicBezTo>
                <a:cubicBezTo>
                  <a:pt x="1244" y="472"/>
                  <a:pt x="1243" y="472"/>
                  <a:pt x="1243" y="473"/>
                </a:cubicBezTo>
                <a:cubicBezTo>
                  <a:pt x="1242" y="473"/>
                  <a:pt x="1242" y="474"/>
                  <a:pt x="1242" y="474"/>
                </a:cubicBezTo>
                <a:cubicBezTo>
                  <a:pt x="1242" y="475"/>
                  <a:pt x="1242" y="476"/>
                  <a:pt x="1243" y="476"/>
                </a:cubicBezTo>
                <a:cubicBezTo>
                  <a:pt x="1243" y="477"/>
                  <a:pt x="1244" y="477"/>
                  <a:pt x="1244" y="478"/>
                </a:cubicBezTo>
                <a:cubicBezTo>
                  <a:pt x="1245" y="478"/>
                  <a:pt x="1246" y="478"/>
                  <a:pt x="1247" y="479"/>
                </a:cubicBezTo>
                <a:cubicBezTo>
                  <a:pt x="1248" y="479"/>
                  <a:pt x="1249" y="479"/>
                  <a:pt x="1251" y="479"/>
                </a:cubicBezTo>
                <a:cubicBezTo>
                  <a:pt x="1252" y="479"/>
                  <a:pt x="1253" y="479"/>
                  <a:pt x="1254" y="479"/>
                </a:cubicBezTo>
                <a:cubicBezTo>
                  <a:pt x="1255" y="478"/>
                  <a:pt x="1256" y="478"/>
                  <a:pt x="1257" y="478"/>
                </a:cubicBezTo>
                <a:cubicBezTo>
                  <a:pt x="1258" y="477"/>
                  <a:pt x="1258" y="477"/>
                  <a:pt x="1259" y="476"/>
                </a:cubicBezTo>
                <a:cubicBezTo>
                  <a:pt x="1259" y="476"/>
                  <a:pt x="1259" y="475"/>
                  <a:pt x="1259" y="474"/>
                </a:cubicBezTo>
                <a:cubicBezTo>
                  <a:pt x="1259" y="474"/>
                  <a:pt x="1259" y="473"/>
                  <a:pt x="1259" y="473"/>
                </a:cubicBezTo>
                <a:cubicBezTo>
                  <a:pt x="1258" y="472"/>
                  <a:pt x="1258" y="472"/>
                  <a:pt x="1257" y="471"/>
                </a:cubicBezTo>
                <a:cubicBezTo>
                  <a:pt x="1256" y="471"/>
                  <a:pt x="1255" y="470"/>
                  <a:pt x="1254" y="470"/>
                </a:cubicBezTo>
                <a:cubicBezTo>
                  <a:pt x="1253" y="470"/>
                  <a:pt x="1252" y="470"/>
                  <a:pt x="1251" y="470"/>
                </a:cubicBezTo>
                <a:cubicBezTo>
                  <a:pt x="1249" y="470"/>
                  <a:pt x="1248" y="470"/>
                  <a:pt x="1247" y="470"/>
                </a:cubicBezTo>
                <a:close/>
                <a:moveTo>
                  <a:pt x="1291" y="470"/>
                </a:moveTo>
                <a:cubicBezTo>
                  <a:pt x="1290" y="470"/>
                  <a:pt x="1289" y="471"/>
                  <a:pt x="1288" y="471"/>
                </a:cubicBezTo>
                <a:cubicBezTo>
                  <a:pt x="1287" y="472"/>
                  <a:pt x="1287" y="472"/>
                  <a:pt x="1286" y="473"/>
                </a:cubicBezTo>
                <a:cubicBezTo>
                  <a:pt x="1286" y="473"/>
                  <a:pt x="1286" y="474"/>
                  <a:pt x="1286" y="474"/>
                </a:cubicBezTo>
                <a:cubicBezTo>
                  <a:pt x="1286" y="475"/>
                  <a:pt x="1286" y="476"/>
                  <a:pt x="1286" y="476"/>
                </a:cubicBezTo>
                <a:cubicBezTo>
                  <a:pt x="1287" y="477"/>
                  <a:pt x="1287" y="477"/>
                  <a:pt x="1288" y="478"/>
                </a:cubicBezTo>
                <a:cubicBezTo>
                  <a:pt x="1289" y="478"/>
                  <a:pt x="1290" y="478"/>
                  <a:pt x="1291" y="479"/>
                </a:cubicBezTo>
                <a:cubicBezTo>
                  <a:pt x="1292" y="479"/>
                  <a:pt x="1293" y="479"/>
                  <a:pt x="1295" y="479"/>
                </a:cubicBezTo>
                <a:cubicBezTo>
                  <a:pt x="1296" y="479"/>
                  <a:pt x="1297" y="479"/>
                  <a:pt x="1298" y="479"/>
                </a:cubicBezTo>
                <a:cubicBezTo>
                  <a:pt x="1299" y="478"/>
                  <a:pt x="1300" y="478"/>
                  <a:pt x="1301" y="478"/>
                </a:cubicBezTo>
                <a:cubicBezTo>
                  <a:pt x="1301" y="477"/>
                  <a:pt x="1302" y="477"/>
                  <a:pt x="1303" y="476"/>
                </a:cubicBezTo>
                <a:cubicBezTo>
                  <a:pt x="1303" y="476"/>
                  <a:pt x="1303" y="475"/>
                  <a:pt x="1303" y="474"/>
                </a:cubicBezTo>
                <a:cubicBezTo>
                  <a:pt x="1303" y="474"/>
                  <a:pt x="1303" y="473"/>
                  <a:pt x="1303" y="473"/>
                </a:cubicBezTo>
                <a:cubicBezTo>
                  <a:pt x="1302" y="472"/>
                  <a:pt x="1301" y="472"/>
                  <a:pt x="1301" y="471"/>
                </a:cubicBezTo>
                <a:cubicBezTo>
                  <a:pt x="1300" y="471"/>
                  <a:pt x="1299" y="470"/>
                  <a:pt x="1298" y="470"/>
                </a:cubicBezTo>
                <a:cubicBezTo>
                  <a:pt x="1297" y="470"/>
                  <a:pt x="1296" y="470"/>
                  <a:pt x="1294" y="470"/>
                </a:cubicBezTo>
                <a:cubicBezTo>
                  <a:pt x="1293" y="470"/>
                  <a:pt x="1292" y="470"/>
                  <a:pt x="1291" y="470"/>
                </a:cubicBezTo>
                <a:close/>
                <a:moveTo>
                  <a:pt x="1510" y="470"/>
                </a:moveTo>
                <a:cubicBezTo>
                  <a:pt x="1509" y="470"/>
                  <a:pt x="1508" y="471"/>
                  <a:pt x="1507" y="471"/>
                </a:cubicBezTo>
                <a:cubicBezTo>
                  <a:pt x="1506" y="472"/>
                  <a:pt x="1506" y="472"/>
                  <a:pt x="1505" y="473"/>
                </a:cubicBezTo>
                <a:cubicBezTo>
                  <a:pt x="1505" y="473"/>
                  <a:pt x="1505" y="474"/>
                  <a:pt x="1505" y="474"/>
                </a:cubicBezTo>
                <a:cubicBezTo>
                  <a:pt x="1505" y="475"/>
                  <a:pt x="1505" y="476"/>
                  <a:pt x="1506" y="476"/>
                </a:cubicBezTo>
                <a:cubicBezTo>
                  <a:pt x="1506" y="477"/>
                  <a:pt x="1507" y="477"/>
                  <a:pt x="1507" y="478"/>
                </a:cubicBezTo>
                <a:cubicBezTo>
                  <a:pt x="1508" y="478"/>
                  <a:pt x="1509" y="478"/>
                  <a:pt x="1510" y="479"/>
                </a:cubicBezTo>
                <a:cubicBezTo>
                  <a:pt x="1511" y="479"/>
                  <a:pt x="1513" y="479"/>
                  <a:pt x="1514" y="479"/>
                </a:cubicBezTo>
                <a:cubicBezTo>
                  <a:pt x="1515" y="479"/>
                  <a:pt x="1516" y="479"/>
                  <a:pt x="1517" y="479"/>
                </a:cubicBezTo>
                <a:cubicBezTo>
                  <a:pt x="1518" y="478"/>
                  <a:pt x="1519" y="478"/>
                  <a:pt x="1520" y="478"/>
                </a:cubicBezTo>
                <a:cubicBezTo>
                  <a:pt x="1521" y="477"/>
                  <a:pt x="1521" y="477"/>
                  <a:pt x="1522" y="476"/>
                </a:cubicBezTo>
                <a:cubicBezTo>
                  <a:pt x="1522" y="476"/>
                  <a:pt x="1522" y="475"/>
                  <a:pt x="1522" y="474"/>
                </a:cubicBezTo>
                <a:cubicBezTo>
                  <a:pt x="1522" y="474"/>
                  <a:pt x="1522" y="473"/>
                  <a:pt x="1521" y="473"/>
                </a:cubicBezTo>
                <a:cubicBezTo>
                  <a:pt x="1521" y="472"/>
                  <a:pt x="1520" y="472"/>
                  <a:pt x="1519" y="471"/>
                </a:cubicBezTo>
                <a:cubicBezTo>
                  <a:pt x="1519" y="471"/>
                  <a:pt x="1518" y="470"/>
                  <a:pt x="1517" y="470"/>
                </a:cubicBezTo>
                <a:cubicBezTo>
                  <a:pt x="1515" y="470"/>
                  <a:pt x="1514" y="470"/>
                  <a:pt x="1513" y="470"/>
                </a:cubicBezTo>
                <a:cubicBezTo>
                  <a:pt x="1512" y="470"/>
                  <a:pt x="1511" y="470"/>
                  <a:pt x="1510" y="470"/>
                </a:cubicBezTo>
                <a:close/>
                <a:moveTo>
                  <a:pt x="1379" y="470"/>
                </a:moveTo>
                <a:cubicBezTo>
                  <a:pt x="1377" y="470"/>
                  <a:pt x="1377" y="471"/>
                  <a:pt x="1376" y="471"/>
                </a:cubicBezTo>
                <a:cubicBezTo>
                  <a:pt x="1375" y="472"/>
                  <a:pt x="1374" y="472"/>
                  <a:pt x="1374" y="473"/>
                </a:cubicBezTo>
                <a:cubicBezTo>
                  <a:pt x="1374" y="473"/>
                  <a:pt x="1373" y="474"/>
                  <a:pt x="1373" y="474"/>
                </a:cubicBezTo>
                <a:cubicBezTo>
                  <a:pt x="1373" y="475"/>
                  <a:pt x="1374" y="476"/>
                  <a:pt x="1374" y="476"/>
                </a:cubicBezTo>
                <a:cubicBezTo>
                  <a:pt x="1375" y="477"/>
                  <a:pt x="1375" y="477"/>
                  <a:pt x="1376" y="478"/>
                </a:cubicBezTo>
                <a:cubicBezTo>
                  <a:pt x="1377" y="478"/>
                  <a:pt x="1378" y="478"/>
                  <a:pt x="1379" y="479"/>
                </a:cubicBezTo>
                <a:cubicBezTo>
                  <a:pt x="1380" y="479"/>
                  <a:pt x="1381" y="479"/>
                  <a:pt x="1382" y="479"/>
                </a:cubicBezTo>
                <a:cubicBezTo>
                  <a:pt x="1383" y="479"/>
                  <a:pt x="1385" y="479"/>
                  <a:pt x="1386" y="479"/>
                </a:cubicBezTo>
                <a:cubicBezTo>
                  <a:pt x="1387" y="478"/>
                  <a:pt x="1388" y="478"/>
                  <a:pt x="1388" y="478"/>
                </a:cubicBezTo>
                <a:cubicBezTo>
                  <a:pt x="1389" y="477"/>
                  <a:pt x="1390" y="477"/>
                  <a:pt x="1390" y="476"/>
                </a:cubicBezTo>
                <a:cubicBezTo>
                  <a:pt x="1391" y="476"/>
                  <a:pt x="1391" y="475"/>
                  <a:pt x="1391" y="474"/>
                </a:cubicBezTo>
                <a:cubicBezTo>
                  <a:pt x="1391" y="474"/>
                  <a:pt x="1391" y="473"/>
                  <a:pt x="1390" y="473"/>
                </a:cubicBezTo>
                <a:cubicBezTo>
                  <a:pt x="1390" y="472"/>
                  <a:pt x="1389" y="472"/>
                  <a:pt x="1388" y="471"/>
                </a:cubicBezTo>
                <a:cubicBezTo>
                  <a:pt x="1387" y="471"/>
                  <a:pt x="1386" y="470"/>
                  <a:pt x="1385" y="470"/>
                </a:cubicBezTo>
                <a:cubicBezTo>
                  <a:pt x="1384" y="470"/>
                  <a:pt x="1383" y="470"/>
                  <a:pt x="1382" y="470"/>
                </a:cubicBezTo>
                <a:cubicBezTo>
                  <a:pt x="1381" y="470"/>
                  <a:pt x="1380" y="470"/>
                  <a:pt x="1379" y="470"/>
                </a:cubicBezTo>
                <a:close/>
                <a:moveTo>
                  <a:pt x="1335" y="470"/>
                </a:moveTo>
                <a:cubicBezTo>
                  <a:pt x="1334" y="470"/>
                  <a:pt x="1333" y="471"/>
                  <a:pt x="1332" y="471"/>
                </a:cubicBezTo>
                <a:cubicBezTo>
                  <a:pt x="1331" y="472"/>
                  <a:pt x="1331" y="472"/>
                  <a:pt x="1330" y="473"/>
                </a:cubicBezTo>
                <a:cubicBezTo>
                  <a:pt x="1330" y="473"/>
                  <a:pt x="1329" y="474"/>
                  <a:pt x="1329" y="474"/>
                </a:cubicBezTo>
                <a:cubicBezTo>
                  <a:pt x="1329" y="475"/>
                  <a:pt x="1330" y="476"/>
                  <a:pt x="1330" y="476"/>
                </a:cubicBezTo>
                <a:cubicBezTo>
                  <a:pt x="1331" y="477"/>
                  <a:pt x="1331" y="477"/>
                  <a:pt x="1332" y="478"/>
                </a:cubicBezTo>
                <a:cubicBezTo>
                  <a:pt x="1333" y="478"/>
                  <a:pt x="1334" y="478"/>
                  <a:pt x="1335" y="479"/>
                </a:cubicBezTo>
                <a:cubicBezTo>
                  <a:pt x="1336" y="479"/>
                  <a:pt x="1337" y="479"/>
                  <a:pt x="1338" y="479"/>
                </a:cubicBezTo>
                <a:cubicBezTo>
                  <a:pt x="1340" y="479"/>
                  <a:pt x="1341" y="479"/>
                  <a:pt x="1342" y="479"/>
                </a:cubicBezTo>
                <a:cubicBezTo>
                  <a:pt x="1343" y="478"/>
                  <a:pt x="1344" y="478"/>
                  <a:pt x="1345" y="478"/>
                </a:cubicBezTo>
                <a:cubicBezTo>
                  <a:pt x="1345" y="477"/>
                  <a:pt x="1346" y="477"/>
                  <a:pt x="1346" y="476"/>
                </a:cubicBezTo>
                <a:cubicBezTo>
                  <a:pt x="1347" y="476"/>
                  <a:pt x="1347" y="475"/>
                  <a:pt x="1347" y="474"/>
                </a:cubicBezTo>
                <a:cubicBezTo>
                  <a:pt x="1347" y="474"/>
                  <a:pt x="1347" y="473"/>
                  <a:pt x="1346" y="473"/>
                </a:cubicBezTo>
                <a:cubicBezTo>
                  <a:pt x="1346" y="472"/>
                  <a:pt x="1345" y="472"/>
                  <a:pt x="1344" y="471"/>
                </a:cubicBezTo>
                <a:cubicBezTo>
                  <a:pt x="1344" y="471"/>
                  <a:pt x="1343" y="470"/>
                  <a:pt x="1342" y="470"/>
                </a:cubicBezTo>
                <a:cubicBezTo>
                  <a:pt x="1341" y="470"/>
                  <a:pt x="1339" y="470"/>
                  <a:pt x="1338" y="470"/>
                </a:cubicBezTo>
                <a:cubicBezTo>
                  <a:pt x="1337" y="470"/>
                  <a:pt x="1336" y="470"/>
                  <a:pt x="1335" y="470"/>
                </a:cubicBezTo>
                <a:close/>
                <a:moveTo>
                  <a:pt x="504" y="470"/>
                </a:moveTo>
                <a:cubicBezTo>
                  <a:pt x="503" y="470"/>
                  <a:pt x="501" y="471"/>
                  <a:pt x="501" y="471"/>
                </a:cubicBezTo>
                <a:cubicBezTo>
                  <a:pt x="500" y="472"/>
                  <a:pt x="499" y="472"/>
                  <a:pt x="498" y="473"/>
                </a:cubicBezTo>
                <a:cubicBezTo>
                  <a:pt x="498" y="473"/>
                  <a:pt x="497" y="474"/>
                  <a:pt x="497" y="474"/>
                </a:cubicBezTo>
                <a:cubicBezTo>
                  <a:pt x="497" y="475"/>
                  <a:pt x="497" y="476"/>
                  <a:pt x="498" y="476"/>
                </a:cubicBezTo>
                <a:cubicBezTo>
                  <a:pt x="498" y="477"/>
                  <a:pt x="498" y="477"/>
                  <a:pt x="499" y="478"/>
                </a:cubicBezTo>
                <a:cubicBezTo>
                  <a:pt x="500" y="478"/>
                  <a:pt x="501" y="478"/>
                  <a:pt x="502" y="479"/>
                </a:cubicBezTo>
                <a:cubicBezTo>
                  <a:pt x="503" y="479"/>
                  <a:pt x="504" y="479"/>
                  <a:pt x="505" y="479"/>
                </a:cubicBezTo>
                <a:cubicBezTo>
                  <a:pt x="506" y="479"/>
                  <a:pt x="507" y="479"/>
                  <a:pt x="509" y="479"/>
                </a:cubicBezTo>
                <a:cubicBezTo>
                  <a:pt x="510" y="478"/>
                  <a:pt x="511" y="478"/>
                  <a:pt x="512" y="478"/>
                </a:cubicBezTo>
                <a:cubicBezTo>
                  <a:pt x="512" y="477"/>
                  <a:pt x="513" y="477"/>
                  <a:pt x="514" y="476"/>
                </a:cubicBezTo>
                <a:cubicBezTo>
                  <a:pt x="514" y="476"/>
                  <a:pt x="515" y="475"/>
                  <a:pt x="515" y="474"/>
                </a:cubicBezTo>
                <a:cubicBezTo>
                  <a:pt x="515" y="474"/>
                  <a:pt x="515" y="473"/>
                  <a:pt x="515" y="473"/>
                </a:cubicBezTo>
                <a:cubicBezTo>
                  <a:pt x="514" y="472"/>
                  <a:pt x="514" y="472"/>
                  <a:pt x="513" y="471"/>
                </a:cubicBezTo>
                <a:cubicBezTo>
                  <a:pt x="512" y="471"/>
                  <a:pt x="511" y="470"/>
                  <a:pt x="510" y="470"/>
                </a:cubicBezTo>
                <a:cubicBezTo>
                  <a:pt x="509" y="470"/>
                  <a:pt x="508" y="470"/>
                  <a:pt x="507" y="470"/>
                </a:cubicBezTo>
                <a:cubicBezTo>
                  <a:pt x="506" y="470"/>
                  <a:pt x="505" y="470"/>
                  <a:pt x="504" y="470"/>
                </a:cubicBezTo>
                <a:close/>
                <a:moveTo>
                  <a:pt x="679" y="470"/>
                </a:moveTo>
                <a:cubicBezTo>
                  <a:pt x="677" y="470"/>
                  <a:pt x="676" y="471"/>
                  <a:pt x="676" y="471"/>
                </a:cubicBezTo>
                <a:cubicBezTo>
                  <a:pt x="675" y="472"/>
                  <a:pt x="674" y="472"/>
                  <a:pt x="674" y="473"/>
                </a:cubicBezTo>
                <a:cubicBezTo>
                  <a:pt x="673" y="473"/>
                  <a:pt x="673" y="474"/>
                  <a:pt x="673" y="474"/>
                </a:cubicBezTo>
                <a:cubicBezTo>
                  <a:pt x="672" y="475"/>
                  <a:pt x="673" y="476"/>
                  <a:pt x="673" y="476"/>
                </a:cubicBezTo>
                <a:cubicBezTo>
                  <a:pt x="673" y="477"/>
                  <a:pt x="674" y="477"/>
                  <a:pt x="675" y="478"/>
                </a:cubicBezTo>
                <a:cubicBezTo>
                  <a:pt x="675" y="478"/>
                  <a:pt x="676" y="478"/>
                  <a:pt x="677" y="479"/>
                </a:cubicBezTo>
                <a:cubicBezTo>
                  <a:pt x="678" y="479"/>
                  <a:pt x="679" y="479"/>
                  <a:pt x="681" y="479"/>
                </a:cubicBezTo>
                <a:cubicBezTo>
                  <a:pt x="682" y="479"/>
                  <a:pt x="683" y="479"/>
                  <a:pt x="684" y="479"/>
                </a:cubicBezTo>
                <a:cubicBezTo>
                  <a:pt x="685" y="478"/>
                  <a:pt x="686" y="478"/>
                  <a:pt x="687" y="478"/>
                </a:cubicBezTo>
                <a:cubicBezTo>
                  <a:pt x="688" y="477"/>
                  <a:pt x="689" y="477"/>
                  <a:pt x="689" y="476"/>
                </a:cubicBezTo>
                <a:cubicBezTo>
                  <a:pt x="690" y="476"/>
                  <a:pt x="690" y="475"/>
                  <a:pt x="690" y="474"/>
                </a:cubicBezTo>
                <a:cubicBezTo>
                  <a:pt x="690" y="474"/>
                  <a:pt x="690" y="473"/>
                  <a:pt x="690" y="473"/>
                </a:cubicBezTo>
                <a:cubicBezTo>
                  <a:pt x="689" y="472"/>
                  <a:pt x="689" y="472"/>
                  <a:pt x="688" y="471"/>
                </a:cubicBezTo>
                <a:cubicBezTo>
                  <a:pt x="687" y="471"/>
                  <a:pt x="686" y="470"/>
                  <a:pt x="685" y="470"/>
                </a:cubicBezTo>
                <a:cubicBezTo>
                  <a:pt x="684" y="470"/>
                  <a:pt x="683" y="470"/>
                  <a:pt x="682" y="470"/>
                </a:cubicBezTo>
                <a:cubicBezTo>
                  <a:pt x="681" y="470"/>
                  <a:pt x="680" y="470"/>
                  <a:pt x="679" y="470"/>
                </a:cubicBezTo>
                <a:close/>
                <a:moveTo>
                  <a:pt x="722" y="470"/>
                </a:moveTo>
                <a:cubicBezTo>
                  <a:pt x="721" y="470"/>
                  <a:pt x="720" y="471"/>
                  <a:pt x="719" y="471"/>
                </a:cubicBezTo>
                <a:cubicBezTo>
                  <a:pt x="719" y="472"/>
                  <a:pt x="718" y="472"/>
                  <a:pt x="717" y="473"/>
                </a:cubicBezTo>
                <a:cubicBezTo>
                  <a:pt x="717" y="473"/>
                  <a:pt x="716" y="474"/>
                  <a:pt x="716" y="474"/>
                </a:cubicBezTo>
                <a:cubicBezTo>
                  <a:pt x="716" y="475"/>
                  <a:pt x="716" y="476"/>
                  <a:pt x="717" y="476"/>
                </a:cubicBezTo>
                <a:cubicBezTo>
                  <a:pt x="717" y="477"/>
                  <a:pt x="718" y="477"/>
                  <a:pt x="718" y="478"/>
                </a:cubicBezTo>
                <a:cubicBezTo>
                  <a:pt x="719" y="478"/>
                  <a:pt x="720" y="478"/>
                  <a:pt x="721" y="479"/>
                </a:cubicBezTo>
                <a:cubicBezTo>
                  <a:pt x="722" y="479"/>
                  <a:pt x="723" y="479"/>
                  <a:pt x="724" y="479"/>
                </a:cubicBezTo>
                <a:cubicBezTo>
                  <a:pt x="726" y="479"/>
                  <a:pt x="727" y="479"/>
                  <a:pt x="728" y="479"/>
                </a:cubicBezTo>
                <a:cubicBezTo>
                  <a:pt x="729" y="478"/>
                  <a:pt x="730" y="478"/>
                  <a:pt x="731" y="478"/>
                </a:cubicBezTo>
                <a:cubicBezTo>
                  <a:pt x="732" y="477"/>
                  <a:pt x="732" y="477"/>
                  <a:pt x="733" y="476"/>
                </a:cubicBezTo>
                <a:cubicBezTo>
                  <a:pt x="733" y="476"/>
                  <a:pt x="734" y="475"/>
                  <a:pt x="734" y="474"/>
                </a:cubicBezTo>
                <a:cubicBezTo>
                  <a:pt x="734" y="474"/>
                  <a:pt x="734" y="473"/>
                  <a:pt x="733" y="473"/>
                </a:cubicBezTo>
                <a:cubicBezTo>
                  <a:pt x="733" y="472"/>
                  <a:pt x="732" y="472"/>
                  <a:pt x="732" y="471"/>
                </a:cubicBezTo>
                <a:cubicBezTo>
                  <a:pt x="731" y="471"/>
                  <a:pt x="730" y="470"/>
                  <a:pt x="729" y="470"/>
                </a:cubicBezTo>
                <a:cubicBezTo>
                  <a:pt x="728" y="470"/>
                  <a:pt x="727" y="470"/>
                  <a:pt x="726" y="470"/>
                </a:cubicBezTo>
                <a:cubicBezTo>
                  <a:pt x="725" y="470"/>
                  <a:pt x="723" y="470"/>
                  <a:pt x="722" y="470"/>
                </a:cubicBezTo>
                <a:close/>
                <a:moveTo>
                  <a:pt x="547" y="470"/>
                </a:moveTo>
                <a:cubicBezTo>
                  <a:pt x="546" y="470"/>
                  <a:pt x="545" y="471"/>
                  <a:pt x="544" y="471"/>
                </a:cubicBezTo>
                <a:cubicBezTo>
                  <a:pt x="543" y="472"/>
                  <a:pt x="543" y="472"/>
                  <a:pt x="542" y="473"/>
                </a:cubicBezTo>
                <a:cubicBezTo>
                  <a:pt x="542" y="473"/>
                  <a:pt x="541" y="474"/>
                  <a:pt x="541" y="474"/>
                </a:cubicBezTo>
                <a:cubicBezTo>
                  <a:pt x="541" y="475"/>
                  <a:pt x="541" y="476"/>
                  <a:pt x="541" y="476"/>
                </a:cubicBezTo>
                <a:cubicBezTo>
                  <a:pt x="542" y="477"/>
                  <a:pt x="542" y="477"/>
                  <a:pt x="543" y="478"/>
                </a:cubicBezTo>
                <a:cubicBezTo>
                  <a:pt x="544" y="478"/>
                  <a:pt x="545" y="478"/>
                  <a:pt x="546" y="479"/>
                </a:cubicBezTo>
                <a:cubicBezTo>
                  <a:pt x="547" y="479"/>
                  <a:pt x="548" y="479"/>
                  <a:pt x="549" y="479"/>
                </a:cubicBezTo>
                <a:cubicBezTo>
                  <a:pt x="550" y="479"/>
                  <a:pt x="551" y="479"/>
                  <a:pt x="552" y="479"/>
                </a:cubicBezTo>
                <a:cubicBezTo>
                  <a:pt x="554" y="478"/>
                  <a:pt x="555" y="478"/>
                  <a:pt x="555" y="478"/>
                </a:cubicBezTo>
                <a:cubicBezTo>
                  <a:pt x="556" y="477"/>
                  <a:pt x="557" y="477"/>
                  <a:pt x="558" y="476"/>
                </a:cubicBezTo>
                <a:cubicBezTo>
                  <a:pt x="558" y="476"/>
                  <a:pt x="559" y="475"/>
                  <a:pt x="559" y="474"/>
                </a:cubicBezTo>
                <a:cubicBezTo>
                  <a:pt x="559" y="474"/>
                  <a:pt x="559" y="473"/>
                  <a:pt x="558" y="473"/>
                </a:cubicBezTo>
                <a:cubicBezTo>
                  <a:pt x="558" y="472"/>
                  <a:pt x="557" y="472"/>
                  <a:pt x="557" y="471"/>
                </a:cubicBezTo>
                <a:cubicBezTo>
                  <a:pt x="556" y="471"/>
                  <a:pt x="555" y="470"/>
                  <a:pt x="554" y="470"/>
                </a:cubicBezTo>
                <a:cubicBezTo>
                  <a:pt x="553" y="470"/>
                  <a:pt x="552" y="470"/>
                  <a:pt x="551" y="470"/>
                </a:cubicBezTo>
                <a:cubicBezTo>
                  <a:pt x="550" y="470"/>
                  <a:pt x="548" y="470"/>
                  <a:pt x="547" y="470"/>
                </a:cubicBezTo>
                <a:close/>
                <a:moveTo>
                  <a:pt x="591" y="470"/>
                </a:moveTo>
                <a:cubicBezTo>
                  <a:pt x="590" y="470"/>
                  <a:pt x="589" y="471"/>
                  <a:pt x="588" y="471"/>
                </a:cubicBezTo>
                <a:cubicBezTo>
                  <a:pt x="587" y="472"/>
                  <a:pt x="586" y="472"/>
                  <a:pt x="586" y="473"/>
                </a:cubicBezTo>
                <a:cubicBezTo>
                  <a:pt x="585" y="473"/>
                  <a:pt x="585" y="474"/>
                  <a:pt x="585" y="474"/>
                </a:cubicBezTo>
                <a:cubicBezTo>
                  <a:pt x="585" y="475"/>
                  <a:pt x="585" y="476"/>
                  <a:pt x="585" y="476"/>
                </a:cubicBezTo>
                <a:cubicBezTo>
                  <a:pt x="586" y="477"/>
                  <a:pt x="586" y="477"/>
                  <a:pt x="587" y="478"/>
                </a:cubicBezTo>
                <a:cubicBezTo>
                  <a:pt x="588" y="478"/>
                  <a:pt x="588" y="478"/>
                  <a:pt x="589" y="479"/>
                </a:cubicBezTo>
                <a:cubicBezTo>
                  <a:pt x="590" y="479"/>
                  <a:pt x="592" y="479"/>
                  <a:pt x="593" y="479"/>
                </a:cubicBezTo>
                <a:cubicBezTo>
                  <a:pt x="594" y="479"/>
                  <a:pt x="595" y="479"/>
                  <a:pt x="596" y="479"/>
                </a:cubicBezTo>
                <a:cubicBezTo>
                  <a:pt x="597" y="478"/>
                  <a:pt x="598" y="478"/>
                  <a:pt x="599" y="478"/>
                </a:cubicBezTo>
                <a:cubicBezTo>
                  <a:pt x="600" y="477"/>
                  <a:pt x="601" y="477"/>
                  <a:pt x="601" y="476"/>
                </a:cubicBezTo>
                <a:cubicBezTo>
                  <a:pt x="602" y="476"/>
                  <a:pt x="602" y="475"/>
                  <a:pt x="602" y="474"/>
                </a:cubicBezTo>
                <a:cubicBezTo>
                  <a:pt x="603" y="474"/>
                  <a:pt x="602" y="473"/>
                  <a:pt x="602" y="473"/>
                </a:cubicBezTo>
                <a:cubicBezTo>
                  <a:pt x="602" y="472"/>
                  <a:pt x="601" y="472"/>
                  <a:pt x="600" y="471"/>
                </a:cubicBezTo>
                <a:cubicBezTo>
                  <a:pt x="600" y="471"/>
                  <a:pt x="599" y="470"/>
                  <a:pt x="598" y="470"/>
                </a:cubicBezTo>
                <a:cubicBezTo>
                  <a:pt x="597" y="470"/>
                  <a:pt x="596" y="470"/>
                  <a:pt x="595" y="470"/>
                </a:cubicBezTo>
                <a:cubicBezTo>
                  <a:pt x="593" y="470"/>
                  <a:pt x="592" y="470"/>
                  <a:pt x="591" y="470"/>
                </a:cubicBezTo>
                <a:close/>
                <a:moveTo>
                  <a:pt x="635" y="470"/>
                </a:moveTo>
                <a:cubicBezTo>
                  <a:pt x="634" y="470"/>
                  <a:pt x="633" y="471"/>
                  <a:pt x="632" y="471"/>
                </a:cubicBezTo>
                <a:cubicBezTo>
                  <a:pt x="631" y="472"/>
                  <a:pt x="630" y="472"/>
                  <a:pt x="630" y="473"/>
                </a:cubicBezTo>
                <a:cubicBezTo>
                  <a:pt x="629" y="473"/>
                  <a:pt x="629" y="474"/>
                  <a:pt x="629" y="474"/>
                </a:cubicBezTo>
                <a:cubicBezTo>
                  <a:pt x="629" y="475"/>
                  <a:pt x="629" y="476"/>
                  <a:pt x="629" y="476"/>
                </a:cubicBezTo>
                <a:cubicBezTo>
                  <a:pt x="629" y="477"/>
                  <a:pt x="630" y="477"/>
                  <a:pt x="631" y="478"/>
                </a:cubicBezTo>
                <a:cubicBezTo>
                  <a:pt x="631" y="478"/>
                  <a:pt x="632" y="478"/>
                  <a:pt x="633" y="479"/>
                </a:cubicBezTo>
                <a:cubicBezTo>
                  <a:pt x="634" y="479"/>
                  <a:pt x="635" y="479"/>
                  <a:pt x="637" y="479"/>
                </a:cubicBezTo>
                <a:cubicBezTo>
                  <a:pt x="638" y="479"/>
                  <a:pt x="639" y="479"/>
                  <a:pt x="640" y="479"/>
                </a:cubicBezTo>
                <a:cubicBezTo>
                  <a:pt x="641" y="478"/>
                  <a:pt x="642" y="478"/>
                  <a:pt x="643" y="478"/>
                </a:cubicBezTo>
                <a:cubicBezTo>
                  <a:pt x="644" y="477"/>
                  <a:pt x="645" y="477"/>
                  <a:pt x="645" y="476"/>
                </a:cubicBezTo>
                <a:cubicBezTo>
                  <a:pt x="646" y="476"/>
                  <a:pt x="646" y="475"/>
                  <a:pt x="646" y="474"/>
                </a:cubicBezTo>
                <a:cubicBezTo>
                  <a:pt x="646" y="474"/>
                  <a:pt x="646" y="473"/>
                  <a:pt x="646" y="473"/>
                </a:cubicBezTo>
                <a:cubicBezTo>
                  <a:pt x="645" y="472"/>
                  <a:pt x="645" y="472"/>
                  <a:pt x="644" y="471"/>
                </a:cubicBezTo>
                <a:cubicBezTo>
                  <a:pt x="644" y="471"/>
                  <a:pt x="643" y="470"/>
                  <a:pt x="642" y="470"/>
                </a:cubicBezTo>
                <a:cubicBezTo>
                  <a:pt x="641" y="470"/>
                  <a:pt x="640" y="470"/>
                  <a:pt x="638" y="470"/>
                </a:cubicBezTo>
                <a:cubicBezTo>
                  <a:pt x="637" y="470"/>
                  <a:pt x="636" y="470"/>
                  <a:pt x="635" y="470"/>
                </a:cubicBezTo>
                <a:close/>
                <a:moveTo>
                  <a:pt x="2122" y="470"/>
                </a:moveTo>
                <a:cubicBezTo>
                  <a:pt x="2121" y="470"/>
                  <a:pt x="2120" y="471"/>
                  <a:pt x="2120" y="471"/>
                </a:cubicBezTo>
                <a:cubicBezTo>
                  <a:pt x="2119" y="472"/>
                  <a:pt x="2118" y="472"/>
                  <a:pt x="2118" y="473"/>
                </a:cubicBezTo>
                <a:cubicBezTo>
                  <a:pt x="2118" y="473"/>
                  <a:pt x="2118" y="474"/>
                  <a:pt x="2118" y="474"/>
                </a:cubicBezTo>
                <a:cubicBezTo>
                  <a:pt x="2118" y="475"/>
                  <a:pt x="2118" y="476"/>
                  <a:pt x="2119" y="476"/>
                </a:cubicBezTo>
                <a:cubicBezTo>
                  <a:pt x="2120" y="477"/>
                  <a:pt x="2120" y="477"/>
                  <a:pt x="2121" y="478"/>
                </a:cubicBezTo>
                <a:cubicBezTo>
                  <a:pt x="2122" y="478"/>
                  <a:pt x="2123" y="478"/>
                  <a:pt x="2124" y="479"/>
                </a:cubicBezTo>
                <a:cubicBezTo>
                  <a:pt x="2125" y="479"/>
                  <a:pt x="2127" y="479"/>
                  <a:pt x="2128" y="479"/>
                </a:cubicBezTo>
                <a:cubicBezTo>
                  <a:pt x="2129" y="479"/>
                  <a:pt x="2130" y="479"/>
                  <a:pt x="2131" y="479"/>
                </a:cubicBezTo>
                <a:cubicBezTo>
                  <a:pt x="2132" y="478"/>
                  <a:pt x="2133" y="478"/>
                  <a:pt x="2134" y="478"/>
                </a:cubicBezTo>
                <a:cubicBezTo>
                  <a:pt x="2134" y="477"/>
                  <a:pt x="2135" y="477"/>
                  <a:pt x="2135" y="476"/>
                </a:cubicBezTo>
                <a:cubicBezTo>
                  <a:pt x="2135" y="476"/>
                  <a:pt x="2136" y="475"/>
                  <a:pt x="2135" y="474"/>
                </a:cubicBezTo>
                <a:cubicBezTo>
                  <a:pt x="2135" y="474"/>
                  <a:pt x="2135" y="473"/>
                  <a:pt x="2134" y="473"/>
                </a:cubicBezTo>
                <a:cubicBezTo>
                  <a:pt x="2134" y="472"/>
                  <a:pt x="2133" y="472"/>
                  <a:pt x="2132" y="471"/>
                </a:cubicBezTo>
                <a:cubicBezTo>
                  <a:pt x="2131" y="471"/>
                  <a:pt x="2130" y="470"/>
                  <a:pt x="2129" y="470"/>
                </a:cubicBezTo>
                <a:cubicBezTo>
                  <a:pt x="2128" y="470"/>
                  <a:pt x="2127" y="470"/>
                  <a:pt x="2126" y="470"/>
                </a:cubicBezTo>
                <a:cubicBezTo>
                  <a:pt x="2124" y="470"/>
                  <a:pt x="2123" y="470"/>
                  <a:pt x="2122" y="470"/>
                </a:cubicBezTo>
                <a:close/>
                <a:moveTo>
                  <a:pt x="2166" y="470"/>
                </a:moveTo>
                <a:cubicBezTo>
                  <a:pt x="2165" y="470"/>
                  <a:pt x="2164" y="471"/>
                  <a:pt x="2163" y="471"/>
                </a:cubicBezTo>
                <a:cubicBezTo>
                  <a:pt x="2163" y="472"/>
                  <a:pt x="2162" y="472"/>
                  <a:pt x="2162" y="473"/>
                </a:cubicBezTo>
                <a:cubicBezTo>
                  <a:pt x="2162" y="473"/>
                  <a:pt x="2162" y="474"/>
                  <a:pt x="2162" y="474"/>
                </a:cubicBezTo>
                <a:cubicBezTo>
                  <a:pt x="2162" y="475"/>
                  <a:pt x="2162" y="476"/>
                  <a:pt x="2163" y="476"/>
                </a:cubicBezTo>
                <a:cubicBezTo>
                  <a:pt x="2163" y="477"/>
                  <a:pt x="2164" y="477"/>
                  <a:pt x="2165" y="478"/>
                </a:cubicBezTo>
                <a:cubicBezTo>
                  <a:pt x="2166" y="478"/>
                  <a:pt x="2167" y="478"/>
                  <a:pt x="2168" y="479"/>
                </a:cubicBezTo>
                <a:cubicBezTo>
                  <a:pt x="2169" y="479"/>
                  <a:pt x="2170" y="479"/>
                  <a:pt x="2172" y="479"/>
                </a:cubicBezTo>
                <a:cubicBezTo>
                  <a:pt x="2173" y="479"/>
                  <a:pt x="2174" y="479"/>
                  <a:pt x="2175" y="479"/>
                </a:cubicBezTo>
                <a:cubicBezTo>
                  <a:pt x="2176" y="478"/>
                  <a:pt x="2177" y="478"/>
                  <a:pt x="2177" y="478"/>
                </a:cubicBezTo>
                <a:cubicBezTo>
                  <a:pt x="2178" y="477"/>
                  <a:pt x="2179" y="477"/>
                  <a:pt x="2179" y="476"/>
                </a:cubicBezTo>
                <a:cubicBezTo>
                  <a:pt x="2179" y="476"/>
                  <a:pt x="2179" y="475"/>
                  <a:pt x="2179" y="474"/>
                </a:cubicBezTo>
                <a:cubicBezTo>
                  <a:pt x="2179" y="474"/>
                  <a:pt x="2179" y="473"/>
                  <a:pt x="2178" y="473"/>
                </a:cubicBezTo>
                <a:cubicBezTo>
                  <a:pt x="2177" y="472"/>
                  <a:pt x="2177" y="472"/>
                  <a:pt x="2176" y="471"/>
                </a:cubicBezTo>
                <a:cubicBezTo>
                  <a:pt x="2175" y="471"/>
                  <a:pt x="2174" y="470"/>
                  <a:pt x="2173" y="470"/>
                </a:cubicBezTo>
                <a:cubicBezTo>
                  <a:pt x="2172" y="470"/>
                  <a:pt x="2170" y="470"/>
                  <a:pt x="2169" y="470"/>
                </a:cubicBezTo>
                <a:cubicBezTo>
                  <a:pt x="2168" y="470"/>
                  <a:pt x="2167" y="470"/>
                  <a:pt x="2166" y="470"/>
                </a:cubicBezTo>
                <a:close/>
                <a:moveTo>
                  <a:pt x="1991" y="470"/>
                </a:moveTo>
                <a:cubicBezTo>
                  <a:pt x="1990" y="470"/>
                  <a:pt x="1989" y="471"/>
                  <a:pt x="1988" y="471"/>
                </a:cubicBezTo>
                <a:cubicBezTo>
                  <a:pt x="1988" y="472"/>
                  <a:pt x="1987" y="472"/>
                  <a:pt x="1987" y="473"/>
                </a:cubicBezTo>
                <a:cubicBezTo>
                  <a:pt x="1986" y="473"/>
                  <a:pt x="1986" y="474"/>
                  <a:pt x="1986" y="474"/>
                </a:cubicBezTo>
                <a:cubicBezTo>
                  <a:pt x="1987" y="475"/>
                  <a:pt x="1987" y="476"/>
                  <a:pt x="1988" y="476"/>
                </a:cubicBezTo>
                <a:cubicBezTo>
                  <a:pt x="1988" y="477"/>
                  <a:pt x="1989" y="477"/>
                  <a:pt x="1990" y="478"/>
                </a:cubicBezTo>
                <a:cubicBezTo>
                  <a:pt x="1991" y="478"/>
                  <a:pt x="1992" y="478"/>
                  <a:pt x="1993" y="479"/>
                </a:cubicBezTo>
                <a:cubicBezTo>
                  <a:pt x="1994" y="479"/>
                  <a:pt x="1995" y="479"/>
                  <a:pt x="1996" y="479"/>
                </a:cubicBezTo>
                <a:cubicBezTo>
                  <a:pt x="1997" y="479"/>
                  <a:pt x="1999" y="479"/>
                  <a:pt x="2000" y="479"/>
                </a:cubicBezTo>
                <a:cubicBezTo>
                  <a:pt x="2001" y="478"/>
                  <a:pt x="2001" y="478"/>
                  <a:pt x="2002" y="478"/>
                </a:cubicBezTo>
                <a:cubicBezTo>
                  <a:pt x="2003" y="477"/>
                  <a:pt x="2003" y="477"/>
                  <a:pt x="2004" y="476"/>
                </a:cubicBezTo>
                <a:cubicBezTo>
                  <a:pt x="2004" y="476"/>
                  <a:pt x="2004" y="475"/>
                  <a:pt x="2004" y="474"/>
                </a:cubicBezTo>
                <a:cubicBezTo>
                  <a:pt x="2004" y="474"/>
                  <a:pt x="2004" y="473"/>
                  <a:pt x="2003" y="473"/>
                </a:cubicBezTo>
                <a:cubicBezTo>
                  <a:pt x="2002" y="472"/>
                  <a:pt x="2002" y="472"/>
                  <a:pt x="2001" y="471"/>
                </a:cubicBezTo>
                <a:cubicBezTo>
                  <a:pt x="2000" y="471"/>
                  <a:pt x="1999" y="470"/>
                  <a:pt x="1998" y="470"/>
                </a:cubicBezTo>
                <a:cubicBezTo>
                  <a:pt x="1997" y="470"/>
                  <a:pt x="1996" y="470"/>
                  <a:pt x="1994" y="470"/>
                </a:cubicBezTo>
                <a:cubicBezTo>
                  <a:pt x="1993" y="470"/>
                  <a:pt x="1992" y="470"/>
                  <a:pt x="1991" y="470"/>
                </a:cubicBezTo>
                <a:close/>
                <a:moveTo>
                  <a:pt x="1497" y="482"/>
                </a:moveTo>
                <a:cubicBezTo>
                  <a:pt x="1497" y="482"/>
                  <a:pt x="1496" y="482"/>
                  <a:pt x="1496" y="482"/>
                </a:cubicBezTo>
                <a:cubicBezTo>
                  <a:pt x="1495" y="482"/>
                  <a:pt x="1495" y="481"/>
                  <a:pt x="1495" y="481"/>
                </a:cubicBezTo>
                <a:cubicBezTo>
                  <a:pt x="1494" y="481"/>
                  <a:pt x="1494" y="481"/>
                  <a:pt x="1493" y="481"/>
                </a:cubicBezTo>
                <a:cubicBezTo>
                  <a:pt x="1493" y="481"/>
                  <a:pt x="1492" y="481"/>
                  <a:pt x="1492" y="481"/>
                </a:cubicBezTo>
                <a:cubicBezTo>
                  <a:pt x="1492" y="481"/>
                  <a:pt x="1491" y="481"/>
                  <a:pt x="1491" y="481"/>
                </a:cubicBezTo>
                <a:cubicBezTo>
                  <a:pt x="1490" y="481"/>
                  <a:pt x="1490" y="481"/>
                  <a:pt x="1489" y="481"/>
                </a:cubicBezTo>
                <a:cubicBezTo>
                  <a:pt x="1489" y="481"/>
                  <a:pt x="1489" y="482"/>
                  <a:pt x="1488" y="482"/>
                </a:cubicBezTo>
                <a:cubicBezTo>
                  <a:pt x="1488" y="482"/>
                  <a:pt x="1488" y="482"/>
                  <a:pt x="1487" y="482"/>
                </a:cubicBezTo>
                <a:cubicBezTo>
                  <a:pt x="1485" y="483"/>
                  <a:pt x="1483" y="484"/>
                  <a:pt x="1484" y="487"/>
                </a:cubicBezTo>
                <a:cubicBezTo>
                  <a:pt x="1484" y="487"/>
                  <a:pt x="1484" y="487"/>
                  <a:pt x="1484" y="487"/>
                </a:cubicBezTo>
                <a:cubicBezTo>
                  <a:pt x="1484" y="488"/>
                  <a:pt x="1485" y="488"/>
                  <a:pt x="1485" y="488"/>
                </a:cubicBezTo>
                <a:cubicBezTo>
                  <a:pt x="1485" y="488"/>
                  <a:pt x="1485" y="488"/>
                  <a:pt x="1485" y="488"/>
                </a:cubicBezTo>
                <a:cubicBezTo>
                  <a:pt x="1486" y="489"/>
                  <a:pt x="1486" y="489"/>
                  <a:pt x="1486" y="489"/>
                </a:cubicBezTo>
                <a:cubicBezTo>
                  <a:pt x="1488" y="490"/>
                  <a:pt x="1488" y="490"/>
                  <a:pt x="1488" y="490"/>
                </a:cubicBezTo>
                <a:cubicBezTo>
                  <a:pt x="1489" y="490"/>
                  <a:pt x="1490" y="490"/>
                  <a:pt x="1491" y="490"/>
                </a:cubicBezTo>
                <a:cubicBezTo>
                  <a:pt x="1491" y="490"/>
                  <a:pt x="1491" y="490"/>
                  <a:pt x="1491" y="490"/>
                </a:cubicBezTo>
                <a:cubicBezTo>
                  <a:pt x="1491" y="490"/>
                  <a:pt x="1492" y="490"/>
                  <a:pt x="1492" y="490"/>
                </a:cubicBezTo>
                <a:cubicBezTo>
                  <a:pt x="1492" y="490"/>
                  <a:pt x="1492" y="490"/>
                  <a:pt x="1492" y="490"/>
                </a:cubicBezTo>
                <a:cubicBezTo>
                  <a:pt x="1492" y="490"/>
                  <a:pt x="1492" y="490"/>
                  <a:pt x="1493" y="490"/>
                </a:cubicBezTo>
                <a:cubicBezTo>
                  <a:pt x="1493" y="490"/>
                  <a:pt x="1493" y="490"/>
                  <a:pt x="1493" y="490"/>
                </a:cubicBezTo>
                <a:cubicBezTo>
                  <a:pt x="1493" y="490"/>
                  <a:pt x="1493" y="490"/>
                  <a:pt x="1494" y="490"/>
                </a:cubicBezTo>
                <a:cubicBezTo>
                  <a:pt x="1494" y="490"/>
                  <a:pt x="1494" y="490"/>
                  <a:pt x="1494" y="490"/>
                </a:cubicBezTo>
                <a:cubicBezTo>
                  <a:pt x="1494" y="490"/>
                  <a:pt x="1494" y="490"/>
                  <a:pt x="1494" y="490"/>
                </a:cubicBezTo>
                <a:cubicBezTo>
                  <a:pt x="1495" y="490"/>
                  <a:pt x="1495" y="490"/>
                  <a:pt x="1495" y="490"/>
                </a:cubicBezTo>
                <a:cubicBezTo>
                  <a:pt x="1496" y="490"/>
                  <a:pt x="1496" y="490"/>
                  <a:pt x="1496" y="490"/>
                </a:cubicBezTo>
                <a:cubicBezTo>
                  <a:pt x="1496" y="490"/>
                  <a:pt x="1497" y="490"/>
                  <a:pt x="1497" y="490"/>
                </a:cubicBezTo>
                <a:cubicBezTo>
                  <a:pt x="1497" y="490"/>
                  <a:pt x="1497" y="490"/>
                  <a:pt x="1498" y="490"/>
                </a:cubicBezTo>
                <a:cubicBezTo>
                  <a:pt x="1499" y="489"/>
                  <a:pt x="1499" y="489"/>
                  <a:pt x="1499" y="489"/>
                </a:cubicBezTo>
                <a:cubicBezTo>
                  <a:pt x="1500" y="488"/>
                  <a:pt x="1501" y="487"/>
                  <a:pt x="1501" y="486"/>
                </a:cubicBezTo>
                <a:cubicBezTo>
                  <a:pt x="1501" y="485"/>
                  <a:pt x="1501" y="485"/>
                  <a:pt x="1501" y="485"/>
                </a:cubicBezTo>
                <a:cubicBezTo>
                  <a:pt x="1501" y="484"/>
                  <a:pt x="1500" y="484"/>
                  <a:pt x="1500" y="484"/>
                </a:cubicBezTo>
                <a:cubicBezTo>
                  <a:pt x="1500" y="483"/>
                  <a:pt x="1499" y="483"/>
                  <a:pt x="1499" y="483"/>
                </a:cubicBezTo>
                <a:cubicBezTo>
                  <a:pt x="1498" y="482"/>
                  <a:pt x="1498" y="482"/>
                  <a:pt x="1497" y="482"/>
                </a:cubicBezTo>
                <a:cubicBezTo>
                  <a:pt x="1497" y="482"/>
                  <a:pt x="1498" y="482"/>
                  <a:pt x="1497" y="482"/>
                </a:cubicBezTo>
                <a:close/>
                <a:moveTo>
                  <a:pt x="1539" y="482"/>
                </a:moveTo>
                <a:cubicBezTo>
                  <a:pt x="1538" y="481"/>
                  <a:pt x="1537" y="481"/>
                  <a:pt x="1536" y="481"/>
                </a:cubicBezTo>
                <a:cubicBezTo>
                  <a:pt x="1535" y="481"/>
                  <a:pt x="1535" y="481"/>
                  <a:pt x="1535" y="481"/>
                </a:cubicBezTo>
                <a:cubicBezTo>
                  <a:pt x="1534" y="481"/>
                  <a:pt x="1534" y="481"/>
                  <a:pt x="1533" y="481"/>
                </a:cubicBezTo>
                <a:cubicBezTo>
                  <a:pt x="1533" y="481"/>
                  <a:pt x="1533" y="482"/>
                  <a:pt x="1532" y="482"/>
                </a:cubicBezTo>
                <a:cubicBezTo>
                  <a:pt x="1532" y="482"/>
                  <a:pt x="1531" y="482"/>
                  <a:pt x="1531" y="482"/>
                </a:cubicBezTo>
                <a:cubicBezTo>
                  <a:pt x="1530" y="482"/>
                  <a:pt x="1530" y="482"/>
                  <a:pt x="1530" y="483"/>
                </a:cubicBezTo>
                <a:cubicBezTo>
                  <a:pt x="1529" y="483"/>
                  <a:pt x="1529" y="483"/>
                  <a:pt x="1528" y="484"/>
                </a:cubicBezTo>
                <a:cubicBezTo>
                  <a:pt x="1528" y="484"/>
                  <a:pt x="1528" y="484"/>
                  <a:pt x="1528" y="485"/>
                </a:cubicBezTo>
                <a:cubicBezTo>
                  <a:pt x="1527" y="485"/>
                  <a:pt x="1527" y="485"/>
                  <a:pt x="1528" y="487"/>
                </a:cubicBezTo>
                <a:cubicBezTo>
                  <a:pt x="1528" y="488"/>
                  <a:pt x="1529" y="488"/>
                  <a:pt x="1530" y="489"/>
                </a:cubicBezTo>
                <a:cubicBezTo>
                  <a:pt x="1532" y="490"/>
                  <a:pt x="1532" y="490"/>
                  <a:pt x="1532" y="490"/>
                </a:cubicBezTo>
                <a:cubicBezTo>
                  <a:pt x="1533" y="490"/>
                  <a:pt x="1534" y="490"/>
                  <a:pt x="1535" y="490"/>
                </a:cubicBezTo>
                <a:cubicBezTo>
                  <a:pt x="1535" y="490"/>
                  <a:pt x="1535" y="490"/>
                  <a:pt x="1535" y="490"/>
                </a:cubicBezTo>
                <a:cubicBezTo>
                  <a:pt x="1535" y="490"/>
                  <a:pt x="1536" y="490"/>
                  <a:pt x="1536" y="490"/>
                </a:cubicBezTo>
                <a:cubicBezTo>
                  <a:pt x="1536" y="490"/>
                  <a:pt x="1536" y="490"/>
                  <a:pt x="1536" y="490"/>
                </a:cubicBezTo>
                <a:cubicBezTo>
                  <a:pt x="1536" y="490"/>
                  <a:pt x="1536" y="490"/>
                  <a:pt x="1537" y="490"/>
                </a:cubicBezTo>
                <a:cubicBezTo>
                  <a:pt x="1537" y="490"/>
                  <a:pt x="1537" y="490"/>
                  <a:pt x="1537" y="490"/>
                </a:cubicBezTo>
                <a:cubicBezTo>
                  <a:pt x="1537" y="490"/>
                  <a:pt x="1537" y="490"/>
                  <a:pt x="1538" y="490"/>
                </a:cubicBezTo>
                <a:cubicBezTo>
                  <a:pt x="1538" y="490"/>
                  <a:pt x="1538" y="490"/>
                  <a:pt x="1538" y="490"/>
                </a:cubicBezTo>
                <a:cubicBezTo>
                  <a:pt x="1538" y="490"/>
                  <a:pt x="1538" y="490"/>
                  <a:pt x="1538" y="490"/>
                </a:cubicBezTo>
                <a:cubicBezTo>
                  <a:pt x="1539" y="490"/>
                  <a:pt x="1539" y="490"/>
                  <a:pt x="1539" y="490"/>
                </a:cubicBezTo>
                <a:cubicBezTo>
                  <a:pt x="1539" y="490"/>
                  <a:pt x="1539" y="490"/>
                  <a:pt x="1539" y="490"/>
                </a:cubicBezTo>
                <a:cubicBezTo>
                  <a:pt x="1539" y="490"/>
                  <a:pt x="1540" y="490"/>
                  <a:pt x="1540" y="490"/>
                </a:cubicBezTo>
                <a:cubicBezTo>
                  <a:pt x="1540" y="490"/>
                  <a:pt x="1540" y="490"/>
                  <a:pt x="1540" y="490"/>
                </a:cubicBezTo>
                <a:cubicBezTo>
                  <a:pt x="1541" y="490"/>
                  <a:pt x="1541" y="490"/>
                  <a:pt x="1541" y="490"/>
                </a:cubicBezTo>
                <a:cubicBezTo>
                  <a:pt x="1543" y="489"/>
                  <a:pt x="1543" y="489"/>
                  <a:pt x="1543" y="489"/>
                </a:cubicBezTo>
                <a:cubicBezTo>
                  <a:pt x="1544" y="488"/>
                  <a:pt x="1545" y="487"/>
                  <a:pt x="1545" y="486"/>
                </a:cubicBezTo>
                <a:cubicBezTo>
                  <a:pt x="1545" y="485"/>
                  <a:pt x="1545" y="485"/>
                  <a:pt x="1545" y="485"/>
                </a:cubicBezTo>
                <a:cubicBezTo>
                  <a:pt x="1545" y="485"/>
                  <a:pt x="1544" y="484"/>
                  <a:pt x="1544" y="484"/>
                </a:cubicBezTo>
                <a:cubicBezTo>
                  <a:pt x="1544" y="484"/>
                  <a:pt x="1544" y="483"/>
                  <a:pt x="1543" y="483"/>
                </a:cubicBezTo>
                <a:cubicBezTo>
                  <a:pt x="1543" y="483"/>
                  <a:pt x="1543" y="483"/>
                  <a:pt x="1542" y="483"/>
                </a:cubicBezTo>
                <a:cubicBezTo>
                  <a:pt x="1541" y="482"/>
                  <a:pt x="1541" y="482"/>
                  <a:pt x="1541" y="482"/>
                </a:cubicBezTo>
                <a:lnTo>
                  <a:pt x="1539" y="482"/>
                </a:lnTo>
                <a:close/>
                <a:moveTo>
                  <a:pt x="1365" y="482"/>
                </a:moveTo>
                <a:cubicBezTo>
                  <a:pt x="1364" y="482"/>
                  <a:pt x="1363" y="481"/>
                  <a:pt x="1362" y="481"/>
                </a:cubicBezTo>
                <a:cubicBezTo>
                  <a:pt x="1362" y="481"/>
                  <a:pt x="1362" y="481"/>
                  <a:pt x="1362" y="481"/>
                </a:cubicBezTo>
                <a:cubicBezTo>
                  <a:pt x="1362" y="481"/>
                  <a:pt x="1361" y="481"/>
                  <a:pt x="1361" y="481"/>
                </a:cubicBezTo>
                <a:cubicBezTo>
                  <a:pt x="1361" y="481"/>
                  <a:pt x="1361" y="481"/>
                  <a:pt x="1361" y="481"/>
                </a:cubicBezTo>
                <a:cubicBezTo>
                  <a:pt x="1361" y="481"/>
                  <a:pt x="1361" y="481"/>
                  <a:pt x="1360" y="481"/>
                </a:cubicBezTo>
                <a:cubicBezTo>
                  <a:pt x="1360" y="481"/>
                  <a:pt x="1359" y="481"/>
                  <a:pt x="1359" y="481"/>
                </a:cubicBezTo>
                <a:cubicBezTo>
                  <a:pt x="1359" y="481"/>
                  <a:pt x="1358" y="481"/>
                  <a:pt x="1358" y="481"/>
                </a:cubicBezTo>
                <a:cubicBezTo>
                  <a:pt x="1357" y="481"/>
                  <a:pt x="1357" y="482"/>
                  <a:pt x="1357" y="482"/>
                </a:cubicBezTo>
                <a:cubicBezTo>
                  <a:pt x="1356" y="482"/>
                  <a:pt x="1356" y="482"/>
                  <a:pt x="1355" y="482"/>
                </a:cubicBezTo>
                <a:cubicBezTo>
                  <a:pt x="1353" y="483"/>
                  <a:pt x="1351" y="484"/>
                  <a:pt x="1352" y="487"/>
                </a:cubicBezTo>
                <a:cubicBezTo>
                  <a:pt x="1352" y="487"/>
                  <a:pt x="1352" y="487"/>
                  <a:pt x="1352" y="487"/>
                </a:cubicBezTo>
                <a:cubicBezTo>
                  <a:pt x="1352" y="488"/>
                  <a:pt x="1353" y="488"/>
                  <a:pt x="1353" y="488"/>
                </a:cubicBezTo>
                <a:cubicBezTo>
                  <a:pt x="1353" y="488"/>
                  <a:pt x="1353" y="488"/>
                  <a:pt x="1354" y="488"/>
                </a:cubicBezTo>
                <a:cubicBezTo>
                  <a:pt x="1354" y="489"/>
                  <a:pt x="1354" y="489"/>
                  <a:pt x="1354" y="489"/>
                </a:cubicBezTo>
                <a:cubicBezTo>
                  <a:pt x="1356" y="490"/>
                  <a:pt x="1356" y="490"/>
                  <a:pt x="1356" y="490"/>
                </a:cubicBezTo>
                <a:cubicBezTo>
                  <a:pt x="1357" y="490"/>
                  <a:pt x="1358" y="490"/>
                  <a:pt x="1359" y="490"/>
                </a:cubicBezTo>
                <a:cubicBezTo>
                  <a:pt x="1359" y="490"/>
                  <a:pt x="1359" y="490"/>
                  <a:pt x="1359" y="490"/>
                </a:cubicBezTo>
                <a:cubicBezTo>
                  <a:pt x="1359" y="490"/>
                  <a:pt x="1360" y="490"/>
                  <a:pt x="1360" y="490"/>
                </a:cubicBezTo>
                <a:cubicBezTo>
                  <a:pt x="1360" y="490"/>
                  <a:pt x="1360" y="490"/>
                  <a:pt x="1360" y="490"/>
                </a:cubicBezTo>
                <a:cubicBezTo>
                  <a:pt x="1360" y="490"/>
                  <a:pt x="1360" y="490"/>
                  <a:pt x="1361" y="490"/>
                </a:cubicBezTo>
                <a:cubicBezTo>
                  <a:pt x="1361" y="490"/>
                  <a:pt x="1361" y="490"/>
                  <a:pt x="1361" y="490"/>
                </a:cubicBezTo>
                <a:cubicBezTo>
                  <a:pt x="1361" y="490"/>
                  <a:pt x="1361" y="490"/>
                  <a:pt x="1362" y="490"/>
                </a:cubicBezTo>
                <a:cubicBezTo>
                  <a:pt x="1362" y="490"/>
                  <a:pt x="1362" y="490"/>
                  <a:pt x="1362" y="490"/>
                </a:cubicBezTo>
                <a:cubicBezTo>
                  <a:pt x="1362" y="490"/>
                  <a:pt x="1362" y="490"/>
                  <a:pt x="1362" y="490"/>
                </a:cubicBezTo>
                <a:cubicBezTo>
                  <a:pt x="1363" y="490"/>
                  <a:pt x="1363" y="490"/>
                  <a:pt x="1363" y="490"/>
                </a:cubicBezTo>
                <a:cubicBezTo>
                  <a:pt x="1364" y="490"/>
                  <a:pt x="1364" y="490"/>
                  <a:pt x="1364" y="490"/>
                </a:cubicBezTo>
                <a:cubicBezTo>
                  <a:pt x="1364" y="490"/>
                  <a:pt x="1365" y="490"/>
                  <a:pt x="1365" y="490"/>
                </a:cubicBezTo>
                <a:cubicBezTo>
                  <a:pt x="1365" y="490"/>
                  <a:pt x="1365" y="490"/>
                  <a:pt x="1366" y="490"/>
                </a:cubicBezTo>
                <a:cubicBezTo>
                  <a:pt x="1367" y="489"/>
                  <a:pt x="1367" y="489"/>
                  <a:pt x="1367" y="489"/>
                </a:cubicBezTo>
                <a:cubicBezTo>
                  <a:pt x="1368" y="488"/>
                  <a:pt x="1369" y="487"/>
                  <a:pt x="1369" y="486"/>
                </a:cubicBezTo>
                <a:cubicBezTo>
                  <a:pt x="1369" y="485"/>
                  <a:pt x="1369" y="485"/>
                  <a:pt x="1369" y="485"/>
                </a:cubicBezTo>
                <a:cubicBezTo>
                  <a:pt x="1369" y="484"/>
                  <a:pt x="1369" y="484"/>
                  <a:pt x="1368" y="484"/>
                </a:cubicBezTo>
                <a:cubicBezTo>
                  <a:pt x="1368" y="483"/>
                  <a:pt x="1367" y="483"/>
                  <a:pt x="1367" y="483"/>
                </a:cubicBezTo>
                <a:cubicBezTo>
                  <a:pt x="1366" y="482"/>
                  <a:pt x="1366" y="482"/>
                  <a:pt x="1365" y="482"/>
                </a:cubicBezTo>
                <a:cubicBezTo>
                  <a:pt x="1365" y="482"/>
                  <a:pt x="1366" y="482"/>
                  <a:pt x="1365" y="482"/>
                </a:cubicBezTo>
                <a:close/>
                <a:moveTo>
                  <a:pt x="1409" y="482"/>
                </a:moveTo>
                <a:cubicBezTo>
                  <a:pt x="1408" y="481"/>
                  <a:pt x="1406" y="481"/>
                  <a:pt x="1404" y="481"/>
                </a:cubicBezTo>
                <a:cubicBezTo>
                  <a:pt x="1404" y="481"/>
                  <a:pt x="1403" y="481"/>
                  <a:pt x="1403" y="481"/>
                </a:cubicBezTo>
                <a:cubicBezTo>
                  <a:pt x="1402" y="481"/>
                  <a:pt x="1402" y="481"/>
                  <a:pt x="1402" y="481"/>
                </a:cubicBezTo>
                <a:cubicBezTo>
                  <a:pt x="1401" y="481"/>
                  <a:pt x="1401" y="482"/>
                  <a:pt x="1400" y="482"/>
                </a:cubicBezTo>
                <a:cubicBezTo>
                  <a:pt x="1400" y="482"/>
                  <a:pt x="1400" y="482"/>
                  <a:pt x="1399" y="482"/>
                </a:cubicBezTo>
                <a:cubicBezTo>
                  <a:pt x="1399" y="482"/>
                  <a:pt x="1398" y="482"/>
                  <a:pt x="1398" y="483"/>
                </a:cubicBezTo>
                <a:cubicBezTo>
                  <a:pt x="1397" y="483"/>
                  <a:pt x="1397" y="483"/>
                  <a:pt x="1397" y="484"/>
                </a:cubicBezTo>
                <a:cubicBezTo>
                  <a:pt x="1396" y="484"/>
                  <a:pt x="1396" y="484"/>
                  <a:pt x="1396" y="485"/>
                </a:cubicBezTo>
                <a:cubicBezTo>
                  <a:pt x="1396" y="485"/>
                  <a:pt x="1396" y="485"/>
                  <a:pt x="1396" y="487"/>
                </a:cubicBezTo>
                <a:cubicBezTo>
                  <a:pt x="1396" y="487"/>
                  <a:pt x="1396" y="487"/>
                  <a:pt x="1396" y="487"/>
                </a:cubicBezTo>
                <a:cubicBezTo>
                  <a:pt x="1396" y="488"/>
                  <a:pt x="1397" y="488"/>
                  <a:pt x="1397" y="488"/>
                </a:cubicBezTo>
                <a:cubicBezTo>
                  <a:pt x="1397" y="488"/>
                  <a:pt x="1397" y="488"/>
                  <a:pt x="1398" y="488"/>
                </a:cubicBezTo>
                <a:cubicBezTo>
                  <a:pt x="1398" y="489"/>
                  <a:pt x="1398" y="489"/>
                  <a:pt x="1398" y="489"/>
                </a:cubicBezTo>
                <a:cubicBezTo>
                  <a:pt x="1400" y="490"/>
                  <a:pt x="1400" y="490"/>
                  <a:pt x="1400" y="490"/>
                </a:cubicBezTo>
                <a:cubicBezTo>
                  <a:pt x="1401" y="490"/>
                  <a:pt x="1402" y="490"/>
                  <a:pt x="1403" y="490"/>
                </a:cubicBezTo>
                <a:cubicBezTo>
                  <a:pt x="1403" y="490"/>
                  <a:pt x="1403" y="490"/>
                  <a:pt x="1403" y="490"/>
                </a:cubicBezTo>
                <a:cubicBezTo>
                  <a:pt x="1403" y="490"/>
                  <a:pt x="1404" y="490"/>
                  <a:pt x="1404" y="490"/>
                </a:cubicBezTo>
                <a:cubicBezTo>
                  <a:pt x="1404" y="490"/>
                  <a:pt x="1404" y="490"/>
                  <a:pt x="1404" y="490"/>
                </a:cubicBezTo>
                <a:cubicBezTo>
                  <a:pt x="1404" y="490"/>
                  <a:pt x="1404" y="490"/>
                  <a:pt x="1405" y="490"/>
                </a:cubicBezTo>
                <a:cubicBezTo>
                  <a:pt x="1405" y="490"/>
                  <a:pt x="1405" y="490"/>
                  <a:pt x="1405" y="490"/>
                </a:cubicBezTo>
                <a:cubicBezTo>
                  <a:pt x="1405" y="490"/>
                  <a:pt x="1405" y="490"/>
                  <a:pt x="1406" y="490"/>
                </a:cubicBezTo>
                <a:cubicBezTo>
                  <a:pt x="1406" y="490"/>
                  <a:pt x="1406" y="490"/>
                  <a:pt x="1406" y="490"/>
                </a:cubicBezTo>
                <a:cubicBezTo>
                  <a:pt x="1406" y="490"/>
                  <a:pt x="1406" y="490"/>
                  <a:pt x="1406" y="490"/>
                </a:cubicBezTo>
                <a:cubicBezTo>
                  <a:pt x="1407" y="490"/>
                  <a:pt x="1407" y="490"/>
                  <a:pt x="1407" y="490"/>
                </a:cubicBezTo>
                <a:cubicBezTo>
                  <a:pt x="1407" y="490"/>
                  <a:pt x="1408" y="490"/>
                  <a:pt x="1408" y="490"/>
                </a:cubicBezTo>
                <a:cubicBezTo>
                  <a:pt x="1408" y="490"/>
                  <a:pt x="1409" y="490"/>
                  <a:pt x="1409" y="490"/>
                </a:cubicBezTo>
                <a:cubicBezTo>
                  <a:pt x="1409" y="490"/>
                  <a:pt x="1409" y="490"/>
                  <a:pt x="1409" y="490"/>
                </a:cubicBezTo>
                <a:cubicBezTo>
                  <a:pt x="1411" y="489"/>
                  <a:pt x="1411" y="489"/>
                  <a:pt x="1411" y="489"/>
                </a:cubicBezTo>
                <a:cubicBezTo>
                  <a:pt x="1412" y="488"/>
                  <a:pt x="1413" y="487"/>
                  <a:pt x="1413" y="486"/>
                </a:cubicBezTo>
                <a:cubicBezTo>
                  <a:pt x="1413" y="485"/>
                  <a:pt x="1413" y="485"/>
                  <a:pt x="1413" y="485"/>
                </a:cubicBezTo>
                <a:cubicBezTo>
                  <a:pt x="1413" y="484"/>
                  <a:pt x="1412" y="484"/>
                  <a:pt x="1412" y="484"/>
                </a:cubicBezTo>
                <a:cubicBezTo>
                  <a:pt x="1412" y="483"/>
                  <a:pt x="1411" y="483"/>
                  <a:pt x="1411" y="483"/>
                </a:cubicBezTo>
                <a:cubicBezTo>
                  <a:pt x="1410" y="482"/>
                  <a:pt x="1410" y="482"/>
                  <a:pt x="1409" y="482"/>
                </a:cubicBezTo>
                <a:cubicBezTo>
                  <a:pt x="1409" y="482"/>
                  <a:pt x="1410" y="482"/>
                  <a:pt x="1409" y="482"/>
                </a:cubicBezTo>
                <a:close/>
                <a:moveTo>
                  <a:pt x="1234" y="482"/>
                </a:moveTo>
                <a:cubicBezTo>
                  <a:pt x="1232" y="481"/>
                  <a:pt x="1230" y="481"/>
                  <a:pt x="1229" y="481"/>
                </a:cubicBezTo>
                <a:cubicBezTo>
                  <a:pt x="1228" y="481"/>
                  <a:pt x="1228" y="481"/>
                  <a:pt x="1227" y="481"/>
                </a:cubicBezTo>
                <a:cubicBezTo>
                  <a:pt x="1227" y="481"/>
                  <a:pt x="1227" y="481"/>
                  <a:pt x="1226" y="481"/>
                </a:cubicBezTo>
                <a:cubicBezTo>
                  <a:pt x="1226" y="481"/>
                  <a:pt x="1225" y="482"/>
                  <a:pt x="1225" y="482"/>
                </a:cubicBezTo>
                <a:cubicBezTo>
                  <a:pt x="1225" y="482"/>
                  <a:pt x="1224" y="482"/>
                  <a:pt x="1224" y="482"/>
                </a:cubicBezTo>
                <a:cubicBezTo>
                  <a:pt x="1223" y="482"/>
                  <a:pt x="1223" y="482"/>
                  <a:pt x="1222" y="483"/>
                </a:cubicBezTo>
                <a:cubicBezTo>
                  <a:pt x="1222" y="483"/>
                  <a:pt x="1221" y="483"/>
                  <a:pt x="1221" y="484"/>
                </a:cubicBezTo>
                <a:cubicBezTo>
                  <a:pt x="1221" y="484"/>
                  <a:pt x="1220" y="484"/>
                  <a:pt x="1220" y="485"/>
                </a:cubicBezTo>
                <a:cubicBezTo>
                  <a:pt x="1220" y="485"/>
                  <a:pt x="1220" y="485"/>
                  <a:pt x="1220" y="487"/>
                </a:cubicBezTo>
                <a:cubicBezTo>
                  <a:pt x="1220" y="488"/>
                  <a:pt x="1221" y="488"/>
                  <a:pt x="1222" y="489"/>
                </a:cubicBezTo>
                <a:cubicBezTo>
                  <a:pt x="1224" y="490"/>
                  <a:pt x="1224" y="490"/>
                  <a:pt x="1224" y="490"/>
                </a:cubicBezTo>
                <a:cubicBezTo>
                  <a:pt x="1225" y="490"/>
                  <a:pt x="1226" y="490"/>
                  <a:pt x="1227" y="490"/>
                </a:cubicBezTo>
                <a:cubicBezTo>
                  <a:pt x="1227" y="490"/>
                  <a:pt x="1227" y="490"/>
                  <a:pt x="1227" y="490"/>
                </a:cubicBezTo>
                <a:cubicBezTo>
                  <a:pt x="1227" y="490"/>
                  <a:pt x="1228" y="490"/>
                  <a:pt x="1228" y="490"/>
                </a:cubicBezTo>
                <a:cubicBezTo>
                  <a:pt x="1228" y="490"/>
                  <a:pt x="1228" y="490"/>
                  <a:pt x="1228" y="490"/>
                </a:cubicBezTo>
                <a:cubicBezTo>
                  <a:pt x="1228" y="490"/>
                  <a:pt x="1228" y="490"/>
                  <a:pt x="1229" y="490"/>
                </a:cubicBezTo>
                <a:cubicBezTo>
                  <a:pt x="1229" y="490"/>
                  <a:pt x="1229" y="490"/>
                  <a:pt x="1229" y="490"/>
                </a:cubicBezTo>
                <a:cubicBezTo>
                  <a:pt x="1229" y="490"/>
                  <a:pt x="1229" y="490"/>
                  <a:pt x="1230" y="490"/>
                </a:cubicBezTo>
                <a:cubicBezTo>
                  <a:pt x="1230" y="490"/>
                  <a:pt x="1230" y="490"/>
                  <a:pt x="1230" y="490"/>
                </a:cubicBezTo>
                <a:cubicBezTo>
                  <a:pt x="1230" y="490"/>
                  <a:pt x="1230" y="490"/>
                  <a:pt x="1230" y="490"/>
                </a:cubicBezTo>
                <a:cubicBezTo>
                  <a:pt x="1231" y="490"/>
                  <a:pt x="1231" y="490"/>
                  <a:pt x="1231" y="490"/>
                </a:cubicBezTo>
                <a:cubicBezTo>
                  <a:pt x="1232" y="490"/>
                  <a:pt x="1232" y="490"/>
                  <a:pt x="1232" y="490"/>
                </a:cubicBezTo>
                <a:cubicBezTo>
                  <a:pt x="1232" y="490"/>
                  <a:pt x="1233" y="490"/>
                  <a:pt x="1233" y="490"/>
                </a:cubicBezTo>
                <a:cubicBezTo>
                  <a:pt x="1233" y="490"/>
                  <a:pt x="1233" y="490"/>
                  <a:pt x="1234" y="490"/>
                </a:cubicBezTo>
                <a:cubicBezTo>
                  <a:pt x="1235" y="489"/>
                  <a:pt x="1235" y="489"/>
                  <a:pt x="1235" y="489"/>
                </a:cubicBezTo>
                <a:cubicBezTo>
                  <a:pt x="1236" y="488"/>
                  <a:pt x="1237" y="487"/>
                  <a:pt x="1237" y="486"/>
                </a:cubicBezTo>
                <a:cubicBezTo>
                  <a:pt x="1237" y="485"/>
                  <a:pt x="1237" y="485"/>
                  <a:pt x="1237" y="485"/>
                </a:cubicBezTo>
                <a:cubicBezTo>
                  <a:pt x="1237" y="484"/>
                  <a:pt x="1237" y="484"/>
                  <a:pt x="1236" y="484"/>
                </a:cubicBezTo>
                <a:cubicBezTo>
                  <a:pt x="1236" y="483"/>
                  <a:pt x="1236" y="483"/>
                  <a:pt x="1235" y="483"/>
                </a:cubicBezTo>
                <a:cubicBezTo>
                  <a:pt x="1235" y="482"/>
                  <a:pt x="1234" y="482"/>
                  <a:pt x="1234" y="482"/>
                </a:cubicBezTo>
                <a:cubicBezTo>
                  <a:pt x="1233" y="482"/>
                  <a:pt x="1234" y="482"/>
                  <a:pt x="1234" y="482"/>
                </a:cubicBezTo>
                <a:close/>
                <a:moveTo>
                  <a:pt x="1321" y="482"/>
                </a:moveTo>
                <a:cubicBezTo>
                  <a:pt x="1321" y="482"/>
                  <a:pt x="1321" y="482"/>
                  <a:pt x="1320" y="482"/>
                </a:cubicBezTo>
                <a:cubicBezTo>
                  <a:pt x="1320" y="482"/>
                  <a:pt x="1320" y="481"/>
                  <a:pt x="1319" y="481"/>
                </a:cubicBezTo>
                <a:cubicBezTo>
                  <a:pt x="1319" y="481"/>
                  <a:pt x="1318" y="481"/>
                  <a:pt x="1318" y="481"/>
                </a:cubicBezTo>
                <a:cubicBezTo>
                  <a:pt x="1317" y="481"/>
                  <a:pt x="1317" y="481"/>
                  <a:pt x="1316" y="481"/>
                </a:cubicBezTo>
                <a:cubicBezTo>
                  <a:pt x="1316" y="481"/>
                  <a:pt x="1316" y="481"/>
                  <a:pt x="1315" y="481"/>
                </a:cubicBezTo>
                <a:cubicBezTo>
                  <a:pt x="1315" y="481"/>
                  <a:pt x="1314" y="481"/>
                  <a:pt x="1314" y="481"/>
                </a:cubicBezTo>
                <a:cubicBezTo>
                  <a:pt x="1313" y="481"/>
                  <a:pt x="1313" y="482"/>
                  <a:pt x="1313" y="482"/>
                </a:cubicBezTo>
                <a:cubicBezTo>
                  <a:pt x="1312" y="482"/>
                  <a:pt x="1312" y="482"/>
                  <a:pt x="1312" y="482"/>
                </a:cubicBezTo>
                <a:cubicBezTo>
                  <a:pt x="1309" y="483"/>
                  <a:pt x="1308" y="484"/>
                  <a:pt x="1308" y="487"/>
                </a:cubicBezTo>
                <a:cubicBezTo>
                  <a:pt x="1308" y="487"/>
                  <a:pt x="1308" y="487"/>
                  <a:pt x="1308" y="487"/>
                </a:cubicBezTo>
                <a:cubicBezTo>
                  <a:pt x="1308" y="488"/>
                  <a:pt x="1309" y="488"/>
                  <a:pt x="1309" y="488"/>
                </a:cubicBezTo>
                <a:cubicBezTo>
                  <a:pt x="1309" y="488"/>
                  <a:pt x="1309" y="488"/>
                  <a:pt x="1310" y="488"/>
                </a:cubicBezTo>
                <a:cubicBezTo>
                  <a:pt x="1310" y="489"/>
                  <a:pt x="1310" y="489"/>
                  <a:pt x="1310" y="489"/>
                </a:cubicBezTo>
                <a:cubicBezTo>
                  <a:pt x="1312" y="490"/>
                  <a:pt x="1312" y="490"/>
                  <a:pt x="1312" y="490"/>
                </a:cubicBezTo>
                <a:cubicBezTo>
                  <a:pt x="1313" y="490"/>
                  <a:pt x="1314" y="490"/>
                  <a:pt x="1315" y="490"/>
                </a:cubicBezTo>
                <a:cubicBezTo>
                  <a:pt x="1315" y="490"/>
                  <a:pt x="1315" y="490"/>
                  <a:pt x="1315" y="490"/>
                </a:cubicBezTo>
                <a:cubicBezTo>
                  <a:pt x="1315" y="490"/>
                  <a:pt x="1316" y="490"/>
                  <a:pt x="1316" y="490"/>
                </a:cubicBezTo>
                <a:cubicBezTo>
                  <a:pt x="1316" y="490"/>
                  <a:pt x="1316" y="490"/>
                  <a:pt x="1316" y="490"/>
                </a:cubicBezTo>
                <a:cubicBezTo>
                  <a:pt x="1316" y="490"/>
                  <a:pt x="1316" y="490"/>
                  <a:pt x="1317" y="490"/>
                </a:cubicBezTo>
                <a:cubicBezTo>
                  <a:pt x="1317" y="490"/>
                  <a:pt x="1317" y="490"/>
                  <a:pt x="1317" y="490"/>
                </a:cubicBezTo>
                <a:cubicBezTo>
                  <a:pt x="1317" y="490"/>
                  <a:pt x="1317" y="490"/>
                  <a:pt x="1318" y="490"/>
                </a:cubicBezTo>
                <a:cubicBezTo>
                  <a:pt x="1318" y="490"/>
                  <a:pt x="1318" y="490"/>
                  <a:pt x="1318" y="490"/>
                </a:cubicBezTo>
                <a:cubicBezTo>
                  <a:pt x="1318" y="490"/>
                  <a:pt x="1318" y="490"/>
                  <a:pt x="1318" y="490"/>
                </a:cubicBezTo>
                <a:cubicBezTo>
                  <a:pt x="1319" y="490"/>
                  <a:pt x="1319" y="490"/>
                  <a:pt x="1319" y="490"/>
                </a:cubicBezTo>
                <a:cubicBezTo>
                  <a:pt x="1320" y="490"/>
                  <a:pt x="1320" y="490"/>
                  <a:pt x="1320" y="490"/>
                </a:cubicBezTo>
                <a:cubicBezTo>
                  <a:pt x="1320" y="490"/>
                  <a:pt x="1321" y="490"/>
                  <a:pt x="1321" y="490"/>
                </a:cubicBezTo>
                <a:cubicBezTo>
                  <a:pt x="1321" y="490"/>
                  <a:pt x="1321" y="490"/>
                  <a:pt x="1322" y="490"/>
                </a:cubicBezTo>
                <a:cubicBezTo>
                  <a:pt x="1323" y="489"/>
                  <a:pt x="1323" y="489"/>
                  <a:pt x="1323" y="489"/>
                </a:cubicBezTo>
                <a:cubicBezTo>
                  <a:pt x="1324" y="488"/>
                  <a:pt x="1325" y="487"/>
                  <a:pt x="1325" y="486"/>
                </a:cubicBezTo>
                <a:cubicBezTo>
                  <a:pt x="1325" y="485"/>
                  <a:pt x="1325" y="485"/>
                  <a:pt x="1325" y="485"/>
                </a:cubicBezTo>
                <a:cubicBezTo>
                  <a:pt x="1325" y="484"/>
                  <a:pt x="1325" y="484"/>
                  <a:pt x="1324" y="484"/>
                </a:cubicBezTo>
                <a:cubicBezTo>
                  <a:pt x="1324" y="483"/>
                  <a:pt x="1323" y="483"/>
                  <a:pt x="1323" y="483"/>
                </a:cubicBezTo>
                <a:cubicBezTo>
                  <a:pt x="1323" y="482"/>
                  <a:pt x="1322" y="482"/>
                  <a:pt x="1321" y="482"/>
                </a:cubicBezTo>
                <a:cubicBezTo>
                  <a:pt x="1321" y="482"/>
                  <a:pt x="1322" y="482"/>
                  <a:pt x="1321" y="482"/>
                </a:cubicBezTo>
                <a:close/>
                <a:moveTo>
                  <a:pt x="1277" y="482"/>
                </a:moveTo>
                <a:cubicBezTo>
                  <a:pt x="1276" y="482"/>
                  <a:pt x="1275" y="481"/>
                  <a:pt x="1274" y="481"/>
                </a:cubicBezTo>
                <a:cubicBezTo>
                  <a:pt x="1274" y="481"/>
                  <a:pt x="1274" y="481"/>
                  <a:pt x="1274" y="481"/>
                </a:cubicBezTo>
                <a:cubicBezTo>
                  <a:pt x="1274" y="481"/>
                  <a:pt x="1274" y="481"/>
                  <a:pt x="1273" y="481"/>
                </a:cubicBezTo>
                <a:cubicBezTo>
                  <a:pt x="1273" y="481"/>
                  <a:pt x="1273" y="481"/>
                  <a:pt x="1273" y="481"/>
                </a:cubicBezTo>
                <a:cubicBezTo>
                  <a:pt x="1273" y="481"/>
                  <a:pt x="1273" y="481"/>
                  <a:pt x="1273" y="481"/>
                </a:cubicBezTo>
                <a:cubicBezTo>
                  <a:pt x="1272" y="481"/>
                  <a:pt x="1272" y="481"/>
                  <a:pt x="1271" y="481"/>
                </a:cubicBezTo>
                <a:cubicBezTo>
                  <a:pt x="1271" y="481"/>
                  <a:pt x="1270" y="481"/>
                  <a:pt x="1270" y="481"/>
                </a:cubicBezTo>
                <a:cubicBezTo>
                  <a:pt x="1270" y="481"/>
                  <a:pt x="1269" y="482"/>
                  <a:pt x="1269" y="482"/>
                </a:cubicBezTo>
                <a:cubicBezTo>
                  <a:pt x="1268" y="482"/>
                  <a:pt x="1268" y="482"/>
                  <a:pt x="1268" y="482"/>
                </a:cubicBezTo>
                <a:cubicBezTo>
                  <a:pt x="1267" y="482"/>
                  <a:pt x="1267" y="482"/>
                  <a:pt x="1266" y="483"/>
                </a:cubicBezTo>
                <a:cubicBezTo>
                  <a:pt x="1266" y="483"/>
                  <a:pt x="1265" y="483"/>
                  <a:pt x="1265" y="484"/>
                </a:cubicBezTo>
                <a:cubicBezTo>
                  <a:pt x="1265" y="484"/>
                  <a:pt x="1264" y="484"/>
                  <a:pt x="1264" y="485"/>
                </a:cubicBezTo>
                <a:cubicBezTo>
                  <a:pt x="1264" y="485"/>
                  <a:pt x="1264" y="485"/>
                  <a:pt x="1264" y="487"/>
                </a:cubicBezTo>
                <a:cubicBezTo>
                  <a:pt x="1264" y="487"/>
                  <a:pt x="1264" y="487"/>
                  <a:pt x="1264" y="487"/>
                </a:cubicBezTo>
                <a:cubicBezTo>
                  <a:pt x="1265" y="488"/>
                  <a:pt x="1265" y="488"/>
                  <a:pt x="1265" y="488"/>
                </a:cubicBezTo>
                <a:cubicBezTo>
                  <a:pt x="1265" y="488"/>
                  <a:pt x="1265" y="488"/>
                  <a:pt x="1266" y="488"/>
                </a:cubicBezTo>
                <a:cubicBezTo>
                  <a:pt x="1266" y="489"/>
                  <a:pt x="1266" y="489"/>
                  <a:pt x="1266" y="489"/>
                </a:cubicBezTo>
                <a:cubicBezTo>
                  <a:pt x="1268" y="490"/>
                  <a:pt x="1268" y="490"/>
                  <a:pt x="1268" y="490"/>
                </a:cubicBezTo>
                <a:cubicBezTo>
                  <a:pt x="1269" y="490"/>
                  <a:pt x="1270" y="490"/>
                  <a:pt x="1271" y="490"/>
                </a:cubicBezTo>
                <a:cubicBezTo>
                  <a:pt x="1271" y="490"/>
                  <a:pt x="1271" y="490"/>
                  <a:pt x="1271" y="490"/>
                </a:cubicBezTo>
                <a:cubicBezTo>
                  <a:pt x="1271" y="490"/>
                  <a:pt x="1272" y="490"/>
                  <a:pt x="1272" y="490"/>
                </a:cubicBezTo>
                <a:cubicBezTo>
                  <a:pt x="1272" y="490"/>
                  <a:pt x="1272" y="490"/>
                  <a:pt x="1272" y="490"/>
                </a:cubicBezTo>
                <a:cubicBezTo>
                  <a:pt x="1272" y="490"/>
                  <a:pt x="1272" y="490"/>
                  <a:pt x="1273" y="490"/>
                </a:cubicBezTo>
                <a:cubicBezTo>
                  <a:pt x="1273" y="490"/>
                  <a:pt x="1273" y="490"/>
                  <a:pt x="1273" y="490"/>
                </a:cubicBezTo>
                <a:cubicBezTo>
                  <a:pt x="1273" y="490"/>
                  <a:pt x="1273" y="490"/>
                  <a:pt x="1274" y="490"/>
                </a:cubicBezTo>
                <a:cubicBezTo>
                  <a:pt x="1274" y="490"/>
                  <a:pt x="1274" y="490"/>
                  <a:pt x="1274" y="490"/>
                </a:cubicBezTo>
                <a:cubicBezTo>
                  <a:pt x="1274" y="490"/>
                  <a:pt x="1274" y="490"/>
                  <a:pt x="1274" y="490"/>
                </a:cubicBezTo>
                <a:cubicBezTo>
                  <a:pt x="1275" y="490"/>
                  <a:pt x="1275" y="490"/>
                  <a:pt x="1275" y="490"/>
                </a:cubicBezTo>
                <a:cubicBezTo>
                  <a:pt x="1275" y="490"/>
                  <a:pt x="1276" y="490"/>
                  <a:pt x="1276" y="490"/>
                </a:cubicBezTo>
                <a:cubicBezTo>
                  <a:pt x="1276" y="490"/>
                  <a:pt x="1277" y="490"/>
                  <a:pt x="1277" y="490"/>
                </a:cubicBezTo>
                <a:cubicBezTo>
                  <a:pt x="1277" y="490"/>
                  <a:pt x="1277" y="490"/>
                  <a:pt x="1278" y="490"/>
                </a:cubicBezTo>
                <a:cubicBezTo>
                  <a:pt x="1279" y="489"/>
                  <a:pt x="1279" y="489"/>
                  <a:pt x="1279" y="489"/>
                </a:cubicBezTo>
                <a:cubicBezTo>
                  <a:pt x="1280" y="488"/>
                  <a:pt x="1281" y="487"/>
                  <a:pt x="1281" y="486"/>
                </a:cubicBezTo>
                <a:cubicBezTo>
                  <a:pt x="1281" y="485"/>
                  <a:pt x="1281" y="485"/>
                  <a:pt x="1281" y="485"/>
                </a:cubicBezTo>
                <a:cubicBezTo>
                  <a:pt x="1281" y="484"/>
                  <a:pt x="1281" y="484"/>
                  <a:pt x="1280" y="484"/>
                </a:cubicBezTo>
                <a:cubicBezTo>
                  <a:pt x="1280" y="483"/>
                  <a:pt x="1280" y="483"/>
                  <a:pt x="1279" y="483"/>
                </a:cubicBezTo>
                <a:cubicBezTo>
                  <a:pt x="1279" y="482"/>
                  <a:pt x="1278" y="482"/>
                  <a:pt x="1277" y="482"/>
                </a:cubicBezTo>
                <a:cubicBezTo>
                  <a:pt x="1277" y="482"/>
                  <a:pt x="1278" y="482"/>
                  <a:pt x="1277" y="482"/>
                </a:cubicBezTo>
                <a:close/>
                <a:moveTo>
                  <a:pt x="1453" y="482"/>
                </a:moveTo>
                <a:cubicBezTo>
                  <a:pt x="1453" y="482"/>
                  <a:pt x="1453" y="482"/>
                  <a:pt x="1452" y="482"/>
                </a:cubicBezTo>
                <a:cubicBezTo>
                  <a:pt x="1452" y="482"/>
                  <a:pt x="1452" y="482"/>
                  <a:pt x="1452" y="482"/>
                </a:cubicBezTo>
                <a:cubicBezTo>
                  <a:pt x="1451" y="482"/>
                  <a:pt x="1451" y="481"/>
                  <a:pt x="1451" y="481"/>
                </a:cubicBezTo>
                <a:cubicBezTo>
                  <a:pt x="1450" y="481"/>
                  <a:pt x="1450" y="481"/>
                  <a:pt x="1450" y="481"/>
                </a:cubicBezTo>
                <a:cubicBezTo>
                  <a:pt x="1450" y="481"/>
                  <a:pt x="1450" y="481"/>
                  <a:pt x="1449" y="481"/>
                </a:cubicBezTo>
                <a:cubicBezTo>
                  <a:pt x="1449" y="481"/>
                  <a:pt x="1449" y="481"/>
                  <a:pt x="1449" y="481"/>
                </a:cubicBezTo>
                <a:cubicBezTo>
                  <a:pt x="1449" y="481"/>
                  <a:pt x="1449" y="481"/>
                  <a:pt x="1449" y="481"/>
                </a:cubicBezTo>
                <a:cubicBezTo>
                  <a:pt x="1448" y="481"/>
                  <a:pt x="1448" y="481"/>
                  <a:pt x="1448" y="481"/>
                </a:cubicBezTo>
                <a:cubicBezTo>
                  <a:pt x="1448" y="481"/>
                  <a:pt x="1447" y="481"/>
                  <a:pt x="1447" y="481"/>
                </a:cubicBezTo>
                <a:cubicBezTo>
                  <a:pt x="1446" y="481"/>
                  <a:pt x="1446" y="481"/>
                  <a:pt x="1446" y="481"/>
                </a:cubicBezTo>
                <a:cubicBezTo>
                  <a:pt x="1445" y="481"/>
                  <a:pt x="1445" y="482"/>
                  <a:pt x="1444" y="482"/>
                </a:cubicBezTo>
                <a:cubicBezTo>
                  <a:pt x="1444" y="482"/>
                  <a:pt x="1444" y="482"/>
                  <a:pt x="1443" y="482"/>
                </a:cubicBezTo>
                <a:cubicBezTo>
                  <a:pt x="1441" y="483"/>
                  <a:pt x="1439" y="484"/>
                  <a:pt x="1440" y="487"/>
                </a:cubicBezTo>
                <a:cubicBezTo>
                  <a:pt x="1440" y="487"/>
                  <a:pt x="1440" y="487"/>
                  <a:pt x="1440" y="487"/>
                </a:cubicBezTo>
                <a:cubicBezTo>
                  <a:pt x="1440" y="488"/>
                  <a:pt x="1441" y="488"/>
                  <a:pt x="1441" y="488"/>
                </a:cubicBezTo>
                <a:cubicBezTo>
                  <a:pt x="1441" y="488"/>
                  <a:pt x="1441" y="488"/>
                  <a:pt x="1441" y="488"/>
                </a:cubicBezTo>
                <a:cubicBezTo>
                  <a:pt x="1442" y="489"/>
                  <a:pt x="1442" y="489"/>
                  <a:pt x="1442" y="489"/>
                </a:cubicBezTo>
                <a:cubicBezTo>
                  <a:pt x="1444" y="490"/>
                  <a:pt x="1444" y="490"/>
                  <a:pt x="1444" y="490"/>
                </a:cubicBezTo>
                <a:cubicBezTo>
                  <a:pt x="1445" y="490"/>
                  <a:pt x="1446" y="490"/>
                  <a:pt x="1447" y="490"/>
                </a:cubicBezTo>
                <a:cubicBezTo>
                  <a:pt x="1447" y="490"/>
                  <a:pt x="1447" y="490"/>
                  <a:pt x="1447" y="490"/>
                </a:cubicBezTo>
                <a:cubicBezTo>
                  <a:pt x="1447" y="490"/>
                  <a:pt x="1448" y="490"/>
                  <a:pt x="1448" y="490"/>
                </a:cubicBezTo>
                <a:cubicBezTo>
                  <a:pt x="1448" y="490"/>
                  <a:pt x="1448" y="490"/>
                  <a:pt x="1448" y="490"/>
                </a:cubicBezTo>
                <a:cubicBezTo>
                  <a:pt x="1448" y="490"/>
                  <a:pt x="1448" y="490"/>
                  <a:pt x="1449" y="490"/>
                </a:cubicBezTo>
                <a:cubicBezTo>
                  <a:pt x="1449" y="490"/>
                  <a:pt x="1449" y="490"/>
                  <a:pt x="1449" y="490"/>
                </a:cubicBezTo>
                <a:cubicBezTo>
                  <a:pt x="1449" y="490"/>
                  <a:pt x="1449" y="490"/>
                  <a:pt x="1450" y="490"/>
                </a:cubicBezTo>
                <a:cubicBezTo>
                  <a:pt x="1450" y="490"/>
                  <a:pt x="1450" y="490"/>
                  <a:pt x="1450" y="490"/>
                </a:cubicBezTo>
                <a:cubicBezTo>
                  <a:pt x="1450" y="490"/>
                  <a:pt x="1450" y="490"/>
                  <a:pt x="1450" y="490"/>
                </a:cubicBezTo>
                <a:cubicBezTo>
                  <a:pt x="1451" y="490"/>
                  <a:pt x="1451" y="490"/>
                  <a:pt x="1451" y="490"/>
                </a:cubicBezTo>
                <a:cubicBezTo>
                  <a:pt x="1452" y="490"/>
                  <a:pt x="1452" y="490"/>
                  <a:pt x="1452" y="490"/>
                </a:cubicBezTo>
                <a:cubicBezTo>
                  <a:pt x="1452" y="490"/>
                  <a:pt x="1453" y="490"/>
                  <a:pt x="1453" y="490"/>
                </a:cubicBezTo>
                <a:cubicBezTo>
                  <a:pt x="1453" y="490"/>
                  <a:pt x="1453" y="490"/>
                  <a:pt x="1454" y="490"/>
                </a:cubicBezTo>
                <a:cubicBezTo>
                  <a:pt x="1455" y="489"/>
                  <a:pt x="1455" y="489"/>
                  <a:pt x="1455" y="489"/>
                </a:cubicBezTo>
                <a:cubicBezTo>
                  <a:pt x="1456" y="488"/>
                  <a:pt x="1457" y="487"/>
                  <a:pt x="1457" y="486"/>
                </a:cubicBezTo>
                <a:cubicBezTo>
                  <a:pt x="1457" y="485"/>
                  <a:pt x="1457" y="485"/>
                  <a:pt x="1457" y="485"/>
                </a:cubicBezTo>
                <a:cubicBezTo>
                  <a:pt x="1457" y="484"/>
                  <a:pt x="1456" y="484"/>
                  <a:pt x="1456" y="484"/>
                </a:cubicBezTo>
                <a:cubicBezTo>
                  <a:pt x="1456" y="483"/>
                  <a:pt x="1455" y="483"/>
                  <a:pt x="1455" y="483"/>
                </a:cubicBezTo>
                <a:cubicBezTo>
                  <a:pt x="1454" y="482"/>
                  <a:pt x="1454" y="482"/>
                  <a:pt x="1453" y="482"/>
                </a:cubicBezTo>
                <a:cubicBezTo>
                  <a:pt x="1453" y="482"/>
                  <a:pt x="1454" y="482"/>
                  <a:pt x="1453" y="482"/>
                </a:cubicBezTo>
                <a:close/>
                <a:moveTo>
                  <a:pt x="706" y="482"/>
                </a:moveTo>
                <a:cubicBezTo>
                  <a:pt x="705" y="482"/>
                  <a:pt x="705" y="481"/>
                  <a:pt x="705" y="481"/>
                </a:cubicBezTo>
                <a:cubicBezTo>
                  <a:pt x="704" y="481"/>
                  <a:pt x="704" y="481"/>
                  <a:pt x="703" y="481"/>
                </a:cubicBezTo>
                <a:cubicBezTo>
                  <a:pt x="703" y="481"/>
                  <a:pt x="703" y="481"/>
                  <a:pt x="702" y="481"/>
                </a:cubicBezTo>
                <a:cubicBezTo>
                  <a:pt x="702" y="481"/>
                  <a:pt x="701" y="481"/>
                  <a:pt x="701" y="481"/>
                </a:cubicBezTo>
                <a:cubicBezTo>
                  <a:pt x="700" y="481"/>
                  <a:pt x="700" y="481"/>
                  <a:pt x="699" y="481"/>
                </a:cubicBezTo>
                <a:cubicBezTo>
                  <a:pt x="699" y="481"/>
                  <a:pt x="699" y="482"/>
                  <a:pt x="698" y="482"/>
                </a:cubicBezTo>
                <a:cubicBezTo>
                  <a:pt x="698" y="482"/>
                  <a:pt x="697" y="482"/>
                  <a:pt x="697" y="482"/>
                </a:cubicBezTo>
                <a:cubicBezTo>
                  <a:pt x="695" y="483"/>
                  <a:pt x="693" y="484"/>
                  <a:pt x="693" y="487"/>
                </a:cubicBezTo>
                <a:cubicBezTo>
                  <a:pt x="693" y="487"/>
                  <a:pt x="693" y="487"/>
                  <a:pt x="693" y="487"/>
                </a:cubicBezTo>
                <a:cubicBezTo>
                  <a:pt x="693" y="488"/>
                  <a:pt x="693" y="488"/>
                  <a:pt x="693" y="488"/>
                </a:cubicBezTo>
                <a:cubicBezTo>
                  <a:pt x="693" y="488"/>
                  <a:pt x="694" y="488"/>
                  <a:pt x="694" y="488"/>
                </a:cubicBezTo>
                <a:cubicBezTo>
                  <a:pt x="694" y="489"/>
                  <a:pt x="694" y="489"/>
                  <a:pt x="695" y="489"/>
                </a:cubicBezTo>
                <a:cubicBezTo>
                  <a:pt x="696" y="490"/>
                  <a:pt x="696" y="490"/>
                  <a:pt x="696" y="490"/>
                </a:cubicBezTo>
                <a:cubicBezTo>
                  <a:pt x="697" y="490"/>
                  <a:pt x="698" y="490"/>
                  <a:pt x="699" y="490"/>
                </a:cubicBezTo>
                <a:cubicBezTo>
                  <a:pt x="699" y="490"/>
                  <a:pt x="699" y="490"/>
                  <a:pt x="699" y="490"/>
                </a:cubicBezTo>
                <a:cubicBezTo>
                  <a:pt x="699" y="490"/>
                  <a:pt x="700" y="490"/>
                  <a:pt x="700" y="490"/>
                </a:cubicBezTo>
                <a:cubicBezTo>
                  <a:pt x="700" y="490"/>
                  <a:pt x="700" y="490"/>
                  <a:pt x="700" y="490"/>
                </a:cubicBezTo>
                <a:cubicBezTo>
                  <a:pt x="700" y="490"/>
                  <a:pt x="700" y="490"/>
                  <a:pt x="701" y="490"/>
                </a:cubicBezTo>
                <a:cubicBezTo>
                  <a:pt x="701" y="490"/>
                  <a:pt x="701" y="490"/>
                  <a:pt x="701" y="490"/>
                </a:cubicBezTo>
                <a:cubicBezTo>
                  <a:pt x="701" y="490"/>
                  <a:pt x="701" y="490"/>
                  <a:pt x="701" y="490"/>
                </a:cubicBezTo>
                <a:cubicBezTo>
                  <a:pt x="702" y="490"/>
                  <a:pt x="702" y="490"/>
                  <a:pt x="702" y="490"/>
                </a:cubicBezTo>
                <a:cubicBezTo>
                  <a:pt x="702" y="490"/>
                  <a:pt x="702" y="490"/>
                  <a:pt x="702" y="490"/>
                </a:cubicBezTo>
                <a:cubicBezTo>
                  <a:pt x="703" y="490"/>
                  <a:pt x="703" y="490"/>
                  <a:pt x="703" y="490"/>
                </a:cubicBezTo>
                <a:cubicBezTo>
                  <a:pt x="704" y="490"/>
                  <a:pt x="704" y="490"/>
                  <a:pt x="704" y="490"/>
                </a:cubicBezTo>
                <a:cubicBezTo>
                  <a:pt x="704" y="490"/>
                  <a:pt x="705" y="490"/>
                  <a:pt x="705" y="490"/>
                </a:cubicBezTo>
                <a:cubicBezTo>
                  <a:pt x="705" y="490"/>
                  <a:pt x="705" y="490"/>
                  <a:pt x="706" y="490"/>
                </a:cubicBezTo>
                <a:cubicBezTo>
                  <a:pt x="707" y="489"/>
                  <a:pt x="707" y="489"/>
                  <a:pt x="707" y="489"/>
                </a:cubicBezTo>
                <a:cubicBezTo>
                  <a:pt x="709" y="488"/>
                  <a:pt x="709" y="487"/>
                  <a:pt x="710" y="486"/>
                </a:cubicBezTo>
                <a:cubicBezTo>
                  <a:pt x="710" y="485"/>
                  <a:pt x="710" y="485"/>
                  <a:pt x="710" y="485"/>
                </a:cubicBezTo>
                <a:cubicBezTo>
                  <a:pt x="710" y="484"/>
                  <a:pt x="710" y="484"/>
                  <a:pt x="709" y="484"/>
                </a:cubicBezTo>
                <a:cubicBezTo>
                  <a:pt x="709" y="483"/>
                  <a:pt x="709" y="483"/>
                  <a:pt x="708" y="483"/>
                </a:cubicBezTo>
                <a:cubicBezTo>
                  <a:pt x="708" y="482"/>
                  <a:pt x="707" y="482"/>
                  <a:pt x="707" y="482"/>
                </a:cubicBezTo>
                <a:cubicBezTo>
                  <a:pt x="707" y="482"/>
                  <a:pt x="706" y="482"/>
                  <a:pt x="706" y="482"/>
                </a:cubicBezTo>
                <a:close/>
                <a:moveTo>
                  <a:pt x="749" y="482"/>
                </a:moveTo>
                <a:cubicBezTo>
                  <a:pt x="748" y="481"/>
                  <a:pt x="747" y="481"/>
                  <a:pt x="746" y="481"/>
                </a:cubicBezTo>
                <a:cubicBezTo>
                  <a:pt x="746" y="481"/>
                  <a:pt x="745" y="481"/>
                  <a:pt x="745" y="481"/>
                </a:cubicBezTo>
                <a:cubicBezTo>
                  <a:pt x="744" y="481"/>
                  <a:pt x="744" y="481"/>
                  <a:pt x="743" y="481"/>
                </a:cubicBezTo>
                <a:cubicBezTo>
                  <a:pt x="743" y="481"/>
                  <a:pt x="742" y="482"/>
                  <a:pt x="742" y="482"/>
                </a:cubicBezTo>
                <a:cubicBezTo>
                  <a:pt x="742" y="482"/>
                  <a:pt x="741" y="482"/>
                  <a:pt x="741" y="482"/>
                </a:cubicBezTo>
                <a:cubicBezTo>
                  <a:pt x="739" y="483"/>
                  <a:pt x="737" y="484"/>
                  <a:pt x="737" y="487"/>
                </a:cubicBezTo>
                <a:cubicBezTo>
                  <a:pt x="737" y="487"/>
                  <a:pt x="737" y="487"/>
                  <a:pt x="737" y="487"/>
                </a:cubicBezTo>
                <a:cubicBezTo>
                  <a:pt x="737" y="488"/>
                  <a:pt x="737" y="488"/>
                  <a:pt x="737" y="488"/>
                </a:cubicBezTo>
                <a:cubicBezTo>
                  <a:pt x="737" y="488"/>
                  <a:pt x="738" y="488"/>
                  <a:pt x="738" y="488"/>
                </a:cubicBezTo>
                <a:cubicBezTo>
                  <a:pt x="738" y="489"/>
                  <a:pt x="738" y="489"/>
                  <a:pt x="739" y="489"/>
                </a:cubicBezTo>
                <a:cubicBezTo>
                  <a:pt x="740" y="490"/>
                  <a:pt x="740" y="490"/>
                  <a:pt x="740" y="490"/>
                </a:cubicBezTo>
                <a:cubicBezTo>
                  <a:pt x="741" y="490"/>
                  <a:pt x="742" y="490"/>
                  <a:pt x="743" y="490"/>
                </a:cubicBezTo>
                <a:cubicBezTo>
                  <a:pt x="743" y="490"/>
                  <a:pt x="743" y="490"/>
                  <a:pt x="743" y="490"/>
                </a:cubicBezTo>
                <a:cubicBezTo>
                  <a:pt x="743" y="490"/>
                  <a:pt x="744" y="490"/>
                  <a:pt x="744" y="490"/>
                </a:cubicBezTo>
                <a:cubicBezTo>
                  <a:pt x="744" y="490"/>
                  <a:pt x="744" y="490"/>
                  <a:pt x="744" y="490"/>
                </a:cubicBezTo>
                <a:cubicBezTo>
                  <a:pt x="744" y="490"/>
                  <a:pt x="744" y="490"/>
                  <a:pt x="745" y="490"/>
                </a:cubicBezTo>
                <a:cubicBezTo>
                  <a:pt x="745" y="490"/>
                  <a:pt x="745" y="490"/>
                  <a:pt x="745" y="490"/>
                </a:cubicBezTo>
                <a:cubicBezTo>
                  <a:pt x="745" y="490"/>
                  <a:pt x="745" y="490"/>
                  <a:pt x="745" y="490"/>
                </a:cubicBezTo>
                <a:cubicBezTo>
                  <a:pt x="746" y="490"/>
                  <a:pt x="746" y="490"/>
                  <a:pt x="746" y="490"/>
                </a:cubicBezTo>
                <a:cubicBezTo>
                  <a:pt x="746" y="490"/>
                  <a:pt x="746" y="490"/>
                  <a:pt x="746" y="490"/>
                </a:cubicBezTo>
                <a:cubicBezTo>
                  <a:pt x="747" y="490"/>
                  <a:pt x="747" y="490"/>
                  <a:pt x="747" y="490"/>
                </a:cubicBezTo>
                <a:cubicBezTo>
                  <a:pt x="747" y="490"/>
                  <a:pt x="747" y="490"/>
                  <a:pt x="747" y="490"/>
                </a:cubicBezTo>
                <a:cubicBezTo>
                  <a:pt x="747" y="490"/>
                  <a:pt x="748" y="490"/>
                  <a:pt x="748" y="490"/>
                </a:cubicBezTo>
                <a:cubicBezTo>
                  <a:pt x="748" y="490"/>
                  <a:pt x="748" y="490"/>
                  <a:pt x="748" y="490"/>
                </a:cubicBezTo>
                <a:cubicBezTo>
                  <a:pt x="750" y="490"/>
                  <a:pt x="750" y="490"/>
                  <a:pt x="750" y="490"/>
                </a:cubicBezTo>
                <a:cubicBezTo>
                  <a:pt x="751" y="489"/>
                  <a:pt x="751" y="489"/>
                  <a:pt x="751" y="489"/>
                </a:cubicBezTo>
                <a:cubicBezTo>
                  <a:pt x="753" y="488"/>
                  <a:pt x="753" y="487"/>
                  <a:pt x="754" y="486"/>
                </a:cubicBezTo>
                <a:cubicBezTo>
                  <a:pt x="754" y="485"/>
                  <a:pt x="754" y="485"/>
                  <a:pt x="754" y="485"/>
                </a:cubicBezTo>
                <a:cubicBezTo>
                  <a:pt x="754" y="485"/>
                  <a:pt x="754" y="484"/>
                  <a:pt x="754" y="484"/>
                </a:cubicBezTo>
                <a:cubicBezTo>
                  <a:pt x="753" y="484"/>
                  <a:pt x="753" y="483"/>
                  <a:pt x="753" y="483"/>
                </a:cubicBezTo>
                <a:cubicBezTo>
                  <a:pt x="753" y="483"/>
                  <a:pt x="752" y="483"/>
                  <a:pt x="752" y="483"/>
                </a:cubicBezTo>
                <a:cubicBezTo>
                  <a:pt x="751" y="482"/>
                  <a:pt x="751" y="482"/>
                  <a:pt x="751" y="482"/>
                </a:cubicBezTo>
                <a:lnTo>
                  <a:pt x="749" y="482"/>
                </a:lnTo>
                <a:close/>
                <a:moveTo>
                  <a:pt x="663" y="482"/>
                </a:moveTo>
                <a:cubicBezTo>
                  <a:pt x="662" y="482"/>
                  <a:pt x="661" y="481"/>
                  <a:pt x="660" y="481"/>
                </a:cubicBezTo>
                <a:cubicBezTo>
                  <a:pt x="660" y="481"/>
                  <a:pt x="660" y="481"/>
                  <a:pt x="660" y="481"/>
                </a:cubicBezTo>
                <a:cubicBezTo>
                  <a:pt x="659" y="481"/>
                  <a:pt x="659" y="481"/>
                  <a:pt x="659" y="481"/>
                </a:cubicBezTo>
                <a:cubicBezTo>
                  <a:pt x="659" y="481"/>
                  <a:pt x="659" y="481"/>
                  <a:pt x="659" y="481"/>
                </a:cubicBezTo>
                <a:cubicBezTo>
                  <a:pt x="658" y="481"/>
                  <a:pt x="658" y="481"/>
                  <a:pt x="658" y="481"/>
                </a:cubicBezTo>
                <a:cubicBezTo>
                  <a:pt x="658" y="481"/>
                  <a:pt x="657" y="481"/>
                  <a:pt x="657" y="481"/>
                </a:cubicBezTo>
                <a:cubicBezTo>
                  <a:pt x="656" y="481"/>
                  <a:pt x="656" y="481"/>
                  <a:pt x="656" y="481"/>
                </a:cubicBezTo>
                <a:cubicBezTo>
                  <a:pt x="655" y="481"/>
                  <a:pt x="655" y="482"/>
                  <a:pt x="654" y="482"/>
                </a:cubicBezTo>
                <a:cubicBezTo>
                  <a:pt x="654" y="482"/>
                  <a:pt x="654" y="482"/>
                  <a:pt x="653" y="482"/>
                </a:cubicBezTo>
                <a:cubicBezTo>
                  <a:pt x="653" y="482"/>
                  <a:pt x="652" y="482"/>
                  <a:pt x="651" y="483"/>
                </a:cubicBezTo>
                <a:cubicBezTo>
                  <a:pt x="651" y="483"/>
                  <a:pt x="650" y="483"/>
                  <a:pt x="650" y="484"/>
                </a:cubicBezTo>
                <a:cubicBezTo>
                  <a:pt x="650" y="484"/>
                  <a:pt x="649" y="484"/>
                  <a:pt x="649" y="485"/>
                </a:cubicBezTo>
                <a:cubicBezTo>
                  <a:pt x="649" y="485"/>
                  <a:pt x="649" y="485"/>
                  <a:pt x="649" y="487"/>
                </a:cubicBezTo>
                <a:cubicBezTo>
                  <a:pt x="649" y="488"/>
                  <a:pt x="650" y="488"/>
                  <a:pt x="651" y="489"/>
                </a:cubicBezTo>
                <a:cubicBezTo>
                  <a:pt x="652" y="490"/>
                  <a:pt x="652" y="490"/>
                  <a:pt x="652" y="490"/>
                </a:cubicBezTo>
                <a:cubicBezTo>
                  <a:pt x="653" y="490"/>
                  <a:pt x="654" y="490"/>
                  <a:pt x="655" y="490"/>
                </a:cubicBezTo>
                <a:cubicBezTo>
                  <a:pt x="655" y="490"/>
                  <a:pt x="655" y="490"/>
                  <a:pt x="655" y="490"/>
                </a:cubicBezTo>
                <a:cubicBezTo>
                  <a:pt x="655" y="490"/>
                  <a:pt x="656" y="490"/>
                  <a:pt x="656" y="490"/>
                </a:cubicBezTo>
                <a:cubicBezTo>
                  <a:pt x="656" y="490"/>
                  <a:pt x="656" y="490"/>
                  <a:pt x="656" y="490"/>
                </a:cubicBezTo>
                <a:cubicBezTo>
                  <a:pt x="656" y="490"/>
                  <a:pt x="656" y="490"/>
                  <a:pt x="657" y="490"/>
                </a:cubicBezTo>
                <a:cubicBezTo>
                  <a:pt x="657" y="490"/>
                  <a:pt x="657" y="490"/>
                  <a:pt x="657" y="490"/>
                </a:cubicBezTo>
                <a:cubicBezTo>
                  <a:pt x="657" y="490"/>
                  <a:pt x="657" y="490"/>
                  <a:pt x="657" y="490"/>
                </a:cubicBezTo>
                <a:cubicBezTo>
                  <a:pt x="658" y="490"/>
                  <a:pt x="658" y="490"/>
                  <a:pt x="658" y="490"/>
                </a:cubicBezTo>
                <a:cubicBezTo>
                  <a:pt x="658" y="490"/>
                  <a:pt x="658" y="490"/>
                  <a:pt x="658" y="490"/>
                </a:cubicBezTo>
                <a:cubicBezTo>
                  <a:pt x="659" y="490"/>
                  <a:pt x="659" y="490"/>
                  <a:pt x="659" y="490"/>
                </a:cubicBezTo>
                <a:cubicBezTo>
                  <a:pt x="660" y="490"/>
                  <a:pt x="660" y="490"/>
                  <a:pt x="660" y="490"/>
                </a:cubicBezTo>
                <a:cubicBezTo>
                  <a:pt x="660" y="490"/>
                  <a:pt x="661" y="490"/>
                  <a:pt x="661" y="490"/>
                </a:cubicBezTo>
                <a:cubicBezTo>
                  <a:pt x="661" y="490"/>
                  <a:pt x="661" y="490"/>
                  <a:pt x="662" y="490"/>
                </a:cubicBezTo>
                <a:cubicBezTo>
                  <a:pt x="663" y="489"/>
                  <a:pt x="663" y="489"/>
                  <a:pt x="663" y="489"/>
                </a:cubicBezTo>
                <a:cubicBezTo>
                  <a:pt x="665" y="488"/>
                  <a:pt x="666" y="487"/>
                  <a:pt x="666" y="486"/>
                </a:cubicBezTo>
                <a:cubicBezTo>
                  <a:pt x="666" y="485"/>
                  <a:pt x="666" y="485"/>
                  <a:pt x="666" y="485"/>
                </a:cubicBezTo>
                <a:cubicBezTo>
                  <a:pt x="666" y="484"/>
                  <a:pt x="666" y="484"/>
                  <a:pt x="665" y="484"/>
                </a:cubicBezTo>
                <a:cubicBezTo>
                  <a:pt x="665" y="483"/>
                  <a:pt x="665" y="483"/>
                  <a:pt x="664" y="483"/>
                </a:cubicBezTo>
                <a:cubicBezTo>
                  <a:pt x="664" y="482"/>
                  <a:pt x="663" y="482"/>
                  <a:pt x="663" y="482"/>
                </a:cubicBezTo>
                <a:cubicBezTo>
                  <a:pt x="663" y="482"/>
                  <a:pt x="663" y="482"/>
                  <a:pt x="663" y="482"/>
                </a:cubicBezTo>
                <a:close/>
                <a:moveTo>
                  <a:pt x="619" y="482"/>
                </a:moveTo>
                <a:cubicBezTo>
                  <a:pt x="619" y="482"/>
                  <a:pt x="618" y="482"/>
                  <a:pt x="618" y="482"/>
                </a:cubicBezTo>
                <a:cubicBezTo>
                  <a:pt x="618" y="482"/>
                  <a:pt x="617" y="481"/>
                  <a:pt x="617" y="481"/>
                </a:cubicBezTo>
                <a:cubicBezTo>
                  <a:pt x="616" y="481"/>
                  <a:pt x="616" y="481"/>
                  <a:pt x="616" y="481"/>
                </a:cubicBezTo>
                <a:cubicBezTo>
                  <a:pt x="615" y="481"/>
                  <a:pt x="615" y="481"/>
                  <a:pt x="614" y="481"/>
                </a:cubicBezTo>
                <a:cubicBezTo>
                  <a:pt x="614" y="481"/>
                  <a:pt x="613" y="481"/>
                  <a:pt x="613" y="481"/>
                </a:cubicBezTo>
                <a:cubicBezTo>
                  <a:pt x="613" y="481"/>
                  <a:pt x="612" y="481"/>
                  <a:pt x="612" y="481"/>
                </a:cubicBezTo>
                <a:cubicBezTo>
                  <a:pt x="611" y="481"/>
                  <a:pt x="611" y="482"/>
                  <a:pt x="610" y="482"/>
                </a:cubicBezTo>
                <a:cubicBezTo>
                  <a:pt x="610" y="482"/>
                  <a:pt x="610" y="482"/>
                  <a:pt x="609" y="482"/>
                </a:cubicBezTo>
                <a:cubicBezTo>
                  <a:pt x="607" y="483"/>
                  <a:pt x="605" y="484"/>
                  <a:pt x="605" y="487"/>
                </a:cubicBezTo>
                <a:cubicBezTo>
                  <a:pt x="605" y="487"/>
                  <a:pt x="605" y="487"/>
                  <a:pt x="605" y="487"/>
                </a:cubicBezTo>
                <a:cubicBezTo>
                  <a:pt x="605" y="488"/>
                  <a:pt x="605" y="488"/>
                  <a:pt x="605" y="488"/>
                </a:cubicBezTo>
                <a:cubicBezTo>
                  <a:pt x="605" y="488"/>
                  <a:pt x="606" y="488"/>
                  <a:pt x="606" y="488"/>
                </a:cubicBezTo>
                <a:cubicBezTo>
                  <a:pt x="606" y="489"/>
                  <a:pt x="606" y="489"/>
                  <a:pt x="607" y="489"/>
                </a:cubicBezTo>
                <a:cubicBezTo>
                  <a:pt x="608" y="490"/>
                  <a:pt x="608" y="490"/>
                  <a:pt x="608" y="490"/>
                </a:cubicBezTo>
                <a:cubicBezTo>
                  <a:pt x="609" y="490"/>
                  <a:pt x="610" y="490"/>
                  <a:pt x="611" y="490"/>
                </a:cubicBezTo>
                <a:cubicBezTo>
                  <a:pt x="611" y="490"/>
                  <a:pt x="611" y="490"/>
                  <a:pt x="611" y="490"/>
                </a:cubicBezTo>
                <a:cubicBezTo>
                  <a:pt x="611" y="490"/>
                  <a:pt x="612" y="490"/>
                  <a:pt x="612" y="490"/>
                </a:cubicBezTo>
                <a:cubicBezTo>
                  <a:pt x="612" y="490"/>
                  <a:pt x="612" y="490"/>
                  <a:pt x="612" y="490"/>
                </a:cubicBezTo>
                <a:cubicBezTo>
                  <a:pt x="612" y="490"/>
                  <a:pt x="612" y="490"/>
                  <a:pt x="613" y="490"/>
                </a:cubicBezTo>
                <a:cubicBezTo>
                  <a:pt x="613" y="490"/>
                  <a:pt x="613" y="490"/>
                  <a:pt x="613" y="490"/>
                </a:cubicBezTo>
                <a:cubicBezTo>
                  <a:pt x="613" y="490"/>
                  <a:pt x="613" y="490"/>
                  <a:pt x="614" y="490"/>
                </a:cubicBezTo>
                <a:cubicBezTo>
                  <a:pt x="614" y="490"/>
                  <a:pt x="614" y="490"/>
                  <a:pt x="614" y="490"/>
                </a:cubicBezTo>
                <a:cubicBezTo>
                  <a:pt x="614" y="490"/>
                  <a:pt x="614" y="490"/>
                  <a:pt x="614" y="490"/>
                </a:cubicBezTo>
                <a:cubicBezTo>
                  <a:pt x="615" y="490"/>
                  <a:pt x="615" y="490"/>
                  <a:pt x="615" y="490"/>
                </a:cubicBezTo>
                <a:cubicBezTo>
                  <a:pt x="616" y="490"/>
                  <a:pt x="616" y="490"/>
                  <a:pt x="616" y="490"/>
                </a:cubicBezTo>
                <a:cubicBezTo>
                  <a:pt x="616" y="490"/>
                  <a:pt x="617" y="490"/>
                  <a:pt x="617" y="490"/>
                </a:cubicBezTo>
                <a:cubicBezTo>
                  <a:pt x="617" y="490"/>
                  <a:pt x="617" y="490"/>
                  <a:pt x="618" y="490"/>
                </a:cubicBezTo>
                <a:cubicBezTo>
                  <a:pt x="619" y="489"/>
                  <a:pt x="619" y="489"/>
                  <a:pt x="619" y="489"/>
                </a:cubicBezTo>
                <a:cubicBezTo>
                  <a:pt x="621" y="488"/>
                  <a:pt x="622" y="487"/>
                  <a:pt x="622" y="486"/>
                </a:cubicBezTo>
                <a:cubicBezTo>
                  <a:pt x="622" y="485"/>
                  <a:pt x="622" y="485"/>
                  <a:pt x="622" y="485"/>
                </a:cubicBezTo>
                <a:cubicBezTo>
                  <a:pt x="622" y="484"/>
                  <a:pt x="622" y="484"/>
                  <a:pt x="622" y="484"/>
                </a:cubicBezTo>
                <a:cubicBezTo>
                  <a:pt x="621" y="483"/>
                  <a:pt x="621" y="483"/>
                  <a:pt x="621" y="483"/>
                </a:cubicBezTo>
                <a:cubicBezTo>
                  <a:pt x="620" y="482"/>
                  <a:pt x="620" y="482"/>
                  <a:pt x="619" y="482"/>
                </a:cubicBezTo>
                <a:cubicBezTo>
                  <a:pt x="619" y="482"/>
                  <a:pt x="620" y="482"/>
                  <a:pt x="619" y="482"/>
                </a:cubicBezTo>
                <a:close/>
                <a:moveTo>
                  <a:pt x="575" y="482"/>
                </a:moveTo>
                <a:cubicBezTo>
                  <a:pt x="575" y="482"/>
                  <a:pt x="575" y="482"/>
                  <a:pt x="574" y="482"/>
                </a:cubicBezTo>
                <a:cubicBezTo>
                  <a:pt x="574" y="482"/>
                  <a:pt x="574" y="482"/>
                  <a:pt x="574" y="482"/>
                </a:cubicBezTo>
                <a:cubicBezTo>
                  <a:pt x="574" y="482"/>
                  <a:pt x="573" y="481"/>
                  <a:pt x="573" y="481"/>
                </a:cubicBezTo>
                <a:cubicBezTo>
                  <a:pt x="573" y="481"/>
                  <a:pt x="572" y="481"/>
                  <a:pt x="572" y="481"/>
                </a:cubicBezTo>
                <a:cubicBezTo>
                  <a:pt x="572" y="481"/>
                  <a:pt x="572" y="481"/>
                  <a:pt x="572" y="481"/>
                </a:cubicBezTo>
                <a:cubicBezTo>
                  <a:pt x="572" y="481"/>
                  <a:pt x="571" y="481"/>
                  <a:pt x="571" y="481"/>
                </a:cubicBezTo>
                <a:cubicBezTo>
                  <a:pt x="571" y="481"/>
                  <a:pt x="571" y="481"/>
                  <a:pt x="571" y="481"/>
                </a:cubicBezTo>
                <a:cubicBezTo>
                  <a:pt x="571" y="481"/>
                  <a:pt x="571" y="481"/>
                  <a:pt x="570" y="481"/>
                </a:cubicBezTo>
                <a:cubicBezTo>
                  <a:pt x="570" y="481"/>
                  <a:pt x="570" y="481"/>
                  <a:pt x="569" y="481"/>
                </a:cubicBezTo>
                <a:cubicBezTo>
                  <a:pt x="569" y="481"/>
                  <a:pt x="568" y="481"/>
                  <a:pt x="568" y="481"/>
                </a:cubicBezTo>
                <a:cubicBezTo>
                  <a:pt x="567" y="481"/>
                  <a:pt x="567" y="482"/>
                  <a:pt x="567" y="482"/>
                </a:cubicBezTo>
                <a:cubicBezTo>
                  <a:pt x="566" y="482"/>
                  <a:pt x="566" y="482"/>
                  <a:pt x="565" y="482"/>
                </a:cubicBezTo>
                <a:cubicBezTo>
                  <a:pt x="563" y="483"/>
                  <a:pt x="561" y="484"/>
                  <a:pt x="561" y="487"/>
                </a:cubicBezTo>
                <a:cubicBezTo>
                  <a:pt x="561" y="487"/>
                  <a:pt x="561" y="487"/>
                  <a:pt x="561" y="487"/>
                </a:cubicBezTo>
                <a:cubicBezTo>
                  <a:pt x="561" y="488"/>
                  <a:pt x="561" y="488"/>
                  <a:pt x="561" y="488"/>
                </a:cubicBezTo>
                <a:cubicBezTo>
                  <a:pt x="561" y="488"/>
                  <a:pt x="562" y="488"/>
                  <a:pt x="562" y="488"/>
                </a:cubicBezTo>
                <a:cubicBezTo>
                  <a:pt x="562" y="489"/>
                  <a:pt x="562" y="489"/>
                  <a:pt x="563" y="489"/>
                </a:cubicBezTo>
                <a:cubicBezTo>
                  <a:pt x="564" y="490"/>
                  <a:pt x="564" y="490"/>
                  <a:pt x="564" y="490"/>
                </a:cubicBezTo>
                <a:cubicBezTo>
                  <a:pt x="565" y="490"/>
                  <a:pt x="566" y="490"/>
                  <a:pt x="567" y="490"/>
                </a:cubicBezTo>
                <a:cubicBezTo>
                  <a:pt x="567" y="490"/>
                  <a:pt x="567" y="490"/>
                  <a:pt x="567" y="490"/>
                </a:cubicBezTo>
                <a:cubicBezTo>
                  <a:pt x="567" y="490"/>
                  <a:pt x="568" y="490"/>
                  <a:pt x="568" y="490"/>
                </a:cubicBezTo>
                <a:cubicBezTo>
                  <a:pt x="568" y="490"/>
                  <a:pt x="568" y="490"/>
                  <a:pt x="568" y="490"/>
                </a:cubicBezTo>
                <a:cubicBezTo>
                  <a:pt x="568" y="490"/>
                  <a:pt x="568" y="490"/>
                  <a:pt x="569" y="490"/>
                </a:cubicBezTo>
                <a:cubicBezTo>
                  <a:pt x="569" y="490"/>
                  <a:pt x="569" y="490"/>
                  <a:pt x="569" y="490"/>
                </a:cubicBezTo>
                <a:cubicBezTo>
                  <a:pt x="569" y="490"/>
                  <a:pt x="569" y="490"/>
                  <a:pt x="569" y="490"/>
                </a:cubicBezTo>
                <a:cubicBezTo>
                  <a:pt x="570" y="490"/>
                  <a:pt x="570" y="490"/>
                  <a:pt x="570" y="490"/>
                </a:cubicBezTo>
                <a:cubicBezTo>
                  <a:pt x="570" y="490"/>
                  <a:pt x="570" y="490"/>
                  <a:pt x="570" y="490"/>
                </a:cubicBezTo>
                <a:cubicBezTo>
                  <a:pt x="571" y="490"/>
                  <a:pt x="571" y="490"/>
                  <a:pt x="571" y="490"/>
                </a:cubicBezTo>
                <a:cubicBezTo>
                  <a:pt x="572" y="490"/>
                  <a:pt x="572" y="490"/>
                  <a:pt x="572" y="490"/>
                </a:cubicBezTo>
                <a:cubicBezTo>
                  <a:pt x="572" y="490"/>
                  <a:pt x="573" y="490"/>
                  <a:pt x="573" y="490"/>
                </a:cubicBezTo>
                <a:cubicBezTo>
                  <a:pt x="573" y="490"/>
                  <a:pt x="573" y="490"/>
                  <a:pt x="574" y="490"/>
                </a:cubicBezTo>
                <a:cubicBezTo>
                  <a:pt x="575" y="489"/>
                  <a:pt x="575" y="489"/>
                  <a:pt x="575" y="489"/>
                </a:cubicBezTo>
                <a:cubicBezTo>
                  <a:pt x="577" y="488"/>
                  <a:pt x="578" y="487"/>
                  <a:pt x="578" y="486"/>
                </a:cubicBezTo>
                <a:cubicBezTo>
                  <a:pt x="578" y="485"/>
                  <a:pt x="578" y="485"/>
                  <a:pt x="578" y="485"/>
                </a:cubicBezTo>
                <a:cubicBezTo>
                  <a:pt x="578" y="484"/>
                  <a:pt x="578" y="484"/>
                  <a:pt x="578" y="484"/>
                </a:cubicBezTo>
                <a:cubicBezTo>
                  <a:pt x="577" y="483"/>
                  <a:pt x="577" y="483"/>
                  <a:pt x="577" y="483"/>
                </a:cubicBezTo>
                <a:cubicBezTo>
                  <a:pt x="576" y="482"/>
                  <a:pt x="576" y="482"/>
                  <a:pt x="575" y="482"/>
                </a:cubicBezTo>
                <a:cubicBezTo>
                  <a:pt x="575" y="482"/>
                  <a:pt x="576" y="482"/>
                  <a:pt x="575" y="482"/>
                </a:cubicBezTo>
                <a:close/>
                <a:moveTo>
                  <a:pt x="531" y="482"/>
                </a:moveTo>
                <a:cubicBezTo>
                  <a:pt x="530" y="481"/>
                  <a:pt x="528" y="481"/>
                  <a:pt x="527" y="481"/>
                </a:cubicBezTo>
                <a:cubicBezTo>
                  <a:pt x="526" y="481"/>
                  <a:pt x="526" y="481"/>
                  <a:pt x="525" y="481"/>
                </a:cubicBezTo>
                <a:cubicBezTo>
                  <a:pt x="525" y="481"/>
                  <a:pt x="524" y="481"/>
                  <a:pt x="524" y="481"/>
                </a:cubicBezTo>
                <a:cubicBezTo>
                  <a:pt x="523" y="481"/>
                  <a:pt x="523" y="482"/>
                  <a:pt x="523" y="482"/>
                </a:cubicBezTo>
                <a:cubicBezTo>
                  <a:pt x="522" y="482"/>
                  <a:pt x="522" y="482"/>
                  <a:pt x="521" y="482"/>
                </a:cubicBezTo>
                <a:cubicBezTo>
                  <a:pt x="521" y="482"/>
                  <a:pt x="520" y="482"/>
                  <a:pt x="520" y="483"/>
                </a:cubicBezTo>
                <a:cubicBezTo>
                  <a:pt x="519" y="483"/>
                  <a:pt x="519" y="483"/>
                  <a:pt x="518" y="484"/>
                </a:cubicBezTo>
                <a:cubicBezTo>
                  <a:pt x="518" y="484"/>
                  <a:pt x="518" y="484"/>
                  <a:pt x="517" y="485"/>
                </a:cubicBezTo>
                <a:cubicBezTo>
                  <a:pt x="517" y="485"/>
                  <a:pt x="517" y="485"/>
                  <a:pt x="517" y="487"/>
                </a:cubicBezTo>
                <a:cubicBezTo>
                  <a:pt x="517" y="487"/>
                  <a:pt x="517" y="487"/>
                  <a:pt x="517" y="487"/>
                </a:cubicBezTo>
                <a:cubicBezTo>
                  <a:pt x="517" y="488"/>
                  <a:pt x="517" y="488"/>
                  <a:pt x="517" y="488"/>
                </a:cubicBezTo>
                <a:cubicBezTo>
                  <a:pt x="518" y="488"/>
                  <a:pt x="518" y="488"/>
                  <a:pt x="518" y="488"/>
                </a:cubicBezTo>
                <a:cubicBezTo>
                  <a:pt x="518" y="489"/>
                  <a:pt x="518" y="489"/>
                  <a:pt x="519" y="489"/>
                </a:cubicBezTo>
                <a:cubicBezTo>
                  <a:pt x="520" y="490"/>
                  <a:pt x="520" y="490"/>
                  <a:pt x="520" y="490"/>
                </a:cubicBezTo>
                <a:cubicBezTo>
                  <a:pt x="521" y="490"/>
                  <a:pt x="522" y="490"/>
                  <a:pt x="523" y="490"/>
                </a:cubicBezTo>
                <a:cubicBezTo>
                  <a:pt x="523" y="490"/>
                  <a:pt x="523" y="490"/>
                  <a:pt x="523" y="490"/>
                </a:cubicBezTo>
                <a:cubicBezTo>
                  <a:pt x="523" y="490"/>
                  <a:pt x="524" y="490"/>
                  <a:pt x="524" y="490"/>
                </a:cubicBezTo>
                <a:cubicBezTo>
                  <a:pt x="524" y="490"/>
                  <a:pt x="524" y="490"/>
                  <a:pt x="524" y="490"/>
                </a:cubicBezTo>
                <a:cubicBezTo>
                  <a:pt x="524" y="490"/>
                  <a:pt x="524" y="490"/>
                  <a:pt x="525" y="490"/>
                </a:cubicBezTo>
                <a:cubicBezTo>
                  <a:pt x="525" y="490"/>
                  <a:pt x="525" y="490"/>
                  <a:pt x="525" y="490"/>
                </a:cubicBezTo>
                <a:cubicBezTo>
                  <a:pt x="525" y="490"/>
                  <a:pt x="525" y="490"/>
                  <a:pt x="525" y="490"/>
                </a:cubicBezTo>
                <a:cubicBezTo>
                  <a:pt x="526" y="490"/>
                  <a:pt x="526" y="490"/>
                  <a:pt x="526" y="490"/>
                </a:cubicBezTo>
                <a:cubicBezTo>
                  <a:pt x="526" y="490"/>
                  <a:pt x="526" y="490"/>
                  <a:pt x="526" y="490"/>
                </a:cubicBezTo>
                <a:cubicBezTo>
                  <a:pt x="527" y="490"/>
                  <a:pt x="527" y="490"/>
                  <a:pt x="527" y="490"/>
                </a:cubicBezTo>
                <a:cubicBezTo>
                  <a:pt x="528" y="490"/>
                  <a:pt x="528" y="490"/>
                  <a:pt x="528" y="490"/>
                </a:cubicBezTo>
                <a:cubicBezTo>
                  <a:pt x="528" y="490"/>
                  <a:pt x="529" y="490"/>
                  <a:pt x="529" y="490"/>
                </a:cubicBezTo>
                <a:cubicBezTo>
                  <a:pt x="529" y="490"/>
                  <a:pt x="529" y="490"/>
                  <a:pt x="530" y="490"/>
                </a:cubicBezTo>
                <a:cubicBezTo>
                  <a:pt x="531" y="489"/>
                  <a:pt x="531" y="489"/>
                  <a:pt x="531" y="489"/>
                </a:cubicBezTo>
                <a:cubicBezTo>
                  <a:pt x="533" y="488"/>
                  <a:pt x="534" y="487"/>
                  <a:pt x="534" y="486"/>
                </a:cubicBezTo>
                <a:cubicBezTo>
                  <a:pt x="534" y="485"/>
                  <a:pt x="534" y="485"/>
                  <a:pt x="534" y="485"/>
                </a:cubicBezTo>
                <a:cubicBezTo>
                  <a:pt x="534" y="484"/>
                  <a:pt x="534" y="484"/>
                  <a:pt x="534" y="484"/>
                </a:cubicBezTo>
                <a:cubicBezTo>
                  <a:pt x="533" y="483"/>
                  <a:pt x="533" y="483"/>
                  <a:pt x="533" y="483"/>
                </a:cubicBezTo>
                <a:cubicBezTo>
                  <a:pt x="532" y="482"/>
                  <a:pt x="532" y="482"/>
                  <a:pt x="531" y="482"/>
                </a:cubicBezTo>
                <a:cubicBezTo>
                  <a:pt x="531" y="482"/>
                  <a:pt x="532" y="482"/>
                  <a:pt x="531" y="482"/>
                </a:cubicBezTo>
                <a:close/>
                <a:moveTo>
                  <a:pt x="2112" y="482"/>
                </a:moveTo>
                <a:cubicBezTo>
                  <a:pt x="2111" y="482"/>
                  <a:pt x="2111" y="482"/>
                  <a:pt x="2110" y="482"/>
                </a:cubicBezTo>
                <a:cubicBezTo>
                  <a:pt x="2110" y="482"/>
                  <a:pt x="2109" y="481"/>
                  <a:pt x="2109" y="481"/>
                </a:cubicBezTo>
                <a:cubicBezTo>
                  <a:pt x="2109" y="481"/>
                  <a:pt x="2108" y="481"/>
                  <a:pt x="2108" y="481"/>
                </a:cubicBezTo>
                <a:cubicBezTo>
                  <a:pt x="2107" y="481"/>
                  <a:pt x="2107" y="481"/>
                  <a:pt x="2106" y="481"/>
                </a:cubicBezTo>
                <a:cubicBezTo>
                  <a:pt x="2106" y="481"/>
                  <a:pt x="2106" y="481"/>
                  <a:pt x="2105" y="481"/>
                </a:cubicBezTo>
                <a:cubicBezTo>
                  <a:pt x="2105" y="481"/>
                  <a:pt x="2104" y="481"/>
                  <a:pt x="2104" y="481"/>
                </a:cubicBezTo>
                <a:cubicBezTo>
                  <a:pt x="2103" y="481"/>
                  <a:pt x="2103" y="482"/>
                  <a:pt x="2103" y="482"/>
                </a:cubicBezTo>
                <a:cubicBezTo>
                  <a:pt x="2102" y="482"/>
                  <a:pt x="2102" y="482"/>
                  <a:pt x="2102" y="482"/>
                </a:cubicBezTo>
                <a:cubicBezTo>
                  <a:pt x="2101" y="482"/>
                  <a:pt x="2101" y="482"/>
                  <a:pt x="2100" y="483"/>
                </a:cubicBezTo>
                <a:cubicBezTo>
                  <a:pt x="2100" y="483"/>
                  <a:pt x="2100" y="483"/>
                  <a:pt x="2099" y="484"/>
                </a:cubicBezTo>
                <a:cubicBezTo>
                  <a:pt x="2099" y="484"/>
                  <a:pt x="2099" y="484"/>
                  <a:pt x="2099" y="485"/>
                </a:cubicBezTo>
                <a:cubicBezTo>
                  <a:pt x="2099" y="485"/>
                  <a:pt x="2099" y="485"/>
                  <a:pt x="2099" y="487"/>
                </a:cubicBezTo>
                <a:cubicBezTo>
                  <a:pt x="2100" y="488"/>
                  <a:pt x="2101" y="488"/>
                  <a:pt x="2102" y="489"/>
                </a:cubicBezTo>
                <a:cubicBezTo>
                  <a:pt x="2104" y="490"/>
                  <a:pt x="2104" y="490"/>
                  <a:pt x="2104" y="490"/>
                </a:cubicBezTo>
                <a:cubicBezTo>
                  <a:pt x="2105" y="490"/>
                  <a:pt x="2106" y="490"/>
                  <a:pt x="2107" y="490"/>
                </a:cubicBezTo>
                <a:cubicBezTo>
                  <a:pt x="2107" y="490"/>
                  <a:pt x="2107" y="490"/>
                  <a:pt x="2107" y="490"/>
                </a:cubicBezTo>
                <a:cubicBezTo>
                  <a:pt x="2107" y="490"/>
                  <a:pt x="2108" y="490"/>
                  <a:pt x="2108" y="490"/>
                </a:cubicBezTo>
                <a:cubicBezTo>
                  <a:pt x="2108" y="490"/>
                  <a:pt x="2108" y="490"/>
                  <a:pt x="2108" y="490"/>
                </a:cubicBezTo>
                <a:cubicBezTo>
                  <a:pt x="2108" y="490"/>
                  <a:pt x="2108" y="490"/>
                  <a:pt x="2109" y="490"/>
                </a:cubicBezTo>
                <a:cubicBezTo>
                  <a:pt x="2109" y="490"/>
                  <a:pt x="2109" y="490"/>
                  <a:pt x="2109" y="490"/>
                </a:cubicBezTo>
                <a:cubicBezTo>
                  <a:pt x="2109" y="490"/>
                  <a:pt x="2109" y="490"/>
                  <a:pt x="2110" y="490"/>
                </a:cubicBezTo>
                <a:cubicBezTo>
                  <a:pt x="2110" y="490"/>
                  <a:pt x="2110" y="490"/>
                  <a:pt x="2110" y="490"/>
                </a:cubicBezTo>
                <a:cubicBezTo>
                  <a:pt x="2110" y="490"/>
                  <a:pt x="2110" y="490"/>
                  <a:pt x="2110" y="490"/>
                </a:cubicBezTo>
                <a:cubicBezTo>
                  <a:pt x="2111" y="490"/>
                  <a:pt x="2111" y="490"/>
                  <a:pt x="2111" y="490"/>
                </a:cubicBezTo>
                <a:cubicBezTo>
                  <a:pt x="2111" y="490"/>
                  <a:pt x="2112" y="490"/>
                  <a:pt x="2112" y="490"/>
                </a:cubicBezTo>
                <a:cubicBezTo>
                  <a:pt x="2112" y="490"/>
                  <a:pt x="2112" y="490"/>
                  <a:pt x="2113" y="490"/>
                </a:cubicBezTo>
                <a:cubicBezTo>
                  <a:pt x="2113" y="490"/>
                  <a:pt x="2113" y="490"/>
                  <a:pt x="2113" y="490"/>
                </a:cubicBezTo>
                <a:cubicBezTo>
                  <a:pt x="2115" y="489"/>
                  <a:pt x="2115" y="489"/>
                  <a:pt x="2115" y="489"/>
                </a:cubicBezTo>
                <a:cubicBezTo>
                  <a:pt x="2116" y="488"/>
                  <a:pt x="2116" y="487"/>
                  <a:pt x="2116" y="486"/>
                </a:cubicBezTo>
                <a:cubicBezTo>
                  <a:pt x="2116" y="485"/>
                  <a:pt x="2116" y="485"/>
                  <a:pt x="2116" y="485"/>
                </a:cubicBezTo>
                <a:cubicBezTo>
                  <a:pt x="2115" y="484"/>
                  <a:pt x="2115" y="484"/>
                  <a:pt x="2115" y="484"/>
                </a:cubicBezTo>
                <a:cubicBezTo>
                  <a:pt x="2114" y="483"/>
                  <a:pt x="2114" y="483"/>
                  <a:pt x="2113" y="483"/>
                </a:cubicBezTo>
                <a:cubicBezTo>
                  <a:pt x="2113" y="482"/>
                  <a:pt x="2112" y="482"/>
                  <a:pt x="2112" y="482"/>
                </a:cubicBezTo>
                <a:cubicBezTo>
                  <a:pt x="2111" y="482"/>
                  <a:pt x="2112" y="482"/>
                  <a:pt x="2112" y="482"/>
                </a:cubicBezTo>
                <a:close/>
                <a:moveTo>
                  <a:pt x="2024" y="482"/>
                </a:moveTo>
                <a:cubicBezTo>
                  <a:pt x="2022" y="481"/>
                  <a:pt x="2020" y="481"/>
                  <a:pt x="2019" y="481"/>
                </a:cubicBezTo>
                <a:cubicBezTo>
                  <a:pt x="2018" y="481"/>
                  <a:pt x="2018" y="481"/>
                  <a:pt x="2017" y="481"/>
                </a:cubicBezTo>
                <a:cubicBezTo>
                  <a:pt x="2017" y="481"/>
                  <a:pt x="2016" y="481"/>
                  <a:pt x="2016" y="481"/>
                </a:cubicBezTo>
                <a:cubicBezTo>
                  <a:pt x="2016" y="481"/>
                  <a:pt x="2015" y="482"/>
                  <a:pt x="2015" y="482"/>
                </a:cubicBezTo>
                <a:cubicBezTo>
                  <a:pt x="2015" y="482"/>
                  <a:pt x="2014" y="482"/>
                  <a:pt x="2014" y="482"/>
                </a:cubicBezTo>
                <a:cubicBezTo>
                  <a:pt x="2013" y="482"/>
                  <a:pt x="2013" y="482"/>
                  <a:pt x="2012" y="483"/>
                </a:cubicBezTo>
                <a:cubicBezTo>
                  <a:pt x="2012" y="483"/>
                  <a:pt x="2012" y="483"/>
                  <a:pt x="2011" y="484"/>
                </a:cubicBezTo>
                <a:cubicBezTo>
                  <a:pt x="2011" y="484"/>
                  <a:pt x="2011" y="484"/>
                  <a:pt x="2011" y="485"/>
                </a:cubicBezTo>
                <a:cubicBezTo>
                  <a:pt x="2011" y="485"/>
                  <a:pt x="2011" y="485"/>
                  <a:pt x="2011" y="487"/>
                </a:cubicBezTo>
                <a:cubicBezTo>
                  <a:pt x="2011" y="487"/>
                  <a:pt x="2012" y="487"/>
                  <a:pt x="2012" y="487"/>
                </a:cubicBezTo>
                <a:cubicBezTo>
                  <a:pt x="2012" y="488"/>
                  <a:pt x="2012" y="488"/>
                  <a:pt x="2012" y="488"/>
                </a:cubicBezTo>
                <a:cubicBezTo>
                  <a:pt x="2013" y="488"/>
                  <a:pt x="2013" y="488"/>
                  <a:pt x="2013" y="488"/>
                </a:cubicBezTo>
                <a:cubicBezTo>
                  <a:pt x="2014" y="489"/>
                  <a:pt x="2014" y="489"/>
                  <a:pt x="2014" y="489"/>
                </a:cubicBezTo>
                <a:cubicBezTo>
                  <a:pt x="2016" y="490"/>
                  <a:pt x="2016" y="490"/>
                  <a:pt x="2016" y="490"/>
                </a:cubicBezTo>
                <a:cubicBezTo>
                  <a:pt x="2017" y="490"/>
                  <a:pt x="2018" y="490"/>
                  <a:pt x="2019" y="490"/>
                </a:cubicBezTo>
                <a:cubicBezTo>
                  <a:pt x="2019" y="490"/>
                  <a:pt x="2019" y="490"/>
                  <a:pt x="2019" y="490"/>
                </a:cubicBezTo>
                <a:cubicBezTo>
                  <a:pt x="2019" y="490"/>
                  <a:pt x="2020" y="490"/>
                  <a:pt x="2020" y="490"/>
                </a:cubicBezTo>
                <a:cubicBezTo>
                  <a:pt x="2020" y="490"/>
                  <a:pt x="2020" y="490"/>
                  <a:pt x="2020" y="490"/>
                </a:cubicBezTo>
                <a:cubicBezTo>
                  <a:pt x="2020" y="490"/>
                  <a:pt x="2020" y="490"/>
                  <a:pt x="2021" y="490"/>
                </a:cubicBezTo>
                <a:cubicBezTo>
                  <a:pt x="2021" y="490"/>
                  <a:pt x="2021" y="490"/>
                  <a:pt x="2021" y="490"/>
                </a:cubicBezTo>
                <a:cubicBezTo>
                  <a:pt x="2021" y="490"/>
                  <a:pt x="2021" y="490"/>
                  <a:pt x="2022" y="490"/>
                </a:cubicBezTo>
                <a:cubicBezTo>
                  <a:pt x="2022" y="490"/>
                  <a:pt x="2022" y="490"/>
                  <a:pt x="2022" y="490"/>
                </a:cubicBezTo>
                <a:cubicBezTo>
                  <a:pt x="2022" y="490"/>
                  <a:pt x="2022" y="490"/>
                  <a:pt x="2022" y="490"/>
                </a:cubicBezTo>
                <a:cubicBezTo>
                  <a:pt x="2023" y="490"/>
                  <a:pt x="2023" y="490"/>
                  <a:pt x="2023" y="490"/>
                </a:cubicBezTo>
                <a:cubicBezTo>
                  <a:pt x="2023" y="490"/>
                  <a:pt x="2024" y="490"/>
                  <a:pt x="2024" y="490"/>
                </a:cubicBezTo>
                <a:cubicBezTo>
                  <a:pt x="2024" y="490"/>
                  <a:pt x="2024" y="490"/>
                  <a:pt x="2025" y="490"/>
                </a:cubicBezTo>
                <a:cubicBezTo>
                  <a:pt x="2025" y="490"/>
                  <a:pt x="2025" y="490"/>
                  <a:pt x="2025" y="490"/>
                </a:cubicBezTo>
                <a:cubicBezTo>
                  <a:pt x="2027" y="489"/>
                  <a:pt x="2027" y="489"/>
                  <a:pt x="2027" y="489"/>
                </a:cubicBezTo>
                <a:cubicBezTo>
                  <a:pt x="2028" y="488"/>
                  <a:pt x="2028" y="487"/>
                  <a:pt x="2028" y="486"/>
                </a:cubicBezTo>
                <a:cubicBezTo>
                  <a:pt x="2028" y="485"/>
                  <a:pt x="2028" y="485"/>
                  <a:pt x="2028" y="485"/>
                </a:cubicBezTo>
                <a:cubicBezTo>
                  <a:pt x="2028" y="484"/>
                  <a:pt x="2027" y="484"/>
                  <a:pt x="2027" y="484"/>
                </a:cubicBezTo>
                <a:cubicBezTo>
                  <a:pt x="2026" y="483"/>
                  <a:pt x="2026" y="483"/>
                  <a:pt x="2025" y="483"/>
                </a:cubicBezTo>
                <a:cubicBezTo>
                  <a:pt x="2025" y="482"/>
                  <a:pt x="2024" y="482"/>
                  <a:pt x="2024" y="482"/>
                </a:cubicBezTo>
                <a:cubicBezTo>
                  <a:pt x="2023" y="482"/>
                  <a:pt x="2024" y="482"/>
                  <a:pt x="2024" y="482"/>
                </a:cubicBezTo>
                <a:close/>
                <a:moveTo>
                  <a:pt x="2155" y="482"/>
                </a:moveTo>
                <a:cubicBezTo>
                  <a:pt x="2154" y="482"/>
                  <a:pt x="2153" y="481"/>
                  <a:pt x="2152" y="481"/>
                </a:cubicBezTo>
                <a:cubicBezTo>
                  <a:pt x="2152" y="481"/>
                  <a:pt x="2152" y="481"/>
                  <a:pt x="2152" y="481"/>
                </a:cubicBezTo>
                <a:cubicBezTo>
                  <a:pt x="2151" y="481"/>
                  <a:pt x="2151" y="481"/>
                  <a:pt x="2151" y="481"/>
                </a:cubicBezTo>
                <a:cubicBezTo>
                  <a:pt x="2151" y="481"/>
                  <a:pt x="2151" y="481"/>
                  <a:pt x="2151" y="481"/>
                </a:cubicBezTo>
                <a:cubicBezTo>
                  <a:pt x="2151" y="481"/>
                  <a:pt x="2150" y="481"/>
                  <a:pt x="2150" y="481"/>
                </a:cubicBezTo>
                <a:cubicBezTo>
                  <a:pt x="2150" y="481"/>
                  <a:pt x="2149" y="481"/>
                  <a:pt x="2149" y="481"/>
                </a:cubicBezTo>
                <a:cubicBezTo>
                  <a:pt x="2149" y="481"/>
                  <a:pt x="2148" y="481"/>
                  <a:pt x="2148" y="481"/>
                </a:cubicBezTo>
                <a:cubicBezTo>
                  <a:pt x="2147" y="481"/>
                  <a:pt x="2147" y="482"/>
                  <a:pt x="2147" y="482"/>
                </a:cubicBezTo>
                <a:cubicBezTo>
                  <a:pt x="2146" y="482"/>
                  <a:pt x="2146" y="482"/>
                  <a:pt x="2146" y="482"/>
                </a:cubicBezTo>
                <a:cubicBezTo>
                  <a:pt x="2145" y="482"/>
                  <a:pt x="2145" y="482"/>
                  <a:pt x="2144" y="483"/>
                </a:cubicBezTo>
                <a:cubicBezTo>
                  <a:pt x="2144" y="483"/>
                  <a:pt x="2143" y="483"/>
                  <a:pt x="2143" y="484"/>
                </a:cubicBezTo>
                <a:cubicBezTo>
                  <a:pt x="2143" y="484"/>
                  <a:pt x="2143" y="484"/>
                  <a:pt x="2143" y="485"/>
                </a:cubicBezTo>
                <a:cubicBezTo>
                  <a:pt x="2143" y="485"/>
                  <a:pt x="2143" y="485"/>
                  <a:pt x="2143" y="487"/>
                </a:cubicBezTo>
                <a:cubicBezTo>
                  <a:pt x="2143" y="487"/>
                  <a:pt x="2143" y="487"/>
                  <a:pt x="2144" y="487"/>
                </a:cubicBezTo>
                <a:cubicBezTo>
                  <a:pt x="2144" y="488"/>
                  <a:pt x="2144" y="488"/>
                  <a:pt x="2144" y="488"/>
                </a:cubicBezTo>
                <a:cubicBezTo>
                  <a:pt x="2145" y="488"/>
                  <a:pt x="2145" y="488"/>
                  <a:pt x="2145" y="488"/>
                </a:cubicBezTo>
                <a:cubicBezTo>
                  <a:pt x="2145" y="489"/>
                  <a:pt x="2146" y="489"/>
                  <a:pt x="2146" y="489"/>
                </a:cubicBezTo>
                <a:cubicBezTo>
                  <a:pt x="2148" y="490"/>
                  <a:pt x="2148" y="490"/>
                  <a:pt x="2148" y="490"/>
                </a:cubicBezTo>
                <a:cubicBezTo>
                  <a:pt x="2149" y="490"/>
                  <a:pt x="2150" y="490"/>
                  <a:pt x="2151" y="490"/>
                </a:cubicBezTo>
                <a:cubicBezTo>
                  <a:pt x="2151" y="490"/>
                  <a:pt x="2151" y="490"/>
                  <a:pt x="2151" y="490"/>
                </a:cubicBezTo>
                <a:cubicBezTo>
                  <a:pt x="2151" y="490"/>
                  <a:pt x="2152" y="490"/>
                  <a:pt x="2152" y="490"/>
                </a:cubicBezTo>
                <a:cubicBezTo>
                  <a:pt x="2152" y="490"/>
                  <a:pt x="2152" y="490"/>
                  <a:pt x="2152" y="490"/>
                </a:cubicBezTo>
                <a:cubicBezTo>
                  <a:pt x="2152" y="490"/>
                  <a:pt x="2152" y="490"/>
                  <a:pt x="2153" y="490"/>
                </a:cubicBezTo>
                <a:cubicBezTo>
                  <a:pt x="2153" y="490"/>
                  <a:pt x="2153" y="490"/>
                  <a:pt x="2153" y="490"/>
                </a:cubicBezTo>
                <a:cubicBezTo>
                  <a:pt x="2153" y="490"/>
                  <a:pt x="2153" y="490"/>
                  <a:pt x="2154" y="490"/>
                </a:cubicBezTo>
                <a:cubicBezTo>
                  <a:pt x="2154" y="490"/>
                  <a:pt x="2154" y="490"/>
                  <a:pt x="2154" y="490"/>
                </a:cubicBezTo>
                <a:cubicBezTo>
                  <a:pt x="2154" y="490"/>
                  <a:pt x="2154" y="490"/>
                  <a:pt x="2154" y="490"/>
                </a:cubicBezTo>
                <a:cubicBezTo>
                  <a:pt x="2155" y="490"/>
                  <a:pt x="2155" y="490"/>
                  <a:pt x="2155" y="490"/>
                </a:cubicBezTo>
                <a:cubicBezTo>
                  <a:pt x="2155" y="490"/>
                  <a:pt x="2156" y="490"/>
                  <a:pt x="2156" y="490"/>
                </a:cubicBezTo>
                <a:cubicBezTo>
                  <a:pt x="2156" y="490"/>
                  <a:pt x="2156" y="490"/>
                  <a:pt x="2157" y="490"/>
                </a:cubicBezTo>
                <a:cubicBezTo>
                  <a:pt x="2157" y="490"/>
                  <a:pt x="2157" y="490"/>
                  <a:pt x="2157" y="490"/>
                </a:cubicBezTo>
                <a:cubicBezTo>
                  <a:pt x="2159" y="489"/>
                  <a:pt x="2159" y="489"/>
                  <a:pt x="2159" y="489"/>
                </a:cubicBezTo>
                <a:cubicBezTo>
                  <a:pt x="2160" y="488"/>
                  <a:pt x="2160" y="487"/>
                  <a:pt x="2160" y="486"/>
                </a:cubicBezTo>
                <a:cubicBezTo>
                  <a:pt x="2160" y="485"/>
                  <a:pt x="2160" y="485"/>
                  <a:pt x="2160" y="485"/>
                </a:cubicBezTo>
                <a:cubicBezTo>
                  <a:pt x="2159" y="484"/>
                  <a:pt x="2159" y="484"/>
                  <a:pt x="2159" y="484"/>
                </a:cubicBezTo>
                <a:cubicBezTo>
                  <a:pt x="2158" y="483"/>
                  <a:pt x="2158" y="483"/>
                  <a:pt x="2157" y="483"/>
                </a:cubicBezTo>
                <a:cubicBezTo>
                  <a:pt x="2157" y="482"/>
                  <a:pt x="2156" y="482"/>
                  <a:pt x="2155" y="482"/>
                </a:cubicBezTo>
                <a:cubicBezTo>
                  <a:pt x="2155" y="482"/>
                  <a:pt x="2156" y="482"/>
                  <a:pt x="2155" y="482"/>
                </a:cubicBezTo>
                <a:close/>
                <a:moveTo>
                  <a:pt x="2199" y="482"/>
                </a:moveTo>
                <a:cubicBezTo>
                  <a:pt x="2199" y="482"/>
                  <a:pt x="2199" y="482"/>
                  <a:pt x="2198" y="482"/>
                </a:cubicBezTo>
                <a:cubicBezTo>
                  <a:pt x="2198" y="482"/>
                  <a:pt x="2197" y="481"/>
                  <a:pt x="2197" y="481"/>
                </a:cubicBezTo>
                <a:cubicBezTo>
                  <a:pt x="2196" y="481"/>
                  <a:pt x="2196" y="481"/>
                  <a:pt x="2196" y="481"/>
                </a:cubicBezTo>
                <a:cubicBezTo>
                  <a:pt x="2195" y="481"/>
                  <a:pt x="2195" y="481"/>
                  <a:pt x="2194" y="481"/>
                </a:cubicBezTo>
                <a:cubicBezTo>
                  <a:pt x="2194" y="481"/>
                  <a:pt x="2193" y="481"/>
                  <a:pt x="2193" y="481"/>
                </a:cubicBezTo>
                <a:cubicBezTo>
                  <a:pt x="2192" y="481"/>
                  <a:pt x="2192" y="481"/>
                  <a:pt x="2192" y="481"/>
                </a:cubicBezTo>
                <a:cubicBezTo>
                  <a:pt x="2191" y="481"/>
                  <a:pt x="2191" y="482"/>
                  <a:pt x="2191" y="482"/>
                </a:cubicBezTo>
                <a:cubicBezTo>
                  <a:pt x="2190" y="482"/>
                  <a:pt x="2190" y="482"/>
                  <a:pt x="2190" y="482"/>
                </a:cubicBezTo>
                <a:cubicBezTo>
                  <a:pt x="2187" y="483"/>
                  <a:pt x="2186" y="484"/>
                  <a:pt x="2187" y="487"/>
                </a:cubicBezTo>
                <a:cubicBezTo>
                  <a:pt x="2187" y="487"/>
                  <a:pt x="2187" y="487"/>
                  <a:pt x="2188" y="487"/>
                </a:cubicBezTo>
                <a:cubicBezTo>
                  <a:pt x="2188" y="488"/>
                  <a:pt x="2188" y="488"/>
                  <a:pt x="2188" y="488"/>
                </a:cubicBezTo>
                <a:cubicBezTo>
                  <a:pt x="2189" y="488"/>
                  <a:pt x="2189" y="488"/>
                  <a:pt x="2189" y="488"/>
                </a:cubicBezTo>
                <a:cubicBezTo>
                  <a:pt x="2189" y="489"/>
                  <a:pt x="2190" y="489"/>
                  <a:pt x="2190" y="489"/>
                </a:cubicBezTo>
                <a:cubicBezTo>
                  <a:pt x="2192" y="490"/>
                  <a:pt x="2192" y="490"/>
                  <a:pt x="2192" y="490"/>
                </a:cubicBezTo>
                <a:cubicBezTo>
                  <a:pt x="2193" y="490"/>
                  <a:pt x="2194" y="490"/>
                  <a:pt x="2195" y="490"/>
                </a:cubicBezTo>
                <a:cubicBezTo>
                  <a:pt x="2195" y="490"/>
                  <a:pt x="2195" y="490"/>
                  <a:pt x="2195" y="490"/>
                </a:cubicBezTo>
                <a:cubicBezTo>
                  <a:pt x="2195" y="490"/>
                  <a:pt x="2196" y="490"/>
                  <a:pt x="2196" y="490"/>
                </a:cubicBezTo>
                <a:cubicBezTo>
                  <a:pt x="2196" y="490"/>
                  <a:pt x="2196" y="490"/>
                  <a:pt x="2196" y="490"/>
                </a:cubicBezTo>
                <a:cubicBezTo>
                  <a:pt x="2196" y="490"/>
                  <a:pt x="2197" y="490"/>
                  <a:pt x="2197" y="490"/>
                </a:cubicBezTo>
                <a:cubicBezTo>
                  <a:pt x="2197" y="490"/>
                  <a:pt x="2197" y="490"/>
                  <a:pt x="2197" y="490"/>
                </a:cubicBezTo>
                <a:cubicBezTo>
                  <a:pt x="2197" y="490"/>
                  <a:pt x="2197" y="490"/>
                  <a:pt x="2198" y="490"/>
                </a:cubicBezTo>
                <a:cubicBezTo>
                  <a:pt x="2198" y="490"/>
                  <a:pt x="2198" y="490"/>
                  <a:pt x="2198" y="490"/>
                </a:cubicBezTo>
                <a:cubicBezTo>
                  <a:pt x="2198" y="490"/>
                  <a:pt x="2198" y="490"/>
                  <a:pt x="2198" y="490"/>
                </a:cubicBezTo>
                <a:cubicBezTo>
                  <a:pt x="2199" y="490"/>
                  <a:pt x="2199" y="490"/>
                  <a:pt x="2199" y="490"/>
                </a:cubicBezTo>
                <a:cubicBezTo>
                  <a:pt x="2199" y="490"/>
                  <a:pt x="2200" y="490"/>
                  <a:pt x="2200" y="490"/>
                </a:cubicBezTo>
                <a:cubicBezTo>
                  <a:pt x="2200" y="490"/>
                  <a:pt x="2200" y="490"/>
                  <a:pt x="2201" y="490"/>
                </a:cubicBezTo>
                <a:cubicBezTo>
                  <a:pt x="2201" y="490"/>
                  <a:pt x="2201" y="490"/>
                  <a:pt x="2201" y="490"/>
                </a:cubicBezTo>
                <a:cubicBezTo>
                  <a:pt x="2202" y="489"/>
                  <a:pt x="2202" y="489"/>
                  <a:pt x="2202" y="489"/>
                </a:cubicBezTo>
                <a:cubicBezTo>
                  <a:pt x="2204" y="488"/>
                  <a:pt x="2204" y="487"/>
                  <a:pt x="2204" y="486"/>
                </a:cubicBezTo>
                <a:cubicBezTo>
                  <a:pt x="2204" y="485"/>
                  <a:pt x="2204" y="485"/>
                  <a:pt x="2204" y="485"/>
                </a:cubicBezTo>
                <a:cubicBezTo>
                  <a:pt x="2203" y="484"/>
                  <a:pt x="2203" y="484"/>
                  <a:pt x="2203" y="484"/>
                </a:cubicBezTo>
                <a:cubicBezTo>
                  <a:pt x="2202" y="483"/>
                  <a:pt x="2202" y="483"/>
                  <a:pt x="2201" y="483"/>
                </a:cubicBezTo>
                <a:cubicBezTo>
                  <a:pt x="2201" y="482"/>
                  <a:pt x="2200" y="482"/>
                  <a:pt x="2199" y="482"/>
                </a:cubicBezTo>
                <a:cubicBezTo>
                  <a:pt x="2199" y="482"/>
                  <a:pt x="2200" y="482"/>
                  <a:pt x="2199" y="482"/>
                </a:cubicBezTo>
                <a:close/>
                <a:moveTo>
                  <a:pt x="1247" y="493"/>
                </a:moveTo>
                <a:cubicBezTo>
                  <a:pt x="1246" y="493"/>
                  <a:pt x="1245" y="494"/>
                  <a:pt x="1244" y="494"/>
                </a:cubicBezTo>
                <a:cubicBezTo>
                  <a:pt x="1244" y="494"/>
                  <a:pt x="1243" y="495"/>
                  <a:pt x="1242" y="495"/>
                </a:cubicBezTo>
                <a:cubicBezTo>
                  <a:pt x="1242" y="496"/>
                  <a:pt x="1242" y="497"/>
                  <a:pt x="1242" y="497"/>
                </a:cubicBezTo>
                <a:cubicBezTo>
                  <a:pt x="1242" y="498"/>
                  <a:pt x="1242" y="498"/>
                  <a:pt x="1242" y="499"/>
                </a:cubicBezTo>
                <a:cubicBezTo>
                  <a:pt x="1243" y="500"/>
                  <a:pt x="1244" y="500"/>
                  <a:pt x="1244" y="501"/>
                </a:cubicBezTo>
                <a:cubicBezTo>
                  <a:pt x="1245" y="501"/>
                  <a:pt x="1246" y="501"/>
                  <a:pt x="1247" y="501"/>
                </a:cubicBezTo>
                <a:cubicBezTo>
                  <a:pt x="1248" y="502"/>
                  <a:pt x="1249" y="502"/>
                  <a:pt x="1251" y="502"/>
                </a:cubicBezTo>
                <a:cubicBezTo>
                  <a:pt x="1252" y="502"/>
                  <a:pt x="1253" y="502"/>
                  <a:pt x="1254" y="501"/>
                </a:cubicBezTo>
                <a:cubicBezTo>
                  <a:pt x="1255" y="501"/>
                  <a:pt x="1256" y="501"/>
                  <a:pt x="1257" y="501"/>
                </a:cubicBezTo>
                <a:cubicBezTo>
                  <a:pt x="1258" y="500"/>
                  <a:pt x="1258" y="500"/>
                  <a:pt x="1259" y="499"/>
                </a:cubicBezTo>
                <a:cubicBezTo>
                  <a:pt x="1259" y="498"/>
                  <a:pt x="1259" y="498"/>
                  <a:pt x="1259" y="497"/>
                </a:cubicBezTo>
                <a:cubicBezTo>
                  <a:pt x="1259" y="497"/>
                  <a:pt x="1259" y="496"/>
                  <a:pt x="1259" y="495"/>
                </a:cubicBezTo>
                <a:cubicBezTo>
                  <a:pt x="1258" y="495"/>
                  <a:pt x="1258" y="494"/>
                  <a:pt x="1257" y="494"/>
                </a:cubicBezTo>
                <a:cubicBezTo>
                  <a:pt x="1256" y="494"/>
                  <a:pt x="1255" y="493"/>
                  <a:pt x="1254" y="493"/>
                </a:cubicBezTo>
                <a:cubicBezTo>
                  <a:pt x="1253" y="493"/>
                  <a:pt x="1252" y="493"/>
                  <a:pt x="1251" y="493"/>
                </a:cubicBezTo>
                <a:cubicBezTo>
                  <a:pt x="1249" y="493"/>
                  <a:pt x="1248" y="493"/>
                  <a:pt x="1247" y="493"/>
                </a:cubicBezTo>
                <a:close/>
                <a:moveTo>
                  <a:pt x="1291" y="493"/>
                </a:moveTo>
                <a:cubicBezTo>
                  <a:pt x="1290" y="493"/>
                  <a:pt x="1289" y="494"/>
                  <a:pt x="1288" y="494"/>
                </a:cubicBezTo>
                <a:cubicBezTo>
                  <a:pt x="1288" y="494"/>
                  <a:pt x="1287" y="495"/>
                  <a:pt x="1287" y="495"/>
                </a:cubicBezTo>
                <a:cubicBezTo>
                  <a:pt x="1286" y="496"/>
                  <a:pt x="1286" y="497"/>
                  <a:pt x="1286" y="497"/>
                </a:cubicBezTo>
                <a:cubicBezTo>
                  <a:pt x="1286" y="498"/>
                  <a:pt x="1286" y="498"/>
                  <a:pt x="1287" y="499"/>
                </a:cubicBezTo>
                <a:cubicBezTo>
                  <a:pt x="1287" y="500"/>
                  <a:pt x="1288" y="500"/>
                  <a:pt x="1288" y="501"/>
                </a:cubicBezTo>
                <a:cubicBezTo>
                  <a:pt x="1289" y="501"/>
                  <a:pt x="1290" y="501"/>
                  <a:pt x="1291" y="501"/>
                </a:cubicBezTo>
                <a:cubicBezTo>
                  <a:pt x="1292" y="502"/>
                  <a:pt x="1294" y="502"/>
                  <a:pt x="1295" y="502"/>
                </a:cubicBezTo>
                <a:cubicBezTo>
                  <a:pt x="1296" y="502"/>
                  <a:pt x="1297" y="502"/>
                  <a:pt x="1298" y="501"/>
                </a:cubicBezTo>
                <a:cubicBezTo>
                  <a:pt x="1299" y="501"/>
                  <a:pt x="1300" y="501"/>
                  <a:pt x="1301" y="501"/>
                </a:cubicBezTo>
                <a:cubicBezTo>
                  <a:pt x="1302" y="500"/>
                  <a:pt x="1302" y="500"/>
                  <a:pt x="1303" y="499"/>
                </a:cubicBezTo>
                <a:cubicBezTo>
                  <a:pt x="1303" y="498"/>
                  <a:pt x="1304" y="498"/>
                  <a:pt x="1304" y="497"/>
                </a:cubicBezTo>
                <a:cubicBezTo>
                  <a:pt x="1303" y="497"/>
                  <a:pt x="1303" y="496"/>
                  <a:pt x="1303" y="495"/>
                </a:cubicBezTo>
                <a:cubicBezTo>
                  <a:pt x="1302" y="495"/>
                  <a:pt x="1302" y="494"/>
                  <a:pt x="1301" y="494"/>
                </a:cubicBezTo>
                <a:cubicBezTo>
                  <a:pt x="1300" y="494"/>
                  <a:pt x="1299" y="493"/>
                  <a:pt x="1298" y="493"/>
                </a:cubicBezTo>
                <a:cubicBezTo>
                  <a:pt x="1297" y="493"/>
                  <a:pt x="1296" y="493"/>
                  <a:pt x="1295" y="493"/>
                </a:cubicBezTo>
                <a:cubicBezTo>
                  <a:pt x="1293" y="493"/>
                  <a:pt x="1292" y="493"/>
                  <a:pt x="1291" y="493"/>
                </a:cubicBezTo>
                <a:close/>
                <a:moveTo>
                  <a:pt x="1511" y="493"/>
                </a:moveTo>
                <a:cubicBezTo>
                  <a:pt x="1510" y="493"/>
                  <a:pt x="1509" y="494"/>
                  <a:pt x="1509" y="494"/>
                </a:cubicBezTo>
                <a:cubicBezTo>
                  <a:pt x="1508" y="494"/>
                  <a:pt x="1507" y="495"/>
                  <a:pt x="1507" y="495"/>
                </a:cubicBezTo>
                <a:cubicBezTo>
                  <a:pt x="1506" y="496"/>
                  <a:pt x="1506" y="497"/>
                  <a:pt x="1506" y="497"/>
                </a:cubicBezTo>
                <a:cubicBezTo>
                  <a:pt x="1506" y="498"/>
                  <a:pt x="1507" y="498"/>
                  <a:pt x="1507" y="499"/>
                </a:cubicBezTo>
                <a:cubicBezTo>
                  <a:pt x="1508" y="500"/>
                  <a:pt x="1508" y="500"/>
                  <a:pt x="1509" y="501"/>
                </a:cubicBezTo>
                <a:cubicBezTo>
                  <a:pt x="1510" y="501"/>
                  <a:pt x="1511" y="501"/>
                  <a:pt x="1512" y="501"/>
                </a:cubicBezTo>
                <a:cubicBezTo>
                  <a:pt x="1513" y="502"/>
                  <a:pt x="1514" y="502"/>
                  <a:pt x="1515" y="502"/>
                </a:cubicBezTo>
                <a:cubicBezTo>
                  <a:pt x="1517" y="502"/>
                  <a:pt x="1518" y="502"/>
                  <a:pt x="1519" y="501"/>
                </a:cubicBezTo>
                <a:cubicBezTo>
                  <a:pt x="1520" y="501"/>
                  <a:pt x="1521" y="501"/>
                  <a:pt x="1522" y="501"/>
                </a:cubicBezTo>
                <a:cubicBezTo>
                  <a:pt x="1522" y="500"/>
                  <a:pt x="1523" y="500"/>
                  <a:pt x="1523" y="499"/>
                </a:cubicBezTo>
                <a:cubicBezTo>
                  <a:pt x="1524" y="498"/>
                  <a:pt x="1524" y="498"/>
                  <a:pt x="1524" y="497"/>
                </a:cubicBezTo>
                <a:cubicBezTo>
                  <a:pt x="1524" y="497"/>
                  <a:pt x="1524" y="496"/>
                  <a:pt x="1523" y="495"/>
                </a:cubicBezTo>
                <a:cubicBezTo>
                  <a:pt x="1523" y="495"/>
                  <a:pt x="1522" y="494"/>
                  <a:pt x="1521" y="494"/>
                </a:cubicBezTo>
                <a:cubicBezTo>
                  <a:pt x="1520" y="494"/>
                  <a:pt x="1519" y="493"/>
                  <a:pt x="1518" y="493"/>
                </a:cubicBezTo>
                <a:cubicBezTo>
                  <a:pt x="1517" y="493"/>
                  <a:pt x="1516" y="493"/>
                  <a:pt x="1515" y="493"/>
                </a:cubicBezTo>
                <a:cubicBezTo>
                  <a:pt x="1514" y="493"/>
                  <a:pt x="1512" y="493"/>
                  <a:pt x="1511" y="493"/>
                </a:cubicBezTo>
                <a:close/>
                <a:moveTo>
                  <a:pt x="1467" y="493"/>
                </a:moveTo>
                <a:cubicBezTo>
                  <a:pt x="1466" y="493"/>
                  <a:pt x="1465" y="494"/>
                  <a:pt x="1465" y="494"/>
                </a:cubicBezTo>
                <a:cubicBezTo>
                  <a:pt x="1464" y="494"/>
                  <a:pt x="1463" y="495"/>
                  <a:pt x="1463" y="495"/>
                </a:cubicBezTo>
                <a:cubicBezTo>
                  <a:pt x="1462" y="496"/>
                  <a:pt x="1462" y="497"/>
                  <a:pt x="1462" y="497"/>
                </a:cubicBezTo>
                <a:cubicBezTo>
                  <a:pt x="1462" y="498"/>
                  <a:pt x="1463" y="498"/>
                  <a:pt x="1463" y="499"/>
                </a:cubicBezTo>
                <a:cubicBezTo>
                  <a:pt x="1463" y="500"/>
                  <a:pt x="1464" y="500"/>
                  <a:pt x="1465" y="501"/>
                </a:cubicBezTo>
                <a:cubicBezTo>
                  <a:pt x="1466" y="501"/>
                  <a:pt x="1467" y="501"/>
                  <a:pt x="1468" y="501"/>
                </a:cubicBezTo>
                <a:cubicBezTo>
                  <a:pt x="1469" y="502"/>
                  <a:pt x="1470" y="502"/>
                  <a:pt x="1471" y="502"/>
                </a:cubicBezTo>
                <a:cubicBezTo>
                  <a:pt x="1473" y="502"/>
                  <a:pt x="1474" y="502"/>
                  <a:pt x="1475" y="501"/>
                </a:cubicBezTo>
                <a:cubicBezTo>
                  <a:pt x="1476" y="501"/>
                  <a:pt x="1477" y="501"/>
                  <a:pt x="1477" y="501"/>
                </a:cubicBezTo>
                <a:cubicBezTo>
                  <a:pt x="1478" y="500"/>
                  <a:pt x="1479" y="500"/>
                  <a:pt x="1479" y="499"/>
                </a:cubicBezTo>
                <a:cubicBezTo>
                  <a:pt x="1480" y="498"/>
                  <a:pt x="1480" y="498"/>
                  <a:pt x="1480" y="497"/>
                </a:cubicBezTo>
                <a:cubicBezTo>
                  <a:pt x="1480" y="497"/>
                  <a:pt x="1480" y="496"/>
                  <a:pt x="1479" y="495"/>
                </a:cubicBezTo>
                <a:cubicBezTo>
                  <a:pt x="1479" y="495"/>
                  <a:pt x="1478" y="494"/>
                  <a:pt x="1477" y="494"/>
                </a:cubicBezTo>
                <a:cubicBezTo>
                  <a:pt x="1476" y="494"/>
                  <a:pt x="1475" y="493"/>
                  <a:pt x="1474" y="493"/>
                </a:cubicBezTo>
                <a:cubicBezTo>
                  <a:pt x="1473" y="493"/>
                  <a:pt x="1472" y="493"/>
                  <a:pt x="1471" y="493"/>
                </a:cubicBezTo>
                <a:cubicBezTo>
                  <a:pt x="1470" y="493"/>
                  <a:pt x="1468" y="493"/>
                  <a:pt x="1467" y="493"/>
                </a:cubicBezTo>
                <a:close/>
                <a:moveTo>
                  <a:pt x="1423" y="493"/>
                </a:moveTo>
                <a:cubicBezTo>
                  <a:pt x="1422" y="493"/>
                  <a:pt x="1421" y="494"/>
                  <a:pt x="1421" y="494"/>
                </a:cubicBezTo>
                <a:cubicBezTo>
                  <a:pt x="1420" y="494"/>
                  <a:pt x="1419" y="495"/>
                  <a:pt x="1419" y="495"/>
                </a:cubicBezTo>
                <a:cubicBezTo>
                  <a:pt x="1418" y="496"/>
                  <a:pt x="1418" y="497"/>
                  <a:pt x="1418" y="497"/>
                </a:cubicBezTo>
                <a:cubicBezTo>
                  <a:pt x="1418" y="498"/>
                  <a:pt x="1418" y="498"/>
                  <a:pt x="1419" y="499"/>
                </a:cubicBezTo>
                <a:cubicBezTo>
                  <a:pt x="1419" y="500"/>
                  <a:pt x="1420" y="500"/>
                  <a:pt x="1421" y="501"/>
                </a:cubicBezTo>
                <a:cubicBezTo>
                  <a:pt x="1422" y="501"/>
                  <a:pt x="1423" y="501"/>
                  <a:pt x="1424" y="501"/>
                </a:cubicBezTo>
                <a:cubicBezTo>
                  <a:pt x="1425" y="502"/>
                  <a:pt x="1426" y="502"/>
                  <a:pt x="1427" y="502"/>
                </a:cubicBezTo>
                <a:cubicBezTo>
                  <a:pt x="1428" y="502"/>
                  <a:pt x="1430" y="502"/>
                  <a:pt x="1431" y="501"/>
                </a:cubicBezTo>
                <a:cubicBezTo>
                  <a:pt x="1432" y="501"/>
                  <a:pt x="1433" y="501"/>
                  <a:pt x="1433" y="501"/>
                </a:cubicBezTo>
                <a:cubicBezTo>
                  <a:pt x="1434" y="500"/>
                  <a:pt x="1435" y="500"/>
                  <a:pt x="1435" y="499"/>
                </a:cubicBezTo>
                <a:cubicBezTo>
                  <a:pt x="1436" y="498"/>
                  <a:pt x="1436" y="498"/>
                  <a:pt x="1436" y="497"/>
                </a:cubicBezTo>
                <a:cubicBezTo>
                  <a:pt x="1436" y="497"/>
                  <a:pt x="1435" y="496"/>
                  <a:pt x="1435" y="495"/>
                </a:cubicBezTo>
                <a:cubicBezTo>
                  <a:pt x="1435" y="495"/>
                  <a:pt x="1434" y="494"/>
                  <a:pt x="1433" y="494"/>
                </a:cubicBezTo>
                <a:cubicBezTo>
                  <a:pt x="1432" y="494"/>
                  <a:pt x="1431" y="493"/>
                  <a:pt x="1430" y="493"/>
                </a:cubicBezTo>
                <a:cubicBezTo>
                  <a:pt x="1429" y="493"/>
                  <a:pt x="1428" y="493"/>
                  <a:pt x="1427" y="493"/>
                </a:cubicBezTo>
                <a:cubicBezTo>
                  <a:pt x="1426" y="493"/>
                  <a:pt x="1424" y="493"/>
                  <a:pt x="1423" y="493"/>
                </a:cubicBezTo>
                <a:close/>
                <a:moveTo>
                  <a:pt x="1379" y="493"/>
                </a:moveTo>
                <a:cubicBezTo>
                  <a:pt x="1378" y="493"/>
                  <a:pt x="1377" y="494"/>
                  <a:pt x="1377" y="494"/>
                </a:cubicBezTo>
                <a:cubicBezTo>
                  <a:pt x="1376" y="494"/>
                  <a:pt x="1375" y="495"/>
                  <a:pt x="1375" y="495"/>
                </a:cubicBezTo>
                <a:cubicBezTo>
                  <a:pt x="1374" y="496"/>
                  <a:pt x="1374" y="497"/>
                  <a:pt x="1374" y="497"/>
                </a:cubicBezTo>
                <a:cubicBezTo>
                  <a:pt x="1374" y="498"/>
                  <a:pt x="1374" y="498"/>
                  <a:pt x="1375" y="499"/>
                </a:cubicBezTo>
                <a:cubicBezTo>
                  <a:pt x="1375" y="500"/>
                  <a:pt x="1376" y="500"/>
                  <a:pt x="1377" y="501"/>
                </a:cubicBezTo>
                <a:cubicBezTo>
                  <a:pt x="1378" y="501"/>
                  <a:pt x="1379" y="501"/>
                  <a:pt x="1380" y="501"/>
                </a:cubicBezTo>
                <a:cubicBezTo>
                  <a:pt x="1381" y="502"/>
                  <a:pt x="1382" y="502"/>
                  <a:pt x="1383" y="502"/>
                </a:cubicBezTo>
                <a:cubicBezTo>
                  <a:pt x="1384" y="502"/>
                  <a:pt x="1385" y="502"/>
                  <a:pt x="1386" y="501"/>
                </a:cubicBezTo>
                <a:cubicBezTo>
                  <a:pt x="1388" y="501"/>
                  <a:pt x="1388" y="501"/>
                  <a:pt x="1389" y="501"/>
                </a:cubicBezTo>
                <a:cubicBezTo>
                  <a:pt x="1390" y="500"/>
                  <a:pt x="1391" y="500"/>
                  <a:pt x="1391" y="499"/>
                </a:cubicBezTo>
                <a:cubicBezTo>
                  <a:pt x="1392" y="498"/>
                  <a:pt x="1392" y="498"/>
                  <a:pt x="1392" y="497"/>
                </a:cubicBezTo>
                <a:cubicBezTo>
                  <a:pt x="1392" y="497"/>
                  <a:pt x="1391" y="496"/>
                  <a:pt x="1391" y="495"/>
                </a:cubicBezTo>
                <a:cubicBezTo>
                  <a:pt x="1390" y="495"/>
                  <a:pt x="1390" y="494"/>
                  <a:pt x="1389" y="494"/>
                </a:cubicBezTo>
                <a:cubicBezTo>
                  <a:pt x="1388" y="494"/>
                  <a:pt x="1387" y="493"/>
                  <a:pt x="1386" y="493"/>
                </a:cubicBezTo>
                <a:cubicBezTo>
                  <a:pt x="1385" y="493"/>
                  <a:pt x="1384" y="493"/>
                  <a:pt x="1383" y="493"/>
                </a:cubicBezTo>
                <a:cubicBezTo>
                  <a:pt x="1382" y="493"/>
                  <a:pt x="1380" y="493"/>
                  <a:pt x="1379" y="493"/>
                </a:cubicBezTo>
                <a:close/>
                <a:moveTo>
                  <a:pt x="1335" y="493"/>
                </a:moveTo>
                <a:cubicBezTo>
                  <a:pt x="1334" y="493"/>
                  <a:pt x="1333" y="494"/>
                  <a:pt x="1332" y="494"/>
                </a:cubicBezTo>
                <a:cubicBezTo>
                  <a:pt x="1332" y="494"/>
                  <a:pt x="1331" y="495"/>
                  <a:pt x="1331" y="495"/>
                </a:cubicBezTo>
                <a:cubicBezTo>
                  <a:pt x="1330" y="496"/>
                  <a:pt x="1330" y="497"/>
                  <a:pt x="1330" y="497"/>
                </a:cubicBezTo>
                <a:cubicBezTo>
                  <a:pt x="1330" y="498"/>
                  <a:pt x="1330" y="498"/>
                  <a:pt x="1331" y="499"/>
                </a:cubicBezTo>
                <a:cubicBezTo>
                  <a:pt x="1331" y="500"/>
                  <a:pt x="1332" y="500"/>
                  <a:pt x="1333" y="501"/>
                </a:cubicBezTo>
                <a:cubicBezTo>
                  <a:pt x="1333" y="501"/>
                  <a:pt x="1334" y="501"/>
                  <a:pt x="1335" y="501"/>
                </a:cubicBezTo>
                <a:cubicBezTo>
                  <a:pt x="1336" y="502"/>
                  <a:pt x="1338" y="502"/>
                  <a:pt x="1339" y="502"/>
                </a:cubicBezTo>
                <a:cubicBezTo>
                  <a:pt x="1340" y="502"/>
                  <a:pt x="1341" y="502"/>
                  <a:pt x="1342" y="501"/>
                </a:cubicBezTo>
                <a:cubicBezTo>
                  <a:pt x="1343" y="501"/>
                  <a:pt x="1344" y="501"/>
                  <a:pt x="1345" y="501"/>
                </a:cubicBezTo>
                <a:cubicBezTo>
                  <a:pt x="1346" y="500"/>
                  <a:pt x="1346" y="500"/>
                  <a:pt x="1347" y="499"/>
                </a:cubicBezTo>
                <a:cubicBezTo>
                  <a:pt x="1347" y="498"/>
                  <a:pt x="1348" y="498"/>
                  <a:pt x="1348" y="497"/>
                </a:cubicBezTo>
                <a:cubicBezTo>
                  <a:pt x="1348" y="497"/>
                  <a:pt x="1347" y="496"/>
                  <a:pt x="1347" y="495"/>
                </a:cubicBezTo>
                <a:cubicBezTo>
                  <a:pt x="1346" y="495"/>
                  <a:pt x="1346" y="494"/>
                  <a:pt x="1345" y="494"/>
                </a:cubicBezTo>
                <a:cubicBezTo>
                  <a:pt x="1344" y="494"/>
                  <a:pt x="1343" y="493"/>
                  <a:pt x="1342" y="493"/>
                </a:cubicBezTo>
                <a:cubicBezTo>
                  <a:pt x="1341" y="493"/>
                  <a:pt x="1340" y="493"/>
                  <a:pt x="1339" y="493"/>
                </a:cubicBezTo>
                <a:cubicBezTo>
                  <a:pt x="1337" y="493"/>
                  <a:pt x="1336" y="493"/>
                  <a:pt x="1335" y="493"/>
                </a:cubicBezTo>
                <a:close/>
                <a:moveTo>
                  <a:pt x="807" y="493"/>
                </a:moveTo>
                <a:cubicBezTo>
                  <a:pt x="806" y="493"/>
                  <a:pt x="805" y="494"/>
                  <a:pt x="804" y="494"/>
                </a:cubicBezTo>
                <a:cubicBezTo>
                  <a:pt x="803" y="494"/>
                  <a:pt x="802" y="495"/>
                  <a:pt x="802" y="495"/>
                </a:cubicBezTo>
                <a:cubicBezTo>
                  <a:pt x="801" y="496"/>
                  <a:pt x="801" y="497"/>
                  <a:pt x="801" y="497"/>
                </a:cubicBezTo>
                <a:cubicBezTo>
                  <a:pt x="801" y="498"/>
                  <a:pt x="801" y="498"/>
                  <a:pt x="801" y="499"/>
                </a:cubicBezTo>
                <a:cubicBezTo>
                  <a:pt x="802" y="500"/>
                  <a:pt x="802" y="500"/>
                  <a:pt x="803" y="501"/>
                </a:cubicBezTo>
                <a:cubicBezTo>
                  <a:pt x="804" y="501"/>
                  <a:pt x="805" y="501"/>
                  <a:pt x="806" y="501"/>
                </a:cubicBezTo>
                <a:cubicBezTo>
                  <a:pt x="807" y="502"/>
                  <a:pt x="808" y="502"/>
                  <a:pt x="809" y="502"/>
                </a:cubicBezTo>
                <a:cubicBezTo>
                  <a:pt x="810" y="502"/>
                  <a:pt x="812" y="502"/>
                  <a:pt x="813" y="501"/>
                </a:cubicBezTo>
                <a:cubicBezTo>
                  <a:pt x="814" y="501"/>
                  <a:pt x="815" y="501"/>
                  <a:pt x="816" y="501"/>
                </a:cubicBezTo>
                <a:cubicBezTo>
                  <a:pt x="816" y="500"/>
                  <a:pt x="817" y="500"/>
                  <a:pt x="818" y="499"/>
                </a:cubicBezTo>
                <a:cubicBezTo>
                  <a:pt x="818" y="498"/>
                  <a:pt x="818" y="498"/>
                  <a:pt x="819" y="497"/>
                </a:cubicBezTo>
                <a:cubicBezTo>
                  <a:pt x="819" y="497"/>
                  <a:pt x="818" y="496"/>
                  <a:pt x="818" y="495"/>
                </a:cubicBezTo>
                <a:cubicBezTo>
                  <a:pt x="818" y="495"/>
                  <a:pt x="817" y="494"/>
                  <a:pt x="816" y="494"/>
                </a:cubicBezTo>
                <a:cubicBezTo>
                  <a:pt x="816" y="494"/>
                  <a:pt x="815" y="493"/>
                  <a:pt x="814" y="493"/>
                </a:cubicBezTo>
                <a:cubicBezTo>
                  <a:pt x="813" y="493"/>
                  <a:pt x="812" y="493"/>
                  <a:pt x="810" y="493"/>
                </a:cubicBezTo>
                <a:cubicBezTo>
                  <a:pt x="809" y="493"/>
                  <a:pt x="808" y="493"/>
                  <a:pt x="807" y="493"/>
                </a:cubicBezTo>
                <a:close/>
                <a:moveTo>
                  <a:pt x="719" y="493"/>
                </a:moveTo>
                <a:cubicBezTo>
                  <a:pt x="718" y="493"/>
                  <a:pt x="717" y="494"/>
                  <a:pt x="716" y="494"/>
                </a:cubicBezTo>
                <a:cubicBezTo>
                  <a:pt x="715" y="494"/>
                  <a:pt x="714" y="495"/>
                  <a:pt x="714" y="495"/>
                </a:cubicBezTo>
                <a:cubicBezTo>
                  <a:pt x="713" y="496"/>
                  <a:pt x="713" y="497"/>
                  <a:pt x="713" y="497"/>
                </a:cubicBezTo>
                <a:cubicBezTo>
                  <a:pt x="713" y="498"/>
                  <a:pt x="713" y="498"/>
                  <a:pt x="713" y="499"/>
                </a:cubicBezTo>
                <a:cubicBezTo>
                  <a:pt x="713" y="500"/>
                  <a:pt x="714" y="500"/>
                  <a:pt x="715" y="501"/>
                </a:cubicBezTo>
                <a:cubicBezTo>
                  <a:pt x="715" y="501"/>
                  <a:pt x="716" y="501"/>
                  <a:pt x="717" y="501"/>
                </a:cubicBezTo>
                <a:cubicBezTo>
                  <a:pt x="718" y="502"/>
                  <a:pt x="720" y="502"/>
                  <a:pt x="721" y="502"/>
                </a:cubicBezTo>
                <a:cubicBezTo>
                  <a:pt x="722" y="502"/>
                  <a:pt x="723" y="502"/>
                  <a:pt x="724" y="501"/>
                </a:cubicBezTo>
                <a:cubicBezTo>
                  <a:pt x="725" y="501"/>
                  <a:pt x="726" y="501"/>
                  <a:pt x="727" y="501"/>
                </a:cubicBezTo>
                <a:cubicBezTo>
                  <a:pt x="728" y="500"/>
                  <a:pt x="729" y="500"/>
                  <a:pt x="729" y="499"/>
                </a:cubicBezTo>
                <a:cubicBezTo>
                  <a:pt x="730" y="498"/>
                  <a:pt x="730" y="498"/>
                  <a:pt x="730" y="497"/>
                </a:cubicBezTo>
                <a:cubicBezTo>
                  <a:pt x="730" y="497"/>
                  <a:pt x="730" y="496"/>
                  <a:pt x="730" y="495"/>
                </a:cubicBezTo>
                <a:cubicBezTo>
                  <a:pt x="730" y="495"/>
                  <a:pt x="729" y="494"/>
                  <a:pt x="728" y="494"/>
                </a:cubicBezTo>
                <a:cubicBezTo>
                  <a:pt x="728" y="494"/>
                  <a:pt x="727" y="493"/>
                  <a:pt x="726" y="493"/>
                </a:cubicBezTo>
                <a:cubicBezTo>
                  <a:pt x="725" y="493"/>
                  <a:pt x="723" y="493"/>
                  <a:pt x="722" y="493"/>
                </a:cubicBezTo>
                <a:cubicBezTo>
                  <a:pt x="721" y="493"/>
                  <a:pt x="720" y="493"/>
                  <a:pt x="719" y="493"/>
                </a:cubicBezTo>
                <a:close/>
                <a:moveTo>
                  <a:pt x="675" y="493"/>
                </a:moveTo>
                <a:cubicBezTo>
                  <a:pt x="674" y="493"/>
                  <a:pt x="673" y="494"/>
                  <a:pt x="672" y="494"/>
                </a:cubicBezTo>
                <a:cubicBezTo>
                  <a:pt x="671" y="494"/>
                  <a:pt x="670" y="495"/>
                  <a:pt x="670" y="495"/>
                </a:cubicBezTo>
                <a:cubicBezTo>
                  <a:pt x="669" y="496"/>
                  <a:pt x="669" y="497"/>
                  <a:pt x="669" y="497"/>
                </a:cubicBezTo>
                <a:cubicBezTo>
                  <a:pt x="668" y="498"/>
                  <a:pt x="669" y="498"/>
                  <a:pt x="669" y="499"/>
                </a:cubicBezTo>
                <a:cubicBezTo>
                  <a:pt x="669" y="500"/>
                  <a:pt x="670" y="500"/>
                  <a:pt x="671" y="501"/>
                </a:cubicBezTo>
                <a:cubicBezTo>
                  <a:pt x="671" y="501"/>
                  <a:pt x="672" y="501"/>
                  <a:pt x="673" y="501"/>
                </a:cubicBezTo>
                <a:cubicBezTo>
                  <a:pt x="674" y="502"/>
                  <a:pt x="675" y="502"/>
                  <a:pt x="677" y="502"/>
                </a:cubicBezTo>
                <a:cubicBezTo>
                  <a:pt x="678" y="502"/>
                  <a:pt x="679" y="502"/>
                  <a:pt x="680" y="501"/>
                </a:cubicBezTo>
                <a:cubicBezTo>
                  <a:pt x="681" y="501"/>
                  <a:pt x="682" y="501"/>
                  <a:pt x="683" y="501"/>
                </a:cubicBezTo>
                <a:cubicBezTo>
                  <a:pt x="684" y="500"/>
                  <a:pt x="685" y="500"/>
                  <a:pt x="685" y="499"/>
                </a:cubicBezTo>
                <a:cubicBezTo>
                  <a:pt x="686" y="498"/>
                  <a:pt x="686" y="498"/>
                  <a:pt x="686" y="497"/>
                </a:cubicBezTo>
                <a:cubicBezTo>
                  <a:pt x="686" y="497"/>
                  <a:pt x="686" y="496"/>
                  <a:pt x="686" y="495"/>
                </a:cubicBezTo>
                <a:cubicBezTo>
                  <a:pt x="686" y="495"/>
                  <a:pt x="685" y="494"/>
                  <a:pt x="684" y="494"/>
                </a:cubicBezTo>
                <a:cubicBezTo>
                  <a:pt x="683" y="494"/>
                  <a:pt x="683" y="493"/>
                  <a:pt x="682" y="493"/>
                </a:cubicBezTo>
                <a:cubicBezTo>
                  <a:pt x="681" y="493"/>
                  <a:pt x="679" y="493"/>
                  <a:pt x="678" y="493"/>
                </a:cubicBezTo>
                <a:cubicBezTo>
                  <a:pt x="677" y="493"/>
                  <a:pt x="676" y="493"/>
                  <a:pt x="675" y="493"/>
                </a:cubicBezTo>
                <a:close/>
                <a:moveTo>
                  <a:pt x="763" y="493"/>
                </a:moveTo>
                <a:cubicBezTo>
                  <a:pt x="762" y="493"/>
                  <a:pt x="761" y="494"/>
                  <a:pt x="760" y="494"/>
                </a:cubicBezTo>
                <a:cubicBezTo>
                  <a:pt x="759" y="494"/>
                  <a:pt x="758" y="495"/>
                  <a:pt x="758" y="495"/>
                </a:cubicBezTo>
                <a:cubicBezTo>
                  <a:pt x="757" y="496"/>
                  <a:pt x="757" y="497"/>
                  <a:pt x="757" y="497"/>
                </a:cubicBezTo>
                <a:cubicBezTo>
                  <a:pt x="757" y="498"/>
                  <a:pt x="757" y="498"/>
                  <a:pt x="757" y="499"/>
                </a:cubicBezTo>
                <a:cubicBezTo>
                  <a:pt x="758" y="500"/>
                  <a:pt x="758" y="500"/>
                  <a:pt x="759" y="501"/>
                </a:cubicBezTo>
                <a:cubicBezTo>
                  <a:pt x="760" y="501"/>
                  <a:pt x="761" y="501"/>
                  <a:pt x="762" y="501"/>
                </a:cubicBezTo>
                <a:cubicBezTo>
                  <a:pt x="763" y="502"/>
                  <a:pt x="764" y="502"/>
                  <a:pt x="765" y="502"/>
                </a:cubicBezTo>
                <a:cubicBezTo>
                  <a:pt x="766" y="502"/>
                  <a:pt x="767" y="502"/>
                  <a:pt x="768" y="501"/>
                </a:cubicBezTo>
                <a:cubicBezTo>
                  <a:pt x="769" y="501"/>
                  <a:pt x="770" y="501"/>
                  <a:pt x="771" y="501"/>
                </a:cubicBezTo>
                <a:cubicBezTo>
                  <a:pt x="772" y="500"/>
                  <a:pt x="773" y="500"/>
                  <a:pt x="773" y="499"/>
                </a:cubicBezTo>
                <a:cubicBezTo>
                  <a:pt x="774" y="498"/>
                  <a:pt x="774" y="498"/>
                  <a:pt x="774" y="497"/>
                </a:cubicBezTo>
                <a:cubicBezTo>
                  <a:pt x="774" y="497"/>
                  <a:pt x="774" y="496"/>
                  <a:pt x="774" y="495"/>
                </a:cubicBezTo>
                <a:cubicBezTo>
                  <a:pt x="774" y="495"/>
                  <a:pt x="773" y="494"/>
                  <a:pt x="772" y="494"/>
                </a:cubicBezTo>
                <a:cubicBezTo>
                  <a:pt x="772" y="494"/>
                  <a:pt x="771" y="493"/>
                  <a:pt x="770" y="493"/>
                </a:cubicBezTo>
                <a:cubicBezTo>
                  <a:pt x="769" y="493"/>
                  <a:pt x="767" y="493"/>
                  <a:pt x="766" y="493"/>
                </a:cubicBezTo>
                <a:cubicBezTo>
                  <a:pt x="765" y="493"/>
                  <a:pt x="764" y="493"/>
                  <a:pt x="763" y="493"/>
                </a:cubicBezTo>
                <a:close/>
                <a:moveTo>
                  <a:pt x="587" y="493"/>
                </a:moveTo>
                <a:cubicBezTo>
                  <a:pt x="586" y="493"/>
                  <a:pt x="585" y="494"/>
                  <a:pt x="584" y="494"/>
                </a:cubicBezTo>
                <a:cubicBezTo>
                  <a:pt x="583" y="494"/>
                  <a:pt x="582" y="495"/>
                  <a:pt x="581" y="495"/>
                </a:cubicBezTo>
                <a:cubicBezTo>
                  <a:pt x="581" y="496"/>
                  <a:pt x="581" y="497"/>
                  <a:pt x="580" y="497"/>
                </a:cubicBezTo>
                <a:cubicBezTo>
                  <a:pt x="580" y="498"/>
                  <a:pt x="580" y="498"/>
                  <a:pt x="581" y="499"/>
                </a:cubicBezTo>
                <a:cubicBezTo>
                  <a:pt x="581" y="500"/>
                  <a:pt x="582" y="500"/>
                  <a:pt x="582" y="501"/>
                </a:cubicBezTo>
                <a:cubicBezTo>
                  <a:pt x="583" y="501"/>
                  <a:pt x="584" y="501"/>
                  <a:pt x="585" y="501"/>
                </a:cubicBezTo>
                <a:cubicBezTo>
                  <a:pt x="586" y="502"/>
                  <a:pt x="587" y="502"/>
                  <a:pt x="588" y="502"/>
                </a:cubicBezTo>
                <a:cubicBezTo>
                  <a:pt x="590" y="502"/>
                  <a:pt x="591" y="502"/>
                  <a:pt x="592" y="501"/>
                </a:cubicBezTo>
                <a:cubicBezTo>
                  <a:pt x="593" y="501"/>
                  <a:pt x="594" y="501"/>
                  <a:pt x="595" y="501"/>
                </a:cubicBezTo>
                <a:cubicBezTo>
                  <a:pt x="596" y="500"/>
                  <a:pt x="596" y="500"/>
                  <a:pt x="597" y="499"/>
                </a:cubicBezTo>
                <a:cubicBezTo>
                  <a:pt x="598" y="498"/>
                  <a:pt x="598" y="498"/>
                  <a:pt x="598" y="497"/>
                </a:cubicBezTo>
                <a:cubicBezTo>
                  <a:pt x="598" y="497"/>
                  <a:pt x="598" y="496"/>
                  <a:pt x="598" y="495"/>
                </a:cubicBezTo>
                <a:cubicBezTo>
                  <a:pt x="597" y="495"/>
                  <a:pt x="597" y="494"/>
                  <a:pt x="596" y="494"/>
                </a:cubicBezTo>
                <a:cubicBezTo>
                  <a:pt x="595" y="494"/>
                  <a:pt x="594" y="493"/>
                  <a:pt x="593" y="493"/>
                </a:cubicBezTo>
                <a:cubicBezTo>
                  <a:pt x="592" y="493"/>
                  <a:pt x="591" y="493"/>
                  <a:pt x="590" y="493"/>
                </a:cubicBezTo>
                <a:cubicBezTo>
                  <a:pt x="589" y="493"/>
                  <a:pt x="588" y="493"/>
                  <a:pt x="587" y="493"/>
                </a:cubicBezTo>
                <a:close/>
                <a:moveTo>
                  <a:pt x="499" y="493"/>
                </a:moveTo>
                <a:cubicBezTo>
                  <a:pt x="497" y="493"/>
                  <a:pt x="496" y="494"/>
                  <a:pt x="496" y="494"/>
                </a:cubicBezTo>
                <a:cubicBezTo>
                  <a:pt x="495" y="494"/>
                  <a:pt x="494" y="495"/>
                  <a:pt x="493" y="495"/>
                </a:cubicBezTo>
                <a:cubicBezTo>
                  <a:pt x="493" y="496"/>
                  <a:pt x="492" y="497"/>
                  <a:pt x="492" y="497"/>
                </a:cubicBezTo>
                <a:cubicBezTo>
                  <a:pt x="492" y="498"/>
                  <a:pt x="492" y="498"/>
                  <a:pt x="493" y="499"/>
                </a:cubicBezTo>
                <a:cubicBezTo>
                  <a:pt x="493" y="500"/>
                  <a:pt x="493" y="500"/>
                  <a:pt x="494" y="501"/>
                </a:cubicBezTo>
                <a:cubicBezTo>
                  <a:pt x="495" y="501"/>
                  <a:pt x="496" y="501"/>
                  <a:pt x="497" y="501"/>
                </a:cubicBezTo>
                <a:cubicBezTo>
                  <a:pt x="498" y="502"/>
                  <a:pt x="499" y="502"/>
                  <a:pt x="500" y="502"/>
                </a:cubicBezTo>
                <a:cubicBezTo>
                  <a:pt x="501" y="502"/>
                  <a:pt x="502" y="502"/>
                  <a:pt x="504" y="501"/>
                </a:cubicBezTo>
                <a:cubicBezTo>
                  <a:pt x="505" y="501"/>
                  <a:pt x="506" y="501"/>
                  <a:pt x="507" y="501"/>
                </a:cubicBezTo>
                <a:cubicBezTo>
                  <a:pt x="508" y="500"/>
                  <a:pt x="508" y="500"/>
                  <a:pt x="509" y="499"/>
                </a:cubicBezTo>
                <a:cubicBezTo>
                  <a:pt x="509" y="498"/>
                  <a:pt x="510" y="498"/>
                  <a:pt x="510" y="497"/>
                </a:cubicBezTo>
                <a:cubicBezTo>
                  <a:pt x="510" y="497"/>
                  <a:pt x="510" y="496"/>
                  <a:pt x="510" y="495"/>
                </a:cubicBezTo>
                <a:cubicBezTo>
                  <a:pt x="509" y="495"/>
                  <a:pt x="509" y="494"/>
                  <a:pt x="508" y="494"/>
                </a:cubicBezTo>
                <a:cubicBezTo>
                  <a:pt x="507" y="494"/>
                  <a:pt x="506" y="493"/>
                  <a:pt x="505" y="493"/>
                </a:cubicBezTo>
                <a:cubicBezTo>
                  <a:pt x="504" y="493"/>
                  <a:pt x="503" y="493"/>
                  <a:pt x="502" y="493"/>
                </a:cubicBezTo>
                <a:cubicBezTo>
                  <a:pt x="501" y="493"/>
                  <a:pt x="500" y="493"/>
                  <a:pt x="499" y="493"/>
                </a:cubicBezTo>
                <a:close/>
                <a:moveTo>
                  <a:pt x="631" y="493"/>
                </a:moveTo>
                <a:cubicBezTo>
                  <a:pt x="630" y="493"/>
                  <a:pt x="629" y="494"/>
                  <a:pt x="628" y="494"/>
                </a:cubicBezTo>
                <a:cubicBezTo>
                  <a:pt x="627" y="494"/>
                  <a:pt x="626" y="495"/>
                  <a:pt x="626" y="495"/>
                </a:cubicBezTo>
                <a:cubicBezTo>
                  <a:pt x="625" y="496"/>
                  <a:pt x="625" y="497"/>
                  <a:pt x="625" y="497"/>
                </a:cubicBezTo>
                <a:cubicBezTo>
                  <a:pt x="624" y="498"/>
                  <a:pt x="625" y="498"/>
                  <a:pt x="625" y="499"/>
                </a:cubicBezTo>
                <a:cubicBezTo>
                  <a:pt x="625" y="500"/>
                  <a:pt x="626" y="500"/>
                  <a:pt x="627" y="501"/>
                </a:cubicBezTo>
                <a:cubicBezTo>
                  <a:pt x="627" y="501"/>
                  <a:pt x="628" y="501"/>
                  <a:pt x="629" y="501"/>
                </a:cubicBezTo>
                <a:cubicBezTo>
                  <a:pt x="630" y="502"/>
                  <a:pt x="631" y="502"/>
                  <a:pt x="633" y="502"/>
                </a:cubicBezTo>
                <a:cubicBezTo>
                  <a:pt x="634" y="502"/>
                  <a:pt x="635" y="502"/>
                  <a:pt x="636" y="501"/>
                </a:cubicBezTo>
                <a:cubicBezTo>
                  <a:pt x="637" y="501"/>
                  <a:pt x="638" y="501"/>
                  <a:pt x="639" y="501"/>
                </a:cubicBezTo>
                <a:cubicBezTo>
                  <a:pt x="640" y="500"/>
                  <a:pt x="641" y="500"/>
                  <a:pt x="641" y="499"/>
                </a:cubicBezTo>
                <a:cubicBezTo>
                  <a:pt x="642" y="498"/>
                  <a:pt x="642" y="498"/>
                  <a:pt x="642" y="497"/>
                </a:cubicBezTo>
                <a:cubicBezTo>
                  <a:pt x="642" y="497"/>
                  <a:pt x="642" y="496"/>
                  <a:pt x="642" y="495"/>
                </a:cubicBezTo>
                <a:cubicBezTo>
                  <a:pt x="641" y="495"/>
                  <a:pt x="641" y="494"/>
                  <a:pt x="640" y="494"/>
                </a:cubicBezTo>
                <a:cubicBezTo>
                  <a:pt x="639" y="494"/>
                  <a:pt x="639" y="493"/>
                  <a:pt x="638" y="493"/>
                </a:cubicBezTo>
                <a:cubicBezTo>
                  <a:pt x="637" y="493"/>
                  <a:pt x="635" y="493"/>
                  <a:pt x="634" y="493"/>
                </a:cubicBezTo>
                <a:cubicBezTo>
                  <a:pt x="633" y="493"/>
                  <a:pt x="632" y="493"/>
                  <a:pt x="631" y="493"/>
                </a:cubicBezTo>
                <a:close/>
                <a:moveTo>
                  <a:pt x="543" y="493"/>
                </a:moveTo>
                <a:cubicBezTo>
                  <a:pt x="542" y="493"/>
                  <a:pt x="540" y="494"/>
                  <a:pt x="540" y="494"/>
                </a:cubicBezTo>
                <a:cubicBezTo>
                  <a:pt x="539" y="494"/>
                  <a:pt x="538" y="495"/>
                  <a:pt x="537" y="495"/>
                </a:cubicBezTo>
                <a:cubicBezTo>
                  <a:pt x="537" y="496"/>
                  <a:pt x="536" y="497"/>
                  <a:pt x="536" y="497"/>
                </a:cubicBezTo>
                <a:cubicBezTo>
                  <a:pt x="536" y="498"/>
                  <a:pt x="536" y="498"/>
                  <a:pt x="537" y="499"/>
                </a:cubicBezTo>
                <a:cubicBezTo>
                  <a:pt x="537" y="500"/>
                  <a:pt x="538" y="500"/>
                  <a:pt x="538" y="501"/>
                </a:cubicBezTo>
                <a:cubicBezTo>
                  <a:pt x="539" y="501"/>
                  <a:pt x="540" y="501"/>
                  <a:pt x="541" y="501"/>
                </a:cubicBezTo>
                <a:cubicBezTo>
                  <a:pt x="542" y="502"/>
                  <a:pt x="543" y="502"/>
                  <a:pt x="544" y="502"/>
                </a:cubicBezTo>
                <a:cubicBezTo>
                  <a:pt x="545" y="502"/>
                  <a:pt x="547" y="502"/>
                  <a:pt x="548" y="501"/>
                </a:cubicBezTo>
                <a:cubicBezTo>
                  <a:pt x="549" y="501"/>
                  <a:pt x="550" y="501"/>
                  <a:pt x="551" y="501"/>
                </a:cubicBezTo>
                <a:cubicBezTo>
                  <a:pt x="552" y="500"/>
                  <a:pt x="552" y="500"/>
                  <a:pt x="553" y="499"/>
                </a:cubicBezTo>
                <a:cubicBezTo>
                  <a:pt x="553" y="498"/>
                  <a:pt x="554" y="498"/>
                  <a:pt x="554" y="497"/>
                </a:cubicBezTo>
                <a:cubicBezTo>
                  <a:pt x="554" y="497"/>
                  <a:pt x="554" y="496"/>
                  <a:pt x="554" y="495"/>
                </a:cubicBezTo>
                <a:cubicBezTo>
                  <a:pt x="553" y="495"/>
                  <a:pt x="553" y="494"/>
                  <a:pt x="552" y="494"/>
                </a:cubicBezTo>
                <a:cubicBezTo>
                  <a:pt x="551" y="494"/>
                  <a:pt x="550" y="493"/>
                  <a:pt x="549" y="493"/>
                </a:cubicBezTo>
                <a:cubicBezTo>
                  <a:pt x="548" y="493"/>
                  <a:pt x="547" y="493"/>
                  <a:pt x="546" y="493"/>
                </a:cubicBezTo>
                <a:cubicBezTo>
                  <a:pt x="545" y="493"/>
                  <a:pt x="544" y="493"/>
                  <a:pt x="543" y="493"/>
                </a:cubicBezTo>
                <a:close/>
                <a:moveTo>
                  <a:pt x="2392" y="493"/>
                </a:moveTo>
                <a:cubicBezTo>
                  <a:pt x="2391" y="493"/>
                  <a:pt x="2390" y="494"/>
                  <a:pt x="2390" y="494"/>
                </a:cubicBezTo>
                <a:cubicBezTo>
                  <a:pt x="2389" y="494"/>
                  <a:pt x="2388" y="495"/>
                  <a:pt x="2388" y="495"/>
                </a:cubicBezTo>
                <a:cubicBezTo>
                  <a:pt x="2388" y="496"/>
                  <a:pt x="2388" y="497"/>
                  <a:pt x="2388" y="497"/>
                </a:cubicBezTo>
                <a:cubicBezTo>
                  <a:pt x="2388" y="498"/>
                  <a:pt x="2389" y="498"/>
                  <a:pt x="2389" y="499"/>
                </a:cubicBezTo>
                <a:cubicBezTo>
                  <a:pt x="2390" y="500"/>
                  <a:pt x="2391" y="500"/>
                  <a:pt x="2392" y="501"/>
                </a:cubicBezTo>
                <a:cubicBezTo>
                  <a:pt x="2393" y="501"/>
                  <a:pt x="2394" y="501"/>
                  <a:pt x="2395" y="501"/>
                </a:cubicBezTo>
                <a:cubicBezTo>
                  <a:pt x="2396" y="502"/>
                  <a:pt x="2397" y="502"/>
                  <a:pt x="2398" y="502"/>
                </a:cubicBezTo>
                <a:cubicBezTo>
                  <a:pt x="2400" y="502"/>
                  <a:pt x="2401" y="502"/>
                  <a:pt x="2402" y="501"/>
                </a:cubicBezTo>
                <a:cubicBezTo>
                  <a:pt x="2403" y="501"/>
                  <a:pt x="2404" y="501"/>
                  <a:pt x="2404" y="501"/>
                </a:cubicBezTo>
                <a:cubicBezTo>
                  <a:pt x="2405" y="500"/>
                  <a:pt x="2405" y="500"/>
                  <a:pt x="2406" y="499"/>
                </a:cubicBezTo>
                <a:cubicBezTo>
                  <a:pt x="2406" y="498"/>
                  <a:pt x="2406" y="498"/>
                  <a:pt x="2406" y="497"/>
                </a:cubicBezTo>
                <a:cubicBezTo>
                  <a:pt x="2406" y="497"/>
                  <a:pt x="2405" y="496"/>
                  <a:pt x="2404" y="495"/>
                </a:cubicBezTo>
                <a:cubicBezTo>
                  <a:pt x="2404" y="495"/>
                  <a:pt x="2403" y="494"/>
                  <a:pt x="2402" y="494"/>
                </a:cubicBezTo>
                <a:cubicBezTo>
                  <a:pt x="2401" y="494"/>
                  <a:pt x="2400" y="493"/>
                  <a:pt x="2399" y="493"/>
                </a:cubicBezTo>
                <a:cubicBezTo>
                  <a:pt x="2398" y="493"/>
                  <a:pt x="2397" y="493"/>
                  <a:pt x="2395" y="493"/>
                </a:cubicBezTo>
                <a:cubicBezTo>
                  <a:pt x="2394" y="493"/>
                  <a:pt x="2393" y="493"/>
                  <a:pt x="2392" y="493"/>
                </a:cubicBezTo>
                <a:close/>
                <a:moveTo>
                  <a:pt x="2128" y="493"/>
                </a:moveTo>
                <a:cubicBezTo>
                  <a:pt x="2127" y="493"/>
                  <a:pt x="2126" y="494"/>
                  <a:pt x="2125" y="494"/>
                </a:cubicBezTo>
                <a:cubicBezTo>
                  <a:pt x="2125" y="494"/>
                  <a:pt x="2124" y="495"/>
                  <a:pt x="2124" y="495"/>
                </a:cubicBezTo>
                <a:cubicBezTo>
                  <a:pt x="2124" y="496"/>
                  <a:pt x="2123" y="497"/>
                  <a:pt x="2124" y="497"/>
                </a:cubicBezTo>
                <a:cubicBezTo>
                  <a:pt x="2124" y="498"/>
                  <a:pt x="2124" y="498"/>
                  <a:pt x="2125" y="499"/>
                </a:cubicBezTo>
                <a:cubicBezTo>
                  <a:pt x="2125" y="500"/>
                  <a:pt x="2126" y="500"/>
                  <a:pt x="2127" y="501"/>
                </a:cubicBezTo>
                <a:cubicBezTo>
                  <a:pt x="2128" y="501"/>
                  <a:pt x="2129" y="501"/>
                  <a:pt x="2130" y="501"/>
                </a:cubicBezTo>
                <a:cubicBezTo>
                  <a:pt x="2131" y="502"/>
                  <a:pt x="2132" y="502"/>
                  <a:pt x="2134" y="502"/>
                </a:cubicBezTo>
                <a:cubicBezTo>
                  <a:pt x="2135" y="502"/>
                  <a:pt x="2136" y="502"/>
                  <a:pt x="2137" y="501"/>
                </a:cubicBezTo>
                <a:cubicBezTo>
                  <a:pt x="2138" y="501"/>
                  <a:pt x="2139" y="501"/>
                  <a:pt x="2139" y="501"/>
                </a:cubicBezTo>
                <a:cubicBezTo>
                  <a:pt x="2140" y="500"/>
                  <a:pt x="2141" y="500"/>
                  <a:pt x="2141" y="499"/>
                </a:cubicBezTo>
                <a:cubicBezTo>
                  <a:pt x="2141" y="498"/>
                  <a:pt x="2141" y="498"/>
                  <a:pt x="2141" y="497"/>
                </a:cubicBezTo>
                <a:cubicBezTo>
                  <a:pt x="2141" y="497"/>
                  <a:pt x="2141" y="496"/>
                  <a:pt x="2140" y="495"/>
                </a:cubicBezTo>
                <a:cubicBezTo>
                  <a:pt x="2139" y="495"/>
                  <a:pt x="2139" y="494"/>
                  <a:pt x="2138" y="494"/>
                </a:cubicBezTo>
                <a:cubicBezTo>
                  <a:pt x="2137" y="494"/>
                  <a:pt x="2136" y="493"/>
                  <a:pt x="2135" y="493"/>
                </a:cubicBezTo>
                <a:cubicBezTo>
                  <a:pt x="2134" y="493"/>
                  <a:pt x="2132" y="493"/>
                  <a:pt x="2131" y="493"/>
                </a:cubicBezTo>
                <a:cubicBezTo>
                  <a:pt x="2130" y="493"/>
                  <a:pt x="2129" y="493"/>
                  <a:pt x="2128" y="493"/>
                </a:cubicBezTo>
                <a:close/>
                <a:moveTo>
                  <a:pt x="2348" y="493"/>
                </a:moveTo>
                <a:cubicBezTo>
                  <a:pt x="2347" y="493"/>
                  <a:pt x="2346" y="494"/>
                  <a:pt x="2346" y="494"/>
                </a:cubicBezTo>
                <a:cubicBezTo>
                  <a:pt x="2345" y="494"/>
                  <a:pt x="2344" y="495"/>
                  <a:pt x="2344" y="495"/>
                </a:cubicBezTo>
                <a:cubicBezTo>
                  <a:pt x="2344" y="496"/>
                  <a:pt x="2344" y="497"/>
                  <a:pt x="2344" y="497"/>
                </a:cubicBezTo>
                <a:cubicBezTo>
                  <a:pt x="2344" y="498"/>
                  <a:pt x="2345" y="498"/>
                  <a:pt x="2345" y="499"/>
                </a:cubicBezTo>
                <a:cubicBezTo>
                  <a:pt x="2346" y="500"/>
                  <a:pt x="2347" y="500"/>
                  <a:pt x="2348" y="501"/>
                </a:cubicBezTo>
                <a:cubicBezTo>
                  <a:pt x="2349" y="501"/>
                  <a:pt x="2350" y="501"/>
                  <a:pt x="2351" y="501"/>
                </a:cubicBezTo>
                <a:cubicBezTo>
                  <a:pt x="2352" y="502"/>
                  <a:pt x="2353" y="502"/>
                  <a:pt x="2354" y="502"/>
                </a:cubicBezTo>
                <a:cubicBezTo>
                  <a:pt x="2356" y="502"/>
                  <a:pt x="2357" y="502"/>
                  <a:pt x="2358" y="501"/>
                </a:cubicBezTo>
                <a:cubicBezTo>
                  <a:pt x="2359" y="501"/>
                  <a:pt x="2359" y="501"/>
                  <a:pt x="2360" y="501"/>
                </a:cubicBezTo>
                <a:cubicBezTo>
                  <a:pt x="2361" y="500"/>
                  <a:pt x="2361" y="500"/>
                  <a:pt x="2362" y="499"/>
                </a:cubicBezTo>
                <a:cubicBezTo>
                  <a:pt x="2362" y="498"/>
                  <a:pt x="2362" y="498"/>
                  <a:pt x="2362" y="497"/>
                </a:cubicBezTo>
                <a:cubicBezTo>
                  <a:pt x="2361" y="497"/>
                  <a:pt x="2361" y="496"/>
                  <a:pt x="2360" y="495"/>
                </a:cubicBezTo>
                <a:cubicBezTo>
                  <a:pt x="2360" y="495"/>
                  <a:pt x="2359" y="494"/>
                  <a:pt x="2358" y="494"/>
                </a:cubicBezTo>
                <a:cubicBezTo>
                  <a:pt x="2357" y="494"/>
                  <a:pt x="2356" y="493"/>
                  <a:pt x="2355" y="493"/>
                </a:cubicBezTo>
                <a:cubicBezTo>
                  <a:pt x="2354" y="493"/>
                  <a:pt x="2353" y="493"/>
                  <a:pt x="2351" y="493"/>
                </a:cubicBezTo>
                <a:cubicBezTo>
                  <a:pt x="2350" y="493"/>
                  <a:pt x="2349" y="493"/>
                  <a:pt x="2348" y="493"/>
                </a:cubicBezTo>
                <a:close/>
                <a:moveTo>
                  <a:pt x="2172" y="493"/>
                </a:moveTo>
                <a:cubicBezTo>
                  <a:pt x="2171" y="493"/>
                  <a:pt x="2170" y="494"/>
                  <a:pt x="2169" y="494"/>
                </a:cubicBezTo>
                <a:cubicBezTo>
                  <a:pt x="2169" y="494"/>
                  <a:pt x="2168" y="495"/>
                  <a:pt x="2168" y="495"/>
                </a:cubicBezTo>
                <a:cubicBezTo>
                  <a:pt x="2168" y="496"/>
                  <a:pt x="2167" y="497"/>
                  <a:pt x="2168" y="497"/>
                </a:cubicBezTo>
                <a:cubicBezTo>
                  <a:pt x="2168" y="498"/>
                  <a:pt x="2168" y="498"/>
                  <a:pt x="2169" y="499"/>
                </a:cubicBezTo>
                <a:cubicBezTo>
                  <a:pt x="2169" y="500"/>
                  <a:pt x="2170" y="500"/>
                  <a:pt x="2171" y="501"/>
                </a:cubicBezTo>
                <a:cubicBezTo>
                  <a:pt x="2172" y="501"/>
                  <a:pt x="2173" y="501"/>
                  <a:pt x="2174" y="501"/>
                </a:cubicBezTo>
                <a:cubicBezTo>
                  <a:pt x="2175" y="502"/>
                  <a:pt x="2176" y="502"/>
                  <a:pt x="2178" y="502"/>
                </a:cubicBezTo>
                <a:cubicBezTo>
                  <a:pt x="2179" y="502"/>
                  <a:pt x="2180" y="502"/>
                  <a:pt x="2181" y="501"/>
                </a:cubicBezTo>
                <a:cubicBezTo>
                  <a:pt x="2182" y="501"/>
                  <a:pt x="2183" y="501"/>
                  <a:pt x="2184" y="501"/>
                </a:cubicBezTo>
                <a:cubicBezTo>
                  <a:pt x="2184" y="500"/>
                  <a:pt x="2185" y="500"/>
                  <a:pt x="2185" y="499"/>
                </a:cubicBezTo>
                <a:cubicBezTo>
                  <a:pt x="2185" y="498"/>
                  <a:pt x="2185" y="498"/>
                  <a:pt x="2185" y="497"/>
                </a:cubicBezTo>
                <a:cubicBezTo>
                  <a:pt x="2185" y="497"/>
                  <a:pt x="2185" y="496"/>
                  <a:pt x="2184" y="495"/>
                </a:cubicBezTo>
                <a:cubicBezTo>
                  <a:pt x="2184" y="495"/>
                  <a:pt x="2183" y="494"/>
                  <a:pt x="2182" y="494"/>
                </a:cubicBezTo>
                <a:cubicBezTo>
                  <a:pt x="2181" y="494"/>
                  <a:pt x="2180" y="493"/>
                  <a:pt x="2179" y="493"/>
                </a:cubicBezTo>
                <a:cubicBezTo>
                  <a:pt x="2178" y="493"/>
                  <a:pt x="2176" y="493"/>
                  <a:pt x="2175" y="493"/>
                </a:cubicBezTo>
                <a:cubicBezTo>
                  <a:pt x="2174" y="493"/>
                  <a:pt x="2173" y="493"/>
                  <a:pt x="2172" y="493"/>
                </a:cubicBezTo>
                <a:close/>
                <a:moveTo>
                  <a:pt x="2216" y="493"/>
                </a:moveTo>
                <a:cubicBezTo>
                  <a:pt x="2215" y="493"/>
                  <a:pt x="2214" y="494"/>
                  <a:pt x="2213" y="494"/>
                </a:cubicBezTo>
                <a:cubicBezTo>
                  <a:pt x="2213" y="494"/>
                  <a:pt x="2212" y="495"/>
                  <a:pt x="2212" y="495"/>
                </a:cubicBezTo>
                <a:cubicBezTo>
                  <a:pt x="2212" y="496"/>
                  <a:pt x="2212" y="497"/>
                  <a:pt x="2212" y="497"/>
                </a:cubicBezTo>
                <a:cubicBezTo>
                  <a:pt x="2212" y="498"/>
                  <a:pt x="2212" y="498"/>
                  <a:pt x="2213" y="499"/>
                </a:cubicBezTo>
                <a:cubicBezTo>
                  <a:pt x="2214" y="500"/>
                  <a:pt x="2214" y="500"/>
                  <a:pt x="2215" y="501"/>
                </a:cubicBezTo>
                <a:cubicBezTo>
                  <a:pt x="2216" y="501"/>
                  <a:pt x="2217" y="501"/>
                  <a:pt x="2218" y="501"/>
                </a:cubicBezTo>
                <a:cubicBezTo>
                  <a:pt x="2219" y="502"/>
                  <a:pt x="2221" y="502"/>
                  <a:pt x="2222" y="502"/>
                </a:cubicBezTo>
                <a:cubicBezTo>
                  <a:pt x="2223" y="502"/>
                  <a:pt x="2224" y="502"/>
                  <a:pt x="2225" y="501"/>
                </a:cubicBezTo>
                <a:cubicBezTo>
                  <a:pt x="2226" y="501"/>
                  <a:pt x="2227" y="501"/>
                  <a:pt x="2228" y="501"/>
                </a:cubicBezTo>
                <a:cubicBezTo>
                  <a:pt x="2228" y="500"/>
                  <a:pt x="2229" y="500"/>
                  <a:pt x="2229" y="499"/>
                </a:cubicBezTo>
                <a:cubicBezTo>
                  <a:pt x="2229" y="498"/>
                  <a:pt x="2230" y="498"/>
                  <a:pt x="2229" y="497"/>
                </a:cubicBezTo>
                <a:cubicBezTo>
                  <a:pt x="2229" y="497"/>
                  <a:pt x="2229" y="496"/>
                  <a:pt x="2228" y="495"/>
                </a:cubicBezTo>
                <a:cubicBezTo>
                  <a:pt x="2228" y="495"/>
                  <a:pt x="2227" y="494"/>
                  <a:pt x="2226" y="494"/>
                </a:cubicBezTo>
                <a:cubicBezTo>
                  <a:pt x="2225" y="494"/>
                  <a:pt x="2224" y="493"/>
                  <a:pt x="2223" y="493"/>
                </a:cubicBezTo>
                <a:cubicBezTo>
                  <a:pt x="2222" y="493"/>
                  <a:pt x="2220" y="493"/>
                  <a:pt x="2219" y="493"/>
                </a:cubicBezTo>
                <a:cubicBezTo>
                  <a:pt x="2218" y="493"/>
                  <a:pt x="2217" y="493"/>
                  <a:pt x="2216" y="493"/>
                </a:cubicBezTo>
                <a:close/>
                <a:moveTo>
                  <a:pt x="2040" y="493"/>
                </a:moveTo>
                <a:cubicBezTo>
                  <a:pt x="2039" y="493"/>
                  <a:pt x="2038" y="494"/>
                  <a:pt x="2037" y="494"/>
                </a:cubicBezTo>
                <a:cubicBezTo>
                  <a:pt x="2037" y="494"/>
                  <a:pt x="2036" y="495"/>
                  <a:pt x="2036" y="495"/>
                </a:cubicBezTo>
                <a:cubicBezTo>
                  <a:pt x="2035" y="496"/>
                  <a:pt x="2035" y="497"/>
                  <a:pt x="2035" y="497"/>
                </a:cubicBezTo>
                <a:cubicBezTo>
                  <a:pt x="2036" y="498"/>
                  <a:pt x="2036" y="498"/>
                  <a:pt x="2036" y="499"/>
                </a:cubicBezTo>
                <a:cubicBezTo>
                  <a:pt x="2037" y="500"/>
                  <a:pt x="2038" y="500"/>
                  <a:pt x="2039" y="501"/>
                </a:cubicBezTo>
                <a:cubicBezTo>
                  <a:pt x="2040" y="501"/>
                  <a:pt x="2041" y="501"/>
                  <a:pt x="2042" y="501"/>
                </a:cubicBezTo>
                <a:cubicBezTo>
                  <a:pt x="2043" y="502"/>
                  <a:pt x="2044" y="502"/>
                  <a:pt x="2045" y="502"/>
                </a:cubicBezTo>
                <a:cubicBezTo>
                  <a:pt x="2046" y="502"/>
                  <a:pt x="2048" y="502"/>
                  <a:pt x="2049" y="501"/>
                </a:cubicBezTo>
                <a:cubicBezTo>
                  <a:pt x="2050" y="501"/>
                  <a:pt x="2050" y="501"/>
                  <a:pt x="2051" y="501"/>
                </a:cubicBezTo>
                <a:cubicBezTo>
                  <a:pt x="2052" y="500"/>
                  <a:pt x="2052" y="500"/>
                  <a:pt x="2053" y="499"/>
                </a:cubicBezTo>
                <a:cubicBezTo>
                  <a:pt x="2053" y="498"/>
                  <a:pt x="2053" y="498"/>
                  <a:pt x="2053" y="497"/>
                </a:cubicBezTo>
                <a:cubicBezTo>
                  <a:pt x="2053" y="497"/>
                  <a:pt x="2053" y="496"/>
                  <a:pt x="2052" y="495"/>
                </a:cubicBezTo>
                <a:cubicBezTo>
                  <a:pt x="2051" y="495"/>
                  <a:pt x="2051" y="494"/>
                  <a:pt x="2050" y="494"/>
                </a:cubicBezTo>
                <a:cubicBezTo>
                  <a:pt x="2049" y="494"/>
                  <a:pt x="2048" y="493"/>
                  <a:pt x="2047" y="493"/>
                </a:cubicBezTo>
                <a:cubicBezTo>
                  <a:pt x="2046" y="493"/>
                  <a:pt x="2044" y="493"/>
                  <a:pt x="2043" y="493"/>
                </a:cubicBezTo>
                <a:cubicBezTo>
                  <a:pt x="2042" y="493"/>
                  <a:pt x="2041" y="493"/>
                  <a:pt x="2040" y="493"/>
                </a:cubicBezTo>
                <a:close/>
                <a:moveTo>
                  <a:pt x="2304" y="493"/>
                </a:moveTo>
                <a:cubicBezTo>
                  <a:pt x="2303" y="493"/>
                  <a:pt x="2302" y="494"/>
                  <a:pt x="2302" y="494"/>
                </a:cubicBezTo>
                <a:cubicBezTo>
                  <a:pt x="2301" y="494"/>
                  <a:pt x="2300" y="495"/>
                  <a:pt x="2300" y="495"/>
                </a:cubicBezTo>
                <a:cubicBezTo>
                  <a:pt x="2300" y="496"/>
                  <a:pt x="2300" y="497"/>
                  <a:pt x="2300" y="497"/>
                </a:cubicBezTo>
                <a:cubicBezTo>
                  <a:pt x="2300" y="498"/>
                  <a:pt x="2301" y="498"/>
                  <a:pt x="2301" y="499"/>
                </a:cubicBezTo>
                <a:cubicBezTo>
                  <a:pt x="2302" y="500"/>
                  <a:pt x="2303" y="500"/>
                  <a:pt x="2303" y="501"/>
                </a:cubicBezTo>
                <a:cubicBezTo>
                  <a:pt x="2304" y="501"/>
                  <a:pt x="2305" y="501"/>
                  <a:pt x="2307" y="501"/>
                </a:cubicBezTo>
                <a:cubicBezTo>
                  <a:pt x="2308" y="502"/>
                  <a:pt x="2309" y="502"/>
                  <a:pt x="2310" y="502"/>
                </a:cubicBezTo>
                <a:cubicBezTo>
                  <a:pt x="2311" y="502"/>
                  <a:pt x="2312" y="502"/>
                  <a:pt x="2313" y="501"/>
                </a:cubicBezTo>
                <a:cubicBezTo>
                  <a:pt x="2314" y="501"/>
                  <a:pt x="2315" y="501"/>
                  <a:pt x="2316" y="501"/>
                </a:cubicBezTo>
                <a:cubicBezTo>
                  <a:pt x="2317" y="500"/>
                  <a:pt x="2317" y="500"/>
                  <a:pt x="2317" y="499"/>
                </a:cubicBezTo>
                <a:cubicBezTo>
                  <a:pt x="2318" y="498"/>
                  <a:pt x="2318" y="498"/>
                  <a:pt x="2318" y="497"/>
                </a:cubicBezTo>
                <a:cubicBezTo>
                  <a:pt x="2317" y="497"/>
                  <a:pt x="2317" y="496"/>
                  <a:pt x="2316" y="495"/>
                </a:cubicBezTo>
                <a:cubicBezTo>
                  <a:pt x="2316" y="495"/>
                  <a:pt x="2315" y="494"/>
                  <a:pt x="2314" y="494"/>
                </a:cubicBezTo>
                <a:cubicBezTo>
                  <a:pt x="2313" y="494"/>
                  <a:pt x="2312" y="493"/>
                  <a:pt x="2311" y="493"/>
                </a:cubicBezTo>
                <a:cubicBezTo>
                  <a:pt x="2310" y="493"/>
                  <a:pt x="2309" y="493"/>
                  <a:pt x="2307" y="493"/>
                </a:cubicBezTo>
                <a:cubicBezTo>
                  <a:pt x="2306" y="493"/>
                  <a:pt x="2305" y="493"/>
                  <a:pt x="2304" y="493"/>
                </a:cubicBezTo>
                <a:close/>
                <a:moveTo>
                  <a:pt x="1451" y="504"/>
                </a:moveTo>
                <a:cubicBezTo>
                  <a:pt x="1451" y="504"/>
                  <a:pt x="1450" y="504"/>
                  <a:pt x="1450" y="504"/>
                </a:cubicBezTo>
                <a:cubicBezTo>
                  <a:pt x="1450" y="504"/>
                  <a:pt x="1450" y="504"/>
                  <a:pt x="1450" y="504"/>
                </a:cubicBezTo>
                <a:cubicBezTo>
                  <a:pt x="1450" y="504"/>
                  <a:pt x="1450" y="504"/>
                  <a:pt x="1449" y="504"/>
                </a:cubicBezTo>
                <a:cubicBezTo>
                  <a:pt x="1448" y="504"/>
                  <a:pt x="1447" y="504"/>
                  <a:pt x="1446" y="505"/>
                </a:cubicBezTo>
                <a:cubicBezTo>
                  <a:pt x="1445" y="505"/>
                  <a:pt x="1444" y="505"/>
                  <a:pt x="1443" y="506"/>
                </a:cubicBezTo>
                <a:cubicBezTo>
                  <a:pt x="1442" y="506"/>
                  <a:pt x="1442" y="506"/>
                  <a:pt x="1441" y="507"/>
                </a:cubicBezTo>
                <a:cubicBezTo>
                  <a:pt x="1441" y="508"/>
                  <a:pt x="1441" y="508"/>
                  <a:pt x="1441" y="509"/>
                </a:cubicBezTo>
                <a:cubicBezTo>
                  <a:pt x="1441" y="509"/>
                  <a:pt x="1441" y="510"/>
                  <a:pt x="1442" y="511"/>
                </a:cubicBezTo>
                <a:cubicBezTo>
                  <a:pt x="1442" y="511"/>
                  <a:pt x="1443" y="512"/>
                  <a:pt x="1444" y="512"/>
                </a:cubicBezTo>
                <a:cubicBezTo>
                  <a:pt x="1444" y="513"/>
                  <a:pt x="1445" y="513"/>
                  <a:pt x="1446" y="513"/>
                </a:cubicBezTo>
                <a:cubicBezTo>
                  <a:pt x="1448" y="513"/>
                  <a:pt x="1449" y="513"/>
                  <a:pt x="1450" y="513"/>
                </a:cubicBezTo>
                <a:cubicBezTo>
                  <a:pt x="1450" y="513"/>
                  <a:pt x="1450" y="513"/>
                  <a:pt x="1450" y="513"/>
                </a:cubicBezTo>
                <a:cubicBezTo>
                  <a:pt x="1450" y="513"/>
                  <a:pt x="1451" y="513"/>
                  <a:pt x="1451" y="513"/>
                </a:cubicBezTo>
                <a:cubicBezTo>
                  <a:pt x="1451" y="513"/>
                  <a:pt x="1451" y="513"/>
                  <a:pt x="1451" y="513"/>
                </a:cubicBezTo>
                <a:cubicBezTo>
                  <a:pt x="1451" y="513"/>
                  <a:pt x="1452" y="513"/>
                  <a:pt x="1452" y="513"/>
                </a:cubicBezTo>
                <a:cubicBezTo>
                  <a:pt x="1453" y="513"/>
                  <a:pt x="1454" y="513"/>
                  <a:pt x="1454" y="513"/>
                </a:cubicBezTo>
                <a:cubicBezTo>
                  <a:pt x="1455" y="513"/>
                  <a:pt x="1456" y="512"/>
                  <a:pt x="1457" y="512"/>
                </a:cubicBezTo>
                <a:cubicBezTo>
                  <a:pt x="1457" y="511"/>
                  <a:pt x="1458" y="511"/>
                  <a:pt x="1458" y="510"/>
                </a:cubicBezTo>
                <a:cubicBezTo>
                  <a:pt x="1458" y="510"/>
                  <a:pt x="1458" y="509"/>
                  <a:pt x="1458" y="509"/>
                </a:cubicBezTo>
                <a:cubicBezTo>
                  <a:pt x="1458" y="508"/>
                  <a:pt x="1458" y="508"/>
                  <a:pt x="1458" y="507"/>
                </a:cubicBezTo>
                <a:cubicBezTo>
                  <a:pt x="1457" y="507"/>
                  <a:pt x="1457" y="506"/>
                  <a:pt x="1456" y="506"/>
                </a:cubicBezTo>
                <a:cubicBezTo>
                  <a:pt x="1456" y="505"/>
                  <a:pt x="1455" y="505"/>
                  <a:pt x="1454" y="505"/>
                </a:cubicBezTo>
                <a:cubicBezTo>
                  <a:pt x="1453" y="505"/>
                  <a:pt x="1452" y="504"/>
                  <a:pt x="1451" y="504"/>
                </a:cubicBezTo>
                <a:cubicBezTo>
                  <a:pt x="1451" y="504"/>
                  <a:pt x="1451" y="504"/>
                  <a:pt x="1451" y="504"/>
                </a:cubicBezTo>
                <a:close/>
                <a:moveTo>
                  <a:pt x="1313" y="505"/>
                </a:moveTo>
                <a:cubicBezTo>
                  <a:pt x="1312" y="505"/>
                  <a:pt x="1311" y="505"/>
                  <a:pt x="1311" y="506"/>
                </a:cubicBezTo>
                <a:cubicBezTo>
                  <a:pt x="1310" y="506"/>
                  <a:pt x="1309" y="506"/>
                  <a:pt x="1309" y="507"/>
                </a:cubicBezTo>
                <a:cubicBezTo>
                  <a:pt x="1308" y="508"/>
                  <a:pt x="1308" y="508"/>
                  <a:pt x="1308" y="509"/>
                </a:cubicBezTo>
                <a:cubicBezTo>
                  <a:pt x="1308" y="509"/>
                  <a:pt x="1308" y="510"/>
                  <a:pt x="1309" y="511"/>
                </a:cubicBezTo>
                <a:cubicBezTo>
                  <a:pt x="1309" y="511"/>
                  <a:pt x="1310" y="512"/>
                  <a:pt x="1311" y="512"/>
                </a:cubicBezTo>
                <a:cubicBezTo>
                  <a:pt x="1312" y="513"/>
                  <a:pt x="1312" y="513"/>
                  <a:pt x="1314" y="513"/>
                </a:cubicBezTo>
                <a:cubicBezTo>
                  <a:pt x="1315" y="513"/>
                  <a:pt x="1316" y="513"/>
                  <a:pt x="1317" y="513"/>
                </a:cubicBezTo>
                <a:cubicBezTo>
                  <a:pt x="1318" y="513"/>
                  <a:pt x="1319" y="513"/>
                  <a:pt x="1320" y="513"/>
                </a:cubicBezTo>
                <a:cubicBezTo>
                  <a:pt x="1322" y="513"/>
                  <a:pt x="1322" y="513"/>
                  <a:pt x="1323" y="512"/>
                </a:cubicBezTo>
                <a:cubicBezTo>
                  <a:pt x="1324" y="512"/>
                  <a:pt x="1325" y="511"/>
                  <a:pt x="1325" y="511"/>
                </a:cubicBezTo>
                <a:cubicBezTo>
                  <a:pt x="1326" y="510"/>
                  <a:pt x="1326" y="509"/>
                  <a:pt x="1326" y="509"/>
                </a:cubicBezTo>
                <a:cubicBezTo>
                  <a:pt x="1326" y="508"/>
                  <a:pt x="1326" y="508"/>
                  <a:pt x="1325" y="507"/>
                </a:cubicBezTo>
                <a:cubicBezTo>
                  <a:pt x="1325" y="506"/>
                  <a:pt x="1324" y="506"/>
                  <a:pt x="1323" y="506"/>
                </a:cubicBezTo>
                <a:cubicBezTo>
                  <a:pt x="1322" y="505"/>
                  <a:pt x="1321" y="505"/>
                  <a:pt x="1320" y="505"/>
                </a:cubicBezTo>
                <a:cubicBezTo>
                  <a:pt x="1319" y="504"/>
                  <a:pt x="1318" y="504"/>
                  <a:pt x="1317" y="504"/>
                </a:cubicBezTo>
                <a:cubicBezTo>
                  <a:pt x="1316" y="504"/>
                  <a:pt x="1314" y="504"/>
                  <a:pt x="1313" y="505"/>
                </a:cubicBezTo>
                <a:close/>
                <a:moveTo>
                  <a:pt x="1402" y="505"/>
                </a:moveTo>
                <a:cubicBezTo>
                  <a:pt x="1401" y="505"/>
                  <a:pt x="1400" y="505"/>
                  <a:pt x="1399" y="506"/>
                </a:cubicBezTo>
                <a:cubicBezTo>
                  <a:pt x="1398" y="506"/>
                  <a:pt x="1398" y="506"/>
                  <a:pt x="1397" y="507"/>
                </a:cubicBezTo>
                <a:cubicBezTo>
                  <a:pt x="1397" y="508"/>
                  <a:pt x="1396" y="508"/>
                  <a:pt x="1397" y="509"/>
                </a:cubicBezTo>
                <a:cubicBezTo>
                  <a:pt x="1397" y="509"/>
                  <a:pt x="1397" y="510"/>
                  <a:pt x="1397" y="511"/>
                </a:cubicBezTo>
                <a:cubicBezTo>
                  <a:pt x="1398" y="511"/>
                  <a:pt x="1398" y="512"/>
                  <a:pt x="1399" y="512"/>
                </a:cubicBezTo>
                <a:cubicBezTo>
                  <a:pt x="1400" y="513"/>
                  <a:pt x="1401" y="513"/>
                  <a:pt x="1402" y="513"/>
                </a:cubicBezTo>
                <a:cubicBezTo>
                  <a:pt x="1403" y="513"/>
                  <a:pt x="1404" y="513"/>
                  <a:pt x="1406" y="513"/>
                </a:cubicBezTo>
                <a:cubicBezTo>
                  <a:pt x="1407" y="513"/>
                  <a:pt x="1408" y="513"/>
                  <a:pt x="1409" y="513"/>
                </a:cubicBezTo>
                <a:cubicBezTo>
                  <a:pt x="1410" y="513"/>
                  <a:pt x="1411" y="513"/>
                  <a:pt x="1412" y="512"/>
                </a:cubicBezTo>
                <a:cubicBezTo>
                  <a:pt x="1413" y="512"/>
                  <a:pt x="1413" y="511"/>
                  <a:pt x="1414" y="511"/>
                </a:cubicBezTo>
                <a:cubicBezTo>
                  <a:pt x="1414" y="510"/>
                  <a:pt x="1414" y="509"/>
                  <a:pt x="1414" y="509"/>
                </a:cubicBezTo>
                <a:cubicBezTo>
                  <a:pt x="1414" y="508"/>
                  <a:pt x="1414" y="508"/>
                  <a:pt x="1413" y="507"/>
                </a:cubicBezTo>
                <a:cubicBezTo>
                  <a:pt x="1413" y="506"/>
                  <a:pt x="1412" y="506"/>
                  <a:pt x="1411" y="506"/>
                </a:cubicBezTo>
                <a:cubicBezTo>
                  <a:pt x="1411" y="505"/>
                  <a:pt x="1410" y="505"/>
                  <a:pt x="1409" y="505"/>
                </a:cubicBezTo>
                <a:cubicBezTo>
                  <a:pt x="1408" y="504"/>
                  <a:pt x="1406" y="504"/>
                  <a:pt x="1405" y="504"/>
                </a:cubicBezTo>
                <a:cubicBezTo>
                  <a:pt x="1404" y="504"/>
                  <a:pt x="1403" y="504"/>
                  <a:pt x="1402" y="505"/>
                </a:cubicBezTo>
                <a:close/>
                <a:moveTo>
                  <a:pt x="1490" y="505"/>
                </a:moveTo>
                <a:cubicBezTo>
                  <a:pt x="1489" y="505"/>
                  <a:pt x="1488" y="505"/>
                  <a:pt x="1487" y="506"/>
                </a:cubicBezTo>
                <a:cubicBezTo>
                  <a:pt x="1487" y="506"/>
                  <a:pt x="1486" y="506"/>
                  <a:pt x="1486" y="507"/>
                </a:cubicBezTo>
                <a:cubicBezTo>
                  <a:pt x="1485" y="508"/>
                  <a:pt x="1485" y="508"/>
                  <a:pt x="1485" y="509"/>
                </a:cubicBezTo>
                <a:cubicBezTo>
                  <a:pt x="1485" y="509"/>
                  <a:pt x="1485" y="510"/>
                  <a:pt x="1486" y="511"/>
                </a:cubicBezTo>
                <a:cubicBezTo>
                  <a:pt x="1486" y="511"/>
                  <a:pt x="1487" y="512"/>
                  <a:pt x="1488" y="512"/>
                </a:cubicBezTo>
                <a:cubicBezTo>
                  <a:pt x="1489" y="513"/>
                  <a:pt x="1490" y="513"/>
                  <a:pt x="1491" y="513"/>
                </a:cubicBezTo>
                <a:cubicBezTo>
                  <a:pt x="1492" y="513"/>
                  <a:pt x="1493" y="513"/>
                  <a:pt x="1494" y="513"/>
                </a:cubicBezTo>
                <a:cubicBezTo>
                  <a:pt x="1495" y="513"/>
                  <a:pt x="1497" y="513"/>
                  <a:pt x="1498" y="513"/>
                </a:cubicBezTo>
                <a:cubicBezTo>
                  <a:pt x="1499" y="513"/>
                  <a:pt x="1500" y="513"/>
                  <a:pt x="1500" y="512"/>
                </a:cubicBezTo>
                <a:cubicBezTo>
                  <a:pt x="1501" y="512"/>
                  <a:pt x="1502" y="511"/>
                  <a:pt x="1502" y="511"/>
                </a:cubicBezTo>
                <a:cubicBezTo>
                  <a:pt x="1503" y="510"/>
                  <a:pt x="1503" y="509"/>
                  <a:pt x="1503" y="509"/>
                </a:cubicBezTo>
                <a:cubicBezTo>
                  <a:pt x="1503" y="508"/>
                  <a:pt x="1502" y="508"/>
                  <a:pt x="1502" y="507"/>
                </a:cubicBezTo>
                <a:cubicBezTo>
                  <a:pt x="1501" y="506"/>
                  <a:pt x="1501" y="506"/>
                  <a:pt x="1500" y="506"/>
                </a:cubicBezTo>
                <a:cubicBezTo>
                  <a:pt x="1499" y="505"/>
                  <a:pt x="1498" y="505"/>
                  <a:pt x="1497" y="505"/>
                </a:cubicBezTo>
                <a:cubicBezTo>
                  <a:pt x="1496" y="504"/>
                  <a:pt x="1495" y="504"/>
                  <a:pt x="1494" y="504"/>
                </a:cubicBezTo>
                <a:cubicBezTo>
                  <a:pt x="1492" y="504"/>
                  <a:pt x="1491" y="504"/>
                  <a:pt x="1490" y="505"/>
                </a:cubicBezTo>
                <a:close/>
                <a:moveTo>
                  <a:pt x="1362" y="504"/>
                </a:moveTo>
                <a:cubicBezTo>
                  <a:pt x="1362" y="504"/>
                  <a:pt x="1362" y="504"/>
                  <a:pt x="1362" y="504"/>
                </a:cubicBezTo>
                <a:cubicBezTo>
                  <a:pt x="1362" y="504"/>
                  <a:pt x="1362" y="504"/>
                  <a:pt x="1361" y="504"/>
                </a:cubicBezTo>
                <a:cubicBezTo>
                  <a:pt x="1361" y="504"/>
                  <a:pt x="1361" y="504"/>
                  <a:pt x="1361" y="504"/>
                </a:cubicBezTo>
                <a:cubicBezTo>
                  <a:pt x="1360" y="504"/>
                  <a:pt x="1359" y="504"/>
                  <a:pt x="1358" y="505"/>
                </a:cubicBezTo>
                <a:cubicBezTo>
                  <a:pt x="1357" y="505"/>
                  <a:pt x="1356" y="505"/>
                  <a:pt x="1355" y="506"/>
                </a:cubicBezTo>
                <a:cubicBezTo>
                  <a:pt x="1354" y="506"/>
                  <a:pt x="1353" y="506"/>
                  <a:pt x="1353" y="507"/>
                </a:cubicBezTo>
                <a:cubicBezTo>
                  <a:pt x="1353" y="508"/>
                  <a:pt x="1352" y="508"/>
                  <a:pt x="1352" y="509"/>
                </a:cubicBezTo>
                <a:cubicBezTo>
                  <a:pt x="1352" y="509"/>
                  <a:pt x="1353" y="510"/>
                  <a:pt x="1353" y="511"/>
                </a:cubicBezTo>
                <a:cubicBezTo>
                  <a:pt x="1354" y="511"/>
                  <a:pt x="1354" y="512"/>
                  <a:pt x="1355" y="512"/>
                </a:cubicBezTo>
                <a:cubicBezTo>
                  <a:pt x="1356" y="513"/>
                  <a:pt x="1357" y="513"/>
                  <a:pt x="1358" y="513"/>
                </a:cubicBezTo>
                <a:cubicBezTo>
                  <a:pt x="1359" y="513"/>
                  <a:pt x="1360" y="513"/>
                  <a:pt x="1361" y="513"/>
                </a:cubicBezTo>
                <a:cubicBezTo>
                  <a:pt x="1361" y="513"/>
                  <a:pt x="1362" y="513"/>
                  <a:pt x="1362" y="513"/>
                </a:cubicBezTo>
                <a:cubicBezTo>
                  <a:pt x="1362" y="513"/>
                  <a:pt x="1362" y="513"/>
                  <a:pt x="1362" y="513"/>
                </a:cubicBezTo>
                <a:cubicBezTo>
                  <a:pt x="1362" y="513"/>
                  <a:pt x="1362" y="513"/>
                  <a:pt x="1363" y="513"/>
                </a:cubicBezTo>
                <a:cubicBezTo>
                  <a:pt x="1363" y="513"/>
                  <a:pt x="1363" y="513"/>
                  <a:pt x="1363" y="513"/>
                </a:cubicBezTo>
                <a:cubicBezTo>
                  <a:pt x="1364" y="513"/>
                  <a:pt x="1365" y="513"/>
                  <a:pt x="1366" y="513"/>
                </a:cubicBezTo>
                <a:cubicBezTo>
                  <a:pt x="1367" y="513"/>
                  <a:pt x="1367" y="512"/>
                  <a:pt x="1368" y="512"/>
                </a:cubicBezTo>
                <a:cubicBezTo>
                  <a:pt x="1369" y="511"/>
                  <a:pt x="1369" y="511"/>
                  <a:pt x="1370" y="510"/>
                </a:cubicBezTo>
                <a:cubicBezTo>
                  <a:pt x="1370" y="510"/>
                  <a:pt x="1370" y="509"/>
                  <a:pt x="1370" y="509"/>
                </a:cubicBezTo>
                <a:cubicBezTo>
                  <a:pt x="1370" y="508"/>
                  <a:pt x="1370" y="508"/>
                  <a:pt x="1369" y="507"/>
                </a:cubicBezTo>
                <a:cubicBezTo>
                  <a:pt x="1369" y="507"/>
                  <a:pt x="1369" y="506"/>
                  <a:pt x="1368" y="506"/>
                </a:cubicBezTo>
                <a:cubicBezTo>
                  <a:pt x="1367" y="505"/>
                  <a:pt x="1366" y="505"/>
                  <a:pt x="1366" y="505"/>
                </a:cubicBezTo>
                <a:cubicBezTo>
                  <a:pt x="1365" y="505"/>
                  <a:pt x="1364" y="504"/>
                  <a:pt x="1363" y="504"/>
                </a:cubicBezTo>
                <a:cubicBezTo>
                  <a:pt x="1363" y="504"/>
                  <a:pt x="1363" y="504"/>
                  <a:pt x="1362" y="504"/>
                </a:cubicBezTo>
                <a:close/>
                <a:moveTo>
                  <a:pt x="1274" y="504"/>
                </a:moveTo>
                <a:cubicBezTo>
                  <a:pt x="1274" y="504"/>
                  <a:pt x="1274" y="504"/>
                  <a:pt x="1274" y="504"/>
                </a:cubicBezTo>
                <a:cubicBezTo>
                  <a:pt x="1273" y="504"/>
                  <a:pt x="1273" y="504"/>
                  <a:pt x="1273" y="504"/>
                </a:cubicBezTo>
                <a:cubicBezTo>
                  <a:pt x="1273" y="504"/>
                  <a:pt x="1273" y="504"/>
                  <a:pt x="1273" y="504"/>
                </a:cubicBezTo>
                <a:cubicBezTo>
                  <a:pt x="1271" y="504"/>
                  <a:pt x="1270" y="504"/>
                  <a:pt x="1269" y="505"/>
                </a:cubicBezTo>
                <a:cubicBezTo>
                  <a:pt x="1268" y="505"/>
                  <a:pt x="1267" y="505"/>
                  <a:pt x="1266" y="506"/>
                </a:cubicBezTo>
                <a:cubicBezTo>
                  <a:pt x="1266" y="506"/>
                  <a:pt x="1265" y="506"/>
                  <a:pt x="1265" y="507"/>
                </a:cubicBezTo>
                <a:cubicBezTo>
                  <a:pt x="1264" y="508"/>
                  <a:pt x="1264" y="508"/>
                  <a:pt x="1264" y="509"/>
                </a:cubicBezTo>
                <a:cubicBezTo>
                  <a:pt x="1264" y="509"/>
                  <a:pt x="1264" y="510"/>
                  <a:pt x="1265" y="511"/>
                </a:cubicBezTo>
                <a:cubicBezTo>
                  <a:pt x="1265" y="511"/>
                  <a:pt x="1266" y="512"/>
                  <a:pt x="1266" y="512"/>
                </a:cubicBezTo>
                <a:cubicBezTo>
                  <a:pt x="1267" y="513"/>
                  <a:pt x="1268" y="513"/>
                  <a:pt x="1269" y="513"/>
                </a:cubicBezTo>
                <a:cubicBezTo>
                  <a:pt x="1270" y="513"/>
                  <a:pt x="1271" y="513"/>
                  <a:pt x="1273" y="513"/>
                </a:cubicBezTo>
                <a:cubicBezTo>
                  <a:pt x="1273" y="513"/>
                  <a:pt x="1273" y="513"/>
                  <a:pt x="1273" y="513"/>
                </a:cubicBezTo>
                <a:cubicBezTo>
                  <a:pt x="1273" y="513"/>
                  <a:pt x="1273" y="513"/>
                  <a:pt x="1274" y="513"/>
                </a:cubicBezTo>
                <a:cubicBezTo>
                  <a:pt x="1274" y="513"/>
                  <a:pt x="1274" y="513"/>
                  <a:pt x="1274" y="513"/>
                </a:cubicBezTo>
                <a:cubicBezTo>
                  <a:pt x="1274" y="513"/>
                  <a:pt x="1274" y="513"/>
                  <a:pt x="1274" y="513"/>
                </a:cubicBezTo>
                <a:cubicBezTo>
                  <a:pt x="1275" y="513"/>
                  <a:pt x="1276" y="513"/>
                  <a:pt x="1277" y="513"/>
                </a:cubicBezTo>
                <a:cubicBezTo>
                  <a:pt x="1278" y="513"/>
                  <a:pt x="1279" y="512"/>
                  <a:pt x="1279" y="512"/>
                </a:cubicBezTo>
                <a:cubicBezTo>
                  <a:pt x="1280" y="511"/>
                  <a:pt x="1281" y="511"/>
                  <a:pt x="1281" y="510"/>
                </a:cubicBezTo>
                <a:cubicBezTo>
                  <a:pt x="1281" y="510"/>
                  <a:pt x="1282" y="509"/>
                  <a:pt x="1282" y="509"/>
                </a:cubicBezTo>
                <a:cubicBezTo>
                  <a:pt x="1282" y="508"/>
                  <a:pt x="1281" y="508"/>
                  <a:pt x="1281" y="507"/>
                </a:cubicBezTo>
                <a:cubicBezTo>
                  <a:pt x="1281" y="507"/>
                  <a:pt x="1280" y="506"/>
                  <a:pt x="1279" y="506"/>
                </a:cubicBezTo>
                <a:cubicBezTo>
                  <a:pt x="1279" y="505"/>
                  <a:pt x="1278" y="505"/>
                  <a:pt x="1277" y="505"/>
                </a:cubicBezTo>
                <a:cubicBezTo>
                  <a:pt x="1276" y="505"/>
                  <a:pt x="1275" y="504"/>
                  <a:pt x="1274" y="504"/>
                </a:cubicBezTo>
                <a:cubicBezTo>
                  <a:pt x="1274" y="504"/>
                  <a:pt x="1274" y="504"/>
                  <a:pt x="1274" y="504"/>
                </a:cubicBezTo>
                <a:close/>
                <a:moveTo>
                  <a:pt x="655" y="504"/>
                </a:moveTo>
                <a:cubicBezTo>
                  <a:pt x="655" y="504"/>
                  <a:pt x="655" y="504"/>
                  <a:pt x="655" y="504"/>
                </a:cubicBezTo>
                <a:cubicBezTo>
                  <a:pt x="655" y="504"/>
                  <a:pt x="655" y="504"/>
                  <a:pt x="655" y="504"/>
                </a:cubicBezTo>
                <a:cubicBezTo>
                  <a:pt x="654" y="504"/>
                  <a:pt x="654" y="504"/>
                  <a:pt x="654" y="504"/>
                </a:cubicBezTo>
                <a:cubicBezTo>
                  <a:pt x="653" y="504"/>
                  <a:pt x="652" y="504"/>
                  <a:pt x="651" y="505"/>
                </a:cubicBezTo>
                <a:cubicBezTo>
                  <a:pt x="650" y="505"/>
                  <a:pt x="649" y="505"/>
                  <a:pt x="648" y="506"/>
                </a:cubicBezTo>
                <a:cubicBezTo>
                  <a:pt x="647" y="506"/>
                  <a:pt x="646" y="506"/>
                  <a:pt x="646" y="507"/>
                </a:cubicBezTo>
                <a:cubicBezTo>
                  <a:pt x="645" y="508"/>
                  <a:pt x="645" y="508"/>
                  <a:pt x="644" y="509"/>
                </a:cubicBezTo>
                <a:cubicBezTo>
                  <a:pt x="644" y="509"/>
                  <a:pt x="645" y="510"/>
                  <a:pt x="645" y="511"/>
                </a:cubicBezTo>
                <a:cubicBezTo>
                  <a:pt x="645" y="511"/>
                  <a:pt x="646" y="512"/>
                  <a:pt x="647" y="512"/>
                </a:cubicBezTo>
                <a:cubicBezTo>
                  <a:pt x="647" y="513"/>
                  <a:pt x="648" y="513"/>
                  <a:pt x="649" y="513"/>
                </a:cubicBezTo>
                <a:cubicBezTo>
                  <a:pt x="650" y="513"/>
                  <a:pt x="651" y="513"/>
                  <a:pt x="653" y="513"/>
                </a:cubicBezTo>
                <a:cubicBezTo>
                  <a:pt x="653" y="513"/>
                  <a:pt x="653" y="513"/>
                  <a:pt x="653" y="513"/>
                </a:cubicBezTo>
                <a:cubicBezTo>
                  <a:pt x="653" y="513"/>
                  <a:pt x="653" y="513"/>
                  <a:pt x="653" y="513"/>
                </a:cubicBezTo>
                <a:cubicBezTo>
                  <a:pt x="654" y="513"/>
                  <a:pt x="654" y="513"/>
                  <a:pt x="654" y="513"/>
                </a:cubicBezTo>
                <a:cubicBezTo>
                  <a:pt x="654" y="513"/>
                  <a:pt x="654" y="513"/>
                  <a:pt x="654" y="513"/>
                </a:cubicBezTo>
                <a:cubicBezTo>
                  <a:pt x="655" y="513"/>
                  <a:pt x="656" y="513"/>
                  <a:pt x="657" y="513"/>
                </a:cubicBezTo>
                <a:cubicBezTo>
                  <a:pt x="658" y="513"/>
                  <a:pt x="659" y="512"/>
                  <a:pt x="660" y="512"/>
                </a:cubicBezTo>
                <a:cubicBezTo>
                  <a:pt x="660" y="511"/>
                  <a:pt x="661" y="511"/>
                  <a:pt x="661" y="510"/>
                </a:cubicBezTo>
                <a:cubicBezTo>
                  <a:pt x="662" y="510"/>
                  <a:pt x="662" y="509"/>
                  <a:pt x="662" y="509"/>
                </a:cubicBezTo>
                <a:cubicBezTo>
                  <a:pt x="662" y="508"/>
                  <a:pt x="662" y="508"/>
                  <a:pt x="662" y="507"/>
                </a:cubicBezTo>
                <a:cubicBezTo>
                  <a:pt x="662" y="507"/>
                  <a:pt x="661" y="506"/>
                  <a:pt x="661" y="506"/>
                </a:cubicBezTo>
                <a:cubicBezTo>
                  <a:pt x="660" y="505"/>
                  <a:pt x="659" y="505"/>
                  <a:pt x="659" y="505"/>
                </a:cubicBezTo>
                <a:cubicBezTo>
                  <a:pt x="658" y="505"/>
                  <a:pt x="657" y="504"/>
                  <a:pt x="656" y="504"/>
                </a:cubicBezTo>
                <a:cubicBezTo>
                  <a:pt x="656" y="504"/>
                  <a:pt x="656" y="504"/>
                  <a:pt x="655" y="504"/>
                </a:cubicBezTo>
                <a:close/>
                <a:moveTo>
                  <a:pt x="567" y="504"/>
                </a:moveTo>
                <a:cubicBezTo>
                  <a:pt x="567" y="504"/>
                  <a:pt x="567" y="504"/>
                  <a:pt x="567" y="504"/>
                </a:cubicBezTo>
                <a:cubicBezTo>
                  <a:pt x="567" y="504"/>
                  <a:pt x="566" y="504"/>
                  <a:pt x="566" y="504"/>
                </a:cubicBezTo>
                <a:cubicBezTo>
                  <a:pt x="566" y="504"/>
                  <a:pt x="566" y="504"/>
                  <a:pt x="566" y="504"/>
                </a:cubicBezTo>
                <a:cubicBezTo>
                  <a:pt x="565" y="504"/>
                  <a:pt x="563" y="504"/>
                  <a:pt x="562" y="505"/>
                </a:cubicBezTo>
                <a:cubicBezTo>
                  <a:pt x="561" y="505"/>
                  <a:pt x="560" y="505"/>
                  <a:pt x="559" y="506"/>
                </a:cubicBezTo>
                <a:cubicBezTo>
                  <a:pt x="558" y="506"/>
                  <a:pt x="558" y="506"/>
                  <a:pt x="557" y="507"/>
                </a:cubicBezTo>
                <a:cubicBezTo>
                  <a:pt x="557" y="508"/>
                  <a:pt x="556" y="508"/>
                  <a:pt x="556" y="509"/>
                </a:cubicBezTo>
                <a:cubicBezTo>
                  <a:pt x="556" y="509"/>
                  <a:pt x="556" y="510"/>
                  <a:pt x="556" y="511"/>
                </a:cubicBezTo>
                <a:cubicBezTo>
                  <a:pt x="557" y="511"/>
                  <a:pt x="557" y="512"/>
                  <a:pt x="558" y="512"/>
                </a:cubicBezTo>
                <a:cubicBezTo>
                  <a:pt x="559" y="513"/>
                  <a:pt x="560" y="513"/>
                  <a:pt x="561" y="513"/>
                </a:cubicBezTo>
                <a:cubicBezTo>
                  <a:pt x="562" y="513"/>
                  <a:pt x="563" y="513"/>
                  <a:pt x="564" y="513"/>
                </a:cubicBezTo>
                <a:cubicBezTo>
                  <a:pt x="564" y="513"/>
                  <a:pt x="564" y="513"/>
                  <a:pt x="564" y="513"/>
                </a:cubicBezTo>
                <a:cubicBezTo>
                  <a:pt x="565" y="513"/>
                  <a:pt x="565" y="513"/>
                  <a:pt x="565" y="513"/>
                </a:cubicBezTo>
                <a:cubicBezTo>
                  <a:pt x="565" y="513"/>
                  <a:pt x="565" y="513"/>
                  <a:pt x="565" y="513"/>
                </a:cubicBezTo>
                <a:cubicBezTo>
                  <a:pt x="565" y="513"/>
                  <a:pt x="566" y="513"/>
                  <a:pt x="566" y="513"/>
                </a:cubicBezTo>
                <a:cubicBezTo>
                  <a:pt x="567" y="513"/>
                  <a:pt x="568" y="513"/>
                  <a:pt x="569" y="513"/>
                </a:cubicBezTo>
                <a:cubicBezTo>
                  <a:pt x="570" y="513"/>
                  <a:pt x="570" y="512"/>
                  <a:pt x="571" y="512"/>
                </a:cubicBezTo>
                <a:cubicBezTo>
                  <a:pt x="572" y="511"/>
                  <a:pt x="572" y="511"/>
                  <a:pt x="573" y="510"/>
                </a:cubicBezTo>
                <a:cubicBezTo>
                  <a:pt x="573" y="510"/>
                  <a:pt x="574" y="509"/>
                  <a:pt x="574" y="509"/>
                </a:cubicBezTo>
                <a:cubicBezTo>
                  <a:pt x="574" y="508"/>
                  <a:pt x="574" y="508"/>
                  <a:pt x="573" y="507"/>
                </a:cubicBezTo>
                <a:cubicBezTo>
                  <a:pt x="573" y="507"/>
                  <a:pt x="573" y="506"/>
                  <a:pt x="572" y="506"/>
                </a:cubicBezTo>
                <a:cubicBezTo>
                  <a:pt x="572" y="505"/>
                  <a:pt x="571" y="505"/>
                  <a:pt x="570" y="505"/>
                </a:cubicBezTo>
                <a:cubicBezTo>
                  <a:pt x="569" y="505"/>
                  <a:pt x="569" y="504"/>
                  <a:pt x="568" y="504"/>
                </a:cubicBezTo>
                <a:cubicBezTo>
                  <a:pt x="567" y="504"/>
                  <a:pt x="567" y="504"/>
                  <a:pt x="567" y="504"/>
                </a:cubicBezTo>
                <a:close/>
                <a:moveTo>
                  <a:pt x="783" y="505"/>
                </a:moveTo>
                <a:cubicBezTo>
                  <a:pt x="782" y="505"/>
                  <a:pt x="781" y="505"/>
                  <a:pt x="780" y="506"/>
                </a:cubicBezTo>
                <a:cubicBezTo>
                  <a:pt x="779" y="506"/>
                  <a:pt x="779" y="506"/>
                  <a:pt x="778" y="507"/>
                </a:cubicBezTo>
                <a:cubicBezTo>
                  <a:pt x="778" y="508"/>
                  <a:pt x="777" y="508"/>
                  <a:pt x="777" y="509"/>
                </a:cubicBezTo>
                <a:cubicBezTo>
                  <a:pt x="777" y="509"/>
                  <a:pt x="777" y="510"/>
                  <a:pt x="778" y="511"/>
                </a:cubicBezTo>
                <a:cubicBezTo>
                  <a:pt x="778" y="511"/>
                  <a:pt x="779" y="512"/>
                  <a:pt x="779" y="512"/>
                </a:cubicBezTo>
                <a:cubicBezTo>
                  <a:pt x="780" y="513"/>
                  <a:pt x="781" y="513"/>
                  <a:pt x="782" y="513"/>
                </a:cubicBezTo>
                <a:cubicBezTo>
                  <a:pt x="783" y="513"/>
                  <a:pt x="784" y="513"/>
                  <a:pt x="785" y="513"/>
                </a:cubicBezTo>
                <a:cubicBezTo>
                  <a:pt x="787" y="513"/>
                  <a:pt x="788" y="513"/>
                  <a:pt x="789" y="513"/>
                </a:cubicBezTo>
                <a:cubicBezTo>
                  <a:pt x="790" y="513"/>
                  <a:pt x="791" y="513"/>
                  <a:pt x="792" y="512"/>
                </a:cubicBezTo>
                <a:cubicBezTo>
                  <a:pt x="793" y="512"/>
                  <a:pt x="793" y="511"/>
                  <a:pt x="794" y="511"/>
                </a:cubicBezTo>
                <a:cubicBezTo>
                  <a:pt x="795" y="510"/>
                  <a:pt x="795" y="509"/>
                  <a:pt x="795" y="509"/>
                </a:cubicBezTo>
                <a:cubicBezTo>
                  <a:pt x="795" y="508"/>
                  <a:pt x="795" y="508"/>
                  <a:pt x="794" y="507"/>
                </a:cubicBezTo>
                <a:cubicBezTo>
                  <a:pt x="794" y="506"/>
                  <a:pt x="794" y="506"/>
                  <a:pt x="793" y="506"/>
                </a:cubicBezTo>
                <a:cubicBezTo>
                  <a:pt x="792" y="505"/>
                  <a:pt x="791" y="505"/>
                  <a:pt x="790" y="505"/>
                </a:cubicBezTo>
                <a:cubicBezTo>
                  <a:pt x="789" y="504"/>
                  <a:pt x="788" y="504"/>
                  <a:pt x="787" y="504"/>
                </a:cubicBezTo>
                <a:cubicBezTo>
                  <a:pt x="785" y="504"/>
                  <a:pt x="784" y="504"/>
                  <a:pt x="783" y="505"/>
                </a:cubicBezTo>
                <a:close/>
                <a:moveTo>
                  <a:pt x="834" y="505"/>
                </a:moveTo>
                <a:cubicBezTo>
                  <a:pt x="833" y="504"/>
                  <a:pt x="832" y="504"/>
                  <a:pt x="831" y="504"/>
                </a:cubicBezTo>
                <a:cubicBezTo>
                  <a:pt x="830" y="504"/>
                  <a:pt x="828" y="504"/>
                  <a:pt x="827" y="505"/>
                </a:cubicBezTo>
                <a:cubicBezTo>
                  <a:pt x="826" y="505"/>
                  <a:pt x="825" y="505"/>
                  <a:pt x="824" y="506"/>
                </a:cubicBezTo>
                <a:cubicBezTo>
                  <a:pt x="824" y="506"/>
                  <a:pt x="823" y="506"/>
                  <a:pt x="822" y="507"/>
                </a:cubicBezTo>
                <a:cubicBezTo>
                  <a:pt x="822" y="508"/>
                  <a:pt x="822" y="508"/>
                  <a:pt x="821" y="509"/>
                </a:cubicBezTo>
                <a:cubicBezTo>
                  <a:pt x="821" y="509"/>
                  <a:pt x="822" y="510"/>
                  <a:pt x="822" y="511"/>
                </a:cubicBezTo>
                <a:cubicBezTo>
                  <a:pt x="822" y="511"/>
                  <a:pt x="823" y="512"/>
                  <a:pt x="824" y="512"/>
                </a:cubicBezTo>
                <a:cubicBezTo>
                  <a:pt x="824" y="513"/>
                  <a:pt x="825" y="513"/>
                  <a:pt x="826" y="513"/>
                </a:cubicBezTo>
                <a:cubicBezTo>
                  <a:pt x="827" y="513"/>
                  <a:pt x="828" y="513"/>
                  <a:pt x="830" y="513"/>
                </a:cubicBezTo>
                <a:cubicBezTo>
                  <a:pt x="830" y="513"/>
                  <a:pt x="830" y="513"/>
                  <a:pt x="831" y="513"/>
                </a:cubicBezTo>
                <a:cubicBezTo>
                  <a:pt x="831" y="513"/>
                  <a:pt x="831" y="513"/>
                  <a:pt x="832" y="513"/>
                </a:cubicBezTo>
                <a:cubicBezTo>
                  <a:pt x="832" y="513"/>
                  <a:pt x="832" y="513"/>
                  <a:pt x="832" y="513"/>
                </a:cubicBezTo>
                <a:cubicBezTo>
                  <a:pt x="833" y="513"/>
                  <a:pt x="833" y="513"/>
                  <a:pt x="833" y="513"/>
                </a:cubicBezTo>
                <a:cubicBezTo>
                  <a:pt x="834" y="513"/>
                  <a:pt x="835" y="513"/>
                  <a:pt x="836" y="512"/>
                </a:cubicBezTo>
                <a:cubicBezTo>
                  <a:pt x="837" y="511"/>
                  <a:pt x="839" y="510"/>
                  <a:pt x="839" y="509"/>
                </a:cubicBezTo>
                <a:cubicBezTo>
                  <a:pt x="839" y="508"/>
                  <a:pt x="839" y="508"/>
                  <a:pt x="839" y="508"/>
                </a:cubicBezTo>
                <a:cubicBezTo>
                  <a:pt x="839" y="508"/>
                  <a:pt x="839" y="507"/>
                  <a:pt x="839" y="507"/>
                </a:cubicBezTo>
                <a:cubicBezTo>
                  <a:pt x="838" y="507"/>
                  <a:pt x="838" y="506"/>
                  <a:pt x="838" y="506"/>
                </a:cubicBezTo>
                <a:cubicBezTo>
                  <a:pt x="838" y="506"/>
                  <a:pt x="837" y="506"/>
                  <a:pt x="837" y="506"/>
                </a:cubicBezTo>
                <a:cubicBezTo>
                  <a:pt x="837" y="505"/>
                  <a:pt x="837" y="505"/>
                  <a:pt x="836" y="505"/>
                </a:cubicBezTo>
                <a:cubicBezTo>
                  <a:pt x="836" y="505"/>
                  <a:pt x="836" y="505"/>
                  <a:pt x="836" y="505"/>
                </a:cubicBezTo>
                <a:cubicBezTo>
                  <a:pt x="835" y="505"/>
                  <a:pt x="835" y="505"/>
                  <a:pt x="835" y="505"/>
                </a:cubicBezTo>
                <a:cubicBezTo>
                  <a:pt x="835" y="505"/>
                  <a:pt x="835" y="505"/>
                  <a:pt x="834" y="505"/>
                </a:cubicBezTo>
                <a:cubicBezTo>
                  <a:pt x="834" y="504"/>
                  <a:pt x="835" y="505"/>
                  <a:pt x="834" y="505"/>
                </a:cubicBezTo>
                <a:close/>
                <a:moveTo>
                  <a:pt x="746" y="505"/>
                </a:moveTo>
                <a:cubicBezTo>
                  <a:pt x="746" y="504"/>
                  <a:pt x="745" y="504"/>
                  <a:pt x="745" y="504"/>
                </a:cubicBezTo>
                <a:cubicBezTo>
                  <a:pt x="745" y="504"/>
                  <a:pt x="745" y="504"/>
                  <a:pt x="744" y="504"/>
                </a:cubicBezTo>
                <a:cubicBezTo>
                  <a:pt x="744" y="504"/>
                  <a:pt x="744" y="504"/>
                  <a:pt x="743" y="504"/>
                </a:cubicBezTo>
                <a:cubicBezTo>
                  <a:pt x="743" y="504"/>
                  <a:pt x="743" y="504"/>
                  <a:pt x="743" y="504"/>
                </a:cubicBezTo>
                <a:cubicBezTo>
                  <a:pt x="741" y="504"/>
                  <a:pt x="740" y="504"/>
                  <a:pt x="739" y="505"/>
                </a:cubicBezTo>
                <a:cubicBezTo>
                  <a:pt x="738" y="505"/>
                  <a:pt x="737" y="505"/>
                  <a:pt x="736" y="506"/>
                </a:cubicBezTo>
                <a:cubicBezTo>
                  <a:pt x="735" y="506"/>
                  <a:pt x="734" y="506"/>
                  <a:pt x="734" y="507"/>
                </a:cubicBezTo>
                <a:cubicBezTo>
                  <a:pt x="733" y="508"/>
                  <a:pt x="733" y="508"/>
                  <a:pt x="733" y="509"/>
                </a:cubicBezTo>
                <a:cubicBezTo>
                  <a:pt x="733" y="509"/>
                  <a:pt x="733" y="510"/>
                  <a:pt x="733" y="511"/>
                </a:cubicBezTo>
                <a:cubicBezTo>
                  <a:pt x="734" y="511"/>
                  <a:pt x="734" y="512"/>
                  <a:pt x="735" y="512"/>
                </a:cubicBezTo>
                <a:cubicBezTo>
                  <a:pt x="736" y="513"/>
                  <a:pt x="737" y="513"/>
                  <a:pt x="738" y="513"/>
                </a:cubicBezTo>
                <a:cubicBezTo>
                  <a:pt x="739" y="513"/>
                  <a:pt x="740" y="513"/>
                  <a:pt x="741" y="513"/>
                </a:cubicBezTo>
                <a:cubicBezTo>
                  <a:pt x="741" y="513"/>
                  <a:pt x="742" y="513"/>
                  <a:pt x="742" y="513"/>
                </a:cubicBezTo>
                <a:cubicBezTo>
                  <a:pt x="742" y="513"/>
                  <a:pt x="743" y="513"/>
                  <a:pt x="743" y="513"/>
                </a:cubicBezTo>
                <a:cubicBezTo>
                  <a:pt x="743" y="513"/>
                  <a:pt x="744" y="513"/>
                  <a:pt x="744" y="513"/>
                </a:cubicBezTo>
                <a:cubicBezTo>
                  <a:pt x="744" y="513"/>
                  <a:pt x="744" y="513"/>
                  <a:pt x="745" y="513"/>
                </a:cubicBezTo>
                <a:cubicBezTo>
                  <a:pt x="746" y="513"/>
                  <a:pt x="747" y="513"/>
                  <a:pt x="748" y="512"/>
                </a:cubicBezTo>
                <a:cubicBezTo>
                  <a:pt x="749" y="511"/>
                  <a:pt x="750" y="510"/>
                  <a:pt x="751" y="509"/>
                </a:cubicBezTo>
                <a:cubicBezTo>
                  <a:pt x="751" y="508"/>
                  <a:pt x="751" y="508"/>
                  <a:pt x="751" y="508"/>
                </a:cubicBezTo>
                <a:cubicBezTo>
                  <a:pt x="751" y="508"/>
                  <a:pt x="750" y="507"/>
                  <a:pt x="750" y="507"/>
                </a:cubicBezTo>
                <a:cubicBezTo>
                  <a:pt x="750" y="507"/>
                  <a:pt x="750" y="506"/>
                  <a:pt x="750" y="506"/>
                </a:cubicBezTo>
                <a:cubicBezTo>
                  <a:pt x="749" y="506"/>
                  <a:pt x="749" y="506"/>
                  <a:pt x="749" y="506"/>
                </a:cubicBezTo>
                <a:cubicBezTo>
                  <a:pt x="748" y="505"/>
                  <a:pt x="747" y="505"/>
                  <a:pt x="746" y="505"/>
                </a:cubicBezTo>
                <a:cubicBezTo>
                  <a:pt x="746" y="504"/>
                  <a:pt x="746" y="505"/>
                  <a:pt x="746" y="505"/>
                </a:cubicBezTo>
                <a:close/>
                <a:moveTo>
                  <a:pt x="606" y="505"/>
                </a:moveTo>
                <a:cubicBezTo>
                  <a:pt x="605" y="505"/>
                  <a:pt x="604" y="505"/>
                  <a:pt x="603" y="506"/>
                </a:cubicBezTo>
                <a:cubicBezTo>
                  <a:pt x="603" y="506"/>
                  <a:pt x="602" y="506"/>
                  <a:pt x="601" y="507"/>
                </a:cubicBezTo>
                <a:cubicBezTo>
                  <a:pt x="601" y="508"/>
                  <a:pt x="600" y="508"/>
                  <a:pt x="600" y="509"/>
                </a:cubicBezTo>
                <a:cubicBezTo>
                  <a:pt x="600" y="509"/>
                  <a:pt x="600" y="510"/>
                  <a:pt x="601" y="511"/>
                </a:cubicBezTo>
                <a:cubicBezTo>
                  <a:pt x="601" y="511"/>
                  <a:pt x="602" y="512"/>
                  <a:pt x="602" y="512"/>
                </a:cubicBezTo>
                <a:cubicBezTo>
                  <a:pt x="603" y="513"/>
                  <a:pt x="604" y="513"/>
                  <a:pt x="605" y="513"/>
                </a:cubicBezTo>
                <a:cubicBezTo>
                  <a:pt x="606" y="513"/>
                  <a:pt x="607" y="513"/>
                  <a:pt x="608" y="513"/>
                </a:cubicBezTo>
                <a:cubicBezTo>
                  <a:pt x="609" y="513"/>
                  <a:pt x="611" y="513"/>
                  <a:pt x="612" y="513"/>
                </a:cubicBezTo>
                <a:cubicBezTo>
                  <a:pt x="613" y="513"/>
                  <a:pt x="614" y="513"/>
                  <a:pt x="615" y="512"/>
                </a:cubicBezTo>
                <a:cubicBezTo>
                  <a:pt x="616" y="512"/>
                  <a:pt x="616" y="511"/>
                  <a:pt x="617" y="511"/>
                </a:cubicBezTo>
                <a:cubicBezTo>
                  <a:pt x="618" y="510"/>
                  <a:pt x="618" y="509"/>
                  <a:pt x="618" y="509"/>
                </a:cubicBezTo>
                <a:cubicBezTo>
                  <a:pt x="618" y="508"/>
                  <a:pt x="618" y="508"/>
                  <a:pt x="618" y="507"/>
                </a:cubicBezTo>
                <a:cubicBezTo>
                  <a:pt x="617" y="506"/>
                  <a:pt x="617" y="506"/>
                  <a:pt x="616" y="506"/>
                </a:cubicBezTo>
                <a:cubicBezTo>
                  <a:pt x="615" y="505"/>
                  <a:pt x="614" y="505"/>
                  <a:pt x="613" y="505"/>
                </a:cubicBezTo>
                <a:cubicBezTo>
                  <a:pt x="612" y="504"/>
                  <a:pt x="611" y="504"/>
                  <a:pt x="610" y="504"/>
                </a:cubicBezTo>
                <a:cubicBezTo>
                  <a:pt x="609" y="504"/>
                  <a:pt x="608" y="504"/>
                  <a:pt x="606" y="505"/>
                </a:cubicBezTo>
                <a:close/>
                <a:moveTo>
                  <a:pt x="695" y="505"/>
                </a:moveTo>
                <a:cubicBezTo>
                  <a:pt x="694" y="505"/>
                  <a:pt x="693" y="505"/>
                  <a:pt x="692" y="506"/>
                </a:cubicBezTo>
                <a:cubicBezTo>
                  <a:pt x="691" y="506"/>
                  <a:pt x="690" y="506"/>
                  <a:pt x="690" y="507"/>
                </a:cubicBezTo>
                <a:cubicBezTo>
                  <a:pt x="689" y="508"/>
                  <a:pt x="689" y="508"/>
                  <a:pt x="689" y="509"/>
                </a:cubicBezTo>
                <a:cubicBezTo>
                  <a:pt x="689" y="509"/>
                  <a:pt x="689" y="510"/>
                  <a:pt x="689" y="511"/>
                </a:cubicBezTo>
                <a:cubicBezTo>
                  <a:pt x="690" y="511"/>
                  <a:pt x="690" y="512"/>
                  <a:pt x="691" y="512"/>
                </a:cubicBezTo>
                <a:cubicBezTo>
                  <a:pt x="692" y="513"/>
                  <a:pt x="692" y="513"/>
                  <a:pt x="693" y="513"/>
                </a:cubicBezTo>
                <a:cubicBezTo>
                  <a:pt x="695" y="513"/>
                  <a:pt x="696" y="513"/>
                  <a:pt x="697" y="513"/>
                </a:cubicBezTo>
                <a:cubicBezTo>
                  <a:pt x="698" y="513"/>
                  <a:pt x="699" y="513"/>
                  <a:pt x="700" y="513"/>
                </a:cubicBezTo>
                <a:cubicBezTo>
                  <a:pt x="701" y="513"/>
                  <a:pt x="702" y="513"/>
                  <a:pt x="703" y="512"/>
                </a:cubicBezTo>
                <a:cubicBezTo>
                  <a:pt x="704" y="512"/>
                  <a:pt x="705" y="511"/>
                  <a:pt x="705" y="511"/>
                </a:cubicBezTo>
                <a:cubicBezTo>
                  <a:pt x="706" y="510"/>
                  <a:pt x="706" y="509"/>
                  <a:pt x="706" y="509"/>
                </a:cubicBezTo>
                <a:cubicBezTo>
                  <a:pt x="707" y="508"/>
                  <a:pt x="706" y="508"/>
                  <a:pt x="706" y="507"/>
                </a:cubicBezTo>
                <a:cubicBezTo>
                  <a:pt x="706" y="506"/>
                  <a:pt x="705" y="506"/>
                  <a:pt x="704" y="506"/>
                </a:cubicBezTo>
                <a:cubicBezTo>
                  <a:pt x="704" y="505"/>
                  <a:pt x="703" y="505"/>
                  <a:pt x="702" y="505"/>
                </a:cubicBezTo>
                <a:cubicBezTo>
                  <a:pt x="701" y="504"/>
                  <a:pt x="700" y="504"/>
                  <a:pt x="698" y="504"/>
                </a:cubicBezTo>
                <a:cubicBezTo>
                  <a:pt x="697" y="504"/>
                  <a:pt x="696" y="504"/>
                  <a:pt x="695" y="505"/>
                </a:cubicBezTo>
                <a:close/>
                <a:moveTo>
                  <a:pt x="518" y="505"/>
                </a:moveTo>
                <a:cubicBezTo>
                  <a:pt x="517" y="505"/>
                  <a:pt x="516" y="505"/>
                  <a:pt x="515" y="506"/>
                </a:cubicBezTo>
                <a:cubicBezTo>
                  <a:pt x="514" y="506"/>
                  <a:pt x="513" y="506"/>
                  <a:pt x="513" y="507"/>
                </a:cubicBezTo>
                <a:cubicBezTo>
                  <a:pt x="512" y="508"/>
                  <a:pt x="512" y="508"/>
                  <a:pt x="512" y="509"/>
                </a:cubicBezTo>
                <a:cubicBezTo>
                  <a:pt x="512" y="509"/>
                  <a:pt x="512" y="510"/>
                  <a:pt x="512" y="511"/>
                </a:cubicBezTo>
                <a:cubicBezTo>
                  <a:pt x="512" y="511"/>
                  <a:pt x="513" y="512"/>
                  <a:pt x="514" y="512"/>
                </a:cubicBezTo>
                <a:cubicBezTo>
                  <a:pt x="514" y="513"/>
                  <a:pt x="515" y="513"/>
                  <a:pt x="516" y="513"/>
                </a:cubicBezTo>
                <a:cubicBezTo>
                  <a:pt x="517" y="513"/>
                  <a:pt x="518" y="513"/>
                  <a:pt x="520" y="513"/>
                </a:cubicBezTo>
                <a:cubicBezTo>
                  <a:pt x="521" y="513"/>
                  <a:pt x="522" y="513"/>
                  <a:pt x="523" y="513"/>
                </a:cubicBezTo>
                <a:cubicBezTo>
                  <a:pt x="524" y="513"/>
                  <a:pt x="525" y="513"/>
                  <a:pt x="526" y="512"/>
                </a:cubicBezTo>
                <a:cubicBezTo>
                  <a:pt x="527" y="512"/>
                  <a:pt x="528" y="511"/>
                  <a:pt x="528" y="511"/>
                </a:cubicBezTo>
                <a:cubicBezTo>
                  <a:pt x="529" y="510"/>
                  <a:pt x="529" y="509"/>
                  <a:pt x="529" y="509"/>
                </a:cubicBezTo>
                <a:cubicBezTo>
                  <a:pt x="530" y="508"/>
                  <a:pt x="529" y="508"/>
                  <a:pt x="529" y="507"/>
                </a:cubicBezTo>
                <a:cubicBezTo>
                  <a:pt x="529" y="506"/>
                  <a:pt x="528" y="506"/>
                  <a:pt x="528" y="506"/>
                </a:cubicBezTo>
                <a:cubicBezTo>
                  <a:pt x="527" y="505"/>
                  <a:pt x="526" y="505"/>
                  <a:pt x="525" y="505"/>
                </a:cubicBezTo>
                <a:cubicBezTo>
                  <a:pt x="524" y="504"/>
                  <a:pt x="523" y="504"/>
                  <a:pt x="522" y="504"/>
                </a:cubicBezTo>
                <a:cubicBezTo>
                  <a:pt x="520" y="504"/>
                  <a:pt x="519" y="504"/>
                  <a:pt x="518" y="505"/>
                </a:cubicBezTo>
                <a:close/>
                <a:moveTo>
                  <a:pt x="2197" y="505"/>
                </a:moveTo>
                <a:cubicBezTo>
                  <a:pt x="2196" y="505"/>
                  <a:pt x="2195" y="505"/>
                  <a:pt x="2195" y="506"/>
                </a:cubicBezTo>
                <a:cubicBezTo>
                  <a:pt x="2194" y="506"/>
                  <a:pt x="2193" y="506"/>
                  <a:pt x="2193" y="507"/>
                </a:cubicBezTo>
                <a:cubicBezTo>
                  <a:pt x="2193" y="508"/>
                  <a:pt x="2193" y="508"/>
                  <a:pt x="2193" y="509"/>
                </a:cubicBezTo>
                <a:cubicBezTo>
                  <a:pt x="2193" y="509"/>
                  <a:pt x="2193" y="510"/>
                  <a:pt x="2194" y="511"/>
                </a:cubicBezTo>
                <a:cubicBezTo>
                  <a:pt x="2195" y="511"/>
                  <a:pt x="2195" y="512"/>
                  <a:pt x="2196" y="512"/>
                </a:cubicBezTo>
                <a:cubicBezTo>
                  <a:pt x="2197" y="513"/>
                  <a:pt x="2198" y="513"/>
                  <a:pt x="2199" y="513"/>
                </a:cubicBezTo>
                <a:cubicBezTo>
                  <a:pt x="2201" y="513"/>
                  <a:pt x="2202" y="513"/>
                  <a:pt x="2203" y="513"/>
                </a:cubicBezTo>
                <a:cubicBezTo>
                  <a:pt x="2204" y="513"/>
                  <a:pt x="2205" y="513"/>
                  <a:pt x="2206" y="513"/>
                </a:cubicBezTo>
                <a:cubicBezTo>
                  <a:pt x="2207" y="513"/>
                  <a:pt x="2208" y="513"/>
                  <a:pt x="2209" y="512"/>
                </a:cubicBezTo>
                <a:cubicBezTo>
                  <a:pt x="2210" y="512"/>
                  <a:pt x="2210" y="511"/>
                  <a:pt x="2210" y="511"/>
                </a:cubicBezTo>
                <a:cubicBezTo>
                  <a:pt x="2211" y="510"/>
                  <a:pt x="2211" y="509"/>
                  <a:pt x="2211" y="509"/>
                </a:cubicBezTo>
                <a:cubicBezTo>
                  <a:pt x="2210" y="508"/>
                  <a:pt x="2210" y="508"/>
                  <a:pt x="2209" y="507"/>
                </a:cubicBezTo>
                <a:cubicBezTo>
                  <a:pt x="2209" y="506"/>
                  <a:pt x="2208" y="506"/>
                  <a:pt x="2207" y="506"/>
                </a:cubicBezTo>
                <a:cubicBezTo>
                  <a:pt x="2206" y="505"/>
                  <a:pt x="2205" y="505"/>
                  <a:pt x="2204" y="505"/>
                </a:cubicBezTo>
                <a:cubicBezTo>
                  <a:pt x="2203" y="504"/>
                  <a:pt x="2202" y="504"/>
                  <a:pt x="2200" y="504"/>
                </a:cubicBezTo>
                <a:cubicBezTo>
                  <a:pt x="2199" y="504"/>
                  <a:pt x="2198" y="504"/>
                  <a:pt x="2197" y="505"/>
                </a:cubicBezTo>
                <a:close/>
                <a:moveTo>
                  <a:pt x="2074" y="506"/>
                </a:moveTo>
                <a:cubicBezTo>
                  <a:pt x="2073" y="505"/>
                  <a:pt x="2071" y="504"/>
                  <a:pt x="2070" y="504"/>
                </a:cubicBezTo>
                <a:cubicBezTo>
                  <a:pt x="2070" y="504"/>
                  <a:pt x="2069" y="504"/>
                  <a:pt x="2069" y="504"/>
                </a:cubicBezTo>
                <a:cubicBezTo>
                  <a:pt x="2069" y="504"/>
                  <a:pt x="2069" y="504"/>
                  <a:pt x="2069" y="504"/>
                </a:cubicBezTo>
                <a:cubicBezTo>
                  <a:pt x="2069" y="504"/>
                  <a:pt x="2068" y="504"/>
                  <a:pt x="2068" y="504"/>
                </a:cubicBezTo>
                <a:cubicBezTo>
                  <a:pt x="2068" y="504"/>
                  <a:pt x="2068" y="504"/>
                  <a:pt x="2068" y="504"/>
                </a:cubicBezTo>
                <a:cubicBezTo>
                  <a:pt x="2068" y="504"/>
                  <a:pt x="2068" y="504"/>
                  <a:pt x="2067" y="504"/>
                </a:cubicBezTo>
                <a:cubicBezTo>
                  <a:pt x="2067" y="504"/>
                  <a:pt x="2067" y="504"/>
                  <a:pt x="2067" y="504"/>
                </a:cubicBezTo>
                <a:cubicBezTo>
                  <a:pt x="2067" y="504"/>
                  <a:pt x="2067" y="504"/>
                  <a:pt x="2067" y="504"/>
                </a:cubicBezTo>
                <a:cubicBezTo>
                  <a:pt x="2066" y="504"/>
                  <a:pt x="2066" y="504"/>
                  <a:pt x="2066" y="504"/>
                </a:cubicBezTo>
                <a:cubicBezTo>
                  <a:pt x="2065" y="504"/>
                  <a:pt x="2064" y="505"/>
                  <a:pt x="2063" y="505"/>
                </a:cubicBezTo>
                <a:cubicBezTo>
                  <a:pt x="2063" y="505"/>
                  <a:pt x="2062" y="505"/>
                  <a:pt x="2061" y="506"/>
                </a:cubicBezTo>
                <a:cubicBezTo>
                  <a:pt x="2061" y="506"/>
                  <a:pt x="2061" y="507"/>
                  <a:pt x="2060" y="507"/>
                </a:cubicBezTo>
                <a:cubicBezTo>
                  <a:pt x="2060" y="508"/>
                  <a:pt x="2060" y="508"/>
                  <a:pt x="2060" y="509"/>
                </a:cubicBezTo>
                <a:cubicBezTo>
                  <a:pt x="2060" y="509"/>
                  <a:pt x="2061" y="510"/>
                  <a:pt x="2061" y="510"/>
                </a:cubicBezTo>
                <a:cubicBezTo>
                  <a:pt x="2061" y="511"/>
                  <a:pt x="2062" y="511"/>
                  <a:pt x="2063" y="512"/>
                </a:cubicBezTo>
                <a:cubicBezTo>
                  <a:pt x="2064" y="512"/>
                  <a:pt x="2064" y="513"/>
                  <a:pt x="2065" y="513"/>
                </a:cubicBezTo>
                <a:cubicBezTo>
                  <a:pt x="2066" y="513"/>
                  <a:pt x="2067" y="513"/>
                  <a:pt x="2068" y="513"/>
                </a:cubicBezTo>
                <a:cubicBezTo>
                  <a:pt x="2068" y="513"/>
                  <a:pt x="2069" y="513"/>
                  <a:pt x="2069" y="513"/>
                </a:cubicBezTo>
                <a:cubicBezTo>
                  <a:pt x="2069" y="513"/>
                  <a:pt x="2069" y="513"/>
                  <a:pt x="2069" y="513"/>
                </a:cubicBezTo>
                <a:cubicBezTo>
                  <a:pt x="2069" y="513"/>
                  <a:pt x="2069" y="513"/>
                  <a:pt x="2070" y="513"/>
                </a:cubicBezTo>
                <a:cubicBezTo>
                  <a:pt x="2070" y="513"/>
                  <a:pt x="2070" y="513"/>
                  <a:pt x="2070" y="513"/>
                </a:cubicBezTo>
                <a:cubicBezTo>
                  <a:pt x="2070" y="513"/>
                  <a:pt x="2070" y="513"/>
                  <a:pt x="2070" y="513"/>
                </a:cubicBezTo>
                <a:cubicBezTo>
                  <a:pt x="2071" y="513"/>
                  <a:pt x="2071" y="513"/>
                  <a:pt x="2071" y="513"/>
                </a:cubicBezTo>
                <a:cubicBezTo>
                  <a:pt x="2071" y="513"/>
                  <a:pt x="2071" y="513"/>
                  <a:pt x="2071" y="513"/>
                </a:cubicBezTo>
                <a:cubicBezTo>
                  <a:pt x="2072" y="513"/>
                  <a:pt x="2072" y="513"/>
                  <a:pt x="2072" y="513"/>
                </a:cubicBezTo>
                <a:cubicBezTo>
                  <a:pt x="2073" y="513"/>
                  <a:pt x="2075" y="513"/>
                  <a:pt x="2076" y="512"/>
                </a:cubicBezTo>
                <a:cubicBezTo>
                  <a:pt x="2077" y="512"/>
                  <a:pt x="2077" y="511"/>
                  <a:pt x="2078" y="511"/>
                </a:cubicBezTo>
                <a:cubicBezTo>
                  <a:pt x="2078" y="510"/>
                  <a:pt x="2078" y="509"/>
                  <a:pt x="2078" y="509"/>
                </a:cubicBezTo>
                <a:cubicBezTo>
                  <a:pt x="2078" y="509"/>
                  <a:pt x="2078" y="508"/>
                  <a:pt x="2078" y="508"/>
                </a:cubicBezTo>
                <a:cubicBezTo>
                  <a:pt x="2078" y="508"/>
                  <a:pt x="2077" y="508"/>
                  <a:pt x="2077" y="508"/>
                </a:cubicBezTo>
                <a:cubicBezTo>
                  <a:pt x="2077" y="508"/>
                  <a:pt x="2077" y="508"/>
                  <a:pt x="2077" y="507"/>
                </a:cubicBezTo>
                <a:cubicBezTo>
                  <a:pt x="2077" y="507"/>
                  <a:pt x="2077" y="507"/>
                  <a:pt x="2077" y="507"/>
                </a:cubicBezTo>
                <a:cubicBezTo>
                  <a:pt x="2076" y="506"/>
                  <a:pt x="2075" y="506"/>
                  <a:pt x="2074" y="506"/>
                </a:cubicBezTo>
                <a:cubicBezTo>
                  <a:pt x="2074" y="505"/>
                  <a:pt x="2075" y="506"/>
                  <a:pt x="2074" y="506"/>
                </a:cubicBezTo>
                <a:close/>
                <a:moveTo>
                  <a:pt x="2424" y="504"/>
                </a:moveTo>
                <a:cubicBezTo>
                  <a:pt x="2424" y="504"/>
                  <a:pt x="2423" y="504"/>
                  <a:pt x="2423" y="504"/>
                </a:cubicBezTo>
                <a:cubicBezTo>
                  <a:pt x="2423" y="504"/>
                  <a:pt x="2422" y="504"/>
                  <a:pt x="2422" y="504"/>
                </a:cubicBezTo>
                <a:cubicBezTo>
                  <a:pt x="2422" y="504"/>
                  <a:pt x="2422" y="504"/>
                  <a:pt x="2421" y="504"/>
                </a:cubicBezTo>
                <a:cubicBezTo>
                  <a:pt x="2420" y="504"/>
                  <a:pt x="2419" y="504"/>
                  <a:pt x="2418" y="505"/>
                </a:cubicBezTo>
                <a:cubicBezTo>
                  <a:pt x="2417" y="505"/>
                  <a:pt x="2416" y="505"/>
                  <a:pt x="2415" y="506"/>
                </a:cubicBezTo>
                <a:cubicBezTo>
                  <a:pt x="2415" y="506"/>
                  <a:pt x="2414" y="506"/>
                  <a:pt x="2414" y="507"/>
                </a:cubicBezTo>
                <a:cubicBezTo>
                  <a:pt x="2414" y="508"/>
                  <a:pt x="2414" y="508"/>
                  <a:pt x="2414" y="509"/>
                </a:cubicBezTo>
                <a:cubicBezTo>
                  <a:pt x="2414" y="509"/>
                  <a:pt x="2415" y="510"/>
                  <a:pt x="2415" y="511"/>
                </a:cubicBezTo>
                <a:cubicBezTo>
                  <a:pt x="2416" y="511"/>
                  <a:pt x="2417" y="512"/>
                  <a:pt x="2418" y="512"/>
                </a:cubicBezTo>
                <a:cubicBezTo>
                  <a:pt x="2419" y="513"/>
                  <a:pt x="2420" y="513"/>
                  <a:pt x="2421" y="513"/>
                </a:cubicBezTo>
                <a:cubicBezTo>
                  <a:pt x="2422" y="513"/>
                  <a:pt x="2423" y="513"/>
                  <a:pt x="2424" y="513"/>
                </a:cubicBezTo>
                <a:cubicBezTo>
                  <a:pt x="2425" y="513"/>
                  <a:pt x="2425" y="513"/>
                  <a:pt x="2425" y="513"/>
                </a:cubicBezTo>
                <a:cubicBezTo>
                  <a:pt x="2426" y="513"/>
                  <a:pt x="2426" y="513"/>
                  <a:pt x="2426" y="513"/>
                </a:cubicBezTo>
                <a:cubicBezTo>
                  <a:pt x="2426" y="513"/>
                  <a:pt x="2427" y="513"/>
                  <a:pt x="2427" y="513"/>
                </a:cubicBezTo>
                <a:cubicBezTo>
                  <a:pt x="2427" y="513"/>
                  <a:pt x="2427" y="513"/>
                  <a:pt x="2428" y="513"/>
                </a:cubicBezTo>
                <a:cubicBezTo>
                  <a:pt x="2429" y="513"/>
                  <a:pt x="2429" y="513"/>
                  <a:pt x="2430" y="512"/>
                </a:cubicBezTo>
                <a:cubicBezTo>
                  <a:pt x="2431" y="511"/>
                  <a:pt x="2432" y="510"/>
                  <a:pt x="2432" y="509"/>
                </a:cubicBezTo>
                <a:cubicBezTo>
                  <a:pt x="2432" y="508"/>
                  <a:pt x="2431" y="508"/>
                  <a:pt x="2431" y="508"/>
                </a:cubicBezTo>
                <a:cubicBezTo>
                  <a:pt x="2431" y="508"/>
                  <a:pt x="2431" y="507"/>
                  <a:pt x="2430" y="507"/>
                </a:cubicBezTo>
                <a:cubicBezTo>
                  <a:pt x="2430" y="507"/>
                  <a:pt x="2430" y="506"/>
                  <a:pt x="2429" y="506"/>
                </a:cubicBezTo>
                <a:cubicBezTo>
                  <a:pt x="2429" y="506"/>
                  <a:pt x="2428" y="506"/>
                  <a:pt x="2428" y="506"/>
                </a:cubicBezTo>
                <a:cubicBezTo>
                  <a:pt x="2428" y="505"/>
                  <a:pt x="2428" y="505"/>
                  <a:pt x="2427" y="505"/>
                </a:cubicBezTo>
                <a:cubicBezTo>
                  <a:pt x="2427" y="505"/>
                  <a:pt x="2427" y="505"/>
                  <a:pt x="2426" y="505"/>
                </a:cubicBezTo>
                <a:cubicBezTo>
                  <a:pt x="2426" y="505"/>
                  <a:pt x="2426" y="505"/>
                  <a:pt x="2426" y="505"/>
                </a:cubicBezTo>
                <a:cubicBezTo>
                  <a:pt x="2425" y="505"/>
                  <a:pt x="2425" y="505"/>
                  <a:pt x="2425" y="505"/>
                </a:cubicBezTo>
                <a:cubicBezTo>
                  <a:pt x="2425" y="504"/>
                  <a:pt x="2424" y="504"/>
                  <a:pt x="2424" y="504"/>
                </a:cubicBezTo>
                <a:close/>
                <a:moveTo>
                  <a:pt x="2374" y="505"/>
                </a:moveTo>
                <a:cubicBezTo>
                  <a:pt x="2373" y="505"/>
                  <a:pt x="2372" y="505"/>
                  <a:pt x="2371" y="506"/>
                </a:cubicBezTo>
                <a:cubicBezTo>
                  <a:pt x="2371" y="506"/>
                  <a:pt x="2370" y="506"/>
                  <a:pt x="2370" y="507"/>
                </a:cubicBezTo>
                <a:cubicBezTo>
                  <a:pt x="2370" y="508"/>
                  <a:pt x="2370" y="508"/>
                  <a:pt x="2370" y="509"/>
                </a:cubicBezTo>
                <a:cubicBezTo>
                  <a:pt x="2370" y="509"/>
                  <a:pt x="2370" y="510"/>
                  <a:pt x="2371" y="511"/>
                </a:cubicBezTo>
                <a:cubicBezTo>
                  <a:pt x="2372" y="511"/>
                  <a:pt x="2372" y="512"/>
                  <a:pt x="2373" y="512"/>
                </a:cubicBezTo>
                <a:cubicBezTo>
                  <a:pt x="2374" y="513"/>
                  <a:pt x="2375" y="513"/>
                  <a:pt x="2377" y="513"/>
                </a:cubicBezTo>
                <a:cubicBezTo>
                  <a:pt x="2378" y="513"/>
                  <a:pt x="2379" y="513"/>
                  <a:pt x="2380" y="513"/>
                </a:cubicBezTo>
                <a:cubicBezTo>
                  <a:pt x="2381" y="513"/>
                  <a:pt x="2382" y="513"/>
                  <a:pt x="2383" y="513"/>
                </a:cubicBezTo>
                <a:cubicBezTo>
                  <a:pt x="2384" y="513"/>
                  <a:pt x="2385" y="513"/>
                  <a:pt x="2386" y="512"/>
                </a:cubicBezTo>
                <a:cubicBezTo>
                  <a:pt x="2387" y="512"/>
                  <a:pt x="2387" y="511"/>
                  <a:pt x="2387" y="511"/>
                </a:cubicBezTo>
                <a:cubicBezTo>
                  <a:pt x="2388" y="510"/>
                  <a:pt x="2388" y="509"/>
                  <a:pt x="2387" y="509"/>
                </a:cubicBezTo>
                <a:cubicBezTo>
                  <a:pt x="2387" y="508"/>
                  <a:pt x="2387" y="508"/>
                  <a:pt x="2386" y="507"/>
                </a:cubicBezTo>
                <a:cubicBezTo>
                  <a:pt x="2386" y="506"/>
                  <a:pt x="2385" y="506"/>
                  <a:pt x="2384" y="506"/>
                </a:cubicBezTo>
                <a:cubicBezTo>
                  <a:pt x="2383" y="505"/>
                  <a:pt x="2382" y="505"/>
                  <a:pt x="2381" y="505"/>
                </a:cubicBezTo>
                <a:cubicBezTo>
                  <a:pt x="2380" y="504"/>
                  <a:pt x="2378" y="504"/>
                  <a:pt x="2377" y="504"/>
                </a:cubicBezTo>
                <a:cubicBezTo>
                  <a:pt x="2376" y="504"/>
                  <a:pt x="2375" y="504"/>
                  <a:pt x="2374" y="505"/>
                </a:cubicBezTo>
                <a:close/>
                <a:moveTo>
                  <a:pt x="1424" y="516"/>
                </a:moveTo>
                <a:cubicBezTo>
                  <a:pt x="1423" y="516"/>
                  <a:pt x="1422" y="517"/>
                  <a:pt x="1422" y="517"/>
                </a:cubicBezTo>
                <a:cubicBezTo>
                  <a:pt x="1421" y="518"/>
                  <a:pt x="1420" y="518"/>
                  <a:pt x="1420" y="519"/>
                </a:cubicBezTo>
                <a:cubicBezTo>
                  <a:pt x="1419" y="519"/>
                  <a:pt x="1419" y="520"/>
                  <a:pt x="1419" y="520"/>
                </a:cubicBezTo>
                <a:cubicBezTo>
                  <a:pt x="1419" y="521"/>
                  <a:pt x="1419" y="522"/>
                  <a:pt x="1420" y="522"/>
                </a:cubicBezTo>
                <a:cubicBezTo>
                  <a:pt x="1420" y="523"/>
                  <a:pt x="1421" y="523"/>
                  <a:pt x="1422" y="524"/>
                </a:cubicBezTo>
                <a:cubicBezTo>
                  <a:pt x="1423" y="524"/>
                  <a:pt x="1424" y="524"/>
                  <a:pt x="1425" y="525"/>
                </a:cubicBezTo>
                <a:cubicBezTo>
                  <a:pt x="1426" y="525"/>
                  <a:pt x="1427" y="525"/>
                  <a:pt x="1428" y="525"/>
                </a:cubicBezTo>
                <a:cubicBezTo>
                  <a:pt x="1430" y="525"/>
                  <a:pt x="1431" y="525"/>
                  <a:pt x="1432" y="525"/>
                </a:cubicBezTo>
                <a:cubicBezTo>
                  <a:pt x="1433" y="524"/>
                  <a:pt x="1434" y="524"/>
                  <a:pt x="1435" y="524"/>
                </a:cubicBezTo>
                <a:cubicBezTo>
                  <a:pt x="1435" y="523"/>
                  <a:pt x="1436" y="523"/>
                  <a:pt x="1436" y="522"/>
                </a:cubicBezTo>
                <a:cubicBezTo>
                  <a:pt x="1437" y="522"/>
                  <a:pt x="1437" y="521"/>
                  <a:pt x="1437" y="520"/>
                </a:cubicBezTo>
                <a:cubicBezTo>
                  <a:pt x="1437" y="520"/>
                  <a:pt x="1437" y="519"/>
                  <a:pt x="1436" y="519"/>
                </a:cubicBezTo>
                <a:cubicBezTo>
                  <a:pt x="1436" y="518"/>
                  <a:pt x="1435" y="518"/>
                  <a:pt x="1434" y="517"/>
                </a:cubicBezTo>
                <a:cubicBezTo>
                  <a:pt x="1433" y="517"/>
                  <a:pt x="1432" y="516"/>
                  <a:pt x="1431" y="516"/>
                </a:cubicBezTo>
                <a:cubicBezTo>
                  <a:pt x="1430" y="516"/>
                  <a:pt x="1429" y="516"/>
                  <a:pt x="1428" y="516"/>
                </a:cubicBezTo>
                <a:cubicBezTo>
                  <a:pt x="1427" y="516"/>
                  <a:pt x="1425" y="516"/>
                  <a:pt x="1424" y="516"/>
                </a:cubicBezTo>
                <a:close/>
                <a:moveTo>
                  <a:pt x="1336" y="516"/>
                </a:moveTo>
                <a:cubicBezTo>
                  <a:pt x="1335" y="516"/>
                  <a:pt x="1334" y="517"/>
                  <a:pt x="1333" y="517"/>
                </a:cubicBezTo>
                <a:cubicBezTo>
                  <a:pt x="1332" y="518"/>
                  <a:pt x="1331" y="518"/>
                  <a:pt x="1331" y="519"/>
                </a:cubicBezTo>
                <a:cubicBezTo>
                  <a:pt x="1331" y="519"/>
                  <a:pt x="1330" y="520"/>
                  <a:pt x="1330" y="520"/>
                </a:cubicBezTo>
                <a:cubicBezTo>
                  <a:pt x="1330" y="521"/>
                  <a:pt x="1331" y="522"/>
                  <a:pt x="1331" y="522"/>
                </a:cubicBezTo>
                <a:cubicBezTo>
                  <a:pt x="1332" y="523"/>
                  <a:pt x="1332" y="523"/>
                  <a:pt x="1333" y="524"/>
                </a:cubicBezTo>
                <a:cubicBezTo>
                  <a:pt x="1334" y="524"/>
                  <a:pt x="1335" y="524"/>
                  <a:pt x="1336" y="525"/>
                </a:cubicBezTo>
                <a:cubicBezTo>
                  <a:pt x="1337" y="525"/>
                  <a:pt x="1338" y="525"/>
                  <a:pt x="1339" y="525"/>
                </a:cubicBezTo>
                <a:cubicBezTo>
                  <a:pt x="1341" y="525"/>
                  <a:pt x="1342" y="525"/>
                  <a:pt x="1343" y="525"/>
                </a:cubicBezTo>
                <a:cubicBezTo>
                  <a:pt x="1344" y="524"/>
                  <a:pt x="1345" y="524"/>
                  <a:pt x="1346" y="524"/>
                </a:cubicBezTo>
                <a:cubicBezTo>
                  <a:pt x="1346" y="523"/>
                  <a:pt x="1347" y="523"/>
                  <a:pt x="1348" y="522"/>
                </a:cubicBezTo>
                <a:cubicBezTo>
                  <a:pt x="1348" y="522"/>
                  <a:pt x="1348" y="521"/>
                  <a:pt x="1348" y="520"/>
                </a:cubicBezTo>
                <a:cubicBezTo>
                  <a:pt x="1348" y="520"/>
                  <a:pt x="1348" y="519"/>
                  <a:pt x="1347" y="519"/>
                </a:cubicBezTo>
                <a:cubicBezTo>
                  <a:pt x="1347" y="518"/>
                  <a:pt x="1346" y="518"/>
                  <a:pt x="1345" y="517"/>
                </a:cubicBezTo>
                <a:cubicBezTo>
                  <a:pt x="1345" y="517"/>
                  <a:pt x="1344" y="516"/>
                  <a:pt x="1343" y="516"/>
                </a:cubicBezTo>
                <a:cubicBezTo>
                  <a:pt x="1342" y="516"/>
                  <a:pt x="1340" y="516"/>
                  <a:pt x="1339" y="516"/>
                </a:cubicBezTo>
                <a:cubicBezTo>
                  <a:pt x="1338" y="516"/>
                  <a:pt x="1337" y="516"/>
                  <a:pt x="1336" y="516"/>
                </a:cubicBezTo>
                <a:close/>
                <a:moveTo>
                  <a:pt x="1469" y="516"/>
                </a:moveTo>
                <a:cubicBezTo>
                  <a:pt x="1468" y="516"/>
                  <a:pt x="1467" y="517"/>
                  <a:pt x="1466" y="517"/>
                </a:cubicBezTo>
                <a:cubicBezTo>
                  <a:pt x="1465" y="518"/>
                  <a:pt x="1465" y="518"/>
                  <a:pt x="1464" y="519"/>
                </a:cubicBezTo>
                <a:cubicBezTo>
                  <a:pt x="1464" y="519"/>
                  <a:pt x="1464" y="520"/>
                  <a:pt x="1464" y="520"/>
                </a:cubicBezTo>
                <a:cubicBezTo>
                  <a:pt x="1464" y="521"/>
                  <a:pt x="1464" y="522"/>
                  <a:pt x="1464" y="522"/>
                </a:cubicBezTo>
                <a:cubicBezTo>
                  <a:pt x="1465" y="523"/>
                  <a:pt x="1466" y="523"/>
                  <a:pt x="1466" y="524"/>
                </a:cubicBezTo>
                <a:cubicBezTo>
                  <a:pt x="1467" y="524"/>
                  <a:pt x="1468" y="524"/>
                  <a:pt x="1469" y="525"/>
                </a:cubicBezTo>
                <a:cubicBezTo>
                  <a:pt x="1470" y="525"/>
                  <a:pt x="1471" y="525"/>
                  <a:pt x="1473" y="525"/>
                </a:cubicBezTo>
                <a:cubicBezTo>
                  <a:pt x="1474" y="525"/>
                  <a:pt x="1475" y="525"/>
                  <a:pt x="1476" y="525"/>
                </a:cubicBezTo>
                <a:cubicBezTo>
                  <a:pt x="1477" y="524"/>
                  <a:pt x="1478" y="524"/>
                  <a:pt x="1479" y="524"/>
                </a:cubicBezTo>
                <a:cubicBezTo>
                  <a:pt x="1480" y="523"/>
                  <a:pt x="1480" y="523"/>
                  <a:pt x="1481" y="522"/>
                </a:cubicBezTo>
                <a:cubicBezTo>
                  <a:pt x="1481" y="522"/>
                  <a:pt x="1481" y="521"/>
                  <a:pt x="1481" y="520"/>
                </a:cubicBezTo>
                <a:cubicBezTo>
                  <a:pt x="1481" y="520"/>
                  <a:pt x="1481" y="519"/>
                  <a:pt x="1481" y="519"/>
                </a:cubicBezTo>
                <a:cubicBezTo>
                  <a:pt x="1480" y="518"/>
                  <a:pt x="1479" y="518"/>
                  <a:pt x="1479" y="517"/>
                </a:cubicBezTo>
                <a:cubicBezTo>
                  <a:pt x="1478" y="517"/>
                  <a:pt x="1477" y="516"/>
                  <a:pt x="1476" y="516"/>
                </a:cubicBezTo>
                <a:cubicBezTo>
                  <a:pt x="1475" y="516"/>
                  <a:pt x="1473" y="516"/>
                  <a:pt x="1472" y="516"/>
                </a:cubicBezTo>
                <a:cubicBezTo>
                  <a:pt x="1471" y="516"/>
                  <a:pt x="1470" y="516"/>
                  <a:pt x="1469" y="516"/>
                </a:cubicBezTo>
                <a:close/>
                <a:moveTo>
                  <a:pt x="1291" y="516"/>
                </a:moveTo>
                <a:cubicBezTo>
                  <a:pt x="1290" y="516"/>
                  <a:pt x="1289" y="517"/>
                  <a:pt x="1289" y="517"/>
                </a:cubicBezTo>
                <a:cubicBezTo>
                  <a:pt x="1288" y="518"/>
                  <a:pt x="1287" y="518"/>
                  <a:pt x="1287" y="519"/>
                </a:cubicBezTo>
                <a:cubicBezTo>
                  <a:pt x="1286" y="519"/>
                  <a:pt x="1286" y="520"/>
                  <a:pt x="1286" y="520"/>
                </a:cubicBezTo>
                <a:cubicBezTo>
                  <a:pt x="1286" y="521"/>
                  <a:pt x="1286" y="522"/>
                  <a:pt x="1287" y="522"/>
                </a:cubicBezTo>
                <a:cubicBezTo>
                  <a:pt x="1287" y="523"/>
                  <a:pt x="1288" y="523"/>
                  <a:pt x="1289" y="524"/>
                </a:cubicBezTo>
                <a:cubicBezTo>
                  <a:pt x="1289" y="524"/>
                  <a:pt x="1290" y="524"/>
                  <a:pt x="1291" y="525"/>
                </a:cubicBezTo>
                <a:cubicBezTo>
                  <a:pt x="1293" y="525"/>
                  <a:pt x="1294" y="525"/>
                  <a:pt x="1295" y="525"/>
                </a:cubicBezTo>
                <a:cubicBezTo>
                  <a:pt x="1296" y="525"/>
                  <a:pt x="1297" y="525"/>
                  <a:pt x="1298" y="525"/>
                </a:cubicBezTo>
                <a:cubicBezTo>
                  <a:pt x="1299" y="524"/>
                  <a:pt x="1300" y="524"/>
                  <a:pt x="1301" y="524"/>
                </a:cubicBezTo>
                <a:cubicBezTo>
                  <a:pt x="1302" y="523"/>
                  <a:pt x="1303" y="523"/>
                  <a:pt x="1303" y="522"/>
                </a:cubicBezTo>
                <a:cubicBezTo>
                  <a:pt x="1304" y="522"/>
                  <a:pt x="1304" y="521"/>
                  <a:pt x="1304" y="520"/>
                </a:cubicBezTo>
                <a:cubicBezTo>
                  <a:pt x="1304" y="520"/>
                  <a:pt x="1304" y="519"/>
                  <a:pt x="1303" y="519"/>
                </a:cubicBezTo>
                <a:cubicBezTo>
                  <a:pt x="1303" y="518"/>
                  <a:pt x="1302" y="518"/>
                  <a:pt x="1301" y="517"/>
                </a:cubicBezTo>
                <a:cubicBezTo>
                  <a:pt x="1300" y="517"/>
                  <a:pt x="1299" y="516"/>
                  <a:pt x="1298" y="516"/>
                </a:cubicBezTo>
                <a:cubicBezTo>
                  <a:pt x="1297" y="516"/>
                  <a:pt x="1296" y="516"/>
                  <a:pt x="1295" y="516"/>
                </a:cubicBezTo>
                <a:cubicBezTo>
                  <a:pt x="1294" y="516"/>
                  <a:pt x="1292" y="516"/>
                  <a:pt x="1291" y="516"/>
                </a:cubicBezTo>
                <a:close/>
                <a:moveTo>
                  <a:pt x="1380" y="516"/>
                </a:moveTo>
                <a:cubicBezTo>
                  <a:pt x="1379" y="516"/>
                  <a:pt x="1378" y="517"/>
                  <a:pt x="1377" y="517"/>
                </a:cubicBezTo>
                <a:cubicBezTo>
                  <a:pt x="1377" y="518"/>
                  <a:pt x="1376" y="518"/>
                  <a:pt x="1375" y="519"/>
                </a:cubicBezTo>
                <a:cubicBezTo>
                  <a:pt x="1375" y="519"/>
                  <a:pt x="1375" y="520"/>
                  <a:pt x="1375" y="520"/>
                </a:cubicBezTo>
                <a:cubicBezTo>
                  <a:pt x="1375" y="521"/>
                  <a:pt x="1375" y="522"/>
                  <a:pt x="1376" y="522"/>
                </a:cubicBezTo>
                <a:cubicBezTo>
                  <a:pt x="1376" y="523"/>
                  <a:pt x="1377" y="523"/>
                  <a:pt x="1378" y="524"/>
                </a:cubicBezTo>
                <a:cubicBezTo>
                  <a:pt x="1378" y="524"/>
                  <a:pt x="1379" y="524"/>
                  <a:pt x="1380" y="525"/>
                </a:cubicBezTo>
                <a:cubicBezTo>
                  <a:pt x="1381" y="525"/>
                  <a:pt x="1383" y="525"/>
                  <a:pt x="1384" y="525"/>
                </a:cubicBezTo>
                <a:cubicBezTo>
                  <a:pt x="1385" y="525"/>
                  <a:pt x="1386" y="525"/>
                  <a:pt x="1387" y="525"/>
                </a:cubicBezTo>
                <a:cubicBezTo>
                  <a:pt x="1388" y="524"/>
                  <a:pt x="1389" y="524"/>
                  <a:pt x="1390" y="524"/>
                </a:cubicBezTo>
                <a:cubicBezTo>
                  <a:pt x="1391" y="523"/>
                  <a:pt x="1392" y="523"/>
                  <a:pt x="1392" y="522"/>
                </a:cubicBezTo>
                <a:cubicBezTo>
                  <a:pt x="1392" y="522"/>
                  <a:pt x="1393" y="521"/>
                  <a:pt x="1393" y="520"/>
                </a:cubicBezTo>
                <a:cubicBezTo>
                  <a:pt x="1393" y="520"/>
                  <a:pt x="1392" y="519"/>
                  <a:pt x="1392" y="519"/>
                </a:cubicBezTo>
                <a:cubicBezTo>
                  <a:pt x="1391" y="518"/>
                  <a:pt x="1391" y="518"/>
                  <a:pt x="1390" y="517"/>
                </a:cubicBezTo>
                <a:cubicBezTo>
                  <a:pt x="1389" y="517"/>
                  <a:pt x="1388" y="516"/>
                  <a:pt x="1387" y="516"/>
                </a:cubicBezTo>
                <a:cubicBezTo>
                  <a:pt x="1386" y="516"/>
                  <a:pt x="1385" y="516"/>
                  <a:pt x="1384" y="516"/>
                </a:cubicBezTo>
                <a:cubicBezTo>
                  <a:pt x="1382" y="516"/>
                  <a:pt x="1381" y="516"/>
                  <a:pt x="1380" y="516"/>
                </a:cubicBezTo>
                <a:close/>
                <a:moveTo>
                  <a:pt x="582" y="516"/>
                </a:moveTo>
                <a:cubicBezTo>
                  <a:pt x="581" y="516"/>
                  <a:pt x="580" y="517"/>
                  <a:pt x="579" y="517"/>
                </a:cubicBezTo>
                <a:cubicBezTo>
                  <a:pt x="578" y="518"/>
                  <a:pt x="577" y="518"/>
                  <a:pt x="577" y="519"/>
                </a:cubicBezTo>
                <a:cubicBezTo>
                  <a:pt x="576" y="519"/>
                  <a:pt x="576" y="520"/>
                  <a:pt x="576" y="520"/>
                </a:cubicBezTo>
                <a:cubicBezTo>
                  <a:pt x="576" y="521"/>
                  <a:pt x="576" y="522"/>
                  <a:pt x="576" y="522"/>
                </a:cubicBezTo>
                <a:cubicBezTo>
                  <a:pt x="577" y="523"/>
                  <a:pt x="577" y="523"/>
                  <a:pt x="578" y="524"/>
                </a:cubicBezTo>
                <a:cubicBezTo>
                  <a:pt x="579" y="524"/>
                  <a:pt x="579" y="524"/>
                  <a:pt x="580" y="525"/>
                </a:cubicBezTo>
                <a:cubicBezTo>
                  <a:pt x="581" y="525"/>
                  <a:pt x="583" y="525"/>
                  <a:pt x="584" y="525"/>
                </a:cubicBezTo>
                <a:cubicBezTo>
                  <a:pt x="585" y="525"/>
                  <a:pt x="586" y="525"/>
                  <a:pt x="587" y="525"/>
                </a:cubicBezTo>
                <a:cubicBezTo>
                  <a:pt x="588" y="524"/>
                  <a:pt x="589" y="524"/>
                  <a:pt x="590" y="524"/>
                </a:cubicBezTo>
                <a:cubicBezTo>
                  <a:pt x="591" y="523"/>
                  <a:pt x="592" y="523"/>
                  <a:pt x="593" y="522"/>
                </a:cubicBezTo>
                <a:cubicBezTo>
                  <a:pt x="593" y="522"/>
                  <a:pt x="593" y="521"/>
                  <a:pt x="594" y="520"/>
                </a:cubicBezTo>
                <a:cubicBezTo>
                  <a:pt x="594" y="520"/>
                  <a:pt x="594" y="519"/>
                  <a:pt x="593" y="519"/>
                </a:cubicBezTo>
                <a:cubicBezTo>
                  <a:pt x="593" y="518"/>
                  <a:pt x="592" y="518"/>
                  <a:pt x="592" y="517"/>
                </a:cubicBezTo>
                <a:cubicBezTo>
                  <a:pt x="591" y="517"/>
                  <a:pt x="590" y="516"/>
                  <a:pt x="589" y="516"/>
                </a:cubicBezTo>
                <a:cubicBezTo>
                  <a:pt x="588" y="516"/>
                  <a:pt x="587" y="516"/>
                  <a:pt x="586" y="516"/>
                </a:cubicBezTo>
                <a:cubicBezTo>
                  <a:pt x="584" y="516"/>
                  <a:pt x="583" y="516"/>
                  <a:pt x="582" y="516"/>
                </a:cubicBezTo>
                <a:close/>
                <a:moveTo>
                  <a:pt x="626" y="516"/>
                </a:moveTo>
                <a:cubicBezTo>
                  <a:pt x="625" y="516"/>
                  <a:pt x="624" y="517"/>
                  <a:pt x="623" y="517"/>
                </a:cubicBezTo>
                <a:cubicBezTo>
                  <a:pt x="623" y="518"/>
                  <a:pt x="622" y="518"/>
                  <a:pt x="621" y="519"/>
                </a:cubicBezTo>
                <a:cubicBezTo>
                  <a:pt x="621" y="519"/>
                  <a:pt x="620" y="520"/>
                  <a:pt x="620" y="520"/>
                </a:cubicBezTo>
                <a:cubicBezTo>
                  <a:pt x="620" y="521"/>
                  <a:pt x="620" y="522"/>
                  <a:pt x="621" y="522"/>
                </a:cubicBezTo>
                <a:cubicBezTo>
                  <a:pt x="621" y="523"/>
                  <a:pt x="622" y="523"/>
                  <a:pt x="622" y="524"/>
                </a:cubicBezTo>
                <a:cubicBezTo>
                  <a:pt x="623" y="524"/>
                  <a:pt x="624" y="524"/>
                  <a:pt x="625" y="525"/>
                </a:cubicBezTo>
                <a:cubicBezTo>
                  <a:pt x="626" y="525"/>
                  <a:pt x="627" y="525"/>
                  <a:pt x="628" y="525"/>
                </a:cubicBezTo>
                <a:cubicBezTo>
                  <a:pt x="630" y="525"/>
                  <a:pt x="631" y="525"/>
                  <a:pt x="632" y="525"/>
                </a:cubicBezTo>
                <a:cubicBezTo>
                  <a:pt x="633" y="524"/>
                  <a:pt x="634" y="524"/>
                  <a:pt x="635" y="524"/>
                </a:cubicBezTo>
                <a:cubicBezTo>
                  <a:pt x="636" y="523"/>
                  <a:pt x="636" y="523"/>
                  <a:pt x="637" y="522"/>
                </a:cubicBezTo>
                <a:cubicBezTo>
                  <a:pt x="638" y="522"/>
                  <a:pt x="638" y="521"/>
                  <a:pt x="638" y="520"/>
                </a:cubicBezTo>
                <a:cubicBezTo>
                  <a:pt x="638" y="520"/>
                  <a:pt x="638" y="519"/>
                  <a:pt x="638" y="519"/>
                </a:cubicBezTo>
                <a:cubicBezTo>
                  <a:pt x="637" y="518"/>
                  <a:pt x="637" y="518"/>
                  <a:pt x="636" y="517"/>
                </a:cubicBezTo>
                <a:cubicBezTo>
                  <a:pt x="635" y="517"/>
                  <a:pt x="634" y="516"/>
                  <a:pt x="633" y="516"/>
                </a:cubicBezTo>
                <a:cubicBezTo>
                  <a:pt x="632" y="516"/>
                  <a:pt x="631" y="516"/>
                  <a:pt x="630" y="516"/>
                </a:cubicBezTo>
                <a:cubicBezTo>
                  <a:pt x="629" y="516"/>
                  <a:pt x="628" y="516"/>
                  <a:pt x="626" y="516"/>
                </a:cubicBezTo>
                <a:close/>
                <a:moveTo>
                  <a:pt x="538" y="516"/>
                </a:moveTo>
                <a:cubicBezTo>
                  <a:pt x="537" y="516"/>
                  <a:pt x="536" y="517"/>
                  <a:pt x="535" y="517"/>
                </a:cubicBezTo>
                <a:cubicBezTo>
                  <a:pt x="534" y="518"/>
                  <a:pt x="533" y="518"/>
                  <a:pt x="533" y="519"/>
                </a:cubicBezTo>
                <a:cubicBezTo>
                  <a:pt x="532" y="519"/>
                  <a:pt x="532" y="520"/>
                  <a:pt x="531" y="520"/>
                </a:cubicBezTo>
                <a:cubicBezTo>
                  <a:pt x="531" y="521"/>
                  <a:pt x="531" y="522"/>
                  <a:pt x="532" y="522"/>
                </a:cubicBezTo>
                <a:cubicBezTo>
                  <a:pt x="532" y="523"/>
                  <a:pt x="533" y="523"/>
                  <a:pt x="533" y="524"/>
                </a:cubicBezTo>
                <a:cubicBezTo>
                  <a:pt x="534" y="524"/>
                  <a:pt x="535" y="524"/>
                  <a:pt x="536" y="525"/>
                </a:cubicBezTo>
                <a:cubicBezTo>
                  <a:pt x="537" y="525"/>
                  <a:pt x="538" y="525"/>
                  <a:pt x="539" y="525"/>
                </a:cubicBezTo>
                <a:cubicBezTo>
                  <a:pt x="541" y="525"/>
                  <a:pt x="542" y="525"/>
                  <a:pt x="543" y="525"/>
                </a:cubicBezTo>
                <a:cubicBezTo>
                  <a:pt x="544" y="524"/>
                  <a:pt x="545" y="524"/>
                  <a:pt x="546" y="524"/>
                </a:cubicBezTo>
                <a:cubicBezTo>
                  <a:pt x="547" y="523"/>
                  <a:pt x="548" y="523"/>
                  <a:pt x="548" y="522"/>
                </a:cubicBezTo>
                <a:cubicBezTo>
                  <a:pt x="549" y="522"/>
                  <a:pt x="549" y="521"/>
                  <a:pt x="549" y="520"/>
                </a:cubicBezTo>
                <a:cubicBezTo>
                  <a:pt x="549" y="520"/>
                  <a:pt x="549" y="519"/>
                  <a:pt x="549" y="519"/>
                </a:cubicBezTo>
                <a:cubicBezTo>
                  <a:pt x="549" y="518"/>
                  <a:pt x="548" y="518"/>
                  <a:pt x="547" y="517"/>
                </a:cubicBezTo>
                <a:cubicBezTo>
                  <a:pt x="547" y="517"/>
                  <a:pt x="546" y="516"/>
                  <a:pt x="545" y="516"/>
                </a:cubicBezTo>
                <a:cubicBezTo>
                  <a:pt x="544" y="516"/>
                  <a:pt x="543" y="516"/>
                  <a:pt x="541" y="516"/>
                </a:cubicBezTo>
                <a:cubicBezTo>
                  <a:pt x="540" y="516"/>
                  <a:pt x="539" y="516"/>
                  <a:pt x="538" y="516"/>
                </a:cubicBezTo>
                <a:close/>
                <a:moveTo>
                  <a:pt x="493" y="516"/>
                </a:moveTo>
                <a:cubicBezTo>
                  <a:pt x="492" y="516"/>
                  <a:pt x="491" y="517"/>
                  <a:pt x="490" y="517"/>
                </a:cubicBezTo>
                <a:cubicBezTo>
                  <a:pt x="490" y="518"/>
                  <a:pt x="489" y="518"/>
                  <a:pt x="488" y="519"/>
                </a:cubicBezTo>
                <a:cubicBezTo>
                  <a:pt x="488" y="519"/>
                  <a:pt x="487" y="520"/>
                  <a:pt x="487" y="520"/>
                </a:cubicBezTo>
                <a:cubicBezTo>
                  <a:pt x="487" y="521"/>
                  <a:pt x="487" y="522"/>
                  <a:pt x="487" y="522"/>
                </a:cubicBezTo>
                <a:cubicBezTo>
                  <a:pt x="488" y="523"/>
                  <a:pt x="488" y="523"/>
                  <a:pt x="489" y="524"/>
                </a:cubicBezTo>
                <a:cubicBezTo>
                  <a:pt x="490" y="524"/>
                  <a:pt x="491" y="524"/>
                  <a:pt x="492" y="525"/>
                </a:cubicBezTo>
                <a:cubicBezTo>
                  <a:pt x="493" y="525"/>
                  <a:pt x="494" y="525"/>
                  <a:pt x="495" y="525"/>
                </a:cubicBezTo>
                <a:cubicBezTo>
                  <a:pt x="496" y="525"/>
                  <a:pt x="497" y="525"/>
                  <a:pt x="499" y="525"/>
                </a:cubicBezTo>
                <a:cubicBezTo>
                  <a:pt x="500" y="524"/>
                  <a:pt x="501" y="524"/>
                  <a:pt x="502" y="524"/>
                </a:cubicBezTo>
                <a:cubicBezTo>
                  <a:pt x="502" y="523"/>
                  <a:pt x="503" y="523"/>
                  <a:pt x="504" y="522"/>
                </a:cubicBezTo>
                <a:cubicBezTo>
                  <a:pt x="504" y="522"/>
                  <a:pt x="505" y="521"/>
                  <a:pt x="505" y="520"/>
                </a:cubicBezTo>
                <a:cubicBezTo>
                  <a:pt x="505" y="520"/>
                  <a:pt x="505" y="519"/>
                  <a:pt x="505" y="519"/>
                </a:cubicBezTo>
                <a:cubicBezTo>
                  <a:pt x="504" y="518"/>
                  <a:pt x="504" y="518"/>
                  <a:pt x="503" y="517"/>
                </a:cubicBezTo>
                <a:cubicBezTo>
                  <a:pt x="502" y="517"/>
                  <a:pt x="501" y="516"/>
                  <a:pt x="500" y="516"/>
                </a:cubicBezTo>
                <a:cubicBezTo>
                  <a:pt x="499" y="516"/>
                  <a:pt x="498" y="516"/>
                  <a:pt x="497" y="516"/>
                </a:cubicBezTo>
                <a:cubicBezTo>
                  <a:pt x="496" y="516"/>
                  <a:pt x="495" y="516"/>
                  <a:pt x="493" y="516"/>
                </a:cubicBezTo>
                <a:close/>
                <a:moveTo>
                  <a:pt x="671" y="516"/>
                </a:moveTo>
                <a:cubicBezTo>
                  <a:pt x="670" y="516"/>
                  <a:pt x="669" y="517"/>
                  <a:pt x="668" y="517"/>
                </a:cubicBezTo>
                <a:cubicBezTo>
                  <a:pt x="667" y="518"/>
                  <a:pt x="666" y="518"/>
                  <a:pt x="666" y="519"/>
                </a:cubicBezTo>
                <a:cubicBezTo>
                  <a:pt x="665" y="519"/>
                  <a:pt x="665" y="520"/>
                  <a:pt x="665" y="520"/>
                </a:cubicBezTo>
                <a:cubicBezTo>
                  <a:pt x="665" y="521"/>
                  <a:pt x="665" y="522"/>
                  <a:pt x="665" y="522"/>
                </a:cubicBezTo>
                <a:cubicBezTo>
                  <a:pt x="665" y="523"/>
                  <a:pt x="666" y="523"/>
                  <a:pt x="667" y="524"/>
                </a:cubicBezTo>
                <a:cubicBezTo>
                  <a:pt x="667" y="524"/>
                  <a:pt x="668" y="524"/>
                  <a:pt x="669" y="525"/>
                </a:cubicBezTo>
                <a:cubicBezTo>
                  <a:pt x="670" y="525"/>
                  <a:pt x="672" y="525"/>
                  <a:pt x="673" y="525"/>
                </a:cubicBezTo>
                <a:cubicBezTo>
                  <a:pt x="674" y="525"/>
                  <a:pt x="675" y="525"/>
                  <a:pt x="676" y="525"/>
                </a:cubicBezTo>
                <a:cubicBezTo>
                  <a:pt x="677" y="524"/>
                  <a:pt x="678" y="524"/>
                  <a:pt x="679" y="524"/>
                </a:cubicBezTo>
                <a:cubicBezTo>
                  <a:pt x="680" y="523"/>
                  <a:pt x="681" y="523"/>
                  <a:pt x="681" y="522"/>
                </a:cubicBezTo>
                <a:cubicBezTo>
                  <a:pt x="682" y="522"/>
                  <a:pt x="682" y="521"/>
                  <a:pt x="682" y="520"/>
                </a:cubicBezTo>
                <a:cubicBezTo>
                  <a:pt x="683" y="520"/>
                  <a:pt x="682" y="519"/>
                  <a:pt x="682" y="519"/>
                </a:cubicBezTo>
                <a:cubicBezTo>
                  <a:pt x="682" y="518"/>
                  <a:pt x="681" y="518"/>
                  <a:pt x="680" y="517"/>
                </a:cubicBezTo>
                <a:cubicBezTo>
                  <a:pt x="680" y="517"/>
                  <a:pt x="679" y="516"/>
                  <a:pt x="678" y="516"/>
                </a:cubicBezTo>
                <a:cubicBezTo>
                  <a:pt x="677" y="516"/>
                  <a:pt x="676" y="516"/>
                  <a:pt x="674" y="516"/>
                </a:cubicBezTo>
                <a:cubicBezTo>
                  <a:pt x="673" y="516"/>
                  <a:pt x="672" y="516"/>
                  <a:pt x="671" y="516"/>
                </a:cubicBezTo>
                <a:close/>
                <a:moveTo>
                  <a:pt x="715" y="516"/>
                </a:moveTo>
                <a:cubicBezTo>
                  <a:pt x="714" y="516"/>
                  <a:pt x="713" y="517"/>
                  <a:pt x="712" y="517"/>
                </a:cubicBezTo>
                <a:cubicBezTo>
                  <a:pt x="711" y="518"/>
                  <a:pt x="711" y="518"/>
                  <a:pt x="710" y="519"/>
                </a:cubicBezTo>
                <a:cubicBezTo>
                  <a:pt x="709" y="519"/>
                  <a:pt x="709" y="520"/>
                  <a:pt x="709" y="520"/>
                </a:cubicBezTo>
                <a:cubicBezTo>
                  <a:pt x="709" y="521"/>
                  <a:pt x="709" y="522"/>
                  <a:pt x="709" y="522"/>
                </a:cubicBezTo>
                <a:cubicBezTo>
                  <a:pt x="710" y="523"/>
                  <a:pt x="710" y="523"/>
                  <a:pt x="711" y="524"/>
                </a:cubicBezTo>
                <a:cubicBezTo>
                  <a:pt x="712" y="524"/>
                  <a:pt x="713" y="524"/>
                  <a:pt x="714" y="525"/>
                </a:cubicBezTo>
                <a:cubicBezTo>
                  <a:pt x="715" y="525"/>
                  <a:pt x="716" y="525"/>
                  <a:pt x="717" y="525"/>
                </a:cubicBezTo>
                <a:cubicBezTo>
                  <a:pt x="718" y="525"/>
                  <a:pt x="720" y="525"/>
                  <a:pt x="721" y="525"/>
                </a:cubicBezTo>
                <a:cubicBezTo>
                  <a:pt x="722" y="524"/>
                  <a:pt x="723" y="524"/>
                  <a:pt x="724" y="524"/>
                </a:cubicBezTo>
                <a:cubicBezTo>
                  <a:pt x="725" y="523"/>
                  <a:pt x="725" y="523"/>
                  <a:pt x="726" y="522"/>
                </a:cubicBezTo>
                <a:cubicBezTo>
                  <a:pt x="726" y="522"/>
                  <a:pt x="727" y="521"/>
                  <a:pt x="727" y="520"/>
                </a:cubicBezTo>
                <a:cubicBezTo>
                  <a:pt x="727" y="520"/>
                  <a:pt x="727" y="519"/>
                  <a:pt x="726" y="519"/>
                </a:cubicBezTo>
                <a:cubicBezTo>
                  <a:pt x="726" y="518"/>
                  <a:pt x="725" y="518"/>
                  <a:pt x="725" y="517"/>
                </a:cubicBezTo>
                <a:cubicBezTo>
                  <a:pt x="724" y="517"/>
                  <a:pt x="723" y="516"/>
                  <a:pt x="722" y="516"/>
                </a:cubicBezTo>
                <a:cubicBezTo>
                  <a:pt x="721" y="516"/>
                  <a:pt x="720" y="516"/>
                  <a:pt x="719" y="516"/>
                </a:cubicBezTo>
                <a:cubicBezTo>
                  <a:pt x="717" y="516"/>
                  <a:pt x="716" y="516"/>
                  <a:pt x="715" y="516"/>
                </a:cubicBezTo>
                <a:close/>
                <a:moveTo>
                  <a:pt x="759" y="516"/>
                </a:moveTo>
                <a:cubicBezTo>
                  <a:pt x="758" y="516"/>
                  <a:pt x="757" y="517"/>
                  <a:pt x="756" y="517"/>
                </a:cubicBezTo>
                <a:cubicBezTo>
                  <a:pt x="756" y="518"/>
                  <a:pt x="755" y="518"/>
                  <a:pt x="754" y="519"/>
                </a:cubicBezTo>
                <a:cubicBezTo>
                  <a:pt x="754" y="519"/>
                  <a:pt x="754" y="520"/>
                  <a:pt x="753" y="520"/>
                </a:cubicBezTo>
                <a:cubicBezTo>
                  <a:pt x="753" y="521"/>
                  <a:pt x="753" y="522"/>
                  <a:pt x="754" y="522"/>
                </a:cubicBezTo>
                <a:cubicBezTo>
                  <a:pt x="754" y="523"/>
                  <a:pt x="755" y="523"/>
                  <a:pt x="756" y="524"/>
                </a:cubicBezTo>
                <a:cubicBezTo>
                  <a:pt x="756" y="524"/>
                  <a:pt x="757" y="524"/>
                  <a:pt x="758" y="525"/>
                </a:cubicBezTo>
                <a:cubicBezTo>
                  <a:pt x="759" y="525"/>
                  <a:pt x="760" y="525"/>
                  <a:pt x="762" y="525"/>
                </a:cubicBezTo>
                <a:cubicBezTo>
                  <a:pt x="763" y="525"/>
                  <a:pt x="764" y="525"/>
                  <a:pt x="765" y="525"/>
                </a:cubicBezTo>
                <a:cubicBezTo>
                  <a:pt x="766" y="524"/>
                  <a:pt x="767" y="524"/>
                  <a:pt x="768" y="524"/>
                </a:cubicBezTo>
                <a:cubicBezTo>
                  <a:pt x="769" y="523"/>
                  <a:pt x="770" y="523"/>
                  <a:pt x="770" y="522"/>
                </a:cubicBezTo>
                <a:cubicBezTo>
                  <a:pt x="771" y="522"/>
                  <a:pt x="771" y="521"/>
                  <a:pt x="771" y="520"/>
                </a:cubicBezTo>
                <a:cubicBezTo>
                  <a:pt x="771" y="520"/>
                  <a:pt x="771" y="519"/>
                  <a:pt x="771" y="519"/>
                </a:cubicBezTo>
                <a:cubicBezTo>
                  <a:pt x="770" y="518"/>
                  <a:pt x="770" y="518"/>
                  <a:pt x="769" y="517"/>
                </a:cubicBezTo>
                <a:cubicBezTo>
                  <a:pt x="768" y="517"/>
                  <a:pt x="767" y="516"/>
                  <a:pt x="766" y="516"/>
                </a:cubicBezTo>
                <a:cubicBezTo>
                  <a:pt x="765" y="516"/>
                  <a:pt x="764" y="516"/>
                  <a:pt x="763" y="516"/>
                </a:cubicBezTo>
                <a:cubicBezTo>
                  <a:pt x="762" y="516"/>
                  <a:pt x="761" y="516"/>
                  <a:pt x="759" y="516"/>
                </a:cubicBezTo>
                <a:close/>
                <a:moveTo>
                  <a:pt x="804" y="516"/>
                </a:moveTo>
                <a:cubicBezTo>
                  <a:pt x="803" y="516"/>
                  <a:pt x="802" y="517"/>
                  <a:pt x="801" y="517"/>
                </a:cubicBezTo>
                <a:cubicBezTo>
                  <a:pt x="800" y="518"/>
                  <a:pt x="799" y="518"/>
                  <a:pt x="799" y="519"/>
                </a:cubicBezTo>
                <a:cubicBezTo>
                  <a:pt x="798" y="519"/>
                  <a:pt x="798" y="520"/>
                  <a:pt x="798" y="520"/>
                </a:cubicBezTo>
                <a:cubicBezTo>
                  <a:pt x="798" y="521"/>
                  <a:pt x="798" y="522"/>
                  <a:pt x="798" y="522"/>
                </a:cubicBezTo>
                <a:cubicBezTo>
                  <a:pt x="799" y="523"/>
                  <a:pt x="799" y="523"/>
                  <a:pt x="800" y="524"/>
                </a:cubicBezTo>
                <a:cubicBezTo>
                  <a:pt x="801" y="524"/>
                  <a:pt x="802" y="524"/>
                  <a:pt x="803" y="525"/>
                </a:cubicBezTo>
                <a:cubicBezTo>
                  <a:pt x="804" y="525"/>
                  <a:pt x="805" y="525"/>
                  <a:pt x="806" y="525"/>
                </a:cubicBezTo>
                <a:cubicBezTo>
                  <a:pt x="807" y="525"/>
                  <a:pt x="808" y="525"/>
                  <a:pt x="810" y="525"/>
                </a:cubicBezTo>
                <a:cubicBezTo>
                  <a:pt x="811" y="524"/>
                  <a:pt x="812" y="524"/>
                  <a:pt x="813" y="524"/>
                </a:cubicBezTo>
                <a:cubicBezTo>
                  <a:pt x="813" y="523"/>
                  <a:pt x="814" y="523"/>
                  <a:pt x="815" y="522"/>
                </a:cubicBezTo>
                <a:cubicBezTo>
                  <a:pt x="815" y="522"/>
                  <a:pt x="815" y="521"/>
                  <a:pt x="816" y="520"/>
                </a:cubicBezTo>
                <a:cubicBezTo>
                  <a:pt x="816" y="520"/>
                  <a:pt x="815" y="519"/>
                  <a:pt x="815" y="519"/>
                </a:cubicBezTo>
                <a:cubicBezTo>
                  <a:pt x="815" y="518"/>
                  <a:pt x="814" y="518"/>
                  <a:pt x="813" y="517"/>
                </a:cubicBezTo>
                <a:cubicBezTo>
                  <a:pt x="813" y="517"/>
                  <a:pt x="812" y="516"/>
                  <a:pt x="811" y="516"/>
                </a:cubicBezTo>
                <a:cubicBezTo>
                  <a:pt x="810" y="516"/>
                  <a:pt x="809" y="516"/>
                  <a:pt x="807" y="516"/>
                </a:cubicBezTo>
                <a:cubicBezTo>
                  <a:pt x="806" y="516"/>
                  <a:pt x="805" y="516"/>
                  <a:pt x="804" y="516"/>
                </a:cubicBezTo>
                <a:close/>
                <a:moveTo>
                  <a:pt x="848" y="516"/>
                </a:moveTo>
                <a:cubicBezTo>
                  <a:pt x="847" y="516"/>
                  <a:pt x="846" y="517"/>
                  <a:pt x="845" y="517"/>
                </a:cubicBezTo>
                <a:cubicBezTo>
                  <a:pt x="844" y="518"/>
                  <a:pt x="844" y="518"/>
                  <a:pt x="843" y="519"/>
                </a:cubicBezTo>
                <a:cubicBezTo>
                  <a:pt x="843" y="519"/>
                  <a:pt x="842" y="520"/>
                  <a:pt x="842" y="520"/>
                </a:cubicBezTo>
                <a:cubicBezTo>
                  <a:pt x="842" y="521"/>
                  <a:pt x="842" y="522"/>
                  <a:pt x="843" y="522"/>
                </a:cubicBezTo>
                <a:cubicBezTo>
                  <a:pt x="843" y="523"/>
                  <a:pt x="844" y="523"/>
                  <a:pt x="844" y="524"/>
                </a:cubicBezTo>
                <a:cubicBezTo>
                  <a:pt x="845" y="524"/>
                  <a:pt x="846" y="524"/>
                  <a:pt x="847" y="525"/>
                </a:cubicBezTo>
                <a:cubicBezTo>
                  <a:pt x="848" y="525"/>
                  <a:pt x="849" y="525"/>
                  <a:pt x="851" y="525"/>
                </a:cubicBezTo>
                <a:cubicBezTo>
                  <a:pt x="852" y="525"/>
                  <a:pt x="853" y="525"/>
                  <a:pt x="854" y="525"/>
                </a:cubicBezTo>
                <a:cubicBezTo>
                  <a:pt x="855" y="524"/>
                  <a:pt x="856" y="524"/>
                  <a:pt x="857" y="524"/>
                </a:cubicBezTo>
                <a:cubicBezTo>
                  <a:pt x="858" y="523"/>
                  <a:pt x="859" y="523"/>
                  <a:pt x="859" y="522"/>
                </a:cubicBezTo>
                <a:cubicBezTo>
                  <a:pt x="860" y="522"/>
                  <a:pt x="860" y="521"/>
                  <a:pt x="860" y="520"/>
                </a:cubicBezTo>
                <a:cubicBezTo>
                  <a:pt x="860" y="520"/>
                  <a:pt x="860" y="519"/>
                  <a:pt x="859" y="519"/>
                </a:cubicBezTo>
                <a:cubicBezTo>
                  <a:pt x="859" y="518"/>
                  <a:pt x="858" y="518"/>
                  <a:pt x="858" y="517"/>
                </a:cubicBezTo>
                <a:cubicBezTo>
                  <a:pt x="857" y="517"/>
                  <a:pt x="856" y="516"/>
                  <a:pt x="855" y="516"/>
                </a:cubicBezTo>
                <a:cubicBezTo>
                  <a:pt x="854" y="516"/>
                  <a:pt x="853" y="516"/>
                  <a:pt x="852" y="516"/>
                </a:cubicBezTo>
                <a:cubicBezTo>
                  <a:pt x="850" y="516"/>
                  <a:pt x="849" y="516"/>
                  <a:pt x="848" y="516"/>
                </a:cubicBezTo>
                <a:close/>
                <a:moveTo>
                  <a:pt x="2400" y="516"/>
                </a:moveTo>
                <a:cubicBezTo>
                  <a:pt x="2399" y="516"/>
                  <a:pt x="2398" y="517"/>
                  <a:pt x="2397" y="517"/>
                </a:cubicBezTo>
                <a:cubicBezTo>
                  <a:pt x="2397" y="518"/>
                  <a:pt x="2396" y="518"/>
                  <a:pt x="2396" y="519"/>
                </a:cubicBezTo>
                <a:cubicBezTo>
                  <a:pt x="2396" y="519"/>
                  <a:pt x="2395" y="520"/>
                  <a:pt x="2396" y="520"/>
                </a:cubicBezTo>
                <a:cubicBezTo>
                  <a:pt x="2396" y="521"/>
                  <a:pt x="2396" y="522"/>
                  <a:pt x="2397" y="522"/>
                </a:cubicBezTo>
                <a:cubicBezTo>
                  <a:pt x="2398" y="523"/>
                  <a:pt x="2398" y="523"/>
                  <a:pt x="2399" y="524"/>
                </a:cubicBezTo>
                <a:cubicBezTo>
                  <a:pt x="2400" y="524"/>
                  <a:pt x="2401" y="524"/>
                  <a:pt x="2402" y="525"/>
                </a:cubicBezTo>
                <a:cubicBezTo>
                  <a:pt x="2404" y="525"/>
                  <a:pt x="2405" y="525"/>
                  <a:pt x="2406" y="525"/>
                </a:cubicBezTo>
                <a:cubicBezTo>
                  <a:pt x="2407" y="525"/>
                  <a:pt x="2408" y="525"/>
                  <a:pt x="2409" y="525"/>
                </a:cubicBezTo>
                <a:cubicBezTo>
                  <a:pt x="2410" y="524"/>
                  <a:pt x="2411" y="524"/>
                  <a:pt x="2412" y="524"/>
                </a:cubicBezTo>
                <a:cubicBezTo>
                  <a:pt x="2413" y="523"/>
                  <a:pt x="2413" y="523"/>
                  <a:pt x="2413" y="522"/>
                </a:cubicBezTo>
                <a:cubicBezTo>
                  <a:pt x="2414" y="522"/>
                  <a:pt x="2414" y="521"/>
                  <a:pt x="2413" y="520"/>
                </a:cubicBezTo>
                <a:cubicBezTo>
                  <a:pt x="2413" y="520"/>
                  <a:pt x="2413" y="519"/>
                  <a:pt x="2412" y="519"/>
                </a:cubicBezTo>
                <a:cubicBezTo>
                  <a:pt x="2411" y="518"/>
                  <a:pt x="2411" y="518"/>
                  <a:pt x="2410" y="517"/>
                </a:cubicBezTo>
                <a:cubicBezTo>
                  <a:pt x="2409" y="517"/>
                  <a:pt x="2408" y="516"/>
                  <a:pt x="2407" y="516"/>
                </a:cubicBezTo>
                <a:cubicBezTo>
                  <a:pt x="2405" y="516"/>
                  <a:pt x="2404" y="516"/>
                  <a:pt x="2403" y="516"/>
                </a:cubicBezTo>
                <a:cubicBezTo>
                  <a:pt x="2402" y="516"/>
                  <a:pt x="2401" y="516"/>
                  <a:pt x="2400" y="516"/>
                </a:cubicBezTo>
                <a:close/>
                <a:moveTo>
                  <a:pt x="2134" y="516"/>
                </a:moveTo>
                <a:cubicBezTo>
                  <a:pt x="2133" y="516"/>
                  <a:pt x="2132" y="517"/>
                  <a:pt x="2131" y="517"/>
                </a:cubicBezTo>
                <a:cubicBezTo>
                  <a:pt x="2130" y="518"/>
                  <a:pt x="2130" y="518"/>
                  <a:pt x="2130" y="519"/>
                </a:cubicBezTo>
                <a:cubicBezTo>
                  <a:pt x="2129" y="519"/>
                  <a:pt x="2129" y="520"/>
                  <a:pt x="2129" y="520"/>
                </a:cubicBezTo>
                <a:cubicBezTo>
                  <a:pt x="2130" y="521"/>
                  <a:pt x="2130" y="522"/>
                  <a:pt x="2130" y="522"/>
                </a:cubicBezTo>
                <a:cubicBezTo>
                  <a:pt x="2131" y="523"/>
                  <a:pt x="2132" y="523"/>
                  <a:pt x="2133" y="524"/>
                </a:cubicBezTo>
                <a:cubicBezTo>
                  <a:pt x="2134" y="524"/>
                  <a:pt x="2135" y="524"/>
                  <a:pt x="2136" y="525"/>
                </a:cubicBezTo>
                <a:cubicBezTo>
                  <a:pt x="2137" y="525"/>
                  <a:pt x="2138" y="525"/>
                  <a:pt x="2139" y="525"/>
                </a:cubicBezTo>
                <a:cubicBezTo>
                  <a:pt x="2141" y="525"/>
                  <a:pt x="2142" y="525"/>
                  <a:pt x="2143" y="525"/>
                </a:cubicBezTo>
                <a:cubicBezTo>
                  <a:pt x="2144" y="524"/>
                  <a:pt x="2145" y="524"/>
                  <a:pt x="2145" y="524"/>
                </a:cubicBezTo>
                <a:cubicBezTo>
                  <a:pt x="2146" y="523"/>
                  <a:pt x="2147" y="523"/>
                  <a:pt x="2147" y="522"/>
                </a:cubicBezTo>
                <a:cubicBezTo>
                  <a:pt x="2147" y="522"/>
                  <a:pt x="2147" y="521"/>
                  <a:pt x="2147" y="520"/>
                </a:cubicBezTo>
                <a:cubicBezTo>
                  <a:pt x="2147" y="520"/>
                  <a:pt x="2146" y="519"/>
                  <a:pt x="2146" y="519"/>
                </a:cubicBezTo>
                <a:cubicBezTo>
                  <a:pt x="2145" y="518"/>
                  <a:pt x="2145" y="518"/>
                  <a:pt x="2144" y="517"/>
                </a:cubicBezTo>
                <a:cubicBezTo>
                  <a:pt x="2143" y="517"/>
                  <a:pt x="2142" y="516"/>
                  <a:pt x="2141" y="516"/>
                </a:cubicBezTo>
                <a:cubicBezTo>
                  <a:pt x="2139" y="516"/>
                  <a:pt x="2138" y="516"/>
                  <a:pt x="2137" y="516"/>
                </a:cubicBezTo>
                <a:cubicBezTo>
                  <a:pt x="2136" y="516"/>
                  <a:pt x="2135" y="516"/>
                  <a:pt x="2134" y="516"/>
                </a:cubicBezTo>
                <a:close/>
                <a:moveTo>
                  <a:pt x="2444" y="516"/>
                </a:moveTo>
                <a:cubicBezTo>
                  <a:pt x="2443" y="516"/>
                  <a:pt x="2442" y="517"/>
                  <a:pt x="2442" y="517"/>
                </a:cubicBezTo>
                <a:cubicBezTo>
                  <a:pt x="2441" y="518"/>
                  <a:pt x="2440" y="518"/>
                  <a:pt x="2440" y="519"/>
                </a:cubicBezTo>
                <a:cubicBezTo>
                  <a:pt x="2440" y="519"/>
                  <a:pt x="2440" y="520"/>
                  <a:pt x="2440" y="520"/>
                </a:cubicBezTo>
                <a:cubicBezTo>
                  <a:pt x="2440" y="521"/>
                  <a:pt x="2441" y="522"/>
                  <a:pt x="2441" y="522"/>
                </a:cubicBezTo>
                <a:cubicBezTo>
                  <a:pt x="2442" y="523"/>
                  <a:pt x="2443" y="523"/>
                  <a:pt x="2444" y="524"/>
                </a:cubicBezTo>
                <a:cubicBezTo>
                  <a:pt x="2445" y="524"/>
                  <a:pt x="2446" y="524"/>
                  <a:pt x="2447" y="525"/>
                </a:cubicBezTo>
                <a:cubicBezTo>
                  <a:pt x="2448" y="525"/>
                  <a:pt x="2449" y="525"/>
                  <a:pt x="2451" y="525"/>
                </a:cubicBezTo>
                <a:cubicBezTo>
                  <a:pt x="2452" y="525"/>
                  <a:pt x="2453" y="525"/>
                  <a:pt x="2454" y="525"/>
                </a:cubicBezTo>
                <a:cubicBezTo>
                  <a:pt x="2455" y="524"/>
                  <a:pt x="2456" y="524"/>
                  <a:pt x="2456" y="524"/>
                </a:cubicBezTo>
                <a:cubicBezTo>
                  <a:pt x="2457" y="523"/>
                  <a:pt x="2457" y="523"/>
                  <a:pt x="2458" y="522"/>
                </a:cubicBezTo>
                <a:cubicBezTo>
                  <a:pt x="2458" y="522"/>
                  <a:pt x="2458" y="521"/>
                  <a:pt x="2458" y="520"/>
                </a:cubicBezTo>
                <a:cubicBezTo>
                  <a:pt x="2458" y="520"/>
                  <a:pt x="2457" y="519"/>
                  <a:pt x="2456" y="519"/>
                </a:cubicBezTo>
                <a:cubicBezTo>
                  <a:pt x="2456" y="518"/>
                  <a:pt x="2455" y="518"/>
                  <a:pt x="2454" y="517"/>
                </a:cubicBezTo>
                <a:cubicBezTo>
                  <a:pt x="2453" y="517"/>
                  <a:pt x="2452" y="516"/>
                  <a:pt x="2451" y="516"/>
                </a:cubicBezTo>
                <a:cubicBezTo>
                  <a:pt x="2450" y="516"/>
                  <a:pt x="2449" y="516"/>
                  <a:pt x="2447" y="516"/>
                </a:cubicBezTo>
                <a:cubicBezTo>
                  <a:pt x="2446" y="516"/>
                  <a:pt x="2445" y="516"/>
                  <a:pt x="2444" y="516"/>
                </a:cubicBezTo>
                <a:close/>
                <a:moveTo>
                  <a:pt x="2089" y="516"/>
                </a:moveTo>
                <a:cubicBezTo>
                  <a:pt x="2088" y="516"/>
                  <a:pt x="2087" y="517"/>
                  <a:pt x="2087" y="517"/>
                </a:cubicBezTo>
                <a:cubicBezTo>
                  <a:pt x="2086" y="518"/>
                  <a:pt x="2086" y="518"/>
                  <a:pt x="2085" y="519"/>
                </a:cubicBezTo>
                <a:cubicBezTo>
                  <a:pt x="2085" y="519"/>
                  <a:pt x="2085" y="520"/>
                  <a:pt x="2085" y="520"/>
                </a:cubicBezTo>
                <a:cubicBezTo>
                  <a:pt x="2085" y="521"/>
                  <a:pt x="2086" y="522"/>
                  <a:pt x="2086" y="522"/>
                </a:cubicBezTo>
                <a:cubicBezTo>
                  <a:pt x="2087" y="523"/>
                  <a:pt x="2087" y="523"/>
                  <a:pt x="2088" y="524"/>
                </a:cubicBezTo>
                <a:cubicBezTo>
                  <a:pt x="2089" y="524"/>
                  <a:pt x="2090" y="524"/>
                  <a:pt x="2091" y="525"/>
                </a:cubicBezTo>
                <a:cubicBezTo>
                  <a:pt x="2092" y="525"/>
                  <a:pt x="2094" y="525"/>
                  <a:pt x="2095" y="525"/>
                </a:cubicBezTo>
                <a:cubicBezTo>
                  <a:pt x="2096" y="525"/>
                  <a:pt x="2097" y="525"/>
                  <a:pt x="2098" y="525"/>
                </a:cubicBezTo>
                <a:cubicBezTo>
                  <a:pt x="2099" y="524"/>
                  <a:pt x="2100" y="524"/>
                  <a:pt x="2101" y="524"/>
                </a:cubicBezTo>
                <a:cubicBezTo>
                  <a:pt x="2102" y="523"/>
                  <a:pt x="2102" y="523"/>
                  <a:pt x="2102" y="522"/>
                </a:cubicBezTo>
                <a:cubicBezTo>
                  <a:pt x="2103" y="522"/>
                  <a:pt x="2103" y="521"/>
                  <a:pt x="2103" y="520"/>
                </a:cubicBezTo>
                <a:cubicBezTo>
                  <a:pt x="2103" y="520"/>
                  <a:pt x="2102" y="519"/>
                  <a:pt x="2102" y="519"/>
                </a:cubicBezTo>
                <a:cubicBezTo>
                  <a:pt x="2101" y="518"/>
                  <a:pt x="2100" y="518"/>
                  <a:pt x="2099" y="517"/>
                </a:cubicBezTo>
                <a:cubicBezTo>
                  <a:pt x="2098" y="517"/>
                  <a:pt x="2097" y="516"/>
                  <a:pt x="2096" y="516"/>
                </a:cubicBezTo>
                <a:cubicBezTo>
                  <a:pt x="2095" y="516"/>
                  <a:pt x="2094" y="516"/>
                  <a:pt x="2093" y="516"/>
                </a:cubicBezTo>
                <a:cubicBezTo>
                  <a:pt x="2091" y="516"/>
                  <a:pt x="2090" y="516"/>
                  <a:pt x="2089" y="516"/>
                </a:cubicBezTo>
                <a:close/>
                <a:moveTo>
                  <a:pt x="652" y="528"/>
                </a:moveTo>
                <a:cubicBezTo>
                  <a:pt x="651" y="527"/>
                  <a:pt x="651" y="527"/>
                  <a:pt x="650" y="527"/>
                </a:cubicBezTo>
                <a:cubicBezTo>
                  <a:pt x="649" y="527"/>
                  <a:pt x="649" y="527"/>
                  <a:pt x="648" y="528"/>
                </a:cubicBezTo>
                <a:cubicBezTo>
                  <a:pt x="647" y="528"/>
                  <a:pt x="646" y="528"/>
                  <a:pt x="646" y="528"/>
                </a:cubicBezTo>
                <a:cubicBezTo>
                  <a:pt x="645" y="528"/>
                  <a:pt x="644" y="528"/>
                  <a:pt x="644" y="529"/>
                </a:cubicBezTo>
                <a:cubicBezTo>
                  <a:pt x="643" y="529"/>
                  <a:pt x="643" y="529"/>
                  <a:pt x="642" y="530"/>
                </a:cubicBezTo>
                <a:cubicBezTo>
                  <a:pt x="642" y="530"/>
                  <a:pt x="642" y="530"/>
                  <a:pt x="642" y="530"/>
                </a:cubicBezTo>
                <a:cubicBezTo>
                  <a:pt x="641" y="530"/>
                  <a:pt x="641" y="531"/>
                  <a:pt x="641" y="531"/>
                </a:cubicBezTo>
                <a:cubicBezTo>
                  <a:pt x="641" y="531"/>
                  <a:pt x="641" y="531"/>
                  <a:pt x="641" y="531"/>
                </a:cubicBezTo>
                <a:cubicBezTo>
                  <a:pt x="640" y="532"/>
                  <a:pt x="640" y="532"/>
                  <a:pt x="640" y="533"/>
                </a:cubicBezTo>
                <a:cubicBezTo>
                  <a:pt x="640" y="534"/>
                  <a:pt x="641" y="534"/>
                  <a:pt x="641" y="535"/>
                </a:cubicBezTo>
                <a:cubicBezTo>
                  <a:pt x="642" y="535"/>
                  <a:pt x="642" y="535"/>
                  <a:pt x="643" y="536"/>
                </a:cubicBezTo>
                <a:cubicBezTo>
                  <a:pt x="644" y="536"/>
                  <a:pt x="645" y="536"/>
                  <a:pt x="645" y="537"/>
                </a:cubicBezTo>
                <a:cubicBezTo>
                  <a:pt x="646" y="537"/>
                  <a:pt x="647" y="537"/>
                  <a:pt x="648" y="537"/>
                </a:cubicBezTo>
                <a:cubicBezTo>
                  <a:pt x="649" y="537"/>
                  <a:pt x="649" y="537"/>
                  <a:pt x="649" y="537"/>
                </a:cubicBezTo>
                <a:cubicBezTo>
                  <a:pt x="649" y="537"/>
                  <a:pt x="649" y="537"/>
                  <a:pt x="649" y="537"/>
                </a:cubicBezTo>
                <a:cubicBezTo>
                  <a:pt x="650" y="537"/>
                  <a:pt x="650" y="537"/>
                  <a:pt x="650" y="537"/>
                </a:cubicBezTo>
                <a:cubicBezTo>
                  <a:pt x="650" y="537"/>
                  <a:pt x="650" y="537"/>
                  <a:pt x="650" y="537"/>
                </a:cubicBezTo>
                <a:cubicBezTo>
                  <a:pt x="651" y="537"/>
                  <a:pt x="652" y="537"/>
                  <a:pt x="653" y="536"/>
                </a:cubicBezTo>
                <a:cubicBezTo>
                  <a:pt x="654" y="536"/>
                  <a:pt x="654" y="536"/>
                  <a:pt x="655" y="535"/>
                </a:cubicBezTo>
                <a:cubicBezTo>
                  <a:pt x="656" y="535"/>
                  <a:pt x="656" y="535"/>
                  <a:pt x="657" y="534"/>
                </a:cubicBezTo>
                <a:cubicBezTo>
                  <a:pt x="657" y="534"/>
                  <a:pt x="658" y="534"/>
                  <a:pt x="658" y="532"/>
                </a:cubicBezTo>
                <a:cubicBezTo>
                  <a:pt x="658" y="532"/>
                  <a:pt x="658" y="532"/>
                  <a:pt x="658" y="531"/>
                </a:cubicBezTo>
                <a:cubicBezTo>
                  <a:pt x="658" y="531"/>
                  <a:pt x="658" y="531"/>
                  <a:pt x="658" y="531"/>
                </a:cubicBezTo>
                <a:cubicBezTo>
                  <a:pt x="658" y="531"/>
                  <a:pt x="658" y="530"/>
                  <a:pt x="658" y="530"/>
                </a:cubicBezTo>
                <a:cubicBezTo>
                  <a:pt x="658" y="530"/>
                  <a:pt x="657" y="530"/>
                  <a:pt x="657" y="530"/>
                </a:cubicBezTo>
                <a:cubicBezTo>
                  <a:pt x="656" y="528"/>
                  <a:pt x="654" y="528"/>
                  <a:pt x="652" y="528"/>
                </a:cubicBezTo>
                <a:cubicBezTo>
                  <a:pt x="652" y="528"/>
                  <a:pt x="652" y="528"/>
                  <a:pt x="652" y="528"/>
                </a:cubicBezTo>
                <a:close/>
                <a:moveTo>
                  <a:pt x="603" y="528"/>
                </a:moveTo>
                <a:cubicBezTo>
                  <a:pt x="603" y="528"/>
                  <a:pt x="602" y="528"/>
                  <a:pt x="601" y="528"/>
                </a:cubicBezTo>
                <a:cubicBezTo>
                  <a:pt x="601" y="528"/>
                  <a:pt x="600" y="528"/>
                  <a:pt x="599" y="529"/>
                </a:cubicBezTo>
                <a:cubicBezTo>
                  <a:pt x="599" y="529"/>
                  <a:pt x="598" y="529"/>
                  <a:pt x="598" y="530"/>
                </a:cubicBezTo>
                <a:cubicBezTo>
                  <a:pt x="597" y="530"/>
                  <a:pt x="596" y="531"/>
                  <a:pt x="596" y="533"/>
                </a:cubicBezTo>
                <a:cubicBezTo>
                  <a:pt x="596" y="534"/>
                  <a:pt x="596" y="534"/>
                  <a:pt x="597" y="535"/>
                </a:cubicBezTo>
                <a:cubicBezTo>
                  <a:pt x="597" y="535"/>
                  <a:pt x="598" y="535"/>
                  <a:pt x="598" y="536"/>
                </a:cubicBezTo>
                <a:cubicBezTo>
                  <a:pt x="599" y="536"/>
                  <a:pt x="600" y="536"/>
                  <a:pt x="601" y="537"/>
                </a:cubicBezTo>
                <a:cubicBezTo>
                  <a:pt x="602" y="537"/>
                  <a:pt x="603" y="537"/>
                  <a:pt x="604" y="537"/>
                </a:cubicBezTo>
                <a:cubicBezTo>
                  <a:pt x="605" y="537"/>
                  <a:pt x="606" y="537"/>
                  <a:pt x="607" y="537"/>
                </a:cubicBezTo>
                <a:cubicBezTo>
                  <a:pt x="608" y="536"/>
                  <a:pt x="609" y="536"/>
                  <a:pt x="610" y="536"/>
                </a:cubicBezTo>
                <a:cubicBezTo>
                  <a:pt x="611" y="535"/>
                  <a:pt x="611" y="535"/>
                  <a:pt x="612" y="535"/>
                </a:cubicBezTo>
                <a:cubicBezTo>
                  <a:pt x="613" y="534"/>
                  <a:pt x="613" y="534"/>
                  <a:pt x="614" y="532"/>
                </a:cubicBezTo>
                <a:cubicBezTo>
                  <a:pt x="614" y="532"/>
                  <a:pt x="614" y="532"/>
                  <a:pt x="614" y="531"/>
                </a:cubicBezTo>
                <a:cubicBezTo>
                  <a:pt x="614" y="531"/>
                  <a:pt x="614" y="531"/>
                  <a:pt x="614" y="531"/>
                </a:cubicBezTo>
                <a:cubicBezTo>
                  <a:pt x="613" y="531"/>
                  <a:pt x="613" y="530"/>
                  <a:pt x="613" y="530"/>
                </a:cubicBezTo>
                <a:cubicBezTo>
                  <a:pt x="613" y="530"/>
                  <a:pt x="613" y="530"/>
                  <a:pt x="613" y="530"/>
                </a:cubicBezTo>
                <a:cubicBezTo>
                  <a:pt x="612" y="529"/>
                  <a:pt x="612" y="529"/>
                  <a:pt x="611" y="529"/>
                </a:cubicBezTo>
                <a:cubicBezTo>
                  <a:pt x="611" y="528"/>
                  <a:pt x="610" y="528"/>
                  <a:pt x="610" y="528"/>
                </a:cubicBezTo>
                <a:cubicBezTo>
                  <a:pt x="609" y="528"/>
                  <a:pt x="609" y="528"/>
                  <a:pt x="608" y="528"/>
                </a:cubicBezTo>
                <a:cubicBezTo>
                  <a:pt x="607" y="527"/>
                  <a:pt x="606" y="527"/>
                  <a:pt x="606" y="527"/>
                </a:cubicBezTo>
                <a:cubicBezTo>
                  <a:pt x="605" y="527"/>
                  <a:pt x="604" y="527"/>
                  <a:pt x="603" y="528"/>
                </a:cubicBezTo>
                <a:close/>
                <a:moveTo>
                  <a:pt x="514" y="528"/>
                </a:moveTo>
                <a:cubicBezTo>
                  <a:pt x="514" y="528"/>
                  <a:pt x="513" y="528"/>
                  <a:pt x="512" y="528"/>
                </a:cubicBezTo>
                <a:cubicBezTo>
                  <a:pt x="512" y="528"/>
                  <a:pt x="511" y="528"/>
                  <a:pt x="510" y="529"/>
                </a:cubicBezTo>
                <a:cubicBezTo>
                  <a:pt x="510" y="529"/>
                  <a:pt x="509" y="529"/>
                  <a:pt x="509" y="530"/>
                </a:cubicBezTo>
                <a:cubicBezTo>
                  <a:pt x="509" y="530"/>
                  <a:pt x="508" y="530"/>
                  <a:pt x="508" y="530"/>
                </a:cubicBezTo>
                <a:cubicBezTo>
                  <a:pt x="508" y="530"/>
                  <a:pt x="508" y="531"/>
                  <a:pt x="507" y="531"/>
                </a:cubicBezTo>
                <a:cubicBezTo>
                  <a:pt x="507" y="531"/>
                  <a:pt x="507" y="531"/>
                  <a:pt x="507" y="531"/>
                </a:cubicBezTo>
                <a:cubicBezTo>
                  <a:pt x="507" y="532"/>
                  <a:pt x="507" y="532"/>
                  <a:pt x="507" y="533"/>
                </a:cubicBezTo>
                <a:cubicBezTo>
                  <a:pt x="507" y="534"/>
                  <a:pt x="507" y="534"/>
                  <a:pt x="508" y="535"/>
                </a:cubicBezTo>
                <a:cubicBezTo>
                  <a:pt x="508" y="535"/>
                  <a:pt x="509" y="535"/>
                  <a:pt x="509" y="536"/>
                </a:cubicBezTo>
                <a:cubicBezTo>
                  <a:pt x="510" y="536"/>
                  <a:pt x="511" y="536"/>
                  <a:pt x="512" y="537"/>
                </a:cubicBezTo>
                <a:cubicBezTo>
                  <a:pt x="513" y="537"/>
                  <a:pt x="514" y="537"/>
                  <a:pt x="515" y="537"/>
                </a:cubicBezTo>
                <a:cubicBezTo>
                  <a:pt x="516" y="537"/>
                  <a:pt x="517" y="537"/>
                  <a:pt x="518" y="537"/>
                </a:cubicBezTo>
                <a:cubicBezTo>
                  <a:pt x="519" y="536"/>
                  <a:pt x="520" y="536"/>
                  <a:pt x="521" y="536"/>
                </a:cubicBezTo>
                <a:cubicBezTo>
                  <a:pt x="521" y="535"/>
                  <a:pt x="522" y="535"/>
                  <a:pt x="523" y="535"/>
                </a:cubicBezTo>
                <a:cubicBezTo>
                  <a:pt x="523" y="534"/>
                  <a:pt x="524" y="534"/>
                  <a:pt x="525" y="532"/>
                </a:cubicBezTo>
                <a:cubicBezTo>
                  <a:pt x="525" y="532"/>
                  <a:pt x="525" y="532"/>
                  <a:pt x="525" y="531"/>
                </a:cubicBezTo>
                <a:cubicBezTo>
                  <a:pt x="525" y="531"/>
                  <a:pt x="525" y="531"/>
                  <a:pt x="524" y="531"/>
                </a:cubicBezTo>
                <a:cubicBezTo>
                  <a:pt x="524" y="531"/>
                  <a:pt x="524" y="530"/>
                  <a:pt x="524" y="530"/>
                </a:cubicBezTo>
                <a:cubicBezTo>
                  <a:pt x="524" y="530"/>
                  <a:pt x="524" y="530"/>
                  <a:pt x="524" y="530"/>
                </a:cubicBezTo>
                <a:cubicBezTo>
                  <a:pt x="523" y="529"/>
                  <a:pt x="523" y="529"/>
                  <a:pt x="522" y="529"/>
                </a:cubicBezTo>
                <a:cubicBezTo>
                  <a:pt x="522" y="528"/>
                  <a:pt x="521" y="528"/>
                  <a:pt x="521" y="528"/>
                </a:cubicBezTo>
                <a:cubicBezTo>
                  <a:pt x="520" y="528"/>
                  <a:pt x="520" y="528"/>
                  <a:pt x="519" y="528"/>
                </a:cubicBezTo>
                <a:cubicBezTo>
                  <a:pt x="518" y="527"/>
                  <a:pt x="517" y="527"/>
                  <a:pt x="517" y="527"/>
                </a:cubicBezTo>
                <a:cubicBezTo>
                  <a:pt x="516" y="527"/>
                  <a:pt x="515" y="527"/>
                  <a:pt x="514" y="528"/>
                </a:cubicBezTo>
                <a:close/>
                <a:moveTo>
                  <a:pt x="563" y="528"/>
                </a:moveTo>
                <a:cubicBezTo>
                  <a:pt x="562" y="527"/>
                  <a:pt x="562" y="527"/>
                  <a:pt x="561" y="527"/>
                </a:cubicBezTo>
                <a:cubicBezTo>
                  <a:pt x="560" y="527"/>
                  <a:pt x="560" y="527"/>
                  <a:pt x="559" y="528"/>
                </a:cubicBezTo>
                <a:cubicBezTo>
                  <a:pt x="558" y="528"/>
                  <a:pt x="557" y="528"/>
                  <a:pt x="557" y="528"/>
                </a:cubicBezTo>
                <a:cubicBezTo>
                  <a:pt x="556" y="528"/>
                  <a:pt x="556" y="528"/>
                  <a:pt x="555" y="529"/>
                </a:cubicBezTo>
                <a:cubicBezTo>
                  <a:pt x="554" y="529"/>
                  <a:pt x="554" y="529"/>
                  <a:pt x="553" y="530"/>
                </a:cubicBezTo>
                <a:cubicBezTo>
                  <a:pt x="553" y="530"/>
                  <a:pt x="553" y="530"/>
                  <a:pt x="553" y="530"/>
                </a:cubicBezTo>
                <a:cubicBezTo>
                  <a:pt x="552" y="530"/>
                  <a:pt x="552" y="531"/>
                  <a:pt x="552" y="531"/>
                </a:cubicBezTo>
                <a:cubicBezTo>
                  <a:pt x="552" y="531"/>
                  <a:pt x="552" y="531"/>
                  <a:pt x="552" y="531"/>
                </a:cubicBezTo>
                <a:cubicBezTo>
                  <a:pt x="551" y="532"/>
                  <a:pt x="551" y="532"/>
                  <a:pt x="551" y="533"/>
                </a:cubicBezTo>
                <a:cubicBezTo>
                  <a:pt x="551" y="534"/>
                  <a:pt x="552" y="534"/>
                  <a:pt x="552" y="535"/>
                </a:cubicBezTo>
                <a:cubicBezTo>
                  <a:pt x="553" y="535"/>
                  <a:pt x="553" y="535"/>
                  <a:pt x="554" y="536"/>
                </a:cubicBezTo>
                <a:cubicBezTo>
                  <a:pt x="555" y="536"/>
                  <a:pt x="555" y="536"/>
                  <a:pt x="556" y="537"/>
                </a:cubicBezTo>
                <a:cubicBezTo>
                  <a:pt x="557" y="537"/>
                  <a:pt x="558" y="537"/>
                  <a:pt x="559" y="537"/>
                </a:cubicBezTo>
                <a:cubicBezTo>
                  <a:pt x="559" y="537"/>
                  <a:pt x="560" y="537"/>
                  <a:pt x="560" y="537"/>
                </a:cubicBezTo>
                <a:cubicBezTo>
                  <a:pt x="560" y="537"/>
                  <a:pt x="560" y="537"/>
                  <a:pt x="560" y="537"/>
                </a:cubicBezTo>
                <a:cubicBezTo>
                  <a:pt x="560" y="537"/>
                  <a:pt x="560" y="537"/>
                  <a:pt x="561" y="537"/>
                </a:cubicBezTo>
                <a:cubicBezTo>
                  <a:pt x="561" y="537"/>
                  <a:pt x="561" y="537"/>
                  <a:pt x="561" y="537"/>
                </a:cubicBezTo>
                <a:cubicBezTo>
                  <a:pt x="562" y="537"/>
                  <a:pt x="563" y="537"/>
                  <a:pt x="564" y="536"/>
                </a:cubicBezTo>
                <a:cubicBezTo>
                  <a:pt x="564" y="536"/>
                  <a:pt x="565" y="536"/>
                  <a:pt x="566" y="535"/>
                </a:cubicBezTo>
                <a:cubicBezTo>
                  <a:pt x="567" y="535"/>
                  <a:pt x="567" y="535"/>
                  <a:pt x="568" y="534"/>
                </a:cubicBezTo>
                <a:cubicBezTo>
                  <a:pt x="568" y="534"/>
                  <a:pt x="568" y="534"/>
                  <a:pt x="569" y="532"/>
                </a:cubicBezTo>
                <a:cubicBezTo>
                  <a:pt x="569" y="532"/>
                  <a:pt x="569" y="532"/>
                  <a:pt x="569" y="531"/>
                </a:cubicBezTo>
                <a:cubicBezTo>
                  <a:pt x="569" y="531"/>
                  <a:pt x="569" y="531"/>
                  <a:pt x="569" y="531"/>
                </a:cubicBezTo>
                <a:cubicBezTo>
                  <a:pt x="569" y="531"/>
                  <a:pt x="569" y="530"/>
                  <a:pt x="569" y="530"/>
                </a:cubicBezTo>
                <a:cubicBezTo>
                  <a:pt x="568" y="530"/>
                  <a:pt x="568" y="530"/>
                  <a:pt x="568" y="530"/>
                </a:cubicBezTo>
                <a:cubicBezTo>
                  <a:pt x="568" y="529"/>
                  <a:pt x="568" y="529"/>
                  <a:pt x="567" y="529"/>
                </a:cubicBezTo>
                <a:cubicBezTo>
                  <a:pt x="567" y="529"/>
                  <a:pt x="566" y="528"/>
                  <a:pt x="566" y="528"/>
                </a:cubicBezTo>
                <a:cubicBezTo>
                  <a:pt x="566" y="528"/>
                  <a:pt x="565" y="528"/>
                  <a:pt x="565" y="528"/>
                </a:cubicBezTo>
                <a:cubicBezTo>
                  <a:pt x="564" y="528"/>
                  <a:pt x="564" y="528"/>
                  <a:pt x="563" y="528"/>
                </a:cubicBezTo>
                <a:cubicBezTo>
                  <a:pt x="563" y="528"/>
                  <a:pt x="564" y="528"/>
                  <a:pt x="563" y="528"/>
                </a:cubicBezTo>
                <a:close/>
                <a:moveTo>
                  <a:pt x="692" y="528"/>
                </a:moveTo>
                <a:cubicBezTo>
                  <a:pt x="692" y="528"/>
                  <a:pt x="691" y="528"/>
                  <a:pt x="690" y="528"/>
                </a:cubicBezTo>
                <a:cubicBezTo>
                  <a:pt x="690" y="528"/>
                  <a:pt x="689" y="528"/>
                  <a:pt x="688" y="529"/>
                </a:cubicBezTo>
                <a:cubicBezTo>
                  <a:pt x="688" y="529"/>
                  <a:pt x="687" y="529"/>
                  <a:pt x="687" y="530"/>
                </a:cubicBezTo>
                <a:cubicBezTo>
                  <a:pt x="687" y="530"/>
                  <a:pt x="686" y="530"/>
                  <a:pt x="686" y="530"/>
                </a:cubicBezTo>
                <a:cubicBezTo>
                  <a:pt x="686" y="530"/>
                  <a:pt x="686" y="531"/>
                  <a:pt x="686" y="531"/>
                </a:cubicBezTo>
                <a:cubicBezTo>
                  <a:pt x="685" y="531"/>
                  <a:pt x="685" y="531"/>
                  <a:pt x="685" y="531"/>
                </a:cubicBezTo>
                <a:cubicBezTo>
                  <a:pt x="685" y="532"/>
                  <a:pt x="685" y="532"/>
                  <a:pt x="685" y="533"/>
                </a:cubicBezTo>
                <a:cubicBezTo>
                  <a:pt x="685" y="534"/>
                  <a:pt x="685" y="534"/>
                  <a:pt x="686" y="535"/>
                </a:cubicBezTo>
                <a:cubicBezTo>
                  <a:pt x="686" y="535"/>
                  <a:pt x="687" y="535"/>
                  <a:pt x="688" y="536"/>
                </a:cubicBezTo>
                <a:cubicBezTo>
                  <a:pt x="688" y="536"/>
                  <a:pt x="689" y="536"/>
                  <a:pt x="690" y="537"/>
                </a:cubicBezTo>
                <a:cubicBezTo>
                  <a:pt x="691" y="537"/>
                  <a:pt x="692" y="537"/>
                  <a:pt x="693" y="537"/>
                </a:cubicBezTo>
                <a:cubicBezTo>
                  <a:pt x="694" y="537"/>
                  <a:pt x="695" y="537"/>
                  <a:pt x="696" y="537"/>
                </a:cubicBezTo>
                <a:cubicBezTo>
                  <a:pt x="697" y="536"/>
                  <a:pt x="698" y="536"/>
                  <a:pt x="699" y="536"/>
                </a:cubicBezTo>
                <a:cubicBezTo>
                  <a:pt x="700" y="535"/>
                  <a:pt x="700" y="535"/>
                  <a:pt x="701" y="535"/>
                </a:cubicBezTo>
                <a:cubicBezTo>
                  <a:pt x="702" y="534"/>
                  <a:pt x="702" y="534"/>
                  <a:pt x="703" y="532"/>
                </a:cubicBezTo>
                <a:cubicBezTo>
                  <a:pt x="703" y="532"/>
                  <a:pt x="703" y="532"/>
                  <a:pt x="703" y="531"/>
                </a:cubicBezTo>
                <a:cubicBezTo>
                  <a:pt x="703" y="531"/>
                  <a:pt x="703" y="531"/>
                  <a:pt x="703" y="531"/>
                </a:cubicBezTo>
                <a:cubicBezTo>
                  <a:pt x="702" y="531"/>
                  <a:pt x="702" y="530"/>
                  <a:pt x="702" y="530"/>
                </a:cubicBezTo>
                <a:cubicBezTo>
                  <a:pt x="702" y="530"/>
                  <a:pt x="702" y="530"/>
                  <a:pt x="702" y="530"/>
                </a:cubicBezTo>
                <a:cubicBezTo>
                  <a:pt x="701" y="529"/>
                  <a:pt x="701" y="529"/>
                  <a:pt x="700" y="529"/>
                </a:cubicBezTo>
                <a:cubicBezTo>
                  <a:pt x="700" y="528"/>
                  <a:pt x="699" y="528"/>
                  <a:pt x="699" y="528"/>
                </a:cubicBezTo>
                <a:cubicBezTo>
                  <a:pt x="698" y="528"/>
                  <a:pt x="697" y="528"/>
                  <a:pt x="697" y="528"/>
                </a:cubicBezTo>
                <a:cubicBezTo>
                  <a:pt x="696" y="527"/>
                  <a:pt x="695" y="527"/>
                  <a:pt x="695" y="527"/>
                </a:cubicBezTo>
                <a:cubicBezTo>
                  <a:pt x="694" y="527"/>
                  <a:pt x="693" y="527"/>
                  <a:pt x="692" y="528"/>
                </a:cubicBezTo>
                <a:close/>
                <a:moveTo>
                  <a:pt x="742" y="528"/>
                </a:moveTo>
                <a:cubicBezTo>
                  <a:pt x="742" y="528"/>
                  <a:pt x="742" y="528"/>
                  <a:pt x="742" y="528"/>
                </a:cubicBezTo>
                <a:cubicBezTo>
                  <a:pt x="741" y="528"/>
                  <a:pt x="741" y="528"/>
                  <a:pt x="741" y="528"/>
                </a:cubicBezTo>
                <a:cubicBezTo>
                  <a:pt x="741" y="528"/>
                  <a:pt x="740" y="527"/>
                  <a:pt x="740" y="527"/>
                </a:cubicBezTo>
                <a:cubicBezTo>
                  <a:pt x="740" y="527"/>
                  <a:pt x="739" y="527"/>
                  <a:pt x="739" y="527"/>
                </a:cubicBezTo>
                <a:cubicBezTo>
                  <a:pt x="738" y="527"/>
                  <a:pt x="738" y="527"/>
                  <a:pt x="737" y="528"/>
                </a:cubicBezTo>
                <a:cubicBezTo>
                  <a:pt x="736" y="528"/>
                  <a:pt x="735" y="528"/>
                  <a:pt x="735" y="528"/>
                </a:cubicBezTo>
                <a:cubicBezTo>
                  <a:pt x="734" y="528"/>
                  <a:pt x="733" y="528"/>
                  <a:pt x="733" y="529"/>
                </a:cubicBezTo>
                <a:cubicBezTo>
                  <a:pt x="732" y="529"/>
                  <a:pt x="732" y="529"/>
                  <a:pt x="731" y="530"/>
                </a:cubicBezTo>
                <a:cubicBezTo>
                  <a:pt x="730" y="530"/>
                  <a:pt x="729" y="531"/>
                  <a:pt x="729" y="533"/>
                </a:cubicBezTo>
                <a:cubicBezTo>
                  <a:pt x="730" y="534"/>
                  <a:pt x="730" y="534"/>
                  <a:pt x="730" y="535"/>
                </a:cubicBezTo>
                <a:cubicBezTo>
                  <a:pt x="731" y="535"/>
                  <a:pt x="731" y="535"/>
                  <a:pt x="732" y="536"/>
                </a:cubicBezTo>
                <a:cubicBezTo>
                  <a:pt x="733" y="536"/>
                  <a:pt x="734" y="536"/>
                  <a:pt x="735" y="537"/>
                </a:cubicBezTo>
                <a:cubicBezTo>
                  <a:pt x="736" y="537"/>
                  <a:pt x="737" y="537"/>
                  <a:pt x="738" y="537"/>
                </a:cubicBezTo>
                <a:cubicBezTo>
                  <a:pt x="738" y="537"/>
                  <a:pt x="738" y="537"/>
                  <a:pt x="739" y="537"/>
                </a:cubicBezTo>
                <a:cubicBezTo>
                  <a:pt x="739" y="537"/>
                  <a:pt x="739" y="537"/>
                  <a:pt x="739" y="537"/>
                </a:cubicBezTo>
                <a:cubicBezTo>
                  <a:pt x="740" y="537"/>
                  <a:pt x="740" y="537"/>
                  <a:pt x="740" y="537"/>
                </a:cubicBezTo>
                <a:cubicBezTo>
                  <a:pt x="741" y="537"/>
                  <a:pt x="741" y="537"/>
                  <a:pt x="741" y="536"/>
                </a:cubicBezTo>
                <a:cubicBezTo>
                  <a:pt x="741" y="536"/>
                  <a:pt x="742" y="536"/>
                  <a:pt x="742" y="536"/>
                </a:cubicBezTo>
                <a:cubicBezTo>
                  <a:pt x="742" y="536"/>
                  <a:pt x="743" y="536"/>
                  <a:pt x="743" y="536"/>
                </a:cubicBezTo>
                <a:cubicBezTo>
                  <a:pt x="743" y="536"/>
                  <a:pt x="743" y="536"/>
                  <a:pt x="743" y="536"/>
                </a:cubicBezTo>
                <a:cubicBezTo>
                  <a:pt x="744" y="536"/>
                  <a:pt x="744" y="536"/>
                  <a:pt x="744" y="535"/>
                </a:cubicBezTo>
                <a:cubicBezTo>
                  <a:pt x="746" y="535"/>
                  <a:pt x="747" y="534"/>
                  <a:pt x="747" y="532"/>
                </a:cubicBezTo>
                <a:cubicBezTo>
                  <a:pt x="747" y="532"/>
                  <a:pt x="747" y="532"/>
                  <a:pt x="747" y="531"/>
                </a:cubicBezTo>
                <a:cubicBezTo>
                  <a:pt x="747" y="531"/>
                  <a:pt x="747" y="531"/>
                  <a:pt x="747" y="531"/>
                </a:cubicBezTo>
                <a:cubicBezTo>
                  <a:pt x="747" y="531"/>
                  <a:pt x="747" y="530"/>
                  <a:pt x="747" y="530"/>
                </a:cubicBezTo>
                <a:cubicBezTo>
                  <a:pt x="747" y="530"/>
                  <a:pt x="746" y="530"/>
                  <a:pt x="746" y="530"/>
                </a:cubicBezTo>
                <a:cubicBezTo>
                  <a:pt x="745" y="529"/>
                  <a:pt x="745" y="529"/>
                  <a:pt x="745" y="529"/>
                </a:cubicBezTo>
                <a:cubicBezTo>
                  <a:pt x="744" y="528"/>
                  <a:pt x="743" y="528"/>
                  <a:pt x="742" y="528"/>
                </a:cubicBezTo>
                <a:close/>
                <a:moveTo>
                  <a:pt x="831" y="528"/>
                </a:moveTo>
                <a:cubicBezTo>
                  <a:pt x="830" y="528"/>
                  <a:pt x="829" y="527"/>
                  <a:pt x="828" y="527"/>
                </a:cubicBezTo>
                <a:cubicBezTo>
                  <a:pt x="827" y="527"/>
                  <a:pt x="826" y="527"/>
                  <a:pt x="826" y="528"/>
                </a:cubicBezTo>
                <a:cubicBezTo>
                  <a:pt x="825" y="528"/>
                  <a:pt x="824" y="528"/>
                  <a:pt x="824" y="528"/>
                </a:cubicBezTo>
                <a:cubicBezTo>
                  <a:pt x="823" y="528"/>
                  <a:pt x="822" y="528"/>
                  <a:pt x="822" y="529"/>
                </a:cubicBezTo>
                <a:cubicBezTo>
                  <a:pt x="821" y="529"/>
                  <a:pt x="821" y="529"/>
                  <a:pt x="820" y="530"/>
                </a:cubicBezTo>
                <a:cubicBezTo>
                  <a:pt x="820" y="530"/>
                  <a:pt x="820" y="530"/>
                  <a:pt x="820" y="530"/>
                </a:cubicBezTo>
                <a:cubicBezTo>
                  <a:pt x="819" y="530"/>
                  <a:pt x="819" y="531"/>
                  <a:pt x="819" y="531"/>
                </a:cubicBezTo>
                <a:cubicBezTo>
                  <a:pt x="819" y="531"/>
                  <a:pt x="819" y="531"/>
                  <a:pt x="819" y="531"/>
                </a:cubicBezTo>
                <a:cubicBezTo>
                  <a:pt x="819" y="532"/>
                  <a:pt x="819" y="532"/>
                  <a:pt x="819" y="533"/>
                </a:cubicBezTo>
                <a:cubicBezTo>
                  <a:pt x="819" y="534"/>
                  <a:pt x="819" y="534"/>
                  <a:pt x="819" y="535"/>
                </a:cubicBezTo>
                <a:cubicBezTo>
                  <a:pt x="820" y="535"/>
                  <a:pt x="821" y="535"/>
                  <a:pt x="821" y="536"/>
                </a:cubicBezTo>
                <a:cubicBezTo>
                  <a:pt x="822" y="536"/>
                  <a:pt x="823" y="536"/>
                  <a:pt x="824" y="537"/>
                </a:cubicBezTo>
                <a:cubicBezTo>
                  <a:pt x="825" y="537"/>
                  <a:pt x="826" y="537"/>
                  <a:pt x="827" y="537"/>
                </a:cubicBezTo>
                <a:cubicBezTo>
                  <a:pt x="827" y="537"/>
                  <a:pt x="827" y="537"/>
                  <a:pt x="828" y="537"/>
                </a:cubicBezTo>
                <a:cubicBezTo>
                  <a:pt x="828" y="537"/>
                  <a:pt x="828" y="537"/>
                  <a:pt x="829" y="537"/>
                </a:cubicBezTo>
                <a:cubicBezTo>
                  <a:pt x="829" y="537"/>
                  <a:pt x="829" y="537"/>
                  <a:pt x="830" y="537"/>
                </a:cubicBezTo>
                <a:cubicBezTo>
                  <a:pt x="830" y="537"/>
                  <a:pt x="830" y="537"/>
                  <a:pt x="830" y="536"/>
                </a:cubicBezTo>
                <a:cubicBezTo>
                  <a:pt x="831" y="536"/>
                  <a:pt x="832" y="536"/>
                  <a:pt x="833" y="535"/>
                </a:cubicBezTo>
                <a:cubicBezTo>
                  <a:pt x="834" y="535"/>
                  <a:pt x="834" y="535"/>
                  <a:pt x="834" y="535"/>
                </a:cubicBezTo>
                <a:cubicBezTo>
                  <a:pt x="834" y="535"/>
                  <a:pt x="835" y="535"/>
                  <a:pt x="835" y="534"/>
                </a:cubicBezTo>
                <a:cubicBezTo>
                  <a:pt x="835" y="534"/>
                  <a:pt x="835" y="534"/>
                  <a:pt x="836" y="534"/>
                </a:cubicBezTo>
                <a:cubicBezTo>
                  <a:pt x="836" y="534"/>
                  <a:pt x="836" y="533"/>
                  <a:pt x="836" y="532"/>
                </a:cubicBezTo>
                <a:cubicBezTo>
                  <a:pt x="836" y="532"/>
                  <a:pt x="836" y="532"/>
                  <a:pt x="836" y="531"/>
                </a:cubicBezTo>
                <a:cubicBezTo>
                  <a:pt x="836" y="531"/>
                  <a:pt x="836" y="531"/>
                  <a:pt x="836" y="531"/>
                </a:cubicBezTo>
                <a:cubicBezTo>
                  <a:pt x="836" y="531"/>
                  <a:pt x="836" y="530"/>
                  <a:pt x="836" y="530"/>
                </a:cubicBezTo>
                <a:cubicBezTo>
                  <a:pt x="836" y="530"/>
                  <a:pt x="835" y="530"/>
                  <a:pt x="835" y="530"/>
                </a:cubicBezTo>
                <a:cubicBezTo>
                  <a:pt x="834" y="529"/>
                  <a:pt x="834" y="529"/>
                  <a:pt x="834" y="529"/>
                </a:cubicBezTo>
                <a:cubicBezTo>
                  <a:pt x="833" y="528"/>
                  <a:pt x="832" y="528"/>
                  <a:pt x="831" y="528"/>
                </a:cubicBezTo>
                <a:close/>
                <a:moveTo>
                  <a:pt x="781" y="528"/>
                </a:moveTo>
                <a:cubicBezTo>
                  <a:pt x="781" y="528"/>
                  <a:pt x="780" y="528"/>
                  <a:pt x="779" y="528"/>
                </a:cubicBezTo>
                <a:cubicBezTo>
                  <a:pt x="779" y="528"/>
                  <a:pt x="778" y="528"/>
                  <a:pt x="777" y="529"/>
                </a:cubicBezTo>
                <a:cubicBezTo>
                  <a:pt x="777" y="529"/>
                  <a:pt x="776" y="529"/>
                  <a:pt x="776" y="530"/>
                </a:cubicBezTo>
                <a:cubicBezTo>
                  <a:pt x="776" y="530"/>
                  <a:pt x="775" y="530"/>
                  <a:pt x="775" y="530"/>
                </a:cubicBezTo>
                <a:cubicBezTo>
                  <a:pt x="775" y="530"/>
                  <a:pt x="775" y="531"/>
                  <a:pt x="775" y="531"/>
                </a:cubicBezTo>
                <a:cubicBezTo>
                  <a:pt x="774" y="531"/>
                  <a:pt x="774" y="531"/>
                  <a:pt x="774" y="531"/>
                </a:cubicBezTo>
                <a:cubicBezTo>
                  <a:pt x="774" y="532"/>
                  <a:pt x="774" y="532"/>
                  <a:pt x="774" y="533"/>
                </a:cubicBezTo>
                <a:cubicBezTo>
                  <a:pt x="774" y="534"/>
                  <a:pt x="774" y="534"/>
                  <a:pt x="775" y="535"/>
                </a:cubicBezTo>
                <a:cubicBezTo>
                  <a:pt x="775" y="535"/>
                  <a:pt x="776" y="535"/>
                  <a:pt x="777" y="536"/>
                </a:cubicBezTo>
                <a:cubicBezTo>
                  <a:pt x="777" y="536"/>
                  <a:pt x="778" y="536"/>
                  <a:pt x="779" y="537"/>
                </a:cubicBezTo>
                <a:cubicBezTo>
                  <a:pt x="780" y="537"/>
                  <a:pt x="781" y="537"/>
                  <a:pt x="782" y="537"/>
                </a:cubicBezTo>
                <a:cubicBezTo>
                  <a:pt x="783" y="537"/>
                  <a:pt x="784" y="537"/>
                  <a:pt x="785" y="537"/>
                </a:cubicBezTo>
                <a:cubicBezTo>
                  <a:pt x="786" y="536"/>
                  <a:pt x="787" y="536"/>
                  <a:pt x="788" y="536"/>
                </a:cubicBezTo>
                <a:cubicBezTo>
                  <a:pt x="789" y="535"/>
                  <a:pt x="790" y="535"/>
                  <a:pt x="790" y="535"/>
                </a:cubicBezTo>
                <a:cubicBezTo>
                  <a:pt x="791" y="534"/>
                  <a:pt x="791" y="534"/>
                  <a:pt x="792" y="532"/>
                </a:cubicBezTo>
                <a:cubicBezTo>
                  <a:pt x="792" y="532"/>
                  <a:pt x="792" y="532"/>
                  <a:pt x="792" y="531"/>
                </a:cubicBezTo>
                <a:cubicBezTo>
                  <a:pt x="792" y="531"/>
                  <a:pt x="792" y="531"/>
                  <a:pt x="792" y="531"/>
                </a:cubicBezTo>
                <a:cubicBezTo>
                  <a:pt x="791" y="531"/>
                  <a:pt x="791" y="530"/>
                  <a:pt x="791" y="530"/>
                </a:cubicBezTo>
                <a:cubicBezTo>
                  <a:pt x="791" y="530"/>
                  <a:pt x="791" y="530"/>
                  <a:pt x="791" y="530"/>
                </a:cubicBezTo>
                <a:cubicBezTo>
                  <a:pt x="789" y="528"/>
                  <a:pt x="786" y="527"/>
                  <a:pt x="784" y="527"/>
                </a:cubicBezTo>
                <a:cubicBezTo>
                  <a:pt x="783" y="527"/>
                  <a:pt x="782" y="527"/>
                  <a:pt x="781" y="528"/>
                </a:cubicBezTo>
                <a:close/>
                <a:moveTo>
                  <a:pt x="1363" y="528"/>
                </a:moveTo>
                <a:cubicBezTo>
                  <a:pt x="1363" y="527"/>
                  <a:pt x="1362" y="527"/>
                  <a:pt x="1362" y="527"/>
                </a:cubicBezTo>
                <a:cubicBezTo>
                  <a:pt x="1361" y="527"/>
                  <a:pt x="1360" y="527"/>
                  <a:pt x="1359" y="528"/>
                </a:cubicBezTo>
                <a:cubicBezTo>
                  <a:pt x="1359" y="528"/>
                  <a:pt x="1358" y="528"/>
                  <a:pt x="1357" y="528"/>
                </a:cubicBezTo>
                <a:cubicBezTo>
                  <a:pt x="1357" y="528"/>
                  <a:pt x="1356" y="528"/>
                  <a:pt x="1356" y="529"/>
                </a:cubicBezTo>
                <a:cubicBezTo>
                  <a:pt x="1355" y="529"/>
                  <a:pt x="1355" y="529"/>
                  <a:pt x="1354" y="530"/>
                </a:cubicBezTo>
                <a:cubicBezTo>
                  <a:pt x="1353" y="531"/>
                  <a:pt x="1353" y="532"/>
                  <a:pt x="1353" y="533"/>
                </a:cubicBezTo>
                <a:cubicBezTo>
                  <a:pt x="1353" y="534"/>
                  <a:pt x="1354" y="534"/>
                  <a:pt x="1354" y="535"/>
                </a:cubicBezTo>
                <a:cubicBezTo>
                  <a:pt x="1355" y="535"/>
                  <a:pt x="1355" y="535"/>
                  <a:pt x="1356" y="536"/>
                </a:cubicBezTo>
                <a:cubicBezTo>
                  <a:pt x="1357" y="536"/>
                  <a:pt x="1358" y="536"/>
                  <a:pt x="1359" y="537"/>
                </a:cubicBezTo>
                <a:cubicBezTo>
                  <a:pt x="1360" y="537"/>
                  <a:pt x="1361" y="537"/>
                  <a:pt x="1362" y="537"/>
                </a:cubicBezTo>
                <a:cubicBezTo>
                  <a:pt x="1362" y="537"/>
                  <a:pt x="1362" y="537"/>
                  <a:pt x="1362" y="537"/>
                </a:cubicBezTo>
                <a:cubicBezTo>
                  <a:pt x="1363" y="537"/>
                  <a:pt x="1363" y="537"/>
                  <a:pt x="1363" y="537"/>
                </a:cubicBezTo>
                <a:cubicBezTo>
                  <a:pt x="1363" y="537"/>
                  <a:pt x="1363" y="537"/>
                  <a:pt x="1363" y="537"/>
                </a:cubicBezTo>
                <a:cubicBezTo>
                  <a:pt x="1363" y="537"/>
                  <a:pt x="1364" y="537"/>
                  <a:pt x="1364" y="537"/>
                </a:cubicBezTo>
                <a:cubicBezTo>
                  <a:pt x="1365" y="537"/>
                  <a:pt x="1365" y="537"/>
                  <a:pt x="1366" y="536"/>
                </a:cubicBezTo>
                <a:cubicBezTo>
                  <a:pt x="1367" y="536"/>
                  <a:pt x="1368" y="536"/>
                  <a:pt x="1368" y="535"/>
                </a:cubicBezTo>
                <a:cubicBezTo>
                  <a:pt x="1369" y="535"/>
                  <a:pt x="1369" y="535"/>
                  <a:pt x="1370" y="534"/>
                </a:cubicBezTo>
                <a:cubicBezTo>
                  <a:pt x="1370" y="534"/>
                  <a:pt x="1370" y="534"/>
                  <a:pt x="1371" y="532"/>
                </a:cubicBezTo>
                <a:cubicBezTo>
                  <a:pt x="1371" y="532"/>
                  <a:pt x="1371" y="532"/>
                  <a:pt x="1371" y="531"/>
                </a:cubicBezTo>
                <a:cubicBezTo>
                  <a:pt x="1371" y="531"/>
                  <a:pt x="1370" y="531"/>
                  <a:pt x="1370" y="531"/>
                </a:cubicBezTo>
                <a:cubicBezTo>
                  <a:pt x="1370" y="531"/>
                  <a:pt x="1370" y="530"/>
                  <a:pt x="1370" y="530"/>
                </a:cubicBezTo>
                <a:cubicBezTo>
                  <a:pt x="1370" y="530"/>
                  <a:pt x="1369" y="530"/>
                  <a:pt x="1369" y="530"/>
                </a:cubicBezTo>
                <a:cubicBezTo>
                  <a:pt x="1368" y="528"/>
                  <a:pt x="1365" y="528"/>
                  <a:pt x="1363" y="528"/>
                </a:cubicBezTo>
                <a:cubicBezTo>
                  <a:pt x="1363" y="528"/>
                  <a:pt x="1364" y="528"/>
                  <a:pt x="1363" y="528"/>
                </a:cubicBezTo>
                <a:close/>
                <a:moveTo>
                  <a:pt x="1493" y="528"/>
                </a:moveTo>
                <a:cubicBezTo>
                  <a:pt x="1492" y="528"/>
                  <a:pt x="1492" y="528"/>
                  <a:pt x="1491" y="528"/>
                </a:cubicBezTo>
                <a:cubicBezTo>
                  <a:pt x="1490" y="528"/>
                  <a:pt x="1490" y="528"/>
                  <a:pt x="1489" y="529"/>
                </a:cubicBezTo>
                <a:cubicBezTo>
                  <a:pt x="1489" y="529"/>
                  <a:pt x="1488" y="529"/>
                  <a:pt x="1488" y="530"/>
                </a:cubicBezTo>
                <a:cubicBezTo>
                  <a:pt x="1487" y="531"/>
                  <a:pt x="1486" y="532"/>
                  <a:pt x="1487" y="533"/>
                </a:cubicBezTo>
                <a:cubicBezTo>
                  <a:pt x="1487" y="534"/>
                  <a:pt x="1487" y="534"/>
                  <a:pt x="1488" y="535"/>
                </a:cubicBezTo>
                <a:cubicBezTo>
                  <a:pt x="1489" y="535"/>
                  <a:pt x="1489" y="535"/>
                  <a:pt x="1490" y="536"/>
                </a:cubicBezTo>
                <a:cubicBezTo>
                  <a:pt x="1491" y="536"/>
                  <a:pt x="1492" y="536"/>
                  <a:pt x="1493" y="537"/>
                </a:cubicBezTo>
                <a:cubicBezTo>
                  <a:pt x="1494" y="537"/>
                  <a:pt x="1495" y="537"/>
                  <a:pt x="1496" y="537"/>
                </a:cubicBezTo>
                <a:cubicBezTo>
                  <a:pt x="1497" y="537"/>
                  <a:pt x="1498" y="537"/>
                  <a:pt x="1499" y="537"/>
                </a:cubicBezTo>
                <a:cubicBezTo>
                  <a:pt x="1500" y="536"/>
                  <a:pt x="1501" y="536"/>
                  <a:pt x="1501" y="536"/>
                </a:cubicBezTo>
                <a:cubicBezTo>
                  <a:pt x="1502" y="535"/>
                  <a:pt x="1503" y="535"/>
                  <a:pt x="1503" y="535"/>
                </a:cubicBezTo>
                <a:cubicBezTo>
                  <a:pt x="1504" y="534"/>
                  <a:pt x="1504" y="534"/>
                  <a:pt x="1504" y="532"/>
                </a:cubicBezTo>
                <a:cubicBezTo>
                  <a:pt x="1504" y="532"/>
                  <a:pt x="1504" y="532"/>
                  <a:pt x="1504" y="531"/>
                </a:cubicBezTo>
                <a:cubicBezTo>
                  <a:pt x="1504" y="531"/>
                  <a:pt x="1504" y="531"/>
                  <a:pt x="1504" y="531"/>
                </a:cubicBezTo>
                <a:cubicBezTo>
                  <a:pt x="1504" y="531"/>
                  <a:pt x="1504" y="530"/>
                  <a:pt x="1503" y="530"/>
                </a:cubicBezTo>
                <a:cubicBezTo>
                  <a:pt x="1503" y="530"/>
                  <a:pt x="1503" y="530"/>
                  <a:pt x="1503" y="530"/>
                </a:cubicBezTo>
                <a:cubicBezTo>
                  <a:pt x="1502" y="529"/>
                  <a:pt x="1502" y="529"/>
                  <a:pt x="1501" y="529"/>
                </a:cubicBezTo>
                <a:cubicBezTo>
                  <a:pt x="1501" y="528"/>
                  <a:pt x="1500" y="528"/>
                  <a:pt x="1499" y="528"/>
                </a:cubicBezTo>
                <a:cubicBezTo>
                  <a:pt x="1499" y="528"/>
                  <a:pt x="1498" y="528"/>
                  <a:pt x="1497" y="528"/>
                </a:cubicBezTo>
                <a:cubicBezTo>
                  <a:pt x="1497" y="527"/>
                  <a:pt x="1496" y="527"/>
                  <a:pt x="1495" y="527"/>
                </a:cubicBezTo>
                <a:cubicBezTo>
                  <a:pt x="1494" y="527"/>
                  <a:pt x="1494" y="527"/>
                  <a:pt x="1493" y="528"/>
                </a:cubicBezTo>
                <a:close/>
                <a:moveTo>
                  <a:pt x="1404" y="528"/>
                </a:moveTo>
                <a:cubicBezTo>
                  <a:pt x="1403" y="528"/>
                  <a:pt x="1403" y="528"/>
                  <a:pt x="1402" y="528"/>
                </a:cubicBezTo>
                <a:cubicBezTo>
                  <a:pt x="1401" y="528"/>
                  <a:pt x="1401" y="528"/>
                  <a:pt x="1400" y="529"/>
                </a:cubicBezTo>
                <a:cubicBezTo>
                  <a:pt x="1400" y="529"/>
                  <a:pt x="1399" y="529"/>
                  <a:pt x="1399" y="530"/>
                </a:cubicBezTo>
                <a:cubicBezTo>
                  <a:pt x="1399" y="530"/>
                  <a:pt x="1398" y="530"/>
                  <a:pt x="1398" y="530"/>
                </a:cubicBezTo>
                <a:cubicBezTo>
                  <a:pt x="1398" y="530"/>
                  <a:pt x="1398" y="531"/>
                  <a:pt x="1398" y="531"/>
                </a:cubicBezTo>
                <a:cubicBezTo>
                  <a:pt x="1398" y="531"/>
                  <a:pt x="1398" y="531"/>
                  <a:pt x="1397" y="531"/>
                </a:cubicBezTo>
                <a:cubicBezTo>
                  <a:pt x="1397" y="532"/>
                  <a:pt x="1397" y="532"/>
                  <a:pt x="1398" y="533"/>
                </a:cubicBezTo>
                <a:cubicBezTo>
                  <a:pt x="1398" y="534"/>
                  <a:pt x="1398" y="534"/>
                  <a:pt x="1399" y="535"/>
                </a:cubicBezTo>
                <a:cubicBezTo>
                  <a:pt x="1399" y="535"/>
                  <a:pt x="1400" y="535"/>
                  <a:pt x="1401" y="536"/>
                </a:cubicBezTo>
                <a:cubicBezTo>
                  <a:pt x="1402" y="536"/>
                  <a:pt x="1403" y="536"/>
                  <a:pt x="1403" y="537"/>
                </a:cubicBezTo>
                <a:cubicBezTo>
                  <a:pt x="1404" y="537"/>
                  <a:pt x="1405" y="537"/>
                  <a:pt x="1407" y="537"/>
                </a:cubicBezTo>
                <a:cubicBezTo>
                  <a:pt x="1408" y="537"/>
                  <a:pt x="1409" y="537"/>
                  <a:pt x="1410" y="537"/>
                </a:cubicBezTo>
                <a:cubicBezTo>
                  <a:pt x="1411" y="536"/>
                  <a:pt x="1411" y="536"/>
                  <a:pt x="1412" y="536"/>
                </a:cubicBezTo>
                <a:cubicBezTo>
                  <a:pt x="1413" y="535"/>
                  <a:pt x="1414" y="535"/>
                  <a:pt x="1414" y="535"/>
                </a:cubicBezTo>
                <a:cubicBezTo>
                  <a:pt x="1415" y="534"/>
                  <a:pt x="1415" y="534"/>
                  <a:pt x="1415" y="532"/>
                </a:cubicBezTo>
                <a:cubicBezTo>
                  <a:pt x="1415" y="532"/>
                  <a:pt x="1415" y="532"/>
                  <a:pt x="1415" y="531"/>
                </a:cubicBezTo>
                <a:cubicBezTo>
                  <a:pt x="1415" y="531"/>
                  <a:pt x="1415" y="531"/>
                  <a:pt x="1415" y="531"/>
                </a:cubicBezTo>
                <a:cubicBezTo>
                  <a:pt x="1415" y="531"/>
                  <a:pt x="1414" y="530"/>
                  <a:pt x="1414" y="530"/>
                </a:cubicBezTo>
                <a:cubicBezTo>
                  <a:pt x="1414" y="530"/>
                  <a:pt x="1414" y="530"/>
                  <a:pt x="1414" y="530"/>
                </a:cubicBezTo>
                <a:cubicBezTo>
                  <a:pt x="1412" y="528"/>
                  <a:pt x="1409" y="527"/>
                  <a:pt x="1406" y="527"/>
                </a:cubicBezTo>
                <a:cubicBezTo>
                  <a:pt x="1405" y="527"/>
                  <a:pt x="1405" y="527"/>
                  <a:pt x="1404" y="528"/>
                </a:cubicBezTo>
                <a:close/>
                <a:moveTo>
                  <a:pt x="1452" y="528"/>
                </a:moveTo>
                <a:cubicBezTo>
                  <a:pt x="1452" y="527"/>
                  <a:pt x="1451" y="527"/>
                  <a:pt x="1451" y="527"/>
                </a:cubicBezTo>
                <a:cubicBezTo>
                  <a:pt x="1450" y="527"/>
                  <a:pt x="1449" y="527"/>
                  <a:pt x="1448" y="528"/>
                </a:cubicBezTo>
                <a:cubicBezTo>
                  <a:pt x="1448" y="528"/>
                  <a:pt x="1447" y="528"/>
                  <a:pt x="1446" y="528"/>
                </a:cubicBezTo>
                <a:cubicBezTo>
                  <a:pt x="1446" y="528"/>
                  <a:pt x="1445" y="528"/>
                  <a:pt x="1445" y="529"/>
                </a:cubicBezTo>
                <a:cubicBezTo>
                  <a:pt x="1444" y="529"/>
                  <a:pt x="1444" y="529"/>
                  <a:pt x="1443" y="530"/>
                </a:cubicBezTo>
                <a:cubicBezTo>
                  <a:pt x="1443" y="530"/>
                  <a:pt x="1443" y="530"/>
                  <a:pt x="1443" y="530"/>
                </a:cubicBezTo>
                <a:cubicBezTo>
                  <a:pt x="1443" y="530"/>
                  <a:pt x="1442" y="531"/>
                  <a:pt x="1442" y="531"/>
                </a:cubicBezTo>
                <a:cubicBezTo>
                  <a:pt x="1442" y="531"/>
                  <a:pt x="1442" y="531"/>
                  <a:pt x="1442" y="531"/>
                </a:cubicBezTo>
                <a:cubicBezTo>
                  <a:pt x="1442" y="532"/>
                  <a:pt x="1442" y="532"/>
                  <a:pt x="1442" y="533"/>
                </a:cubicBezTo>
                <a:cubicBezTo>
                  <a:pt x="1442" y="534"/>
                  <a:pt x="1443" y="534"/>
                  <a:pt x="1443" y="535"/>
                </a:cubicBezTo>
                <a:cubicBezTo>
                  <a:pt x="1444" y="535"/>
                  <a:pt x="1445" y="535"/>
                  <a:pt x="1445" y="536"/>
                </a:cubicBezTo>
                <a:cubicBezTo>
                  <a:pt x="1446" y="536"/>
                  <a:pt x="1447" y="536"/>
                  <a:pt x="1448" y="537"/>
                </a:cubicBezTo>
                <a:cubicBezTo>
                  <a:pt x="1449" y="537"/>
                  <a:pt x="1450" y="537"/>
                  <a:pt x="1451" y="537"/>
                </a:cubicBezTo>
                <a:cubicBezTo>
                  <a:pt x="1451" y="537"/>
                  <a:pt x="1451" y="537"/>
                  <a:pt x="1452" y="537"/>
                </a:cubicBezTo>
                <a:cubicBezTo>
                  <a:pt x="1452" y="537"/>
                  <a:pt x="1452" y="537"/>
                  <a:pt x="1452" y="537"/>
                </a:cubicBezTo>
                <a:cubicBezTo>
                  <a:pt x="1452" y="537"/>
                  <a:pt x="1452" y="537"/>
                  <a:pt x="1453" y="537"/>
                </a:cubicBezTo>
                <a:cubicBezTo>
                  <a:pt x="1453" y="537"/>
                  <a:pt x="1453" y="537"/>
                  <a:pt x="1453" y="537"/>
                </a:cubicBezTo>
                <a:cubicBezTo>
                  <a:pt x="1454" y="537"/>
                  <a:pt x="1455" y="537"/>
                  <a:pt x="1455" y="536"/>
                </a:cubicBezTo>
                <a:cubicBezTo>
                  <a:pt x="1456" y="536"/>
                  <a:pt x="1457" y="536"/>
                  <a:pt x="1457" y="535"/>
                </a:cubicBezTo>
                <a:cubicBezTo>
                  <a:pt x="1458" y="535"/>
                  <a:pt x="1458" y="535"/>
                  <a:pt x="1459" y="534"/>
                </a:cubicBezTo>
                <a:cubicBezTo>
                  <a:pt x="1459" y="534"/>
                  <a:pt x="1459" y="534"/>
                  <a:pt x="1460" y="532"/>
                </a:cubicBezTo>
                <a:cubicBezTo>
                  <a:pt x="1460" y="532"/>
                  <a:pt x="1460" y="532"/>
                  <a:pt x="1460" y="531"/>
                </a:cubicBezTo>
                <a:cubicBezTo>
                  <a:pt x="1460" y="531"/>
                  <a:pt x="1459" y="531"/>
                  <a:pt x="1459" y="531"/>
                </a:cubicBezTo>
                <a:cubicBezTo>
                  <a:pt x="1459" y="531"/>
                  <a:pt x="1459" y="530"/>
                  <a:pt x="1459" y="530"/>
                </a:cubicBezTo>
                <a:cubicBezTo>
                  <a:pt x="1459" y="530"/>
                  <a:pt x="1458" y="530"/>
                  <a:pt x="1458" y="530"/>
                </a:cubicBezTo>
                <a:cubicBezTo>
                  <a:pt x="1458" y="529"/>
                  <a:pt x="1457" y="529"/>
                  <a:pt x="1457" y="529"/>
                </a:cubicBezTo>
                <a:cubicBezTo>
                  <a:pt x="1457" y="529"/>
                  <a:pt x="1456" y="528"/>
                  <a:pt x="1456" y="528"/>
                </a:cubicBezTo>
                <a:cubicBezTo>
                  <a:pt x="1455" y="528"/>
                  <a:pt x="1455" y="528"/>
                  <a:pt x="1454" y="528"/>
                </a:cubicBezTo>
                <a:cubicBezTo>
                  <a:pt x="1454" y="528"/>
                  <a:pt x="1453" y="528"/>
                  <a:pt x="1452" y="528"/>
                </a:cubicBezTo>
                <a:cubicBezTo>
                  <a:pt x="1452" y="528"/>
                  <a:pt x="1453" y="528"/>
                  <a:pt x="1452" y="528"/>
                </a:cubicBezTo>
                <a:close/>
                <a:moveTo>
                  <a:pt x="1315" y="528"/>
                </a:moveTo>
                <a:cubicBezTo>
                  <a:pt x="1314" y="528"/>
                  <a:pt x="1314" y="528"/>
                  <a:pt x="1313" y="528"/>
                </a:cubicBezTo>
                <a:cubicBezTo>
                  <a:pt x="1312" y="528"/>
                  <a:pt x="1312" y="528"/>
                  <a:pt x="1311" y="529"/>
                </a:cubicBezTo>
                <a:cubicBezTo>
                  <a:pt x="1311" y="529"/>
                  <a:pt x="1310" y="529"/>
                  <a:pt x="1310" y="530"/>
                </a:cubicBezTo>
                <a:cubicBezTo>
                  <a:pt x="1309" y="531"/>
                  <a:pt x="1308" y="532"/>
                  <a:pt x="1309" y="533"/>
                </a:cubicBezTo>
                <a:cubicBezTo>
                  <a:pt x="1309" y="534"/>
                  <a:pt x="1309" y="534"/>
                  <a:pt x="1310" y="535"/>
                </a:cubicBezTo>
                <a:cubicBezTo>
                  <a:pt x="1310" y="535"/>
                  <a:pt x="1311" y="535"/>
                  <a:pt x="1312" y="536"/>
                </a:cubicBezTo>
                <a:cubicBezTo>
                  <a:pt x="1312" y="536"/>
                  <a:pt x="1313" y="536"/>
                  <a:pt x="1314" y="537"/>
                </a:cubicBezTo>
                <a:cubicBezTo>
                  <a:pt x="1315" y="537"/>
                  <a:pt x="1316" y="537"/>
                  <a:pt x="1317" y="537"/>
                </a:cubicBezTo>
                <a:cubicBezTo>
                  <a:pt x="1318" y="537"/>
                  <a:pt x="1319" y="537"/>
                  <a:pt x="1320" y="537"/>
                </a:cubicBezTo>
                <a:cubicBezTo>
                  <a:pt x="1321" y="536"/>
                  <a:pt x="1322" y="536"/>
                  <a:pt x="1323" y="536"/>
                </a:cubicBezTo>
                <a:cubicBezTo>
                  <a:pt x="1324" y="535"/>
                  <a:pt x="1324" y="535"/>
                  <a:pt x="1325" y="535"/>
                </a:cubicBezTo>
                <a:cubicBezTo>
                  <a:pt x="1325" y="534"/>
                  <a:pt x="1326" y="534"/>
                  <a:pt x="1326" y="532"/>
                </a:cubicBezTo>
                <a:cubicBezTo>
                  <a:pt x="1326" y="532"/>
                  <a:pt x="1326" y="532"/>
                  <a:pt x="1326" y="531"/>
                </a:cubicBezTo>
                <a:cubicBezTo>
                  <a:pt x="1326" y="531"/>
                  <a:pt x="1326" y="531"/>
                  <a:pt x="1326" y="531"/>
                </a:cubicBezTo>
                <a:cubicBezTo>
                  <a:pt x="1326" y="531"/>
                  <a:pt x="1325" y="530"/>
                  <a:pt x="1325" y="530"/>
                </a:cubicBezTo>
                <a:cubicBezTo>
                  <a:pt x="1325" y="530"/>
                  <a:pt x="1325" y="530"/>
                  <a:pt x="1325" y="530"/>
                </a:cubicBezTo>
                <a:cubicBezTo>
                  <a:pt x="1324" y="529"/>
                  <a:pt x="1324" y="529"/>
                  <a:pt x="1323" y="529"/>
                </a:cubicBezTo>
                <a:cubicBezTo>
                  <a:pt x="1323" y="528"/>
                  <a:pt x="1322" y="528"/>
                  <a:pt x="1321" y="528"/>
                </a:cubicBezTo>
                <a:cubicBezTo>
                  <a:pt x="1321" y="528"/>
                  <a:pt x="1320" y="528"/>
                  <a:pt x="1319" y="528"/>
                </a:cubicBezTo>
                <a:cubicBezTo>
                  <a:pt x="1319" y="527"/>
                  <a:pt x="1318" y="527"/>
                  <a:pt x="1317" y="527"/>
                </a:cubicBezTo>
                <a:cubicBezTo>
                  <a:pt x="1316" y="527"/>
                  <a:pt x="1316" y="527"/>
                  <a:pt x="1315" y="528"/>
                </a:cubicBezTo>
                <a:close/>
                <a:moveTo>
                  <a:pt x="2480" y="529"/>
                </a:moveTo>
                <a:cubicBezTo>
                  <a:pt x="2479" y="528"/>
                  <a:pt x="2479" y="528"/>
                  <a:pt x="2478" y="528"/>
                </a:cubicBezTo>
                <a:cubicBezTo>
                  <a:pt x="2477" y="528"/>
                  <a:pt x="2477" y="528"/>
                  <a:pt x="2476" y="528"/>
                </a:cubicBezTo>
                <a:cubicBezTo>
                  <a:pt x="2475" y="527"/>
                  <a:pt x="2474" y="527"/>
                  <a:pt x="2474" y="527"/>
                </a:cubicBezTo>
                <a:cubicBezTo>
                  <a:pt x="2473" y="527"/>
                  <a:pt x="2472" y="527"/>
                  <a:pt x="2471" y="528"/>
                </a:cubicBezTo>
                <a:cubicBezTo>
                  <a:pt x="2471" y="528"/>
                  <a:pt x="2470" y="528"/>
                  <a:pt x="2469" y="528"/>
                </a:cubicBezTo>
                <a:cubicBezTo>
                  <a:pt x="2469" y="528"/>
                  <a:pt x="2468" y="528"/>
                  <a:pt x="2468" y="529"/>
                </a:cubicBezTo>
                <a:cubicBezTo>
                  <a:pt x="2468" y="529"/>
                  <a:pt x="2467" y="529"/>
                  <a:pt x="2467" y="530"/>
                </a:cubicBezTo>
                <a:cubicBezTo>
                  <a:pt x="2467" y="530"/>
                  <a:pt x="2467" y="530"/>
                  <a:pt x="2466" y="530"/>
                </a:cubicBezTo>
                <a:cubicBezTo>
                  <a:pt x="2466" y="530"/>
                  <a:pt x="2466" y="531"/>
                  <a:pt x="2466" y="531"/>
                </a:cubicBezTo>
                <a:cubicBezTo>
                  <a:pt x="2466" y="531"/>
                  <a:pt x="2466" y="531"/>
                  <a:pt x="2466" y="531"/>
                </a:cubicBezTo>
                <a:cubicBezTo>
                  <a:pt x="2466" y="532"/>
                  <a:pt x="2466" y="532"/>
                  <a:pt x="2467" y="533"/>
                </a:cubicBezTo>
                <a:cubicBezTo>
                  <a:pt x="2467" y="534"/>
                  <a:pt x="2468" y="534"/>
                  <a:pt x="2468" y="535"/>
                </a:cubicBezTo>
                <a:cubicBezTo>
                  <a:pt x="2469" y="535"/>
                  <a:pt x="2470" y="535"/>
                  <a:pt x="2471" y="536"/>
                </a:cubicBezTo>
                <a:cubicBezTo>
                  <a:pt x="2472" y="536"/>
                  <a:pt x="2473" y="536"/>
                  <a:pt x="2474" y="537"/>
                </a:cubicBezTo>
                <a:cubicBezTo>
                  <a:pt x="2475" y="537"/>
                  <a:pt x="2476" y="537"/>
                  <a:pt x="2477" y="537"/>
                </a:cubicBezTo>
                <a:cubicBezTo>
                  <a:pt x="2478" y="537"/>
                  <a:pt x="2479" y="537"/>
                  <a:pt x="2480" y="537"/>
                </a:cubicBezTo>
                <a:cubicBezTo>
                  <a:pt x="2481" y="536"/>
                  <a:pt x="2481" y="536"/>
                  <a:pt x="2482" y="536"/>
                </a:cubicBezTo>
                <a:cubicBezTo>
                  <a:pt x="2483" y="535"/>
                  <a:pt x="2483" y="535"/>
                  <a:pt x="2484" y="535"/>
                </a:cubicBezTo>
                <a:cubicBezTo>
                  <a:pt x="2484" y="534"/>
                  <a:pt x="2484" y="534"/>
                  <a:pt x="2484" y="532"/>
                </a:cubicBezTo>
                <a:cubicBezTo>
                  <a:pt x="2484" y="532"/>
                  <a:pt x="2484" y="532"/>
                  <a:pt x="2484" y="531"/>
                </a:cubicBezTo>
                <a:cubicBezTo>
                  <a:pt x="2484" y="531"/>
                  <a:pt x="2483" y="531"/>
                  <a:pt x="2483" y="531"/>
                </a:cubicBezTo>
                <a:cubicBezTo>
                  <a:pt x="2483" y="531"/>
                  <a:pt x="2483" y="530"/>
                  <a:pt x="2482" y="530"/>
                </a:cubicBezTo>
                <a:cubicBezTo>
                  <a:pt x="2482" y="530"/>
                  <a:pt x="2482" y="530"/>
                  <a:pt x="2482" y="530"/>
                </a:cubicBezTo>
                <a:cubicBezTo>
                  <a:pt x="2481" y="529"/>
                  <a:pt x="2481" y="529"/>
                  <a:pt x="2480" y="529"/>
                </a:cubicBezTo>
                <a:close/>
                <a:moveTo>
                  <a:pt x="2318" y="540"/>
                </a:moveTo>
                <a:cubicBezTo>
                  <a:pt x="2317" y="540"/>
                  <a:pt x="2316" y="540"/>
                  <a:pt x="2316" y="541"/>
                </a:cubicBezTo>
                <a:cubicBezTo>
                  <a:pt x="2315" y="541"/>
                  <a:pt x="2314" y="542"/>
                  <a:pt x="2314" y="542"/>
                </a:cubicBezTo>
                <a:cubicBezTo>
                  <a:pt x="2314" y="543"/>
                  <a:pt x="2314" y="543"/>
                  <a:pt x="2314" y="544"/>
                </a:cubicBezTo>
                <a:cubicBezTo>
                  <a:pt x="2314" y="545"/>
                  <a:pt x="2315" y="545"/>
                  <a:pt x="2315" y="546"/>
                </a:cubicBezTo>
                <a:cubicBezTo>
                  <a:pt x="2316" y="546"/>
                  <a:pt x="2317" y="547"/>
                  <a:pt x="2318" y="547"/>
                </a:cubicBezTo>
                <a:cubicBezTo>
                  <a:pt x="2318" y="548"/>
                  <a:pt x="2320" y="548"/>
                  <a:pt x="2321" y="548"/>
                </a:cubicBezTo>
                <a:cubicBezTo>
                  <a:pt x="2322" y="549"/>
                  <a:pt x="2323" y="549"/>
                  <a:pt x="2324" y="549"/>
                </a:cubicBezTo>
                <a:cubicBezTo>
                  <a:pt x="2326" y="549"/>
                  <a:pt x="2327" y="549"/>
                  <a:pt x="2328" y="548"/>
                </a:cubicBezTo>
                <a:cubicBezTo>
                  <a:pt x="2329" y="548"/>
                  <a:pt x="2330" y="548"/>
                  <a:pt x="2330" y="547"/>
                </a:cubicBezTo>
                <a:cubicBezTo>
                  <a:pt x="2331" y="547"/>
                  <a:pt x="2331" y="546"/>
                  <a:pt x="2332" y="546"/>
                </a:cubicBezTo>
                <a:cubicBezTo>
                  <a:pt x="2332" y="545"/>
                  <a:pt x="2332" y="545"/>
                  <a:pt x="2332" y="544"/>
                </a:cubicBezTo>
                <a:cubicBezTo>
                  <a:pt x="2332" y="543"/>
                  <a:pt x="2331" y="543"/>
                  <a:pt x="2331" y="542"/>
                </a:cubicBezTo>
                <a:cubicBezTo>
                  <a:pt x="2330" y="542"/>
                  <a:pt x="2329" y="541"/>
                  <a:pt x="2328" y="541"/>
                </a:cubicBezTo>
                <a:cubicBezTo>
                  <a:pt x="2327" y="540"/>
                  <a:pt x="2326" y="540"/>
                  <a:pt x="2325" y="540"/>
                </a:cubicBezTo>
                <a:cubicBezTo>
                  <a:pt x="2324" y="539"/>
                  <a:pt x="2323" y="539"/>
                  <a:pt x="2321" y="539"/>
                </a:cubicBezTo>
                <a:cubicBezTo>
                  <a:pt x="2320" y="539"/>
                  <a:pt x="2319" y="539"/>
                  <a:pt x="2318" y="540"/>
                </a:cubicBezTo>
                <a:close/>
                <a:moveTo>
                  <a:pt x="2407" y="540"/>
                </a:moveTo>
                <a:cubicBezTo>
                  <a:pt x="2406" y="540"/>
                  <a:pt x="2405" y="540"/>
                  <a:pt x="2405" y="541"/>
                </a:cubicBezTo>
                <a:cubicBezTo>
                  <a:pt x="2404" y="541"/>
                  <a:pt x="2404" y="542"/>
                  <a:pt x="2403" y="542"/>
                </a:cubicBezTo>
                <a:cubicBezTo>
                  <a:pt x="2403" y="543"/>
                  <a:pt x="2403" y="543"/>
                  <a:pt x="2403" y="544"/>
                </a:cubicBezTo>
                <a:cubicBezTo>
                  <a:pt x="2404" y="545"/>
                  <a:pt x="2404" y="545"/>
                  <a:pt x="2405" y="546"/>
                </a:cubicBezTo>
                <a:cubicBezTo>
                  <a:pt x="2405" y="546"/>
                  <a:pt x="2406" y="547"/>
                  <a:pt x="2407" y="547"/>
                </a:cubicBezTo>
                <a:cubicBezTo>
                  <a:pt x="2408" y="548"/>
                  <a:pt x="2409" y="548"/>
                  <a:pt x="2410" y="548"/>
                </a:cubicBezTo>
                <a:cubicBezTo>
                  <a:pt x="2411" y="549"/>
                  <a:pt x="2413" y="549"/>
                  <a:pt x="2414" y="549"/>
                </a:cubicBezTo>
                <a:cubicBezTo>
                  <a:pt x="2415" y="549"/>
                  <a:pt x="2416" y="549"/>
                  <a:pt x="2417" y="548"/>
                </a:cubicBezTo>
                <a:cubicBezTo>
                  <a:pt x="2418" y="548"/>
                  <a:pt x="2419" y="548"/>
                  <a:pt x="2420" y="547"/>
                </a:cubicBezTo>
                <a:cubicBezTo>
                  <a:pt x="2420" y="547"/>
                  <a:pt x="2421" y="546"/>
                  <a:pt x="2421" y="546"/>
                </a:cubicBezTo>
                <a:cubicBezTo>
                  <a:pt x="2421" y="545"/>
                  <a:pt x="2421" y="545"/>
                  <a:pt x="2421" y="544"/>
                </a:cubicBezTo>
                <a:cubicBezTo>
                  <a:pt x="2421" y="543"/>
                  <a:pt x="2420" y="543"/>
                  <a:pt x="2420" y="542"/>
                </a:cubicBezTo>
                <a:cubicBezTo>
                  <a:pt x="2419" y="542"/>
                  <a:pt x="2418" y="541"/>
                  <a:pt x="2417" y="541"/>
                </a:cubicBezTo>
                <a:cubicBezTo>
                  <a:pt x="2416" y="540"/>
                  <a:pt x="2415" y="540"/>
                  <a:pt x="2414" y="540"/>
                </a:cubicBezTo>
                <a:cubicBezTo>
                  <a:pt x="2413" y="539"/>
                  <a:pt x="2412" y="539"/>
                  <a:pt x="2411" y="539"/>
                </a:cubicBezTo>
                <a:cubicBezTo>
                  <a:pt x="2409" y="539"/>
                  <a:pt x="2408" y="539"/>
                  <a:pt x="2407" y="540"/>
                </a:cubicBezTo>
                <a:close/>
                <a:moveTo>
                  <a:pt x="1292" y="540"/>
                </a:moveTo>
                <a:cubicBezTo>
                  <a:pt x="1291" y="540"/>
                  <a:pt x="1290" y="540"/>
                  <a:pt x="1289" y="541"/>
                </a:cubicBezTo>
                <a:cubicBezTo>
                  <a:pt x="1288" y="541"/>
                  <a:pt x="1287" y="542"/>
                  <a:pt x="1287" y="542"/>
                </a:cubicBezTo>
                <a:cubicBezTo>
                  <a:pt x="1286" y="543"/>
                  <a:pt x="1286" y="543"/>
                  <a:pt x="1286" y="544"/>
                </a:cubicBezTo>
                <a:cubicBezTo>
                  <a:pt x="1286" y="545"/>
                  <a:pt x="1286" y="545"/>
                  <a:pt x="1287" y="546"/>
                </a:cubicBezTo>
                <a:cubicBezTo>
                  <a:pt x="1287" y="546"/>
                  <a:pt x="1288" y="547"/>
                  <a:pt x="1289" y="547"/>
                </a:cubicBezTo>
                <a:cubicBezTo>
                  <a:pt x="1290" y="548"/>
                  <a:pt x="1291" y="548"/>
                  <a:pt x="1292" y="548"/>
                </a:cubicBezTo>
                <a:cubicBezTo>
                  <a:pt x="1293" y="549"/>
                  <a:pt x="1294" y="549"/>
                  <a:pt x="1295" y="549"/>
                </a:cubicBezTo>
                <a:cubicBezTo>
                  <a:pt x="1296" y="549"/>
                  <a:pt x="1298" y="549"/>
                  <a:pt x="1299" y="548"/>
                </a:cubicBezTo>
                <a:cubicBezTo>
                  <a:pt x="1300" y="548"/>
                  <a:pt x="1301" y="548"/>
                  <a:pt x="1301" y="547"/>
                </a:cubicBezTo>
                <a:cubicBezTo>
                  <a:pt x="1302" y="547"/>
                  <a:pt x="1303" y="546"/>
                  <a:pt x="1303" y="546"/>
                </a:cubicBezTo>
                <a:cubicBezTo>
                  <a:pt x="1304" y="545"/>
                  <a:pt x="1304" y="545"/>
                  <a:pt x="1304" y="544"/>
                </a:cubicBezTo>
                <a:cubicBezTo>
                  <a:pt x="1304" y="543"/>
                  <a:pt x="1304" y="543"/>
                  <a:pt x="1303" y="542"/>
                </a:cubicBezTo>
                <a:cubicBezTo>
                  <a:pt x="1303" y="542"/>
                  <a:pt x="1302" y="541"/>
                  <a:pt x="1301" y="541"/>
                </a:cubicBezTo>
                <a:cubicBezTo>
                  <a:pt x="1301" y="540"/>
                  <a:pt x="1300" y="540"/>
                  <a:pt x="1299" y="540"/>
                </a:cubicBezTo>
                <a:cubicBezTo>
                  <a:pt x="1297" y="539"/>
                  <a:pt x="1296" y="539"/>
                  <a:pt x="1295" y="539"/>
                </a:cubicBezTo>
                <a:cubicBezTo>
                  <a:pt x="1294" y="539"/>
                  <a:pt x="1293" y="539"/>
                  <a:pt x="1292" y="540"/>
                </a:cubicBezTo>
                <a:close/>
                <a:moveTo>
                  <a:pt x="1470" y="540"/>
                </a:moveTo>
                <a:cubicBezTo>
                  <a:pt x="1469" y="540"/>
                  <a:pt x="1468" y="540"/>
                  <a:pt x="1467" y="541"/>
                </a:cubicBezTo>
                <a:cubicBezTo>
                  <a:pt x="1467" y="541"/>
                  <a:pt x="1466" y="542"/>
                  <a:pt x="1466" y="542"/>
                </a:cubicBezTo>
                <a:cubicBezTo>
                  <a:pt x="1465" y="543"/>
                  <a:pt x="1465" y="543"/>
                  <a:pt x="1465" y="544"/>
                </a:cubicBezTo>
                <a:cubicBezTo>
                  <a:pt x="1465" y="545"/>
                  <a:pt x="1465" y="545"/>
                  <a:pt x="1466" y="546"/>
                </a:cubicBezTo>
                <a:cubicBezTo>
                  <a:pt x="1466" y="546"/>
                  <a:pt x="1467" y="547"/>
                  <a:pt x="1468" y="547"/>
                </a:cubicBezTo>
                <a:cubicBezTo>
                  <a:pt x="1469" y="548"/>
                  <a:pt x="1470" y="548"/>
                  <a:pt x="1471" y="548"/>
                </a:cubicBezTo>
                <a:cubicBezTo>
                  <a:pt x="1472" y="549"/>
                  <a:pt x="1473" y="549"/>
                  <a:pt x="1474" y="549"/>
                </a:cubicBezTo>
                <a:cubicBezTo>
                  <a:pt x="1475" y="549"/>
                  <a:pt x="1477" y="549"/>
                  <a:pt x="1478" y="548"/>
                </a:cubicBezTo>
                <a:cubicBezTo>
                  <a:pt x="1479" y="548"/>
                  <a:pt x="1480" y="548"/>
                  <a:pt x="1480" y="547"/>
                </a:cubicBezTo>
                <a:cubicBezTo>
                  <a:pt x="1481" y="547"/>
                  <a:pt x="1482" y="546"/>
                  <a:pt x="1482" y="546"/>
                </a:cubicBezTo>
                <a:cubicBezTo>
                  <a:pt x="1483" y="545"/>
                  <a:pt x="1483" y="545"/>
                  <a:pt x="1483" y="544"/>
                </a:cubicBezTo>
                <a:cubicBezTo>
                  <a:pt x="1483" y="543"/>
                  <a:pt x="1482" y="543"/>
                  <a:pt x="1482" y="542"/>
                </a:cubicBezTo>
                <a:cubicBezTo>
                  <a:pt x="1481" y="542"/>
                  <a:pt x="1481" y="541"/>
                  <a:pt x="1480" y="541"/>
                </a:cubicBezTo>
                <a:cubicBezTo>
                  <a:pt x="1479" y="540"/>
                  <a:pt x="1478" y="540"/>
                  <a:pt x="1477" y="540"/>
                </a:cubicBezTo>
                <a:cubicBezTo>
                  <a:pt x="1476" y="539"/>
                  <a:pt x="1475" y="539"/>
                  <a:pt x="1474" y="539"/>
                </a:cubicBezTo>
                <a:cubicBezTo>
                  <a:pt x="1472" y="539"/>
                  <a:pt x="1471" y="539"/>
                  <a:pt x="1470" y="540"/>
                </a:cubicBezTo>
                <a:close/>
                <a:moveTo>
                  <a:pt x="1426" y="540"/>
                </a:moveTo>
                <a:cubicBezTo>
                  <a:pt x="1424" y="540"/>
                  <a:pt x="1423" y="540"/>
                  <a:pt x="1423" y="541"/>
                </a:cubicBezTo>
                <a:cubicBezTo>
                  <a:pt x="1422" y="541"/>
                  <a:pt x="1421" y="542"/>
                  <a:pt x="1421" y="542"/>
                </a:cubicBezTo>
                <a:cubicBezTo>
                  <a:pt x="1420" y="543"/>
                  <a:pt x="1420" y="543"/>
                  <a:pt x="1420" y="544"/>
                </a:cubicBezTo>
                <a:cubicBezTo>
                  <a:pt x="1420" y="545"/>
                  <a:pt x="1421" y="545"/>
                  <a:pt x="1421" y="546"/>
                </a:cubicBezTo>
                <a:cubicBezTo>
                  <a:pt x="1422" y="546"/>
                  <a:pt x="1422" y="547"/>
                  <a:pt x="1423" y="547"/>
                </a:cubicBezTo>
                <a:cubicBezTo>
                  <a:pt x="1424" y="548"/>
                  <a:pt x="1425" y="548"/>
                  <a:pt x="1426" y="548"/>
                </a:cubicBezTo>
                <a:cubicBezTo>
                  <a:pt x="1427" y="549"/>
                  <a:pt x="1428" y="549"/>
                  <a:pt x="1429" y="549"/>
                </a:cubicBezTo>
                <a:cubicBezTo>
                  <a:pt x="1431" y="549"/>
                  <a:pt x="1432" y="549"/>
                  <a:pt x="1433" y="548"/>
                </a:cubicBezTo>
                <a:cubicBezTo>
                  <a:pt x="1434" y="548"/>
                  <a:pt x="1435" y="548"/>
                  <a:pt x="1436" y="547"/>
                </a:cubicBezTo>
                <a:cubicBezTo>
                  <a:pt x="1436" y="547"/>
                  <a:pt x="1437" y="546"/>
                  <a:pt x="1438" y="546"/>
                </a:cubicBezTo>
                <a:cubicBezTo>
                  <a:pt x="1438" y="545"/>
                  <a:pt x="1438" y="545"/>
                  <a:pt x="1438" y="544"/>
                </a:cubicBezTo>
                <a:cubicBezTo>
                  <a:pt x="1438" y="543"/>
                  <a:pt x="1438" y="543"/>
                  <a:pt x="1437" y="542"/>
                </a:cubicBezTo>
                <a:cubicBezTo>
                  <a:pt x="1437" y="542"/>
                  <a:pt x="1436" y="541"/>
                  <a:pt x="1435" y="541"/>
                </a:cubicBezTo>
                <a:cubicBezTo>
                  <a:pt x="1435" y="540"/>
                  <a:pt x="1434" y="540"/>
                  <a:pt x="1432" y="540"/>
                </a:cubicBezTo>
                <a:cubicBezTo>
                  <a:pt x="1431" y="539"/>
                  <a:pt x="1430" y="539"/>
                  <a:pt x="1429" y="539"/>
                </a:cubicBezTo>
                <a:cubicBezTo>
                  <a:pt x="1428" y="539"/>
                  <a:pt x="1427" y="539"/>
                  <a:pt x="1426" y="540"/>
                </a:cubicBezTo>
                <a:close/>
                <a:moveTo>
                  <a:pt x="1381" y="540"/>
                </a:moveTo>
                <a:cubicBezTo>
                  <a:pt x="1380" y="540"/>
                  <a:pt x="1379" y="540"/>
                  <a:pt x="1378" y="541"/>
                </a:cubicBezTo>
                <a:cubicBezTo>
                  <a:pt x="1377" y="541"/>
                  <a:pt x="1377" y="542"/>
                  <a:pt x="1376" y="542"/>
                </a:cubicBezTo>
                <a:cubicBezTo>
                  <a:pt x="1376" y="543"/>
                  <a:pt x="1376" y="543"/>
                  <a:pt x="1376" y="544"/>
                </a:cubicBezTo>
                <a:cubicBezTo>
                  <a:pt x="1376" y="545"/>
                  <a:pt x="1376" y="545"/>
                  <a:pt x="1376" y="546"/>
                </a:cubicBezTo>
                <a:cubicBezTo>
                  <a:pt x="1377" y="546"/>
                  <a:pt x="1377" y="547"/>
                  <a:pt x="1378" y="547"/>
                </a:cubicBezTo>
                <a:cubicBezTo>
                  <a:pt x="1379" y="548"/>
                  <a:pt x="1380" y="548"/>
                  <a:pt x="1381" y="548"/>
                </a:cubicBezTo>
                <a:cubicBezTo>
                  <a:pt x="1382" y="549"/>
                  <a:pt x="1383" y="549"/>
                  <a:pt x="1385" y="549"/>
                </a:cubicBezTo>
                <a:cubicBezTo>
                  <a:pt x="1386" y="549"/>
                  <a:pt x="1387" y="549"/>
                  <a:pt x="1388" y="548"/>
                </a:cubicBezTo>
                <a:cubicBezTo>
                  <a:pt x="1389" y="548"/>
                  <a:pt x="1390" y="548"/>
                  <a:pt x="1391" y="547"/>
                </a:cubicBezTo>
                <a:cubicBezTo>
                  <a:pt x="1392" y="547"/>
                  <a:pt x="1392" y="546"/>
                  <a:pt x="1393" y="546"/>
                </a:cubicBezTo>
                <a:cubicBezTo>
                  <a:pt x="1393" y="545"/>
                  <a:pt x="1393" y="545"/>
                  <a:pt x="1393" y="544"/>
                </a:cubicBezTo>
                <a:cubicBezTo>
                  <a:pt x="1393" y="543"/>
                  <a:pt x="1393" y="543"/>
                  <a:pt x="1393" y="542"/>
                </a:cubicBezTo>
                <a:cubicBezTo>
                  <a:pt x="1392" y="542"/>
                  <a:pt x="1392" y="541"/>
                  <a:pt x="1391" y="541"/>
                </a:cubicBezTo>
                <a:cubicBezTo>
                  <a:pt x="1390" y="540"/>
                  <a:pt x="1389" y="540"/>
                  <a:pt x="1388" y="540"/>
                </a:cubicBezTo>
                <a:cubicBezTo>
                  <a:pt x="1387" y="539"/>
                  <a:pt x="1386" y="539"/>
                  <a:pt x="1384" y="539"/>
                </a:cubicBezTo>
                <a:cubicBezTo>
                  <a:pt x="1383" y="539"/>
                  <a:pt x="1382" y="539"/>
                  <a:pt x="1381" y="540"/>
                </a:cubicBezTo>
                <a:close/>
                <a:moveTo>
                  <a:pt x="1336" y="540"/>
                </a:moveTo>
                <a:cubicBezTo>
                  <a:pt x="1335" y="540"/>
                  <a:pt x="1334" y="540"/>
                  <a:pt x="1333" y="541"/>
                </a:cubicBezTo>
                <a:cubicBezTo>
                  <a:pt x="1333" y="541"/>
                  <a:pt x="1332" y="542"/>
                  <a:pt x="1332" y="542"/>
                </a:cubicBezTo>
                <a:cubicBezTo>
                  <a:pt x="1331" y="543"/>
                  <a:pt x="1331" y="543"/>
                  <a:pt x="1331" y="544"/>
                </a:cubicBezTo>
                <a:cubicBezTo>
                  <a:pt x="1331" y="545"/>
                  <a:pt x="1331" y="545"/>
                  <a:pt x="1332" y="546"/>
                </a:cubicBezTo>
                <a:cubicBezTo>
                  <a:pt x="1332" y="546"/>
                  <a:pt x="1333" y="547"/>
                  <a:pt x="1334" y="547"/>
                </a:cubicBezTo>
                <a:cubicBezTo>
                  <a:pt x="1334" y="548"/>
                  <a:pt x="1335" y="548"/>
                  <a:pt x="1336" y="548"/>
                </a:cubicBezTo>
                <a:cubicBezTo>
                  <a:pt x="1337" y="549"/>
                  <a:pt x="1339" y="549"/>
                  <a:pt x="1340" y="549"/>
                </a:cubicBezTo>
                <a:cubicBezTo>
                  <a:pt x="1341" y="549"/>
                  <a:pt x="1342" y="549"/>
                  <a:pt x="1343" y="548"/>
                </a:cubicBezTo>
                <a:cubicBezTo>
                  <a:pt x="1344" y="548"/>
                  <a:pt x="1345" y="548"/>
                  <a:pt x="1346" y="547"/>
                </a:cubicBezTo>
                <a:cubicBezTo>
                  <a:pt x="1347" y="547"/>
                  <a:pt x="1348" y="546"/>
                  <a:pt x="1348" y="546"/>
                </a:cubicBezTo>
                <a:cubicBezTo>
                  <a:pt x="1349" y="545"/>
                  <a:pt x="1349" y="545"/>
                  <a:pt x="1349" y="544"/>
                </a:cubicBezTo>
                <a:cubicBezTo>
                  <a:pt x="1349" y="543"/>
                  <a:pt x="1348" y="543"/>
                  <a:pt x="1348" y="542"/>
                </a:cubicBezTo>
                <a:cubicBezTo>
                  <a:pt x="1348" y="542"/>
                  <a:pt x="1347" y="541"/>
                  <a:pt x="1346" y="541"/>
                </a:cubicBezTo>
                <a:cubicBezTo>
                  <a:pt x="1345" y="540"/>
                  <a:pt x="1344" y="540"/>
                  <a:pt x="1343" y="540"/>
                </a:cubicBezTo>
                <a:cubicBezTo>
                  <a:pt x="1342" y="539"/>
                  <a:pt x="1341" y="539"/>
                  <a:pt x="1340" y="539"/>
                </a:cubicBezTo>
                <a:cubicBezTo>
                  <a:pt x="1338" y="539"/>
                  <a:pt x="1337" y="539"/>
                  <a:pt x="1336" y="540"/>
                </a:cubicBezTo>
                <a:close/>
                <a:moveTo>
                  <a:pt x="711" y="540"/>
                </a:moveTo>
                <a:cubicBezTo>
                  <a:pt x="710" y="540"/>
                  <a:pt x="709" y="540"/>
                  <a:pt x="708" y="541"/>
                </a:cubicBezTo>
                <a:cubicBezTo>
                  <a:pt x="708" y="541"/>
                  <a:pt x="707" y="542"/>
                  <a:pt x="706" y="542"/>
                </a:cubicBezTo>
                <a:cubicBezTo>
                  <a:pt x="706" y="543"/>
                  <a:pt x="705" y="543"/>
                  <a:pt x="705" y="544"/>
                </a:cubicBezTo>
                <a:cubicBezTo>
                  <a:pt x="705" y="545"/>
                  <a:pt x="705" y="545"/>
                  <a:pt x="706" y="546"/>
                </a:cubicBezTo>
                <a:cubicBezTo>
                  <a:pt x="706" y="546"/>
                  <a:pt x="707" y="547"/>
                  <a:pt x="707" y="547"/>
                </a:cubicBezTo>
                <a:cubicBezTo>
                  <a:pt x="708" y="548"/>
                  <a:pt x="709" y="548"/>
                  <a:pt x="710" y="548"/>
                </a:cubicBezTo>
                <a:cubicBezTo>
                  <a:pt x="711" y="549"/>
                  <a:pt x="712" y="549"/>
                  <a:pt x="713" y="549"/>
                </a:cubicBezTo>
                <a:cubicBezTo>
                  <a:pt x="715" y="549"/>
                  <a:pt x="716" y="549"/>
                  <a:pt x="717" y="548"/>
                </a:cubicBezTo>
                <a:cubicBezTo>
                  <a:pt x="718" y="548"/>
                  <a:pt x="719" y="548"/>
                  <a:pt x="720" y="547"/>
                </a:cubicBezTo>
                <a:cubicBezTo>
                  <a:pt x="721" y="547"/>
                  <a:pt x="722" y="546"/>
                  <a:pt x="722" y="546"/>
                </a:cubicBezTo>
                <a:cubicBezTo>
                  <a:pt x="723" y="545"/>
                  <a:pt x="723" y="545"/>
                  <a:pt x="723" y="544"/>
                </a:cubicBezTo>
                <a:cubicBezTo>
                  <a:pt x="723" y="543"/>
                  <a:pt x="723" y="543"/>
                  <a:pt x="723" y="542"/>
                </a:cubicBezTo>
                <a:cubicBezTo>
                  <a:pt x="722" y="542"/>
                  <a:pt x="722" y="541"/>
                  <a:pt x="721" y="541"/>
                </a:cubicBezTo>
                <a:cubicBezTo>
                  <a:pt x="720" y="540"/>
                  <a:pt x="719" y="540"/>
                  <a:pt x="718" y="540"/>
                </a:cubicBezTo>
                <a:cubicBezTo>
                  <a:pt x="717" y="539"/>
                  <a:pt x="716" y="539"/>
                  <a:pt x="715" y="539"/>
                </a:cubicBezTo>
                <a:cubicBezTo>
                  <a:pt x="714" y="539"/>
                  <a:pt x="713" y="539"/>
                  <a:pt x="711" y="540"/>
                </a:cubicBezTo>
                <a:close/>
                <a:moveTo>
                  <a:pt x="801" y="540"/>
                </a:moveTo>
                <a:cubicBezTo>
                  <a:pt x="800" y="540"/>
                  <a:pt x="799" y="540"/>
                  <a:pt x="798" y="541"/>
                </a:cubicBezTo>
                <a:cubicBezTo>
                  <a:pt x="797" y="541"/>
                  <a:pt x="796" y="542"/>
                  <a:pt x="796" y="542"/>
                </a:cubicBezTo>
                <a:cubicBezTo>
                  <a:pt x="795" y="543"/>
                  <a:pt x="795" y="543"/>
                  <a:pt x="795" y="544"/>
                </a:cubicBezTo>
                <a:cubicBezTo>
                  <a:pt x="795" y="545"/>
                  <a:pt x="795" y="545"/>
                  <a:pt x="795" y="546"/>
                </a:cubicBezTo>
                <a:cubicBezTo>
                  <a:pt x="796" y="546"/>
                  <a:pt x="796" y="547"/>
                  <a:pt x="797" y="547"/>
                </a:cubicBezTo>
                <a:cubicBezTo>
                  <a:pt x="798" y="548"/>
                  <a:pt x="799" y="548"/>
                  <a:pt x="800" y="548"/>
                </a:cubicBezTo>
                <a:cubicBezTo>
                  <a:pt x="801" y="549"/>
                  <a:pt x="802" y="549"/>
                  <a:pt x="803" y="549"/>
                </a:cubicBezTo>
                <a:cubicBezTo>
                  <a:pt x="804" y="549"/>
                  <a:pt x="805" y="549"/>
                  <a:pt x="807" y="548"/>
                </a:cubicBezTo>
                <a:cubicBezTo>
                  <a:pt x="808" y="548"/>
                  <a:pt x="809" y="548"/>
                  <a:pt x="810" y="547"/>
                </a:cubicBezTo>
                <a:cubicBezTo>
                  <a:pt x="810" y="547"/>
                  <a:pt x="811" y="546"/>
                  <a:pt x="812" y="546"/>
                </a:cubicBezTo>
                <a:cubicBezTo>
                  <a:pt x="812" y="545"/>
                  <a:pt x="812" y="545"/>
                  <a:pt x="813" y="544"/>
                </a:cubicBezTo>
                <a:cubicBezTo>
                  <a:pt x="813" y="543"/>
                  <a:pt x="812" y="543"/>
                  <a:pt x="812" y="542"/>
                </a:cubicBezTo>
                <a:cubicBezTo>
                  <a:pt x="812" y="542"/>
                  <a:pt x="811" y="541"/>
                  <a:pt x="810" y="541"/>
                </a:cubicBezTo>
                <a:cubicBezTo>
                  <a:pt x="810" y="540"/>
                  <a:pt x="809" y="540"/>
                  <a:pt x="808" y="540"/>
                </a:cubicBezTo>
                <a:cubicBezTo>
                  <a:pt x="807" y="539"/>
                  <a:pt x="805" y="539"/>
                  <a:pt x="804" y="539"/>
                </a:cubicBezTo>
                <a:cubicBezTo>
                  <a:pt x="803" y="539"/>
                  <a:pt x="802" y="539"/>
                  <a:pt x="801" y="540"/>
                </a:cubicBezTo>
                <a:close/>
                <a:moveTo>
                  <a:pt x="756" y="540"/>
                </a:moveTo>
                <a:cubicBezTo>
                  <a:pt x="755" y="540"/>
                  <a:pt x="754" y="540"/>
                  <a:pt x="753" y="541"/>
                </a:cubicBezTo>
                <a:cubicBezTo>
                  <a:pt x="752" y="541"/>
                  <a:pt x="752" y="542"/>
                  <a:pt x="751" y="542"/>
                </a:cubicBezTo>
                <a:cubicBezTo>
                  <a:pt x="750" y="543"/>
                  <a:pt x="750" y="543"/>
                  <a:pt x="750" y="544"/>
                </a:cubicBezTo>
                <a:cubicBezTo>
                  <a:pt x="750" y="545"/>
                  <a:pt x="750" y="545"/>
                  <a:pt x="750" y="546"/>
                </a:cubicBezTo>
                <a:cubicBezTo>
                  <a:pt x="751" y="546"/>
                  <a:pt x="751" y="547"/>
                  <a:pt x="752" y="547"/>
                </a:cubicBezTo>
                <a:cubicBezTo>
                  <a:pt x="753" y="548"/>
                  <a:pt x="754" y="548"/>
                  <a:pt x="755" y="548"/>
                </a:cubicBezTo>
                <a:cubicBezTo>
                  <a:pt x="756" y="549"/>
                  <a:pt x="757" y="549"/>
                  <a:pt x="758" y="549"/>
                </a:cubicBezTo>
                <a:cubicBezTo>
                  <a:pt x="759" y="549"/>
                  <a:pt x="761" y="549"/>
                  <a:pt x="762" y="548"/>
                </a:cubicBezTo>
                <a:cubicBezTo>
                  <a:pt x="763" y="548"/>
                  <a:pt x="764" y="548"/>
                  <a:pt x="765" y="547"/>
                </a:cubicBezTo>
                <a:cubicBezTo>
                  <a:pt x="766" y="547"/>
                  <a:pt x="766" y="546"/>
                  <a:pt x="767" y="546"/>
                </a:cubicBezTo>
                <a:cubicBezTo>
                  <a:pt x="767" y="545"/>
                  <a:pt x="768" y="545"/>
                  <a:pt x="768" y="544"/>
                </a:cubicBezTo>
                <a:cubicBezTo>
                  <a:pt x="768" y="543"/>
                  <a:pt x="768" y="543"/>
                  <a:pt x="767" y="542"/>
                </a:cubicBezTo>
                <a:cubicBezTo>
                  <a:pt x="767" y="542"/>
                  <a:pt x="766" y="541"/>
                  <a:pt x="766" y="541"/>
                </a:cubicBezTo>
                <a:cubicBezTo>
                  <a:pt x="765" y="540"/>
                  <a:pt x="764" y="540"/>
                  <a:pt x="763" y="540"/>
                </a:cubicBezTo>
                <a:cubicBezTo>
                  <a:pt x="762" y="539"/>
                  <a:pt x="761" y="539"/>
                  <a:pt x="760" y="539"/>
                </a:cubicBezTo>
                <a:cubicBezTo>
                  <a:pt x="758" y="539"/>
                  <a:pt x="757" y="539"/>
                  <a:pt x="756" y="540"/>
                </a:cubicBezTo>
                <a:close/>
                <a:moveTo>
                  <a:pt x="622" y="540"/>
                </a:moveTo>
                <a:cubicBezTo>
                  <a:pt x="621" y="540"/>
                  <a:pt x="620" y="540"/>
                  <a:pt x="619" y="541"/>
                </a:cubicBezTo>
                <a:cubicBezTo>
                  <a:pt x="618" y="541"/>
                  <a:pt x="618" y="542"/>
                  <a:pt x="617" y="542"/>
                </a:cubicBezTo>
                <a:cubicBezTo>
                  <a:pt x="616" y="543"/>
                  <a:pt x="616" y="543"/>
                  <a:pt x="616" y="544"/>
                </a:cubicBezTo>
                <a:cubicBezTo>
                  <a:pt x="616" y="545"/>
                  <a:pt x="616" y="545"/>
                  <a:pt x="616" y="546"/>
                </a:cubicBezTo>
                <a:cubicBezTo>
                  <a:pt x="617" y="546"/>
                  <a:pt x="617" y="547"/>
                  <a:pt x="618" y="547"/>
                </a:cubicBezTo>
                <a:cubicBezTo>
                  <a:pt x="619" y="548"/>
                  <a:pt x="620" y="548"/>
                  <a:pt x="621" y="548"/>
                </a:cubicBezTo>
                <a:cubicBezTo>
                  <a:pt x="622" y="549"/>
                  <a:pt x="623" y="549"/>
                  <a:pt x="624" y="549"/>
                </a:cubicBezTo>
                <a:cubicBezTo>
                  <a:pt x="625" y="549"/>
                  <a:pt x="626" y="549"/>
                  <a:pt x="628" y="548"/>
                </a:cubicBezTo>
                <a:cubicBezTo>
                  <a:pt x="629" y="548"/>
                  <a:pt x="630" y="548"/>
                  <a:pt x="631" y="547"/>
                </a:cubicBezTo>
                <a:cubicBezTo>
                  <a:pt x="631" y="547"/>
                  <a:pt x="632" y="546"/>
                  <a:pt x="633" y="546"/>
                </a:cubicBezTo>
                <a:cubicBezTo>
                  <a:pt x="633" y="545"/>
                  <a:pt x="634" y="545"/>
                  <a:pt x="634" y="544"/>
                </a:cubicBezTo>
                <a:cubicBezTo>
                  <a:pt x="634" y="543"/>
                  <a:pt x="634" y="543"/>
                  <a:pt x="633" y="542"/>
                </a:cubicBezTo>
                <a:cubicBezTo>
                  <a:pt x="633" y="542"/>
                  <a:pt x="632" y="541"/>
                  <a:pt x="632" y="541"/>
                </a:cubicBezTo>
                <a:cubicBezTo>
                  <a:pt x="631" y="540"/>
                  <a:pt x="630" y="540"/>
                  <a:pt x="629" y="540"/>
                </a:cubicBezTo>
                <a:cubicBezTo>
                  <a:pt x="628" y="539"/>
                  <a:pt x="627" y="539"/>
                  <a:pt x="626" y="539"/>
                </a:cubicBezTo>
                <a:cubicBezTo>
                  <a:pt x="625" y="539"/>
                  <a:pt x="623" y="539"/>
                  <a:pt x="622" y="540"/>
                </a:cubicBezTo>
                <a:close/>
                <a:moveTo>
                  <a:pt x="533" y="540"/>
                </a:moveTo>
                <a:cubicBezTo>
                  <a:pt x="532" y="540"/>
                  <a:pt x="531" y="540"/>
                  <a:pt x="530" y="541"/>
                </a:cubicBezTo>
                <a:cubicBezTo>
                  <a:pt x="529" y="541"/>
                  <a:pt x="528" y="542"/>
                  <a:pt x="528" y="542"/>
                </a:cubicBezTo>
                <a:cubicBezTo>
                  <a:pt x="527" y="543"/>
                  <a:pt x="527" y="543"/>
                  <a:pt x="527" y="544"/>
                </a:cubicBezTo>
                <a:cubicBezTo>
                  <a:pt x="526" y="545"/>
                  <a:pt x="527" y="545"/>
                  <a:pt x="527" y="546"/>
                </a:cubicBezTo>
                <a:cubicBezTo>
                  <a:pt x="527" y="546"/>
                  <a:pt x="528" y="547"/>
                  <a:pt x="528" y="547"/>
                </a:cubicBezTo>
                <a:cubicBezTo>
                  <a:pt x="529" y="548"/>
                  <a:pt x="530" y="548"/>
                  <a:pt x="531" y="548"/>
                </a:cubicBezTo>
                <a:cubicBezTo>
                  <a:pt x="532" y="549"/>
                  <a:pt x="533" y="549"/>
                  <a:pt x="535" y="549"/>
                </a:cubicBezTo>
                <a:cubicBezTo>
                  <a:pt x="536" y="549"/>
                  <a:pt x="537" y="549"/>
                  <a:pt x="538" y="548"/>
                </a:cubicBezTo>
                <a:cubicBezTo>
                  <a:pt x="539" y="548"/>
                  <a:pt x="540" y="548"/>
                  <a:pt x="541" y="547"/>
                </a:cubicBezTo>
                <a:cubicBezTo>
                  <a:pt x="542" y="547"/>
                  <a:pt x="543" y="546"/>
                  <a:pt x="543" y="546"/>
                </a:cubicBezTo>
                <a:cubicBezTo>
                  <a:pt x="544" y="545"/>
                  <a:pt x="544" y="545"/>
                  <a:pt x="544" y="544"/>
                </a:cubicBezTo>
                <a:cubicBezTo>
                  <a:pt x="545" y="543"/>
                  <a:pt x="544" y="543"/>
                  <a:pt x="544" y="542"/>
                </a:cubicBezTo>
                <a:cubicBezTo>
                  <a:pt x="544" y="542"/>
                  <a:pt x="543" y="541"/>
                  <a:pt x="543" y="541"/>
                </a:cubicBezTo>
                <a:cubicBezTo>
                  <a:pt x="542" y="540"/>
                  <a:pt x="541" y="540"/>
                  <a:pt x="540" y="540"/>
                </a:cubicBezTo>
                <a:cubicBezTo>
                  <a:pt x="539" y="539"/>
                  <a:pt x="538" y="539"/>
                  <a:pt x="536" y="539"/>
                </a:cubicBezTo>
                <a:cubicBezTo>
                  <a:pt x="535" y="539"/>
                  <a:pt x="534" y="539"/>
                  <a:pt x="533" y="540"/>
                </a:cubicBezTo>
                <a:close/>
                <a:moveTo>
                  <a:pt x="667" y="540"/>
                </a:moveTo>
                <a:cubicBezTo>
                  <a:pt x="666" y="540"/>
                  <a:pt x="665" y="540"/>
                  <a:pt x="664" y="541"/>
                </a:cubicBezTo>
                <a:cubicBezTo>
                  <a:pt x="663" y="541"/>
                  <a:pt x="662" y="542"/>
                  <a:pt x="662" y="542"/>
                </a:cubicBezTo>
                <a:cubicBezTo>
                  <a:pt x="661" y="543"/>
                  <a:pt x="661" y="543"/>
                  <a:pt x="661" y="544"/>
                </a:cubicBezTo>
                <a:cubicBezTo>
                  <a:pt x="661" y="545"/>
                  <a:pt x="661" y="545"/>
                  <a:pt x="661" y="546"/>
                </a:cubicBezTo>
                <a:cubicBezTo>
                  <a:pt x="661" y="546"/>
                  <a:pt x="662" y="547"/>
                  <a:pt x="663" y="547"/>
                </a:cubicBezTo>
                <a:cubicBezTo>
                  <a:pt x="663" y="548"/>
                  <a:pt x="664" y="548"/>
                  <a:pt x="665" y="548"/>
                </a:cubicBezTo>
                <a:cubicBezTo>
                  <a:pt x="666" y="549"/>
                  <a:pt x="668" y="549"/>
                  <a:pt x="669" y="549"/>
                </a:cubicBezTo>
                <a:cubicBezTo>
                  <a:pt x="670" y="549"/>
                  <a:pt x="671" y="549"/>
                  <a:pt x="672" y="548"/>
                </a:cubicBezTo>
                <a:cubicBezTo>
                  <a:pt x="673" y="548"/>
                  <a:pt x="674" y="548"/>
                  <a:pt x="675" y="547"/>
                </a:cubicBezTo>
                <a:cubicBezTo>
                  <a:pt x="676" y="547"/>
                  <a:pt x="677" y="546"/>
                  <a:pt x="677" y="546"/>
                </a:cubicBezTo>
                <a:cubicBezTo>
                  <a:pt x="678" y="545"/>
                  <a:pt x="678" y="545"/>
                  <a:pt x="679" y="544"/>
                </a:cubicBezTo>
                <a:cubicBezTo>
                  <a:pt x="679" y="543"/>
                  <a:pt x="678" y="543"/>
                  <a:pt x="678" y="542"/>
                </a:cubicBezTo>
                <a:cubicBezTo>
                  <a:pt x="678" y="542"/>
                  <a:pt x="677" y="541"/>
                  <a:pt x="676" y="541"/>
                </a:cubicBezTo>
                <a:cubicBezTo>
                  <a:pt x="676" y="540"/>
                  <a:pt x="675" y="540"/>
                  <a:pt x="674" y="540"/>
                </a:cubicBezTo>
                <a:cubicBezTo>
                  <a:pt x="673" y="539"/>
                  <a:pt x="672" y="539"/>
                  <a:pt x="670" y="539"/>
                </a:cubicBezTo>
                <a:cubicBezTo>
                  <a:pt x="669" y="539"/>
                  <a:pt x="668" y="539"/>
                  <a:pt x="667" y="540"/>
                </a:cubicBezTo>
                <a:close/>
                <a:moveTo>
                  <a:pt x="578" y="540"/>
                </a:moveTo>
                <a:cubicBezTo>
                  <a:pt x="576" y="540"/>
                  <a:pt x="575" y="540"/>
                  <a:pt x="575" y="541"/>
                </a:cubicBezTo>
                <a:cubicBezTo>
                  <a:pt x="574" y="541"/>
                  <a:pt x="573" y="542"/>
                  <a:pt x="572" y="542"/>
                </a:cubicBezTo>
                <a:cubicBezTo>
                  <a:pt x="572" y="543"/>
                  <a:pt x="571" y="543"/>
                  <a:pt x="571" y="544"/>
                </a:cubicBezTo>
                <a:cubicBezTo>
                  <a:pt x="571" y="545"/>
                  <a:pt x="571" y="545"/>
                  <a:pt x="572" y="546"/>
                </a:cubicBezTo>
                <a:cubicBezTo>
                  <a:pt x="572" y="546"/>
                  <a:pt x="572" y="547"/>
                  <a:pt x="573" y="547"/>
                </a:cubicBezTo>
                <a:cubicBezTo>
                  <a:pt x="574" y="548"/>
                  <a:pt x="575" y="548"/>
                  <a:pt x="576" y="548"/>
                </a:cubicBezTo>
                <a:cubicBezTo>
                  <a:pt x="577" y="549"/>
                  <a:pt x="578" y="549"/>
                  <a:pt x="579" y="549"/>
                </a:cubicBezTo>
                <a:cubicBezTo>
                  <a:pt x="580" y="549"/>
                  <a:pt x="582" y="549"/>
                  <a:pt x="583" y="548"/>
                </a:cubicBezTo>
                <a:cubicBezTo>
                  <a:pt x="584" y="548"/>
                  <a:pt x="585" y="548"/>
                  <a:pt x="586" y="547"/>
                </a:cubicBezTo>
                <a:cubicBezTo>
                  <a:pt x="587" y="547"/>
                  <a:pt x="587" y="546"/>
                  <a:pt x="588" y="546"/>
                </a:cubicBezTo>
                <a:cubicBezTo>
                  <a:pt x="589" y="545"/>
                  <a:pt x="589" y="545"/>
                  <a:pt x="589" y="544"/>
                </a:cubicBezTo>
                <a:cubicBezTo>
                  <a:pt x="589" y="543"/>
                  <a:pt x="589" y="543"/>
                  <a:pt x="589" y="542"/>
                </a:cubicBezTo>
                <a:cubicBezTo>
                  <a:pt x="588" y="542"/>
                  <a:pt x="588" y="541"/>
                  <a:pt x="587" y="541"/>
                </a:cubicBezTo>
                <a:cubicBezTo>
                  <a:pt x="586" y="540"/>
                  <a:pt x="586" y="540"/>
                  <a:pt x="584" y="540"/>
                </a:cubicBezTo>
                <a:cubicBezTo>
                  <a:pt x="583" y="539"/>
                  <a:pt x="582" y="539"/>
                  <a:pt x="581" y="539"/>
                </a:cubicBezTo>
                <a:cubicBezTo>
                  <a:pt x="580" y="539"/>
                  <a:pt x="579" y="539"/>
                  <a:pt x="578" y="540"/>
                </a:cubicBezTo>
                <a:close/>
                <a:moveTo>
                  <a:pt x="1314" y="551"/>
                </a:moveTo>
                <a:cubicBezTo>
                  <a:pt x="1313" y="552"/>
                  <a:pt x="1312" y="552"/>
                  <a:pt x="1311" y="552"/>
                </a:cubicBezTo>
                <a:cubicBezTo>
                  <a:pt x="1310" y="553"/>
                  <a:pt x="1310" y="553"/>
                  <a:pt x="1309" y="554"/>
                </a:cubicBezTo>
                <a:cubicBezTo>
                  <a:pt x="1309" y="555"/>
                  <a:pt x="1309" y="555"/>
                  <a:pt x="1309" y="556"/>
                </a:cubicBezTo>
                <a:cubicBezTo>
                  <a:pt x="1309" y="556"/>
                  <a:pt x="1309" y="557"/>
                  <a:pt x="1309" y="558"/>
                </a:cubicBezTo>
                <a:cubicBezTo>
                  <a:pt x="1310" y="558"/>
                  <a:pt x="1311" y="559"/>
                  <a:pt x="1311" y="559"/>
                </a:cubicBezTo>
                <a:cubicBezTo>
                  <a:pt x="1312" y="560"/>
                  <a:pt x="1313" y="560"/>
                  <a:pt x="1314" y="560"/>
                </a:cubicBezTo>
                <a:cubicBezTo>
                  <a:pt x="1315" y="560"/>
                  <a:pt x="1317" y="561"/>
                  <a:pt x="1318" y="561"/>
                </a:cubicBezTo>
                <a:cubicBezTo>
                  <a:pt x="1319" y="561"/>
                  <a:pt x="1320" y="560"/>
                  <a:pt x="1321" y="560"/>
                </a:cubicBezTo>
                <a:cubicBezTo>
                  <a:pt x="1322" y="560"/>
                  <a:pt x="1323" y="560"/>
                  <a:pt x="1324" y="559"/>
                </a:cubicBezTo>
                <a:cubicBezTo>
                  <a:pt x="1325" y="559"/>
                  <a:pt x="1326" y="558"/>
                  <a:pt x="1326" y="558"/>
                </a:cubicBezTo>
                <a:cubicBezTo>
                  <a:pt x="1326" y="557"/>
                  <a:pt x="1327" y="556"/>
                  <a:pt x="1327" y="556"/>
                </a:cubicBezTo>
                <a:cubicBezTo>
                  <a:pt x="1327" y="555"/>
                  <a:pt x="1326" y="555"/>
                  <a:pt x="1326" y="554"/>
                </a:cubicBezTo>
                <a:cubicBezTo>
                  <a:pt x="1325" y="553"/>
                  <a:pt x="1325" y="553"/>
                  <a:pt x="1324" y="552"/>
                </a:cubicBezTo>
                <a:cubicBezTo>
                  <a:pt x="1323" y="552"/>
                  <a:pt x="1322" y="552"/>
                  <a:pt x="1321" y="551"/>
                </a:cubicBezTo>
                <a:cubicBezTo>
                  <a:pt x="1320" y="551"/>
                  <a:pt x="1319" y="551"/>
                  <a:pt x="1318" y="551"/>
                </a:cubicBezTo>
                <a:cubicBezTo>
                  <a:pt x="1316" y="551"/>
                  <a:pt x="1315" y="551"/>
                  <a:pt x="1314" y="551"/>
                </a:cubicBezTo>
                <a:close/>
                <a:moveTo>
                  <a:pt x="1274" y="551"/>
                </a:moveTo>
                <a:cubicBezTo>
                  <a:pt x="1274" y="551"/>
                  <a:pt x="1274" y="551"/>
                  <a:pt x="1274" y="551"/>
                </a:cubicBezTo>
                <a:cubicBezTo>
                  <a:pt x="1274" y="551"/>
                  <a:pt x="1273" y="551"/>
                  <a:pt x="1273" y="551"/>
                </a:cubicBezTo>
                <a:cubicBezTo>
                  <a:pt x="1273" y="551"/>
                  <a:pt x="1273" y="551"/>
                  <a:pt x="1273" y="551"/>
                </a:cubicBezTo>
                <a:cubicBezTo>
                  <a:pt x="1272" y="551"/>
                  <a:pt x="1270" y="551"/>
                  <a:pt x="1269" y="551"/>
                </a:cubicBezTo>
                <a:cubicBezTo>
                  <a:pt x="1268" y="552"/>
                  <a:pt x="1267" y="552"/>
                  <a:pt x="1266" y="552"/>
                </a:cubicBezTo>
                <a:cubicBezTo>
                  <a:pt x="1266" y="553"/>
                  <a:pt x="1265" y="553"/>
                  <a:pt x="1265" y="554"/>
                </a:cubicBezTo>
                <a:cubicBezTo>
                  <a:pt x="1264" y="555"/>
                  <a:pt x="1264" y="555"/>
                  <a:pt x="1264" y="556"/>
                </a:cubicBezTo>
                <a:cubicBezTo>
                  <a:pt x="1264" y="556"/>
                  <a:pt x="1264" y="557"/>
                  <a:pt x="1265" y="558"/>
                </a:cubicBezTo>
                <a:cubicBezTo>
                  <a:pt x="1265" y="558"/>
                  <a:pt x="1266" y="559"/>
                  <a:pt x="1266" y="559"/>
                </a:cubicBezTo>
                <a:cubicBezTo>
                  <a:pt x="1267" y="560"/>
                  <a:pt x="1268" y="560"/>
                  <a:pt x="1269" y="560"/>
                </a:cubicBezTo>
                <a:cubicBezTo>
                  <a:pt x="1270" y="560"/>
                  <a:pt x="1272" y="561"/>
                  <a:pt x="1273" y="561"/>
                </a:cubicBezTo>
                <a:cubicBezTo>
                  <a:pt x="1273" y="561"/>
                  <a:pt x="1273" y="561"/>
                  <a:pt x="1273" y="561"/>
                </a:cubicBezTo>
                <a:cubicBezTo>
                  <a:pt x="1273" y="561"/>
                  <a:pt x="1274" y="561"/>
                  <a:pt x="1274" y="561"/>
                </a:cubicBezTo>
                <a:cubicBezTo>
                  <a:pt x="1274" y="561"/>
                  <a:pt x="1274" y="561"/>
                  <a:pt x="1274" y="561"/>
                </a:cubicBezTo>
                <a:cubicBezTo>
                  <a:pt x="1274" y="561"/>
                  <a:pt x="1274" y="560"/>
                  <a:pt x="1275" y="560"/>
                </a:cubicBezTo>
                <a:cubicBezTo>
                  <a:pt x="1276" y="560"/>
                  <a:pt x="1277" y="560"/>
                  <a:pt x="1277" y="560"/>
                </a:cubicBezTo>
                <a:cubicBezTo>
                  <a:pt x="1278" y="560"/>
                  <a:pt x="1279" y="559"/>
                  <a:pt x="1280" y="559"/>
                </a:cubicBezTo>
                <a:cubicBezTo>
                  <a:pt x="1280" y="558"/>
                  <a:pt x="1281" y="558"/>
                  <a:pt x="1281" y="557"/>
                </a:cubicBezTo>
                <a:cubicBezTo>
                  <a:pt x="1282" y="557"/>
                  <a:pt x="1282" y="556"/>
                  <a:pt x="1282" y="556"/>
                </a:cubicBezTo>
                <a:cubicBezTo>
                  <a:pt x="1282" y="555"/>
                  <a:pt x="1282" y="555"/>
                  <a:pt x="1281" y="554"/>
                </a:cubicBezTo>
                <a:cubicBezTo>
                  <a:pt x="1281" y="554"/>
                  <a:pt x="1280" y="553"/>
                  <a:pt x="1280" y="553"/>
                </a:cubicBezTo>
                <a:cubicBezTo>
                  <a:pt x="1279" y="552"/>
                  <a:pt x="1278" y="552"/>
                  <a:pt x="1277" y="552"/>
                </a:cubicBezTo>
                <a:cubicBezTo>
                  <a:pt x="1277" y="551"/>
                  <a:pt x="1276" y="551"/>
                  <a:pt x="1275" y="551"/>
                </a:cubicBezTo>
                <a:cubicBezTo>
                  <a:pt x="1274" y="551"/>
                  <a:pt x="1274" y="551"/>
                  <a:pt x="1274" y="551"/>
                </a:cubicBezTo>
                <a:close/>
                <a:moveTo>
                  <a:pt x="1583" y="551"/>
                </a:moveTo>
                <a:cubicBezTo>
                  <a:pt x="1582" y="552"/>
                  <a:pt x="1581" y="552"/>
                  <a:pt x="1580" y="552"/>
                </a:cubicBezTo>
                <a:cubicBezTo>
                  <a:pt x="1579" y="553"/>
                  <a:pt x="1579" y="553"/>
                  <a:pt x="1578" y="554"/>
                </a:cubicBezTo>
                <a:cubicBezTo>
                  <a:pt x="1578" y="555"/>
                  <a:pt x="1578" y="555"/>
                  <a:pt x="1578" y="556"/>
                </a:cubicBezTo>
                <a:cubicBezTo>
                  <a:pt x="1578" y="556"/>
                  <a:pt x="1578" y="557"/>
                  <a:pt x="1579" y="558"/>
                </a:cubicBezTo>
                <a:cubicBezTo>
                  <a:pt x="1579" y="558"/>
                  <a:pt x="1580" y="559"/>
                  <a:pt x="1581" y="559"/>
                </a:cubicBezTo>
                <a:cubicBezTo>
                  <a:pt x="1581" y="560"/>
                  <a:pt x="1582" y="560"/>
                  <a:pt x="1584" y="560"/>
                </a:cubicBezTo>
                <a:cubicBezTo>
                  <a:pt x="1585" y="560"/>
                  <a:pt x="1586" y="561"/>
                  <a:pt x="1587" y="561"/>
                </a:cubicBezTo>
                <a:cubicBezTo>
                  <a:pt x="1588" y="561"/>
                  <a:pt x="1589" y="560"/>
                  <a:pt x="1591" y="560"/>
                </a:cubicBezTo>
                <a:cubicBezTo>
                  <a:pt x="1592" y="560"/>
                  <a:pt x="1593" y="560"/>
                  <a:pt x="1593" y="559"/>
                </a:cubicBezTo>
                <a:cubicBezTo>
                  <a:pt x="1594" y="559"/>
                  <a:pt x="1595" y="558"/>
                  <a:pt x="1595" y="558"/>
                </a:cubicBezTo>
                <a:cubicBezTo>
                  <a:pt x="1595" y="557"/>
                  <a:pt x="1596" y="556"/>
                  <a:pt x="1596" y="556"/>
                </a:cubicBezTo>
                <a:cubicBezTo>
                  <a:pt x="1596" y="555"/>
                  <a:pt x="1595" y="555"/>
                  <a:pt x="1595" y="554"/>
                </a:cubicBezTo>
                <a:cubicBezTo>
                  <a:pt x="1594" y="553"/>
                  <a:pt x="1594" y="553"/>
                  <a:pt x="1593" y="552"/>
                </a:cubicBezTo>
                <a:cubicBezTo>
                  <a:pt x="1592" y="552"/>
                  <a:pt x="1591" y="552"/>
                  <a:pt x="1590" y="551"/>
                </a:cubicBezTo>
                <a:cubicBezTo>
                  <a:pt x="1589" y="551"/>
                  <a:pt x="1587" y="551"/>
                  <a:pt x="1586" y="551"/>
                </a:cubicBezTo>
                <a:cubicBezTo>
                  <a:pt x="1585" y="551"/>
                  <a:pt x="1584" y="551"/>
                  <a:pt x="1583" y="551"/>
                </a:cubicBezTo>
                <a:close/>
                <a:moveTo>
                  <a:pt x="1453" y="551"/>
                </a:moveTo>
                <a:cubicBezTo>
                  <a:pt x="1453" y="551"/>
                  <a:pt x="1453" y="551"/>
                  <a:pt x="1453" y="551"/>
                </a:cubicBezTo>
                <a:cubicBezTo>
                  <a:pt x="1453" y="551"/>
                  <a:pt x="1453" y="551"/>
                  <a:pt x="1452" y="551"/>
                </a:cubicBezTo>
                <a:cubicBezTo>
                  <a:pt x="1452" y="551"/>
                  <a:pt x="1452" y="551"/>
                  <a:pt x="1452" y="551"/>
                </a:cubicBezTo>
                <a:cubicBezTo>
                  <a:pt x="1451" y="551"/>
                  <a:pt x="1450" y="551"/>
                  <a:pt x="1448" y="551"/>
                </a:cubicBezTo>
                <a:cubicBezTo>
                  <a:pt x="1447" y="552"/>
                  <a:pt x="1446" y="552"/>
                  <a:pt x="1446" y="552"/>
                </a:cubicBezTo>
                <a:cubicBezTo>
                  <a:pt x="1445" y="553"/>
                  <a:pt x="1444" y="553"/>
                  <a:pt x="1444" y="554"/>
                </a:cubicBezTo>
                <a:cubicBezTo>
                  <a:pt x="1443" y="555"/>
                  <a:pt x="1443" y="555"/>
                  <a:pt x="1443" y="556"/>
                </a:cubicBezTo>
                <a:cubicBezTo>
                  <a:pt x="1443" y="556"/>
                  <a:pt x="1444" y="557"/>
                  <a:pt x="1444" y="558"/>
                </a:cubicBezTo>
                <a:cubicBezTo>
                  <a:pt x="1444" y="558"/>
                  <a:pt x="1445" y="559"/>
                  <a:pt x="1446" y="559"/>
                </a:cubicBezTo>
                <a:cubicBezTo>
                  <a:pt x="1447" y="560"/>
                  <a:pt x="1448" y="560"/>
                  <a:pt x="1449" y="560"/>
                </a:cubicBezTo>
                <a:cubicBezTo>
                  <a:pt x="1450" y="560"/>
                  <a:pt x="1451" y="561"/>
                  <a:pt x="1452" y="561"/>
                </a:cubicBezTo>
                <a:cubicBezTo>
                  <a:pt x="1453" y="561"/>
                  <a:pt x="1453" y="561"/>
                  <a:pt x="1453" y="561"/>
                </a:cubicBezTo>
                <a:cubicBezTo>
                  <a:pt x="1453" y="561"/>
                  <a:pt x="1453" y="561"/>
                  <a:pt x="1453" y="561"/>
                </a:cubicBezTo>
                <a:cubicBezTo>
                  <a:pt x="1454" y="561"/>
                  <a:pt x="1454" y="561"/>
                  <a:pt x="1454" y="561"/>
                </a:cubicBezTo>
                <a:cubicBezTo>
                  <a:pt x="1454" y="561"/>
                  <a:pt x="1454" y="560"/>
                  <a:pt x="1454" y="560"/>
                </a:cubicBezTo>
                <a:cubicBezTo>
                  <a:pt x="1455" y="560"/>
                  <a:pt x="1456" y="560"/>
                  <a:pt x="1457" y="560"/>
                </a:cubicBezTo>
                <a:cubicBezTo>
                  <a:pt x="1458" y="560"/>
                  <a:pt x="1459" y="559"/>
                  <a:pt x="1459" y="559"/>
                </a:cubicBezTo>
                <a:cubicBezTo>
                  <a:pt x="1460" y="558"/>
                  <a:pt x="1460" y="558"/>
                  <a:pt x="1461" y="557"/>
                </a:cubicBezTo>
                <a:cubicBezTo>
                  <a:pt x="1461" y="557"/>
                  <a:pt x="1461" y="556"/>
                  <a:pt x="1461" y="556"/>
                </a:cubicBezTo>
                <a:cubicBezTo>
                  <a:pt x="1461" y="555"/>
                  <a:pt x="1461" y="555"/>
                  <a:pt x="1460" y="554"/>
                </a:cubicBezTo>
                <a:cubicBezTo>
                  <a:pt x="1460" y="554"/>
                  <a:pt x="1460" y="553"/>
                  <a:pt x="1459" y="553"/>
                </a:cubicBezTo>
                <a:cubicBezTo>
                  <a:pt x="1458" y="552"/>
                  <a:pt x="1457" y="552"/>
                  <a:pt x="1457" y="552"/>
                </a:cubicBezTo>
                <a:cubicBezTo>
                  <a:pt x="1456" y="551"/>
                  <a:pt x="1455" y="551"/>
                  <a:pt x="1454" y="551"/>
                </a:cubicBezTo>
                <a:cubicBezTo>
                  <a:pt x="1454" y="551"/>
                  <a:pt x="1453" y="551"/>
                  <a:pt x="1453" y="551"/>
                </a:cubicBezTo>
                <a:close/>
                <a:moveTo>
                  <a:pt x="1364" y="551"/>
                </a:moveTo>
                <a:cubicBezTo>
                  <a:pt x="1364" y="551"/>
                  <a:pt x="1363" y="551"/>
                  <a:pt x="1363" y="551"/>
                </a:cubicBezTo>
                <a:cubicBezTo>
                  <a:pt x="1363" y="551"/>
                  <a:pt x="1363" y="551"/>
                  <a:pt x="1363" y="551"/>
                </a:cubicBezTo>
                <a:cubicBezTo>
                  <a:pt x="1363" y="551"/>
                  <a:pt x="1363" y="551"/>
                  <a:pt x="1362" y="551"/>
                </a:cubicBezTo>
                <a:cubicBezTo>
                  <a:pt x="1361" y="551"/>
                  <a:pt x="1360" y="551"/>
                  <a:pt x="1359" y="551"/>
                </a:cubicBezTo>
                <a:cubicBezTo>
                  <a:pt x="1358" y="552"/>
                  <a:pt x="1357" y="552"/>
                  <a:pt x="1356" y="552"/>
                </a:cubicBezTo>
                <a:cubicBezTo>
                  <a:pt x="1355" y="553"/>
                  <a:pt x="1355" y="553"/>
                  <a:pt x="1354" y="554"/>
                </a:cubicBezTo>
                <a:cubicBezTo>
                  <a:pt x="1354" y="555"/>
                  <a:pt x="1354" y="555"/>
                  <a:pt x="1354" y="556"/>
                </a:cubicBezTo>
                <a:cubicBezTo>
                  <a:pt x="1354" y="556"/>
                  <a:pt x="1354" y="557"/>
                  <a:pt x="1354" y="558"/>
                </a:cubicBezTo>
                <a:cubicBezTo>
                  <a:pt x="1355" y="558"/>
                  <a:pt x="1355" y="559"/>
                  <a:pt x="1356" y="559"/>
                </a:cubicBezTo>
                <a:cubicBezTo>
                  <a:pt x="1357" y="560"/>
                  <a:pt x="1358" y="560"/>
                  <a:pt x="1359" y="560"/>
                </a:cubicBezTo>
                <a:cubicBezTo>
                  <a:pt x="1360" y="560"/>
                  <a:pt x="1361" y="561"/>
                  <a:pt x="1363" y="561"/>
                </a:cubicBezTo>
                <a:cubicBezTo>
                  <a:pt x="1363" y="561"/>
                  <a:pt x="1363" y="561"/>
                  <a:pt x="1363" y="561"/>
                </a:cubicBezTo>
                <a:cubicBezTo>
                  <a:pt x="1363" y="561"/>
                  <a:pt x="1363" y="561"/>
                  <a:pt x="1364" y="561"/>
                </a:cubicBezTo>
                <a:cubicBezTo>
                  <a:pt x="1364" y="561"/>
                  <a:pt x="1364" y="561"/>
                  <a:pt x="1364" y="561"/>
                </a:cubicBezTo>
                <a:cubicBezTo>
                  <a:pt x="1364" y="561"/>
                  <a:pt x="1364" y="560"/>
                  <a:pt x="1364" y="560"/>
                </a:cubicBezTo>
                <a:cubicBezTo>
                  <a:pt x="1365" y="560"/>
                  <a:pt x="1366" y="560"/>
                  <a:pt x="1367" y="560"/>
                </a:cubicBezTo>
                <a:cubicBezTo>
                  <a:pt x="1368" y="560"/>
                  <a:pt x="1369" y="559"/>
                  <a:pt x="1370" y="559"/>
                </a:cubicBezTo>
                <a:cubicBezTo>
                  <a:pt x="1370" y="558"/>
                  <a:pt x="1371" y="558"/>
                  <a:pt x="1371" y="557"/>
                </a:cubicBezTo>
                <a:cubicBezTo>
                  <a:pt x="1371" y="557"/>
                  <a:pt x="1371" y="556"/>
                  <a:pt x="1371" y="556"/>
                </a:cubicBezTo>
                <a:cubicBezTo>
                  <a:pt x="1371" y="555"/>
                  <a:pt x="1371" y="555"/>
                  <a:pt x="1371" y="554"/>
                </a:cubicBezTo>
                <a:cubicBezTo>
                  <a:pt x="1371" y="554"/>
                  <a:pt x="1370" y="553"/>
                  <a:pt x="1369" y="553"/>
                </a:cubicBezTo>
                <a:cubicBezTo>
                  <a:pt x="1369" y="552"/>
                  <a:pt x="1368" y="552"/>
                  <a:pt x="1367" y="552"/>
                </a:cubicBezTo>
                <a:cubicBezTo>
                  <a:pt x="1366" y="551"/>
                  <a:pt x="1365" y="551"/>
                  <a:pt x="1364" y="551"/>
                </a:cubicBezTo>
                <a:cubicBezTo>
                  <a:pt x="1364" y="551"/>
                  <a:pt x="1364" y="551"/>
                  <a:pt x="1364" y="551"/>
                </a:cubicBezTo>
                <a:close/>
                <a:moveTo>
                  <a:pt x="1404" y="551"/>
                </a:moveTo>
                <a:cubicBezTo>
                  <a:pt x="1403" y="552"/>
                  <a:pt x="1402" y="552"/>
                  <a:pt x="1401" y="552"/>
                </a:cubicBezTo>
                <a:cubicBezTo>
                  <a:pt x="1400" y="553"/>
                  <a:pt x="1399" y="553"/>
                  <a:pt x="1399" y="554"/>
                </a:cubicBezTo>
                <a:cubicBezTo>
                  <a:pt x="1399" y="555"/>
                  <a:pt x="1398" y="555"/>
                  <a:pt x="1398" y="556"/>
                </a:cubicBezTo>
                <a:cubicBezTo>
                  <a:pt x="1398" y="556"/>
                  <a:pt x="1399" y="557"/>
                  <a:pt x="1399" y="558"/>
                </a:cubicBezTo>
                <a:cubicBezTo>
                  <a:pt x="1400" y="558"/>
                  <a:pt x="1400" y="559"/>
                  <a:pt x="1401" y="559"/>
                </a:cubicBezTo>
                <a:cubicBezTo>
                  <a:pt x="1402" y="560"/>
                  <a:pt x="1403" y="560"/>
                  <a:pt x="1404" y="560"/>
                </a:cubicBezTo>
                <a:cubicBezTo>
                  <a:pt x="1405" y="560"/>
                  <a:pt x="1406" y="561"/>
                  <a:pt x="1408" y="561"/>
                </a:cubicBezTo>
                <a:cubicBezTo>
                  <a:pt x="1409" y="561"/>
                  <a:pt x="1410" y="560"/>
                  <a:pt x="1411" y="560"/>
                </a:cubicBezTo>
                <a:cubicBezTo>
                  <a:pt x="1412" y="560"/>
                  <a:pt x="1413" y="560"/>
                  <a:pt x="1414" y="559"/>
                </a:cubicBezTo>
                <a:cubicBezTo>
                  <a:pt x="1415" y="559"/>
                  <a:pt x="1415" y="558"/>
                  <a:pt x="1416" y="558"/>
                </a:cubicBezTo>
                <a:cubicBezTo>
                  <a:pt x="1416" y="557"/>
                  <a:pt x="1416" y="556"/>
                  <a:pt x="1416" y="556"/>
                </a:cubicBezTo>
                <a:cubicBezTo>
                  <a:pt x="1416" y="555"/>
                  <a:pt x="1416" y="555"/>
                  <a:pt x="1416" y="554"/>
                </a:cubicBezTo>
                <a:cubicBezTo>
                  <a:pt x="1415" y="553"/>
                  <a:pt x="1414" y="553"/>
                  <a:pt x="1414" y="552"/>
                </a:cubicBezTo>
                <a:cubicBezTo>
                  <a:pt x="1413" y="552"/>
                  <a:pt x="1412" y="552"/>
                  <a:pt x="1411" y="551"/>
                </a:cubicBezTo>
                <a:cubicBezTo>
                  <a:pt x="1410" y="551"/>
                  <a:pt x="1408" y="551"/>
                  <a:pt x="1407" y="551"/>
                </a:cubicBezTo>
                <a:cubicBezTo>
                  <a:pt x="1406" y="551"/>
                  <a:pt x="1405" y="551"/>
                  <a:pt x="1404" y="551"/>
                </a:cubicBezTo>
                <a:close/>
                <a:moveTo>
                  <a:pt x="1493" y="551"/>
                </a:moveTo>
                <a:cubicBezTo>
                  <a:pt x="1492" y="552"/>
                  <a:pt x="1491" y="552"/>
                  <a:pt x="1490" y="552"/>
                </a:cubicBezTo>
                <a:cubicBezTo>
                  <a:pt x="1490" y="553"/>
                  <a:pt x="1489" y="553"/>
                  <a:pt x="1489" y="554"/>
                </a:cubicBezTo>
                <a:cubicBezTo>
                  <a:pt x="1488" y="555"/>
                  <a:pt x="1488" y="555"/>
                  <a:pt x="1488" y="556"/>
                </a:cubicBezTo>
                <a:cubicBezTo>
                  <a:pt x="1488" y="556"/>
                  <a:pt x="1488" y="557"/>
                  <a:pt x="1489" y="558"/>
                </a:cubicBezTo>
                <a:cubicBezTo>
                  <a:pt x="1489" y="558"/>
                  <a:pt x="1490" y="559"/>
                  <a:pt x="1491" y="559"/>
                </a:cubicBezTo>
                <a:cubicBezTo>
                  <a:pt x="1492" y="560"/>
                  <a:pt x="1493" y="560"/>
                  <a:pt x="1494" y="560"/>
                </a:cubicBezTo>
                <a:cubicBezTo>
                  <a:pt x="1495" y="560"/>
                  <a:pt x="1496" y="561"/>
                  <a:pt x="1497" y="561"/>
                </a:cubicBezTo>
                <a:cubicBezTo>
                  <a:pt x="1499" y="561"/>
                  <a:pt x="1500" y="560"/>
                  <a:pt x="1501" y="560"/>
                </a:cubicBezTo>
                <a:cubicBezTo>
                  <a:pt x="1502" y="560"/>
                  <a:pt x="1503" y="560"/>
                  <a:pt x="1504" y="559"/>
                </a:cubicBezTo>
                <a:cubicBezTo>
                  <a:pt x="1504" y="559"/>
                  <a:pt x="1505" y="558"/>
                  <a:pt x="1505" y="558"/>
                </a:cubicBezTo>
                <a:cubicBezTo>
                  <a:pt x="1506" y="557"/>
                  <a:pt x="1506" y="556"/>
                  <a:pt x="1506" y="556"/>
                </a:cubicBezTo>
                <a:cubicBezTo>
                  <a:pt x="1506" y="555"/>
                  <a:pt x="1506" y="555"/>
                  <a:pt x="1505" y="554"/>
                </a:cubicBezTo>
                <a:cubicBezTo>
                  <a:pt x="1505" y="553"/>
                  <a:pt x="1504" y="553"/>
                  <a:pt x="1503" y="552"/>
                </a:cubicBezTo>
                <a:cubicBezTo>
                  <a:pt x="1502" y="552"/>
                  <a:pt x="1501" y="552"/>
                  <a:pt x="1500" y="551"/>
                </a:cubicBezTo>
                <a:cubicBezTo>
                  <a:pt x="1499" y="551"/>
                  <a:pt x="1498" y="551"/>
                  <a:pt x="1497" y="551"/>
                </a:cubicBezTo>
                <a:cubicBezTo>
                  <a:pt x="1495" y="551"/>
                  <a:pt x="1494" y="551"/>
                  <a:pt x="1493" y="551"/>
                </a:cubicBezTo>
                <a:close/>
                <a:moveTo>
                  <a:pt x="2349" y="551"/>
                </a:moveTo>
                <a:cubicBezTo>
                  <a:pt x="2349" y="551"/>
                  <a:pt x="2348" y="551"/>
                  <a:pt x="2348" y="551"/>
                </a:cubicBezTo>
                <a:cubicBezTo>
                  <a:pt x="2348" y="551"/>
                  <a:pt x="2348" y="551"/>
                  <a:pt x="2348" y="551"/>
                </a:cubicBezTo>
                <a:cubicBezTo>
                  <a:pt x="2348" y="551"/>
                  <a:pt x="2348" y="551"/>
                  <a:pt x="2347" y="551"/>
                </a:cubicBezTo>
                <a:cubicBezTo>
                  <a:pt x="2346" y="551"/>
                  <a:pt x="2345" y="551"/>
                  <a:pt x="2344" y="551"/>
                </a:cubicBezTo>
                <a:cubicBezTo>
                  <a:pt x="2343" y="552"/>
                  <a:pt x="2342" y="552"/>
                  <a:pt x="2342" y="552"/>
                </a:cubicBezTo>
                <a:cubicBezTo>
                  <a:pt x="2341" y="553"/>
                  <a:pt x="2340" y="553"/>
                  <a:pt x="2340" y="554"/>
                </a:cubicBezTo>
                <a:cubicBezTo>
                  <a:pt x="2340" y="555"/>
                  <a:pt x="2340" y="555"/>
                  <a:pt x="2340" y="556"/>
                </a:cubicBezTo>
                <a:cubicBezTo>
                  <a:pt x="2340" y="556"/>
                  <a:pt x="2341" y="557"/>
                  <a:pt x="2341" y="558"/>
                </a:cubicBezTo>
                <a:cubicBezTo>
                  <a:pt x="2342" y="558"/>
                  <a:pt x="2343" y="559"/>
                  <a:pt x="2344" y="559"/>
                </a:cubicBezTo>
                <a:cubicBezTo>
                  <a:pt x="2345" y="560"/>
                  <a:pt x="2346" y="560"/>
                  <a:pt x="2347" y="560"/>
                </a:cubicBezTo>
                <a:cubicBezTo>
                  <a:pt x="2348" y="560"/>
                  <a:pt x="2349" y="561"/>
                  <a:pt x="2350" y="561"/>
                </a:cubicBezTo>
                <a:cubicBezTo>
                  <a:pt x="2350" y="561"/>
                  <a:pt x="2351" y="561"/>
                  <a:pt x="2351" y="561"/>
                </a:cubicBezTo>
                <a:cubicBezTo>
                  <a:pt x="2351" y="561"/>
                  <a:pt x="2351" y="561"/>
                  <a:pt x="2351" y="561"/>
                </a:cubicBezTo>
                <a:cubicBezTo>
                  <a:pt x="2351" y="561"/>
                  <a:pt x="2352" y="561"/>
                  <a:pt x="2352" y="561"/>
                </a:cubicBezTo>
                <a:cubicBezTo>
                  <a:pt x="2352" y="561"/>
                  <a:pt x="2352" y="560"/>
                  <a:pt x="2352" y="560"/>
                </a:cubicBezTo>
                <a:cubicBezTo>
                  <a:pt x="2353" y="560"/>
                  <a:pt x="2354" y="560"/>
                  <a:pt x="2355" y="560"/>
                </a:cubicBezTo>
                <a:cubicBezTo>
                  <a:pt x="2356" y="560"/>
                  <a:pt x="2356" y="559"/>
                  <a:pt x="2357" y="559"/>
                </a:cubicBezTo>
                <a:cubicBezTo>
                  <a:pt x="2357" y="558"/>
                  <a:pt x="2358" y="558"/>
                  <a:pt x="2358" y="557"/>
                </a:cubicBezTo>
                <a:cubicBezTo>
                  <a:pt x="2358" y="557"/>
                  <a:pt x="2358" y="556"/>
                  <a:pt x="2358" y="556"/>
                </a:cubicBezTo>
                <a:cubicBezTo>
                  <a:pt x="2358" y="555"/>
                  <a:pt x="2357" y="555"/>
                  <a:pt x="2357" y="554"/>
                </a:cubicBezTo>
                <a:cubicBezTo>
                  <a:pt x="2356" y="554"/>
                  <a:pt x="2356" y="553"/>
                  <a:pt x="2355" y="553"/>
                </a:cubicBezTo>
                <a:cubicBezTo>
                  <a:pt x="2354" y="552"/>
                  <a:pt x="2353" y="552"/>
                  <a:pt x="2352" y="552"/>
                </a:cubicBezTo>
                <a:cubicBezTo>
                  <a:pt x="2351" y="551"/>
                  <a:pt x="2350" y="551"/>
                  <a:pt x="2349" y="551"/>
                </a:cubicBezTo>
                <a:cubicBezTo>
                  <a:pt x="2349" y="551"/>
                  <a:pt x="2349" y="551"/>
                  <a:pt x="2349" y="551"/>
                </a:cubicBezTo>
                <a:close/>
                <a:moveTo>
                  <a:pt x="2299" y="551"/>
                </a:moveTo>
                <a:cubicBezTo>
                  <a:pt x="2298" y="552"/>
                  <a:pt x="2297" y="552"/>
                  <a:pt x="2297" y="552"/>
                </a:cubicBezTo>
                <a:cubicBezTo>
                  <a:pt x="2296" y="553"/>
                  <a:pt x="2295" y="553"/>
                  <a:pt x="2295" y="554"/>
                </a:cubicBezTo>
                <a:cubicBezTo>
                  <a:pt x="2295" y="555"/>
                  <a:pt x="2295" y="555"/>
                  <a:pt x="2295" y="556"/>
                </a:cubicBezTo>
                <a:cubicBezTo>
                  <a:pt x="2295" y="556"/>
                  <a:pt x="2296" y="557"/>
                  <a:pt x="2296" y="558"/>
                </a:cubicBezTo>
                <a:cubicBezTo>
                  <a:pt x="2297" y="558"/>
                  <a:pt x="2298" y="559"/>
                  <a:pt x="2299" y="559"/>
                </a:cubicBezTo>
                <a:cubicBezTo>
                  <a:pt x="2300" y="560"/>
                  <a:pt x="2301" y="560"/>
                  <a:pt x="2302" y="560"/>
                </a:cubicBezTo>
                <a:cubicBezTo>
                  <a:pt x="2303" y="560"/>
                  <a:pt x="2304" y="561"/>
                  <a:pt x="2305" y="561"/>
                </a:cubicBezTo>
                <a:cubicBezTo>
                  <a:pt x="2307" y="561"/>
                  <a:pt x="2308" y="560"/>
                  <a:pt x="2309" y="560"/>
                </a:cubicBezTo>
                <a:cubicBezTo>
                  <a:pt x="2310" y="560"/>
                  <a:pt x="2311" y="560"/>
                  <a:pt x="2311" y="559"/>
                </a:cubicBezTo>
                <a:cubicBezTo>
                  <a:pt x="2312" y="559"/>
                  <a:pt x="2313" y="558"/>
                  <a:pt x="2313" y="558"/>
                </a:cubicBezTo>
                <a:cubicBezTo>
                  <a:pt x="2313" y="557"/>
                  <a:pt x="2313" y="556"/>
                  <a:pt x="2313" y="556"/>
                </a:cubicBezTo>
                <a:cubicBezTo>
                  <a:pt x="2313" y="555"/>
                  <a:pt x="2312" y="555"/>
                  <a:pt x="2312" y="554"/>
                </a:cubicBezTo>
                <a:cubicBezTo>
                  <a:pt x="2311" y="553"/>
                  <a:pt x="2310" y="553"/>
                  <a:pt x="2309" y="552"/>
                </a:cubicBezTo>
                <a:cubicBezTo>
                  <a:pt x="2308" y="552"/>
                  <a:pt x="2307" y="552"/>
                  <a:pt x="2306" y="551"/>
                </a:cubicBezTo>
                <a:cubicBezTo>
                  <a:pt x="2305" y="551"/>
                  <a:pt x="2304" y="551"/>
                  <a:pt x="2303" y="551"/>
                </a:cubicBezTo>
                <a:cubicBezTo>
                  <a:pt x="2301" y="551"/>
                  <a:pt x="2300" y="551"/>
                  <a:pt x="2299" y="551"/>
                </a:cubicBezTo>
                <a:close/>
                <a:moveTo>
                  <a:pt x="2389" y="551"/>
                </a:moveTo>
                <a:cubicBezTo>
                  <a:pt x="2388" y="552"/>
                  <a:pt x="2387" y="552"/>
                  <a:pt x="2386" y="552"/>
                </a:cubicBezTo>
                <a:cubicBezTo>
                  <a:pt x="2386" y="553"/>
                  <a:pt x="2385" y="553"/>
                  <a:pt x="2385" y="554"/>
                </a:cubicBezTo>
                <a:cubicBezTo>
                  <a:pt x="2385" y="555"/>
                  <a:pt x="2385" y="555"/>
                  <a:pt x="2385" y="556"/>
                </a:cubicBezTo>
                <a:cubicBezTo>
                  <a:pt x="2385" y="556"/>
                  <a:pt x="2385" y="557"/>
                  <a:pt x="2386" y="558"/>
                </a:cubicBezTo>
                <a:cubicBezTo>
                  <a:pt x="2387" y="558"/>
                  <a:pt x="2387" y="559"/>
                  <a:pt x="2388" y="559"/>
                </a:cubicBezTo>
                <a:cubicBezTo>
                  <a:pt x="2389" y="560"/>
                  <a:pt x="2390" y="560"/>
                  <a:pt x="2392" y="560"/>
                </a:cubicBezTo>
                <a:cubicBezTo>
                  <a:pt x="2393" y="560"/>
                  <a:pt x="2394" y="561"/>
                  <a:pt x="2395" y="561"/>
                </a:cubicBezTo>
                <a:cubicBezTo>
                  <a:pt x="2396" y="561"/>
                  <a:pt x="2398" y="560"/>
                  <a:pt x="2399" y="560"/>
                </a:cubicBezTo>
                <a:cubicBezTo>
                  <a:pt x="2400" y="560"/>
                  <a:pt x="2400" y="560"/>
                  <a:pt x="2401" y="559"/>
                </a:cubicBezTo>
                <a:cubicBezTo>
                  <a:pt x="2402" y="559"/>
                  <a:pt x="2402" y="558"/>
                  <a:pt x="2403" y="558"/>
                </a:cubicBezTo>
                <a:cubicBezTo>
                  <a:pt x="2403" y="557"/>
                  <a:pt x="2403" y="556"/>
                  <a:pt x="2403" y="556"/>
                </a:cubicBezTo>
                <a:cubicBezTo>
                  <a:pt x="2402" y="555"/>
                  <a:pt x="2402" y="555"/>
                  <a:pt x="2401" y="554"/>
                </a:cubicBezTo>
                <a:cubicBezTo>
                  <a:pt x="2401" y="553"/>
                  <a:pt x="2400" y="553"/>
                  <a:pt x="2399" y="552"/>
                </a:cubicBezTo>
                <a:cubicBezTo>
                  <a:pt x="2398" y="552"/>
                  <a:pt x="2397" y="552"/>
                  <a:pt x="2396" y="551"/>
                </a:cubicBezTo>
                <a:cubicBezTo>
                  <a:pt x="2395" y="551"/>
                  <a:pt x="2393" y="551"/>
                  <a:pt x="2392" y="551"/>
                </a:cubicBezTo>
                <a:cubicBezTo>
                  <a:pt x="2391" y="551"/>
                  <a:pt x="2390" y="551"/>
                  <a:pt x="2389" y="551"/>
                </a:cubicBezTo>
                <a:close/>
                <a:moveTo>
                  <a:pt x="2259" y="551"/>
                </a:moveTo>
                <a:cubicBezTo>
                  <a:pt x="2259" y="551"/>
                  <a:pt x="2259" y="551"/>
                  <a:pt x="2259" y="551"/>
                </a:cubicBezTo>
                <a:cubicBezTo>
                  <a:pt x="2259" y="551"/>
                  <a:pt x="2258" y="551"/>
                  <a:pt x="2258" y="551"/>
                </a:cubicBezTo>
                <a:cubicBezTo>
                  <a:pt x="2258" y="551"/>
                  <a:pt x="2258" y="551"/>
                  <a:pt x="2258" y="551"/>
                </a:cubicBezTo>
                <a:cubicBezTo>
                  <a:pt x="2257" y="551"/>
                  <a:pt x="2255" y="551"/>
                  <a:pt x="2254" y="551"/>
                </a:cubicBezTo>
                <a:cubicBezTo>
                  <a:pt x="2253" y="552"/>
                  <a:pt x="2253" y="552"/>
                  <a:pt x="2252" y="552"/>
                </a:cubicBezTo>
                <a:cubicBezTo>
                  <a:pt x="2251" y="553"/>
                  <a:pt x="2251" y="553"/>
                  <a:pt x="2250" y="554"/>
                </a:cubicBezTo>
                <a:cubicBezTo>
                  <a:pt x="2250" y="555"/>
                  <a:pt x="2250" y="555"/>
                  <a:pt x="2250" y="556"/>
                </a:cubicBezTo>
                <a:cubicBezTo>
                  <a:pt x="2250" y="556"/>
                  <a:pt x="2251" y="557"/>
                  <a:pt x="2251" y="558"/>
                </a:cubicBezTo>
                <a:cubicBezTo>
                  <a:pt x="2252" y="558"/>
                  <a:pt x="2253" y="559"/>
                  <a:pt x="2254" y="559"/>
                </a:cubicBezTo>
                <a:cubicBezTo>
                  <a:pt x="2255" y="560"/>
                  <a:pt x="2256" y="560"/>
                  <a:pt x="2257" y="560"/>
                </a:cubicBezTo>
                <a:cubicBezTo>
                  <a:pt x="2258" y="560"/>
                  <a:pt x="2259" y="561"/>
                  <a:pt x="2261" y="561"/>
                </a:cubicBezTo>
                <a:cubicBezTo>
                  <a:pt x="2261" y="561"/>
                  <a:pt x="2261" y="561"/>
                  <a:pt x="2261" y="561"/>
                </a:cubicBezTo>
                <a:cubicBezTo>
                  <a:pt x="2261" y="561"/>
                  <a:pt x="2261" y="561"/>
                  <a:pt x="2261" y="561"/>
                </a:cubicBezTo>
                <a:cubicBezTo>
                  <a:pt x="2262" y="561"/>
                  <a:pt x="2262" y="561"/>
                  <a:pt x="2262" y="561"/>
                </a:cubicBezTo>
                <a:cubicBezTo>
                  <a:pt x="2262" y="561"/>
                  <a:pt x="2262" y="560"/>
                  <a:pt x="2262" y="560"/>
                </a:cubicBezTo>
                <a:cubicBezTo>
                  <a:pt x="2263" y="560"/>
                  <a:pt x="2264" y="560"/>
                  <a:pt x="2265" y="560"/>
                </a:cubicBezTo>
                <a:cubicBezTo>
                  <a:pt x="2266" y="560"/>
                  <a:pt x="2266" y="559"/>
                  <a:pt x="2267" y="559"/>
                </a:cubicBezTo>
                <a:cubicBezTo>
                  <a:pt x="2268" y="558"/>
                  <a:pt x="2268" y="558"/>
                  <a:pt x="2268" y="557"/>
                </a:cubicBezTo>
                <a:cubicBezTo>
                  <a:pt x="2268" y="557"/>
                  <a:pt x="2268" y="556"/>
                  <a:pt x="2268" y="556"/>
                </a:cubicBezTo>
                <a:cubicBezTo>
                  <a:pt x="2268" y="555"/>
                  <a:pt x="2268" y="555"/>
                  <a:pt x="2267" y="554"/>
                </a:cubicBezTo>
                <a:cubicBezTo>
                  <a:pt x="2267" y="554"/>
                  <a:pt x="2266" y="553"/>
                  <a:pt x="2265" y="553"/>
                </a:cubicBezTo>
                <a:cubicBezTo>
                  <a:pt x="2264" y="552"/>
                  <a:pt x="2264" y="552"/>
                  <a:pt x="2263" y="552"/>
                </a:cubicBezTo>
                <a:cubicBezTo>
                  <a:pt x="2262" y="551"/>
                  <a:pt x="2261" y="551"/>
                  <a:pt x="2260" y="551"/>
                </a:cubicBezTo>
                <a:cubicBezTo>
                  <a:pt x="2260" y="551"/>
                  <a:pt x="2259" y="551"/>
                  <a:pt x="2259" y="551"/>
                </a:cubicBezTo>
                <a:close/>
                <a:moveTo>
                  <a:pt x="739" y="551"/>
                </a:moveTo>
                <a:cubicBezTo>
                  <a:pt x="738" y="551"/>
                  <a:pt x="737" y="551"/>
                  <a:pt x="736" y="551"/>
                </a:cubicBezTo>
                <a:cubicBezTo>
                  <a:pt x="734" y="551"/>
                  <a:pt x="733" y="551"/>
                  <a:pt x="732" y="551"/>
                </a:cubicBezTo>
                <a:cubicBezTo>
                  <a:pt x="731" y="552"/>
                  <a:pt x="730" y="552"/>
                  <a:pt x="729" y="552"/>
                </a:cubicBezTo>
                <a:cubicBezTo>
                  <a:pt x="728" y="553"/>
                  <a:pt x="727" y="553"/>
                  <a:pt x="727" y="554"/>
                </a:cubicBezTo>
                <a:cubicBezTo>
                  <a:pt x="726" y="555"/>
                  <a:pt x="726" y="555"/>
                  <a:pt x="726" y="556"/>
                </a:cubicBezTo>
                <a:cubicBezTo>
                  <a:pt x="726" y="556"/>
                  <a:pt x="726" y="557"/>
                  <a:pt x="726" y="558"/>
                </a:cubicBezTo>
                <a:cubicBezTo>
                  <a:pt x="727" y="558"/>
                  <a:pt x="727" y="559"/>
                  <a:pt x="728" y="559"/>
                </a:cubicBezTo>
                <a:cubicBezTo>
                  <a:pt x="729" y="560"/>
                  <a:pt x="730" y="560"/>
                  <a:pt x="731" y="560"/>
                </a:cubicBezTo>
                <a:cubicBezTo>
                  <a:pt x="732" y="560"/>
                  <a:pt x="733" y="561"/>
                  <a:pt x="734" y="561"/>
                </a:cubicBezTo>
                <a:cubicBezTo>
                  <a:pt x="734" y="561"/>
                  <a:pt x="735" y="561"/>
                  <a:pt x="735" y="561"/>
                </a:cubicBezTo>
                <a:cubicBezTo>
                  <a:pt x="735" y="561"/>
                  <a:pt x="736" y="561"/>
                  <a:pt x="736" y="560"/>
                </a:cubicBezTo>
                <a:cubicBezTo>
                  <a:pt x="736" y="560"/>
                  <a:pt x="737" y="560"/>
                  <a:pt x="737" y="560"/>
                </a:cubicBezTo>
                <a:cubicBezTo>
                  <a:pt x="737" y="560"/>
                  <a:pt x="737" y="560"/>
                  <a:pt x="738" y="560"/>
                </a:cubicBezTo>
                <a:cubicBezTo>
                  <a:pt x="739" y="560"/>
                  <a:pt x="740" y="560"/>
                  <a:pt x="741" y="559"/>
                </a:cubicBezTo>
                <a:cubicBezTo>
                  <a:pt x="742" y="558"/>
                  <a:pt x="744" y="557"/>
                  <a:pt x="744" y="556"/>
                </a:cubicBezTo>
                <a:cubicBezTo>
                  <a:pt x="744" y="555"/>
                  <a:pt x="744" y="555"/>
                  <a:pt x="744" y="555"/>
                </a:cubicBezTo>
                <a:cubicBezTo>
                  <a:pt x="744" y="555"/>
                  <a:pt x="744" y="554"/>
                  <a:pt x="743" y="554"/>
                </a:cubicBezTo>
                <a:cubicBezTo>
                  <a:pt x="743" y="554"/>
                  <a:pt x="743" y="553"/>
                  <a:pt x="743" y="553"/>
                </a:cubicBezTo>
                <a:cubicBezTo>
                  <a:pt x="742" y="553"/>
                  <a:pt x="742" y="553"/>
                  <a:pt x="742" y="552"/>
                </a:cubicBezTo>
                <a:cubicBezTo>
                  <a:pt x="741" y="552"/>
                  <a:pt x="741" y="552"/>
                  <a:pt x="741" y="552"/>
                </a:cubicBezTo>
                <a:cubicBezTo>
                  <a:pt x="741" y="552"/>
                  <a:pt x="741" y="552"/>
                  <a:pt x="740" y="552"/>
                </a:cubicBezTo>
                <a:cubicBezTo>
                  <a:pt x="740" y="552"/>
                  <a:pt x="740" y="552"/>
                  <a:pt x="740" y="552"/>
                </a:cubicBezTo>
                <a:cubicBezTo>
                  <a:pt x="739" y="552"/>
                  <a:pt x="739" y="551"/>
                  <a:pt x="739" y="551"/>
                </a:cubicBezTo>
                <a:cubicBezTo>
                  <a:pt x="739" y="551"/>
                  <a:pt x="739" y="551"/>
                  <a:pt x="739" y="551"/>
                </a:cubicBezTo>
                <a:close/>
                <a:moveTo>
                  <a:pt x="828" y="551"/>
                </a:moveTo>
                <a:cubicBezTo>
                  <a:pt x="827" y="551"/>
                  <a:pt x="826" y="551"/>
                  <a:pt x="825" y="551"/>
                </a:cubicBezTo>
                <a:cubicBezTo>
                  <a:pt x="824" y="551"/>
                  <a:pt x="823" y="551"/>
                  <a:pt x="822" y="551"/>
                </a:cubicBezTo>
                <a:cubicBezTo>
                  <a:pt x="820" y="552"/>
                  <a:pt x="819" y="552"/>
                  <a:pt x="819" y="552"/>
                </a:cubicBezTo>
                <a:cubicBezTo>
                  <a:pt x="818" y="553"/>
                  <a:pt x="817" y="553"/>
                  <a:pt x="816" y="554"/>
                </a:cubicBezTo>
                <a:cubicBezTo>
                  <a:pt x="816" y="555"/>
                  <a:pt x="816" y="555"/>
                  <a:pt x="816" y="556"/>
                </a:cubicBezTo>
                <a:cubicBezTo>
                  <a:pt x="815" y="556"/>
                  <a:pt x="816" y="557"/>
                  <a:pt x="816" y="558"/>
                </a:cubicBezTo>
                <a:cubicBezTo>
                  <a:pt x="816" y="558"/>
                  <a:pt x="817" y="559"/>
                  <a:pt x="818" y="559"/>
                </a:cubicBezTo>
                <a:cubicBezTo>
                  <a:pt x="818" y="560"/>
                  <a:pt x="819" y="560"/>
                  <a:pt x="820" y="560"/>
                </a:cubicBezTo>
                <a:cubicBezTo>
                  <a:pt x="821" y="560"/>
                  <a:pt x="823" y="561"/>
                  <a:pt x="824" y="561"/>
                </a:cubicBezTo>
                <a:cubicBezTo>
                  <a:pt x="824" y="561"/>
                  <a:pt x="824" y="561"/>
                  <a:pt x="825" y="561"/>
                </a:cubicBezTo>
                <a:cubicBezTo>
                  <a:pt x="825" y="561"/>
                  <a:pt x="825" y="561"/>
                  <a:pt x="826" y="560"/>
                </a:cubicBezTo>
                <a:cubicBezTo>
                  <a:pt x="826" y="560"/>
                  <a:pt x="826" y="560"/>
                  <a:pt x="827" y="560"/>
                </a:cubicBezTo>
                <a:cubicBezTo>
                  <a:pt x="827" y="560"/>
                  <a:pt x="827" y="560"/>
                  <a:pt x="827" y="560"/>
                </a:cubicBezTo>
                <a:cubicBezTo>
                  <a:pt x="828" y="560"/>
                  <a:pt x="828" y="560"/>
                  <a:pt x="828" y="560"/>
                </a:cubicBezTo>
                <a:cubicBezTo>
                  <a:pt x="829" y="560"/>
                  <a:pt x="829" y="560"/>
                  <a:pt x="829" y="560"/>
                </a:cubicBezTo>
                <a:cubicBezTo>
                  <a:pt x="829" y="560"/>
                  <a:pt x="829" y="560"/>
                  <a:pt x="830" y="559"/>
                </a:cubicBezTo>
                <a:cubicBezTo>
                  <a:pt x="830" y="559"/>
                  <a:pt x="830" y="559"/>
                  <a:pt x="830" y="559"/>
                </a:cubicBezTo>
                <a:cubicBezTo>
                  <a:pt x="831" y="559"/>
                  <a:pt x="831" y="559"/>
                  <a:pt x="832" y="558"/>
                </a:cubicBezTo>
                <a:cubicBezTo>
                  <a:pt x="832" y="558"/>
                  <a:pt x="832" y="558"/>
                  <a:pt x="833" y="558"/>
                </a:cubicBezTo>
                <a:cubicBezTo>
                  <a:pt x="833" y="557"/>
                  <a:pt x="833" y="557"/>
                  <a:pt x="833" y="557"/>
                </a:cubicBezTo>
                <a:cubicBezTo>
                  <a:pt x="833" y="556"/>
                  <a:pt x="833" y="556"/>
                  <a:pt x="833" y="556"/>
                </a:cubicBezTo>
                <a:cubicBezTo>
                  <a:pt x="833" y="555"/>
                  <a:pt x="833" y="555"/>
                  <a:pt x="833" y="555"/>
                </a:cubicBezTo>
                <a:cubicBezTo>
                  <a:pt x="833" y="555"/>
                  <a:pt x="833" y="554"/>
                  <a:pt x="833" y="554"/>
                </a:cubicBezTo>
                <a:cubicBezTo>
                  <a:pt x="833" y="554"/>
                  <a:pt x="833" y="553"/>
                  <a:pt x="832" y="553"/>
                </a:cubicBezTo>
                <a:cubicBezTo>
                  <a:pt x="832" y="553"/>
                  <a:pt x="832" y="553"/>
                  <a:pt x="831" y="552"/>
                </a:cubicBezTo>
                <a:cubicBezTo>
                  <a:pt x="830" y="552"/>
                  <a:pt x="829" y="552"/>
                  <a:pt x="828" y="551"/>
                </a:cubicBezTo>
                <a:cubicBezTo>
                  <a:pt x="828" y="551"/>
                  <a:pt x="829" y="551"/>
                  <a:pt x="828" y="551"/>
                </a:cubicBezTo>
                <a:close/>
                <a:moveTo>
                  <a:pt x="647" y="551"/>
                </a:moveTo>
                <a:cubicBezTo>
                  <a:pt x="647" y="551"/>
                  <a:pt x="647" y="551"/>
                  <a:pt x="647" y="551"/>
                </a:cubicBezTo>
                <a:cubicBezTo>
                  <a:pt x="647" y="551"/>
                  <a:pt x="647" y="551"/>
                  <a:pt x="646" y="551"/>
                </a:cubicBezTo>
                <a:cubicBezTo>
                  <a:pt x="646" y="551"/>
                  <a:pt x="646" y="551"/>
                  <a:pt x="646" y="551"/>
                </a:cubicBezTo>
                <a:cubicBezTo>
                  <a:pt x="645" y="551"/>
                  <a:pt x="644" y="551"/>
                  <a:pt x="642" y="551"/>
                </a:cubicBezTo>
                <a:cubicBezTo>
                  <a:pt x="641" y="552"/>
                  <a:pt x="640" y="552"/>
                  <a:pt x="639" y="552"/>
                </a:cubicBezTo>
                <a:cubicBezTo>
                  <a:pt x="638" y="553"/>
                  <a:pt x="638" y="553"/>
                  <a:pt x="637" y="554"/>
                </a:cubicBezTo>
                <a:cubicBezTo>
                  <a:pt x="637" y="555"/>
                  <a:pt x="636" y="555"/>
                  <a:pt x="636" y="556"/>
                </a:cubicBezTo>
                <a:cubicBezTo>
                  <a:pt x="636" y="556"/>
                  <a:pt x="636" y="557"/>
                  <a:pt x="637" y="558"/>
                </a:cubicBezTo>
                <a:cubicBezTo>
                  <a:pt x="637" y="558"/>
                  <a:pt x="637" y="559"/>
                  <a:pt x="638" y="559"/>
                </a:cubicBezTo>
                <a:cubicBezTo>
                  <a:pt x="639" y="560"/>
                  <a:pt x="640" y="560"/>
                  <a:pt x="641" y="560"/>
                </a:cubicBezTo>
                <a:cubicBezTo>
                  <a:pt x="642" y="560"/>
                  <a:pt x="643" y="561"/>
                  <a:pt x="644" y="561"/>
                </a:cubicBezTo>
                <a:cubicBezTo>
                  <a:pt x="644" y="561"/>
                  <a:pt x="645" y="561"/>
                  <a:pt x="645" y="561"/>
                </a:cubicBezTo>
                <a:cubicBezTo>
                  <a:pt x="645" y="561"/>
                  <a:pt x="645" y="561"/>
                  <a:pt x="645" y="561"/>
                </a:cubicBezTo>
                <a:cubicBezTo>
                  <a:pt x="645" y="561"/>
                  <a:pt x="646" y="561"/>
                  <a:pt x="646" y="561"/>
                </a:cubicBezTo>
                <a:cubicBezTo>
                  <a:pt x="646" y="561"/>
                  <a:pt x="646" y="560"/>
                  <a:pt x="646" y="560"/>
                </a:cubicBezTo>
                <a:cubicBezTo>
                  <a:pt x="647" y="560"/>
                  <a:pt x="648" y="560"/>
                  <a:pt x="649" y="560"/>
                </a:cubicBezTo>
                <a:cubicBezTo>
                  <a:pt x="650" y="560"/>
                  <a:pt x="651" y="559"/>
                  <a:pt x="652" y="559"/>
                </a:cubicBezTo>
                <a:cubicBezTo>
                  <a:pt x="652" y="558"/>
                  <a:pt x="653" y="558"/>
                  <a:pt x="653" y="557"/>
                </a:cubicBezTo>
                <a:cubicBezTo>
                  <a:pt x="654" y="557"/>
                  <a:pt x="654" y="556"/>
                  <a:pt x="654" y="556"/>
                </a:cubicBezTo>
                <a:cubicBezTo>
                  <a:pt x="654" y="555"/>
                  <a:pt x="654" y="555"/>
                  <a:pt x="654" y="554"/>
                </a:cubicBezTo>
                <a:cubicBezTo>
                  <a:pt x="654" y="554"/>
                  <a:pt x="653" y="553"/>
                  <a:pt x="653" y="553"/>
                </a:cubicBezTo>
                <a:cubicBezTo>
                  <a:pt x="652" y="552"/>
                  <a:pt x="651" y="552"/>
                  <a:pt x="650" y="552"/>
                </a:cubicBezTo>
                <a:cubicBezTo>
                  <a:pt x="650" y="551"/>
                  <a:pt x="649" y="551"/>
                  <a:pt x="648" y="551"/>
                </a:cubicBezTo>
                <a:cubicBezTo>
                  <a:pt x="648" y="551"/>
                  <a:pt x="647" y="551"/>
                  <a:pt x="647" y="551"/>
                </a:cubicBezTo>
                <a:close/>
                <a:moveTo>
                  <a:pt x="687" y="551"/>
                </a:moveTo>
                <a:cubicBezTo>
                  <a:pt x="686" y="552"/>
                  <a:pt x="685" y="552"/>
                  <a:pt x="684" y="552"/>
                </a:cubicBezTo>
                <a:cubicBezTo>
                  <a:pt x="683" y="553"/>
                  <a:pt x="683" y="553"/>
                  <a:pt x="682" y="554"/>
                </a:cubicBezTo>
                <a:cubicBezTo>
                  <a:pt x="681" y="555"/>
                  <a:pt x="681" y="555"/>
                  <a:pt x="681" y="556"/>
                </a:cubicBezTo>
                <a:cubicBezTo>
                  <a:pt x="681" y="556"/>
                  <a:pt x="681" y="557"/>
                  <a:pt x="681" y="558"/>
                </a:cubicBezTo>
                <a:cubicBezTo>
                  <a:pt x="682" y="558"/>
                  <a:pt x="682" y="559"/>
                  <a:pt x="683" y="559"/>
                </a:cubicBezTo>
                <a:cubicBezTo>
                  <a:pt x="684" y="560"/>
                  <a:pt x="685" y="560"/>
                  <a:pt x="686" y="560"/>
                </a:cubicBezTo>
                <a:cubicBezTo>
                  <a:pt x="687" y="560"/>
                  <a:pt x="688" y="561"/>
                  <a:pt x="689" y="561"/>
                </a:cubicBezTo>
                <a:cubicBezTo>
                  <a:pt x="690" y="561"/>
                  <a:pt x="692" y="560"/>
                  <a:pt x="693" y="560"/>
                </a:cubicBezTo>
                <a:cubicBezTo>
                  <a:pt x="694" y="560"/>
                  <a:pt x="695" y="560"/>
                  <a:pt x="696" y="559"/>
                </a:cubicBezTo>
                <a:cubicBezTo>
                  <a:pt x="697" y="559"/>
                  <a:pt x="697" y="558"/>
                  <a:pt x="698" y="558"/>
                </a:cubicBezTo>
                <a:cubicBezTo>
                  <a:pt x="698" y="557"/>
                  <a:pt x="699" y="556"/>
                  <a:pt x="699" y="556"/>
                </a:cubicBezTo>
                <a:cubicBezTo>
                  <a:pt x="699" y="555"/>
                  <a:pt x="699" y="555"/>
                  <a:pt x="699" y="554"/>
                </a:cubicBezTo>
                <a:cubicBezTo>
                  <a:pt x="698" y="553"/>
                  <a:pt x="698" y="553"/>
                  <a:pt x="697" y="552"/>
                </a:cubicBezTo>
                <a:cubicBezTo>
                  <a:pt x="696" y="552"/>
                  <a:pt x="695" y="552"/>
                  <a:pt x="694" y="551"/>
                </a:cubicBezTo>
                <a:cubicBezTo>
                  <a:pt x="693" y="551"/>
                  <a:pt x="692" y="551"/>
                  <a:pt x="691" y="551"/>
                </a:cubicBezTo>
                <a:cubicBezTo>
                  <a:pt x="690" y="551"/>
                  <a:pt x="688" y="551"/>
                  <a:pt x="687" y="551"/>
                </a:cubicBezTo>
                <a:close/>
                <a:moveTo>
                  <a:pt x="598" y="551"/>
                </a:moveTo>
                <a:cubicBezTo>
                  <a:pt x="597" y="552"/>
                  <a:pt x="595" y="552"/>
                  <a:pt x="595" y="552"/>
                </a:cubicBezTo>
                <a:cubicBezTo>
                  <a:pt x="594" y="553"/>
                  <a:pt x="593" y="553"/>
                  <a:pt x="592" y="554"/>
                </a:cubicBezTo>
                <a:cubicBezTo>
                  <a:pt x="592" y="555"/>
                  <a:pt x="591" y="555"/>
                  <a:pt x="591" y="556"/>
                </a:cubicBezTo>
                <a:cubicBezTo>
                  <a:pt x="591" y="556"/>
                  <a:pt x="591" y="557"/>
                  <a:pt x="592" y="558"/>
                </a:cubicBezTo>
                <a:cubicBezTo>
                  <a:pt x="592" y="558"/>
                  <a:pt x="593" y="559"/>
                  <a:pt x="593" y="559"/>
                </a:cubicBezTo>
                <a:cubicBezTo>
                  <a:pt x="594" y="560"/>
                  <a:pt x="595" y="560"/>
                  <a:pt x="596" y="560"/>
                </a:cubicBezTo>
                <a:cubicBezTo>
                  <a:pt x="597" y="560"/>
                  <a:pt x="598" y="561"/>
                  <a:pt x="599" y="561"/>
                </a:cubicBezTo>
                <a:cubicBezTo>
                  <a:pt x="601" y="561"/>
                  <a:pt x="602" y="560"/>
                  <a:pt x="603" y="560"/>
                </a:cubicBezTo>
                <a:cubicBezTo>
                  <a:pt x="604" y="560"/>
                  <a:pt x="605" y="560"/>
                  <a:pt x="606" y="559"/>
                </a:cubicBezTo>
                <a:cubicBezTo>
                  <a:pt x="607" y="559"/>
                  <a:pt x="608" y="558"/>
                  <a:pt x="608" y="558"/>
                </a:cubicBezTo>
                <a:cubicBezTo>
                  <a:pt x="609" y="557"/>
                  <a:pt x="609" y="556"/>
                  <a:pt x="609" y="556"/>
                </a:cubicBezTo>
                <a:cubicBezTo>
                  <a:pt x="609" y="555"/>
                  <a:pt x="609" y="555"/>
                  <a:pt x="609" y="554"/>
                </a:cubicBezTo>
                <a:cubicBezTo>
                  <a:pt x="609" y="553"/>
                  <a:pt x="608" y="553"/>
                  <a:pt x="607" y="552"/>
                </a:cubicBezTo>
                <a:cubicBezTo>
                  <a:pt x="607" y="552"/>
                  <a:pt x="606" y="552"/>
                  <a:pt x="605" y="551"/>
                </a:cubicBezTo>
                <a:cubicBezTo>
                  <a:pt x="604" y="551"/>
                  <a:pt x="602" y="551"/>
                  <a:pt x="601" y="551"/>
                </a:cubicBezTo>
                <a:cubicBezTo>
                  <a:pt x="600" y="551"/>
                  <a:pt x="599" y="551"/>
                  <a:pt x="598" y="551"/>
                </a:cubicBezTo>
                <a:close/>
                <a:moveTo>
                  <a:pt x="558" y="551"/>
                </a:moveTo>
                <a:cubicBezTo>
                  <a:pt x="558" y="551"/>
                  <a:pt x="557" y="551"/>
                  <a:pt x="557" y="551"/>
                </a:cubicBezTo>
                <a:cubicBezTo>
                  <a:pt x="557" y="551"/>
                  <a:pt x="557" y="551"/>
                  <a:pt x="557" y="551"/>
                </a:cubicBezTo>
                <a:cubicBezTo>
                  <a:pt x="557" y="551"/>
                  <a:pt x="557" y="551"/>
                  <a:pt x="556" y="551"/>
                </a:cubicBezTo>
                <a:cubicBezTo>
                  <a:pt x="555" y="551"/>
                  <a:pt x="554" y="551"/>
                  <a:pt x="553" y="551"/>
                </a:cubicBezTo>
                <a:cubicBezTo>
                  <a:pt x="552" y="552"/>
                  <a:pt x="551" y="552"/>
                  <a:pt x="550" y="552"/>
                </a:cubicBezTo>
                <a:cubicBezTo>
                  <a:pt x="549" y="553"/>
                  <a:pt x="548" y="553"/>
                  <a:pt x="548" y="554"/>
                </a:cubicBezTo>
                <a:cubicBezTo>
                  <a:pt x="547" y="555"/>
                  <a:pt x="547" y="555"/>
                  <a:pt x="547" y="556"/>
                </a:cubicBezTo>
                <a:cubicBezTo>
                  <a:pt x="546" y="556"/>
                  <a:pt x="547" y="557"/>
                  <a:pt x="547" y="558"/>
                </a:cubicBezTo>
                <a:cubicBezTo>
                  <a:pt x="547" y="558"/>
                  <a:pt x="548" y="559"/>
                  <a:pt x="548" y="559"/>
                </a:cubicBezTo>
                <a:cubicBezTo>
                  <a:pt x="549" y="560"/>
                  <a:pt x="550" y="560"/>
                  <a:pt x="551" y="560"/>
                </a:cubicBezTo>
                <a:cubicBezTo>
                  <a:pt x="552" y="560"/>
                  <a:pt x="553" y="561"/>
                  <a:pt x="555" y="561"/>
                </a:cubicBezTo>
                <a:cubicBezTo>
                  <a:pt x="555" y="561"/>
                  <a:pt x="555" y="561"/>
                  <a:pt x="555" y="561"/>
                </a:cubicBezTo>
                <a:cubicBezTo>
                  <a:pt x="555" y="561"/>
                  <a:pt x="555" y="561"/>
                  <a:pt x="555" y="561"/>
                </a:cubicBezTo>
                <a:cubicBezTo>
                  <a:pt x="556" y="561"/>
                  <a:pt x="556" y="561"/>
                  <a:pt x="556" y="561"/>
                </a:cubicBezTo>
                <a:cubicBezTo>
                  <a:pt x="556" y="561"/>
                  <a:pt x="556" y="560"/>
                  <a:pt x="556" y="560"/>
                </a:cubicBezTo>
                <a:cubicBezTo>
                  <a:pt x="557" y="560"/>
                  <a:pt x="558" y="560"/>
                  <a:pt x="559" y="560"/>
                </a:cubicBezTo>
                <a:cubicBezTo>
                  <a:pt x="560" y="560"/>
                  <a:pt x="561" y="559"/>
                  <a:pt x="562" y="559"/>
                </a:cubicBezTo>
                <a:cubicBezTo>
                  <a:pt x="562" y="558"/>
                  <a:pt x="563" y="558"/>
                  <a:pt x="564" y="557"/>
                </a:cubicBezTo>
                <a:cubicBezTo>
                  <a:pt x="564" y="557"/>
                  <a:pt x="564" y="556"/>
                  <a:pt x="564" y="556"/>
                </a:cubicBezTo>
                <a:cubicBezTo>
                  <a:pt x="565" y="555"/>
                  <a:pt x="564" y="555"/>
                  <a:pt x="564" y="554"/>
                </a:cubicBezTo>
                <a:cubicBezTo>
                  <a:pt x="564" y="554"/>
                  <a:pt x="564" y="553"/>
                  <a:pt x="563" y="553"/>
                </a:cubicBezTo>
                <a:cubicBezTo>
                  <a:pt x="562" y="552"/>
                  <a:pt x="562" y="552"/>
                  <a:pt x="561" y="552"/>
                </a:cubicBezTo>
                <a:cubicBezTo>
                  <a:pt x="560" y="551"/>
                  <a:pt x="559" y="551"/>
                  <a:pt x="558" y="551"/>
                </a:cubicBezTo>
                <a:cubicBezTo>
                  <a:pt x="558" y="551"/>
                  <a:pt x="558" y="551"/>
                  <a:pt x="558" y="551"/>
                </a:cubicBezTo>
                <a:close/>
                <a:moveTo>
                  <a:pt x="777" y="551"/>
                </a:moveTo>
                <a:cubicBezTo>
                  <a:pt x="776" y="552"/>
                  <a:pt x="775" y="552"/>
                  <a:pt x="774" y="552"/>
                </a:cubicBezTo>
                <a:cubicBezTo>
                  <a:pt x="773" y="553"/>
                  <a:pt x="772" y="553"/>
                  <a:pt x="772" y="554"/>
                </a:cubicBezTo>
                <a:cubicBezTo>
                  <a:pt x="771" y="555"/>
                  <a:pt x="771" y="555"/>
                  <a:pt x="771" y="556"/>
                </a:cubicBezTo>
                <a:cubicBezTo>
                  <a:pt x="771" y="556"/>
                  <a:pt x="771" y="557"/>
                  <a:pt x="771" y="558"/>
                </a:cubicBezTo>
                <a:cubicBezTo>
                  <a:pt x="771" y="558"/>
                  <a:pt x="772" y="559"/>
                  <a:pt x="773" y="559"/>
                </a:cubicBezTo>
                <a:cubicBezTo>
                  <a:pt x="774" y="560"/>
                  <a:pt x="774" y="560"/>
                  <a:pt x="776" y="560"/>
                </a:cubicBezTo>
                <a:cubicBezTo>
                  <a:pt x="777" y="560"/>
                  <a:pt x="778" y="561"/>
                  <a:pt x="779" y="561"/>
                </a:cubicBezTo>
                <a:cubicBezTo>
                  <a:pt x="780" y="561"/>
                  <a:pt x="781" y="560"/>
                  <a:pt x="783" y="560"/>
                </a:cubicBezTo>
                <a:cubicBezTo>
                  <a:pt x="784" y="560"/>
                  <a:pt x="785" y="560"/>
                  <a:pt x="786" y="559"/>
                </a:cubicBezTo>
                <a:cubicBezTo>
                  <a:pt x="786" y="559"/>
                  <a:pt x="787" y="558"/>
                  <a:pt x="788" y="558"/>
                </a:cubicBezTo>
                <a:cubicBezTo>
                  <a:pt x="788" y="557"/>
                  <a:pt x="789" y="556"/>
                  <a:pt x="789" y="556"/>
                </a:cubicBezTo>
                <a:cubicBezTo>
                  <a:pt x="789" y="555"/>
                  <a:pt x="789" y="555"/>
                  <a:pt x="788" y="554"/>
                </a:cubicBezTo>
                <a:cubicBezTo>
                  <a:pt x="788" y="553"/>
                  <a:pt x="787" y="553"/>
                  <a:pt x="786" y="552"/>
                </a:cubicBezTo>
                <a:cubicBezTo>
                  <a:pt x="786" y="552"/>
                  <a:pt x="785" y="552"/>
                  <a:pt x="784" y="551"/>
                </a:cubicBezTo>
                <a:cubicBezTo>
                  <a:pt x="783" y="551"/>
                  <a:pt x="782" y="551"/>
                  <a:pt x="780" y="551"/>
                </a:cubicBezTo>
                <a:cubicBezTo>
                  <a:pt x="779" y="551"/>
                  <a:pt x="778" y="551"/>
                  <a:pt x="777" y="551"/>
                </a:cubicBezTo>
                <a:close/>
                <a:moveTo>
                  <a:pt x="663" y="563"/>
                </a:moveTo>
                <a:cubicBezTo>
                  <a:pt x="662" y="564"/>
                  <a:pt x="661" y="564"/>
                  <a:pt x="660" y="564"/>
                </a:cubicBezTo>
                <a:cubicBezTo>
                  <a:pt x="659" y="565"/>
                  <a:pt x="658" y="565"/>
                  <a:pt x="658" y="566"/>
                </a:cubicBezTo>
                <a:cubicBezTo>
                  <a:pt x="657" y="566"/>
                  <a:pt x="657" y="567"/>
                  <a:pt x="657" y="568"/>
                </a:cubicBezTo>
                <a:cubicBezTo>
                  <a:pt x="656" y="568"/>
                  <a:pt x="657" y="569"/>
                  <a:pt x="657" y="570"/>
                </a:cubicBezTo>
                <a:cubicBezTo>
                  <a:pt x="657" y="570"/>
                  <a:pt x="658" y="571"/>
                  <a:pt x="659" y="571"/>
                </a:cubicBezTo>
                <a:cubicBezTo>
                  <a:pt x="659" y="572"/>
                  <a:pt x="660" y="572"/>
                  <a:pt x="661" y="572"/>
                </a:cubicBezTo>
                <a:cubicBezTo>
                  <a:pt x="662" y="572"/>
                  <a:pt x="663" y="573"/>
                  <a:pt x="665" y="573"/>
                </a:cubicBezTo>
                <a:cubicBezTo>
                  <a:pt x="666" y="573"/>
                  <a:pt x="667" y="572"/>
                  <a:pt x="668" y="572"/>
                </a:cubicBezTo>
                <a:cubicBezTo>
                  <a:pt x="669" y="572"/>
                  <a:pt x="670" y="572"/>
                  <a:pt x="671" y="571"/>
                </a:cubicBezTo>
                <a:cubicBezTo>
                  <a:pt x="672" y="571"/>
                  <a:pt x="673" y="570"/>
                  <a:pt x="674" y="570"/>
                </a:cubicBezTo>
                <a:cubicBezTo>
                  <a:pt x="674" y="569"/>
                  <a:pt x="674" y="568"/>
                  <a:pt x="675" y="568"/>
                </a:cubicBezTo>
                <a:cubicBezTo>
                  <a:pt x="675" y="567"/>
                  <a:pt x="675" y="566"/>
                  <a:pt x="674" y="566"/>
                </a:cubicBezTo>
                <a:cubicBezTo>
                  <a:pt x="674" y="565"/>
                  <a:pt x="673" y="565"/>
                  <a:pt x="672" y="564"/>
                </a:cubicBezTo>
                <a:cubicBezTo>
                  <a:pt x="672" y="564"/>
                  <a:pt x="671" y="564"/>
                  <a:pt x="670" y="563"/>
                </a:cubicBezTo>
                <a:cubicBezTo>
                  <a:pt x="669" y="563"/>
                  <a:pt x="668" y="563"/>
                  <a:pt x="666" y="563"/>
                </a:cubicBezTo>
                <a:cubicBezTo>
                  <a:pt x="665" y="563"/>
                  <a:pt x="664" y="563"/>
                  <a:pt x="663" y="563"/>
                </a:cubicBezTo>
                <a:close/>
                <a:moveTo>
                  <a:pt x="708" y="563"/>
                </a:moveTo>
                <a:cubicBezTo>
                  <a:pt x="707" y="564"/>
                  <a:pt x="706" y="564"/>
                  <a:pt x="705" y="564"/>
                </a:cubicBezTo>
                <a:cubicBezTo>
                  <a:pt x="704" y="565"/>
                  <a:pt x="703" y="565"/>
                  <a:pt x="703" y="566"/>
                </a:cubicBezTo>
                <a:cubicBezTo>
                  <a:pt x="702" y="566"/>
                  <a:pt x="702" y="567"/>
                  <a:pt x="702" y="568"/>
                </a:cubicBezTo>
                <a:cubicBezTo>
                  <a:pt x="701" y="568"/>
                  <a:pt x="702" y="569"/>
                  <a:pt x="702" y="570"/>
                </a:cubicBezTo>
                <a:cubicBezTo>
                  <a:pt x="702" y="570"/>
                  <a:pt x="703" y="571"/>
                  <a:pt x="704" y="571"/>
                </a:cubicBezTo>
                <a:cubicBezTo>
                  <a:pt x="704" y="572"/>
                  <a:pt x="705" y="572"/>
                  <a:pt x="706" y="572"/>
                </a:cubicBezTo>
                <a:cubicBezTo>
                  <a:pt x="707" y="572"/>
                  <a:pt x="709" y="573"/>
                  <a:pt x="710" y="573"/>
                </a:cubicBezTo>
                <a:cubicBezTo>
                  <a:pt x="711" y="573"/>
                  <a:pt x="712" y="572"/>
                  <a:pt x="713" y="572"/>
                </a:cubicBezTo>
                <a:cubicBezTo>
                  <a:pt x="714" y="572"/>
                  <a:pt x="715" y="572"/>
                  <a:pt x="716" y="571"/>
                </a:cubicBezTo>
                <a:cubicBezTo>
                  <a:pt x="717" y="571"/>
                  <a:pt x="718" y="570"/>
                  <a:pt x="719" y="570"/>
                </a:cubicBezTo>
                <a:cubicBezTo>
                  <a:pt x="719" y="569"/>
                  <a:pt x="719" y="568"/>
                  <a:pt x="720" y="568"/>
                </a:cubicBezTo>
                <a:cubicBezTo>
                  <a:pt x="720" y="567"/>
                  <a:pt x="719" y="566"/>
                  <a:pt x="719" y="566"/>
                </a:cubicBezTo>
                <a:cubicBezTo>
                  <a:pt x="719" y="565"/>
                  <a:pt x="718" y="565"/>
                  <a:pt x="717" y="564"/>
                </a:cubicBezTo>
                <a:cubicBezTo>
                  <a:pt x="717" y="564"/>
                  <a:pt x="716" y="564"/>
                  <a:pt x="715" y="563"/>
                </a:cubicBezTo>
                <a:cubicBezTo>
                  <a:pt x="714" y="563"/>
                  <a:pt x="713" y="563"/>
                  <a:pt x="711" y="563"/>
                </a:cubicBezTo>
                <a:cubicBezTo>
                  <a:pt x="710" y="563"/>
                  <a:pt x="709" y="563"/>
                  <a:pt x="708" y="563"/>
                </a:cubicBezTo>
                <a:close/>
                <a:moveTo>
                  <a:pt x="753" y="563"/>
                </a:moveTo>
                <a:cubicBezTo>
                  <a:pt x="752" y="564"/>
                  <a:pt x="751" y="564"/>
                  <a:pt x="750" y="564"/>
                </a:cubicBezTo>
                <a:cubicBezTo>
                  <a:pt x="749" y="565"/>
                  <a:pt x="748" y="565"/>
                  <a:pt x="748" y="566"/>
                </a:cubicBezTo>
                <a:cubicBezTo>
                  <a:pt x="747" y="566"/>
                  <a:pt x="747" y="567"/>
                  <a:pt x="747" y="568"/>
                </a:cubicBezTo>
                <a:cubicBezTo>
                  <a:pt x="746" y="568"/>
                  <a:pt x="747" y="569"/>
                  <a:pt x="747" y="570"/>
                </a:cubicBezTo>
                <a:cubicBezTo>
                  <a:pt x="747" y="570"/>
                  <a:pt x="748" y="571"/>
                  <a:pt x="749" y="571"/>
                </a:cubicBezTo>
                <a:cubicBezTo>
                  <a:pt x="749" y="572"/>
                  <a:pt x="750" y="572"/>
                  <a:pt x="751" y="572"/>
                </a:cubicBezTo>
                <a:cubicBezTo>
                  <a:pt x="752" y="572"/>
                  <a:pt x="754" y="573"/>
                  <a:pt x="755" y="573"/>
                </a:cubicBezTo>
                <a:cubicBezTo>
                  <a:pt x="756" y="573"/>
                  <a:pt x="757" y="572"/>
                  <a:pt x="758" y="572"/>
                </a:cubicBezTo>
                <a:cubicBezTo>
                  <a:pt x="759" y="572"/>
                  <a:pt x="760" y="572"/>
                  <a:pt x="761" y="571"/>
                </a:cubicBezTo>
                <a:cubicBezTo>
                  <a:pt x="762" y="571"/>
                  <a:pt x="763" y="570"/>
                  <a:pt x="764" y="570"/>
                </a:cubicBezTo>
                <a:cubicBezTo>
                  <a:pt x="764" y="569"/>
                  <a:pt x="764" y="568"/>
                  <a:pt x="764" y="568"/>
                </a:cubicBezTo>
                <a:cubicBezTo>
                  <a:pt x="765" y="567"/>
                  <a:pt x="764" y="566"/>
                  <a:pt x="764" y="566"/>
                </a:cubicBezTo>
                <a:cubicBezTo>
                  <a:pt x="764" y="565"/>
                  <a:pt x="763" y="565"/>
                  <a:pt x="762" y="564"/>
                </a:cubicBezTo>
                <a:cubicBezTo>
                  <a:pt x="762" y="564"/>
                  <a:pt x="761" y="564"/>
                  <a:pt x="760" y="563"/>
                </a:cubicBezTo>
                <a:cubicBezTo>
                  <a:pt x="759" y="563"/>
                  <a:pt x="757" y="563"/>
                  <a:pt x="756" y="563"/>
                </a:cubicBezTo>
                <a:cubicBezTo>
                  <a:pt x="755" y="563"/>
                  <a:pt x="754" y="563"/>
                  <a:pt x="753" y="563"/>
                </a:cubicBezTo>
                <a:close/>
                <a:moveTo>
                  <a:pt x="798" y="563"/>
                </a:moveTo>
                <a:cubicBezTo>
                  <a:pt x="796" y="564"/>
                  <a:pt x="795" y="564"/>
                  <a:pt x="795" y="564"/>
                </a:cubicBezTo>
                <a:cubicBezTo>
                  <a:pt x="794" y="565"/>
                  <a:pt x="793" y="565"/>
                  <a:pt x="792" y="566"/>
                </a:cubicBezTo>
                <a:cubicBezTo>
                  <a:pt x="792" y="566"/>
                  <a:pt x="792" y="567"/>
                  <a:pt x="792" y="568"/>
                </a:cubicBezTo>
                <a:cubicBezTo>
                  <a:pt x="791" y="568"/>
                  <a:pt x="792" y="569"/>
                  <a:pt x="792" y="570"/>
                </a:cubicBezTo>
                <a:cubicBezTo>
                  <a:pt x="792" y="570"/>
                  <a:pt x="793" y="571"/>
                  <a:pt x="794" y="571"/>
                </a:cubicBezTo>
                <a:cubicBezTo>
                  <a:pt x="794" y="572"/>
                  <a:pt x="795" y="572"/>
                  <a:pt x="796" y="572"/>
                </a:cubicBezTo>
                <a:cubicBezTo>
                  <a:pt x="797" y="572"/>
                  <a:pt x="799" y="573"/>
                  <a:pt x="800" y="573"/>
                </a:cubicBezTo>
                <a:cubicBezTo>
                  <a:pt x="801" y="573"/>
                  <a:pt x="802" y="572"/>
                  <a:pt x="803" y="572"/>
                </a:cubicBezTo>
                <a:cubicBezTo>
                  <a:pt x="805" y="572"/>
                  <a:pt x="806" y="572"/>
                  <a:pt x="806" y="571"/>
                </a:cubicBezTo>
                <a:cubicBezTo>
                  <a:pt x="807" y="571"/>
                  <a:pt x="808" y="570"/>
                  <a:pt x="809" y="570"/>
                </a:cubicBezTo>
                <a:cubicBezTo>
                  <a:pt x="809" y="569"/>
                  <a:pt x="809" y="568"/>
                  <a:pt x="810" y="568"/>
                </a:cubicBezTo>
                <a:cubicBezTo>
                  <a:pt x="810" y="567"/>
                  <a:pt x="809" y="566"/>
                  <a:pt x="809" y="566"/>
                </a:cubicBezTo>
                <a:cubicBezTo>
                  <a:pt x="809" y="565"/>
                  <a:pt x="808" y="565"/>
                  <a:pt x="807" y="564"/>
                </a:cubicBezTo>
                <a:cubicBezTo>
                  <a:pt x="807" y="564"/>
                  <a:pt x="806" y="564"/>
                  <a:pt x="805" y="563"/>
                </a:cubicBezTo>
                <a:cubicBezTo>
                  <a:pt x="804" y="563"/>
                  <a:pt x="802" y="563"/>
                  <a:pt x="801" y="563"/>
                </a:cubicBezTo>
                <a:cubicBezTo>
                  <a:pt x="800" y="563"/>
                  <a:pt x="799" y="563"/>
                  <a:pt x="798" y="563"/>
                </a:cubicBezTo>
                <a:close/>
                <a:moveTo>
                  <a:pt x="618" y="563"/>
                </a:moveTo>
                <a:cubicBezTo>
                  <a:pt x="617" y="564"/>
                  <a:pt x="616" y="564"/>
                  <a:pt x="615" y="564"/>
                </a:cubicBezTo>
                <a:cubicBezTo>
                  <a:pt x="614" y="565"/>
                  <a:pt x="613" y="565"/>
                  <a:pt x="613" y="566"/>
                </a:cubicBezTo>
                <a:cubicBezTo>
                  <a:pt x="612" y="566"/>
                  <a:pt x="612" y="567"/>
                  <a:pt x="612" y="568"/>
                </a:cubicBezTo>
                <a:cubicBezTo>
                  <a:pt x="611" y="568"/>
                  <a:pt x="612" y="569"/>
                  <a:pt x="612" y="570"/>
                </a:cubicBezTo>
                <a:cubicBezTo>
                  <a:pt x="612" y="570"/>
                  <a:pt x="613" y="571"/>
                  <a:pt x="614" y="571"/>
                </a:cubicBezTo>
                <a:cubicBezTo>
                  <a:pt x="614" y="572"/>
                  <a:pt x="615" y="572"/>
                  <a:pt x="616" y="572"/>
                </a:cubicBezTo>
                <a:cubicBezTo>
                  <a:pt x="617" y="572"/>
                  <a:pt x="618" y="573"/>
                  <a:pt x="620" y="573"/>
                </a:cubicBezTo>
                <a:cubicBezTo>
                  <a:pt x="621" y="573"/>
                  <a:pt x="622" y="572"/>
                  <a:pt x="623" y="572"/>
                </a:cubicBezTo>
                <a:cubicBezTo>
                  <a:pt x="624" y="572"/>
                  <a:pt x="625" y="572"/>
                  <a:pt x="626" y="571"/>
                </a:cubicBezTo>
                <a:cubicBezTo>
                  <a:pt x="627" y="571"/>
                  <a:pt x="628" y="570"/>
                  <a:pt x="628" y="570"/>
                </a:cubicBezTo>
                <a:cubicBezTo>
                  <a:pt x="629" y="569"/>
                  <a:pt x="629" y="568"/>
                  <a:pt x="630" y="568"/>
                </a:cubicBezTo>
                <a:cubicBezTo>
                  <a:pt x="630" y="567"/>
                  <a:pt x="630" y="566"/>
                  <a:pt x="629" y="566"/>
                </a:cubicBezTo>
                <a:cubicBezTo>
                  <a:pt x="629" y="565"/>
                  <a:pt x="628" y="565"/>
                  <a:pt x="628" y="564"/>
                </a:cubicBezTo>
                <a:cubicBezTo>
                  <a:pt x="627" y="564"/>
                  <a:pt x="626" y="564"/>
                  <a:pt x="625" y="563"/>
                </a:cubicBezTo>
                <a:cubicBezTo>
                  <a:pt x="624" y="563"/>
                  <a:pt x="623" y="563"/>
                  <a:pt x="621" y="563"/>
                </a:cubicBezTo>
                <a:cubicBezTo>
                  <a:pt x="620" y="563"/>
                  <a:pt x="619" y="563"/>
                  <a:pt x="618" y="563"/>
                </a:cubicBezTo>
                <a:close/>
                <a:moveTo>
                  <a:pt x="573" y="563"/>
                </a:moveTo>
                <a:cubicBezTo>
                  <a:pt x="572" y="564"/>
                  <a:pt x="571" y="564"/>
                  <a:pt x="570" y="564"/>
                </a:cubicBezTo>
                <a:cubicBezTo>
                  <a:pt x="569" y="565"/>
                  <a:pt x="568" y="565"/>
                  <a:pt x="568" y="566"/>
                </a:cubicBezTo>
                <a:cubicBezTo>
                  <a:pt x="567" y="566"/>
                  <a:pt x="567" y="567"/>
                  <a:pt x="567" y="568"/>
                </a:cubicBezTo>
                <a:cubicBezTo>
                  <a:pt x="566" y="568"/>
                  <a:pt x="567" y="569"/>
                  <a:pt x="567" y="570"/>
                </a:cubicBezTo>
                <a:cubicBezTo>
                  <a:pt x="567" y="570"/>
                  <a:pt x="568" y="571"/>
                  <a:pt x="569" y="571"/>
                </a:cubicBezTo>
                <a:cubicBezTo>
                  <a:pt x="569" y="572"/>
                  <a:pt x="570" y="572"/>
                  <a:pt x="571" y="572"/>
                </a:cubicBezTo>
                <a:cubicBezTo>
                  <a:pt x="572" y="572"/>
                  <a:pt x="573" y="573"/>
                  <a:pt x="575" y="573"/>
                </a:cubicBezTo>
                <a:cubicBezTo>
                  <a:pt x="576" y="573"/>
                  <a:pt x="577" y="572"/>
                  <a:pt x="578" y="572"/>
                </a:cubicBezTo>
                <a:cubicBezTo>
                  <a:pt x="579" y="572"/>
                  <a:pt x="580" y="572"/>
                  <a:pt x="581" y="571"/>
                </a:cubicBezTo>
                <a:cubicBezTo>
                  <a:pt x="582" y="571"/>
                  <a:pt x="583" y="570"/>
                  <a:pt x="583" y="570"/>
                </a:cubicBezTo>
                <a:cubicBezTo>
                  <a:pt x="584" y="569"/>
                  <a:pt x="584" y="568"/>
                  <a:pt x="585" y="568"/>
                </a:cubicBezTo>
                <a:cubicBezTo>
                  <a:pt x="585" y="567"/>
                  <a:pt x="585" y="566"/>
                  <a:pt x="584" y="566"/>
                </a:cubicBezTo>
                <a:cubicBezTo>
                  <a:pt x="584" y="565"/>
                  <a:pt x="583" y="565"/>
                  <a:pt x="583" y="564"/>
                </a:cubicBezTo>
                <a:cubicBezTo>
                  <a:pt x="582" y="564"/>
                  <a:pt x="581" y="564"/>
                  <a:pt x="580" y="563"/>
                </a:cubicBezTo>
                <a:cubicBezTo>
                  <a:pt x="579" y="563"/>
                  <a:pt x="578" y="563"/>
                  <a:pt x="576" y="563"/>
                </a:cubicBezTo>
                <a:cubicBezTo>
                  <a:pt x="575" y="563"/>
                  <a:pt x="574" y="563"/>
                  <a:pt x="573" y="563"/>
                </a:cubicBezTo>
                <a:close/>
                <a:moveTo>
                  <a:pt x="1472" y="563"/>
                </a:moveTo>
                <a:cubicBezTo>
                  <a:pt x="1470" y="564"/>
                  <a:pt x="1470" y="564"/>
                  <a:pt x="1469" y="564"/>
                </a:cubicBezTo>
                <a:cubicBezTo>
                  <a:pt x="1468" y="565"/>
                  <a:pt x="1467" y="565"/>
                  <a:pt x="1467" y="566"/>
                </a:cubicBezTo>
                <a:cubicBezTo>
                  <a:pt x="1466" y="566"/>
                  <a:pt x="1466" y="567"/>
                  <a:pt x="1466" y="568"/>
                </a:cubicBezTo>
                <a:cubicBezTo>
                  <a:pt x="1466" y="568"/>
                  <a:pt x="1467" y="569"/>
                  <a:pt x="1467" y="570"/>
                </a:cubicBezTo>
                <a:cubicBezTo>
                  <a:pt x="1468" y="570"/>
                  <a:pt x="1468" y="571"/>
                  <a:pt x="1469" y="571"/>
                </a:cubicBezTo>
                <a:cubicBezTo>
                  <a:pt x="1470" y="572"/>
                  <a:pt x="1471" y="572"/>
                  <a:pt x="1472" y="572"/>
                </a:cubicBezTo>
                <a:cubicBezTo>
                  <a:pt x="1473" y="572"/>
                  <a:pt x="1474" y="573"/>
                  <a:pt x="1476" y="573"/>
                </a:cubicBezTo>
                <a:cubicBezTo>
                  <a:pt x="1477" y="573"/>
                  <a:pt x="1478" y="572"/>
                  <a:pt x="1479" y="572"/>
                </a:cubicBezTo>
                <a:cubicBezTo>
                  <a:pt x="1480" y="572"/>
                  <a:pt x="1481" y="572"/>
                  <a:pt x="1482" y="571"/>
                </a:cubicBezTo>
                <a:cubicBezTo>
                  <a:pt x="1483" y="571"/>
                  <a:pt x="1483" y="570"/>
                  <a:pt x="1484" y="570"/>
                </a:cubicBezTo>
                <a:cubicBezTo>
                  <a:pt x="1484" y="569"/>
                  <a:pt x="1484" y="568"/>
                  <a:pt x="1484" y="568"/>
                </a:cubicBezTo>
                <a:cubicBezTo>
                  <a:pt x="1484" y="567"/>
                  <a:pt x="1484" y="566"/>
                  <a:pt x="1483" y="566"/>
                </a:cubicBezTo>
                <a:cubicBezTo>
                  <a:pt x="1483" y="565"/>
                  <a:pt x="1482" y="565"/>
                  <a:pt x="1481" y="564"/>
                </a:cubicBezTo>
                <a:cubicBezTo>
                  <a:pt x="1481" y="564"/>
                  <a:pt x="1480" y="564"/>
                  <a:pt x="1479" y="563"/>
                </a:cubicBezTo>
                <a:cubicBezTo>
                  <a:pt x="1477" y="563"/>
                  <a:pt x="1476" y="563"/>
                  <a:pt x="1475" y="563"/>
                </a:cubicBezTo>
                <a:cubicBezTo>
                  <a:pt x="1474" y="563"/>
                  <a:pt x="1473" y="563"/>
                  <a:pt x="1472" y="563"/>
                </a:cubicBezTo>
                <a:close/>
                <a:moveTo>
                  <a:pt x="1561" y="563"/>
                </a:moveTo>
                <a:cubicBezTo>
                  <a:pt x="1560" y="564"/>
                  <a:pt x="1559" y="564"/>
                  <a:pt x="1559" y="564"/>
                </a:cubicBezTo>
                <a:cubicBezTo>
                  <a:pt x="1558" y="565"/>
                  <a:pt x="1557" y="565"/>
                  <a:pt x="1557" y="566"/>
                </a:cubicBezTo>
                <a:cubicBezTo>
                  <a:pt x="1556" y="566"/>
                  <a:pt x="1556" y="567"/>
                  <a:pt x="1556" y="568"/>
                </a:cubicBezTo>
                <a:cubicBezTo>
                  <a:pt x="1556" y="568"/>
                  <a:pt x="1557" y="569"/>
                  <a:pt x="1557" y="570"/>
                </a:cubicBezTo>
                <a:cubicBezTo>
                  <a:pt x="1558" y="570"/>
                  <a:pt x="1558" y="571"/>
                  <a:pt x="1559" y="571"/>
                </a:cubicBezTo>
                <a:cubicBezTo>
                  <a:pt x="1560" y="572"/>
                  <a:pt x="1561" y="572"/>
                  <a:pt x="1562" y="572"/>
                </a:cubicBezTo>
                <a:cubicBezTo>
                  <a:pt x="1563" y="572"/>
                  <a:pt x="1564" y="573"/>
                  <a:pt x="1566" y="573"/>
                </a:cubicBezTo>
                <a:cubicBezTo>
                  <a:pt x="1567" y="573"/>
                  <a:pt x="1568" y="572"/>
                  <a:pt x="1569" y="572"/>
                </a:cubicBezTo>
                <a:cubicBezTo>
                  <a:pt x="1570" y="572"/>
                  <a:pt x="1571" y="572"/>
                  <a:pt x="1572" y="571"/>
                </a:cubicBezTo>
                <a:cubicBezTo>
                  <a:pt x="1573" y="571"/>
                  <a:pt x="1573" y="570"/>
                  <a:pt x="1574" y="570"/>
                </a:cubicBezTo>
                <a:cubicBezTo>
                  <a:pt x="1574" y="569"/>
                  <a:pt x="1574" y="568"/>
                  <a:pt x="1574" y="568"/>
                </a:cubicBezTo>
                <a:cubicBezTo>
                  <a:pt x="1574" y="567"/>
                  <a:pt x="1574" y="566"/>
                  <a:pt x="1573" y="566"/>
                </a:cubicBezTo>
                <a:cubicBezTo>
                  <a:pt x="1573" y="565"/>
                  <a:pt x="1572" y="565"/>
                  <a:pt x="1571" y="564"/>
                </a:cubicBezTo>
                <a:cubicBezTo>
                  <a:pt x="1571" y="564"/>
                  <a:pt x="1570" y="564"/>
                  <a:pt x="1568" y="563"/>
                </a:cubicBezTo>
                <a:cubicBezTo>
                  <a:pt x="1567" y="563"/>
                  <a:pt x="1566" y="563"/>
                  <a:pt x="1565" y="563"/>
                </a:cubicBezTo>
                <a:cubicBezTo>
                  <a:pt x="1564" y="563"/>
                  <a:pt x="1562" y="563"/>
                  <a:pt x="1561" y="563"/>
                </a:cubicBezTo>
                <a:close/>
                <a:moveTo>
                  <a:pt x="1292" y="563"/>
                </a:moveTo>
                <a:cubicBezTo>
                  <a:pt x="1291" y="564"/>
                  <a:pt x="1290" y="564"/>
                  <a:pt x="1289" y="564"/>
                </a:cubicBezTo>
                <a:cubicBezTo>
                  <a:pt x="1288" y="565"/>
                  <a:pt x="1287" y="565"/>
                  <a:pt x="1287" y="566"/>
                </a:cubicBezTo>
                <a:cubicBezTo>
                  <a:pt x="1287" y="566"/>
                  <a:pt x="1286" y="567"/>
                  <a:pt x="1286" y="568"/>
                </a:cubicBezTo>
                <a:cubicBezTo>
                  <a:pt x="1286" y="568"/>
                  <a:pt x="1287" y="569"/>
                  <a:pt x="1287" y="570"/>
                </a:cubicBezTo>
                <a:cubicBezTo>
                  <a:pt x="1288" y="570"/>
                  <a:pt x="1288" y="571"/>
                  <a:pt x="1289" y="571"/>
                </a:cubicBezTo>
                <a:cubicBezTo>
                  <a:pt x="1290" y="572"/>
                  <a:pt x="1291" y="572"/>
                  <a:pt x="1292" y="572"/>
                </a:cubicBezTo>
                <a:cubicBezTo>
                  <a:pt x="1293" y="572"/>
                  <a:pt x="1294" y="573"/>
                  <a:pt x="1295" y="573"/>
                </a:cubicBezTo>
                <a:cubicBezTo>
                  <a:pt x="1297" y="573"/>
                  <a:pt x="1298" y="572"/>
                  <a:pt x="1299" y="572"/>
                </a:cubicBezTo>
                <a:cubicBezTo>
                  <a:pt x="1300" y="572"/>
                  <a:pt x="1301" y="572"/>
                  <a:pt x="1302" y="571"/>
                </a:cubicBezTo>
                <a:cubicBezTo>
                  <a:pt x="1303" y="571"/>
                  <a:pt x="1303" y="570"/>
                  <a:pt x="1304" y="570"/>
                </a:cubicBezTo>
                <a:cubicBezTo>
                  <a:pt x="1304" y="569"/>
                  <a:pt x="1304" y="568"/>
                  <a:pt x="1304" y="568"/>
                </a:cubicBezTo>
                <a:cubicBezTo>
                  <a:pt x="1304" y="567"/>
                  <a:pt x="1304" y="566"/>
                  <a:pt x="1304" y="566"/>
                </a:cubicBezTo>
                <a:cubicBezTo>
                  <a:pt x="1303" y="565"/>
                  <a:pt x="1303" y="565"/>
                  <a:pt x="1302" y="564"/>
                </a:cubicBezTo>
                <a:cubicBezTo>
                  <a:pt x="1301" y="564"/>
                  <a:pt x="1300" y="564"/>
                  <a:pt x="1299" y="563"/>
                </a:cubicBezTo>
                <a:cubicBezTo>
                  <a:pt x="1298" y="563"/>
                  <a:pt x="1297" y="563"/>
                  <a:pt x="1295" y="563"/>
                </a:cubicBezTo>
                <a:cubicBezTo>
                  <a:pt x="1294" y="563"/>
                  <a:pt x="1293" y="563"/>
                  <a:pt x="1292" y="563"/>
                </a:cubicBezTo>
                <a:close/>
                <a:moveTo>
                  <a:pt x="1382" y="563"/>
                </a:moveTo>
                <a:cubicBezTo>
                  <a:pt x="1381" y="564"/>
                  <a:pt x="1380" y="564"/>
                  <a:pt x="1379" y="564"/>
                </a:cubicBezTo>
                <a:cubicBezTo>
                  <a:pt x="1378" y="565"/>
                  <a:pt x="1377" y="565"/>
                  <a:pt x="1377" y="566"/>
                </a:cubicBezTo>
                <a:cubicBezTo>
                  <a:pt x="1377" y="566"/>
                  <a:pt x="1376" y="567"/>
                  <a:pt x="1376" y="568"/>
                </a:cubicBezTo>
                <a:cubicBezTo>
                  <a:pt x="1376" y="568"/>
                  <a:pt x="1377" y="569"/>
                  <a:pt x="1377" y="570"/>
                </a:cubicBezTo>
                <a:cubicBezTo>
                  <a:pt x="1378" y="570"/>
                  <a:pt x="1378" y="571"/>
                  <a:pt x="1379" y="571"/>
                </a:cubicBezTo>
                <a:cubicBezTo>
                  <a:pt x="1380" y="572"/>
                  <a:pt x="1381" y="572"/>
                  <a:pt x="1382" y="572"/>
                </a:cubicBezTo>
                <a:cubicBezTo>
                  <a:pt x="1383" y="572"/>
                  <a:pt x="1384" y="573"/>
                  <a:pt x="1386" y="573"/>
                </a:cubicBezTo>
                <a:cubicBezTo>
                  <a:pt x="1387" y="573"/>
                  <a:pt x="1388" y="572"/>
                  <a:pt x="1389" y="572"/>
                </a:cubicBezTo>
                <a:cubicBezTo>
                  <a:pt x="1390" y="572"/>
                  <a:pt x="1391" y="572"/>
                  <a:pt x="1392" y="571"/>
                </a:cubicBezTo>
                <a:cubicBezTo>
                  <a:pt x="1393" y="571"/>
                  <a:pt x="1393" y="570"/>
                  <a:pt x="1394" y="570"/>
                </a:cubicBezTo>
                <a:cubicBezTo>
                  <a:pt x="1394" y="569"/>
                  <a:pt x="1394" y="568"/>
                  <a:pt x="1394" y="568"/>
                </a:cubicBezTo>
                <a:cubicBezTo>
                  <a:pt x="1394" y="567"/>
                  <a:pt x="1394" y="566"/>
                  <a:pt x="1394" y="566"/>
                </a:cubicBezTo>
                <a:cubicBezTo>
                  <a:pt x="1393" y="565"/>
                  <a:pt x="1392" y="565"/>
                  <a:pt x="1392" y="564"/>
                </a:cubicBezTo>
                <a:cubicBezTo>
                  <a:pt x="1391" y="564"/>
                  <a:pt x="1390" y="564"/>
                  <a:pt x="1389" y="563"/>
                </a:cubicBezTo>
                <a:cubicBezTo>
                  <a:pt x="1388" y="563"/>
                  <a:pt x="1386" y="563"/>
                  <a:pt x="1385" y="563"/>
                </a:cubicBezTo>
                <a:cubicBezTo>
                  <a:pt x="1384" y="563"/>
                  <a:pt x="1383" y="563"/>
                  <a:pt x="1382" y="563"/>
                </a:cubicBezTo>
                <a:close/>
                <a:moveTo>
                  <a:pt x="1427" y="563"/>
                </a:moveTo>
                <a:cubicBezTo>
                  <a:pt x="1426" y="564"/>
                  <a:pt x="1425" y="564"/>
                  <a:pt x="1424" y="564"/>
                </a:cubicBezTo>
                <a:cubicBezTo>
                  <a:pt x="1423" y="565"/>
                  <a:pt x="1422" y="565"/>
                  <a:pt x="1422" y="566"/>
                </a:cubicBezTo>
                <a:cubicBezTo>
                  <a:pt x="1422" y="566"/>
                  <a:pt x="1421" y="567"/>
                  <a:pt x="1421" y="568"/>
                </a:cubicBezTo>
                <a:cubicBezTo>
                  <a:pt x="1421" y="568"/>
                  <a:pt x="1422" y="569"/>
                  <a:pt x="1422" y="570"/>
                </a:cubicBezTo>
                <a:cubicBezTo>
                  <a:pt x="1423" y="570"/>
                  <a:pt x="1423" y="571"/>
                  <a:pt x="1424" y="571"/>
                </a:cubicBezTo>
                <a:cubicBezTo>
                  <a:pt x="1425" y="572"/>
                  <a:pt x="1426" y="572"/>
                  <a:pt x="1427" y="572"/>
                </a:cubicBezTo>
                <a:cubicBezTo>
                  <a:pt x="1428" y="572"/>
                  <a:pt x="1429" y="573"/>
                  <a:pt x="1431" y="573"/>
                </a:cubicBezTo>
                <a:cubicBezTo>
                  <a:pt x="1432" y="573"/>
                  <a:pt x="1433" y="572"/>
                  <a:pt x="1434" y="572"/>
                </a:cubicBezTo>
                <a:cubicBezTo>
                  <a:pt x="1435" y="572"/>
                  <a:pt x="1436" y="572"/>
                  <a:pt x="1437" y="571"/>
                </a:cubicBezTo>
                <a:cubicBezTo>
                  <a:pt x="1438" y="571"/>
                  <a:pt x="1438" y="570"/>
                  <a:pt x="1439" y="570"/>
                </a:cubicBezTo>
                <a:cubicBezTo>
                  <a:pt x="1439" y="569"/>
                  <a:pt x="1439" y="568"/>
                  <a:pt x="1439" y="568"/>
                </a:cubicBezTo>
                <a:cubicBezTo>
                  <a:pt x="1439" y="567"/>
                  <a:pt x="1439" y="566"/>
                  <a:pt x="1439" y="566"/>
                </a:cubicBezTo>
                <a:cubicBezTo>
                  <a:pt x="1438" y="565"/>
                  <a:pt x="1437" y="565"/>
                  <a:pt x="1437" y="564"/>
                </a:cubicBezTo>
                <a:cubicBezTo>
                  <a:pt x="1436" y="564"/>
                  <a:pt x="1435" y="564"/>
                  <a:pt x="1434" y="563"/>
                </a:cubicBezTo>
                <a:cubicBezTo>
                  <a:pt x="1433" y="563"/>
                  <a:pt x="1431" y="563"/>
                  <a:pt x="1430" y="563"/>
                </a:cubicBezTo>
                <a:cubicBezTo>
                  <a:pt x="1429" y="563"/>
                  <a:pt x="1428" y="563"/>
                  <a:pt x="1427" y="563"/>
                </a:cubicBezTo>
                <a:close/>
                <a:moveTo>
                  <a:pt x="1337" y="563"/>
                </a:moveTo>
                <a:cubicBezTo>
                  <a:pt x="1336" y="564"/>
                  <a:pt x="1335" y="564"/>
                  <a:pt x="1334" y="564"/>
                </a:cubicBezTo>
                <a:cubicBezTo>
                  <a:pt x="1333" y="565"/>
                  <a:pt x="1332" y="565"/>
                  <a:pt x="1332" y="566"/>
                </a:cubicBezTo>
                <a:cubicBezTo>
                  <a:pt x="1332" y="566"/>
                  <a:pt x="1331" y="567"/>
                  <a:pt x="1331" y="568"/>
                </a:cubicBezTo>
                <a:cubicBezTo>
                  <a:pt x="1331" y="568"/>
                  <a:pt x="1332" y="569"/>
                  <a:pt x="1332" y="570"/>
                </a:cubicBezTo>
                <a:cubicBezTo>
                  <a:pt x="1333" y="570"/>
                  <a:pt x="1333" y="571"/>
                  <a:pt x="1334" y="571"/>
                </a:cubicBezTo>
                <a:cubicBezTo>
                  <a:pt x="1335" y="572"/>
                  <a:pt x="1336" y="572"/>
                  <a:pt x="1337" y="572"/>
                </a:cubicBezTo>
                <a:cubicBezTo>
                  <a:pt x="1338" y="572"/>
                  <a:pt x="1339" y="573"/>
                  <a:pt x="1340" y="573"/>
                </a:cubicBezTo>
                <a:cubicBezTo>
                  <a:pt x="1342" y="573"/>
                  <a:pt x="1343" y="572"/>
                  <a:pt x="1344" y="572"/>
                </a:cubicBezTo>
                <a:cubicBezTo>
                  <a:pt x="1345" y="572"/>
                  <a:pt x="1346" y="572"/>
                  <a:pt x="1347" y="571"/>
                </a:cubicBezTo>
                <a:cubicBezTo>
                  <a:pt x="1348" y="571"/>
                  <a:pt x="1348" y="570"/>
                  <a:pt x="1349" y="570"/>
                </a:cubicBezTo>
                <a:cubicBezTo>
                  <a:pt x="1349" y="569"/>
                  <a:pt x="1349" y="568"/>
                  <a:pt x="1349" y="568"/>
                </a:cubicBezTo>
                <a:cubicBezTo>
                  <a:pt x="1349" y="567"/>
                  <a:pt x="1349" y="566"/>
                  <a:pt x="1349" y="566"/>
                </a:cubicBezTo>
                <a:cubicBezTo>
                  <a:pt x="1348" y="565"/>
                  <a:pt x="1347" y="565"/>
                  <a:pt x="1347" y="564"/>
                </a:cubicBezTo>
                <a:cubicBezTo>
                  <a:pt x="1346" y="564"/>
                  <a:pt x="1345" y="564"/>
                  <a:pt x="1344" y="563"/>
                </a:cubicBezTo>
                <a:cubicBezTo>
                  <a:pt x="1343" y="563"/>
                  <a:pt x="1341" y="563"/>
                  <a:pt x="1340" y="563"/>
                </a:cubicBezTo>
                <a:cubicBezTo>
                  <a:pt x="1339" y="563"/>
                  <a:pt x="1338" y="563"/>
                  <a:pt x="1337" y="563"/>
                </a:cubicBezTo>
                <a:close/>
                <a:moveTo>
                  <a:pt x="1247" y="563"/>
                </a:moveTo>
                <a:cubicBezTo>
                  <a:pt x="1246" y="564"/>
                  <a:pt x="1245" y="564"/>
                  <a:pt x="1244" y="564"/>
                </a:cubicBezTo>
                <a:cubicBezTo>
                  <a:pt x="1243" y="565"/>
                  <a:pt x="1243" y="565"/>
                  <a:pt x="1242" y="566"/>
                </a:cubicBezTo>
                <a:cubicBezTo>
                  <a:pt x="1242" y="566"/>
                  <a:pt x="1241" y="567"/>
                  <a:pt x="1241" y="568"/>
                </a:cubicBezTo>
                <a:cubicBezTo>
                  <a:pt x="1241" y="568"/>
                  <a:pt x="1242" y="569"/>
                  <a:pt x="1242" y="570"/>
                </a:cubicBezTo>
                <a:cubicBezTo>
                  <a:pt x="1243" y="570"/>
                  <a:pt x="1243" y="571"/>
                  <a:pt x="1244" y="571"/>
                </a:cubicBezTo>
                <a:cubicBezTo>
                  <a:pt x="1245" y="572"/>
                  <a:pt x="1246" y="572"/>
                  <a:pt x="1247" y="572"/>
                </a:cubicBezTo>
                <a:cubicBezTo>
                  <a:pt x="1248" y="572"/>
                  <a:pt x="1249" y="573"/>
                  <a:pt x="1250" y="573"/>
                </a:cubicBezTo>
                <a:cubicBezTo>
                  <a:pt x="1252" y="573"/>
                  <a:pt x="1253" y="572"/>
                  <a:pt x="1254" y="572"/>
                </a:cubicBezTo>
                <a:cubicBezTo>
                  <a:pt x="1255" y="572"/>
                  <a:pt x="1256" y="572"/>
                  <a:pt x="1257" y="571"/>
                </a:cubicBezTo>
                <a:cubicBezTo>
                  <a:pt x="1258" y="571"/>
                  <a:pt x="1258" y="570"/>
                  <a:pt x="1259" y="570"/>
                </a:cubicBezTo>
                <a:cubicBezTo>
                  <a:pt x="1259" y="569"/>
                  <a:pt x="1259" y="568"/>
                  <a:pt x="1259" y="568"/>
                </a:cubicBezTo>
                <a:cubicBezTo>
                  <a:pt x="1259" y="567"/>
                  <a:pt x="1259" y="566"/>
                  <a:pt x="1259" y="566"/>
                </a:cubicBezTo>
                <a:cubicBezTo>
                  <a:pt x="1258" y="565"/>
                  <a:pt x="1258" y="565"/>
                  <a:pt x="1257" y="564"/>
                </a:cubicBezTo>
                <a:cubicBezTo>
                  <a:pt x="1256" y="564"/>
                  <a:pt x="1255" y="564"/>
                  <a:pt x="1254" y="563"/>
                </a:cubicBezTo>
                <a:cubicBezTo>
                  <a:pt x="1253" y="563"/>
                  <a:pt x="1252" y="563"/>
                  <a:pt x="1250" y="563"/>
                </a:cubicBezTo>
                <a:cubicBezTo>
                  <a:pt x="1249" y="563"/>
                  <a:pt x="1248" y="563"/>
                  <a:pt x="1247" y="563"/>
                </a:cubicBezTo>
                <a:close/>
                <a:moveTo>
                  <a:pt x="2235" y="563"/>
                </a:moveTo>
                <a:cubicBezTo>
                  <a:pt x="2234" y="564"/>
                  <a:pt x="2233" y="564"/>
                  <a:pt x="2233" y="564"/>
                </a:cubicBezTo>
                <a:cubicBezTo>
                  <a:pt x="2232" y="565"/>
                  <a:pt x="2232" y="565"/>
                  <a:pt x="2231" y="566"/>
                </a:cubicBezTo>
                <a:cubicBezTo>
                  <a:pt x="2231" y="566"/>
                  <a:pt x="2231" y="567"/>
                  <a:pt x="2231" y="568"/>
                </a:cubicBezTo>
                <a:cubicBezTo>
                  <a:pt x="2231" y="568"/>
                  <a:pt x="2232" y="569"/>
                  <a:pt x="2232" y="570"/>
                </a:cubicBezTo>
                <a:cubicBezTo>
                  <a:pt x="2233" y="570"/>
                  <a:pt x="2234" y="571"/>
                  <a:pt x="2235" y="571"/>
                </a:cubicBezTo>
                <a:cubicBezTo>
                  <a:pt x="2236" y="572"/>
                  <a:pt x="2237" y="572"/>
                  <a:pt x="2238" y="572"/>
                </a:cubicBezTo>
                <a:cubicBezTo>
                  <a:pt x="2239" y="572"/>
                  <a:pt x="2240" y="573"/>
                  <a:pt x="2241" y="573"/>
                </a:cubicBezTo>
                <a:cubicBezTo>
                  <a:pt x="2243" y="573"/>
                  <a:pt x="2244" y="572"/>
                  <a:pt x="2245" y="572"/>
                </a:cubicBezTo>
                <a:cubicBezTo>
                  <a:pt x="2246" y="572"/>
                  <a:pt x="2247" y="572"/>
                  <a:pt x="2247" y="571"/>
                </a:cubicBezTo>
                <a:cubicBezTo>
                  <a:pt x="2248" y="571"/>
                  <a:pt x="2249" y="570"/>
                  <a:pt x="2249" y="570"/>
                </a:cubicBezTo>
                <a:cubicBezTo>
                  <a:pt x="2249" y="569"/>
                  <a:pt x="2249" y="568"/>
                  <a:pt x="2249" y="568"/>
                </a:cubicBezTo>
                <a:cubicBezTo>
                  <a:pt x="2249" y="567"/>
                  <a:pt x="2248" y="566"/>
                  <a:pt x="2248" y="566"/>
                </a:cubicBezTo>
                <a:cubicBezTo>
                  <a:pt x="2247" y="565"/>
                  <a:pt x="2246" y="565"/>
                  <a:pt x="2245" y="564"/>
                </a:cubicBezTo>
                <a:cubicBezTo>
                  <a:pt x="2245" y="564"/>
                  <a:pt x="2243" y="564"/>
                  <a:pt x="2242" y="563"/>
                </a:cubicBezTo>
                <a:cubicBezTo>
                  <a:pt x="2241" y="563"/>
                  <a:pt x="2240" y="563"/>
                  <a:pt x="2239" y="563"/>
                </a:cubicBezTo>
                <a:cubicBezTo>
                  <a:pt x="2237" y="563"/>
                  <a:pt x="2236" y="563"/>
                  <a:pt x="2235" y="563"/>
                </a:cubicBezTo>
                <a:close/>
                <a:moveTo>
                  <a:pt x="2370" y="563"/>
                </a:moveTo>
                <a:cubicBezTo>
                  <a:pt x="2369" y="564"/>
                  <a:pt x="2368" y="564"/>
                  <a:pt x="2368" y="564"/>
                </a:cubicBezTo>
                <a:cubicBezTo>
                  <a:pt x="2367" y="565"/>
                  <a:pt x="2366" y="565"/>
                  <a:pt x="2366" y="566"/>
                </a:cubicBezTo>
                <a:cubicBezTo>
                  <a:pt x="2366" y="566"/>
                  <a:pt x="2366" y="567"/>
                  <a:pt x="2366" y="568"/>
                </a:cubicBezTo>
                <a:cubicBezTo>
                  <a:pt x="2366" y="568"/>
                  <a:pt x="2367" y="569"/>
                  <a:pt x="2367" y="570"/>
                </a:cubicBezTo>
                <a:cubicBezTo>
                  <a:pt x="2368" y="570"/>
                  <a:pt x="2369" y="571"/>
                  <a:pt x="2370" y="571"/>
                </a:cubicBezTo>
                <a:cubicBezTo>
                  <a:pt x="2371" y="572"/>
                  <a:pt x="2372" y="572"/>
                  <a:pt x="2373" y="572"/>
                </a:cubicBezTo>
                <a:cubicBezTo>
                  <a:pt x="2374" y="572"/>
                  <a:pt x="2375" y="573"/>
                  <a:pt x="2377" y="573"/>
                </a:cubicBezTo>
                <a:cubicBezTo>
                  <a:pt x="2378" y="573"/>
                  <a:pt x="2379" y="572"/>
                  <a:pt x="2380" y="572"/>
                </a:cubicBezTo>
                <a:cubicBezTo>
                  <a:pt x="2381" y="572"/>
                  <a:pt x="2382" y="572"/>
                  <a:pt x="2382" y="571"/>
                </a:cubicBezTo>
                <a:cubicBezTo>
                  <a:pt x="2383" y="571"/>
                  <a:pt x="2384" y="570"/>
                  <a:pt x="2384" y="570"/>
                </a:cubicBezTo>
                <a:cubicBezTo>
                  <a:pt x="2384" y="569"/>
                  <a:pt x="2384" y="568"/>
                  <a:pt x="2384" y="568"/>
                </a:cubicBezTo>
                <a:cubicBezTo>
                  <a:pt x="2384" y="567"/>
                  <a:pt x="2383" y="566"/>
                  <a:pt x="2383" y="566"/>
                </a:cubicBezTo>
                <a:cubicBezTo>
                  <a:pt x="2382" y="565"/>
                  <a:pt x="2381" y="565"/>
                  <a:pt x="2380" y="564"/>
                </a:cubicBezTo>
                <a:cubicBezTo>
                  <a:pt x="2379" y="564"/>
                  <a:pt x="2378" y="564"/>
                  <a:pt x="2377" y="563"/>
                </a:cubicBezTo>
                <a:cubicBezTo>
                  <a:pt x="2376" y="563"/>
                  <a:pt x="2375" y="563"/>
                  <a:pt x="2374" y="563"/>
                </a:cubicBezTo>
                <a:cubicBezTo>
                  <a:pt x="2372" y="563"/>
                  <a:pt x="2371" y="563"/>
                  <a:pt x="2370" y="563"/>
                </a:cubicBezTo>
                <a:close/>
                <a:moveTo>
                  <a:pt x="2415" y="563"/>
                </a:moveTo>
                <a:cubicBezTo>
                  <a:pt x="2414" y="564"/>
                  <a:pt x="2413" y="564"/>
                  <a:pt x="2413" y="564"/>
                </a:cubicBezTo>
                <a:cubicBezTo>
                  <a:pt x="2412" y="565"/>
                  <a:pt x="2411" y="565"/>
                  <a:pt x="2411" y="566"/>
                </a:cubicBezTo>
                <a:cubicBezTo>
                  <a:pt x="2411" y="566"/>
                  <a:pt x="2411" y="567"/>
                  <a:pt x="2411" y="568"/>
                </a:cubicBezTo>
                <a:cubicBezTo>
                  <a:pt x="2411" y="568"/>
                  <a:pt x="2412" y="569"/>
                  <a:pt x="2412" y="570"/>
                </a:cubicBezTo>
                <a:cubicBezTo>
                  <a:pt x="2413" y="570"/>
                  <a:pt x="2414" y="571"/>
                  <a:pt x="2415" y="571"/>
                </a:cubicBezTo>
                <a:cubicBezTo>
                  <a:pt x="2416" y="572"/>
                  <a:pt x="2417" y="572"/>
                  <a:pt x="2418" y="572"/>
                </a:cubicBezTo>
                <a:cubicBezTo>
                  <a:pt x="2419" y="572"/>
                  <a:pt x="2420" y="573"/>
                  <a:pt x="2422" y="573"/>
                </a:cubicBezTo>
                <a:cubicBezTo>
                  <a:pt x="2423" y="573"/>
                  <a:pt x="2424" y="572"/>
                  <a:pt x="2425" y="572"/>
                </a:cubicBezTo>
                <a:cubicBezTo>
                  <a:pt x="2426" y="572"/>
                  <a:pt x="2427" y="572"/>
                  <a:pt x="2427" y="571"/>
                </a:cubicBezTo>
                <a:cubicBezTo>
                  <a:pt x="2428" y="571"/>
                  <a:pt x="2429" y="570"/>
                  <a:pt x="2429" y="570"/>
                </a:cubicBezTo>
                <a:cubicBezTo>
                  <a:pt x="2429" y="569"/>
                  <a:pt x="2429" y="568"/>
                  <a:pt x="2429" y="568"/>
                </a:cubicBezTo>
                <a:cubicBezTo>
                  <a:pt x="2429" y="567"/>
                  <a:pt x="2428" y="566"/>
                  <a:pt x="2428" y="566"/>
                </a:cubicBezTo>
                <a:cubicBezTo>
                  <a:pt x="2427" y="565"/>
                  <a:pt x="2426" y="565"/>
                  <a:pt x="2425" y="564"/>
                </a:cubicBezTo>
                <a:cubicBezTo>
                  <a:pt x="2424" y="564"/>
                  <a:pt x="2423" y="564"/>
                  <a:pt x="2422" y="563"/>
                </a:cubicBezTo>
                <a:cubicBezTo>
                  <a:pt x="2421" y="563"/>
                  <a:pt x="2420" y="563"/>
                  <a:pt x="2418" y="563"/>
                </a:cubicBezTo>
                <a:cubicBezTo>
                  <a:pt x="2417" y="563"/>
                  <a:pt x="2416" y="563"/>
                  <a:pt x="2415" y="563"/>
                </a:cubicBezTo>
                <a:close/>
                <a:moveTo>
                  <a:pt x="2325" y="563"/>
                </a:moveTo>
                <a:cubicBezTo>
                  <a:pt x="2324" y="564"/>
                  <a:pt x="2323" y="564"/>
                  <a:pt x="2323" y="564"/>
                </a:cubicBezTo>
                <a:cubicBezTo>
                  <a:pt x="2322" y="565"/>
                  <a:pt x="2321" y="565"/>
                  <a:pt x="2321" y="566"/>
                </a:cubicBezTo>
                <a:cubicBezTo>
                  <a:pt x="2321" y="566"/>
                  <a:pt x="2321" y="567"/>
                  <a:pt x="2321" y="568"/>
                </a:cubicBezTo>
                <a:cubicBezTo>
                  <a:pt x="2321" y="568"/>
                  <a:pt x="2322" y="569"/>
                  <a:pt x="2322" y="570"/>
                </a:cubicBezTo>
                <a:cubicBezTo>
                  <a:pt x="2323" y="570"/>
                  <a:pt x="2324" y="571"/>
                  <a:pt x="2325" y="571"/>
                </a:cubicBezTo>
                <a:cubicBezTo>
                  <a:pt x="2326" y="572"/>
                  <a:pt x="2327" y="572"/>
                  <a:pt x="2328" y="572"/>
                </a:cubicBezTo>
                <a:cubicBezTo>
                  <a:pt x="2329" y="572"/>
                  <a:pt x="2330" y="573"/>
                  <a:pt x="2332" y="573"/>
                </a:cubicBezTo>
                <a:cubicBezTo>
                  <a:pt x="2333" y="573"/>
                  <a:pt x="2334" y="572"/>
                  <a:pt x="2335" y="572"/>
                </a:cubicBezTo>
                <a:cubicBezTo>
                  <a:pt x="2336" y="572"/>
                  <a:pt x="2337" y="572"/>
                  <a:pt x="2337" y="571"/>
                </a:cubicBezTo>
                <a:cubicBezTo>
                  <a:pt x="2338" y="571"/>
                  <a:pt x="2339" y="570"/>
                  <a:pt x="2339" y="570"/>
                </a:cubicBezTo>
                <a:cubicBezTo>
                  <a:pt x="2339" y="569"/>
                  <a:pt x="2339" y="568"/>
                  <a:pt x="2339" y="568"/>
                </a:cubicBezTo>
                <a:cubicBezTo>
                  <a:pt x="2339" y="567"/>
                  <a:pt x="2338" y="566"/>
                  <a:pt x="2338" y="566"/>
                </a:cubicBezTo>
                <a:cubicBezTo>
                  <a:pt x="2337" y="565"/>
                  <a:pt x="2336" y="565"/>
                  <a:pt x="2335" y="564"/>
                </a:cubicBezTo>
                <a:cubicBezTo>
                  <a:pt x="2334" y="564"/>
                  <a:pt x="2333" y="564"/>
                  <a:pt x="2332" y="563"/>
                </a:cubicBezTo>
                <a:cubicBezTo>
                  <a:pt x="2331" y="563"/>
                  <a:pt x="2330" y="563"/>
                  <a:pt x="2329" y="563"/>
                </a:cubicBezTo>
                <a:cubicBezTo>
                  <a:pt x="2327" y="563"/>
                  <a:pt x="2326" y="563"/>
                  <a:pt x="2325" y="563"/>
                </a:cubicBezTo>
                <a:close/>
                <a:moveTo>
                  <a:pt x="2280" y="563"/>
                </a:moveTo>
                <a:cubicBezTo>
                  <a:pt x="2279" y="564"/>
                  <a:pt x="2278" y="564"/>
                  <a:pt x="2278" y="564"/>
                </a:cubicBezTo>
                <a:cubicBezTo>
                  <a:pt x="2277" y="565"/>
                  <a:pt x="2277" y="565"/>
                  <a:pt x="2276" y="566"/>
                </a:cubicBezTo>
                <a:cubicBezTo>
                  <a:pt x="2276" y="566"/>
                  <a:pt x="2276" y="567"/>
                  <a:pt x="2276" y="568"/>
                </a:cubicBezTo>
                <a:cubicBezTo>
                  <a:pt x="2276" y="568"/>
                  <a:pt x="2277" y="569"/>
                  <a:pt x="2277" y="570"/>
                </a:cubicBezTo>
                <a:cubicBezTo>
                  <a:pt x="2278" y="570"/>
                  <a:pt x="2279" y="571"/>
                  <a:pt x="2280" y="571"/>
                </a:cubicBezTo>
                <a:cubicBezTo>
                  <a:pt x="2281" y="572"/>
                  <a:pt x="2282" y="572"/>
                  <a:pt x="2283" y="572"/>
                </a:cubicBezTo>
                <a:cubicBezTo>
                  <a:pt x="2284" y="572"/>
                  <a:pt x="2285" y="573"/>
                  <a:pt x="2286" y="573"/>
                </a:cubicBezTo>
                <a:cubicBezTo>
                  <a:pt x="2288" y="573"/>
                  <a:pt x="2289" y="572"/>
                  <a:pt x="2290" y="572"/>
                </a:cubicBezTo>
                <a:cubicBezTo>
                  <a:pt x="2291" y="572"/>
                  <a:pt x="2292" y="572"/>
                  <a:pt x="2292" y="571"/>
                </a:cubicBezTo>
                <a:cubicBezTo>
                  <a:pt x="2293" y="571"/>
                  <a:pt x="2294" y="570"/>
                  <a:pt x="2294" y="570"/>
                </a:cubicBezTo>
                <a:cubicBezTo>
                  <a:pt x="2294" y="569"/>
                  <a:pt x="2294" y="568"/>
                  <a:pt x="2294" y="568"/>
                </a:cubicBezTo>
                <a:cubicBezTo>
                  <a:pt x="2294" y="567"/>
                  <a:pt x="2293" y="566"/>
                  <a:pt x="2293" y="566"/>
                </a:cubicBezTo>
                <a:cubicBezTo>
                  <a:pt x="2292" y="565"/>
                  <a:pt x="2291" y="565"/>
                  <a:pt x="2290" y="564"/>
                </a:cubicBezTo>
                <a:cubicBezTo>
                  <a:pt x="2290" y="564"/>
                  <a:pt x="2288" y="564"/>
                  <a:pt x="2287" y="563"/>
                </a:cubicBezTo>
                <a:cubicBezTo>
                  <a:pt x="2286" y="563"/>
                  <a:pt x="2285" y="563"/>
                  <a:pt x="2284" y="563"/>
                </a:cubicBezTo>
                <a:cubicBezTo>
                  <a:pt x="2282" y="563"/>
                  <a:pt x="2281" y="563"/>
                  <a:pt x="2280" y="563"/>
                </a:cubicBezTo>
                <a:close/>
                <a:moveTo>
                  <a:pt x="2225" y="576"/>
                </a:moveTo>
                <a:cubicBezTo>
                  <a:pt x="2223" y="575"/>
                  <a:pt x="2221" y="575"/>
                  <a:pt x="2220" y="575"/>
                </a:cubicBezTo>
                <a:cubicBezTo>
                  <a:pt x="2219" y="575"/>
                  <a:pt x="2219" y="575"/>
                  <a:pt x="2218" y="575"/>
                </a:cubicBezTo>
                <a:cubicBezTo>
                  <a:pt x="2218" y="575"/>
                  <a:pt x="2217" y="575"/>
                  <a:pt x="2217" y="575"/>
                </a:cubicBezTo>
                <a:cubicBezTo>
                  <a:pt x="2217" y="575"/>
                  <a:pt x="2216" y="575"/>
                  <a:pt x="2216" y="575"/>
                </a:cubicBezTo>
                <a:cubicBezTo>
                  <a:pt x="2215" y="576"/>
                  <a:pt x="2215" y="576"/>
                  <a:pt x="2215" y="576"/>
                </a:cubicBezTo>
                <a:cubicBezTo>
                  <a:pt x="2214" y="576"/>
                  <a:pt x="2214" y="576"/>
                  <a:pt x="2213" y="577"/>
                </a:cubicBezTo>
                <a:cubicBezTo>
                  <a:pt x="2213" y="577"/>
                  <a:pt x="2213" y="577"/>
                  <a:pt x="2212" y="577"/>
                </a:cubicBezTo>
                <a:cubicBezTo>
                  <a:pt x="2212" y="578"/>
                  <a:pt x="2212" y="578"/>
                  <a:pt x="2212" y="579"/>
                </a:cubicBezTo>
                <a:cubicBezTo>
                  <a:pt x="2212" y="579"/>
                  <a:pt x="2212" y="579"/>
                  <a:pt x="2212" y="581"/>
                </a:cubicBezTo>
                <a:cubicBezTo>
                  <a:pt x="2212" y="581"/>
                  <a:pt x="2213" y="581"/>
                  <a:pt x="2213" y="581"/>
                </a:cubicBezTo>
                <a:cubicBezTo>
                  <a:pt x="2213" y="582"/>
                  <a:pt x="2213" y="582"/>
                  <a:pt x="2214" y="582"/>
                </a:cubicBezTo>
                <a:cubicBezTo>
                  <a:pt x="2214" y="582"/>
                  <a:pt x="2214" y="583"/>
                  <a:pt x="2214" y="583"/>
                </a:cubicBezTo>
                <a:cubicBezTo>
                  <a:pt x="2215" y="583"/>
                  <a:pt x="2215" y="583"/>
                  <a:pt x="2215" y="583"/>
                </a:cubicBezTo>
                <a:cubicBezTo>
                  <a:pt x="2217" y="584"/>
                  <a:pt x="2217" y="584"/>
                  <a:pt x="2217" y="584"/>
                </a:cubicBezTo>
                <a:cubicBezTo>
                  <a:pt x="2218" y="584"/>
                  <a:pt x="2219" y="584"/>
                  <a:pt x="2220" y="585"/>
                </a:cubicBezTo>
                <a:cubicBezTo>
                  <a:pt x="2221" y="585"/>
                  <a:pt x="2222" y="585"/>
                  <a:pt x="2222" y="585"/>
                </a:cubicBezTo>
                <a:cubicBezTo>
                  <a:pt x="2222" y="585"/>
                  <a:pt x="2222" y="585"/>
                  <a:pt x="2223" y="585"/>
                </a:cubicBezTo>
                <a:cubicBezTo>
                  <a:pt x="2223" y="585"/>
                  <a:pt x="2223" y="585"/>
                  <a:pt x="2223" y="585"/>
                </a:cubicBezTo>
                <a:cubicBezTo>
                  <a:pt x="2223" y="585"/>
                  <a:pt x="2223" y="585"/>
                  <a:pt x="2224" y="585"/>
                </a:cubicBezTo>
                <a:cubicBezTo>
                  <a:pt x="2224" y="585"/>
                  <a:pt x="2224" y="585"/>
                  <a:pt x="2224" y="585"/>
                </a:cubicBezTo>
                <a:cubicBezTo>
                  <a:pt x="2225" y="584"/>
                  <a:pt x="2226" y="584"/>
                  <a:pt x="2227" y="584"/>
                </a:cubicBezTo>
                <a:cubicBezTo>
                  <a:pt x="2228" y="583"/>
                  <a:pt x="2228" y="583"/>
                  <a:pt x="2228" y="583"/>
                </a:cubicBezTo>
                <a:cubicBezTo>
                  <a:pt x="2229" y="582"/>
                  <a:pt x="2230" y="581"/>
                  <a:pt x="2230" y="580"/>
                </a:cubicBezTo>
                <a:cubicBezTo>
                  <a:pt x="2230" y="579"/>
                  <a:pt x="2230" y="579"/>
                  <a:pt x="2229" y="579"/>
                </a:cubicBezTo>
                <a:cubicBezTo>
                  <a:pt x="2229" y="578"/>
                  <a:pt x="2229" y="578"/>
                  <a:pt x="2228" y="577"/>
                </a:cubicBezTo>
                <a:cubicBezTo>
                  <a:pt x="2228" y="577"/>
                  <a:pt x="2227" y="577"/>
                  <a:pt x="2227" y="577"/>
                </a:cubicBezTo>
                <a:cubicBezTo>
                  <a:pt x="2226" y="576"/>
                  <a:pt x="2225" y="576"/>
                  <a:pt x="2225" y="576"/>
                </a:cubicBezTo>
                <a:cubicBezTo>
                  <a:pt x="2224" y="576"/>
                  <a:pt x="2225" y="576"/>
                  <a:pt x="2225" y="576"/>
                </a:cubicBezTo>
                <a:close/>
                <a:moveTo>
                  <a:pt x="2315" y="576"/>
                </a:moveTo>
                <a:cubicBezTo>
                  <a:pt x="2315" y="576"/>
                  <a:pt x="2314" y="576"/>
                  <a:pt x="2314" y="575"/>
                </a:cubicBezTo>
                <a:cubicBezTo>
                  <a:pt x="2313" y="575"/>
                  <a:pt x="2313" y="575"/>
                  <a:pt x="2312" y="575"/>
                </a:cubicBezTo>
                <a:cubicBezTo>
                  <a:pt x="2312" y="575"/>
                  <a:pt x="2312" y="575"/>
                  <a:pt x="2311" y="575"/>
                </a:cubicBezTo>
                <a:cubicBezTo>
                  <a:pt x="2311" y="575"/>
                  <a:pt x="2310" y="575"/>
                  <a:pt x="2310" y="575"/>
                </a:cubicBezTo>
                <a:cubicBezTo>
                  <a:pt x="2309" y="575"/>
                  <a:pt x="2309" y="575"/>
                  <a:pt x="2308" y="575"/>
                </a:cubicBezTo>
                <a:cubicBezTo>
                  <a:pt x="2308" y="575"/>
                  <a:pt x="2307" y="575"/>
                  <a:pt x="2307" y="575"/>
                </a:cubicBezTo>
                <a:cubicBezTo>
                  <a:pt x="2307" y="575"/>
                  <a:pt x="2306" y="575"/>
                  <a:pt x="2306" y="575"/>
                </a:cubicBezTo>
                <a:cubicBezTo>
                  <a:pt x="2306" y="576"/>
                  <a:pt x="2305" y="576"/>
                  <a:pt x="2305" y="576"/>
                </a:cubicBezTo>
                <a:cubicBezTo>
                  <a:pt x="2303" y="577"/>
                  <a:pt x="2302" y="578"/>
                  <a:pt x="2302" y="580"/>
                </a:cubicBezTo>
                <a:cubicBezTo>
                  <a:pt x="2302" y="580"/>
                  <a:pt x="2302" y="580"/>
                  <a:pt x="2302" y="581"/>
                </a:cubicBezTo>
                <a:cubicBezTo>
                  <a:pt x="2302" y="581"/>
                  <a:pt x="2303" y="581"/>
                  <a:pt x="2303" y="581"/>
                </a:cubicBezTo>
                <a:cubicBezTo>
                  <a:pt x="2303" y="582"/>
                  <a:pt x="2305" y="583"/>
                  <a:pt x="2306" y="583"/>
                </a:cubicBezTo>
                <a:cubicBezTo>
                  <a:pt x="2307" y="584"/>
                  <a:pt x="2307" y="584"/>
                  <a:pt x="2307" y="584"/>
                </a:cubicBezTo>
                <a:cubicBezTo>
                  <a:pt x="2308" y="584"/>
                  <a:pt x="2310" y="584"/>
                  <a:pt x="2311" y="585"/>
                </a:cubicBezTo>
                <a:cubicBezTo>
                  <a:pt x="2311" y="585"/>
                  <a:pt x="2312" y="585"/>
                  <a:pt x="2313" y="585"/>
                </a:cubicBezTo>
                <a:cubicBezTo>
                  <a:pt x="2313" y="585"/>
                  <a:pt x="2313" y="585"/>
                  <a:pt x="2313" y="585"/>
                </a:cubicBezTo>
                <a:cubicBezTo>
                  <a:pt x="2313" y="585"/>
                  <a:pt x="2313" y="585"/>
                  <a:pt x="2313" y="585"/>
                </a:cubicBezTo>
                <a:cubicBezTo>
                  <a:pt x="2314" y="585"/>
                  <a:pt x="2314" y="585"/>
                  <a:pt x="2314" y="585"/>
                </a:cubicBezTo>
                <a:cubicBezTo>
                  <a:pt x="2314" y="585"/>
                  <a:pt x="2314" y="585"/>
                  <a:pt x="2314" y="585"/>
                </a:cubicBezTo>
                <a:cubicBezTo>
                  <a:pt x="2315" y="584"/>
                  <a:pt x="2316" y="584"/>
                  <a:pt x="2317" y="584"/>
                </a:cubicBezTo>
                <a:cubicBezTo>
                  <a:pt x="2319" y="583"/>
                  <a:pt x="2319" y="583"/>
                  <a:pt x="2319" y="583"/>
                </a:cubicBezTo>
                <a:cubicBezTo>
                  <a:pt x="2320" y="582"/>
                  <a:pt x="2320" y="581"/>
                  <a:pt x="2320" y="580"/>
                </a:cubicBezTo>
                <a:cubicBezTo>
                  <a:pt x="2320" y="579"/>
                  <a:pt x="2320" y="579"/>
                  <a:pt x="2319" y="579"/>
                </a:cubicBezTo>
                <a:cubicBezTo>
                  <a:pt x="2319" y="578"/>
                  <a:pt x="2319" y="578"/>
                  <a:pt x="2318" y="577"/>
                </a:cubicBezTo>
                <a:cubicBezTo>
                  <a:pt x="2318" y="577"/>
                  <a:pt x="2317" y="577"/>
                  <a:pt x="2317" y="577"/>
                </a:cubicBezTo>
                <a:cubicBezTo>
                  <a:pt x="2316" y="576"/>
                  <a:pt x="2316" y="576"/>
                  <a:pt x="2315" y="576"/>
                </a:cubicBezTo>
                <a:cubicBezTo>
                  <a:pt x="2315" y="576"/>
                  <a:pt x="2316" y="576"/>
                  <a:pt x="2315" y="576"/>
                </a:cubicBezTo>
                <a:close/>
                <a:moveTo>
                  <a:pt x="2405" y="576"/>
                </a:moveTo>
                <a:cubicBezTo>
                  <a:pt x="2403" y="575"/>
                  <a:pt x="2402" y="575"/>
                  <a:pt x="2400" y="575"/>
                </a:cubicBezTo>
                <a:cubicBezTo>
                  <a:pt x="2399" y="575"/>
                  <a:pt x="2399" y="575"/>
                  <a:pt x="2398" y="575"/>
                </a:cubicBezTo>
                <a:cubicBezTo>
                  <a:pt x="2398" y="575"/>
                  <a:pt x="2398" y="575"/>
                  <a:pt x="2397" y="575"/>
                </a:cubicBezTo>
                <a:cubicBezTo>
                  <a:pt x="2397" y="575"/>
                  <a:pt x="2396" y="575"/>
                  <a:pt x="2396" y="575"/>
                </a:cubicBezTo>
                <a:cubicBezTo>
                  <a:pt x="2396" y="576"/>
                  <a:pt x="2395" y="576"/>
                  <a:pt x="2395" y="576"/>
                </a:cubicBezTo>
                <a:cubicBezTo>
                  <a:pt x="2395" y="576"/>
                  <a:pt x="2394" y="576"/>
                  <a:pt x="2394" y="577"/>
                </a:cubicBezTo>
                <a:cubicBezTo>
                  <a:pt x="2393" y="577"/>
                  <a:pt x="2393" y="577"/>
                  <a:pt x="2393" y="577"/>
                </a:cubicBezTo>
                <a:cubicBezTo>
                  <a:pt x="2392" y="578"/>
                  <a:pt x="2392" y="578"/>
                  <a:pt x="2392" y="579"/>
                </a:cubicBezTo>
                <a:cubicBezTo>
                  <a:pt x="2392" y="579"/>
                  <a:pt x="2392" y="579"/>
                  <a:pt x="2393" y="581"/>
                </a:cubicBezTo>
                <a:cubicBezTo>
                  <a:pt x="2393" y="581"/>
                  <a:pt x="2393" y="581"/>
                  <a:pt x="2393" y="581"/>
                </a:cubicBezTo>
                <a:cubicBezTo>
                  <a:pt x="2393" y="581"/>
                  <a:pt x="2393" y="581"/>
                  <a:pt x="2393" y="581"/>
                </a:cubicBezTo>
                <a:cubicBezTo>
                  <a:pt x="2394" y="582"/>
                  <a:pt x="2394" y="582"/>
                  <a:pt x="2394" y="582"/>
                </a:cubicBezTo>
                <a:cubicBezTo>
                  <a:pt x="2394" y="582"/>
                  <a:pt x="2395" y="583"/>
                  <a:pt x="2395" y="583"/>
                </a:cubicBezTo>
                <a:cubicBezTo>
                  <a:pt x="2395" y="583"/>
                  <a:pt x="2396" y="583"/>
                  <a:pt x="2396" y="583"/>
                </a:cubicBezTo>
                <a:cubicBezTo>
                  <a:pt x="2398" y="584"/>
                  <a:pt x="2398" y="584"/>
                  <a:pt x="2398" y="584"/>
                </a:cubicBezTo>
                <a:cubicBezTo>
                  <a:pt x="2399" y="584"/>
                  <a:pt x="2400" y="584"/>
                  <a:pt x="2401" y="585"/>
                </a:cubicBezTo>
                <a:cubicBezTo>
                  <a:pt x="2402" y="585"/>
                  <a:pt x="2402" y="585"/>
                  <a:pt x="2403" y="585"/>
                </a:cubicBezTo>
                <a:cubicBezTo>
                  <a:pt x="2403" y="585"/>
                  <a:pt x="2403" y="585"/>
                  <a:pt x="2403" y="585"/>
                </a:cubicBezTo>
                <a:cubicBezTo>
                  <a:pt x="2404" y="585"/>
                  <a:pt x="2404" y="585"/>
                  <a:pt x="2404" y="585"/>
                </a:cubicBezTo>
                <a:cubicBezTo>
                  <a:pt x="2404" y="585"/>
                  <a:pt x="2404" y="585"/>
                  <a:pt x="2404" y="585"/>
                </a:cubicBezTo>
                <a:cubicBezTo>
                  <a:pt x="2404" y="585"/>
                  <a:pt x="2405" y="585"/>
                  <a:pt x="2405" y="585"/>
                </a:cubicBezTo>
                <a:cubicBezTo>
                  <a:pt x="2406" y="584"/>
                  <a:pt x="2407" y="584"/>
                  <a:pt x="2408" y="584"/>
                </a:cubicBezTo>
                <a:cubicBezTo>
                  <a:pt x="2409" y="583"/>
                  <a:pt x="2409" y="583"/>
                  <a:pt x="2409" y="583"/>
                </a:cubicBezTo>
                <a:cubicBezTo>
                  <a:pt x="2410" y="582"/>
                  <a:pt x="2411" y="581"/>
                  <a:pt x="2410" y="580"/>
                </a:cubicBezTo>
                <a:cubicBezTo>
                  <a:pt x="2410" y="579"/>
                  <a:pt x="2410" y="579"/>
                  <a:pt x="2410" y="579"/>
                </a:cubicBezTo>
                <a:cubicBezTo>
                  <a:pt x="2409" y="578"/>
                  <a:pt x="2409" y="578"/>
                  <a:pt x="2409" y="577"/>
                </a:cubicBezTo>
                <a:cubicBezTo>
                  <a:pt x="2408" y="577"/>
                  <a:pt x="2408" y="577"/>
                  <a:pt x="2407" y="577"/>
                </a:cubicBezTo>
                <a:cubicBezTo>
                  <a:pt x="2406" y="576"/>
                  <a:pt x="2406" y="576"/>
                  <a:pt x="2405" y="576"/>
                </a:cubicBezTo>
                <a:cubicBezTo>
                  <a:pt x="2405" y="576"/>
                  <a:pt x="2406" y="576"/>
                  <a:pt x="2405" y="576"/>
                </a:cubicBezTo>
                <a:close/>
                <a:moveTo>
                  <a:pt x="2360" y="576"/>
                </a:moveTo>
                <a:cubicBezTo>
                  <a:pt x="2359" y="575"/>
                  <a:pt x="2358" y="575"/>
                  <a:pt x="2357" y="575"/>
                </a:cubicBezTo>
                <a:cubicBezTo>
                  <a:pt x="2356" y="575"/>
                  <a:pt x="2356" y="575"/>
                  <a:pt x="2356" y="575"/>
                </a:cubicBezTo>
                <a:cubicBezTo>
                  <a:pt x="2356" y="575"/>
                  <a:pt x="2356" y="575"/>
                  <a:pt x="2356" y="575"/>
                </a:cubicBezTo>
                <a:cubicBezTo>
                  <a:pt x="2356" y="575"/>
                  <a:pt x="2355" y="575"/>
                  <a:pt x="2355" y="575"/>
                </a:cubicBezTo>
                <a:cubicBezTo>
                  <a:pt x="2355" y="575"/>
                  <a:pt x="2355" y="575"/>
                  <a:pt x="2355" y="575"/>
                </a:cubicBezTo>
                <a:cubicBezTo>
                  <a:pt x="2354" y="575"/>
                  <a:pt x="2354" y="575"/>
                  <a:pt x="2353" y="575"/>
                </a:cubicBezTo>
                <a:cubicBezTo>
                  <a:pt x="2353" y="575"/>
                  <a:pt x="2353" y="575"/>
                  <a:pt x="2352" y="575"/>
                </a:cubicBezTo>
                <a:cubicBezTo>
                  <a:pt x="2352" y="575"/>
                  <a:pt x="2351" y="575"/>
                  <a:pt x="2351" y="575"/>
                </a:cubicBezTo>
                <a:cubicBezTo>
                  <a:pt x="2351" y="576"/>
                  <a:pt x="2350" y="576"/>
                  <a:pt x="2350" y="576"/>
                </a:cubicBezTo>
                <a:cubicBezTo>
                  <a:pt x="2348" y="577"/>
                  <a:pt x="2347" y="578"/>
                  <a:pt x="2348" y="581"/>
                </a:cubicBezTo>
                <a:cubicBezTo>
                  <a:pt x="2348" y="581"/>
                  <a:pt x="2348" y="581"/>
                  <a:pt x="2348" y="581"/>
                </a:cubicBezTo>
                <a:cubicBezTo>
                  <a:pt x="2348" y="581"/>
                  <a:pt x="2348" y="581"/>
                  <a:pt x="2348" y="581"/>
                </a:cubicBezTo>
                <a:cubicBezTo>
                  <a:pt x="2349" y="582"/>
                  <a:pt x="2349" y="582"/>
                  <a:pt x="2349" y="582"/>
                </a:cubicBezTo>
                <a:cubicBezTo>
                  <a:pt x="2349" y="582"/>
                  <a:pt x="2350" y="583"/>
                  <a:pt x="2350" y="583"/>
                </a:cubicBezTo>
                <a:cubicBezTo>
                  <a:pt x="2350" y="583"/>
                  <a:pt x="2351" y="583"/>
                  <a:pt x="2351" y="583"/>
                </a:cubicBezTo>
                <a:cubicBezTo>
                  <a:pt x="2352" y="584"/>
                  <a:pt x="2352" y="584"/>
                  <a:pt x="2352" y="584"/>
                </a:cubicBezTo>
                <a:cubicBezTo>
                  <a:pt x="2354" y="584"/>
                  <a:pt x="2355" y="584"/>
                  <a:pt x="2356" y="585"/>
                </a:cubicBezTo>
                <a:cubicBezTo>
                  <a:pt x="2356" y="585"/>
                  <a:pt x="2357" y="585"/>
                  <a:pt x="2358" y="585"/>
                </a:cubicBezTo>
                <a:cubicBezTo>
                  <a:pt x="2358" y="585"/>
                  <a:pt x="2358" y="585"/>
                  <a:pt x="2358" y="585"/>
                </a:cubicBezTo>
                <a:cubicBezTo>
                  <a:pt x="2358" y="585"/>
                  <a:pt x="2358" y="585"/>
                  <a:pt x="2359" y="585"/>
                </a:cubicBezTo>
                <a:cubicBezTo>
                  <a:pt x="2359" y="585"/>
                  <a:pt x="2359" y="585"/>
                  <a:pt x="2359" y="585"/>
                </a:cubicBezTo>
                <a:cubicBezTo>
                  <a:pt x="2359" y="585"/>
                  <a:pt x="2359" y="585"/>
                  <a:pt x="2360" y="585"/>
                </a:cubicBezTo>
                <a:cubicBezTo>
                  <a:pt x="2361" y="584"/>
                  <a:pt x="2362" y="584"/>
                  <a:pt x="2363" y="584"/>
                </a:cubicBezTo>
                <a:cubicBezTo>
                  <a:pt x="2364" y="583"/>
                  <a:pt x="2364" y="583"/>
                  <a:pt x="2364" y="583"/>
                </a:cubicBezTo>
                <a:cubicBezTo>
                  <a:pt x="2365" y="582"/>
                  <a:pt x="2365" y="581"/>
                  <a:pt x="2365" y="580"/>
                </a:cubicBezTo>
                <a:cubicBezTo>
                  <a:pt x="2365" y="579"/>
                  <a:pt x="2365" y="579"/>
                  <a:pt x="2365" y="579"/>
                </a:cubicBezTo>
                <a:cubicBezTo>
                  <a:pt x="2364" y="578"/>
                  <a:pt x="2364" y="578"/>
                  <a:pt x="2363" y="577"/>
                </a:cubicBezTo>
                <a:cubicBezTo>
                  <a:pt x="2363" y="577"/>
                  <a:pt x="2362" y="577"/>
                  <a:pt x="2362" y="577"/>
                </a:cubicBezTo>
                <a:cubicBezTo>
                  <a:pt x="2361" y="576"/>
                  <a:pt x="2361" y="576"/>
                  <a:pt x="2360" y="576"/>
                </a:cubicBezTo>
                <a:cubicBezTo>
                  <a:pt x="2360" y="576"/>
                  <a:pt x="2361" y="576"/>
                  <a:pt x="2360" y="576"/>
                </a:cubicBezTo>
                <a:close/>
                <a:moveTo>
                  <a:pt x="2269" y="576"/>
                </a:moveTo>
                <a:cubicBezTo>
                  <a:pt x="2269" y="575"/>
                  <a:pt x="2269" y="575"/>
                  <a:pt x="2268" y="575"/>
                </a:cubicBezTo>
                <a:cubicBezTo>
                  <a:pt x="2268" y="575"/>
                  <a:pt x="2268" y="575"/>
                  <a:pt x="2267" y="575"/>
                </a:cubicBezTo>
                <a:cubicBezTo>
                  <a:pt x="2267" y="575"/>
                  <a:pt x="2267" y="575"/>
                  <a:pt x="2266" y="575"/>
                </a:cubicBezTo>
                <a:cubicBezTo>
                  <a:pt x="2266" y="575"/>
                  <a:pt x="2266" y="575"/>
                  <a:pt x="2266" y="575"/>
                </a:cubicBezTo>
                <a:cubicBezTo>
                  <a:pt x="2266" y="575"/>
                  <a:pt x="2266" y="575"/>
                  <a:pt x="2266" y="575"/>
                </a:cubicBezTo>
                <a:cubicBezTo>
                  <a:pt x="2265" y="575"/>
                  <a:pt x="2265" y="575"/>
                  <a:pt x="2265" y="575"/>
                </a:cubicBezTo>
                <a:cubicBezTo>
                  <a:pt x="2265" y="575"/>
                  <a:pt x="2265" y="575"/>
                  <a:pt x="2265" y="575"/>
                </a:cubicBezTo>
                <a:cubicBezTo>
                  <a:pt x="2264" y="575"/>
                  <a:pt x="2264" y="575"/>
                  <a:pt x="2263" y="575"/>
                </a:cubicBezTo>
                <a:cubicBezTo>
                  <a:pt x="2263" y="575"/>
                  <a:pt x="2262" y="575"/>
                  <a:pt x="2262" y="575"/>
                </a:cubicBezTo>
                <a:cubicBezTo>
                  <a:pt x="2262" y="575"/>
                  <a:pt x="2261" y="575"/>
                  <a:pt x="2261" y="575"/>
                </a:cubicBezTo>
                <a:cubicBezTo>
                  <a:pt x="2260" y="576"/>
                  <a:pt x="2260" y="576"/>
                  <a:pt x="2260" y="576"/>
                </a:cubicBezTo>
                <a:cubicBezTo>
                  <a:pt x="2259" y="576"/>
                  <a:pt x="2259" y="576"/>
                  <a:pt x="2258" y="577"/>
                </a:cubicBezTo>
                <a:cubicBezTo>
                  <a:pt x="2258" y="577"/>
                  <a:pt x="2258" y="577"/>
                  <a:pt x="2257" y="577"/>
                </a:cubicBezTo>
                <a:cubicBezTo>
                  <a:pt x="2257" y="578"/>
                  <a:pt x="2257" y="578"/>
                  <a:pt x="2257" y="579"/>
                </a:cubicBezTo>
                <a:cubicBezTo>
                  <a:pt x="2257" y="579"/>
                  <a:pt x="2257" y="579"/>
                  <a:pt x="2257" y="581"/>
                </a:cubicBezTo>
                <a:cubicBezTo>
                  <a:pt x="2258" y="581"/>
                  <a:pt x="2258" y="581"/>
                  <a:pt x="2258" y="581"/>
                </a:cubicBezTo>
                <a:cubicBezTo>
                  <a:pt x="2258" y="582"/>
                  <a:pt x="2258" y="582"/>
                  <a:pt x="2259" y="582"/>
                </a:cubicBezTo>
                <a:cubicBezTo>
                  <a:pt x="2259" y="582"/>
                  <a:pt x="2259" y="583"/>
                  <a:pt x="2260" y="583"/>
                </a:cubicBezTo>
                <a:cubicBezTo>
                  <a:pt x="2260" y="583"/>
                  <a:pt x="2260" y="583"/>
                  <a:pt x="2261" y="583"/>
                </a:cubicBezTo>
                <a:cubicBezTo>
                  <a:pt x="2262" y="584"/>
                  <a:pt x="2262" y="584"/>
                  <a:pt x="2262" y="584"/>
                </a:cubicBezTo>
                <a:cubicBezTo>
                  <a:pt x="2263" y="584"/>
                  <a:pt x="2264" y="584"/>
                  <a:pt x="2265" y="585"/>
                </a:cubicBezTo>
                <a:cubicBezTo>
                  <a:pt x="2266" y="585"/>
                  <a:pt x="2267" y="585"/>
                  <a:pt x="2267" y="585"/>
                </a:cubicBezTo>
                <a:cubicBezTo>
                  <a:pt x="2268" y="585"/>
                  <a:pt x="2268" y="585"/>
                  <a:pt x="2268" y="585"/>
                </a:cubicBezTo>
                <a:cubicBezTo>
                  <a:pt x="2268" y="585"/>
                  <a:pt x="2268" y="585"/>
                  <a:pt x="2268" y="585"/>
                </a:cubicBezTo>
                <a:cubicBezTo>
                  <a:pt x="2268" y="585"/>
                  <a:pt x="2269" y="585"/>
                  <a:pt x="2269" y="585"/>
                </a:cubicBezTo>
                <a:cubicBezTo>
                  <a:pt x="2269" y="585"/>
                  <a:pt x="2269" y="585"/>
                  <a:pt x="2269" y="585"/>
                </a:cubicBezTo>
                <a:cubicBezTo>
                  <a:pt x="2270" y="584"/>
                  <a:pt x="2271" y="584"/>
                  <a:pt x="2272" y="584"/>
                </a:cubicBezTo>
                <a:cubicBezTo>
                  <a:pt x="2273" y="583"/>
                  <a:pt x="2273" y="583"/>
                  <a:pt x="2273" y="583"/>
                </a:cubicBezTo>
                <a:cubicBezTo>
                  <a:pt x="2275" y="582"/>
                  <a:pt x="2275" y="581"/>
                  <a:pt x="2275" y="580"/>
                </a:cubicBezTo>
                <a:cubicBezTo>
                  <a:pt x="2275" y="579"/>
                  <a:pt x="2275" y="579"/>
                  <a:pt x="2274" y="579"/>
                </a:cubicBezTo>
                <a:cubicBezTo>
                  <a:pt x="2274" y="578"/>
                  <a:pt x="2274" y="578"/>
                  <a:pt x="2273" y="577"/>
                </a:cubicBezTo>
                <a:cubicBezTo>
                  <a:pt x="2273" y="577"/>
                  <a:pt x="2272" y="577"/>
                  <a:pt x="2272" y="577"/>
                </a:cubicBezTo>
                <a:cubicBezTo>
                  <a:pt x="2271" y="576"/>
                  <a:pt x="2271" y="576"/>
                  <a:pt x="2270" y="576"/>
                </a:cubicBezTo>
                <a:cubicBezTo>
                  <a:pt x="2270" y="576"/>
                  <a:pt x="2269" y="576"/>
                  <a:pt x="2269" y="576"/>
                </a:cubicBezTo>
                <a:close/>
                <a:moveTo>
                  <a:pt x="2449" y="575"/>
                </a:moveTo>
                <a:cubicBezTo>
                  <a:pt x="2447" y="575"/>
                  <a:pt x="2446" y="575"/>
                  <a:pt x="2445" y="575"/>
                </a:cubicBezTo>
                <a:cubicBezTo>
                  <a:pt x="2444" y="575"/>
                  <a:pt x="2444" y="575"/>
                  <a:pt x="2444" y="575"/>
                </a:cubicBezTo>
                <a:cubicBezTo>
                  <a:pt x="2443" y="575"/>
                  <a:pt x="2443" y="575"/>
                  <a:pt x="2442" y="575"/>
                </a:cubicBezTo>
                <a:cubicBezTo>
                  <a:pt x="2442" y="575"/>
                  <a:pt x="2442" y="575"/>
                  <a:pt x="2441" y="575"/>
                </a:cubicBezTo>
                <a:cubicBezTo>
                  <a:pt x="2441" y="576"/>
                  <a:pt x="2440" y="576"/>
                  <a:pt x="2440" y="576"/>
                </a:cubicBezTo>
                <a:cubicBezTo>
                  <a:pt x="2438" y="577"/>
                  <a:pt x="2437" y="578"/>
                  <a:pt x="2438" y="580"/>
                </a:cubicBezTo>
                <a:cubicBezTo>
                  <a:pt x="2438" y="580"/>
                  <a:pt x="2438" y="580"/>
                  <a:pt x="2438" y="581"/>
                </a:cubicBezTo>
                <a:cubicBezTo>
                  <a:pt x="2438" y="581"/>
                  <a:pt x="2438" y="581"/>
                  <a:pt x="2438" y="581"/>
                </a:cubicBezTo>
                <a:cubicBezTo>
                  <a:pt x="2439" y="582"/>
                  <a:pt x="2440" y="583"/>
                  <a:pt x="2441" y="583"/>
                </a:cubicBezTo>
                <a:cubicBezTo>
                  <a:pt x="2443" y="584"/>
                  <a:pt x="2443" y="584"/>
                  <a:pt x="2443" y="584"/>
                </a:cubicBezTo>
                <a:cubicBezTo>
                  <a:pt x="2444" y="584"/>
                  <a:pt x="2445" y="584"/>
                  <a:pt x="2446" y="585"/>
                </a:cubicBezTo>
                <a:cubicBezTo>
                  <a:pt x="2447" y="585"/>
                  <a:pt x="2448" y="585"/>
                  <a:pt x="2448" y="585"/>
                </a:cubicBezTo>
                <a:cubicBezTo>
                  <a:pt x="2448" y="585"/>
                  <a:pt x="2448" y="585"/>
                  <a:pt x="2449" y="585"/>
                </a:cubicBezTo>
                <a:cubicBezTo>
                  <a:pt x="2449" y="585"/>
                  <a:pt x="2449" y="585"/>
                  <a:pt x="2449" y="585"/>
                </a:cubicBezTo>
                <a:cubicBezTo>
                  <a:pt x="2449" y="585"/>
                  <a:pt x="2449" y="585"/>
                  <a:pt x="2450" y="585"/>
                </a:cubicBezTo>
                <a:cubicBezTo>
                  <a:pt x="2450" y="585"/>
                  <a:pt x="2450" y="585"/>
                  <a:pt x="2450" y="585"/>
                </a:cubicBezTo>
                <a:cubicBezTo>
                  <a:pt x="2450" y="584"/>
                  <a:pt x="2451" y="584"/>
                  <a:pt x="2452" y="584"/>
                </a:cubicBezTo>
                <a:cubicBezTo>
                  <a:pt x="2453" y="584"/>
                  <a:pt x="2453" y="584"/>
                  <a:pt x="2453" y="584"/>
                </a:cubicBezTo>
                <a:cubicBezTo>
                  <a:pt x="2454" y="583"/>
                  <a:pt x="2454" y="583"/>
                  <a:pt x="2454" y="583"/>
                </a:cubicBezTo>
                <a:cubicBezTo>
                  <a:pt x="2455" y="582"/>
                  <a:pt x="2456" y="581"/>
                  <a:pt x="2456" y="580"/>
                </a:cubicBezTo>
                <a:cubicBezTo>
                  <a:pt x="2455" y="579"/>
                  <a:pt x="2455" y="579"/>
                  <a:pt x="2455" y="579"/>
                </a:cubicBezTo>
                <a:cubicBezTo>
                  <a:pt x="2455" y="578"/>
                  <a:pt x="2455" y="578"/>
                  <a:pt x="2454" y="578"/>
                </a:cubicBezTo>
                <a:cubicBezTo>
                  <a:pt x="2454" y="578"/>
                  <a:pt x="2454" y="577"/>
                  <a:pt x="2453" y="577"/>
                </a:cubicBezTo>
                <a:cubicBezTo>
                  <a:pt x="2453" y="577"/>
                  <a:pt x="2452" y="577"/>
                  <a:pt x="2452" y="576"/>
                </a:cubicBezTo>
                <a:cubicBezTo>
                  <a:pt x="2450" y="576"/>
                  <a:pt x="2450" y="576"/>
                  <a:pt x="2450" y="576"/>
                </a:cubicBezTo>
                <a:lnTo>
                  <a:pt x="2449" y="575"/>
                </a:lnTo>
                <a:close/>
                <a:moveTo>
                  <a:pt x="1367" y="576"/>
                </a:moveTo>
                <a:cubicBezTo>
                  <a:pt x="1367" y="575"/>
                  <a:pt x="1367" y="575"/>
                  <a:pt x="1367" y="575"/>
                </a:cubicBezTo>
                <a:cubicBezTo>
                  <a:pt x="1366" y="575"/>
                  <a:pt x="1366" y="575"/>
                  <a:pt x="1366" y="575"/>
                </a:cubicBezTo>
                <a:cubicBezTo>
                  <a:pt x="1365" y="575"/>
                  <a:pt x="1365" y="575"/>
                  <a:pt x="1365" y="575"/>
                </a:cubicBezTo>
                <a:cubicBezTo>
                  <a:pt x="1365" y="575"/>
                  <a:pt x="1365" y="575"/>
                  <a:pt x="1364" y="575"/>
                </a:cubicBezTo>
                <a:cubicBezTo>
                  <a:pt x="1364" y="575"/>
                  <a:pt x="1364" y="575"/>
                  <a:pt x="1364" y="575"/>
                </a:cubicBezTo>
                <a:cubicBezTo>
                  <a:pt x="1364" y="575"/>
                  <a:pt x="1364" y="575"/>
                  <a:pt x="1364" y="575"/>
                </a:cubicBezTo>
                <a:cubicBezTo>
                  <a:pt x="1363" y="575"/>
                  <a:pt x="1363" y="575"/>
                  <a:pt x="1363" y="575"/>
                </a:cubicBezTo>
                <a:cubicBezTo>
                  <a:pt x="1363" y="575"/>
                  <a:pt x="1362" y="575"/>
                  <a:pt x="1362" y="575"/>
                </a:cubicBezTo>
                <a:cubicBezTo>
                  <a:pt x="1361" y="575"/>
                  <a:pt x="1361" y="575"/>
                  <a:pt x="1360" y="575"/>
                </a:cubicBezTo>
                <a:cubicBezTo>
                  <a:pt x="1360" y="575"/>
                  <a:pt x="1360" y="575"/>
                  <a:pt x="1359" y="575"/>
                </a:cubicBezTo>
                <a:cubicBezTo>
                  <a:pt x="1359" y="576"/>
                  <a:pt x="1358" y="576"/>
                  <a:pt x="1358" y="576"/>
                </a:cubicBezTo>
                <a:cubicBezTo>
                  <a:pt x="1357" y="576"/>
                  <a:pt x="1357" y="576"/>
                  <a:pt x="1356" y="577"/>
                </a:cubicBezTo>
                <a:cubicBezTo>
                  <a:pt x="1356" y="577"/>
                  <a:pt x="1356" y="577"/>
                  <a:pt x="1355" y="577"/>
                </a:cubicBezTo>
                <a:cubicBezTo>
                  <a:pt x="1355" y="578"/>
                  <a:pt x="1355" y="578"/>
                  <a:pt x="1354" y="579"/>
                </a:cubicBezTo>
                <a:cubicBezTo>
                  <a:pt x="1354" y="579"/>
                  <a:pt x="1354" y="579"/>
                  <a:pt x="1354" y="581"/>
                </a:cubicBezTo>
                <a:cubicBezTo>
                  <a:pt x="1354" y="581"/>
                  <a:pt x="1355" y="581"/>
                  <a:pt x="1355" y="581"/>
                </a:cubicBezTo>
                <a:cubicBezTo>
                  <a:pt x="1355" y="582"/>
                  <a:pt x="1355" y="582"/>
                  <a:pt x="1355" y="582"/>
                </a:cubicBezTo>
                <a:cubicBezTo>
                  <a:pt x="1355" y="582"/>
                  <a:pt x="1356" y="583"/>
                  <a:pt x="1356" y="583"/>
                </a:cubicBezTo>
                <a:cubicBezTo>
                  <a:pt x="1356" y="583"/>
                  <a:pt x="1357" y="583"/>
                  <a:pt x="1357" y="583"/>
                </a:cubicBezTo>
                <a:cubicBezTo>
                  <a:pt x="1358" y="584"/>
                  <a:pt x="1358" y="584"/>
                  <a:pt x="1358" y="584"/>
                </a:cubicBezTo>
                <a:cubicBezTo>
                  <a:pt x="1359" y="584"/>
                  <a:pt x="1360" y="584"/>
                  <a:pt x="1361" y="585"/>
                </a:cubicBezTo>
                <a:cubicBezTo>
                  <a:pt x="1362" y="585"/>
                  <a:pt x="1363" y="585"/>
                  <a:pt x="1363" y="585"/>
                </a:cubicBezTo>
                <a:cubicBezTo>
                  <a:pt x="1363" y="585"/>
                  <a:pt x="1364" y="585"/>
                  <a:pt x="1364" y="585"/>
                </a:cubicBezTo>
                <a:cubicBezTo>
                  <a:pt x="1364" y="585"/>
                  <a:pt x="1364" y="585"/>
                  <a:pt x="1364" y="585"/>
                </a:cubicBezTo>
                <a:cubicBezTo>
                  <a:pt x="1364" y="585"/>
                  <a:pt x="1365" y="585"/>
                  <a:pt x="1365" y="585"/>
                </a:cubicBezTo>
                <a:cubicBezTo>
                  <a:pt x="1365" y="585"/>
                  <a:pt x="1365" y="585"/>
                  <a:pt x="1365" y="585"/>
                </a:cubicBezTo>
                <a:cubicBezTo>
                  <a:pt x="1366" y="584"/>
                  <a:pt x="1367" y="584"/>
                  <a:pt x="1368" y="584"/>
                </a:cubicBezTo>
                <a:cubicBezTo>
                  <a:pt x="1370" y="583"/>
                  <a:pt x="1370" y="583"/>
                  <a:pt x="1370" y="583"/>
                </a:cubicBezTo>
                <a:cubicBezTo>
                  <a:pt x="1371" y="582"/>
                  <a:pt x="1372" y="581"/>
                  <a:pt x="1372" y="580"/>
                </a:cubicBezTo>
                <a:cubicBezTo>
                  <a:pt x="1372" y="579"/>
                  <a:pt x="1372" y="579"/>
                  <a:pt x="1372" y="579"/>
                </a:cubicBezTo>
                <a:cubicBezTo>
                  <a:pt x="1372" y="578"/>
                  <a:pt x="1371" y="578"/>
                  <a:pt x="1371" y="577"/>
                </a:cubicBezTo>
                <a:cubicBezTo>
                  <a:pt x="1371" y="577"/>
                  <a:pt x="1370" y="577"/>
                  <a:pt x="1370" y="577"/>
                </a:cubicBezTo>
                <a:cubicBezTo>
                  <a:pt x="1369" y="576"/>
                  <a:pt x="1369" y="576"/>
                  <a:pt x="1368" y="576"/>
                </a:cubicBezTo>
                <a:cubicBezTo>
                  <a:pt x="1368" y="576"/>
                  <a:pt x="1368" y="576"/>
                  <a:pt x="1367" y="576"/>
                </a:cubicBezTo>
                <a:close/>
                <a:moveTo>
                  <a:pt x="1458" y="576"/>
                </a:moveTo>
                <a:cubicBezTo>
                  <a:pt x="1457" y="575"/>
                  <a:pt x="1456" y="575"/>
                  <a:pt x="1455" y="575"/>
                </a:cubicBezTo>
                <a:cubicBezTo>
                  <a:pt x="1455" y="575"/>
                  <a:pt x="1455" y="575"/>
                  <a:pt x="1455" y="575"/>
                </a:cubicBezTo>
                <a:cubicBezTo>
                  <a:pt x="1454" y="575"/>
                  <a:pt x="1454" y="575"/>
                  <a:pt x="1454" y="575"/>
                </a:cubicBezTo>
                <a:cubicBezTo>
                  <a:pt x="1454" y="575"/>
                  <a:pt x="1454" y="575"/>
                  <a:pt x="1454" y="575"/>
                </a:cubicBezTo>
                <a:cubicBezTo>
                  <a:pt x="1454" y="575"/>
                  <a:pt x="1453" y="575"/>
                  <a:pt x="1453" y="575"/>
                </a:cubicBezTo>
                <a:cubicBezTo>
                  <a:pt x="1453" y="575"/>
                  <a:pt x="1452" y="575"/>
                  <a:pt x="1452" y="575"/>
                </a:cubicBezTo>
                <a:cubicBezTo>
                  <a:pt x="1451" y="575"/>
                  <a:pt x="1451" y="575"/>
                  <a:pt x="1451" y="575"/>
                </a:cubicBezTo>
                <a:cubicBezTo>
                  <a:pt x="1450" y="575"/>
                  <a:pt x="1450" y="575"/>
                  <a:pt x="1449" y="575"/>
                </a:cubicBezTo>
                <a:cubicBezTo>
                  <a:pt x="1449" y="576"/>
                  <a:pt x="1449" y="576"/>
                  <a:pt x="1448" y="576"/>
                </a:cubicBezTo>
                <a:cubicBezTo>
                  <a:pt x="1448" y="576"/>
                  <a:pt x="1447" y="576"/>
                  <a:pt x="1447" y="577"/>
                </a:cubicBezTo>
                <a:cubicBezTo>
                  <a:pt x="1446" y="577"/>
                  <a:pt x="1446" y="577"/>
                  <a:pt x="1445" y="577"/>
                </a:cubicBezTo>
                <a:cubicBezTo>
                  <a:pt x="1445" y="578"/>
                  <a:pt x="1445" y="578"/>
                  <a:pt x="1445" y="579"/>
                </a:cubicBezTo>
                <a:cubicBezTo>
                  <a:pt x="1445" y="579"/>
                  <a:pt x="1444" y="579"/>
                  <a:pt x="1445" y="581"/>
                </a:cubicBezTo>
                <a:cubicBezTo>
                  <a:pt x="1445" y="581"/>
                  <a:pt x="1445" y="581"/>
                  <a:pt x="1445" y="581"/>
                </a:cubicBezTo>
                <a:cubicBezTo>
                  <a:pt x="1445" y="582"/>
                  <a:pt x="1445" y="582"/>
                  <a:pt x="1446" y="582"/>
                </a:cubicBezTo>
                <a:cubicBezTo>
                  <a:pt x="1446" y="582"/>
                  <a:pt x="1446" y="583"/>
                  <a:pt x="1446" y="583"/>
                </a:cubicBezTo>
                <a:cubicBezTo>
                  <a:pt x="1447" y="583"/>
                  <a:pt x="1447" y="583"/>
                  <a:pt x="1447" y="583"/>
                </a:cubicBezTo>
                <a:cubicBezTo>
                  <a:pt x="1449" y="584"/>
                  <a:pt x="1449" y="584"/>
                  <a:pt x="1449" y="584"/>
                </a:cubicBezTo>
                <a:cubicBezTo>
                  <a:pt x="1450" y="584"/>
                  <a:pt x="1451" y="584"/>
                  <a:pt x="1452" y="585"/>
                </a:cubicBezTo>
                <a:cubicBezTo>
                  <a:pt x="1453" y="585"/>
                  <a:pt x="1453" y="585"/>
                  <a:pt x="1454" y="585"/>
                </a:cubicBezTo>
                <a:cubicBezTo>
                  <a:pt x="1454" y="585"/>
                  <a:pt x="1454" y="585"/>
                  <a:pt x="1454" y="585"/>
                </a:cubicBezTo>
                <a:cubicBezTo>
                  <a:pt x="1454" y="585"/>
                  <a:pt x="1455" y="585"/>
                  <a:pt x="1455" y="585"/>
                </a:cubicBezTo>
                <a:cubicBezTo>
                  <a:pt x="1455" y="585"/>
                  <a:pt x="1455" y="585"/>
                  <a:pt x="1455" y="585"/>
                </a:cubicBezTo>
                <a:cubicBezTo>
                  <a:pt x="1455" y="585"/>
                  <a:pt x="1455" y="585"/>
                  <a:pt x="1456" y="585"/>
                </a:cubicBezTo>
                <a:cubicBezTo>
                  <a:pt x="1457" y="584"/>
                  <a:pt x="1458" y="584"/>
                  <a:pt x="1459" y="584"/>
                </a:cubicBezTo>
                <a:cubicBezTo>
                  <a:pt x="1460" y="583"/>
                  <a:pt x="1460" y="583"/>
                  <a:pt x="1460" y="583"/>
                </a:cubicBezTo>
                <a:cubicBezTo>
                  <a:pt x="1461" y="582"/>
                  <a:pt x="1462" y="581"/>
                  <a:pt x="1462" y="580"/>
                </a:cubicBezTo>
                <a:cubicBezTo>
                  <a:pt x="1462" y="579"/>
                  <a:pt x="1462" y="579"/>
                  <a:pt x="1462" y="579"/>
                </a:cubicBezTo>
                <a:cubicBezTo>
                  <a:pt x="1462" y="578"/>
                  <a:pt x="1462" y="578"/>
                  <a:pt x="1461" y="577"/>
                </a:cubicBezTo>
                <a:cubicBezTo>
                  <a:pt x="1461" y="577"/>
                  <a:pt x="1460" y="577"/>
                  <a:pt x="1460" y="577"/>
                </a:cubicBezTo>
                <a:cubicBezTo>
                  <a:pt x="1459" y="576"/>
                  <a:pt x="1459" y="576"/>
                  <a:pt x="1458" y="576"/>
                </a:cubicBezTo>
                <a:cubicBezTo>
                  <a:pt x="1458" y="576"/>
                  <a:pt x="1459" y="576"/>
                  <a:pt x="1458" y="576"/>
                </a:cubicBezTo>
                <a:close/>
                <a:moveTo>
                  <a:pt x="1413" y="576"/>
                </a:moveTo>
                <a:cubicBezTo>
                  <a:pt x="1413" y="576"/>
                  <a:pt x="1412" y="576"/>
                  <a:pt x="1412" y="575"/>
                </a:cubicBezTo>
                <a:cubicBezTo>
                  <a:pt x="1412" y="575"/>
                  <a:pt x="1411" y="575"/>
                  <a:pt x="1411" y="575"/>
                </a:cubicBezTo>
                <a:cubicBezTo>
                  <a:pt x="1410" y="575"/>
                  <a:pt x="1410" y="575"/>
                  <a:pt x="1409" y="575"/>
                </a:cubicBezTo>
                <a:cubicBezTo>
                  <a:pt x="1409" y="575"/>
                  <a:pt x="1409" y="575"/>
                  <a:pt x="1408" y="575"/>
                </a:cubicBezTo>
                <a:cubicBezTo>
                  <a:pt x="1408" y="575"/>
                  <a:pt x="1407" y="575"/>
                  <a:pt x="1407" y="575"/>
                </a:cubicBezTo>
                <a:cubicBezTo>
                  <a:pt x="1406" y="575"/>
                  <a:pt x="1406" y="575"/>
                  <a:pt x="1405" y="575"/>
                </a:cubicBezTo>
                <a:cubicBezTo>
                  <a:pt x="1405" y="575"/>
                  <a:pt x="1405" y="575"/>
                  <a:pt x="1404" y="575"/>
                </a:cubicBezTo>
                <a:cubicBezTo>
                  <a:pt x="1404" y="576"/>
                  <a:pt x="1403" y="576"/>
                  <a:pt x="1403" y="576"/>
                </a:cubicBezTo>
                <a:cubicBezTo>
                  <a:pt x="1401" y="577"/>
                  <a:pt x="1399" y="578"/>
                  <a:pt x="1400" y="581"/>
                </a:cubicBezTo>
                <a:cubicBezTo>
                  <a:pt x="1400" y="581"/>
                  <a:pt x="1400" y="581"/>
                  <a:pt x="1400" y="581"/>
                </a:cubicBezTo>
                <a:cubicBezTo>
                  <a:pt x="1400" y="582"/>
                  <a:pt x="1400" y="582"/>
                  <a:pt x="1400" y="582"/>
                </a:cubicBezTo>
                <a:cubicBezTo>
                  <a:pt x="1401" y="582"/>
                  <a:pt x="1401" y="583"/>
                  <a:pt x="1401" y="583"/>
                </a:cubicBezTo>
                <a:cubicBezTo>
                  <a:pt x="1401" y="583"/>
                  <a:pt x="1402" y="583"/>
                  <a:pt x="1402" y="583"/>
                </a:cubicBezTo>
                <a:cubicBezTo>
                  <a:pt x="1403" y="584"/>
                  <a:pt x="1403" y="584"/>
                  <a:pt x="1403" y="584"/>
                </a:cubicBezTo>
                <a:cubicBezTo>
                  <a:pt x="1404" y="584"/>
                  <a:pt x="1406" y="584"/>
                  <a:pt x="1407" y="585"/>
                </a:cubicBezTo>
                <a:cubicBezTo>
                  <a:pt x="1407" y="585"/>
                  <a:pt x="1408" y="585"/>
                  <a:pt x="1409" y="585"/>
                </a:cubicBezTo>
                <a:cubicBezTo>
                  <a:pt x="1409" y="585"/>
                  <a:pt x="1409" y="585"/>
                  <a:pt x="1409" y="585"/>
                </a:cubicBezTo>
                <a:cubicBezTo>
                  <a:pt x="1409" y="585"/>
                  <a:pt x="1409" y="585"/>
                  <a:pt x="1409" y="585"/>
                </a:cubicBezTo>
                <a:cubicBezTo>
                  <a:pt x="1410" y="585"/>
                  <a:pt x="1410" y="585"/>
                  <a:pt x="1410" y="585"/>
                </a:cubicBezTo>
                <a:cubicBezTo>
                  <a:pt x="1410" y="585"/>
                  <a:pt x="1410" y="585"/>
                  <a:pt x="1410" y="585"/>
                </a:cubicBezTo>
                <a:cubicBezTo>
                  <a:pt x="1411" y="584"/>
                  <a:pt x="1412" y="584"/>
                  <a:pt x="1414" y="584"/>
                </a:cubicBezTo>
                <a:cubicBezTo>
                  <a:pt x="1415" y="583"/>
                  <a:pt x="1415" y="583"/>
                  <a:pt x="1415" y="583"/>
                </a:cubicBezTo>
                <a:cubicBezTo>
                  <a:pt x="1416" y="582"/>
                  <a:pt x="1417" y="581"/>
                  <a:pt x="1417" y="580"/>
                </a:cubicBezTo>
                <a:cubicBezTo>
                  <a:pt x="1417" y="579"/>
                  <a:pt x="1417" y="579"/>
                  <a:pt x="1417" y="579"/>
                </a:cubicBezTo>
                <a:cubicBezTo>
                  <a:pt x="1417" y="578"/>
                  <a:pt x="1417" y="578"/>
                  <a:pt x="1416" y="577"/>
                </a:cubicBezTo>
                <a:cubicBezTo>
                  <a:pt x="1416" y="577"/>
                  <a:pt x="1415" y="577"/>
                  <a:pt x="1415" y="577"/>
                </a:cubicBezTo>
                <a:cubicBezTo>
                  <a:pt x="1414" y="576"/>
                  <a:pt x="1414" y="576"/>
                  <a:pt x="1413" y="576"/>
                </a:cubicBezTo>
                <a:cubicBezTo>
                  <a:pt x="1413" y="576"/>
                  <a:pt x="1414" y="576"/>
                  <a:pt x="1413" y="576"/>
                </a:cubicBezTo>
                <a:close/>
                <a:moveTo>
                  <a:pt x="1547" y="575"/>
                </a:moveTo>
                <a:cubicBezTo>
                  <a:pt x="1546" y="575"/>
                  <a:pt x="1545" y="575"/>
                  <a:pt x="1543" y="575"/>
                </a:cubicBezTo>
                <a:cubicBezTo>
                  <a:pt x="1543" y="575"/>
                  <a:pt x="1542" y="575"/>
                  <a:pt x="1542" y="575"/>
                </a:cubicBezTo>
                <a:cubicBezTo>
                  <a:pt x="1542" y="575"/>
                  <a:pt x="1541" y="575"/>
                  <a:pt x="1541" y="575"/>
                </a:cubicBezTo>
                <a:cubicBezTo>
                  <a:pt x="1540" y="575"/>
                  <a:pt x="1540" y="575"/>
                  <a:pt x="1539" y="575"/>
                </a:cubicBezTo>
                <a:cubicBezTo>
                  <a:pt x="1539" y="576"/>
                  <a:pt x="1539" y="576"/>
                  <a:pt x="1538" y="576"/>
                </a:cubicBezTo>
                <a:cubicBezTo>
                  <a:pt x="1536" y="577"/>
                  <a:pt x="1534" y="578"/>
                  <a:pt x="1535" y="581"/>
                </a:cubicBezTo>
                <a:cubicBezTo>
                  <a:pt x="1536" y="582"/>
                  <a:pt x="1537" y="583"/>
                  <a:pt x="1538" y="583"/>
                </a:cubicBezTo>
                <a:cubicBezTo>
                  <a:pt x="1539" y="584"/>
                  <a:pt x="1539" y="584"/>
                  <a:pt x="1539" y="584"/>
                </a:cubicBezTo>
                <a:cubicBezTo>
                  <a:pt x="1540" y="584"/>
                  <a:pt x="1541" y="584"/>
                  <a:pt x="1542" y="585"/>
                </a:cubicBezTo>
                <a:cubicBezTo>
                  <a:pt x="1543" y="585"/>
                  <a:pt x="1544" y="585"/>
                  <a:pt x="1544" y="585"/>
                </a:cubicBezTo>
                <a:cubicBezTo>
                  <a:pt x="1544" y="585"/>
                  <a:pt x="1544" y="585"/>
                  <a:pt x="1545" y="585"/>
                </a:cubicBezTo>
                <a:cubicBezTo>
                  <a:pt x="1545" y="585"/>
                  <a:pt x="1545" y="585"/>
                  <a:pt x="1545" y="585"/>
                </a:cubicBezTo>
                <a:cubicBezTo>
                  <a:pt x="1545" y="585"/>
                  <a:pt x="1545" y="585"/>
                  <a:pt x="1545" y="585"/>
                </a:cubicBezTo>
                <a:cubicBezTo>
                  <a:pt x="1546" y="585"/>
                  <a:pt x="1546" y="585"/>
                  <a:pt x="1546" y="585"/>
                </a:cubicBezTo>
                <a:cubicBezTo>
                  <a:pt x="1546" y="584"/>
                  <a:pt x="1547" y="584"/>
                  <a:pt x="1548" y="584"/>
                </a:cubicBezTo>
                <a:cubicBezTo>
                  <a:pt x="1549" y="584"/>
                  <a:pt x="1549" y="584"/>
                  <a:pt x="1549" y="584"/>
                </a:cubicBezTo>
                <a:cubicBezTo>
                  <a:pt x="1550" y="583"/>
                  <a:pt x="1550" y="583"/>
                  <a:pt x="1550" y="583"/>
                </a:cubicBezTo>
                <a:cubicBezTo>
                  <a:pt x="1552" y="582"/>
                  <a:pt x="1553" y="581"/>
                  <a:pt x="1553" y="580"/>
                </a:cubicBezTo>
                <a:cubicBezTo>
                  <a:pt x="1553" y="579"/>
                  <a:pt x="1553" y="579"/>
                  <a:pt x="1553" y="579"/>
                </a:cubicBezTo>
                <a:cubicBezTo>
                  <a:pt x="1552" y="578"/>
                  <a:pt x="1552" y="578"/>
                  <a:pt x="1552" y="578"/>
                </a:cubicBezTo>
                <a:cubicBezTo>
                  <a:pt x="1552" y="578"/>
                  <a:pt x="1551" y="577"/>
                  <a:pt x="1551" y="577"/>
                </a:cubicBezTo>
                <a:cubicBezTo>
                  <a:pt x="1551" y="577"/>
                  <a:pt x="1550" y="577"/>
                  <a:pt x="1550" y="576"/>
                </a:cubicBezTo>
                <a:cubicBezTo>
                  <a:pt x="1548" y="576"/>
                  <a:pt x="1548" y="576"/>
                  <a:pt x="1548" y="576"/>
                </a:cubicBezTo>
                <a:lnTo>
                  <a:pt x="1547" y="575"/>
                </a:lnTo>
                <a:close/>
                <a:moveTo>
                  <a:pt x="1323" y="576"/>
                </a:moveTo>
                <a:cubicBezTo>
                  <a:pt x="1321" y="575"/>
                  <a:pt x="1320" y="575"/>
                  <a:pt x="1318" y="575"/>
                </a:cubicBezTo>
                <a:cubicBezTo>
                  <a:pt x="1318" y="575"/>
                  <a:pt x="1317" y="575"/>
                  <a:pt x="1317" y="575"/>
                </a:cubicBezTo>
                <a:cubicBezTo>
                  <a:pt x="1316" y="575"/>
                  <a:pt x="1316" y="575"/>
                  <a:pt x="1315" y="575"/>
                </a:cubicBezTo>
                <a:cubicBezTo>
                  <a:pt x="1315" y="575"/>
                  <a:pt x="1314" y="575"/>
                  <a:pt x="1314" y="575"/>
                </a:cubicBezTo>
                <a:cubicBezTo>
                  <a:pt x="1314" y="576"/>
                  <a:pt x="1313" y="576"/>
                  <a:pt x="1313" y="576"/>
                </a:cubicBezTo>
                <a:cubicBezTo>
                  <a:pt x="1312" y="576"/>
                  <a:pt x="1312" y="576"/>
                  <a:pt x="1311" y="577"/>
                </a:cubicBezTo>
                <a:cubicBezTo>
                  <a:pt x="1311" y="577"/>
                  <a:pt x="1310" y="577"/>
                  <a:pt x="1310" y="577"/>
                </a:cubicBezTo>
                <a:cubicBezTo>
                  <a:pt x="1310" y="578"/>
                  <a:pt x="1309" y="578"/>
                  <a:pt x="1309" y="579"/>
                </a:cubicBezTo>
                <a:cubicBezTo>
                  <a:pt x="1309" y="579"/>
                  <a:pt x="1309" y="579"/>
                  <a:pt x="1309" y="581"/>
                </a:cubicBezTo>
                <a:cubicBezTo>
                  <a:pt x="1309" y="581"/>
                  <a:pt x="1309" y="581"/>
                  <a:pt x="1310" y="581"/>
                </a:cubicBezTo>
                <a:cubicBezTo>
                  <a:pt x="1310" y="582"/>
                  <a:pt x="1310" y="582"/>
                  <a:pt x="1310" y="582"/>
                </a:cubicBezTo>
                <a:cubicBezTo>
                  <a:pt x="1310" y="582"/>
                  <a:pt x="1311" y="583"/>
                  <a:pt x="1311" y="583"/>
                </a:cubicBezTo>
                <a:cubicBezTo>
                  <a:pt x="1311" y="583"/>
                  <a:pt x="1311" y="583"/>
                  <a:pt x="1312" y="583"/>
                </a:cubicBezTo>
                <a:cubicBezTo>
                  <a:pt x="1313" y="584"/>
                  <a:pt x="1313" y="584"/>
                  <a:pt x="1313" y="584"/>
                </a:cubicBezTo>
                <a:cubicBezTo>
                  <a:pt x="1314" y="584"/>
                  <a:pt x="1315" y="584"/>
                  <a:pt x="1316" y="585"/>
                </a:cubicBezTo>
                <a:cubicBezTo>
                  <a:pt x="1317" y="585"/>
                  <a:pt x="1318" y="585"/>
                  <a:pt x="1318" y="585"/>
                </a:cubicBezTo>
                <a:cubicBezTo>
                  <a:pt x="1318" y="585"/>
                  <a:pt x="1318" y="585"/>
                  <a:pt x="1319" y="585"/>
                </a:cubicBezTo>
                <a:cubicBezTo>
                  <a:pt x="1319" y="585"/>
                  <a:pt x="1319" y="585"/>
                  <a:pt x="1319" y="585"/>
                </a:cubicBezTo>
                <a:cubicBezTo>
                  <a:pt x="1319" y="585"/>
                  <a:pt x="1319" y="585"/>
                  <a:pt x="1320" y="585"/>
                </a:cubicBezTo>
                <a:cubicBezTo>
                  <a:pt x="1320" y="585"/>
                  <a:pt x="1320" y="585"/>
                  <a:pt x="1320" y="585"/>
                </a:cubicBezTo>
                <a:cubicBezTo>
                  <a:pt x="1321" y="584"/>
                  <a:pt x="1322" y="584"/>
                  <a:pt x="1323" y="584"/>
                </a:cubicBezTo>
                <a:cubicBezTo>
                  <a:pt x="1324" y="583"/>
                  <a:pt x="1324" y="583"/>
                  <a:pt x="1324" y="583"/>
                </a:cubicBezTo>
                <a:cubicBezTo>
                  <a:pt x="1326" y="582"/>
                  <a:pt x="1327" y="581"/>
                  <a:pt x="1327" y="580"/>
                </a:cubicBezTo>
                <a:cubicBezTo>
                  <a:pt x="1327" y="579"/>
                  <a:pt x="1327" y="579"/>
                  <a:pt x="1327" y="579"/>
                </a:cubicBezTo>
                <a:cubicBezTo>
                  <a:pt x="1327" y="578"/>
                  <a:pt x="1326" y="578"/>
                  <a:pt x="1326" y="577"/>
                </a:cubicBezTo>
                <a:cubicBezTo>
                  <a:pt x="1326" y="577"/>
                  <a:pt x="1325" y="577"/>
                  <a:pt x="1325" y="577"/>
                </a:cubicBezTo>
                <a:cubicBezTo>
                  <a:pt x="1324" y="576"/>
                  <a:pt x="1324" y="576"/>
                  <a:pt x="1323" y="576"/>
                </a:cubicBezTo>
                <a:cubicBezTo>
                  <a:pt x="1323" y="576"/>
                  <a:pt x="1324" y="576"/>
                  <a:pt x="1323" y="576"/>
                </a:cubicBezTo>
                <a:close/>
                <a:moveTo>
                  <a:pt x="782" y="576"/>
                </a:moveTo>
                <a:cubicBezTo>
                  <a:pt x="782" y="576"/>
                  <a:pt x="781" y="576"/>
                  <a:pt x="781" y="575"/>
                </a:cubicBezTo>
                <a:cubicBezTo>
                  <a:pt x="780" y="575"/>
                  <a:pt x="780" y="575"/>
                  <a:pt x="780" y="575"/>
                </a:cubicBezTo>
                <a:cubicBezTo>
                  <a:pt x="779" y="575"/>
                  <a:pt x="779" y="575"/>
                  <a:pt x="778" y="575"/>
                </a:cubicBezTo>
                <a:cubicBezTo>
                  <a:pt x="778" y="575"/>
                  <a:pt x="777" y="575"/>
                  <a:pt x="777" y="575"/>
                </a:cubicBezTo>
                <a:cubicBezTo>
                  <a:pt x="777" y="575"/>
                  <a:pt x="776" y="575"/>
                  <a:pt x="776" y="575"/>
                </a:cubicBezTo>
                <a:cubicBezTo>
                  <a:pt x="775" y="575"/>
                  <a:pt x="775" y="575"/>
                  <a:pt x="774" y="575"/>
                </a:cubicBezTo>
                <a:cubicBezTo>
                  <a:pt x="774" y="575"/>
                  <a:pt x="773" y="575"/>
                  <a:pt x="773" y="575"/>
                </a:cubicBezTo>
                <a:cubicBezTo>
                  <a:pt x="773" y="576"/>
                  <a:pt x="772" y="576"/>
                  <a:pt x="772" y="576"/>
                </a:cubicBezTo>
                <a:cubicBezTo>
                  <a:pt x="769" y="577"/>
                  <a:pt x="767" y="578"/>
                  <a:pt x="767" y="581"/>
                </a:cubicBezTo>
                <a:cubicBezTo>
                  <a:pt x="768" y="582"/>
                  <a:pt x="769" y="583"/>
                  <a:pt x="769" y="583"/>
                </a:cubicBezTo>
                <a:cubicBezTo>
                  <a:pt x="771" y="584"/>
                  <a:pt x="771" y="584"/>
                  <a:pt x="771" y="584"/>
                </a:cubicBezTo>
                <a:cubicBezTo>
                  <a:pt x="772" y="584"/>
                  <a:pt x="773" y="584"/>
                  <a:pt x="774" y="585"/>
                </a:cubicBezTo>
                <a:cubicBezTo>
                  <a:pt x="774" y="585"/>
                  <a:pt x="775" y="585"/>
                  <a:pt x="776" y="585"/>
                </a:cubicBezTo>
                <a:cubicBezTo>
                  <a:pt x="776" y="585"/>
                  <a:pt x="776" y="585"/>
                  <a:pt x="776" y="585"/>
                </a:cubicBezTo>
                <a:cubicBezTo>
                  <a:pt x="776" y="585"/>
                  <a:pt x="776" y="585"/>
                  <a:pt x="777" y="585"/>
                </a:cubicBezTo>
                <a:cubicBezTo>
                  <a:pt x="777" y="585"/>
                  <a:pt x="777" y="585"/>
                  <a:pt x="777" y="585"/>
                </a:cubicBezTo>
                <a:cubicBezTo>
                  <a:pt x="777" y="585"/>
                  <a:pt x="777" y="585"/>
                  <a:pt x="778" y="585"/>
                </a:cubicBezTo>
                <a:cubicBezTo>
                  <a:pt x="779" y="584"/>
                  <a:pt x="780" y="584"/>
                  <a:pt x="781" y="584"/>
                </a:cubicBezTo>
                <a:cubicBezTo>
                  <a:pt x="782" y="583"/>
                  <a:pt x="782" y="583"/>
                  <a:pt x="782" y="583"/>
                </a:cubicBezTo>
                <a:cubicBezTo>
                  <a:pt x="784" y="582"/>
                  <a:pt x="785" y="581"/>
                  <a:pt x="785" y="580"/>
                </a:cubicBezTo>
                <a:cubicBezTo>
                  <a:pt x="785" y="579"/>
                  <a:pt x="785" y="579"/>
                  <a:pt x="785" y="579"/>
                </a:cubicBezTo>
                <a:cubicBezTo>
                  <a:pt x="785" y="578"/>
                  <a:pt x="785" y="578"/>
                  <a:pt x="785" y="577"/>
                </a:cubicBezTo>
                <a:cubicBezTo>
                  <a:pt x="784" y="577"/>
                  <a:pt x="784" y="577"/>
                  <a:pt x="783" y="577"/>
                </a:cubicBezTo>
                <a:cubicBezTo>
                  <a:pt x="783" y="576"/>
                  <a:pt x="783" y="576"/>
                  <a:pt x="782" y="576"/>
                </a:cubicBezTo>
                <a:cubicBezTo>
                  <a:pt x="782" y="576"/>
                  <a:pt x="783" y="576"/>
                  <a:pt x="782" y="576"/>
                </a:cubicBezTo>
                <a:close/>
                <a:moveTo>
                  <a:pt x="692" y="576"/>
                </a:moveTo>
                <a:cubicBezTo>
                  <a:pt x="690" y="575"/>
                  <a:pt x="689" y="575"/>
                  <a:pt x="687" y="575"/>
                </a:cubicBezTo>
                <a:cubicBezTo>
                  <a:pt x="686" y="575"/>
                  <a:pt x="686" y="575"/>
                  <a:pt x="686" y="575"/>
                </a:cubicBezTo>
                <a:cubicBezTo>
                  <a:pt x="685" y="575"/>
                  <a:pt x="685" y="575"/>
                  <a:pt x="684" y="575"/>
                </a:cubicBezTo>
                <a:cubicBezTo>
                  <a:pt x="684" y="575"/>
                  <a:pt x="683" y="575"/>
                  <a:pt x="683" y="575"/>
                </a:cubicBezTo>
                <a:cubicBezTo>
                  <a:pt x="682" y="576"/>
                  <a:pt x="682" y="576"/>
                  <a:pt x="682" y="576"/>
                </a:cubicBezTo>
                <a:cubicBezTo>
                  <a:pt x="681" y="576"/>
                  <a:pt x="680" y="576"/>
                  <a:pt x="680" y="577"/>
                </a:cubicBezTo>
                <a:cubicBezTo>
                  <a:pt x="679" y="577"/>
                  <a:pt x="679" y="577"/>
                  <a:pt x="679" y="577"/>
                </a:cubicBezTo>
                <a:cubicBezTo>
                  <a:pt x="678" y="578"/>
                  <a:pt x="678" y="578"/>
                  <a:pt x="678" y="579"/>
                </a:cubicBezTo>
                <a:cubicBezTo>
                  <a:pt x="677" y="579"/>
                  <a:pt x="677" y="579"/>
                  <a:pt x="677" y="581"/>
                </a:cubicBezTo>
                <a:cubicBezTo>
                  <a:pt x="677" y="581"/>
                  <a:pt x="677" y="581"/>
                  <a:pt x="677" y="581"/>
                </a:cubicBezTo>
                <a:cubicBezTo>
                  <a:pt x="677" y="582"/>
                  <a:pt x="678" y="582"/>
                  <a:pt x="678" y="582"/>
                </a:cubicBezTo>
                <a:cubicBezTo>
                  <a:pt x="678" y="582"/>
                  <a:pt x="678" y="583"/>
                  <a:pt x="678" y="583"/>
                </a:cubicBezTo>
                <a:cubicBezTo>
                  <a:pt x="679" y="583"/>
                  <a:pt x="679" y="583"/>
                  <a:pt x="679" y="583"/>
                </a:cubicBezTo>
                <a:cubicBezTo>
                  <a:pt x="680" y="584"/>
                  <a:pt x="680" y="584"/>
                  <a:pt x="680" y="584"/>
                </a:cubicBezTo>
                <a:cubicBezTo>
                  <a:pt x="681" y="584"/>
                  <a:pt x="682" y="584"/>
                  <a:pt x="684" y="585"/>
                </a:cubicBezTo>
                <a:cubicBezTo>
                  <a:pt x="684" y="585"/>
                  <a:pt x="685" y="585"/>
                  <a:pt x="685" y="585"/>
                </a:cubicBezTo>
                <a:cubicBezTo>
                  <a:pt x="685" y="585"/>
                  <a:pt x="686" y="585"/>
                  <a:pt x="686" y="585"/>
                </a:cubicBezTo>
                <a:cubicBezTo>
                  <a:pt x="686" y="585"/>
                  <a:pt x="686" y="585"/>
                  <a:pt x="686" y="585"/>
                </a:cubicBezTo>
                <a:cubicBezTo>
                  <a:pt x="686" y="585"/>
                  <a:pt x="687" y="585"/>
                  <a:pt x="687" y="585"/>
                </a:cubicBezTo>
                <a:cubicBezTo>
                  <a:pt x="687" y="585"/>
                  <a:pt x="687" y="585"/>
                  <a:pt x="687" y="585"/>
                </a:cubicBezTo>
                <a:cubicBezTo>
                  <a:pt x="688" y="584"/>
                  <a:pt x="689" y="584"/>
                  <a:pt x="691" y="584"/>
                </a:cubicBezTo>
                <a:cubicBezTo>
                  <a:pt x="692" y="583"/>
                  <a:pt x="692" y="583"/>
                  <a:pt x="692" y="583"/>
                </a:cubicBezTo>
                <a:cubicBezTo>
                  <a:pt x="693" y="582"/>
                  <a:pt x="694" y="581"/>
                  <a:pt x="695" y="580"/>
                </a:cubicBezTo>
                <a:cubicBezTo>
                  <a:pt x="695" y="579"/>
                  <a:pt x="695" y="579"/>
                  <a:pt x="695" y="579"/>
                </a:cubicBezTo>
                <a:cubicBezTo>
                  <a:pt x="695" y="578"/>
                  <a:pt x="695" y="578"/>
                  <a:pt x="694" y="577"/>
                </a:cubicBezTo>
                <a:cubicBezTo>
                  <a:pt x="694" y="577"/>
                  <a:pt x="694" y="577"/>
                  <a:pt x="693" y="577"/>
                </a:cubicBezTo>
                <a:cubicBezTo>
                  <a:pt x="693" y="576"/>
                  <a:pt x="692" y="576"/>
                  <a:pt x="692" y="576"/>
                </a:cubicBezTo>
                <a:cubicBezTo>
                  <a:pt x="691" y="576"/>
                  <a:pt x="692" y="576"/>
                  <a:pt x="692" y="576"/>
                </a:cubicBezTo>
                <a:close/>
                <a:moveTo>
                  <a:pt x="735" y="575"/>
                </a:moveTo>
                <a:cubicBezTo>
                  <a:pt x="734" y="575"/>
                  <a:pt x="733" y="575"/>
                  <a:pt x="732" y="575"/>
                </a:cubicBezTo>
                <a:cubicBezTo>
                  <a:pt x="731" y="575"/>
                  <a:pt x="731" y="575"/>
                  <a:pt x="731" y="575"/>
                </a:cubicBezTo>
                <a:cubicBezTo>
                  <a:pt x="730" y="575"/>
                  <a:pt x="730" y="575"/>
                  <a:pt x="729" y="575"/>
                </a:cubicBezTo>
                <a:cubicBezTo>
                  <a:pt x="729" y="575"/>
                  <a:pt x="728" y="575"/>
                  <a:pt x="728" y="575"/>
                </a:cubicBezTo>
                <a:cubicBezTo>
                  <a:pt x="728" y="576"/>
                  <a:pt x="727" y="576"/>
                  <a:pt x="727" y="576"/>
                </a:cubicBezTo>
                <a:cubicBezTo>
                  <a:pt x="726" y="576"/>
                  <a:pt x="726" y="576"/>
                  <a:pt x="725" y="577"/>
                </a:cubicBezTo>
                <a:cubicBezTo>
                  <a:pt x="725" y="577"/>
                  <a:pt x="724" y="577"/>
                  <a:pt x="724" y="577"/>
                </a:cubicBezTo>
                <a:cubicBezTo>
                  <a:pt x="723" y="578"/>
                  <a:pt x="723" y="578"/>
                  <a:pt x="723" y="579"/>
                </a:cubicBezTo>
                <a:cubicBezTo>
                  <a:pt x="722" y="579"/>
                  <a:pt x="722" y="579"/>
                  <a:pt x="722" y="581"/>
                </a:cubicBezTo>
                <a:cubicBezTo>
                  <a:pt x="722" y="581"/>
                  <a:pt x="722" y="581"/>
                  <a:pt x="722" y="581"/>
                </a:cubicBezTo>
                <a:cubicBezTo>
                  <a:pt x="723" y="582"/>
                  <a:pt x="723" y="582"/>
                  <a:pt x="723" y="582"/>
                </a:cubicBezTo>
                <a:cubicBezTo>
                  <a:pt x="723" y="582"/>
                  <a:pt x="723" y="583"/>
                  <a:pt x="724" y="583"/>
                </a:cubicBezTo>
                <a:cubicBezTo>
                  <a:pt x="724" y="583"/>
                  <a:pt x="724" y="583"/>
                  <a:pt x="724" y="583"/>
                </a:cubicBezTo>
                <a:cubicBezTo>
                  <a:pt x="726" y="584"/>
                  <a:pt x="726" y="584"/>
                  <a:pt x="726" y="584"/>
                </a:cubicBezTo>
                <a:cubicBezTo>
                  <a:pt x="727" y="584"/>
                  <a:pt x="728" y="584"/>
                  <a:pt x="729" y="585"/>
                </a:cubicBezTo>
                <a:cubicBezTo>
                  <a:pt x="729" y="585"/>
                  <a:pt x="730" y="585"/>
                  <a:pt x="731" y="585"/>
                </a:cubicBezTo>
                <a:cubicBezTo>
                  <a:pt x="731" y="585"/>
                  <a:pt x="731" y="585"/>
                  <a:pt x="731" y="585"/>
                </a:cubicBezTo>
                <a:cubicBezTo>
                  <a:pt x="731" y="585"/>
                  <a:pt x="731" y="585"/>
                  <a:pt x="731" y="585"/>
                </a:cubicBezTo>
                <a:cubicBezTo>
                  <a:pt x="732" y="585"/>
                  <a:pt x="732" y="585"/>
                  <a:pt x="732" y="585"/>
                </a:cubicBezTo>
                <a:cubicBezTo>
                  <a:pt x="732" y="585"/>
                  <a:pt x="732" y="585"/>
                  <a:pt x="732" y="585"/>
                </a:cubicBezTo>
                <a:cubicBezTo>
                  <a:pt x="733" y="584"/>
                  <a:pt x="734" y="584"/>
                  <a:pt x="734" y="584"/>
                </a:cubicBezTo>
                <a:cubicBezTo>
                  <a:pt x="736" y="584"/>
                  <a:pt x="736" y="584"/>
                  <a:pt x="736" y="584"/>
                </a:cubicBezTo>
                <a:cubicBezTo>
                  <a:pt x="737" y="583"/>
                  <a:pt x="737" y="583"/>
                  <a:pt x="737" y="583"/>
                </a:cubicBezTo>
                <a:cubicBezTo>
                  <a:pt x="739" y="582"/>
                  <a:pt x="740" y="581"/>
                  <a:pt x="740" y="580"/>
                </a:cubicBezTo>
                <a:cubicBezTo>
                  <a:pt x="740" y="579"/>
                  <a:pt x="740" y="579"/>
                  <a:pt x="740" y="579"/>
                </a:cubicBezTo>
                <a:cubicBezTo>
                  <a:pt x="740" y="578"/>
                  <a:pt x="740" y="578"/>
                  <a:pt x="740" y="578"/>
                </a:cubicBezTo>
                <a:cubicBezTo>
                  <a:pt x="740" y="578"/>
                  <a:pt x="739" y="577"/>
                  <a:pt x="739" y="577"/>
                </a:cubicBezTo>
                <a:cubicBezTo>
                  <a:pt x="739" y="577"/>
                  <a:pt x="738" y="577"/>
                  <a:pt x="738" y="576"/>
                </a:cubicBezTo>
                <a:cubicBezTo>
                  <a:pt x="737" y="576"/>
                  <a:pt x="737" y="576"/>
                  <a:pt x="737" y="576"/>
                </a:cubicBezTo>
                <a:lnTo>
                  <a:pt x="735" y="575"/>
                </a:lnTo>
                <a:close/>
                <a:moveTo>
                  <a:pt x="602" y="576"/>
                </a:moveTo>
                <a:cubicBezTo>
                  <a:pt x="600" y="575"/>
                  <a:pt x="598" y="575"/>
                  <a:pt x="597" y="575"/>
                </a:cubicBezTo>
                <a:cubicBezTo>
                  <a:pt x="596" y="575"/>
                  <a:pt x="596" y="575"/>
                  <a:pt x="595" y="575"/>
                </a:cubicBezTo>
                <a:cubicBezTo>
                  <a:pt x="595" y="575"/>
                  <a:pt x="594" y="575"/>
                  <a:pt x="594" y="575"/>
                </a:cubicBezTo>
                <a:cubicBezTo>
                  <a:pt x="594" y="575"/>
                  <a:pt x="593" y="575"/>
                  <a:pt x="593" y="575"/>
                </a:cubicBezTo>
                <a:cubicBezTo>
                  <a:pt x="592" y="576"/>
                  <a:pt x="592" y="576"/>
                  <a:pt x="592" y="576"/>
                </a:cubicBezTo>
                <a:cubicBezTo>
                  <a:pt x="591" y="576"/>
                  <a:pt x="590" y="576"/>
                  <a:pt x="590" y="577"/>
                </a:cubicBezTo>
                <a:cubicBezTo>
                  <a:pt x="589" y="577"/>
                  <a:pt x="589" y="577"/>
                  <a:pt x="588" y="577"/>
                </a:cubicBezTo>
                <a:cubicBezTo>
                  <a:pt x="588" y="578"/>
                  <a:pt x="588" y="578"/>
                  <a:pt x="587" y="579"/>
                </a:cubicBezTo>
                <a:cubicBezTo>
                  <a:pt x="587" y="579"/>
                  <a:pt x="587" y="579"/>
                  <a:pt x="587" y="581"/>
                </a:cubicBezTo>
                <a:cubicBezTo>
                  <a:pt x="587" y="581"/>
                  <a:pt x="587" y="581"/>
                  <a:pt x="587" y="581"/>
                </a:cubicBezTo>
                <a:cubicBezTo>
                  <a:pt x="587" y="582"/>
                  <a:pt x="587" y="582"/>
                  <a:pt x="587" y="582"/>
                </a:cubicBezTo>
                <a:cubicBezTo>
                  <a:pt x="588" y="582"/>
                  <a:pt x="588" y="583"/>
                  <a:pt x="588" y="583"/>
                </a:cubicBezTo>
                <a:cubicBezTo>
                  <a:pt x="588" y="583"/>
                  <a:pt x="588" y="583"/>
                  <a:pt x="589" y="583"/>
                </a:cubicBezTo>
                <a:cubicBezTo>
                  <a:pt x="590" y="584"/>
                  <a:pt x="590" y="584"/>
                  <a:pt x="590" y="584"/>
                </a:cubicBezTo>
                <a:cubicBezTo>
                  <a:pt x="591" y="584"/>
                  <a:pt x="592" y="584"/>
                  <a:pt x="593" y="585"/>
                </a:cubicBezTo>
                <a:cubicBezTo>
                  <a:pt x="594" y="585"/>
                  <a:pt x="594" y="585"/>
                  <a:pt x="595" y="585"/>
                </a:cubicBezTo>
                <a:cubicBezTo>
                  <a:pt x="595" y="585"/>
                  <a:pt x="595" y="585"/>
                  <a:pt x="595" y="585"/>
                </a:cubicBezTo>
                <a:cubicBezTo>
                  <a:pt x="596" y="585"/>
                  <a:pt x="596" y="585"/>
                  <a:pt x="596" y="585"/>
                </a:cubicBezTo>
                <a:cubicBezTo>
                  <a:pt x="596" y="585"/>
                  <a:pt x="596" y="585"/>
                  <a:pt x="596" y="585"/>
                </a:cubicBezTo>
                <a:cubicBezTo>
                  <a:pt x="596" y="585"/>
                  <a:pt x="597" y="585"/>
                  <a:pt x="597" y="585"/>
                </a:cubicBezTo>
                <a:cubicBezTo>
                  <a:pt x="598" y="584"/>
                  <a:pt x="599" y="584"/>
                  <a:pt x="600" y="584"/>
                </a:cubicBezTo>
                <a:cubicBezTo>
                  <a:pt x="602" y="583"/>
                  <a:pt x="602" y="583"/>
                  <a:pt x="602" y="583"/>
                </a:cubicBezTo>
                <a:cubicBezTo>
                  <a:pt x="603" y="582"/>
                  <a:pt x="604" y="581"/>
                  <a:pt x="605" y="580"/>
                </a:cubicBezTo>
                <a:cubicBezTo>
                  <a:pt x="605" y="579"/>
                  <a:pt x="605" y="579"/>
                  <a:pt x="605" y="579"/>
                </a:cubicBezTo>
                <a:cubicBezTo>
                  <a:pt x="605" y="578"/>
                  <a:pt x="604" y="578"/>
                  <a:pt x="604" y="577"/>
                </a:cubicBezTo>
                <a:cubicBezTo>
                  <a:pt x="604" y="577"/>
                  <a:pt x="604" y="577"/>
                  <a:pt x="603" y="577"/>
                </a:cubicBezTo>
                <a:cubicBezTo>
                  <a:pt x="603" y="576"/>
                  <a:pt x="602" y="576"/>
                  <a:pt x="602" y="576"/>
                </a:cubicBezTo>
                <a:cubicBezTo>
                  <a:pt x="601" y="576"/>
                  <a:pt x="602" y="576"/>
                  <a:pt x="602" y="576"/>
                </a:cubicBezTo>
                <a:close/>
                <a:moveTo>
                  <a:pt x="646" y="576"/>
                </a:moveTo>
                <a:cubicBezTo>
                  <a:pt x="646" y="575"/>
                  <a:pt x="645" y="575"/>
                  <a:pt x="645" y="575"/>
                </a:cubicBezTo>
                <a:cubicBezTo>
                  <a:pt x="645" y="575"/>
                  <a:pt x="645" y="575"/>
                  <a:pt x="644" y="575"/>
                </a:cubicBezTo>
                <a:cubicBezTo>
                  <a:pt x="644" y="575"/>
                  <a:pt x="644" y="575"/>
                  <a:pt x="644" y="575"/>
                </a:cubicBezTo>
                <a:cubicBezTo>
                  <a:pt x="643" y="575"/>
                  <a:pt x="643" y="575"/>
                  <a:pt x="643" y="575"/>
                </a:cubicBezTo>
                <a:cubicBezTo>
                  <a:pt x="643" y="575"/>
                  <a:pt x="643" y="575"/>
                  <a:pt x="643" y="575"/>
                </a:cubicBezTo>
                <a:cubicBezTo>
                  <a:pt x="643" y="575"/>
                  <a:pt x="642" y="575"/>
                  <a:pt x="642" y="575"/>
                </a:cubicBezTo>
                <a:cubicBezTo>
                  <a:pt x="642" y="575"/>
                  <a:pt x="642" y="575"/>
                  <a:pt x="642" y="575"/>
                </a:cubicBezTo>
                <a:cubicBezTo>
                  <a:pt x="641" y="575"/>
                  <a:pt x="641" y="575"/>
                  <a:pt x="640" y="575"/>
                </a:cubicBezTo>
                <a:cubicBezTo>
                  <a:pt x="640" y="575"/>
                  <a:pt x="639" y="575"/>
                  <a:pt x="639" y="575"/>
                </a:cubicBezTo>
                <a:cubicBezTo>
                  <a:pt x="639" y="575"/>
                  <a:pt x="638" y="575"/>
                  <a:pt x="638" y="575"/>
                </a:cubicBezTo>
                <a:cubicBezTo>
                  <a:pt x="637" y="576"/>
                  <a:pt x="637" y="576"/>
                  <a:pt x="637" y="576"/>
                </a:cubicBezTo>
                <a:cubicBezTo>
                  <a:pt x="634" y="577"/>
                  <a:pt x="632" y="578"/>
                  <a:pt x="632" y="581"/>
                </a:cubicBezTo>
                <a:cubicBezTo>
                  <a:pt x="632" y="582"/>
                  <a:pt x="633" y="583"/>
                  <a:pt x="634" y="583"/>
                </a:cubicBezTo>
                <a:cubicBezTo>
                  <a:pt x="635" y="584"/>
                  <a:pt x="635" y="584"/>
                  <a:pt x="635" y="584"/>
                </a:cubicBezTo>
                <a:cubicBezTo>
                  <a:pt x="636" y="584"/>
                  <a:pt x="637" y="584"/>
                  <a:pt x="638" y="585"/>
                </a:cubicBezTo>
                <a:cubicBezTo>
                  <a:pt x="639" y="585"/>
                  <a:pt x="639" y="585"/>
                  <a:pt x="640" y="585"/>
                </a:cubicBezTo>
                <a:cubicBezTo>
                  <a:pt x="640" y="585"/>
                  <a:pt x="640" y="585"/>
                  <a:pt x="641" y="585"/>
                </a:cubicBezTo>
                <a:cubicBezTo>
                  <a:pt x="641" y="585"/>
                  <a:pt x="641" y="585"/>
                  <a:pt x="641" y="585"/>
                </a:cubicBezTo>
                <a:cubicBezTo>
                  <a:pt x="641" y="585"/>
                  <a:pt x="641" y="585"/>
                  <a:pt x="641" y="585"/>
                </a:cubicBezTo>
                <a:cubicBezTo>
                  <a:pt x="642" y="585"/>
                  <a:pt x="642" y="585"/>
                  <a:pt x="642" y="585"/>
                </a:cubicBezTo>
                <a:cubicBezTo>
                  <a:pt x="643" y="584"/>
                  <a:pt x="644" y="584"/>
                  <a:pt x="645" y="584"/>
                </a:cubicBezTo>
                <a:cubicBezTo>
                  <a:pt x="647" y="583"/>
                  <a:pt x="647" y="583"/>
                  <a:pt x="647" y="583"/>
                </a:cubicBezTo>
                <a:cubicBezTo>
                  <a:pt x="648" y="582"/>
                  <a:pt x="649" y="581"/>
                  <a:pt x="650" y="580"/>
                </a:cubicBezTo>
                <a:cubicBezTo>
                  <a:pt x="650" y="579"/>
                  <a:pt x="650" y="579"/>
                  <a:pt x="650" y="579"/>
                </a:cubicBezTo>
                <a:cubicBezTo>
                  <a:pt x="650" y="578"/>
                  <a:pt x="650" y="578"/>
                  <a:pt x="649" y="577"/>
                </a:cubicBezTo>
                <a:cubicBezTo>
                  <a:pt x="649" y="577"/>
                  <a:pt x="649" y="577"/>
                  <a:pt x="648" y="577"/>
                </a:cubicBezTo>
                <a:cubicBezTo>
                  <a:pt x="648" y="576"/>
                  <a:pt x="647" y="576"/>
                  <a:pt x="647" y="576"/>
                </a:cubicBezTo>
                <a:cubicBezTo>
                  <a:pt x="646" y="576"/>
                  <a:pt x="646" y="576"/>
                  <a:pt x="646" y="576"/>
                </a:cubicBezTo>
                <a:close/>
                <a:moveTo>
                  <a:pt x="659" y="587"/>
                </a:moveTo>
                <a:cubicBezTo>
                  <a:pt x="658" y="588"/>
                  <a:pt x="657" y="588"/>
                  <a:pt x="656" y="588"/>
                </a:cubicBezTo>
                <a:cubicBezTo>
                  <a:pt x="655" y="589"/>
                  <a:pt x="654" y="589"/>
                  <a:pt x="653" y="590"/>
                </a:cubicBezTo>
                <a:cubicBezTo>
                  <a:pt x="653" y="591"/>
                  <a:pt x="653" y="591"/>
                  <a:pt x="652" y="592"/>
                </a:cubicBezTo>
                <a:cubicBezTo>
                  <a:pt x="652" y="593"/>
                  <a:pt x="652" y="593"/>
                  <a:pt x="653" y="594"/>
                </a:cubicBezTo>
                <a:cubicBezTo>
                  <a:pt x="653" y="594"/>
                  <a:pt x="654" y="595"/>
                  <a:pt x="654" y="595"/>
                </a:cubicBezTo>
                <a:cubicBezTo>
                  <a:pt x="655" y="596"/>
                  <a:pt x="656" y="596"/>
                  <a:pt x="657" y="596"/>
                </a:cubicBezTo>
                <a:cubicBezTo>
                  <a:pt x="658" y="597"/>
                  <a:pt x="659" y="597"/>
                  <a:pt x="661" y="597"/>
                </a:cubicBezTo>
                <a:cubicBezTo>
                  <a:pt x="662" y="597"/>
                  <a:pt x="663" y="597"/>
                  <a:pt x="664" y="596"/>
                </a:cubicBezTo>
                <a:cubicBezTo>
                  <a:pt x="665" y="596"/>
                  <a:pt x="666" y="596"/>
                  <a:pt x="667" y="595"/>
                </a:cubicBezTo>
                <a:cubicBezTo>
                  <a:pt x="668" y="595"/>
                  <a:pt x="669" y="594"/>
                  <a:pt x="670" y="594"/>
                </a:cubicBezTo>
                <a:cubicBezTo>
                  <a:pt x="670" y="593"/>
                  <a:pt x="670" y="593"/>
                  <a:pt x="671" y="592"/>
                </a:cubicBezTo>
                <a:cubicBezTo>
                  <a:pt x="671" y="591"/>
                  <a:pt x="671" y="591"/>
                  <a:pt x="670" y="590"/>
                </a:cubicBezTo>
                <a:cubicBezTo>
                  <a:pt x="670" y="589"/>
                  <a:pt x="669" y="589"/>
                  <a:pt x="668" y="588"/>
                </a:cubicBezTo>
                <a:cubicBezTo>
                  <a:pt x="668" y="588"/>
                  <a:pt x="667" y="588"/>
                  <a:pt x="666" y="587"/>
                </a:cubicBezTo>
                <a:cubicBezTo>
                  <a:pt x="665" y="587"/>
                  <a:pt x="664" y="587"/>
                  <a:pt x="662" y="587"/>
                </a:cubicBezTo>
                <a:cubicBezTo>
                  <a:pt x="661" y="587"/>
                  <a:pt x="660" y="587"/>
                  <a:pt x="659" y="587"/>
                </a:cubicBezTo>
                <a:close/>
                <a:moveTo>
                  <a:pt x="568" y="587"/>
                </a:moveTo>
                <a:cubicBezTo>
                  <a:pt x="567" y="588"/>
                  <a:pt x="566" y="588"/>
                  <a:pt x="565" y="588"/>
                </a:cubicBezTo>
                <a:cubicBezTo>
                  <a:pt x="564" y="589"/>
                  <a:pt x="563" y="589"/>
                  <a:pt x="563" y="590"/>
                </a:cubicBezTo>
                <a:cubicBezTo>
                  <a:pt x="562" y="591"/>
                  <a:pt x="562" y="591"/>
                  <a:pt x="562" y="592"/>
                </a:cubicBezTo>
                <a:cubicBezTo>
                  <a:pt x="562" y="593"/>
                  <a:pt x="562" y="593"/>
                  <a:pt x="562" y="594"/>
                </a:cubicBezTo>
                <a:cubicBezTo>
                  <a:pt x="562" y="594"/>
                  <a:pt x="563" y="595"/>
                  <a:pt x="564" y="595"/>
                </a:cubicBezTo>
                <a:cubicBezTo>
                  <a:pt x="565" y="596"/>
                  <a:pt x="565" y="596"/>
                  <a:pt x="566" y="596"/>
                </a:cubicBezTo>
                <a:cubicBezTo>
                  <a:pt x="568" y="597"/>
                  <a:pt x="569" y="597"/>
                  <a:pt x="570" y="597"/>
                </a:cubicBezTo>
                <a:cubicBezTo>
                  <a:pt x="571" y="597"/>
                  <a:pt x="572" y="597"/>
                  <a:pt x="574" y="596"/>
                </a:cubicBezTo>
                <a:cubicBezTo>
                  <a:pt x="575" y="596"/>
                  <a:pt x="576" y="596"/>
                  <a:pt x="577" y="595"/>
                </a:cubicBezTo>
                <a:cubicBezTo>
                  <a:pt x="578" y="595"/>
                  <a:pt x="578" y="594"/>
                  <a:pt x="579" y="594"/>
                </a:cubicBezTo>
                <a:cubicBezTo>
                  <a:pt x="579" y="593"/>
                  <a:pt x="580" y="593"/>
                  <a:pt x="580" y="592"/>
                </a:cubicBezTo>
                <a:cubicBezTo>
                  <a:pt x="580" y="591"/>
                  <a:pt x="580" y="591"/>
                  <a:pt x="580" y="590"/>
                </a:cubicBezTo>
                <a:cubicBezTo>
                  <a:pt x="579" y="589"/>
                  <a:pt x="579" y="589"/>
                  <a:pt x="578" y="588"/>
                </a:cubicBezTo>
                <a:cubicBezTo>
                  <a:pt x="577" y="588"/>
                  <a:pt x="576" y="588"/>
                  <a:pt x="575" y="587"/>
                </a:cubicBezTo>
                <a:cubicBezTo>
                  <a:pt x="574" y="587"/>
                  <a:pt x="573" y="587"/>
                  <a:pt x="572" y="587"/>
                </a:cubicBezTo>
                <a:cubicBezTo>
                  <a:pt x="571" y="587"/>
                  <a:pt x="569" y="587"/>
                  <a:pt x="568" y="587"/>
                </a:cubicBezTo>
                <a:close/>
                <a:moveTo>
                  <a:pt x="613" y="587"/>
                </a:moveTo>
                <a:cubicBezTo>
                  <a:pt x="612" y="588"/>
                  <a:pt x="611" y="588"/>
                  <a:pt x="610" y="588"/>
                </a:cubicBezTo>
                <a:cubicBezTo>
                  <a:pt x="610" y="589"/>
                  <a:pt x="609" y="589"/>
                  <a:pt x="608" y="590"/>
                </a:cubicBezTo>
                <a:cubicBezTo>
                  <a:pt x="608" y="591"/>
                  <a:pt x="607" y="591"/>
                  <a:pt x="607" y="592"/>
                </a:cubicBezTo>
                <a:cubicBezTo>
                  <a:pt x="607" y="593"/>
                  <a:pt x="607" y="593"/>
                  <a:pt x="608" y="594"/>
                </a:cubicBezTo>
                <a:cubicBezTo>
                  <a:pt x="608" y="594"/>
                  <a:pt x="608" y="595"/>
                  <a:pt x="609" y="595"/>
                </a:cubicBezTo>
                <a:cubicBezTo>
                  <a:pt x="610" y="596"/>
                  <a:pt x="611" y="596"/>
                  <a:pt x="612" y="596"/>
                </a:cubicBezTo>
                <a:cubicBezTo>
                  <a:pt x="613" y="597"/>
                  <a:pt x="614" y="597"/>
                  <a:pt x="615" y="597"/>
                </a:cubicBezTo>
                <a:cubicBezTo>
                  <a:pt x="617" y="597"/>
                  <a:pt x="618" y="597"/>
                  <a:pt x="619" y="596"/>
                </a:cubicBezTo>
                <a:cubicBezTo>
                  <a:pt x="620" y="596"/>
                  <a:pt x="621" y="596"/>
                  <a:pt x="622" y="595"/>
                </a:cubicBezTo>
                <a:cubicBezTo>
                  <a:pt x="623" y="595"/>
                  <a:pt x="624" y="594"/>
                  <a:pt x="624" y="594"/>
                </a:cubicBezTo>
                <a:cubicBezTo>
                  <a:pt x="625" y="593"/>
                  <a:pt x="625" y="593"/>
                  <a:pt x="625" y="592"/>
                </a:cubicBezTo>
                <a:cubicBezTo>
                  <a:pt x="625" y="591"/>
                  <a:pt x="625" y="591"/>
                  <a:pt x="625" y="590"/>
                </a:cubicBezTo>
                <a:cubicBezTo>
                  <a:pt x="624" y="589"/>
                  <a:pt x="624" y="589"/>
                  <a:pt x="623" y="588"/>
                </a:cubicBezTo>
                <a:cubicBezTo>
                  <a:pt x="622" y="588"/>
                  <a:pt x="622" y="588"/>
                  <a:pt x="621" y="587"/>
                </a:cubicBezTo>
                <a:cubicBezTo>
                  <a:pt x="619" y="587"/>
                  <a:pt x="618" y="587"/>
                  <a:pt x="617" y="587"/>
                </a:cubicBezTo>
                <a:cubicBezTo>
                  <a:pt x="616" y="587"/>
                  <a:pt x="615" y="587"/>
                  <a:pt x="613" y="587"/>
                </a:cubicBezTo>
                <a:close/>
                <a:moveTo>
                  <a:pt x="749" y="587"/>
                </a:moveTo>
                <a:cubicBezTo>
                  <a:pt x="748" y="588"/>
                  <a:pt x="747" y="588"/>
                  <a:pt x="746" y="588"/>
                </a:cubicBezTo>
                <a:cubicBezTo>
                  <a:pt x="745" y="589"/>
                  <a:pt x="745" y="589"/>
                  <a:pt x="744" y="590"/>
                </a:cubicBezTo>
                <a:cubicBezTo>
                  <a:pt x="743" y="591"/>
                  <a:pt x="743" y="591"/>
                  <a:pt x="743" y="592"/>
                </a:cubicBezTo>
                <a:cubicBezTo>
                  <a:pt x="743" y="593"/>
                  <a:pt x="743" y="593"/>
                  <a:pt x="743" y="594"/>
                </a:cubicBezTo>
                <a:cubicBezTo>
                  <a:pt x="744" y="594"/>
                  <a:pt x="744" y="595"/>
                  <a:pt x="745" y="595"/>
                </a:cubicBezTo>
                <a:cubicBezTo>
                  <a:pt x="746" y="596"/>
                  <a:pt x="747" y="596"/>
                  <a:pt x="748" y="596"/>
                </a:cubicBezTo>
                <a:cubicBezTo>
                  <a:pt x="749" y="597"/>
                  <a:pt x="750" y="597"/>
                  <a:pt x="751" y="597"/>
                </a:cubicBezTo>
                <a:cubicBezTo>
                  <a:pt x="753" y="597"/>
                  <a:pt x="754" y="597"/>
                  <a:pt x="755" y="596"/>
                </a:cubicBezTo>
                <a:cubicBezTo>
                  <a:pt x="756" y="596"/>
                  <a:pt x="757" y="596"/>
                  <a:pt x="758" y="595"/>
                </a:cubicBezTo>
                <a:cubicBezTo>
                  <a:pt x="759" y="595"/>
                  <a:pt x="760" y="594"/>
                  <a:pt x="760" y="594"/>
                </a:cubicBezTo>
                <a:cubicBezTo>
                  <a:pt x="761" y="593"/>
                  <a:pt x="761" y="593"/>
                  <a:pt x="761" y="592"/>
                </a:cubicBezTo>
                <a:cubicBezTo>
                  <a:pt x="761" y="591"/>
                  <a:pt x="761" y="591"/>
                  <a:pt x="761" y="590"/>
                </a:cubicBezTo>
                <a:cubicBezTo>
                  <a:pt x="760" y="589"/>
                  <a:pt x="760" y="589"/>
                  <a:pt x="759" y="588"/>
                </a:cubicBezTo>
                <a:cubicBezTo>
                  <a:pt x="758" y="588"/>
                  <a:pt x="757" y="588"/>
                  <a:pt x="756" y="587"/>
                </a:cubicBezTo>
                <a:cubicBezTo>
                  <a:pt x="755" y="587"/>
                  <a:pt x="754" y="587"/>
                  <a:pt x="753" y="587"/>
                </a:cubicBezTo>
                <a:cubicBezTo>
                  <a:pt x="751" y="587"/>
                  <a:pt x="750" y="587"/>
                  <a:pt x="749" y="587"/>
                </a:cubicBezTo>
                <a:close/>
                <a:moveTo>
                  <a:pt x="704" y="587"/>
                </a:moveTo>
                <a:cubicBezTo>
                  <a:pt x="703" y="588"/>
                  <a:pt x="702" y="588"/>
                  <a:pt x="701" y="588"/>
                </a:cubicBezTo>
                <a:cubicBezTo>
                  <a:pt x="700" y="589"/>
                  <a:pt x="699" y="589"/>
                  <a:pt x="699" y="590"/>
                </a:cubicBezTo>
                <a:cubicBezTo>
                  <a:pt x="698" y="591"/>
                  <a:pt x="698" y="591"/>
                  <a:pt x="698" y="592"/>
                </a:cubicBezTo>
                <a:cubicBezTo>
                  <a:pt x="698" y="593"/>
                  <a:pt x="698" y="593"/>
                  <a:pt x="698" y="594"/>
                </a:cubicBezTo>
                <a:cubicBezTo>
                  <a:pt x="698" y="594"/>
                  <a:pt x="699" y="595"/>
                  <a:pt x="700" y="595"/>
                </a:cubicBezTo>
                <a:cubicBezTo>
                  <a:pt x="701" y="596"/>
                  <a:pt x="701" y="596"/>
                  <a:pt x="703" y="596"/>
                </a:cubicBezTo>
                <a:cubicBezTo>
                  <a:pt x="704" y="597"/>
                  <a:pt x="705" y="597"/>
                  <a:pt x="706" y="597"/>
                </a:cubicBezTo>
                <a:cubicBezTo>
                  <a:pt x="707" y="597"/>
                  <a:pt x="708" y="597"/>
                  <a:pt x="710" y="596"/>
                </a:cubicBezTo>
                <a:cubicBezTo>
                  <a:pt x="711" y="596"/>
                  <a:pt x="712" y="596"/>
                  <a:pt x="713" y="595"/>
                </a:cubicBezTo>
                <a:cubicBezTo>
                  <a:pt x="714" y="595"/>
                  <a:pt x="714" y="594"/>
                  <a:pt x="715" y="594"/>
                </a:cubicBezTo>
                <a:cubicBezTo>
                  <a:pt x="715" y="593"/>
                  <a:pt x="716" y="593"/>
                  <a:pt x="716" y="592"/>
                </a:cubicBezTo>
                <a:cubicBezTo>
                  <a:pt x="716" y="591"/>
                  <a:pt x="716" y="591"/>
                  <a:pt x="715" y="590"/>
                </a:cubicBezTo>
                <a:cubicBezTo>
                  <a:pt x="715" y="589"/>
                  <a:pt x="714" y="589"/>
                  <a:pt x="714" y="588"/>
                </a:cubicBezTo>
                <a:cubicBezTo>
                  <a:pt x="713" y="588"/>
                  <a:pt x="712" y="588"/>
                  <a:pt x="711" y="587"/>
                </a:cubicBezTo>
                <a:cubicBezTo>
                  <a:pt x="710" y="587"/>
                  <a:pt x="709" y="587"/>
                  <a:pt x="708" y="587"/>
                </a:cubicBezTo>
                <a:cubicBezTo>
                  <a:pt x="706" y="587"/>
                  <a:pt x="705" y="587"/>
                  <a:pt x="704" y="587"/>
                </a:cubicBezTo>
                <a:close/>
                <a:moveTo>
                  <a:pt x="1292" y="587"/>
                </a:moveTo>
                <a:cubicBezTo>
                  <a:pt x="1291" y="588"/>
                  <a:pt x="1290" y="588"/>
                  <a:pt x="1289" y="588"/>
                </a:cubicBezTo>
                <a:cubicBezTo>
                  <a:pt x="1288" y="589"/>
                  <a:pt x="1288" y="589"/>
                  <a:pt x="1287" y="590"/>
                </a:cubicBezTo>
                <a:cubicBezTo>
                  <a:pt x="1287" y="591"/>
                  <a:pt x="1287" y="591"/>
                  <a:pt x="1287" y="592"/>
                </a:cubicBezTo>
                <a:cubicBezTo>
                  <a:pt x="1287" y="593"/>
                  <a:pt x="1287" y="593"/>
                  <a:pt x="1287" y="594"/>
                </a:cubicBezTo>
                <a:cubicBezTo>
                  <a:pt x="1288" y="594"/>
                  <a:pt x="1288" y="595"/>
                  <a:pt x="1289" y="595"/>
                </a:cubicBezTo>
                <a:cubicBezTo>
                  <a:pt x="1290" y="596"/>
                  <a:pt x="1291" y="596"/>
                  <a:pt x="1292" y="596"/>
                </a:cubicBezTo>
                <a:cubicBezTo>
                  <a:pt x="1293" y="597"/>
                  <a:pt x="1294" y="597"/>
                  <a:pt x="1296" y="597"/>
                </a:cubicBezTo>
                <a:cubicBezTo>
                  <a:pt x="1297" y="597"/>
                  <a:pt x="1298" y="597"/>
                  <a:pt x="1299" y="596"/>
                </a:cubicBezTo>
                <a:cubicBezTo>
                  <a:pt x="1300" y="596"/>
                  <a:pt x="1301" y="596"/>
                  <a:pt x="1302" y="595"/>
                </a:cubicBezTo>
                <a:cubicBezTo>
                  <a:pt x="1303" y="595"/>
                  <a:pt x="1304" y="594"/>
                  <a:pt x="1304" y="594"/>
                </a:cubicBezTo>
                <a:cubicBezTo>
                  <a:pt x="1304" y="593"/>
                  <a:pt x="1305" y="593"/>
                  <a:pt x="1305" y="592"/>
                </a:cubicBezTo>
                <a:cubicBezTo>
                  <a:pt x="1305" y="591"/>
                  <a:pt x="1304" y="591"/>
                  <a:pt x="1304" y="590"/>
                </a:cubicBezTo>
                <a:cubicBezTo>
                  <a:pt x="1303" y="589"/>
                  <a:pt x="1303" y="589"/>
                  <a:pt x="1302" y="588"/>
                </a:cubicBezTo>
                <a:cubicBezTo>
                  <a:pt x="1301" y="588"/>
                  <a:pt x="1300" y="588"/>
                  <a:pt x="1299" y="587"/>
                </a:cubicBezTo>
                <a:cubicBezTo>
                  <a:pt x="1298" y="587"/>
                  <a:pt x="1297" y="587"/>
                  <a:pt x="1296" y="587"/>
                </a:cubicBezTo>
                <a:cubicBezTo>
                  <a:pt x="1294" y="587"/>
                  <a:pt x="1293" y="587"/>
                  <a:pt x="1292" y="587"/>
                </a:cubicBezTo>
                <a:close/>
                <a:moveTo>
                  <a:pt x="1428" y="587"/>
                </a:moveTo>
                <a:cubicBezTo>
                  <a:pt x="1427" y="588"/>
                  <a:pt x="1426" y="588"/>
                  <a:pt x="1425" y="588"/>
                </a:cubicBezTo>
                <a:cubicBezTo>
                  <a:pt x="1424" y="589"/>
                  <a:pt x="1423" y="589"/>
                  <a:pt x="1423" y="590"/>
                </a:cubicBezTo>
                <a:cubicBezTo>
                  <a:pt x="1423" y="591"/>
                  <a:pt x="1422" y="591"/>
                  <a:pt x="1422" y="592"/>
                </a:cubicBezTo>
                <a:cubicBezTo>
                  <a:pt x="1422" y="593"/>
                  <a:pt x="1423" y="593"/>
                  <a:pt x="1423" y="594"/>
                </a:cubicBezTo>
                <a:cubicBezTo>
                  <a:pt x="1424" y="594"/>
                  <a:pt x="1424" y="595"/>
                  <a:pt x="1425" y="595"/>
                </a:cubicBezTo>
                <a:cubicBezTo>
                  <a:pt x="1426" y="596"/>
                  <a:pt x="1427" y="596"/>
                  <a:pt x="1428" y="596"/>
                </a:cubicBezTo>
                <a:cubicBezTo>
                  <a:pt x="1429" y="597"/>
                  <a:pt x="1430" y="597"/>
                  <a:pt x="1432" y="597"/>
                </a:cubicBezTo>
                <a:cubicBezTo>
                  <a:pt x="1433" y="597"/>
                  <a:pt x="1434" y="597"/>
                  <a:pt x="1435" y="596"/>
                </a:cubicBezTo>
                <a:cubicBezTo>
                  <a:pt x="1436" y="596"/>
                  <a:pt x="1437" y="596"/>
                  <a:pt x="1438" y="595"/>
                </a:cubicBezTo>
                <a:cubicBezTo>
                  <a:pt x="1439" y="595"/>
                  <a:pt x="1439" y="594"/>
                  <a:pt x="1440" y="594"/>
                </a:cubicBezTo>
                <a:cubicBezTo>
                  <a:pt x="1440" y="593"/>
                  <a:pt x="1441" y="593"/>
                  <a:pt x="1441" y="592"/>
                </a:cubicBezTo>
                <a:cubicBezTo>
                  <a:pt x="1441" y="591"/>
                  <a:pt x="1440" y="591"/>
                  <a:pt x="1440" y="590"/>
                </a:cubicBezTo>
                <a:cubicBezTo>
                  <a:pt x="1439" y="589"/>
                  <a:pt x="1439" y="589"/>
                  <a:pt x="1438" y="588"/>
                </a:cubicBezTo>
                <a:cubicBezTo>
                  <a:pt x="1437" y="588"/>
                  <a:pt x="1436" y="588"/>
                  <a:pt x="1435" y="587"/>
                </a:cubicBezTo>
                <a:cubicBezTo>
                  <a:pt x="1434" y="587"/>
                  <a:pt x="1432" y="587"/>
                  <a:pt x="1431" y="587"/>
                </a:cubicBezTo>
                <a:cubicBezTo>
                  <a:pt x="1430" y="587"/>
                  <a:pt x="1429" y="587"/>
                  <a:pt x="1428" y="587"/>
                </a:cubicBezTo>
                <a:close/>
                <a:moveTo>
                  <a:pt x="1337" y="587"/>
                </a:moveTo>
                <a:cubicBezTo>
                  <a:pt x="1336" y="588"/>
                  <a:pt x="1335" y="588"/>
                  <a:pt x="1334" y="588"/>
                </a:cubicBezTo>
                <a:cubicBezTo>
                  <a:pt x="1334" y="589"/>
                  <a:pt x="1333" y="589"/>
                  <a:pt x="1332" y="590"/>
                </a:cubicBezTo>
                <a:cubicBezTo>
                  <a:pt x="1332" y="591"/>
                  <a:pt x="1332" y="591"/>
                  <a:pt x="1332" y="592"/>
                </a:cubicBezTo>
                <a:cubicBezTo>
                  <a:pt x="1332" y="593"/>
                  <a:pt x="1332" y="593"/>
                  <a:pt x="1333" y="594"/>
                </a:cubicBezTo>
                <a:cubicBezTo>
                  <a:pt x="1333" y="594"/>
                  <a:pt x="1334" y="595"/>
                  <a:pt x="1335" y="595"/>
                </a:cubicBezTo>
                <a:cubicBezTo>
                  <a:pt x="1335" y="596"/>
                  <a:pt x="1336" y="596"/>
                  <a:pt x="1337" y="596"/>
                </a:cubicBezTo>
                <a:cubicBezTo>
                  <a:pt x="1339" y="597"/>
                  <a:pt x="1340" y="597"/>
                  <a:pt x="1341" y="597"/>
                </a:cubicBezTo>
                <a:cubicBezTo>
                  <a:pt x="1342" y="597"/>
                  <a:pt x="1343" y="597"/>
                  <a:pt x="1344" y="596"/>
                </a:cubicBezTo>
                <a:cubicBezTo>
                  <a:pt x="1346" y="596"/>
                  <a:pt x="1347" y="596"/>
                  <a:pt x="1347" y="595"/>
                </a:cubicBezTo>
                <a:cubicBezTo>
                  <a:pt x="1348" y="595"/>
                  <a:pt x="1349" y="594"/>
                  <a:pt x="1349" y="594"/>
                </a:cubicBezTo>
                <a:cubicBezTo>
                  <a:pt x="1350" y="593"/>
                  <a:pt x="1350" y="593"/>
                  <a:pt x="1350" y="592"/>
                </a:cubicBezTo>
                <a:cubicBezTo>
                  <a:pt x="1350" y="591"/>
                  <a:pt x="1350" y="591"/>
                  <a:pt x="1349" y="590"/>
                </a:cubicBezTo>
                <a:cubicBezTo>
                  <a:pt x="1349" y="589"/>
                  <a:pt x="1348" y="589"/>
                  <a:pt x="1347" y="588"/>
                </a:cubicBezTo>
                <a:cubicBezTo>
                  <a:pt x="1346" y="588"/>
                  <a:pt x="1345" y="588"/>
                  <a:pt x="1344" y="587"/>
                </a:cubicBezTo>
                <a:cubicBezTo>
                  <a:pt x="1343" y="587"/>
                  <a:pt x="1342" y="587"/>
                  <a:pt x="1341" y="587"/>
                </a:cubicBezTo>
                <a:cubicBezTo>
                  <a:pt x="1340" y="587"/>
                  <a:pt x="1338" y="587"/>
                  <a:pt x="1337" y="587"/>
                </a:cubicBezTo>
                <a:close/>
                <a:moveTo>
                  <a:pt x="1383" y="587"/>
                </a:moveTo>
                <a:cubicBezTo>
                  <a:pt x="1381" y="588"/>
                  <a:pt x="1380" y="588"/>
                  <a:pt x="1380" y="588"/>
                </a:cubicBezTo>
                <a:cubicBezTo>
                  <a:pt x="1379" y="589"/>
                  <a:pt x="1378" y="589"/>
                  <a:pt x="1378" y="590"/>
                </a:cubicBezTo>
                <a:cubicBezTo>
                  <a:pt x="1377" y="591"/>
                  <a:pt x="1377" y="591"/>
                  <a:pt x="1377" y="592"/>
                </a:cubicBezTo>
                <a:cubicBezTo>
                  <a:pt x="1377" y="593"/>
                  <a:pt x="1377" y="593"/>
                  <a:pt x="1378" y="594"/>
                </a:cubicBezTo>
                <a:cubicBezTo>
                  <a:pt x="1378" y="594"/>
                  <a:pt x="1379" y="595"/>
                  <a:pt x="1380" y="595"/>
                </a:cubicBezTo>
                <a:cubicBezTo>
                  <a:pt x="1381" y="596"/>
                  <a:pt x="1382" y="596"/>
                  <a:pt x="1383" y="596"/>
                </a:cubicBezTo>
                <a:cubicBezTo>
                  <a:pt x="1384" y="597"/>
                  <a:pt x="1385" y="597"/>
                  <a:pt x="1386" y="597"/>
                </a:cubicBezTo>
                <a:cubicBezTo>
                  <a:pt x="1388" y="597"/>
                  <a:pt x="1389" y="597"/>
                  <a:pt x="1390" y="596"/>
                </a:cubicBezTo>
                <a:cubicBezTo>
                  <a:pt x="1391" y="596"/>
                  <a:pt x="1392" y="596"/>
                  <a:pt x="1393" y="595"/>
                </a:cubicBezTo>
                <a:cubicBezTo>
                  <a:pt x="1394" y="595"/>
                  <a:pt x="1394" y="594"/>
                  <a:pt x="1395" y="594"/>
                </a:cubicBezTo>
                <a:cubicBezTo>
                  <a:pt x="1395" y="593"/>
                  <a:pt x="1395" y="593"/>
                  <a:pt x="1395" y="592"/>
                </a:cubicBezTo>
                <a:cubicBezTo>
                  <a:pt x="1395" y="591"/>
                  <a:pt x="1395" y="591"/>
                  <a:pt x="1394" y="590"/>
                </a:cubicBezTo>
                <a:cubicBezTo>
                  <a:pt x="1394" y="589"/>
                  <a:pt x="1393" y="589"/>
                  <a:pt x="1392" y="588"/>
                </a:cubicBezTo>
                <a:cubicBezTo>
                  <a:pt x="1392" y="588"/>
                  <a:pt x="1391" y="588"/>
                  <a:pt x="1390" y="587"/>
                </a:cubicBezTo>
                <a:cubicBezTo>
                  <a:pt x="1388" y="587"/>
                  <a:pt x="1387" y="587"/>
                  <a:pt x="1386" y="587"/>
                </a:cubicBezTo>
                <a:cubicBezTo>
                  <a:pt x="1385" y="587"/>
                  <a:pt x="1384" y="587"/>
                  <a:pt x="1383" y="587"/>
                </a:cubicBezTo>
                <a:close/>
                <a:moveTo>
                  <a:pt x="1563" y="587"/>
                </a:moveTo>
                <a:cubicBezTo>
                  <a:pt x="1562" y="588"/>
                  <a:pt x="1561" y="588"/>
                  <a:pt x="1561" y="588"/>
                </a:cubicBezTo>
                <a:cubicBezTo>
                  <a:pt x="1560" y="589"/>
                  <a:pt x="1559" y="589"/>
                  <a:pt x="1559" y="590"/>
                </a:cubicBezTo>
                <a:cubicBezTo>
                  <a:pt x="1558" y="591"/>
                  <a:pt x="1558" y="591"/>
                  <a:pt x="1558" y="592"/>
                </a:cubicBezTo>
                <a:cubicBezTo>
                  <a:pt x="1558" y="593"/>
                  <a:pt x="1559" y="593"/>
                  <a:pt x="1559" y="594"/>
                </a:cubicBezTo>
                <a:cubicBezTo>
                  <a:pt x="1560" y="594"/>
                  <a:pt x="1560" y="595"/>
                  <a:pt x="1561" y="595"/>
                </a:cubicBezTo>
                <a:cubicBezTo>
                  <a:pt x="1562" y="596"/>
                  <a:pt x="1563" y="596"/>
                  <a:pt x="1564" y="596"/>
                </a:cubicBezTo>
                <a:cubicBezTo>
                  <a:pt x="1565" y="597"/>
                  <a:pt x="1567" y="597"/>
                  <a:pt x="1568" y="597"/>
                </a:cubicBezTo>
                <a:cubicBezTo>
                  <a:pt x="1569" y="597"/>
                  <a:pt x="1570" y="597"/>
                  <a:pt x="1571" y="596"/>
                </a:cubicBezTo>
                <a:cubicBezTo>
                  <a:pt x="1572" y="596"/>
                  <a:pt x="1573" y="596"/>
                  <a:pt x="1574" y="595"/>
                </a:cubicBezTo>
                <a:cubicBezTo>
                  <a:pt x="1575" y="595"/>
                  <a:pt x="1575" y="594"/>
                  <a:pt x="1576" y="594"/>
                </a:cubicBezTo>
                <a:cubicBezTo>
                  <a:pt x="1576" y="593"/>
                  <a:pt x="1576" y="593"/>
                  <a:pt x="1576" y="592"/>
                </a:cubicBezTo>
                <a:cubicBezTo>
                  <a:pt x="1576" y="591"/>
                  <a:pt x="1576" y="591"/>
                  <a:pt x="1576" y="590"/>
                </a:cubicBezTo>
                <a:cubicBezTo>
                  <a:pt x="1575" y="589"/>
                  <a:pt x="1574" y="589"/>
                  <a:pt x="1573" y="588"/>
                </a:cubicBezTo>
                <a:cubicBezTo>
                  <a:pt x="1573" y="588"/>
                  <a:pt x="1572" y="588"/>
                  <a:pt x="1571" y="587"/>
                </a:cubicBezTo>
                <a:cubicBezTo>
                  <a:pt x="1569" y="587"/>
                  <a:pt x="1568" y="587"/>
                  <a:pt x="1567" y="587"/>
                </a:cubicBezTo>
                <a:cubicBezTo>
                  <a:pt x="1566" y="587"/>
                  <a:pt x="1565" y="587"/>
                  <a:pt x="1563" y="587"/>
                </a:cubicBezTo>
                <a:close/>
                <a:moveTo>
                  <a:pt x="2152" y="587"/>
                </a:moveTo>
                <a:cubicBezTo>
                  <a:pt x="2151" y="588"/>
                  <a:pt x="2150" y="588"/>
                  <a:pt x="2149" y="588"/>
                </a:cubicBezTo>
                <a:cubicBezTo>
                  <a:pt x="2148" y="589"/>
                  <a:pt x="2148" y="589"/>
                  <a:pt x="2147" y="590"/>
                </a:cubicBezTo>
                <a:cubicBezTo>
                  <a:pt x="2147" y="591"/>
                  <a:pt x="2147" y="591"/>
                  <a:pt x="2147" y="592"/>
                </a:cubicBezTo>
                <a:cubicBezTo>
                  <a:pt x="2147" y="593"/>
                  <a:pt x="2148" y="593"/>
                  <a:pt x="2148" y="594"/>
                </a:cubicBezTo>
                <a:cubicBezTo>
                  <a:pt x="2149" y="594"/>
                  <a:pt x="2150" y="595"/>
                  <a:pt x="2151" y="595"/>
                </a:cubicBezTo>
                <a:cubicBezTo>
                  <a:pt x="2152" y="596"/>
                  <a:pt x="2153" y="596"/>
                  <a:pt x="2154" y="596"/>
                </a:cubicBezTo>
                <a:cubicBezTo>
                  <a:pt x="2155" y="597"/>
                  <a:pt x="2156" y="597"/>
                  <a:pt x="2157" y="597"/>
                </a:cubicBezTo>
                <a:cubicBezTo>
                  <a:pt x="2159" y="597"/>
                  <a:pt x="2160" y="597"/>
                  <a:pt x="2161" y="596"/>
                </a:cubicBezTo>
                <a:cubicBezTo>
                  <a:pt x="2162" y="596"/>
                  <a:pt x="2163" y="596"/>
                  <a:pt x="2163" y="595"/>
                </a:cubicBezTo>
                <a:cubicBezTo>
                  <a:pt x="2164" y="595"/>
                  <a:pt x="2165" y="594"/>
                  <a:pt x="2165" y="594"/>
                </a:cubicBezTo>
                <a:cubicBezTo>
                  <a:pt x="2165" y="593"/>
                  <a:pt x="2165" y="593"/>
                  <a:pt x="2165" y="592"/>
                </a:cubicBezTo>
                <a:cubicBezTo>
                  <a:pt x="2165" y="591"/>
                  <a:pt x="2165" y="591"/>
                  <a:pt x="2164" y="590"/>
                </a:cubicBezTo>
                <a:cubicBezTo>
                  <a:pt x="2163" y="589"/>
                  <a:pt x="2163" y="589"/>
                  <a:pt x="2162" y="588"/>
                </a:cubicBezTo>
                <a:cubicBezTo>
                  <a:pt x="2161" y="588"/>
                  <a:pt x="2160" y="588"/>
                  <a:pt x="2159" y="587"/>
                </a:cubicBezTo>
                <a:cubicBezTo>
                  <a:pt x="2157" y="587"/>
                  <a:pt x="2156" y="587"/>
                  <a:pt x="2155" y="587"/>
                </a:cubicBezTo>
                <a:cubicBezTo>
                  <a:pt x="2154" y="587"/>
                  <a:pt x="2153" y="587"/>
                  <a:pt x="2152" y="587"/>
                </a:cubicBezTo>
                <a:close/>
                <a:moveTo>
                  <a:pt x="2242" y="587"/>
                </a:moveTo>
                <a:cubicBezTo>
                  <a:pt x="2241" y="588"/>
                  <a:pt x="2240" y="588"/>
                  <a:pt x="2239" y="588"/>
                </a:cubicBezTo>
                <a:cubicBezTo>
                  <a:pt x="2239" y="589"/>
                  <a:pt x="2238" y="589"/>
                  <a:pt x="2238" y="590"/>
                </a:cubicBezTo>
                <a:cubicBezTo>
                  <a:pt x="2238" y="591"/>
                  <a:pt x="2237" y="591"/>
                  <a:pt x="2238" y="592"/>
                </a:cubicBezTo>
                <a:cubicBezTo>
                  <a:pt x="2238" y="593"/>
                  <a:pt x="2238" y="593"/>
                  <a:pt x="2239" y="594"/>
                </a:cubicBezTo>
                <a:cubicBezTo>
                  <a:pt x="2240" y="594"/>
                  <a:pt x="2240" y="595"/>
                  <a:pt x="2241" y="595"/>
                </a:cubicBezTo>
                <a:cubicBezTo>
                  <a:pt x="2242" y="596"/>
                  <a:pt x="2243" y="596"/>
                  <a:pt x="2244" y="596"/>
                </a:cubicBezTo>
                <a:cubicBezTo>
                  <a:pt x="2246" y="597"/>
                  <a:pt x="2247" y="597"/>
                  <a:pt x="2248" y="597"/>
                </a:cubicBezTo>
                <a:cubicBezTo>
                  <a:pt x="2249" y="597"/>
                  <a:pt x="2250" y="597"/>
                  <a:pt x="2252" y="596"/>
                </a:cubicBezTo>
                <a:cubicBezTo>
                  <a:pt x="2253" y="596"/>
                  <a:pt x="2253" y="596"/>
                  <a:pt x="2254" y="595"/>
                </a:cubicBezTo>
                <a:cubicBezTo>
                  <a:pt x="2255" y="595"/>
                  <a:pt x="2255" y="594"/>
                  <a:pt x="2256" y="594"/>
                </a:cubicBezTo>
                <a:cubicBezTo>
                  <a:pt x="2256" y="593"/>
                  <a:pt x="2256" y="593"/>
                  <a:pt x="2256" y="592"/>
                </a:cubicBezTo>
                <a:cubicBezTo>
                  <a:pt x="2256" y="591"/>
                  <a:pt x="2255" y="591"/>
                  <a:pt x="2255" y="590"/>
                </a:cubicBezTo>
                <a:cubicBezTo>
                  <a:pt x="2254" y="589"/>
                  <a:pt x="2253" y="589"/>
                  <a:pt x="2252" y="588"/>
                </a:cubicBezTo>
                <a:cubicBezTo>
                  <a:pt x="2251" y="588"/>
                  <a:pt x="2250" y="588"/>
                  <a:pt x="2249" y="587"/>
                </a:cubicBezTo>
                <a:cubicBezTo>
                  <a:pt x="2248" y="587"/>
                  <a:pt x="2247" y="587"/>
                  <a:pt x="2245" y="587"/>
                </a:cubicBezTo>
                <a:cubicBezTo>
                  <a:pt x="2244" y="587"/>
                  <a:pt x="2243" y="587"/>
                  <a:pt x="2242" y="587"/>
                </a:cubicBezTo>
                <a:close/>
                <a:moveTo>
                  <a:pt x="2378" y="587"/>
                </a:moveTo>
                <a:cubicBezTo>
                  <a:pt x="2377" y="588"/>
                  <a:pt x="2376" y="588"/>
                  <a:pt x="2375" y="588"/>
                </a:cubicBezTo>
                <a:cubicBezTo>
                  <a:pt x="2374" y="589"/>
                  <a:pt x="2374" y="589"/>
                  <a:pt x="2374" y="590"/>
                </a:cubicBezTo>
                <a:cubicBezTo>
                  <a:pt x="2373" y="591"/>
                  <a:pt x="2373" y="591"/>
                  <a:pt x="2374" y="592"/>
                </a:cubicBezTo>
                <a:cubicBezTo>
                  <a:pt x="2374" y="593"/>
                  <a:pt x="2374" y="593"/>
                  <a:pt x="2375" y="594"/>
                </a:cubicBezTo>
                <a:cubicBezTo>
                  <a:pt x="2376" y="594"/>
                  <a:pt x="2376" y="595"/>
                  <a:pt x="2377" y="595"/>
                </a:cubicBezTo>
                <a:cubicBezTo>
                  <a:pt x="2378" y="596"/>
                  <a:pt x="2379" y="596"/>
                  <a:pt x="2381" y="596"/>
                </a:cubicBezTo>
                <a:cubicBezTo>
                  <a:pt x="2382" y="597"/>
                  <a:pt x="2383" y="597"/>
                  <a:pt x="2384" y="597"/>
                </a:cubicBezTo>
                <a:cubicBezTo>
                  <a:pt x="2385" y="597"/>
                  <a:pt x="2387" y="597"/>
                  <a:pt x="2388" y="596"/>
                </a:cubicBezTo>
                <a:cubicBezTo>
                  <a:pt x="2389" y="596"/>
                  <a:pt x="2389" y="596"/>
                  <a:pt x="2390" y="595"/>
                </a:cubicBezTo>
                <a:cubicBezTo>
                  <a:pt x="2391" y="595"/>
                  <a:pt x="2391" y="594"/>
                  <a:pt x="2392" y="594"/>
                </a:cubicBezTo>
                <a:cubicBezTo>
                  <a:pt x="2392" y="593"/>
                  <a:pt x="2392" y="593"/>
                  <a:pt x="2392" y="592"/>
                </a:cubicBezTo>
                <a:cubicBezTo>
                  <a:pt x="2391" y="591"/>
                  <a:pt x="2391" y="591"/>
                  <a:pt x="2390" y="590"/>
                </a:cubicBezTo>
                <a:cubicBezTo>
                  <a:pt x="2390" y="589"/>
                  <a:pt x="2389" y="589"/>
                  <a:pt x="2388" y="588"/>
                </a:cubicBezTo>
                <a:cubicBezTo>
                  <a:pt x="2387" y="588"/>
                  <a:pt x="2386" y="588"/>
                  <a:pt x="2385" y="587"/>
                </a:cubicBezTo>
                <a:cubicBezTo>
                  <a:pt x="2384" y="587"/>
                  <a:pt x="2382" y="587"/>
                  <a:pt x="2381" y="587"/>
                </a:cubicBezTo>
                <a:cubicBezTo>
                  <a:pt x="2380" y="587"/>
                  <a:pt x="2379" y="587"/>
                  <a:pt x="2378" y="587"/>
                </a:cubicBezTo>
                <a:close/>
                <a:moveTo>
                  <a:pt x="2197" y="587"/>
                </a:moveTo>
                <a:cubicBezTo>
                  <a:pt x="2196" y="588"/>
                  <a:pt x="2195" y="588"/>
                  <a:pt x="2194" y="588"/>
                </a:cubicBezTo>
                <a:cubicBezTo>
                  <a:pt x="2193" y="589"/>
                  <a:pt x="2193" y="589"/>
                  <a:pt x="2193" y="590"/>
                </a:cubicBezTo>
                <a:cubicBezTo>
                  <a:pt x="2192" y="591"/>
                  <a:pt x="2192" y="591"/>
                  <a:pt x="2192" y="592"/>
                </a:cubicBezTo>
                <a:cubicBezTo>
                  <a:pt x="2193" y="593"/>
                  <a:pt x="2193" y="593"/>
                  <a:pt x="2194" y="594"/>
                </a:cubicBezTo>
                <a:cubicBezTo>
                  <a:pt x="2194" y="594"/>
                  <a:pt x="2195" y="595"/>
                  <a:pt x="2196" y="595"/>
                </a:cubicBezTo>
                <a:cubicBezTo>
                  <a:pt x="2197" y="596"/>
                  <a:pt x="2198" y="596"/>
                  <a:pt x="2199" y="596"/>
                </a:cubicBezTo>
                <a:cubicBezTo>
                  <a:pt x="2200" y="597"/>
                  <a:pt x="2201" y="597"/>
                  <a:pt x="2203" y="597"/>
                </a:cubicBezTo>
                <a:cubicBezTo>
                  <a:pt x="2204" y="597"/>
                  <a:pt x="2205" y="597"/>
                  <a:pt x="2206" y="596"/>
                </a:cubicBezTo>
                <a:cubicBezTo>
                  <a:pt x="2207" y="596"/>
                  <a:pt x="2208" y="596"/>
                  <a:pt x="2209" y="595"/>
                </a:cubicBezTo>
                <a:cubicBezTo>
                  <a:pt x="2209" y="595"/>
                  <a:pt x="2210" y="594"/>
                  <a:pt x="2210" y="594"/>
                </a:cubicBezTo>
                <a:cubicBezTo>
                  <a:pt x="2211" y="593"/>
                  <a:pt x="2211" y="593"/>
                  <a:pt x="2211" y="592"/>
                </a:cubicBezTo>
                <a:cubicBezTo>
                  <a:pt x="2210" y="591"/>
                  <a:pt x="2210" y="591"/>
                  <a:pt x="2209" y="590"/>
                </a:cubicBezTo>
                <a:cubicBezTo>
                  <a:pt x="2209" y="589"/>
                  <a:pt x="2208" y="589"/>
                  <a:pt x="2207" y="588"/>
                </a:cubicBezTo>
                <a:cubicBezTo>
                  <a:pt x="2206" y="588"/>
                  <a:pt x="2205" y="588"/>
                  <a:pt x="2204" y="587"/>
                </a:cubicBezTo>
                <a:cubicBezTo>
                  <a:pt x="2203" y="587"/>
                  <a:pt x="2201" y="587"/>
                  <a:pt x="2200" y="587"/>
                </a:cubicBezTo>
                <a:cubicBezTo>
                  <a:pt x="2199" y="587"/>
                  <a:pt x="2198" y="587"/>
                  <a:pt x="2197" y="587"/>
                </a:cubicBezTo>
                <a:close/>
                <a:moveTo>
                  <a:pt x="2423" y="587"/>
                </a:moveTo>
                <a:cubicBezTo>
                  <a:pt x="2422" y="588"/>
                  <a:pt x="2421" y="588"/>
                  <a:pt x="2420" y="588"/>
                </a:cubicBezTo>
                <a:cubicBezTo>
                  <a:pt x="2420" y="589"/>
                  <a:pt x="2419" y="589"/>
                  <a:pt x="2419" y="590"/>
                </a:cubicBezTo>
                <a:cubicBezTo>
                  <a:pt x="2419" y="591"/>
                  <a:pt x="2419" y="591"/>
                  <a:pt x="2419" y="592"/>
                </a:cubicBezTo>
                <a:cubicBezTo>
                  <a:pt x="2419" y="593"/>
                  <a:pt x="2420" y="593"/>
                  <a:pt x="2420" y="594"/>
                </a:cubicBezTo>
                <a:cubicBezTo>
                  <a:pt x="2421" y="594"/>
                  <a:pt x="2422" y="595"/>
                  <a:pt x="2423" y="595"/>
                </a:cubicBezTo>
                <a:cubicBezTo>
                  <a:pt x="2424" y="596"/>
                  <a:pt x="2425" y="596"/>
                  <a:pt x="2426" y="596"/>
                </a:cubicBezTo>
                <a:cubicBezTo>
                  <a:pt x="2427" y="597"/>
                  <a:pt x="2428" y="597"/>
                  <a:pt x="2429" y="597"/>
                </a:cubicBezTo>
                <a:cubicBezTo>
                  <a:pt x="2431" y="597"/>
                  <a:pt x="2432" y="597"/>
                  <a:pt x="2433" y="596"/>
                </a:cubicBezTo>
                <a:cubicBezTo>
                  <a:pt x="2434" y="596"/>
                  <a:pt x="2435" y="596"/>
                  <a:pt x="2435" y="595"/>
                </a:cubicBezTo>
                <a:cubicBezTo>
                  <a:pt x="2436" y="595"/>
                  <a:pt x="2437" y="594"/>
                  <a:pt x="2437" y="594"/>
                </a:cubicBezTo>
                <a:cubicBezTo>
                  <a:pt x="2437" y="593"/>
                  <a:pt x="2437" y="593"/>
                  <a:pt x="2437" y="592"/>
                </a:cubicBezTo>
                <a:cubicBezTo>
                  <a:pt x="2437" y="591"/>
                  <a:pt x="2436" y="591"/>
                  <a:pt x="2436" y="590"/>
                </a:cubicBezTo>
                <a:cubicBezTo>
                  <a:pt x="2435" y="589"/>
                  <a:pt x="2434" y="589"/>
                  <a:pt x="2433" y="588"/>
                </a:cubicBezTo>
                <a:cubicBezTo>
                  <a:pt x="2432" y="588"/>
                  <a:pt x="2431" y="588"/>
                  <a:pt x="2430" y="587"/>
                </a:cubicBezTo>
                <a:cubicBezTo>
                  <a:pt x="2429" y="587"/>
                  <a:pt x="2428" y="587"/>
                  <a:pt x="2426" y="587"/>
                </a:cubicBezTo>
                <a:cubicBezTo>
                  <a:pt x="2425" y="587"/>
                  <a:pt x="2424" y="587"/>
                  <a:pt x="2423" y="587"/>
                </a:cubicBezTo>
                <a:close/>
                <a:moveTo>
                  <a:pt x="2332" y="587"/>
                </a:moveTo>
                <a:cubicBezTo>
                  <a:pt x="2331" y="588"/>
                  <a:pt x="2331" y="588"/>
                  <a:pt x="2330" y="588"/>
                </a:cubicBezTo>
                <a:cubicBezTo>
                  <a:pt x="2329" y="589"/>
                  <a:pt x="2329" y="589"/>
                  <a:pt x="2328" y="590"/>
                </a:cubicBezTo>
                <a:cubicBezTo>
                  <a:pt x="2328" y="591"/>
                  <a:pt x="2328" y="591"/>
                  <a:pt x="2328" y="592"/>
                </a:cubicBezTo>
                <a:cubicBezTo>
                  <a:pt x="2328" y="593"/>
                  <a:pt x="2329" y="593"/>
                  <a:pt x="2330" y="594"/>
                </a:cubicBezTo>
                <a:cubicBezTo>
                  <a:pt x="2330" y="594"/>
                  <a:pt x="2331" y="595"/>
                  <a:pt x="2332" y="595"/>
                </a:cubicBezTo>
                <a:cubicBezTo>
                  <a:pt x="2333" y="596"/>
                  <a:pt x="2334" y="596"/>
                  <a:pt x="2335" y="596"/>
                </a:cubicBezTo>
                <a:cubicBezTo>
                  <a:pt x="2336" y="597"/>
                  <a:pt x="2338" y="597"/>
                  <a:pt x="2339" y="597"/>
                </a:cubicBezTo>
                <a:cubicBezTo>
                  <a:pt x="2340" y="597"/>
                  <a:pt x="2341" y="597"/>
                  <a:pt x="2342" y="596"/>
                </a:cubicBezTo>
                <a:cubicBezTo>
                  <a:pt x="2343" y="596"/>
                  <a:pt x="2344" y="596"/>
                  <a:pt x="2345" y="595"/>
                </a:cubicBezTo>
                <a:cubicBezTo>
                  <a:pt x="2345" y="595"/>
                  <a:pt x="2346" y="594"/>
                  <a:pt x="2346" y="594"/>
                </a:cubicBezTo>
                <a:cubicBezTo>
                  <a:pt x="2347" y="593"/>
                  <a:pt x="2347" y="593"/>
                  <a:pt x="2346" y="592"/>
                </a:cubicBezTo>
                <a:cubicBezTo>
                  <a:pt x="2346" y="591"/>
                  <a:pt x="2346" y="591"/>
                  <a:pt x="2345" y="590"/>
                </a:cubicBezTo>
                <a:cubicBezTo>
                  <a:pt x="2344" y="589"/>
                  <a:pt x="2344" y="589"/>
                  <a:pt x="2343" y="588"/>
                </a:cubicBezTo>
                <a:cubicBezTo>
                  <a:pt x="2342" y="588"/>
                  <a:pt x="2341" y="588"/>
                  <a:pt x="2340" y="587"/>
                </a:cubicBezTo>
                <a:cubicBezTo>
                  <a:pt x="2338" y="587"/>
                  <a:pt x="2337" y="587"/>
                  <a:pt x="2336" y="587"/>
                </a:cubicBezTo>
                <a:cubicBezTo>
                  <a:pt x="2335" y="587"/>
                  <a:pt x="2333" y="587"/>
                  <a:pt x="2332" y="587"/>
                </a:cubicBezTo>
                <a:close/>
                <a:moveTo>
                  <a:pt x="2287" y="587"/>
                </a:moveTo>
                <a:cubicBezTo>
                  <a:pt x="2286" y="588"/>
                  <a:pt x="2285" y="588"/>
                  <a:pt x="2285" y="588"/>
                </a:cubicBezTo>
                <a:cubicBezTo>
                  <a:pt x="2284" y="589"/>
                  <a:pt x="2283" y="589"/>
                  <a:pt x="2283" y="590"/>
                </a:cubicBezTo>
                <a:cubicBezTo>
                  <a:pt x="2283" y="591"/>
                  <a:pt x="2283" y="591"/>
                  <a:pt x="2283" y="592"/>
                </a:cubicBezTo>
                <a:cubicBezTo>
                  <a:pt x="2283" y="593"/>
                  <a:pt x="2284" y="593"/>
                  <a:pt x="2284" y="594"/>
                </a:cubicBezTo>
                <a:cubicBezTo>
                  <a:pt x="2285" y="594"/>
                  <a:pt x="2286" y="595"/>
                  <a:pt x="2287" y="595"/>
                </a:cubicBezTo>
                <a:cubicBezTo>
                  <a:pt x="2288" y="596"/>
                  <a:pt x="2289" y="596"/>
                  <a:pt x="2290" y="596"/>
                </a:cubicBezTo>
                <a:cubicBezTo>
                  <a:pt x="2291" y="597"/>
                  <a:pt x="2292" y="597"/>
                  <a:pt x="2293" y="597"/>
                </a:cubicBezTo>
                <a:cubicBezTo>
                  <a:pt x="2295" y="597"/>
                  <a:pt x="2296" y="597"/>
                  <a:pt x="2297" y="596"/>
                </a:cubicBezTo>
                <a:cubicBezTo>
                  <a:pt x="2298" y="596"/>
                  <a:pt x="2299" y="596"/>
                  <a:pt x="2299" y="595"/>
                </a:cubicBezTo>
                <a:cubicBezTo>
                  <a:pt x="2300" y="595"/>
                  <a:pt x="2301" y="594"/>
                  <a:pt x="2301" y="594"/>
                </a:cubicBezTo>
                <a:cubicBezTo>
                  <a:pt x="2301" y="593"/>
                  <a:pt x="2301" y="593"/>
                  <a:pt x="2301" y="592"/>
                </a:cubicBezTo>
                <a:cubicBezTo>
                  <a:pt x="2301" y="591"/>
                  <a:pt x="2301" y="591"/>
                  <a:pt x="2300" y="590"/>
                </a:cubicBezTo>
                <a:cubicBezTo>
                  <a:pt x="2299" y="589"/>
                  <a:pt x="2298" y="589"/>
                  <a:pt x="2297" y="588"/>
                </a:cubicBezTo>
                <a:cubicBezTo>
                  <a:pt x="2297" y="588"/>
                  <a:pt x="2295" y="588"/>
                  <a:pt x="2294" y="587"/>
                </a:cubicBezTo>
                <a:cubicBezTo>
                  <a:pt x="2293" y="587"/>
                  <a:pt x="2292" y="587"/>
                  <a:pt x="2291" y="587"/>
                </a:cubicBezTo>
                <a:cubicBezTo>
                  <a:pt x="2289" y="587"/>
                  <a:pt x="2288" y="587"/>
                  <a:pt x="2287" y="587"/>
                </a:cubicBezTo>
                <a:close/>
                <a:moveTo>
                  <a:pt x="1366" y="599"/>
                </a:moveTo>
                <a:cubicBezTo>
                  <a:pt x="1365" y="599"/>
                  <a:pt x="1365" y="599"/>
                  <a:pt x="1365" y="599"/>
                </a:cubicBezTo>
                <a:cubicBezTo>
                  <a:pt x="1365" y="599"/>
                  <a:pt x="1365" y="599"/>
                  <a:pt x="1365" y="599"/>
                </a:cubicBezTo>
                <a:cubicBezTo>
                  <a:pt x="1365" y="599"/>
                  <a:pt x="1364" y="599"/>
                  <a:pt x="1364" y="599"/>
                </a:cubicBezTo>
                <a:cubicBezTo>
                  <a:pt x="1364" y="599"/>
                  <a:pt x="1364" y="599"/>
                  <a:pt x="1364" y="599"/>
                </a:cubicBezTo>
                <a:cubicBezTo>
                  <a:pt x="1362" y="599"/>
                  <a:pt x="1361" y="599"/>
                  <a:pt x="1360" y="600"/>
                </a:cubicBezTo>
                <a:cubicBezTo>
                  <a:pt x="1359" y="600"/>
                  <a:pt x="1358" y="600"/>
                  <a:pt x="1357" y="601"/>
                </a:cubicBezTo>
                <a:cubicBezTo>
                  <a:pt x="1357" y="601"/>
                  <a:pt x="1356" y="602"/>
                  <a:pt x="1355" y="602"/>
                </a:cubicBezTo>
                <a:cubicBezTo>
                  <a:pt x="1355" y="603"/>
                  <a:pt x="1355" y="603"/>
                  <a:pt x="1355" y="604"/>
                </a:cubicBezTo>
                <a:cubicBezTo>
                  <a:pt x="1355" y="605"/>
                  <a:pt x="1355" y="605"/>
                  <a:pt x="1356" y="606"/>
                </a:cubicBezTo>
                <a:cubicBezTo>
                  <a:pt x="1356" y="607"/>
                  <a:pt x="1357" y="607"/>
                  <a:pt x="1358" y="608"/>
                </a:cubicBezTo>
                <a:cubicBezTo>
                  <a:pt x="1358" y="608"/>
                  <a:pt x="1359" y="608"/>
                  <a:pt x="1360" y="609"/>
                </a:cubicBezTo>
                <a:cubicBezTo>
                  <a:pt x="1362" y="609"/>
                  <a:pt x="1363" y="609"/>
                  <a:pt x="1364" y="609"/>
                </a:cubicBezTo>
                <a:cubicBezTo>
                  <a:pt x="1364" y="609"/>
                  <a:pt x="1364" y="609"/>
                  <a:pt x="1364" y="609"/>
                </a:cubicBezTo>
                <a:cubicBezTo>
                  <a:pt x="1365" y="609"/>
                  <a:pt x="1365" y="609"/>
                  <a:pt x="1365" y="609"/>
                </a:cubicBezTo>
                <a:cubicBezTo>
                  <a:pt x="1365" y="609"/>
                  <a:pt x="1365" y="609"/>
                  <a:pt x="1365" y="609"/>
                </a:cubicBezTo>
                <a:cubicBezTo>
                  <a:pt x="1366" y="609"/>
                  <a:pt x="1366" y="609"/>
                  <a:pt x="1366" y="609"/>
                </a:cubicBezTo>
                <a:cubicBezTo>
                  <a:pt x="1367" y="609"/>
                  <a:pt x="1368" y="609"/>
                  <a:pt x="1369" y="608"/>
                </a:cubicBezTo>
                <a:cubicBezTo>
                  <a:pt x="1370" y="608"/>
                  <a:pt x="1370" y="608"/>
                  <a:pt x="1371" y="607"/>
                </a:cubicBezTo>
                <a:cubicBezTo>
                  <a:pt x="1372" y="607"/>
                  <a:pt x="1372" y="606"/>
                  <a:pt x="1372" y="606"/>
                </a:cubicBezTo>
                <a:cubicBezTo>
                  <a:pt x="1373" y="605"/>
                  <a:pt x="1373" y="605"/>
                  <a:pt x="1373" y="604"/>
                </a:cubicBezTo>
                <a:cubicBezTo>
                  <a:pt x="1373" y="604"/>
                  <a:pt x="1373" y="603"/>
                  <a:pt x="1372" y="602"/>
                </a:cubicBezTo>
                <a:cubicBezTo>
                  <a:pt x="1372" y="602"/>
                  <a:pt x="1371" y="601"/>
                  <a:pt x="1371" y="601"/>
                </a:cubicBezTo>
                <a:cubicBezTo>
                  <a:pt x="1370" y="601"/>
                  <a:pt x="1369" y="600"/>
                  <a:pt x="1368" y="600"/>
                </a:cubicBezTo>
                <a:cubicBezTo>
                  <a:pt x="1368" y="600"/>
                  <a:pt x="1367" y="599"/>
                  <a:pt x="1366" y="599"/>
                </a:cubicBezTo>
                <a:cubicBezTo>
                  <a:pt x="1365" y="599"/>
                  <a:pt x="1367" y="599"/>
                  <a:pt x="1366" y="599"/>
                </a:cubicBezTo>
                <a:close/>
                <a:moveTo>
                  <a:pt x="1406" y="600"/>
                </a:moveTo>
                <a:cubicBezTo>
                  <a:pt x="1405" y="600"/>
                  <a:pt x="1404" y="600"/>
                  <a:pt x="1403" y="601"/>
                </a:cubicBezTo>
                <a:cubicBezTo>
                  <a:pt x="1402" y="601"/>
                  <a:pt x="1401" y="602"/>
                  <a:pt x="1401" y="602"/>
                </a:cubicBezTo>
                <a:cubicBezTo>
                  <a:pt x="1400" y="603"/>
                  <a:pt x="1400" y="603"/>
                  <a:pt x="1400" y="604"/>
                </a:cubicBezTo>
                <a:cubicBezTo>
                  <a:pt x="1400" y="605"/>
                  <a:pt x="1401" y="605"/>
                  <a:pt x="1401" y="606"/>
                </a:cubicBezTo>
                <a:cubicBezTo>
                  <a:pt x="1401" y="607"/>
                  <a:pt x="1402" y="607"/>
                  <a:pt x="1403" y="608"/>
                </a:cubicBezTo>
                <a:cubicBezTo>
                  <a:pt x="1404" y="608"/>
                  <a:pt x="1405" y="608"/>
                  <a:pt x="1406" y="609"/>
                </a:cubicBezTo>
                <a:cubicBezTo>
                  <a:pt x="1407" y="609"/>
                  <a:pt x="1408" y="609"/>
                  <a:pt x="1410" y="609"/>
                </a:cubicBezTo>
                <a:cubicBezTo>
                  <a:pt x="1411" y="609"/>
                  <a:pt x="1412" y="609"/>
                  <a:pt x="1413" y="609"/>
                </a:cubicBezTo>
                <a:cubicBezTo>
                  <a:pt x="1414" y="608"/>
                  <a:pt x="1415" y="608"/>
                  <a:pt x="1416" y="608"/>
                </a:cubicBezTo>
                <a:cubicBezTo>
                  <a:pt x="1417" y="607"/>
                  <a:pt x="1417" y="607"/>
                  <a:pt x="1418" y="606"/>
                </a:cubicBezTo>
                <a:cubicBezTo>
                  <a:pt x="1418" y="605"/>
                  <a:pt x="1418" y="605"/>
                  <a:pt x="1418" y="604"/>
                </a:cubicBezTo>
                <a:cubicBezTo>
                  <a:pt x="1418" y="603"/>
                  <a:pt x="1418" y="603"/>
                  <a:pt x="1418" y="602"/>
                </a:cubicBezTo>
                <a:cubicBezTo>
                  <a:pt x="1417" y="602"/>
                  <a:pt x="1416" y="601"/>
                  <a:pt x="1416" y="601"/>
                </a:cubicBezTo>
                <a:cubicBezTo>
                  <a:pt x="1415" y="600"/>
                  <a:pt x="1414" y="600"/>
                  <a:pt x="1413" y="600"/>
                </a:cubicBezTo>
                <a:cubicBezTo>
                  <a:pt x="1412" y="599"/>
                  <a:pt x="1410" y="599"/>
                  <a:pt x="1409" y="599"/>
                </a:cubicBezTo>
                <a:cubicBezTo>
                  <a:pt x="1408" y="599"/>
                  <a:pt x="1407" y="599"/>
                  <a:pt x="1406" y="600"/>
                </a:cubicBezTo>
                <a:close/>
                <a:moveTo>
                  <a:pt x="1315" y="600"/>
                </a:moveTo>
                <a:cubicBezTo>
                  <a:pt x="1314" y="600"/>
                  <a:pt x="1313" y="600"/>
                  <a:pt x="1312" y="601"/>
                </a:cubicBezTo>
                <a:cubicBezTo>
                  <a:pt x="1311" y="601"/>
                  <a:pt x="1310" y="602"/>
                  <a:pt x="1310" y="602"/>
                </a:cubicBezTo>
                <a:cubicBezTo>
                  <a:pt x="1310" y="603"/>
                  <a:pt x="1309" y="603"/>
                  <a:pt x="1309" y="604"/>
                </a:cubicBezTo>
                <a:cubicBezTo>
                  <a:pt x="1309" y="605"/>
                  <a:pt x="1310" y="605"/>
                  <a:pt x="1310" y="606"/>
                </a:cubicBezTo>
                <a:cubicBezTo>
                  <a:pt x="1311" y="607"/>
                  <a:pt x="1311" y="607"/>
                  <a:pt x="1312" y="608"/>
                </a:cubicBezTo>
                <a:cubicBezTo>
                  <a:pt x="1313" y="608"/>
                  <a:pt x="1314" y="608"/>
                  <a:pt x="1315" y="609"/>
                </a:cubicBezTo>
                <a:cubicBezTo>
                  <a:pt x="1316" y="609"/>
                  <a:pt x="1317" y="609"/>
                  <a:pt x="1319" y="609"/>
                </a:cubicBezTo>
                <a:cubicBezTo>
                  <a:pt x="1320" y="609"/>
                  <a:pt x="1321" y="609"/>
                  <a:pt x="1322" y="609"/>
                </a:cubicBezTo>
                <a:cubicBezTo>
                  <a:pt x="1323" y="608"/>
                  <a:pt x="1324" y="608"/>
                  <a:pt x="1325" y="608"/>
                </a:cubicBezTo>
                <a:cubicBezTo>
                  <a:pt x="1326" y="607"/>
                  <a:pt x="1326" y="607"/>
                  <a:pt x="1327" y="606"/>
                </a:cubicBezTo>
                <a:cubicBezTo>
                  <a:pt x="1327" y="605"/>
                  <a:pt x="1328" y="605"/>
                  <a:pt x="1328" y="604"/>
                </a:cubicBezTo>
                <a:cubicBezTo>
                  <a:pt x="1328" y="603"/>
                  <a:pt x="1327" y="603"/>
                  <a:pt x="1327" y="602"/>
                </a:cubicBezTo>
                <a:cubicBezTo>
                  <a:pt x="1326" y="602"/>
                  <a:pt x="1326" y="601"/>
                  <a:pt x="1325" y="601"/>
                </a:cubicBezTo>
                <a:cubicBezTo>
                  <a:pt x="1324" y="600"/>
                  <a:pt x="1323" y="600"/>
                  <a:pt x="1322" y="600"/>
                </a:cubicBezTo>
                <a:cubicBezTo>
                  <a:pt x="1321" y="599"/>
                  <a:pt x="1320" y="599"/>
                  <a:pt x="1318" y="599"/>
                </a:cubicBezTo>
                <a:cubicBezTo>
                  <a:pt x="1317" y="599"/>
                  <a:pt x="1316" y="599"/>
                  <a:pt x="1315" y="600"/>
                </a:cubicBezTo>
                <a:close/>
                <a:moveTo>
                  <a:pt x="2183" y="599"/>
                </a:moveTo>
                <a:cubicBezTo>
                  <a:pt x="2182" y="599"/>
                  <a:pt x="2182" y="599"/>
                  <a:pt x="2182" y="599"/>
                </a:cubicBezTo>
                <a:cubicBezTo>
                  <a:pt x="2182" y="599"/>
                  <a:pt x="2182" y="599"/>
                  <a:pt x="2182" y="599"/>
                </a:cubicBezTo>
                <a:cubicBezTo>
                  <a:pt x="2181" y="599"/>
                  <a:pt x="2181" y="599"/>
                  <a:pt x="2181" y="599"/>
                </a:cubicBezTo>
                <a:cubicBezTo>
                  <a:pt x="2181" y="599"/>
                  <a:pt x="2181" y="599"/>
                  <a:pt x="2181" y="599"/>
                </a:cubicBezTo>
                <a:cubicBezTo>
                  <a:pt x="2179" y="599"/>
                  <a:pt x="2178" y="599"/>
                  <a:pt x="2177" y="600"/>
                </a:cubicBezTo>
                <a:cubicBezTo>
                  <a:pt x="2176" y="600"/>
                  <a:pt x="2175" y="600"/>
                  <a:pt x="2175" y="601"/>
                </a:cubicBezTo>
                <a:cubicBezTo>
                  <a:pt x="2174" y="601"/>
                  <a:pt x="2173" y="602"/>
                  <a:pt x="2173" y="602"/>
                </a:cubicBezTo>
                <a:cubicBezTo>
                  <a:pt x="2173" y="603"/>
                  <a:pt x="2173" y="603"/>
                  <a:pt x="2173" y="604"/>
                </a:cubicBezTo>
                <a:cubicBezTo>
                  <a:pt x="2173" y="605"/>
                  <a:pt x="2173" y="605"/>
                  <a:pt x="2174" y="606"/>
                </a:cubicBezTo>
                <a:cubicBezTo>
                  <a:pt x="2175" y="607"/>
                  <a:pt x="2175" y="607"/>
                  <a:pt x="2176" y="608"/>
                </a:cubicBezTo>
                <a:cubicBezTo>
                  <a:pt x="2177" y="608"/>
                  <a:pt x="2178" y="608"/>
                  <a:pt x="2180" y="609"/>
                </a:cubicBezTo>
                <a:cubicBezTo>
                  <a:pt x="2181" y="609"/>
                  <a:pt x="2182" y="609"/>
                  <a:pt x="2183" y="609"/>
                </a:cubicBezTo>
                <a:cubicBezTo>
                  <a:pt x="2183" y="609"/>
                  <a:pt x="2184" y="609"/>
                  <a:pt x="2184" y="609"/>
                </a:cubicBezTo>
                <a:cubicBezTo>
                  <a:pt x="2184" y="609"/>
                  <a:pt x="2184" y="609"/>
                  <a:pt x="2184" y="609"/>
                </a:cubicBezTo>
                <a:cubicBezTo>
                  <a:pt x="2184" y="609"/>
                  <a:pt x="2184" y="609"/>
                  <a:pt x="2185" y="609"/>
                </a:cubicBezTo>
                <a:cubicBezTo>
                  <a:pt x="2185" y="609"/>
                  <a:pt x="2185" y="609"/>
                  <a:pt x="2185" y="609"/>
                </a:cubicBezTo>
                <a:cubicBezTo>
                  <a:pt x="2186" y="609"/>
                  <a:pt x="2187" y="609"/>
                  <a:pt x="2188" y="608"/>
                </a:cubicBezTo>
                <a:cubicBezTo>
                  <a:pt x="2189" y="608"/>
                  <a:pt x="2189" y="608"/>
                  <a:pt x="2190" y="607"/>
                </a:cubicBezTo>
                <a:cubicBezTo>
                  <a:pt x="2190" y="607"/>
                  <a:pt x="2191" y="606"/>
                  <a:pt x="2191" y="606"/>
                </a:cubicBezTo>
                <a:cubicBezTo>
                  <a:pt x="2191" y="605"/>
                  <a:pt x="2191" y="605"/>
                  <a:pt x="2191" y="604"/>
                </a:cubicBezTo>
                <a:cubicBezTo>
                  <a:pt x="2191" y="604"/>
                  <a:pt x="2191" y="603"/>
                  <a:pt x="2190" y="602"/>
                </a:cubicBezTo>
                <a:cubicBezTo>
                  <a:pt x="2190" y="602"/>
                  <a:pt x="2189" y="601"/>
                  <a:pt x="2188" y="601"/>
                </a:cubicBezTo>
                <a:cubicBezTo>
                  <a:pt x="2187" y="601"/>
                  <a:pt x="2187" y="600"/>
                  <a:pt x="2186" y="600"/>
                </a:cubicBezTo>
                <a:cubicBezTo>
                  <a:pt x="2185" y="600"/>
                  <a:pt x="2184" y="599"/>
                  <a:pt x="2183" y="599"/>
                </a:cubicBezTo>
                <a:cubicBezTo>
                  <a:pt x="2182" y="599"/>
                  <a:pt x="2184" y="599"/>
                  <a:pt x="2183" y="599"/>
                </a:cubicBezTo>
                <a:close/>
                <a:moveTo>
                  <a:pt x="2457" y="600"/>
                </a:moveTo>
                <a:cubicBezTo>
                  <a:pt x="2455" y="599"/>
                  <a:pt x="2454" y="599"/>
                  <a:pt x="2453" y="599"/>
                </a:cubicBezTo>
                <a:cubicBezTo>
                  <a:pt x="2452" y="599"/>
                  <a:pt x="2451" y="599"/>
                  <a:pt x="2450" y="600"/>
                </a:cubicBezTo>
                <a:cubicBezTo>
                  <a:pt x="2449" y="600"/>
                  <a:pt x="2448" y="600"/>
                  <a:pt x="2447" y="601"/>
                </a:cubicBezTo>
                <a:cubicBezTo>
                  <a:pt x="2446" y="601"/>
                  <a:pt x="2446" y="602"/>
                  <a:pt x="2446" y="602"/>
                </a:cubicBezTo>
                <a:cubicBezTo>
                  <a:pt x="2445" y="603"/>
                  <a:pt x="2445" y="603"/>
                  <a:pt x="2446" y="604"/>
                </a:cubicBezTo>
                <a:cubicBezTo>
                  <a:pt x="2446" y="605"/>
                  <a:pt x="2446" y="605"/>
                  <a:pt x="2447" y="606"/>
                </a:cubicBezTo>
                <a:cubicBezTo>
                  <a:pt x="2448" y="607"/>
                  <a:pt x="2448" y="607"/>
                  <a:pt x="2449" y="608"/>
                </a:cubicBezTo>
                <a:cubicBezTo>
                  <a:pt x="2450" y="608"/>
                  <a:pt x="2451" y="608"/>
                  <a:pt x="2453" y="609"/>
                </a:cubicBezTo>
                <a:cubicBezTo>
                  <a:pt x="2454" y="609"/>
                  <a:pt x="2455" y="609"/>
                  <a:pt x="2456" y="609"/>
                </a:cubicBezTo>
                <a:cubicBezTo>
                  <a:pt x="2457" y="609"/>
                  <a:pt x="2457" y="609"/>
                  <a:pt x="2457" y="609"/>
                </a:cubicBezTo>
                <a:cubicBezTo>
                  <a:pt x="2458" y="609"/>
                  <a:pt x="2458" y="609"/>
                  <a:pt x="2458" y="609"/>
                </a:cubicBezTo>
                <a:cubicBezTo>
                  <a:pt x="2458" y="609"/>
                  <a:pt x="2459" y="609"/>
                  <a:pt x="2459" y="609"/>
                </a:cubicBezTo>
                <a:cubicBezTo>
                  <a:pt x="2459" y="609"/>
                  <a:pt x="2459" y="609"/>
                  <a:pt x="2460" y="609"/>
                </a:cubicBezTo>
                <a:cubicBezTo>
                  <a:pt x="2460" y="609"/>
                  <a:pt x="2460" y="608"/>
                  <a:pt x="2460" y="608"/>
                </a:cubicBezTo>
                <a:cubicBezTo>
                  <a:pt x="2461" y="608"/>
                  <a:pt x="2461" y="608"/>
                  <a:pt x="2461" y="608"/>
                </a:cubicBezTo>
                <a:cubicBezTo>
                  <a:pt x="2461" y="608"/>
                  <a:pt x="2462" y="608"/>
                  <a:pt x="2462" y="608"/>
                </a:cubicBezTo>
                <a:cubicBezTo>
                  <a:pt x="2462" y="608"/>
                  <a:pt x="2462" y="608"/>
                  <a:pt x="2462" y="608"/>
                </a:cubicBezTo>
                <a:cubicBezTo>
                  <a:pt x="2463" y="607"/>
                  <a:pt x="2463" y="607"/>
                  <a:pt x="2463" y="607"/>
                </a:cubicBezTo>
                <a:cubicBezTo>
                  <a:pt x="2463" y="607"/>
                  <a:pt x="2464" y="606"/>
                  <a:pt x="2464" y="606"/>
                </a:cubicBezTo>
                <a:cubicBezTo>
                  <a:pt x="2464" y="606"/>
                  <a:pt x="2464" y="605"/>
                  <a:pt x="2464" y="605"/>
                </a:cubicBezTo>
                <a:cubicBezTo>
                  <a:pt x="2464" y="605"/>
                  <a:pt x="2464" y="604"/>
                  <a:pt x="2464" y="604"/>
                </a:cubicBezTo>
                <a:cubicBezTo>
                  <a:pt x="2464" y="604"/>
                  <a:pt x="2463" y="603"/>
                  <a:pt x="2463" y="603"/>
                </a:cubicBezTo>
                <a:cubicBezTo>
                  <a:pt x="2463" y="603"/>
                  <a:pt x="2463" y="602"/>
                  <a:pt x="2462" y="602"/>
                </a:cubicBezTo>
                <a:cubicBezTo>
                  <a:pt x="2462" y="602"/>
                  <a:pt x="2462" y="602"/>
                  <a:pt x="2461" y="601"/>
                </a:cubicBezTo>
                <a:cubicBezTo>
                  <a:pt x="2461" y="601"/>
                  <a:pt x="2460" y="601"/>
                  <a:pt x="2460" y="601"/>
                </a:cubicBezTo>
                <a:cubicBezTo>
                  <a:pt x="2460" y="601"/>
                  <a:pt x="2459" y="600"/>
                  <a:pt x="2459" y="600"/>
                </a:cubicBezTo>
                <a:cubicBezTo>
                  <a:pt x="2459" y="600"/>
                  <a:pt x="2459" y="600"/>
                  <a:pt x="2458" y="600"/>
                </a:cubicBezTo>
                <a:cubicBezTo>
                  <a:pt x="2458" y="600"/>
                  <a:pt x="2458" y="600"/>
                  <a:pt x="2458" y="600"/>
                </a:cubicBezTo>
                <a:cubicBezTo>
                  <a:pt x="2457" y="600"/>
                  <a:pt x="2457" y="600"/>
                  <a:pt x="2457" y="600"/>
                </a:cubicBezTo>
                <a:cubicBezTo>
                  <a:pt x="2456" y="600"/>
                  <a:pt x="2457" y="600"/>
                  <a:pt x="2457" y="600"/>
                </a:cubicBezTo>
                <a:close/>
                <a:moveTo>
                  <a:pt x="2404" y="600"/>
                </a:moveTo>
                <a:cubicBezTo>
                  <a:pt x="2403" y="600"/>
                  <a:pt x="2402" y="600"/>
                  <a:pt x="2402" y="601"/>
                </a:cubicBezTo>
                <a:cubicBezTo>
                  <a:pt x="2401" y="601"/>
                  <a:pt x="2400" y="602"/>
                  <a:pt x="2400" y="602"/>
                </a:cubicBezTo>
                <a:cubicBezTo>
                  <a:pt x="2400" y="603"/>
                  <a:pt x="2400" y="603"/>
                  <a:pt x="2400" y="604"/>
                </a:cubicBezTo>
                <a:cubicBezTo>
                  <a:pt x="2400" y="605"/>
                  <a:pt x="2401" y="605"/>
                  <a:pt x="2401" y="606"/>
                </a:cubicBezTo>
                <a:cubicBezTo>
                  <a:pt x="2402" y="607"/>
                  <a:pt x="2403" y="607"/>
                  <a:pt x="2404" y="608"/>
                </a:cubicBezTo>
                <a:cubicBezTo>
                  <a:pt x="2405" y="608"/>
                  <a:pt x="2406" y="608"/>
                  <a:pt x="2407" y="609"/>
                </a:cubicBezTo>
                <a:cubicBezTo>
                  <a:pt x="2408" y="609"/>
                  <a:pt x="2410" y="609"/>
                  <a:pt x="2411" y="609"/>
                </a:cubicBezTo>
                <a:cubicBezTo>
                  <a:pt x="2412" y="609"/>
                  <a:pt x="2413" y="609"/>
                  <a:pt x="2414" y="609"/>
                </a:cubicBezTo>
                <a:cubicBezTo>
                  <a:pt x="2415" y="608"/>
                  <a:pt x="2416" y="608"/>
                  <a:pt x="2417" y="608"/>
                </a:cubicBezTo>
                <a:cubicBezTo>
                  <a:pt x="2417" y="607"/>
                  <a:pt x="2418" y="607"/>
                  <a:pt x="2418" y="606"/>
                </a:cubicBezTo>
                <a:cubicBezTo>
                  <a:pt x="2418" y="605"/>
                  <a:pt x="2419" y="605"/>
                  <a:pt x="2418" y="604"/>
                </a:cubicBezTo>
                <a:cubicBezTo>
                  <a:pt x="2418" y="603"/>
                  <a:pt x="2418" y="603"/>
                  <a:pt x="2417" y="602"/>
                </a:cubicBezTo>
                <a:cubicBezTo>
                  <a:pt x="2416" y="602"/>
                  <a:pt x="2415" y="601"/>
                  <a:pt x="2415" y="601"/>
                </a:cubicBezTo>
                <a:cubicBezTo>
                  <a:pt x="2414" y="600"/>
                  <a:pt x="2412" y="600"/>
                  <a:pt x="2411" y="600"/>
                </a:cubicBezTo>
                <a:cubicBezTo>
                  <a:pt x="2410" y="599"/>
                  <a:pt x="2409" y="599"/>
                  <a:pt x="2408" y="599"/>
                </a:cubicBezTo>
                <a:cubicBezTo>
                  <a:pt x="2406" y="599"/>
                  <a:pt x="2405" y="599"/>
                  <a:pt x="2404" y="600"/>
                </a:cubicBezTo>
                <a:close/>
                <a:moveTo>
                  <a:pt x="2364" y="599"/>
                </a:moveTo>
                <a:cubicBezTo>
                  <a:pt x="2364" y="599"/>
                  <a:pt x="2364" y="599"/>
                  <a:pt x="2364" y="599"/>
                </a:cubicBezTo>
                <a:cubicBezTo>
                  <a:pt x="2363" y="599"/>
                  <a:pt x="2363" y="599"/>
                  <a:pt x="2363" y="599"/>
                </a:cubicBezTo>
                <a:cubicBezTo>
                  <a:pt x="2363" y="599"/>
                  <a:pt x="2363" y="599"/>
                  <a:pt x="2363" y="599"/>
                </a:cubicBezTo>
                <a:cubicBezTo>
                  <a:pt x="2363" y="599"/>
                  <a:pt x="2362" y="599"/>
                  <a:pt x="2362" y="599"/>
                </a:cubicBezTo>
                <a:cubicBezTo>
                  <a:pt x="2361" y="599"/>
                  <a:pt x="2360" y="599"/>
                  <a:pt x="2359" y="600"/>
                </a:cubicBezTo>
                <a:cubicBezTo>
                  <a:pt x="2358" y="600"/>
                  <a:pt x="2357" y="600"/>
                  <a:pt x="2356" y="601"/>
                </a:cubicBezTo>
                <a:cubicBezTo>
                  <a:pt x="2356" y="601"/>
                  <a:pt x="2355" y="602"/>
                  <a:pt x="2355" y="602"/>
                </a:cubicBezTo>
                <a:cubicBezTo>
                  <a:pt x="2355" y="603"/>
                  <a:pt x="2354" y="603"/>
                  <a:pt x="2355" y="604"/>
                </a:cubicBezTo>
                <a:cubicBezTo>
                  <a:pt x="2355" y="605"/>
                  <a:pt x="2355" y="605"/>
                  <a:pt x="2356" y="606"/>
                </a:cubicBezTo>
                <a:cubicBezTo>
                  <a:pt x="2357" y="607"/>
                  <a:pt x="2357" y="607"/>
                  <a:pt x="2358" y="608"/>
                </a:cubicBezTo>
                <a:cubicBezTo>
                  <a:pt x="2359" y="608"/>
                  <a:pt x="2360" y="608"/>
                  <a:pt x="2362" y="609"/>
                </a:cubicBezTo>
                <a:cubicBezTo>
                  <a:pt x="2363" y="609"/>
                  <a:pt x="2364" y="609"/>
                  <a:pt x="2365" y="609"/>
                </a:cubicBezTo>
                <a:cubicBezTo>
                  <a:pt x="2365" y="609"/>
                  <a:pt x="2366" y="609"/>
                  <a:pt x="2366" y="609"/>
                </a:cubicBezTo>
                <a:cubicBezTo>
                  <a:pt x="2366" y="609"/>
                  <a:pt x="2366" y="609"/>
                  <a:pt x="2366" y="609"/>
                </a:cubicBezTo>
                <a:cubicBezTo>
                  <a:pt x="2366" y="609"/>
                  <a:pt x="2366" y="609"/>
                  <a:pt x="2367" y="609"/>
                </a:cubicBezTo>
                <a:cubicBezTo>
                  <a:pt x="2367" y="609"/>
                  <a:pt x="2367" y="609"/>
                  <a:pt x="2367" y="609"/>
                </a:cubicBezTo>
                <a:cubicBezTo>
                  <a:pt x="2368" y="609"/>
                  <a:pt x="2369" y="609"/>
                  <a:pt x="2370" y="608"/>
                </a:cubicBezTo>
                <a:cubicBezTo>
                  <a:pt x="2371" y="608"/>
                  <a:pt x="2371" y="608"/>
                  <a:pt x="2372" y="607"/>
                </a:cubicBezTo>
                <a:cubicBezTo>
                  <a:pt x="2372" y="607"/>
                  <a:pt x="2373" y="606"/>
                  <a:pt x="2373" y="606"/>
                </a:cubicBezTo>
                <a:cubicBezTo>
                  <a:pt x="2373" y="605"/>
                  <a:pt x="2373" y="605"/>
                  <a:pt x="2373" y="604"/>
                </a:cubicBezTo>
                <a:cubicBezTo>
                  <a:pt x="2373" y="604"/>
                  <a:pt x="2372" y="603"/>
                  <a:pt x="2372" y="602"/>
                </a:cubicBezTo>
                <a:cubicBezTo>
                  <a:pt x="2371" y="602"/>
                  <a:pt x="2371" y="601"/>
                  <a:pt x="2370" y="601"/>
                </a:cubicBezTo>
                <a:cubicBezTo>
                  <a:pt x="2369" y="601"/>
                  <a:pt x="2368" y="600"/>
                  <a:pt x="2367" y="600"/>
                </a:cubicBezTo>
                <a:cubicBezTo>
                  <a:pt x="2366" y="600"/>
                  <a:pt x="2365" y="599"/>
                  <a:pt x="2364" y="599"/>
                </a:cubicBezTo>
                <a:cubicBezTo>
                  <a:pt x="2364" y="599"/>
                  <a:pt x="2365" y="599"/>
                  <a:pt x="2364" y="599"/>
                </a:cubicBezTo>
                <a:close/>
                <a:moveTo>
                  <a:pt x="2313" y="600"/>
                </a:moveTo>
                <a:cubicBezTo>
                  <a:pt x="2312" y="600"/>
                  <a:pt x="2312" y="600"/>
                  <a:pt x="2311" y="601"/>
                </a:cubicBezTo>
                <a:cubicBezTo>
                  <a:pt x="2310" y="601"/>
                  <a:pt x="2310" y="602"/>
                  <a:pt x="2309" y="602"/>
                </a:cubicBezTo>
                <a:cubicBezTo>
                  <a:pt x="2309" y="603"/>
                  <a:pt x="2309" y="603"/>
                  <a:pt x="2309" y="604"/>
                </a:cubicBezTo>
                <a:cubicBezTo>
                  <a:pt x="2309" y="605"/>
                  <a:pt x="2310" y="605"/>
                  <a:pt x="2310" y="606"/>
                </a:cubicBezTo>
                <a:cubicBezTo>
                  <a:pt x="2311" y="607"/>
                  <a:pt x="2312" y="607"/>
                  <a:pt x="2313" y="608"/>
                </a:cubicBezTo>
                <a:cubicBezTo>
                  <a:pt x="2314" y="608"/>
                  <a:pt x="2315" y="608"/>
                  <a:pt x="2316" y="609"/>
                </a:cubicBezTo>
                <a:cubicBezTo>
                  <a:pt x="2317" y="609"/>
                  <a:pt x="2318" y="609"/>
                  <a:pt x="2320" y="609"/>
                </a:cubicBezTo>
                <a:cubicBezTo>
                  <a:pt x="2321" y="609"/>
                  <a:pt x="2322" y="609"/>
                  <a:pt x="2323" y="609"/>
                </a:cubicBezTo>
                <a:cubicBezTo>
                  <a:pt x="2324" y="608"/>
                  <a:pt x="2325" y="608"/>
                  <a:pt x="2326" y="608"/>
                </a:cubicBezTo>
                <a:cubicBezTo>
                  <a:pt x="2326" y="607"/>
                  <a:pt x="2327" y="607"/>
                  <a:pt x="2327" y="606"/>
                </a:cubicBezTo>
                <a:cubicBezTo>
                  <a:pt x="2328" y="605"/>
                  <a:pt x="2328" y="605"/>
                  <a:pt x="2327" y="604"/>
                </a:cubicBezTo>
                <a:cubicBezTo>
                  <a:pt x="2327" y="603"/>
                  <a:pt x="2327" y="603"/>
                  <a:pt x="2326" y="602"/>
                </a:cubicBezTo>
                <a:cubicBezTo>
                  <a:pt x="2325" y="602"/>
                  <a:pt x="2325" y="601"/>
                  <a:pt x="2324" y="601"/>
                </a:cubicBezTo>
                <a:cubicBezTo>
                  <a:pt x="2323" y="600"/>
                  <a:pt x="2322" y="600"/>
                  <a:pt x="2320" y="600"/>
                </a:cubicBezTo>
                <a:cubicBezTo>
                  <a:pt x="2319" y="599"/>
                  <a:pt x="2318" y="599"/>
                  <a:pt x="2317" y="599"/>
                </a:cubicBezTo>
                <a:cubicBezTo>
                  <a:pt x="2316" y="599"/>
                  <a:pt x="2314" y="599"/>
                  <a:pt x="2313" y="600"/>
                </a:cubicBezTo>
                <a:close/>
                <a:moveTo>
                  <a:pt x="2273" y="599"/>
                </a:moveTo>
                <a:cubicBezTo>
                  <a:pt x="2273" y="599"/>
                  <a:pt x="2273" y="599"/>
                  <a:pt x="2273" y="599"/>
                </a:cubicBezTo>
                <a:cubicBezTo>
                  <a:pt x="2273" y="599"/>
                  <a:pt x="2273" y="599"/>
                  <a:pt x="2272" y="599"/>
                </a:cubicBezTo>
                <a:cubicBezTo>
                  <a:pt x="2272" y="599"/>
                  <a:pt x="2272" y="599"/>
                  <a:pt x="2272" y="599"/>
                </a:cubicBezTo>
                <a:cubicBezTo>
                  <a:pt x="2272" y="599"/>
                  <a:pt x="2272" y="599"/>
                  <a:pt x="2271" y="599"/>
                </a:cubicBezTo>
                <a:cubicBezTo>
                  <a:pt x="2270" y="599"/>
                  <a:pt x="2269" y="599"/>
                  <a:pt x="2268" y="600"/>
                </a:cubicBezTo>
                <a:cubicBezTo>
                  <a:pt x="2267" y="600"/>
                  <a:pt x="2266" y="600"/>
                  <a:pt x="2265" y="601"/>
                </a:cubicBezTo>
                <a:cubicBezTo>
                  <a:pt x="2265" y="601"/>
                  <a:pt x="2264" y="602"/>
                  <a:pt x="2264" y="602"/>
                </a:cubicBezTo>
                <a:cubicBezTo>
                  <a:pt x="2264" y="603"/>
                  <a:pt x="2264" y="603"/>
                  <a:pt x="2264" y="604"/>
                </a:cubicBezTo>
                <a:cubicBezTo>
                  <a:pt x="2264" y="605"/>
                  <a:pt x="2264" y="605"/>
                  <a:pt x="2265" y="606"/>
                </a:cubicBezTo>
                <a:cubicBezTo>
                  <a:pt x="2266" y="607"/>
                  <a:pt x="2266" y="607"/>
                  <a:pt x="2267" y="608"/>
                </a:cubicBezTo>
                <a:cubicBezTo>
                  <a:pt x="2268" y="608"/>
                  <a:pt x="2269" y="608"/>
                  <a:pt x="2271" y="609"/>
                </a:cubicBezTo>
                <a:cubicBezTo>
                  <a:pt x="2272" y="609"/>
                  <a:pt x="2273" y="609"/>
                  <a:pt x="2274" y="609"/>
                </a:cubicBezTo>
                <a:cubicBezTo>
                  <a:pt x="2274" y="609"/>
                  <a:pt x="2275" y="609"/>
                  <a:pt x="2275" y="609"/>
                </a:cubicBezTo>
                <a:cubicBezTo>
                  <a:pt x="2275" y="609"/>
                  <a:pt x="2275" y="609"/>
                  <a:pt x="2275" y="609"/>
                </a:cubicBezTo>
                <a:cubicBezTo>
                  <a:pt x="2275" y="609"/>
                  <a:pt x="2275" y="609"/>
                  <a:pt x="2276" y="609"/>
                </a:cubicBezTo>
                <a:cubicBezTo>
                  <a:pt x="2276" y="609"/>
                  <a:pt x="2276" y="609"/>
                  <a:pt x="2276" y="609"/>
                </a:cubicBezTo>
                <a:cubicBezTo>
                  <a:pt x="2277" y="609"/>
                  <a:pt x="2278" y="609"/>
                  <a:pt x="2279" y="608"/>
                </a:cubicBezTo>
                <a:cubicBezTo>
                  <a:pt x="2280" y="608"/>
                  <a:pt x="2280" y="608"/>
                  <a:pt x="2281" y="607"/>
                </a:cubicBezTo>
                <a:cubicBezTo>
                  <a:pt x="2281" y="607"/>
                  <a:pt x="2282" y="606"/>
                  <a:pt x="2282" y="606"/>
                </a:cubicBezTo>
                <a:cubicBezTo>
                  <a:pt x="2282" y="605"/>
                  <a:pt x="2282" y="605"/>
                  <a:pt x="2282" y="604"/>
                </a:cubicBezTo>
                <a:cubicBezTo>
                  <a:pt x="2282" y="604"/>
                  <a:pt x="2281" y="603"/>
                  <a:pt x="2281" y="602"/>
                </a:cubicBezTo>
                <a:cubicBezTo>
                  <a:pt x="2280" y="602"/>
                  <a:pt x="2280" y="601"/>
                  <a:pt x="2279" y="601"/>
                </a:cubicBezTo>
                <a:cubicBezTo>
                  <a:pt x="2278" y="601"/>
                  <a:pt x="2277" y="600"/>
                  <a:pt x="2276" y="600"/>
                </a:cubicBezTo>
                <a:cubicBezTo>
                  <a:pt x="2275" y="600"/>
                  <a:pt x="2274" y="599"/>
                  <a:pt x="2273" y="599"/>
                </a:cubicBezTo>
                <a:cubicBezTo>
                  <a:pt x="2273" y="599"/>
                  <a:pt x="2274" y="599"/>
                  <a:pt x="2273" y="599"/>
                </a:cubicBezTo>
                <a:close/>
                <a:moveTo>
                  <a:pt x="2223" y="600"/>
                </a:moveTo>
                <a:cubicBezTo>
                  <a:pt x="2222" y="600"/>
                  <a:pt x="2221" y="600"/>
                  <a:pt x="2220" y="601"/>
                </a:cubicBezTo>
                <a:cubicBezTo>
                  <a:pt x="2219" y="601"/>
                  <a:pt x="2219" y="602"/>
                  <a:pt x="2219" y="602"/>
                </a:cubicBezTo>
                <a:cubicBezTo>
                  <a:pt x="2218" y="603"/>
                  <a:pt x="2218" y="603"/>
                  <a:pt x="2218" y="604"/>
                </a:cubicBezTo>
                <a:cubicBezTo>
                  <a:pt x="2219" y="605"/>
                  <a:pt x="2219" y="605"/>
                  <a:pt x="2220" y="606"/>
                </a:cubicBezTo>
                <a:cubicBezTo>
                  <a:pt x="2220" y="607"/>
                  <a:pt x="2221" y="607"/>
                  <a:pt x="2222" y="608"/>
                </a:cubicBezTo>
                <a:cubicBezTo>
                  <a:pt x="2223" y="608"/>
                  <a:pt x="2224" y="608"/>
                  <a:pt x="2225" y="609"/>
                </a:cubicBezTo>
                <a:cubicBezTo>
                  <a:pt x="2226" y="609"/>
                  <a:pt x="2227" y="609"/>
                  <a:pt x="2229" y="609"/>
                </a:cubicBezTo>
                <a:cubicBezTo>
                  <a:pt x="2230" y="609"/>
                  <a:pt x="2231" y="609"/>
                  <a:pt x="2232" y="609"/>
                </a:cubicBezTo>
                <a:cubicBezTo>
                  <a:pt x="2233" y="608"/>
                  <a:pt x="2234" y="608"/>
                  <a:pt x="2235" y="608"/>
                </a:cubicBezTo>
                <a:cubicBezTo>
                  <a:pt x="2236" y="607"/>
                  <a:pt x="2236" y="607"/>
                  <a:pt x="2236" y="606"/>
                </a:cubicBezTo>
                <a:cubicBezTo>
                  <a:pt x="2237" y="605"/>
                  <a:pt x="2237" y="605"/>
                  <a:pt x="2237" y="604"/>
                </a:cubicBezTo>
                <a:cubicBezTo>
                  <a:pt x="2236" y="603"/>
                  <a:pt x="2236" y="603"/>
                  <a:pt x="2235" y="602"/>
                </a:cubicBezTo>
                <a:cubicBezTo>
                  <a:pt x="2235" y="602"/>
                  <a:pt x="2234" y="601"/>
                  <a:pt x="2233" y="601"/>
                </a:cubicBezTo>
                <a:cubicBezTo>
                  <a:pt x="2232" y="600"/>
                  <a:pt x="2231" y="600"/>
                  <a:pt x="2230" y="600"/>
                </a:cubicBezTo>
                <a:cubicBezTo>
                  <a:pt x="2229" y="599"/>
                  <a:pt x="2227" y="599"/>
                  <a:pt x="2226" y="599"/>
                </a:cubicBezTo>
                <a:cubicBezTo>
                  <a:pt x="2225" y="599"/>
                  <a:pt x="2224" y="599"/>
                  <a:pt x="2223" y="600"/>
                </a:cubicBezTo>
                <a:close/>
                <a:moveTo>
                  <a:pt x="732" y="600"/>
                </a:moveTo>
                <a:cubicBezTo>
                  <a:pt x="731" y="599"/>
                  <a:pt x="730" y="599"/>
                  <a:pt x="728" y="599"/>
                </a:cubicBezTo>
                <a:cubicBezTo>
                  <a:pt x="727" y="599"/>
                  <a:pt x="726" y="599"/>
                  <a:pt x="725" y="600"/>
                </a:cubicBezTo>
                <a:cubicBezTo>
                  <a:pt x="724" y="600"/>
                  <a:pt x="723" y="600"/>
                  <a:pt x="722" y="601"/>
                </a:cubicBezTo>
                <a:cubicBezTo>
                  <a:pt x="721" y="601"/>
                  <a:pt x="720" y="602"/>
                  <a:pt x="720" y="602"/>
                </a:cubicBezTo>
                <a:cubicBezTo>
                  <a:pt x="719" y="603"/>
                  <a:pt x="719" y="603"/>
                  <a:pt x="719" y="604"/>
                </a:cubicBezTo>
                <a:cubicBezTo>
                  <a:pt x="718" y="605"/>
                  <a:pt x="719" y="605"/>
                  <a:pt x="719" y="606"/>
                </a:cubicBezTo>
                <a:cubicBezTo>
                  <a:pt x="719" y="607"/>
                  <a:pt x="720" y="607"/>
                  <a:pt x="721" y="608"/>
                </a:cubicBezTo>
                <a:cubicBezTo>
                  <a:pt x="721" y="608"/>
                  <a:pt x="722" y="608"/>
                  <a:pt x="723" y="609"/>
                </a:cubicBezTo>
                <a:cubicBezTo>
                  <a:pt x="724" y="609"/>
                  <a:pt x="726" y="609"/>
                  <a:pt x="727" y="609"/>
                </a:cubicBezTo>
                <a:cubicBezTo>
                  <a:pt x="727" y="609"/>
                  <a:pt x="727" y="609"/>
                  <a:pt x="728" y="609"/>
                </a:cubicBezTo>
                <a:cubicBezTo>
                  <a:pt x="728" y="609"/>
                  <a:pt x="728" y="609"/>
                  <a:pt x="729" y="609"/>
                </a:cubicBezTo>
                <a:cubicBezTo>
                  <a:pt x="729" y="609"/>
                  <a:pt x="729" y="609"/>
                  <a:pt x="730" y="609"/>
                </a:cubicBezTo>
                <a:cubicBezTo>
                  <a:pt x="730" y="609"/>
                  <a:pt x="730" y="609"/>
                  <a:pt x="730" y="609"/>
                </a:cubicBezTo>
                <a:cubicBezTo>
                  <a:pt x="732" y="608"/>
                  <a:pt x="733" y="608"/>
                  <a:pt x="734" y="608"/>
                </a:cubicBezTo>
                <a:cubicBezTo>
                  <a:pt x="735" y="607"/>
                  <a:pt x="736" y="606"/>
                  <a:pt x="737" y="604"/>
                </a:cubicBezTo>
                <a:cubicBezTo>
                  <a:pt x="737" y="604"/>
                  <a:pt x="737" y="603"/>
                  <a:pt x="737" y="603"/>
                </a:cubicBezTo>
                <a:cubicBezTo>
                  <a:pt x="737" y="603"/>
                  <a:pt x="736" y="602"/>
                  <a:pt x="736" y="602"/>
                </a:cubicBezTo>
                <a:cubicBezTo>
                  <a:pt x="736" y="602"/>
                  <a:pt x="736" y="602"/>
                  <a:pt x="736" y="601"/>
                </a:cubicBezTo>
                <a:cubicBezTo>
                  <a:pt x="735" y="601"/>
                  <a:pt x="735" y="601"/>
                  <a:pt x="735" y="601"/>
                </a:cubicBezTo>
                <a:cubicBezTo>
                  <a:pt x="734" y="600"/>
                  <a:pt x="733" y="600"/>
                  <a:pt x="732" y="600"/>
                </a:cubicBezTo>
                <a:cubicBezTo>
                  <a:pt x="732" y="600"/>
                  <a:pt x="732" y="600"/>
                  <a:pt x="732" y="600"/>
                </a:cubicBezTo>
                <a:close/>
                <a:moveTo>
                  <a:pt x="639" y="599"/>
                </a:moveTo>
                <a:cubicBezTo>
                  <a:pt x="639" y="599"/>
                  <a:pt x="639" y="599"/>
                  <a:pt x="639" y="599"/>
                </a:cubicBezTo>
                <a:cubicBezTo>
                  <a:pt x="639" y="599"/>
                  <a:pt x="639" y="599"/>
                  <a:pt x="638" y="599"/>
                </a:cubicBezTo>
                <a:cubicBezTo>
                  <a:pt x="638" y="599"/>
                  <a:pt x="638" y="599"/>
                  <a:pt x="638" y="599"/>
                </a:cubicBezTo>
                <a:cubicBezTo>
                  <a:pt x="638" y="599"/>
                  <a:pt x="638" y="599"/>
                  <a:pt x="638" y="599"/>
                </a:cubicBezTo>
                <a:cubicBezTo>
                  <a:pt x="636" y="599"/>
                  <a:pt x="635" y="599"/>
                  <a:pt x="634" y="600"/>
                </a:cubicBezTo>
                <a:cubicBezTo>
                  <a:pt x="633" y="600"/>
                  <a:pt x="632" y="600"/>
                  <a:pt x="631" y="601"/>
                </a:cubicBezTo>
                <a:cubicBezTo>
                  <a:pt x="630" y="601"/>
                  <a:pt x="629" y="602"/>
                  <a:pt x="629" y="602"/>
                </a:cubicBezTo>
                <a:cubicBezTo>
                  <a:pt x="628" y="603"/>
                  <a:pt x="628" y="603"/>
                  <a:pt x="628" y="604"/>
                </a:cubicBezTo>
                <a:cubicBezTo>
                  <a:pt x="627" y="605"/>
                  <a:pt x="628" y="605"/>
                  <a:pt x="628" y="606"/>
                </a:cubicBezTo>
                <a:cubicBezTo>
                  <a:pt x="628" y="607"/>
                  <a:pt x="629" y="607"/>
                  <a:pt x="630" y="608"/>
                </a:cubicBezTo>
                <a:cubicBezTo>
                  <a:pt x="630" y="608"/>
                  <a:pt x="631" y="608"/>
                  <a:pt x="632" y="609"/>
                </a:cubicBezTo>
                <a:cubicBezTo>
                  <a:pt x="633" y="609"/>
                  <a:pt x="635" y="609"/>
                  <a:pt x="636" y="609"/>
                </a:cubicBezTo>
                <a:cubicBezTo>
                  <a:pt x="636" y="609"/>
                  <a:pt x="636" y="609"/>
                  <a:pt x="636" y="609"/>
                </a:cubicBezTo>
                <a:cubicBezTo>
                  <a:pt x="636" y="609"/>
                  <a:pt x="637" y="609"/>
                  <a:pt x="637" y="609"/>
                </a:cubicBezTo>
                <a:cubicBezTo>
                  <a:pt x="637" y="609"/>
                  <a:pt x="637" y="609"/>
                  <a:pt x="637" y="609"/>
                </a:cubicBezTo>
                <a:cubicBezTo>
                  <a:pt x="637" y="609"/>
                  <a:pt x="638" y="609"/>
                  <a:pt x="638" y="609"/>
                </a:cubicBezTo>
                <a:cubicBezTo>
                  <a:pt x="639" y="609"/>
                  <a:pt x="640" y="609"/>
                  <a:pt x="641" y="608"/>
                </a:cubicBezTo>
                <a:cubicBezTo>
                  <a:pt x="642" y="608"/>
                  <a:pt x="642" y="608"/>
                  <a:pt x="643" y="607"/>
                </a:cubicBezTo>
                <a:cubicBezTo>
                  <a:pt x="644" y="607"/>
                  <a:pt x="644" y="606"/>
                  <a:pt x="645" y="606"/>
                </a:cubicBezTo>
                <a:cubicBezTo>
                  <a:pt x="645" y="605"/>
                  <a:pt x="646" y="605"/>
                  <a:pt x="646" y="604"/>
                </a:cubicBezTo>
                <a:cubicBezTo>
                  <a:pt x="646" y="604"/>
                  <a:pt x="646" y="603"/>
                  <a:pt x="646" y="602"/>
                </a:cubicBezTo>
                <a:cubicBezTo>
                  <a:pt x="645" y="602"/>
                  <a:pt x="645" y="601"/>
                  <a:pt x="644" y="601"/>
                </a:cubicBezTo>
                <a:cubicBezTo>
                  <a:pt x="644" y="601"/>
                  <a:pt x="643" y="600"/>
                  <a:pt x="642" y="600"/>
                </a:cubicBezTo>
                <a:cubicBezTo>
                  <a:pt x="641" y="600"/>
                  <a:pt x="640" y="599"/>
                  <a:pt x="639" y="599"/>
                </a:cubicBezTo>
                <a:cubicBezTo>
                  <a:pt x="639" y="599"/>
                  <a:pt x="640" y="599"/>
                  <a:pt x="639" y="599"/>
                </a:cubicBezTo>
                <a:close/>
                <a:moveTo>
                  <a:pt x="679" y="600"/>
                </a:moveTo>
                <a:cubicBezTo>
                  <a:pt x="678" y="600"/>
                  <a:pt x="677" y="600"/>
                  <a:pt x="676" y="601"/>
                </a:cubicBezTo>
                <a:cubicBezTo>
                  <a:pt x="675" y="601"/>
                  <a:pt x="675" y="602"/>
                  <a:pt x="674" y="602"/>
                </a:cubicBezTo>
                <a:cubicBezTo>
                  <a:pt x="674" y="603"/>
                  <a:pt x="673" y="603"/>
                  <a:pt x="673" y="604"/>
                </a:cubicBezTo>
                <a:cubicBezTo>
                  <a:pt x="673" y="605"/>
                  <a:pt x="673" y="605"/>
                  <a:pt x="673" y="606"/>
                </a:cubicBezTo>
                <a:cubicBezTo>
                  <a:pt x="674" y="607"/>
                  <a:pt x="674" y="607"/>
                  <a:pt x="675" y="608"/>
                </a:cubicBezTo>
                <a:cubicBezTo>
                  <a:pt x="676" y="608"/>
                  <a:pt x="677" y="608"/>
                  <a:pt x="678" y="609"/>
                </a:cubicBezTo>
                <a:cubicBezTo>
                  <a:pt x="679" y="609"/>
                  <a:pt x="680" y="609"/>
                  <a:pt x="681" y="609"/>
                </a:cubicBezTo>
                <a:cubicBezTo>
                  <a:pt x="683" y="609"/>
                  <a:pt x="684" y="609"/>
                  <a:pt x="685" y="609"/>
                </a:cubicBezTo>
                <a:cubicBezTo>
                  <a:pt x="686" y="608"/>
                  <a:pt x="687" y="608"/>
                  <a:pt x="688" y="608"/>
                </a:cubicBezTo>
                <a:cubicBezTo>
                  <a:pt x="689" y="607"/>
                  <a:pt x="690" y="607"/>
                  <a:pt x="690" y="606"/>
                </a:cubicBezTo>
                <a:cubicBezTo>
                  <a:pt x="691" y="605"/>
                  <a:pt x="691" y="605"/>
                  <a:pt x="691" y="604"/>
                </a:cubicBezTo>
                <a:cubicBezTo>
                  <a:pt x="691" y="603"/>
                  <a:pt x="691" y="603"/>
                  <a:pt x="691" y="602"/>
                </a:cubicBezTo>
                <a:cubicBezTo>
                  <a:pt x="690" y="602"/>
                  <a:pt x="690" y="601"/>
                  <a:pt x="689" y="601"/>
                </a:cubicBezTo>
                <a:cubicBezTo>
                  <a:pt x="688" y="600"/>
                  <a:pt x="687" y="600"/>
                  <a:pt x="686" y="600"/>
                </a:cubicBezTo>
                <a:cubicBezTo>
                  <a:pt x="685" y="599"/>
                  <a:pt x="684" y="599"/>
                  <a:pt x="683" y="599"/>
                </a:cubicBezTo>
                <a:cubicBezTo>
                  <a:pt x="682" y="599"/>
                  <a:pt x="680" y="599"/>
                  <a:pt x="679" y="600"/>
                </a:cubicBezTo>
                <a:close/>
                <a:moveTo>
                  <a:pt x="589" y="600"/>
                </a:moveTo>
                <a:cubicBezTo>
                  <a:pt x="587" y="600"/>
                  <a:pt x="586" y="600"/>
                  <a:pt x="585" y="601"/>
                </a:cubicBezTo>
                <a:cubicBezTo>
                  <a:pt x="585" y="601"/>
                  <a:pt x="584" y="602"/>
                  <a:pt x="583" y="602"/>
                </a:cubicBezTo>
                <a:cubicBezTo>
                  <a:pt x="583" y="603"/>
                  <a:pt x="582" y="603"/>
                  <a:pt x="582" y="604"/>
                </a:cubicBezTo>
                <a:cubicBezTo>
                  <a:pt x="582" y="605"/>
                  <a:pt x="582" y="605"/>
                  <a:pt x="583" y="606"/>
                </a:cubicBezTo>
                <a:cubicBezTo>
                  <a:pt x="583" y="607"/>
                  <a:pt x="583" y="607"/>
                  <a:pt x="584" y="608"/>
                </a:cubicBezTo>
                <a:cubicBezTo>
                  <a:pt x="585" y="608"/>
                  <a:pt x="586" y="608"/>
                  <a:pt x="587" y="609"/>
                </a:cubicBezTo>
                <a:cubicBezTo>
                  <a:pt x="588" y="609"/>
                  <a:pt x="589" y="609"/>
                  <a:pt x="590" y="609"/>
                </a:cubicBezTo>
                <a:cubicBezTo>
                  <a:pt x="592" y="609"/>
                  <a:pt x="593" y="609"/>
                  <a:pt x="594" y="609"/>
                </a:cubicBezTo>
                <a:cubicBezTo>
                  <a:pt x="595" y="608"/>
                  <a:pt x="596" y="608"/>
                  <a:pt x="597" y="608"/>
                </a:cubicBezTo>
                <a:cubicBezTo>
                  <a:pt x="598" y="607"/>
                  <a:pt x="599" y="607"/>
                  <a:pt x="599" y="606"/>
                </a:cubicBezTo>
                <a:cubicBezTo>
                  <a:pt x="600" y="605"/>
                  <a:pt x="600" y="605"/>
                  <a:pt x="600" y="604"/>
                </a:cubicBezTo>
                <a:cubicBezTo>
                  <a:pt x="600" y="603"/>
                  <a:pt x="600" y="603"/>
                  <a:pt x="600" y="602"/>
                </a:cubicBezTo>
                <a:cubicBezTo>
                  <a:pt x="600" y="602"/>
                  <a:pt x="599" y="601"/>
                  <a:pt x="598" y="601"/>
                </a:cubicBezTo>
                <a:cubicBezTo>
                  <a:pt x="598" y="600"/>
                  <a:pt x="597" y="600"/>
                  <a:pt x="596" y="600"/>
                </a:cubicBezTo>
                <a:cubicBezTo>
                  <a:pt x="595" y="599"/>
                  <a:pt x="593" y="599"/>
                  <a:pt x="592" y="599"/>
                </a:cubicBezTo>
                <a:cubicBezTo>
                  <a:pt x="591" y="599"/>
                  <a:pt x="590" y="599"/>
                  <a:pt x="589" y="600"/>
                </a:cubicBezTo>
                <a:close/>
                <a:moveTo>
                  <a:pt x="1383" y="612"/>
                </a:moveTo>
                <a:cubicBezTo>
                  <a:pt x="1382" y="612"/>
                  <a:pt x="1381" y="612"/>
                  <a:pt x="1380" y="613"/>
                </a:cubicBezTo>
                <a:cubicBezTo>
                  <a:pt x="1380" y="613"/>
                  <a:pt x="1379" y="614"/>
                  <a:pt x="1379" y="614"/>
                </a:cubicBezTo>
                <a:cubicBezTo>
                  <a:pt x="1378" y="615"/>
                  <a:pt x="1378" y="616"/>
                  <a:pt x="1378" y="616"/>
                </a:cubicBezTo>
                <a:cubicBezTo>
                  <a:pt x="1378" y="617"/>
                  <a:pt x="1378" y="618"/>
                  <a:pt x="1379" y="618"/>
                </a:cubicBezTo>
                <a:cubicBezTo>
                  <a:pt x="1379" y="619"/>
                  <a:pt x="1380" y="619"/>
                  <a:pt x="1381" y="620"/>
                </a:cubicBezTo>
                <a:cubicBezTo>
                  <a:pt x="1382" y="620"/>
                  <a:pt x="1383" y="621"/>
                  <a:pt x="1384" y="621"/>
                </a:cubicBezTo>
                <a:cubicBezTo>
                  <a:pt x="1385" y="621"/>
                  <a:pt x="1386" y="621"/>
                  <a:pt x="1387" y="621"/>
                </a:cubicBezTo>
                <a:cubicBezTo>
                  <a:pt x="1388" y="621"/>
                  <a:pt x="1390" y="621"/>
                  <a:pt x="1391" y="621"/>
                </a:cubicBezTo>
                <a:cubicBezTo>
                  <a:pt x="1392" y="621"/>
                  <a:pt x="1393" y="620"/>
                  <a:pt x="1394" y="620"/>
                </a:cubicBezTo>
                <a:cubicBezTo>
                  <a:pt x="1394" y="619"/>
                  <a:pt x="1395" y="619"/>
                  <a:pt x="1396" y="618"/>
                </a:cubicBezTo>
                <a:cubicBezTo>
                  <a:pt x="1396" y="618"/>
                  <a:pt x="1396" y="617"/>
                  <a:pt x="1396" y="616"/>
                </a:cubicBezTo>
                <a:cubicBezTo>
                  <a:pt x="1396" y="616"/>
                  <a:pt x="1396" y="615"/>
                  <a:pt x="1395" y="614"/>
                </a:cubicBezTo>
                <a:cubicBezTo>
                  <a:pt x="1395" y="614"/>
                  <a:pt x="1394" y="613"/>
                  <a:pt x="1393" y="613"/>
                </a:cubicBezTo>
                <a:cubicBezTo>
                  <a:pt x="1393" y="612"/>
                  <a:pt x="1392" y="612"/>
                  <a:pt x="1390" y="612"/>
                </a:cubicBezTo>
                <a:cubicBezTo>
                  <a:pt x="1389" y="612"/>
                  <a:pt x="1388" y="611"/>
                  <a:pt x="1387" y="611"/>
                </a:cubicBezTo>
                <a:cubicBezTo>
                  <a:pt x="1386" y="611"/>
                  <a:pt x="1384" y="612"/>
                  <a:pt x="1383" y="612"/>
                </a:cubicBezTo>
                <a:close/>
                <a:moveTo>
                  <a:pt x="1338" y="612"/>
                </a:moveTo>
                <a:cubicBezTo>
                  <a:pt x="1337" y="612"/>
                  <a:pt x="1336" y="612"/>
                  <a:pt x="1335" y="613"/>
                </a:cubicBezTo>
                <a:cubicBezTo>
                  <a:pt x="1334" y="613"/>
                  <a:pt x="1333" y="614"/>
                  <a:pt x="1333" y="614"/>
                </a:cubicBezTo>
                <a:cubicBezTo>
                  <a:pt x="1333" y="615"/>
                  <a:pt x="1332" y="616"/>
                  <a:pt x="1332" y="616"/>
                </a:cubicBezTo>
                <a:cubicBezTo>
                  <a:pt x="1332" y="617"/>
                  <a:pt x="1333" y="618"/>
                  <a:pt x="1333" y="618"/>
                </a:cubicBezTo>
                <a:cubicBezTo>
                  <a:pt x="1334" y="619"/>
                  <a:pt x="1334" y="619"/>
                  <a:pt x="1335" y="620"/>
                </a:cubicBezTo>
                <a:cubicBezTo>
                  <a:pt x="1336" y="620"/>
                  <a:pt x="1337" y="621"/>
                  <a:pt x="1338" y="621"/>
                </a:cubicBezTo>
                <a:cubicBezTo>
                  <a:pt x="1339" y="621"/>
                  <a:pt x="1340" y="621"/>
                  <a:pt x="1342" y="621"/>
                </a:cubicBezTo>
                <a:cubicBezTo>
                  <a:pt x="1343" y="621"/>
                  <a:pt x="1344" y="621"/>
                  <a:pt x="1345" y="621"/>
                </a:cubicBezTo>
                <a:cubicBezTo>
                  <a:pt x="1346" y="621"/>
                  <a:pt x="1347" y="620"/>
                  <a:pt x="1348" y="620"/>
                </a:cubicBezTo>
                <a:cubicBezTo>
                  <a:pt x="1349" y="619"/>
                  <a:pt x="1349" y="619"/>
                  <a:pt x="1350" y="618"/>
                </a:cubicBezTo>
                <a:cubicBezTo>
                  <a:pt x="1350" y="618"/>
                  <a:pt x="1351" y="617"/>
                  <a:pt x="1351" y="616"/>
                </a:cubicBezTo>
                <a:cubicBezTo>
                  <a:pt x="1351" y="616"/>
                  <a:pt x="1350" y="615"/>
                  <a:pt x="1350" y="614"/>
                </a:cubicBezTo>
                <a:cubicBezTo>
                  <a:pt x="1349" y="614"/>
                  <a:pt x="1349" y="613"/>
                  <a:pt x="1348" y="613"/>
                </a:cubicBezTo>
                <a:cubicBezTo>
                  <a:pt x="1347" y="612"/>
                  <a:pt x="1346" y="612"/>
                  <a:pt x="1345" y="612"/>
                </a:cubicBezTo>
                <a:cubicBezTo>
                  <a:pt x="1344" y="612"/>
                  <a:pt x="1343" y="611"/>
                  <a:pt x="1341" y="611"/>
                </a:cubicBezTo>
                <a:cubicBezTo>
                  <a:pt x="1340" y="611"/>
                  <a:pt x="1339" y="612"/>
                  <a:pt x="1338" y="612"/>
                </a:cubicBezTo>
                <a:close/>
                <a:moveTo>
                  <a:pt x="1292" y="612"/>
                </a:moveTo>
                <a:cubicBezTo>
                  <a:pt x="1291" y="612"/>
                  <a:pt x="1290" y="612"/>
                  <a:pt x="1289" y="613"/>
                </a:cubicBezTo>
                <a:cubicBezTo>
                  <a:pt x="1289" y="613"/>
                  <a:pt x="1288" y="614"/>
                  <a:pt x="1287" y="614"/>
                </a:cubicBezTo>
                <a:cubicBezTo>
                  <a:pt x="1287" y="615"/>
                  <a:pt x="1287" y="616"/>
                  <a:pt x="1287" y="616"/>
                </a:cubicBezTo>
                <a:cubicBezTo>
                  <a:pt x="1287" y="617"/>
                  <a:pt x="1287" y="618"/>
                  <a:pt x="1287" y="618"/>
                </a:cubicBezTo>
                <a:cubicBezTo>
                  <a:pt x="1288" y="619"/>
                  <a:pt x="1289" y="619"/>
                  <a:pt x="1289" y="620"/>
                </a:cubicBezTo>
                <a:cubicBezTo>
                  <a:pt x="1290" y="620"/>
                  <a:pt x="1291" y="621"/>
                  <a:pt x="1292" y="621"/>
                </a:cubicBezTo>
                <a:cubicBezTo>
                  <a:pt x="1293" y="621"/>
                  <a:pt x="1295" y="621"/>
                  <a:pt x="1296" y="621"/>
                </a:cubicBezTo>
                <a:cubicBezTo>
                  <a:pt x="1297" y="621"/>
                  <a:pt x="1298" y="621"/>
                  <a:pt x="1299" y="621"/>
                </a:cubicBezTo>
                <a:cubicBezTo>
                  <a:pt x="1301" y="621"/>
                  <a:pt x="1301" y="620"/>
                  <a:pt x="1302" y="620"/>
                </a:cubicBezTo>
                <a:cubicBezTo>
                  <a:pt x="1303" y="619"/>
                  <a:pt x="1304" y="619"/>
                  <a:pt x="1304" y="618"/>
                </a:cubicBezTo>
                <a:cubicBezTo>
                  <a:pt x="1305" y="618"/>
                  <a:pt x="1305" y="617"/>
                  <a:pt x="1305" y="616"/>
                </a:cubicBezTo>
                <a:cubicBezTo>
                  <a:pt x="1305" y="616"/>
                  <a:pt x="1305" y="615"/>
                  <a:pt x="1304" y="614"/>
                </a:cubicBezTo>
                <a:cubicBezTo>
                  <a:pt x="1304" y="614"/>
                  <a:pt x="1303" y="613"/>
                  <a:pt x="1302" y="613"/>
                </a:cubicBezTo>
                <a:cubicBezTo>
                  <a:pt x="1301" y="612"/>
                  <a:pt x="1300" y="612"/>
                  <a:pt x="1299" y="612"/>
                </a:cubicBezTo>
                <a:cubicBezTo>
                  <a:pt x="1298" y="612"/>
                  <a:pt x="1297" y="611"/>
                  <a:pt x="1296" y="611"/>
                </a:cubicBezTo>
                <a:cubicBezTo>
                  <a:pt x="1295" y="611"/>
                  <a:pt x="1293" y="612"/>
                  <a:pt x="1292" y="612"/>
                </a:cubicBezTo>
                <a:close/>
                <a:moveTo>
                  <a:pt x="1429" y="612"/>
                </a:moveTo>
                <a:cubicBezTo>
                  <a:pt x="1428" y="612"/>
                  <a:pt x="1427" y="612"/>
                  <a:pt x="1426" y="613"/>
                </a:cubicBezTo>
                <a:cubicBezTo>
                  <a:pt x="1425" y="613"/>
                  <a:pt x="1425" y="614"/>
                  <a:pt x="1424" y="614"/>
                </a:cubicBezTo>
                <a:cubicBezTo>
                  <a:pt x="1424" y="615"/>
                  <a:pt x="1423" y="616"/>
                  <a:pt x="1424" y="616"/>
                </a:cubicBezTo>
                <a:cubicBezTo>
                  <a:pt x="1424" y="617"/>
                  <a:pt x="1424" y="618"/>
                  <a:pt x="1424" y="618"/>
                </a:cubicBezTo>
                <a:cubicBezTo>
                  <a:pt x="1425" y="619"/>
                  <a:pt x="1425" y="619"/>
                  <a:pt x="1426" y="620"/>
                </a:cubicBezTo>
                <a:cubicBezTo>
                  <a:pt x="1427" y="620"/>
                  <a:pt x="1428" y="621"/>
                  <a:pt x="1429" y="621"/>
                </a:cubicBezTo>
                <a:cubicBezTo>
                  <a:pt x="1430" y="621"/>
                  <a:pt x="1432" y="621"/>
                  <a:pt x="1433" y="621"/>
                </a:cubicBezTo>
                <a:cubicBezTo>
                  <a:pt x="1434" y="621"/>
                  <a:pt x="1435" y="621"/>
                  <a:pt x="1436" y="621"/>
                </a:cubicBezTo>
                <a:cubicBezTo>
                  <a:pt x="1437" y="621"/>
                  <a:pt x="1438" y="620"/>
                  <a:pt x="1439" y="620"/>
                </a:cubicBezTo>
                <a:cubicBezTo>
                  <a:pt x="1440" y="619"/>
                  <a:pt x="1441" y="619"/>
                  <a:pt x="1441" y="618"/>
                </a:cubicBezTo>
                <a:cubicBezTo>
                  <a:pt x="1442" y="618"/>
                  <a:pt x="1442" y="617"/>
                  <a:pt x="1442" y="616"/>
                </a:cubicBezTo>
                <a:cubicBezTo>
                  <a:pt x="1442" y="616"/>
                  <a:pt x="1441" y="615"/>
                  <a:pt x="1441" y="614"/>
                </a:cubicBezTo>
                <a:cubicBezTo>
                  <a:pt x="1440" y="614"/>
                  <a:pt x="1440" y="613"/>
                  <a:pt x="1439" y="613"/>
                </a:cubicBezTo>
                <a:cubicBezTo>
                  <a:pt x="1438" y="612"/>
                  <a:pt x="1437" y="612"/>
                  <a:pt x="1436" y="612"/>
                </a:cubicBezTo>
                <a:cubicBezTo>
                  <a:pt x="1435" y="612"/>
                  <a:pt x="1434" y="611"/>
                  <a:pt x="1432" y="611"/>
                </a:cubicBezTo>
                <a:cubicBezTo>
                  <a:pt x="1431" y="611"/>
                  <a:pt x="1430" y="612"/>
                  <a:pt x="1429" y="612"/>
                </a:cubicBezTo>
                <a:close/>
                <a:moveTo>
                  <a:pt x="609" y="612"/>
                </a:moveTo>
                <a:cubicBezTo>
                  <a:pt x="608" y="612"/>
                  <a:pt x="607" y="612"/>
                  <a:pt x="606" y="613"/>
                </a:cubicBezTo>
                <a:cubicBezTo>
                  <a:pt x="605" y="613"/>
                  <a:pt x="604" y="614"/>
                  <a:pt x="604" y="614"/>
                </a:cubicBezTo>
                <a:cubicBezTo>
                  <a:pt x="603" y="615"/>
                  <a:pt x="603" y="616"/>
                  <a:pt x="603" y="616"/>
                </a:cubicBezTo>
                <a:cubicBezTo>
                  <a:pt x="603" y="617"/>
                  <a:pt x="603" y="618"/>
                  <a:pt x="603" y="618"/>
                </a:cubicBezTo>
                <a:cubicBezTo>
                  <a:pt x="603" y="619"/>
                  <a:pt x="604" y="619"/>
                  <a:pt x="605" y="620"/>
                </a:cubicBezTo>
                <a:cubicBezTo>
                  <a:pt x="605" y="620"/>
                  <a:pt x="606" y="621"/>
                  <a:pt x="607" y="621"/>
                </a:cubicBezTo>
                <a:cubicBezTo>
                  <a:pt x="608" y="621"/>
                  <a:pt x="610" y="621"/>
                  <a:pt x="611" y="621"/>
                </a:cubicBezTo>
                <a:cubicBezTo>
                  <a:pt x="612" y="621"/>
                  <a:pt x="613" y="621"/>
                  <a:pt x="614" y="621"/>
                </a:cubicBezTo>
                <a:cubicBezTo>
                  <a:pt x="616" y="621"/>
                  <a:pt x="617" y="620"/>
                  <a:pt x="618" y="620"/>
                </a:cubicBezTo>
                <a:cubicBezTo>
                  <a:pt x="618" y="619"/>
                  <a:pt x="619" y="619"/>
                  <a:pt x="620" y="618"/>
                </a:cubicBezTo>
                <a:cubicBezTo>
                  <a:pt x="620" y="618"/>
                  <a:pt x="621" y="617"/>
                  <a:pt x="621" y="616"/>
                </a:cubicBezTo>
                <a:cubicBezTo>
                  <a:pt x="621" y="616"/>
                  <a:pt x="621" y="615"/>
                  <a:pt x="620" y="614"/>
                </a:cubicBezTo>
                <a:cubicBezTo>
                  <a:pt x="620" y="614"/>
                  <a:pt x="620" y="613"/>
                  <a:pt x="619" y="613"/>
                </a:cubicBezTo>
                <a:cubicBezTo>
                  <a:pt x="618" y="612"/>
                  <a:pt x="617" y="612"/>
                  <a:pt x="616" y="612"/>
                </a:cubicBezTo>
                <a:cubicBezTo>
                  <a:pt x="615" y="612"/>
                  <a:pt x="614" y="611"/>
                  <a:pt x="613" y="611"/>
                </a:cubicBezTo>
                <a:cubicBezTo>
                  <a:pt x="611" y="611"/>
                  <a:pt x="610" y="612"/>
                  <a:pt x="609" y="612"/>
                </a:cubicBezTo>
                <a:close/>
                <a:moveTo>
                  <a:pt x="655" y="612"/>
                </a:moveTo>
                <a:cubicBezTo>
                  <a:pt x="653" y="612"/>
                  <a:pt x="652" y="612"/>
                  <a:pt x="651" y="613"/>
                </a:cubicBezTo>
                <a:cubicBezTo>
                  <a:pt x="651" y="613"/>
                  <a:pt x="650" y="614"/>
                  <a:pt x="649" y="614"/>
                </a:cubicBezTo>
                <a:cubicBezTo>
                  <a:pt x="649" y="615"/>
                  <a:pt x="648" y="616"/>
                  <a:pt x="648" y="616"/>
                </a:cubicBezTo>
                <a:cubicBezTo>
                  <a:pt x="648" y="617"/>
                  <a:pt x="648" y="618"/>
                  <a:pt x="649" y="618"/>
                </a:cubicBezTo>
                <a:cubicBezTo>
                  <a:pt x="649" y="619"/>
                  <a:pt x="650" y="619"/>
                  <a:pt x="650" y="620"/>
                </a:cubicBezTo>
                <a:cubicBezTo>
                  <a:pt x="651" y="620"/>
                  <a:pt x="652" y="621"/>
                  <a:pt x="653" y="621"/>
                </a:cubicBezTo>
                <a:cubicBezTo>
                  <a:pt x="654" y="621"/>
                  <a:pt x="655" y="621"/>
                  <a:pt x="657" y="621"/>
                </a:cubicBezTo>
                <a:cubicBezTo>
                  <a:pt x="658" y="621"/>
                  <a:pt x="659" y="621"/>
                  <a:pt x="660" y="621"/>
                </a:cubicBezTo>
                <a:cubicBezTo>
                  <a:pt x="661" y="621"/>
                  <a:pt x="662" y="620"/>
                  <a:pt x="663" y="620"/>
                </a:cubicBezTo>
                <a:cubicBezTo>
                  <a:pt x="664" y="619"/>
                  <a:pt x="665" y="619"/>
                  <a:pt x="665" y="618"/>
                </a:cubicBezTo>
                <a:cubicBezTo>
                  <a:pt x="666" y="618"/>
                  <a:pt x="666" y="617"/>
                  <a:pt x="666" y="616"/>
                </a:cubicBezTo>
                <a:cubicBezTo>
                  <a:pt x="667" y="616"/>
                  <a:pt x="666" y="615"/>
                  <a:pt x="666" y="614"/>
                </a:cubicBezTo>
                <a:cubicBezTo>
                  <a:pt x="666" y="614"/>
                  <a:pt x="665" y="613"/>
                  <a:pt x="664" y="613"/>
                </a:cubicBezTo>
                <a:cubicBezTo>
                  <a:pt x="664" y="612"/>
                  <a:pt x="663" y="612"/>
                  <a:pt x="662" y="612"/>
                </a:cubicBezTo>
                <a:cubicBezTo>
                  <a:pt x="661" y="612"/>
                  <a:pt x="659" y="611"/>
                  <a:pt x="658" y="611"/>
                </a:cubicBezTo>
                <a:cubicBezTo>
                  <a:pt x="657" y="611"/>
                  <a:pt x="656" y="612"/>
                  <a:pt x="655" y="612"/>
                </a:cubicBezTo>
                <a:close/>
                <a:moveTo>
                  <a:pt x="563" y="612"/>
                </a:moveTo>
                <a:cubicBezTo>
                  <a:pt x="562" y="612"/>
                  <a:pt x="561" y="612"/>
                  <a:pt x="560" y="613"/>
                </a:cubicBezTo>
                <a:cubicBezTo>
                  <a:pt x="559" y="613"/>
                  <a:pt x="559" y="614"/>
                  <a:pt x="558" y="614"/>
                </a:cubicBezTo>
                <a:cubicBezTo>
                  <a:pt x="558" y="615"/>
                  <a:pt x="557" y="616"/>
                  <a:pt x="557" y="616"/>
                </a:cubicBezTo>
                <a:cubicBezTo>
                  <a:pt x="557" y="617"/>
                  <a:pt x="557" y="618"/>
                  <a:pt x="557" y="618"/>
                </a:cubicBezTo>
                <a:cubicBezTo>
                  <a:pt x="558" y="619"/>
                  <a:pt x="558" y="619"/>
                  <a:pt x="559" y="620"/>
                </a:cubicBezTo>
                <a:cubicBezTo>
                  <a:pt x="560" y="620"/>
                  <a:pt x="561" y="621"/>
                  <a:pt x="562" y="621"/>
                </a:cubicBezTo>
                <a:cubicBezTo>
                  <a:pt x="563" y="621"/>
                  <a:pt x="564" y="621"/>
                  <a:pt x="565" y="621"/>
                </a:cubicBezTo>
                <a:cubicBezTo>
                  <a:pt x="566" y="621"/>
                  <a:pt x="568" y="621"/>
                  <a:pt x="569" y="621"/>
                </a:cubicBezTo>
                <a:cubicBezTo>
                  <a:pt x="570" y="621"/>
                  <a:pt x="571" y="620"/>
                  <a:pt x="572" y="620"/>
                </a:cubicBezTo>
                <a:cubicBezTo>
                  <a:pt x="573" y="619"/>
                  <a:pt x="574" y="619"/>
                  <a:pt x="574" y="618"/>
                </a:cubicBezTo>
                <a:cubicBezTo>
                  <a:pt x="575" y="618"/>
                  <a:pt x="575" y="617"/>
                  <a:pt x="575" y="616"/>
                </a:cubicBezTo>
                <a:cubicBezTo>
                  <a:pt x="575" y="616"/>
                  <a:pt x="575" y="615"/>
                  <a:pt x="575" y="614"/>
                </a:cubicBezTo>
                <a:cubicBezTo>
                  <a:pt x="575" y="614"/>
                  <a:pt x="574" y="613"/>
                  <a:pt x="573" y="613"/>
                </a:cubicBezTo>
                <a:cubicBezTo>
                  <a:pt x="573" y="612"/>
                  <a:pt x="572" y="612"/>
                  <a:pt x="571" y="612"/>
                </a:cubicBezTo>
                <a:cubicBezTo>
                  <a:pt x="570" y="612"/>
                  <a:pt x="568" y="611"/>
                  <a:pt x="567" y="611"/>
                </a:cubicBezTo>
                <a:cubicBezTo>
                  <a:pt x="566" y="611"/>
                  <a:pt x="565" y="612"/>
                  <a:pt x="563" y="612"/>
                </a:cubicBezTo>
                <a:close/>
                <a:moveTo>
                  <a:pt x="700" y="612"/>
                </a:moveTo>
                <a:cubicBezTo>
                  <a:pt x="699" y="612"/>
                  <a:pt x="698" y="612"/>
                  <a:pt x="697" y="613"/>
                </a:cubicBezTo>
                <a:cubicBezTo>
                  <a:pt x="696" y="613"/>
                  <a:pt x="695" y="614"/>
                  <a:pt x="695" y="614"/>
                </a:cubicBezTo>
                <a:cubicBezTo>
                  <a:pt x="694" y="615"/>
                  <a:pt x="694" y="616"/>
                  <a:pt x="694" y="616"/>
                </a:cubicBezTo>
                <a:cubicBezTo>
                  <a:pt x="694" y="617"/>
                  <a:pt x="694" y="618"/>
                  <a:pt x="694" y="618"/>
                </a:cubicBezTo>
                <a:cubicBezTo>
                  <a:pt x="695" y="619"/>
                  <a:pt x="695" y="619"/>
                  <a:pt x="696" y="620"/>
                </a:cubicBezTo>
                <a:cubicBezTo>
                  <a:pt x="697" y="620"/>
                  <a:pt x="698" y="621"/>
                  <a:pt x="699" y="621"/>
                </a:cubicBezTo>
                <a:cubicBezTo>
                  <a:pt x="700" y="621"/>
                  <a:pt x="701" y="621"/>
                  <a:pt x="702" y="621"/>
                </a:cubicBezTo>
                <a:cubicBezTo>
                  <a:pt x="703" y="621"/>
                  <a:pt x="705" y="621"/>
                  <a:pt x="706" y="621"/>
                </a:cubicBezTo>
                <a:cubicBezTo>
                  <a:pt x="707" y="621"/>
                  <a:pt x="708" y="620"/>
                  <a:pt x="709" y="620"/>
                </a:cubicBezTo>
                <a:cubicBezTo>
                  <a:pt x="710" y="619"/>
                  <a:pt x="711" y="619"/>
                  <a:pt x="711" y="618"/>
                </a:cubicBezTo>
                <a:cubicBezTo>
                  <a:pt x="712" y="618"/>
                  <a:pt x="712" y="617"/>
                  <a:pt x="712" y="616"/>
                </a:cubicBezTo>
                <a:cubicBezTo>
                  <a:pt x="712" y="616"/>
                  <a:pt x="712" y="615"/>
                  <a:pt x="712" y="614"/>
                </a:cubicBezTo>
                <a:cubicBezTo>
                  <a:pt x="711" y="614"/>
                  <a:pt x="711" y="613"/>
                  <a:pt x="710" y="613"/>
                </a:cubicBezTo>
                <a:cubicBezTo>
                  <a:pt x="709" y="612"/>
                  <a:pt x="708" y="612"/>
                  <a:pt x="707" y="612"/>
                </a:cubicBezTo>
                <a:cubicBezTo>
                  <a:pt x="706" y="612"/>
                  <a:pt x="705" y="611"/>
                  <a:pt x="704" y="611"/>
                </a:cubicBezTo>
                <a:cubicBezTo>
                  <a:pt x="702" y="611"/>
                  <a:pt x="701" y="612"/>
                  <a:pt x="700" y="612"/>
                </a:cubicBezTo>
                <a:close/>
                <a:moveTo>
                  <a:pt x="2294" y="612"/>
                </a:moveTo>
                <a:cubicBezTo>
                  <a:pt x="2293" y="612"/>
                  <a:pt x="2292" y="612"/>
                  <a:pt x="2292" y="613"/>
                </a:cubicBezTo>
                <a:cubicBezTo>
                  <a:pt x="2291" y="613"/>
                  <a:pt x="2290" y="614"/>
                  <a:pt x="2290" y="614"/>
                </a:cubicBezTo>
                <a:cubicBezTo>
                  <a:pt x="2290" y="615"/>
                  <a:pt x="2290" y="616"/>
                  <a:pt x="2290" y="616"/>
                </a:cubicBezTo>
                <a:cubicBezTo>
                  <a:pt x="2290" y="617"/>
                  <a:pt x="2291" y="618"/>
                  <a:pt x="2291" y="618"/>
                </a:cubicBezTo>
                <a:cubicBezTo>
                  <a:pt x="2292" y="619"/>
                  <a:pt x="2293" y="619"/>
                  <a:pt x="2294" y="620"/>
                </a:cubicBezTo>
                <a:cubicBezTo>
                  <a:pt x="2295" y="620"/>
                  <a:pt x="2296" y="621"/>
                  <a:pt x="2297" y="621"/>
                </a:cubicBezTo>
                <a:cubicBezTo>
                  <a:pt x="2298" y="621"/>
                  <a:pt x="2299" y="621"/>
                  <a:pt x="2301" y="621"/>
                </a:cubicBezTo>
                <a:cubicBezTo>
                  <a:pt x="2302" y="621"/>
                  <a:pt x="2303" y="621"/>
                  <a:pt x="2304" y="621"/>
                </a:cubicBezTo>
                <a:cubicBezTo>
                  <a:pt x="2305" y="621"/>
                  <a:pt x="2306" y="620"/>
                  <a:pt x="2307" y="620"/>
                </a:cubicBezTo>
                <a:cubicBezTo>
                  <a:pt x="2307" y="619"/>
                  <a:pt x="2308" y="619"/>
                  <a:pt x="2308" y="618"/>
                </a:cubicBezTo>
                <a:cubicBezTo>
                  <a:pt x="2308" y="618"/>
                  <a:pt x="2308" y="617"/>
                  <a:pt x="2308" y="616"/>
                </a:cubicBezTo>
                <a:cubicBezTo>
                  <a:pt x="2308" y="616"/>
                  <a:pt x="2308" y="615"/>
                  <a:pt x="2307" y="614"/>
                </a:cubicBezTo>
                <a:cubicBezTo>
                  <a:pt x="2306" y="614"/>
                  <a:pt x="2306" y="613"/>
                  <a:pt x="2305" y="613"/>
                </a:cubicBezTo>
                <a:cubicBezTo>
                  <a:pt x="2304" y="612"/>
                  <a:pt x="2303" y="612"/>
                  <a:pt x="2301" y="612"/>
                </a:cubicBezTo>
                <a:cubicBezTo>
                  <a:pt x="2300" y="612"/>
                  <a:pt x="2299" y="611"/>
                  <a:pt x="2298" y="611"/>
                </a:cubicBezTo>
                <a:cubicBezTo>
                  <a:pt x="2296" y="611"/>
                  <a:pt x="2295" y="612"/>
                  <a:pt x="2294" y="612"/>
                </a:cubicBezTo>
                <a:close/>
                <a:moveTo>
                  <a:pt x="2158" y="612"/>
                </a:moveTo>
                <a:cubicBezTo>
                  <a:pt x="2157" y="612"/>
                  <a:pt x="2156" y="612"/>
                  <a:pt x="2155" y="613"/>
                </a:cubicBezTo>
                <a:cubicBezTo>
                  <a:pt x="2154" y="613"/>
                  <a:pt x="2154" y="614"/>
                  <a:pt x="2153" y="614"/>
                </a:cubicBezTo>
                <a:cubicBezTo>
                  <a:pt x="2153" y="615"/>
                  <a:pt x="2153" y="616"/>
                  <a:pt x="2153" y="616"/>
                </a:cubicBezTo>
                <a:cubicBezTo>
                  <a:pt x="2153" y="617"/>
                  <a:pt x="2154" y="618"/>
                  <a:pt x="2154" y="618"/>
                </a:cubicBezTo>
                <a:cubicBezTo>
                  <a:pt x="2155" y="619"/>
                  <a:pt x="2156" y="619"/>
                  <a:pt x="2157" y="620"/>
                </a:cubicBezTo>
                <a:cubicBezTo>
                  <a:pt x="2158" y="620"/>
                  <a:pt x="2159" y="621"/>
                  <a:pt x="2160" y="621"/>
                </a:cubicBezTo>
                <a:cubicBezTo>
                  <a:pt x="2161" y="621"/>
                  <a:pt x="2162" y="621"/>
                  <a:pt x="2164" y="621"/>
                </a:cubicBezTo>
                <a:cubicBezTo>
                  <a:pt x="2165" y="621"/>
                  <a:pt x="2166" y="621"/>
                  <a:pt x="2167" y="621"/>
                </a:cubicBezTo>
                <a:cubicBezTo>
                  <a:pt x="2168" y="621"/>
                  <a:pt x="2169" y="620"/>
                  <a:pt x="2170" y="620"/>
                </a:cubicBezTo>
                <a:cubicBezTo>
                  <a:pt x="2170" y="619"/>
                  <a:pt x="2171" y="619"/>
                  <a:pt x="2171" y="618"/>
                </a:cubicBezTo>
                <a:cubicBezTo>
                  <a:pt x="2171" y="618"/>
                  <a:pt x="2172" y="617"/>
                  <a:pt x="2171" y="616"/>
                </a:cubicBezTo>
                <a:cubicBezTo>
                  <a:pt x="2171" y="616"/>
                  <a:pt x="2171" y="615"/>
                  <a:pt x="2170" y="614"/>
                </a:cubicBezTo>
                <a:cubicBezTo>
                  <a:pt x="2170" y="614"/>
                  <a:pt x="2169" y="613"/>
                  <a:pt x="2168" y="613"/>
                </a:cubicBezTo>
                <a:cubicBezTo>
                  <a:pt x="2167" y="612"/>
                  <a:pt x="2166" y="612"/>
                  <a:pt x="2165" y="612"/>
                </a:cubicBezTo>
                <a:cubicBezTo>
                  <a:pt x="2164" y="612"/>
                  <a:pt x="2162" y="611"/>
                  <a:pt x="2161" y="611"/>
                </a:cubicBezTo>
                <a:cubicBezTo>
                  <a:pt x="2160" y="611"/>
                  <a:pt x="2159" y="612"/>
                  <a:pt x="2158" y="612"/>
                </a:cubicBezTo>
                <a:close/>
                <a:moveTo>
                  <a:pt x="2203" y="612"/>
                </a:moveTo>
                <a:cubicBezTo>
                  <a:pt x="2202" y="612"/>
                  <a:pt x="2201" y="612"/>
                  <a:pt x="2201" y="613"/>
                </a:cubicBezTo>
                <a:cubicBezTo>
                  <a:pt x="2200" y="613"/>
                  <a:pt x="2199" y="614"/>
                  <a:pt x="2199" y="614"/>
                </a:cubicBezTo>
                <a:cubicBezTo>
                  <a:pt x="2199" y="615"/>
                  <a:pt x="2199" y="616"/>
                  <a:pt x="2199" y="616"/>
                </a:cubicBezTo>
                <a:cubicBezTo>
                  <a:pt x="2199" y="617"/>
                  <a:pt x="2199" y="618"/>
                  <a:pt x="2200" y="618"/>
                </a:cubicBezTo>
                <a:cubicBezTo>
                  <a:pt x="2201" y="619"/>
                  <a:pt x="2201" y="619"/>
                  <a:pt x="2202" y="620"/>
                </a:cubicBezTo>
                <a:cubicBezTo>
                  <a:pt x="2203" y="620"/>
                  <a:pt x="2204" y="621"/>
                  <a:pt x="2206" y="621"/>
                </a:cubicBezTo>
                <a:cubicBezTo>
                  <a:pt x="2207" y="621"/>
                  <a:pt x="2208" y="621"/>
                  <a:pt x="2209" y="621"/>
                </a:cubicBezTo>
                <a:cubicBezTo>
                  <a:pt x="2210" y="621"/>
                  <a:pt x="2212" y="621"/>
                  <a:pt x="2213" y="621"/>
                </a:cubicBezTo>
                <a:cubicBezTo>
                  <a:pt x="2214" y="621"/>
                  <a:pt x="2215" y="620"/>
                  <a:pt x="2215" y="620"/>
                </a:cubicBezTo>
                <a:cubicBezTo>
                  <a:pt x="2216" y="619"/>
                  <a:pt x="2217" y="619"/>
                  <a:pt x="2217" y="618"/>
                </a:cubicBezTo>
                <a:cubicBezTo>
                  <a:pt x="2217" y="618"/>
                  <a:pt x="2217" y="617"/>
                  <a:pt x="2217" y="616"/>
                </a:cubicBezTo>
                <a:cubicBezTo>
                  <a:pt x="2217" y="616"/>
                  <a:pt x="2216" y="615"/>
                  <a:pt x="2216" y="614"/>
                </a:cubicBezTo>
                <a:cubicBezTo>
                  <a:pt x="2215" y="614"/>
                  <a:pt x="2214" y="613"/>
                  <a:pt x="2213" y="613"/>
                </a:cubicBezTo>
                <a:cubicBezTo>
                  <a:pt x="2213" y="612"/>
                  <a:pt x="2211" y="612"/>
                  <a:pt x="2210" y="612"/>
                </a:cubicBezTo>
                <a:cubicBezTo>
                  <a:pt x="2209" y="612"/>
                  <a:pt x="2208" y="611"/>
                  <a:pt x="2207" y="611"/>
                </a:cubicBezTo>
                <a:cubicBezTo>
                  <a:pt x="2205" y="611"/>
                  <a:pt x="2204" y="612"/>
                  <a:pt x="2203" y="612"/>
                </a:cubicBezTo>
                <a:close/>
                <a:moveTo>
                  <a:pt x="2385" y="612"/>
                </a:moveTo>
                <a:cubicBezTo>
                  <a:pt x="2384" y="612"/>
                  <a:pt x="2383" y="612"/>
                  <a:pt x="2383" y="613"/>
                </a:cubicBezTo>
                <a:cubicBezTo>
                  <a:pt x="2382" y="613"/>
                  <a:pt x="2382" y="614"/>
                  <a:pt x="2381" y="614"/>
                </a:cubicBezTo>
                <a:cubicBezTo>
                  <a:pt x="2381" y="615"/>
                  <a:pt x="2381" y="616"/>
                  <a:pt x="2381" y="616"/>
                </a:cubicBezTo>
                <a:cubicBezTo>
                  <a:pt x="2381" y="617"/>
                  <a:pt x="2382" y="618"/>
                  <a:pt x="2383" y="618"/>
                </a:cubicBezTo>
                <a:cubicBezTo>
                  <a:pt x="2383" y="619"/>
                  <a:pt x="2384" y="619"/>
                  <a:pt x="2385" y="620"/>
                </a:cubicBezTo>
                <a:cubicBezTo>
                  <a:pt x="2386" y="620"/>
                  <a:pt x="2387" y="621"/>
                  <a:pt x="2388" y="621"/>
                </a:cubicBezTo>
                <a:cubicBezTo>
                  <a:pt x="2389" y="621"/>
                  <a:pt x="2391" y="621"/>
                  <a:pt x="2392" y="621"/>
                </a:cubicBezTo>
                <a:cubicBezTo>
                  <a:pt x="2393" y="621"/>
                  <a:pt x="2394" y="621"/>
                  <a:pt x="2395" y="621"/>
                </a:cubicBezTo>
                <a:cubicBezTo>
                  <a:pt x="2396" y="621"/>
                  <a:pt x="2397" y="620"/>
                  <a:pt x="2398" y="620"/>
                </a:cubicBezTo>
                <a:cubicBezTo>
                  <a:pt x="2399" y="619"/>
                  <a:pt x="2399" y="619"/>
                  <a:pt x="2399" y="618"/>
                </a:cubicBezTo>
                <a:cubicBezTo>
                  <a:pt x="2400" y="618"/>
                  <a:pt x="2400" y="617"/>
                  <a:pt x="2399" y="616"/>
                </a:cubicBezTo>
                <a:cubicBezTo>
                  <a:pt x="2399" y="616"/>
                  <a:pt x="2399" y="615"/>
                  <a:pt x="2398" y="614"/>
                </a:cubicBezTo>
                <a:cubicBezTo>
                  <a:pt x="2397" y="614"/>
                  <a:pt x="2397" y="613"/>
                  <a:pt x="2396" y="613"/>
                </a:cubicBezTo>
                <a:cubicBezTo>
                  <a:pt x="2395" y="612"/>
                  <a:pt x="2394" y="612"/>
                  <a:pt x="2392" y="612"/>
                </a:cubicBezTo>
                <a:cubicBezTo>
                  <a:pt x="2391" y="612"/>
                  <a:pt x="2390" y="611"/>
                  <a:pt x="2389" y="611"/>
                </a:cubicBezTo>
                <a:cubicBezTo>
                  <a:pt x="2388" y="611"/>
                  <a:pt x="2386" y="612"/>
                  <a:pt x="2385" y="612"/>
                </a:cubicBezTo>
                <a:close/>
                <a:moveTo>
                  <a:pt x="2431" y="612"/>
                </a:moveTo>
                <a:cubicBezTo>
                  <a:pt x="2430" y="612"/>
                  <a:pt x="2429" y="612"/>
                  <a:pt x="2428" y="613"/>
                </a:cubicBezTo>
                <a:cubicBezTo>
                  <a:pt x="2428" y="613"/>
                  <a:pt x="2427" y="614"/>
                  <a:pt x="2427" y="614"/>
                </a:cubicBezTo>
                <a:cubicBezTo>
                  <a:pt x="2427" y="615"/>
                  <a:pt x="2427" y="616"/>
                  <a:pt x="2427" y="616"/>
                </a:cubicBezTo>
                <a:cubicBezTo>
                  <a:pt x="2427" y="617"/>
                  <a:pt x="2428" y="618"/>
                  <a:pt x="2428" y="618"/>
                </a:cubicBezTo>
                <a:cubicBezTo>
                  <a:pt x="2429" y="619"/>
                  <a:pt x="2430" y="619"/>
                  <a:pt x="2431" y="620"/>
                </a:cubicBezTo>
                <a:cubicBezTo>
                  <a:pt x="2432" y="620"/>
                  <a:pt x="2433" y="621"/>
                  <a:pt x="2434" y="621"/>
                </a:cubicBezTo>
                <a:cubicBezTo>
                  <a:pt x="2435" y="621"/>
                  <a:pt x="2436" y="621"/>
                  <a:pt x="2438" y="621"/>
                </a:cubicBezTo>
                <a:cubicBezTo>
                  <a:pt x="2439" y="621"/>
                  <a:pt x="2440" y="621"/>
                  <a:pt x="2441" y="621"/>
                </a:cubicBezTo>
                <a:cubicBezTo>
                  <a:pt x="2442" y="621"/>
                  <a:pt x="2443" y="620"/>
                  <a:pt x="2444" y="620"/>
                </a:cubicBezTo>
                <a:cubicBezTo>
                  <a:pt x="2444" y="619"/>
                  <a:pt x="2445" y="619"/>
                  <a:pt x="2445" y="618"/>
                </a:cubicBezTo>
                <a:cubicBezTo>
                  <a:pt x="2445" y="618"/>
                  <a:pt x="2445" y="617"/>
                  <a:pt x="2445" y="616"/>
                </a:cubicBezTo>
                <a:cubicBezTo>
                  <a:pt x="2445" y="616"/>
                  <a:pt x="2444" y="615"/>
                  <a:pt x="2444" y="614"/>
                </a:cubicBezTo>
                <a:cubicBezTo>
                  <a:pt x="2443" y="614"/>
                  <a:pt x="2442" y="613"/>
                  <a:pt x="2441" y="613"/>
                </a:cubicBezTo>
                <a:cubicBezTo>
                  <a:pt x="2440" y="612"/>
                  <a:pt x="2439" y="612"/>
                  <a:pt x="2438" y="612"/>
                </a:cubicBezTo>
                <a:cubicBezTo>
                  <a:pt x="2437" y="612"/>
                  <a:pt x="2436" y="611"/>
                  <a:pt x="2434" y="611"/>
                </a:cubicBezTo>
                <a:cubicBezTo>
                  <a:pt x="2433" y="611"/>
                  <a:pt x="2432" y="612"/>
                  <a:pt x="2431" y="612"/>
                </a:cubicBezTo>
                <a:close/>
                <a:moveTo>
                  <a:pt x="2249" y="612"/>
                </a:moveTo>
                <a:cubicBezTo>
                  <a:pt x="2248" y="612"/>
                  <a:pt x="2247" y="612"/>
                  <a:pt x="2246" y="613"/>
                </a:cubicBezTo>
                <a:cubicBezTo>
                  <a:pt x="2245" y="613"/>
                  <a:pt x="2245" y="614"/>
                  <a:pt x="2245" y="614"/>
                </a:cubicBezTo>
                <a:cubicBezTo>
                  <a:pt x="2244" y="615"/>
                  <a:pt x="2244" y="616"/>
                  <a:pt x="2244" y="616"/>
                </a:cubicBezTo>
                <a:cubicBezTo>
                  <a:pt x="2245" y="617"/>
                  <a:pt x="2245" y="618"/>
                  <a:pt x="2246" y="618"/>
                </a:cubicBezTo>
                <a:cubicBezTo>
                  <a:pt x="2246" y="619"/>
                  <a:pt x="2247" y="619"/>
                  <a:pt x="2248" y="620"/>
                </a:cubicBezTo>
                <a:cubicBezTo>
                  <a:pt x="2249" y="620"/>
                  <a:pt x="2250" y="621"/>
                  <a:pt x="2251" y="621"/>
                </a:cubicBezTo>
                <a:cubicBezTo>
                  <a:pt x="2252" y="621"/>
                  <a:pt x="2254" y="621"/>
                  <a:pt x="2255" y="621"/>
                </a:cubicBezTo>
                <a:cubicBezTo>
                  <a:pt x="2256" y="621"/>
                  <a:pt x="2257" y="621"/>
                  <a:pt x="2258" y="621"/>
                </a:cubicBezTo>
                <a:cubicBezTo>
                  <a:pt x="2259" y="621"/>
                  <a:pt x="2260" y="620"/>
                  <a:pt x="2261" y="620"/>
                </a:cubicBezTo>
                <a:cubicBezTo>
                  <a:pt x="2262" y="619"/>
                  <a:pt x="2262" y="619"/>
                  <a:pt x="2262" y="618"/>
                </a:cubicBezTo>
                <a:cubicBezTo>
                  <a:pt x="2263" y="618"/>
                  <a:pt x="2263" y="617"/>
                  <a:pt x="2263" y="616"/>
                </a:cubicBezTo>
                <a:cubicBezTo>
                  <a:pt x="2262" y="616"/>
                  <a:pt x="2262" y="615"/>
                  <a:pt x="2261" y="614"/>
                </a:cubicBezTo>
                <a:cubicBezTo>
                  <a:pt x="2261" y="614"/>
                  <a:pt x="2260" y="613"/>
                  <a:pt x="2259" y="613"/>
                </a:cubicBezTo>
                <a:cubicBezTo>
                  <a:pt x="2258" y="612"/>
                  <a:pt x="2257" y="612"/>
                  <a:pt x="2256" y="612"/>
                </a:cubicBezTo>
                <a:cubicBezTo>
                  <a:pt x="2255" y="612"/>
                  <a:pt x="2253" y="611"/>
                  <a:pt x="2252" y="611"/>
                </a:cubicBezTo>
                <a:cubicBezTo>
                  <a:pt x="2251" y="611"/>
                  <a:pt x="2250" y="612"/>
                  <a:pt x="2249" y="612"/>
                </a:cubicBezTo>
                <a:close/>
                <a:moveTo>
                  <a:pt x="2487" y="621"/>
                </a:moveTo>
                <a:cubicBezTo>
                  <a:pt x="2488" y="621"/>
                  <a:pt x="2489" y="620"/>
                  <a:pt x="2489" y="620"/>
                </a:cubicBezTo>
                <a:cubicBezTo>
                  <a:pt x="2490" y="619"/>
                  <a:pt x="2490" y="619"/>
                  <a:pt x="2491" y="618"/>
                </a:cubicBezTo>
                <a:cubicBezTo>
                  <a:pt x="2491" y="618"/>
                  <a:pt x="2491" y="617"/>
                  <a:pt x="2491" y="616"/>
                </a:cubicBezTo>
                <a:cubicBezTo>
                  <a:pt x="2490" y="616"/>
                  <a:pt x="2490" y="615"/>
                  <a:pt x="2489" y="614"/>
                </a:cubicBezTo>
                <a:cubicBezTo>
                  <a:pt x="2489" y="614"/>
                  <a:pt x="2488" y="613"/>
                  <a:pt x="2487" y="613"/>
                </a:cubicBezTo>
                <a:cubicBezTo>
                  <a:pt x="2486" y="612"/>
                  <a:pt x="2485" y="612"/>
                  <a:pt x="2484" y="612"/>
                </a:cubicBezTo>
                <a:cubicBezTo>
                  <a:pt x="2482" y="612"/>
                  <a:pt x="2481" y="611"/>
                  <a:pt x="2480" y="611"/>
                </a:cubicBezTo>
                <a:cubicBezTo>
                  <a:pt x="2479" y="611"/>
                  <a:pt x="2477" y="612"/>
                  <a:pt x="2476" y="612"/>
                </a:cubicBezTo>
                <a:cubicBezTo>
                  <a:pt x="2475" y="612"/>
                  <a:pt x="2475" y="612"/>
                  <a:pt x="2474" y="613"/>
                </a:cubicBezTo>
                <a:cubicBezTo>
                  <a:pt x="2473" y="613"/>
                  <a:pt x="2473" y="614"/>
                  <a:pt x="2473" y="614"/>
                </a:cubicBezTo>
                <a:cubicBezTo>
                  <a:pt x="2472" y="615"/>
                  <a:pt x="2472" y="616"/>
                  <a:pt x="2472" y="616"/>
                </a:cubicBezTo>
                <a:cubicBezTo>
                  <a:pt x="2473" y="617"/>
                  <a:pt x="2473" y="618"/>
                  <a:pt x="2474" y="618"/>
                </a:cubicBezTo>
                <a:cubicBezTo>
                  <a:pt x="2474" y="619"/>
                  <a:pt x="2475" y="619"/>
                  <a:pt x="2476" y="620"/>
                </a:cubicBezTo>
                <a:cubicBezTo>
                  <a:pt x="2477" y="620"/>
                  <a:pt x="2478" y="621"/>
                  <a:pt x="2480" y="621"/>
                </a:cubicBezTo>
                <a:cubicBezTo>
                  <a:pt x="2481" y="621"/>
                  <a:pt x="2482" y="621"/>
                  <a:pt x="2483" y="621"/>
                </a:cubicBezTo>
                <a:cubicBezTo>
                  <a:pt x="2485" y="621"/>
                  <a:pt x="2486" y="621"/>
                  <a:pt x="2487" y="621"/>
                </a:cubicBezTo>
                <a:close/>
                <a:moveTo>
                  <a:pt x="2340" y="612"/>
                </a:moveTo>
                <a:cubicBezTo>
                  <a:pt x="2339" y="612"/>
                  <a:pt x="2338" y="612"/>
                  <a:pt x="2337" y="613"/>
                </a:cubicBezTo>
                <a:cubicBezTo>
                  <a:pt x="2337" y="613"/>
                  <a:pt x="2336" y="614"/>
                  <a:pt x="2336" y="614"/>
                </a:cubicBezTo>
                <a:cubicBezTo>
                  <a:pt x="2335" y="615"/>
                  <a:pt x="2335" y="616"/>
                  <a:pt x="2336" y="616"/>
                </a:cubicBezTo>
                <a:cubicBezTo>
                  <a:pt x="2336" y="617"/>
                  <a:pt x="2336" y="618"/>
                  <a:pt x="2337" y="618"/>
                </a:cubicBezTo>
                <a:cubicBezTo>
                  <a:pt x="2338" y="619"/>
                  <a:pt x="2338" y="619"/>
                  <a:pt x="2339" y="620"/>
                </a:cubicBezTo>
                <a:cubicBezTo>
                  <a:pt x="2340" y="620"/>
                  <a:pt x="2341" y="621"/>
                  <a:pt x="2343" y="621"/>
                </a:cubicBezTo>
                <a:cubicBezTo>
                  <a:pt x="2344" y="621"/>
                  <a:pt x="2345" y="621"/>
                  <a:pt x="2346" y="621"/>
                </a:cubicBezTo>
                <a:cubicBezTo>
                  <a:pt x="2348" y="621"/>
                  <a:pt x="2349" y="621"/>
                  <a:pt x="2350" y="621"/>
                </a:cubicBezTo>
                <a:cubicBezTo>
                  <a:pt x="2351" y="621"/>
                  <a:pt x="2352" y="620"/>
                  <a:pt x="2352" y="620"/>
                </a:cubicBezTo>
                <a:cubicBezTo>
                  <a:pt x="2353" y="619"/>
                  <a:pt x="2353" y="619"/>
                  <a:pt x="2354" y="618"/>
                </a:cubicBezTo>
                <a:cubicBezTo>
                  <a:pt x="2354" y="618"/>
                  <a:pt x="2354" y="617"/>
                  <a:pt x="2354" y="616"/>
                </a:cubicBezTo>
                <a:cubicBezTo>
                  <a:pt x="2354" y="616"/>
                  <a:pt x="2353" y="615"/>
                  <a:pt x="2353" y="614"/>
                </a:cubicBezTo>
                <a:cubicBezTo>
                  <a:pt x="2352" y="614"/>
                  <a:pt x="2351" y="613"/>
                  <a:pt x="2350" y="613"/>
                </a:cubicBezTo>
                <a:cubicBezTo>
                  <a:pt x="2349" y="612"/>
                  <a:pt x="2348" y="612"/>
                  <a:pt x="2347" y="612"/>
                </a:cubicBezTo>
                <a:cubicBezTo>
                  <a:pt x="2346" y="612"/>
                  <a:pt x="2345" y="611"/>
                  <a:pt x="2343" y="611"/>
                </a:cubicBezTo>
                <a:cubicBezTo>
                  <a:pt x="2342" y="611"/>
                  <a:pt x="2341" y="612"/>
                  <a:pt x="2340" y="612"/>
                </a:cubicBezTo>
                <a:close/>
                <a:moveTo>
                  <a:pt x="1324" y="625"/>
                </a:moveTo>
                <a:cubicBezTo>
                  <a:pt x="1324" y="625"/>
                  <a:pt x="1323" y="624"/>
                  <a:pt x="1323" y="624"/>
                </a:cubicBezTo>
                <a:cubicBezTo>
                  <a:pt x="1322" y="624"/>
                  <a:pt x="1322" y="624"/>
                  <a:pt x="1321" y="624"/>
                </a:cubicBezTo>
                <a:cubicBezTo>
                  <a:pt x="1321" y="624"/>
                  <a:pt x="1321" y="624"/>
                  <a:pt x="1320" y="624"/>
                </a:cubicBezTo>
                <a:cubicBezTo>
                  <a:pt x="1320" y="624"/>
                  <a:pt x="1319" y="624"/>
                  <a:pt x="1319" y="624"/>
                </a:cubicBezTo>
                <a:cubicBezTo>
                  <a:pt x="1318" y="624"/>
                  <a:pt x="1318" y="624"/>
                  <a:pt x="1317" y="624"/>
                </a:cubicBezTo>
                <a:cubicBezTo>
                  <a:pt x="1317" y="624"/>
                  <a:pt x="1316" y="624"/>
                  <a:pt x="1316" y="624"/>
                </a:cubicBezTo>
                <a:cubicBezTo>
                  <a:pt x="1316" y="624"/>
                  <a:pt x="1315" y="624"/>
                  <a:pt x="1315" y="624"/>
                </a:cubicBezTo>
                <a:cubicBezTo>
                  <a:pt x="1314" y="624"/>
                  <a:pt x="1314" y="625"/>
                  <a:pt x="1314" y="625"/>
                </a:cubicBezTo>
                <a:cubicBezTo>
                  <a:pt x="1311" y="626"/>
                  <a:pt x="1309" y="627"/>
                  <a:pt x="1310" y="630"/>
                </a:cubicBezTo>
                <a:cubicBezTo>
                  <a:pt x="1310" y="630"/>
                  <a:pt x="1310" y="630"/>
                  <a:pt x="1310" y="630"/>
                </a:cubicBezTo>
                <a:cubicBezTo>
                  <a:pt x="1310" y="631"/>
                  <a:pt x="1311" y="631"/>
                  <a:pt x="1311" y="631"/>
                </a:cubicBezTo>
                <a:cubicBezTo>
                  <a:pt x="1311" y="631"/>
                  <a:pt x="1311" y="632"/>
                  <a:pt x="1312" y="632"/>
                </a:cubicBezTo>
                <a:cubicBezTo>
                  <a:pt x="1312" y="632"/>
                  <a:pt x="1312" y="632"/>
                  <a:pt x="1312" y="632"/>
                </a:cubicBezTo>
                <a:cubicBezTo>
                  <a:pt x="1314" y="633"/>
                  <a:pt x="1314" y="633"/>
                  <a:pt x="1314" y="633"/>
                </a:cubicBezTo>
                <a:cubicBezTo>
                  <a:pt x="1315" y="633"/>
                  <a:pt x="1316" y="633"/>
                  <a:pt x="1317" y="634"/>
                </a:cubicBezTo>
                <a:cubicBezTo>
                  <a:pt x="1317" y="634"/>
                  <a:pt x="1317" y="634"/>
                  <a:pt x="1318" y="634"/>
                </a:cubicBezTo>
                <a:cubicBezTo>
                  <a:pt x="1318" y="634"/>
                  <a:pt x="1318" y="634"/>
                  <a:pt x="1318" y="634"/>
                </a:cubicBezTo>
                <a:cubicBezTo>
                  <a:pt x="1318" y="634"/>
                  <a:pt x="1318" y="634"/>
                  <a:pt x="1318" y="634"/>
                </a:cubicBezTo>
                <a:cubicBezTo>
                  <a:pt x="1319" y="634"/>
                  <a:pt x="1319" y="634"/>
                  <a:pt x="1319" y="634"/>
                </a:cubicBezTo>
                <a:cubicBezTo>
                  <a:pt x="1319" y="634"/>
                  <a:pt x="1319" y="634"/>
                  <a:pt x="1319" y="634"/>
                </a:cubicBezTo>
                <a:cubicBezTo>
                  <a:pt x="1320" y="634"/>
                  <a:pt x="1320" y="634"/>
                  <a:pt x="1320" y="634"/>
                </a:cubicBezTo>
                <a:cubicBezTo>
                  <a:pt x="1320" y="634"/>
                  <a:pt x="1320" y="634"/>
                  <a:pt x="1320" y="634"/>
                </a:cubicBezTo>
                <a:cubicBezTo>
                  <a:pt x="1320" y="634"/>
                  <a:pt x="1321" y="634"/>
                  <a:pt x="1321" y="634"/>
                </a:cubicBezTo>
                <a:cubicBezTo>
                  <a:pt x="1321" y="634"/>
                  <a:pt x="1321" y="634"/>
                  <a:pt x="1322" y="633"/>
                </a:cubicBezTo>
                <a:cubicBezTo>
                  <a:pt x="1322" y="633"/>
                  <a:pt x="1322" y="633"/>
                  <a:pt x="1322" y="633"/>
                </a:cubicBezTo>
                <a:cubicBezTo>
                  <a:pt x="1323" y="633"/>
                  <a:pt x="1323" y="633"/>
                  <a:pt x="1323" y="633"/>
                </a:cubicBezTo>
                <a:cubicBezTo>
                  <a:pt x="1324" y="633"/>
                  <a:pt x="1324" y="633"/>
                  <a:pt x="1324" y="633"/>
                </a:cubicBezTo>
                <a:cubicBezTo>
                  <a:pt x="1325" y="632"/>
                  <a:pt x="1325" y="632"/>
                  <a:pt x="1325" y="632"/>
                </a:cubicBezTo>
                <a:cubicBezTo>
                  <a:pt x="1327" y="631"/>
                  <a:pt x="1328" y="630"/>
                  <a:pt x="1328" y="629"/>
                </a:cubicBezTo>
                <a:cubicBezTo>
                  <a:pt x="1328" y="628"/>
                  <a:pt x="1328" y="628"/>
                  <a:pt x="1328" y="627"/>
                </a:cubicBezTo>
                <a:cubicBezTo>
                  <a:pt x="1327" y="627"/>
                  <a:pt x="1327" y="627"/>
                  <a:pt x="1327" y="626"/>
                </a:cubicBezTo>
                <a:cubicBezTo>
                  <a:pt x="1326" y="626"/>
                  <a:pt x="1326" y="626"/>
                  <a:pt x="1326" y="625"/>
                </a:cubicBezTo>
                <a:cubicBezTo>
                  <a:pt x="1325" y="625"/>
                  <a:pt x="1324" y="625"/>
                  <a:pt x="1324" y="625"/>
                </a:cubicBezTo>
                <a:cubicBezTo>
                  <a:pt x="1324" y="625"/>
                  <a:pt x="1324" y="625"/>
                  <a:pt x="1324" y="625"/>
                </a:cubicBezTo>
                <a:close/>
                <a:moveTo>
                  <a:pt x="1370" y="625"/>
                </a:moveTo>
                <a:cubicBezTo>
                  <a:pt x="1369" y="624"/>
                  <a:pt x="1367" y="624"/>
                  <a:pt x="1366" y="624"/>
                </a:cubicBezTo>
                <a:cubicBezTo>
                  <a:pt x="1366" y="624"/>
                  <a:pt x="1366" y="624"/>
                  <a:pt x="1366" y="624"/>
                </a:cubicBezTo>
                <a:cubicBezTo>
                  <a:pt x="1366" y="624"/>
                  <a:pt x="1366" y="624"/>
                  <a:pt x="1365" y="624"/>
                </a:cubicBezTo>
                <a:cubicBezTo>
                  <a:pt x="1365" y="624"/>
                  <a:pt x="1365" y="624"/>
                  <a:pt x="1365" y="624"/>
                </a:cubicBezTo>
                <a:cubicBezTo>
                  <a:pt x="1365" y="624"/>
                  <a:pt x="1365" y="624"/>
                  <a:pt x="1364" y="624"/>
                </a:cubicBezTo>
                <a:cubicBezTo>
                  <a:pt x="1364" y="624"/>
                  <a:pt x="1363" y="624"/>
                  <a:pt x="1363" y="624"/>
                </a:cubicBezTo>
                <a:cubicBezTo>
                  <a:pt x="1363" y="624"/>
                  <a:pt x="1362" y="624"/>
                  <a:pt x="1362" y="624"/>
                </a:cubicBezTo>
                <a:cubicBezTo>
                  <a:pt x="1361" y="624"/>
                  <a:pt x="1361" y="624"/>
                  <a:pt x="1360" y="624"/>
                </a:cubicBezTo>
                <a:cubicBezTo>
                  <a:pt x="1360" y="624"/>
                  <a:pt x="1360" y="625"/>
                  <a:pt x="1359" y="625"/>
                </a:cubicBezTo>
                <a:cubicBezTo>
                  <a:pt x="1357" y="626"/>
                  <a:pt x="1355" y="627"/>
                  <a:pt x="1356" y="630"/>
                </a:cubicBezTo>
                <a:cubicBezTo>
                  <a:pt x="1356" y="630"/>
                  <a:pt x="1356" y="630"/>
                  <a:pt x="1356" y="630"/>
                </a:cubicBezTo>
                <a:cubicBezTo>
                  <a:pt x="1356" y="631"/>
                  <a:pt x="1356" y="631"/>
                  <a:pt x="1357" y="631"/>
                </a:cubicBezTo>
                <a:cubicBezTo>
                  <a:pt x="1357" y="631"/>
                  <a:pt x="1357" y="632"/>
                  <a:pt x="1357" y="632"/>
                </a:cubicBezTo>
                <a:cubicBezTo>
                  <a:pt x="1358" y="632"/>
                  <a:pt x="1358" y="632"/>
                  <a:pt x="1358" y="632"/>
                </a:cubicBezTo>
                <a:cubicBezTo>
                  <a:pt x="1360" y="633"/>
                  <a:pt x="1360" y="633"/>
                  <a:pt x="1360" y="633"/>
                </a:cubicBezTo>
                <a:cubicBezTo>
                  <a:pt x="1361" y="633"/>
                  <a:pt x="1362" y="633"/>
                  <a:pt x="1363" y="634"/>
                </a:cubicBezTo>
                <a:cubicBezTo>
                  <a:pt x="1363" y="634"/>
                  <a:pt x="1363" y="634"/>
                  <a:pt x="1363" y="634"/>
                </a:cubicBezTo>
                <a:cubicBezTo>
                  <a:pt x="1363" y="634"/>
                  <a:pt x="1364" y="634"/>
                  <a:pt x="1364" y="634"/>
                </a:cubicBezTo>
                <a:cubicBezTo>
                  <a:pt x="1364" y="634"/>
                  <a:pt x="1364" y="634"/>
                  <a:pt x="1364" y="634"/>
                </a:cubicBezTo>
                <a:cubicBezTo>
                  <a:pt x="1364" y="634"/>
                  <a:pt x="1365" y="634"/>
                  <a:pt x="1365" y="634"/>
                </a:cubicBezTo>
                <a:cubicBezTo>
                  <a:pt x="1365" y="634"/>
                  <a:pt x="1365" y="634"/>
                  <a:pt x="1365" y="634"/>
                </a:cubicBezTo>
                <a:cubicBezTo>
                  <a:pt x="1365" y="634"/>
                  <a:pt x="1366" y="634"/>
                  <a:pt x="1366" y="634"/>
                </a:cubicBezTo>
                <a:cubicBezTo>
                  <a:pt x="1366" y="634"/>
                  <a:pt x="1366" y="634"/>
                  <a:pt x="1366" y="634"/>
                </a:cubicBezTo>
                <a:cubicBezTo>
                  <a:pt x="1366" y="634"/>
                  <a:pt x="1366" y="634"/>
                  <a:pt x="1367" y="634"/>
                </a:cubicBezTo>
                <a:cubicBezTo>
                  <a:pt x="1367" y="634"/>
                  <a:pt x="1367" y="634"/>
                  <a:pt x="1367" y="633"/>
                </a:cubicBezTo>
                <a:cubicBezTo>
                  <a:pt x="1368" y="633"/>
                  <a:pt x="1368" y="633"/>
                  <a:pt x="1368" y="633"/>
                </a:cubicBezTo>
                <a:cubicBezTo>
                  <a:pt x="1369" y="633"/>
                  <a:pt x="1369" y="633"/>
                  <a:pt x="1369" y="633"/>
                </a:cubicBezTo>
                <a:cubicBezTo>
                  <a:pt x="1369" y="633"/>
                  <a:pt x="1370" y="633"/>
                  <a:pt x="1370" y="633"/>
                </a:cubicBezTo>
                <a:cubicBezTo>
                  <a:pt x="1371" y="632"/>
                  <a:pt x="1371" y="632"/>
                  <a:pt x="1371" y="632"/>
                </a:cubicBezTo>
                <a:cubicBezTo>
                  <a:pt x="1373" y="631"/>
                  <a:pt x="1373" y="630"/>
                  <a:pt x="1374" y="629"/>
                </a:cubicBezTo>
                <a:cubicBezTo>
                  <a:pt x="1374" y="628"/>
                  <a:pt x="1374" y="628"/>
                  <a:pt x="1373" y="627"/>
                </a:cubicBezTo>
                <a:cubicBezTo>
                  <a:pt x="1373" y="627"/>
                  <a:pt x="1373" y="627"/>
                  <a:pt x="1373" y="626"/>
                </a:cubicBezTo>
                <a:cubicBezTo>
                  <a:pt x="1372" y="626"/>
                  <a:pt x="1372" y="626"/>
                  <a:pt x="1371" y="625"/>
                </a:cubicBezTo>
                <a:cubicBezTo>
                  <a:pt x="1371" y="625"/>
                  <a:pt x="1370" y="625"/>
                  <a:pt x="1370" y="625"/>
                </a:cubicBezTo>
                <a:cubicBezTo>
                  <a:pt x="1369" y="625"/>
                  <a:pt x="1370" y="625"/>
                  <a:pt x="1370" y="625"/>
                </a:cubicBezTo>
                <a:close/>
                <a:moveTo>
                  <a:pt x="1415" y="625"/>
                </a:moveTo>
                <a:cubicBezTo>
                  <a:pt x="1414" y="624"/>
                  <a:pt x="1412" y="624"/>
                  <a:pt x="1410" y="624"/>
                </a:cubicBezTo>
                <a:cubicBezTo>
                  <a:pt x="1410" y="624"/>
                  <a:pt x="1409" y="624"/>
                  <a:pt x="1409" y="624"/>
                </a:cubicBezTo>
                <a:cubicBezTo>
                  <a:pt x="1408" y="624"/>
                  <a:pt x="1408" y="624"/>
                  <a:pt x="1407" y="624"/>
                </a:cubicBezTo>
                <a:cubicBezTo>
                  <a:pt x="1407" y="624"/>
                  <a:pt x="1407" y="624"/>
                  <a:pt x="1406" y="624"/>
                </a:cubicBezTo>
                <a:cubicBezTo>
                  <a:pt x="1406" y="624"/>
                  <a:pt x="1405" y="625"/>
                  <a:pt x="1405" y="625"/>
                </a:cubicBezTo>
                <a:cubicBezTo>
                  <a:pt x="1404" y="625"/>
                  <a:pt x="1404" y="625"/>
                  <a:pt x="1403" y="625"/>
                </a:cubicBezTo>
                <a:cubicBezTo>
                  <a:pt x="1403" y="626"/>
                  <a:pt x="1403" y="626"/>
                  <a:pt x="1402" y="626"/>
                </a:cubicBezTo>
                <a:cubicBezTo>
                  <a:pt x="1402" y="627"/>
                  <a:pt x="1402" y="627"/>
                  <a:pt x="1401" y="627"/>
                </a:cubicBezTo>
                <a:cubicBezTo>
                  <a:pt x="1401" y="628"/>
                  <a:pt x="1401" y="628"/>
                  <a:pt x="1401" y="630"/>
                </a:cubicBezTo>
                <a:cubicBezTo>
                  <a:pt x="1402" y="630"/>
                  <a:pt x="1402" y="630"/>
                  <a:pt x="1402" y="630"/>
                </a:cubicBezTo>
                <a:cubicBezTo>
                  <a:pt x="1402" y="631"/>
                  <a:pt x="1402" y="631"/>
                  <a:pt x="1402" y="631"/>
                </a:cubicBezTo>
                <a:cubicBezTo>
                  <a:pt x="1403" y="631"/>
                  <a:pt x="1403" y="632"/>
                  <a:pt x="1403" y="632"/>
                </a:cubicBezTo>
                <a:cubicBezTo>
                  <a:pt x="1403" y="632"/>
                  <a:pt x="1404" y="632"/>
                  <a:pt x="1404" y="632"/>
                </a:cubicBezTo>
                <a:cubicBezTo>
                  <a:pt x="1405" y="633"/>
                  <a:pt x="1405" y="633"/>
                  <a:pt x="1405" y="633"/>
                </a:cubicBezTo>
                <a:cubicBezTo>
                  <a:pt x="1406" y="633"/>
                  <a:pt x="1408" y="633"/>
                  <a:pt x="1409" y="634"/>
                </a:cubicBezTo>
                <a:cubicBezTo>
                  <a:pt x="1409" y="634"/>
                  <a:pt x="1409" y="634"/>
                  <a:pt x="1409" y="634"/>
                </a:cubicBezTo>
                <a:cubicBezTo>
                  <a:pt x="1409" y="634"/>
                  <a:pt x="1409" y="634"/>
                  <a:pt x="1410" y="634"/>
                </a:cubicBezTo>
                <a:cubicBezTo>
                  <a:pt x="1410" y="634"/>
                  <a:pt x="1410" y="634"/>
                  <a:pt x="1410" y="634"/>
                </a:cubicBezTo>
                <a:cubicBezTo>
                  <a:pt x="1410" y="634"/>
                  <a:pt x="1410" y="634"/>
                  <a:pt x="1411" y="634"/>
                </a:cubicBezTo>
                <a:cubicBezTo>
                  <a:pt x="1411" y="634"/>
                  <a:pt x="1411" y="634"/>
                  <a:pt x="1411" y="634"/>
                </a:cubicBezTo>
                <a:cubicBezTo>
                  <a:pt x="1411" y="634"/>
                  <a:pt x="1411" y="634"/>
                  <a:pt x="1411" y="634"/>
                </a:cubicBezTo>
                <a:cubicBezTo>
                  <a:pt x="1412" y="634"/>
                  <a:pt x="1412" y="634"/>
                  <a:pt x="1412" y="634"/>
                </a:cubicBezTo>
                <a:cubicBezTo>
                  <a:pt x="1412" y="634"/>
                  <a:pt x="1412" y="634"/>
                  <a:pt x="1412" y="634"/>
                </a:cubicBezTo>
                <a:cubicBezTo>
                  <a:pt x="1413" y="634"/>
                  <a:pt x="1413" y="634"/>
                  <a:pt x="1413" y="633"/>
                </a:cubicBezTo>
                <a:cubicBezTo>
                  <a:pt x="1414" y="633"/>
                  <a:pt x="1414" y="633"/>
                  <a:pt x="1414" y="633"/>
                </a:cubicBezTo>
                <a:cubicBezTo>
                  <a:pt x="1414" y="633"/>
                  <a:pt x="1415" y="633"/>
                  <a:pt x="1415" y="633"/>
                </a:cubicBezTo>
                <a:cubicBezTo>
                  <a:pt x="1415" y="633"/>
                  <a:pt x="1415" y="633"/>
                  <a:pt x="1416" y="633"/>
                </a:cubicBezTo>
                <a:cubicBezTo>
                  <a:pt x="1417" y="632"/>
                  <a:pt x="1417" y="632"/>
                  <a:pt x="1417" y="632"/>
                </a:cubicBezTo>
                <a:cubicBezTo>
                  <a:pt x="1418" y="631"/>
                  <a:pt x="1419" y="630"/>
                  <a:pt x="1419" y="629"/>
                </a:cubicBezTo>
                <a:cubicBezTo>
                  <a:pt x="1419" y="628"/>
                  <a:pt x="1419" y="628"/>
                  <a:pt x="1419" y="627"/>
                </a:cubicBezTo>
                <a:cubicBezTo>
                  <a:pt x="1419" y="627"/>
                  <a:pt x="1419" y="627"/>
                  <a:pt x="1418" y="626"/>
                </a:cubicBezTo>
                <a:cubicBezTo>
                  <a:pt x="1418" y="626"/>
                  <a:pt x="1417" y="626"/>
                  <a:pt x="1417" y="625"/>
                </a:cubicBezTo>
                <a:cubicBezTo>
                  <a:pt x="1416" y="625"/>
                  <a:pt x="1416" y="625"/>
                  <a:pt x="1415" y="625"/>
                </a:cubicBezTo>
                <a:cubicBezTo>
                  <a:pt x="1415" y="625"/>
                  <a:pt x="1416" y="625"/>
                  <a:pt x="1415" y="625"/>
                </a:cubicBezTo>
                <a:close/>
                <a:moveTo>
                  <a:pt x="728" y="624"/>
                </a:moveTo>
                <a:cubicBezTo>
                  <a:pt x="727" y="624"/>
                  <a:pt x="726" y="624"/>
                  <a:pt x="725" y="624"/>
                </a:cubicBezTo>
                <a:cubicBezTo>
                  <a:pt x="724" y="624"/>
                  <a:pt x="724" y="624"/>
                  <a:pt x="723" y="624"/>
                </a:cubicBezTo>
                <a:cubicBezTo>
                  <a:pt x="723" y="624"/>
                  <a:pt x="722" y="624"/>
                  <a:pt x="722" y="624"/>
                </a:cubicBezTo>
                <a:cubicBezTo>
                  <a:pt x="721" y="624"/>
                  <a:pt x="721" y="624"/>
                  <a:pt x="721" y="624"/>
                </a:cubicBezTo>
                <a:cubicBezTo>
                  <a:pt x="720" y="624"/>
                  <a:pt x="720" y="625"/>
                  <a:pt x="719" y="625"/>
                </a:cubicBezTo>
                <a:cubicBezTo>
                  <a:pt x="717" y="625"/>
                  <a:pt x="715" y="627"/>
                  <a:pt x="715" y="630"/>
                </a:cubicBezTo>
                <a:cubicBezTo>
                  <a:pt x="715" y="630"/>
                  <a:pt x="715" y="630"/>
                  <a:pt x="715" y="630"/>
                </a:cubicBezTo>
                <a:cubicBezTo>
                  <a:pt x="715" y="631"/>
                  <a:pt x="715" y="631"/>
                  <a:pt x="715" y="631"/>
                </a:cubicBezTo>
                <a:cubicBezTo>
                  <a:pt x="716" y="631"/>
                  <a:pt x="716" y="632"/>
                  <a:pt x="716" y="632"/>
                </a:cubicBezTo>
                <a:cubicBezTo>
                  <a:pt x="716" y="632"/>
                  <a:pt x="717" y="632"/>
                  <a:pt x="717" y="632"/>
                </a:cubicBezTo>
                <a:cubicBezTo>
                  <a:pt x="718" y="633"/>
                  <a:pt x="718" y="633"/>
                  <a:pt x="718" y="633"/>
                </a:cubicBezTo>
                <a:cubicBezTo>
                  <a:pt x="719" y="633"/>
                  <a:pt x="720" y="633"/>
                  <a:pt x="721" y="634"/>
                </a:cubicBezTo>
                <a:cubicBezTo>
                  <a:pt x="721" y="634"/>
                  <a:pt x="722" y="634"/>
                  <a:pt x="722" y="634"/>
                </a:cubicBezTo>
                <a:cubicBezTo>
                  <a:pt x="722" y="634"/>
                  <a:pt x="722" y="634"/>
                  <a:pt x="722" y="634"/>
                </a:cubicBezTo>
                <a:cubicBezTo>
                  <a:pt x="722" y="634"/>
                  <a:pt x="723" y="634"/>
                  <a:pt x="723" y="634"/>
                </a:cubicBezTo>
                <a:cubicBezTo>
                  <a:pt x="723" y="634"/>
                  <a:pt x="723" y="634"/>
                  <a:pt x="723" y="634"/>
                </a:cubicBezTo>
                <a:cubicBezTo>
                  <a:pt x="723" y="634"/>
                  <a:pt x="723" y="634"/>
                  <a:pt x="724" y="634"/>
                </a:cubicBezTo>
                <a:cubicBezTo>
                  <a:pt x="724" y="634"/>
                  <a:pt x="724" y="634"/>
                  <a:pt x="724" y="634"/>
                </a:cubicBezTo>
                <a:cubicBezTo>
                  <a:pt x="724" y="634"/>
                  <a:pt x="724" y="634"/>
                  <a:pt x="725" y="634"/>
                </a:cubicBezTo>
                <a:cubicBezTo>
                  <a:pt x="725" y="634"/>
                  <a:pt x="725" y="634"/>
                  <a:pt x="725" y="634"/>
                </a:cubicBezTo>
                <a:cubicBezTo>
                  <a:pt x="725" y="634"/>
                  <a:pt x="725" y="634"/>
                  <a:pt x="725" y="634"/>
                </a:cubicBezTo>
                <a:cubicBezTo>
                  <a:pt x="726" y="634"/>
                  <a:pt x="726" y="634"/>
                  <a:pt x="726" y="633"/>
                </a:cubicBezTo>
                <a:cubicBezTo>
                  <a:pt x="726" y="633"/>
                  <a:pt x="726" y="633"/>
                  <a:pt x="726" y="633"/>
                </a:cubicBezTo>
                <a:cubicBezTo>
                  <a:pt x="727" y="633"/>
                  <a:pt x="727" y="633"/>
                  <a:pt x="727" y="633"/>
                </a:cubicBezTo>
                <a:cubicBezTo>
                  <a:pt x="728" y="633"/>
                  <a:pt x="728" y="633"/>
                  <a:pt x="728" y="633"/>
                </a:cubicBezTo>
                <a:cubicBezTo>
                  <a:pt x="730" y="632"/>
                  <a:pt x="730" y="632"/>
                  <a:pt x="730" y="632"/>
                </a:cubicBezTo>
                <a:cubicBezTo>
                  <a:pt x="731" y="631"/>
                  <a:pt x="732" y="630"/>
                  <a:pt x="733" y="629"/>
                </a:cubicBezTo>
                <a:cubicBezTo>
                  <a:pt x="733" y="628"/>
                  <a:pt x="733" y="628"/>
                  <a:pt x="733" y="628"/>
                </a:cubicBezTo>
                <a:cubicBezTo>
                  <a:pt x="733" y="627"/>
                  <a:pt x="733" y="627"/>
                  <a:pt x="733" y="627"/>
                </a:cubicBezTo>
                <a:cubicBezTo>
                  <a:pt x="732" y="627"/>
                  <a:pt x="732" y="626"/>
                  <a:pt x="732" y="626"/>
                </a:cubicBezTo>
                <a:cubicBezTo>
                  <a:pt x="732" y="626"/>
                  <a:pt x="731" y="625"/>
                  <a:pt x="731" y="625"/>
                </a:cubicBezTo>
                <a:cubicBezTo>
                  <a:pt x="730" y="625"/>
                  <a:pt x="730" y="625"/>
                  <a:pt x="730" y="625"/>
                </a:cubicBezTo>
                <a:lnTo>
                  <a:pt x="728" y="624"/>
                </a:lnTo>
                <a:close/>
                <a:moveTo>
                  <a:pt x="593" y="625"/>
                </a:moveTo>
                <a:cubicBezTo>
                  <a:pt x="592" y="625"/>
                  <a:pt x="592" y="624"/>
                  <a:pt x="591" y="624"/>
                </a:cubicBezTo>
                <a:cubicBezTo>
                  <a:pt x="591" y="624"/>
                  <a:pt x="591" y="624"/>
                  <a:pt x="590" y="624"/>
                </a:cubicBezTo>
                <a:cubicBezTo>
                  <a:pt x="590" y="624"/>
                  <a:pt x="589" y="624"/>
                  <a:pt x="589" y="624"/>
                </a:cubicBezTo>
                <a:cubicBezTo>
                  <a:pt x="588" y="624"/>
                  <a:pt x="588" y="624"/>
                  <a:pt x="588" y="624"/>
                </a:cubicBezTo>
                <a:cubicBezTo>
                  <a:pt x="587" y="624"/>
                  <a:pt x="587" y="624"/>
                  <a:pt x="586" y="624"/>
                </a:cubicBezTo>
                <a:cubicBezTo>
                  <a:pt x="586" y="624"/>
                  <a:pt x="585" y="624"/>
                  <a:pt x="585" y="624"/>
                </a:cubicBezTo>
                <a:cubicBezTo>
                  <a:pt x="584" y="624"/>
                  <a:pt x="584" y="624"/>
                  <a:pt x="583" y="624"/>
                </a:cubicBezTo>
                <a:cubicBezTo>
                  <a:pt x="583" y="624"/>
                  <a:pt x="583" y="625"/>
                  <a:pt x="582" y="625"/>
                </a:cubicBezTo>
                <a:cubicBezTo>
                  <a:pt x="580" y="625"/>
                  <a:pt x="578" y="627"/>
                  <a:pt x="577" y="630"/>
                </a:cubicBezTo>
                <a:cubicBezTo>
                  <a:pt x="577" y="630"/>
                  <a:pt x="578" y="630"/>
                  <a:pt x="578" y="630"/>
                </a:cubicBezTo>
                <a:cubicBezTo>
                  <a:pt x="578" y="631"/>
                  <a:pt x="578" y="631"/>
                  <a:pt x="578" y="631"/>
                </a:cubicBezTo>
                <a:cubicBezTo>
                  <a:pt x="578" y="631"/>
                  <a:pt x="578" y="632"/>
                  <a:pt x="579" y="632"/>
                </a:cubicBezTo>
                <a:cubicBezTo>
                  <a:pt x="579" y="632"/>
                  <a:pt x="579" y="632"/>
                  <a:pt x="579" y="632"/>
                </a:cubicBezTo>
                <a:cubicBezTo>
                  <a:pt x="581" y="633"/>
                  <a:pt x="581" y="633"/>
                  <a:pt x="581" y="633"/>
                </a:cubicBezTo>
                <a:cubicBezTo>
                  <a:pt x="582" y="633"/>
                  <a:pt x="583" y="633"/>
                  <a:pt x="584" y="634"/>
                </a:cubicBezTo>
                <a:cubicBezTo>
                  <a:pt x="584" y="634"/>
                  <a:pt x="584" y="634"/>
                  <a:pt x="584" y="634"/>
                </a:cubicBezTo>
                <a:cubicBezTo>
                  <a:pt x="584" y="634"/>
                  <a:pt x="585" y="634"/>
                  <a:pt x="585" y="634"/>
                </a:cubicBezTo>
                <a:cubicBezTo>
                  <a:pt x="585" y="634"/>
                  <a:pt x="585" y="634"/>
                  <a:pt x="585" y="634"/>
                </a:cubicBezTo>
                <a:cubicBezTo>
                  <a:pt x="585" y="634"/>
                  <a:pt x="586" y="634"/>
                  <a:pt x="586" y="634"/>
                </a:cubicBezTo>
                <a:cubicBezTo>
                  <a:pt x="586" y="634"/>
                  <a:pt x="586" y="634"/>
                  <a:pt x="586" y="634"/>
                </a:cubicBezTo>
                <a:cubicBezTo>
                  <a:pt x="586" y="634"/>
                  <a:pt x="586" y="634"/>
                  <a:pt x="587" y="634"/>
                </a:cubicBezTo>
                <a:cubicBezTo>
                  <a:pt x="587" y="634"/>
                  <a:pt x="587" y="634"/>
                  <a:pt x="587" y="634"/>
                </a:cubicBezTo>
                <a:cubicBezTo>
                  <a:pt x="587" y="634"/>
                  <a:pt x="587" y="634"/>
                  <a:pt x="588" y="634"/>
                </a:cubicBezTo>
                <a:cubicBezTo>
                  <a:pt x="588" y="634"/>
                  <a:pt x="588" y="634"/>
                  <a:pt x="588" y="633"/>
                </a:cubicBezTo>
                <a:cubicBezTo>
                  <a:pt x="589" y="633"/>
                  <a:pt x="589" y="633"/>
                  <a:pt x="589" y="633"/>
                </a:cubicBezTo>
                <a:cubicBezTo>
                  <a:pt x="590" y="633"/>
                  <a:pt x="590" y="633"/>
                  <a:pt x="590" y="633"/>
                </a:cubicBezTo>
                <a:cubicBezTo>
                  <a:pt x="590" y="633"/>
                  <a:pt x="591" y="633"/>
                  <a:pt x="591" y="633"/>
                </a:cubicBezTo>
                <a:cubicBezTo>
                  <a:pt x="592" y="632"/>
                  <a:pt x="592" y="632"/>
                  <a:pt x="592" y="632"/>
                </a:cubicBezTo>
                <a:cubicBezTo>
                  <a:pt x="594" y="631"/>
                  <a:pt x="595" y="630"/>
                  <a:pt x="596" y="629"/>
                </a:cubicBezTo>
                <a:cubicBezTo>
                  <a:pt x="596" y="628"/>
                  <a:pt x="596" y="628"/>
                  <a:pt x="596" y="627"/>
                </a:cubicBezTo>
                <a:cubicBezTo>
                  <a:pt x="596" y="627"/>
                  <a:pt x="595" y="627"/>
                  <a:pt x="595" y="626"/>
                </a:cubicBezTo>
                <a:cubicBezTo>
                  <a:pt x="595" y="626"/>
                  <a:pt x="594" y="626"/>
                  <a:pt x="594" y="625"/>
                </a:cubicBezTo>
                <a:cubicBezTo>
                  <a:pt x="594" y="625"/>
                  <a:pt x="593" y="625"/>
                  <a:pt x="593" y="625"/>
                </a:cubicBezTo>
                <a:cubicBezTo>
                  <a:pt x="592" y="625"/>
                  <a:pt x="593" y="625"/>
                  <a:pt x="593" y="625"/>
                </a:cubicBezTo>
                <a:close/>
                <a:moveTo>
                  <a:pt x="638" y="625"/>
                </a:moveTo>
                <a:cubicBezTo>
                  <a:pt x="637" y="624"/>
                  <a:pt x="636" y="624"/>
                  <a:pt x="635" y="624"/>
                </a:cubicBezTo>
                <a:cubicBezTo>
                  <a:pt x="635" y="624"/>
                  <a:pt x="635" y="624"/>
                  <a:pt x="635" y="624"/>
                </a:cubicBezTo>
                <a:cubicBezTo>
                  <a:pt x="634" y="624"/>
                  <a:pt x="634" y="624"/>
                  <a:pt x="634" y="624"/>
                </a:cubicBezTo>
                <a:cubicBezTo>
                  <a:pt x="634" y="624"/>
                  <a:pt x="634" y="624"/>
                  <a:pt x="634" y="624"/>
                </a:cubicBezTo>
                <a:cubicBezTo>
                  <a:pt x="634" y="624"/>
                  <a:pt x="633" y="624"/>
                  <a:pt x="633" y="624"/>
                </a:cubicBezTo>
                <a:cubicBezTo>
                  <a:pt x="633" y="624"/>
                  <a:pt x="632" y="624"/>
                  <a:pt x="632" y="624"/>
                </a:cubicBezTo>
                <a:cubicBezTo>
                  <a:pt x="631" y="624"/>
                  <a:pt x="631" y="624"/>
                  <a:pt x="630" y="624"/>
                </a:cubicBezTo>
                <a:cubicBezTo>
                  <a:pt x="630" y="624"/>
                  <a:pt x="630" y="624"/>
                  <a:pt x="629" y="624"/>
                </a:cubicBezTo>
                <a:cubicBezTo>
                  <a:pt x="629" y="624"/>
                  <a:pt x="628" y="625"/>
                  <a:pt x="628" y="625"/>
                </a:cubicBezTo>
                <a:cubicBezTo>
                  <a:pt x="627" y="625"/>
                  <a:pt x="627" y="625"/>
                  <a:pt x="626" y="625"/>
                </a:cubicBezTo>
                <a:cubicBezTo>
                  <a:pt x="626" y="626"/>
                  <a:pt x="625" y="626"/>
                  <a:pt x="625" y="626"/>
                </a:cubicBezTo>
                <a:cubicBezTo>
                  <a:pt x="624" y="627"/>
                  <a:pt x="624" y="627"/>
                  <a:pt x="624" y="627"/>
                </a:cubicBezTo>
                <a:cubicBezTo>
                  <a:pt x="623" y="628"/>
                  <a:pt x="623" y="628"/>
                  <a:pt x="623" y="630"/>
                </a:cubicBezTo>
                <a:cubicBezTo>
                  <a:pt x="623" y="631"/>
                  <a:pt x="624" y="632"/>
                  <a:pt x="625" y="632"/>
                </a:cubicBezTo>
                <a:cubicBezTo>
                  <a:pt x="627" y="633"/>
                  <a:pt x="627" y="633"/>
                  <a:pt x="627" y="633"/>
                </a:cubicBezTo>
                <a:cubicBezTo>
                  <a:pt x="628" y="633"/>
                  <a:pt x="629" y="633"/>
                  <a:pt x="630" y="634"/>
                </a:cubicBezTo>
                <a:cubicBezTo>
                  <a:pt x="630" y="634"/>
                  <a:pt x="630" y="634"/>
                  <a:pt x="630" y="634"/>
                </a:cubicBezTo>
                <a:cubicBezTo>
                  <a:pt x="630" y="634"/>
                  <a:pt x="630" y="634"/>
                  <a:pt x="631" y="634"/>
                </a:cubicBezTo>
                <a:cubicBezTo>
                  <a:pt x="631" y="634"/>
                  <a:pt x="631" y="634"/>
                  <a:pt x="631" y="634"/>
                </a:cubicBezTo>
                <a:cubicBezTo>
                  <a:pt x="631" y="634"/>
                  <a:pt x="631" y="634"/>
                  <a:pt x="632" y="634"/>
                </a:cubicBezTo>
                <a:cubicBezTo>
                  <a:pt x="632" y="634"/>
                  <a:pt x="632" y="634"/>
                  <a:pt x="632" y="634"/>
                </a:cubicBezTo>
                <a:cubicBezTo>
                  <a:pt x="632" y="634"/>
                  <a:pt x="632" y="634"/>
                  <a:pt x="632" y="634"/>
                </a:cubicBezTo>
                <a:cubicBezTo>
                  <a:pt x="633" y="634"/>
                  <a:pt x="633" y="634"/>
                  <a:pt x="633" y="634"/>
                </a:cubicBezTo>
                <a:cubicBezTo>
                  <a:pt x="633" y="634"/>
                  <a:pt x="633" y="634"/>
                  <a:pt x="633" y="634"/>
                </a:cubicBezTo>
                <a:cubicBezTo>
                  <a:pt x="634" y="634"/>
                  <a:pt x="634" y="634"/>
                  <a:pt x="634" y="633"/>
                </a:cubicBezTo>
                <a:cubicBezTo>
                  <a:pt x="635" y="633"/>
                  <a:pt x="635" y="633"/>
                  <a:pt x="635" y="633"/>
                </a:cubicBezTo>
                <a:cubicBezTo>
                  <a:pt x="635" y="633"/>
                  <a:pt x="636" y="633"/>
                  <a:pt x="636" y="633"/>
                </a:cubicBezTo>
                <a:cubicBezTo>
                  <a:pt x="636" y="633"/>
                  <a:pt x="637" y="633"/>
                  <a:pt x="637" y="633"/>
                </a:cubicBezTo>
                <a:cubicBezTo>
                  <a:pt x="638" y="632"/>
                  <a:pt x="638" y="632"/>
                  <a:pt x="638" y="632"/>
                </a:cubicBezTo>
                <a:cubicBezTo>
                  <a:pt x="640" y="631"/>
                  <a:pt x="641" y="630"/>
                  <a:pt x="642" y="629"/>
                </a:cubicBezTo>
                <a:cubicBezTo>
                  <a:pt x="642" y="628"/>
                  <a:pt x="642" y="628"/>
                  <a:pt x="641" y="627"/>
                </a:cubicBezTo>
                <a:cubicBezTo>
                  <a:pt x="641" y="627"/>
                  <a:pt x="641" y="627"/>
                  <a:pt x="641" y="626"/>
                </a:cubicBezTo>
                <a:cubicBezTo>
                  <a:pt x="641" y="626"/>
                  <a:pt x="640" y="626"/>
                  <a:pt x="640" y="625"/>
                </a:cubicBezTo>
                <a:cubicBezTo>
                  <a:pt x="639" y="625"/>
                  <a:pt x="639" y="625"/>
                  <a:pt x="638" y="625"/>
                </a:cubicBezTo>
                <a:cubicBezTo>
                  <a:pt x="638" y="625"/>
                  <a:pt x="639" y="625"/>
                  <a:pt x="638" y="625"/>
                </a:cubicBezTo>
                <a:close/>
                <a:moveTo>
                  <a:pt x="684" y="625"/>
                </a:moveTo>
                <a:cubicBezTo>
                  <a:pt x="684" y="625"/>
                  <a:pt x="683" y="624"/>
                  <a:pt x="683" y="624"/>
                </a:cubicBezTo>
                <a:cubicBezTo>
                  <a:pt x="682" y="624"/>
                  <a:pt x="682" y="624"/>
                  <a:pt x="682" y="624"/>
                </a:cubicBezTo>
                <a:cubicBezTo>
                  <a:pt x="681" y="624"/>
                  <a:pt x="681" y="624"/>
                  <a:pt x="680" y="624"/>
                </a:cubicBezTo>
                <a:cubicBezTo>
                  <a:pt x="680" y="624"/>
                  <a:pt x="679" y="624"/>
                  <a:pt x="679" y="624"/>
                </a:cubicBezTo>
                <a:cubicBezTo>
                  <a:pt x="678" y="624"/>
                  <a:pt x="678" y="624"/>
                  <a:pt x="678" y="624"/>
                </a:cubicBezTo>
                <a:cubicBezTo>
                  <a:pt x="677" y="624"/>
                  <a:pt x="677" y="624"/>
                  <a:pt x="676" y="624"/>
                </a:cubicBezTo>
                <a:cubicBezTo>
                  <a:pt x="676" y="624"/>
                  <a:pt x="675" y="624"/>
                  <a:pt x="675" y="624"/>
                </a:cubicBezTo>
                <a:cubicBezTo>
                  <a:pt x="675" y="624"/>
                  <a:pt x="674" y="625"/>
                  <a:pt x="674" y="625"/>
                </a:cubicBezTo>
                <a:cubicBezTo>
                  <a:pt x="671" y="625"/>
                  <a:pt x="669" y="627"/>
                  <a:pt x="669" y="630"/>
                </a:cubicBezTo>
                <a:cubicBezTo>
                  <a:pt x="669" y="630"/>
                  <a:pt x="669" y="630"/>
                  <a:pt x="669" y="630"/>
                </a:cubicBezTo>
                <a:cubicBezTo>
                  <a:pt x="669" y="631"/>
                  <a:pt x="670" y="631"/>
                  <a:pt x="670" y="631"/>
                </a:cubicBezTo>
                <a:cubicBezTo>
                  <a:pt x="670" y="631"/>
                  <a:pt x="670" y="632"/>
                  <a:pt x="670" y="632"/>
                </a:cubicBezTo>
                <a:cubicBezTo>
                  <a:pt x="671" y="632"/>
                  <a:pt x="671" y="632"/>
                  <a:pt x="671" y="632"/>
                </a:cubicBezTo>
                <a:cubicBezTo>
                  <a:pt x="672" y="633"/>
                  <a:pt x="672" y="633"/>
                  <a:pt x="672" y="633"/>
                </a:cubicBezTo>
                <a:cubicBezTo>
                  <a:pt x="673" y="633"/>
                  <a:pt x="674" y="633"/>
                  <a:pt x="676" y="634"/>
                </a:cubicBezTo>
                <a:cubicBezTo>
                  <a:pt x="676" y="634"/>
                  <a:pt x="676" y="634"/>
                  <a:pt x="676" y="634"/>
                </a:cubicBezTo>
                <a:cubicBezTo>
                  <a:pt x="676" y="634"/>
                  <a:pt x="676" y="634"/>
                  <a:pt x="676" y="634"/>
                </a:cubicBezTo>
                <a:cubicBezTo>
                  <a:pt x="677" y="634"/>
                  <a:pt x="677" y="634"/>
                  <a:pt x="677" y="634"/>
                </a:cubicBezTo>
                <a:cubicBezTo>
                  <a:pt x="677" y="634"/>
                  <a:pt x="677" y="634"/>
                  <a:pt x="677" y="634"/>
                </a:cubicBezTo>
                <a:cubicBezTo>
                  <a:pt x="678" y="634"/>
                  <a:pt x="678" y="634"/>
                  <a:pt x="678" y="634"/>
                </a:cubicBezTo>
                <a:cubicBezTo>
                  <a:pt x="678" y="634"/>
                  <a:pt x="678" y="634"/>
                  <a:pt x="678" y="634"/>
                </a:cubicBezTo>
                <a:cubicBezTo>
                  <a:pt x="678" y="634"/>
                  <a:pt x="679" y="634"/>
                  <a:pt x="679" y="634"/>
                </a:cubicBezTo>
                <a:cubicBezTo>
                  <a:pt x="679" y="634"/>
                  <a:pt x="679" y="634"/>
                  <a:pt x="679" y="634"/>
                </a:cubicBezTo>
                <a:cubicBezTo>
                  <a:pt x="680" y="633"/>
                  <a:pt x="682" y="633"/>
                  <a:pt x="683" y="633"/>
                </a:cubicBezTo>
                <a:cubicBezTo>
                  <a:pt x="684" y="632"/>
                  <a:pt x="684" y="632"/>
                  <a:pt x="684" y="632"/>
                </a:cubicBezTo>
                <a:cubicBezTo>
                  <a:pt x="686" y="631"/>
                  <a:pt x="687" y="630"/>
                  <a:pt x="687" y="629"/>
                </a:cubicBezTo>
                <a:cubicBezTo>
                  <a:pt x="687" y="628"/>
                  <a:pt x="687" y="628"/>
                  <a:pt x="687" y="627"/>
                </a:cubicBezTo>
                <a:cubicBezTo>
                  <a:pt x="687" y="627"/>
                  <a:pt x="687" y="627"/>
                  <a:pt x="687" y="626"/>
                </a:cubicBezTo>
                <a:cubicBezTo>
                  <a:pt x="686" y="626"/>
                  <a:pt x="686" y="626"/>
                  <a:pt x="685" y="625"/>
                </a:cubicBezTo>
                <a:cubicBezTo>
                  <a:pt x="685" y="625"/>
                  <a:pt x="685" y="625"/>
                  <a:pt x="684" y="625"/>
                </a:cubicBezTo>
                <a:cubicBezTo>
                  <a:pt x="684" y="625"/>
                  <a:pt x="685" y="625"/>
                  <a:pt x="684" y="625"/>
                </a:cubicBezTo>
                <a:close/>
                <a:moveTo>
                  <a:pt x="2375" y="625"/>
                </a:moveTo>
                <a:cubicBezTo>
                  <a:pt x="2374" y="624"/>
                  <a:pt x="2373" y="624"/>
                  <a:pt x="2372" y="624"/>
                </a:cubicBezTo>
                <a:cubicBezTo>
                  <a:pt x="2372" y="624"/>
                  <a:pt x="2371" y="624"/>
                  <a:pt x="2371" y="624"/>
                </a:cubicBezTo>
                <a:cubicBezTo>
                  <a:pt x="2371" y="624"/>
                  <a:pt x="2371" y="624"/>
                  <a:pt x="2371" y="624"/>
                </a:cubicBezTo>
                <a:cubicBezTo>
                  <a:pt x="2371" y="624"/>
                  <a:pt x="2370" y="624"/>
                  <a:pt x="2370" y="624"/>
                </a:cubicBezTo>
                <a:cubicBezTo>
                  <a:pt x="2370" y="624"/>
                  <a:pt x="2370" y="624"/>
                  <a:pt x="2370" y="624"/>
                </a:cubicBezTo>
                <a:cubicBezTo>
                  <a:pt x="2369" y="624"/>
                  <a:pt x="2369" y="624"/>
                  <a:pt x="2368" y="624"/>
                </a:cubicBezTo>
                <a:cubicBezTo>
                  <a:pt x="2368" y="624"/>
                  <a:pt x="2368" y="624"/>
                  <a:pt x="2367" y="624"/>
                </a:cubicBezTo>
                <a:cubicBezTo>
                  <a:pt x="2367" y="624"/>
                  <a:pt x="2366" y="624"/>
                  <a:pt x="2366" y="624"/>
                </a:cubicBezTo>
                <a:cubicBezTo>
                  <a:pt x="2366" y="624"/>
                  <a:pt x="2365" y="625"/>
                  <a:pt x="2365" y="625"/>
                </a:cubicBezTo>
                <a:cubicBezTo>
                  <a:pt x="2364" y="625"/>
                  <a:pt x="2364" y="625"/>
                  <a:pt x="2364" y="625"/>
                </a:cubicBezTo>
                <a:cubicBezTo>
                  <a:pt x="2363" y="626"/>
                  <a:pt x="2363" y="626"/>
                  <a:pt x="2363" y="626"/>
                </a:cubicBezTo>
                <a:cubicBezTo>
                  <a:pt x="2362" y="627"/>
                  <a:pt x="2362" y="627"/>
                  <a:pt x="2362" y="627"/>
                </a:cubicBezTo>
                <a:cubicBezTo>
                  <a:pt x="2362" y="628"/>
                  <a:pt x="2362" y="628"/>
                  <a:pt x="2363" y="629"/>
                </a:cubicBezTo>
                <a:cubicBezTo>
                  <a:pt x="2363" y="630"/>
                  <a:pt x="2363" y="630"/>
                  <a:pt x="2363" y="630"/>
                </a:cubicBezTo>
                <a:cubicBezTo>
                  <a:pt x="2363" y="630"/>
                  <a:pt x="2363" y="630"/>
                  <a:pt x="2363" y="630"/>
                </a:cubicBezTo>
                <a:cubicBezTo>
                  <a:pt x="2364" y="631"/>
                  <a:pt x="2364" y="631"/>
                  <a:pt x="2364" y="631"/>
                </a:cubicBezTo>
                <a:cubicBezTo>
                  <a:pt x="2364" y="631"/>
                  <a:pt x="2365" y="632"/>
                  <a:pt x="2365" y="632"/>
                </a:cubicBezTo>
                <a:cubicBezTo>
                  <a:pt x="2365" y="632"/>
                  <a:pt x="2366" y="632"/>
                  <a:pt x="2366" y="632"/>
                </a:cubicBezTo>
                <a:cubicBezTo>
                  <a:pt x="2367" y="633"/>
                  <a:pt x="2367" y="633"/>
                  <a:pt x="2367" y="633"/>
                </a:cubicBezTo>
                <a:cubicBezTo>
                  <a:pt x="2369" y="633"/>
                  <a:pt x="2370" y="633"/>
                  <a:pt x="2371" y="634"/>
                </a:cubicBezTo>
                <a:cubicBezTo>
                  <a:pt x="2371" y="634"/>
                  <a:pt x="2371" y="634"/>
                  <a:pt x="2371" y="634"/>
                </a:cubicBezTo>
                <a:cubicBezTo>
                  <a:pt x="2372" y="634"/>
                  <a:pt x="2372" y="634"/>
                  <a:pt x="2372" y="634"/>
                </a:cubicBezTo>
                <a:cubicBezTo>
                  <a:pt x="2372" y="634"/>
                  <a:pt x="2372" y="634"/>
                  <a:pt x="2372" y="634"/>
                </a:cubicBezTo>
                <a:cubicBezTo>
                  <a:pt x="2373" y="634"/>
                  <a:pt x="2373" y="634"/>
                  <a:pt x="2373" y="634"/>
                </a:cubicBezTo>
                <a:cubicBezTo>
                  <a:pt x="2373" y="634"/>
                  <a:pt x="2373" y="634"/>
                  <a:pt x="2373" y="634"/>
                </a:cubicBezTo>
                <a:cubicBezTo>
                  <a:pt x="2373" y="634"/>
                  <a:pt x="2374" y="634"/>
                  <a:pt x="2374" y="634"/>
                </a:cubicBezTo>
                <a:cubicBezTo>
                  <a:pt x="2374" y="634"/>
                  <a:pt x="2374" y="634"/>
                  <a:pt x="2374" y="634"/>
                </a:cubicBezTo>
                <a:cubicBezTo>
                  <a:pt x="2374" y="634"/>
                  <a:pt x="2375" y="634"/>
                  <a:pt x="2375" y="634"/>
                </a:cubicBezTo>
                <a:cubicBezTo>
                  <a:pt x="2375" y="634"/>
                  <a:pt x="2375" y="634"/>
                  <a:pt x="2376" y="633"/>
                </a:cubicBezTo>
                <a:cubicBezTo>
                  <a:pt x="2376" y="633"/>
                  <a:pt x="2376" y="633"/>
                  <a:pt x="2376" y="633"/>
                </a:cubicBezTo>
                <a:cubicBezTo>
                  <a:pt x="2377" y="633"/>
                  <a:pt x="2377" y="633"/>
                  <a:pt x="2377" y="633"/>
                </a:cubicBezTo>
                <a:cubicBezTo>
                  <a:pt x="2377" y="633"/>
                  <a:pt x="2378" y="633"/>
                  <a:pt x="2378" y="633"/>
                </a:cubicBezTo>
                <a:cubicBezTo>
                  <a:pt x="2379" y="632"/>
                  <a:pt x="2379" y="632"/>
                  <a:pt x="2379" y="632"/>
                </a:cubicBezTo>
                <a:cubicBezTo>
                  <a:pt x="2380" y="631"/>
                  <a:pt x="2381" y="630"/>
                  <a:pt x="2380" y="629"/>
                </a:cubicBezTo>
                <a:cubicBezTo>
                  <a:pt x="2380" y="628"/>
                  <a:pt x="2380" y="628"/>
                  <a:pt x="2380" y="627"/>
                </a:cubicBezTo>
                <a:cubicBezTo>
                  <a:pt x="2379" y="627"/>
                  <a:pt x="2379" y="627"/>
                  <a:pt x="2379" y="626"/>
                </a:cubicBezTo>
                <a:cubicBezTo>
                  <a:pt x="2378" y="626"/>
                  <a:pt x="2378" y="626"/>
                  <a:pt x="2377" y="625"/>
                </a:cubicBezTo>
                <a:cubicBezTo>
                  <a:pt x="2377" y="625"/>
                  <a:pt x="2376" y="625"/>
                  <a:pt x="2375" y="625"/>
                </a:cubicBezTo>
                <a:cubicBezTo>
                  <a:pt x="2375" y="625"/>
                  <a:pt x="2376" y="625"/>
                  <a:pt x="2375" y="625"/>
                </a:cubicBezTo>
                <a:close/>
                <a:moveTo>
                  <a:pt x="2465" y="624"/>
                </a:moveTo>
                <a:cubicBezTo>
                  <a:pt x="2464" y="624"/>
                  <a:pt x="2462" y="624"/>
                  <a:pt x="2461" y="624"/>
                </a:cubicBezTo>
                <a:cubicBezTo>
                  <a:pt x="2461" y="624"/>
                  <a:pt x="2460" y="624"/>
                  <a:pt x="2460" y="624"/>
                </a:cubicBezTo>
                <a:cubicBezTo>
                  <a:pt x="2459" y="624"/>
                  <a:pt x="2459" y="624"/>
                  <a:pt x="2459" y="624"/>
                </a:cubicBezTo>
                <a:cubicBezTo>
                  <a:pt x="2458" y="624"/>
                  <a:pt x="2458" y="624"/>
                  <a:pt x="2457" y="624"/>
                </a:cubicBezTo>
                <a:cubicBezTo>
                  <a:pt x="2457" y="624"/>
                  <a:pt x="2457" y="625"/>
                  <a:pt x="2456" y="625"/>
                </a:cubicBezTo>
                <a:cubicBezTo>
                  <a:pt x="2456" y="625"/>
                  <a:pt x="2455" y="625"/>
                  <a:pt x="2455" y="625"/>
                </a:cubicBezTo>
                <a:cubicBezTo>
                  <a:pt x="2455" y="626"/>
                  <a:pt x="2454" y="626"/>
                  <a:pt x="2454" y="626"/>
                </a:cubicBezTo>
                <a:cubicBezTo>
                  <a:pt x="2454" y="627"/>
                  <a:pt x="2454" y="627"/>
                  <a:pt x="2454" y="627"/>
                </a:cubicBezTo>
                <a:cubicBezTo>
                  <a:pt x="2454" y="628"/>
                  <a:pt x="2454" y="628"/>
                  <a:pt x="2454" y="629"/>
                </a:cubicBezTo>
                <a:cubicBezTo>
                  <a:pt x="2454" y="630"/>
                  <a:pt x="2454" y="630"/>
                  <a:pt x="2454" y="630"/>
                </a:cubicBezTo>
                <a:cubicBezTo>
                  <a:pt x="2455" y="631"/>
                  <a:pt x="2456" y="632"/>
                  <a:pt x="2458" y="632"/>
                </a:cubicBezTo>
                <a:cubicBezTo>
                  <a:pt x="2459" y="633"/>
                  <a:pt x="2459" y="633"/>
                  <a:pt x="2459" y="633"/>
                </a:cubicBezTo>
                <a:cubicBezTo>
                  <a:pt x="2460" y="633"/>
                  <a:pt x="2461" y="633"/>
                  <a:pt x="2463" y="634"/>
                </a:cubicBezTo>
                <a:cubicBezTo>
                  <a:pt x="2463" y="634"/>
                  <a:pt x="2463" y="634"/>
                  <a:pt x="2463" y="634"/>
                </a:cubicBezTo>
                <a:cubicBezTo>
                  <a:pt x="2463" y="634"/>
                  <a:pt x="2463" y="634"/>
                  <a:pt x="2464" y="634"/>
                </a:cubicBezTo>
                <a:cubicBezTo>
                  <a:pt x="2464" y="634"/>
                  <a:pt x="2464" y="634"/>
                  <a:pt x="2464" y="634"/>
                </a:cubicBezTo>
                <a:cubicBezTo>
                  <a:pt x="2464" y="634"/>
                  <a:pt x="2464" y="634"/>
                  <a:pt x="2465" y="634"/>
                </a:cubicBezTo>
                <a:cubicBezTo>
                  <a:pt x="2465" y="634"/>
                  <a:pt x="2465" y="634"/>
                  <a:pt x="2465" y="634"/>
                </a:cubicBezTo>
                <a:cubicBezTo>
                  <a:pt x="2465" y="634"/>
                  <a:pt x="2465" y="634"/>
                  <a:pt x="2465" y="634"/>
                </a:cubicBezTo>
                <a:cubicBezTo>
                  <a:pt x="2466" y="634"/>
                  <a:pt x="2466" y="634"/>
                  <a:pt x="2466" y="634"/>
                </a:cubicBezTo>
                <a:cubicBezTo>
                  <a:pt x="2466" y="634"/>
                  <a:pt x="2466" y="634"/>
                  <a:pt x="2466" y="634"/>
                </a:cubicBezTo>
                <a:cubicBezTo>
                  <a:pt x="2466" y="634"/>
                  <a:pt x="2467" y="634"/>
                  <a:pt x="2467" y="634"/>
                </a:cubicBezTo>
                <a:cubicBezTo>
                  <a:pt x="2467" y="634"/>
                  <a:pt x="2467" y="634"/>
                  <a:pt x="2467" y="633"/>
                </a:cubicBezTo>
                <a:cubicBezTo>
                  <a:pt x="2467" y="633"/>
                  <a:pt x="2467" y="633"/>
                  <a:pt x="2468" y="633"/>
                </a:cubicBezTo>
                <a:cubicBezTo>
                  <a:pt x="2468" y="633"/>
                  <a:pt x="2468" y="633"/>
                  <a:pt x="2468" y="633"/>
                </a:cubicBezTo>
                <a:cubicBezTo>
                  <a:pt x="2469" y="633"/>
                  <a:pt x="2469" y="633"/>
                  <a:pt x="2469" y="633"/>
                </a:cubicBezTo>
                <a:cubicBezTo>
                  <a:pt x="2471" y="632"/>
                  <a:pt x="2471" y="632"/>
                  <a:pt x="2471" y="632"/>
                </a:cubicBezTo>
                <a:cubicBezTo>
                  <a:pt x="2472" y="631"/>
                  <a:pt x="2472" y="630"/>
                  <a:pt x="2472" y="629"/>
                </a:cubicBezTo>
                <a:cubicBezTo>
                  <a:pt x="2472" y="628"/>
                  <a:pt x="2472" y="628"/>
                  <a:pt x="2472" y="628"/>
                </a:cubicBezTo>
                <a:cubicBezTo>
                  <a:pt x="2471" y="627"/>
                  <a:pt x="2471" y="627"/>
                  <a:pt x="2471" y="627"/>
                </a:cubicBezTo>
                <a:cubicBezTo>
                  <a:pt x="2470" y="627"/>
                  <a:pt x="2470" y="626"/>
                  <a:pt x="2470" y="626"/>
                </a:cubicBezTo>
                <a:cubicBezTo>
                  <a:pt x="2469" y="626"/>
                  <a:pt x="2469" y="625"/>
                  <a:pt x="2468" y="625"/>
                </a:cubicBezTo>
                <a:cubicBezTo>
                  <a:pt x="2467" y="625"/>
                  <a:pt x="2467" y="625"/>
                  <a:pt x="2467" y="625"/>
                </a:cubicBezTo>
                <a:lnTo>
                  <a:pt x="2465" y="624"/>
                </a:lnTo>
                <a:close/>
                <a:moveTo>
                  <a:pt x="2421" y="625"/>
                </a:moveTo>
                <a:cubicBezTo>
                  <a:pt x="2421" y="625"/>
                  <a:pt x="2420" y="624"/>
                  <a:pt x="2420" y="624"/>
                </a:cubicBezTo>
                <a:cubicBezTo>
                  <a:pt x="2419" y="624"/>
                  <a:pt x="2419" y="624"/>
                  <a:pt x="2418" y="624"/>
                </a:cubicBezTo>
                <a:cubicBezTo>
                  <a:pt x="2418" y="624"/>
                  <a:pt x="2417" y="624"/>
                  <a:pt x="2417" y="624"/>
                </a:cubicBezTo>
                <a:cubicBezTo>
                  <a:pt x="2416" y="624"/>
                  <a:pt x="2416" y="624"/>
                  <a:pt x="2416" y="624"/>
                </a:cubicBezTo>
                <a:cubicBezTo>
                  <a:pt x="2415" y="624"/>
                  <a:pt x="2415" y="624"/>
                  <a:pt x="2414" y="624"/>
                </a:cubicBezTo>
                <a:cubicBezTo>
                  <a:pt x="2414" y="624"/>
                  <a:pt x="2413" y="624"/>
                  <a:pt x="2413" y="624"/>
                </a:cubicBezTo>
                <a:cubicBezTo>
                  <a:pt x="2412" y="624"/>
                  <a:pt x="2412" y="624"/>
                  <a:pt x="2412" y="624"/>
                </a:cubicBezTo>
                <a:cubicBezTo>
                  <a:pt x="2411" y="624"/>
                  <a:pt x="2411" y="625"/>
                  <a:pt x="2411" y="625"/>
                </a:cubicBezTo>
                <a:cubicBezTo>
                  <a:pt x="2408" y="626"/>
                  <a:pt x="2407" y="627"/>
                  <a:pt x="2408" y="629"/>
                </a:cubicBezTo>
                <a:cubicBezTo>
                  <a:pt x="2408" y="630"/>
                  <a:pt x="2408" y="630"/>
                  <a:pt x="2408" y="630"/>
                </a:cubicBezTo>
                <a:cubicBezTo>
                  <a:pt x="2409" y="630"/>
                  <a:pt x="2409" y="630"/>
                  <a:pt x="2409" y="630"/>
                </a:cubicBezTo>
                <a:cubicBezTo>
                  <a:pt x="2409" y="631"/>
                  <a:pt x="2410" y="631"/>
                  <a:pt x="2410" y="631"/>
                </a:cubicBezTo>
                <a:cubicBezTo>
                  <a:pt x="2410" y="631"/>
                  <a:pt x="2410" y="632"/>
                  <a:pt x="2411" y="632"/>
                </a:cubicBezTo>
                <a:cubicBezTo>
                  <a:pt x="2411" y="632"/>
                  <a:pt x="2411" y="632"/>
                  <a:pt x="2412" y="632"/>
                </a:cubicBezTo>
                <a:cubicBezTo>
                  <a:pt x="2413" y="633"/>
                  <a:pt x="2413" y="633"/>
                  <a:pt x="2413" y="633"/>
                </a:cubicBezTo>
                <a:cubicBezTo>
                  <a:pt x="2414" y="633"/>
                  <a:pt x="2416" y="633"/>
                  <a:pt x="2417" y="634"/>
                </a:cubicBezTo>
                <a:cubicBezTo>
                  <a:pt x="2417" y="634"/>
                  <a:pt x="2417" y="634"/>
                  <a:pt x="2417" y="634"/>
                </a:cubicBezTo>
                <a:cubicBezTo>
                  <a:pt x="2417" y="634"/>
                  <a:pt x="2418" y="634"/>
                  <a:pt x="2418" y="634"/>
                </a:cubicBezTo>
                <a:cubicBezTo>
                  <a:pt x="2418" y="634"/>
                  <a:pt x="2418" y="634"/>
                  <a:pt x="2418" y="634"/>
                </a:cubicBezTo>
                <a:cubicBezTo>
                  <a:pt x="2418" y="634"/>
                  <a:pt x="2419" y="634"/>
                  <a:pt x="2419" y="634"/>
                </a:cubicBezTo>
                <a:cubicBezTo>
                  <a:pt x="2419" y="634"/>
                  <a:pt x="2419" y="634"/>
                  <a:pt x="2419" y="634"/>
                </a:cubicBezTo>
                <a:cubicBezTo>
                  <a:pt x="2419" y="634"/>
                  <a:pt x="2419" y="634"/>
                  <a:pt x="2420" y="634"/>
                </a:cubicBezTo>
                <a:cubicBezTo>
                  <a:pt x="2420" y="634"/>
                  <a:pt x="2420" y="634"/>
                  <a:pt x="2420" y="634"/>
                </a:cubicBezTo>
                <a:cubicBezTo>
                  <a:pt x="2420" y="634"/>
                  <a:pt x="2420" y="634"/>
                  <a:pt x="2421" y="634"/>
                </a:cubicBezTo>
                <a:cubicBezTo>
                  <a:pt x="2421" y="634"/>
                  <a:pt x="2421" y="634"/>
                  <a:pt x="2421" y="633"/>
                </a:cubicBezTo>
                <a:cubicBezTo>
                  <a:pt x="2422" y="633"/>
                  <a:pt x="2422" y="633"/>
                  <a:pt x="2422" y="633"/>
                </a:cubicBezTo>
                <a:cubicBezTo>
                  <a:pt x="2422" y="633"/>
                  <a:pt x="2423" y="633"/>
                  <a:pt x="2423" y="633"/>
                </a:cubicBezTo>
                <a:cubicBezTo>
                  <a:pt x="2423" y="633"/>
                  <a:pt x="2423" y="633"/>
                  <a:pt x="2424" y="633"/>
                </a:cubicBezTo>
                <a:cubicBezTo>
                  <a:pt x="2425" y="632"/>
                  <a:pt x="2425" y="632"/>
                  <a:pt x="2425" y="632"/>
                </a:cubicBezTo>
                <a:cubicBezTo>
                  <a:pt x="2426" y="631"/>
                  <a:pt x="2426" y="630"/>
                  <a:pt x="2426" y="629"/>
                </a:cubicBezTo>
                <a:cubicBezTo>
                  <a:pt x="2426" y="628"/>
                  <a:pt x="2426" y="628"/>
                  <a:pt x="2426" y="627"/>
                </a:cubicBezTo>
                <a:cubicBezTo>
                  <a:pt x="2425" y="627"/>
                  <a:pt x="2425" y="627"/>
                  <a:pt x="2424" y="626"/>
                </a:cubicBezTo>
                <a:cubicBezTo>
                  <a:pt x="2424" y="626"/>
                  <a:pt x="2423" y="626"/>
                  <a:pt x="2423" y="625"/>
                </a:cubicBezTo>
                <a:cubicBezTo>
                  <a:pt x="2422" y="625"/>
                  <a:pt x="2422" y="625"/>
                  <a:pt x="2421" y="625"/>
                </a:cubicBezTo>
                <a:cubicBezTo>
                  <a:pt x="2421" y="625"/>
                  <a:pt x="2422" y="625"/>
                  <a:pt x="2421" y="625"/>
                </a:cubicBezTo>
                <a:close/>
                <a:moveTo>
                  <a:pt x="2192" y="625"/>
                </a:moveTo>
                <a:cubicBezTo>
                  <a:pt x="2191" y="624"/>
                  <a:pt x="2190" y="624"/>
                  <a:pt x="2189" y="624"/>
                </a:cubicBezTo>
                <a:cubicBezTo>
                  <a:pt x="2189" y="624"/>
                  <a:pt x="2189" y="624"/>
                  <a:pt x="2188" y="624"/>
                </a:cubicBezTo>
                <a:cubicBezTo>
                  <a:pt x="2188" y="624"/>
                  <a:pt x="2188" y="624"/>
                  <a:pt x="2188" y="624"/>
                </a:cubicBezTo>
                <a:cubicBezTo>
                  <a:pt x="2188" y="624"/>
                  <a:pt x="2188" y="624"/>
                  <a:pt x="2187" y="624"/>
                </a:cubicBezTo>
                <a:cubicBezTo>
                  <a:pt x="2187" y="624"/>
                  <a:pt x="2187" y="624"/>
                  <a:pt x="2187" y="624"/>
                </a:cubicBezTo>
                <a:cubicBezTo>
                  <a:pt x="2187" y="624"/>
                  <a:pt x="2186" y="624"/>
                  <a:pt x="2186" y="624"/>
                </a:cubicBezTo>
                <a:cubicBezTo>
                  <a:pt x="2185" y="624"/>
                  <a:pt x="2185" y="624"/>
                  <a:pt x="2184" y="624"/>
                </a:cubicBezTo>
                <a:cubicBezTo>
                  <a:pt x="2184" y="624"/>
                  <a:pt x="2184" y="624"/>
                  <a:pt x="2183" y="624"/>
                </a:cubicBezTo>
                <a:cubicBezTo>
                  <a:pt x="2183" y="624"/>
                  <a:pt x="2182" y="625"/>
                  <a:pt x="2182" y="625"/>
                </a:cubicBezTo>
                <a:cubicBezTo>
                  <a:pt x="2182" y="625"/>
                  <a:pt x="2181" y="625"/>
                  <a:pt x="2181" y="625"/>
                </a:cubicBezTo>
                <a:cubicBezTo>
                  <a:pt x="2180" y="626"/>
                  <a:pt x="2180" y="626"/>
                  <a:pt x="2180" y="626"/>
                </a:cubicBezTo>
                <a:cubicBezTo>
                  <a:pt x="2179" y="627"/>
                  <a:pt x="2179" y="627"/>
                  <a:pt x="2179" y="627"/>
                </a:cubicBezTo>
                <a:cubicBezTo>
                  <a:pt x="2179" y="628"/>
                  <a:pt x="2179" y="628"/>
                  <a:pt x="2179" y="629"/>
                </a:cubicBezTo>
                <a:cubicBezTo>
                  <a:pt x="2179" y="629"/>
                  <a:pt x="2179" y="629"/>
                  <a:pt x="2179" y="629"/>
                </a:cubicBezTo>
                <a:cubicBezTo>
                  <a:pt x="2180" y="630"/>
                  <a:pt x="2180" y="630"/>
                  <a:pt x="2180" y="630"/>
                </a:cubicBezTo>
                <a:cubicBezTo>
                  <a:pt x="2180" y="630"/>
                  <a:pt x="2180" y="630"/>
                  <a:pt x="2180" y="630"/>
                </a:cubicBezTo>
                <a:cubicBezTo>
                  <a:pt x="2180" y="631"/>
                  <a:pt x="2181" y="631"/>
                  <a:pt x="2181" y="631"/>
                </a:cubicBezTo>
                <a:cubicBezTo>
                  <a:pt x="2181" y="631"/>
                  <a:pt x="2181" y="632"/>
                  <a:pt x="2182" y="632"/>
                </a:cubicBezTo>
                <a:cubicBezTo>
                  <a:pt x="2182" y="632"/>
                  <a:pt x="2182" y="632"/>
                  <a:pt x="2183" y="632"/>
                </a:cubicBezTo>
                <a:cubicBezTo>
                  <a:pt x="2184" y="633"/>
                  <a:pt x="2184" y="633"/>
                  <a:pt x="2184" y="633"/>
                </a:cubicBezTo>
                <a:cubicBezTo>
                  <a:pt x="2185" y="633"/>
                  <a:pt x="2187" y="633"/>
                  <a:pt x="2188" y="634"/>
                </a:cubicBezTo>
                <a:cubicBezTo>
                  <a:pt x="2188" y="634"/>
                  <a:pt x="2188" y="634"/>
                  <a:pt x="2188" y="634"/>
                </a:cubicBezTo>
                <a:cubicBezTo>
                  <a:pt x="2188" y="634"/>
                  <a:pt x="2188" y="634"/>
                  <a:pt x="2189" y="634"/>
                </a:cubicBezTo>
                <a:cubicBezTo>
                  <a:pt x="2189" y="634"/>
                  <a:pt x="2189" y="634"/>
                  <a:pt x="2189" y="634"/>
                </a:cubicBezTo>
                <a:cubicBezTo>
                  <a:pt x="2189" y="634"/>
                  <a:pt x="2189" y="634"/>
                  <a:pt x="2190" y="634"/>
                </a:cubicBezTo>
                <a:cubicBezTo>
                  <a:pt x="2190" y="634"/>
                  <a:pt x="2190" y="634"/>
                  <a:pt x="2190" y="634"/>
                </a:cubicBezTo>
                <a:cubicBezTo>
                  <a:pt x="2190" y="634"/>
                  <a:pt x="2190" y="634"/>
                  <a:pt x="2191" y="634"/>
                </a:cubicBezTo>
                <a:cubicBezTo>
                  <a:pt x="2191" y="634"/>
                  <a:pt x="2191" y="634"/>
                  <a:pt x="2191" y="634"/>
                </a:cubicBezTo>
                <a:cubicBezTo>
                  <a:pt x="2191" y="634"/>
                  <a:pt x="2191" y="634"/>
                  <a:pt x="2191" y="634"/>
                </a:cubicBezTo>
                <a:cubicBezTo>
                  <a:pt x="2192" y="634"/>
                  <a:pt x="2192" y="634"/>
                  <a:pt x="2192" y="633"/>
                </a:cubicBezTo>
                <a:cubicBezTo>
                  <a:pt x="2193" y="633"/>
                  <a:pt x="2193" y="633"/>
                  <a:pt x="2193" y="633"/>
                </a:cubicBezTo>
                <a:cubicBezTo>
                  <a:pt x="2193" y="633"/>
                  <a:pt x="2194" y="633"/>
                  <a:pt x="2194" y="633"/>
                </a:cubicBezTo>
                <a:cubicBezTo>
                  <a:pt x="2194" y="633"/>
                  <a:pt x="2194" y="633"/>
                  <a:pt x="2194" y="633"/>
                </a:cubicBezTo>
                <a:cubicBezTo>
                  <a:pt x="2196" y="632"/>
                  <a:pt x="2196" y="632"/>
                  <a:pt x="2196" y="632"/>
                </a:cubicBezTo>
                <a:cubicBezTo>
                  <a:pt x="2197" y="631"/>
                  <a:pt x="2198" y="630"/>
                  <a:pt x="2197" y="629"/>
                </a:cubicBezTo>
                <a:cubicBezTo>
                  <a:pt x="2197" y="628"/>
                  <a:pt x="2197" y="628"/>
                  <a:pt x="2197" y="627"/>
                </a:cubicBezTo>
                <a:cubicBezTo>
                  <a:pt x="2197" y="627"/>
                  <a:pt x="2196" y="627"/>
                  <a:pt x="2196" y="626"/>
                </a:cubicBezTo>
                <a:cubicBezTo>
                  <a:pt x="2195" y="626"/>
                  <a:pt x="2195" y="626"/>
                  <a:pt x="2194" y="625"/>
                </a:cubicBezTo>
                <a:cubicBezTo>
                  <a:pt x="2194" y="625"/>
                  <a:pt x="2193" y="625"/>
                  <a:pt x="2192" y="625"/>
                </a:cubicBezTo>
                <a:cubicBezTo>
                  <a:pt x="2192" y="625"/>
                  <a:pt x="2193" y="625"/>
                  <a:pt x="2192" y="625"/>
                </a:cubicBezTo>
                <a:close/>
                <a:moveTo>
                  <a:pt x="2329" y="625"/>
                </a:moveTo>
                <a:cubicBezTo>
                  <a:pt x="2328" y="624"/>
                  <a:pt x="2326" y="624"/>
                  <a:pt x="2324" y="624"/>
                </a:cubicBezTo>
                <a:cubicBezTo>
                  <a:pt x="2324" y="624"/>
                  <a:pt x="2323" y="624"/>
                  <a:pt x="2323" y="624"/>
                </a:cubicBezTo>
                <a:cubicBezTo>
                  <a:pt x="2322" y="624"/>
                  <a:pt x="2322" y="624"/>
                  <a:pt x="2321" y="624"/>
                </a:cubicBezTo>
                <a:cubicBezTo>
                  <a:pt x="2321" y="624"/>
                  <a:pt x="2321" y="624"/>
                  <a:pt x="2320" y="624"/>
                </a:cubicBezTo>
                <a:cubicBezTo>
                  <a:pt x="2320" y="624"/>
                  <a:pt x="2320" y="625"/>
                  <a:pt x="2319" y="625"/>
                </a:cubicBezTo>
                <a:cubicBezTo>
                  <a:pt x="2319" y="625"/>
                  <a:pt x="2318" y="625"/>
                  <a:pt x="2318" y="625"/>
                </a:cubicBezTo>
                <a:cubicBezTo>
                  <a:pt x="2317" y="626"/>
                  <a:pt x="2317" y="626"/>
                  <a:pt x="2317" y="626"/>
                </a:cubicBezTo>
                <a:cubicBezTo>
                  <a:pt x="2317" y="627"/>
                  <a:pt x="2316" y="627"/>
                  <a:pt x="2316" y="627"/>
                </a:cubicBezTo>
                <a:cubicBezTo>
                  <a:pt x="2316" y="628"/>
                  <a:pt x="2316" y="628"/>
                  <a:pt x="2317" y="629"/>
                </a:cubicBezTo>
                <a:cubicBezTo>
                  <a:pt x="2317" y="629"/>
                  <a:pt x="2317" y="629"/>
                  <a:pt x="2317" y="629"/>
                </a:cubicBezTo>
                <a:cubicBezTo>
                  <a:pt x="2317" y="630"/>
                  <a:pt x="2317" y="630"/>
                  <a:pt x="2317" y="630"/>
                </a:cubicBezTo>
                <a:cubicBezTo>
                  <a:pt x="2318" y="631"/>
                  <a:pt x="2319" y="632"/>
                  <a:pt x="2320" y="632"/>
                </a:cubicBezTo>
                <a:cubicBezTo>
                  <a:pt x="2322" y="633"/>
                  <a:pt x="2322" y="633"/>
                  <a:pt x="2322" y="633"/>
                </a:cubicBezTo>
                <a:cubicBezTo>
                  <a:pt x="2323" y="633"/>
                  <a:pt x="2324" y="633"/>
                  <a:pt x="2325" y="634"/>
                </a:cubicBezTo>
                <a:cubicBezTo>
                  <a:pt x="2325" y="634"/>
                  <a:pt x="2325" y="634"/>
                  <a:pt x="2326" y="634"/>
                </a:cubicBezTo>
                <a:cubicBezTo>
                  <a:pt x="2326" y="634"/>
                  <a:pt x="2326" y="634"/>
                  <a:pt x="2326" y="634"/>
                </a:cubicBezTo>
                <a:cubicBezTo>
                  <a:pt x="2326" y="634"/>
                  <a:pt x="2326" y="634"/>
                  <a:pt x="2327" y="634"/>
                </a:cubicBezTo>
                <a:cubicBezTo>
                  <a:pt x="2327" y="634"/>
                  <a:pt x="2327" y="634"/>
                  <a:pt x="2327" y="634"/>
                </a:cubicBezTo>
                <a:cubicBezTo>
                  <a:pt x="2327" y="634"/>
                  <a:pt x="2327" y="634"/>
                  <a:pt x="2328" y="634"/>
                </a:cubicBezTo>
                <a:cubicBezTo>
                  <a:pt x="2328" y="634"/>
                  <a:pt x="2328" y="634"/>
                  <a:pt x="2328" y="634"/>
                </a:cubicBezTo>
                <a:cubicBezTo>
                  <a:pt x="2328" y="634"/>
                  <a:pt x="2328" y="634"/>
                  <a:pt x="2328" y="634"/>
                </a:cubicBezTo>
                <a:cubicBezTo>
                  <a:pt x="2329" y="634"/>
                  <a:pt x="2329" y="634"/>
                  <a:pt x="2329" y="634"/>
                </a:cubicBezTo>
                <a:cubicBezTo>
                  <a:pt x="2329" y="634"/>
                  <a:pt x="2329" y="634"/>
                  <a:pt x="2330" y="633"/>
                </a:cubicBezTo>
                <a:cubicBezTo>
                  <a:pt x="2330" y="633"/>
                  <a:pt x="2330" y="633"/>
                  <a:pt x="2331" y="633"/>
                </a:cubicBezTo>
                <a:cubicBezTo>
                  <a:pt x="2331" y="633"/>
                  <a:pt x="2331" y="633"/>
                  <a:pt x="2331" y="633"/>
                </a:cubicBezTo>
                <a:cubicBezTo>
                  <a:pt x="2331" y="633"/>
                  <a:pt x="2332" y="633"/>
                  <a:pt x="2332" y="633"/>
                </a:cubicBezTo>
                <a:cubicBezTo>
                  <a:pt x="2333" y="632"/>
                  <a:pt x="2333" y="632"/>
                  <a:pt x="2333" y="632"/>
                </a:cubicBezTo>
                <a:cubicBezTo>
                  <a:pt x="2334" y="631"/>
                  <a:pt x="2335" y="630"/>
                  <a:pt x="2335" y="629"/>
                </a:cubicBezTo>
                <a:cubicBezTo>
                  <a:pt x="2335" y="628"/>
                  <a:pt x="2334" y="628"/>
                  <a:pt x="2334" y="627"/>
                </a:cubicBezTo>
                <a:cubicBezTo>
                  <a:pt x="2334" y="627"/>
                  <a:pt x="2333" y="627"/>
                  <a:pt x="2333" y="626"/>
                </a:cubicBezTo>
                <a:cubicBezTo>
                  <a:pt x="2332" y="626"/>
                  <a:pt x="2332" y="626"/>
                  <a:pt x="2331" y="625"/>
                </a:cubicBezTo>
                <a:cubicBezTo>
                  <a:pt x="2331" y="625"/>
                  <a:pt x="2330" y="625"/>
                  <a:pt x="2329" y="625"/>
                </a:cubicBezTo>
                <a:cubicBezTo>
                  <a:pt x="2329" y="625"/>
                  <a:pt x="2330" y="625"/>
                  <a:pt x="2329" y="625"/>
                </a:cubicBezTo>
                <a:close/>
                <a:moveTo>
                  <a:pt x="2284" y="625"/>
                </a:moveTo>
                <a:cubicBezTo>
                  <a:pt x="2283" y="624"/>
                  <a:pt x="2281" y="624"/>
                  <a:pt x="2280" y="624"/>
                </a:cubicBezTo>
                <a:cubicBezTo>
                  <a:pt x="2280" y="624"/>
                  <a:pt x="2280" y="624"/>
                  <a:pt x="2280" y="624"/>
                </a:cubicBezTo>
                <a:cubicBezTo>
                  <a:pt x="2280" y="624"/>
                  <a:pt x="2280" y="624"/>
                  <a:pt x="2279" y="624"/>
                </a:cubicBezTo>
                <a:cubicBezTo>
                  <a:pt x="2279" y="624"/>
                  <a:pt x="2279" y="624"/>
                  <a:pt x="2279" y="624"/>
                </a:cubicBezTo>
                <a:cubicBezTo>
                  <a:pt x="2279" y="624"/>
                  <a:pt x="2279" y="624"/>
                  <a:pt x="2278" y="624"/>
                </a:cubicBezTo>
                <a:cubicBezTo>
                  <a:pt x="2278" y="624"/>
                  <a:pt x="2277" y="624"/>
                  <a:pt x="2277" y="624"/>
                </a:cubicBezTo>
                <a:cubicBezTo>
                  <a:pt x="2277" y="624"/>
                  <a:pt x="2276" y="624"/>
                  <a:pt x="2276" y="624"/>
                </a:cubicBezTo>
                <a:cubicBezTo>
                  <a:pt x="2275" y="624"/>
                  <a:pt x="2275" y="624"/>
                  <a:pt x="2275" y="624"/>
                </a:cubicBezTo>
                <a:cubicBezTo>
                  <a:pt x="2274" y="624"/>
                  <a:pt x="2274" y="625"/>
                  <a:pt x="2274" y="625"/>
                </a:cubicBezTo>
                <a:cubicBezTo>
                  <a:pt x="2271" y="626"/>
                  <a:pt x="2270" y="627"/>
                  <a:pt x="2271" y="629"/>
                </a:cubicBezTo>
                <a:cubicBezTo>
                  <a:pt x="2271" y="630"/>
                  <a:pt x="2271" y="630"/>
                  <a:pt x="2271" y="630"/>
                </a:cubicBezTo>
                <a:cubicBezTo>
                  <a:pt x="2271" y="630"/>
                  <a:pt x="2271" y="630"/>
                  <a:pt x="2272" y="630"/>
                </a:cubicBezTo>
                <a:cubicBezTo>
                  <a:pt x="2272" y="631"/>
                  <a:pt x="2272" y="631"/>
                  <a:pt x="2272" y="631"/>
                </a:cubicBezTo>
                <a:cubicBezTo>
                  <a:pt x="2273" y="631"/>
                  <a:pt x="2273" y="632"/>
                  <a:pt x="2273" y="632"/>
                </a:cubicBezTo>
                <a:cubicBezTo>
                  <a:pt x="2274" y="632"/>
                  <a:pt x="2274" y="632"/>
                  <a:pt x="2274" y="632"/>
                </a:cubicBezTo>
                <a:cubicBezTo>
                  <a:pt x="2276" y="633"/>
                  <a:pt x="2276" y="633"/>
                  <a:pt x="2276" y="633"/>
                </a:cubicBezTo>
                <a:cubicBezTo>
                  <a:pt x="2277" y="633"/>
                  <a:pt x="2278" y="633"/>
                  <a:pt x="2279" y="634"/>
                </a:cubicBezTo>
                <a:cubicBezTo>
                  <a:pt x="2280" y="634"/>
                  <a:pt x="2280" y="634"/>
                  <a:pt x="2280" y="634"/>
                </a:cubicBezTo>
                <a:cubicBezTo>
                  <a:pt x="2280" y="634"/>
                  <a:pt x="2280" y="634"/>
                  <a:pt x="2280" y="634"/>
                </a:cubicBezTo>
                <a:cubicBezTo>
                  <a:pt x="2280" y="634"/>
                  <a:pt x="2281" y="634"/>
                  <a:pt x="2281" y="634"/>
                </a:cubicBezTo>
                <a:cubicBezTo>
                  <a:pt x="2281" y="634"/>
                  <a:pt x="2281" y="634"/>
                  <a:pt x="2281" y="634"/>
                </a:cubicBezTo>
                <a:cubicBezTo>
                  <a:pt x="2281" y="634"/>
                  <a:pt x="2282" y="634"/>
                  <a:pt x="2282" y="634"/>
                </a:cubicBezTo>
                <a:cubicBezTo>
                  <a:pt x="2282" y="634"/>
                  <a:pt x="2282" y="634"/>
                  <a:pt x="2282" y="634"/>
                </a:cubicBezTo>
                <a:cubicBezTo>
                  <a:pt x="2282" y="634"/>
                  <a:pt x="2282" y="634"/>
                  <a:pt x="2283" y="634"/>
                </a:cubicBezTo>
                <a:cubicBezTo>
                  <a:pt x="2283" y="634"/>
                  <a:pt x="2283" y="634"/>
                  <a:pt x="2283" y="634"/>
                </a:cubicBezTo>
                <a:cubicBezTo>
                  <a:pt x="2283" y="634"/>
                  <a:pt x="2284" y="634"/>
                  <a:pt x="2284" y="633"/>
                </a:cubicBezTo>
                <a:cubicBezTo>
                  <a:pt x="2284" y="633"/>
                  <a:pt x="2284" y="633"/>
                  <a:pt x="2285" y="633"/>
                </a:cubicBezTo>
                <a:cubicBezTo>
                  <a:pt x="2285" y="633"/>
                  <a:pt x="2285" y="633"/>
                  <a:pt x="2285" y="633"/>
                </a:cubicBezTo>
                <a:cubicBezTo>
                  <a:pt x="2286" y="633"/>
                  <a:pt x="2286" y="633"/>
                  <a:pt x="2286" y="633"/>
                </a:cubicBezTo>
                <a:cubicBezTo>
                  <a:pt x="2287" y="632"/>
                  <a:pt x="2287" y="632"/>
                  <a:pt x="2287" y="632"/>
                </a:cubicBezTo>
                <a:cubicBezTo>
                  <a:pt x="2289" y="631"/>
                  <a:pt x="2289" y="630"/>
                  <a:pt x="2289" y="629"/>
                </a:cubicBezTo>
                <a:cubicBezTo>
                  <a:pt x="2289" y="628"/>
                  <a:pt x="2289" y="628"/>
                  <a:pt x="2288" y="627"/>
                </a:cubicBezTo>
                <a:cubicBezTo>
                  <a:pt x="2288" y="627"/>
                  <a:pt x="2288" y="627"/>
                  <a:pt x="2287" y="626"/>
                </a:cubicBezTo>
                <a:cubicBezTo>
                  <a:pt x="2287" y="626"/>
                  <a:pt x="2286" y="626"/>
                  <a:pt x="2286" y="625"/>
                </a:cubicBezTo>
                <a:cubicBezTo>
                  <a:pt x="2285" y="625"/>
                  <a:pt x="2284" y="625"/>
                  <a:pt x="2284" y="625"/>
                </a:cubicBezTo>
                <a:cubicBezTo>
                  <a:pt x="2284" y="625"/>
                  <a:pt x="2284" y="625"/>
                  <a:pt x="2284" y="625"/>
                </a:cubicBezTo>
                <a:close/>
                <a:moveTo>
                  <a:pt x="2238" y="625"/>
                </a:moveTo>
                <a:cubicBezTo>
                  <a:pt x="2238" y="625"/>
                  <a:pt x="2237" y="624"/>
                  <a:pt x="2237" y="624"/>
                </a:cubicBezTo>
                <a:cubicBezTo>
                  <a:pt x="2236" y="624"/>
                  <a:pt x="2236" y="624"/>
                  <a:pt x="2235" y="624"/>
                </a:cubicBezTo>
                <a:cubicBezTo>
                  <a:pt x="2235" y="624"/>
                  <a:pt x="2235" y="624"/>
                  <a:pt x="2234" y="624"/>
                </a:cubicBezTo>
                <a:cubicBezTo>
                  <a:pt x="2234" y="624"/>
                  <a:pt x="2233" y="624"/>
                  <a:pt x="2233" y="624"/>
                </a:cubicBezTo>
                <a:cubicBezTo>
                  <a:pt x="2232" y="624"/>
                  <a:pt x="2232" y="624"/>
                  <a:pt x="2231" y="624"/>
                </a:cubicBezTo>
                <a:cubicBezTo>
                  <a:pt x="2231" y="624"/>
                  <a:pt x="2230" y="624"/>
                  <a:pt x="2230" y="624"/>
                </a:cubicBezTo>
                <a:cubicBezTo>
                  <a:pt x="2230" y="624"/>
                  <a:pt x="2229" y="624"/>
                  <a:pt x="2229" y="624"/>
                </a:cubicBezTo>
                <a:cubicBezTo>
                  <a:pt x="2229" y="624"/>
                  <a:pt x="2228" y="625"/>
                  <a:pt x="2228" y="625"/>
                </a:cubicBezTo>
                <a:cubicBezTo>
                  <a:pt x="2226" y="626"/>
                  <a:pt x="2224" y="627"/>
                  <a:pt x="2225" y="629"/>
                </a:cubicBezTo>
                <a:cubicBezTo>
                  <a:pt x="2225" y="630"/>
                  <a:pt x="2225" y="630"/>
                  <a:pt x="2225" y="630"/>
                </a:cubicBezTo>
                <a:cubicBezTo>
                  <a:pt x="2226" y="630"/>
                  <a:pt x="2226" y="630"/>
                  <a:pt x="2226" y="630"/>
                </a:cubicBezTo>
                <a:cubicBezTo>
                  <a:pt x="2226" y="631"/>
                  <a:pt x="2226" y="631"/>
                  <a:pt x="2227" y="631"/>
                </a:cubicBezTo>
                <a:cubicBezTo>
                  <a:pt x="2227" y="631"/>
                  <a:pt x="2227" y="632"/>
                  <a:pt x="2228" y="632"/>
                </a:cubicBezTo>
                <a:cubicBezTo>
                  <a:pt x="2228" y="632"/>
                  <a:pt x="2228" y="632"/>
                  <a:pt x="2229" y="632"/>
                </a:cubicBezTo>
                <a:cubicBezTo>
                  <a:pt x="2230" y="633"/>
                  <a:pt x="2230" y="633"/>
                  <a:pt x="2230" y="633"/>
                </a:cubicBezTo>
                <a:cubicBezTo>
                  <a:pt x="2231" y="633"/>
                  <a:pt x="2232" y="633"/>
                  <a:pt x="2234" y="634"/>
                </a:cubicBezTo>
                <a:cubicBezTo>
                  <a:pt x="2234" y="634"/>
                  <a:pt x="2234" y="634"/>
                  <a:pt x="2234" y="634"/>
                </a:cubicBezTo>
                <a:cubicBezTo>
                  <a:pt x="2234" y="634"/>
                  <a:pt x="2234" y="634"/>
                  <a:pt x="2234" y="634"/>
                </a:cubicBezTo>
                <a:cubicBezTo>
                  <a:pt x="2235" y="634"/>
                  <a:pt x="2235" y="634"/>
                  <a:pt x="2235" y="634"/>
                </a:cubicBezTo>
                <a:cubicBezTo>
                  <a:pt x="2235" y="634"/>
                  <a:pt x="2235" y="634"/>
                  <a:pt x="2235" y="634"/>
                </a:cubicBezTo>
                <a:cubicBezTo>
                  <a:pt x="2236" y="634"/>
                  <a:pt x="2236" y="634"/>
                  <a:pt x="2236" y="634"/>
                </a:cubicBezTo>
                <a:cubicBezTo>
                  <a:pt x="2236" y="634"/>
                  <a:pt x="2236" y="634"/>
                  <a:pt x="2236" y="634"/>
                </a:cubicBezTo>
                <a:cubicBezTo>
                  <a:pt x="2237" y="634"/>
                  <a:pt x="2237" y="634"/>
                  <a:pt x="2237" y="634"/>
                </a:cubicBezTo>
                <a:cubicBezTo>
                  <a:pt x="2237" y="634"/>
                  <a:pt x="2237" y="634"/>
                  <a:pt x="2237" y="634"/>
                </a:cubicBezTo>
                <a:cubicBezTo>
                  <a:pt x="2238" y="634"/>
                  <a:pt x="2238" y="634"/>
                  <a:pt x="2238" y="633"/>
                </a:cubicBezTo>
                <a:cubicBezTo>
                  <a:pt x="2238" y="633"/>
                  <a:pt x="2239" y="633"/>
                  <a:pt x="2239" y="633"/>
                </a:cubicBezTo>
                <a:cubicBezTo>
                  <a:pt x="2239" y="633"/>
                  <a:pt x="2239" y="633"/>
                  <a:pt x="2240" y="633"/>
                </a:cubicBezTo>
                <a:cubicBezTo>
                  <a:pt x="2240" y="633"/>
                  <a:pt x="2240" y="633"/>
                  <a:pt x="2240" y="633"/>
                </a:cubicBezTo>
                <a:cubicBezTo>
                  <a:pt x="2241" y="632"/>
                  <a:pt x="2241" y="632"/>
                  <a:pt x="2241" y="632"/>
                </a:cubicBezTo>
                <a:cubicBezTo>
                  <a:pt x="2243" y="631"/>
                  <a:pt x="2243" y="630"/>
                  <a:pt x="2243" y="629"/>
                </a:cubicBezTo>
                <a:cubicBezTo>
                  <a:pt x="2243" y="628"/>
                  <a:pt x="2243" y="628"/>
                  <a:pt x="2243" y="627"/>
                </a:cubicBezTo>
                <a:cubicBezTo>
                  <a:pt x="2242" y="627"/>
                  <a:pt x="2242" y="627"/>
                  <a:pt x="2241" y="626"/>
                </a:cubicBezTo>
                <a:cubicBezTo>
                  <a:pt x="2241" y="626"/>
                  <a:pt x="2241" y="626"/>
                  <a:pt x="2240" y="625"/>
                </a:cubicBezTo>
                <a:cubicBezTo>
                  <a:pt x="2239" y="625"/>
                  <a:pt x="2239" y="625"/>
                  <a:pt x="2238" y="625"/>
                </a:cubicBezTo>
                <a:cubicBezTo>
                  <a:pt x="2238" y="625"/>
                  <a:pt x="2239" y="625"/>
                  <a:pt x="2238" y="625"/>
                </a:cubicBezTo>
                <a:close/>
                <a:moveTo>
                  <a:pt x="1338" y="637"/>
                </a:moveTo>
                <a:cubicBezTo>
                  <a:pt x="1337" y="637"/>
                  <a:pt x="1336" y="637"/>
                  <a:pt x="1335" y="638"/>
                </a:cubicBezTo>
                <a:cubicBezTo>
                  <a:pt x="1335" y="638"/>
                  <a:pt x="1334" y="639"/>
                  <a:pt x="1333" y="639"/>
                </a:cubicBezTo>
                <a:cubicBezTo>
                  <a:pt x="1333" y="640"/>
                  <a:pt x="1333" y="640"/>
                  <a:pt x="1333" y="641"/>
                </a:cubicBezTo>
                <a:cubicBezTo>
                  <a:pt x="1333" y="642"/>
                  <a:pt x="1333" y="643"/>
                  <a:pt x="1334" y="643"/>
                </a:cubicBezTo>
                <a:cubicBezTo>
                  <a:pt x="1334" y="644"/>
                  <a:pt x="1335" y="644"/>
                  <a:pt x="1336" y="645"/>
                </a:cubicBezTo>
                <a:cubicBezTo>
                  <a:pt x="1336" y="645"/>
                  <a:pt x="1337" y="646"/>
                  <a:pt x="1338" y="646"/>
                </a:cubicBezTo>
                <a:cubicBezTo>
                  <a:pt x="1340" y="646"/>
                  <a:pt x="1341" y="646"/>
                  <a:pt x="1342" y="646"/>
                </a:cubicBezTo>
                <a:cubicBezTo>
                  <a:pt x="1343" y="646"/>
                  <a:pt x="1345" y="646"/>
                  <a:pt x="1346" y="646"/>
                </a:cubicBezTo>
                <a:cubicBezTo>
                  <a:pt x="1347" y="646"/>
                  <a:pt x="1348" y="645"/>
                  <a:pt x="1349" y="645"/>
                </a:cubicBezTo>
                <a:cubicBezTo>
                  <a:pt x="1349" y="644"/>
                  <a:pt x="1350" y="644"/>
                  <a:pt x="1350" y="643"/>
                </a:cubicBezTo>
                <a:cubicBezTo>
                  <a:pt x="1351" y="643"/>
                  <a:pt x="1351" y="642"/>
                  <a:pt x="1351" y="641"/>
                </a:cubicBezTo>
                <a:cubicBezTo>
                  <a:pt x="1351" y="640"/>
                  <a:pt x="1351" y="640"/>
                  <a:pt x="1350" y="639"/>
                </a:cubicBezTo>
                <a:cubicBezTo>
                  <a:pt x="1350" y="639"/>
                  <a:pt x="1349" y="638"/>
                  <a:pt x="1348" y="638"/>
                </a:cubicBezTo>
                <a:cubicBezTo>
                  <a:pt x="1348" y="637"/>
                  <a:pt x="1347" y="637"/>
                  <a:pt x="1345" y="637"/>
                </a:cubicBezTo>
                <a:cubicBezTo>
                  <a:pt x="1344" y="636"/>
                  <a:pt x="1343" y="636"/>
                  <a:pt x="1342" y="636"/>
                </a:cubicBezTo>
                <a:cubicBezTo>
                  <a:pt x="1341" y="636"/>
                  <a:pt x="1339" y="636"/>
                  <a:pt x="1338" y="637"/>
                </a:cubicBezTo>
                <a:close/>
                <a:moveTo>
                  <a:pt x="1384" y="637"/>
                </a:moveTo>
                <a:cubicBezTo>
                  <a:pt x="1383" y="637"/>
                  <a:pt x="1382" y="637"/>
                  <a:pt x="1381" y="638"/>
                </a:cubicBezTo>
                <a:cubicBezTo>
                  <a:pt x="1380" y="638"/>
                  <a:pt x="1380" y="639"/>
                  <a:pt x="1379" y="639"/>
                </a:cubicBezTo>
                <a:cubicBezTo>
                  <a:pt x="1379" y="640"/>
                  <a:pt x="1379" y="640"/>
                  <a:pt x="1379" y="641"/>
                </a:cubicBezTo>
                <a:cubicBezTo>
                  <a:pt x="1379" y="642"/>
                  <a:pt x="1379" y="643"/>
                  <a:pt x="1380" y="643"/>
                </a:cubicBezTo>
                <a:cubicBezTo>
                  <a:pt x="1380" y="644"/>
                  <a:pt x="1381" y="644"/>
                  <a:pt x="1382" y="645"/>
                </a:cubicBezTo>
                <a:cubicBezTo>
                  <a:pt x="1382" y="645"/>
                  <a:pt x="1383" y="646"/>
                  <a:pt x="1385" y="646"/>
                </a:cubicBezTo>
                <a:cubicBezTo>
                  <a:pt x="1386" y="646"/>
                  <a:pt x="1387" y="646"/>
                  <a:pt x="1388" y="646"/>
                </a:cubicBezTo>
                <a:cubicBezTo>
                  <a:pt x="1389" y="646"/>
                  <a:pt x="1391" y="646"/>
                  <a:pt x="1392" y="646"/>
                </a:cubicBezTo>
                <a:cubicBezTo>
                  <a:pt x="1393" y="646"/>
                  <a:pt x="1394" y="645"/>
                  <a:pt x="1395" y="645"/>
                </a:cubicBezTo>
                <a:cubicBezTo>
                  <a:pt x="1395" y="644"/>
                  <a:pt x="1396" y="644"/>
                  <a:pt x="1396" y="643"/>
                </a:cubicBezTo>
                <a:cubicBezTo>
                  <a:pt x="1397" y="643"/>
                  <a:pt x="1397" y="642"/>
                  <a:pt x="1397" y="641"/>
                </a:cubicBezTo>
                <a:cubicBezTo>
                  <a:pt x="1397" y="640"/>
                  <a:pt x="1397" y="640"/>
                  <a:pt x="1396" y="639"/>
                </a:cubicBezTo>
                <a:cubicBezTo>
                  <a:pt x="1396" y="639"/>
                  <a:pt x="1395" y="638"/>
                  <a:pt x="1394" y="638"/>
                </a:cubicBezTo>
                <a:cubicBezTo>
                  <a:pt x="1393" y="637"/>
                  <a:pt x="1392" y="637"/>
                  <a:pt x="1391" y="637"/>
                </a:cubicBezTo>
                <a:cubicBezTo>
                  <a:pt x="1390" y="636"/>
                  <a:pt x="1389" y="636"/>
                  <a:pt x="1388" y="636"/>
                </a:cubicBezTo>
                <a:cubicBezTo>
                  <a:pt x="1386" y="636"/>
                  <a:pt x="1385" y="636"/>
                  <a:pt x="1384" y="637"/>
                </a:cubicBezTo>
                <a:close/>
                <a:moveTo>
                  <a:pt x="2301" y="637"/>
                </a:moveTo>
                <a:cubicBezTo>
                  <a:pt x="2300" y="637"/>
                  <a:pt x="2300" y="637"/>
                  <a:pt x="2299" y="638"/>
                </a:cubicBezTo>
                <a:cubicBezTo>
                  <a:pt x="2298" y="638"/>
                  <a:pt x="2298" y="639"/>
                  <a:pt x="2297" y="639"/>
                </a:cubicBezTo>
                <a:cubicBezTo>
                  <a:pt x="2297" y="640"/>
                  <a:pt x="2297" y="640"/>
                  <a:pt x="2297" y="641"/>
                </a:cubicBezTo>
                <a:cubicBezTo>
                  <a:pt x="2297" y="642"/>
                  <a:pt x="2298" y="643"/>
                  <a:pt x="2298" y="643"/>
                </a:cubicBezTo>
                <a:cubicBezTo>
                  <a:pt x="2299" y="644"/>
                  <a:pt x="2300" y="644"/>
                  <a:pt x="2301" y="645"/>
                </a:cubicBezTo>
                <a:cubicBezTo>
                  <a:pt x="2302" y="645"/>
                  <a:pt x="2303" y="646"/>
                  <a:pt x="2304" y="646"/>
                </a:cubicBezTo>
                <a:cubicBezTo>
                  <a:pt x="2305" y="646"/>
                  <a:pt x="2307" y="646"/>
                  <a:pt x="2308" y="646"/>
                </a:cubicBezTo>
                <a:cubicBezTo>
                  <a:pt x="2309" y="646"/>
                  <a:pt x="2310" y="646"/>
                  <a:pt x="2311" y="646"/>
                </a:cubicBezTo>
                <a:cubicBezTo>
                  <a:pt x="2312" y="646"/>
                  <a:pt x="2313" y="645"/>
                  <a:pt x="2314" y="645"/>
                </a:cubicBezTo>
                <a:cubicBezTo>
                  <a:pt x="2315" y="644"/>
                  <a:pt x="2315" y="644"/>
                  <a:pt x="2315" y="643"/>
                </a:cubicBezTo>
                <a:cubicBezTo>
                  <a:pt x="2316" y="643"/>
                  <a:pt x="2316" y="642"/>
                  <a:pt x="2316" y="641"/>
                </a:cubicBezTo>
                <a:cubicBezTo>
                  <a:pt x="2315" y="640"/>
                  <a:pt x="2315" y="640"/>
                  <a:pt x="2314" y="639"/>
                </a:cubicBezTo>
                <a:cubicBezTo>
                  <a:pt x="2314" y="639"/>
                  <a:pt x="2313" y="638"/>
                  <a:pt x="2312" y="638"/>
                </a:cubicBezTo>
                <a:cubicBezTo>
                  <a:pt x="2311" y="637"/>
                  <a:pt x="2310" y="637"/>
                  <a:pt x="2309" y="637"/>
                </a:cubicBezTo>
                <a:cubicBezTo>
                  <a:pt x="2307" y="636"/>
                  <a:pt x="2306" y="636"/>
                  <a:pt x="2305" y="636"/>
                </a:cubicBezTo>
                <a:cubicBezTo>
                  <a:pt x="2304" y="636"/>
                  <a:pt x="2302" y="636"/>
                  <a:pt x="2301" y="637"/>
                </a:cubicBezTo>
                <a:close/>
                <a:moveTo>
                  <a:pt x="2439" y="637"/>
                </a:moveTo>
                <a:cubicBezTo>
                  <a:pt x="2438" y="637"/>
                  <a:pt x="2437" y="637"/>
                  <a:pt x="2436" y="638"/>
                </a:cubicBezTo>
                <a:cubicBezTo>
                  <a:pt x="2436" y="638"/>
                  <a:pt x="2435" y="639"/>
                  <a:pt x="2435" y="639"/>
                </a:cubicBezTo>
                <a:cubicBezTo>
                  <a:pt x="2435" y="640"/>
                  <a:pt x="2435" y="640"/>
                  <a:pt x="2435" y="641"/>
                </a:cubicBezTo>
                <a:cubicBezTo>
                  <a:pt x="2435" y="642"/>
                  <a:pt x="2436" y="643"/>
                  <a:pt x="2436" y="643"/>
                </a:cubicBezTo>
                <a:cubicBezTo>
                  <a:pt x="2437" y="644"/>
                  <a:pt x="2438" y="644"/>
                  <a:pt x="2439" y="645"/>
                </a:cubicBezTo>
                <a:cubicBezTo>
                  <a:pt x="2440" y="645"/>
                  <a:pt x="2441" y="646"/>
                  <a:pt x="2442" y="646"/>
                </a:cubicBezTo>
                <a:cubicBezTo>
                  <a:pt x="2443" y="646"/>
                  <a:pt x="2444" y="646"/>
                  <a:pt x="2446" y="646"/>
                </a:cubicBezTo>
                <a:cubicBezTo>
                  <a:pt x="2447" y="646"/>
                  <a:pt x="2448" y="646"/>
                  <a:pt x="2449" y="646"/>
                </a:cubicBezTo>
                <a:cubicBezTo>
                  <a:pt x="2450" y="646"/>
                  <a:pt x="2451" y="645"/>
                  <a:pt x="2452" y="645"/>
                </a:cubicBezTo>
                <a:cubicBezTo>
                  <a:pt x="2452" y="644"/>
                  <a:pt x="2453" y="644"/>
                  <a:pt x="2453" y="643"/>
                </a:cubicBezTo>
                <a:cubicBezTo>
                  <a:pt x="2453" y="643"/>
                  <a:pt x="2453" y="642"/>
                  <a:pt x="2453" y="641"/>
                </a:cubicBezTo>
                <a:cubicBezTo>
                  <a:pt x="2453" y="640"/>
                  <a:pt x="2453" y="640"/>
                  <a:pt x="2452" y="639"/>
                </a:cubicBezTo>
                <a:cubicBezTo>
                  <a:pt x="2451" y="639"/>
                  <a:pt x="2450" y="638"/>
                  <a:pt x="2449" y="638"/>
                </a:cubicBezTo>
                <a:cubicBezTo>
                  <a:pt x="2448" y="637"/>
                  <a:pt x="2447" y="637"/>
                  <a:pt x="2446" y="637"/>
                </a:cubicBezTo>
                <a:cubicBezTo>
                  <a:pt x="2445" y="636"/>
                  <a:pt x="2444" y="636"/>
                  <a:pt x="2442" y="636"/>
                </a:cubicBezTo>
                <a:cubicBezTo>
                  <a:pt x="2441" y="636"/>
                  <a:pt x="2440" y="636"/>
                  <a:pt x="2439" y="637"/>
                </a:cubicBezTo>
                <a:close/>
                <a:moveTo>
                  <a:pt x="2256" y="637"/>
                </a:moveTo>
                <a:cubicBezTo>
                  <a:pt x="2255" y="637"/>
                  <a:pt x="2254" y="637"/>
                  <a:pt x="2253" y="638"/>
                </a:cubicBezTo>
                <a:cubicBezTo>
                  <a:pt x="2252" y="638"/>
                  <a:pt x="2252" y="639"/>
                  <a:pt x="2251" y="639"/>
                </a:cubicBezTo>
                <a:cubicBezTo>
                  <a:pt x="2251" y="640"/>
                  <a:pt x="2251" y="640"/>
                  <a:pt x="2251" y="641"/>
                </a:cubicBezTo>
                <a:cubicBezTo>
                  <a:pt x="2251" y="642"/>
                  <a:pt x="2252" y="643"/>
                  <a:pt x="2252" y="643"/>
                </a:cubicBezTo>
                <a:cubicBezTo>
                  <a:pt x="2253" y="644"/>
                  <a:pt x="2254" y="644"/>
                  <a:pt x="2255" y="645"/>
                </a:cubicBezTo>
                <a:cubicBezTo>
                  <a:pt x="2256" y="645"/>
                  <a:pt x="2257" y="646"/>
                  <a:pt x="2258" y="646"/>
                </a:cubicBezTo>
                <a:cubicBezTo>
                  <a:pt x="2259" y="646"/>
                  <a:pt x="2260" y="646"/>
                  <a:pt x="2262" y="646"/>
                </a:cubicBezTo>
                <a:cubicBezTo>
                  <a:pt x="2263" y="646"/>
                  <a:pt x="2264" y="646"/>
                  <a:pt x="2265" y="646"/>
                </a:cubicBezTo>
                <a:cubicBezTo>
                  <a:pt x="2266" y="646"/>
                  <a:pt x="2267" y="645"/>
                  <a:pt x="2268" y="645"/>
                </a:cubicBezTo>
                <a:cubicBezTo>
                  <a:pt x="2269" y="644"/>
                  <a:pt x="2269" y="644"/>
                  <a:pt x="2269" y="643"/>
                </a:cubicBezTo>
                <a:cubicBezTo>
                  <a:pt x="2270" y="643"/>
                  <a:pt x="2270" y="642"/>
                  <a:pt x="2270" y="641"/>
                </a:cubicBezTo>
                <a:cubicBezTo>
                  <a:pt x="2269" y="640"/>
                  <a:pt x="2269" y="640"/>
                  <a:pt x="2268" y="639"/>
                </a:cubicBezTo>
                <a:cubicBezTo>
                  <a:pt x="2268" y="639"/>
                  <a:pt x="2267" y="638"/>
                  <a:pt x="2266" y="638"/>
                </a:cubicBezTo>
                <a:cubicBezTo>
                  <a:pt x="2265" y="637"/>
                  <a:pt x="2264" y="637"/>
                  <a:pt x="2263" y="637"/>
                </a:cubicBezTo>
                <a:cubicBezTo>
                  <a:pt x="2262" y="636"/>
                  <a:pt x="2260" y="636"/>
                  <a:pt x="2259" y="636"/>
                </a:cubicBezTo>
                <a:cubicBezTo>
                  <a:pt x="2258" y="636"/>
                  <a:pt x="2257" y="636"/>
                  <a:pt x="2256" y="637"/>
                </a:cubicBezTo>
                <a:close/>
                <a:moveTo>
                  <a:pt x="2393" y="637"/>
                </a:moveTo>
                <a:cubicBezTo>
                  <a:pt x="2392" y="637"/>
                  <a:pt x="2391" y="637"/>
                  <a:pt x="2391" y="638"/>
                </a:cubicBezTo>
                <a:cubicBezTo>
                  <a:pt x="2390" y="638"/>
                  <a:pt x="2389" y="639"/>
                  <a:pt x="2389" y="639"/>
                </a:cubicBezTo>
                <a:cubicBezTo>
                  <a:pt x="2389" y="640"/>
                  <a:pt x="2389" y="640"/>
                  <a:pt x="2389" y="641"/>
                </a:cubicBezTo>
                <a:cubicBezTo>
                  <a:pt x="2389" y="642"/>
                  <a:pt x="2390" y="643"/>
                  <a:pt x="2390" y="643"/>
                </a:cubicBezTo>
                <a:cubicBezTo>
                  <a:pt x="2391" y="644"/>
                  <a:pt x="2392" y="644"/>
                  <a:pt x="2393" y="645"/>
                </a:cubicBezTo>
                <a:cubicBezTo>
                  <a:pt x="2394" y="645"/>
                  <a:pt x="2395" y="646"/>
                  <a:pt x="2396" y="646"/>
                </a:cubicBezTo>
                <a:cubicBezTo>
                  <a:pt x="2397" y="646"/>
                  <a:pt x="2398" y="646"/>
                  <a:pt x="2400" y="646"/>
                </a:cubicBezTo>
                <a:cubicBezTo>
                  <a:pt x="2401" y="646"/>
                  <a:pt x="2402" y="646"/>
                  <a:pt x="2403" y="646"/>
                </a:cubicBezTo>
                <a:cubicBezTo>
                  <a:pt x="2404" y="646"/>
                  <a:pt x="2405" y="645"/>
                  <a:pt x="2406" y="645"/>
                </a:cubicBezTo>
                <a:cubicBezTo>
                  <a:pt x="2406" y="644"/>
                  <a:pt x="2407" y="644"/>
                  <a:pt x="2407" y="643"/>
                </a:cubicBezTo>
                <a:cubicBezTo>
                  <a:pt x="2408" y="643"/>
                  <a:pt x="2408" y="642"/>
                  <a:pt x="2407" y="641"/>
                </a:cubicBezTo>
                <a:cubicBezTo>
                  <a:pt x="2407" y="640"/>
                  <a:pt x="2407" y="640"/>
                  <a:pt x="2406" y="639"/>
                </a:cubicBezTo>
                <a:cubicBezTo>
                  <a:pt x="2405" y="639"/>
                  <a:pt x="2404" y="638"/>
                  <a:pt x="2404" y="638"/>
                </a:cubicBezTo>
                <a:cubicBezTo>
                  <a:pt x="2403" y="637"/>
                  <a:pt x="2401" y="637"/>
                  <a:pt x="2400" y="637"/>
                </a:cubicBezTo>
                <a:cubicBezTo>
                  <a:pt x="2399" y="636"/>
                  <a:pt x="2398" y="636"/>
                  <a:pt x="2397" y="636"/>
                </a:cubicBezTo>
                <a:cubicBezTo>
                  <a:pt x="2395" y="636"/>
                  <a:pt x="2394" y="636"/>
                  <a:pt x="2393" y="637"/>
                </a:cubicBezTo>
                <a:close/>
                <a:moveTo>
                  <a:pt x="2210" y="637"/>
                </a:moveTo>
                <a:cubicBezTo>
                  <a:pt x="2209" y="637"/>
                  <a:pt x="2208" y="637"/>
                  <a:pt x="2207" y="638"/>
                </a:cubicBezTo>
                <a:cubicBezTo>
                  <a:pt x="2206" y="638"/>
                  <a:pt x="2206" y="639"/>
                  <a:pt x="2205" y="639"/>
                </a:cubicBezTo>
                <a:cubicBezTo>
                  <a:pt x="2205" y="640"/>
                  <a:pt x="2205" y="640"/>
                  <a:pt x="2205" y="641"/>
                </a:cubicBezTo>
                <a:cubicBezTo>
                  <a:pt x="2205" y="642"/>
                  <a:pt x="2206" y="643"/>
                  <a:pt x="2207" y="643"/>
                </a:cubicBezTo>
                <a:cubicBezTo>
                  <a:pt x="2207" y="644"/>
                  <a:pt x="2208" y="644"/>
                  <a:pt x="2209" y="645"/>
                </a:cubicBezTo>
                <a:cubicBezTo>
                  <a:pt x="2210" y="645"/>
                  <a:pt x="2211" y="646"/>
                  <a:pt x="2212" y="646"/>
                </a:cubicBezTo>
                <a:cubicBezTo>
                  <a:pt x="2213" y="646"/>
                  <a:pt x="2215" y="646"/>
                  <a:pt x="2216" y="646"/>
                </a:cubicBezTo>
                <a:cubicBezTo>
                  <a:pt x="2217" y="646"/>
                  <a:pt x="2218" y="646"/>
                  <a:pt x="2219" y="646"/>
                </a:cubicBezTo>
                <a:cubicBezTo>
                  <a:pt x="2220" y="646"/>
                  <a:pt x="2221" y="645"/>
                  <a:pt x="2222" y="645"/>
                </a:cubicBezTo>
                <a:cubicBezTo>
                  <a:pt x="2223" y="644"/>
                  <a:pt x="2223" y="644"/>
                  <a:pt x="2223" y="643"/>
                </a:cubicBezTo>
                <a:cubicBezTo>
                  <a:pt x="2224" y="643"/>
                  <a:pt x="2224" y="642"/>
                  <a:pt x="2224" y="641"/>
                </a:cubicBezTo>
                <a:cubicBezTo>
                  <a:pt x="2223" y="640"/>
                  <a:pt x="2223" y="640"/>
                  <a:pt x="2222" y="639"/>
                </a:cubicBezTo>
                <a:cubicBezTo>
                  <a:pt x="2222" y="639"/>
                  <a:pt x="2221" y="638"/>
                  <a:pt x="2220" y="638"/>
                </a:cubicBezTo>
                <a:cubicBezTo>
                  <a:pt x="2219" y="637"/>
                  <a:pt x="2218" y="637"/>
                  <a:pt x="2217" y="637"/>
                </a:cubicBezTo>
                <a:cubicBezTo>
                  <a:pt x="2216" y="636"/>
                  <a:pt x="2214" y="636"/>
                  <a:pt x="2213" y="636"/>
                </a:cubicBezTo>
                <a:cubicBezTo>
                  <a:pt x="2212" y="636"/>
                  <a:pt x="2211" y="636"/>
                  <a:pt x="2210" y="637"/>
                </a:cubicBezTo>
                <a:close/>
                <a:moveTo>
                  <a:pt x="2485" y="637"/>
                </a:moveTo>
                <a:cubicBezTo>
                  <a:pt x="2484" y="637"/>
                  <a:pt x="2483" y="637"/>
                  <a:pt x="2482" y="638"/>
                </a:cubicBezTo>
                <a:cubicBezTo>
                  <a:pt x="2482" y="638"/>
                  <a:pt x="2481" y="639"/>
                  <a:pt x="2481" y="639"/>
                </a:cubicBezTo>
                <a:cubicBezTo>
                  <a:pt x="2481" y="640"/>
                  <a:pt x="2481" y="640"/>
                  <a:pt x="2481" y="641"/>
                </a:cubicBezTo>
                <a:cubicBezTo>
                  <a:pt x="2481" y="642"/>
                  <a:pt x="2482" y="643"/>
                  <a:pt x="2482" y="643"/>
                </a:cubicBezTo>
                <a:cubicBezTo>
                  <a:pt x="2483" y="644"/>
                  <a:pt x="2484" y="644"/>
                  <a:pt x="2485" y="645"/>
                </a:cubicBezTo>
                <a:cubicBezTo>
                  <a:pt x="2486" y="645"/>
                  <a:pt x="2487" y="646"/>
                  <a:pt x="2488" y="646"/>
                </a:cubicBezTo>
                <a:cubicBezTo>
                  <a:pt x="2489" y="646"/>
                  <a:pt x="2490" y="646"/>
                  <a:pt x="2492" y="646"/>
                </a:cubicBezTo>
                <a:cubicBezTo>
                  <a:pt x="2493" y="646"/>
                  <a:pt x="2494" y="646"/>
                  <a:pt x="2495" y="646"/>
                </a:cubicBezTo>
                <a:cubicBezTo>
                  <a:pt x="2496" y="646"/>
                  <a:pt x="2497" y="645"/>
                  <a:pt x="2498" y="645"/>
                </a:cubicBezTo>
                <a:cubicBezTo>
                  <a:pt x="2498" y="644"/>
                  <a:pt x="2499" y="644"/>
                  <a:pt x="2499" y="643"/>
                </a:cubicBezTo>
                <a:cubicBezTo>
                  <a:pt x="2499" y="643"/>
                  <a:pt x="2499" y="642"/>
                  <a:pt x="2499" y="641"/>
                </a:cubicBezTo>
                <a:cubicBezTo>
                  <a:pt x="2499" y="640"/>
                  <a:pt x="2498" y="640"/>
                  <a:pt x="2498" y="639"/>
                </a:cubicBezTo>
                <a:cubicBezTo>
                  <a:pt x="2497" y="639"/>
                  <a:pt x="2496" y="638"/>
                  <a:pt x="2495" y="638"/>
                </a:cubicBezTo>
                <a:cubicBezTo>
                  <a:pt x="2494" y="637"/>
                  <a:pt x="2493" y="637"/>
                  <a:pt x="2492" y="637"/>
                </a:cubicBezTo>
                <a:cubicBezTo>
                  <a:pt x="2491" y="636"/>
                  <a:pt x="2490" y="636"/>
                  <a:pt x="2488" y="636"/>
                </a:cubicBezTo>
                <a:cubicBezTo>
                  <a:pt x="2487" y="636"/>
                  <a:pt x="2486" y="636"/>
                  <a:pt x="2485" y="637"/>
                </a:cubicBezTo>
                <a:close/>
                <a:moveTo>
                  <a:pt x="2164" y="637"/>
                </a:moveTo>
                <a:cubicBezTo>
                  <a:pt x="2163" y="637"/>
                  <a:pt x="2162" y="637"/>
                  <a:pt x="2161" y="638"/>
                </a:cubicBezTo>
                <a:cubicBezTo>
                  <a:pt x="2160" y="638"/>
                  <a:pt x="2160" y="639"/>
                  <a:pt x="2160" y="639"/>
                </a:cubicBezTo>
                <a:cubicBezTo>
                  <a:pt x="2159" y="640"/>
                  <a:pt x="2159" y="640"/>
                  <a:pt x="2159" y="641"/>
                </a:cubicBezTo>
                <a:cubicBezTo>
                  <a:pt x="2160" y="642"/>
                  <a:pt x="2160" y="643"/>
                  <a:pt x="2161" y="643"/>
                </a:cubicBezTo>
                <a:cubicBezTo>
                  <a:pt x="2161" y="644"/>
                  <a:pt x="2162" y="644"/>
                  <a:pt x="2163" y="645"/>
                </a:cubicBezTo>
                <a:cubicBezTo>
                  <a:pt x="2164" y="645"/>
                  <a:pt x="2165" y="646"/>
                  <a:pt x="2166" y="646"/>
                </a:cubicBezTo>
                <a:cubicBezTo>
                  <a:pt x="2167" y="646"/>
                  <a:pt x="2169" y="646"/>
                  <a:pt x="2170" y="646"/>
                </a:cubicBezTo>
                <a:cubicBezTo>
                  <a:pt x="2171" y="646"/>
                  <a:pt x="2172" y="646"/>
                  <a:pt x="2173" y="646"/>
                </a:cubicBezTo>
                <a:cubicBezTo>
                  <a:pt x="2174" y="646"/>
                  <a:pt x="2175" y="645"/>
                  <a:pt x="2176" y="645"/>
                </a:cubicBezTo>
                <a:cubicBezTo>
                  <a:pt x="2177" y="644"/>
                  <a:pt x="2177" y="644"/>
                  <a:pt x="2177" y="643"/>
                </a:cubicBezTo>
                <a:cubicBezTo>
                  <a:pt x="2178" y="643"/>
                  <a:pt x="2178" y="642"/>
                  <a:pt x="2178" y="641"/>
                </a:cubicBezTo>
                <a:cubicBezTo>
                  <a:pt x="2178" y="640"/>
                  <a:pt x="2177" y="640"/>
                  <a:pt x="2176" y="639"/>
                </a:cubicBezTo>
                <a:cubicBezTo>
                  <a:pt x="2176" y="639"/>
                  <a:pt x="2175" y="638"/>
                  <a:pt x="2174" y="638"/>
                </a:cubicBezTo>
                <a:cubicBezTo>
                  <a:pt x="2173" y="637"/>
                  <a:pt x="2172" y="637"/>
                  <a:pt x="2171" y="637"/>
                </a:cubicBezTo>
                <a:cubicBezTo>
                  <a:pt x="2170" y="636"/>
                  <a:pt x="2169" y="636"/>
                  <a:pt x="2167" y="636"/>
                </a:cubicBezTo>
                <a:cubicBezTo>
                  <a:pt x="2166" y="636"/>
                  <a:pt x="2165" y="636"/>
                  <a:pt x="2164" y="637"/>
                </a:cubicBezTo>
                <a:close/>
                <a:moveTo>
                  <a:pt x="2347" y="637"/>
                </a:moveTo>
                <a:cubicBezTo>
                  <a:pt x="2346" y="637"/>
                  <a:pt x="2345" y="637"/>
                  <a:pt x="2345" y="638"/>
                </a:cubicBezTo>
                <a:cubicBezTo>
                  <a:pt x="2344" y="638"/>
                  <a:pt x="2343" y="639"/>
                  <a:pt x="2343" y="639"/>
                </a:cubicBezTo>
                <a:cubicBezTo>
                  <a:pt x="2343" y="640"/>
                  <a:pt x="2343" y="640"/>
                  <a:pt x="2343" y="641"/>
                </a:cubicBezTo>
                <a:cubicBezTo>
                  <a:pt x="2343" y="642"/>
                  <a:pt x="2344" y="643"/>
                  <a:pt x="2344" y="643"/>
                </a:cubicBezTo>
                <a:cubicBezTo>
                  <a:pt x="2345" y="644"/>
                  <a:pt x="2346" y="644"/>
                  <a:pt x="2347" y="645"/>
                </a:cubicBezTo>
                <a:cubicBezTo>
                  <a:pt x="2348" y="645"/>
                  <a:pt x="2349" y="646"/>
                  <a:pt x="2350" y="646"/>
                </a:cubicBezTo>
                <a:cubicBezTo>
                  <a:pt x="2351" y="646"/>
                  <a:pt x="2352" y="646"/>
                  <a:pt x="2354" y="646"/>
                </a:cubicBezTo>
                <a:cubicBezTo>
                  <a:pt x="2355" y="646"/>
                  <a:pt x="2356" y="646"/>
                  <a:pt x="2357" y="646"/>
                </a:cubicBezTo>
                <a:cubicBezTo>
                  <a:pt x="2358" y="646"/>
                  <a:pt x="2359" y="645"/>
                  <a:pt x="2360" y="645"/>
                </a:cubicBezTo>
                <a:cubicBezTo>
                  <a:pt x="2361" y="644"/>
                  <a:pt x="2361" y="644"/>
                  <a:pt x="2361" y="643"/>
                </a:cubicBezTo>
                <a:cubicBezTo>
                  <a:pt x="2362" y="643"/>
                  <a:pt x="2362" y="642"/>
                  <a:pt x="2361" y="641"/>
                </a:cubicBezTo>
                <a:cubicBezTo>
                  <a:pt x="2361" y="640"/>
                  <a:pt x="2361" y="640"/>
                  <a:pt x="2360" y="639"/>
                </a:cubicBezTo>
                <a:cubicBezTo>
                  <a:pt x="2359" y="639"/>
                  <a:pt x="2359" y="638"/>
                  <a:pt x="2358" y="638"/>
                </a:cubicBezTo>
                <a:cubicBezTo>
                  <a:pt x="2357" y="637"/>
                  <a:pt x="2356" y="637"/>
                  <a:pt x="2354" y="637"/>
                </a:cubicBezTo>
                <a:cubicBezTo>
                  <a:pt x="2353" y="636"/>
                  <a:pt x="2352" y="636"/>
                  <a:pt x="2351" y="636"/>
                </a:cubicBezTo>
                <a:cubicBezTo>
                  <a:pt x="2349" y="636"/>
                  <a:pt x="2348" y="636"/>
                  <a:pt x="2347" y="637"/>
                </a:cubicBezTo>
                <a:close/>
                <a:moveTo>
                  <a:pt x="605" y="637"/>
                </a:moveTo>
                <a:cubicBezTo>
                  <a:pt x="603" y="637"/>
                  <a:pt x="602" y="637"/>
                  <a:pt x="601" y="638"/>
                </a:cubicBezTo>
                <a:cubicBezTo>
                  <a:pt x="601" y="638"/>
                  <a:pt x="600" y="639"/>
                  <a:pt x="599" y="639"/>
                </a:cubicBezTo>
                <a:cubicBezTo>
                  <a:pt x="599" y="640"/>
                  <a:pt x="598" y="641"/>
                  <a:pt x="598" y="641"/>
                </a:cubicBezTo>
                <a:cubicBezTo>
                  <a:pt x="598" y="642"/>
                  <a:pt x="598" y="643"/>
                  <a:pt x="598" y="643"/>
                </a:cubicBezTo>
                <a:cubicBezTo>
                  <a:pt x="599" y="644"/>
                  <a:pt x="599" y="644"/>
                  <a:pt x="600" y="645"/>
                </a:cubicBezTo>
                <a:cubicBezTo>
                  <a:pt x="601" y="645"/>
                  <a:pt x="602" y="646"/>
                  <a:pt x="603" y="646"/>
                </a:cubicBezTo>
                <a:cubicBezTo>
                  <a:pt x="604" y="646"/>
                  <a:pt x="605" y="646"/>
                  <a:pt x="606" y="646"/>
                </a:cubicBezTo>
                <a:cubicBezTo>
                  <a:pt x="608" y="646"/>
                  <a:pt x="609" y="646"/>
                  <a:pt x="610" y="646"/>
                </a:cubicBezTo>
                <a:cubicBezTo>
                  <a:pt x="611" y="646"/>
                  <a:pt x="612" y="645"/>
                  <a:pt x="613" y="645"/>
                </a:cubicBezTo>
                <a:cubicBezTo>
                  <a:pt x="614" y="644"/>
                  <a:pt x="615" y="644"/>
                  <a:pt x="615" y="643"/>
                </a:cubicBezTo>
                <a:cubicBezTo>
                  <a:pt x="616" y="643"/>
                  <a:pt x="616" y="642"/>
                  <a:pt x="616" y="641"/>
                </a:cubicBezTo>
                <a:cubicBezTo>
                  <a:pt x="617" y="641"/>
                  <a:pt x="616" y="640"/>
                  <a:pt x="616" y="639"/>
                </a:cubicBezTo>
                <a:cubicBezTo>
                  <a:pt x="616" y="639"/>
                  <a:pt x="615" y="638"/>
                  <a:pt x="614" y="638"/>
                </a:cubicBezTo>
                <a:cubicBezTo>
                  <a:pt x="614" y="637"/>
                  <a:pt x="613" y="637"/>
                  <a:pt x="612" y="637"/>
                </a:cubicBezTo>
                <a:cubicBezTo>
                  <a:pt x="611" y="636"/>
                  <a:pt x="609" y="636"/>
                  <a:pt x="608" y="636"/>
                </a:cubicBezTo>
                <a:cubicBezTo>
                  <a:pt x="607" y="636"/>
                  <a:pt x="606" y="636"/>
                  <a:pt x="605" y="637"/>
                </a:cubicBezTo>
                <a:close/>
                <a:moveTo>
                  <a:pt x="650" y="637"/>
                </a:moveTo>
                <a:cubicBezTo>
                  <a:pt x="649" y="637"/>
                  <a:pt x="648" y="637"/>
                  <a:pt x="647" y="638"/>
                </a:cubicBezTo>
                <a:cubicBezTo>
                  <a:pt x="646" y="638"/>
                  <a:pt x="646" y="639"/>
                  <a:pt x="645" y="639"/>
                </a:cubicBezTo>
                <a:cubicBezTo>
                  <a:pt x="644" y="640"/>
                  <a:pt x="644" y="641"/>
                  <a:pt x="644" y="641"/>
                </a:cubicBezTo>
                <a:cubicBezTo>
                  <a:pt x="644" y="642"/>
                  <a:pt x="644" y="643"/>
                  <a:pt x="644" y="643"/>
                </a:cubicBezTo>
                <a:cubicBezTo>
                  <a:pt x="645" y="644"/>
                  <a:pt x="645" y="644"/>
                  <a:pt x="646" y="645"/>
                </a:cubicBezTo>
                <a:cubicBezTo>
                  <a:pt x="647" y="645"/>
                  <a:pt x="648" y="646"/>
                  <a:pt x="649" y="646"/>
                </a:cubicBezTo>
                <a:cubicBezTo>
                  <a:pt x="650" y="646"/>
                  <a:pt x="651" y="646"/>
                  <a:pt x="652" y="646"/>
                </a:cubicBezTo>
                <a:cubicBezTo>
                  <a:pt x="654" y="646"/>
                  <a:pt x="655" y="646"/>
                  <a:pt x="656" y="646"/>
                </a:cubicBezTo>
                <a:cubicBezTo>
                  <a:pt x="657" y="646"/>
                  <a:pt x="658" y="645"/>
                  <a:pt x="659" y="645"/>
                </a:cubicBezTo>
                <a:cubicBezTo>
                  <a:pt x="660" y="644"/>
                  <a:pt x="661" y="644"/>
                  <a:pt x="661" y="643"/>
                </a:cubicBezTo>
                <a:cubicBezTo>
                  <a:pt x="662" y="643"/>
                  <a:pt x="662" y="642"/>
                  <a:pt x="662" y="641"/>
                </a:cubicBezTo>
                <a:cubicBezTo>
                  <a:pt x="662" y="641"/>
                  <a:pt x="662" y="640"/>
                  <a:pt x="662" y="639"/>
                </a:cubicBezTo>
                <a:cubicBezTo>
                  <a:pt x="662" y="639"/>
                  <a:pt x="661" y="638"/>
                  <a:pt x="660" y="638"/>
                </a:cubicBezTo>
                <a:cubicBezTo>
                  <a:pt x="660" y="637"/>
                  <a:pt x="659" y="637"/>
                  <a:pt x="658" y="637"/>
                </a:cubicBezTo>
                <a:cubicBezTo>
                  <a:pt x="656" y="636"/>
                  <a:pt x="655" y="636"/>
                  <a:pt x="654" y="636"/>
                </a:cubicBezTo>
                <a:cubicBezTo>
                  <a:pt x="653" y="636"/>
                  <a:pt x="652" y="636"/>
                  <a:pt x="650" y="637"/>
                </a:cubicBezTo>
                <a:close/>
                <a:moveTo>
                  <a:pt x="696" y="637"/>
                </a:moveTo>
                <a:cubicBezTo>
                  <a:pt x="695" y="637"/>
                  <a:pt x="694" y="637"/>
                  <a:pt x="693" y="638"/>
                </a:cubicBezTo>
                <a:cubicBezTo>
                  <a:pt x="692" y="638"/>
                  <a:pt x="691" y="639"/>
                  <a:pt x="691" y="639"/>
                </a:cubicBezTo>
                <a:cubicBezTo>
                  <a:pt x="690" y="640"/>
                  <a:pt x="690" y="641"/>
                  <a:pt x="690" y="641"/>
                </a:cubicBezTo>
                <a:cubicBezTo>
                  <a:pt x="690" y="642"/>
                  <a:pt x="690" y="643"/>
                  <a:pt x="690" y="643"/>
                </a:cubicBezTo>
                <a:cubicBezTo>
                  <a:pt x="691" y="644"/>
                  <a:pt x="691" y="644"/>
                  <a:pt x="692" y="645"/>
                </a:cubicBezTo>
                <a:cubicBezTo>
                  <a:pt x="693" y="645"/>
                  <a:pt x="694" y="646"/>
                  <a:pt x="695" y="646"/>
                </a:cubicBezTo>
                <a:cubicBezTo>
                  <a:pt x="696" y="646"/>
                  <a:pt x="697" y="646"/>
                  <a:pt x="698" y="646"/>
                </a:cubicBezTo>
                <a:cubicBezTo>
                  <a:pt x="700" y="646"/>
                  <a:pt x="701" y="646"/>
                  <a:pt x="702" y="646"/>
                </a:cubicBezTo>
                <a:cubicBezTo>
                  <a:pt x="703" y="646"/>
                  <a:pt x="704" y="645"/>
                  <a:pt x="705" y="645"/>
                </a:cubicBezTo>
                <a:cubicBezTo>
                  <a:pt x="706" y="644"/>
                  <a:pt x="707" y="644"/>
                  <a:pt x="707" y="643"/>
                </a:cubicBezTo>
                <a:cubicBezTo>
                  <a:pt x="708" y="643"/>
                  <a:pt x="708" y="642"/>
                  <a:pt x="708" y="641"/>
                </a:cubicBezTo>
                <a:cubicBezTo>
                  <a:pt x="708" y="641"/>
                  <a:pt x="708" y="640"/>
                  <a:pt x="708" y="639"/>
                </a:cubicBezTo>
                <a:cubicBezTo>
                  <a:pt x="707" y="639"/>
                  <a:pt x="707" y="638"/>
                  <a:pt x="706" y="638"/>
                </a:cubicBezTo>
                <a:cubicBezTo>
                  <a:pt x="705" y="637"/>
                  <a:pt x="704" y="637"/>
                  <a:pt x="703" y="637"/>
                </a:cubicBezTo>
                <a:cubicBezTo>
                  <a:pt x="702" y="636"/>
                  <a:pt x="701" y="636"/>
                  <a:pt x="700" y="636"/>
                </a:cubicBezTo>
                <a:cubicBezTo>
                  <a:pt x="699" y="636"/>
                  <a:pt x="697" y="636"/>
                  <a:pt x="696" y="637"/>
                </a:cubicBezTo>
                <a:close/>
                <a:moveTo>
                  <a:pt x="559" y="637"/>
                </a:moveTo>
                <a:cubicBezTo>
                  <a:pt x="557" y="637"/>
                  <a:pt x="556" y="637"/>
                  <a:pt x="556" y="638"/>
                </a:cubicBezTo>
                <a:cubicBezTo>
                  <a:pt x="555" y="638"/>
                  <a:pt x="554" y="639"/>
                  <a:pt x="553" y="639"/>
                </a:cubicBezTo>
                <a:cubicBezTo>
                  <a:pt x="553" y="640"/>
                  <a:pt x="552" y="641"/>
                  <a:pt x="552" y="641"/>
                </a:cubicBezTo>
                <a:cubicBezTo>
                  <a:pt x="552" y="642"/>
                  <a:pt x="552" y="643"/>
                  <a:pt x="552" y="643"/>
                </a:cubicBezTo>
                <a:cubicBezTo>
                  <a:pt x="553" y="644"/>
                  <a:pt x="553" y="644"/>
                  <a:pt x="554" y="645"/>
                </a:cubicBezTo>
                <a:cubicBezTo>
                  <a:pt x="555" y="645"/>
                  <a:pt x="556" y="646"/>
                  <a:pt x="557" y="646"/>
                </a:cubicBezTo>
                <a:cubicBezTo>
                  <a:pt x="558" y="646"/>
                  <a:pt x="559" y="646"/>
                  <a:pt x="560" y="646"/>
                </a:cubicBezTo>
                <a:cubicBezTo>
                  <a:pt x="562" y="646"/>
                  <a:pt x="563" y="646"/>
                  <a:pt x="564" y="646"/>
                </a:cubicBezTo>
                <a:cubicBezTo>
                  <a:pt x="565" y="646"/>
                  <a:pt x="566" y="645"/>
                  <a:pt x="567" y="645"/>
                </a:cubicBezTo>
                <a:cubicBezTo>
                  <a:pt x="568" y="644"/>
                  <a:pt x="569" y="644"/>
                  <a:pt x="569" y="643"/>
                </a:cubicBezTo>
                <a:cubicBezTo>
                  <a:pt x="570" y="643"/>
                  <a:pt x="570" y="642"/>
                  <a:pt x="571" y="641"/>
                </a:cubicBezTo>
                <a:cubicBezTo>
                  <a:pt x="571" y="641"/>
                  <a:pt x="571" y="640"/>
                  <a:pt x="570" y="639"/>
                </a:cubicBezTo>
                <a:cubicBezTo>
                  <a:pt x="570" y="639"/>
                  <a:pt x="569" y="638"/>
                  <a:pt x="568" y="638"/>
                </a:cubicBezTo>
                <a:cubicBezTo>
                  <a:pt x="568" y="637"/>
                  <a:pt x="567" y="637"/>
                  <a:pt x="566" y="637"/>
                </a:cubicBezTo>
                <a:cubicBezTo>
                  <a:pt x="565" y="636"/>
                  <a:pt x="564" y="636"/>
                  <a:pt x="562" y="636"/>
                </a:cubicBezTo>
                <a:cubicBezTo>
                  <a:pt x="561" y="636"/>
                  <a:pt x="560" y="636"/>
                  <a:pt x="559" y="637"/>
                </a:cubicBezTo>
                <a:close/>
                <a:moveTo>
                  <a:pt x="630" y="649"/>
                </a:moveTo>
                <a:cubicBezTo>
                  <a:pt x="630" y="649"/>
                  <a:pt x="630" y="649"/>
                  <a:pt x="630" y="649"/>
                </a:cubicBezTo>
                <a:cubicBezTo>
                  <a:pt x="630" y="649"/>
                  <a:pt x="630" y="649"/>
                  <a:pt x="629" y="649"/>
                </a:cubicBezTo>
                <a:cubicBezTo>
                  <a:pt x="629" y="649"/>
                  <a:pt x="629" y="649"/>
                  <a:pt x="629" y="649"/>
                </a:cubicBezTo>
                <a:cubicBezTo>
                  <a:pt x="628" y="649"/>
                  <a:pt x="626" y="649"/>
                  <a:pt x="625" y="649"/>
                </a:cubicBezTo>
                <a:cubicBezTo>
                  <a:pt x="624" y="649"/>
                  <a:pt x="623" y="650"/>
                  <a:pt x="622" y="650"/>
                </a:cubicBezTo>
                <a:cubicBezTo>
                  <a:pt x="621" y="651"/>
                  <a:pt x="620" y="651"/>
                  <a:pt x="620" y="652"/>
                </a:cubicBezTo>
                <a:cubicBezTo>
                  <a:pt x="619" y="652"/>
                  <a:pt x="619" y="653"/>
                  <a:pt x="619" y="654"/>
                </a:cubicBezTo>
                <a:cubicBezTo>
                  <a:pt x="619" y="654"/>
                  <a:pt x="619" y="655"/>
                  <a:pt x="619" y="656"/>
                </a:cubicBezTo>
                <a:cubicBezTo>
                  <a:pt x="620" y="656"/>
                  <a:pt x="620" y="657"/>
                  <a:pt x="621" y="657"/>
                </a:cubicBezTo>
                <a:cubicBezTo>
                  <a:pt x="622" y="658"/>
                  <a:pt x="623" y="658"/>
                  <a:pt x="624" y="658"/>
                </a:cubicBezTo>
                <a:cubicBezTo>
                  <a:pt x="625" y="659"/>
                  <a:pt x="626" y="659"/>
                  <a:pt x="627" y="659"/>
                </a:cubicBezTo>
                <a:cubicBezTo>
                  <a:pt x="627" y="659"/>
                  <a:pt x="627" y="659"/>
                  <a:pt x="628" y="659"/>
                </a:cubicBezTo>
                <a:cubicBezTo>
                  <a:pt x="628" y="659"/>
                  <a:pt x="628" y="659"/>
                  <a:pt x="628" y="659"/>
                </a:cubicBezTo>
                <a:cubicBezTo>
                  <a:pt x="628" y="659"/>
                  <a:pt x="628" y="659"/>
                  <a:pt x="629" y="659"/>
                </a:cubicBezTo>
                <a:cubicBezTo>
                  <a:pt x="629" y="659"/>
                  <a:pt x="629" y="659"/>
                  <a:pt x="629" y="659"/>
                </a:cubicBezTo>
                <a:cubicBezTo>
                  <a:pt x="632" y="658"/>
                  <a:pt x="637" y="657"/>
                  <a:pt x="637" y="654"/>
                </a:cubicBezTo>
                <a:cubicBezTo>
                  <a:pt x="637" y="653"/>
                  <a:pt x="637" y="653"/>
                  <a:pt x="637" y="652"/>
                </a:cubicBezTo>
                <a:cubicBezTo>
                  <a:pt x="637" y="651"/>
                  <a:pt x="636" y="651"/>
                  <a:pt x="636" y="651"/>
                </a:cubicBezTo>
                <a:cubicBezTo>
                  <a:pt x="635" y="650"/>
                  <a:pt x="634" y="650"/>
                  <a:pt x="634" y="649"/>
                </a:cubicBezTo>
                <a:cubicBezTo>
                  <a:pt x="633" y="649"/>
                  <a:pt x="632" y="649"/>
                  <a:pt x="631" y="649"/>
                </a:cubicBezTo>
                <a:cubicBezTo>
                  <a:pt x="631" y="649"/>
                  <a:pt x="630" y="649"/>
                  <a:pt x="630" y="649"/>
                </a:cubicBezTo>
                <a:close/>
                <a:moveTo>
                  <a:pt x="579" y="649"/>
                </a:moveTo>
                <a:cubicBezTo>
                  <a:pt x="578" y="649"/>
                  <a:pt x="577" y="650"/>
                  <a:pt x="576" y="650"/>
                </a:cubicBezTo>
                <a:cubicBezTo>
                  <a:pt x="575" y="651"/>
                  <a:pt x="574" y="651"/>
                  <a:pt x="574" y="652"/>
                </a:cubicBezTo>
                <a:cubicBezTo>
                  <a:pt x="573" y="652"/>
                  <a:pt x="573" y="653"/>
                  <a:pt x="573" y="654"/>
                </a:cubicBezTo>
                <a:cubicBezTo>
                  <a:pt x="573" y="654"/>
                  <a:pt x="573" y="655"/>
                  <a:pt x="573" y="656"/>
                </a:cubicBezTo>
                <a:cubicBezTo>
                  <a:pt x="573" y="656"/>
                  <a:pt x="574" y="657"/>
                  <a:pt x="575" y="657"/>
                </a:cubicBezTo>
                <a:cubicBezTo>
                  <a:pt x="575" y="658"/>
                  <a:pt x="576" y="658"/>
                  <a:pt x="577" y="658"/>
                </a:cubicBezTo>
                <a:cubicBezTo>
                  <a:pt x="579" y="659"/>
                  <a:pt x="580" y="659"/>
                  <a:pt x="581" y="659"/>
                </a:cubicBezTo>
                <a:cubicBezTo>
                  <a:pt x="582" y="659"/>
                  <a:pt x="584" y="659"/>
                  <a:pt x="585" y="658"/>
                </a:cubicBezTo>
                <a:cubicBezTo>
                  <a:pt x="586" y="658"/>
                  <a:pt x="587" y="658"/>
                  <a:pt x="588" y="657"/>
                </a:cubicBezTo>
                <a:cubicBezTo>
                  <a:pt x="589" y="657"/>
                  <a:pt x="589" y="656"/>
                  <a:pt x="590" y="656"/>
                </a:cubicBezTo>
                <a:cubicBezTo>
                  <a:pt x="591" y="655"/>
                  <a:pt x="591" y="654"/>
                  <a:pt x="591" y="654"/>
                </a:cubicBezTo>
                <a:cubicBezTo>
                  <a:pt x="591" y="653"/>
                  <a:pt x="591" y="652"/>
                  <a:pt x="591" y="652"/>
                </a:cubicBezTo>
                <a:cubicBezTo>
                  <a:pt x="590" y="651"/>
                  <a:pt x="590" y="651"/>
                  <a:pt x="589" y="650"/>
                </a:cubicBezTo>
                <a:cubicBezTo>
                  <a:pt x="588" y="650"/>
                  <a:pt x="587" y="649"/>
                  <a:pt x="586" y="649"/>
                </a:cubicBezTo>
                <a:cubicBezTo>
                  <a:pt x="585" y="649"/>
                  <a:pt x="584" y="649"/>
                  <a:pt x="583" y="649"/>
                </a:cubicBezTo>
                <a:cubicBezTo>
                  <a:pt x="582" y="649"/>
                  <a:pt x="580" y="649"/>
                  <a:pt x="579" y="649"/>
                </a:cubicBezTo>
                <a:close/>
                <a:moveTo>
                  <a:pt x="2236" y="649"/>
                </a:moveTo>
                <a:cubicBezTo>
                  <a:pt x="2235" y="649"/>
                  <a:pt x="2234" y="650"/>
                  <a:pt x="2233" y="650"/>
                </a:cubicBezTo>
                <a:cubicBezTo>
                  <a:pt x="2233" y="651"/>
                  <a:pt x="2232" y="651"/>
                  <a:pt x="2232" y="652"/>
                </a:cubicBezTo>
                <a:cubicBezTo>
                  <a:pt x="2232" y="652"/>
                  <a:pt x="2231" y="653"/>
                  <a:pt x="2232" y="654"/>
                </a:cubicBezTo>
                <a:cubicBezTo>
                  <a:pt x="2232" y="654"/>
                  <a:pt x="2232" y="655"/>
                  <a:pt x="2233" y="656"/>
                </a:cubicBezTo>
                <a:cubicBezTo>
                  <a:pt x="2234" y="656"/>
                  <a:pt x="2234" y="657"/>
                  <a:pt x="2235" y="657"/>
                </a:cubicBezTo>
                <a:cubicBezTo>
                  <a:pt x="2236" y="658"/>
                  <a:pt x="2237" y="658"/>
                  <a:pt x="2239" y="658"/>
                </a:cubicBezTo>
                <a:cubicBezTo>
                  <a:pt x="2240" y="659"/>
                  <a:pt x="2241" y="659"/>
                  <a:pt x="2242" y="659"/>
                </a:cubicBezTo>
                <a:cubicBezTo>
                  <a:pt x="2243" y="659"/>
                  <a:pt x="2245" y="659"/>
                  <a:pt x="2246" y="658"/>
                </a:cubicBezTo>
                <a:cubicBezTo>
                  <a:pt x="2247" y="658"/>
                  <a:pt x="2248" y="658"/>
                  <a:pt x="2248" y="657"/>
                </a:cubicBezTo>
                <a:cubicBezTo>
                  <a:pt x="2249" y="657"/>
                  <a:pt x="2250" y="656"/>
                  <a:pt x="2250" y="656"/>
                </a:cubicBezTo>
                <a:cubicBezTo>
                  <a:pt x="2250" y="655"/>
                  <a:pt x="2250" y="654"/>
                  <a:pt x="2250" y="654"/>
                </a:cubicBezTo>
                <a:cubicBezTo>
                  <a:pt x="2250" y="653"/>
                  <a:pt x="2249" y="652"/>
                  <a:pt x="2249" y="652"/>
                </a:cubicBezTo>
                <a:cubicBezTo>
                  <a:pt x="2248" y="651"/>
                  <a:pt x="2247" y="651"/>
                  <a:pt x="2246" y="650"/>
                </a:cubicBezTo>
                <a:cubicBezTo>
                  <a:pt x="2245" y="650"/>
                  <a:pt x="2244" y="649"/>
                  <a:pt x="2243" y="649"/>
                </a:cubicBezTo>
                <a:cubicBezTo>
                  <a:pt x="2242" y="649"/>
                  <a:pt x="2241" y="649"/>
                  <a:pt x="2239" y="649"/>
                </a:cubicBezTo>
                <a:cubicBezTo>
                  <a:pt x="2238" y="649"/>
                  <a:pt x="2237" y="649"/>
                  <a:pt x="2236" y="649"/>
                </a:cubicBezTo>
                <a:close/>
                <a:moveTo>
                  <a:pt x="2379" y="649"/>
                </a:moveTo>
                <a:cubicBezTo>
                  <a:pt x="2379" y="649"/>
                  <a:pt x="2379" y="649"/>
                  <a:pt x="2378" y="649"/>
                </a:cubicBezTo>
                <a:cubicBezTo>
                  <a:pt x="2378" y="649"/>
                  <a:pt x="2378" y="649"/>
                  <a:pt x="2378" y="649"/>
                </a:cubicBezTo>
                <a:cubicBezTo>
                  <a:pt x="2378" y="649"/>
                  <a:pt x="2378" y="649"/>
                  <a:pt x="2377" y="649"/>
                </a:cubicBezTo>
                <a:cubicBezTo>
                  <a:pt x="2376" y="649"/>
                  <a:pt x="2375" y="649"/>
                  <a:pt x="2374" y="649"/>
                </a:cubicBezTo>
                <a:cubicBezTo>
                  <a:pt x="2373" y="649"/>
                  <a:pt x="2372" y="650"/>
                  <a:pt x="2371" y="650"/>
                </a:cubicBezTo>
                <a:cubicBezTo>
                  <a:pt x="2371" y="651"/>
                  <a:pt x="2370" y="651"/>
                  <a:pt x="2370" y="652"/>
                </a:cubicBezTo>
                <a:cubicBezTo>
                  <a:pt x="2370" y="652"/>
                  <a:pt x="2370" y="653"/>
                  <a:pt x="2370" y="654"/>
                </a:cubicBezTo>
                <a:cubicBezTo>
                  <a:pt x="2370" y="654"/>
                  <a:pt x="2371" y="655"/>
                  <a:pt x="2371" y="656"/>
                </a:cubicBezTo>
                <a:cubicBezTo>
                  <a:pt x="2372" y="656"/>
                  <a:pt x="2373" y="657"/>
                  <a:pt x="2374" y="657"/>
                </a:cubicBezTo>
                <a:cubicBezTo>
                  <a:pt x="2375" y="658"/>
                  <a:pt x="2376" y="658"/>
                  <a:pt x="2377" y="658"/>
                </a:cubicBezTo>
                <a:cubicBezTo>
                  <a:pt x="2378" y="659"/>
                  <a:pt x="2379" y="659"/>
                  <a:pt x="2381" y="659"/>
                </a:cubicBezTo>
                <a:cubicBezTo>
                  <a:pt x="2381" y="659"/>
                  <a:pt x="2381" y="659"/>
                  <a:pt x="2381" y="659"/>
                </a:cubicBezTo>
                <a:cubicBezTo>
                  <a:pt x="2381" y="659"/>
                  <a:pt x="2381" y="659"/>
                  <a:pt x="2382" y="659"/>
                </a:cubicBezTo>
                <a:cubicBezTo>
                  <a:pt x="2382" y="659"/>
                  <a:pt x="2382" y="659"/>
                  <a:pt x="2382" y="659"/>
                </a:cubicBezTo>
                <a:cubicBezTo>
                  <a:pt x="2382" y="659"/>
                  <a:pt x="2382" y="659"/>
                  <a:pt x="2382" y="659"/>
                </a:cubicBezTo>
                <a:cubicBezTo>
                  <a:pt x="2385" y="658"/>
                  <a:pt x="2389" y="657"/>
                  <a:pt x="2388" y="654"/>
                </a:cubicBezTo>
                <a:cubicBezTo>
                  <a:pt x="2388" y="653"/>
                  <a:pt x="2388" y="653"/>
                  <a:pt x="2387" y="652"/>
                </a:cubicBezTo>
                <a:cubicBezTo>
                  <a:pt x="2387" y="651"/>
                  <a:pt x="2386" y="651"/>
                  <a:pt x="2385" y="651"/>
                </a:cubicBezTo>
                <a:cubicBezTo>
                  <a:pt x="2384" y="650"/>
                  <a:pt x="2383" y="650"/>
                  <a:pt x="2382" y="649"/>
                </a:cubicBezTo>
                <a:cubicBezTo>
                  <a:pt x="2382" y="649"/>
                  <a:pt x="2380" y="649"/>
                  <a:pt x="2379" y="649"/>
                </a:cubicBezTo>
                <a:cubicBezTo>
                  <a:pt x="2379" y="649"/>
                  <a:pt x="2379" y="649"/>
                  <a:pt x="2379" y="649"/>
                </a:cubicBezTo>
                <a:close/>
                <a:moveTo>
                  <a:pt x="2420" y="649"/>
                </a:moveTo>
                <a:cubicBezTo>
                  <a:pt x="2419" y="649"/>
                  <a:pt x="2418" y="650"/>
                  <a:pt x="2417" y="650"/>
                </a:cubicBezTo>
                <a:cubicBezTo>
                  <a:pt x="2417" y="651"/>
                  <a:pt x="2416" y="651"/>
                  <a:pt x="2416" y="652"/>
                </a:cubicBezTo>
                <a:cubicBezTo>
                  <a:pt x="2416" y="652"/>
                  <a:pt x="2416" y="653"/>
                  <a:pt x="2416" y="654"/>
                </a:cubicBezTo>
                <a:cubicBezTo>
                  <a:pt x="2416" y="654"/>
                  <a:pt x="2417" y="655"/>
                  <a:pt x="2417" y="656"/>
                </a:cubicBezTo>
                <a:cubicBezTo>
                  <a:pt x="2418" y="656"/>
                  <a:pt x="2419" y="657"/>
                  <a:pt x="2420" y="657"/>
                </a:cubicBezTo>
                <a:cubicBezTo>
                  <a:pt x="2421" y="658"/>
                  <a:pt x="2422" y="658"/>
                  <a:pt x="2423" y="658"/>
                </a:cubicBezTo>
                <a:cubicBezTo>
                  <a:pt x="2424" y="659"/>
                  <a:pt x="2426" y="659"/>
                  <a:pt x="2427" y="659"/>
                </a:cubicBezTo>
                <a:cubicBezTo>
                  <a:pt x="2428" y="659"/>
                  <a:pt x="2429" y="659"/>
                  <a:pt x="2430" y="658"/>
                </a:cubicBezTo>
                <a:cubicBezTo>
                  <a:pt x="2431" y="658"/>
                  <a:pt x="2432" y="658"/>
                  <a:pt x="2433" y="657"/>
                </a:cubicBezTo>
                <a:cubicBezTo>
                  <a:pt x="2434" y="657"/>
                  <a:pt x="2434" y="656"/>
                  <a:pt x="2434" y="656"/>
                </a:cubicBezTo>
                <a:cubicBezTo>
                  <a:pt x="2435" y="655"/>
                  <a:pt x="2435" y="654"/>
                  <a:pt x="2434" y="654"/>
                </a:cubicBezTo>
                <a:cubicBezTo>
                  <a:pt x="2434" y="653"/>
                  <a:pt x="2434" y="652"/>
                  <a:pt x="2433" y="652"/>
                </a:cubicBezTo>
                <a:cubicBezTo>
                  <a:pt x="2432" y="651"/>
                  <a:pt x="2432" y="651"/>
                  <a:pt x="2431" y="650"/>
                </a:cubicBezTo>
                <a:cubicBezTo>
                  <a:pt x="2430" y="650"/>
                  <a:pt x="2428" y="649"/>
                  <a:pt x="2427" y="649"/>
                </a:cubicBezTo>
                <a:cubicBezTo>
                  <a:pt x="2426" y="649"/>
                  <a:pt x="2425" y="649"/>
                  <a:pt x="2424" y="649"/>
                </a:cubicBezTo>
                <a:cubicBezTo>
                  <a:pt x="2422" y="649"/>
                  <a:pt x="2421" y="649"/>
                  <a:pt x="2420" y="649"/>
                </a:cubicBezTo>
                <a:close/>
                <a:moveTo>
                  <a:pt x="2195" y="649"/>
                </a:moveTo>
                <a:cubicBezTo>
                  <a:pt x="2195" y="649"/>
                  <a:pt x="2195" y="649"/>
                  <a:pt x="2194" y="649"/>
                </a:cubicBezTo>
                <a:cubicBezTo>
                  <a:pt x="2194" y="649"/>
                  <a:pt x="2194" y="649"/>
                  <a:pt x="2194" y="649"/>
                </a:cubicBezTo>
                <a:cubicBezTo>
                  <a:pt x="2194" y="649"/>
                  <a:pt x="2194" y="649"/>
                  <a:pt x="2193" y="649"/>
                </a:cubicBezTo>
                <a:cubicBezTo>
                  <a:pt x="2192" y="649"/>
                  <a:pt x="2191" y="649"/>
                  <a:pt x="2190" y="649"/>
                </a:cubicBezTo>
                <a:cubicBezTo>
                  <a:pt x="2189" y="649"/>
                  <a:pt x="2188" y="650"/>
                  <a:pt x="2187" y="650"/>
                </a:cubicBezTo>
                <a:cubicBezTo>
                  <a:pt x="2187" y="651"/>
                  <a:pt x="2186" y="651"/>
                  <a:pt x="2186" y="652"/>
                </a:cubicBezTo>
                <a:cubicBezTo>
                  <a:pt x="2185" y="652"/>
                  <a:pt x="2185" y="653"/>
                  <a:pt x="2185" y="654"/>
                </a:cubicBezTo>
                <a:cubicBezTo>
                  <a:pt x="2186" y="654"/>
                  <a:pt x="2186" y="655"/>
                  <a:pt x="2187" y="656"/>
                </a:cubicBezTo>
                <a:cubicBezTo>
                  <a:pt x="2187" y="656"/>
                  <a:pt x="2188" y="657"/>
                  <a:pt x="2189" y="657"/>
                </a:cubicBezTo>
                <a:cubicBezTo>
                  <a:pt x="2190" y="658"/>
                  <a:pt x="2191" y="658"/>
                  <a:pt x="2192" y="658"/>
                </a:cubicBezTo>
                <a:cubicBezTo>
                  <a:pt x="2193" y="659"/>
                  <a:pt x="2195" y="659"/>
                  <a:pt x="2196" y="659"/>
                </a:cubicBezTo>
                <a:cubicBezTo>
                  <a:pt x="2196" y="659"/>
                  <a:pt x="2196" y="659"/>
                  <a:pt x="2197" y="659"/>
                </a:cubicBezTo>
                <a:cubicBezTo>
                  <a:pt x="2197" y="659"/>
                  <a:pt x="2197" y="659"/>
                  <a:pt x="2197" y="659"/>
                </a:cubicBezTo>
                <a:cubicBezTo>
                  <a:pt x="2197" y="659"/>
                  <a:pt x="2197" y="659"/>
                  <a:pt x="2197" y="659"/>
                </a:cubicBezTo>
                <a:cubicBezTo>
                  <a:pt x="2198" y="659"/>
                  <a:pt x="2198" y="659"/>
                  <a:pt x="2198" y="659"/>
                </a:cubicBezTo>
                <a:cubicBezTo>
                  <a:pt x="2200" y="658"/>
                  <a:pt x="2205" y="657"/>
                  <a:pt x="2204" y="654"/>
                </a:cubicBezTo>
                <a:cubicBezTo>
                  <a:pt x="2204" y="653"/>
                  <a:pt x="2203" y="653"/>
                  <a:pt x="2203" y="652"/>
                </a:cubicBezTo>
                <a:cubicBezTo>
                  <a:pt x="2202" y="651"/>
                  <a:pt x="2202" y="651"/>
                  <a:pt x="2201" y="651"/>
                </a:cubicBezTo>
                <a:cubicBezTo>
                  <a:pt x="2200" y="650"/>
                  <a:pt x="2199" y="650"/>
                  <a:pt x="2198" y="649"/>
                </a:cubicBezTo>
                <a:cubicBezTo>
                  <a:pt x="2197" y="649"/>
                  <a:pt x="2196" y="649"/>
                  <a:pt x="2195" y="649"/>
                </a:cubicBezTo>
                <a:cubicBezTo>
                  <a:pt x="2195" y="649"/>
                  <a:pt x="2195" y="649"/>
                  <a:pt x="2195" y="649"/>
                </a:cubicBezTo>
                <a:close/>
                <a:moveTo>
                  <a:pt x="2472" y="649"/>
                </a:moveTo>
                <a:cubicBezTo>
                  <a:pt x="2472" y="649"/>
                  <a:pt x="2472" y="649"/>
                  <a:pt x="2471" y="649"/>
                </a:cubicBezTo>
                <a:cubicBezTo>
                  <a:pt x="2471" y="649"/>
                  <a:pt x="2471" y="649"/>
                  <a:pt x="2470" y="649"/>
                </a:cubicBezTo>
                <a:cubicBezTo>
                  <a:pt x="2470" y="649"/>
                  <a:pt x="2470" y="649"/>
                  <a:pt x="2470" y="649"/>
                </a:cubicBezTo>
                <a:cubicBezTo>
                  <a:pt x="2468" y="649"/>
                  <a:pt x="2467" y="649"/>
                  <a:pt x="2466" y="649"/>
                </a:cubicBezTo>
                <a:cubicBezTo>
                  <a:pt x="2465" y="649"/>
                  <a:pt x="2464" y="650"/>
                  <a:pt x="2464" y="650"/>
                </a:cubicBezTo>
                <a:cubicBezTo>
                  <a:pt x="2463" y="651"/>
                  <a:pt x="2462" y="651"/>
                  <a:pt x="2462" y="652"/>
                </a:cubicBezTo>
                <a:cubicBezTo>
                  <a:pt x="2462" y="652"/>
                  <a:pt x="2462" y="653"/>
                  <a:pt x="2462" y="654"/>
                </a:cubicBezTo>
                <a:cubicBezTo>
                  <a:pt x="2462" y="654"/>
                  <a:pt x="2463" y="655"/>
                  <a:pt x="2463" y="656"/>
                </a:cubicBezTo>
                <a:cubicBezTo>
                  <a:pt x="2464" y="656"/>
                  <a:pt x="2465" y="657"/>
                  <a:pt x="2466" y="657"/>
                </a:cubicBezTo>
                <a:cubicBezTo>
                  <a:pt x="2467" y="658"/>
                  <a:pt x="2468" y="658"/>
                  <a:pt x="2469" y="658"/>
                </a:cubicBezTo>
                <a:cubicBezTo>
                  <a:pt x="2470" y="659"/>
                  <a:pt x="2472" y="659"/>
                  <a:pt x="2473" y="659"/>
                </a:cubicBezTo>
                <a:cubicBezTo>
                  <a:pt x="2473" y="659"/>
                  <a:pt x="2474" y="659"/>
                  <a:pt x="2474" y="659"/>
                </a:cubicBezTo>
                <a:cubicBezTo>
                  <a:pt x="2474" y="659"/>
                  <a:pt x="2474" y="659"/>
                  <a:pt x="2475" y="659"/>
                </a:cubicBezTo>
                <a:cubicBezTo>
                  <a:pt x="2475" y="659"/>
                  <a:pt x="2475" y="659"/>
                  <a:pt x="2476" y="659"/>
                </a:cubicBezTo>
                <a:cubicBezTo>
                  <a:pt x="2476" y="658"/>
                  <a:pt x="2476" y="658"/>
                  <a:pt x="2476" y="658"/>
                </a:cubicBezTo>
                <a:cubicBezTo>
                  <a:pt x="2477" y="658"/>
                  <a:pt x="2478" y="658"/>
                  <a:pt x="2479" y="657"/>
                </a:cubicBezTo>
                <a:cubicBezTo>
                  <a:pt x="2479" y="657"/>
                  <a:pt x="2480" y="657"/>
                  <a:pt x="2480" y="657"/>
                </a:cubicBezTo>
                <a:cubicBezTo>
                  <a:pt x="2480" y="656"/>
                  <a:pt x="2480" y="656"/>
                  <a:pt x="2480" y="656"/>
                </a:cubicBezTo>
                <a:cubicBezTo>
                  <a:pt x="2481" y="655"/>
                  <a:pt x="2481" y="655"/>
                  <a:pt x="2481" y="655"/>
                </a:cubicBezTo>
                <a:cubicBezTo>
                  <a:pt x="2481" y="654"/>
                  <a:pt x="2481" y="654"/>
                  <a:pt x="2480" y="654"/>
                </a:cubicBezTo>
                <a:cubicBezTo>
                  <a:pt x="2480" y="653"/>
                  <a:pt x="2480" y="653"/>
                  <a:pt x="2480" y="653"/>
                </a:cubicBezTo>
                <a:cubicBezTo>
                  <a:pt x="2480" y="652"/>
                  <a:pt x="2479" y="652"/>
                  <a:pt x="2479" y="652"/>
                </a:cubicBezTo>
                <a:cubicBezTo>
                  <a:pt x="2479" y="651"/>
                  <a:pt x="2478" y="651"/>
                  <a:pt x="2478" y="651"/>
                </a:cubicBezTo>
                <a:cubicBezTo>
                  <a:pt x="2478" y="651"/>
                  <a:pt x="2477" y="650"/>
                  <a:pt x="2477" y="650"/>
                </a:cubicBezTo>
                <a:cubicBezTo>
                  <a:pt x="2476" y="650"/>
                  <a:pt x="2476" y="650"/>
                  <a:pt x="2476" y="650"/>
                </a:cubicBezTo>
                <a:cubicBezTo>
                  <a:pt x="2476" y="650"/>
                  <a:pt x="2475" y="650"/>
                  <a:pt x="2475" y="650"/>
                </a:cubicBezTo>
                <a:cubicBezTo>
                  <a:pt x="2475" y="649"/>
                  <a:pt x="2474" y="649"/>
                  <a:pt x="2474" y="649"/>
                </a:cubicBezTo>
                <a:cubicBezTo>
                  <a:pt x="2474" y="649"/>
                  <a:pt x="2474" y="649"/>
                  <a:pt x="2473" y="649"/>
                </a:cubicBezTo>
                <a:cubicBezTo>
                  <a:pt x="2473" y="649"/>
                  <a:pt x="2473" y="649"/>
                  <a:pt x="2472" y="649"/>
                </a:cubicBezTo>
                <a:close/>
                <a:moveTo>
                  <a:pt x="2328" y="649"/>
                </a:moveTo>
                <a:cubicBezTo>
                  <a:pt x="2327" y="649"/>
                  <a:pt x="2326" y="650"/>
                  <a:pt x="2325" y="650"/>
                </a:cubicBezTo>
                <a:cubicBezTo>
                  <a:pt x="2325" y="651"/>
                  <a:pt x="2324" y="651"/>
                  <a:pt x="2324" y="652"/>
                </a:cubicBezTo>
                <a:cubicBezTo>
                  <a:pt x="2324" y="652"/>
                  <a:pt x="2324" y="653"/>
                  <a:pt x="2324" y="654"/>
                </a:cubicBezTo>
                <a:cubicBezTo>
                  <a:pt x="2324" y="654"/>
                  <a:pt x="2324" y="655"/>
                  <a:pt x="2325" y="656"/>
                </a:cubicBezTo>
                <a:cubicBezTo>
                  <a:pt x="2326" y="656"/>
                  <a:pt x="2327" y="657"/>
                  <a:pt x="2327" y="657"/>
                </a:cubicBezTo>
                <a:cubicBezTo>
                  <a:pt x="2328" y="658"/>
                  <a:pt x="2330" y="658"/>
                  <a:pt x="2331" y="658"/>
                </a:cubicBezTo>
                <a:cubicBezTo>
                  <a:pt x="2332" y="659"/>
                  <a:pt x="2333" y="659"/>
                  <a:pt x="2334" y="659"/>
                </a:cubicBezTo>
                <a:cubicBezTo>
                  <a:pt x="2336" y="659"/>
                  <a:pt x="2337" y="659"/>
                  <a:pt x="2338" y="658"/>
                </a:cubicBezTo>
                <a:cubicBezTo>
                  <a:pt x="2339" y="658"/>
                  <a:pt x="2340" y="658"/>
                  <a:pt x="2341" y="657"/>
                </a:cubicBezTo>
                <a:cubicBezTo>
                  <a:pt x="2341" y="657"/>
                  <a:pt x="2342" y="656"/>
                  <a:pt x="2342" y="656"/>
                </a:cubicBezTo>
                <a:cubicBezTo>
                  <a:pt x="2342" y="655"/>
                  <a:pt x="2342" y="654"/>
                  <a:pt x="2342" y="654"/>
                </a:cubicBezTo>
                <a:cubicBezTo>
                  <a:pt x="2342" y="653"/>
                  <a:pt x="2342" y="652"/>
                  <a:pt x="2341" y="652"/>
                </a:cubicBezTo>
                <a:cubicBezTo>
                  <a:pt x="2340" y="651"/>
                  <a:pt x="2339" y="651"/>
                  <a:pt x="2338" y="650"/>
                </a:cubicBezTo>
                <a:cubicBezTo>
                  <a:pt x="2337" y="650"/>
                  <a:pt x="2336" y="649"/>
                  <a:pt x="2335" y="649"/>
                </a:cubicBezTo>
                <a:cubicBezTo>
                  <a:pt x="2334" y="649"/>
                  <a:pt x="2333" y="649"/>
                  <a:pt x="2331" y="649"/>
                </a:cubicBezTo>
                <a:cubicBezTo>
                  <a:pt x="2330" y="649"/>
                  <a:pt x="2329" y="649"/>
                  <a:pt x="2328" y="649"/>
                </a:cubicBezTo>
                <a:close/>
                <a:moveTo>
                  <a:pt x="600" y="662"/>
                </a:moveTo>
                <a:cubicBezTo>
                  <a:pt x="599" y="662"/>
                  <a:pt x="598" y="662"/>
                  <a:pt x="597" y="663"/>
                </a:cubicBezTo>
                <a:cubicBezTo>
                  <a:pt x="596" y="663"/>
                  <a:pt x="595" y="664"/>
                  <a:pt x="595" y="664"/>
                </a:cubicBezTo>
                <a:cubicBezTo>
                  <a:pt x="594" y="665"/>
                  <a:pt x="594" y="666"/>
                  <a:pt x="593" y="666"/>
                </a:cubicBezTo>
                <a:cubicBezTo>
                  <a:pt x="593" y="667"/>
                  <a:pt x="593" y="668"/>
                  <a:pt x="594" y="668"/>
                </a:cubicBezTo>
                <a:cubicBezTo>
                  <a:pt x="594" y="669"/>
                  <a:pt x="595" y="669"/>
                  <a:pt x="596" y="670"/>
                </a:cubicBezTo>
                <a:cubicBezTo>
                  <a:pt x="596" y="670"/>
                  <a:pt x="597" y="671"/>
                  <a:pt x="598" y="671"/>
                </a:cubicBezTo>
                <a:cubicBezTo>
                  <a:pt x="599" y="671"/>
                  <a:pt x="601" y="671"/>
                  <a:pt x="602" y="671"/>
                </a:cubicBezTo>
                <a:cubicBezTo>
                  <a:pt x="603" y="671"/>
                  <a:pt x="604" y="671"/>
                  <a:pt x="605" y="671"/>
                </a:cubicBezTo>
                <a:cubicBezTo>
                  <a:pt x="607" y="671"/>
                  <a:pt x="608" y="670"/>
                  <a:pt x="609" y="670"/>
                </a:cubicBezTo>
                <a:cubicBezTo>
                  <a:pt x="609" y="669"/>
                  <a:pt x="610" y="669"/>
                  <a:pt x="611" y="668"/>
                </a:cubicBezTo>
                <a:cubicBezTo>
                  <a:pt x="611" y="668"/>
                  <a:pt x="612" y="667"/>
                  <a:pt x="612" y="666"/>
                </a:cubicBezTo>
                <a:cubicBezTo>
                  <a:pt x="612" y="666"/>
                  <a:pt x="612" y="665"/>
                  <a:pt x="612" y="664"/>
                </a:cubicBezTo>
                <a:cubicBezTo>
                  <a:pt x="611" y="664"/>
                  <a:pt x="611" y="663"/>
                  <a:pt x="610" y="663"/>
                </a:cubicBezTo>
                <a:cubicBezTo>
                  <a:pt x="609" y="662"/>
                  <a:pt x="608" y="662"/>
                  <a:pt x="607" y="662"/>
                </a:cubicBezTo>
                <a:cubicBezTo>
                  <a:pt x="606" y="661"/>
                  <a:pt x="605" y="661"/>
                  <a:pt x="604" y="661"/>
                </a:cubicBezTo>
                <a:cubicBezTo>
                  <a:pt x="602" y="661"/>
                  <a:pt x="601" y="661"/>
                  <a:pt x="600" y="662"/>
                </a:cubicBezTo>
                <a:close/>
                <a:moveTo>
                  <a:pt x="646" y="662"/>
                </a:moveTo>
                <a:cubicBezTo>
                  <a:pt x="645" y="662"/>
                  <a:pt x="644" y="662"/>
                  <a:pt x="643" y="663"/>
                </a:cubicBezTo>
                <a:cubicBezTo>
                  <a:pt x="642" y="663"/>
                  <a:pt x="641" y="664"/>
                  <a:pt x="641" y="664"/>
                </a:cubicBezTo>
                <a:cubicBezTo>
                  <a:pt x="640" y="665"/>
                  <a:pt x="640" y="666"/>
                  <a:pt x="640" y="666"/>
                </a:cubicBezTo>
                <a:cubicBezTo>
                  <a:pt x="640" y="667"/>
                  <a:pt x="640" y="668"/>
                  <a:pt x="640" y="668"/>
                </a:cubicBezTo>
                <a:cubicBezTo>
                  <a:pt x="640" y="669"/>
                  <a:pt x="641" y="669"/>
                  <a:pt x="642" y="670"/>
                </a:cubicBezTo>
                <a:cubicBezTo>
                  <a:pt x="643" y="670"/>
                  <a:pt x="643" y="671"/>
                  <a:pt x="645" y="671"/>
                </a:cubicBezTo>
                <a:cubicBezTo>
                  <a:pt x="646" y="671"/>
                  <a:pt x="647" y="671"/>
                  <a:pt x="648" y="671"/>
                </a:cubicBezTo>
                <a:cubicBezTo>
                  <a:pt x="649" y="671"/>
                  <a:pt x="651" y="671"/>
                  <a:pt x="652" y="671"/>
                </a:cubicBezTo>
                <a:cubicBezTo>
                  <a:pt x="653" y="671"/>
                  <a:pt x="654" y="670"/>
                  <a:pt x="655" y="670"/>
                </a:cubicBezTo>
                <a:cubicBezTo>
                  <a:pt x="656" y="669"/>
                  <a:pt x="657" y="669"/>
                  <a:pt x="657" y="668"/>
                </a:cubicBezTo>
                <a:cubicBezTo>
                  <a:pt x="658" y="668"/>
                  <a:pt x="658" y="667"/>
                  <a:pt x="658" y="666"/>
                </a:cubicBezTo>
                <a:cubicBezTo>
                  <a:pt x="658" y="666"/>
                  <a:pt x="658" y="665"/>
                  <a:pt x="658" y="664"/>
                </a:cubicBezTo>
                <a:cubicBezTo>
                  <a:pt x="657" y="664"/>
                  <a:pt x="657" y="663"/>
                  <a:pt x="656" y="663"/>
                </a:cubicBezTo>
                <a:cubicBezTo>
                  <a:pt x="655" y="662"/>
                  <a:pt x="654" y="662"/>
                  <a:pt x="653" y="662"/>
                </a:cubicBezTo>
                <a:cubicBezTo>
                  <a:pt x="652" y="661"/>
                  <a:pt x="651" y="661"/>
                  <a:pt x="650" y="661"/>
                </a:cubicBezTo>
                <a:cubicBezTo>
                  <a:pt x="649" y="661"/>
                  <a:pt x="647" y="661"/>
                  <a:pt x="646" y="662"/>
                </a:cubicBezTo>
                <a:close/>
                <a:moveTo>
                  <a:pt x="554" y="662"/>
                </a:moveTo>
                <a:cubicBezTo>
                  <a:pt x="553" y="662"/>
                  <a:pt x="552" y="662"/>
                  <a:pt x="551" y="663"/>
                </a:cubicBezTo>
                <a:cubicBezTo>
                  <a:pt x="550" y="663"/>
                  <a:pt x="549" y="664"/>
                  <a:pt x="548" y="664"/>
                </a:cubicBezTo>
                <a:cubicBezTo>
                  <a:pt x="548" y="665"/>
                  <a:pt x="547" y="666"/>
                  <a:pt x="547" y="666"/>
                </a:cubicBezTo>
                <a:cubicBezTo>
                  <a:pt x="547" y="667"/>
                  <a:pt x="547" y="668"/>
                  <a:pt x="548" y="668"/>
                </a:cubicBezTo>
                <a:cubicBezTo>
                  <a:pt x="548" y="669"/>
                  <a:pt x="548" y="669"/>
                  <a:pt x="549" y="670"/>
                </a:cubicBezTo>
                <a:cubicBezTo>
                  <a:pt x="550" y="670"/>
                  <a:pt x="551" y="671"/>
                  <a:pt x="552" y="671"/>
                </a:cubicBezTo>
                <a:cubicBezTo>
                  <a:pt x="553" y="671"/>
                  <a:pt x="554" y="671"/>
                  <a:pt x="555" y="671"/>
                </a:cubicBezTo>
                <a:cubicBezTo>
                  <a:pt x="557" y="671"/>
                  <a:pt x="558" y="671"/>
                  <a:pt x="559" y="671"/>
                </a:cubicBezTo>
                <a:cubicBezTo>
                  <a:pt x="560" y="671"/>
                  <a:pt x="561" y="670"/>
                  <a:pt x="562" y="670"/>
                </a:cubicBezTo>
                <a:cubicBezTo>
                  <a:pt x="563" y="669"/>
                  <a:pt x="564" y="669"/>
                  <a:pt x="565" y="668"/>
                </a:cubicBezTo>
                <a:cubicBezTo>
                  <a:pt x="565" y="668"/>
                  <a:pt x="566" y="667"/>
                  <a:pt x="566" y="666"/>
                </a:cubicBezTo>
                <a:cubicBezTo>
                  <a:pt x="566" y="666"/>
                  <a:pt x="566" y="665"/>
                  <a:pt x="565" y="664"/>
                </a:cubicBezTo>
                <a:cubicBezTo>
                  <a:pt x="565" y="664"/>
                  <a:pt x="564" y="663"/>
                  <a:pt x="564" y="663"/>
                </a:cubicBezTo>
                <a:cubicBezTo>
                  <a:pt x="563" y="662"/>
                  <a:pt x="562" y="662"/>
                  <a:pt x="561" y="662"/>
                </a:cubicBezTo>
                <a:cubicBezTo>
                  <a:pt x="560" y="661"/>
                  <a:pt x="559" y="661"/>
                  <a:pt x="557" y="661"/>
                </a:cubicBezTo>
                <a:cubicBezTo>
                  <a:pt x="556" y="661"/>
                  <a:pt x="555" y="661"/>
                  <a:pt x="554" y="662"/>
                </a:cubicBezTo>
                <a:close/>
                <a:moveTo>
                  <a:pt x="2355" y="662"/>
                </a:moveTo>
                <a:cubicBezTo>
                  <a:pt x="2354" y="662"/>
                  <a:pt x="2353" y="662"/>
                  <a:pt x="2352" y="663"/>
                </a:cubicBezTo>
                <a:cubicBezTo>
                  <a:pt x="2352" y="663"/>
                  <a:pt x="2351" y="664"/>
                  <a:pt x="2351" y="664"/>
                </a:cubicBezTo>
                <a:cubicBezTo>
                  <a:pt x="2350" y="665"/>
                  <a:pt x="2350" y="666"/>
                  <a:pt x="2351" y="666"/>
                </a:cubicBezTo>
                <a:cubicBezTo>
                  <a:pt x="2351" y="667"/>
                  <a:pt x="2351" y="668"/>
                  <a:pt x="2352" y="668"/>
                </a:cubicBezTo>
                <a:cubicBezTo>
                  <a:pt x="2353" y="669"/>
                  <a:pt x="2353" y="669"/>
                  <a:pt x="2354" y="670"/>
                </a:cubicBezTo>
                <a:cubicBezTo>
                  <a:pt x="2355" y="670"/>
                  <a:pt x="2356" y="671"/>
                  <a:pt x="2358" y="671"/>
                </a:cubicBezTo>
                <a:cubicBezTo>
                  <a:pt x="2359" y="671"/>
                  <a:pt x="2360" y="671"/>
                  <a:pt x="2361" y="671"/>
                </a:cubicBezTo>
                <a:cubicBezTo>
                  <a:pt x="2363" y="671"/>
                  <a:pt x="2364" y="671"/>
                  <a:pt x="2365" y="671"/>
                </a:cubicBezTo>
                <a:cubicBezTo>
                  <a:pt x="2366" y="671"/>
                  <a:pt x="2367" y="670"/>
                  <a:pt x="2367" y="670"/>
                </a:cubicBezTo>
                <a:cubicBezTo>
                  <a:pt x="2368" y="669"/>
                  <a:pt x="2369" y="669"/>
                  <a:pt x="2369" y="668"/>
                </a:cubicBezTo>
                <a:cubicBezTo>
                  <a:pt x="2369" y="668"/>
                  <a:pt x="2369" y="667"/>
                  <a:pt x="2369" y="666"/>
                </a:cubicBezTo>
                <a:cubicBezTo>
                  <a:pt x="2369" y="666"/>
                  <a:pt x="2368" y="665"/>
                  <a:pt x="2368" y="664"/>
                </a:cubicBezTo>
                <a:cubicBezTo>
                  <a:pt x="2367" y="664"/>
                  <a:pt x="2366" y="663"/>
                  <a:pt x="2365" y="663"/>
                </a:cubicBezTo>
                <a:cubicBezTo>
                  <a:pt x="2364" y="662"/>
                  <a:pt x="2363" y="662"/>
                  <a:pt x="2362" y="662"/>
                </a:cubicBezTo>
                <a:cubicBezTo>
                  <a:pt x="2361" y="661"/>
                  <a:pt x="2360" y="661"/>
                  <a:pt x="2358" y="661"/>
                </a:cubicBezTo>
                <a:cubicBezTo>
                  <a:pt x="2357" y="661"/>
                  <a:pt x="2356" y="661"/>
                  <a:pt x="2355" y="662"/>
                </a:cubicBezTo>
                <a:close/>
                <a:moveTo>
                  <a:pt x="2170" y="662"/>
                </a:moveTo>
                <a:cubicBezTo>
                  <a:pt x="2169" y="662"/>
                  <a:pt x="2168" y="662"/>
                  <a:pt x="2167" y="663"/>
                </a:cubicBezTo>
                <a:cubicBezTo>
                  <a:pt x="2167" y="663"/>
                  <a:pt x="2166" y="664"/>
                  <a:pt x="2166" y="664"/>
                </a:cubicBezTo>
                <a:cubicBezTo>
                  <a:pt x="2166" y="665"/>
                  <a:pt x="2165" y="666"/>
                  <a:pt x="2166" y="666"/>
                </a:cubicBezTo>
                <a:cubicBezTo>
                  <a:pt x="2166" y="667"/>
                  <a:pt x="2166" y="668"/>
                  <a:pt x="2167" y="668"/>
                </a:cubicBezTo>
                <a:cubicBezTo>
                  <a:pt x="2167" y="669"/>
                  <a:pt x="2168" y="669"/>
                  <a:pt x="2169" y="670"/>
                </a:cubicBezTo>
                <a:cubicBezTo>
                  <a:pt x="2170" y="670"/>
                  <a:pt x="2171" y="671"/>
                  <a:pt x="2172" y="671"/>
                </a:cubicBezTo>
                <a:cubicBezTo>
                  <a:pt x="2174" y="671"/>
                  <a:pt x="2175" y="671"/>
                  <a:pt x="2176" y="671"/>
                </a:cubicBezTo>
                <a:cubicBezTo>
                  <a:pt x="2177" y="671"/>
                  <a:pt x="2179" y="671"/>
                  <a:pt x="2180" y="671"/>
                </a:cubicBezTo>
                <a:cubicBezTo>
                  <a:pt x="2181" y="671"/>
                  <a:pt x="2182" y="670"/>
                  <a:pt x="2182" y="670"/>
                </a:cubicBezTo>
                <a:cubicBezTo>
                  <a:pt x="2183" y="669"/>
                  <a:pt x="2184" y="669"/>
                  <a:pt x="2184" y="668"/>
                </a:cubicBezTo>
                <a:cubicBezTo>
                  <a:pt x="2184" y="668"/>
                  <a:pt x="2184" y="667"/>
                  <a:pt x="2184" y="666"/>
                </a:cubicBezTo>
                <a:cubicBezTo>
                  <a:pt x="2184" y="666"/>
                  <a:pt x="2183" y="665"/>
                  <a:pt x="2183" y="664"/>
                </a:cubicBezTo>
                <a:cubicBezTo>
                  <a:pt x="2182" y="664"/>
                  <a:pt x="2181" y="663"/>
                  <a:pt x="2180" y="663"/>
                </a:cubicBezTo>
                <a:cubicBezTo>
                  <a:pt x="2180" y="662"/>
                  <a:pt x="2178" y="662"/>
                  <a:pt x="2177" y="662"/>
                </a:cubicBezTo>
                <a:cubicBezTo>
                  <a:pt x="2176" y="661"/>
                  <a:pt x="2175" y="661"/>
                  <a:pt x="2174" y="661"/>
                </a:cubicBezTo>
                <a:cubicBezTo>
                  <a:pt x="2172" y="661"/>
                  <a:pt x="2171" y="661"/>
                  <a:pt x="2170" y="662"/>
                </a:cubicBezTo>
                <a:close/>
                <a:moveTo>
                  <a:pt x="2401" y="662"/>
                </a:moveTo>
                <a:cubicBezTo>
                  <a:pt x="2400" y="662"/>
                  <a:pt x="2399" y="662"/>
                  <a:pt x="2398" y="663"/>
                </a:cubicBezTo>
                <a:cubicBezTo>
                  <a:pt x="2398" y="663"/>
                  <a:pt x="2397" y="664"/>
                  <a:pt x="2397" y="664"/>
                </a:cubicBezTo>
                <a:cubicBezTo>
                  <a:pt x="2397" y="665"/>
                  <a:pt x="2397" y="666"/>
                  <a:pt x="2397" y="666"/>
                </a:cubicBezTo>
                <a:cubicBezTo>
                  <a:pt x="2397" y="667"/>
                  <a:pt x="2397" y="668"/>
                  <a:pt x="2398" y="668"/>
                </a:cubicBezTo>
                <a:cubicBezTo>
                  <a:pt x="2399" y="669"/>
                  <a:pt x="2400" y="669"/>
                  <a:pt x="2401" y="670"/>
                </a:cubicBezTo>
                <a:cubicBezTo>
                  <a:pt x="2402" y="670"/>
                  <a:pt x="2403" y="671"/>
                  <a:pt x="2404" y="671"/>
                </a:cubicBezTo>
                <a:cubicBezTo>
                  <a:pt x="2405" y="671"/>
                  <a:pt x="2406" y="671"/>
                  <a:pt x="2408" y="671"/>
                </a:cubicBezTo>
                <a:cubicBezTo>
                  <a:pt x="2409" y="671"/>
                  <a:pt x="2410" y="671"/>
                  <a:pt x="2411" y="671"/>
                </a:cubicBezTo>
                <a:cubicBezTo>
                  <a:pt x="2412" y="671"/>
                  <a:pt x="2413" y="670"/>
                  <a:pt x="2414" y="670"/>
                </a:cubicBezTo>
                <a:cubicBezTo>
                  <a:pt x="2414" y="669"/>
                  <a:pt x="2415" y="669"/>
                  <a:pt x="2415" y="668"/>
                </a:cubicBezTo>
                <a:cubicBezTo>
                  <a:pt x="2415" y="668"/>
                  <a:pt x="2416" y="667"/>
                  <a:pt x="2415" y="666"/>
                </a:cubicBezTo>
                <a:cubicBezTo>
                  <a:pt x="2415" y="666"/>
                  <a:pt x="2415" y="665"/>
                  <a:pt x="2414" y="664"/>
                </a:cubicBezTo>
                <a:cubicBezTo>
                  <a:pt x="2413" y="664"/>
                  <a:pt x="2412" y="663"/>
                  <a:pt x="2411" y="663"/>
                </a:cubicBezTo>
                <a:cubicBezTo>
                  <a:pt x="2410" y="662"/>
                  <a:pt x="2409" y="662"/>
                  <a:pt x="2408" y="662"/>
                </a:cubicBezTo>
                <a:cubicBezTo>
                  <a:pt x="2407" y="661"/>
                  <a:pt x="2406" y="661"/>
                  <a:pt x="2404" y="661"/>
                </a:cubicBezTo>
                <a:cubicBezTo>
                  <a:pt x="2403" y="661"/>
                  <a:pt x="2402" y="661"/>
                  <a:pt x="2401" y="662"/>
                </a:cubicBezTo>
                <a:close/>
                <a:moveTo>
                  <a:pt x="2447" y="662"/>
                </a:moveTo>
                <a:cubicBezTo>
                  <a:pt x="2446" y="662"/>
                  <a:pt x="2445" y="662"/>
                  <a:pt x="2445" y="663"/>
                </a:cubicBezTo>
                <a:cubicBezTo>
                  <a:pt x="2444" y="663"/>
                  <a:pt x="2443" y="664"/>
                  <a:pt x="2443" y="664"/>
                </a:cubicBezTo>
                <a:cubicBezTo>
                  <a:pt x="2443" y="665"/>
                  <a:pt x="2443" y="666"/>
                  <a:pt x="2443" y="666"/>
                </a:cubicBezTo>
                <a:cubicBezTo>
                  <a:pt x="2443" y="667"/>
                  <a:pt x="2444" y="668"/>
                  <a:pt x="2444" y="668"/>
                </a:cubicBezTo>
                <a:cubicBezTo>
                  <a:pt x="2445" y="669"/>
                  <a:pt x="2446" y="669"/>
                  <a:pt x="2447" y="670"/>
                </a:cubicBezTo>
                <a:cubicBezTo>
                  <a:pt x="2448" y="670"/>
                  <a:pt x="2449" y="671"/>
                  <a:pt x="2450" y="671"/>
                </a:cubicBezTo>
                <a:cubicBezTo>
                  <a:pt x="2451" y="671"/>
                  <a:pt x="2453" y="671"/>
                  <a:pt x="2454" y="671"/>
                </a:cubicBezTo>
                <a:cubicBezTo>
                  <a:pt x="2455" y="671"/>
                  <a:pt x="2456" y="671"/>
                  <a:pt x="2457" y="671"/>
                </a:cubicBezTo>
                <a:cubicBezTo>
                  <a:pt x="2458" y="671"/>
                  <a:pt x="2459" y="670"/>
                  <a:pt x="2460" y="670"/>
                </a:cubicBezTo>
                <a:cubicBezTo>
                  <a:pt x="2461" y="669"/>
                  <a:pt x="2461" y="669"/>
                  <a:pt x="2461" y="668"/>
                </a:cubicBezTo>
                <a:cubicBezTo>
                  <a:pt x="2462" y="668"/>
                  <a:pt x="2462" y="667"/>
                  <a:pt x="2462" y="666"/>
                </a:cubicBezTo>
                <a:cubicBezTo>
                  <a:pt x="2461" y="666"/>
                  <a:pt x="2461" y="665"/>
                  <a:pt x="2460" y="664"/>
                </a:cubicBezTo>
                <a:cubicBezTo>
                  <a:pt x="2459" y="664"/>
                  <a:pt x="2459" y="663"/>
                  <a:pt x="2458" y="663"/>
                </a:cubicBezTo>
                <a:cubicBezTo>
                  <a:pt x="2457" y="662"/>
                  <a:pt x="2456" y="662"/>
                  <a:pt x="2454" y="662"/>
                </a:cubicBezTo>
                <a:cubicBezTo>
                  <a:pt x="2453" y="661"/>
                  <a:pt x="2452" y="661"/>
                  <a:pt x="2451" y="661"/>
                </a:cubicBezTo>
                <a:cubicBezTo>
                  <a:pt x="2449" y="661"/>
                  <a:pt x="2448" y="661"/>
                  <a:pt x="2447" y="662"/>
                </a:cubicBezTo>
                <a:close/>
                <a:moveTo>
                  <a:pt x="626" y="674"/>
                </a:moveTo>
                <a:cubicBezTo>
                  <a:pt x="626" y="674"/>
                  <a:pt x="625" y="674"/>
                  <a:pt x="624" y="674"/>
                </a:cubicBezTo>
                <a:cubicBezTo>
                  <a:pt x="624" y="674"/>
                  <a:pt x="623" y="674"/>
                  <a:pt x="622" y="674"/>
                </a:cubicBezTo>
                <a:cubicBezTo>
                  <a:pt x="621" y="674"/>
                  <a:pt x="621" y="674"/>
                  <a:pt x="620" y="675"/>
                </a:cubicBezTo>
                <a:cubicBezTo>
                  <a:pt x="619" y="675"/>
                  <a:pt x="619" y="675"/>
                  <a:pt x="618" y="675"/>
                </a:cubicBezTo>
                <a:cubicBezTo>
                  <a:pt x="617" y="676"/>
                  <a:pt x="617" y="676"/>
                  <a:pt x="616" y="676"/>
                </a:cubicBezTo>
                <a:cubicBezTo>
                  <a:pt x="616" y="676"/>
                  <a:pt x="616" y="677"/>
                  <a:pt x="616" y="677"/>
                </a:cubicBezTo>
                <a:cubicBezTo>
                  <a:pt x="615" y="677"/>
                  <a:pt x="615" y="677"/>
                  <a:pt x="615" y="678"/>
                </a:cubicBezTo>
                <a:cubicBezTo>
                  <a:pt x="615" y="678"/>
                  <a:pt x="615" y="678"/>
                  <a:pt x="615" y="678"/>
                </a:cubicBezTo>
                <a:cubicBezTo>
                  <a:pt x="614" y="679"/>
                  <a:pt x="614" y="679"/>
                  <a:pt x="614" y="680"/>
                </a:cubicBezTo>
                <a:cubicBezTo>
                  <a:pt x="614" y="681"/>
                  <a:pt x="615" y="681"/>
                  <a:pt x="615" y="682"/>
                </a:cubicBezTo>
                <a:cubicBezTo>
                  <a:pt x="616" y="682"/>
                  <a:pt x="616" y="683"/>
                  <a:pt x="617" y="683"/>
                </a:cubicBezTo>
                <a:cubicBezTo>
                  <a:pt x="618" y="683"/>
                  <a:pt x="619" y="684"/>
                  <a:pt x="620" y="684"/>
                </a:cubicBezTo>
                <a:cubicBezTo>
                  <a:pt x="621" y="684"/>
                  <a:pt x="622" y="684"/>
                  <a:pt x="623" y="684"/>
                </a:cubicBezTo>
                <a:cubicBezTo>
                  <a:pt x="623" y="684"/>
                  <a:pt x="623" y="684"/>
                  <a:pt x="623" y="684"/>
                </a:cubicBezTo>
                <a:cubicBezTo>
                  <a:pt x="623" y="684"/>
                  <a:pt x="623" y="684"/>
                  <a:pt x="624" y="684"/>
                </a:cubicBezTo>
                <a:cubicBezTo>
                  <a:pt x="624" y="684"/>
                  <a:pt x="624" y="684"/>
                  <a:pt x="624" y="684"/>
                </a:cubicBezTo>
                <a:cubicBezTo>
                  <a:pt x="624" y="684"/>
                  <a:pt x="624" y="684"/>
                  <a:pt x="625" y="684"/>
                </a:cubicBezTo>
                <a:cubicBezTo>
                  <a:pt x="625" y="684"/>
                  <a:pt x="626" y="684"/>
                  <a:pt x="627" y="684"/>
                </a:cubicBezTo>
                <a:cubicBezTo>
                  <a:pt x="628" y="683"/>
                  <a:pt x="629" y="683"/>
                  <a:pt x="630" y="683"/>
                </a:cubicBezTo>
                <a:cubicBezTo>
                  <a:pt x="630" y="682"/>
                  <a:pt x="631" y="682"/>
                  <a:pt x="631" y="681"/>
                </a:cubicBezTo>
                <a:cubicBezTo>
                  <a:pt x="632" y="681"/>
                  <a:pt x="632" y="681"/>
                  <a:pt x="633" y="679"/>
                </a:cubicBezTo>
                <a:cubicBezTo>
                  <a:pt x="633" y="679"/>
                  <a:pt x="633" y="679"/>
                  <a:pt x="633" y="678"/>
                </a:cubicBezTo>
                <a:cubicBezTo>
                  <a:pt x="633" y="678"/>
                  <a:pt x="633" y="678"/>
                  <a:pt x="633" y="678"/>
                </a:cubicBezTo>
                <a:cubicBezTo>
                  <a:pt x="633" y="677"/>
                  <a:pt x="632" y="677"/>
                  <a:pt x="632" y="677"/>
                </a:cubicBezTo>
                <a:cubicBezTo>
                  <a:pt x="632" y="677"/>
                  <a:pt x="632" y="676"/>
                  <a:pt x="632" y="676"/>
                </a:cubicBezTo>
                <a:cubicBezTo>
                  <a:pt x="630" y="675"/>
                  <a:pt x="628" y="674"/>
                  <a:pt x="626" y="674"/>
                </a:cubicBezTo>
                <a:cubicBezTo>
                  <a:pt x="626" y="674"/>
                  <a:pt x="627" y="674"/>
                  <a:pt x="626" y="674"/>
                </a:cubicBezTo>
                <a:close/>
                <a:moveTo>
                  <a:pt x="534" y="674"/>
                </a:moveTo>
                <a:cubicBezTo>
                  <a:pt x="533" y="674"/>
                  <a:pt x="532" y="674"/>
                  <a:pt x="532" y="674"/>
                </a:cubicBezTo>
                <a:cubicBezTo>
                  <a:pt x="531" y="674"/>
                  <a:pt x="530" y="674"/>
                  <a:pt x="529" y="674"/>
                </a:cubicBezTo>
                <a:cubicBezTo>
                  <a:pt x="529" y="674"/>
                  <a:pt x="528" y="674"/>
                  <a:pt x="527" y="675"/>
                </a:cubicBezTo>
                <a:cubicBezTo>
                  <a:pt x="527" y="675"/>
                  <a:pt x="526" y="675"/>
                  <a:pt x="525" y="675"/>
                </a:cubicBezTo>
                <a:cubicBezTo>
                  <a:pt x="525" y="676"/>
                  <a:pt x="524" y="676"/>
                  <a:pt x="524" y="676"/>
                </a:cubicBezTo>
                <a:cubicBezTo>
                  <a:pt x="523" y="676"/>
                  <a:pt x="523" y="677"/>
                  <a:pt x="523" y="677"/>
                </a:cubicBezTo>
                <a:cubicBezTo>
                  <a:pt x="523" y="677"/>
                  <a:pt x="522" y="677"/>
                  <a:pt x="522" y="678"/>
                </a:cubicBezTo>
                <a:cubicBezTo>
                  <a:pt x="522" y="678"/>
                  <a:pt x="522" y="678"/>
                  <a:pt x="522" y="678"/>
                </a:cubicBezTo>
                <a:cubicBezTo>
                  <a:pt x="522" y="679"/>
                  <a:pt x="522" y="679"/>
                  <a:pt x="521" y="680"/>
                </a:cubicBezTo>
                <a:cubicBezTo>
                  <a:pt x="522" y="681"/>
                  <a:pt x="522" y="681"/>
                  <a:pt x="522" y="682"/>
                </a:cubicBezTo>
                <a:cubicBezTo>
                  <a:pt x="523" y="682"/>
                  <a:pt x="523" y="683"/>
                  <a:pt x="524" y="683"/>
                </a:cubicBezTo>
                <a:cubicBezTo>
                  <a:pt x="525" y="683"/>
                  <a:pt x="526" y="684"/>
                  <a:pt x="527" y="684"/>
                </a:cubicBezTo>
                <a:cubicBezTo>
                  <a:pt x="528" y="684"/>
                  <a:pt x="529" y="684"/>
                  <a:pt x="530" y="684"/>
                </a:cubicBezTo>
                <a:cubicBezTo>
                  <a:pt x="530" y="684"/>
                  <a:pt x="530" y="684"/>
                  <a:pt x="530" y="684"/>
                </a:cubicBezTo>
                <a:cubicBezTo>
                  <a:pt x="530" y="684"/>
                  <a:pt x="531" y="684"/>
                  <a:pt x="531" y="684"/>
                </a:cubicBezTo>
                <a:cubicBezTo>
                  <a:pt x="531" y="684"/>
                  <a:pt x="531" y="684"/>
                  <a:pt x="531" y="684"/>
                </a:cubicBezTo>
                <a:cubicBezTo>
                  <a:pt x="531" y="684"/>
                  <a:pt x="532" y="684"/>
                  <a:pt x="532" y="684"/>
                </a:cubicBezTo>
                <a:cubicBezTo>
                  <a:pt x="533" y="684"/>
                  <a:pt x="533" y="684"/>
                  <a:pt x="534" y="684"/>
                </a:cubicBezTo>
                <a:cubicBezTo>
                  <a:pt x="535" y="683"/>
                  <a:pt x="536" y="683"/>
                  <a:pt x="537" y="683"/>
                </a:cubicBezTo>
                <a:cubicBezTo>
                  <a:pt x="537" y="682"/>
                  <a:pt x="538" y="682"/>
                  <a:pt x="538" y="681"/>
                </a:cubicBezTo>
                <a:cubicBezTo>
                  <a:pt x="539" y="681"/>
                  <a:pt x="539" y="681"/>
                  <a:pt x="540" y="679"/>
                </a:cubicBezTo>
                <a:cubicBezTo>
                  <a:pt x="540" y="679"/>
                  <a:pt x="540" y="679"/>
                  <a:pt x="540" y="678"/>
                </a:cubicBezTo>
                <a:cubicBezTo>
                  <a:pt x="540" y="678"/>
                  <a:pt x="540" y="678"/>
                  <a:pt x="540" y="678"/>
                </a:cubicBezTo>
                <a:cubicBezTo>
                  <a:pt x="540" y="677"/>
                  <a:pt x="540" y="677"/>
                  <a:pt x="540" y="677"/>
                </a:cubicBezTo>
                <a:cubicBezTo>
                  <a:pt x="539" y="677"/>
                  <a:pt x="539" y="676"/>
                  <a:pt x="539" y="676"/>
                </a:cubicBezTo>
                <a:cubicBezTo>
                  <a:pt x="539" y="676"/>
                  <a:pt x="538" y="676"/>
                  <a:pt x="538" y="675"/>
                </a:cubicBezTo>
                <a:cubicBezTo>
                  <a:pt x="538" y="675"/>
                  <a:pt x="537" y="675"/>
                  <a:pt x="537" y="675"/>
                </a:cubicBezTo>
                <a:cubicBezTo>
                  <a:pt x="536" y="675"/>
                  <a:pt x="536" y="675"/>
                  <a:pt x="535" y="674"/>
                </a:cubicBezTo>
                <a:cubicBezTo>
                  <a:pt x="535" y="674"/>
                  <a:pt x="534" y="674"/>
                  <a:pt x="534" y="674"/>
                </a:cubicBezTo>
                <a:cubicBezTo>
                  <a:pt x="534" y="674"/>
                  <a:pt x="534" y="674"/>
                  <a:pt x="534" y="674"/>
                </a:cubicBezTo>
                <a:close/>
                <a:moveTo>
                  <a:pt x="576" y="674"/>
                </a:moveTo>
                <a:cubicBezTo>
                  <a:pt x="575" y="674"/>
                  <a:pt x="574" y="674"/>
                  <a:pt x="574" y="675"/>
                </a:cubicBezTo>
                <a:cubicBezTo>
                  <a:pt x="573" y="675"/>
                  <a:pt x="572" y="675"/>
                  <a:pt x="572" y="675"/>
                </a:cubicBezTo>
                <a:cubicBezTo>
                  <a:pt x="571" y="676"/>
                  <a:pt x="570" y="676"/>
                  <a:pt x="570" y="676"/>
                </a:cubicBezTo>
                <a:cubicBezTo>
                  <a:pt x="569" y="677"/>
                  <a:pt x="568" y="678"/>
                  <a:pt x="568" y="680"/>
                </a:cubicBezTo>
                <a:cubicBezTo>
                  <a:pt x="568" y="681"/>
                  <a:pt x="568" y="681"/>
                  <a:pt x="569" y="682"/>
                </a:cubicBezTo>
                <a:cubicBezTo>
                  <a:pt x="569" y="682"/>
                  <a:pt x="570" y="683"/>
                  <a:pt x="571" y="683"/>
                </a:cubicBezTo>
                <a:cubicBezTo>
                  <a:pt x="571" y="683"/>
                  <a:pt x="572" y="684"/>
                  <a:pt x="573" y="684"/>
                </a:cubicBezTo>
                <a:cubicBezTo>
                  <a:pt x="574" y="684"/>
                  <a:pt x="575" y="684"/>
                  <a:pt x="576" y="684"/>
                </a:cubicBezTo>
                <a:cubicBezTo>
                  <a:pt x="577" y="684"/>
                  <a:pt x="578" y="684"/>
                  <a:pt x="579" y="684"/>
                </a:cubicBezTo>
                <a:cubicBezTo>
                  <a:pt x="580" y="684"/>
                  <a:pt x="581" y="683"/>
                  <a:pt x="582" y="683"/>
                </a:cubicBezTo>
                <a:cubicBezTo>
                  <a:pt x="583" y="683"/>
                  <a:pt x="584" y="682"/>
                  <a:pt x="585" y="682"/>
                </a:cubicBezTo>
                <a:cubicBezTo>
                  <a:pt x="585" y="681"/>
                  <a:pt x="586" y="681"/>
                  <a:pt x="586" y="679"/>
                </a:cubicBezTo>
                <a:cubicBezTo>
                  <a:pt x="587" y="679"/>
                  <a:pt x="587" y="679"/>
                  <a:pt x="587" y="678"/>
                </a:cubicBezTo>
                <a:cubicBezTo>
                  <a:pt x="586" y="678"/>
                  <a:pt x="586" y="678"/>
                  <a:pt x="586" y="678"/>
                </a:cubicBezTo>
                <a:cubicBezTo>
                  <a:pt x="586" y="677"/>
                  <a:pt x="586" y="677"/>
                  <a:pt x="586" y="677"/>
                </a:cubicBezTo>
                <a:cubicBezTo>
                  <a:pt x="586" y="677"/>
                  <a:pt x="586" y="676"/>
                  <a:pt x="585" y="676"/>
                </a:cubicBezTo>
                <a:cubicBezTo>
                  <a:pt x="585" y="676"/>
                  <a:pt x="585" y="676"/>
                  <a:pt x="584" y="675"/>
                </a:cubicBezTo>
                <a:cubicBezTo>
                  <a:pt x="584" y="675"/>
                  <a:pt x="583" y="675"/>
                  <a:pt x="582" y="675"/>
                </a:cubicBezTo>
                <a:cubicBezTo>
                  <a:pt x="582" y="674"/>
                  <a:pt x="581" y="674"/>
                  <a:pt x="580" y="674"/>
                </a:cubicBezTo>
                <a:cubicBezTo>
                  <a:pt x="580" y="674"/>
                  <a:pt x="579" y="674"/>
                  <a:pt x="578" y="674"/>
                </a:cubicBezTo>
                <a:cubicBezTo>
                  <a:pt x="577" y="674"/>
                  <a:pt x="577" y="674"/>
                  <a:pt x="576" y="674"/>
                </a:cubicBezTo>
                <a:close/>
                <a:moveTo>
                  <a:pt x="2429" y="674"/>
                </a:moveTo>
                <a:cubicBezTo>
                  <a:pt x="2429" y="674"/>
                  <a:pt x="2428" y="674"/>
                  <a:pt x="2427" y="675"/>
                </a:cubicBezTo>
                <a:cubicBezTo>
                  <a:pt x="2427" y="675"/>
                  <a:pt x="2426" y="675"/>
                  <a:pt x="2426" y="675"/>
                </a:cubicBezTo>
                <a:cubicBezTo>
                  <a:pt x="2425" y="676"/>
                  <a:pt x="2425" y="676"/>
                  <a:pt x="2425" y="676"/>
                </a:cubicBezTo>
                <a:cubicBezTo>
                  <a:pt x="2424" y="677"/>
                  <a:pt x="2424" y="678"/>
                  <a:pt x="2424" y="679"/>
                </a:cubicBezTo>
                <a:cubicBezTo>
                  <a:pt x="2424" y="679"/>
                  <a:pt x="2424" y="679"/>
                  <a:pt x="2424" y="679"/>
                </a:cubicBezTo>
                <a:cubicBezTo>
                  <a:pt x="2424" y="679"/>
                  <a:pt x="2424" y="680"/>
                  <a:pt x="2424" y="680"/>
                </a:cubicBezTo>
                <a:cubicBezTo>
                  <a:pt x="2424" y="680"/>
                  <a:pt x="2424" y="680"/>
                  <a:pt x="2424" y="680"/>
                </a:cubicBezTo>
                <a:cubicBezTo>
                  <a:pt x="2424" y="680"/>
                  <a:pt x="2424" y="680"/>
                  <a:pt x="2425" y="680"/>
                </a:cubicBezTo>
                <a:cubicBezTo>
                  <a:pt x="2425" y="681"/>
                  <a:pt x="2425" y="681"/>
                  <a:pt x="2426" y="682"/>
                </a:cubicBezTo>
                <a:cubicBezTo>
                  <a:pt x="2427" y="682"/>
                  <a:pt x="2428" y="683"/>
                  <a:pt x="2429" y="683"/>
                </a:cubicBezTo>
                <a:cubicBezTo>
                  <a:pt x="2430" y="683"/>
                  <a:pt x="2431" y="684"/>
                  <a:pt x="2432" y="684"/>
                </a:cubicBezTo>
                <a:cubicBezTo>
                  <a:pt x="2433" y="684"/>
                  <a:pt x="2434" y="684"/>
                  <a:pt x="2435" y="684"/>
                </a:cubicBezTo>
                <a:cubicBezTo>
                  <a:pt x="2436" y="684"/>
                  <a:pt x="2437" y="684"/>
                  <a:pt x="2438" y="684"/>
                </a:cubicBezTo>
                <a:cubicBezTo>
                  <a:pt x="2439" y="684"/>
                  <a:pt x="2440" y="683"/>
                  <a:pt x="2440" y="683"/>
                </a:cubicBezTo>
                <a:cubicBezTo>
                  <a:pt x="2441" y="683"/>
                  <a:pt x="2442" y="682"/>
                  <a:pt x="2442" y="682"/>
                </a:cubicBezTo>
                <a:cubicBezTo>
                  <a:pt x="2442" y="681"/>
                  <a:pt x="2443" y="681"/>
                  <a:pt x="2443" y="679"/>
                </a:cubicBezTo>
                <a:cubicBezTo>
                  <a:pt x="2442" y="679"/>
                  <a:pt x="2442" y="679"/>
                  <a:pt x="2442" y="678"/>
                </a:cubicBezTo>
                <a:cubicBezTo>
                  <a:pt x="2442" y="678"/>
                  <a:pt x="2442" y="678"/>
                  <a:pt x="2442" y="678"/>
                </a:cubicBezTo>
                <a:cubicBezTo>
                  <a:pt x="2441" y="677"/>
                  <a:pt x="2441" y="677"/>
                  <a:pt x="2441" y="677"/>
                </a:cubicBezTo>
                <a:cubicBezTo>
                  <a:pt x="2441" y="677"/>
                  <a:pt x="2440" y="676"/>
                  <a:pt x="2440" y="676"/>
                </a:cubicBezTo>
                <a:cubicBezTo>
                  <a:pt x="2440" y="676"/>
                  <a:pt x="2439" y="676"/>
                  <a:pt x="2438" y="675"/>
                </a:cubicBezTo>
                <a:cubicBezTo>
                  <a:pt x="2438" y="675"/>
                  <a:pt x="2437" y="675"/>
                  <a:pt x="2436" y="675"/>
                </a:cubicBezTo>
                <a:cubicBezTo>
                  <a:pt x="2436" y="674"/>
                  <a:pt x="2435" y="674"/>
                  <a:pt x="2434" y="674"/>
                </a:cubicBezTo>
                <a:cubicBezTo>
                  <a:pt x="2433" y="674"/>
                  <a:pt x="2432" y="674"/>
                  <a:pt x="2432" y="674"/>
                </a:cubicBezTo>
                <a:cubicBezTo>
                  <a:pt x="2431" y="674"/>
                  <a:pt x="2430" y="674"/>
                  <a:pt x="2429" y="674"/>
                </a:cubicBezTo>
                <a:close/>
                <a:moveTo>
                  <a:pt x="2387" y="674"/>
                </a:moveTo>
                <a:cubicBezTo>
                  <a:pt x="2387" y="674"/>
                  <a:pt x="2386" y="674"/>
                  <a:pt x="2385" y="674"/>
                </a:cubicBezTo>
                <a:cubicBezTo>
                  <a:pt x="2384" y="674"/>
                  <a:pt x="2384" y="674"/>
                  <a:pt x="2383" y="674"/>
                </a:cubicBezTo>
                <a:cubicBezTo>
                  <a:pt x="2382" y="674"/>
                  <a:pt x="2382" y="674"/>
                  <a:pt x="2381" y="675"/>
                </a:cubicBezTo>
                <a:cubicBezTo>
                  <a:pt x="2380" y="675"/>
                  <a:pt x="2380" y="675"/>
                  <a:pt x="2379" y="675"/>
                </a:cubicBezTo>
                <a:cubicBezTo>
                  <a:pt x="2379" y="676"/>
                  <a:pt x="2379" y="676"/>
                  <a:pt x="2378" y="676"/>
                </a:cubicBezTo>
                <a:cubicBezTo>
                  <a:pt x="2378" y="676"/>
                  <a:pt x="2378" y="677"/>
                  <a:pt x="2378" y="677"/>
                </a:cubicBezTo>
                <a:cubicBezTo>
                  <a:pt x="2378" y="677"/>
                  <a:pt x="2378" y="677"/>
                  <a:pt x="2378" y="678"/>
                </a:cubicBezTo>
                <a:cubicBezTo>
                  <a:pt x="2377" y="678"/>
                  <a:pt x="2377" y="678"/>
                  <a:pt x="2377" y="678"/>
                </a:cubicBezTo>
                <a:cubicBezTo>
                  <a:pt x="2377" y="679"/>
                  <a:pt x="2378" y="679"/>
                  <a:pt x="2378" y="679"/>
                </a:cubicBezTo>
                <a:cubicBezTo>
                  <a:pt x="2378" y="679"/>
                  <a:pt x="2378" y="679"/>
                  <a:pt x="2378" y="679"/>
                </a:cubicBezTo>
                <a:cubicBezTo>
                  <a:pt x="2378" y="679"/>
                  <a:pt x="2378" y="680"/>
                  <a:pt x="2378" y="680"/>
                </a:cubicBezTo>
                <a:cubicBezTo>
                  <a:pt x="2378" y="680"/>
                  <a:pt x="2378" y="680"/>
                  <a:pt x="2378" y="680"/>
                </a:cubicBezTo>
                <a:cubicBezTo>
                  <a:pt x="2378" y="680"/>
                  <a:pt x="2378" y="680"/>
                  <a:pt x="2378" y="680"/>
                </a:cubicBezTo>
                <a:cubicBezTo>
                  <a:pt x="2379" y="681"/>
                  <a:pt x="2379" y="681"/>
                  <a:pt x="2380" y="682"/>
                </a:cubicBezTo>
                <a:cubicBezTo>
                  <a:pt x="2380" y="682"/>
                  <a:pt x="2381" y="683"/>
                  <a:pt x="2382" y="683"/>
                </a:cubicBezTo>
                <a:cubicBezTo>
                  <a:pt x="2383" y="683"/>
                  <a:pt x="2384" y="684"/>
                  <a:pt x="2385" y="684"/>
                </a:cubicBezTo>
                <a:cubicBezTo>
                  <a:pt x="2386" y="684"/>
                  <a:pt x="2387" y="684"/>
                  <a:pt x="2388" y="684"/>
                </a:cubicBezTo>
                <a:cubicBezTo>
                  <a:pt x="2389" y="684"/>
                  <a:pt x="2389" y="684"/>
                  <a:pt x="2389" y="684"/>
                </a:cubicBezTo>
                <a:cubicBezTo>
                  <a:pt x="2389" y="684"/>
                  <a:pt x="2389" y="684"/>
                  <a:pt x="2389" y="684"/>
                </a:cubicBezTo>
                <a:cubicBezTo>
                  <a:pt x="2390" y="684"/>
                  <a:pt x="2390" y="684"/>
                  <a:pt x="2390" y="684"/>
                </a:cubicBezTo>
                <a:cubicBezTo>
                  <a:pt x="2390" y="684"/>
                  <a:pt x="2390" y="684"/>
                  <a:pt x="2390" y="684"/>
                </a:cubicBezTo>
                <a:cubicBezTo>
                  <a:pt x="2391" y="684"/>
                  <a:pt x="2392" y="684"/>
                  <a:pt x="2393" y="684"/>
                </a:cubicBezTo>
                <a:cubicBezTo>
                  <a:pt x="2393" y="683"/>
                  <a:pt x="2394" y="683"/>
                  <a:pt x="2395" y="683"/>
                </a:cubicBezTo>
                <a:cubicBezTo>
                  <a:pt x="2395" y="682"/>
                  <a:pt x="2395" y="682"/>
                  <a:pt x="2396" y="681"/>
                </a:cubicBezTo>
                <a:cubicBezTo>
                  <a:pt x="2396" y="681"/>
                  <a:pt x="2396" y="681"/>
                  <a:pt x="2396" y="679"/>
                </a:cubicBezTo>
                <a:cubicBezTo>
                  <a:pt x="2396" y="679"/>
                  <a:pt x="2396" y="679"/>
                  <a:pt x="2396" y="678"/>
                </a:cubicBezTo>
                <a:cubicBezTo>
                  <a:pt x="2396" y="678"/>
                  <a:pt x="2395" y="678"/>
                  <a:pt x="2395" y="678"/>
                </a:cubicBezTo>
                <a:cubicBezTo>
                  <a:pt x="2395" y="677"/>
                  <a:pt x="2395" y="677"/>
                  <a:pt x="2395" y="677"/>
                </a:cubicBezTo>
                <a:cubicBezTo>
                  <a:pt x="2394" y="677"/>
                  <a:pt x="2394" y="676"/>
                  <a:pt x="2394" y="676"/>
                </a:cubicBezTo>
                <a:cubicBezTo>
                  <a:pt x="2393" y="676"/>
                  <a:pt x="2393" y="676"/>
                  <a:pt x="2392" y="675"/>
                </a:cubicBezTo>
                <a:cubicBezTo>
                  <a:pt x="2392" y="675"/>
                  <a:pt x="2391" y="675"/>
                  <a:pt x="2391" y="675"/>
                </a:cubicBezTo>
                <a:cubicBezTo>
                  <a:pt x="2390" y="675"/>
                  <a:pt x="2390" y="675"/>
                  <a:pt x="2389" y="674"/>
                </a:cubicBezTo>
                <a:cubicBezTo>
                  <a:pt x="2388" y="674"/>
                  <a:pt x="2388" y="674"/>
                  <a:pt x="2387" y="674"/>
                </a:cubicBezTo>
                <a:cubicBezTo>
                  <a:pt x="2387" y="674"/>
                  <a:pt x="2388" y="674"/>
                  <a:pt x="2387" y="674"/>
                </a:cubicBezTo>
                <a:close/>
                <a:moveTo>
                  <a:pt x="595" y="687"/>
                </a:moveTo>
                <a:cubicBezTo>
                  <a:pt x="594" y="687"/>
                  <a:pt x="593" y="688"/>
                  <a:pt x="592" y="688"/>
                </a:cubicBezTo>
                <a:cubicBezTo>
                  <a:pt x="591" y="689"/>
                  <a:pt x="590" y="689"/>
                  <a:pt x="590" y="690"/>
                </a:cubicBezTo>
                <a:cubicBezTo>
                  <a:pt x="589" y="690"/>
                  <a:pt x="589" y="691"/>
                  <a:pt x="589" y="692"/>
                </a:cubicBezTo>
                <a:cubicBezTo>
                  <a:pt x="589" y="693"/>
                  <a:pt x="589" y="693"/>
                  <a:pt x="589" y="694"/>
                </a:cubicBezTo>
                <a:cubicBezTo>
                  <a:pt x="589" y="694"/>
                  <a:pt x="590" y="695"/>
                  <a:pt x="591" y="696"/>
                </a:cubicBezTo>
                <a:cubicBezTo>
                  <a:pt x="592" y="696"/>
                  <a:pt x="593" y="696"/>
                  <a:pt x="594" y="697"/>
                </a:cubicBezTo>
                <a:cubicBezTo>
                  <a:pt x="595" y="697"/>
                  <a:pt x="596" y="697"/>
                  <a:pt x="597" y="697"/>
                </a:cubicBezTo>
                <a:cubicBezTo>
                  <a:pt x="598" y="697"/>
                  <a:pt x="600" y="697"/>
                  <a:pt x="601" y="697"/>
                </a:cubicBezTo>
                <a:cubicBezTo>
                  <a:pt x="602" y="696"/>
                  <a:pt x="603" y="696"/>
                  <a:pt x="604" y="696"/>
                </a:cubicBezTo>
                <a:cubicBezTo>
                  <a:pt x="605" y="695"/>
                  <a:pt x="606" y="694"/>
                  <a:pt x="606" y="694"/>
                </a:cubicBezTo>
                <a:cubicBezTo>
                  <a:pt x="607" y="693"/>
                  <a:pt x="607" y="693"/>
                  <a:pt x="607" y="692"/>
                </a:cubicBezTo>
                <a:cubicBezTo>
                  <a:pt x="607" y="691"/>
                  <a:pt x="607" y="690"/>
                  <a:pt x="607" y="690"/>
                </a:cubicBezTo>
                <a:cubicBezTo>
                  <a:pt x="607" y="689"/>
                  <a:pt x="606" y="689"/>
                  <a:pt x="605" y="688"/>
                </a:cubicBezTo>
                <a:cubicBezTo>
                  <a:pt x="605" y="688"/>
                  <a:pt x="604" y="687"/>
                  <a:pt x="603" y="687"/>
                </a:cubicBezTo>
                <a:cubicBezTo>
                  <a:pt x="601" y="687"/>
                  <a:pt x="600" y="687"/>
                  <a:pt x="599" y="687"/>
                </a:cubicBezTo>
                <a:cubicBezTo>
                  <a:pt x="598" y="687"/>
                  <a:pt x="596" y="687"/>
                  <a:pt x="595" y="687"/>
                </a:cubicBezTo>
                <a:close/>
                <a:moveTo>
                  <a:pt x="549" y="687"/>
                </a:moveTo>
                <a:cubicBezTo>
                  <a:pt x="548" y="687"/>
                  <a:pt x="547" y="688"/>
                  <a:pt x="546" y="688"/>
                </a:cubicBezTo>
                <a:cubicBezTo>
                  <a:pt x="545" y="689"/>
                  <a:pt x="544" y="689"/>
                  <a:pt x="543" y="690"/>
                </a:cubicBezTo>
                <a:cubicBezTo>
                  <a:pt x="543" y="690"/>
                  <a:pt x="542" y="691"/>
                  <a:pt x="542" y="692"/>
                </a:cubicBezTo>
                <a:cubicBezTo>
                  <a:pt x="542" y="693"/>
                  <a:pt x="542" y="693"/>
                  <a:pt x="542" y="694"/>
                </a:cubicBezTo>
                <a:cubicBezTo>
                  <a:pt x="543" y="694"/>
                  <a:pt x="543" y="695"/>
                  <a:pt x="544" y="696"/>
                </a:cubicBezTo>
                <a:cubicBezTo>
                  <a:pt x="545" y="696"/>
                  <a:pt x="546" y="696"/>
                  <a:pt x="547" y="697"/>
                </a:cubicBezTo>
                <a:cubicBezTo>
                  <a:pt x="548" y="697"/>
                  <a:pt x="549" y="697"/>
                  <a:pt x="550" y="697"/>
                </a:cubicBezTo>
                <a:cubicBezTo>
                  <a:pt x="552" y="697"/>
                  <a:pt x="553" y="697"/>
                  <a:pt x="554" y="697"/>
                </a:cubicBezTo>
                <a:cubicBezTo>
                  <a:pt x="555" y="696"/>
                  <a:pt x="556" y="696"/>
                  <a:pt x="557" y="696"/>
                </a:cubicBezTo>
                <a:cubicBezTo>
                  <a:pt x="558" y="695"/>
                  <a:pt x="559" y="694"/>
                  <a:pt x="560" y="694"/>
                </a:cubicBezTo>
                <a:cubicBezTo>
                  <a:pt x="560" y="693"/>
                  <a:pt x="561" y="693"/>
                  <a:pt x="561" y="692"/>
                </a:cubicBezTo>
                <a:cubicBezTo>
                  <a:pt x="561" y="691"/>
                  <a:pt x="561" y="690"/>
                  <a:pt x="560" y="690"/>
                </a:cubicBezTo>
                <a:cubicBezTo>
                  <a:pt x="560" y="689"/>
                  <a:pt x="560" y="689"/>
                  <a:pt x="559" y="688"/>
                </a:cubicBezTo>
                <a:cubicBezTo>
                  <a:pt x="558" y="688"/>
                  <a:pt x="557" y="687"/>
                  <a:pt x="556" y="687"/>
                </a:cubicBezTo>
                <a:cubicBezTo>
                  <a:pt x="555" y="687"/>
                  <a:pt x="554" y="687"/>
                  <a:pt x="552" y="687"/>
                </a:cubicBezTo>
                <a:cubicBezTo>
                  <a:pt x="551" y="687"/>
                  <a:pt x="550" y="687"/>
                  <a:pt x="549" y="687"/>
                </a:cubicBezTo>
                <a:close/>
                <a:moveTo>
                  <a:pt x="2455" y="687"/>
                </a:moveTo>
                <a:cubicBezTo>
                  <a:pt x="2454" y="687"/>
                  <a:pt x="2454" y="688"/>
                  <a:pt x="2453" y="688"/>
                </a:cubicBezTo>
                <a:cubicBezTo>
                  <a:pt x="2452" y="689"/>
                  <a:pt x="2452" y="689"/>
                  <a:pt x="2451" y="690"/>
                </a:cubicBezTo>
                <a:cubicBezTo>
                  <a:pt x="2451" y="690"/>
                  <a:pt x="2451" y="691"/>
                  <a:pt x="2451" y="692"/>
                </a:cubicBezTo>
                <a:cubicBezTo>
                  <a:pt x="2452" y="693"/>
                  <a:pt x="2452" y="693"/>
                  <a:pt x="2453" y="694"/>
                </a:cubicBezTo>
                <a:cubicBezTo>
                  <a:pt x="2453" y="694"/>
                  <a:pt x="2454" y="695"/>
                  <a:pt x="2455" y="696"/>
                </a:cubicBezTo>
                <a:cubicBezTo>
                  <a:pt x="2456" y="696"/>
                  <a:pt x="2457" y="696"/>
                  <a:pt x="2459" y="697"/>
                </a:cubicBezTo>
                <a:cubicBezTo>
                  <a:pt x="2460" y="697"/>
                  <a:pt x="2461" y="697"/>
                  <a:pt x="2462" y="697"/>
                </a:cubicBezTo>
                <a:cubicBezTo>
                  <a:pt x="2464" y="697"/>
                  <a:pt x="2465" y="697"/>
                  <a:pt x="2466" y="697"/>
                </a:cubicBezTo>
                <a:cubicBezTo>
                  <a:pt x="2467" y="696"/>
                  <a:pt x="2468" y="696"/>
                  <a:pt x="2468" y="696"/>
                </a:cubicBezTo>
                <a:cubicBezTo>
                  <a:pt x="2469" y="695"/>
                  <a:pt x="2470" y="694"/>
                  <a:pt x="2470" y="694"/>
                </a:cubicBezTo>
                <a:cubicBezTo>
                  <a:pt x="2470" y="693"/>
                  <a:pt x="2470" y="693"/>
                  <a:pt x="2470" y="692"/>
                </a:cubicBezTo>
                <a:cubicBezTo>
                  <a:pt x="2470" y="691"/>
                  <a:pt x="2469" y="690"/>
                  <a:pt x="2469" y="690"/>
                </a:cubicBezTo>
                <a:cubicBezTo>
                  <a:pt x="2468" y="689"/>
                  <a:pt x="2467" y="689"/>
                  <a:pt x="2466" y="688"/>
                </a:cubicBezTo>
                <a:cubicBezTo>
                  <a:pt x="2465" y="688"/>
                  <a:pt x="2464" y="687"/>
                  <a:pt x="2463" y="687"/>
                </a:cubicBezTo>
                <a:cubicBezTo>
                  <a:pt x="2462" y="687"/>
                  <a:pt x="2460" y="687"/>
                  <a:pt x="2459" y="687"/>
                </a:cubicBezTo>
                <a:cubicBezTo>
                  <a:pt x="2458" y="687"/>
                  <a:pt x="2457" y="687"/>
                  <a:pt x="2455" y="687"/>
                </a:cubicBezTo>
                <a:close/>
                <a:moveTo>
                  <a:pt x="2409" y="687"/>
                </a:moveTo>
                <a:cubicBezTo>
                  <a:pt x="2408" y="687"/>
                  <a:pt x="2407" y="688"/>
                  <a:pt x="2406" y="688"/>
                </a:cubicBezTo>
                <a:cubicBezTo>
                  <a:pt x="2406" y="689"/>
                  <a:pt x="2405" y="689"/>
                  <a:pt x="2405" y="690"/>
                </a:cubicBezTo>
                <a:cubicBezTo>
                  <a:pt x="2405" y="690"/>
                  <a:pt x="2405" y="691"/>
                  <a:pt x="2405" y="692"/>
                </a:cubicBezTo>
                <a:cubicBezTo>
                  <a:pt x="2405" y="693"/>
                  <a:pt x="2405" y="693"/>
                  <a:pt x="2406" y="694"/>
                </a:cubicBezTo>
                <a:cubicBezTo>
                  <a:pt x="2407" y="694"/>
                  <a:pt x="2408" y="695"/>
                  <a:pt x="2409" y="696"/>
                </a:cubicBezTo>
                <a:cubicBezTo>
                  <a:pt x="2410" y="696"/>
                  <a:pt x="2411" y="696"/>
                  <a:pt x="2412" y="697"/>
                </a:cubicBezTo>
                <a:cubicBezTo>
                  <a:pt x="2413" y="697"/>
                  <a:pt x="2414" y="697"/>
                  <a:pt x="2416" y="697"/>
                </a:cubicBezTo>
                <a:cubicBezTo>
                  <a:pt x="2417" y="697"/>
                  <a:pt x="2418" y="697"/>
                  <a:pt x="2419" y="697"/>
                </a:cubicBezTo>
                <a:cubicBezTo>
                  <a:pt x="2420" y="696"/>
                  <a:pt x="2421" y="696"/>
                  <a:pt x="2422" y="696"/>
                </a:cubicBezTo>
                <a:cubicBezTo>
                  <a:pt x="2423" y="695"/>
                  <a:pt x="2423" y="694"/>
                  <a:pt x="2423" y="694"/>
                </a:cubicBezTo>
                <a:cubicBezTo>
                  <a:pt x="2424" y="693"/>
                  <a:pt x="2424" y="693"/>
                  <a:pt x="2423" y="692"/>
                </a:cubicBezTo>
                <a:cubicBezTo>
                  <a:pt x="2423" y="691"/>
                  <a:pt x="2423" y="690"/>
                  <a:pt x="2422" y="690"/>
                </a:cubicBezTo>
                <a:cubicBezTo>
                  <a:pt x="2421" y="689"/>
                  <a:pt x="2421" y="689"/>
                  <a:pt x="2420" y="688"/>
                </a:cubicBezTo>
                <a:cubicBezTo>
                  <a:pt x="2419" y="688"/>
                  <a:pt x="2417" y="687"/>
                  <a:pt x="2416" y="687"/>
                </a:cubicBezTo>
                <a:cubicBezTo>
                  <a:pt x="2415" y="687"/>
                  <a:pt x="2414" y="687"/>
                  <a:pt x="2412" y="687"/>
                </a:cubicBezTo>
                <a:cubicBezTo>
                  <a:pt x="2411" y="687"/>
                  <a:pt x="2410" y="687"/>
                  <a:pt x="2409" y="687"/>
                </a:cubicBezTo>
                <a:close/>
                <a:moveTo>
                  <a:pt x="2688" y="687"/>
                </a:moveTo>
                <a:cubicBezTo>
                  <a:pt x="2687" y="687"/>
                  <a:pt x="2686" y="688"/>
                  <a:pt x="2686" y="688"/>
                </a:cubicBezTo>
                <a:cubicBezTo>
                  <a:pt x="2685" y="689"/>
                  <a:pt x="2684" y="689"/>
                  <a:pt x="2684" y="690"/>
                </a:cubicBezTo>
                <a:cubicBezTo>
                  <a:pt x="2684" y="690"/>
                  <a:pt x="2684" y="691"/>
                  <a:pt x="2684" y="692"/>
                </a:cubicBezTo>
                <a:cubicBezTo>
                  <a:pt x="2684" y="693"/>
                  <a:pt x="2685" y="693"/>
                  <a:pt x="2686" y="694"/>
                </a:cubicBezTo>
                <a:cubicBezTo>
                  <a:pt x="2686" y="694"/>
                  <a:pt x="2687" y="695"/>
                  <a:pt x="2688" y="696"/>
                </a:cubicBezTo>
                <a:cubicBezTo>
                  <a:pt x="2689" y="696"/>
                  <a:pt x="2691" y="696"/>
                  <a:pt x="2692" y="697"/>
                </a:cubicBezTo>
                <a:cubicBezTo>
                  <a:pt x="2693" y="697"/>
                  <a:pt x="2694" y="697"/>
                  <a:pt x="2696" y="697"/>
                </a:cubicBezTo>
                <a:cubicBezTo>
                  <a:pt x="2697" y="697"/>
                  <a:pt x="2698" y="697"/>
                  <a:pt x="2699" y="697"/>
                </a:cubicBezTo>
                <a:cubicBezTo>
                  <a:pt x="2700" y="696"/>
                  <a:pt x="2701" y="696"/>
                  <a:pt x="2702" y="696"/>
                </a:cubicBezTo>
                <a:cubicBezTo>
                  <a:pt x="2702" y="695"/>
                  <a:pt x="2703" y="694"/>
                  <a:pt x="2703" y="694"/>
                </a:cubicBezTo>
                <a:cubicBezTo>
                  <a:pt x="2703" y="693"/>
                  <a:pt x="2703" y="693"/>
                  <a:pt x="2703" y="692"/>
                </a:cubicBezTo>
                <a:cubicBezTo>
                  <a:pt x="2703" y="691"/>
                  <a:pt x="2702" y="690"/>
                  <a:pt x="2701" y="690"/>
                </a:cubicBezTo>
                <a:cubicBezTo>
                  <a:pt x="2701" y="689"/>
                  <a:pt x="2700" y="689"/>
                  <a:pt x="2699" y="688"/>
                </a:cubicBezTo>
                <a:cubicBezTo>
                  <a:pt x="2698" y="688"/>
                  <a:pt x="2696" y="687"/>
                  <a:pt x="2695" y="687"/>
                </a:cubicBezTo>
                <a:cubicBezTo>
                  <a:pt x="2694" y="687"/>
                  <a:pt x="2693" y="687"/>
                  <a:pt x="2691" y="687"/>
                </a:cubicBezTo>
                <a:cubicBezTo>
                  <a:pt x="2690" y="687"/>
                  <a:pt x="2689" y="687"/>
                  <a:pt x="2688" y="687"/>
                </a:cubicBezTo>
                <a:close/>
                <a:moveTo>
                  <a:pt x="570" y="700"/>
                </a:moveTo>
                <a:cubicBezTo>
                  <a:pt x="568" y="700"/>
                  <a:pt x="567" y="701"/>
                  <a:pt x="566" y="701"/>
                </a:cubicBezTo>
                <a:cubicBezTo>
                  <a:pt x="566" y="702"/>
                  <a:pt x="565" y="702"/>
                  <a:pt x="564" y="703"/>
                </a:cubicBezTo>
                <a:cubicBezTo>
                  <a:pt x="564" y="703"/>
                  <a:pt x="563" y="704"/>
                  <a:pt x="563" y="705"/>
                </a:cubicBezTo>
                <a:cubicBezTo>
                  <a:pt x="563" y="705"/>
                  <a:pt x="563" y="706"/>
                  <a:pt x="563" y="707"/>
                </a:cubicBezTo>
                <a:cubicBezTo>
                  <a:pt x="564" y="707"/>
                  <a:pt x="564" y="708"/>
                  <a:pt x="565" y="708"/>
                </a:cubicBezTo>
                <a:cubicBezTo>
                  <a:pt x="566" y="709"/>
                  <a:pt x="567" y="709"/>
                  <a:pt x="568" y="710"/>
                </a:cubicBezTo>
                <a:cubicBezTo>
                  <a:pt x="569" y="710"/>
                  <a:pt x="570" y="710"/>
                  <a:pt x="571" y="710"/>
                </a:cubicBezTo>
                <a:cubicBezTo>
                  <a:pt x="573" y="710"/>
                  <a:pt x="574" y="710"/>
                  <a:pt x="575" y="710"/>
                </a:cubicBezTo>
                <a:cubicBezTo>
                  <a:pt x="576" y="709"/>
                  <a:pt x="577" y="709"/>
                  <a:pt x="578" y="708"/>
                </a:cubicBezTo>
                <a:cubicBezTo>
                  <a:pt x="579" y="708"/>
                  <a:pt x="580" y="707"/>
                  <a:pt x="581" y="707"/>
                </a:cubicBezTo>
                <a:cubicBezTo>
                  <a:pt x="581" y="706"/>
                  <a:pt x="582" y="705"/>
                  <a:pt x="582" y="705"/>
                </a:cubicBezTo>
                <a:cubicBezTo>
                  <a:pt x="582" y="704"/>
                  <a:pt x="582" y="703"/>
                  <a:pt x="581" y="703"/>
                </a:cubicBezTo>
                <a:cubicBezTo>
                  <a:pt x="581" y="702"/>
                  <a:pt x="580" y="702"/>
                  <a:pt x="580" y="701"/>
                </a:cubicBezTo>
                <a:cubicBezTo>
                  <a:pt x="579" y="701"/>
                  <a:pt x="578" y="700"/>
                  <a:pt x="577" y="700"/>
                </a:cubicBezTo>
                <a:cubicBezTo>
                  <a:pt x="576" y="700"/>
                  <a:pt x="575" y="700"/>
                  <a:pt x="573" y="700"/>
                </a:cubicBezTo>
                <a:cubicBezTo>
                  <a:pt x="572" y="700"/>
                  <a:pt x="571" y="700"/>
                  <a:pt x="570" y="700"/>
                </a:cubicBezTo>
                <a:close/>
                <a:moveTo>
                  <a:pt x="2716" y="700"/>
                </a:moveTo>
                <a:cubicBezTo>
                  <a:pt x="2715" y="700"/>
                  <a:pt x="2715" y="701"/>
                  <a:pt x="2714" y="701"/>
                </a:cubicBezTo>
                <a:cubicBezTo>
                  <a:pt x="2713" y="702"/>
                  <a:pt x="2713" y="702"/>
                  <a:pt x="2713" y="703"/>
                </a:cubicBezTo>
                <a:cubicBezTo>
                  <a:pt x="2712" y="703"/>
                  <a:pt x="2712" y="704"/>
                  <a:pt x="2713" y="705"/>
                </a:cubicBezTo>
                <a:cubicBezTo>
                  <a:pt x="2713" y="705"/>
                  <a:pt x="2713" y="706"/>
                  <a:pt x="2714" y="707"/>
                </a:cubicBezTo>
                <a:cubicBezTo>
                  <a:pt x="2715" y="707"/>
                  <a:pt x="2716" y="708"/>
                  <a:pt x="2717" y="708"/>
                </a:cubicBezTo>
                <a:cubicBezTo>
                  <a:pt x="2718" y="709"/>
                  <a:pt x="2719" y="709"/>
                  <a:pt x="2720" y="710"/>
                </a:cubicBezTo>
                <a:cubicBezTo>
                  <a:pt x="2721" y="710"/>
                  <a:pt x="2723" y="710"/>
                  <a:pt x="2724" y="710"/>
                </a:cubicBezTo>
                <a:cubicBezTo>
                  <a:pt x="2725" y="710"/>
                  <a:pt x="2726" y="710"/>
                  <a:pt x="2727" y="710"/>
                </a:cubicBezTo>
                <a:cubicBezTo>
                  <a:pt x="2728" y="709"/>
                  <a:pt x="2729" y="709"/>
                  <a:pt x="2730" y="708"/>
                </a:cubicBezTo>
                <a:cubicBezTo>
                  <a:pt x="2731" y="708"/>
                  <a:pt x="2731" y="707"/>
                  <a:pt x="2731" y="707"/>
                </a:cubicBezTo>
                <a:cubicBezTo>
                  <a:pt x="2732" y="706"/>
                  <a:pt x="2732" y="705"/>
                  <a:pt x="2731" y="705"/>
                </a:cubicBezTo>
                <a:cubicBezTo>
                  <a:pt x="2731" y="704"/>
                  <a:pt x="2730" y="703"/>
                  <a:pt x="2730" y="703"/>
                </a:cubicBezTo>
                <a:cubicBezTo>
                  <a:pt x="2729" y="702"/>
                  <a:pt x="2728" y="702"/>
                  <a:pt x="2727" y="701"/>
                </a:cubicBezTo>
                <a:cubicBezTo>
                  <a:pt x="2726" y="701"/>
                  <a:pt x="2725" y="700"/>
                  <a:pt x="2724" y="700"/>
                </a:cubicBezTo>
                <a:cubicBezTo>
                  <a:pt x="2722" y="700"/>
                  <a:pt x="2721" y="700"/>
                  <a:pt x="2720" y="700"/>
                </a:cubicBezTo>
                <a:cubicBezTo>
                  <a:pt x="2719" y="700"/>
                  <a:pt x="2717" y="700"/>
                  <a:pt x="2716" y="700"/>
                </a:cubicBezTo>
                <a:close/>
                <a:moveTo>
                  <a:pt x="544" y="713"/>
                </a:moveTo>
                <a:cubicBezTo>
                  <a:pt x="543" y="713"/>
                  <a:pt x="541" y="714"/>
                  <a:pt x="541" y="714"/>
                </a:cubicBezTo>
                <a:cubicBezTo>
                  <a:pt x="540" y="715"/>
                  <a:pt x="539" y="715"/>
                  <a:pt x="538" y="716"/>
                </a:cubicBezTo>
                <a:cubicBezTo>
                  <a:pt x="538" y="716"/>
                  <a:pt x="537" y="717"/>
                  <a:pt x="537" y="718"/>
                </a:cubicBezTo>
                <a:cubicBezTo>
                  <a:pt x="537" y="718"/>
                  <a:pt x="537" y="719"/>
                  <a:pt x="537" y="720"/>
                </a:cubicBezTo>
                <a:cubicBezTo>
                  <a:pt x="538" y="720"/>
                  <a:pt x="538" y="721"/>
                  <a:pt x="539" y="721"/>
                </a:cubicBezTo>
                <a:cubicBezTo>
                  <a:pt x="540" y="722"/>
                  <a:pt x="541" y="722"/>
                  <a:pt x="542" y="723"/>
                </a:cubicBezTo>
                <a:cubicBezTo>
                  <a:pt x="543" y="723"/>
                  <a:pt x="544" y="723"/>
                  <a:pt x="545" y="723"/>
                </a:cubicBezTo>
                <a:cubicBezTo>
                  <a:pt x="547" y="723"/>
                  <a:pt x="548" y="723"/>
                  <a:pt x="549" y="723"/>
                </a:cubicBezTo>
                <a:cubicBezTo>
                  <a:pt x="550" y="722"/>
                  <a:pt x="551" y="722"/>
                  <a:pt x="552" y="721"/>
                </a:cubicBezTo>
                <a:cubicBezTo>
                  <a:pt x="553" y="721"/>
                  <a:pt x="554" y="720"/>
                  <a:pt x="555" y="720"/>
                </a:cubicBezTo>
                <a:cubicBezTo>
                  <a:pt x="555" y="719"/>
                  <a:pt x="556" y="718"/>
                  <a:pt x="556" y="718"/>
                </a:cubicBezTo>
                <a:cubicBezTo>
                  <a:pt x="556" y="717"/>
                  <a:pt x="556" y="716"/>
                  <a:pt x="555" y="716"/>
                </a:cubicBezTo>
                <a:cubicBezTo>
                  <a:pt x="555" y="715"/>
                  <a:pt x="555" y="715"/>
                  <a:pt x="554" y="714"/>
                </a:cubicBezTo>
                <a:cubicBezTo>
                  <a:pt x="553" y="714"/>
                  <a:pt x="552" y="713"/>
                  <a:pt x="551" y="713"/>
                </a:cubicBezTo>
                <a:cubicBezTo>
                  <a:pt x="550" y="713"/>
                  <a:pt x="549" y="713"/>
                  <a:pt x="547" y="713"/>
                </a:cubicBezTo>
                <a:cubicBezTo>
                  <a:pt x="546" y="713"/>
                  <a:pt x="545" y="713"/>
                  <a:pt x="544" y="713"/>
                </a:cubicBezTo>
                <a:close/>
                <a:moveTo>
                  <a:pt x="591" y="713"/>
                </a:moveTo>
                <a:cubicBezTo>
                  <a:pt x="589" y="713"/>
                  <a:pt x="588" y="714"/>
                  <a:pt x="587" y="714"/>
                </a:cubicBezTo>
                <a:cubicBezTo>
                  <a:pt x="586" y="715"/>
                  <a:pt x="586" y="715"/>
                  <a:pt x="585" y="716"/>
                </a:cubicBezTo>
                <a:cubicBezTo>
                  <a:pt x="585" y="716"/>
                  <a:pt x="584" y="717"/>
                  <a:pt x="584" y="718"/>
                </a:cubicBezTo>
                <a:cubicBezTo>
                  <a:pt x="584" y="718"/>
                  <a:pt x="584" y="719"/>
                  <a:pt x="584" y="720"/>
                </a:cubicBezTo>
                <a:cubicBezTo>
                  <a:pt x="585" y="720"/>
                  <a:pt x="585" y="721"/>
                  <a:pt x="586" y="721"/>
                </a:cubicBezTo>
                <a:cubicBezTo>
                  <a:pt x="587" y="722"/>
                  <a:pt x="588" y="722"/>
                  <a:pt x="589" y="723"/>
                </a:cubicBezTo>
                <a:cubicBezTo>
                  <a:pt x="590" y="723"/>
                  <a:pt x="591" y="723"/>
                  <a:pt x="592" y="723"/>
                </a:cubicBezTo>
                <a:cubicBezTo>
                  <a:pt x="594" y="723"/>
                  <a:pt x="595" y="723"/>
                  <a:pt x="596" y="723"/>
                </a:cubicBezTo>
                <a:cubicBezTo>
                  <a:pt x="597" y="722"/>
                  <a:pt x="598" y="722"/>
                  <a:pt x="599" y="721"/>
                </a:cubicBezTo>
                <a:cubicBezTo>
                  <a:pt x="600" y="721"/>
                  <a:pt x="601" y="720"/>
                  <a:pt x="602" y="720"/>
                </a:cubicBezTo>
                <a:cubicBezTo>
                  <a:pt x="602" y="719"/>
                  <a:pt x="603" y="718"/>
                  <a:pt x="603" y="718"/>
                </a:cubicBezTo>
                <a:cubicBezTo>
                  <a:pt x="603" y="717"/>
                  <a:pt x="603" y="716"/>
                  <a:pt x="602" y="716"/>
                </a:cubicBezTo>
                <a:cubicBezTo>
                  <a:pt x="602" y="715"/>
                  <a:pt x="601" y="715"/>
                  <a:pt x="601" y="714"/>
                </a:cubicBezTo>
                <a:cubicBezTo>
                  <a:pt x="600" y="714"/>
                  <a:pt x="599" y="713"/>
                  <a:pt x="598" y="713"/>
                </a:cubicBezTo>
                <a:cubicBezTo>
                  <a:pt x="597" y="713"/>
                  <a:pt x="596" y="713"/>
                  <a:pt x="594" y="713"/>
                </a:cubicBezTo>
                <a:cubicBezTo>
                  <a:pt x="593" y="713"/>
                  <a:pt x="592" y="713"/>
                  <a:pt x="591" y="713"/>
                </a:cubicBezTo>
                <a:close/>
                <a:moveTo>
                  <a:pt x="2417" y="713"/>
                </a:moveTo>
                <a:cubicBezTo>
                  <a:pt x="2416" y="713"/>
                  <a:pt x="2415" y="714"/>
                  <a:pt x="2414" y="714"/>
                </a:cubicBezTo>
                <a:cubicBezTo>
                  <a:pt x="2414" y="715"/>
                  <a:pt x="2413" y="715"/>
                  <a:pt x="2413" y="716"/>
                </a:cubicBezTo>
                <a:cubicBezTo>
                  <a:pt x="2413" y="716"/>
                  <a:pt x="2413" y="717"/>
                  <a:pt x="2413" y="718"/>
                </a:cubicBezTo>
                <a:cubicBezTo>
                  <a:pt x="2413" y="718"/>
                  <a:pt x="2414" y="719"/>
                  <a:pt x="2414" y="720"/>
                </a:cubicBezTo>
                <a:cubicBezTo>
                  <a:pt x="2415" y="720"/>
                  <a:pt x="2416" y="721"/>
                  <a:pt x="2417" y="721"/>
                </a:cubicBezTo>
                <a:cubicBezTo>
                  <a:pt x="2418" y="722"/>
                  <a:pt x="2419" y="722"/>
                  <a:pt x="2420" y="723"/>
                </a:cubicBezTo>
                <a:cubicBezTo>
                  <a:pt x="2421" y="723"/>
                  <a:pt x="2423" y="723"/>
                  <a:pt x="2424" y="723"/>
                </a:cubicBezTo>
                <a:cubicBezTo>
                  <a:pt x="2425" y="723"/>
                  <a:pt x="2426" y="723"/>
                  <a:pt x="2427" y="723"/>
                </a:cubicBezTo>
                <a:cubicBezTo>
                  <a:pt x="2428" y="722"/>
                  <a:pt x="2429" y="722"/>
                  <a:pt x="2430" y="721"/>
                </a:cubicBezTo>
                <a:cubicBezTo>
                  <a:pt x="2431" y="721"/>
                  <a:pt x="2431" y="720"/>
                  <a:pt x="2432" y="720"/>
                </a:cubicBezTo>
                <a:cubicBezTo>
                  <a:pt x="2432" y="719"/>
                  <a:pt x="2432" y="718"/>
                  <a:pt x="2432" y="718"/>
                </a:cubicBezTo>
                <a:cubicBezTo>
                  <a:pt x="2431" y="717"/>
                  <a:pt x="2431" y="716"/>
                  <a:pt x="2430" y="716"/>
                </a:cubicBezTo>
                <a:cubicBezTo>
                  <a:pt x="2430" y="715"/>
                  <a:pt x="2429" y="715"/>
                  <a:pt x="2428" y="714"/>
                </a:cubicBezTo>
                <a:cubicBezTo>
                  <a:pt x="2427" y="714"/>
                  <a:pt x="2426" y="713"/>
                  <a:pt x="2424" y="713"/>
                </a:cubicBezTo>
                <a:cubicBezTo>
                  <a:pt x="2423" y="713"/>
                  <a:pt x="2422" y="713"/>
                  <a:pt x="2421" y="713"/>
                </a:cubicBezTo>
                <a:cubicBezTo>
                  <a:pt x="2419" y="713"/>
                  <a:pt x="2418" y="713"/>
                  <a:pt x="2417" y="713"/>
                </a:cubicBezTo>
                <a:close/>
                <a:moveTo>
                  <a:pt x="2698" y="713"/>
                </a:moveTo>
                <a:cubicBezTo>
                  <a:pt x="2697" y="713"/>
                  <a:pt x="2696" y="714"/>
                  <a:pt x="2696" y="714"/>
                </a:cubicBezTo>
                <a:cubicBezTo>
                  <a:pt x="2695" y="715"/>
                  <a:pt x="2694" y="715"/>
                  <a:pt x="2694" y="716"/>
                </a:cubicBezTo>
                <a:cubicBezTo>
                  <a:pt x="2694" y="716"/>
                  <a:pt x="2694" y="717"/>
                  <a:pt x="2694" y="718"/>
                </a:cubicBezTo>
                <a:cubicBezTo>
                  <a:pt x="2695" y="718"/>
                  <a:pt x="2695" y="719"/>
                  <a:pt x="2696" y="720"/>
                </a:cubicBezTo>
                <a:cubicBezTo>
                  <a:pt x="2696" y="720"/>
                  <a:pt x="2697" y="721"/>
                  <a:pt x="2698" y="721"/>
                </a:cubicBezTo>
                <a:cubicBezTo>
                  <a:pt x="2699" y="722"/>
                  <a:pt x="2701" y="722"/>
                  <a:pt x="2702" y="723"/>
                </a:cubicBezTo>
                <a:cubicBezTo>
                  <a:pt x="2703" y="723"/>
                  <a:pt x="2704" y="723"/>
                  <a:pt x="2706" y="723"/>
                </a:cubicBezTo>
                <a:cubicBezTo>
                  <a:pt x="2707" y="723"/>
                  <a:pt x="2708" y="723"/>
                  <a:pt x="2709" y="723"/>
                </a:cubicBezTo>
                <a:cubicBezTo>
                  <a:pt x="2710" y="722"/>
                  <a:pt x="2711" y="722"/>
                  <a:pt x="2712" y="721"/>
                </a:cubicBezTo>
                <a:cubicBezTo>
                  <a:pt x="2712" y="721"/>
                  <a:pt x="2713" y="720"/>
                  <a:pt x="2713" y="720"/>
                </a:cubicBezTo>
                <a:cubicBezTo>
                  <a:pt x="2713" y="719"/>
                  <a:pt x="2713" y="718"/>
                  <a:pt x="2713" y="718"/>
                </a:cubicBezTo>
                <a:cubicBezTo>
                  <a:pt x="2713" y="717"/>
                  <a:pt x="2712" y="716"/>
                  <a:pt x="2711" y="716"/>
                </a:cubicBezTo>
                <a:cubicBezTo>
                  <a:pt x="2711" y="715"/>
                  <a:pt x="2710" y="715"/>
                  <a:pt x="2709" y="714"/>
                </a:cubicBezTo>
                <a:cubicBezTo>
                  <a:pt x="2708" y="714"/>
                  <a:pt x="2707" y="713"/>
                  <a:pt x="2705" y="713"/>
                </a:cubicBezTo>
                <a:cubicBezTo>
                  <a:pt x="2704" y="713"/>
                  <a:pt x="2703" y="713"/>
                  <a:pt x="2702" y="713"/>
                </a:cubicBezTo>
                <a:cubicBezTo>
                  <a:pt x="2700" y="713"/>
                  <a:pt x="2699" y="713"/>
                  <a:pt x="2698" y="713"/>
                </a:cubicBezTo>
                <a:close/>
                <a:moveTo>
                  <a:pt x="2454" y="726"/>
                </a:moveTo>
                <a:cubicBezTo>
                  <a:pt x="2452" y="726"/>
                  <a:pt x="2450" y="726"/>
                  <a:pt x="2448" y="726"/>
                </a:cubicBezTo>
                <a:cubicBezTo>
                  <a:pt x="2448" y="726"/>
                  <a:pt x="2447" y="726"/>
                  <a:pt x="2447" y="726"/>
                </a:cubicBezTo>
                <a:cubicBezTo>
                  <a:pt x="2446" y="726"/>
                  <a:pt x="2446" y="726"/>
                  <a:pt x="2445" y="726"/>
                </a:cubicBezTo>
                <a:cubicBezTo>
                  <a:pt x="2445" y="726"/>
                  <a:pt x="2445" y="726"/>
                  <a:pt x="2444" y="726"/>
                </a:cubicBezTo>
                <a:cubicBezTo>
                  <a:pt x="2444" y="726"/>
                  <a:pt x="2444" y="726"/>
                  <a:pt x="2443" y="726"/>
                </a:cubicBezTo>
                <a:cubicBezTo>
                  <a:pt x="2443" y="727"/>
                  <a:pt x="2442" y="727"/>
                  <a:pt x="2442" y="727"/>
                </a:cubicBezTo>
                <a:cubicBezTo>
                  <a:pt x="2441" y="728"/>
                  <a:pt x="2441" y="728"/>
                  <a:pt x="2441" y="728"/>
                </a:cubicBezTo>
                <a:cubicBezTo>
                  <a:pt x="2441" y="729"/>
                  <a:pt x="2440" y="729"/>
                  <a:pt x="2440" y="730"/>
                </a:cubicBezTo>
                <a:cubicBezTo>
                  <a:pt x="2440" y="730"/>
                  <a:pt x="2440" y="730"/>
                  <a:pt x="2441" y="731"/>
                </a:cubicBezTo>
                <a:cubicBezTo>
                  <a:pt x="2441" y="731"/>
                  <a:pt x="2441" y="731"/>
                  <a:pt x="2441" y="731"/>
                </a:cubicBezTo>
                <a:cubicBezTo>
                  <a:pt x="2441" y="731"/>
                  <a:pt x="2441" y="732"/>
                  <a:pt x="2441" y="732"/>
                </a:cubicBezTo>
                <a:cubicBezTo>
                  <a:pt x="2441" y="732"/>
                  <a:pt x="2441" y="732"/>
                  <a:pt x="2441" y="732"/>
                </a:cubicBezTo>
                <a:cubicBezTo>
                  <a:pt x="2441" y="732"/>
                  <a:pt x="2441" y="732"/>
                  <a:pt x="2442" y="733"/>
                </a:cubicBezTo>
                <a:cubicBezTo>
                  <a:pt x="2442" y="733"/>
                  <a:pt x="2442" y="733"/>
                  <a:pt x="2442" y="733"/>
                </a:cubicBezTo>
                <a:cubicBezTo>
                  <a:pt x="2443" y="734"/>
                  <a:pt x="2443" y="734"/>
                  <a:pt x="2443" y="734"/>
                </a:cubicBezTo>
                <a:cubicBezTo>
                  <a:pt x="2444" y="734"/>
                  <a:pt x="2444" y="734"/>
                  <a:pt x="2444" y="735"/>
                </a:cubicBezTo>
                <a:cubicBezTo>
                  <a:pt x="2446" y="735"/>
                  <a:pt x="2446" y="735"/>
                  <a:pt x="2446" y="735"/>
                </a:cubicBezTo>
                <a:cubicBezTo>
                  <a:pt x="2447" y="736"/>
                  <a:pt x="2448" y="736"/>
                  <a:pt x="2450" y="736"/>
                </a:cubicBezTo>
                <a:cubicBezTo>
                  <a:pt x="2450" y="736"/>
                  <a:pt x="2451" y="736"/>
                  <a:pt x="2452" y="736"/>
                </a:cubicBezTo>
                <a:cubicBezTo>
                  <a:pt x="2452" y="736"/>
                  <a:pt x="2452" y="736"/>
                  <a:pt x="2452" y="736"/>
                </a:cubicBezTo>
                <a:cubicBezTo>
                  <a:pt x="2452" y="736"/>
                  <a:pt x="2452" y="736"/>
                  <a:pt x="2453" y="736"/>
                </a:cubicBezTo>
                <a:cubicBezTo>
                  <a:pt x="2453" y="736"/>
                  <a:pt x="2453" y="736"/>
                  <a:pt x="2453" y="736"/>
                </a:cubicBezTo>
                <a:cubicBezTo>
                  <a:pt x="2453" y="736"/>
                  <a:pt x="2453" y="736"/>
                  <a:pt x="2453" y="736"/>
                </a:cubicBezTo>
                <a:cubicBezTo>
                  <a:pt x="2455" y="736"/>
                  <a:pt x="2456" y="736"/>
                  <a:pt x="2457" y="735"/>
                </a:cubicBezTo>
                <a:cubicBezTo>
                  <a:pt x="2458" y="735"/>
                  <a:pt x="2458" y="735"/>
                  <a:pt x="2458" y="735"/>
                </a:cubicBezTo>
                <a:cubicBezTo>
                  <a:pt x="2459" y="734"/>
                  <a:pt x="2460" y="732"/>
                  <a:pt x="2459" y="731"/>
                </a:cubicBezTo>
                <a:cubicBezTo>
                  <a:pt x="2459" y="730"/>
                  <a:pt x="2459" y="730"/>
                  <a:pt x="2459" y="730"/>
                </a:cubicBezTo>
                <a:cubicBezTo>
                  <a:pt x="2458" y="729"/>
                  <a:pt x="2458" y="729"/>
                  <a:pt x="2457" y="728"/>
                </a:cubicBezTo>
                <a:cubicBezTo>
                  <a:pt x="2457" y="728"/>
                  <a:pt x="2456" y="728"/>
                  <a:pt x="2456" y="727"/>
                </a:cubicBezTo>
                <a:cubicBezTo>
                  <a:pt x="2455" y="727"/>
                  <a:pt x="2454" y="727"/>
                  <a:pt x="2454" y="726"/>
                </a:cubicBezTo>
                <a:cubicBezTo>
                  <a:pt x="2453" y="726"/>
                  <a:pt x="2454" y="727"/>
                  <a:pt x="2454" y="726"/>
                </a:cubicBezTo>
                <a:close/>
                <a:moveTo>
                  <a:pt x="527" y="726"/>
                </a:moveTo>
                <a:cubicBezTo>
                  <a:pt x="526" y="726"/>
                  <a:pt x="524" y="726"/>
                  <a:pt x="523" y="726"/>
                </a:cubicBezTo>
                <a:cubicBezTo>
                  <a:pt x="523" y="726"/>
                  <a:pt x="523" y="726"/>
                  <a:pt x="523" y="726"/>
                </a:cubicBezTo>
                <a:cubicBezTo>
                  <a:pt x="523" y="726"/>
                  <a:pt x="523" y="726"/>
                  <a:pt x="522" y="726"/>
                </a:cubicBezTo>
                <a:cubicBezTo>
                  <a:pt x="522" y="726"/>
                  <a:pt x="522" y="726"/>
                  <a:pt x="522" y="726"/>
                </a:cubicBezTo>
                <a:cubicBezTo>
                  <a:pt x="522" y="726"/>
                  <a:pt x="522" y="726"/>
                  <a:pt x="521" y="726"/>
                </a:cubicBezTo>
                <a:cubicBezTo>
                  <a:pt x="521" y="726"/>
                  <a:pt x="521" y="726"/>
                  <a:pt x="520" y="726"/>
                </a:cubicBezTo>
                <a:cubicBezTo>
                  <a:pt x="520" y="726"/>
                  <a:pt x="519" y="726"/>
                  <a:pt x="519" y="726"/>
                </a:cubicBezTo>
                <a:cubicBezTo>
                  <a:pt x="518" y="726"/>
                  <a:pt x="518" y="726"/>
                  <a:pt x="517" y="726"/>
                </a:cubicBezTo>
                <a:cubicBezTo>
                  <a:pt x="517" y="726"/>
                  <a:pt x="516" y="726"/>
                  <a:pt x="516" y="726"/>
                </a:cubicBezTo>
                <a:cubicBezTo>
                  <a:pt x="515" y="727"/>
                  <a:pt x="515" y="727"/>
                  <a:pt x="514" y="727"/>
                </a:cubicBezTo>
                <a:cubicBezTo>
                  <a:pt x="514" y="728"/>
                  <a:pt x="513" y="728"/>
                  <a:pt x="513" y="728"/>
                </a:cubicBezTo>
                <a:cubicBezTo>
                  <a:pt x="512" y="729"/>
                  <a:pt x="512" y="729"/>
                  <a:pt x="512" y="730"/>
                </a:cubicBezTo>
                <a:cubicBezTo>
                  <a:pt x="511" y="730"/>
                  <a:pt x="511" y="730"/>
                  <a:pt x="511" y="732"/>
                </a:cubicBezTo>
                <a:cubicBezTo>
                  <a:pt x="511" y="732"/>
                  <a:pt x="511" y="732"/>
                  <a:pt x="511" y="733"/>
                </a:cubicBezTo>
                <a:cubicBezTo>
                  <a:pt x="511" y="733"/>
                  <a:pt x="511" y="733"/>
                  <a:pt x="512" y="733"/>
                </a:cubicBezTo>
                <a:cubicBezTo>
                  <a:pt x="512" y="734"/>
                  <a:pt x="512" y="734"/>
                  <a:pt x="512" y="734"/>
                </a:cubicBezTo>
                <a:cubicBezTo>
                  <a:pt x="512" y="734"/>
                  <a:pt x="513" y="734"/>
                  <a:pt x="513" y="735"/>
                </a:cubicBezTo>
                <a:cubicBezTo>
                  <a:pt x="514" y="735"/>
                  <a:pt x="514" y="735"/>
                  <a:pt x="514" y="735"/>
                </a:cubicBezTo>
                <a:cubicBezTo>
                  <a:pt x="515" y="736"/>
                  <a:pt x="516" y="736"/>
                  <a:pt x="518" y="736"/>
                </a:cubicBezTo>
                <a:cubicBezTo>
                  <a:pt x="518" y="736"/>
                  <a:pt x="519" y="736"/>
                  <a:pt x="519" y="736"/>
                </a:cubicBezTo>
                <a:cubicBezTo>
                  <a:pt x="520" y="736"/>
                  <a:pt x="520" y="736"/>
                  <a:pt x="520" y="736"/>
                </a:cubicBezTo>
                <a:cubicBezTo>
                  <a:pt x="520" y="736"/>
                  <a:pt x="520" y="736"/>
                  <a:pt x="520" y="736"/>
                </a:cubicBezTo>
                <a:cubicBezTo>
                  <a:pt x="520" y="736"/>
                  <a:pt x="521" y="736"/>
                  <a:pt x="521" y="736"/>
                </a:cubicBezTo>
                <a:cubicBezTo>
                  <a:pt x="521" y="736"/>
                  <a:pt x="521" y="736"/>
                  <a:pt x="521" y="736"/>
                </a:cubicBezTo>
                <a:cubicBezTo>
                  <a:pt x="523" y="736"/>
                  <a:pt x="524" y="736"/>
                  <a:pt x="525" y="735"/>
                </a:cubicBezTo>
                <a:cubicBezTo>
                  <a:pt x="526" y="735"/>
                  <a:pt x="526" y="735"/>
                  <a:pt x="526" y="735"/>
                </a:cubicBezTo>
                <a:cubicBezTo>
                  <a:pt x="528" y="734"/>
                  <a:pt x="529" y="733"/>
                  <a:pt x="529" y="732"/>
                </a:cubicBezTo>
                <a:cubicBezTo>
                  <a:pt x="529" y="732"/>
                  <a:pt x="529" y="732"/>
                  <a:pt x="530" y="732"/>
                </a:cubicBezTo>
                <a:cubicBezTo>
                  <a:pt x="530" y="732"/>
                  <a:pt x="530" y="731"/>
                  <a:pt x="530" y="731"/>
                </a:cubicBezTo>
                <a:cubicBezTo>
                  <a:pt x="530" y="730"/>
                  <a:pt x="530" y="730"/>
                  <a:pt x="530" y="730"/>
                </a:cubicBezTo>
                <a:cubicBezTo>
                  <a:pt x="530" y="729"/>
                  <a:pt x="529" y="729"/>
                  <a:pt x="529" y="728"/>
                </a:cubicBezTo>
                <a:cubicBezTo>
                  <a:pt x="529" y="728"/>
                  <a:pt x="529" y="728"/>
                  <a:pt x="528" y="727"/>
                </a:cubicBezTo>
                <a:cubicBezTo>
                  <a:pt x="528" y="727"/>
                  <a:pt x="527" y="727"/>
                  <a:pt x="527" y="726"/>
                </a:cubicBezTo>
                <a:cubicBezTo>
                  <a:pt x="526" y="726"/>
                  <a:pt x="527" y="727"/>
                  <a:pt x="527" y="726"/>
                </a:cubicBezTo>
                <a:close/>
                <a:moveTo>
                  <a:pt x="574" y="726"/>
                </a:moveTo>
                <a:cubicBezTo>
                  <a:pt x="572" y="726"/>
                  <a:pt x="570" y="726"/>
                  <a:pt x="568" y="726"/>
                </a:cubicBezTo>
                <a:cubicBezTo>
                  <a:pt x="568" y="726"/>
                  <a:pt x="567" y="726"/>
                  <a:pt x="567" y="726"/>
                </a:cubicBezTo>
                <a:cubicBezTo>
                  <a:pt x="567" y="726"/>
                  <a:pt x="566" y="726"/>
                  <a:pt x="566" y="726"/>
                </a:cubicBezTo>
                <a:cubicBezTo>
                  <a:pt x="565" y="726"/>
                  <a:pt x="565" y="726"/>
                  <a:pt x="564" y="726"/>
                </a:cubicBezTo>
                <a:cubicBezTo>
                  <a:pt x="564" y="726"/>
                  <a:pt x="563" y="726"/>
                  <a:pt x="563" y="726"/>
                </a:cubicBezTo>
                <a:cubicBezTo>
                  <a:pt x="562" y="727"/>
                  <a:pt x="562" y="727"/>
                  <a:pt x="561" y="727"/>
                </a:cubicBezTo>
                <a:cubicBezTo>
                  <a:pt x="561" y="728"/>
                  <a:pt x="560" y="728"/>
                  <a:pt x="560" y="728"/>
                </a:cubicBezTo>
                <a:cubicBezTo>
                  <a:pt x="559" y="729"/>
                  <a:pt x="559" y="729"/>
                  <a:pt x="559" y="730"/>
                </a:cubicBezTo>
                <a:cubicBezTo>
                  <a:pt x="558" y="730"/>
                  <a:pt x="558" y="730"/>
                  <a:pt x="558" y="732"/>
                </a:cubicBezTo>
                <a:cubicBezTo>
                  <a:pt x="558" y="732"/>
                  <a:pt x="558" y="732"/>
                  <a:pt x="558" y="733"/>
                </a:cubicBezTo>
                <a:cubicBezTo>
                  <a:pt x="558" y="733"/>
                  <a:pt x="559" y="733"/>
                  <a:pt x="559" y="733"/>
                </a:cubicBezTo>
                <a:cubicBezTo>
                  <a:pt x="559" y="734"/>
                  <a:pt x="559" y="734"/>
                  <a:pt x="559" y="734"/>
                </a:cubicBezTo>
                <a:cubicBezTo>
                  <a:pt x="560" y="734"/>
                  <a:pt x="560" y="734"/>
                  <a:pt x="560" y="735"/>
                </a:cubicBezTo>
                <a:cubicBezTo>
                  <a:pt x="561" y="735"/>
                  <a:pt x="561" y="735"/>
                  <a:pt x="561" y="735"/>
                </a:cubicBezTo>
                <a:cubicBezTo>
                  <a:pt x="562" y="736"/>
                  <a:pt x="564" y="736"/>
                  <a:pt x="565" y="736"/>
                </a:cubicBezTo>
                <a:cubicBezTo>
                  <a:pt x="565" y="736"/>
                  <a:pt x="566" y="736"/>
                  <a:pt x="566" y="736"/>
                </a:cubicBezTo>
                <a:cubicBezTo>
                  <a:pt x="567" y="736"/>
                  <a:pt x="567" y="736"/>
                  <a:pt x="567" y="736"/>
                </a:cubicBezTo>
                <a:cubicBezTo>
                  <a:pt x="567" y="736"/>
                  <a:pt x="567" y="736"/>
                  <a:pt x="567" y="736"/>
                </a:cubicBezTo>
                <a:cubicBezTo>
                  <a:pt x="568" y="736"/>
                  <a:pt x="568" y="736"/>
                  <a:pt x="568" y="736"/>
                </a:cubicBezTo>
                <a:cubicBezTo>
                  <a:pt x="568" y="736"/>
                  <a:pt x="568" y="736"/>
                  <a:pt x="568" y="736"/>
                </a:cubicBezTo>
                <a:cubicBezTo>
                  <a:pt x="570" y="736"/>
                  <a:pt x="571" y="736"/>
                  <a:pt x="572" y="735"/>
                </a:cubicBezTo>
                <a:cubicBezTo>
                  <a:pt x="573" y="735"/>
                  <a:pt x="573" y="735"/>
                  <a:pt x="573" y="735"/>
                </a:cubicBezTo>
                <a:cubicBezTo>
                  <a:pt x="575" y="734"/>
                  <a:pt x="576" y="733"/>
                  <a:pt x="577" y="732"/>
                </a:cubicBezTo>
                <a:cubicBezTo>
                  <a:pt x="577" y="732"/>
                  <a:pt x="577" y="732"/>
                  <a:pt x="577" y="732"/>
                </a:cubicBezTo>
                <a:cubicBezTo>
                  <a:pt x="577" y="732"/>
                  <a:pt x="577" y="731"/>
                  <a:pt x="577" y="731"/>
                </a:cubicBezTo>
                <a:cubicBezTo>
                  <a:pt x="577" y="730"/>
                  <a:pt x="577" y="730"/>
                  <a:pt x="577" y="730"/>
                </a:cubicBezTo>
                <a:cubicBezTo>
                  <a:pt x="577" y="729"/>
                  <a:pt x="577" y="729"/>
                  <a:pt x="576" y="728"/>
                </a:cubicBezTo>
                <a:cubicBezTo>
                  <a:pt x="576" y="728"/>
                  <a:pt x="576" y="728"/>
                  <a:pt x="575" y="727"/>
                </a:cubicBezTo>
                <a:cubicBezTo>
                  <a:pt x="575" y="727"/>
                  <a:pt x="574" y="727"/>
                  <a:pt x="574" y="726"/>
                </a:cubicBezTo>
                <a:cubicBezTo>
                  <a:pt x="573" y="726"/>
                  <a:pt x="574" y="727"/>
                  <a:pt x="574" y="726"/>
                </a:cubicBezTo>
                <a:close/>
                <a:moveTo>
                  <a:pt x="2425" y="739"/>
                </a:moveTo>
                <a:cubicBezTo>
                  <a:pt x="2424" y="739"/>
                  <a:pt x="2423" y="740"/>
                  <a:pt x="2423" y="740"/>
                </a:cubicBezTo>
                <a:cubicBezTo>
                  <a:pt x="2422" y="741"/>
                  <a:pt x="2421" y="741"/>
                  <a:pt x="2421" y="742"/>
                </a:cubicBezTo>
                <a:cubicBezTo>
                  <a:pt x="2421" y="743"/>
                  <a:pt x="2421" y="743"/>
                  <a:pt x="2421" y="744"/>
                </a:cubicBezTo>
                <a:cubicBezTo>
                  <a:pt x="2421" y="745"/>
                  <a:pt x="2422" y="745"/>
                  <a:pt x="2422" y="746"/>
                </a:cubicBezTo>
                <a:cubicBezTo>
                  <a:pt x="2423" y="747"/>
                  <a:pt x="2424" y="747"/>
                  <a:pt x="2425" y="748"/>
                </a:cubicBezTo>
                <a:cubicBezTo>
                  <a:pt x="2426" y="748"/>
                  <a:pt x="2427" y="749"/>
                  <a:pt x="2428" y="749"/>
                </a:cubicBezTo>
                <a:cubicBezTo>
                  <a:pt x="2430" y="749"/>
                  <a:pt x="2431" y="749"/>
                  <a:pt x="2432" y="749"/>
                </a:cubicBezTo>
                <a:cubicBezTo>
                  <a:pt x="2433" y="749"/>
                  <a:pt x="2435" y="749"/>
                  <a:pt x="2436" y="749"/>
                </a:cubicBezTo>
                <a:cubicBezTo>
                  <a:pt x="2437" y="749"/>
                  <a:pt x="2438" y="748"/>
                  <a:pt x="2438" y="748"/>
                </a:cubicBezTo>
                <a:cubicBezTo>
                  <a:pt x="2439" y="747"/>
                  <a:pt x="2440" y="747"/>
                  <a:pt x="2440" y="746"/>
                </a:cubicBezTo>
                <a:cubicBezTo>
                  <a:pt x="2440" y="745"/>
                  <a:pt x="2440" y="745"/>
                  <a:pt x="2440" y="744"/>
                </a:cubicBezTo>
                <a:cubicBezTo>
                  <a:pt x="2440" y="743"/>
                  <a:pt x="2439" y="743"/>
                  <a:pt x="2439" y="742"/>
                </a:cubicBezTo>
                <a:cubicBezTo>
                  <a:pt x="2438" y="741"/>
                  <a:pt x="2437" y="741"/>
                  <a:pt x="2436" y="740"/>
                </a:cubicBezTo>
                <a:cubicBezTo>
                  <a:pt x="2435" y="740"/>
                  <a:pt x="2434" y="739"/>
                  <a:pt x="2433" y="739"/>
                </a:cubicBezTo>
                <a:cubicBezTo>
                  <a:pt x="2431" y="739"/>
                  <a:pt x="2430" y="739"/>
                  <a:pt x="2429" y="739"/>
                </a:cubicBezTo>
                <a:cubicBezTo>
                  <a:pt x="2428" y="739"/>
                  <a:pt x="2426" y="739"/>
                  <a:pt x="2425" y="739"/>
                </a:cubicBezTo>
                <a:close/>
                <a:moveTo>
                  <a:pt x="586" y="739"/>
                </a:moveTo>
                <a:cubicBezTo>
                  <a:pt x="585" y="739"/>
                  <a:pt x="584" y="740"/>
                  <a:pt x="583" y="740"/>
                </a:cubicBezTo>
                <a:cubicBezTo>
                  <a:pt x="582" y="741"/>
                  <a:pt x="581" y="741"/>
                  <a:pt x="580" y="742"/>
                </a:cubicBezTo>
                <a:cubicBezTo>
                  <a:pt x="580" y="743"/>
                  <a:pt x="579" y="743"/>
                  <a:pt x="579" y="744"/>
                </a:cubicBezTo>
                <a:cubicBezTo>
                  <a:pt x="579" y="745"/>
                  <a:pt x="579" y="745"/>
                  <a:pt x="580" y="746"/>
                </a:cubicBezTo>
                <a:cubicBezTo>
                  <a:pt x="580" y="747"/>
                  <a:pt x="581" y="747"/>
                  <a:pt x="581" y="748"/>
                </a:cubicBezTo>
                <a:cubicBezTo>
                  <a:pt x="582" y="748"/>
                  <a:pt x="583" y="749"/>
                  <a:pt x="584" y="749"/>
                </a:cubicBezTo>
                <a:cubicBezTo>
                  <a:pt x="585" y="749"/>
                  <a:pt x="586" y="749"/>
                  <a:pt x="588" y="749"/>
                </a:cubicBezTo>
                <a:cubicBezTo>
                  <a:pt x="589" y="749"/>
                  <a:pt x="590" y="749"/>
                  <a:pt x="591" y="749"/>
                </a:cubicBezTo>
                <a:cubicBezTo>
                  <a:pt x="593" y="749"/>
                  <a:pt x="594" y="748"/>
                  <a:pt x="595" y="748"/>
                </a:cubicBezTo>
                <a:cubicBezTo>
                  <a:pt x="596" y="747"/>
                  <a:pt x="596" y="747"/>
                  <a:pt x="597" y="746"/>
                </a:cubicBezTo>
                <a:cubicBezTo>
                  <a:pt x="598" y="745"/>
                  <a:pt x="598" y="745"/>
                  <a:pt x="598" y="744"/>
                </a:cubicBezTo>
                <a:cubicBezTo>
                  <a:pt x="598" y="743"/>
                  <a:pt x="598" y="743"/>
                  <a:pt x="598" y="742"/>
                </a:cubicBezTo>
                <a:cubicBezTo>
                  <a:pt x="597" y="741"/>
                  <a:pt x="597" y="741"/>
                  <a:pt x="596" y="740"/>
                </a:cubicBezTo>
                <a:cubicBezTo>
                  <a:pt x="595" y="740"/>
                  <a:pt x="594" y="739"/>
                  <a:pt x="593" y="739"/>
                </a:cubicBezTo>
                <a:cubicBezTo>
                  <a:pt x="592" y="739"/>
                  <a:pt x="591" y="739"/>
                  <a:pt x="590" y="739"/>
                </a:cubicBezTo>
                <a:cubicBezTo>
                  <a:pt x="588" y="739"/>
                  <a:pt x="587" y="739"/>
                  <a:pt x="586" y="739"/>
                </a:cubicBezTo>
                <a:close/>
                <a:moveTo>
                  <a:pt x="539" y="739"/>
                </a:moveTo>
                <a:cubicBezTo>
                  <a:pt x="537" y="739"/>
                  <a:pt x="536" y="740"/>
                  <a:pt x="535" y="740"/>
                </a:cubicBezTo>
                <a:cubicBezTo>
                  <a:pt x="534" y="741"/>
                  <a:pt x="534" y="741"/>
                  <a:pt x="533" y="742"/>
                </a:cubicBezTo>
                <a:cubicBezTo>
                  <a:pt x="532" y="743"/>
                  <a:pt x="532" y="743"/>
                  <a:pt x="532" y="744"/>
                </a:cubicBezTo>
                <a:cubicBezTo>
                  <a:pt x="532" y="745"/>
                  <a:pt x="532" y="745"/>
                  <a:pt x="532" y="746"/>
                </a:cubicBezTo>
                <a:cubicBezTo>
                  <a:pt x="533" y="747"/>
                  <a:pt x="533" y="747"/>
                  <a:pt x="534" y="748"/>
                </a:cubicBezTo>
                <a:cubicBezTo>
                  <a:pt x="535" y="748"/>
                  <a:pt x="536" y="749"/>
                  <a:pt x="537" y="749"/>
                </a:cubicBezTo>
                <a:cubicBezTo>
                  <a:pt x="538" y="749"/>
                  <a:pt x="539" y="749"/>
                  <a:pt x="540" y="749"/>
                </a:cubicBezTo>
                <a:cubicBezTo>
                  <a:pt x="542" y="749"/>
                  <a:pt x="543" y="749"/>
                  <a:pt x="544" y="749"/>
                </a:cubicBezTo>
                <a:cubicBezTo>
                  <a:pt x="545" y="749"/>
                  <a:pt x="546" y="748"/>
                  <a:pt x="547" y="748"/>
                </a:cubicBezTo>
                <a:cubicBezTo>
                  <a:pt x="548" y="747"/>
                  <a:pt x="549" y="747"/>
                  <a:pt x="550" y="746"/>
                </a:cubicBezTo>
                <a:cubicBezTo>
                  <a:pt x="550" y="745"/>
                  <a:pt x="551" y="745"/>
                  <a:pt x="551" y="744"/>
                </a:cubicBezTo>
                <a:cubicBezTo>
                  <a:pt x="551" y="743"/>
                  <a:pt x="551" y="743"/>
                  <a:pt x="550" y="742"/>
                </a:cubicBezTo>
                <a:cubicBezTo>
                  <a:pt x="550" y="741"/>
                  <a:pt x="550" y="741"/>
                  <a:pt x="549" y="740"/>
                </a:cubicBezTo>
                <a:cubicBezTo>
                  <a:pt x="548" y="740"/>
                  <a:pt x="547" y="739"/>
                  <a:pt x="546" y="739"/>
                </a:cubicBezTo>
                <a:cubicBezTo>
                  <a:pt x="545" y="739"/>
                  <a:pt x="544" y="739"/>
                  <a:pt x="542" y="739"/>
                </a:cubicBezTo>
                <a:cubicBezTo>
                  <a:pt x="541" y="739"/>
                  <a:pt x="540" y="739"/>
                  <a:pt x="539" y="739"/>
                </a:cubicBezTo>
                <a:close/>
                <a:moveTo>
                  <a:pt x="2661" y="739"/>
                </a:moveTo>
                <a:cubicBezTo>
                  <a:pt x="2660" y="739"/>
                  <a:pt x="2659" y="740"/>
                  <a:pt x="2659" y="740"/>
                </a:cubicBezTo>
                <a:cubicBezTo>
                  <a:pt x="2658" y="741"/>
                  <a:pt x="2657" y="741"/>
                  <a:pt x="2657" y="742"/>
                </a:cubicBezTo>
                <a:cubicBezTo>
                  <a:pt x="2657" y="743"/>
                  <a:pt x="2657" y="743"/>
                  <a:pt x="2657" y="744"/>
                </a:cubicBezTo>
                <a:cubicBezTo>
                  <a:pt x="2657" y="745"/>
                  <a:pt x="2658" y="745"/>
                  <a:pt x="2659" y="746"/>
                </a:cubicBezTo>
                <a:cubicBezTo>
                  <a:pt x="2659" y="747"/>
                  <a:pt x="2660" y="747"/>
                  <a:pt x="2661" y="748"/>
                </a:cubicBezTo>
                <a:cubicBezTo>
                  <a:pt x="2662" y="748"/>
                  <a:pt x="2664" y="749"/>
                  <a:pt x="2665" y="749"/>
                </a:cubicBezTo>
                <a:cubicBezTo>
                  <a:pt x="2666" y="749"/>
                  <a:pt x="2667" y="749"/>
                  <a:pt x="2669" y="749"/>
                </a:cubicBezTo>
                <a:cubicBezTo>
                  <a:pt x="2670" y="749"/>
                  <a:pt x="2671" y="749"/>
                  <a:pt x="2672" y="749"/>
                </a:cubicBezTo>
                <a:cubicBezTo>
                  <a:pt x="2673" y="749"/>
                  <a:pt x="2674" y="748"/>
                  <a:pt x="2675" y="748"/>
                </a:cubicBezTo>
                <a:cubicBezTo>
                  <a:pt x="2675" y="747"/>
                  <a:pt x="2676" y="747"/>
                  <a:pt x="2676" y="746"/>
                </a:cubicBezTo>
                <a:cubicBezTo>
                  <a:pt x="2676" y="745"/>
                  <a:pt x="2676" y="745"/>
                  <a:pt x="2676" y="744"/>
                </a:cubicBezTo>
                <a:cubicBezTo>
                  <a:pt x="2676" y="743"/>
                  <a:pt x="2675" y="743"/>
                  <a:pt x="2675" y="742"/>
                </a:cubicBezTo>
                <a:cubicBezTo>
                  <a:pt x="2674" y="741"/>
                  <a:pt x="2673" y="741"/>
                  <a:pt x="2672" y="740"/>
                </a:cubicBezTo>
                <a:cubicBezTo>
                  <a:pt x="2671" y="740"/>
                  <a:pt x="2670" y="739"/>
                  <a:pt x="2669" y="739"/>
                </a:cubicBezTo>
                <a:cubicBezTo>
                  <a:pt x="2667" y="739"/>
                  <a:pt x="2666" y="739"/>
                  <a:pt x="2665" y="739"/>
                </a:cubicBezTo>
                <a:cubicBezTo>
                  <a:pt x="2663" y="739"/>
                  <a:pt x="2662" y="739"/>
                  <a:pt x="2661" y="739"/>
                </a:cubicBezTo>
                <a:close/>
                <a:moveTo>
                  <a:pt x="560" y="752"/>
                </a:moveTo>
                <a:cubicBezTo>
                  <a:pt x="559" y="753"/>
                  <a:pt x="557" y="753"/>
                  <a:pt x="557" y="753"/>
                </a:cubicBezTo>
                <a:cubicBezTo>
                  <a:pt x="556" y="754"/>
                  <a:pt x="555" y="755"/>
                  <a:pt x="554" y="755"/>
                </a:cubicBezTo>
                <a:cubicBezTo>
                  <a:pt x="554" y="756"/>
                  <a:pt x="553" y="757"/>
                  <a:pt x="553" y="757"/>
                </a:cubicBezTo>
                <a:cubicBezTo>
                  <a:pt x="553" y="758"/>
                  <a:pt x="553" y="759"/>
                  <a:pt x="553" y="759"/>
                </a:cubicBezTo>
                <a:cubicBezTo>
                  <a:pt x="554" y="760"/>
                  <a:pt x="554" y="761"/>
                  <a:pt x="555" y="761"/>
                </a:cubicBezTo>
                <a:cubicBezTo>
                  <a:pt x="556" y="762"/>
                  <a:pt x="557" y="762"/>
                  <a:pt x="558" y="762"/>
                </a:cubicBezTo>
                <a:cubicBezTo>
                  <a:pt x="559" y="762"/>
                  <a:pt x="560" y="763"/>
                  <a:pt x="562" y="763"/>
                </a:cubicBezTo>
                <a:cubicBezTo>
                  <a:pt x="563" y="763"/>
                  <a:pt x="564" y="762"/>
                  <a:pt x="565" y="762"/>
                </a:cubicBezTo>
                <a:cubicBezTo>
                  <a:pt x="566" y="762"/>
                  <a:pt x="568" y="762"/>
                  <a:pt x="569" y="761"/>
                </a:cubicBezTo>
                <a:cubicBezTo>
                  <a:pt x="569" y="761"/>
                  <a:pt x="570" y="760"/>
                  <a:pt x="571" y="759"/>
                </a:cubicBezTo>
                <a:cubicBezTo>
                  <a:pt x="571" y="759"/>
                  <a:pt x="572" y="758"/>
                  <a:pt x="572" y="757"/>
                </a:cubicBezTo>
                <a:cubicBezTo>
                  <a:pt x="572" y="757"/>
                  <a:pt x="572" y="756"/>
                  <a:pt x="572" y="755"/>
                </a:cubicBezTo>
                <a:cubicBezTo>
                  <a:pt x="571" y="755"/>
                  <a:pt x="571" y="754"/>
                  <a:pt x="570" y="753"/>
                </a:cubicBezTo>
                <a:cubicBezTo>
                  <a:pt x="569" y="753"/>
                  <a:pt x="568" y="753"/>
                  <a:pt x="567" y="752"/>
                </a:cubicBezTo>
                <a:cubicBezTo>
                  <a:pt x="566" y="752"/>
                  <a:pt x="565" y="752"/>
                  <a:pt x="564" y="752"/>
                </a:cubicBezTo>
                <a:cubicBezTo>
                  <a:pt x="562" y="752"/>
                  <a:pt x="561" y="752"/>
                  <a:pt x="560" y="752"/>
                </a:cubicBezTo>
                <a:close/>
                <a:moveTo>
                  <a:pt x="2642" y="752"/>
                </a:moveTo>
                <a:cubicBezTo>
                  <a:pt x="2641" y="753"/>
                  <a:pt x="2641" y="753"/>
                  <a:pt x="2640" y="753"/>
                </a:cubicBezTo>
                <a:cubicBezTo>
                  <a:pt x="2639" y="754"/>
                  <a:pt x="2639" y="755"/>
                  <a:pt x="2638" y="755"/>
                </a:cubicBezTo>
                <a:cubicBezTo>
                  <a:pt x="2638" y="756"/>
                  <a:pt x="2638" y="757"/>
                  <a:pt x="2638" y="757"/>
                </a:cubicBezTo>
                <a:cubicBezTo>
                  <a:pt x="2639" y="758"/>
                  <a:pt x="2639" y="759"/>
                  <a:pt x="2640" y="759"/>
                </a:cubicBezTo>
                <a:cubicBezTo>
                  <a:pt x="2641" y="760"/>
                  <a:pt x="2642" y="761"/>
                  <a:pt x="2643" y="761"/>
                </a:cubicBezTo>
                <a:cubicBezTo>
                  <a:pt x="2644" y="762"/>
                  <a:pt x="2645" y="762"/>
                  <a:pt x="2646" y="762"/>
                </a:cubicBezTo>
                <a:cubicBezTo>
                  <a:pt x="2647" y="762"/>
                  <a:pt x="2649" y="763"/>
                  <a:pt x="2650" y="763"/>
                </a:cubicBezTo>
                <a:cubicBezTo>
                  <a:pt x="2651" y="763"/>
                  <a:pt x="2652" y="762"/>
                  <a:pt x="2654" y="762"/>
                </a:cubicBezTo>
                <a:cubicBezTo>
                  <a:pt x="2655" y="762"/>
                  <a:pt x="2655" y="762"/>
                  <a:pt x="2656" y="761"/>
                </a:cubicBezTo>
                <a:cubicBezTo>
                  <a:pt x="2657" y="761"/>
                  <a:pt x="2657" y="760"/>
                  <a:pt x="2657" y="759"/>
                </a:cubicBezTo>
                <a:cubicBezTo>
                  <a:pt x="2658" y="759"/>
                  <a:pt x="2658" y="758"/>
                  <a:pt x="2657" y="757"/>
                </a:cubicBezTo>
                <a:cubicBezTo>
                  <a:pt x="2657" y="757"/>
                  <a:pt x="2657" y="756"/>
                  <a:pt x="2656" y="755"/>
                </a:cubicBezTo>
                <a:cubicBezTo>
                  <a:pt x="2655" y="755"/>
                  <a:pt x="2654" y="754"/>
                  <a:pt x="2653" y="753"/>
                </a:cubicBezTo>
                <a:cubicBezTo>
                  <a:pt x="2652" y="753"/>
                  <a:pt x="2651" y="753"/>
                  <a:pt x="2650" y="752"/>
                </a:cubicBezTo>
                <a:cubicBezTo>
                  <a:pt x="2649" y="752"/>
                  <a:pt x="2647" y="752"/>
                  <a:pt x="2646" y="752"/>
                </a:cubicBezTo>
                <a:cubicBezTo>
                  <a:pt x="2645" y="752"/>
                  <a:pt x="2643" y="752"/>
                  <a:pt x="2642" y="752"/>
                </a:cubicBezTo>
                <a:close/>
                <a:moveTo>
                  <a:pt x="533" y="766"/>
                </a:moveTo>
                <a:cubicBezTo>
                  <a:pt x="532" y="766"/>
                  <a:pt x="531" y="766"/>
                  <a:pt x="530" y="767"/>
                </a:cubicBezTo>
                <a:cubicBezTo>
                  <a:pt x="529" y="767"/>
                  <a:pt x="528" y="768"/>
                  <a:pt x="528" y="769"/>
                </a:cubicBezTo>
                <a:cubicBezTo>
                  <a:pt x="527" y="769"/>
                  <a:pt x="527" y="770"/>
                  <a:pt x="527" y="771"/>
                </a:cubicBezTo>
                <a:cubicBezTo>
                  <a:pt x="527" y="771"/>
                  <a:pt x="527" y="772"/>
                  <a:pt x="527" y="773"/>
                </a:cubicBezTo>
                <a:cubicBezTo>
                  <a:pt x="527" y="773"/>
                  <a:pt x="528" y="774"/>
                  <a:pt x="529" y="774"/>
                </a:cubicBezTo>
                <a:cubicBezTo>
                  <a:pt x="529" y="775"/>
                  <a:pt x="530" y="775"/>
                  <a:pt x="532" y="776"/>
                </a:cubicBezTo>
                <a:cubicBezTo>
                  <a:pt x="533" y="776"/>
                  <a:pt x="534" y="776"/>
                  <a:pt x="535" y="776"/>
                </a:cubicBezTo>
                <a:cubicBezTo>
                  <a:pt x="536" y="776"/>
                  <a:pt x="538" y="776"/>
                  <a:pt x="539" y="776"/>
                </a:cubicBezTo>
                <a:cubicBezTo>
                  <a:pt x="540" y="775"/>
                  <a:pt x="541" y="775"/>
                  <a:pt x="542" y="774"/>
                </a:cubicBezTo>
                <a:cubicBezTo>
                  <a:pt x="543" y="774"/>
                  <a:pt x="544" y="773"/>
                  <a:pt x="545" y="773"/>
                </a:cubicBezTo>
                <a:cubicBezTo>
                  <a:pt x="545" y="772"/>
                  <a:pt x="546" y="771"/>
                  <a:pt x="546" y="771"/>
                </a:cubicBezTo>
                <a:cubicBezTo>
                  <a:pt x="546" y="770"/>
                  <a:pt x="546" y="769"/>
                  <a:pt x="545" y="769"/>
                </a:cubicBezTo>
                <a:cubicBezTo>
                  <a:pt x="545" y="768"/>
                  <a:pt x="544" y="767"/>
                  <a:pt x="544" y="767"/>
                </a:cubicBezTo>
                <a:cubicBezTo>
                  <a:pt x="543" y="766"/>
                  <a:pt x="542" y="766"/>
                  <a:pt x="541" y="766"/>
                </a:cubicBezTo>
                <a:cubicBezTo>
                  <a:pt x="540" y="765"/>
                  <a:pt x="539" y="765"/>
                  <a:pt x="537" y="765"/>
                </a:cubicBezTo>
                <a:cubicBezTo>
                  <a:pt x="536" y="765"/>
                  <a:pt x="535" y="765"/>
                  <a:pt x="533" y="766"/>
                </a:cubicBezTo>
                <a:close/>
                <a:moveTo>
                  <a:pt x="581" y="766"/>
                </a:moveTo>
                <a:cubicBezTo>
                  <a:pt x="580" y="766"/>
                  <a:pt x="579" y="766"/>
                  <a:pt x="578" y="767"/>
                </a:cubicBezTo>
                <a:cubicBezTo>
                  <a:pt x="577" y="767"/>
                  <a:pt x="576" y="768"/>
                  <a:pt x="575" y="769"/>
                </a:cubicBezTo>
                <a:cubicBezTo>
                  <a:pt x="575" y="769"/>
                  <a:pt x="574" y="770"/>
                  <a:pt x="574" y="771"/>
                </a:cubicBezTo>
                <a:cubicBezTo>
                  <a:pt x="574" y="771"/>
                  <a:pt x="574" y="772"/>
                  <a:pt x="575" y="773"/>
                </a:cubicBezTo>
                <a:cubicBezTo>
                  <a:pt x="575" y="773"/>
                  <a:pt x="576" y="774"/>
                  <a:pt x="576" y="774"/>
                </a:cubicBezTo>
                <a:cubicBezTo>
                  <a:pt x="577" y="775"/>
                  <a:pt x="578" y="775"/>
                  <a:pt x="579" y="776"/>
                </a:cubicBezTo>
                <a:cubicBezTo>
                  <a:pt x="580" y="776"/>
                  <a:pt x="582" y="776"/>
                  <a:pt x="583" y="776"/>
                </a:cubicBezTo>
                <a:cubicBezTo>
                  <a:pt x="584" y="776"/>
                  <a:pt x="585" y="776"/>
                  <a:pt x="587" y="776"/>
                </a:cubicBezTo>
                <a:cubicBezTo>
                  <a:pt x="588" y="775"/>
                  <a:pt x="589" y="775"/>
                  <a:pt x="590" y="774"/>
                </a:cubicBezTo>
                <a:cubicBezTo>
                  <a:pt x="591" y="774"/>
                  <a:pt x="592" y="773"/>
                  <a:pt x="592" y="773"/>
                </a:cubicBezTo>
                <a:cubicBezTo>
                  <a:pt x="593" y="772"/>
                  <a:pt x="593" y="771"/>
                  <a:pt x="593" y="771"/>
                </a:cubicBezTo>
                <a:cubicBezTo>
                  <a:pt x="593" y="770"/>
                  <a:pt x="593" y="769"/>
                  <a:pt x="593" y="769"/>
                </a:cubicBezTo>
                <a:cubicBezTo>
                  <a:pt x="593" y="768"/>
                  <a:pt x="592" y="767"/>
                  <a:pt x="591" y="767"/>
                </a:cubicBezTo>
                <a:cubicBezTo>
                  <a:pt x="590" y="766"/>
                  <a:pt x="589" y="766"/>
                  <a:pt x="588" y="766"/>
                </a:cubicBezTo>
                <a:cubicBezTo>
                  <a:pt x="587" y="765"/>
                  <a:pt x="586" y="765"/>
                  <a:pt x="585" y="765"/>
                </a:cubicBezTo>
                <a:cubicBezTo>
                  <a:pt x="583" y="765"/>
                  <a:pt x="582" y="765"/>
                  <a:pt x="581" y="766"/>
                </a:cubicBezTo>
                <a:close/>
                <a:moveTo>
                  <a:pt x="2624" y="766"/>
                </a:moveTo>
                <a:cubicBezTo>
                  <a:pt x="2623" y="766"/>
                  <a:pt x="2622" y="766"/>
                  <a:pt x="2621" y="767"/>
                </a:cubicBezTo>
                <a:cubicBezTo>
                  <a:pt x="2620" y="767"/>
                  <a:pt x="2620" y="768"/>
                  <a:pt x="2620" y="769"/>
                </a:cubicBezTo>
                <a:cubicBezTo>
                  <a:pt x="2619" y="769"/>
                  <a:pt x="2619" y="770"/>
                  <a:pt x="2620" y="771"/>
                </a:cubicBezTo>
                <a:cubicBezTo>
                  <a:pt x="2620" y="771"/>
                  <a:pt x="2620" y="772"/>
                  <a:pt x="2621" y="773"/>
                </a:cubicBezTo>
                <a:cubicBezTo>
                  <a:pt x="2622" y="773"/>
                  <a:pt x="2623" y="774"/>
                  <a:pt x="2624" y="774"/>
                </a:cubicBezTo>
                <a:cubicBezTo>
                  <a:pt x="2625" y="775"/>
                  <a:pt x="2626" y="775"/>
                  <a:pt x="2627" y="776"/>
                </a:cubicBezTo>
                <a:cubicBezTo>
                  <a:pt x="2628" y="776"/>
                  <a:pt x="2630" y="776"/>
                  <a:pt x="2631" y="776"/>
                </a:cubicBezTo>
                <a:cubicBezTo>
                  <a:pt x="2632" y="776"/>
                  <a:pt x="2634" y="776"/>
                  <a:pt x="2635" y="776"/>
                </a:cubicBezTo>
                <a:cubicBezTo>
                  <a:pt x="2636" y="775"/>
                  <a:pt x="2637" y="775"/>
                  <a:pt x="2637" y="774"/>
                </a:cubicBezTo>
                <a:cubicBezTo>
                  <a:pt x="2638" y="774"/>
                  <a:pt x="2638" y="773"/>
                  <a:pt x="2639" y="773"/>
                </a:cubicBezTo>
                <a:cubicBezTo>
                  <a:pt x="2639" y="772"/>
                  <a:pt x="2639" y="771"/>
                  <a:pt x="2639" y="771"/>
                </a:cubicBezTo>
                <a:cubicBezTo>
                  <a:pt x="2638" y="770"/>
                  <a:pt x="2638" y="769"/>
                  <a:pt x="2637" y="769"/>
                </a:cubicBezTo>
                <a:cubicBezTo>
                  <a:pt x="2636" y="768"/>
                  <a:pt x="2636" y="767"/>
                  <a:pt x="2634" y="767"/>
                </a:cubicBezTo>
                <a:cubicBezTo>
                  <a:pt x="2633" y="766"/>
                  <a:pt x="2632" y="766"/>
                  <a:pt x="2631" y="766"/>
                </a:cubicBezTo>
                <a:cubicBezTo>
                  <a:pt x="2630" y="765"/>
                  <a:pt x="2628" y="765"/>
                  <a:pt x="2627" y="765"/>
                </a:cubicBezTo>
                <a:cubicBezTo>
                  <a:pt x="2626" y="765"/>
                  <a:pt x="2625" y="765"/>
                  <a:pt x="2624" y="766"/>
                </a:cubicBezTo>
                <a:close/>
                <a:moveTo>
                  <a:pt x="555" y="779"/>
                </a:moveTo>
                <a:cubicBezTo>
                  <a:pt x="554" y="779"/>
                  <a:pt x="552" y="780"/>
                  <a:pt x="551" y="780"/>
                </a:cubicBezTo>
                <a:cubicBezTo>
                  <a:pt x="550" y="781"/>
                  <a:pt x="550" y="781"/>
                  <a:pt x="549" y="782"/>
                </a:cubicBezTo>
                <a:cubicBezTo>
                  <a:pt x="548" y="783"/>
                  <a:pt x="548" y="783"/>
                  <a:pt x="548" y="784"/>
                </a:cubicBezTo>
                <a:cubicBezTo>
                  <a:pt x="548" y="785"/>
                  <a:pt x="548" y="786"/>
                  <a:pt x="548" y="786"/>
                </a:cubicBezTo>
                <a:cubicBezTo>
                  <a:pt x="549" y="787"/>
                  <a:pt x="549" y="787"/>
                  <a:pt x="550" y="788"/>
                </a:cubicBezTo>
                <a:cubicBezTo>
                  <a:pt x="551" y="788"/>
                  <a:pt x="552" y="789"/>
                  <a:pt x="553" y="789"/>
                </a:cubicBezTo>
                <a:cubicBezTo>
                  <a:pt x="554" y="789"/>
                  <a:pt x="555" y="789"/>
                  <a:pt x="556" y="789"/>
                </a:cubicBezTo>
                <a:cubicBezTo>
                  <a:pt x="558" y="789"/>
                  <a:pt x="559" y="789"/>
                  <a:pt x="560" y="789"/>
                </a:cubicBezTo>
                <a:cubicBezTo>
                  <a:pt x="561" y="789"/>
                  <a:pt x="563" y="788"/>
                  <a:pt x="564" y="788"/>
                </a:cubicBezTo>
                <a:cubicBezTo>
                  <a:pt x="564" y="787"/>
                  <a:pt x="565" y="787"/>
                  <a:pt x="566" y="786"/>
                </a:cubicBezTo>
                <a:cubicBezTo>
                  <a:pt x="567" y="786"/>
                  <a:pt x="567" y="785"/>
                  <a:pt x="567" y="784"/>
                </a:cubicBezTo>
                <a:cubicBezTo>
                  <a:pt x="567" y="783"/>
                  <a:pt x="567" y="783"/>
                  <a:pt x="567" y="782"/>
                </a:cubicBezTo>
                <a:cubicBezTo>
                  <a:pt x="566" y="781"/>
                  <a:pt x="566" y="781"/>
                  <a:pt x="565" y="780"/>
                </a:cubicBezTo>
                <a:cubicBezTo>
                  <a:pt x="564" y="780"/>
                  <a:pt x="563" y="779"/>
                  <a:pt x="562" y="779"/>
                </a:cubicBezTo>
                <a:cubicBezTo>
                  <a:pt x="561" y="779"/>
                  <a:pt x="560" y="779"/>
                  <a:pt x="558" y="779"/>
                </a:cubicBezTo>
                <a:cubicBezTo>
                  <a:pt x="557" y="779"/>
                  <a:pt x="556" y="779"/>
                  <a:pt x="555" y="779"/>
                </a:cubicBezTo>
                <a:close/>
              </a:path>
            </a:pathLst>
          </a:custGeom>
          <a:gradFill flip="none" rotWithShape="1">
            <a:gsLst>
              <a:gs pos="0">
                <a:schemeClr val="bg2">
                  <a:lumMod val="85000"/>
                  <a:shade val="30000"/>
                  <a:satMod val="115000"/>
                </a:schemeClr>
              </a:gs>
              <a:gs pos="50000">
                <a:schemeClr val="bg2">
                  <a:lumMod val="85000"/>
                  <a:shade val="67500"/>
                  <a:satMod val="115000"/>
                  <a:alpha val="62000"/>
                </a:schemeClr>
              </a:gs>
              <a:gs pos="100000">
                <a:schemeClr val="bg2">
                  <a:lumMod val="85000"/>
                  <a:shade val="100000"/>
                  <a:satMod val="115000"/>
                  <a:alpha val="1700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7" name="Oval 76">
            <a:extLst>
              <a:ext uri="{FF2B5EF4-FFF2-40B4-BE49-F238E27FC236}">
                <a16:creationId xmlns:a16="http://schemas.microsoft.com/office/drawing/2014/main" id="{F73CE967-15CF-4D8A-89B6-80DEB5257C89}"/>
              </a:ext>
            </a:extLst>
          </p:cNvPr>
          <p:cNvSpPr/>
          <p:nvPr/>
        </p:nvSpPr>
        <p:spPr>
          <a:xfrm>
            <a:off x="6017936" y="2576225"/>
            <a:ext cx="1084540" cy="108528"/>
          </a:xfrm>
          <a:prstGeom prst="ellipse">
            <a:avLst/>
          </a:prstGeom>
          <a:gradFill flip="none" rotWithShape="1">
            <a:gsLst>
              <a:gs pos="100000">
                <a:schemeClr val="bg2">
                  <a:alpha val="0"/>
                </a:schemeClr>
              </a:gs>
              <a:gs pos="0">
                <a:srgbClr val="000000">
                  <a:alpha val="85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3" name="Oval 72">
            <a:extLst>
              <a:ext uri="{FF2B5EF4-FFF2-40B4-BE49-F238E27FC236}">
                <a16:creationId xmlns:a16="http://schemas.microsoft.com/office/drawing/2014/main" id="{D253A353-C2FA-4040-982E-BA3AA393D0DF}"/>
              </a:ext>
            </a:extLst>
          </p:cNvPr>
          <p:cNvSpPr/>
          <p:nvPr/>
        </p:nvSpPr>
        <p:spPr>
          <a:xfrm>
            <a:off x="5013183" y="4285029"/>
            <a:ext cx="2213258" cy="221477"/>
          </a:xfrm>
          <a:prstGeom prst="ellipse">
            <a:avLst/>
          </a:prstGeom>
          <a:gradFill flip="none" rotWithShape="1">
            <a:gsLst>
              <a:gs pos="100000">
                <a:schemeClr val="bg2">
                  <a:alpha val="0"/>
                </a:schemeClr>
              </a:gs>
              <a:gs pos="0">
                <a:srgbClr val="000000">
                  <a:alpha val="85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2" name="Oval 71">
            <a:extLst>
              <a:ext uri="{FF2B5EF4-FFF2-40B4-BE49-F238E27FC236}">
                <a16:creationId xmlns:a16="http://schemas.microsoft.com/office/drawing/2014/main" id="{571252E4-9F0A-4F3F-AE47-07A779AD9559}"/>
              </a:ext>
            </a:extLst>
          </p:cNvPr>
          <p:cNvSpPr/>
          <p:nvPr/>
        </p:nvSpPr>
        <p:spPr>
          <a:xfrm>
            <a:off x="1996933" y="4900185"/>
            <a:ext cx="2213258" cy="221477"/>
          </a:xfrm>
          <a:prstGeom prst="ellipse">
            <a:avLst/>
          </a:prstGeom>
          <a:gradFill flip="none" rotWithShape="1">
            <a:gsLst>
              <a:gs pos="100000">
                <a:schemeClr val="bg2">
                  <a:alpha val="0"/>
                </a:schemeClr>
              </a:gs>
              <a:gs pos="0">
                <a:srgbClr val="000000">
                  <a:alpha val="85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4" name="Oval 73">
            <a:extLst>
              <a:ext uri="{FF2B5EF4-FFF2-40B4-BE49-F238E27FC236}">
                <a16:creationId xmlns:a16="http://schemas.microsoft.com/office/drawing/2014/main" id="{5CAA6685-2EFD-465F-BE4B-F3790D8CA27B}"/>
              </a:ext>
            </a:extLst>
          </p:cNvPr>
          <p:cNvSpPr/>
          <p:nvPr/>
        </p:nvSpPr>
        <p:spPr>
          <a:xfrm>
            <a:off x="8789705" y="4639061"/>
            <a:ext cx="2213258" cy="221477"/>
          </a:xfrm>
          <a:prstGeom prst="ellipse">
            <a:avLst/>
          </a:prstGeom>
          <a:gradFill flip="none" rotWithShape="1">
            <a:gsLst>
              <a:gs pos="100000">
                <a:schemeClr val="bg2">
                  <a:alpha val="0"/>
                </a:schemeClr>
              </a:gs>
              <a:gs pos="0">
                <a:srgbClr val="000000">
                  <a:alpha val="85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6" name="Oval 75">
            <a:extLst>
              <a:ext uri="{FF2B5EF4-FFF2-40B4-BE49-F238E27FC236}">
                <a16:creationId xmlns:a16="http://schemas.microsoft.com/office/drawing/2014/main" id="{1118F44E-C0EE-4AB8-8FC3-A8888AF892F8}"/>
              </a:ext>
            </a:extLst>
          </p:cNvPr>
          <p:cNvSpPr/>
          <p:nvPr/>
        </p:nvSpPr>
        <p:spPr>
          <a:xfrm>
            <a:off x="1752600" y="3106016"/>
            <a:ext cx="1820068" cy="182131"/>
          </a:xfrm>
          <a:prstGeom prst="ellipse">
            <a:avLst/>
          </a:prstGeom>
          <a:gradFill flip="none" rotWithShape="1">
            <a:gsLst>
              <a:gs pos="100000">
                <a:schemeClr val="bg2">
                  <a:alpha val="0"/>
                </a:schemeClr>
              </a:gs>
              <a:gs pos="0">
                <a:srgbClr val="000000">
                  <a:alpha val="85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5" name="Oval 74">
            <a:extLst>
              <a:ext uri="{FF2B5EF4-FFF2-40B4-BE49-F238E27FC236}">
                <a16:creationId xmlns:a16="http://schemas.microsoft.com/office/drawing/2014/main" id="{587E6D22-8013-4FF9-BA8C-C0AAF21F39BC}"/>
              </a:ext>
            </a:extLst>
          </p:cNvPr>
          <p:cNvSpPr/>
          <p:nvPr/>
        </p:nvSpPr>
        <p:spPr>
          <a:xfrm>
            <a:off x="7709298" y="3133942"/>
            <a:ext cx="1820068" cy="182131"/>
          </a:xfrm>
          <a:prstGeom prst="ellipse">
            <a:avLst/>
          </a:prstGeom>
          <a:gradFill flip="none" rotWithShape="1">
            <a:gsLst>
              <a:gs pos="100000">
                <a:schemeClr val="bg2">
                  <a:alpha val="0"/>
                </a:schemeClr>
              </a:gs>
              <a:gs pos="0">
                <a:srgbClr val="000000">
                  <a:alpha val="85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57" name="Group 56">
            <a:extLst>
              <a:ext uri="{FF2B5EF4-FFF2-40B4-BE49-F238E27FC236}">
                <a16:creationId xmlns:a16="http://schemas.microsoft.com/office/drawing/2014/main" id="{03E39361-1F51-48BB-ADCC-1450CFD1B8B8}"/>
              </a:ext>
            </a:extLst>
          </p:cNvPr>
          <p:cNvGrpSpPr/>
          <p:nvPr/>
        </p:nvGrpSpPr>
        <p:grpSpPr>
          <a:xfrm>
            <a:off x="2344738" y="3495675"/>
            <a:ext cx="1517650" cy="1519238"/>
            <a:chOff x="2344738" y="3495675"/>
            <a:chExt cx="1517650" cy="1519238"/>
          </a:xfrm>
        </p:grpSpPr>
        <p:sp>
          <p:nvSpPr>
            <p:cNvPr id="7" name="Freeform 6">
              <a:extLst>
                <a:ext uri="{FF2B5EF4-FFF2-40B4-BE49-F238E27FC236}">
                  <a16:creationId xmlns:a16="http://schemas.microsoft.com/office/drawing/2014/main" id="{3358C780-4A28-4FEA-B566-D8D5ACFEF59A}"/>
                </a:ext>
              </a:extLst>
            </p:cNvPr>
            <p:cNvSpPr>
              <a:spLocks noEditPoints="1"/>
            </p:cNvSpPr>
            <p:nvPr/>
          </p:nvSpPr>
          <p:spPr bwMode="auto">
            <a:xfrm>
              <a:off x="2344738" y="3495675"/>
              <a:ext cx="1517650" cy="1519238"/>
            </a:xfrm>
            <a:custGeom>
              <a:avLst/>
              <a:gdLst>
                <a:gd name="T0" fmla="*/ 195 w 390"/>
                <a:gd name="T1" fmla="*/ 0 h 390"/>
                <a:gd name="T2" fmla="*/ 0 w 390"/>
                <a:gd name="T3" fmla="*/ 195 h 390"/>
                <a:gd name="T4" fmla="*/ 195 w 390"/>
                <a:gd name="T5" fmla="*/ 390 h 390"/>
                <a:gd name="T6" fmla="*/ 390 w 390"/>
                <a:gd name="T7" fmla="*/ 195 h 390"/>
                <a:gd name="T8" fmla="*/ 195 w 390"/>
                <a:gd name="T9" fmla="*/ 0 h 390"/>
                <a:gd name="T10" fmla="*/ 195 w 390"/>
                <a:gd name="T11" fmla="*/ 355 h 390"/>
                <a:gd name="T12" fmla="*/ 35 w 390"/>
                <a:gd name="T13" fmla="*/ 195 h 390"/>
                <a:gd name="T14" fmla="*/ 195 w 390"/>
                <a:gd name="T15" fmla="*/ 34 h 390"/>
                <a:gd name="T16" fmla="*/ 355 w 390"/>
                <a:gd name="T17" fmla="*/ 195 h 390"/>
                <a:gd name="T18" fmla="*/ 195 w 390"/>
                <a:gd name="T19" fmla="*/ 355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0" h="390">
                  <a:moveTo>
                    <a:pt x="195" y="0"/>
                  </a:moveTo>
                  <a:cubicBezTo>
                    <a:pt x="87" y="0"/>
                    <a:pt x="0" y="87"/>
                    <a:pt x="0" y="195"/>
                  </a:cubicBezTo>
                  <a:cubicBezTo>
                    <a:pt x="0" y="302"/>
                    <a:pt x="87" y="390"/>
                    <a:pt x="195" y="390"/>
                  </a:cubicBezTo>
                  <a:cubicBezTo>
                    <a:pt x="303" y="390"/>
                    <a:pt x="390" y="302"/>
                    <a:pt x="390" y="195"/>
                  </a:cubicBezTo>
                  <a:cubicBezTo>
                    <a:pt x="390" y="87"/>
                    <a:pt x="303" y="0"/>
                    <a:pt x="195" y="0"/>
                  </a:cubicBezTo>
                  <a:close/>
                  <a:moveTo>
                    <a:pt x="195" y="355"/>
                  </a:moveTo>
                  <a:cubicBezTo>
                    <a:pt x="107" y="355"/>
                    <a:pt x="35" y="283"/>
                    <a:pt x="35" y="195"/>
                  </a:cubicBezTo>
                  <a:cubicBezTo>
                    <a:pt x="35" y="106"/>
                    <a:pt x="107" y="34"/>
                    <a:pt x="195" y="34"/>
                  </a:cubicBezTo>
                  <a:cubicBezTo>
                    <a:pt x="284" y="34"/>
                    <a:pt x="355" y="106"/>
                    <a:pt x="355" y="195"/>
                  </a:cubicBezTo>
                  <a:cubicBezTo>
                    <a:pt x="355" y="283"/>
                    <a:pt x="284" y="355"/>
                    <a:pt x="195" y="355"/>
                  </a:cubicBezTo>
                  <a:close/>
                </a:path>
              </a:pathLst>
            </a:cu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4CD38D0A-8D03-4561-94DF-2495736A8256}"/>
                </a:ext>
              </a:extLst>
            </p:cNvPr>
            <p:cNvSpPr>
              <a:spLocks noEditPoints="1"/>
            </p:cNvSpPr>
            <p:nvPr/>
          </p:nvSpPr>
          <p:spPr bwMode="auto">
            <a:xfrm>
              <a:off x="2476500" y="3627438"/>
              <a:ext cx="1254125" cy="1255713"/>
            </a:xfrm>
            <a:custGeom>
              <a:avLst/>
              <a:gdLst>
                <a:gd name="T0" fmla="*/ 161 w 322"/>
                <a:gd name="T1" fmla="*/ 322 h 322"/>
                <a:gd name="T2" fmla="*/ 0 w 322"/>
                <a:gd name="T3" fmla="*/ 161 h 322"/>
                <a:gd name="T4" fmla="*/ 161 w 322"/>
                <a:gd name="T5" fmla="*/ 0 h 322"/>
                <a:gd name="T6" fmla="*/ 322 w 322"/>
                <a:gd name="T7" fmla="*/ 161 h 322"/>
                <a:gd name="T8" fmla="*/ 161 w 322"/>
                <a:gd name="T9" fmla="*/ 322 h 322"/>
                <a:gd name="T10" fmla="*/ 161 w 322"/>
                <a:gd name="T11" fmla="*/ 8 h 322"/>
                <a:gd name="T12" fmla="*/ 8 w 322"/>
                <a:gd name="T13" fmla="*/ 161 h 322"/>
                <a:gd name="T14" fmla="*/ 161 w 322"/>
                <a:gd name="T15" fmla="*/ 314 h 322"/>
                <a:gd name="T16" fmla="*/ 314 w 322"/>
                <a:gd name="T17" fmla="*/ 161 h 322"/>
                <a:gd name="T18" fmla="*/ 161 w 322"/>
                <a:gd name="T19" fmla="*/ 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322">
                  <a:moveTo>
                    <a:pt x="161" y="322"/>
                  </a:moveTo>
                  <a:cubicBezTo>
                    <a:pt x="72" y="322"/>
                    <a:pt x="0" y="249"/>
                    <a:pt x="0" y="161"/>
                  </a:cubicBezTo>
                  <a:cubicBezTo>
                    <a:pt x="0" y="72"/>
                    <a:pt x="72" y="0"/>
                    <a:pt x="161" y="0"/>
                  </a:cubicBezTo>
                  <a:cubicBezTo>
                    <a:pt x="250" y="0"/>
                    <a:pt x="322" y="72"/>
                    <a:pt x="322" y="161"/>
                  </a:cubicBezTo>
                  <a:cubicBezTo>
                    <a:pt x="322" y="249"/>
                    <a:pt x="250" y="322"/>
                    <a:pt x="161" y="322"/>
                  </a:cubicBezTo>
                  <a:close/>
                  <a:moveTo>
                    <a:pt x="161" y="8"/>
                  </a:moveTo>
                  <a:cubicBezTo>
                    <a:pt x="77" y="8"/>
                    <a:pt x="8" y="76"/>
                    <a:pt x="8" y="161"/>
                  </a:cubicBezTo>
                  <a:cubicBezTo>
                    <a:pt x="8" y="245"/>
                    <a:pt x="77" y="314"/>
                    <a:pt x="161" y="314"/>
                  </a:cubicBezTo>
                  <a:cubicBezTo>
                    <a:pt x="246" y="314"/>
                    <a:pt x="314" y="245"/>
                    <a:pt x="314" y="161"/>
                  </a:cubicBezTo>
                  <a:cubicBezTo>
                    <a:pt x="314" y="76"/>
                    <a:pt x="246" y="8"/>
                    <a:pt x="161" y="8"/>
                  </a:cubicBezTo>
                  <a:close/>
                </a:path>
              </a:pathLst>
            </a:cu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 name="Oval 8">
              <a:extLst>
                <a:ext uri="{FF2B5EF4-FFF2-40B4-BE49-F238E27FC236}">
                  <a16:creationId xmlns:a16="http://schemas.microsoft.com/office/drawing/2014/main" id="{ECBBBF74-A865-4CEC-AC8C-2532F98DFECA}"/>
                </a:ext>
              </a:extLst>
            </p:cNvPr>
            <p:cNvSpPr>
              <a:spLocks noChangeArrowheads="1"/>
            </p:cNvSpPr>
            <p:nvPr/>
          </p:nvSpPr>
          <p:spPr bwMode="auto">
            <a:xfrm>
              <a:off x="2511425" y="3659188"/>
              <a:ext cx="1187450" cy="1187450"/>
            </a:xfrm>
            <a:prstGeom prst="ellipse">
              <a:avLst/>
            </a:prstGeom>
            <a:solidFill>
              <a:schemeClr val="bg2">
                <a:alpha val="7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0" name="Group 59">
            <a:extLst>
              <a:ext uri="{FF2B5EF4-FFF2-40B4-BE49-F238E27FC236}">
                <a16:creationId xmlns:a16="http://schemas.microsoft.com/office/drawing/2014/main" id="{350BCB87-24E6-472E-8AD2-40366729B8D7}"/>
              </a:ext>
            </a:extLst>
          </p:cNvPr>
          <p:cNvGrpSpPr/>
          <p:nvPr/>
        </p:nvGrpSpPr>
        <p:grpSpPr>
          <a:xfrm>
            <a:off x="5516563" y="3109913"/>
            <a:ext cx="1284288" cy="1285875"/>
            <a:chOff x="5516563" y="3109913"/>
            <a:chExt cx="1284288" cy="1285875"/>
          </a:xfrm>
        </p:grpSpPr>
        <p:sp>
          <p:nvSpPr>
            <p:cNvPr id="10" name="Freeform 9">
              <a:extLst>
                <a:ext uri="{FF2B5EF4-FFF2-40B4-BE49-F238E27FC236}">
                  <a16:creationId xmlns:a16="http://schemas.microsoft.com/office/drawing/2014/main" id="{0F2F7463-F7B2-4B29-B7F6-D62125983995}"/>
                </a:ext>
              </a:extLst>
            </p:cNvPr>
            <p:cNvSpPr>
              <a:spLocks noEditPoints="1"/>
            </p:cNvSpPr>
            <p:nvPr/>
          </p:nvSpPr>
          <p:spPr bwMode="auto">
            <a:xfrm>
              <a:off x="5516563" y="3109913"/>
              <a:ext cx="1284288" cy="1285875"/>
            </a:xfrm>
            <a:custGeom>
              <a:avLst/>
              <a:gdLst>
                <a:gd name="T0" fmla="*/ 165 w 330"/>
                <a:gd name="T1" fmla="*/ 0 h 330"/>
                <a:gd name="T2" fmla="*/ 0 w 330"/>
                <a:gd name="T3" fmla="*/ 165 h 330"/>
                <a:gd name="T4" fmla="*/ 165 w 330"/>
                <a:gd name="T5" fmla="*/ 330 h 330"/>
                <a:gd name="T6" fmla="*/ 330 w 330"/>
                <a:gd name="T7" fmla="*/ 165 h 330"/>
                <a:gd name="T8" fmla="*/ 165 w 330"/>
                <a:gd name="T9" fmla="*/ 0 h 330"/>
                <a:gd name="T10" fmla="*/ 165 w 330"/>
                <a:gd name="T11" fmla="*/ 300 h 330"/>
                <a:gd name="T12" fmla="*/ 30 w 330"/>
                <a:gd name="T13" fmla="*/ 165 h 330"/>
                <a:gd name="T14" fmla="*/ 165 w 330"/>
                <a:gd name="T15" fmla="*/ 29 h 330"/>
                <a:gd name="T16" fmla="*/ 301 w 330"/>
                <a:gd name="T17" fmla="*/ 165 h 330"/>
                <a:gd name="T18" fmla="*/ 165 w 330"/>
                <a:gd name="T19" fmla="*/ 30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0" h="330">
                  <a:moveTo>
                    <a:pt x="165" y="0"/>
                  </a:moveTo>
                  <a:cubicBezTo>
                    <a:pt x="74" y="0"/>
                    <a:pt x="0" y="74"/>
                    <a:pt x="0" y="165"/>
                  </a:cubicBezTo>
                  <a:cubicBezTo>
                    <a:pt x="0" y="256"/>
                    <a:pt x="74" y="330"/>
                    <a:pt x="165" y="330"/>
                  </a:cubicBezTo>
                  <a:cubicBezTo>
                    <a:pt x="256" y="330"/>
                    <a:pt x="330" y="256"/>
                    <a:pt x="330" y="165"/>
                  </a:cubicBezTo>
                  <a:cubicBezTo>
                    <a:pt x="330" y="74"/>
                    <a:pt x="256" y="0"/>
                    <a:pt x="165" y="0"/>
                  </a:cubicBezTo>
                  <a:close/>
                  <a:moveTo>
                    <a:pt x="165" y="300"/>
                  </a:moveTo>
                  <a:cubicBezTo>
                    <a:pt x="90" y="300"/>
                    <a:pt x="30" y="240"/>
                    <a:pt x="30" y="165"/>
                  </a:cubicBezTo>
                  <a:cubicBezTo>
                    <a:pt x="30" y="90"/>
                    <a:pt x="90" y="29"/>
                    <a:pt x="165" y="29"/>
                  </a:cubicBezTo>
                  <a:cubicBezTo>
                    <a:pt x="240" y="29"/>
                    <a:pt x="301" y="90"/>
                    <a:pt x="301" y="165"/>
                  </a:cubicBezTo>
                  <a:cubicBezTo>
                    <a:pt x="301" y="240"/>
                    <a:pt x="240" y="300"/>
                    <a:pt x="165" y="300"/>
                  </a:cubicBezTo>
                  <a:close/>
                </a:path>
              </a:pathLst>
            </a:custGeom>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FEA5FA78-78DA-4E0D-A275-CEBB2AEEA404}"/>
                </a:ext>
              </a:extLst>
            </p:cNvPr>
            <p:cNvSpPr>
              <a:spLocks noEditPoints="1"/>
            </p:cNvSpPr>
            <p:nvPr/>
          </p:nvSpPr>
          <p:spPr bwMode="auto">
            <a:xfrm>
              <a:off x="5629275" y="3222625"/>
              <a:ext cx="1058863" cy="1060450"/>
            </a:xfrm>
            <a:custGeom>
              <a:avLst/>
              <a:gdLst>
                <a:gd name="T0" fmla="*/ 136 w 272"/>
                <a:gd name="T1" fmla="*/ 272 h 272"/>
                <a:gd name="T2" fmla="*/ 0 w 272"/>
                <a:gd name="T3" fmla="*/ 136 h 272"/>
                <a:gd name="T4" fmla="*/ 136 w 272"/>
                <a:gd name="T5" fmla="*/ 0 h 272"/>
                <a:gd name="T6" fmla="*/ 272 w 272"/>
                <a:gd name="T7" fmla="*/ 136 h 272"/>
                <a:gd name="T8" fmla="*/ 136 w 272"/>
                <a:gd name="T9" fmla="*/ 272 h 272"/>
                <a:gd name="T10" fmla="*/ 136 w 272"/>
                <a:gd name="T11" fmla="*/ 6 h 272"/>
                <a:gd name="T12" fmla="*/ 7 w 272"/>
                <a:gd name="T13" fmla="*/ 136 h 272"/>
                <a:gd name="T14" fmla="*/ 136 w 272"/>
                <a:gd name="T15" fmla="*/ 265 h 272"/>
                <a:gd name="T16" fmla="*/ 266 w 272"/>
                <a:gd name="T17" fmla="*/ 136 h 272"/>
                <a:gd name="T18" fmla="*/ 136 w 272"/>
                <a:gd name="T19" fmla="*/ 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 h="272">
                  <a:moveTo>
                    <a:pt x="136" y="272"/>
                  </a:moveTo>
                  <a:cubicBezTo>
                    <a:pt x="61" y="272"/>
                    <a:pt x="0" y="211"/>
                    <a:pt x="0" y="136"/>
                  </a:cubicBezTo>
                  <a:cubicBezTo>
                    <a:pt x="0" y="61"/>
                    <a:pt x="61" y="0"/>
                    <a:pt x="136" y="0"/>
                  </a:cubicBezTo>
                  <a:cubicBezTo>
                    <a:pt x="211" y="0"/>
                    <a:pt x="272" y="61"/>
                    <a:pt x="272" y="136"/>
                  </a:cubicBezTo>
                  <a:cubicBezTo>
                    <a:pt x="272" y="211"/>
                    <a:pt x="211" y="272"/>
                    <a:pt x="136" y="272"/>
                  </a:cubicBezTo>
                  <a:close/>
                  <a:moveTo>
                    <a:pt x="136" y="6"/>
                  </a:moveTo>
                  <a:cubicBezTo>
                    <a:pt x="65" y="6"/>
                    <a:pt x="7" y="64"/>
                    <a:pt x="7" y="136"/>
                  </a:cubicBezTo>
                  <a:cubicBezTo>
                    <a:pt x="7" y="207"/>
                    <a:pt x="65" y="265"/>
                    <a:pt x="136" y="265"/>
                  </a:cubicBezTo>
                  <a:cubicBezTo>
                    <a:pt x="208" y="265"/>
                    <a:pt x="266" y="207"/>
                    <a:pt x="266" y="136"/>
                  </a:cubicBezTo>
                  <a:cubicBezTo>
                    <a:pt x="266" y="64"/>
                    <a:pt x="208" y="6"/>
                    <a:pt x="136" y="6"/>
                  </a:cubicBezTo>
                  <a:close/>
                </a:path>
              </a:pathLst>
            </a:custGeom>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 name="Oval 11">
              <a:extLst>
                <a:ext uri="{FF2B5EF4-FFF2-40B4-BE49-F238E27FC236}">
                  <a16:creationId xmlns:a16="http://schemas.microsoft.com/office/drawing/2014/main" id="{54322091-3D97-496A-B7BA-D722CC1A48DC}"/>
                </a:ext>
              </a:extLst>
            </p:cNvPr>
            <p:cNvSpPr>
              <a:spLocks noChangeArrowheads="1"/>
            </p:cNvSpPr>
            <p:nvPr/>
          </p:nvSpPr>
          <p:spPr bwMode="auto">
            <a:xfrm>
              <a:off x="5656263" y="3246438"/>
              <a:ext cx="1008063" cy="1008063"/>
            </a:xfrm>
            <a:prstGeom prst="ellipse">
              <a:avLst/>
            </a:prstGeom>
            <a:solidFill>
              <a:schemeClr val="bg2">
                <a:alpha val="7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0" name="Group 69">
            <a:extLst>
              <a:ext uri="{FF2B5EF4-FFF2-40B4-BE49-F238E27FC236}">
                <a16:creationId xmlns:a16="http://schemas.microsoft.com/office/drawing/2014/main" id="{61C7EA6F-1CE3-4FBE-9B69-8C062777A7F2}"/>
              </a:ext>
            </a:extLst>
          </p:cNvPr>
          <p:cNvGrpSpPr/>
          <p:nvPr/>
        </p:nvGrpSpPr>
        <p:grpSpPr>
          <a:xfrm>
            <a:off x="6154738" y="1866900"/>
            <a:ext cx="766763" cy="763588"/>
            <a:chOff x="6154738" y="1866900"/>
            <a:chExt cx="766763" cy="763588"/>
          </a:xfrm>
        </p:grpSpPr>
        <p:sp>
          <p:nvSpPr>
            <p:cNvPr id="13" name="Freeform 12">
              <a:extLst>
                <a:ext uri="{FF2B5EF4-FFF2-40B4-BE49-F238E27FC236}">
                  <a16:creationId xmlns:a16="http://schemas.microsoft.com/office/drawing/2014/main" id="{2BC07446-FB07-49E2-A2A7-3C5480335CAD}"/>
                </a:ext>
              </a:extLst>
            </p:cNvPr>
            <p:cNvSpPr>
              <a:spLocks noEditPoints="1"/>
            </p:cNvSpPr>
            <p:nvPr/>
          </p:nvSpPr>
          <p:spPr bwMode="auto">
            <a:xfrm>
              <a:off x="6154738" y="1866900"/>
              <a:ext cx="766763" cy="763588"/>
            </a:xfrm>
            <a:custGeom>
              <a:avLst/>
              <a:gdLst>
                <a:gd name="T0" fmla="*/ 98 w 197"/>
                <a:gd name="T1" fmla="*/ 0 h 196"/>
                <a:gd name="T2" fmla="*/ 0 w 197"/>
                <a:gd name="T3" fmla="*/ 98 h 196"/>
                <a:gd name="T4" fmla="*/ 98 w 197"/>
                <a:gd name="T5" fmla="*/ 196 h 196"/>
                <a:gd name="T6" fmla="*/ 197 w 197"/>
                <a:gd name="T7" fmla="*/ 98 h 196"/>
                <a:gd name="T8" fmla="*/ 98 w 197"/>
                <a:gd name="T9" fmla="*/ 0 h 196"/>
                <a:gd name="T10" fmla="*/ 98 w 197"/>
                <a:gd name="T11" fmla="*/ 179 h 196"/>
                <a:gd name="T12" fmla="*/ 17 w 197"/>
                <a:gd name="T13" fmla="*/ 98 h 196"/>
                <a:gd name="T14" fmla="*/ 98 w 197"/>
                <a:gd name="T15" fmla="*/ 17 h 196"/>
                <a:gd name="T16" fmla="*/ 179 w 197"/>
                <a:gd name="T17" fmla="*/ 98 h 196"/>
                <a:gd name="T18" fmla="*/ 98 w 197"/>
                <a:gd name="T19" fmla="*/ 17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6">
                  <a:moveTo>
                    <a:pt x="98" y="0"/>
                  </a:moveTo>
                  <a:cubicBezTo>
                    <a:pt x="44" y="0"/>
                    <a:pt x="0" y="44"/>
                    <a:pt x="0" y="98"/>
                  </a:cubicBezTo>
                  <a:cubicBezTo>
                    <a:pt x="0" y="152"/>
                    <a:pt x="44" y="196"/>
                    <a:pt x="98" y="196"/>
                  </a:cubicBezTo>
                  <a:cubicBezTo>
                    <a:pt x="152" y="196"/>
                    <a:pt x="197" y="152"/>
                    <a:pt x="197" y="98"/>
                  </a:cubicBezTo>
                  <a:cubicBezTo>
                    <a:pt x="197" y="44"/>
                    <a:pt x="152" y="0"/>
                    <a:pt x="98" y="0"/>
                  </a:cubicBezTo>
                  <a:close/>
                  <a:moveTo>
                    <a:pt x="98" y="179"/>
                  </a:moveTo>
                  <a:cubicBezTo>
                    <a:pt x="54" y="179"/>
                    <a:pt x="17" y="143"/>
                    <a:pt x="17" y="98"/>
                  </a:cubicBezTo>
                  <a:cubicBezTo>
                    <a:pt x="17" y="53"/>
                    <a:pt x="54" y="17"/>
                    <a:pt x="98" y="17"/>
                  </a:cubicBezTo>
                  <a:cubicBezTo>
                    <a:pt x="143" y="17"/>
                    <a:pt x="179" y="53"/>
                    <a:pt x="179" y="98"/>
                  </a:cubicBezTo>
                  <a:cubicBezTo>
                    <a:pt x="179" y="143"/>
                    <a:pt x="143" y="179"/>
                    <a:pt x="98" y="179"/>
                  </a:cubicBezTo>
                  <a:close/>
                </a:path>
              </a:pathLst>
            </a:custGeom>
            <a:gradFill flip="none" rotWithShape="1">
              <a:gsLst>
                <a:gs pos="0">
                  <a:schemeClr val="accent5">
                    <a:shade val="30000"/>
                    <a:satMod val="115000"/>
                  </a:schemeClr>
                </a:gs>
                <a:gs pos="50000">
                  <a:schemeClr val="accent5">
                    <a:shade val="67500"/>
                    <a:satMod val="115000"/>
                  </a:schemeClr>
                </a:gs>
                <a:gs pos="100000">
                  <a:schemeClr val="accent5">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212D892D-6F48-41D3-AF25-73DDBAE26945}"/>
                </a:ext>
              </a:extLst>
            </p:cNvPr>
            <p:cNvSpPr>
              <a:spLocks noEditPoints="1"/>
            </p:cNvSpPr>
            <p:nvPr/>
          </p:nvSpPr>
          <p:spPr bwMode="auto">
            <a:xfrm>
              <a:off x="6219825" y="1931988"/>
              <a:ext cx="630238" cy="631825"/>
            </a:xfrm>
            <a:custGeom>
              <a:avLst/>
              <a:gdLst>
                <a:gd name="T0" fmla="*/ 81 w 162"/>
                <a:gd name="T1" fmla="*/ 162 h 162"/>
                <a:gd name="T2" fmla="*/ 0 w 162"/>
                <a:gd name="T3" fmla="*/ 81 h 162"/>
                <a:gd name="T4" fmla="*/ 81 w 162"/>
                <a:gd name="T5" fmla="*/ 0 h 162"/>
                <a:gd name="T6" fmla="*/ 162 w 162"/>
                <a:gd name="T7" fmla="*/ 81 h 162"/>
                <a:gd name="T8" fmla="*/ 81 w 162"/>
                <a:gd name="T9" fmla="*/ 162 h 162"/>
                <a:gd name="T10" fmla="*/ 81 w 162"/>
                <a:gd name="T11" fmla="*/ 4 h 162"/>
                <a:gd name="T12" fmla="*/ 4 w 162"/>
                <a:gd name="T13" fmla="*/ 81 h 162"/>
                <a:gd name="T14" fmla="*/ 81 w 162"/>
                <a:gd name="T15" fmla="*/ 158 h 162"/>
                <a:gd name="T16" fmla="*/ 158 w 162"/>
                <a:gd name="T17" fmla="*/ 81 h 162"/>
                <a:gd name="T18" fmla="*/ 81 w 162"/>
                <a:gd name="T19" fmla="*/ 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62">
                  <a:moveTo>
                    <a:pt x="81" y="162"/>
                  </a:moveTo>
                  <a:cubicBezTo>
                    <a:pt x="36" y="162"/>
                    <a:pt x="0" y="126"/>
                    <a:pt x="0" y="81"/>
                  </a:cubicBezTo>
                  <a:cubicBezTo>
                    <a:pt x="0" y="36"/>
                    <a:pt x="36" y="0"/>
                    <a:pt x="81" y="0"/>
                  </a:cubicBezTo>
                  <a:cubicBezTo>
                    <a:pt x="126" y="0"/>
                    <a:pt x="162" y="36"/>
                    <a:pt x="162" y="81"/>
                  </a:cubicBezTo>
                  <a:cubicBezTo>
                    <a:pt x="162" y="126"/>
                    <a:pt x="126" y="162"/>
                    <a:pt x="81" y="162"/>
                  </a:cubicBezTo>
                  <a:close/>
                  <a:moveTo>
                    <a:pt x="81" y="4"/>
                  </a:moveTo>
                  <a:cubicBezTo>
                    <a:pt x="39" y="4"/>
                    <a:pt x="4" y="38"/>
                    <a:pt x="4" y="81"/>
                  </a:cubicBezTo>
                  <a:cubicBezTo>
                    <a:pt x="4" y="124"/>
                    <a:pt x="39" y="158"/>
                    <a:pt x="81" y="158"/>
                  </a:cubicBezTo>
                  <a:cubicBezTo>
                    <a:pt x="124" y="158"/>
                    <a:pt x="158" y="124"/>
                    <a:pt x="158" y="81"/>
                  </a:cubicBezTo>
                  <a:cubicBezTo>
                    <a:pt x="158" y="38"/>
                    <a:pt x="124" y="4"/>
                    <a:pt x="81" y="4"/>
                  </a:cubicBezTo>
                  <a:close/>
                </a:path>
              </a:pathLst>
            </a:custGeom>
            <a:gradFill flip="none" rotWithShape="1">
              <a:gsLst>
                <a:gs pos="0">
                  <a:schemeClr val="accent5">
                    <a:shade val="30000"/>
                    <a:satMod val="115000"/>
                  </a:schemeClr>
                </a:gs>
                <a:gs pos="50000">
                  <a:schemeClr val="accent5">
                    <a:shade val="67500"/>
                    <a:satMod val="115000"/>
                  </a:schemeClr>
                </a:gs>
                <a:gs pos="100000">
                  <a:schemeClr val="accent5">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5" name="Oval 14">
              <a:extLst>
                <a:ext uri="{FF2B5EF4-FFF2-40B4-BE49-F238E27FC236}">
                  <a16:creationId xmlns:a16="http://schemas.microsoft.com/office/drawing/2014/main" id="{623D4AFC-93F4-4155-BFDA-8FD4B516B970}"/>
                </a:ext>
              </a:extLst>
            </p:cNvPr>
            <p:cNvSpPr>
              <a:spLocks noChangeArrowheads="1"/>
            </p:cNvSpPr>
            <p:nvPr/>
          </p:nvSpPr>
          <p:spPr bwMode="auto">
            <a:xfrm>
              <a:off x="6235700" y="1947863"/>
              <a:ext cx="603250" cy="600075"/>
            </a:xfrm>
            <a:prstGeom prst="ellipse">
              <a:avLst/>
            </a:prstGeom>
            <a:solidFill>
              <a:schemeClr val="bg2">
                <a:alpha val="7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1" name="Group 70">
            <a:extLst>
              <a:ext uri="{FF2B5EF4-FFF2-40B4-BE49-F238E27FC236}">
                <a16:creationId xmlns:a16="http://schemas.microsoft.com/office/drawing/2014/main" id="{B569EC58-B7FE-45BA-8757-59462CD43D53}"/>
              </a:ext>
            </a:extLst>
          </p:cNvPr>
          <p:cNvGrpSpPr/>
          <p:nvPr/>
        </p:nvGrpSpPr>
        <p:grpSpPr>
          <a:xfrm>
            <a:off x="2162175" y="2252663"/>
            <a:ext cx="941388" cy="942975"/>
            <a:chOff x="2162175" y="2252663"/>
            <a:chExt cx="941388" cy="942975"/>
          </a:xfrm>
        </p:grpSpPr>
        <p:sp>
          <p:nvSpPr>
            <p:cNvPr id="16" name="Freeform 15">
              <a:extLst>
                <a:ext uri="{FF2B5EF4-FFF2-40B4-BE49-F238E27FC236}">
                  <a16:creationId xmlns:a16="http://schemas.microsoft.com/office/drawing/2014/main" id="{8F3F9CB2-B9ED-47AF-940E-B856030B819C}"/>
                </a:ext>
              </a:extLst>
            </p:cNvPr>
            <p:cNvSpPr>
              <a:spLocks noEditPoints="1"/>
            </p:cNvSpPr>
            <p:nvPr/>
          </p:nvSpPr>
          <p:spPr bwMode="auto">
            <a:xfrm>
              <a:off x="2162175" y="2252663"/>
              <a:ext cx="941388" cy="942975"/>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221 h 242"/>
                <a:gd name="T12" fmla="*/ 22 w 242"/>
                <a:gd name="T13" fmla="*/ 121 h 242"/>
                <a:gd name="T14" fmla="*/ 121 w 242"/>
                <a:gd name="T15" fmla="*/ 22 h 242"/>
                <a:gd name="T16" fmla="*/ 221 w 242"/>
                <a:gd name="T17" fmla="*/ 121 h 242"/>
                <a:gd name="T18" fmla="*/ 121 w 242"/>
                <a:gd name="T19" fmla="*/ 22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8"/>
                    <a:pt x="54" y="242"/>
                    <a:pt x="121" y="242"/>
                  </a:cubicBezTo>
                  <a:cubicBezTo>
                    <a:pt x="188" y="242"/>
                    <a:pt x="242" y="188"/>
                    <a:pt x="242" y="121"/>
                  </a:cubicBezTo>
                  <a:cubicBezTo>
                    <a:pt x="242" y="54"/>
                    <a:pt x="188" y="0"/>
                    <a:pt x="121" y="0"/>
                  </a:cubicBezTo>
                  <a:close/>
                  <a:moveTo>
                    <a:pt x="121" y="221"/>
                  </a:moveTo>
                  <a:cubicBezTo>
                    <a:pt x="66" y="221"/>
                    <a:pt x="22" y="176"/>
                    <a:pt x="22" y="121"/>
                  </a:cubicBezTo>
                  <a:cubicBezTo>
                    <a:pt x="22" y="66"/>
                    <a:pt x="66" y="22"/>
                    <a:pt x="121" y="22"/>
                  </a:cubicBezTo>
                  <a:cubicBezTo>
                    <a:pt x="176" y="22"/>
                    <a:pt x="221" y="66"/>
                    <a:pt x="221" y="121"/>
                  </a:cubicBezTo>
                  <a:cubicBezTo>
                    <a:pt x="221" y="176"/>
                    <a:pt x="176" y="221"/>
                    <a:pt x="121" y="221"/>
                  </a:cubicBezTo>
                  <a:close/>
                </a:path>
              </a:pathLst>
            </a:custGeom>
            <a:gradFill flip="none" rotWithShape="1">
              <a:gsLst>
                <a:gs pos="0">
                  <a:schemeClr val="accent6">
                    <a:lumMod val="50000"/>
                  </a:schemeClr>
                </a:gs>
                <a:gs pos="50000">
                  <a:schemeClr val="accent6"/>
                </a:gs>
                <a:gs pos="100000">
                  <a:schemeClr val="accent6">
                    <a:lumMod val="60000"/>
                    <a:lumOff val="40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2173DA0C-5788-44B2-B1AF-A1BFB6B9CF54}"/>
                </a:ext>
              </a:extLst>
            </p:cNvPr>
            <p:cNvSpPr>
              <a:spLocks noEditPoints="1"/>
            </p:cNvSpPr>
            <p:nvPr/>
          </p:nvSpPr>
          <p:spPr bwMode="auto">
            <a:xfrm>
              <a:off x="2243138" y="2333625"/>
              <a:ext cx="777875" cy="779463"/>
            </a:xfrm>
            <a:custGeom>
              <a:avLst/>
              <a:gdLst>
                <a:gd name="T0" fmla="*/ 100 w 200"/>
                <a:gd name="T1" fmla="*/ 200 h 200"/>
                <a:gd name="T2" fmla="*/ 0 w 200"/>
                <a:gd name="T3" fmla="*/ 100 h 200"/>
                <a:gd name="T4" fmla="*/ 100 w 200"/>
                <a:gd name="T5" fmla="*/ 0 h 200"/>
                <a:gd name="T6" fmla="*/ 200 w 200"/>
                <a:gd name="T7" fmla="*/ 100 h 200"/>
                <a:gd name="T8" fmla="*/ 100 w 200"/>
                <a:gd name="T9" fmla="*/ 200 h 200"/>
                <a:gd name="T10" fmla="*/ 100 w 200"/>
                <a:gd name="T11" fmla="*/ 5 h 200"/>
                <a:gd name="T12" fmla="*/ 5 w 200"/>
                <a:gd name="T13" fmla="*/ 100 h 200"/>
                <a:gd name="T14" fmla="*/ 100 w 200"/>
                <a:gd name="T15" fmla="*/ 195 h 200"/>
                <a:gd name="T16" fmla="*/ 195 w 200"/>
                <a:gd name="T17" fmla="*/ 100 h 200"/>
                <a:gd name="T18" fmla="*/ 100 w 200"/>
                <a:gd name="T19" fmla="*/ 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200">
                  <a:moveTo>
                    <a:pt x="100" y="200"/>
                  </a:moveTo>
                  <a:cubicBezTo>
                    <a:pt x="45" y="200"/>
                    <a:pt x="0" y="155"/>
                    <a:pt x="0" y="100"/>
                  </a:cubicBezTo>
                  <a:cubicBezTo>
                    <a:pt x="0" y="45"/>
                    <a:pt x="45" y="0"/>
                    <a:pt x="100" y="0"/>
                  </a:cubicBezTo>
                  <a:cubicBezTo>
                    <a:pt x="155" y="0"/>
                    <a:pt x="200" y="45"/>
                    <a:pt x="200" y="100"/>
                  </a:cubicBezTo>
                  <a:cubicBezTo>
                    <a:pt x="200" y="155"/>
                    <a:pt x="155" y="200"/>
                    <a:pt x="100" y="200"/>
                  </a:cubicBezTo>
                  <a:close/>
                  <a:moveTo>
                    <a:pt x="100" y="5"/>
                  </a:moveTo>
                  <a:cubicBezTo>
                    <a:pt x="48" y="5"/>
                    <a:pt x="5" y="48"/>
                    <a:pt x="5" y="100"/>
                  </a:cubicBezTo>
                  <a:cubicBezTo>
                    <a:pt x="5" y="153"/>
                    <a:pt x="48" y="195"/>
                    <a:pt x="100" y="195"/>
                  </a:cubicBezTo>
                  <a:cubicBezTo>
                    <a:pt x="153" y="195"/>
                    <a:pt x="195" y="153"/>
                    <a:pt x="195" y="100"/>
                  </a:cubicBezTo>
                  <a:cubicBezTo>
                    <a:pt x="195" y="48"/>
                    <a:pt x="153" y="5"/>
                    <a:pt x="100" y="5"/>
                  </a:cubicBezTo>
                  <a:close/>
                </a:path>
              </a:pathLst>
            </a:custGeom>
            <a:gradFill flip="none" rotWithShape="1">
              <a:gsLst>
                <a:gs pos="100000">
                  <a:schemeClr val="accent6">
                    <a:lumMod val="50000"/>
                  </a:schemeClr>
                </a:gs>
                <a:gs pos="50000">
                  <a:schemeClr val="accent6"/>
                </a:gs>
                <a:gs pos="0">
                  <a:schemeClr val="accent6">
                    <a:lumMod val="60000"/>
                    <a:lumOff val="40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8" name="Oval 17">
              <a:extLst>
                <a:ext uri="{FF2B5EF4-FFF2-40B4-BE49-F238E27FC236}">
                  <a16:creationId xmlns:a16="http://schemas.microsoft.com/office/drawing/2014/main" id="{35B74235-AFDD-4D74-87D5-43A074FB8F52}"/>
                </a:ext>
              </a:extLst>
            </p:cNvPr>
            <p:cNvSpPr>
              <a:spLocks noChangeArrowheads="1"/>
            </p:cNvSpPr>
            <p:nvPr/>
          </p:nvSpPr>
          <p:spPr bwMode="auto">
            <a:xfrm>
              <a:off x="2262188" y="2352675"/>
              <a:ext cx="739775" cy="741363"/>
            </a:xfrm>
            <a:prstGeom prst="ellipse">
              <a:avLst/>
            </a:prstGeom>
            <a:solidFill>
              <a:schemeClr val="bg2">
                <a:alpha val="7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4" name="Group 53">
            <a:extLst>
              <a:ext uri="{FF2B5EF4-FFF2-40B4-BE49-F238E27FC236}">
                <a16:creationId xmlns:a16="http://schemas.microsoft.com/office/drawing/2014/main" id="{32DC264A-5738-4F2D-9EE6-146DBE887055}"/>
              </a:ext>
            </a:extLst>
          </p:cNvPr>
          <p:cNvGrpSpPr/>
          <p:nvPr/>
        </p:nvGrpSpPr>
        <p:grpSpPr>
          <a:xfrm>
            <a:off x="8085138" y="2159000"/>
            <a:ext cx="1069975" cy="1066800"/>
            <a:chOff x="8085138" y="2159000"/>
            <a:chExt cx="1069975" cy="1066800"/>
          </a:xfrm>
        </p:grpSpPr>
        <p:sp>
          <p:nvSpPr>
            <p:cNvPr id="19" name="Freeform 18">
              <a:extLst>
                <a:ext uri="{FF2B5EF4-FFF2-40B4-BE49-F238E27FC236}">
                  <a16:creationId xmlns:a16="http://schemas.microsoft.com/office/drawing/2014/main" id="{F6BB691C-C088-449A-AC23-B5B0569FCE25}"/>
                </a:ext>
              </a:extLst>
            </p:cNvPr>
            <p:cNvSpPr>
              <a:spLocks noEditPoints="1"/>
            </p:cNvSpPr>
            <p:nvPr/>
          </p:nvSpPr>
          <p:spPr bwMode="auto">
            <a:xfrm>
              <a:off x="8085138" y="2159000"/>
              <a:ext cx="1069975" cy="1066800"/>
            </a:xfrm>
            <a:custGeom>
              <a:avLst/>
              <a:gdLst>
                <a:gd name="T0" fmla="*/ 137 w 275"/>
                <a:gd name="T1" fmla="*/ 0 h 274"/>
                <a:gd name="T2" fmla="*/ 0 w 275"/>
                <a:gd name="T3" fmla="*/ 137 h 274"/>
                <a:gd name="T4" fmla="*/ 137 w 275"/>
                <a:gd name="T5" fmla="*/ 274 h 274"/>
                <a:gd name="T6" fmla="*/ 275 w 275"/>
                <a:gd name="T7" fmla="*/ 137 h 274"/>
                <a:gd name="T8" fmla="*/ 137 w 275"/>
                <a:gd name="T9" fmla="*/ 0 h 274"/>
                <a:gd name="T10" fmla="*/ 137 w 275"/>
                <a:gd name="T11" fmla="*/ 250 h 274"/>
                <a:gd name="T12" fmla="*/ 24 w 275"/>
                <a:gd name="T13" fmla="*/ 137 h 274"/>
                <a:gd name="T14" fmla="*/ 137 w 275"/>
                <a:gd name="T15" fmla="*/ 24 h 274"/>
                <a:gd name="T16" fmla="*/ 250 w 275"/>
                <a:gd name="T17" fmla="*/ 137 h 274"/>
                <a:gd name="T18" fmla="*/ 137 w 275"/>
                <a:gd name="T19" fmla="*/ 25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5" h="274">
                  <a:moveTo>
                    <a:pt x="137" y="0"/>
                  </a:moveTo>
                  <a:cubicBezTo>
                    <a:pt x="62" y="0"/>
                    <a:pt x="0" y="61"/>
                    <a:pt x="0" y="137"/>
                  </a:cubicBezTo>
                  <a:cubicBezTo>
                    <a:pt x="0" y="213"/>
                    <a:pt x="62" y="274"/>
                    <a:pt x="137" y="274"/>
                  </a:cubicBezTo>
                  <a:cubicBezTo>
                    <a:pt x="213" y="274"/>
                    <a:pt x="275" y="213"/>
                    <a:pt x="275" y="137"/>
                  </a:cubicBezTo>
                  <a:cubicBezTo>
                    <a:pt x="275" y="61"/>
                    <a:pt x="213" y="0"/>
                    <a:pt x="137" y="0"/>
                  </a:cubicBezTo>
                  <a:close/>
                  <a:moveTo>
                    <a:pt x="137" y="250"/>
                  </a:moveTo>
                  <a:cubicBezTo>
                    <a:pt x="75" y="250"/>
                    <a:pt x="24" y="199"/>
                    <a:pt x="24" y="137"/>
                  </a:cubicBezTo>
                  <a:cubicBezTo>
                    <a:pt x="24" y="75"/>
                    <a:pt x="75" y="24"/>
                    <a:pt x="137" y="24"/>
                  </a:cubicBezTo>
                  <a:cubicBezTo>
                    <a:pt x="200" y="24"/>
                    <a:pt x="250" y="75"/>
                    <a:pt x="250" y="137"/>
                  </a:cubicBezTo>
                  <a:cubicBezTo>
                    <a:pt x="250" y="199"/>
                    <a:pt x="200" y="250"/>
                    <a:pt x="137" y="250"/>
                  </a:cubicBez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42DBC1F3-911F-4E1E-A613-B5E37BCEFA6F}"/>
                </a:ext>
              </a:extLst>
            </p:cNvPr>
            <p:cNvSpPr>
              <a:spLocks noEditPoints="1"/>
            </p:cNvSpPr>
            <p:nvPr/>
          </p:nvSpPr>
          <p:spPr bwMode="auto">
            <a:xfrm>
              <a:off x="8177213" y="2252663"/>
              <a:ext cx="884238" cy="879475"/>
            </a:xfrm>
            <a:custGeom>
              <a:avLst/>
              <a:gdLst>
                <a:gd name="T0" fmla="*/ 113 w 227"/>
                <a:gd name="T1" fmla="*/ 226 h 226"/>
                <a:gd name="T2" fmla="*/ 0 w 227"/>
                <a:gd name="T3" fmla="*/ 113 h 226"/>
                <a:gd name="T4" fmla="*/ 113 w 227"/>
                <a:gd name="T5" fmla="*/ 0 h 226"/>
                <a:gd name="T6" fmla="*/ 227 w 227"/>
                <a:gd name="T7" fmla="*/ 113 h 226"/>
                <a:gd name="T8" fmla="*/ 113 w 227"/>
                <a:gd name="T9" fmla="*/ 226 h 226"/>
                <a:gd name="T10" fmla="*/ 113 w 227"/>
                <a:gd name="T11" fmla="*/ 5 h 226"/>
                <a:gd name="T12" fmla="*/ 6 w 227"/>
                <a:gd name="T13" fmla="*/ 113 h 226"/>
                <a:gd name="T14" fmla="*/ 113 w 227"/>
                <a:gd name="T15" fmla="*/ 221 h 226"/>
                <a:gd name="T16" fmla="*/ 221 w 227"/>
                <a:gd name="T17" fmla="*/ 113 h 226"/>
                <a:gd name="T18" fmla="*/ 113 w 227"/>
                <a:gd name="T19" fmla="*/ 5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7" h="226">
                  <a:moveTo>
                    <a:pt x="113" y="226"/>
                  </a:moveTo>
                  <a:cubicBezTo>
                    <a:pt x="51" y="226"/>
                    <a:pt x="0" y="175"/>
                    <a:pt x="0" y="113"/>
                  </a:cubicBezTo>
                  <a:cubicBezTo>
                    <a:pt x="0" y="50"/>
                    <a:pt x="51" y="0"/>
                    <a:pt x="113" y="0"/>
                  </a:cubicBezTo>
                  <a:cubicBezTo>
                    <a:pt x="176" y="0"/>
                    <a:pt x="227" y="50"/>
                    <a:pt x="227" y="113"/>
                  </a:cubicBezTo>
                  <a:cubicBezTo>
                    <a:pt x="227" y="175"/>
                    <a:pt x="176" y="226"/>
                    <a:pt x="113" y="226"/>
                  </a:cubicBezTo>
                  <a:close/>
                  <a:moveTo>
                    <a:pt x="113" y="5"/>
                  </a:moveTo>
                  <a:cubicBezTo>
                    <a:pt x="54" y="5"/>
                    <a:pt x="6" y="53"/>
                    <a:pt x="6" y="113"/>
                  </a:cubicBezTo>
                  <a:cubicBezTo>
                    <a:pt x="6" y="172"/>
                    <a:pt x="54" y="221"/>
                    <a:pt x="113" y="221"/>
                  </a:cubicBezTo>
                  <a:cubicBezTo>
                    <a:pt x="173" y="221"/>
                    <a:pt x="221" y="172"/>
                    <a:pt x="221" y="113"/>
                  </a:cubicBezTo>
                  <a:cubicBezTo>
                    <a:pt x="221" y="53"/>
                    <a:pt x="173" y="5"/>
                    <a:pt x="113" y="5"/>
                  </a:cubicBez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1" name="Oval 20">
              <a:extLst>
                <a:ext uri="{FF2B5EF4-FFF2-40B4-BE49-F238E27FC236}">
                  <a16:creationId xmlns:a16="http://schemas.microsoft.com/office/drawing/2014/main" id="{C2904F2C-CFEF-4516-988A-2100B933CA96}"/>
                </a:ext>
              </a:extLst>
            </p:cNvPr>
            <p:cNvSpPr>
              <a:spLocks noChangeArrowheads="1"/>
            </p:cNvSpPr>
            <p:nvPr/>
          </p:nvSpPr>
          <p:spPr bwMode="auto">
            <a:xfrm>
              <a:off x="8197850" y="2271713"/>
              <a:ext cx="844550" cy="841375"/>
            </a:xfrm>
            <a:prstGeom prst="ellipse">
              <a:avLst/>
            </a:prstGeom>
            <a:solidFill>
              <a:schemeClr val="bg2">
                <a:alpha val="7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7" name="Group 66">
            <a:extLst>
              <a:ext uri="{FF2B5EF4-FFF2-40B4-BE49-F238E27FC236}">
                <a16:creationId xmlns:a16="http://schemas.microsoft.com/office/drawing/2014/main" id="{C823B66C-BAE7-4DBF-BF82-02E69CB4565B}"/>
              </a:ext>
            </a:extLst>
          </p:cNvPr>
          <p:cNvGrpSpPr/>
          <p:nvPr/>
        </p:nvGrpSpPr>
        <p:grpSpPr>
          <a:xfrm>
            <a:off x="9271000" y="3413125"/>
            <a:ext cx="1338263" cy="1341438"/>
            <a:chOff x="9271000" y="3413125"/>
            <a:chExt cx="1338263" cy="1341438"/>
          </a:xfrm>
        </p:grpSpPr>
        <p:sp>
          <p:nvSpPr>
            <p:cNvPr id="22" name="Freeform 21">
              <a:extLst>
                <a:ext uri="{FF2B5EF4-FFF2-40B4-BE49-F238E27FC236}">
                  <a16:creationId xmlns:a16="http://schemas.microsoft.com/office/drawing/2014/main" id="{0AB58088-A0F0-4D3D-B5E4-CCF872328A4D}"/>
                </a:ext>
              </a:extLst>
            </p:cNvPr>
            <p:cNvSpPr>
              <a:spLocks noEditPoints="1"/>
            </p:cNvSpPr>
            <p:nvPr/>
          </p:nvSpPr>
          <p:spPr bwMode="auto">
            <a:xfrm>
              <a:off x="9271000" y="3413125"/>
              <a:ext cx="1338263" cy="1341438"/>
            </a:xfrm>
            <a:custGeom>
              <a:avLst/>
              <a:gdLst>
                <a:gd name="T0" fmla="*/ 172 w 344"/>
                <a:gd name="T1" fmla="*/ 0 h 344"/>
                <a:gd name="T2" fmla="*/ 0 w 344"/>
                <a:gd name="T3" fmla="*/ 172 h 344"/>
                <a:gd name="T4" fmla="*/ 172 w 344"/>
                <a:gd name="T5" fmla="*/ 344 h 344"/>
                <a:gd name="T6" fmla="*/ 344 w 344"/>
                <a:gd name="T7" fmla="*/ 172 h 344"/>
                <a:gd name="T8" fmla="*/ 172 w 344"/>
                <a:gd name="T9" fmla="*/ 0 h 344"/>
                <a:gd name="T10" fmla="*/ 172 w 344"/>
                <a:gd name="T11" fmla="*/ 313 h 344"/>
                <a:gd name="T12" fmla="*/ 31 w 344"/>
                <a:gd name="T13" fmla="*/ 172 h 344"/>
                <a:gd name="T14" fmla="*/ 172 w 344"/>
                <a:gd name="T15" fmla="*/ 31 h 344"/>
                <a:gd name="T16" fmla="*/ 313 w 344"/>
                <a:gd name="T17" fmla="*/ 172 h 344"/>
                <a:gd name="T18" fmla="*/ 172 w 344"/>
                <a:gd name="T19" fmla="*/ 313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4" h="344">
                  <a:moveTo>
                    <a:pt x="172" y="0"/>
                  </a:moveTo>
                  <a:cubicBezTo>
                    <a:pt x="77" y="0"/>
                    <a:pt x="0" y="77"/>
                    <a:pt x="0" y="172"/>
                  </a:cubicBezTo>
                  <a:cubicBezTo>
                    <a:pt x="0" y="267"/>
                    <a:pt x="77" y="344"/>
                    <a:pt x="172" y="344"/>
                  </a:cubicBezTo>
                  <a:cubicBezTo>
                    <a:pt x="267" y="344"/>
                    <a:pt x="344" y="267"/>
                    <a:pt x="344" y="172"/>
                  </a:cubicBezTo>
                  <a:cubicBezTo>
                    <a:pt x="344" y="77"/>
                    <a:pt x="267" y="0"/>
                    <a:pt x="172" y="0"/>
                  </a:cubicBezTo>
                  <a:close/>
                  <a:moveTo>
                    <a:pt x="172" y="313"/>
                  </a:moveTo>
                  <a:cubicBezTo>
                    <a:pt x="94" y="313"/>
                    <a:pt x="31" y="250"/>
                    <a:pt x="31" y="172"/>
                  </a:cubicBezTo>
                  <a:cubicBezTo>
                    <a:pt x="31" y="94"/>
                    <a:pt x="94" y="31"/>
                    <a:pt x="172" y="31"/>
                  </a:cubicBezTo>
                  <a:cubicBezTo>
                    <a:pt x="250" y="31"/>
                    <a:pt x="313" y="94"/>
                    <a:pt x="313" y="172"/>
                  </a:cubicBezTo>
                  <a:cubicBezTo>
                    <a:pt x="313" y="250"/>
                    <a:pt x="250" y="313"/>
                    <a:pt x="172" y="313"/>
                  </a:cubicBezTo>
                  <a:close/>
                </a:path>
              </a:pathLst>
            </a:custGeom>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DF44A4A5-C223-4C99-BC4A-BA6643EACABE}"/>
                </a:ext>
              </a:extLst>
            </p:cNvPr>
            <p:cNvSpPr>
              <a:spLocks noEditPoints="1"/>
            </p:cNvSpPr>
            <p:nvPr/>
          </p:nvSpPr>
          <p:spPr bwMode="auto">
            <a:xfrm>
              <a:off x="9388475" y="3530600"/>
              <a:ext cx="1100138" cy="1101725"/>
            </a:xfrm>
            <a:custGeom>
              <a:avLst/>
              <a:gdLst>
                <a:gd name="T0" fmla="*/ 142 w 283"/>
                <a:gd name="T1" fmla="*/ 283 h 283"/>
                <a:gd name="T2" fmla="*/ 0 w 283"/>
                <a:gd name="T3" fmla="*/ 142 h 283"/>
                <a:gd name="T4" fmla="*/ 142 w 283"/>
                <a:gd name="T5" fmla="*/ 0 h 283"/>
                <a:gd name="T6" fmla="*/ 283 w 283"/>
                <a:gd name="T7" fmla="*/ 142 h 283"/>
                <a:gd name="T8" fmla="*/ 142 w 283"/>
                <a:gd name="T9" fmla="*/ 283 h 283"/>
                <a:gd name="T10" fmla="*/ 142 w 283"/>
                <a:gd name="T11" fmla="*/ 7 h 283"/>
                <a:gd name="T12" fmla="*/ 7 w 283"/>
                <a:gd name="T13" fmla="*/ 142 h 283"/>
                <a:gd name="T14" fmla="*/ 142 w 283"/>
                <a:gd name="T15" fmla="*/ 277 h 283"/>
                <a:gd name="T16" fmla="*/ 277 w 283"/>
                <a:gd name="T17" fmla="*/ 142 h 283"/>
                <a:gd name="T18" fmla="*/ 142 w 283"/>
                <a:gd name="T19" fmla="*/ 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83">
                  <a:moveTo>
                    <a:pt x="142" y="283"/>
                  </a:moveTo>
                  <a:cubicBezTo>
                    <a:pt x="64" y="283"/>
                    <a:pt x="0" y="220"/>
                    <a:pt x="0" y="142"/>
                  </a:cubicBezTo>
                  <a:cubicBezTo>
                    <a:pt x="0" y="64"/>
                    <a:pt x="64" y="0"/>
                    <a:pt x="142" y="0"/>
                  </a:cubicBezTo>
                  <a:cubicBezTo>
                    <a:pt x="220" y="0"/>
                    <a:pt x="283" y="64"/>
                    <a:pt x="283" y="142"/>
                  </a:cubicBezTo>
                  <a:cubicBezTo>
                    <a:pt x="283" y="220"/>
                    <a:pt x="220" y="283"/>
                    <a:pt x="142" y="283"/>
                  </a:cubicBezTo>
                  <a:close/>
                  <a:moveTo>
                    <a:pt x="142" y="7"/>
                  </a:moveTo>
                  <a:cubicBezTo>
                    <a:pt x="67" y="7"/>
                    <a:pt x="7" y="67"/>
                    <a:pt x="7" y="142"/>
                  </a:cubicBezTo>
                  <a:cubicBezTo>
                    <a:pt x="7" y="216"/>
                    <a:pt x="67" y="277"/>
                    <a:pt x="142" y="277"/>
                  </a:cubicBezTo>
                  <a:cubicBezTo>
                    <a:pt x="216" y="277"/>
                    <a:pt x="277" y="216"/>
                    <a:pt x="277" y="142"/>
                  </a:cubicBezTo>
                  <a:cubicBezTo>
                    <a:pt x="277" y="67"/>
                    <a:pt x="216" y="7"/>
                    <a:pt x="142" y="7"/>
                  </a:cubicBezTo>
                  <a:close/>
                </a:path>
              </a:pathLst>
            </a:custGeom>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4" name="Oval 23">
              <a:extLst>
                <a:ext uri="{FF2B5EF4-FFF2-40B4-BE49-F238E27FC236}">
                  <a16:creationId xmlns:a16="http://schemas.microsoft.com/office/drawing/2014/main" id="{20804D57-0516-4BAE-8BAB-40D55011781B}"/>
                </a:ext>
              </a:extLst>
            </p:cNvPr>
            <p:cNvSpPr>
              <a:spLocks noChangeArrowheads="1"/>
            </p:cNvSpPr>
            <p:nvPr/>
          </p:nvSpPr>
          <p:spPr bwMode="auto">
            <a:xfrm>
              <a:off x="9415463" y="3557588"/>
              <a:ext cx="1050925" cy="1052513"/>
            </a:xfrm>
            <a:prstGeom prst="ellipse">
              <a:avLst/>
            </a:prstGeom>
            <a:solidFill>
              <a:schemeClr val="bg2">
                <a:alpha val="7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5" name="Rectangle 24">
            <a:extLst>
              <a:ext uri="{FF2B5EF4-FFF2-40B4-BE49-F238E27FC236}">
                <a16:creationId xmlns:a16="http://schemas.microsoft.com/office/drawing/2014/main" id="{BB68E5F6-600D-4699-97A3-3CD5530E6B77}"/>
              </a:ext>
            </a:extLst>
          </p:cNvPr>
          <p:cNvSpPr>
            <a:spLocks noChangeArrowheads="1"/>
          </p:cNvSpPr>
          <p:nvPr/>
        </p:nvSpPr>
        <p:spPr bwMode="auto">
          <a:xfrm>
            <a:off x="2602193" y="3990688"/>
            <a:ext cx="103393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accent2"/>
                </a:solidFill>
                <a:effectLst/>
                <a:latin typeface="Nexa Heavy" panose="02000000000000000000" pitchFamily="50" charset="0"/>
              </a:rPr>
              <a:t>90%</a:t>
            </a:r>
            <a:endParaRPr kumimoji="0" lang="ru-UA" altLang="ru-UA" sz="1800" b="0" i="0" u="none" strike="noStrike" cap="none" normalizeH="0" baseline="0">
              <a:ln>
                <a:noFill/>
              </a:ln>
              <a:solidFill>
                <a:schemeClr val="accent2"/>
              </a:solidFill>
              <a:effectLst/>
            </a:endParaRPr>
          </a:p>
        </p:txBody>
      </p:sp>
      <p:sp>
        <p:nvSpPr>
          <p:cNvPr id="26" name="Rectangle 25">
            <a:extLst>
              <a:ext uri="{FF2B5EF4-FFF2-40B4-BE49-F238E27FC236}">
                <a16:creationId xmlns:a16="http://schemas.microsoft.com/office/drawing/2014/main" id="{5B03AC8D-5A70-4F06-8A0F-39305084211C}"/>
              </a:ext>
            </a:extLst>
          </p:cNvPr>
          <p:cNvSpPr>
            <a:spLocks noChangeArrowheads="1"/>
          </p:cNvSpPr>
          <p:nvPr/>
        </p:nvSpPr>
        <p:spPr bwMode="auto">
          <a:xfrm>
            <a:off x="5737225" y="3506788"/>
            <a:ext cx="89287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accent3"/>
                </a:solidFill>
                <a:effectLst/>
                <a:latin typeface="Nexa Heavy" panose="02000000000000000000" pitchFamily="50" charset="0"/>
              </a:rPr>
              <a:t>80%</a:t>
            </a:r>
            <a:endParaRPr kumimoji="0" lang="ru-UA" altLang="ru-UA" sz="1800" b="0" i="0" u="none" strike="noStrike" cap="none" normalizeH="0" baseline="0">
              <a:ln>
                <a:noFill/>
              </a:ln>
              <a:solidFill>
                <a:schemeClr val="accent3"/>
              </a:solidFill>
              <a:effectLst/>
            </a:endParaRPr>
          </a:p>
        </p:txBody>
      </p:sp>
      <p:sp>
        <p:nvSpPr>
          <p:cNvPr id="27" name="Rectangle 26">
            <a:extLst>
              <a:ext uri="{FF2B5EF4-FFF2-40B4-BE49-F238E27FC236}">
                <a16:creationId xmlns:a16="http://schemas.microsoft.com/office/drawing/2014/main" id="{FE57CEC1-956D-452C-870C-FF411349AA63}"/>
              </a:ext>
            </a:extLst>
          </p:cNvPr>
          <p:cNvSpPr>
            <a:spLocks noChangeArrowheads="1"/>
          </p:cNvSpPr>
          <p:nvPr/>
        </p:nvSpPr>
        <p:spPr bwMode="auto">
          <a:xfrm>
            <a:off x="9512300" y="3849688"/>
            <a:ext cx="867225"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100" b="1" i="0" u="none" strike="noStrike" cap="none" normalizeH="0" baseline="0">
                <a:ln>
                  <a:noFill/>
                </a:ln>
                <a:solidFill>
                  <a:schemeClr val="accent4"/>
                </a:solidFill>
                <a:effectLst/>
                <a:latin typeface="Nexa Heavy" panose="02000000000000000000" pitchFamily="50" charset="0"/>
              </a:rPr>
              <a:t>85%</a:t>
            </a:r>
            <a:endParaRPr kumimoji="0" lang="ru-UA" altLang="ru-UA" sz="1800" b="0" i="0" u="none" strike="noStrike" cap="none" normalizeH="0" baseline="0">
              <a:ln>
                <a:noFill/>
              </a:ln>
              <a:solidFill>
                <a:schemeClr val="accent4"/>
              </a:solidFill>
              <a:effectLst/>
            </a:endParaRPr>
          </a:p>
        </p:txBody>
      </p:sp>
      <p:sp>
        <p:nvSpPr>
          <p:cNvPr id="28" name="Rectangle 27">
            <a:extLst>
              <a:ext uri="{FF2B5EF4-FFF2-40B4-BE49-F238E27FC236}">
                <a16:creationId xmlns:a16="http://schemas.microsoft.com/office/drawing/2014/main" id="{59E65E7D-2EEF-4EB0-A3D6-F3A35DA57441}"/>
              </a:ext>
            </a:extLst>
          </p:cNvPr>
          <p:cNvSpPr>
            <a:spLocks noChangeArrowheads="1"/>
          </p:cNvSpPr>
          <p:nvPr/>
        </p:nvSpPr>
        <p:spPr bwMode="auto">
          <a:xfrm>
            <a:off x="6294438" y="2124075"/>
            <a:ext cx="47288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5"/>
                </a:solidFill>
                <a:effectLst/>
                <a:latin typeface="Nexa Heavy" panose="02000000000000000000" pitchFamily="50" charset="0"/>
              </a:rPr>
              <a:t>65%</a:t>
            </a:r>
            <a:endParaRPr kumimoji="0" lang="ru-UA" altLang="ru-UA" sz="1800" b="0" i="0" u="none" strike="noStrike" cap="none" normalizeH="0" baseline="0">
              <a:ln>
                <a:noFill/>
              </a:ln>
              <a:solidFill>
                <a:schemeClr val="accent5"/>
              </a:solidFill>
              <a:effectLst/>
            </a:endParaRPr>
          </a:p>
        </p:txBody>
      </p:sp>
      <p:sp>
        <p:nvSpPr>
          <p:cNvPr id="29" name="Rectangle 28">
            <a:extLst>
              <a:ext uri="{FF2B5EF4-FFF2-40B4-BE49-F238E27FC236}">
                <a16:creationId xmlns:a16="http://schemas.microsoft.com/office/drawing/2014/main" id="{53F8FCDE-DFF3-4882-B9DA-E4198CDCAC37}"/>
              </a:ext>
            </a:extLst>
          </p:cNvPr>
          <p:cNvSpPr>
            <a:spLocks noChangeArrowheads="1"/>
          </p:cNvSpPr>
          <p:nvPr/>
        </p:nvSpPr>
        <p:spPr bwMode="auto">
          <a:xfrm>
            <a:off x="8284958" y="2517775"/>
            <a:ext cx="6989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chemeClr val="accent1"/>
                </a:solidFill>
                <a:effectLst/>
                <a:latin typeface="Nexa Heavy" panose="02000000000000000000" pitchFamily="50" charset="0"/>
              </a:rPr>
              <a:t>70%</a:t>
            </a:r>
            <a:endParaRPr kumimoji="0" lang="ru-UA" altLang="ru-UA" sz="1800" b="0" i="0" u="none" strike="noStrike" cap="none" normalizeH="0" baseline="0">
              <a:ln>
                <a:noFill/>
              </a:ln>
              <a:solidFill>
                <a:schemeClr val="accent1"/>
              </a:solidFill>
              <a:effectLst/>
            </a:endParaRPr>
          </a:p>
        </p:txBody>
      </p:sp>
      <p:sp>
        <p:nvSpPr>
          <p:cNvPr id="30" name="Rectangle 29">
            <a:extLst>
              <a:ext uri="{FF2B5EF4-FFF2-40B4-BE49-F238E27FC236}">
                <a16:creationId xmlns:a16="http://schemas.microsoft.com/office/drawing/2014/main" id="{ECE71CC3-9F85-41A0-963A-B08C3747A41B}"/>
              </a:ext>
            </a:extLst>
          </p:cNvPr>
          <p:cNvSpPr>
            <a:spLocks noChangeArrowheads="1"/>
          </p:cNvSpPr>
          <p:nvPr/>
        </p:nvSpPr>
        <p:spPr bwMode="auto">
          <a:xfrm>
            <a:off x="2339975" y="2555875"/>
            <a:ext cx="6011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200" b="1" i="0" u="none" strike="noStrike" cap="none" normalizeH="0" baseline="0">
                <a:ln>
                  <a:noFill/>
                </a:ln>
                <a:solidFill>
                  <a:schemeClr val="accent6"/>
                </a:solidFill>
                <a:effectLst/>
                <a:latin typeface="Nexa Heavy" panose="02000000000000000000" pitchFamily="50" charset="0"/>
              </a:rPr>
              <a:t>55%</a:t>
            </a:r>
            <a:endParaRPr kumimoji="0" lang="ru-UA" altLang="ru-UA" sz="1800" b="0" i="0" u="none" strike="noStrike" cap="none" normalizeH="0" baseline="0">
              <a:ln>
                <a:noFill/>
              </a:ln>
              <a:solidFill>
                <a:schemeClr val="accent6"/>
              </a:solidFill>
              <a:effectLst/>
            </a:endParaRPr>
          </a:p>
        </p:txBody>
      </p:sp>
      <p:grpSp>
        <p:nvGrpSpPr>
          <p:cNvPr id="3" name="Group 2">
            <a:extLst>
              <a:ext uri="{FF2B5EF4-FFF2-40B4-BE49-F238E27FC236}">
                <a16:creationId xmlns:a16="http://schemas.microsoft.com/office/drawing/2014/main" id="{750E7118-8B5C-496F-8429-9BB333222481}"/>
              </a:ext>
            </a:extLst>
          </p:cNvPr>
          <p:cNvGrpSpPr/>
          <p:nvPr/>
        </p:nvGrpSpPr>
        <p:grpSpPr>
          <a:xfrm>
            <a:off x="5408613" y="5097463"/>
            <a:ext cx="1771649" cy="890105"/>
            <a:chOff x="5408613" y="5097463"/>
            <a:chExt cx="1771649" cy="890105"/>
          </a:xfrm>
        </p:grpSpPr>
        <p:sp>
          <p:nvSpPr>
            <p:cNvPr id="33" name="Rectangle 32">
              <a:extLst>
                <a:ext uri="{FF2B5EF4-FFF2-40B4-BE49-F238E27FC236}">
                  <a16:creationId xmlns:a16="http://schemas.microsoft.com/office/drawing/2014/main" id="{C8F980A8-70DF-4347-923E-48152FD9C06A}"/>
                </a:ext>
              </a:extLst>
            </p:cNvPr>
            <p:cNvSpPr>
              <a:spLocks noChangeArrowheads="1"/>
            </p:cNvSpPr>
            <p:nvPr/>
          </p:nvSpPr>
          <p:spPr bwMode="auto">
            <a:xfrm>
              <a:off x="5508625" y="5097463"/>
              <a:ext cx="14047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3"/>
                  </a:solidFill>
                  <a:effectLst/>
                  <a:latin typeface="Open Sans" panose="020B0606030504020204" pitchFamily="34" charset="0"/>
                </a:rPr>
                <a:t>INFODATA 02</a:t>
              </a:r>
              <a:endParaRPr kumimoji="0" lang="ru-UA" altLang="ru-UA" sz="1800" b="0" i="0" u="none" strike="noStrike" cap="none" normalizeH="0" baseline="0">
                <a:ln>
                  <a:noFill/>
                </a:ln>
                <a:solidFill>
                  <a:schemeClr val="accent3"/>
                </a:solidFill>
                <a:effectLst/>
              </a:endParaRPr>
            </a:p>
          </p:txBody>
        </p:sp>
        <p:sp>
          <p:nvSpPr>
            <p:cNvPr id="78" name="Text Placeholder 33">
              <a:extLst>
                <a:ext uri="{FF2B5EF4-FFF2-40B4-BE49-F238E27FC236}">
                  <a16:creationId xmlns:a16="http://schemas.microsoft.com/office/drawing/2014/main" id="{9B42D1B4-B8E2-43F3-93EB-4ABE6B678CC6}"/>
                </a:ext>
              </a:extLst>
            </p:cNvPr>
            <p:cNvSpPr txBox="1">
              <a:spLocks/>
            </p:cNvSpPr>
            <p:nvPr/>
          </p:nvSpPr>
          <p:spPr>
            <a:xfrm>
              <a:off x="5408613" y="5323625"/>
              <a:ext cx="1771649"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a:t>
              </a:r>
            </a:p>
          </p:txBody>
        </p:sp>
      </p:grpSp>
      <p:grpSp>
        <p:nvGrpSpPr>
          <p:cNvPr id="4" name="Group 3">
            <a:extLst>
              <a:ext uri="{FF2B5EF4-FFF2-40B4-BE49-F238E27FC236}">
                <a16:creationId xmlns:a16="http://schemas.microsoft.com/office/drawing/2014/main" id="{FFECCECF-1ABD-4979-AC9D-A269EAA6BBF4}"/>
              </a:ext>
            </a:extLst>
          </p:cNvPr>
          <p:cNvGrpSpPr/>
          <p:nvPr/>
        </p:nvGrpSpPr>
        <p:grpSpPr>
          <a:xfrm>
            <a:off x="9249093" y="5435600"/>
            <a:ext cx="1771649" cy="917728"/>
            <a:chOff x="9249093" y="5435600"/>
            <a:chExt cx="1771649" cy="917728"/>
          </a:xfrm>
        </p:grpSpPr>
        <p:sp>
          <p:nvSpPr>
            <p:cNvPr id="34" name="Rectangle 33">
              <a:extLst>
                <a:ext uri="{FF2B5EF4-FFF2-40B4-BE49-F238E27FC236}">
                  <a16:creationId xmlns:a16="http://schemas.microsoft.com/office/drawing/2014/main" id="{6F5D7535-C368-4576-93EA-2308DDEC73C7}"/>
                </a:ext>
              </a:extLst>
            </p:cNvPr>
            <p:cNvSpPr>
              <a:spLocks noChangeArrowheads="1"/>
            </p:cNvSpPr>
            <p:nvPr/>
          </p:nvSpPr>
          <p:spPr bwMode="auto">
            <a:xfrm>
              <a:off x="9340850" y="5435600"/>
              <a:ext cx="14047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4"/>
                  </a:solidFill>
                  <a:effectLst/>
                  <a:latin typeface="Open Sans" panose="020B0606030504020204" pitchFamily="34" charset="0"/>
                </a:rPr>
                <a:t>INFODATA 03</a:t>
              </a:r>
              <a:endParaRPr kumimoji="0" lang="ru-UA" altLang="ru-UA" sz="1800" b="0" i="0" u="none" strike="noStrike" cap="none" normalizeH="0" baseline="0">
                <a:ln>
                  <a:noFill/>
                </a:ln>
                <a:solidFill>
                  <a:schemeClr val="accent4"/>
                </a:solidFill>
                <a:effectLst/>
              </a:endParaRPr>
            </a:p>
          </p:txBody>
        </p:sp>
        <p:sp>
          <p:nvSpPr>
            <p:cNvPr id="79" name="Text Placeholder 33">
              <a:extLst>
                <a:ext uri="{FF2B5EF4-FFF2-40B4-BE49-F238E27FC236}">
                  <a16:creationId xmlns:a16="http://schemas.microsoft.com/office/drawing/2014/main" id="{66C5CF79-02B8-442E-9C0F-CA4469B9BD17}"/>
                </a:ext>
              </a:extLst>
            </p:cNvPr>
            <p:cNvSpPr txBox="1">
              <a:spLocks/>
            </p:cNvSpPr>
            <p:nvPr/>
          </p:nvSpPr>
          <p:spPr>
            <a:xfrm>
              <a:off x="9249093" y="5689385"/>
              <a:ext cx="1771649"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a:t>
              </a:r>
            </a:p>
          </p:txBody>
        </p:sp>
      </p:grpSp>
      <p:grpSp>
        <p:nvGrpSpPr>
          <p:cNvPr id="2" name="Group 1">
            <a:extLst>
              <a:ext uri="{FF2B5EF4-FFF2-40B4-BE49-F238E27FC236}">
                <a16:creationId xmlns:a16="http://schemas.microsoft.com/office/drawing/2014/main" id="{2A5D1C8B-38F7-4F6A-9814-52A976B0DE8C}"/>
              </a:ext>
            </a:extLst>
          </p:cNvPr>
          <p:cNvGrpSpPr/>
          <p:nvPr/>
        </p:nvGrpSpPr>
        <p:grpSpPr>
          <a:xfrm>
            <a:off x="2262188" y="5576191"/>
            <a:ext cx="1771649" cy="918998"/>
            <a:chOff x="2262188" y="5576191"/>
            <a:chExt cx="1771649" cy="918998"/>
          </a:xfrm>
        </p:grpSpPr>
        <p:sp>
          <p:nvSpPr>
            <p:cNvPr id="32" name="Rectangle 31">
              <a:extLst>
                <a:ext uri="{FF2B5EF4-FFF2-40B4-BE49-F238E27FC236}">
                  <a16:creationId xmlns:a16="http://schemas.microsoft.com/office/drawing/2014/main" id="{C574AC25-9899-4EB1-B3B5-EA4A1BCC57D3}"/>
                </a:ext>
              </a:extLst>
            </p:cNvPr>
            <p:cNvSpPr>
              <a:spLocks noChangeArrowheads="1"/>
            </p:cNvSpPr>
            <p:nvPr/>
          </p:nvSpPr>
          <p:spPr bwMode="auto">
            <a:xfrm>
              <a:off x="2357755" y="5576191"/>
              <a:ext cx="14047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2"/>
                  </a:solidFill>
                  <a:effectLst/>
                  <a:latin typeface="Open Sans" panose="020B0606030504020204" pitchFamily="34" charset="0"/>
                </a:rPr>
                <a:t>INFODATA 01</a:t>
              </a:r>
              <a:endParaRPr kumimoji="0" lang="ru-UA" altLang="ru-UA" sz="1800" b="0" i="0" u="none" strike="noStrike" cap="none" normalizeH="0" baseline="0">
                <a:ln>
                  <a:noFill/>
                </a:ln>
                <a:solidFill>
                  <a:schemeClr val="accent2"/>
                </a:solidFill>
                <a:effectLst/>
              </a:endParaRPr>
            </a:p>
          </p:txBody>
        </p:sp>
        <p:sp>
          <p:nvSpPr>
            <p:cNvPr id="80" name="Text Placeholder 33">
              <a:extLst>
                <a:ext uri="{FF2B5EF4-FFF2-40B4-BE49-F238E27FC236}">
                  <a16:creationId xmlns:a16="http://schemas.microsoft.com/office/drawing/2014/main" id="{F67053F5-9AD7-4D91-8146-E6AB6B1BB314}"/>
                </a:ext>
              </a:extLst>
            </p:cNvPr>
            <p:cNvSpPr txBox="1">
              <a:spLocks/>
            </p:cNvSpPr>
            <p:nvPr/>
          </p:nvSpPr>
          <p:spPr>
            <a:xfrm>
              <a:off x="2262188" y="5831246"/>
              <a:ext cx="1771649"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a:t>
              </a:r>
            </a:p>
          </p:txBody>
        </p:sp>
      </p:grpSp>
      <p:grpSp>
        <p:nvGrpSpPr>
          <p:cNvPr id="5" name="Group 4">
            <a:extLst>
              <a:ext uri="{FF2B5EF4-FFF2-40B4-BE49-F238E27FC236}">
                <a16:creationId xmlns:a16="http://schemas.microsoft.com/office/drawing/2014/main" id="{CB76CE34-E976-443C-8136-A09CD57086DA}"/>
              </a:ext>
            </a:extLst>
          </p:cNvPr>
          <p:cNvGrpSpPr/>
          <p:nvPr/>
        </p:nvGrpSpPr>
        <p:grpSpPr>
          <a:xfrm>
            <a:off x="1758633" y="1068388"/>
            <a:ext cx="1771649" cy="918680"/>
            <a:chOff x="1758633" y="1068388"/>
            <a:chExt cx="1771649" cy="918680"/>
          </a:xfrm>
        </p:grpSpPr>
        <p:sp>
          <p:nvSpPr>
            <p:cNvPr id="31" name="Rectangle 30">
              <a:extLst>
                <a:ext uri="{FF2B5EF4-FFF2-40B4-BE49-F238E27FC236}">
                  <a16:creationId xmlns:a16="http://schemas.microsoft.com/office/drawing/2014/main" id="{C151AEA5-0446-48A1-B5CC-95BE5499E51F}"/>
                </a:ext>
              </a:extLst>
            </p:cNvPr>
            <p:cNvSpPr>
              <a:spLocks noChangeArrowheads="1"/>
            </p:cNvSpPr>
            <p:nvPr/>
          </p:nvSpPr>
          <p:spPr bwMode="auto">
            <a:xfrm>
              <a:off x="1846263" y="1068388"/>
              <a:ext cx="14047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6"/>
                  </a:solidFill>
                  <a:effectLst/>
                  <a:latin typeface="Open Sans" panose="020B0606030504020204" pitchFamily="34" charset="0"/>
                </a:rPr>
                <a:t>INFODATA 04</a:t>
              </a:r>
              <a:endParaRPr kumimoji="0" lang="ru-UA" altLang="ru-UA" sz="1800" b="0" i="0" u="none" strike="noStrike" cap="none" normalizeH="0" baseline="0">
                <a:ln>
                  <a:noFill/>
                </a:ln>
                <a:solidFill>
                  <a:schemeClr val="accent6"/>
                </a:solidFill>
                <a:effectLst/>
              </a:endParaRPr>
            </a:p>
          </p:txBody>
        </p:sp>
        <p:sp>
          <p:nvSpPr>
            <p:cNvPr id="81" name="Text Placeholder 33">
              <a:extLst>
                <a:ext uri="{FF2B5EF4-FFF2-40B4-BE49-F238E27FC236}">
                  <a16:creationId xmlns:a16="http://schemas.microsoft.com/office/drawing/2014/main" id="{4B3E265B-F23D-4ADB-AA5F-F411E4918A8B}"/>
                </a:ext>
              </a:extLst>
            </p:cNvPr>
            <p:cNvSpPr txBox="1">
              <a:spLocks/>
            </p:cNvSpPr>
            <p:nvPr/>
          </p:nvSpPr>
          <p:spPr>
            <a:xfrm>
              <a:off x="1758633" y="1323125"/>
              <a:ext cx="1771649"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a:t>
              </a:r>
            </a:p>
          </p:txBody>
        </p:sp>
      </p:grpSp>
      <p:grpSp>
        <p:nvGrpSpPr>
          <p:cNvPr id="37" name="Group 36">
            <a:extLst>
              <a:ext uri="{FF2B5EF4-FFF2-40B4-BE49-F238E27FC236}">
                <a16:creationId xmlns:a16="http://schemas.microsoft.com/office/drawing/2014/main" id="{85BABF86-9E53-4418-870E-42EF93476B98}"/>
              </a:ext>
            </a:extLst>
          </p:cNvPr>
          <p:cNvGrpSpPr/>
          <p:nvPr/>
        </p:nvGrpSpPr>
        <p:grpSpPr>
          <a:xfrm>
            <a:off x="5271453" y="838200"/>
            <a:ext cx="1771649" cy="927888"/>
            <a:chOff x="5271453" y="838200"/>
            <a:chExt cx="1771649" cy="927888"/>
          </a:xfrm>
        </p:grpSpPr>
        <p:sp>
          <p:nvSpPr>
            <p:cNvPr id="35" name="Rectangle 34">
              <a:extLst>
                <a:ext uri="{FF2B5EF4-FFF2-40B4-BE49-F238E27FC236}">
                  <a16:creationId xmlns:a16="http://schemas.microsoft.com/office/drawing/2014/main" id="{AFA7EC45-FA5B-4B98-B262-84F09D98244F}"/>
                </a:ext>
              </a:extLst>
            </p:cNvPr>
            <p:cNvSpPr>
              <a:spLocks noChangeArrowheads="1"/>
            </p:cNvSpPr>
            <p:nvPr/>
          </p:nvSpPr>
          <p:spPr bwMode="auto">
            <a:xfrm>
              <a:off x="5364163" y="838200"/>
              <a:ext cx="14047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5"/>
                  </a:solidFill>
                  <a:effectLst/>
                  <a:latin typeface="Open Sans" panose="020B0606030504020204" pitchFamily="34" charset="0"/>
                </a:rPr>
                <a:t>INFODATA 05</a:t>
              </a:r>
              <a:endParaRPr kumimoji="0" lang="ru-UA" altLang="ru-UA" sz="1800" b="0" i="0" u="none" strike="noStrike" cap="none" normalizeH="0" baseline="0">
                <a:ln>
                  <a:noFill/>
                </a:ln>
                <a:solidFill>
                  <a:schemeClr val="accent5"/>
                </a:solidFill>
                <a:effectLst/>
              </a:endParaRPr>
            </a:p>
          </p:txBody>
        </p:sp>
        <p:sp>
          <p:nvSpPr>
            <p:cNvPr id="82" name="Text Placeholder 33">
              <a:extLst>
                <a:ext uri="{FF2B5EF4-FFF2-40B4-BE49-F238E27FC236}">
                  <a16:creationId xmlns:a16="http://schemas.microsoft.com/office/drawing/2014/main" id="{B4299578-2763-4965-8799-E7BF42A2AF10}"/>
                </a:ext>
              </a:extLst>
            </p:cNvPr>
            <p:cNvSpPr txBox="1">
              <a:spLocks/>
            </p:cNvSpPr>
            <p:nvPr/>
          </p:nvSpPr>
          <p:spPr>
            <a:xfrm>
              <a:off x="5271453" y="1102145"/>
              <a:ext cx="1771649"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a:t>
              </a:r>
            </a:p>
          </p:txBody>
        </p:sp>
      </p:grpSp>
      <p:grpSp>
        <p:nvGrpSpPr>
          <p:cNvPr id="38" name="Group 37">
            <a:extLst>
              <a:ext uri="{FF2B5EF4-FFF2-40B4-BE49-F238E27FC236}">
                <a16:creationId xmlns:a16="http://schemas.microsoft.com/office/drawing/2014/main" id="{D42F3986-8230-4443-A43F-BC7CB09D8046}"/>
              </a:ext>
            </a:extLst>
          </p:cNvPr>
          <p:cNvGrpSpPr/>
          <p:nvPr/>
        </p:nvGrpSpPr>
        <p:grpSpPr>
          <a:xfrm>
            <a:off x="7961313" y="1044575"/>
            <a:ext cx="1771649" cy="896773"/>
            <a:chOff x="7961313" y="1044575"/>
            <a:chExt cx="1771649" cy="896773"/>
          </a:xfrm>
        </p:grpSpPr>
        <p:sp>
          <p:nvSpPr>
            <p:cNvPr id="36" name="Rectangle 35">
              <a:extLst>
                <a:ext uri="{FF2B5EF4-FFF2-40B4-BE49-F238E27FC236}">
                  <a16:creationId xmlns:a16="http://schemas.microsoft.com/office/drawing/2014/main" id="{4AF02938-5D17-4C58-BA79-CB3C9238F47F}"/>
                </a:ext>
              </a:extLst>
            </p:cNvPr>
            <p:cNvSpPr>
              <a:spLocks noChangeArrowheads="1"/>
            </p:cNvSpPr>
            <p:nvPr/>
          </p:nvSpPr>
          <p:spPr bwMode="auto">
            <a:xfrm>
              <a:off x="8048625" y="1044575"/>
              <a:ext cx="14047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1"/>
                  </a:solidFill>
                  <a:effectLst/>
                  <a:latin typeface="Open Sans" panose="020B0606030504020204" pitchFamily="34" charset="0"/>
                </a:rPr>
                <a:t>INFODATA 06</a:t>
              </a:r>
              <a:endParaRPr kumimoji="0" lang="ru-UA" altLang="ru-UA" sz="1800" b="0" i="0" u="none" strike="noStrike" cap="none" normalizeH="0" baseline="0">
                <a:ln>
                  <a:noFill/>
                </a:ln>
                <a:solidFill>
                  <a:schemeClr val="accent1"/>
                </a:solidFill>
                <a:effectLst/>
              </a:endParaRPr>
            </a:p>
          </p:txBody>
        </p:sp>
        <p:sp>
          <p:nvSpPr>
            <p:cNvPr id="83" name="Text Placeholder 33">
              <a:extLst>
                <a:ext uri="{FF2B5EF4-FFF2-40B4-BE49-F238E27FC236}">
                  <a16:creationId xmlns:a16="http://schemas.microsoft.com/office/drawing/2014/main" id="{36950120-6B8D-43DB-A4FF-70CEAB72C734}"/>
                </a:ext>
              </a:extLst>
            </p:cNvPr>
            <p:cNvSpPr txBox="1">
              <a:spLocks/>
            </p:cNvSpPr>
            <p:nvPr/>
          </p:nvSpPr>
          <p:spPr>
            <a:xfrm>
              <a:off x="7961313" y="1277405"/>
              <a:ext cx="1771649"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a:t>
              </a:r>
            </a:p>
          </p:txBody>
        </p:sp>
      </p:grpSp>
    </p:spTree>
    <p:extLst>
      <p:ext uri="{BB962C8B-B14F-4D97-AF65-F5344CB8AC3E}">
        <p14:creationId xmlns:p14="http://schemas.microsoft.com/office/powerpoint/2010/main" val="387537711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1000"/>
                                            <p:tgtEl>
                                              <p:spTgt spid="6"/>
                                            </p:tgtEl>
                                          </p:cBhvr>
                                        </p:animEffect>
                                      </p:childTnLst>
                                    </p:cTn>
                                  </p:par>
                                  <p:par>
                                    <p:cTn id="8" presetID="2" presetClass="entr" presetSubtype="1" fill="hold" nodeType="withEffect" p14:presetBounceEnd="67000">
                                      <p:stCondLst>
                                        <p:cond delay="250"/>
                                      </p:stCondLst>
                                      <p:childTnLst>
                                        <p:set>
                                          <p:cBhvr>
                                            <p:cTn id="9" dur="1" fill="hold">
                                              <p:stCondLst>
                                                <p:cond delay="0"/>
                                              </p:stCondLst>
                                            </p:cTn>
                                            <p:tgtEl>
                                              <p:spTgt spid="57"/>
                                            </p:tgtEl>
                                            <p:attrNameLst>
                                              <p:attrName>style.visibility</p:attrName>
                                            </p:attrNameLst>
                                          </p:cBhvr>
                                          <p:to>
                                            <p:strVal val="visible"/>
                                          </p:to>
                                        </p:set>
                                        <p:anim calcmode="lin" valueType="num" p14:bounceEnd="67000">
                                          <p:cBhvr additive="base">
                                            <p:cTn id="10" dur="1000" fill="hold"/>
                                            <p:tgtEl>
                                              <p:spTgt spid="57"/>
                                            </p:tgtEl>
                                            <p:attrNameLst>
                                              <p:attrName>ppt_x</p:attrName>
                                            </p:attrNameLst>
                                          </p:cBhvr>
                                          <p:tavLst>
                                            <p:tav tm="0">
                                              <p:val>
                                                <p:strVal val="#ppt_x"/>
                                              </p:val>
                                            </p:tav>
                                            <p:tav tm="100000">
                                              <p:val>
                                                <p:strVal val="#ppt_x"/>
                                              </p:val>
                                            </p:tav>
                                          </p:tavLst>
                                        </p:anim>
                                        <p:anim calcmode="lin" valueType="num" p14:bounceEnd="67000">
                                          <p:cBhvr additive="base">
                                            <p:cTn id="11" dur="1000" fill="hold"/>
                                            <p:tgtEl>
                                              <p:spTgt spid="57"/>
                                            </p:tgtEl>
                                            <p:attrNameLst>
                                              <p:attrName>ppt_y</p:attrName>
                                            </p:attrNameLst>
                                          </p:cBhvr>
                                          <p:tavLst>
                                            <p:tav tm="0">
                                              <p:val>
                                                <p:strVal val="0-#ppt_h/2"/>
                                              </p:val>
                                            </p:tav>
                                            <p:tav tm="100000">
                                              <p:val>
                                                <p:strVal val="#ppt_y"/>
                                              </p:val>
                                            </p:tav>
                                          </p:tavLst>
                                        </p:anim>
                                      </p:childTnLst>
                                    </p:cTn>
                                  </p:par>
                                  <p:par>
                                    <p:cTn id="12" presetID="2" presetClass="entr" presetSubtype="1" fill="hold" nodeType="withEffect" p14:presetBounceEnd="67000">
                                      <p:stCondLst>
                                        <p:cond delay="500"/>
                                      </p:stCondLst>
                                      <p:childTnLst>
                                        <p:set>
                                          <p:cBhvr>
                                            <p:cTn id="13" dur="1" fill="hold">
                                              <p:stCondLst>
                                                <p:cond delay="0"/>
                                              </p:stCondLst>
                                            </p:cTn>
                                            <p:tgtEl>
                                              <p:spTgt spid="60"/>
                                            </p:tgtEl>
                                            <p:attrNameLst>
                                              <p:attrName>style.visibility</p:attrName>
                                            </p:attrNameLst>
                                          </p:cBhvr>
                                          <p:to>
                                            <p:strVal val="visible"/>
                                          </p:to>
                                        </p:set>
                                        <p:anim calcmode="lin" valueType="num" p14:bounceEnd="67000">
                                          <p:cBhvr additive="base">
                                            <p:cTn id="14" dur="1000" fill="hold"/>
                                            <p:tgtEl>
                                              <p:spTgt spid="60"/>
                                            </p:tgtEl>
                                            <p:attrNameLst>
                                              <p:attrName>ppt_x</p:attrName>
                                            </p:attrNameLst>
                                          </p:cBhvr>
                                          <p:tavLst>
                                            <p:tav tm="0">
                                              <p:val>
                                                <p:strVal val="#ppt_x"/>
                                              </p:val>
                                            </p:tav>
                                            <p:tav tm="100000">
                                              <p:val>
                                                <p:strVal val="#ppt_x"/>
                                              </p:val>
                                            </p:tav>
                                          </p:tavLst>
                                        </p:anim>
                                        <p:anim calcmode="lin" valueType="num" p14:bounceEnd="67000">
                                          <p:cBhvr additive="base">
                                            <p:cTn id="15" dur="1000" fill="hold"/>
                                            <p:tgtEl>
                                              <p:spTgt spid="60"/>
                                            </p:tgtEl>
                                            <p:attrNameLst>
                                              <p:attrName>ppt_y</p:attrName>
                                            </p:attrNameLst>
                                          </p:cBhvr>
                                          <p:tavLst>
                                            <p:tav tm="0">
                                              <p:val>
                                                <p:strVal val="0-#ppt_h/2"/>
                                              </p:val>
                                            </p:tav>
                                            <p:tav tm="100000">
                                              <p:val>
                                                <p:strVal val="#ppt_y"/>
                                              </p:val>
                                            </p:tav>
                                          </p:tavLst>
                                        </p:anim>
                                      </p:childTnLst>
                                    </p:cTn>
                                  </p:par>
                                  <p:par>
                                    <p:cTn id="16" presetID="2" presetClass="entr" presetSubtype="1" fill="hold" nodeType="withEffect" p14:presetBounceEnd="67000">
                                      <p:stCondLst>
                                        <p:cond delay="750"/>
                                      </p:stCondLst>
                                      <p:childTnLst>
                                        <p:set>
                                          <p:cBhvr>
                                            <p:cTn id="17" dur="1" fill="hold">
                                              <p:stCondLst>
                                                <p:cond delay="0"/>
                                              </p:stCondLst>
                                            </p:cTn>
                                            <p:tgtEl>
                                              <p:spTgt spid="67"/>
                                            </p:tgtEl>
                                            <p:attrNameLst>
                                              <p:attrName>style.visibility</p:attrName>
                                            </p:attrNameLst>
                                          </p:cBhvr>
                                          <p:to>
                                            <p:strVal val="visible"/>
                                          </p:to>
                                        </p:set>
                                        <p:anim calcmode="lin" valueType="num" p14:bounceEnd="67000">
                                          <p:cBhvr additive="base">
                                            <p:cTn id="18" dur="1000" fill="hold"/>
                                            <p:tgtEl>
                                              <p:spTgt spid="67"/>
                                            </p:tgtEl>
                                            <p:attrNameLst>
                                              <p:attrName>ppt_x</p:attrName>
                                            </p:attrNameLst>
                                          </p:cBhvr>
                                          <p:tavLst>
                                            <p:tav tm="0">
                                              <p:val>
                                                <p:strVal val="#ppt_x"/>
                                              </p:val>
                                            </p:tav>
                                            <p:tav tm="100000">
                                              <p:val>
                                                <p:strVal val="#ppt_x"/>
                                              </p:val>
                                            </p:tav>
                                          </p:tavLst>
                                        </p:anim>
                                        <p:anim calcmode="lin" valueType="num" p14:bounceEnd="67000">
                                          <p:cBhvr additive="base">
                                            <p:cTn id="19" dur="1000" fill="hold"/>
                                            <p:tgtEl>
                                              <p:spTgt spid="67"/>
                                            </p:tgtEl>
                                            <p:attrNameLst>
                                              <p:attrName>ppt_y</p:attrName>
                                            </p:attrNameLst>
                                          </p:cBhvr>
                                          <p:tavLst>
                                            <p:tav tm="0">
                                              <p:val>
                                                <p:strVal val="0-#ppt_h/2"/>
                                              </p:val>
                                            </p:tav>
                                            <p:tav tm="100000">
                                              <p:val>
                                                <p:strVal val="#ppt_y"/>
                                              </p:val>
                                            </p:tav>
                                          </p:tavLst>
                                        </p:anim>
                                      </p:childTnLst>
                                    </p:cTn>
                                  </p:par>
                                  <p:par>
                                    <p:cTn id="20" presetID="2" presetClass="entr" presetSubtype="1" fill="hold" nodeType="withEffect" p14:presetBounceEnd="67000">
                                      <p:stCondLst>
                                        <p:cond delay="1000"/>
                                      </p:stCondLst>
                                      <p:childTnLst>
                                        <p:set>
                                          <p:cBhvr>
                                            <p:cTn id="21" dur="1" fill="hold">
                                              <p:stCondLst>
                                                <p:cond delay="0"/>
                                              </p:stCondLst>
                                            </p:cTn>
                                            <p:tgtEl>
                                              <p:spTgt spid="71"/>
                                            </p:tgtEl>
                                            <p:attrNameLst>
                                              <p:attrName>style.visibility</p:attrName>
                                            </p:attrNameLst>
                                          </p:cBhvr>
                                          <p:to>
                                            <p:strVal val="visible"/>
                                          </p:to>
                                        </p:set>
                                        <p:anim calcmode="lin" valueType="num" p14:bounceEnd="67000">
                                          <p:cBhvr additive="base">
                                            <p:cTn id="22" dur="1000" fill="hold"/>
                                            <p:tgtEl>
                                              <p:spTgt spid="71"/>
                                            </p:tgtEl>
                                            <p:attrNameLst>
                                              <p:attrName>ppt_x</p:attrName>
                                            </p:attrNameLst>
                                          </p:cBhvr>
                                          <p:tavLst>
                                            <p:tav tm="0">
                                              <p:val>
                                                <p:strVal val="#ppt_x"/>
                                              </p:val>
                                            </p:tav>
                                            <p:tav tm="100000">
                                              <p:val>
                                                <p:strVal val="#ppt_x"/>
                                              </p:val>
                                            </p:tav>
                                          </p:tavLst>
                                        </p:anim>
                                        <p:anim calcmode="lin" valueType="num" p14:bounceEnd="67000">
                                          <p:cBhvr additive="base">
                                            <p:cTn id="23" dur="1000" fill="hold"/>
                                            <p:tgtEl>
                                              <p:spTgt spid="71"/>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14:presetBounceEnd="67000">
                                      <p:stCondLst>
                                        <p:cond delay="1250"/>
                                      </p:stCondLst>
                                      <p:childTnLst>
                                        <p:set>
                                          <p:cBhvr>
                                            <p:cTn id="25" dur="1" fill="hold">
                                              <p:stCondLst>
                                                <p:cond delay="0"/>
                                              </p:stCondLst>
                                            </p:cTn>
                                            <p:tgtEl>
                                              <p:spTgt spid="70"/>
                                            </p:tgtEl>
                                            <p:attrNameLst>
                                              <p:attrName>style.visibility</p:attrName>
                                            </p:attrNameLst>
                                          </p:cBhvr>
                                          <p:to>
                                            <p:strVal val="visible"/>
                                          </p:to>
                                        </p:set>
                                        <p:anim calcmode="lin" valueType="num" p14:bounceEnd="67000">
                                          <p:cBhvr additive="base">
                                            <p:cTn id="26" dur="1000" fill="hold"/>
                                            <p:tgtEl>
                                              <p:spTgt spid="70"/>
                                            </p:tgtEl>
                                            <p:attrNameLst>
                                              <p:attrName>ppt_x</p:attrName>
                                            </p:attrNameLst>
                                          </p:cBhvr>
                                          <p:tavLst>
                                            <p:tav tm="0">
                                              <p:val>
                                                <p:strVal val="#ppt_x"/>
                                              </p:val>
                                            </p:tav>
                                            <p:tav tm="100000">
                                              <p:val>
                                                <p:strVal val="#ppt_x"/>
                                              </p:val>
                                            </p:tav>
                                          </p:tavLst>
                                        </p:anim>
                                        <p:anim calcmode="lin" valueType="num" p14:bounceEnd="67000">
                                          <p:cBhvr additive="base">
                                            <p:cTn id="27" dur="1000" fill="hold"/>
                                            <p:tgtEl>
                                              <p:spTgt spid="70"/>
                                            </p:tgtEl>
                                            <p:attrNameLst>
                                              <p:attrName>ppt_y</p:attrName>
                                            </p:attrNameLst>
                                          </p:cBhvr>
                                          <p:tavLst>
                                            <p:tav tm="0">
                                              <p:val>
                                                <p:strVal val="0-#ppt_h/2"/>
                                              </p:val>
                                            </p:tav>
                                            <p:tav tm="100000">
                                              <p:val>
                                                <p:strVal val="#ppt_y"/>
                                              </p:val>
                                            </p:tav>
                                          </p:tavLst>
                                        </p:anim>
                                      </p:childTnLst>
                                    </p:cTn>
                                  </p:par>
                                  <p:par>
                                    <p:cTn id="28" presetID="2" presetClass="entr" presetSubtype="1" fill="hold" nodeType="withEffect" p14:presetBounceEnd="67000">
                                      <p:stCondLst>
                                        <p:cond delay="1500"/>
                                      </p:stCondLst>
                                      <p:childTnLst>
                                        <p:set>
                                          <p:cBhvr>
                                            <p:cTn id="29" dur="1" fill="hold">
                                              <p:stCondLst>
                                                <p:cond delay="0"/>
                                              </p:stCondLst>
                                            </p:cTn>
                                            <p:tgtEl>
                                              <p:spTgt spid="54"/>
                                            </p:tgtEl>
                                            <p:attrNameLst>
                                              <p:attrName>style.visibility</p:attrName>
                                            </p:attrNameLst>
                                          </p:cBhvr>
                                          <p:to>
                                            <p:strVal val="visible"/>
                                          </p:to>
                                        </p:set>
                                        <p:anim calcmode="lin" valueType="num" p14:bounceEnd="67000">
                                          <p:cBhvr additive="base">
                                            <p:cTn id="30" dur="1000" fill="hold"/>
                                            <p:tgtEl>
                                              <p:spTgt spid="54"/>
                                            </p:tgtEl>
                                            <p:attrNameLst>
                                              <p:attrName>ppt_x</p:attrName>
                                            </p:attrNameLst>
                                          </p:cBhvr>
                                          <p:tavLst>
                                            <p:tav tm="0">
                                              <p:val>
                                                <p:strVal val="#ppt_x"/>
                                              </p:val>
                                            </p:tav>
                                            <p:tav tm="100000">
                                              <p:val>
                                                <p:strVal val="#ppt_x"/>
                                              </p:val>
                                            </p:tav>
                                          </p:tavLst>
                                        </p:anim>
                                        <p:anim calcmode="lin" valueType="num" p14:bounceEnd="67000">
                                          <p:cBhvr additive="base">
                                            <p:cTn id="31" dur="1000" fill="hold"/>
                                            <p:tgtEl>
                                              <p:spTgt spid="54"/>
                                            </p:tgtEl>
                                            <p:attrNameLst>
                                              <p:attrName>ppt_y</p:attrName>
                                            </p:attrNameLst>
                                          </p:cBhvr>
                                          <p:tavLst>
                                            <p:tav tm="0">
                                              <p:val>
                                                <p:strVal val="0-#ppt_h/2"/>
                                              </p:val>
                                            </p:tav>
                                            <p:tav tm="100000">
                                              <p:val>
                                                <p:strVal val="#ppt_y"/>
                                              </p:val>
                                            </p:tav>
                                          </p:tavLst>
                                        </p:anim>
                                      </p:childTnLst>
                                    </p:cTn>
                                  </p:par>
                                  <p:par>
                                    <p:cTn id="32" presetID="53" presetClass="entr" presetSubtype="16" fill="hold" grpId="0" nodeType="withEffect">
                                      <p:stCondLst>
                                        <p:cond delay="500"/>
                                      </p:stCondLst>
                                      <p:childTnLst>
                                        <p:set>
                                          <p:cBhvr>
                                            <p:cTn id="33" dur="1" fill="hold">
                                              <p:stCondLst>
                                                <p:cond delay="0"/>
                                              </p:stCondLst>
                                            </p:cTn>
                                            <p:tgtEl>
                                              <p:spTgt spid="72"/>
                                            </p:tgtEl>
                                            <p:attrNameLst>
                                              <p:attrName>style.visibility</p:attrName>
                                            </p:attrNameLst>
                                          </p:cBhvr>
                                          <p:to>
                                            <p:strVal val="visible"/>
                                          </p:to>
                                        </p:set>
                                        <p:anim calcmode="lin" valueType="num">
                                          <p:cBhvr>
                                            <p:cTn id="34" dur="750" fill="hold"/>
                                            <p:tgtEl>
                                              <p:spTgt spid="72"/>
                                            </p:tgtEl>
                                            <p:attrNameLst>
                                              <p:attrName>ppt_w</p:attrName>
                                            </p:attrNameLst>
                                          </p:cBhvr>
                                          <p:tavLst>
                                            <p:tav tm="0">
                                              <p:val>
                                                <p:fltVal val="0"/>
                                              </p:val>
                                            </p:tav>
                                            <p:tav tm="100000">
                                              <p:val>
                                                <p:strVal val="#ppt_w"/>
                                              </p:val>
                                            </p:tav>
                                          </p:tavLst>
                                        </p:anim>
                                        <p:anim calcmode="lin" valueType="num">
                                          <p:cBhvr>
                                            <p:cTn id="35" dur="750" fill="hold"/>
                                            <p:tgtEl>
                                              <p:spTgt spid="72"/>
                                            </p:tgtEl>
                                            <p:attrNameLst>
                                              <p:attrName>ppt_h</p:attrName>
                                            </p:attrNameLst>
                                          </p:cBhvr>
                                          <p:tavLst>
                                            <p:tav tm="0">
                                              <p:val>
                                                <p:fltVal val="0"/>
                                              </p:val>
                                            </p:tav>
                                            <p:tav tm="100000">
                                              <p:val>
                                                <p:strVal val="#ppt_h"/>
                                              </p:val>
                                            </p:tav>
                                          </p:tavLst>
                                        </p:anim>
                                        <p:animEffect transition="in" filter="fade">
                                          <p:cBhvr>
                                            <p:cTn id="36" dur="750"/>
                                            <p:tgtEl>
                                              <p:spTgt spid="72"/>
                                            </p:tgtEl>
                                          </p:cBhvr>
                                        </p:animEffect>
                                      </p:childTnLst>
                                    </p:cTn>
                                  </p:par>
                                  <p:par>
                                    <p:cTn id="37" presetID="53" presetClass="entr" presetSubtype="16" fill="hold" grpId="0" nodeType="withEffect">
                                      <p:stCondLst>
                                        <p:cond delay="750"/>
                                      </p:stCondLst>
                                      <p:childTnLst>
                                        <p:set>
                                          <p:cBhvr>
                                            <p:cTn id="38" dur="1" fill="hold">
                                              <p:stCondLst>
                                                <p:cond delay="0"/>
                                              </p:stCondLst>
                                            </p:cTn>
                                            <p:tgtEl>
                                              <p:spTgt spid="73"/>
                                            </p:tgtEl>
                                            <p:attrNameLst>
                                              <p:attrName>style.visibility</p:attrName>
                                            </p:attrNameLst>
                                          </p:cBhvr>
                                          <p:to>
                                            <p:strVal val="visible"/>
                                          </p:to>
                                        </p:set>
                                        <p:anim calcmode="lin" valueType="num">
                                          <p:cBhvr>
                                            <p:cTn id="39" dur="750" fill="hold"/>
                                            <p:tgtEl>
                                              <p:spTgt spid="73"/>
                                            </p:tgtEl>
                                            <p:attrNameLst>
                                              <p:attrName>ppt_w</p:attrName>
                                            </p:attrNameLst>
                                          </p:cBhvr>
                                          <p:tavLst>
                                            <p:tav tm="0">
                                              <p:val>
                                                <p:fltVal val="0"/>
                                              </p:val>
                                            </p:tav>
                                            <p:tav tm="100000">
                                              <p:val>
                                                <p:strVal val="#ppt_w"/>
                                              </p:val>
                                            </p:tav>
                                          </p:tavLst>
                                        </p:anim>
                                        <p:anim calcmode="lin" valueType="num">
                                          <p:cBhvr>
                                            <p:cTn id="40" dur="750" fill="hold"/>
                                            <p:tgtEl>
                                              <p:spTgt spid="73"/>
                                            </p:tgtEl>
                                            <p:attrNameLst>
                                              <p:attrName>ppt_h</p:attrName>
                                            </p:attrNameLst>
                                          </p:cBhvr>
                                          <p:tavLst>
                                            <p:tav tm="0">
                                              <p:val>
                                                <p:fltVal val="0"/>
                                              </p:val>
                                            </p:tav>
                                            <p:tav tm="100000">
                                              <p:val>
                                                <p:strVal val="#ppt_h"/>
                                              </p:val>
                                            </p:tav>
                                          </p:tavLst>
                                        </p:anim>
                                        <p:animEffect transition="in" filter="fade">
                                          <p:cBhvr>
                                            <p:cTn id="41" dur="750"/>
                                            <p:tgtEl>
                                              <p:spTgt spid="73"/>
                                            </p:tgtEl>
                                          </p:cBhvr>
                                        </p:animEffect>
                                      </p:childTnLst>
                                    </p:cTn>
                                  </p:par>
                                  <p:par>
                                    <p:cTn id="42" presetID="53" presetClass="entr" presetSubtype="16" fill="hold" grpId="0" nodeType="withEffect">
                                      <p:stCondLst>
                                        <p:cond delay="1000"/>
                                      </p:stCondLst>
                                      <p:childTnLst>
                                        <p:set>
                                          <p:cBhvr>
                                            <p:cTn id="43" dur="1" fill="hold">
                                              <p:stCondLst>
                                                <p:cond delay="0"/>
                                              </p:stCondLst>
                                            </p:cTn>
                                            <p:tgtEl>
                                              <p:spTgt spid="74"/>
                                            </p:tgtEl>
                                            <p:attrNameLst>
                                              <p:attrName>style.visibility</p:attrName>
                                            </p:attrNameLst>
                                          </p:cBhvr>
                                          <p:to>
                                            <p:strVal val="visible"/>
                                          </p:to>
                                        </p:set>
                                        <p:anim calcmode="lin" valueType="num">
                                          <p:cBhvr>
                                            <p:cTn id="44" dur="750" fill="hold"/>
                                            <p:tgtEl>
                                              <p:spTgt spid="74"/>
                                            </p:tgtEl>
                                            <p:attrNameLst>
                                              <p:attrName>ppt_w</p:attrName>
                                            </p:attrNameLst>
                                          </p:cBhvr>
                                          <p:tavLst>
                                            <p:tav tm="0">
                                              <p:val>
                                                <p:fltVal val="0"/>
                                              </p:val>
                                            </p:tav>
                                            <p:tav tm="100000">
                                              <p:val>
                                                <p:strVal val="#ppt_w"/>
                                              </p:val>
                                            </p:tav>
                                          </p:tavLst>
                                        </p:anim>
                                        <p:anim calcmode="lin" valueType="num">
                                          <p:cBhvr>
                                            <p:cTn id="45" dur="750" fill="hold"/>
                                            <p:tgtEl>
                                              <p:spTgt spid="74"/>
                                            </p:tgtEl>
                                            <p:attrNameLst>
                                              <p:attrName>ppt_h</p:attrName>
                                            </p:attrNameLst>
                                          </p:cBhvr>
                                          <p:tavLst>
                                            <p:tav tm="0">
                                              <p:val>
                                                <p:fltVal val="0"/>
                                              </p:val>
                                            </p:tav>
                                            <p:tav tm="100000">
                                              <p:val>
                                                <p:strVal val="#ppt_h"/>
                                              </p:val>
                                            </p:tav>
                                          </p:tavLst>
                                        </p:anim>
                                        <p:animEffect transition="in" filter="fade">
                                          <p:cBhvr>
                                            <p:cTn id="46" dur="750"/>
                                            <p:tgtEl>
                                              <p:spTgt spid="74"/>
                                            </p:tgtEl>
                                          </p:cBhvr>
                                        </p:animEffect>
                                      </p:childTnLst>
                                    </p:cTn>
                                  </p:par>
                                  <p:par>
                                    <p:cTn id="47" presetID="53" presetClass="entr" presetSubtype="16" fill="hold" grpId="0" nodeType="withEffect">
                                      <p:stCondLst>
                                        <p:cond delay="1250"/>
                                      </p:stCondLst>
                                      <p:childTnLst>
                                        <p:set>
                                          <p:cBhvr>
                                            <p:cTn id="48" dur="1" fill="hold">
                                              <p:stCondLst>
                                                <p:cond delay="0"/>
                                              </p:stCondLst>
                                            </p:cTn>
                                            <p:tgtEl>
                                              <p:spTgt spid="76"/>
                                            </p:tgtEl>
                                            <p:attrNameLst>
                                              <p:attrName>style.visibility</p:attrName>
                                            </p:attrNameLst>
                                          </p:cBhvr>
                                          <p:to>
                                            <p:strVal val="visible"/>
                                          </p:to>
                                        </p:set>
                                        <p:anim calcmode="lin" valueType="num">
                                          <p:cBhvr>
                                            <p:cTn id="49" dur="750" fill="hold"/>
                                            <p:tgtEl>
                                              <p:spTgt spid="76"/>
                                            </p:tgtEl>
                                            <p:attrNameLst>
                                              <p:attrName>ppt_w</p:attrName>
                                            </p:attrNameLst>
                                          </p:cBhvr>
                                          <p:tavLst>
                                            <p:tav tm="0">
                                              <p:val>
                                                <p:fltVal val="0"/>
                                              </p:val>
                                            </p:tav>
                                            <p:tav tm="100000">
                                              <p:val>
                                                <p:strVal val="#ppt_w"/>
                                              </p:val>
                                            </p:tav>
                                          </p:tavLst>
                                        </p:anim>
                                        <p:anim calcmode="lin" valueType="num">
                                          <p:cBhvr>
                                            <p:cTn id="50" dur="750" fill="hold"/>
                                            <p:tgtEl>
                                              <p:spTgt spid="76"/>
                                            </p:tgtEl>
                                            <p:attrNameLst>
                                              <p:attrName>ppt_h</p:attrName>
                                            </p:attrNameLst>
                                          </p:cBhvr>
                                          <p:tavLst>
                                            <p:tav tm="0">
                                              <p:val>
                                                <p:fltVal val="0"/>
                                              </p:val>
                                            </p:tav>
                                            <p:tav tm="100000">
                                              <p:val>
                                                <p:strVal val="#ppt_h"/>
                                              </p:val>
                                            </p:tav>
                                          </p:tavLst>
                                        </p:anim>
                                        <p:animEffect transition="in" filter="fade">
                                          <p:cBhvr>
                                            <p:cTn id="51" dur="750"/>
                                            <p:tgtEl>
                                              <p:spTgt spid="76"/>
                                            </p:tgtEl>
                                          </p:cBhvr>
                                        </p:animEffect>
                                      </p:childTnLst>
                                    </p:cTn>
                                  </p:par>
                                  <p:par>
                                    <p:cTn id="52" presetID="53" presetClass="entr" presetSubtype="16" fill="hold" grpId="0" nodeType="withEffect">
                                      <p:stCondLst>
                                        <p:cond delay="1500"/>
                                      </p:stCondLst>
                                      <p:childTnLst>
                                        <p:set>
                                          <p:cBhvr>
                                            <p:cTn id="53" dur="1" fill="hold">
                                              <p:stCondLst>
                                                <p:cond delay="0"/>
                                              </p:stCondLst>
                                            </p:cTn>
                                            <p:tgtEl>
                                              <p:spTgt spid="77"/>
                                            </p:tgtEl>
                                            <p:attrNameLst>
                                              <p:attrName>style.visibility</p:attrName>
                                            </p:attrNameLst>
                                          </p:cBhvr>
                                          <p:to>
                                            <p:strVal val="visible"/>
                                          </p:to>
                                        </p:set>
                                        <p:anim calcmode="lin" valueType="num">
                                          <p:cBhvr>
                                            <p:cTn id="54" dur="750" fill="hold"/>
                                            <p:tgtEl>
                                              <p:spTgt spid="77"/>
                                            </p:tgtEl>
                                            <p:attrNameLst>
                                              <p:attrName>ppt_w</p:attrName>
                                            </p:attrNameLst>
                                          </p:cBhvr>
                                          <p:tavLst>
                                            <p:tav tm="0">
                                              <p:val>
                                                <p:fltVal val="0"/>
                                              </p:val>
                                            </p:tav>
                                            <p:tav tm="100000">
                                              <p:val>
                                                <p:strVal val="#ppt_w"/>
                                              </p:val>
                                            </p:tav>
                                          </p:tavLst>
                                        </p:anim>
                                        <p:anim calcmode="lin" valueType="num">
                                          <p:cBhvr>
                                            <p:cTn id="55" dur="750" fill="hold"/>
                                            <p:tgtEl>
                                              <p:spTgt spid="77"/>
                                            </p:tgtEl>
                                            <p:attrNameLst>
                                              <p:attrName>ppt_h</p:attrName>
                                            </p:attrNameLst>
                                          </p:cBhvr>
                                          <p:tavLst>
                                            <p:tav tm="0">
                                              <p:val>
                                                <p:fltVal val="0"/>
                                              </p:val>
                                            </p:tav>
                                            <p:tav tm="100000">
                                              <p:val>
                                                <p:strVal val="#ppt_h"/>
                                              </p:val>
                                            </p:tav>
                                          </p:tavLst>
                                        </p:anim>
                                        <p:animEffect transition="in" filter="fade">
                                          <p:cBhvr>
                                            <p:cTn id="56" dur="750"/>
                                            <p:tgtEl>
                                              <p:spTgt spid="77"/>
                                            </p:tgtEl>
                                          </p:cBhvr>
                                        </p:animEffect>
                                      </p:childTnLst>
                                    </p:cTn>
                                  </p:par>
                                  <p:par>
                                    <p:cTn id="57" presetID="53" presetClass="entr" presetSubtype="16" fill="hold" grpId="0" nodeType="withEffect">
                                      <p:stCondLst>
                                        <p:cond delay="1750"/>
                                      </p:stCondLst>
                                      <p:childTnLst>
                                        <p:set>
                                          <p:cBhvr>
                                            <p:cTn id="58" dur="1" fill="hold">
                                              <p:stCondLst>
                                                <p:cond delay="0"/>
                                              </p:stCondLst>
                                            </p:cTn>
                                            <p:tgtEl>
                                              <p:spTgt spid="75"/>
                                            </p:tgtEl>
                                            <p:attrNameLst>
                                              <p:attrName>style.visibility</p:attrName>
                                            </p:attrNameLst>
                                          </p:cBhvr>
                                          <p:to>
                                            <p:strVal val="visible"/>
                                          </p:to>
                                        </p:set>
                                        <p:anim calcmode="lin" valueType="num">
                                          <p:cBhvr>
                                            <p:cTn id="59" dur="750" fill="hold"/>
                                            <p:tgtEl>
                                              <p:spTgt spid="75"/>
                                            </p:tgtEl>
                                            <p:attrNameLst>
                                              <p:attrName>ppt_w</p:attrName>
                                            </p:attrNameLst>
                                          </p:cBhvr>
                                          <p:tavLst>
                                            <p:tav tm="0">
                                              <p:val>
                                                <p:fltVal val="0"/>
                                              </p:val>
                                            </p:tav>
                                            <p:tav tm="100000">
                                              <p:val>
                                                <p:strVal val="#ppt_w"/>
                                              </p:val>
                                            </p:tav>
                                          </p:tavLst>
                                        </p:anim>
                                        <p:anim calcmode="lin" valueType="num">
                                          <p:cBhvr>
                                            <p:cTn id="60" dur="750" fill="hold"/>
                                            <p:tgtEl>
                                              <p:spTgt spid="75"/>
                                            </p:tgtEl>
                                            <p:attrNameLst>
                                              <p:attrName>ppt_h</p:attrName>
                                            </p:attrNameLst>
                                          </p:cBhvr>
                                          <p:tavLst>
                                            <p:tav tm="0">
                                              <p:val>
                                                <p:fltVal val="0"/>
                                              </p:val>
                                            </p:tav>
                                            <p:tav tm="100000">
                                              <p:val>
                                                <p:strVal val="#ppt_h"/>
                                              </p:val>
                                            </p:tav>
                                          </p:tavLst>
                                        </p:anim>
                                        <p:animEffect transition="in" filter="fade">
                                          <p:cBhvr>
                                            <p:cTn id="61" dur="750"/>
                                            <p:tgtEl>
                                              <p:spTgt spid="75"/>
                                            </p:tgtEl>
                                          </p:cBhvr>
                                        </p:animEffect>
                                      </p:childTnLst>
                                    </p:cTn>
                                  </p:par>
                                  <p:par>
                                    <p:cTn id="62" presetID="53" presetClass="entr" presetSubtype="16" fill="hold" grpId="0" nodeType="withEffect">
                                      <p:stCondLst>
                                        <p:cond delay="750"/>
                                      </p:stCondLst>
                                      <p:childTnLst>
                                        <p:set>
                                          <p:cBhvr>
                                            <p:cTn id="63" dur="1" fill="hold">
                                              <p:stCondLst>
                                                <p:cond delay="0"/>
                                              </p:stCondLst>
                                            </p:cTn>
                                            <p:tgtEl>
                                              <p:spTgt spid="25"/>
                                            </p:tgtEl>
                                            <p:attrNameLst>
                                              <p:attrName>style.visibility</p:attrName>
                                            </p:attrNameLst>
                                          </p:cBhvr>
                                          <p:to>
                                            <p:strVal val="visible"/>
                                          </p:to>
                                        </p:set>
                                        <p:anim calcmode="lin" valueType="num">
                                          <p:cBhvr>
                                            <p:cTn id="64" dur="500" fill="hold"/>
                                            <p:tgtEl>
                                              <p:spTgt spid="25"/>
                                            </p:tgtEl>
                                            <p:attrNameLst>
                                              <p:attrName>ppt_w</p:attrName>
                                            </p:attrNameLst>
                                          </p:cBhvr>
                                          <p:tavLst>
                                            <p:tav tm="0">
                                              <p:val>
                                                <p:fltVal val="0"/>
                                              </p:val>
                                            </p:tav>
                                            <p:tav tm="100000">
                                              <p:val>
                                                <p:strVal val="#ppt_w"/>
                                              </p:val>
                                            </p:tav>
                                          </p:tavLst>
                                        </p:anim>
                                        <p:anim calcmode="lin" valueType="num">
                                          <p:cBhvr>
                                            <p:cTn id="65" dur="500" fill="hold"/>
                                            <p:tgtEl>
                                              <p:spTgt spid="25"/>
                                            </p:tgtEl>
                                            <p:attrNameLst>
                                              <p:attrName>ppt_h</p:attrName>
                                            </p:attrNameLst>
                                          </p:cBhvr>
                                          <p:tavLst>
                                            <p:tav tm="0">
                                              <p:val>
                                                <p:fltVal val="0"/>
                                              </p:val>
                                            </p:tav>
                                            <p:tav tm="100000">
                                              <p:val>
                                                <p:strVal val="#ppt_h"/>
                                              </p:val>
                                            </p:tav>
                                          </p:tavLst>
                                        </p:anim>
                                        <p:animEffect transition="in" filter="fade">
                                          <p:cBhvr>
                                            <p:cTn id="66" dur="500"/>
                                            <p:tgtEl>
                                              <p:spTgt spid="25"/>
                                            </p:tgtEl>
                                          </p:cBhvr>
                                        </p:animEffect>
                                      </p:childTnLst>
                                    </p:cTn>
                                  </p:par>
                                  <p:par>
                                    <p:cTn id="67" presetID="53" presetClass="entr" presetSubtype="16" fill="hold" grpId="0" nodeType="withEffect">
                                      <p:stCondLst>
                                        <p:cond delay="1000"/>
                                      </p:stCondLst>
                                      <p:childTnLst>
                                        <p:set>
                                          <p:cBhvr>
                                            <p:cTn id="68" dur="1" fill="hold">
                                              <p:stCondLst>
                                                <p:cond delay="0"/>
                                              </p:stCondLst>
                                            </p:cTn>
                                            <p:tgtEl>
                                              <p:spTgt spid="26"/>
                                            </p:tgtEl>
                                            <p:attrNameLst>
                                              <p:attrName>style.visibility</p:attrName>
                                            </p:attrNameLst>
                                          </p:cBhvr>
                                          <p:to>
                                            <p:strVal val="visible"/>
                                          </p:to>
                                        </p:set>
                                        <p:anim calcmode="lin" valueType="num">
                                          <p:cBhvr>
                                            <p:cTn id="69" dur="500" fill="hold"/>
                                            <p:tgtEl>
                                              <p:spTgt spid="26"/>
                                            </p:tgtEl>
                                            <p:attrNameLst>
                                              <p:attrName>ppt_w</p:attrName>
                                            </p:attrNameLst>
                                          </p:cBhvr>
                                          <p:tavLst>
                                            <p:tav tm="0">
                                              <p:val>
                                                <p:fltVal val="0"/>
                                              </p:val>
                                            </p:tav>
                                            <p:tav tm="100000">
                                              <p:val>
                                                <p:strVal val="#ppt_w"/>
                                              </p:val>
                                            </p:tav>
                                          </p:tavLst>
                                        </p:anim>
                                        <p:anim calcmode="lin" valueType="num">
                                          <p:cBhvr>
                                            <p:cTn id="70" dur="500" fill="hold"/>
                                            <p:tgtEl>
                                              <p:spTgt spid="26"/>
                                            </p:tgtEl>
                                            <p:attrNameLst>
                                              <p:attrName>ppt_h</p:attrName>
                                            </p:attrNameLst>
                                          </p:cBhvr>
                                          <p:tavLst>
                                            <p:tav tm="0">
                                              <p:val>
                                                <p:fltVal val="0"/>
                                              </p:val>
                                            </p:tav>
                                            <p:tav tm="100000">
                                              <p:val>
                                                <p:strVal val="#ppt_h"/>
                                              </p:val>
                                            </p:tav>
                                          </p:tavLst>
                                        </p:anim>
                                        <p:animEffect transition="in" filter="fade">
                                          <p:cBhvr>
                                            <p:cTn id="71" dur="500"/>
                                            <p:tgtEl>
                                              <p:spTgt spid="26"/>
                                            </p:tgtEl>
                                          </p:cBhvr>
                                        </p:animEffect>
                                      </p:childTnLst>
                                    </p:cTn>
                                  </p:par>
                                  <p:par>
                                    <p:cTn id="72" presetID="53" presetClass="entr" presetSubtype="16" fill="hold" grpId="0" nodeType="withEffect">
                                      <p:stCondLst>
                                        <p:cond delay="1250"/>
                                      </p:stCondLst>
                                      <p:childTnLst>
                                        <p:set>
                                          <p:cBhvr>
                                            <p:cTn id="73" dur="1" fill="hold">
                                              <p:stCondLst>
                                                <p:cond delay="0"/>
                                              </p:stCondLst>
                                            </p:cTn>
                                            <p:tgtEl>
                                              <p:spTgt spid="27"/>
                                            </p:tgtEl>
                                            <p:attrNameLst>
                                              <p:attrName>style.visibility</p:attrName>
                                            </p:attrNameLst>
                                          </p:cBhvr>
                                          <p:to>
                                            <p:strVal val="visible"/>
                                          </p:to>
                                        </p:set>
                                        <p:anim calcmode="lin" valueType="num">
                                          <p:cBhvr>
                                            <p:cTn id="74" dur="500" fill="hold"/>
                                            <p:tgtEl>
                                              <p:spTgt spid="27"/>
                                            </p:tgtEl>
                                            <p:attrNameLst>
                                              <p:attrName>ppt_w</p:attrName>
                                            </p:attrNameLst>
                                          </p:cBhvr>
                                          <p:tavLst>
                                            <p:tav tm="0">
                                              <p:val>
                                                <p:fltVal val="0"/>
                                              </p:val>
                                            </p:tav>
                                            <p:tav tm="100000">
                                              <p:val>
                                                <p:strVal val="#ppt_w"/>
                                              </p:val>
                                            </p:tav>
                                          </p:tavLst>
                                        </p:anim>
                                        <p:anim calcmode="lin" valueType="num">
                                          <p:cBhvr>
                                            <p:cTn id="75" dur="500" fill="hold"/>
                                            <p:tgtEl>
                                              <p:spTgt spid="27"/>
                                            </p:tgtEl>
                                            <p:attrNameLst>
                                              <p:attrName>ppt_h</p:attrName>
                                            </p:attrNameLst>
                                          </p:cBhvr>
                                          <p:tavLst>
                                            <p:tav tm="0">
                                              <p:val>
                                                <p:fltVal val="0"/>
                                              </p:val>
                                            </p:tav>
                                            <p:tav tm="100000">
                                              <p:val>
                                                <p:strVal val="#ppt_h"/>
                                              </p:val>
                                            </p:tav>
                                          </p:tavLst>
                                        </p:anim>
                                        <p:animEffect transition="in" filter="fade">
                                          <p:cBhvr>
                                            <p:cTn id="76" dur="500"/>
                                            <p:tgtEl>
                                              <p:spTgt spid="27"/>
                                            </p:tgtEl>
                                          </p:cBhvr>
                                        </p:animEffect>
                                      </p:childTnLst>
                                    </p:cTn>
                                  </p:par>
                                  <p:par>
                                    <p:cTn id="77" presetID="53" presetClass="entr" presetSubtype="16" fill="hold" grpId="0" nodeType="withEffect">
                                      <p:stCondLst>
                                        <p:cond delay="1500"/>
                                      </p:stCondLst>
                                      <p:childTnLst>
                                        <p:set>
                                          <p:cBhvr>
                                            <p:cTn id="78" dur="1" fill="hold">
                                              <p:stCondLst>
                                                <p:cond delay="0"/>
                                              </p:stCondLst>
                                            </p:cTn>
                                            <p:tgtEl>
                                              <p:spTgt spid="30"/>
                                            </p:tgtEl>
                                            <p:attrNameLst>
                                              <p:attrName>style.visibility</p:attrName>
                                            </p:attrNameLst>
                                          </p:cBhvr>
                                          <p:to>
                                            <p:strVal val="visible"/>
                                          </p:to>
                                        </p:set>
                                        <p:anim calcmode="lin" valueType="num">
                                          <p:cBhvr>
                                            <p:cTn id="79" dur="500" fill="hold"/>
                                            <p:tgtEl>
                                              <p:spTgt spid="30"/>
                                            </p:tgtEl>
                                            <p:attrNameLst>
                                              <p:attrName>ppt_w</p:attrName>
                                            </p:attrNameLst>
                                          </p:cBhvr>
                                          <p:tavLst>
                                            <p:tav tm="0">
                                              <p:val>
                                                <p:fltVal val="0"/>
                                              </p:val>
                                            </p:tav>
                                            <p:tav tm="100000">
                                              <p:val>
                                                <p:strVal val="#ppt_w"/>
                                              </p:val>
                                            </p:tav>
                                          </p:tavLst>
                                        </p:anim>
                                        <p:anim calcmode="lin" valueType="num">
                                          <p:cBhvr>
                                            <p:cTn id="80" dur="500" fill="hold"/>
                                            <p:tgtEl>
                                              <p:spTgt spid="30"/>
                                            </p:tgtEl>
                                            <p:attrNameLst>
                                              <p:attrName>ppt_h</p:attrName>
                                            </p:attrNameLst>
                                          </p:cBhvr>
                                          <p:tavLst>
                                            <p:tav tm="0">
                                              <p:val>
                                                <p:fltVal val="0"/>
                                              </p:val>
                                            </p:tav>
                                            <p:tav tm="100000">
                                              <p:val>
                                                <p:strVal val="#ppt_h"/>
                                              </p:val>
                                            </p:tav>
                                          </p:tavLst>
                                        </p:anim>
                                        <p:animEffect transition="in" filter="fade">
                                          <p:cBhvr>
                                            <p:cTn id="81" dur="500"/>
                                            <p:tgtEl>
                                              <p:spTgt spid="30"/>
                                            </p:tgtEl>
                                          </p:cBhvr>
                                        </p:animEffect>
                                      </p:childTnLst>
                                    </p:cTn>
                                  </p:par>
                                  <p:par>
                                    <p:cTn id="82" presetID="53" presetClass="entr" presetSubtype="16" fill="hold" grpId="0" nodeType="withEffect">
                                      <p:stCondLst>
                                        <p:cond delay="1750"/>
                                      </p:stCondLst>
                                      <p:childTnLst>
                                        <p:set>
                                          <p:cBhvr>
                                            <p:cTn id="83" dur="1" fill="hold">
                                              <p:stCondLst>
                                                <p:cond delay="0"/>
                                              </p:stCondLst>
                                            </p:cTn>
                                            <p:tgtEl>
                                              <p:spTgt spid="28"/>
                                            </p:tgtEl>
                                            <p:attrNameLst>
                                              <p:attrName>style.visibility</p:attrName>
                                            </p:attrNameLst>
                                          </p:cBhvr>
                                          <p:to>
                                            <p:strVal val="visible"/>
                                          </p:to>
                                        </p:set>
                                        <p:anim calcmode="lin" valueType="num">
                                          <p:cBhvr>
                                            <p:cTn id="84" dur="500" fill="hold"/>
                                            <p:tgtEl>
                                              <p:spTgt spid="28"/>
                                            </p:tgtEl>
                                            <p:attrNameLst>
                                              <p:attrName>ppt_w</p:attrName>
                                            </p:attrNameLst>
                                          </p:cBhvr>
                                          <p:tavLst>
                                            <p:tav tm="0">
                                              <p:val>
                                                <p:fltVal val="0"/>
                                              </p:val>
                                            </p:tav>
                                            <p:tav tm="100000">
                                              <p:val>
                                                <p:strVal val="#ppt_w"/>
                                              </p:val>
                                            </p:tav>
                                          </p:tavLst>
                                        </p:anim>
                                        <p:anim calcmode="lin" valueType="num">
                                          <p:cBhvr>
                                            <p:cTn id="85" dur="500" fill="hold"/>
                                            <p:tgtEl>
                                              <p:spTgt spid="28"/>
                                            </p:tgtEl>
                                            <p:attrNameLst>
                                              <p:attrName>ppt_h</p:attrName>
                                            </p:attrNameLst>
                                          </p:cBhvr>
                                          <p:tavLst>
                                            <p:tav tm="0">
                                              <p:val>
                                                <p:fltVal val="0"/>
                                              </p:val>
                                            </p:tav>
                                            <p:tav tm="100000">
                                              <p:val>
                                                <p:strVal val="#ppt_h"/>
                                              </p:val>
                                            </p:tav>
                                          </p:tavLst>
                                        </p:anim>
                                        <p:animEffect transition="in" filter="fade">
                                          <p:cBhvr>
                                            <p:cTn id="86" dur="500"/>
                                            <p:tgtEl>
                                              <p:spTgt spid="28"/>
                                            </p:tgtEl>
                                          </p:cBhvr>
                                        </p:animEffect>
                                      </p:childTnLst>
                                    </p:cTn>
                                  </p:par>
                                  <p:par>
                                    <p:cTn id="87" presetID="53" presetClass="entr" presetSubtype="16" fill="hold" grpId="0" nodeType="withEffect">
                                      <p:stCondLst>
                                        <p:cond delay="2000"/>
                                      </p:stCondLst>
                                      <p:childTnLst>
                                        <p:set>
                                          <p:cBhvr>
                                            <p:cTn id="88" dur="1" fill="hold">
                                              <p:stCondLst>
                                                <p:cond delay="0"/>
                                              </p:stCondLst>
                                            </p:cTn>
                                            <p:tgtEl>
                                              <p:spTgt spid="29"/>
                                            </p:tgtEl>
                                            <p:attrNameLst>
                                              <p:attrName>style.visibility</p:attrName>
                                            </p:attrNameLst>
                                          </p:cBhvr>
                                          <p:to>
                                            <p:strVal val="visible"/>
                                          </p:to>
                                        </p:set>
                                        <p:anim calcmode="lin" valueType="num">
                                          <p:cBhvr>
                                            <p:cTn id="89" dur="500" fill="hold"/>
                                            <p:tgtEl>
                                              <p:spTgt spid="29"/>
                                            </p:tgtEl>
                                            <p:attrNameLst>
                                              <p:attrName>ppt_w</p:attrName>
                                            </p:attrNameLst>
                                          </p:cBhvr>
                                          <p:tavLst>
                                            <p:tav tm="0">
                                              <p:val>
                                                <p:fltVal val="0"/>
                                              </p:val>
                                            </p:tav>
                                            <p:tav tm="100000">
                                              <p:val>
                                                <p:strVal val="#ppt_w"/>
                                              </p:val>
                                            </p:tav>
                                          </p:tavLst>
                                        </p:anim>
                                        <p:anim calcmode="lin" valueType="num">
                                          <p:cBhvr>
                                            <p:cTn id="90" dur="500" fill="hold"/>
                                            <p:tgtEl>
                                              <p:spTgt spid="29"/>
                                            </p:tgtEl>
                                            <p:attrNameLst>
                                              <p:attrName>ppt_h</p:attrName>
                                            </p:attrNameLst>
                                          </p:cBhvr>
                                          <p:tavLst>
                                            <p:tav tm="0">
                                              <p:val>
                                                <p:fltVal val="0"/>
                                              </p:val>
                                            </p:tav>
                                            <p:tav tm="100000">
                                              <p:val>
                                                <p:strVal val="#ppt_h"/>
                                              </p:val>
                                            </p:tav>
                                          </p:tavLst>
                                        </p:anim>
                                        <p:animEffect transition="in" filter="fade">
                                          <p:cBhvr>
                                            <p:cTn id="91" dur="500"/>
                                            <p:tgtEl>
                                              <p:spTgt spid="29"/>
                                            </p:tgtEl>
                                          </p:cBhvr>
                                        </p:animEffect>
                                      </p:childTnLst>
                                    </p:cTn>
                                  </p:par>
                                  <p:par>
                                    <p:cTn id="92" presetID="2" presetClass="entr" presetSubtype="4" fill="hold" nodeType="withEffect" p14:presetBounceEnd="67000">
                                      <p:stCondLst>
                                        <p:cond delay="1250"/>
                                      </p:stCondLst>
                                      <p:childTnLst>
                                        <p:set>
                                          <p:cBhvr>
                                            <p:cTn id="93" dur="1" fill="hold">
                                              <p:stCondLst>
                                                <p:cond delay="0"/>
                                              </p:stCondLst>
                                            </p:cTn>
                                            <p:tgtEl>
                                              <p:spTgt spid="2"/>
                                            </p:tgtEl>
                                            <p:attrNameLst>
                                              <p:attrName>style.visibility</p:attrName>
                                            </p:attrNameLst>
                                          </p:cBhvr>
                                          <p:to>
                                            <p:strVal val="visible"/>
                                          </p:to>
                                        </p:set>
                                        <p:anim calcmode="lin" valueType="num" p14:bounceEnd="67000">
                                          <p:cBhvr additive="base">
                                            <p:cTn id="94" dur="1000" fill="hold"/>
                                            <p:tgtEl>
                                              <p:spTgt spid="2"/>
                                            </p:tgtEl>
                                            <p:attrNameLst>
                                              <p:attrName>ppt_x</p:attrName>
                                            </p:attrNameLst>
                                          </p:cBhvr>
                                          <p:tavLst>
                                            <p:tav tm="0">
                                              <p:val>
                                                <p:strVal val="#ppt_x"/>
                                              </p:val>
                                            </p:tav>
                                            <p:tav tm="100000">
                                              <p:val>
                                                <p:strVal val="#ppt_x"/>
                                              </p:val>
                                            </p:tav>
                                          </p:tavLst>
                                        </p:anim>
                                        <p:anim calcmode="lin" valueType="num" p14:bounceEnd="67000">
                                          <p:cBhvr additive="base">
                                            <p:cTn id="95" dur="1000" fill="hold"/>
                                            <p:tgtEl>
                                              <p:spTgt spid="2"/>
                                            </p:tgtEl>
                                            <p:attrNameLst>
                                              <p:attrName>ppt_y</p:attrName>
                                            </p:attrNameLst>
                                          </p:cBhvr>
                                          <p:tavLst>
                                            <p:tav tm="0">
                                              <p:val>
                                                <p:strVal val="1+#ppt_h/2"/>
                                              </p:val>
                                            </p:tav>
                                            <p:tav tm="100000">
                                              <p:val>
                                                <p:strVal val="#ppt_y"/>
                                              </p:val>
                                            </p:tav>
                                          </p:tavLst>
                                        </p:anim>
                                      </p:childTnLst>
                                    </p:cTn>
                                  </p:par>
                                  <p:par>
                                    <p:cTn id="96" presetID="2" presetClass="entr" presetSubtype="4" fill="hold" nodeType="withEffect" p14:presetBounceEnd="67000">
                                      <p:stCondLst>
                                        <p:cond delay="1500"/>
                                      </p:stCondLst>
                                      <p:childTnLst>
                                        <p:set>
                                          <p:cBhvr>
                                            <p:cTn id="97" dur="1" fill="hold">
                                              <p:stCondLst>
                                                <p:cond delay="0"/>
                                              </p:stCondLst>
                                            </p:cTn>
                                            <p:tgtEl>
                                              <p:spTgt spid="3"/>
                                            </p:tgtEl>
                                            <p:attrNameLst>
                                              <p:attrName>style.visibility</p:attrName>
                                            </p:attrNameLst>
                                          </p:cBhvr>
                                          <p:to>
                                            <p:strVal val="visible"/>
                                          </p:to>
                                        </p:set>
                                        <p:anim calcmode="lin" valueType="num" p14:bounceEnd="67000">
                                          <p:cBhvr additive="base">
                                            <p:cTn id="98" dur="1000" fill="hold"/>
                                            <p:tgtEl>
                                              <p:spTgt spid="3"/>
                                            </p:tgtEl>
                                            <p:attrNameLst>
                                              <p:attrName>ppt_x</p:attrName>
                                            </p:attrNameLst>
                                          </p:cBhvr>
                                          <p:tavLst>
                                            <p:tav tm="0">
                                              <p:val>
                                                <p:strVal val="#ppt_x"/>
                                              </p:val>
                                            </p:tav>
                                            <p:tav tm="100000">
                                              <p:val>
                                                <p:strVal val="#ppt_x"/>
                                              </p:val>
                                            </p:tav>
                                          </p:tavLst>
                                        </p:anim>
                                        <p:anim calcmode="lin" valueType="num" p14:bounceEnd="67000">
                                          <p:cBhvr additive="base">
                                            <p:cTn id="99" dur="1000" fill="hold"/>
                                            <p:tgtEl>
                                              <p:spTgt spid="3"/>
                                            </p:tgtEl>
                                            <p:attrNameLst>
                                              <p:attrName>ppt_y</p:attrName>
                                            </p:attrNameLst>
                                          </p:cBhvr>
                                          <p:tavLst>
                                            <p:tav tm="0">
                                              <p:val>
                                                <p:strVal val="1+#ppt_h/2"/>
                                              </p:val>
                                            </p:tav>
                                            <p:tav tm="100000">
                                              <p:val>
                                                <p:strVal val="#ppt_y"/>
                                              </p:val>
                                            </p:tav>
                                          </p:tavLst>
                                        </p:anim>
                                      </p:childTnLst>
                                    </p:cTn>
                                  </p:par>
                                  <p:par>
                                    <p:cTn id="100" presetID="2" presetClass="entr" presetSubtype="4" fill="hold" nodeType="withEffect" p14:presetBounceEnd="67000">
                                      <p:stCondLst>
                                        <p:cond delay="1750"/>
                                      </p:stCondLst>
                                      <p:childTnLst>
                                        <p:set>
                                          <p:cBhvr>
                                            <p:cTn id="101" dur="1" fill="hold">
                                              <p:stCondLst>
                                                <p:cond delay="0"/>
                                              </p:stCondLst>
                                            </p:cTn>
                                            <p:tgtEl>
                                              <p:spTgt spid="4"/>
                                            </p:tgtEl>
                                            <p:attrNameLst>
                                              <p:attrName>style.visibility</p:attrName>
                                            </p:attrNameLst>
                                          </p:cBhvr>
                                          <p:to>
                                            <p:strVal val="visible"/>
                                          </p:to>
                                        </p:set>
                                        <p:anim calcmode="lin" valueType="num" p14:bounceEnd="67000">
                                          <p:cBhvr additive="base">
                                            <p:cTn id="102" dur="1000" fill="hold"/>
                                            <p:tgtEl>
                                              <p:spTgt spid="4"/>
                                            </p:tgtEl>
                                            <p:attrNameLst>
                                              <p:attrName>ppt_x</p:attrName>
                                            </p:attrNameLst>
                                          </p:cBhvr>
                                          <p:tavLst>
                                            <p:tav tm="0">
                                              <p:val>
                                                <p:strVal val="#ppt_x"/>
                                              </p:val>
                                            </p:tav>
                                            <p:tav tm="100000">
                                              <p:val>
                                                <p:strVal val="#ppt_x"/>
                                              </p:val>
                                            </p:tav>
                                          </p:tavLst>
                                        </p:anim>
                                        <p:anim calcmode="lin" valueType="num" p14:bounceEnd="67000">
                                          <p:cBhvr additive="base">
                                            <p:cTn id="103" dur="1000" fill="hold"/>
                                            <p:tgtEl>
                                              <p:spTgt spid="4"/>
                                            </p:tgtEl>
                                            <p:attrNameLst>
                                              <p:attrName>ppt_y</p:attrName>
                                            </p:attrNameLst>
                                          </p:cBhvr>
                                          <p:tavLst>
                                            <p:tav tm="0">
                                              <p:val>
                                                <p:strVal val="1+#ppt_h/2"/>
                                              </p:val>
                                            </p:tav>
                                            <p:tav tm="100000">
                                              <p:val>
                                                <p:strVal val="#ppt_y"/>
                                              </p:val>
                                            </p:tav>
                                          </p:tavLst>
                                        </p:anim>
                                      </p:childTnLst>
                                    </p:cTn>
                                  </p:par>
                                  <p:par>
                                    <p:cTn id="104" presetID="2" presetClass="entr" presetSubtype="1" fill="hold" nodeType="withEffect" p14:presetBounceEnd="67000">
                                      <p:stCondLst>
                                        <p:cond delay="2000"/>
                                      </p:stCondLst>
                                      <p:childTnLst>
                                        <p:set>
                                          <p:cBhvr>
                                            <p:cTn id="105" dur="1" fill="hold">
                                              <p:stCondLst>
                                                <p:cond delay="0"/>
                                              </p:stCondLst>
                                            </p:cTn>
                                            <p:tgtEl>
                                              <p:spTgt spid="5"/>
                                            </p:tgtEl>
                                            <p:attrNameLst>
                                              <p:attrName>style.visibility</p:attrName>
                                            </p:attrNameLst>
                                          </p:cBhvr>
                                          <p:to>
                                            <p:strVal val="visible"/>
                                          </p:to>
                                        </p:set>
                                        <p:anim calcmode="lin" valueType="num" p14:bounceEnd="67000">
                                          <p:cBhvr additive="base">
                                            <p:cTn id="106" dur="1000" fill="hold"/>
                                            <p:tgtEl>
                                              <p:spTgt spid="5"/>
                                            </p:tgtEl>
                                            <p:attrNameLst>
                                              <p:attrName>ppt_x</p:attrName>
                                            </p:attrNameLst>
                                          </p:cBhvr>
                                          <p:tavLst>
                                            <p:tav tm="0">
                                              <p:val>
                                                <p:strVal val="#ppt_x"/>
                                              </p:val>
                                            </p:tav>
                                            <p:tav tm="100000">
                                              <p:val>
                                                <p:strVal val="#ppt_x"/>
                                              </p:val>
                                            </p:tav>
                                          </p:tavLst>
                                        </p:anim>
                                        <p:anim calcmode="lin" valueType="num" p14:bounceEnd="67000">
                                          <p:cBhvr additive="base">
                                            <p:cTn id="107" dur="1000" fill="hold"/>
                                            <p:tgtEl>
                                              <p:spTgt spid="5"/>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14:presetBounceEnd="67000">
                                      <p:stCondLst>
                                        <p:cond delay="2250"/>
                                      </p:stCondLst>
                                      <p:childTnLst>
                                        <p:set>
                                          <p:cBhvr>
                                            <p:cTn id="109" dur="1" fill="hold">
                                              <p:stCondLst>
                                                <p:cond delay="0"/>
                                              </p:stCondLst>
                                            </p:cTn>
                                            <p:tgtEl>
                                              <p:spTgt spid="37"/>
                                            </p:tgtEl>
                                            <p:attrNameLst>
                                              <p:attrName>style.visibility</p:attrName>
                                            </p:attrNameLst>
                                          </p:cBhvr>
                                          <p:to>
                                            <p:strVal val="visible"/>
                                          </p:to>
                                        </p:set>
                                        <p:anim calcmode="lin" valueType="num" p14:bounceEnd="67000">
                                          <p:cBhvr additive="base">
                                            <p:cTn id="110" dur="1000" fill="hold"/>
                                            <p:tgtEl>
                                              <p:spTgt spid="37"/>
                                            </p:tgtEl>
                                            <p:attrNameLst>
                                              <p:attrName>ppt_x</p:attrName>
                                            </p:attrNameLst>
                                          </p:cBhvr>
                                          <p:tavLst>
                                            <p:tav tm="0">
                                              <p:val>
                                                <p:strVal val="#ppt_x"/>
                                              </p:val>
                                            </p:tav>
                                            <p:tav tm="100000">
                                              <p:val>
                                                <p:strVal val="#ppt_x"/>
                                              </p:val>
                                            </p:tav>
                                          </p:tavLst>
                                        </p:anim>
                                        <p:anim calcmode="lin" valueType="num" p14:bounceEnd="67000">
                                          <p:cBhvr additive="base">
                                            <p:cTn id="111" dur="1000" fill="hold"/>
                                            <p:tgtEl>
                                              <p:spTgt spid="37"/>
                                            </p:tgtEl>
                                            <p:attrNameLst>
                                              <p:attrName>ppt_y</p:attrName>
                                            </p:attrNameLst>
                                          </p:cBhvr>
                                          <p:tavLst>
                                            <p:tav tm="0">
                                              <p:val>
                                                <p:strVal val="0-#ppt_h/2"/>
                                              </p:val>
                                            </p:tav>
                                            <p:tav tm="100000">
                                              <p:val>
                                                <p:strVal val="#ppt_y"/>
                                              </p:val>
                                            </p:tav>
                                          </p:tavLst>
                                        </p:anim>
                                      </p:childTnLst>
                                    </p:cTn>
                                  </p:par>
                                  <p:par>
                                    <p:cTn id="112" presetID="2" presetClass="entr" presetSubtype="1" fill="hold" nodeType="withEffect" p14:presetBounceEnd="67000">
                                      <p:stCondLst>
                                        <p:cond delay="2500"/>
                                      </p:stCondLst>
                                      <p:childTnLst>
                                        <p:set>
                                          <p:cBhvr>
                                            <p:cTn id="113" dur="1" fill="hold">
                                              <p:stCondLst>
                                                <p:cond delay="0"/>
                                              </p:stCondLst>
                                            </p:cTn>
                                            <p:tgtEl>
                                              <p:spTgt spid="38"/>
                                            </p:tgtEl>
                                            <p:attrNameLst>
                                              <p:attrName>style.visibility</p:attrName>
                                            </p:attrNameLst>
                                          </p:cBhvr>
                                          <p:to>
                                            <p:strVal val="visible"/>
                                          </p:to>
                                        </p:set>
                                        <p:anim calcmode="lin" valueType="num" p14:bounceEnd="67000">
                                          <p:cBhvr additive="base">
                                            <p:cTn id="114" dur="1000" fill="hold"/>
                                            <p:tgtEl>
                                              <p:spTgt spid="38"/>
                                            </p:tgtEl>
                                            <p:attrNameLst>
                                              <p:attrName>ppt_x</p:attrName>
                                            </p:attrNameLst>
                                          </p:cBhvr>
                                          <p:tavLst>
                                            <p:tav tm="0">
                                              <p:val>
                                                <p:strVal val="#ppt_x"/>
                                              </p:val>
                                            </p:tav>
                                            <p:tav tm="100000">
                                              <p:val>
                                                <p:strVal val="#ppt_x"/>
                                              </p:val>
                                            </p:tav>
                                          </p:tavLst>
                                        </p:anim>
                                        <p:anim calcmode="lin" valueType="num" p14:bounceEnd="67000">
                                          <p:cBhvr additive="base">
                                            <p:cTn id="115" dur="1000" fill="hold"/>
                                            <p:tgtEl>
                                              <p:spTgt spid="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7" grpId="0" animBg="1"/>
          <p:bldP spid="73" grpId="0" animBg="1"/>
          <p:bldP spid="72" grpId="0" animBg="1"/>
          <p:bldP spid="74" grpId="0" animBg="1"/>
          <p:bldP spid="76" grpId="0" animBg="1"/>
          <p:bldP spid="75" grpId="0" animBg="1"/>
          <p:bldP spid="25" grpId="0"/>
          <p:bldP spid="26" grpId="0"/>
          <p:bldP spid="27" grpId="0"/>
          <p:bldP spid="28" grpId="0"/>
          <p:bldP spid="29" grpId="0"/>
          <p:bldP spid="30"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1000"/>
                                            <p:tgtEl>
                                              <p:spTgt spid="6"/>
                                            </p:tgtEl>
                                          </p:cBhvr>
                                        </p:animEffect>
                                      </p:childTnLst>
                                    </p:cTn>
                                  </p:par>
                                  <p:par>
                                    <p:cTn id="8" presetID="2" presetClass="entr" presetSubtype="1" fill="hold" nodeType="withEffect">
                                      <p:stCondLst>
                                        <p:cond delay="250"/>
                                      </p:stCondLst>
                                      <p:childTnLst>
                                        <p:set>
                                          <p:cBhvr>
                                            <p:cTn id="9" dur="1" fill="hold">
                                              <p:stCondLst>
                                                <p:cond delay="0"/>
                                              </p:stCondLst>
                                            </p:cTn>
                                            <p:tgtEl>
                                              <p:spTgt spid="57"/>
                                            </p:tgtEl>
                                            <p:attrNameLst>
                                              <p:attrName>style.visibility</p:attrName>
                                            </p:attrNameLst>
                                          </p:cBhvr>
                                          <p:to>
                                            <p:strVal val="visible"/>
                                          </p:to>
                                        </p:set>
                                        <p:anim calcmode="lin" valueType="num">
                                          <p:cBhvr additive="base">
                                            <p:cTn id="10" dur="1000" fill="hold"/>
                                            <p:tgtEl>
                                              <p:spTgt spid="57"/>
                                            </p:tgtEl>
                                            <p:attrNameLst>
                                              <p:attrName>ppt_x</p:attrName>
                                            </p:attrNameLst>
                                          </p:cBhvr>
                                          <p:tavLst>
                                            <p:tav tm="0">
                                              <p:val>
                                                <p:strVal val="#ppt_x"/>
                                              </p:val>
                                            </p:tav>
                                            <p:tav tm="100000">
                                              <p:val>
                                                <p:strVal val="#ppt_x"/>
                                              </p:val>
                                            </p:tav>
                                          </p:tavLst>
                                        </p:anim>
                                        <p:anim calcmode="lin" valueType="num">
                                          <p:cBhvr additive="base">
                                            <p:cTn id="11" dur="1000" fill="hold"/>
                                            <p:tgtEl>
                                              <p:spTgt spid="57"/>
                                            </p:tgtEl>
                                            <p:attrNameLst>
                                              <p:attrName>ppt_y</p:attrName>
                                            </p:attrNameLst>
                                          </p:cBhvr>
                                          <p:tavLst>
                                            <p:tav tm="0">
                                              <p:val>
                                                <p:strVal val="0-#ppt_h/2"/>
                                              </p:val>
                                            </p:tav>
                                            <p:tav tm="100000">
                                              <p:val>
                                                <p:strVal val="#ppt_y"/>
                                              </p:val>
                                            </p:tav>
                                          </p:tavLst>
                                        </p:anim>
                                      </p:childTnLst>
                                    </p:cTn>
                                  </p:par>
                                  <p:par>
                                    <p:cTn id="12" presetID="2" presetClass="entr" presetSubtype="1" fill="hold" nodeType="withEffect">
                                      <p:stCondLst>
                                        <p:cond delay="500"/>
                                      </p:stCondLst>
                                      <p:childTnLst>
                                        <p:set>
                                          <p:cBhvr>
                                            <p:cTn id="13" dur="1" fill="hold">
                                              <p:stCondLst>
                                                <p:cond delay="0"/>
                                              </p:stCondLst>
                                            </p:cTn>
                                            <p:tgtEl>
                                              <p:spTgt spid="60"/>
                                            </p:tgtEl>
                                            <p:attrNameLst>
                                              <p:attrName>style.visibility</p:attrName>
                                            </p:attrNameLst>
                                          </p:cBhvr>
                                          <p:to>
                                            <p:strVal val="visible"/>
                                          </p:to>
                                        </p:set>
                                        <p:anim calcmode="lin" valueType="num">
                                          <p:cBhvr additive="base">
                                            <p:cTn id="14" dur="1000" fill="hold"/>
                                            <p:tgtEl>
                                              <p:spTgt spid="60"/>
                                            </p:tgtEl>
                                            <p:attrNameLst>
                                              <p:attrName>ppt_x</p:attrName>
                                            </p:attrNameLst>
                                          </p:cBhvr>
                                          <p:tavLst>
                                            <p:tav tm="0">
                                              <p:val>
                                                <p:strVal val="#ppt_x"/>
                                              </p:val>
                                            </p:tav>
                                            <p:tav tm="100000">
                                              <p:val>
                                                <p:strVal val="#ppt_x"/>
                                              </p:val>
                                            </p:tav>
                                          </p:tavLst>
                                        </p:anim>
                                        <p:anim calcmode="lin" valueType="num">
                                          <p:cBhvr additive="base">
                                            <p:cTn id="15" dur="1000" fill="hold"/>
                                            <p:tgtEl>
                                              <p:spTgt spid="60"/>
                                            </p:tgtEl>
                                            <p:attrNameLst>
                                              <p:attrName>ppt_y</p:attrName>
                                            </p:attrNameLst>
                                          </p:cBhvr>
                                          <p:tavLst>
                                            <p:tav tm="0">
                                              <p:val>
                                                <p:strVal val="0-#ppt_h/2"/>
                                              </p:val>
                                            </p:tav>
                                            <p:tav tm="100000">
                                              <p:val>
                                                <p:strVal val="#ppt_y"/>
                                              </p:val>
                                            </p:tav>
                                          </p:tavLst>
                                        </p:anim>
                                      </p:childTnLst>
                                    </p:cTn>
                                  </p:par>
                                  <p:par>
                                    <p:cTn id="16" presetID="2" presetClass="entr" presetSubtype="1" fill="hold" nodeType="withEffect">
                                      <p:stCondLst>
                                        <p:cond delay="750"/>
                                      </p:stCondLst>
                                      <p:childTnLst>
                                        <p:set>
                                          <p:cBhvr>
                                            <p:cTn id="17" dur="1" fill="hold">
                                              <p:stCondLst>
                                                <p:cond delay="0"/>
                                              </p:stCondLst>
                                            </p:cTn>
                                            <p:tgtEl>
                                              <p:spTgt spid="67"/>
                                            </p:tgtEl>
                                            <p:attrNameLst>
                                              <p:attrName>style.visibility</p:attrName>
                                            </p:attrNameLst>
                                          </p:cBhvr>
                                          <p:to>
                                            <p:strVal val="visible"/>
                                          </p:to>
                                        </p:set>
                                        <p:anim calcmode="lin" valueType="num">
                                          <p:cBhvr additive="base">
                                            <p:cTn id="18" dur="1000" fill="hold"/>
                                            <p:tgtEl>
                                              <p:spTgt spid="67"/>
                                            </p:tgtEl>
                                            <p:attrNameLst>
                                              <p:attrName>ppt_x</p:attrName>
                                            </p:attrNameLst>
                                          </p:cBhvr>
                                          <p:tavLst>
                                            <p:tav tm="0">
                                              <p:val>
                                                <p:strVal val="#ppt_x"/>
                                              </p:val>
                                            </p:tav>
                                            <p:tav tm="100000">
                                              <p:val>
                                                <p:strVal val="#ppt_x"/>
                                              </p:val>
                                            </p:tav>
                                          </p:tavLst>
                                        </p:anim>
                                        <p:anim calcmode="lin" valueType="num">
                                          <p:cBhvr additive="base">
                                            <p:cTn id="19" dur="1000" fill="hold"/>
                                            <p:tgtEl>
                                              <p:spTgt spid="67"/>
                                            </p:tgtEl>
                                            <p:attrNameLst>
                                              <p:attrName>ppt_y</p:attrName>
                                            </p:attrNameLst>
                                          </p:cBhvr>
                                          <p:tavLst>
                                            <p:tav tm="0">
                                              <p:val>
                                                <p:strVal val="0-#ppt_h/2"/>
                                              </p:val>
                                            </p:tav>
                                            <p:tav tm="100000">
                                              <p:val>
                                                <p:strVal val="#ppt_y"/>
                                              </p:val>
                                            </p:tav>
                                          </p:tavLst>
                                        </p:anim>
                                      </p:childTnLst>
                                    </p:cTn>
                                  </p:par>
                                  <p:par>
                                    <p:cTn id="20" presetID="2" presetClass="entr" presetSubtype="1" fill="hold" nodeType="withEffect">
                                      <p:stCondLst>
                                        <p:cond delay="1000"/>
                                      </p:stCondLst>
                                      <p:childTnLst>
                                        <p:set>
                                          <p:cBhvr>
                                            <p:cTn id="21" dur="1" fill="hold">
                                              <p:stCondLst>
                                                <p:cond delay="0"/>
                                              </p:stCondLst>
                                            </p:cTn>
                                            <p:tgtEl>
                                              <p:spTgt spid="71"/>
                                            </p:tgtEl>
                                            <p:attrNameLst>
                                              <p:attrName>style.visibility</p:attrName>
                                            </p:attrNameLst>
                                          </p:cBhvr>
                                          <p:to>
                                            <p:strVal val="visible"/>
                                          </p:to>
                                        </p:set>
                                        <p:anim calcmode="lin" valueType="num">
                                          <p:cBhvr additive="base">
                                            <p:cTn id="22" dur="1000" fill="hold"/>
                                            <p:tgtEl>
                                              <p:spTgt spid="71"/>
                                            </p:tgtEl>
                                            <p:attrNameLst>
                                              <p:attrName>ppt_x</p:attrName>
                                            </p:attrNameLst>
                                          </p:cBhvr>
                                          <p:tavLst>
                                            <p:tav tm="0">
                                              <p:val>
                                                <p:strVal val="#ppt_x"/>
                                              </p:val>
                                            </p:tav>
                                            <p:tav tm="100000">
                                              <p:val>
                                                <p:strVal val="#ppt_x"/>
                                              </p:val>
                                            </p:tav>
                                          </p:tavLst>
                                        </p:anim>
                                        <p:anim calcmode="lin" valueType="num">
                                          <p:cBhvr additive="base">
                                            <p:cTn id="23" dur="1000" fill="hold"/>
                                            <p:tgtEl>
                                              <p:spTgt spid="71"/>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stCondLst>
                                        <p:cond delay="1250"/>
                                      </p:stCondLst>
                                      <p:childTnLst>
                                        <p:set>
                                          <p:cBhvr>
                                            <p:cTn id="25" dur="1" fill="hold">
                                              <p:stCondLst>
                                                <p:cond delay="0"/>
                                              </p:stCondLst>
                                            </p:cTn>
                                            <p:tgtEl>
                                              <p:spTgt spid="70"/>
                                            </p:tgtEl>
                                            <p:attrNameLst>
                                              <p:attrName>style.visibility</p:attrName>
                                            </p:attrNameLst>
                                          </p:cBhvr>
                                          <p:to>
                                            <p:strVal val="visible"/>
                                          </p:to>
                                        </p:set>
                                        <p:anim calcmode="lin" valueType="num">
                                          <p:cBhvr additive="base">
                                            <p:cTn id="26" dur="1000" fill="hold"/>
                                            <p:tgtEl>
                                              <p:spTgt spid="70"/>
                                            </p:tgtEl>
                                            <p:attrNameLst>
                                              <p:attrName>ppt_x</p:attrName>
                                            </p:attrNameLst>
                                          </p:cBhvr>
                                          <p:tavLst>
                                            <p:tav tm="0">
                                              <p:val>
                                                <p:strVal val="#ppt_x"/>
                                              </p:val>
                                            </p:tav>
                                            <p:tav tm="100000">
                                              <p:val>
                                                <p:strVal val="#ppt_x"/>
                                              </p:val>
                                            </p:tav>
                                          </p:tavLst>
                                        </p:anim>
                                        <p:anim calcmode="lin" valueType="num">
                                          <p:cBhvr additive="base">
                                            <p:cTn id="27" dur="1000" fill="hold"/>
                                            <p:tgtEl>
                                              <p:spTgt spid="70"/>
                                            </p:tgtEl>
                                            <p:attrNameLst>
                                              <p:attrName>ppt_y</p:attrName>
                                            </p:attrNameLst>
                                          </p:cBhvr>
                                          <p:tavLst>
                                            <p:tav tm="0">
                                              <p:val>
                                                <p:strVal val="0-#ppt_h/2"/>
                                              </p:val>
                                            </p:tav>
                                            <p:tav tm="100000">
                                              <p:val>
                                                <p:strVal val="#ppt_y"/>
                                              </p:val>
                                            </p:tav>
                                          </p:tavLst>
                                        </p:anim>
                                      </p:childTnLst>
                                    </p:cTn>
                                  </p:par>
                                  <p:par>
                                    <p:cTn id="28" presetID="2" presetClass="entr" presetSubtype="1" fill="hold" nodeType="withEffect">
                                      <p:stCondLst>
                                        <p:cond delay="1500"/>
                                      </p:stCondLst>
                                      <p:childTnLst>
                                        <p:set>
                                          <p:cBhvr>
                                            <p:cTn id="29" dur="1" fill="hold">
                                              <p:stCondLst>
                                                <p:cond delay="0"/>
                                              </p:stCondLst>
                                            </p:cTn>
                                            <p:tgtEl>
                                              <p:spTgt spid="54"/>
                                            </p:tgtEl>
                                            <p:attrNameLst>
                                              <p:attrName>style.visibility</p:attrName>
                                            </p:attrNameLst>
                                          </p:cBhvr>
                                          <p:to>
                                            <p:strVal val="visible"/>
                                          </p:to>
                                        </p:set>
                                        <p:anim calcmode="lin" valueType="num">
                                          <p:cBhvr additive="base">
                                            <p:cTn id="30" dur="1000" fill="hold"/>
                                            <p:tgtEl>
                                              <p:spTgt spid="54"/>
                                            </p:tgtEl>
                                            <p:attrNameLst>
                                              <p:attrName>ppt_x</p:attrName>
                                            </p:attrNameLst>
                                          </p:cBhvr>
                                          <p:tavLst>
                                            <p:tav tm="0">
                                              <p:val>
                                                <p:strVal val="#ppt_x"/>
                                              </p:val>
                                            </p:tav>
                                            <p:tav tm="100000">
                                              <p:val>
                                                <p:strVal val="#ppt_x"/>
                                              </p:val>
                                            </p:tav>
                                          </p:tavLst>
                                        </p:anim>
                                        <p:anim calcmode="lin" valueType="num">
                                          <p:cBhvr additive="base">
                                            <p:cTn id="31" dur="1000" fill="hold"/>
                                            <p:tgtEl>
                                              <p:spTgt spid="54"/>
                                            </p:tgtEl>
                                            <p:attrNameLst>
                                              <p:attrName>ppt_y</p:attrName>
                                            </p:attrNameLst>
                                          </p:cBhvr>
                                          <p:tavLst>
                                            <p:tav tm="0">
                                              <p:val>
                                                <p:strVal val="0-#ppt_h/2"/>
                                              </p:val>
                                            </p:tav>
                                            <p:tav tm="100000">
                                              <p:val>
                                                <p:strVal val="#ppt_y"/>
                                              </p:val>
                                            </p:tav>
                                          </p:tavLst>
                                        </p:anim>
                                      </p:childTnLst>
                                    </p:cTn>
                                  </p:par>
                                  <p:par>
                                    <p:cTn id="32" presetID="53" presetClass="entr" presetSubtype="16" fill="hold" grpId="0" nodeType="withEffect">
                                      <p:stCondLst>
                                        <p:cond delay="500"/>
                                      </p:stCondLst>
                                      <p:childTnLst>
                                        <p:set>
                                          <p:cBhvr>
                                            <p:cTn id="33" dur="1" fill="hold">
                                              <p:stCondLst>
                                                <p:cond delay="0"/>
                                              </p:stCondLst>
                                            </p:cTn>
                                            <p:tgtEl>
                                              <p:spTgt spid="72"/>
                                            </p:tgtEl>
                                            <p:attrNameLst>
                                              <p:attrName>style.visibility</p:attrName>
                                            </p:attrNameLst>
                                          </p:cBhvr>
                                          <p:to>
                                            <p:strVal val="visible"/>
                                          </p:to>
                                        </p:set>
                                        <p:anim calcmode="lin" valueType="num">
                                          <p:cBhvr>
                                            <p:cTn id="34" dur="750" fill="hold"/>
                                            <p:tgtEl>
                                              <p:spTgt spid="72"/>
                                            </p:tgtEl>
                                            <p:attrNameLst>
                                              <p:attrName>ppt_w</p:attrName>
                                            </p:attrNameLst>
                                          </p:cBhvr>
                                          <p:tavLst>
                                            <p:tav tm="0">
                                              <p:val>
                                                <p:fltVal val="0"/>
                                              </p:val>
                                            </p:tav>
                                            <p:tav tm="100000">
                                              <p:val>
                                                <p:strVal val="#ppt_w"/>
                                              </p:val>
                                            </p:tav>
                                          </p:tavLst>
                                        </p:anim>
                                        <p:anim calcmode="lin" valueType="num">
                                          <p:cBhvr>
                                            <p:cTn id="35" dur="750" fill="hold"/>
                                            <p:tgtEl>
                                              <p:spTgt spid="72"/>
                                            </p:tgtEl>
                                            <p:attrNameLst>
                                              <p:attrName>ppt_h</p:attrName>
                                            </p:attrNameLst>
                                          </p:cBhvr>
                                          <p:tavLst>
                                            <p:tav tm="0">
                                              <p:val>
                                                <p:fltVal val="0"/>
                                              </p:val>
                                            </p:tav>
                                            <p:tav tm="100000">
                                              <p:val>
                                                <p:strVal val="#ppt_h"/>
                                              </p:val>
                                            </p:tav>
                                          </p:tavLst>
                                        </p:anim>
                                        <p:animEffect transition="in" filter="fade">
                                          <p:cBhvr>
                                            <p:cTn id="36" dur="750"/>
                                            <p:tgtEl>
                                              <p:spTgt spid="72"/>
                                            </p:tgtEl>
                                          </p:cBhvr>
                                        </p:animEffect>
                                      </p:childTnLst>
                                    </p:cTn>
                                  </p:par>
                                  <p:par>
                                    <p:cTn id="37" presetID="53" presetClass="entr" presetSubtype="16" fill="hold" grpId="0" nodeType="withEffect">
                                      <p:stCondLst>
                                        <p:cond delay="750"/>
                                      </p:stCondLst>
                                      <p:childTnLst>
                                        <p:set>
                                          <p:cBhvr>
                                            <p:cTn id="38" dur="1" fill="hold">
                                              <p:stCondLst>
                                                <p:cond delay="0"/>
                                              </p:stCondLst>
                                            </p:cTn>
                                            <p:tgtEl>
                                              <p:spTgt spid="73"/>
                                            </p:tgtEl>
                                            <p:attrNameLst>
                                              <p:attrName>style.visibility</p:attrName>
                                            </p:attrNameLst>
                                          </p:cBhvr>
                                          <p:to>
                                            <p:strVal val="visible"/>
                                          </p:to>
                                        </p:set>
                                        <p:anim calcmode="lin" valueType="num">
                                          <p:cBhvr>
                                            <p:cTn id="39" dur="750" fill="hold"/>
                                            <p:tgtEl>
                                              <p:spTgt spid="73"/>
                                            </p:tgtEl>
                                            <p:attrNameLst>
                                              <p:attrName>ppt_w</p:attrName>
                                            </p:attrNameLst>
                                          </p:cBhvr>
                                          <p:tavLst>
                                            <p:tav tm="0">
                                              <p:val>
                                                <p:fltVal val="0"/>
                                              </p:val>
                                            </p:tav>
                                            <p:tav tm="100000">
                                              <p:val>
                                                <p:strVal val="#ppt_w"/>
                                              </p:val>
                                            </p:tav>
                                          </p:tavLst>
                                        </p:anim>
                                        <p:anim calcmode="lin" valueType="num">
                                          <p:cBhvr>
                                            <p:cTn id="40" dur="750" fill="hold"/>
                                            <p:tgtEl>
                                              <p:spTgt spid="73"/>
                                            </p:tgtEl>
                                            <p:attrNameLst>
                                              <p:attrName>ppt_h</p:attrName>
                                            </p:attrNameLst>
                                          </p:cBhvr>
                                          <p:tavLst>
                                            <p:tav tm="0">
                                              <p:val>
                                                <p:fltVal val="0"/>
                                              </p:val>
                                            </p:tav>
                                            <p:tav tm="100000">
                                              <p:val>
                                                <p:strVal val="#ppt_h"/>
                                              </p:val>
                                            </p:tav>
                                          </p:tavLst>
                                        </p:anim>
                                        <p:animEffect transition="in" filter="fade">
                                          <p:cBhvr>
                                            <p:cTn id="41" dur="750"/>
                                            <p:tgtEl>
                                              <p:spTgt spid="73"/>
                                            </p:tgtEl>
                                          </p:cBhvr>
                                        </p:animEffect>
                                      </p:childTnLst>
                                    </p:cTn>
                                  </p:par>
                                  <p:par>
                                    <p:cTn id="42" presetID="53" presetClass="entr" presetSubtype="16" fill="hold" grpId="0" nodeType="withEffect">
                                      <p:stCondLst>
                                        <p:cond delay="1000"/>
                                      </p:stCondLst>
                                      <p:childTnLst>
                                        <p:set>
                                          <p:cBhvr>
                                            <p:cTn id="43" dur="1" fill="hold">
                                              <p:stCondLst>
                                                <p:cond delay="0"/>
                                              </p:stCondLst>
                                            </p:cTn>
                                            <p:tgtEl>
                                              <p:spTgt spid="74"/>
                                            </p:tgtEl>
                                            <p:attrNameLst>
                                              <p:attrName>style.visibility</p:attrName>
                                            </p:attrNameLst>
                                          </p:cBhvr>
                                          <p:to>
                                            <p:strVal val="visible"/>
                                          </p:to>
                                        </p:set>
                                        <p:anim calcmode="lin" valueType="num">
                                          <p:cBhvr>
                                            <p:cTn id="44" dur="750" fill="hold"/>
                                            <p:tgtEl>
                                              <p:spTgt spid="74"/>
                                            </p:tgtEl>
                                            <p:attrNameLst>
                                              <p:attrName>ppt_w</p:attrName>
                                            </p:attrNameLst>
                                          </p:cBhvr>
                                          <p:tavLst>
                                            <p:tav tm="0">
                                              <p:val>
                                                <p:fltVal val="0"/>
                                              </p:val>
                                            </p:tav>
                                            <p:tav tm="100000">
                                              <p:val>
                                                <p:strVal val="#ppt_w"/>
                                              </p:val>
                                            </p:tav>
                                          </p:tavLst>
                                        </p:anim>
                                        <p:anim calcmode="lin" valueType="num">
                                          <p:cBhvr>
                                            <p:cTn id="45" dur="750" fill="hold"/>
                                            <p:tgtEl>
                                              <p:spTgt spid="74"/>
                                            </p:tgtEl>
                                            <p:attrNameLst>
                                              <p:attrName>ppt_h</p:attrName>
                                            </p:attrNameLst>
                                          </p:cBhvr>
                                          <p:tavLst>
                                            <p:tav tm="0">
                                              <p:val>
                                                <p:fltVal val="0"/>
                                              </p:val>
                                            </p:tav>
                                            <p:tav tm="100000">
                                              <p:val>
                                                <p:strVal val="#ppt_h"/>
                                              </p:val>
                                            </p:tav>
                                          </p:tavLst>
                                        </p:anim>
                                        <p:animEffect transition="in" filter="fade">
                                          <p:cBhvr>
                                            <p:cTn id="46" dur="750"/>
                                            <p:tgtEl>
                                              <p:spTgt spid="74"/>
                                            </p:tgtEl>
                                          </p:cBhvr>
                                        </p:animEffect>
                                      </p:childTnLst>
                                    </p:cTn>
                                  </p:par>
                                  <p:par>
                                    <p:cTn id="47" presetID="53" presetClass="entr" presetSubtype="16" fill="hold" grpId="0" nodeType="withEffect">
                                      <p:stCondLst>
                                        <p:cond delay="1250"/>
                                      </p:stCondLst>
                                      <p:childTnLst>
                                        <p:set>
                                          <p:cBhvr>
                                            <p:cTn id="48" dur="1" fill="hold">
                                              <p:stCondLst>
                                                <p:cond delay="0"/>
                                              </p:stCondLst>
                                            </p:cTn>
                                            <p:tgtEl>
                                              <p:spTgt spid="76"/>
                                            </p:tgtEl>
                                            <p:attrNameLst>
                                              <p:attrName>style.visibility</p:attrName>
                                            </p:attrNameLst>
                                          </p:cBhvr>
                                          <p:to>
                                            <p:strVal val="visible"/>
                                          </p:to>
                                        </p:set>
                                        <p:anim calcmode="lin" valueType="num">
                                          <p:cBhvr>
                                            <p:cTn id="49" dur="750" fill="hold"/>
                                            <p:tgtEl>
                                              <p:spTgt spid="76"/>
                                            </p:tgtEl>
                                            <p:attrNameLst>
                                              <p:attrName>ppt_w</p:attrName>
                                            </p:attrNameLst>
                                          </p:cBhvr>
                                          <p:tavLst>
                                            <p:tav tm="0">
                                              <p:val>
                                                <p:fltVal val="0"/>
                                              </p:val>
                                            </p:tav>
                                            <p:tav tm="100000">
                                              <p:val>
                                                <p:strVal val="#ppt_w"/>
                                              </p:val>
                                            </p:tav>
                                          </p:tavLst>
                                        </p:anim>
                                        <p:anim calcmode="lin" valueType="num">
                                          <p:cBhvr>
                                            <p:cTn id="50" dur="750" fill="hold"/>
                                            <p:tgtEl>
                                              <p:spTgt spid="76"/>
                                            </p:tgtEl>
                                            <p:attrNameLst>
                                              <p:attrName>ppt_h</p:attrName>
                                            </p:attrNameLst>
                                          </p:cBhvr>
                                          <p:tavLst>
                                            <p:tav tm="0">
                                              <p:val>
                                                <p:fltVal val="0"/>
                                              </p:val>
                                            </p:tav>
                                            <p:tav tm="100000">
                                              <p:val>
                                                <p:strVal val="#ppt_h"/>
                                              </p:val>
                                            </p:tav>
                                          </p:tavLst>
                                        </p:anim>
                                        <p:animEffect transition="in" filter="fade">
                                          <p:cBhvr>
                                            <p:cTn id="51" dur="750"/>
                                            <p:tgtEl>
                                              <p:spTgt spid="76"/>
                                            </p:tgtEl>
                                          </p:cBhvr>
                                        </p:animEffect>
                                      </p:childTnLst>
                                    </p:cTn>
                                  </p:par>
                                  <p:par>
                                    <p:cTn id="52" presetID="53" presetClass="entr" presetSubtype="16" fill="hold" grpId="0" nodeType="withEffect">
                                      <p:stCondLst>
                                        <p:cond delay="1500"/>
                                      </p:stCondLst>
                                      <p:childTnLst>
                                        <p:set>
                                          <p:cBhvr>
                                            <p:cTn id="53" dur="1" fill="hold">
                                              <p:stCondLst>
                                                <p:cond delay="0"/>
                                              </p:stCondLst>
                                            </p:cTn>
                                            <p:tgtEl>
                                              <p:spTgt spid="77"/>
                                            </p:tgtEl>
                                            <p:attrNameLst>
                                              <p:attrName>style.visibility</p:attrName>
                                            </p:attrNameLst>
                                          </p:cBhvr>
                                          <p:to>
                                            <p:strVal val="visible"/>
                                          </p:to>
                                        </p:set>
                                        <p:anim calcmode="lin" valueType="num">
                                          <p:cBhvr>
                                            <p:cTn id="54" dur="750" fill="hold"/>
                                            <p:tgtEl>
                                              <p:spTgt spid="77"/>
                                            </p:tgtEl>
                                            <p:attrNameLst>
                                              <p:attrName>ppt_w</p:attrName>
                                            </p:attrNameLst>
                                          </p:cBhvr>
                                          <p:tavLst>
                                            <p:tav tm="0">
                                              <p:val>
                                                <p:fltVal val="0"/>
                                              </p:val>
                                            </p:tav>
                                            <p:tav tm="100000">
                                              <p:val>
                                                <p:strVal val="#ppt_w"/>
                                              </p:val>
                                            </p:tav>
                                          </p:tavLst>
                                        </p:anim>
                                        <p:anim calcmode="lin" valueType="num">
                                          <p:cBhvr>
                                            <p:cTn id="55" dur="750" fill="hold"/>
                                            <p:tgtEl>
                                              <p:spTgt spid="77"/>
                                            </p:tgtEl>
                                            <p:attrNameLst>
                                              <p:attrName>ppt_h</p:attrName>
                                            </p:attrNameLst>
                                          </p:cBhvr>
                                          <p:tavLst>
                                            <p:tav tm="0">
                                              <p:val>
                                                <p:fltVal val="0"/>
                                              </p:val>
                                            </p:tav>
                                            <p:tav tm="100000">
                                              <p:val>
                                                <p:strVal val="#ppt_h"/>
                                              </p:val>
                                            </p:tav>
                                          </p:tavLst>
                                        </p:anim>
                                        <p:animEffect transition="in" filter="fade">
                                          <p:cBhvr>
                                            <p:cTn id="56" dur="750"/>
                                            <p:tgtEl>
                                              <p:spTgt spid="77"/>
                                            </p:tgtEl>
                                          </p:cBhvr>
                                        </p:animEffect>
                                      </p:childTnLst>
                                    </p:cTn>
                                  </p:par>
                                  <p:par>
                                    <p:cTn id="57" presetID="53" presetClass="entr" presetSubtype="16" fill="hold" grpId="0" nodeType="withEffect">
                                      <p:stCondLst>
                                        <p:cond delay="1750"/>
                                      </p:stCondLst>
                                      <p:childTnLst>
                                        <p:set>
                                          <p:cBhvr>
                                            <p:cTn id="58" dur="1" fill="hold">
                                              <p:stCondLst>
                                                <p:cond delay="0"/>
                                              </p:stCondLst>
                                            </p:cTn>
                                            <p:tgtEl>
                                              <p:spTgt spid="75"/>
                                            </p:tgtEl>
                                            <p:attrNameLst>
                                              <p:attrName>style.visibility</p:attrName>
                                            </p:attrNameLst>
                                          </p:cBhvr>
                                          <p:to>
                                            <p:strVal val="visible"/>
                                          </p:to>
                                        </p:set>
                                        <p:anim calcmode="lin" valueType="num">
                                          <p:cBhvr>
                                            <p:cTn id="59" dur="750" fill="hold"/>
                                            <p:tgtEl>
                                              <p:spTgt spid="75"/>
                                            </p:tgtEl>
                                            <p:attrNameLst>
                                              <p:attrName>ppt_w</p:attrName>
                                            </p:attrNameLst>
                                          </p:cBhvr>
                                          <p:tavLst>
                                            <p:tav tm="0">
                                              <p:val>
                                                <p:fltVal val="0"/>
                                              </p:val>
                                            </p:tav>
                                            <p:tav tm="100000">
                                              <p:val>
                                                <p:strVal val="#ppt_w"/>
                                              </p:val>
                                            </p:tav>
                                          </p:tavLst>
                                        </p:anim>
                                        <p:anim calcmode="lin" valueType="num">
                                          <p:cBhvr>
                                            <p:cTn id="60" dur="750" fill="hold"/>
                                            <p:tgtEl>
                                              <p:spTgt spid="75"/>
                                            </p:tgtEl>
                                            <p:attrNameLst>
                                              <p:attrName>ppt_h</p:attrName>
                                            </p:attrNameLst>
                                          </p:cBhvr>
                                          <p:tavLst>
                                            <p:tav tm="0">
                                              <p:val>
                                                <p:fltVal val="0"/>
                                              </p:val>
                                            </p:tav>
                                            <p:tav tm="100000">
                                              <p:val>
                                                <p:strVal val="#ppt_h"/>
                                              </p:val>
                                            </p:tav>
                                          </p:tavLst>
                                        </p:anim>
                                        <p:animEffect transition="in" filter="fade">
                                          <p:cBhvr>
                                            <p:cTn id="61" dur="750"/>
                                            <p:tgtEl>
                                              <p:spTgt spid="75"/>
                                            </p:tgtEl>
                                          </p:cBhvr>
                                        </p:animEffect>
                                      </p:childTnLst>
                                    </p:cTn>
                                  </p:par>
                                  <p:par>
                                    <p:cTn id="62" presetID="53" presetClass="entr" presetSubtype="16" fill="hold" grpId="0" nodeType="withEffect">
                                      <p:stCondLst>
                                        <p:cond delay="750"/>
                                      </p:stCondLst>
                                      <p:childTnLst>
                                        <p:set>
                                          <p:cBhvr>
                                            <p:cTn id="63" dur="1" fill="hold">
                                              <p:stCondLst>
                                                <p:cond delay="0"/>
                                              </p:stCondLst>
                                            </p:cTn>
                                            <p:tgtEl>
                                              <p:spTgt spid="25"/>
                                            </p:tgtEl>
                                            <p:attrNameLst>
                                              <p:attrName>style.visibility</p:attrName>
                                            </p:attrNameLst>
                                          </p:cBhvr>
                                          <p:to>
                                            <p:strVal val="visible"/>
                                          </p:to>
                                        </p:set>
                                        <p:anim calcmode="lin" valueType="num">
                                          <p:cBhvr>
                                            <p:cTn id="64" dur="500" fill="hold"/>
                                            <p:tgtEl>
                                              <p:spTgt spid="25"/>
                                            </p:tgtEl>
                                            <p:attrNameLst>
                                              <p:attrName>ppt_w</p:attrName>
                                            </p:attrNameLst>
                                          </p:cBhvr>
                                          <p:tavLst>
                                            <p:tav tm="0">
                                              <p:val>
                                                <p:fltVal val="0"/>
                                              </p:val>
                                            </p:tav>
                                            <p:tav tm="100000">
                                              <p:val>
                                                <p:strVal val="#ppt_w"/>
                                              </p:val>
                                            </p:tav>
                                          </p:tavLst>
                                        </p:anim>
                                        <p:anim calcmode="lin" valueType="num">
                                          <p:cBhvr>
                                            <p:cTn id="65" dur="500" fill="hold"/>
                                            <p:tgtEl>
                                              <p:spTgt spid="25"/>
                                            </p:tgtEl>
                                            <p:attrNameLst>
                                              <p:attrName>ppt_h</p:attrName>
                                            </p:attrNameLst>
                                          </p:cBhvr>
                                          <p:tavLst>
                                            <p:tav tm="0">
                                              <p:val>
                                                <p:fltVal val="0"/>
                                              </p:val>
                                            </p:tav>
                                            <p:tav tm="100000">
                                              <p:val>
                                                <p:strVal val="#ppt_h"/>
                                              </p:val>
                                            </p:tav>
                                          </p:tavLst>
                                        </p:anim>
                                        <p:animEffect transition="in" filter="fade">
                                          <p:cBhvr>
                                            <p:cTn id="66" dur="500"/>
                                            <p:tgtEl>
                                              <p:spTgt spid="25"/>
                                            </p:tgtEl>
                                          </p:cBhvr>
                                        </p:animEffect>
                                      </p:childTnLst>
                                    </p:cTn>
                                  </p:par>
                                  <p:par>
                                    <p:cTn id="67" presetID="53" presetClass="entr" presetSubtype="16" fill="hold" grpId="0" nodeType="withEffect">
                                      <p:stCondLst>
                                        <p:cond delay="1000"/>
                                      </p:stCondLst>
                                      <p:childTnLst>
                                        <p:set>
                                          <p:cBhvr>
                                            <p:cTn id="68" dur="1" fill="hold">
                                              <p:stCondLst>
                                                <p:cond delay="0"/>
                                              </p:stCondLst>
                                            </p:cTn>
                                            <p:tgtEl>
                                              <p:spTgt spid="26"/>
                                            </p:tgtEl>
                                            <p:attrNameLst>
                                              <p:attrName>style.visibility</p:attrName>
                                            </p:attrNameLst>
                                          </p:cBhvr>
                                          <p:to>
                                            <p:strVal val="visible"/>
                                          </p:to>
                                        </p:set>
                                        <p:anim calcmode="lin" valueType="num">
                                          <p:cBhvr>
                                            <p:cTn id="69" dur="500" fill="hold"/>
                                            <p:tgtEl>
                                              <p:spTgt spid="26"/>
                                            </p:tgtEl>
                                            <p:attrNameLst>
                                              <p:attrName>ppt_w</p:attrName>
                                            </p:attrNameLst>
                                          </p:cBhvr>
                                          <p:tavLst>
                                            <p:tav tm="0">
                                              <p:val>
                                                <p:fltVal val="0"/>
                                              </p:val>
                                            </p:tav>
                                            <p:tav tm="100000">
                                              <p:val>
                                                <p:strVal val="#ppt_w"/>
                                              </p:val>
                                            </p:tav>
                                          </p:tavLst>
                                        </p:anim>
                                        <p:anim calcmode="lin" valueType="num">
                                          <p:cBhvr>
                                            <p:cTn id="70" dur="500" fill="hold"/>
                                            <p:tgtEl>
                                              <p:spTgt spid="26"/>
                                            </p:tgtEl>
                                            <p:attrNameLst>
                                              <p:attrName>ppt_h</p:attrName>
                                            </p:attrNameLst>
                                          </p:cBhvr>
                                          <p:tavLst>
                                            <p:tav tm="0">
                                              <p:val>
                                                <p:fltVal val="0"/>
                                              </p:val>
                                            </p:tav>
                                            <p:tav tm="100000">
                                              <p:val>
                                                <p:strVal val="#ppt_h"/>
                                              </p:val>
                                            </p:tav>
                                          </p:tavLst>
                                        </p:anim>
                                        <p:animEffect transition="in" filter="fade">
                                          <p:cBhvr>
                                            <p:cTn id="71" dur="500"/>
                                            <p:tgtEl>
                                              <p:spTgt spid="26"/>
                                            </p:tgtEl>
                                          </p:cBhvr>
                                        </p:animEffect>
                                      </p:childTnLst>
                                    </p:cTn>
                                  </p:par>
                                  <p:par>
                                    <p:cTn id="72" presetID="53" presetClass="entr" presetSubtype="16" fill="hold" grpId="0" nodeType="withEffect">
                                      <p:stCondLst>
                                        <p:cond delay="1250"/>
                                      </p:stCondLst>
                                      <p:childTnLst>
                                        <p:set>
                                          <p:cBhvr>
                                            <p:cTn id="73" dur="1" fill="hold">
                                              <p:stCondLst>
                                                <p:cond delay="0"/>
                                              </p:stCondLst>
                                            </p:cTn>
                                            <p:tgtEl>
                                              <p:spTgt spid="27"/>
                                            </p:tgtEl>
                                            <p:attrNameLst>
                                              <p:attrName>style.visibility</p:attrName>
                                            </p:attrNameLst>
                                          </p:cBhvr>
                                          <p:to>
                                            <p:strVal val="visible"/>
                                          </p:to>
                                        </p:set>
                                        <p:anim calcmode="lin" valueType="num">
                                          <p:cBhvr>
                                            <p:cTn id="74" dur="500" fill="hold"/>
                                            <p:tgtEl>
                                              <p:spTgt spid="27"/>
                                            </p:tgtEl>
                                            <p:attrNameLst>
                                              <p:attrName>ppt_w</p:attrName>
                                            </p:attrNameLst>
                                          </p:cBhvr>
                                          <p:tavLst>
                                            <p:tav tm="0">
                                              <p:val>
                                                <p:fltVal val="0"/>
                                              </p:val>
                                            </p:tav>
                                            <p:tav tm="100000">
                                              <p:val>
                                                <p:strVal val="#ppt_w"/>
                                              </p:val>
                                            </p:tav>
                                          </p:tavLst>
                                        </p:anim>
                                        <p:anim calcmode="lin" valueType="num">
                                          <p:cBhvr>
                                            <p:cTn id="75" dur="500" fill="hold"/>
                                            <p:tgtEl>
                                              <p:spTgt spid="27"/>
                                            </p:tgtEl>
                                            <p:attrNameLst>
                                              <p:attrName>ppt_h</p:attrName>
                                            </p:attrNameLst>
                                          </p:cBhvr>
                                          <p:tavLst>
                                            <p:tav tm="0">
                                              <p:val>
                                                <p:fltVal val="0"/>
                                              </p:val>
                                            </p:tav>
                                            <p:tav tm="100000">
                                              <p:val>
                                                <p:strVal val="#ppt_h"/>
                                              </p:val>
                                            </p:tav>
                                          </p:tavLst>
                                        </p:anim>
                                        <p:animEffect transition="in" filter="fade">
                                          <p:cBhvr>
                                            <p:cTn id="76" dur="500"/>
                                            <p:tgtEl>
                                              <p:spTgt spid="27"/>
                                            </p:tgtEl>
                                          </p:cBhvr>
                                        </p:animEffect>
                                      </p:childTnLst>
                                    </p:cTn>
                                  </p:par>
                                  <p:par>
                                    <p:cTn id="77" presetID="53" presetClass="entr" presetSubtype="16" fill="hold" grpId="0" nodeType="withEffect">
                                      <p:stCondLst>
                                        <p:cond delay="1500"/>
                                      </p:stCondLst>
                                      <p:childTnLst>
                                        <p:set>
                                          <p:cBhvr>
                                            <p:cTn id="78" dur="1" fill="hold">
                                              <p:stCondLst>
                                                <p:cond delay="0"/>
                                              </p:stCondLst>
                                            </p:cTn>
                                            <p:tgtEl>
                                              <p:spTgt spid="30"/>
                                            </p:tgtEl>
                                            <p:attrNameLst>
                                              <p:attrName>style.visibility</p:attrName>
                                            </p:attrNameLst>
                                          </p:cBhvr>
                                          <p:to>
                                            <p:strVal val="visible"/>
                                          </p:to>
                                        </p:set>
                                        <p:anim calcmode="lin" valueType="num">
                                          <p:cBhvr>
                                            <p:cTn id="79" dur="500" fill="hold"/>
                                            <p:tgtEl>
                                              <p:spTgt spid="30"/>
                                            </p:tgtEl>
                                            <p:attrNameLst>
                                              <p:attrName>ppt_w</p:attrName>
                                            </p:attrNameLst>
                                          </p:cBhvr>
                                          <p:tavLst>
                                            <p:tav tm="0">
                                              <p:val>
                                                <p:fltVal val="0"/>
                                              </p:val>
                                            </p:tav>
                                            <p:tav tm="100000">
                                              <p:val>
                                                <p:strVal val="#ppt_w"/>
                                              </p:val>
                                            </p:tav>
                                          </p:tavLst>
                                        </p:anim>
                                        <p:anim calcmode="lin" valueType="num">
                                          <p:cBhvr>
                                            <p:cTn id="80" dur="500" fill="hold"/>
                                            <p:tgtEl>
                                              <p:spTgt spid="30"/>
                                            </p:tgtEl>
                                            <p:attrNameLst>
                                              <p:attrName>ppt_h</p:attrName>
                                            </p:attrNameLst>
                                          </p:cBhvr>
                                          <p:tavLst>
                                            <p:tav tm="0">
                                              <p:val>
                                                <p:fltVal val="0"/>
                                              </p:val>
                                            </p:tav>
                                            <p:tav tm="100000">
                                              <p:val>
                                                <p:strVal val="#ppt_h"/>
                                              </p:val>
                                            </p:tav>
                                          </p:tavLst>
                                        </p:anim>
                                        <p:animEffect transition="in" filter="fade">
                                          <p:cBhvr>
                                            <p:cTn id="81" dur="500"/>
                                            <p:tgtEl>
                                              <p:spTgt spid="30"/>
                                            </p:tgtEl>
                                          </p:cBhvr>
                                        </p:animEffect>
                                      </p:childTnLst>
                                    </p:cTn>
                                  </p:par>
                                  <p:par>
                                    <p:cTn id="82" presetID="53" presetClass="entr" presetSubtype="16" fill="hold" grpId="0" nodeType="withEffect">
                                      <p:stCondLst>
                                        <p:cond delay="1750"/>
                                      </p:stCondLst>
                                      <p:childTnLst>
                                        <p:set>
                                          <p:cBhvr>
                                            <p:cTn id="83" dur="1" fill="hold">
                                              <p:stCondLst>
                                                <p:cond delay="0"/>
                                              </p:stCondLst>
                                            </p:cTn>
                                            <p:tgtEl>
                                              <p:spTgt spid="28"/>
                                            </p:tgtEl>
                                            <p:attrNameLst>
                                              <p:attrName>style.visibility</p:attrName>
                                            </p:attrNameLst>
                                          </p:cBhvr>
                                          <p:to>
                                            <p:strVal val="visible"/>
                                          </p:to>
                                        </p:set>
                                        <p:anim calcmode="lin" valueType="num">
                                          <p:cBhvr>
                                            <p:cTn id="84" dur="500" fill="hold"/>
                                            <p:tgtEl>
                                              <p:spTgt spid="28"/>
                                            </p:tgtEl>
                                            <p:attrNameLst>
                                              <p:attrName>ppt_w</p:attrName>
                                            </p:attrNameLst>
                                          </p:cBhvr>
                                          <p:tavLst>
                                            <p:tav tm="0">
                                              <p:val>
                                                <p:fltVal val="0"/>
                                              </p:val>
                                            </p:tav>
                                            <p:tav tm="100000">
                                              <p:val>
                                                <p:strVal val="#ppt_w"/>
                                              </p:val>
                                            </p:tav>
                                          </p:tavLst>
                                        </p:anim>
                                        <p:anim calcmode="lin" valueType="num">
                                          <p:cBhvr>
                                            <p:cTn id="85" dur="500" fill="hold"/>
                                            <p:tgtEl>
                                              <p:spTgt spid="28"/>
                                            </p:tgtEl>
                                            <p:attrNameLst>
                                              <p:attrName>ppt_h</p:attrName>
                                            </p:attrNameLst>
                                          </p:cBhvr>
                                          <p:tavLst>
                                            <p:tav tm="0">
                                              <p:val>
                                                <p:fltVal val="0"/>
                                              </p:val>
                                            </p:tav>
                                            <p:tav tm="100000">
                                              <p:val>
                                                <p:strVal val="#ppt_h"/>
                                              </p:val>
                                            </p:tav>
                                          </p:tavLst>
                                        </p:anim>
                                        <p:animEffect transition="in" filter="fade">
                                          <p:cBhvr>
                                            <p:cTn id="86" dur="500"/>
                                            <p:tgtEl>
                                              <p:spTgt spid="28"/>
                                            </p:tgtEl>
                                          </p:cBhvr>
                                        </p:animEffect>
                                      </p:childTnLst>
                                    </p:cTn>
                                  </p:par>
                                  <p:par>
                                    <p:cTn id="87" presetID="53" presetClass="entr" presetSubtype="16" fill="hold" grpId="0" nodeType="withEffect">
                                      <p:stCondLst>
                                        <p:cond delay="2000"/>
                                      </p:stCondLst>
                                      <p:childTnLst>
                                        <p:set>
                                          <p:cBhvr>
                                            <p:cTn id="88" dur="1" fill="hold">
                                              <p:stCondLst>
                                                <p:cond delay="0"/>
                                              </p:stCondLst>
                                            </p:cTn>
                                            <p:tgtEl>
                                              <p:spTgt spid="29"/>
                                            </p:tgtEl>
                                            <p:attrNameLst>
                                              <p:attrName>style.visibility</p:attrName>
                                            </p:attrNameLst>
                                          </p:cBhvr>
                                          <p:to>
                                            <p:strVal val="visible"/>
                                          </p:to>
                                        </p:set>
                                        <p:anim calcmode="lin" valueType="num">
                                          <p:cBhvr>
                                            <p:cTn id="89" dur="500" fill="hold"/>
                                            <p:tgtEl>
                                              <p:spTgt spid="29"/>
                                            </p:tgtEl>
                                            <p:attrNameLst>
                                              <p:attrName>ppt_w</p:attrName>
                                            </p:attrNameLst>
                                          </p:cBhvr>
                                          <p:tavLst>
                                            <p:tav tm="0">
                                              <p:val>
                                                <p:fltVal val="0"/>
                                              </p:val>
                                            </p:tav>
                                            <p:tav tm="100000">
                                              <p:val>
                                                <p:strVal val="#ppt_w"/>
                                              </p:val>
                                            </p:tav>
                                          </p:tavLst>
                                        </p:anim>
                                        <p:anim calcmode="lin" valueType="num">
                                          <p:cBhvr>
                                            <p:cTn id="90" dur="500" fill="hold"/>
                                            <p:tgtEl>
                                              <p:spTgt spid="29"/>
                                            </p:tgtEl>
                                            <p:attrNameLst>
                                              <p:attrName>ppt_h</p:attrName>
                                            </p:attrNameLst>
                                          </p:cBhvr>
                                          <p:tavLst>
                                            <p:tav tm="0">
                                              <p:val>
                                                <p:fltVal val="0"/>
                                              </p:val>
                                            </p:tav>
                                            <p:tav tm="100000">
                                              <p:val>
                                                <p:strVal val="#ppt_h"/>
                                              </p:val>
                                            </p:tav>
                                          </p:tavLst>
                                        </p:anim>
                                        <p:animEffect transition="in" filter="fade">
                                          <p:cBhvr>
                                            <p:cTn id="91" dur="500"/>
                                            <p:tgtEl>
                                              <p:spTgt spid="29"/>
                                            </p:tgtEl>
                                          </p:cBhvr>
                                        </p:animEffect>
                                      </p:childTnLst>
                                    </p:cTn>
                                  </p:par>
                                  <p:par>
                                    <p:cTn id="92" presetID="2" presetClass="entr" presetSubtype="4" fill="hold" nodeType="withEffect">
                                      <p:stCondLst>
                                        <p:cond delay="1250"/>
                                      </p:stCondLst>
                                      <p:childTnLst>
                                        <p:set>
                                          <p:cBhvr>
                                            <p:cTn id="93" dur="1" fill="hold">
                                              <p:stCondLst>
                                                <p:cond delay="0"/>
                                              </p:stCondLst>
                                            </p:cTn>
                                            <p:tgtEl>
                                              <p:spTgt spid="2"/>
                                            </p:tgtEl>
                                            <p:attrNameLst>
                                              <p:attrName>style.visibility</p:attrName>
                                            </p:attrNameLst>
                                          </p:cBhvr>
                                          <p:to>
                                            <p:strVal val="visible"/>
                                          </p:to>
                                        </p:set>
                                        <p:anim calcmode="lin" valueType="num">
                                          <p:cBhvr additive="base">
                                            <p:cTn id="94" dur="1000" fill="hold"/>
                                            <p:tgtEl>
                                              <p:spTgt spid="2"/>
                                            </p:tgtEl>
                                            <p:attrNameLst>
                                              <p:attrName>ppt_x</p:attrName>
                                            </p:attrNameLst>
                                          </p:cBhvr>
                                          <p:tavLst>
                                            <p:tav tm="0">
                                              <p:val>
                                                <p:strVal val="#ppt_x"/>
                                              </p:val>
                                            </p:tav>
                                            <p:tav tm="100000">
                                              <p:val>
                                                <p:strVal val="#ppt_x"/>
                                              </p:val>
                                            </p:tav>
                                          </p:tavLst>
                                        </p:anim>
                                        <p:anim calcmode="lin" valueType="num">
                                          <p:cBhvr additive="base">
                                            <p:cTn id="95" dur="1000" fill="hold"/>
                                            <p:tgtEl>
                                              <p:spTgt spid="2"/>
                                            </p:tgtEl>
                                            <p:attrNameLst>
                                              <p:attrName>ppt_y</p:attrName>
                                            </p:attrNameLst>
                                          </p:cBhvr>
                                          <p:tavLst>
                                            <p:tav tm="0">
                                              <p:val>
                                                <p:strVal val="1+#ppt_h/2"/>
                                              </p:val>
                                            </p:tav>
                                            <p:tav tm="100000">
                                              <p:val>
                                                <p:strVal val="#ppt_y"/>
                                              </p:val>
                                            </p:tav>
                                          </p:tavLst>
                                        </p:anim>
                                      </p:childTnLst>
                                    </p:cTn>
                                  </p:par>
                                  <p:par>
                                    <p:cTn id="96" presetID="2" presetClass="entr" presetSubtype="4" fill="hold" nodeType="withEffect">
                                      <p:stCondLst>
                                        <p:cond delay="1500"/>
                                      </p:stCondLst>
                                      <p:childTnLst>
                                        <p:set>
                                          <p:cBhvr>
                                            <p:cTn id="97" dur="1" fill="hold">
                                              <p:stCondLst>
                                                <p:cond delay="0"/>
                                              </p:stCondLst>
                                            </p:cTn>
                                            <p:tgtEl>
                                              <p:spTgt spid="3"/>
                                            </p:tgtEl>
                                            <p:attrNameLst>
                                              <p:attrName>style.visibility</p:attrName>
                                            </p:attrNameLst>
                                          </p:cBhvr>
                                          <p:to>
                                            <p:strVal val="visible"/>
                                          </p:to>
                                        </p:set>
                                        <p:anim calcmode="lin" valueType="num">
                                          <p:cBhvr additive="base">
                                            <p:cTn id="98" dur="1000" fill="hold"/>
                                            <p:tgtEl>
                                              <p:spTgt spid="3"/>
                                            </p:tgtEl>
                                            <p:attrNameLst>
                                              <p:attrName>ppt_x</p:attrName>
                                            </p:attrNameLst>
                                          </p:cBhvr>
                                          <p:tavLst>
                                            <p:tav tm="0">
                                              <p:val>
                                                <p:strVal val="#ppt_x"/>
                                              </p:val>
                                            </p:tav>
                                            <p:tav tm="100000">
                                              <p:val>
                                                <p:strVal val="#ppt_x"/>
                                              </p:val>
                                            </p:tav>
                                          </p:tavLst>
                                        </p:anim>
                                        <p:anim calcmode="lin" valueType="num">
                                          <p:cBhvr additive="base">
                                            <p:cTn id="99" dur="1000" fill="hold"/>
                                            <p:tgtEl>
                                              <p:spTgt spid="3"/>
                                            </p:tgtEl>
                                            <p:attrNameLst>
                                              <p:attrName>ppt_y</p:attrName>
                                            </p:attrNameLst>
                                          </p:cBhvr>
                                          <p:tavLst>
                                            <p:tav tm="0">
                                              <p:val>
                                                <p:strVal val="1+#ppt_h/2"/>
                                              </p:val>
                                            </p:tav>
                                            <p:tav tm="100000">
                                              <p:val>
                                                <p:strVal val="#ppt_y"/>
                                              </p:val>
                                            </p:tav>
                                          </p:tavLst>
                                        </p:anim>
                                      </p:childTnLst>
                                    </p:cTn>
                                  </p:par>
                                  <p:par>
                                    <p:cTn id="100" presetID="2" presetClass="entr" presetSubtype="4" fill="hold" nodeType="withEffect">
                                      <p:stCondLst>
                                        <p:cond delay="1750"/>
                                      </p:stCondLst>
                                      <p:childTnLst>
                                        <p:set>
                                          <p:cBhvr>
                                            <p:cTn id="101" dur="1" fill="hold">
                                              <p:stCondLst>
                                                <p:cond delay="0"/>
                                              </p:stCondLst>
                                            </p:cTn>
                                            <p:tgtEl>
                                              <p:spTgt spid="4"/>
                                            </p:tgtEl>
                                            <p:attrNameLst>
                                              <p:attrName>style.visibility</p:attrName>
                                            </p:attrNameLst>
                                          </p:cBhvr>
                                          <p:to>
                                            <p:strVal val="visible"/>
                                          </p:to>
                                        </p:set>
                                        <p:anim calcmode="lin" valueType="num">
                                          <p:cBhvr additive="base">
                                            <p:cTn id="102" dur="1000" fill="hold"/>
                                            <p:tgtEl>
                                              <p:spTgt spid="4"/>
                                            </p:tgtEl>
                                            <p:attrNameLst>
                                              <p:attrName>ppt_x</p:attrName>
                                            </p:attrNameLst>
                                          </p:cBhvr>
                                          <p:tavLst>
                                            <p:tav tm="0">
                                              <p:val>
                                                <p:strVal val="#ppt_x"/>
                                              </p:val>
                                            </p:tav>
                                            <p:tav tm="100000">
                                              <p:val>
                                                <p:strVal val="#ppt_x"/>
                                              </p:val>
                                            </p:tav>
                                          </p:tavLst>
                                        </p:anim>
                                        <p:anim calcmode="lin" valueType="num">
                                          <p:cBhvr additive="base">
                                            <p:cTn id="103" dur="1000" fill="hold"/>
                                            <p:tgtEl>
                                              <p:spTgt spid="4"/>
                                            </p:tgtEl>
                                            <p:attrNameLst>
                                              <p:attrName>ppt_y</p:attrName>
                                            </p:attrNameLst>
                                          </p:cBhvr>
                                          <p:tavLst>
                                            <p:tav tm="0">
                                              <p:val>
                                                <p:strVal val="1+#ppt_h/2"/>
                                              </p:val>
                                            </p:tav>
                                            <p:tav tm="100000">
                                              <p:val>
                                                <p:strVal val="#ppt_y"/>
                                              </p:val>
                                            </p:tav>
                                          </p:tavLst>
                                        </p:anim>
                                      </p:childTnLst>
                                    </p:cTn>
                                  </p:par>
                                  <p:par>
                                    <p:cTn id="104" presetID="2" presetClass="entr" presetSubtype="1" fill="hold" nodeType="withEffect">
                                      <p:stCondLst>
                                        <p:cond delay="2000"/>
                                      </p:stCondLst>
                                      <p:childTnLst>
                                        <p:set>
                                          <p:cBhvr>
                                            <p:cTn id="105" dur="1" fill="hold">
                                              <p:stCondLst>
                                                <p:cond delay="0"/>
                                              </p:stCondLst>
                                            </p:cTn>
                                            <p:tgtEl>
                                              <p:spTgt spid="5"/>
                                            </p:tgtEl>
                                            <p:attrNameLst>
                                              <p:attrName>style.visibility</p:attrName>
                                            </p:attrNameLst>
                                          </p:cBhvr>
                                          <p:to>
                                            <p:strVal val="visible"/>
                                          </p:to>
                                        </p:set>
                                        <p:anim calcmode="lin" valueType="num">
                                          <p:cBhvr additive="base">
                                            <p:cTn id="106" dur="1000" fill="hold"/>
                                            <p:tgtEl>
                                              <p:spTgt spid="5"/>
                                            </p:tgtEl>
                                            <p:attrNameLst>
                                              <p:attrName>ppt_x</p:attrName>
                                            </p:attrNameLst>
                                          </p:cBhvr>
                                          <p:tavLst>
                                            <p:tav tm="0">
                                              <p:val>
                                                <p:strVal val="#ppt_x"/>
                                              </p:val>
                                            </p:tav>
                                            <p:tav tm="100000">
                                              <p:val>
                                                <p:strVal val="#ppt_x"/>
                                              </p:val>
                                            </p:tav>
                                          </p:tavLst>
                                        </p:anim>
                                        <p:anim calcmode="lin" valueType="num">
                                          <p:cBhvr additive="base">
                                            <p:cTn id="107" dur="1000" fill="hold"/>
                                            <p:tgtEl>
                                              <p:spTgt spid="5"/>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stCondLst>
                                        <p:cond delay="2250"/>
                                      </p:stCondLst>
                                      <p:childTnLst>
                                        <p:set>
                                          <p:cBhvr>
                                            <p:cTn id="109" dur="1" fill="hold">
                                              <p:stCondLst>
                                                <p:cond delay="0"/>
                                              </p:stCondLst>
                                            </p:cTn>
                                            <p:tgtEl>
                                              <p:spTgt spid="37"/>
                                            </p:tgtEl>
                                            <p:attrNameLst>
                                              <p:attrName>style.visibility</p:attrName>
                                            </p:attrNameLst>
                                          </p:cBhvr>
                                          <p:to>
                                            <p:strVal val="visible"/>
                                          </p:to>
                                        </p:set>
                                        <p:anim calcmode="lin" valueType="num">
                                          <p:cBhvr additive="base">
                                            <p:cTn id="110" dur="1000" fill="hold"/>
                                            <p:tgtEl>
                                              <p:spTgt spid="37"/>
                                            </p:tgtEl>
                                            <p:attrNameLst>
                                              <p:attrName>ppt_x</p:attrName>
                                            </p:attrNameLst>
                                          </p:cBhvr>
                                          <p:tavLst>
                                            <p:tav tm="0">
                                              <p:val>
                                                <p:strVal val="#ppt_x"/>
                                              </p:val>
                                            </p:tav>
                                            <p:tav tm="100000">
                                              <p:val>
                                                <p:strVal val="#ppt_x"/>
                                              </p:val>
                                            </p:tav>
                                          </p:tavLst>
                                        </p:anim>
                                        <p:anim calcmode="lin" valueType="num">
                                          <p:cBhvr additive="base">
                                            <p:cTn id="111" dur="1000" fill="hold"/>
                                            <p:tgtEl>
                                              <p:spTgt spid="37"/>
                                            </p:tgtEl>
                                            <p:attrNameLst>
                                              <p:attrName>ppt_y</p:attrName>
                                            </p:attrNameLst>
                                          </p:cBhvr>
                                          <p:tavLst>
                                            <p:tav tm="0">
                                              <p:val>
                                                <p:strVal val="0-#ppt_h/2"/>
                                              </p:val>
                                            </p:tav>
                                            <p:tav tm="100000">
                                              <p:val>
                                                <p:strVal val="#ppt_y"/>
                                              </p:val>
                                            </p:tav>
                                          </p:tavLst>
                                        </p:anim>
                                      </p:childTnLst>
                                    </p:cTn>
                                  </p:par>
                                  <p:par>
                                    <p:cTn id="112" presetID="2" presetClass="entr" presetSubtype="1" fill="hold" nodeType="withEffect">
                                      <p:stCondLst>
                                        <p:cond delay="2500"/>
                                      </p:stCondLst>
                                      <p:childTnLst>
                                        <p:set>
                                          <p:cBhvr>
                                            <p:cTn id="113" dur="1" fill="hold">
                                              <p:stCondLst>
                                                <p:cond delay="0"/>
                                              </p:stCondLst>
                                            </p:cTn>
                                            <p:tgtEl>
                                              <p:spTgt spid="38"/>
                                            </p:tgtEl>
                                            <p:attrNameLst>
                                              <p:attrName>style.visibility</p:attrName>
                                            </p:attrNameLst>
                                          </p:cBhvr>
                                          <p:to>
                                            <p:strVal val="visible"/>
                                          </p:to>
                                        </p:set>
                                        <p:anim calcmode="lin" valueType="num">
                                          <p:cBhvr additive="base">
                                            <p:cTn id="114" dur="1000" fill="hold"/>
                                            <p:tgtEl>
                                              <p:spTgt spid="38"/>
                                            </p:tgtEl>
                                            <p:attrNameLst>
                                              <p:attrName>ppt_x</p:attrName>
                                            </p:attrNameLst>
                                          </p:cBhvr>
                                          <p:tavLst>
                                            <p:tav tm="0">
                                              <p:val>
                                                <p:strVal val="#ppt_x"/>
                                              </p:val>
                                            </p:tav>
                                            <p:tav tm="100000">
                                              <p:val>
                                                <p:strVal val="#ppt_x"/>
                                              </p:val>
                                            </p:tav>
                                          </p:tavLst>
                                        </p:anim>
                                        <p:anim calcmode="lin" valueType="num">
                                          <p:cBhvr additive="base">
                                            <p:cTn id="115" dur="1000" fill="hold"/>
                                            <p:tgtEl>
                                              <p:spTgt spid="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7" grpId="0" animBg="1"/>
          <p:bldP spid="73" grpId="0" animBg="1"/>
          <p:bldP spid="72" grpId="0" animBg="1"/>
          <p:bldP spid="74" grpId="0" animBg="1"/>
          <p:bldP spid="76" grpId="0" animBg="1"/>
          <p:bldP spid="75" grpId="0" animBg="1"/>
          <p:bldP spid="25" grpId="0"/>
          <p:bldP spid="26" grpId="0"/>
          <p:bldP spid="27" grpId="0"/>
          <p:bldP spid="28" grpId="0"/>
          <p:bldP spid="29" grpId="0"/>
          <p:bldP spid="30" grpId="0"/>
        </p:bldLst>
      </p:timing>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a:extLst>
              <a:ext uri="{FF2B5EF4-FFF2-40B4-BE49-F238E27FC236}">
                <a16:creationId xmlns:a16="http://schemas.microsoft.com/office/drawing/2014/main" id="{0AB7AC0A-C678-4A6F-91B4-0A39580FA72C}"/>
              </a:ext>
            </a:extLst>
          </p:cNvPr>
          <p:cNvSpPr/>
          <p:nvPr/>
        </p:nvSpPr>
        <p:spPr>
          <a:xfrm>
            <a:off x="8369356" y="5407192"/>
            <a:ext cx="2697977" cy="269982"/>
          </a:xfrm>
          <a:prstGeom prst="ellipse">
            <a:avLst/>
          </a:prstGeom>
          <a:gradFill flip="none" rotWithShape="1">
            <a:gsLst>
              <a:gs pos="100000">
                <a:schemeClr val="bg2">
                  <a:alpha val="0"/>
                </a:schemeClr>
              </a:gs>
              <a:gs pos="0">
                <a:srgbClr val="000000">
                  <a:alpha val="5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0" name="Oval 29">
            <a:extLst>
              <a:ext uri="{FF2B5EF4-FFF2-40B4-BE49-F238E27FC236}">
                <a16:creationId xmlns:a16="http://schemas.microsoft.com/office/drawing/2014/main" id="{E6B462A2-6A53-4241-9E9E-594088D84FE0}"/>
              </a:ext>
            </a:extLst>
          </p:cNvPr>
          <p:cNvSpPr/>
          <p:nvPr/>
        </p:nvSpPr>
        <p:spPr>
          <a:xfrm>
            <a:off x="4695825" y="5407192"/>
            <a:ext cx="2697977" cy="269982"/>
          </a:xfrm>
          <a:prstGeom prst="ellipse">
            <a:avLst/>
          </a:prstGeom>
          <a:gradFill flip="none" rotWithShape="1">
            <a:gsLst>
              <a:gs pos="100000">
                <a:schemeClr val="bg2">
                  <a:alpha val="0"/>
                </a:schemeClr>
              </a:gs>
              <a:gs pos="0">
                <a:srgbClr val="000000">
                  <a:alpha val="5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29" name="Oval 28">
            <a:extLst>
              <a:ext uri="{FF2B5EF4-FFF2-40B4-BE49-F238E27FC236}">
                <a16:creationId xmlns:a16="http://schemas.microsoft.com/office/drawing/2014/main" id="{1C7553CD-260A-42C5-970B-38D9CA08CF5C}"/>
              </a:ext>
            </a:extLst>
          </p:cNvPr>
          <p:cNvSpPr/>
          <p:nvPr/>
        </p:nvSpPr>
        <p:spPr>
          <a:xfrm>
            <a:off x="1022945" y="5407192"/>
            <a:ext cx="2697977" cy="269982"/>
          </a:xfrm>
          <a:prstGeom prst="ellipse">
            <a:avLst/>
          </a:prstGeom>
          <a:gradFill flip="none" rotWithShape="1">
            <a:gsLst>
              <a:gs pos="100000">
                <a:schemeClr val="bg2">
                  <a:alpha val="0"/>
                </a:schemeClr>
              </a:gs>
              <a:gs pos="0">
                <a:srgbClr val="000000">
                  <a:alpha val="5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1" name="Freeform 5">
            <a:extLst>
              <a:ext uri="{FF2B5EF4-FFF2-40B4-BE49-F238E27FC236}">
                <a16:creationId xmlns:a16="http://schemas.microsoft.com/office/drawing/2014/main" id="{DDB19C28-45A1-4D46-84CB-4B92173FF8BE}"/>
              </a:ext>
            </a:extLst>
          </p:cNvPr>
          <p:cNvSpPr>
            <a:spLocks/>
          </p:cNvSpPr>
          <p:nvPr/>
        </p:nvSpPr>
        <p:spPr bwMode="auto">
          <a:xfrm>
            <a:off x="6510338" y="1293813"/>
            <a:ext cx="3890963" cy="4291013"/>
          </a:xfrm>
          <a:custGeom>
            <a:avLst/>
            <a:gdLst>
              <a:gd name="T0" fmla="*/ 949 w 980"/>
              <a:gd name="T1" fmla="*/ 819 h 1079"/>
              <a:gd name="T2" fmla="*/ 492 w 980"/>
              <a:gd name="T3" fmla="*/ 82 h 1079"/>
              <a:gd name="T4" fmla="*/ 470 w 980"/>
              <a:gd name="T5" fmla="*/ 54 h 1079"/>
              <a:gd name="T6" fmla="*/ 444 w 980"/>
              <a:gd name="T7" fmla="*/ 33 h 1079"/>
              <a:gd name="T8" fmla="*/ 381 w 980"/>
              <a:gd name="T9" fmla="*/ 7 h 1079"/>
              <a:gd name="T10" fmla="*/ 257 w 980"/>
              <a:gd name="T11" fmla="*/ 36 h 1079"/>
              <a:gd name="T12" fmla="*/ 211 w 980"/>
              <a:gd name="T13" fmla="*/ 87 h 1079"/>
              <a:gd name="T14" fmla="*/ 192 w 980"/>
              <a:gd name="T15" fmla="*/ 116 h 1079"/>
              <a:gd name="T16" fmla="*/ 122 w 980"/>
              <a:gd name="T17" fmla="*/ 229 h 1079"/>
              <a:gd name="T18" fmla="*/ 44 w 980"/>
              <a:gd name="T19" fmla="*/ 355 h 1079"/>
              <a:gd name="T20" fmla="*/ 1 w 980"/>
              <a:gd name="T21" fmla="*/ 424 h 1079"/>
              <a:gd name="T22" fmla="*/ 0 w 980"/>
              <a:gd name="T23" fmla="*/ 425 h 1079"/>
              <a:gd name="T24" fmla="*/ 351 w 980"/>
              <a:gd name="T25" fmla="*/ 478 h 1079"/>
              <a:gd name="T26" fmla="*/ 353 w 980"/>
              <a:gd name="T27" fmla="*/ 480 h 1079"/>
              <a:gd name="T28" fmla="*/ 671 w 980"/>
              <a:gd name="T29" fmla="*/ 992 h 1079"/>
              <a:gd name="T30" fmla="*/ 842 w 980"/>
              <a:gd name="T31" fmla="*/ 1066 h 1079"/>
              <a:gd name="T32" fmla="*/ 970 w 980"/>
              <a:gd name="T33" fmla="*/ 942 h 1079"/>
              <a:gd name="T34" fmla="*/ 949 w 980"/>
              <a:gd name="T35" fmla="*/ 819 h 1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80" h="1079">
                <a:moveTo>
                  <a:pt x="949" y="819"/>
                </a:moveTo>
                <a:cubicBezTo>
                  <a:pt x="492" y="82"/>
                  <a:pt x="492" y="82"/>
                  <a:pt x="492" y="82"/>
                </a:cubicBezTo>
                <a:cubicBezTo>
                  <a:pt x="485" y="73"/>
                  <a:pt x="479" y="63"/>
                  <a:pt x="470" y="54"/>
                </a:cubicBezTo>
                <a:cubicBezTo>
                  <a:pt x="462" y="46"/>
                  <a:pt x="453" y="39"/>
                  <a:pt x="444" y="33"/>
                </a:cubicBezTo>
                <a:cubicBezTo>
                  <a:pt x="425" y="20"/>
                  <a:pt x="403" y="11"/>
                  <a:pt x="381" y="7"/>
                </a:cubicBezTo>
                <a:cubicBezTo>
                  <a:pt x="338" y="0"/>
                  <a:pt x="292" y="10"/>
                  <a:pt x="257" y="36"/>
                </a:cubicBezTo>
                <a:cubicBezTo>
                  <a:pt x="238" y="49"/>
                  <a:pt x="223" y="67"/>
                  <a:pt x="211" y="87"/>
                </a:cubicBezTo>
                <a:cubicBezTo>
                  <a:pt x="205" y="96"/>
                  <a:pt x="198" y="106"/>
                  <a:pt x="192" y="116"/>
                </a:cubicBezTo>
                <a:cubicBezTo>
                  <a:pt x="169" y="154"/>
                  <a:pt x="145" y="192"/>
                  <a:pt x="122" y="229"/>
                </a:cubicBezTo>
                <a:cubicBezTo>
                  <a:pt x="96" y="271"/>
                  <a:pt x="70" y="313"/>
                  <a:pt x="44" y="355"/>
                </a:cubicBezTo>
                <a:cubicBezTo>
                  <a:pt x="29" y="378"/>
                  <a:pt x="15" y="401"/>
                  <a:pt x="1" y="424"/>
                </a:cubicBezTo>
                <a:cubicBezTo>
                  <a:pt x="1" y="424"/>
                  <a:pt x="1" y="425"/>
                  <a:pt x="0" y="425"/>
                </a:cubicBezTo>
                <a:cubicBezTo>
                  <a:pt x="182" y="222"/>
                  <a:pt x="336" y="454"/>
                  <a:pt x="351" y="478"/>
                </a:cubicBezTo>
                <a:cubicBezTo>
                  <a:pt x="353" y="480"/>
                  <a:pt x="353" y="480"/>
                  <a:pt x="353" y="480"/>
                </a:cubicBezTo>
                <a:cubicBezTo>
                  <a:pt x="353" y="480"/>
                  <a:pt x="671" y="992"/>
                  <a:pt x="671" y="992"/>
                </a:cubicBezTo>
                <a:cubicBezTo>
                  <a:pt x="706" y="1049"/>
                  <a:pt x="776" y="1079"/>
                  <a:pt x="842" y="1066"/>
                </a:cubicBezTo>
                <a:cubicBezTo>
                  <a:pt x="904" y="1054"/>
                  <a:pt x="955" y="1004"/>
                  <a:pt x="970" y="942"/>
                </a:cubicBezTo>
                <a:cubicBezTo>
                  <a:pt x="980" y="900"/>
                  <a:pt x="972" y="855"/>
                  <a:pt x="949" y="81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6">
            <a:extLst>
              <a:ext uri="{FF2B5EF4-FFF2-40B4-BE49-F238E27FC236}">
                <a16:creationId xmlns:a16="http://schemas.microsoft.com/office/drawing/2014/main" id="{DC1A949C-D541-4ED6-98EF-D140DAC7671D}"/>
              </a:ext>
            </a:extLst>
          </p:cNvPr>
          <p:cNvSpPr>
            <a:spLocks/>
          </p:cNvSpPr>
          <p:nvPr/>
        </p:nvSpPr>
        <p:spPr bwMode="auto">
          <a:xfrm>
            <a:off x="1722438" y="2176463"/>
            <a:ext cx="2557463" cy="3459163"/>
          </a:xfrm>
          <a:custGeom>
            <a:avLst/>
            <a:gdLst>
              <a:gd name="T0" fmla="*/ 644 w 644"/>
              <a:gd name="T1" fmla="*/ 258 h 870"/>
              <a:gd name="T2" fmla="*/ 643 w 644"/>
              <a:gd name="T3" fmla="*/ 256 h 870"/>
              <a:gd name="T4" fmla="*/ 292 w 644"/>
              <a:gd name="T5" fmla="*/ 203 h 870"/>
              <a:gd name="T6" fmla="*/ 47 w 644"/>
              <a:gd name="T7" fmla="*/ 597 h 870"/>
              <a:gd name="T8" fmla="*/ 100 w 644"/>
              <a:gd name="T9" fmla="*/ 823 h 870"/>
              <a:gd name="T10" fmla="*/ 326 w 644"/>
              <a:gd name="T11" fmla="*/ 770 h 870"/>
              <a:gd name="T12" fmla="*/ 644 w 644"/>
              <a:gd name="T13" fmla="*/ 258 h 870"/>
            </a:gdLst>
            <a:ahLst/>
            <a:cxnLst>
              <a:cxn ang="0">
                <a:pos x="T0" y="T1"/>
              </a:cxn>
              <a:cxn ang="0">
                <a:pos x="T2" y="T3"/>
              </a:cxn>
              <a:cxn ang="0">
                <a:pos x="T4" y="T5"/>
              </a:cxn>
              <a:cxn ang="0">
                <a:pos x="T6" y="T7"/>
              </a:cxn>
              <a:cxn ang="0">
                <a:pos x="T8" y="T9"/>
              </a:cxn>
              <a:cxn ang="0">
                <a:pos x="T10" y="T11"/>
              </a:cxn>
              <a:cxn ang="0">
                <a:pos x="T12" y="T13"/>
              </a:cxn>
            </a:cxnLst>
            <a:rect l="0" t="0" r="r" b="b"/>
            <a:pathLst>
              <a:path w="644" h="870">
                <a:moveTo>
                  <a:pt x="644" y="258"/>
                </a:moveTo>
                <a:cubicBezTo>
                  <a:pt x="643" y="256"/>
                  <a:pt x="643" y="256"/>
                  <a:pt x="643" y="256"/>
                </a:cubicBezTo>
                <a:cubicBezTo>
                  <a:pt x="628" y="232"/>
                  <a:pt x="474" y="0"/>
                  <a:pt x="292" y="203"/>
                </a:cubicBezTo>
                <a:cubicBezTo>
                  <a:pt x="47" y="597"/>
                  <a:pt x="47" y="597"/>
                  <a:pt x="47" y="597"/>
                </a:cubicBezTo>
                <a:cubicBezTo>
                  <a:pt x="0" y="674"/>
                  <a:pt x="23" y="775"/>
                  <a:pt x="100" y="823"/>
                </a:cubicBezTo>
                <a:cubicBezTo>
                  <a:pt x="177" y="870"/>
                  <a:pt x="278" y="847"/>
                  <a:pt x="326" y="770"/>
                </a:cubicBezTo>
                <a:cubicBezTo>
                  <a:pt x="326" y="770"/>
                  <a:pt x="644" y="258"/>
                  <a:pt x="644" y="258"/>
                </a:cubicBezTo>
                <a:close/>
              </a:path>
            </a:pathLst>
          </a:custGeom>
          <a:gradFill flip="none" rotWithShape="1">
            <a:gsLst>
              <a:gs pos="100000">
                <a:schemeClr val="accent1">
                  <a:lumMod val="50000"/>
                </a:schemeClr>
              </a:gs>
              <a:gs pos="68000">
                <a:schemeClr val="accent1">
                  <a:lumMod val="75000"/>
                </a:schemeClr>
              </a:gs>
              <a:gs pos="41000">
                <a:schemeClr val="accent1">
                  <a:shade val="100000"/>
                  <a:satMod val="115000"/>
                </a:schemeClr>
              </a:gs>
            </a:gsLst>
            <a:path path="circle">
              <a:fillToRect t="100000" r="100000"/>
            </a:path>
            <a:tileRect l="-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7">
            <a:extLst>
              <a:ext uri="{FF2B5EF4-FFF2-40B4-BE49-F238E27FC236}">
                <a16:creationId xmlns:a16="http://schemas.microsoft.com/office/drawing/2014/main" id="{AD636FD2-D5E6-4565-B1CD-55CF643D351E}"/>
              </a:ext>
            </a:extLst>
          </p:cNvPr>
          <p:cNvSpPr>
            <a:spLocks/>
          </p:cNvSpPr>
          <p:nvPr/>
        </p:nvSpPr>
        <p:spPr bwMode="auto">
          <a:xfrm>
            <a:off x="2882901" y="1293813"/>
            <a:ext cx="3211513" cy="3387725"/>
          </a:xfrm>
          <a:custGeom>
            <a:avLst/>
            <a:gdLst>
              <a:gd name="T0" fmla="*/ 808 w 809"/>
              <a:gd name="T1" fmla="*/ 596 h 852"/>
              <a:gd name="T2" fmla="*/ 809 w 809"/>
              <a:gd name="T3" fmla="*/ 594 h 852"/>
              <a:gd name="T4" fmla="*/ 491 w 809"/>
              <a:gd name="T5" fmla="*/ 82 h 852"/>
              <a:gd name="T6" fmla="*/ 387 w 809"/>
              <a:gd name="T7" fmla="*/ 9 h 852"/>
              <a:gd name="T8" fmla="*/ 266 w 809"/>
              <a:gd name="T9" fmla="*/ 29 h 852"/>
              <a:gd name="T10" fmla="*/ 213 w 809"/>
              <a:gd name="T11" fmla="*/ 82 h 852"/>
              <a:gd name="T12" fmla="*/ 0 w 809"/>
              <a:gd name="T13" fmla="*/ 425 h 852"/>
              <a:gd name="T14" fmla="*/ 351 w 809"/>
              <a:gd name="T15" fmla="*/ 478 h 852"/>
              <a:gd name="T16" fmla="*/ 352 w 809"/>
              <a:gd name="T17" fmla="*/ 480 h 852"/>
              <a:gd name="T18" fmla="*/ 457 w 809"/>
              <a:gd name="T19" fmla="*/ 649 h 852"/>
              <a:gd name="T20" fmla="*/ 808 w 809"/>
              <a:gd name="T21" fmla="*/ 596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9" h="852">
                <a:moveTo>
                  <a:pt x="808" y="596"/>
                </a:moveTo>
                <a:cubicBezTo>
                  <a:pt x="809" y="594"/>
                  <a:pt x="809" y="594"/>
                  <a:pt x="809" y="594"/>
                </a:cubicBezTo>
                <a:cubicBezTo>
                  <a:pt x="809" y="594"/>
                  <a:pt x="491" y="82"/>
                  <a:pt x="491" y="82"/>
                </a:cubicBezTo>
                <a:cubicBezTo>
                  <a:pt x="469" y="45"/>
                  <a:pt x="430" y="18"/>
                  <a:pt x="387" y="9"/>
                </a:cubicBezTo>
                <a:cubicBezTo>
                  <a:pt x="346" y="0"/>
                  <a:pt x="302" y="7"/>
                  <a:pt x="266" y="29"/>
                </a:cubicBezTo>
                <a:cubicBezTo>
                  <a:pt x="245" y="42"/>
                  <a:pt x="226" y="61"/>
                  <a:pt x="213" y="82"/>
                </a:cubicBezTo>
                <a:cubicBezTo>
                  <a:pt x="0" y="425"/>
                  <a:pt x="0" y="425"/>
                  <a:pt x="0" y="425"/>
                </a:cubicBezTo>
                <a:cubicBezTo>
                  <a:pt x="182" y="222"/>
                  <a:pt x="336" y="454"/>
                  <a:pt x="351" y="478"/>
                </a:cubicBezTo>
                <a:cubicBezTo>
                  <a:pt x="352" y="480"/>
                  <a:pt x="352" y="480"/>
                  <a:pt x="352" y="480"/>
                </a:cubicBezTo>
                <a:cubicBezTo>
                  <a:pt x="352" y="480"/>
                  <a:pt x="399" y="556"/>
                  <a:pt x="457" y="649"/>
                </a:cubicBezTo>
                <a:cubicBezTo>
                  <a:pt x="639" y="852"/>
                  <a:pt x="793" y="620"/>
                  <a:pt x="808" y="596"/>
                </a:cubicBezTo>
                <a:close/>
              </a:path>
            </a:pathLst>
          </a:custGeom>
          <a:gradFill flip="none" rotWithShape="1">
            <a:gsLst>
              <a:gs pos="100000">
                <a:schemeClr val="accent3">
                  <a:lumMod val="50000"/>
                </a:schemeClr>
              </a:gs>
              <a:gs pos="62000">
                <a:schemeClr val="accent3"/>
              </a:gs>
              <a:gs pos="83000">
                <a:schemeClr val="accent3">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8">
            <a:extLst>
              <a:ext uri="{FF2B5EF4-FFF2-40B4-BE49-F238E27FC236}">
                <a16:creationId xmlns:a16="http://schemas.microsoft.com/office/drawing/2014/main" id="{A9631116-5C62-4FCA-9F22-90AD66842982}"/>
              </a:ext>
            </a:extLst>
          </p:cNvPr>
          <p:cNvSpPr>
            <a:spLocks/>
          </p:cNvSpPr>
          <p:nvPr/>
        </p:nvSpPr>
        <p:spPr bwMode="auto">
          <a:xfrm>
            <a:off x="4695826" y="2176463"/>
            <a:ext cx="3216275" cy="3387725"/>
          </a:xfrm>
          <a:custGeom>
            <a:avLst/>
            <a:gdLst>
              <a:gd name="T0" fmla="*/ 457 w 810"/>
              <a:gd name="T1" fmla="*/ 203 h 852"/>
              <a:gd name="T2" fmla="*/ 808 w 810"/>
              <a:gd name="T3" fmla="*/ 256 h 852"/>
              <a:gd name="T4" fmla="*/ 810 w 810"/>
              <a:gd name="T5" fmla="*/ 258 h 852"/>
              <a:gd name="T6" fmla="*/ 492 w 810"/>
              <a:gd name="T7" fmla="*/ 770 h 852"/>
              <a:gd name="T8" fmla="*/ 492 w 810"/>
              <a:gd name="T9" fmla="*/ 770 h 852"/>
              <a:gd name="T10" fmla="*/ 487 w 810"/>
              <a:gd name="T11" fmla="*/ 777 h 852"/>
              <a:gd name="T12" fmla="*/ 487 w 810"/>
              <a:gd name="T13" fmla="*/ 777 h 852"/>
              <a:gd name="T14" fmla="*/ 382 w 810"/>
              <a:gd name="T15" fmla="*/ 845 h 852"/>
              <a:gd name="T16" fmla="*/ 265 w 810"/>
              <a:gd name="T17" fmla="*/ 822 h 852"/>
              <a:gd name="T18" fmla="*/ 213 w 810"/>
              <a:gd name="T19" fmla="*/ 770 h 852"/>
              <a:gd name="T20" fmla="*/ 0 w 810"/>
              <a:gd name="T21" fmla="*/ 427 h 852"/>
              <a:gd name="T22" fmla="*/ 351 w 810"/>
              <a:gd name="T23" fmla="*/ 374 h 852"/>
              <a:gd name="T24" fmla="*/ 352 w 810"/>
              <a:gd name="T25" fmla="*/ 372 h 852"/>
              <a:gd name="T26" fmla="*/ 457 w 810"/>
              <a:gd name="T27" fmla="*/ 2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0" h="852">
                <a:moveTo>
                  <a:pt x="457" y="203"/>
                </a:moveTo>
                <a:cubicBezTo>
                  <a:pt x="639" y="0"/>
                  <a:pt x="793" y="232"/>
                  <a:pt x="808" y="256"/>
                </a:cubicBezTo>
                <a:cubicBezTo>
                  <a:pt x="810" y="258"/>
                  <a:pt x="810" y="258"/>
                  <a:pt x="810" y="258"/>
                </a:cubicBezTo>
                <a:cubicBezTo>
                  <a:pt x="810" y="258"/>
                  <a:pt x="492" y="770"/>
                  <a:pt x="492" y="770"/>
                </a:cubicBezTo>
                <a:cubicBezTo>
                  <a:pt x="492" y="770"/>
                  <a:pt x="492" y="770"/>
                  <a:pt x="492" y="770"/>
                </a:cubicBezTo>
                <a:cubicBezTo>
                  <a:pt x="490" y="772"/>
                  <a:pt x="489" y="774"/>
                  <a:pt x="487" y="777"/>
                </a:cubicBezTo>
                <a:cubicBezTo>
                  <a:pt x="487" y="777"/>
                  <a:pt x="487" y="777"/>
                  <a:pt x="487" y="777"/>
                </a:cubicBezTo>
                <a:cubicBezTo>
                  <a:pt x="463" y="812"/>
                  <a:pt x="424" y="837"/>
                  <a:pt x="382" y="845"/>
                </a:cubicBezTo>
                <a:cubicBezTo>
                  <a:pt x="342" y="852"/>
                  <a:pt x="300" y="844"/>
                  <a:pt x="265" y="822"/>
                </a:cubicBezTo>
                <a:cubicBezTo>
                  <a:pt x="243" y="809"/>
                  <a:pt x="227" y="791"/>
                  <a:pt x="213" y="770"/>
                </a:cubicBezTo>
                <a:cubicBezTo>
                  <a:pt x="0" y="427"/>
                  <a:pt x="0" y="427"/>
                  <a:pt x="0" y="427"/>
                </a:cubicBezTo>
                <a:cubicBezTo>
                  <a:pt x="182" y="630"/>
                  <a:pt x="336" y="398"/>
                  <a:pt x="351" y="374"/>
                </a:cubicBezTo>
                <a:cubicBezTo>
                  <a:pt x="352" y="372"/>
                  <a:pt x="352" y="372"/>
                  <a:pt x="352" y="372"/>
                </a:cubicBezTo>
                <a:lnTo>
                  <a:pt x="457" y="203"/>
                </a:lnTo>
                <a:close/>
              </a:path>
            </a:pathLst>
          </a:custGeom>
          <a:gradFill flip="none" rotWithShape="1">
            <a:gsLst>
              <a:gs pos="100000">
                <a:schemeClr val="accent6">
                  <a:lumMod val="50000"/>
                </a:schemeClr>
              </a:gs>
              <a:gs pos="73464">
                <a:schemeClr val="accent6">
                  <a:lumMod val="75000"/>
                </a:schemeClr>
              </a:gs>
              <a:gs pos="41000">
                <a:schemeClr val="accent6"/>
              </a:gs>
            </a:gsLst>
            <a:path path="circle">
              <a:fillToRect t="100000" r="100000"/>
            </a:path>
            <a:tileRect l="-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9">
            <a:extLst>
              <a:ext uri="{FF2B5EF4-FFF2-40B4-BE49-F238E27FC236}">
                <a16:creationId xmlns:a16="http://schemas.microsoft.com/office/drawing/2014/main" id="{D25C5BB9-125B-4FED-BA1E-14F9C2F09ECB}"/>
              </a:ext>
            </a:extLst>
          </p:cNvPr>
          <p:cNvSpPr>
            <a:spLocks noEditPoints="1"/>
          </p:cNvSpPr>
          <p:nvPr/>
        </p:nvSpPr>
        <p:spPr bwMode="auto">
          <a:xfrm>
            <a:off x="5102226" y="3497263"/>
            <a:ext cx="452438" cy="349250"/>
          </a:xfrm>
          <a:custGeom>
            <a:avLst/>
            <a:gdLst>
              <a:gd name="T0" fmla="*/ 81 w 114"/>
              <a:gd name="T1" fmla="*/ 41 h 88"/>
              <a:gd name="T2" fmla="*/ 101 w 114"/>
              <a:gd name="T3" fmla="*/ 24 h 88"/>
              <a:gd name="T4" fmla="*/ 101 w 114"/>
              <a:gd name="T5" fmla="*/ 88 h 88"/>
              <a:gd name="T6" fmla="*/ 81 w 114"/>
              <a:gd name="T7" fmla="*/ 88 h 88"/>
              <a:gd name="T8" fmla="*/ 81 w 114"/>
              <a:gd name="T9" fmla="*/ 41 h 88"/>
              <a:gd name="T10" fmla="*/ 57 w 114"/>
              <a:gd name="T11" fmla="*/ 88 h 88"/>
              <a:gd name="T12" fmla="*/ 76 w 114"/>
              <a:gd name="T13" fmla="*/ 88 h 88"/>
              <a:gd name="T14" fmla="*/ 76 w 114"/>
              <a:gd name="T15" fmla="*/ 45 h 88"/>
              <a:gd name="T16" fmla="*/ 57 w 114"/>
              <a:gd name="T17" fmla="*/ 62 h 88"/>
              <a:gd name="T18" fmla="*/ 57 w 114"/>
              <a:gd name="T19" fmla="*/ 88 h 88"/>
              <a:gd name="T20" fmla="*/ 33 w 114"/>
              <a:gd name="T21" fmla="*/ 88 h 88"/>
              <a:gd name="T22" fmla="*/ 52 w 114"/>
              <a:gd name="T23" fmla="*/ 88 h 88"/>
              <a:gd name="T24" fmla="*/ 52 w 114"/>
              <a:gd name="T25" fmla="*/ 62 h 88"/>
              <a:gd name="T26" fmla="*/ 33 w 114"/>
              <a:gd name="T27" fmla="*/ 41 h 88"/>
              <a:gd name="T28" fmla="*/ 33 w 114"/>
              <a:gd name="T29" fmla="*/ 88 h 88"/>
              <a:gd name="T30" fmla="*/ 9 w 114"/>
              <a:gd name="T31" fmla="*/ 88 h 88"/>
              <a:gd name="T32" fmla="*/ 28 w 114"/>
              <a:gd name="T33" fmla="*/ 88 h 88"/>
              <a:gd name="T34" fmla="*/ 28 w 114"/>
              <a:gd name="T35" fmla="*/ 39 h 88"/>
              <a:gd name="T36" fmla="*/ 9 w 114"/>
              <a:gd name="T37" fmla="*/ 54 h 88"/>
              <a:gd name="T38" fmla="*/ 9 w 114"/>
              <a:gd name="T39" fmla="*/ 88 h 88"/>
              <a:gd name="T40" fmla="*/ 112 w 114"/>
              <a:gd name="T41" fmla="*/ 0 h 88"/>
              <a:gd name="T42" fmla="*/ 94 w 114"/>
              <a:gd name="T43" fmla="*/ 0 h 88"/>
              <a:gd name="T44" fmla="*/ 92 w 114"/>
              <a:gd name="T45" fmla="*/ 3 h 88"/>
              <a:gd name="T46" fmla="*/ 98 w 114"/>
              <a:gd name="T47" fmla="*/ 9 h 88"/>
              <a:gd name="T48" fmla="*/ 55 w 114"/>
              <a:gd name="T49" fmla="*/ 47 h 88"/>
              <a:gd name="T50" fmla="*/ 32 w 114"/>
              <a:gd name="T51" fmla="*/ 23 h 88"/>
              <a:gd name="T52" fmla="*/ 27 w 114"/>
              <a:gd name="T53" fmla="*/ 22 h 88"/>
              <a:gd name="T54" fmla="*/ 2 w 114"/>
              <a:gd name="T55" fmla="*/ 43 h 88"/>
              <a:gd name="T56" fmla="*/ 2 w 114"/>
              <a:gd name="T57" fmla="*/ 48 h 88"/>
              <a:gd name="T58" fmla="*/ 7 w 114"/>
              <a:gd name="T59" fmla="*/ 48 h 88"/>
              <a:gd name="T60" fmla="*/ 29 w 114"/>
              <a:gd name="T61" fmla="*/ 30 h 88"/>
              <a:gd name="T62" fmla="*/ 52 w 114"/>
              <a:gd name="T63" fmla="*/ 54 h 88"/>
              <a:gd name="T64" fmla="*/ 55 w 114"/>
              <a:gd name="T65" fmla="*/ 55 h 88"/>
              <a:gd name="T66" fmla="*/ 57 w 114"/>
              <a:gd name="T67" fmla="*/ 54 h 88"/>
              <a:gd name="T68" fmla="*/ 103 w 114"/>
              <a:gd name="T69" fmla="*/ 15 h 88"/>
              <a:gd name="T70" fmla="*/ 108 w 114"/>
              <a:gd name="T71" fmla="*/ 21 h 88"/>
              <a:gd name="T72" fmla="*/ 112 w 114"/>
              <a:gd name="T73" fmla="*/ 20 h 88"/>
              <a:gd name="T74" fmla="*/ 114 w 114"/>
              <a:gd name="T75" fmla="*/ 2 h 88"/>
              <a:gd name="T76" fmla="*/ 112 w 114"/>
              <a:gd name="T7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88">
                <a:moveTo>
                  <a:pt x="81" y="41"/>
                </a:moveTo>
                <a:cubicBezTo>
                  <a:pt x="101" y="24"/>
                  <a:pt x="101" y="24"/>
                  <a:pt x="101" y="24"/>
                </a:cubicBezTo>
                <a:cubicBezTo>
                  <a:pt x="101" y="88"/>
                  <a:pt x="101" y="88"/>
                  <a:pt x="101" y="88"/>
                </a:cubicBezTo>
                <a:cubicBezTo>
                  <a:pt x="81" y="88"/>
                  <a:pt x="81" y="88"/>
                  <a:pt x="81" y="88"/>
                </a:cubicBezTo>
                <a:lnTo>
                  <a:pt x="81" y="41"/>
                </a:lnTo>
                <a:close/>
                <a:moveTo>
                  <a:pt x="57" y="88"/>
                </a:moveTo>
                <a:cubicBezTo>
                  <a:pt x="76" y="88"/>
                  <a:pt x="76" y="88"/>
                  <a:pt x="76" y="88"/>
                </a:cubicBezTo>
                <a:cubicBezTo>
                  <a:pt x="76" y="45"/>
                  <a:pt x="76" y="45"/>
                  <a:pt x="76" y="45"/>
                </a:cubicBezTo>
                <a:cubicBezTo>
                  <a:pt x="57" y="62"/>
                  <a:pt x="57" y="62"/>
                  <a:pt x="57" y="62"/>
                </a:cubicBezTo>
                <a:lnTo>
                  <a:pt x="57" y="88"/>
                </a:lnTo>
                <a:close/>
                <a:moveTo>
                  <a:pt x="33" y="88"/>
                </a:moveTo>
                <a:cubicBezTo>
                  <a:pt x="52" y="88"/>
                  <a:pt x="52" y="88"/>
                  <a:pt x="52" y="88"/>
                </a:cubicBezTo>
                <a:cubicBezTo>
                  <a:pt x="52" y="62"/>
                  <a:pt x="52" y="62"/>
                  <a:pt x="52" y="62"/>
                </a:cubicBezTo>
                <a:cubicBezTo>
                  <a:pt x="33" y="41"/>
                  <a:pt x="33" y="41"/>
                  <a:pt x="33" y="41"/>
                </a:cubicBezTo>
                <a:lnTo>
                  <a:pt x="33" y="88"/>
                </a:lnTo>
                <a:close/>
                <a:moveTo>
                  <a:pt x="9" y="88"/>
                </a:moveTo>
                <a:cubicBezTo>
                  <a:pt x="28" y="88"/>
                  <a:pt x="28" y="88"/>
                  <a:pt x="28" y="88"/>
                </a:cubicBezTo>
                <a:cubicBezTo>
                  <a:pt x="28" y="39"/>
                  <a:pt x="28" y="39"/>
                  <a:pt x="28" y="39"/>
                </a:cubicBezTo>
                <a:cubicBezTo>
                  <a:pt x="9" y="54"/>
                  <a:pt x="9" y="54"/>
                  <a:pt x="9" y="54"/>
                </a:cubicBezTo>
                <a:lnTo>
                  <a:pt x="9" y="88"/>
                </a:lnTo>
                <a:close/>
                <a:moveTo>
                  <a:pt x="112" y="0"/>
                </a:moveTo>
                <a:cubicBezTo>
                  <a:pt x="94" y="0"/>
                  <a:pt x="94" y="0"/>
                  <a:pt x="94" y="0"/>
                </a:cubicBezTo>
                <a:cubicBezTo>
                  <a:pt x="92" y="0"/>
                  <a:pt x="91" y="2"/>
                  <a:pt x="92" y="3"/>
                </a:cubicBezTo>
                <a:cubicBezTo>
                  <a:pt x="98" y="9"/>
                  <a:pt x="98" y="9"/>
                  <a:pt x="98" y="9"/>
                </a:cubicBezTo>
                <a:cubicBezTo>
                  <a:pt x="55" y="47"/>
                  <a:pt x="55" y="47"/>
                  <a:pt x="55" y="47"/>
                </a:cubicBezTo>
                <a:cubicBezTo>
                  <a:pt x="32" y="23"/>
                  <a:pt x="32" y="23"/>
                  <a:pt x="32" y="23"/>
                </a:cubicBezTo>
                <a:cubicBezTo>
                  <a:pt x="31" y="21"/>
                  <a:pt x="29" y="21"/>
                  <a:pt x="27" y="22"/>
                </a:cubicBezTo>
                <a:cubicBezTo>
                  <a:pt x="2" y="43"/>
                  <a:pt x="2" y="43"/>
                  <a:pt x="2" y="43"/>
                </a:cubicBezTo>
                <a:cubicBezTo>
                  <a:pt x="1" y="44"/>
                  <a:pt x="0" y="46"/>
                  <a:pt x="2" y="48"/>
                </a:cubicBezTo>
                <a:cubicBezTo>
                  <a:pt x="3" y="49"/>
                  <a:pt x="5" y="50"/>
                  <a:pt x="7" y="48"/>
                </a:cubicBezTo>
                <a:cubicBezTo>
                  <a:pt x="29" y="30"/>
                  <a:pt x="29" y="30"/>
                  <a:pt x="29" y="30"/>
                </a:cubicBezTo>
                <a:cubicBezTo>
                  <a:pt x="52" y="54"/>
                  <a:pt x="52" y="54"/>
                  <a:pt x="52" y="54"/>
                </a:cubicBezTo>
                <a:cubicBezTo>
                  <a:pt x="53" y="55"/>
                  <a:pt x="54" y="55"/>
                  <a:pt x="55" y="55"/>
                </a:cubicBezTo>
                <a:cubicBezTo>
                  <a:pt x="55" y="55"/>
                  <a:pt x="56" y="55"/>
                  <a:pt x="57" y="54"/>
                </a:cubicBezTo>
                <a:cubicBezTo>
                  <a:pt x="103" y="15"/>
                  <a:pt x="103" y="15"/>
                  <a:pt x="103" y="15"/>
                </a:cubicBezTo>
                <a:cubicBezTo>
                  <a:pt x="108" y="21"/>
                  <a:pt x="108" y="21"/>
                  <a:pt x="108" y="21"/>
                </a:cubicBezTo>
                <a:cubicBezTo>
                  <a:pt x="110" y="23"/>
                  <a:pt x="112" y="22"/>
                  <a:pt x="112" y="20"/>
                </a:cubicBezTo>
                <a:cubicBezTo>
                  <a:pt x="114" y="2"/>
                  <a:pt x="114" y="2"/>
                  <a:pt x="114" y="2"/>
                </a:cubicBezTo>
                <a:cubicBezTo>
                  <a:pt x="114" y="1"/>
                  <a:pt x="113" y="0"/>
                  <a:pt x="112"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0">
            <a:extLst>
              <a:ext uri="{FF2B5EF4-FFF2-40B4-BE49-F238E27FC236}">
                <a16:creationId xmlns:a16="http://schemas.microsoft.com/office/drawing/2014/main" id="{1E33B177-B61F-48B0-A6A0-1DF135E8E490}"/>
              </a:ext>
            </a:extLst>
          </p:cNvPr>
          <p:cNvSpPr>
            <a:spLocks noEditPoints="1"/>
          </p:cNvSpPr>
          <p:nvPr/>
        </p:nvSpPr>
        <p:spPr bwMode="auto">
          <a:xfrm>
            <a:off x="6872288" y="3046413"/>
            <a:ext cx="396875" cy="393700"/>
          </a:xfrm>
          <a:custGeom>
            <a:avLst/>
            <a:gdLst>
              <a:gd name="T0" fmla="*/ 39 w 100"/>
              <a:gd name="T1" fmla="*/ 21 h 99"/>
              <a:gd name="T2" fmla="*/ 50 w 100"/>
              <a:gd name="T3" fmla="*/ 10 h 99"/>
              <a:gd name="T4" fmla="*/ 61 w 100"/>
              <a:gd name="T5" fmla="*/ 21 h 99"/>
              <a:gd name="T6" fmla="*/ 50 w 100"/>
              <a:gd name="T7" fmla="*/ 32 h 99"/>
              <a:gd name="T8" fmla="*/ 39 w 100"/>
              <a:gd name="T9" fmla="*/ 21 h 99"/>
              <a:gd name="T10" fmla="*/ 65 w 100"/>
              <a:gd name="T11" fmla="*/ 37 h 99"/>
              <a:gd name="T12" fmla="*/ 36 w 100"/>
              <a:gd name="T13" fmla="*/ 37 h 99"/>
              <a:gd name="T14" fmla="*/ 32 w 100"/>
              <a:gd name="T15" fmla="*/ 40 h 99"/>
              <a:gd name="T16" fmla="*/ 32 w 100"/>
              <a:gd name="T17" fmla="*/ 66 h 99"/>
              <a:gd name="T18" fmla="*/ 36 w 100"/>
              <a:gd name="T19" fmla="*/ 69 h 99"/>
              <a:gd name="T20" fmla="*/ 39 w 100"/>
              <a:gd name="T21" fmla="*/ 69 h 99"/>
              <a:gd name="T22" fmla="*/ 39 w 100"/>
              <a:gd name="T23" fmla="*/ 96 h 99"/>
              <a:gd name="T24" fmla="*/ 43 w 100"/>
              <a:gd name="T25" fmla="*/ 99 h 99"/>
              <a:gd name="T26" fmla="*/ 57 w 100"/>
              <a:gd name="T27" fmla="*/ 99 h 99"/>
              <a:gd name="T28" fmla="*/ 61 w 100"/>
              <a:gd name="T29" fmla="*/ 96 h 99"/>
              <a:gd name="T30" fmla="*/ 61 w 100"/>
              <a:gd name="T31" fmla="*/ 69 h 99"/>
              <a:gd name="T32" fmla="*/ 65 w 100"/>
              <a:gd name="T33" fmla="*/ 69 h 99"/>
              <a:gd name="T34" fmla="*/ 69 w 100"/>
              <a:gd name="T35" fmla="*/ 66 h 99"/>
              <a:gd name="T36" fmla="*/ 69 w 100"/>
              <a:gd name="T37" fmla="*/ 40 h 99"/>
              <a:gd name="T38" fmla="*/ 65 w 100"/>
              <a:gd name="T39" fmla="*/ 37 h 99"/>
              <a:gd name="T40" fmla="*/ 83 w 100"/>
              <a:gd name="T41" fmla="*/ 21 h 99"/>
              <a:gd name="T42" fmla="*/ 93 w 100"/>
              <a:gd name="T43" fmla="*/ 10 h 99"/>
              <a:gd name="T44" fmla="*/ 83 w 100"/>
              <a:gd name="T45" fmla="*/ 0 h 99"/>
              <a:gd name="T46" fmla="*/ 72 w 100"/>
              <a:gd name="T47" fmla="*/ 10 h 99"/>
              <a:gd name="T48" fmla="*/ 83 w 100"/>
              <a:gd name="T49" fmla="*/ 21 h 99"/>
              <a:gd name="T50" fmla="*/ 97 w 100"/>
              <a:gd name="T51" fmla="*/ 25 h 99"/>
              <a:gd name="T52" fmla="*/ 69 w 100"/>
              <a:gd name="T53" fmla="*/ 25 h 99"/>
              <a:gd name="T54" fmla="*/ 66 w 100"/>
              <a:gd name="T55" fmla="*/ 29 h 99"/>
              <a:gd name="T56" fmla="*/ 66 w 100"/>
              <a:gd name="T57" fmla="*/ 29 h 99"/>
              <a:gd name="T58" fmla="*/ 76 w 100"/>
              <a:gd name="T59" fmla="*/ 40 h 99"/>
              <a:gd name="T60" fmla="*/ 76 w 100"/>
              <a:gd name="T61" fmla="*/ 66 h 99"/>
              <a:gd name="T62" fmla="*/ 73 w 100"/>
              <a:gd name="T63" fmla="*/ 74 h 99"/>
              <a:gd name="T64" fmla="*/ 73 w 100"/>
              <a:gd name="T65" fmla="*/ 80 h 99"/>
              <a:gd name="T66" fmla="*/ 76 w 100"/>
              <a:gd name="T67" fmla="*/ 84 h 99"/>
              <a:gd name="T68" fmla="*/ 90 w 100"/>
              <a:gd name="T69" fmla="*/ 84 h 99"/>
              <a:gd name="T70" fmla="*/ 93 w 100"/>
              <a:gd name="T71" fmla="*/ 80 h 99"/>
              <a:gd name="T72" fmla="*/ 93 w 100"/>
              <a:gd name="T73" fmla="*/ 56 h 99"/>
              <a:gd name="T74" fmla="*/ 97 w 100"/>
              <a:gd name="T75" fmla="*/ 56 h 99"/>
              <a:gd name="T76" fmla="*/ 100 w 100"/>
              <a:gd name="T77" fmla="*/ 52 h 99"/>
              <a:gd name="T78" fmla="*/ 100 w 100"/>
              <a:gd name="T79" fmla="*/ 29 h 99"/>
              <a:gd name="T80" fmla="*/ 97 w 100"/>
              <a:gd name="T81" fmla="*/ 25 h 99"/>
              <a:gd name="T82" fmla="*/ 28 w 100"/>
              <a:gd name="T83" fmla="*/ 10 h 99"/>
              <a:gd name="T84" fmla="*/ 17 w 100"/>
              <a:gd name="T85" fmla="*/ 0 h 99"/>
              <a:gd name="T86" fmla="*/ 7 w 100"/>
              <a:gd name="T87" fmla="*/ 10 h 99"/>
              <a:gd name="T88" fmla="*/ 17 w 100"/>
              <a:gd name="T89" fmla="*/ 21 h 99"/>
              <a:gd name="T90" fmla="*/ 28 w 100"/>
              <a:gd name="T91" fmla="*/ 10 h 99"/>
              <a:gd name="T92" fmla="*/ 0 w 100"/>
              <a:gd name="T93" fmla="*/ 29 h 99"/>
              <a:gd name="T94" fmla="*/ 0 w 100"/>
              <a:gd name="T95" fmla="*/ 52 h 99"/>
              <a:gd name="T96" fmla="*/ 3 w 100"/>
              <a:gd name="T97" fmla="*/ 56 h 99"/>
              <a:gd name="T98" fmla="*/ 7 w 100"/>
              <a:gd name="T99" fmla="*/ 56 h 99"/>
              <a:gd name="T100" fmla="*/ 7 w 100"/>
              <a:gd name="T101" fmla="*/ 80 h 99"/>
              <a:gd name="T102" fmla="*/ 10 w 100"/>
              <a:gd name="T103" fmla="*/ 84 h 99"/>
              <a:gd name="T104" fmla="*/ 24 w 100"/>
              <a:gd name="T105" fmla="*/ 84 h 99"/>
              <a:gd name="T106" fmla="*/ 27 w 100"/>
              <a:gd name="T107" fmla="*/ 80 h 99"/>
              <a:gd name="T108" fmla="*/ 27 w 100"/>
              <a:gd name="T109" fmla="*/ 74 h 99"/>
              <a:gd name="T110" fmla="*/ 24 w 100"/>
              <a:gd name="T111" fmla="*/ 66 h 99"/>
              <a:gd name="T112" fmla="*/ 24 w 100"/>
              <a:gd name="T113" fmla="*/ 40 h 99"/>
              <a:gd name="T114" fmla="*/ 34 w 100"/>
              <a:gd name="T115" fmla="*/ 29 h 99"/>
              <a:gd name="T116" fmla="*/ 34 w 100"/>
              <a:gd name="T117" fmla="*/ 29 h 99"/>
              <a:gd name="T118" fmla="*/ 31 w 100"/>
              <a:gd name="T119" fmla="*/ 25 h 99"/>
              <a:gd name="T120" fmla="*/ 3 w 100"/>
              <a:gd name="T121" fmla="*/ 25 h 99"/>
              <a:gd name="T122" fmla="*/ 0 w 100"/>
              <a:gd name="T123" fmla="*/ 2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0" h="99">
                <a:moveTo>
                  <a:pt x="39" y="21"/>
                </a:moveTo>
                <a:cubicBezTo>
                  <a:pt x="39" y="15"/>
                  <a:pt x="44" y="10"/>
                  <a:pt x="50" y="10"/>
                </a:cubicBezTo>
                <a:cubicBezTo>
                  <a:pt x="56" y="10"/>
                  <a:pt x="61" y="15"/>
                  <a:pt x="61" y="21"/>
                </a:cubicBezTo>
                <a:cubicBezTo>
                  <a:pt x="61" y="27"/>
                  <a:pt x="56" y="32"/>
                  <a:pt x="50" y="32"/>
                </a:cubicBezTo>
                <a:cubicBezTo>
                  <a:pt x="44" y="32"/>
                  <a:pt x="39" y="27"/>
                  <a:pt x="39" y="21"/>
                </a:cubicBezTo>
                <a:close/>
                <a:moveTo>
                  <a:pt x="65" y="37"/>
                </a:moveTo>
                <a:cubicBezTo>
                  <a:pt x="36" y="37"/>
                  <a:pt x="36" y="37"/>
                  <a:pt x="36" y="37"/>
                </a:cubicBezTo>
                <a:cubicBezTo>
                  <a:pt x="33" y="37"/>
                  <a:pt x="32" y="38"/>
                  <a:pt x="32" y="40"/>
                </a:cubicBezTo>
                <a:cubicBezTo>
                  <a:pt x="32" y="66"/>
                  <a:pt x="32" y="66"/>
                  <a:pt x="32" y="66"/>
                </a:cubicBezTo>
                <a:cubicBezTo>
                  <a:pt x="32" y="68"/>
                  <a:pt x="33" y="69"/>
                  <a:pt x="36" y="69"/>
                </a:cubicBezTo>
                <a:cubicBezTo>
                  <a:pt x="39" y="69"/>
                  <a:pt x="39" y="69"/>
                  <a:pt x="39" y="69"/>
                </a:cubicBezTo>
                <a:cubicBezTo>
                  <a:pt x="39" y="96"/>
                  <a:pt x="39" y="96"/>
                  <a:pt x="39" y="96"/>
                </a:cubicBezTo>
                <a:cubicBezTo>
                  <a:pt x="39" y="98"/>
                  <a:pt x="41" y="99"/>
                  <a:pt x="43" y="99"/>
                </a:cubicBezTo>
                <a:cubicBezTo>
                  <a:pt x="57" y="99"/>
                  <a:pt x="57" y="99"/>
                  <a:pt x="57" y="99"/>
                </a:cubicBezTo>
                <a:cubicBezTo>
                  <a:pt x="60" y="99"/>
                  <a:pt x="61" y="98"/>
                  <a:pt x="61" y="96"/>
                </a:cubicBezTo>
                <a:cubicBezTo>
                  <a:pt x="61" y="69"/>
                  <a:pt x="61" y="69"/>
                  <a:pt x="61" y="69"/>
                </a:cubicBezTo>
                <a:cubicBezTo>
                  <a:pt x="65" y="69"/>
                  <a:pt x="65" y="69"/>
                  <a:pt x="65" y="69"/>
                </a:cubicBezTo>
                <a:cubicBezTo>
                  <a:pt x="67" y="69"/>
                  <a:pt x="69" y="68"/>
                  <a:pt x="69" y="66"/>
                </a:cubicBezTo>
                <a:cubicBezTo>
                  <a:pt x="69" y="40"/>
                  <a:pt x="69" y="40"/>
                  <a:pt x="69" y="40"/>
                </a:cubicBezTo>
                <a:cubicBezTo>
                  <a:pt x="69" y="38"/>
                  <a:pt x="67" y="37"/>
                  <a:pt x="65" y="37"/>
                </a:cubicBezTo>
                <a:close/>
                <a:moveTo>
                  <a:pt x="83" y="21"/>
                </a:moveTo>
                <a:cubicBezTo>
                  <a:pt x="89" y="21"/>
                  <a:pt x="93" y="16"/>
                  <a:pt x="93" y="10"/>
                </a:cubicBezTo>
                <a:cubicBezTo>
                  <a:pt x="93" y="5"/>
                  <a:pt x="89" y="0"/>
                  <a:pt x="83" y="0"/>
                </a:cubicBezTo>
                <a:cubicBezTo>
                  <a:pt x="77" y="0"/>
                  <a:pt x="72" y="5"/>
                  <a:pt x="72" y="10"/>
                </a:cubicBezTo>
                <a:cubicBezTo>
                  <a:pt x="72" y="16"/>
                  <a:pt x="77" y="21"/>
                  <a:pt x="83" y="21"/>
                </a:cubicBezTo>
                <a:close/>
                <a:moveTo>
                  <a:pt x="97" y="25"/>
                </a:moveTo>
                <a:cubicBezTo>
                  <a:pt x="69" y="25"/>
                  <a:pt x="69" y="25"/>
                  <a:pt x="69" y="25"/>
                </a:cubicBezTo>
                <a:cubicBezTo>
                  <a:pt x="67" y="25"/>
                  <a:pt x="66" y="27"/>
                  <a:pt x="66" y="29"/>
                </a:cubicBezTo>
                <a:cubicBezTo>
                  <a:pt x="66" y="29"/>
                  <a:pt x="66" y="29"/>
                  <a:pt x="66" y="29"/>
                </a:cubicBezTo>
                <a:cubicBezTo>
                  <a:pt x="72" y="30"/>
                  <a:pt x="76" y="34"/>
                  <a:pt x="76" y="40"/>
                </a:cubicBezTo>
                <a:cubicBezTo>
                  <a:pt x="76" y="66"/>
                  <a:pt x="76" y="66"/>
                  <a:pt x="76" y="66"/>
                </a:cubicBezTo>
                <a:cubicBezTo>
                  <a:pt x="76" y="69"/>
                  <a:pt x="75" y="72"/>
                  <a:pt x="73" y="74"/>
                </a:cubicBezTo>
                <a:cubicBezTo>
                  <a:pt x="73" y="80"/>
                  <a:pt x="73" y="80"/>
                  <a:pt x="73" y="80"/>
                </a:cubicBezTo>
                <a:cubicBezTo>
                  <a:pt x="73" y="82"/>
                  <a:pt x="74" y="84"/>
                  <a:pt x="76" y="84"/>
                </a:cubicBezTo>
                <a:cubicBezTo>
                  <a:pt x="90" y="84"/>
                  <a:pt x="90" y="84"/>
                  <a:pt x="90" y="84"/>
                </a:cubicBezTo>
                <a:cubicBezTo>
                  <a:pt x="92" y="84"/>
                  <a:pt x="93" y="82"/>
                  <a:pt x="93" y="80"/>
                </a:cubicBezTo>
                <a:cubicBezTo>
                  <a:pt x="93" y="56"/>
                  <a:pt x="93" y="56"/>
                  <a:pt x="93" y="56"/>
                </a:cubicBezTo>
                <a:cubicBezTo>
                  <a:pt x="97" y="56"/>
                  <a:pt x="97" y="56"/>
                  <a:pt x="97" y="56"/>
                </a:cubicBezTo>
                <a:cubicBezTo>
                  <a:pt x="99" y="56"/>
                  <a:pt x="100" y="54"/>
                  <a:pt x="100" y="52"/>
                </a:cubicBezTo>
                <a:cubicBezTo>
                  <a:pt x="100" y="29"/>
                  <a:pt x="100" y="29"/>
                  <a:pt x="100" y="29"/>
                </a:cubicBezTo>
                <a:cubicBezTo>
                  <a:pt x="100" y="27"/>
                  <a:pt x="99" y="25"/>
                  <a:pt x="97" y="25"/>
                </a:cubicBezTo>
                <a:close/>
                <a:moveTo>
                  <a:pt x="28" y="10"/>
                </a:moveTo>
                <a:cubicBezTo>
                  <a:pt x="28" y="5"/>
                  <a:pt x="23" y="0"/>
                  <a:pt x="17" y="0"/>
                </a:cubicBezTo>
                <a:cubicBezTo>
                  <a:pt x="11" y="0"/>
                  <a:pt x="7" y="5"/>
                  <a:pt x="7" y="10"/>
                </a:cubicBezTo>
                <a:cubicBezTo>
                  <a:pt x="7" y="16"/>
                  <a:pt x="11" y="21"/>
                  <a:pt x="17" y="21"/>
                </a:cubicBezTo>
                <a:cubicBezTo>
                  <a:pt x="23" y="21"/>
                  <a:pt x="28" y="16"/>
                  <a:pt x="28" y="10"/>
                </a:cubicBezTo>
                <a:close/>
                <a:moveTo>
                  <a:pt x="0" y="29"/>
                </a:moveTo>
                <a:cubicBezTo>
                  <a:pt x="0" y="52"/>
                  <a:pt x="0" y="52"/>
                  <a:pt x="0" y="52"/>
                </a:cubicBezTo>
                <a:cubicBezTo>
                  <a:pt x="0" y="54"/>
                  <a:pt x="1" y="56"/>
                  <a:pt x="3" y="56"/>
                </a:cubicBezTo>
                <a:cubicBezTo>
                  <a:pt x="7" y="56"/>
                  <a:pt x="7" y="56"/>
                  <a:pt x="7" y="56"/>
                </a:cubicBezTo>
                <a:cubicBezTo>
                  <a:pt x="7" y="80"/>
                  <a:pt x="7" y="80"/>
                  <a:pt x="7" y="80"/>
                </a:cubicBezTo>
                <a:cubicBezTo>
                  <a:pt x="7" y="82"/>
                  <a:pt x="8" y="84"/>
                  <a:pt x="10" y="84"/>
                </a:cubicBezTo>
                <a:cubicBezTo>
                  <a:pt x="24" y="84"/>
                  <a:pt x="24" y="84"/>
                  <a:pt x="24" y="84"/>
                </a:cubicBezTo>
                <a:cubicBezTo>
                  <a:pt x="26" y="84"/>
                  <a:pt x="27" y="82"/>
                  <a:pt x="27" y="80"/>
                </a:cubicBezTo>
                <a:cubicBezTo>
                  <a:pt x="27" y="74"/>
                  <a:pt x="27" y="74"/>
                  <a:pt x="27" y="74"/>
                </a:cubicBezTo>
                <a:cubicBezTo>
                  <a:pt x="25" y="72"/>
                  <a:pt x="24" y="69"/>
                  <a:pt x="24" y="66"/>
                </a:cubicBezTo>
                <a:cubicBezTo>
                  <a:pt x="24" y="40"/>
                  <a:pt x="24" y="40"/>
                  <a:pt x="24" y="40"/>
                </a:cubicBezTo>
                <a:cubicBezTo>
                  <a:pt x="24" y="34"/>
                  <a:pt x="28" y="30"/>
                  <a:pt x="34" y="29"/>
                </a:cubicBezTo>
                <a:cubicBezTo>
                  <a:pt x="34" y="29"/>
                  <a:pt x="34" y="29"/>
                  <a:pt x="34" y="29"/>
                </a:cubicBezTo>
                <a:cubicBezTo>
                  <a:pt x="34" y="27"/>
                  <a:pt x="33" y="25"/>
                  <a:pt x="31" y="25"/>
                </a:cubicBezTo>
                <a:cubicBezTo>
                  <a:pt x="3" y="25"/>
                  <a:pt x="3" y="25"/>
                  <a:pt x="3" y="25"/>
                </a:cubicBezTo>
                <a:cubicBezTo>
                  <a:pt x="1" y="25"/>
                  <a:pt x="0" y="27"/>
                  <a:pt x="0" y="2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1">
            <a:extLst>
              <a:ext uri="{FF2B5EF4-FFF2-40B4-BE49-F238E27FC236}">
                <a16:creationId xmlns:a16="http://schemas.microsoft.com/office/drawing/2014/main" id="{AAAA2F79-732A-4A98-A884-19994FE710B8}"/>
              </a:ext>
            </a:extLst>
          </p:cNvPr>
          <p:cNvSpPr>
            <a:spLocks noEditPoints="1"/>
          </p:cNvSpPr>
          <p:nvPr/>
        </p:nvSpPr>
        <p:spPr bwMode="auto">
          <a:xfrm>
            <a:off x="3152776" y="3027363"/>
            <a:ext cx="566738" cy="333375"/>
          </a:xfrm>
          <a:custGeom>
            <a:avLst/>
            <a:gdLst>
              <a:gd name="T0" fmla="*/ 30 w 143"/>
              <a:gd name="T1" fmla="*/ 53 h 84"/>
              <a:gd name="T2" fmla="*/ 31 w 143"/>
              <a:gd name="T3" fmla="*/ 48 h 84"/>
              <a:gd name="T4" fmla="*/ 46 w 143"/>
              <a:gd name="T5" fmla="*/ 37 h 84"/>
              <a:gd name="T6" fmla="*/ 50 w 143"/>
              <a:gd name="T7" fmla="*/ 41 h 84"/>
              <a:gd name="T8" fmla="*/ 36 w 143"/>
              <a:gd name="T9" fmla="*/ 54 h 84"/>
              <a:gd name="T10" fmla="*/ 43 w 143"/>
              <a:gd name="T11" fmla="*/ 65 h 84"/>
              <a:gd name="T12" fmla="*/ 60 w 143"/>
              <a:gd name="T13" fmla="*/ 45 h 84"/>
              <a:gd name="T14" fmla="*/ 55 w 143"/>
              <a:gd name="T15" fmla="*/ 45 h 84"/>
              <a:gd name="T16" fmla="*/ 38 w 143"/>
              <a:gd name="T17" fmla="*/ 64 h 84"/>
              <a:gd name="T18" fmla="*/ 43 w 143"/>
              <a:gd name="T19" fmla="*/ 65 h 84"/>
              <a:gd name="T20" fmla="*/ 64 w 143"/>
              <a:gd name="T21" fmla="*/ 64 h 84"/>
              <a:gd name="T22" fmla="*/ 62 w 143"/>
              <a:gd name="T23" fmla="*/ 57 h 84"/>
              <a:gd name="T24" fmla="*/ 48 w 143"/>
              <a:gd name="T25" fmla="*/ 67 h 84"/>
              <a:gd name="T26" fmla="*/ 50 w 143"/>
              <a:gd name="T27" fmla="*/ 74 h 84"/>
              <a:gd name="T28" fmla="*/ 61 w 143"/>
              <a:gd name="T29" fmla="*/ 83 h 84"/>
              <a:gd name="T30" fmla="*/ 68 w 143"/>
              <a:gd name="T31" fmla="*/ 72 h 84"/>
              <a:gd name="T32" fmla="*/ 63 w 143"/>
              <a:gd name="T33" fmla="*/ 71 h 84"/>
              <a:gd name="T34" fmla="*/ 56 w 143"/>
              <a:gd name="T35" fmla="*/ 82 h 84"/>
              <a:gd name="T36" fmla="*/ 61 w 143"/>
              <a:gd name="T37" fmla="*/ 83 h 84"/>
              <a:gd name="T38" fmla="*/ 143 w 143"/>
              <a:gd name="T39" fmla="*/ 25 h 84"/>
              <a:gd name="T40" fmla="*/ 114 w 143"/>
              <a:gd name="T41" fmla="*/ 12 h 84"/>
              <a:gd name="T42" fmla="*/ 127 w 143"/>
              <a:gd name="T43" fmla="*/ 34 h 84"/>
              <a:gd name="T44" fmla="*/ 115 w 143"/>
              <a:gd name="T45" fmla="*/ 39 h 84"/>
              <a:gd name="T46" fmla="*/ 109 w 143"/>
              <a:gd name="T47" fmla="*/ 13 h 84"/>
              <a:gd name="T48" fmla="*/ 69 w 143"/>
              <a:gd name="T49" fmla="*/ 8 h 84"/>
              <a:gd name="T50" fmla="*/ 67 w 143"/>
              <a:gd name="T51" fmla="*/ 8 h 84"/>
              <a:gd name="T52" fmla="*/ 43 w 143"/>
              <a:gd name="T53" fmla="*/ 21 h 84"/>
              <a:gd name="T54" fmla="*/ 47 w 143"/>
              <a:gd name="T55" fmla="*/ 26 h 84"/>
              <a:gd name="T56" fmla="*/ 71 w 143"/>
              <a:gd name="T57" fmla="*/ 15 h 84"/>
              <a:gd name="T58" fmla="*/ 72 w 143"/>
              <a:gd name="T59" fmla="*/ 15 h 84"/>
              <a:gd name="T60" fmla="*/ 113 w 143"/>
              <a:gd name="T61" fmla="*/ 43 h 84"/>
              <a:gd name="T62" fmla="*/ 77 w 143"/>
              <a:gd name="T63" fmla="*/ 77 h 84"/>
              <a:gd name="T64" fmla="*/ 71 w 143"/>
              <a:gd name="T65" fmla="*/ 80 h 84"/>
              <a:gd name="T66" fmla="*/ 74 w 143"/>
              <a:gd name="T67" fmla="*/ 83 h 84"/>
              <a:gd name="T68" fmla="*/ 87 w 143"/>
              <a:gd name="T69" fmla="*/ 76 h 84"/>
              <a:gd name="T70" fmla="*/ 89 w 143"/>
              <a:gd name="T71" fmla="*/ 71 h 84"/>
              <a:gd name="T72" fmla="*/ 84 w 143"/>
              <a:gd name="T73" fmla="*/ 59 h 84"/>
              <a:gd name="T74" fmla="*/ 95 w 143"/>
              <a:gd name="T75" fmla="*/ 70 h 84"/>
              <a:gd name="T76" fmla="*/ 100 w 143"/>
              <a:gd name="T77" fmla="*/ 71 h 84"/>
              <a:gd name="T78" fmla="*/ 101 w 143"/>
              <a:gd name="T79" fmla="*/ 65 h 84"/>
              <a:gd name="T80" fmla="*/ 95 w 143"/>
              <a:gd name="T81" fmla="*/ 52 h 84"/>
              <a:gd name="T82" fmla="*/ 106 w 143"/>
              <a:gd name="T83" fmla="*/ 62 h 84"/>
              <a:gd name="T84" fmla="*/ 111 w 143"/>
              <a:gd name="T85" fmla="*/ 64 h 84"/>
              <a:gd name="T86" fmla="*/ 103 w 143"/>
              <a:gd name="T87" fmla="*/ 49 h 84"/>
              <a:gd name="T88" fmla="*/ 51 w 143"/>
              <a:gd name="T89" fmla="*/ 30 h 84"/>
              <a:gd name="T90" fmla="*/ 40 w 143"/>
              <a:gd name="T91" fmla="*/ 28 h 84"/>
              <a:gd name="T92" fmla="*/ 43 w 143"/>
              <a:gd name="T93" fmla="*/ 15 h 84"/>
              <a:gd name="T94" fmla="*/ 35 w 143"/>
              <a:gd name="T95" fmla="*/ 15 h 84"/>
              <a:gd name="T96" fmla="*/ 28 w 143"/>
              <a:gd name="T97" fmla="*/ 44 h 84"/>
              <a:gd name="T98" fmla="*/ 46 w 143"/>
              <a:gd name="T99" fmla="*/ 32 h 84"/>
              <a:gd name="T100" fmla="*/ 55 w 143"/>
              <a:gd name="T101" fmla="*/ 40 h 84"/>
              <a:gd name="T102" fmla="*/ 64 w 143"/>
              <a:gd name="T103" fmla="*/ 42 h 84"/>
              <a:gd name="T104" fmla="*/ 69 w 143"/>
              <a:gd name="T105" fmla="*/ 55 h 84"/>
              <a:gd name="T106" fmla="*/ 72 w 143"/>
              <a:gd name="T107" fmla="*/ 68 h 84"/>
              <a:gd name="T108" fmla="*/ 82 w 143"/>
              <a:gd name="T109" fmla="*/ 74 h 84"/>
              <a:gd name="T110" fmla="*/ 85 w 143"/>
              <a:gd name="T111" fmla="*/ 77 h 84"/>
              <a:gd name="T112" fmla="*/ 13 w 143"/>
              <a:gd name="T113" fmla="*/ 30 h 84"/>
              <a:gd name="T114" fmla="*/ 19 w 143"/>
              <a:gd name="T115" fmla="*/ 0 h 84"/>
              <a:gd name="T116" fmla="*/ 13 w 143"/>
              <a:gd name="T117" fmla="*/ 3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3" h="84">
                <a:moveTo>
                  <a:pt x="33" y="55"/>
                </a:moveTo>
                <a:cubicBezTo>
                  <a:pt x="32" y="55"/>
                  <a:pt x="31" y="54"/>
                  <a:pt x="30" y="53"/>
                </a:cubicBezTo>
                <a:cubicBezTo>
                  <a:pt x="30" y="53"/>
                  <a:pt x="30" y="52"/>
                  <a:pt x="30" y="51"/>
                </a:cubicBezTo>
                <a:cubicBezTo>
                  <a:pt x="30" y="50"/>
                  <a:pt x="30" y="49"/>
                  <a:pt x="31" y="48"/>
                </a:cubicBezTo>
                <a:cubicBezTo>
                  <a:pt x="44" y="37"/>
                  <a:pt x="44" y="37"/>
                  <a:pt x="44" y="37"/>
                </a:cubicBezTo>
                <a:cubicBezTo>
                  <a:pt x="45" y="37"/>
                  <a:pt x="45" y="37"/>
                  <a:pt x="46" y="37"/>
                </a:cubicBezTo>
                <a:cubicBezTo>
                  <a:pt x="47" y="37"/>
                  <a:pt x="49" y="37"/>
                  <a:pt x="49" y="38"/>
                </a:cubicBezTo>
                <a:cubicBezTo>
                  <a:pt x="50" y="39"/>
                  <a:pt x="50" y="40"/>
                  <a:pt x="50" y="41"/>
                </a:cubicBezTo>
                <a:cubicBezTo>
                  <a:pt x="50" y="42"/>
                  <a:pt x="50" y="43"/>
                  <a:pt x="49" y="43"/>
                </a:cubicBezTo>
                <a:cubicBezTo>
                  <a:pt x="36" y="54"/>
                  <a:pt x="36" y="54"/>
                  <a:pt x="36" y="54"/>
                </a:cubicBezTo>
                <a:cubicBezTo>
                  <a:pt x="35" y="55"/>
                  <a:pt x="34" y="55"/>
                  <a:pt x="33" y="55"/>
                </a:cubicBezTo>
                <a:close/>
                <a:moveTo>
                  <a:pt x="43" y="65"/>
                </a:moveTo>
                <a:cubicBezTo>
                  <a:pt x="60" y="51"/>
                  <a:pt x="60" y="51"/>
                  <a:pt x="60" y="51"/>
                </a:cubicBezTo>
                <a:cubicBezTo>
                  <a:pt x="61" y="50"/>
                  <a:pt x="61" y="47"/>
                  <a:pt x="60" y="45"/>
                </a:cubicBezTo>
                <a:cubicBezTo>
                  <a:pt x="59" y="45"/>
                  <a:pt x="58" y="44"/>
                  <a:pt x="57" y="44"/>
                </a:cubicBezTo>
                <a:cubicBezTo>
                  <a:pt x="56" y="44"/>
                  <a:pt x="55" y="44"/>
                  <a:pt x="55" y="45"/>
                </a:cubicBezTo>
                <a:cubicBezTo>
                  <a:pt x="38" y="59"/>
                  <a:pt x="38" y="59"/>
                  <a:pt x="38" y="59"/>
                </a:cubicBezTo>
                <a:cubicBezTo>
                  <a:pt x="37" y="60"/>
                  <a:pt x="36" y="62"/>
                  <a:pt x="38" y="64"/>
                </a:cubicBezTo>
                <a:cubicBezTo>
                  <a:pt x="38" y="65"/>
                  <a:pt x="40" y="65"/>
                  <a:pt x="41" y="65"/>
                </a:cubicBezTo>
                <a:cubicBezTo>
                  <a:pt x="42" y="65"/>
                  <a:pt x="43" y="65"/>
                  <a:pt x="43" y="65"/>
                </a:cubicBezTo>
                <a:close/>
                <a:moveTo>
                  <a:pt x="52" y="73"/>
                </a:moveTo>
                <a:cubicBezTo>
                  <a:pt x="64" y="64"/>
                  <a:pt x="64" y="64"/>
                  <a:pt x="64" y="64"/>
                </a:cubicBezTo>
                <a:cubicBezTo>
                  <a:pt x="66" y="62"/>
                  <a:pt x="66" y="60"/>
                  <a:pt x="65" y="58"/>
                </a:cubicBezTo>
                <a:cubicBezTo>
                  <a:pt x="64" y="57"/>
                  <a:pt x="63" y="57"/>
                  <a:pt x="62" y="57"/>
                </a:cubicBezTo>
                <a:cubicBezTo>
                  <a:pt x="61" y="57"/>
                  <a:pt x="60" y="57"/>
                  <a:pt x="59" y="58"/>
                </a:cubicBezTo>
                <a:cubicBezTo>
                  <a:pt x="48" y="67"/>
                  <a:pt x="48" y="67"/>
                  <a:pt x="48" y="67"/>
                </a:cubicBezTo>
                <a:cubicBezTo>
                  <a:pt x="46" y="69"/>
                  <a:pt x="46" y="71"/>
                  <a:pt x="47" y="73"/>
                </a:cubicBezTo>
                <a:cubicBezTo>
                  <a:pt x="48" y="74"/>
                  <a:pt x="49" y="74"/>
                  <a:pt x="50" y="74"/>
                </a:cubicBezTo>
                <a:cubicBezTo>
                  <a:pt x="51" y="74"/>
                  <a:pt x="52" y="74"/>
                  <a:pt x="52" y="73"/>
                </a:cubicBezTo>
                <a:close/>
                <a:moveTo>
                  <a:pt x="61" y="83"/>
                </a:moveTo>
                <a:cubicBezTo>
                  <a:pt x="68" y="77"/>
                  <a:pt x="68" y="77"/>
                  <a:pt x="68" y="77"/>
                </a:cubicBezTo>
                <a:cubicBezTo>
                  <a:pt x="70" y="76"/>
                  <a:pt x="70" y="73"/>
                  <a:pt x="68" y="72"/>
                </a:cubicBezTo>
                <a:cubicBezTo>
                  <a:pt x="68" y="71"/>
                  <a:pt x="67" y="70"/>
                  <a:pt x="65" y="70"/>
                </a:cubicBezTo>
                <a:cubicBezTo>
                  <a:pt x="65" y="70"/>
                  <a:pt x="64" y="71"/>
                  <a:pt x="63" y="71"/>
                </a:cubicBezTo>
                <a:cubicBezTo>
                  <a:pt x="56" y="77"/>
                  <a:pt x="56" y="77"/>
                  <a:pt x="56" y="77"/>
                </a:cubicBezTo>
                <a:cubicBezTo>
                  <a:pt x="55" y="78"/>
                  <a:pt x="54" y="81"/>
                  <a:pt x="56" y="82"/>
                </a:cubicBezTo>
                <a:cubicBezTo>
                  <a:pt x="56" y="83"/>
                  <a:pt x="57" y="84"/>
                  <a:pt x="59" y="84"/>
                </a:cubicBezTo>
                <a:cubicBezTo>
                  <a:pt x="60" y="84"/>
                  <a:pt x="60" y="83"/>
                  <a:pt x="61" y="83"/>
                </a:cubicBezTo>
                <a:close/>
                <a:moveTo>
                  <a:pt x="127" y="34"/>
                </a:moveTo>
                <a:cubicBezTo>
                  <a:pt x="143" y="25"/>
                  <a:pt x="143" y="25"/>
                  <a:pt x="143" y="25"/>
                </a:cubicBezTo>
                <a:cubicBezTo>
                  <a:pt x="131" y="3"/>
                  <a:pt x="131" y="3"/>
                  <a:pt x="131" y="3"/>
                </a:cubicBezTo>
                <a:cubicBezTo>
                  <a:pt x="125" y="6"/>
                  <a:pt x="117" y="10"/>
                  <a:pt x="114" y="12"/>
                </a:cubicBezTo>
                <a:cubicBezTo>
                  <a:pt x="116" y="15"/>
                  <a:pt x="119" y="20"/>
                  <a:pt x="126" y="33"/>
                </a:cubicBezTo>
                <a:lnTo>
                  <a:pt x="127" y="34"/>
                </a:lnTo>
                <a:close/>
                <a:moveTo>
                  <a:pt x="113" y="43"/>
                </a:moveTo>
                <a:cubicBezTo>
                  <a:pt x="114" y="41"/>
                  <a:pt x="114" y="40"/>
                  <a:pt x="115" y="39"/>
                </a:cubicBezTo>
                <a:cubicBezTo>
                  <a:pt x="116" y="38"/>
                  <a:pt x="119" y="36"/>
                  <a:pt x="122" y="35"/>
                </a:cubicBezTo>
                <a:cubicBezTo>
                  <a:pt x="120" y="31"/>
                  <a:pt x="112" y="18"/>
                  <a:pt x="109" y="13"/>
                </a:cubicBezTo>
                <a:cubicBezTo>
                  <a:pt x="96" y="8"/>
                  <a:pt x="85" y="7"/>
                  <a:pt x="77" y="7"/>
                </a:cubicBezTo>
                <a:cubicBezTo>
                  <a:pt x="74" y="7"/>
                  <a:pt x="72" y="7"/>
                  <a:pt x="69" y="8"/>
                </a:cubicBezTo>
                <a:cubicBezTo>
                  <a:pt x="69" y="8"/>
                  <a:pt x="69" y="8"/>
                  <a:pt x="69" y="8"/>
                </a:cubicBezTo>
                <a:cubicBezTo>
                  <a:pt x="68" y="8"/>
                  <a:pt x="68" y="8"/>
                  <a:pt x="67" y="8"/>
                </a:cubicBezTo>
                <a:cubicBezTo>
                  <a:pt x="45" y="19"/>
                  <a:pt x="45" y="19"/>
                  <a:pt x="45" y="19"/>
                </a:cubicBezTo>
                <a:cubicBezTo>
                  <a:pt x="44" y="20"/>
                  <a:pt x="43" y="20"/>
                  <a:pt x="43" y="21"/>
                </a:cubicBezTo>
                <a:cubicBezTo>
                  <a:pt x="43" y="22"/>
                  <a:pt x="43" y="23"/>
                  <a:pt x="43" y="24"/>
                </a:cubicBezTo>
                <a:cubicBezTo>
                  <a:pt x="44" y="26"/>
                  <a:pt x="45" y="26"/>
                  <a:pt x="47" y="26"/>
                </a:cubicBezTo>
                <a:cubicBezTo>
                  <a:pt x="47" y="26"/>
                  <a:pt x="48" y="26"/>
                  <a:pt x="49" y="26"/>
                </a:cubicBezTo>
                <a:cubicBezTo>
                  <a:pt x="71" y="15"/>
                  <a:pt x="71" y="15"/>
                  <a:pt x="71" y="15"/>
                </a:cubicBezTo>
                <a:cubicBezTo>
                  <a:pt x="72" y="15"/>
                  <a:pt x="72" y="15"/>
                  <a:pt x="72" y="15"/>
                </a:cubicBezTo>
                <a:cubicBezTo>
                  <a:pt x="72" y="15"/>
                  <a:pt x="72" y="15"/>
                  <a:pt x="72" y="15"/>
                </a:cubicBezTo>
                <a:cubicBezTo>
                  <a:pt x="86" y="25"/>
                  <a:pt x="105" y="44"/>
                  <a:pt x="109" y="48"/>
                </a:cubicBezTo>
                <a:cubicBezTo>
                  <a:pt x="110" y="47"/>
                  <a:pt x="112" y="44"/>
                  <a:pt x="113" y="43"/>
                </a:cubicBezTo>
                <a:close/>
                <a:moveTo>
                  <a:pt x="75" y="82"/>
                </a:moveTo>
                <a:cubicBezTo>
                  <a:pt x="77" y="81"/>
                  <a:pt x="78" y="79"/>
                  <a:pt x="77" y="77"/>
                </a:cubicBezTo>
                <a:cubicBezTo>
                  <a:pt x="74" y="75"/>
                  <a:pt x="74" y="75"/>
                  <a:pt x="74" y="75"/>
                </a:cubicBezTo>
                <a:cubicBezTo>
                  <a:pt x="74" y="77"/>
                  <a:pt x="73" y="79"/>
                  <a:pt x="71" y="80"/>
                </a:cubicBezTo>
                <a:cubicBezTo>
                  <a:pt x="71" y="81"/>
                  <a:pt x="71" y="81"/>
                  <a:pt x="71" y="81"/>
                </a:cubicBezTo>
                <a:cubicBezTo>
                  <a:pt x="72" y="82"/>
                  <a:pt x="73" y="83"/>
                  <a:pt x="74" y="83"/>
                </a:cubicBezTo>
                <a:cubicBezTo>
                  <a:pt x="74" y="83"/>
                  <a:pt x="75" y="83"/>
                  <a:pt x="75" y="82"/>
                </a:cubicBezTo>
                <a:close/>
                <a:moveTo>
                  <a:pt x="87" y="76"/>
                </a:moveTo>
                <a:cubicBezTo>
                  <a:pt x="89" y="76"/>
                  <a:pt x="90" y="74"/>
                  <a:pt x="89" y="72"/>
                </a:cubicBezTo>
                <a:cubicBezTo>
                  <a:pt x="89" y="72"/>
                  <a:pt x="89" y="71"/>
                  <a:pt x="89" y="71"/>
                </a:cubicBezTo>
                <a:cubicBezTo>
                  <a:pt x="80" y="63"/>
                  <a:pt x="80" y="63"/>
                  <a:pt x="80" y="63"/>
                </a:cubicBezTo>
                <a:cubicBezTo>
                  <a:pt x="84" y="59"/>
                  <a:pt x="84" y="59"/>
                  <a:pt x="84" y="59"/>
                </a:cubicBezTo>
                <a:cubicBezTo>
                  <a:pt x="94" y="69"/>
                  <a:pt x="94" y="69"/>
                  <a:pt x="94" y="69"/>
                </a:cubicBezTo>
                <a:cubicBezTo>
                  <a:pt x="95" y="70"/>
                  <a:pt x="95" y="70"/>
                  <a:pt x="95" y="70"/>
                </a:cubicBezTo>
                <a:cubicBezTo>
                  <a:pt x="96" y="71"/>
                  <a:pt x="97" y="71"/>
                  <a:pt x="98" y="71"/>
                </a:cubicBezTo>
                <a:cubicBezTo>
                  <a:pt x="98" y="71"/>
                  <a:pt x="99" y="71"/>
                  <a:pt x="100" y="71"/>
                </a:cubicBezTo>
                <a:cubicBezTo>
                  <a:pt x="101" y="70"/>
                  <a:pt x="102" y="69"/>
                  <a:pt x="102" y="68"/>
                </a:cubicBezTo>
                <a:cubicBezTo>
                  <a:pt x="102" y="67"/>
                  <a:pt x="101" y="66"/>
                  <a:pt x="101" y="65"/>
                </a:cubicBezTo>
                <a:cubicBezTo>
                  <a:pt x="91" y="55"/>
                  <a:pt x="91" y="55"/>
                  <a:pt x="91" y="55"/>
                </a:cubicBezTo>
                <a:cubicBezTo>
                  <a:pt x="95" y="52"/>
                  <a:pt x="95" y="52"/>
                  <a:pt x="95" y="52"/>
                </a:cubicBezTo>
                <a:cubicBezTo>
                  <a:pt x="105" y="62"/>
                  <a:pt x="105" y="62"/>
                  <a:pt x="105" y="62"/>
                </a:cubicBezTo>
                <a:cubicBezTo>
                  <a:pt x="106" y="62"/>
                  <a:pt x="106" y="62"/>
                  <a:pt x="106" y="62"/>
                </a:cubicBezTo>
                <a:cubicBezTo>
                  <a:pt x="107" y="64"/>
                  <a:pt x="108" y="64"/>
                  <a:pt x="109" y="64"/>
                </a:cubicBezTo>
                <a:cubicBezTo>
                  <a:pt x="109" y="64"/>
                  <a:pt x="110" y="64"/>
                  <a:pt x="111" y="64"/>
                </a:cubicBezTo>
                <a:cubicBezTo>
                  <a:pt x="112" y="63"/>
                  <a:pt x="113" y="61"/>
                  <a:pt x="112" y="59"/>
                </a:cubicBezTo>
                <a:cubicBezTo>
                  <a:pt x="103" y="49"/>
                  <a:pt x="103" y="49"/>
                  <a:pt x="103" y="49"/>
                </a:cubicBezTo>
                <a:cubicBezTo>
                  <a:pt x="97" y="43"/>
                  <a:pt x="83" y="29"/>
                  <a:pt x="71" y="20"/>
                </a:cubicBezTo>
                <a:cubicBezTo>
                  <a:pt x="51" y="30"/>
                  <a:pt x="51" y="30"/>
                  <a:pt x="51" y="30"/>
                </a:cubicBezTo>
                <a:cubicBezTo>
                  <a:pt x="50" y="31"/>
                  <a:pt x="48" y="31"/>
                  <a:pt x="47" y="31"/>
                </a:cubicBezTo>
                <a:cubicBezTo>
                  <a:pt x="44" y="31"/>
                  <a:pt x="41" y="30"/>
                  <a:pt x="40" y="28"/>
                </a:cubicBezTo>
                <a:cubicBezTo>
                  <a:pt x="38" y="26"/>
                  <a:pt x="38" y="23"/>
                  <a:pt x="38" y="21"/>
                </a:cubicBezTo>
                <a:cubicBezTo>
                  <a:pt x="39" y="18"/>
                  <a:pt x="41" y="16"/>
                  <a:pt x="43" y="15"/>
                </a:cubicBezTo>
                <a:cubicBezTo>
                  <a:pt x="45" y="14"/>
                  <a:pt x="45" y="14"/>
                  <a:pt x="45" y="14"/>
                </a:cubicBezTo>
                <a:cubicBezTo>
                  <a:pt x="35" y="15"/>
                  <a:pt x="35" y="15"/>
                  <a:pt x="35" y="15"/>
                </a:cubicBezTo>
                <a:cubicBezTo>
                  <a:pt x="18" y="33"/>
                  <a:pt x="18" y="33"/>
                  <a:pt x="18" y="33"/>
                </a:cubicBezTo>
                <a:cubicBezTo>
                  <a:pt x="28" y="44"/>
                  <a:pt x="28" y="44"/>
                  <a:pt x="28" y="44"/>
                </a:cubicBezTo>
                <a:cubicBezTo>
                  <a:pt x="28" y="44"/>
                  <a:pt x="41" y="34"/>
                  <a:pt x="41" y="34"/>
                </a:cubicBezTo>
                <a:cubicBezTo>
                  <a:pt x="42" y="32"/>
                  <a:pt x="44" y="32"/>
                  <a:pt x="46" y="32"/>
                </a:cubicBezTo>
                <a:cubicBezTo>
                  <a:pt x="49" y="32"/>
                  <a:pt x="51" y="33"/>
                  <a:pt x="53" y="35"/>
                </a:cubicBezTo>
                <a:cubicBezTo>
                  <a:pt x="54" y="36"/>
                  <a:pt x="55" y="38"/>
                  <a:pt x="55" y="40"/>
                </a:cubicBezTo>
                <a:cubicBezTo>
                  <a:pt x="56" y="39"/>
                  <a:pt x="56" y="39"/>
                  <a:pt x="57" y="39"/>
                </a:cubicBezTo>
                <a:cubicBezTo>
                  <a:pt x="60" y="39"/>
                  <a:pt x="62" y="40"/>
                  <a:pt x="64" y="42"/>
                </a:cubicBezTo>
                <a:cubicBezTo>
                  <a:pt x="66" y="45"/>
                  <a:pt x="66" y="49"/>
                  <a:pt x="65" y="52"/>
                </a:cubicBezTo>
                <a:cubicBezTo>
                  <a:pt x="66" y="53"/>
                  <a:pt x="68" y="54"/>
                  <a:pt x="69" y="55"/>
                </a:cubicBezTo>
                <a:cubicBezTo>
                  <a:pt x="71" y="58"/>
                  <a:pt x="71" y="63"/>
                  <a:pt x="69" y="66"/>
                </a:cubicBezTo>
                <a:cubicBezTo>
                  <a:pt x="70" y="67"/>
                  <a:pt x="71" y="67"/>
                  <a:pt x="72" y="68"/>
                </a:cubicBezTo>
                <a:cubicBezTo>
                  <a:pt x="74" y="67"/>
                  <a:pt x="74" y="67"/>
                  <a:pt x="74" y="67"/>
                </a:cubicBezTo>
                <a:cubicBezTo>
                  <a:pt x="82" y="74"/>
                  <a:pt x="82" y="74"/>
                  <a:pt x="82" y="74"/>
                </a:cubicBezTo>
                <a:cubicBezTo>
                  <a:pt x="82" y="75"/>
                  <a:pt x="83" y="75"/>
                  <a:pt x="83" y="76"/>
                </a:cubicBezTo>
                <a:cubicBezTo>
                  <a:pt x="84" y="77"/>
                  <a:pt x="85" y="77"/>
                  <a:pt x="85" y="77"/>
                </a:cubicBezTo>
                <a:cubicBezTo>
                  <a:pt x="86" y="77"/>
                  <a:pt x="87" y="77"/>
                  <a:pt x="87" y="76"/>
                </a:cubicBezTo>
                <a:close/>
                <a:moveTo>
                  <a:pt x="13" y="30"/>
                </a:moveTo>
                <a:cubicBezTo>
                  <a:pt x="31" y="12"/>
                  <a:pt x="31" y="12"/>
                  <a:pt x="31" y="12"/>
                </a:cubicBezTo>
                <a:cubicBezTo>
                  <a:pt x="19" y="0"/>
                  <a:pt x="19" y="0"/>
                  <a:pt x="19" y="0"/>
                </a:cubicBezTo>
                <a:cubicBezTo>
                  <a:pt x="0" y="18"/>
                  <a:pt x="0" y="18"/>
                  <a:pt x="0" y="18"/>
                </a:cubicBezTo>
                <a:lnTo>
                  <a:pt x="13" y="3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2">
            <a:extLst>
              <a:ext uri="{FF2B5EF4-FFF2-40B4-BE49-F238E27FC236}">
                <a16:creationId xmlns:a16="http://schemas.microsoft.com/office/drawing/2014/main" id="{6E28873C-7AA6-4005-ADA1-FE894804481A}"/>
              </a:ext>
            </a:extLst>
          </p:cNvPr>
          <p:cNvSpPr>
            <a:spLocks noEditPoints="1"/>
          </p:cNvSpPr>
          <p:nvPr/>
        </p:nvSpPr>
        <p:spPr bwMode="auto">
          <a:xfrm>
            <a:off x="9512301" y="4610100"/>
            <a:ext cx="285750" cy="412750"/>
          </a:xfrm>
          <a:custGeom>
            <a:avLst/>
            <a:gdLst>
              <a:gd name="T0" fmla="*/ 33 w 72"/>
              <a:gd name="T1" fmla="*/ 51 h 104"/>
              <a:gd name="T2" fmla="*/ 39 w 72"/>
              <a:gd name="T3" fmla="*/ 51 h 104"/>
              <a:gd name="T4" fmla="*/ 39 w 72"/>
              <a:gd name="T5" fmla="*/ 82 h 104"/>
              <a:gd name="T6" fmla="*/ 33 w 72"/>
              <a:gd name="T7" fmla="*/ 82 h 104"/>
              <a:gd name="T8" fmla="*/ 33 w 72"/>
              <a:gd name="T9" fmla="*/ 51 h 104"/>
              <a:gd name="T10" fmla="*/ 36 w 72"/>
              <a:gd name="T11" fmla="*/ 0 h 104"/>
              <a:gd name="T12" fmla="*/ 0 w 72"/>
              <a:gd name="T13" fmla="*/ 36 h 104"/>
              <a:gd name="T14" fmla="*/ 7 w 72"/>
              <a:gd name="T15" fmla="*/ 58 h 104"/>
              <a:gd name="T16" fmla="*/ 16 w 72"/>
              <a:gd name="T17" fmla="*/ 75 h 104"/>
              <a:gd name="T18" fmla="*/ 23 w 72"/>
              <a:gd name="T19" fmla="*/ 82 h 104"/>
              <a:gd name="T20" fmla="*/ 27 w 72"/>
              <a:gd name="T21" fmla="*/ 82 h 104"/>
              <a:gd name="T22" fmla="*/ 27 w 72"/>
              <a:gd name="T23" fmla="*/ 51 h 104"/>
              <a:gd name="T24" fmla="*/ 22 w 72"/>
              <a:gd name="T25" fmla="*/ 51 h 104"/>
              <a:gd name="T26" fmla="*/ 11 w 72"/>
              <a:gd name="T27" fmla="*/ 40 h 104"/>
              <a:gd name="T28" fmla="*/ 22 w 72"/>
              <a:gd name="T29" fmla="*/ 30 h 104"/>
              <a:gd name="T30" fmla="*/ 32 w 72"/>
              <a:gd name="T31" fmla="*/ 40 h 104"/>
              <a:gd name="T32" fmla="*/ 31 w 72"/>
              <a:gd name="T33" fmla="*/ 45 h 104"/>
              <a:gd name="T34" fmla="*/ 41 w 72"/>
              <a:gd name="T35" fmla="*/ 45 h 104"/>
              <a:gd name="T36" fmla="*/ 40 w 72"/>
              <a:gd name="T37" fmla="*/ 40 h 104"/>
              <a:gd name="T38" fmla="*/ 50 w 72"/>
              <a:gd name="T39" fmla="*/ 30 h 104"/>
              <a:gd name="T40" fmla="*/ 61 w 72"/>
              <a:gd name="T41" fmla="*/ 40 h 104"/>
              <a:gd name="T42" fmla="*/ 50 w 72"/>
              <a:gd name="T43" fmla="*/ 51 h 104"/>
              <a:gd name="T44" fmla="*/ 45 w 72"/>
              <a:gd name="T45" fmla="*/ 51 h 104"/>
              <a:gd name="T46" fmla="*/ 45 w 72"/>
              <a:gd name="T47" fmla="*/ 82 h 104"/>
              <a:gd name="T48" fmla="*/ 49 w 72"/>
              <a:gd name="T49" fmla="*/ 82 h 104"/>
              <a:gd name="T50" fmla="*/ 56 w 72"/>
              <a:gd name="T51" fmla="*/ 75 h 104"/>
              <a:gd name="T52" fmla="*/ 65 w 72"/>
              <a:gd name="T53" fmla="*/ 58 h 104"/>
              <a:gd name="T54" fmla="*/ 72 w 72"/>
              <a:gd name="T55" fmla="*/ 36 h 104"/>
              <a:gd name="T56" fmla="*/ 36 w 72"/>
              <a:gd name="T57" fmla="*/ 0 h 104"/>
              <a:gd name="T58" fmla="*/ 17 w 72"/>
              <a:gd name="T59" fmla="*/ 40 h 104"/>
              <a:gd name="T60" fmla="*/ 22 w 72"/>
              <a:gd name="T61" fmla="*/ 45 h 104"/>
              <a:gd name="T62" fmla="*/ 27 w 72"/>
              <a:gd name="T63" fmla="*/ 40 h 104"/>
              <a:gd name="T64" fmla="*/ 22 w 72"/>
              <a:gd name="T65" fmla="*/ 35 h 104"/>
              <a:gd name="T66" fmla="*/ 17 w 72"/>
              <a:gd name="T67" fmla="*/ 40 h 104"/>
              <a:gd name="T68" fmla="*/ 55 w 72"/>
              <a:gd name="T69" fmla="*/ 40 h 104"/>
              <a:gd name="T70" fmla="*/ 50 w 72"/>
              <a:gd name="T71" fmla="*/ 35 h 104"/>
              <a:gd name="T72" fmla="*/ 45 w 72"/>
              <a:gd name="T73" fmla="*/ 40 h 104"/>
              <a:gd name="T74" fmla="*/ 50 w 72"/>
              <a:gd name="T75" fmla="*/ 45 h 104"/>
              <a:gd name="T76" fmla="*/ 55 w 72"/>
              <a:gd name="T77" fmla="*/ 40 h 104"/>
              <a:gd name="T78" fmla="*/ 53 w 72"/>
              <a:gd name="T79" fmla="*/ 91 h 104"/>
              <a:gd name="T80" fmla="*/ 50 w 72"/>
              <a:gd name="T81" fmla="*/ 88 h 104"/>
              <a:gd name="T82" fmla="*/ 22 w 72"/>
              <a:gd name="T83" fmla="*/ 88 h 104"/>
              <a:gd name="T84" fmla="*/ 19 w 72"/>
              <a:gd name="T85" fmla="*/ 91 h 104"/>
              <a:gd name="T86" fmla="*/ 22 w 72"/>
              <a:gd name="T87" fmla="*/ 94 h 104"/>
              <a:gd name="T88" fmla="*/ 50 w 72"/>
              <a:gd name="T89" fmla="*/ 94 h 104"/>
              <a:gd name="T90" fmla="*/ 53 w 72"/>
              <a:gd name="T91" fmla="*/ 91 h 104"/>
              <a:gd name="T92" fmla="*/ 49 w 72"/>
              <a:gd name="T93" fmla="*/ 101 h 104"/>
              <a:gd name="T94" fmla="*/ 47 w 72"/>
              <a:gd name="T95" fmla="*/ 98 h 104"/>
              <a:gd name="T96" fmla="*/ 25 w 72"/>
              <a:gd name="T97" fmla="*/ 98 h 104"/>
              <a:gd name="T98" fmla="*/ 23 w 72"/>
              <a:gd name="T99" fmla="*/ 101 h 104"/>
              <a:gd name="T100" fmla="*/ 25 w 72"/>
              <a:gd name="T101" fmla="*/ 104 h 104"/>
              <a:gd name="T102" fmla="*/ 47 w 72"/>
              <a:gd name="T103" fmla="*/ 104 h 104"/>
              <a:gd name="T104" fmla="*/ 49 w 72"/>
              <a:gd name="T105" fmla="*/ 10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 h="104">
                <a:moveTo>
                  <a:pt x="33" y="51"/>
                </a:moveTo>
                <a:cubicBezTo>
                  <a:pt x="39" y="51"/>
                  <a:pt x="39" y="51"/>
                  <a:pt x="39" y="51"/>
                </a:cubicBezTo>
                <a:cubicBezTo>
                  <a:pt x="39" y="82"/>
                  <a:pt x="39" y="82"/>
                  <a:pt x="39" y="82"/>
                </a:cubicBezTo>
                <a:cubicBezTo>
                  <a:pt x="33" y="82"/>
                  <a:pt x="33" y="82"/>
                  <a:pt x="33" y="82"/>
                </a:cubicBezTo>
                <a:lnTo>
                  <a:pt x="33" y="51"/>
                </a:lnTo>
                <a:close/>
                <a:moveTo>
                  <a:pt x="36" y="0"/>
                </a:moveTo>
                <a:cubicBezTo>
                  <a:pt x="16" y="0"/>
                  <a:pt x="0" y="16"/>
                  <a:pt x="0" y="36"/>
                </a:cubicBezTo>
                <a:cubicBezTo>
                  <a:pt x="0" y="44"/>
                  <a:pt x="3" y="52"/>
                  <a:pt x="7" y="58"/>
                </a:cubicBezTo>
                <a:cubicBezTo>
                  <a:pt x="14" y="67"/>
                  <a:pt x="16" y="70"/>
                  <a:pt x="16" y="75"/>
                </a:cubicBezTo>
                <a:cubicBezTo>
                  <a:pt x="16" y="79"/>
                  <a:pt x="19" y="82"/>
                  <a:pt x="23" y="82"/>
                </a:cubicBezTo>
                <a:cubicBezTo>
                  <a:pt x="27" y="82"/>
                  <a:pt x="27" y="82"/>
                  <a:pt x="27" y="82"/>
                </a:cubicBezTo>
                <a:cubicBezTo>
                  <a:pt x="27" y="51"/>
                  <a:pt x="27" y="51"/>
                  <a:pt x="27" y="51"/>
                </a:cubicBezTo>
                <a:cubicBezTo>
                  <a:pt x="22" y="51"/>
                  <a:pt x="22" y="51"/>
                  <a:pt x="22" y="51"/>
                </a:cubicBezTo>
                <a:cubicBezTo>
                  <a:pt x="16" y="51"/>
                  <a:pt x="11" y="46"/>
                  <a:pt x="11" y="40"/>
                </a:cubicBezTo>
                <a:cubicBezTo>
                  <a:pt x="11" y="35"/>
                  <a:pt x="16" y="30"/>
                  <a:pt x="22" y="30"/>
                </a:cubicBezTo>
                <a:cubicBezTo>
                  <a:pt x="28" y="30"/>
                  <a:pt x="32" y="35"/>
                  <a:pt x="32" y="40"/>
                </a:cubicBezTo>
                <a:cubicBezTo>
                  <a:pt x="32" y="42"/>
                  <a:pt x="32" y="44"/>
                  <a:pt x="31" y="45"/>
                </a:cubicBezTo>
                <a:cubicBezTo>
                  <a:pt x="41" y="45"/>
                  <a:pt x="41" y="45"/>
                  <a:pt x="41" y="45"/>
                </a:cubicBezTo>
                <a:cubicBezTo>
                  <a:pt x="40" y="44"/>
                  <a:pt x="40" y="42"/>
                  <a:pt x="40" y="40"/>
                </a:cubicBezTo>
                <a:cubicBezTo>
                  <a:pt x="40" y="35"/>
                  <a:pt x="44" y="30"/>
                  <a:pt x="50" y="30"/>
                </a:cubicBezTo>
                <a:cubicBezTo>
                  <a:pt x="56" y="30"/>
                  <a:pt x="61" y="35"/>
                  <a:pt x="61" y="40"/>
                </a:cubicBezTo>
                <a:cubicBezTo>
                  <a:pt x="61" y="46"/>
                  <a:pt x="56" y="51"/>
                  <a:pt x="50" y="51"/>
                </a:cubicBezTo>
                <a:cubicBezTo>
                  <a:pt x="45" y="51"/>
                  <a:pt x="45" y="51"/>
                  <a:pt x="45" y="51"/>
                </a:cubicBezTo>
                <a:cubicBezTo>
                  <a:pt x="45" y="82"/>
                  <a:pt x="45" y="82"/>
                  <a:pt x="45" y="82"/>
                </a:cubicBezTo>
                <a:cubicBezTo>
                  <a:pt x="49" y="82"/>
                  <a:pt x="49" y="82"/>
                  <a:pt x="49" y="82"/>
                </a:cubicBezTo>
                <a:cubicBezTo>
                  <a:pt x="53" y="82"/>
                  <a:pt x="56" y="79"/>
                  <a:pt x="56" y="75"/>
                </a:cubicBezTo>
                <a:cubicBezTo>
                  <a:pt x="56" y="70"/>
                  <a:pt x="58" y="67"/>
                  <a:pt x="65" y="58"/>
                </a:cubicBezTo>
                <a:cubicBezTo>
                  <a:pt x="69" y="52"/>
                  <a:pt x="72" y="44"/>
                  <a:pt x="72" y="36"/>
                </a:cubicBezTo>
                <a:cubicBezTo>
                  <a:pt x="72" y="16"/>
                  <a:pt x="56" y="0"/>
                  <a:pt x="36" y="0"/>
                </a:cubicBezTo>
                <a:close/>
                <a:moveTo>
                  <a:pt x="17" y="40"/>
                </a:moveTo>
                <a:cubicBezTo>
                  <a:pt x="17" y="43"/>
                  <a:pt x="19" y="45"/>
                  <a:pt x="22" y="45"/>
                </a:cubicBezTo>
                <a:cubicBezTo>
                  <a:pt x="25" y="45"/>
                  <a:pt x="27" y="43"/>
                  <a:pt x="27" y="40"/>
                </a:cubicBezTo>
                <a:cubicBezTo>
                  <a:pt x="27" y="38"/>
                  <a:pt x="25" y="35"/>
                  <a:pt x="22" y="35"/>
                </a:cubicBezTo>
                <a:cubicBezTo>
                  <a:pt x="19" y="35"/>
                  <a:pt x="17" y="38"/>
                  <a:pt x="17" y="40"/>
                </a:cubicBezTo>
                <a:close/>
                <a:moveTo>
                  <a:pt x="55" y="40"/>
                </a:moveTo>
                <a:cubicBezTo>
                  <a:pt x="55" y="38"/>
                  <a:pt x="53" y="35"/>
                  <a:pt x="50" y="35"/>
                </a:cubicBezTo>
                <a:cubicBezTo>
                  <a:pt x="47" y="35"/>
                  <a:pt x="45" y="38"/>
                  <a:pt x="45" y="40"/>
                </a:cubicBezTo>
                <a:cubicBezTo>
                  <a:pt x="45" y="43"/>
                  <a:pt x="47" y="45"/>
                  <a:pt x="50" y="45"/>
                </a:cubicBezTo>
                <a:cubicBezTo>
                  <a:pt x="53" y="45"/>
                  <a:pt x="55" y="43"/>
                  <a:pt x="55" y="40"/>
                </a:cubicBezTo>
                <a:close/>
                <a:moveTo>
                  <a:pt x="53" y="91"/>
                </a:moveTo>
                <a:cubicBezTo>
                  <a:pt x="53" y="89"/>
                  <a:pt x="52" y="88"/>
                  <a:pt x="50" y="88"/>
                </a:cubicBezTo>
                <a:cubicBezTo>
                  <a:pt x="22" y="88"/>
                  <a:pt x="22" y="88"/>
                  <a:pt x="22" y="88"/>
                </a:cubicBezTo>
                <a:cubicBezTo>
                  <a:pt x="20" y="88"/>
                  <a:pt x="19" y="89"/>
                  <a:pt x="19" y="91"/>
                </a:cubicBezTo>
                <a:cubicBezTo>
                  <a:pt x="19" y="92"/>
                  <a:pt x="20" y="94"/>
                  <a:pt x="22" y="94"/>
                </a:cubicBezTo>
                <a:cubicBezTo>
                  <a:pt x="50" y="94"/>
                  <a:pt x="50" y="94"/>
                  <a:pt x="50" y="94"/>
                </a:cubicBezTo>
                <a:cubicBezTo>
                  <a:pt x="52" y="94"/>
                  <a:pt x="53" y="92"/>
                  <a:pt x="53" y="91"/>
                </a:cubicBezTo>
                <a:close/>
                <a:moveTo>
                  <a:pt x="49" y="101"/>
                </a:moveTo>
                <a:cubicBezTo>
                  <a:pt x="49" y="100"/>
                  <a:pt x="48" y="98"/>
                  <a:pt x="47" y="98"/>
                </a:cubicBezTo>
                <a:cubicBezTo>
                  <a:pt x="25" y="98"/>
                  <a:pt x="25" y="98"/>
                  <a:pt x="25" y="98"/>
                </a:cubicBezTo>
                <a:cubicBezTo>
                  <a:pt x="24" y="98"/>
                  <a:pt x="23" y="100"/>
                  <a:pt x="23" y="101"/>
                </a:cubicBezTo>
                <a:cubicBezTo>
                  <a:pt x="23" y="103"/>
                  <a:pt x="24" y="104"/>
                  <a:pt x="25" y="104"/>
                </a:cubicBezTo>
                <a:cubicBezTo>
                  <a:pt x="47" y="104"/>
                  <a:pt x="47" y="104"/>
                  <a:pt x="47" y="104"/>
                </a:cubicBezTo>
                <a:cubicBezTo>
                  <a:pt x="48" y="104"/>
                  <a:pt x="49" y="103"/>
                  <a:pt x="49" y="101"/>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Rectangle 13">
            <a:extLst>
              <a:ext uri="{FF2B5EF4-FFF2-40B4-BE49-F238E27FC236}">
                <a16:creationId xmlns:a16="http://schemas.microsoft.com/office/drawing/2014/main" id="{949EE091-39E2-413A-8C00-8CAA23EF9AAA}"/>
              </a:ext>
            </a:extLst>
          </p:cNvPr>
          <p:cNvSpPr>
            <a:spLocks noChangeArrowheads="1"/>
          </p:cNvSpPr>
          <p:nvPr/>
        </p:nvSpPr>
        <p:spPr bwMode="auto">
          <a:xfrm>
            <a:off x="2259013" y="4422775"/>
            <a:ext cx="586699"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000" b="1" i="0" u="none" strike="noStrike" cap="none" normalizeH="0" baseline="0">
                <a:ln>
                  <a:noFill/>
                </a:ln>
                <a:solidFill>
                  <a:schemeClr val="bg2"/>
                </a:solidFill>
                <a:effectLst/>
                <a:latin typeface="Open Sans Semibold" panose="020B0706030804020204" pitchFamily="34" charset="0"/>
              </a:rPr>
              <a:t>01</a:t>
            </a:r>
            <a:endParaRPr kumimoji="0" lang="ru-UA" altLang="ru-UA" sz="1800" b="0" i="0" u="none" strike="noStrike" cap="none" normalizeH="0" baseline="0">
              <a:ln>
                <a:noFill/>
              </a:ln>
              <a:solidFill>
                <a:schemeClr val="bg2"/>
              </a:solidFill>
              <a:effectLst/>
            </a:endParaRPr>
          </a:p>
        </p:txBody>
      </p:sp>
      <p:sp>
        <p:nvSpPr>
          <p:cNvPr id="20" name="Rectangle 14">
            <a:extLst>
              <a:ext uri="{FF2B5EF4-FFF2-40B4-BE49-F238E27FC236}">
                <a16:creationId xmlns:a16="http://schemas.microsoft.com/office/drawing/2014/main" id="{D9BD68D2-009D-48A3-BDCC-D4865CBAE71D}"/>
              </a:ext>
            </a:extLst>
          </p:cNvPr>
          <p:cNvSpPr>
            <a:spLocks noChangeArrowheads="1"/>
          </p:cNvSpPr>
          <p:nvPr/>
        </p:nvSpPr>
        <p:spPr bwMode="auto">
          <a:xfrm>
            <a:off x="5808663" y="4422775"/>
            <a:ext cx="586699"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000" b="1" i="0" u="none" strike="noStrike" cap="none" normalizeH="0" baseline="0">
                <a:ln>
                  <a:noFill/>
                </a:ln>
                <a:solidFill>
                  <a:schemeClr val="bg2"/>
                </a:solidFill>
                <a:effectLst/>
                <a:latin typeface="Open Sans Semibold" panose="020B0706030804020204" pitchFamily="34" charset="0"/>
              </a:rPr>
              <a:t>03</a:t>
            </a:r>
            <a:endParaRPr kumimoji="0" lang="ru-UA" altLang="ru-UA" sz="1800" b="0" i="0" u="none" strike="noStrike" cap="none" normalizeH="0" baseline="0">
              <a:ln>
                <a:noFill/>
              </a:ln>
              <a:solidFill>
                <a:schemeClr val="bg2"/>
              </a:solidFill>
              <a:effectLst/>
            </a:endParaRPr>
          </a:p>
        </p:txBody>
      </p:sp>
      <p:sp>
        <p:nvSpPr>
          <p:cNvPr id="21" name="Rectangle 15">
            <a:extLst>
              <a:ext uri="{FF2B5EF4-FFF2-40B4-BE49-F238E27FC236}">
                <a16:creationId xmlns:a16="http://schemas.microsoft.com/office/drawing/2014/main" id="{30BAA532-833A-4BD8-BCF9-26AA0CFFC4B2}"/>
              </a:ext>
            </a:extLst>
          </p:cNvPr>
          <p:cNvSpPr>
            <a:spLocks noChangeArrowheads="1"/>
          </p:cNvSpPr>
          <p:nvPr/>
        </p:nvSpPr>
        <p:spPr bwMode="auto">
          <a:xfrm>
            <a:off x="4033838" y="1603375"/>
            <a:ext cx="586699"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000" b="1" i="0" u="none" strike="noStrike" cap="none" normalizeH="0" baseline="0">
                <a:ln>
                  <a:noFill/>
                </a:ln>
                <a:solidFill>
                  <a:schemeClr val="bg2"/>
                </a:solidFill>
                <a:effectLst/>
                <a:latin typeface="Open Sans Semibold" panose="020B0706030804020204" pitchFamily="34" charset="0"/>
              </a:rPr>
              <a:t>02</a:t>
            </a:r>
            <a:endParaRPr kumimoji="0" lang="ru-UA" altLang="ru-UA" sz="1800" b="0" i="0" u="none" strike="noStrike" cap="none" normalizeH="0" baseline="0">
              <a:ln>
                <a:noFill/>
              </a:ln>
              <a:solidFill>
                <a:schemeClr val="bg2"/>
              </a:solidFill>
              <a:effectLst/>
            </a:endParaRPr>
          </a:p>
        </p:txBody>
      </p:sp>
      <p:sp>
        <p:nvSpPr>
          <p:cNvPr id="22" name="Rectangle 16">
            <a:extLst>
              <a:ext uri="{FF2B5EF4-FFF2-40B4-BE49-F238E27FC236}">
                <a16:creationId xmlns:a16="http://schemas.microsoft.com/office/drawing/2014/main" id="{53BE39CA-9D18-4B06-A50E-11244C2E1B5A}"/>
              </a:ext>
            </a:extLst>
          </p:cNvPr>
          <p:cNvSpPr>
            <a:spLocks noChangeArrowheads="1"/>
          </p:cNvSpPr>
          <p:nvPr/>
        </p:nvSpPr>
        <p:spPr bwMode="auto">
          <a:xfrm>
            <a:off x="7721601" y="1603375"/>
            <a:ext cx="586699"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000" b="1" i="0" u="none" strike="noStrike" cap="none" normalizeH="0" baseline="0">
                <a:ln>
                  <a:noFill/>
                </a:ln>
                <a:solidFill>
                  <a:schemeClr val="bg2"/>
                </a:solidFill>
                <a:effectLst/>
                <a:latin typeface="Open Sans Semibold" panose="020B0706030804020204" pitchFamily="34" charset="0"/>
              </a:rPr>
              <a:t>04</a:t>
            </a:r>
            <a:endParaRPr kumimoji="0" lang="ru-UA" altLang="ru-UA" sz="1800" b="0" i="0" u="none" strike="noStrike" cap="none" normalizeH="0" baseline="0">
              <a:ln>
                <a:noFill/>
              </a:ln>
              <a:solidFill>
                <a:schemeClr val="bg2"/>
              </a:solidFill>
              <a:effectLst/>
            </a:endParaRPr>
          </a:p>
        </p:txBody>
      </p:sp>
      <p:sp>
        <p:nvSpPr>
          <p:cNvPr id="25" name="Text Placeholder 33">
            <a:extLst>
              <a:ext uri="{FF2B5EF4-FFF2-40B4-BE49-F238E27FC236}">
                <a16:creationId xmlns:a16="http://schemas.microsoft.com/office/drawing/2014/main" id="{9FBC15F0-B640-4263-A119-F5832261C900}"/>
              </a:ext>
            </a:extLst>
          </p:cNvPr>
          <p:cNvSpPr txBox="1">
            <a:spLocks/>
          </p:cNvSpPr>
          <p:nvPr/>
        </p:nvSpPr>
        <p:spPr>
          <a:xfrm>
            <a:off x="6228440" y="3612192"/>
            <a:ext cx="1045487" cy="63437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bg2"/>
                </a:solidFill>
              </a:rPr>
              <a:t>Lorem ipsum dolor sit amet, consectetur adipiscing elit, sed do eiusm</a:t>
            </a:r>
          </a:p>
        </p:txBody>
      </p:sp>
      <p:sp>
        <p:nvSpPr>
          <p:cNvPr id="26" name="Text Placeholder 33">
            <a:extLst>
              <a:ext uri="{FF2B5EF4-FFF2-40B4-BE49-F238E27FC236}">
                <a16:creationId xmlns:a16="http://schemas.microsoft.com/office/drawing/2014/main" id="{C3A8178A-9EB9-45E9-BD8D-C3D36651E940}"/>
              </a:ext>
            </a:extLst>
          </p:cNvPr>
          <p:cNvSpPr txBox="1">
            <a:spLocks/>
          </p:cNvSpPr>
          <p:nvPr/>
        </p:nvSpPr>
        <p:spPr>
          <a:xfrm>
            <a:off x="2575603" y="3559489"/>
            <a:ext cx="1045487" cy="63437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bg2"/>
                </a:solidFill>
              </a:rPr>
              <a:t>Lorem ipsum dolor sit amet, consectetur adipiscing elit, sed do eiusm</a:t>
            </a:r>
          </a:p>
        </p:txBody>
      </p:sp>
      <p:sp>
        <p:nvSpPr>
          <p:cNvPr id="27" name="Text Placeholder 33">
            <a:extLst>
              <a:ext uri="{FF2B5EF4-FFF2-40B4-BE49-F238E27FC236}">
                <a16:creationId xmlns:a16="http://schemas.microsoft.com/office/drawing/2014/main" id="{143A0453-03C6-45CC-98E5-60815AC6D2E0}"/>
              </a:ext>
            </a:extLst>
          </p:cNvPr>
          <p:cNvSpPr txBox="1">
            <a:spLocks/>
          </p:cNvSpPr>
          <p:nvPr/>
        </p:nvSpPr>
        <p:spPr>
          <a:xfrm>
            <a:off x="4355190" y="2496096"/>
            <a:ext cx="1045487" cy="63437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bg2"/>
                </a:solidFill>
              </a:rPr>
              <a:t>Lorem ipsum dolor sit amet, consectetur adipiscing elit, sed do eiusmod</a:t>
            </a:r>
          </a:p>
        </p:txBody>
      </p:sp>
      <p:sp>
        <p:nvSpPr>
          <p:cNvPr id="28" name="Text Placeholder 33">
            <a:extLst>
              <a:ext uri="{FF2B5EF4-FFF2-40B4-BE49-F238E27FC236}">
                <a16:creationId xmlns:a16="http://schemas.microsoft.com/office/drawing/2014/main" id="{44657605-EEEB-4FC8-9E74-9EF2D9AE670E}"/>
              </a:ext>
            </a:extLst>
          </p:cNvPr>
          <p:cNvSpPr txBox="1">
            <a:spLocks/>
          </p:cNvSpPr>
          <p:nvPr/>
        </p:nvSpPr>
        <p:spPr>
          <a:xfrm>
            <a:off x="8283240" y="2924076"/>
            <a:ext cx="1045487" cy="63437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solidFill>
                  <a:schemeClr val="bg2"/>
                </a:solidFill>
              </a:rPr>
              <a:t>Lorem ipsum dolor sit amet, consectetur adipiscing elit, sed do eiusmod</a:t>
            </a:r>
          </a:p>
        </p:txBody>
      </p:sp>
    </p:spTree>
    <p:extLst>
      <p:ext uri="{BB962C8B-B14F-4D97-AF65-F5344CB8AC3E}">
        <p14:creationId xmlns:p14="http://schemas.microsoft.com/office/powerpoint/2010/main" val="70433142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7000">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14:bounceEnd="67000">
                                          <p:cBhvr additive="base">
                                            <p:cTn id="7" dur="1000" fill="hold"/>
                                            <p:tgtEl>
                                              <p:spTgt spid="12"/>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14:presetBounceEnd="67000">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14:bounceEnd="67000">
                                          <p:cBhvr additive="base">
                                            <p:cTn id="11" dur="1000" fill="hold"/>
                                            <p:tgtEl>
                                              <p:spTgt spid="13"/>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14:presetBounceEnd="67000">
                                      <p:stCondLst>
                                        <p:cond delay="500"/>
                                      </p:stCondLst>
                                      <p:childTnLst>
                                        <p:set>
                                          <p:cBhvr>
                                            <p:cTn id="14" dur="1" fill="hold">
                                              <p:stCondLst>
                                                <p:cond delay="0"/>
                                              </p:stCondLst>
                                            </p:cTn>
                                            <p:tgtEl>
                                              <p:spTgt spid="14"/>
                                            </p:tgtEl>
                                            <p:attrNameLst>
                                              <p:attrName>style.visibility</p:attrName>
                                            </p:attrNameLst>
                                          </p:cBhvr>
                                          <p:to>
                                            <p:strVal val="visible"/>
                                          </p:to>
                                        </p:set>
                                        <p:anim calcmode="lin" valueType="num" p14:bounceEnd="67000">
                                          <p:cBhvr additive="base">
                                            <p:cTn id="15" dur="1000" fill="hold"/>
                                            <p:tgtEl>
                                              <p:spTgt spid="14"/>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14:presetBounceEnd="67000">
                                      <p:stCondLst>
                                        <p:cond delay="750"/>
                                      </p:stCondLst>
                                      <p:childTnLst>
                                        <p:set>
                                          <p:cBhvr>
                                            <p:cTn id="18" dur="1" fill="hold">
                                              <p:stCondLst>
                                                <p:cond delay="0"/>
                                              </p:stCondLst>
                                            </p:cTn>
                                            <p:tgtEl>
                                              <p:spTgt spid="11"/>
                                            </p:tgtEl>
                                            <p:attrNameLst>
                                              <p:attrName>style.visibility</p:attrName>
                                            </p:attrNameLst>
                                          </p:cBhvr>
                                          <p:to>
                                            <p:strVal val="visible"/>
                                          </p:to>
                                        </p:set>
                                        <p:anim calcmode="lin" valueType="num" p14:bounceEnd="67000">
                                          <p:cBhvr additive="base">
                                            <p:cTn id="19"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1"/>
                                            </p:tgtEl>
                                            <p:attrNameLst>
                                              <p:attrName>ppt_y</p:attrName>
                                            </p:attrNameLst>
                                          </p:cBhvr>
                                          <p:tavLst>
                                            <p:tav tm="0">
                                              <p:val>
                                                <p:strVal val="0-#ppt_h/2"/>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19"/>
                                            </p:tgtEl>
                                            <p:attrNameLst>
                                              <p:attrName>style.visibility</p:attrName>
                                            </p:attrNameLst>
                                          </p:cBhvr>
                                          <p:to>
                                            <p:strVal val="visible"/>
                                          </p:to>
                                        </p:set>
                                        <p:anim calcmode="lin" valueType="num">
                                          <p:cBhvr>
                                            <p:cTn id="23" dur="750" fill="hold"/>
                                            <p:tgtEl>
                                              <p:spTgt spid="19"/>
                                            </p:tgtEl>
                                            <p:attrNameLst>
                                              <p:attrName>ppt_w</p:attrName>
                                            </p:attrNameLst>
                                          </p:cBhvr>
                                          <p:tavLst>
                                            <p:tav tm="0">
                                              <p:val>
                                                <p:fltVal val="0"/>
                                              </p:val>
                                            </p:tav>
                                            <p:tav tm="100000">
                                              <p:val>
                                                <p:strVal val="#ppt_w"/>
                                              </p:val>
                                            </p:tav>
                                          </p:tavLst>
                                        </p:anim>
                                        <p:anim calcmode="lin" valueType="num">
                                          <p:cBhvr>
                                            <p:cTn id="24" dur="750" fill="hold"/>
                                            <p:tgtEl>
                                              <p:spTgt spid="19"/>
                                            </p:tgtEl>
                                            <p:attrNameLst>
                                              <p:attrName>ppt_h</p:attrName>
                                            </p:attrNameLst>
                                          </p:cBhvr>
                                          <p:tavLst>
                                            <p:tav tm="0">
                                              <p:val>
                                                <p:fltVal val="0"/>
                                              </p:val>
                                            </p:tav>
                                            <p:tav tm="100000">
                                              <p:val>
                                                <p:strVal val="#ppt_h"/>
                                              </p:val>
                                            </p:tav>
                                          </p:tavLst>
                                        </p:anim>
                                        <p:animEffect transition="in" filter="fade">
                                          <p:cBhvr>
                                            <p:cTn id="25" dur="750"/>
                                            <p:tgtEl>
                                              <p:spTgt spid="19"/>
                                            </p:tgtEl>
                                          </p:cBhvr>
                                        </p:animEffect>
                                      </p:childTnLst>
                                    </p:cTn>
                                  </p:par>
                                  <p:par>
                                    <p:cTn id="26" presetID="53" presetClass="entr" presetSubtype="16" fill="hold" grpId="0" nodeType="withEffect">
                                      <p:stCondLst>
                                        <p:cond delay="250"/>
                                      </p:stCondLst>
                                      <p:childTnLst>
                                        <p:set>
                                          <p:cBhvr>
                                            <p:cTn id="27" dur="1" fill="hold">
                                              <p:stCondLst>
                                                <p:cond delay="0"/>
                                              </p:stCondLst>
                                            </p:cTn>
                                            <p:tgtEl>
                                              <p:spTgt spid="26"/>
                                            </p:tgtEl>
                                            <p:attrNameLst>
                                              <p:attrName>style.visibility</p:attrName>
                                            </p:attrNameLst>
                                          </p:cBhvr>
                                          <p:to>
                                            <p:strVal val="visible"/>
                                          </p:to>
                                        </p:set>
                                        <p:anim calcmode="lin" valueType="num">
                                          <p:cBhvr>
                                            <p:cTn id="28" dur="750" fill="hold"/>
                                            <p:tgtEl>
                                              <p:spTgt spid="26"/>
                                            </p:tgtEl>
                                            <p:attrNameLst>
                                              <p:attrName>ppt_w</p:attrName>
                                            </p:attrNameLst>
                                          </p:cBhvr>
                                          <p:tavLst>
                                            <p:tav tm="0">
                                              <p:val>
                                                <p:fltVal val="0"/>
                                              </p:val>
                                            </p:tav>
                                            <p:tav tm="100000">
                                              <p:val>
                                                <p:strVal val="#ppt_w"/>
                                              </p:val>
                                            </p:tav>
                                          </p:tavLst>
                                        </p:anim>
                                        <p:anim calcmode="lin" valueType="num">
                                          <p:cBhvr>
                                            <p:cTn id="29" dur="750" fill="hold"/>
                                            <p:tgtEl>
                                              <p:spTgt spid="26"/>
                                            </p:tgtEl>
                                            <p:attrNameLst>
                                              <p:attrName>ppt_h</p:attrName>
                                            </p:attrNameLst>
                                          </p:cBhvr>
                                          <p:tavLst>
                                            <p:tav tm="0">
                                              <p:val>
                                                <p:fltVal val="0"/>
                                              </p:val>
                                            </p:tav>
                                            <p:tav tm="100000">
                                              <p:val>
                                                <p:strVal val="#ppt_h"/>
                                              </p:val>
                                            </p:tav>
                                          </p:tavLst>
                                        </p:anim>
                                        <p:animEffect transition="in" filter="fade">
                                          <p:cBhvr>
                                            <p:cTn id="30" dur="750"/>
                                            <p:tgtEl>
                                              <p:spTgt spid="26"/>
                                            </p:tgtEl>
                                          </p:cBhvr>
                                        </p:animEffect>
                                      </p:childTnLst>
                                    </p:cTn>
                                  </p:par>
                                  <p:par>
                                    <p:cTn id="31" presetID="53" presetClass="entr" presetSubtype="16" fill="hold" grpId="0" nodeType="withEffect">
                                      <p:stCondLst>
                                        <p:cond delay="250"/>
                                      </p:stCondLst>
                                      <p:childTnLst>
                                        <p:set>
                                          <p:cBhvr>
                                            <p:cTn id="32" dur="1" fill="hold">
                                              <p:stCondLst>
                                                <p:cond delay="0"/>
                                              </p:stCondLst>
                                            </p:cTn>
                                            <p:tgtEl>
                                              <p:spTgt spid="17"/>
                                            </p:tgtEl>
                                            <p:attrNameLst>
                                              <p:attrName>style.visibility</p:attrName>
                                            </p:attrNameLst>
                                          </p:cBhvr>
                                          <p:to>
                                            <p:strVal val="visible"/>
                                          </p:to>
                                        </p:set>
                                        <p:anim calcmode="lin" valueType="num">
                                          <p:cBhvr>
                                            <p:cTn id="33" dur="750" fill="hold"/>
                                            <p:tgtEl>
                                              <p:spTgt spid="17"/>
                                            </p:tgtEl>
                                            <p:attrNameLst>
                                              <p:attrName>ppt_w</p:attrName>
                                            </p:attrNameLst>
                                          </p:cBhvr>
                                          <p:tavLst>
                                            <p:tav tm="0">
                                              <p:val>
                                                <p:fltVal val="0"/>
                                              </p:val>
                                            </p:tav>
                                            <p:tav tm="100000">
                                              <p:val>
                                                <p:strVal val="#ppt_w"/>
                                              </p:val>
                                            </p:tav>
                                          </p:tavLst>
                                        </p:anim>
                                        <p:anim calcmode="lin" valueType="num">
                                          <p:cBhvr>
                                            <p:cTn id="34" dur="750" fill="hold"/>
                                            <p:tgtEl>
                                              <p:spTgt spid="17"/>
                                            </p:tgtEl>
                                            <p:attrNameLst>
                                              <p:attrName>ppt_h</p:attrName>
                                            </p:attrNameLst>
                                          </p:cBhvr>
                                          <p:tavLst>
                                            <p:tav tm="0">
                                              <p:val>
                                                <p:fltVal val="0"/>
                                              </p:val>
                                            </p:tav>
                                            <p:tav tm="100000">
                                              <p:val>
                                                <p:strVal val="#ppt_h"/>
                                              </p:val>
                                            </p:tav>
                                          </p:tavLst>
                                        </p:anim>
                                        <p:animEffect transition="in" filter="fade">
                                          <p:cBhvr>
                                            <p:cTn id="35" dur="750"/>
                                            <p:tgtEl>
                                              <p:spTgt spid="17"/>
                                            </p:tgtEl>
                                          </p:cBhvr>
                                        </p:animEffect>
                                      </p:childTnLst>
                                    </p:cTn>
                                  </p:par>
                                  <p:par>
                                    <p:cTn id="36" presetID="53" presetClass="entr" presetSubtype="16" fill="hold" grpId="0" nodeType="withEffect">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cBhvr>
                                            <p:cTn id="38" dur="750" fill="hold"/>
                                            <p:tgtEl>
                                              <p:spTgt spid="21"/>
                                            </p:tgtEl>
                                            <p:attrNameLst>
                                              <p:attrName>ppt_w</p:attrName>
                                            </p:attrNameLst>
                                          </p:cBhvr>
                                          <p:tavLst>
                                            <p:tav tm="0">
                                              <p:val>
                                                <p:fltVal val="0"/>
                                              </p:val>
                                            </p:tav>
                                            <p:tav tm="100000">
                                              <p:val>
                                                <p:strVal val="#ppt_w"/>
                                              </p:val>
                                            </p:tav>
                                          </p:tavLst>
                                        </p:anim>
                                        <p:anim calcmode="lin" valueType="num">
                                          <p:cBhvr>
                                            <p:cTn id="39" dur="750" fill="hold"/>
                                            <p:tgtEl>
                                              <p:spTgt spid="21"/>
                                            </p:tgtEl>
                                            <p:attrNameLst>
                                              <p:attrName>ppt_h</p:attrName>
                                            </p:attrNameLst>
                                          </p:cBhvr>
                                          <p:tavLst>
                                            <p:tav tm="0">
                                              <p:val>
                                                <p:fltVal val="0"/>
                                              </p:val>
                                            </p:tav>
                                            <p:tav tm="100000">
                                              <p:val>
                                                <p:strVal val="#ppt_h"/>
                                              </p:val>
                                            </p:tav>
                                          </p:tavLst>
                                        </p:anim>
                                        <p:animEffect transition="in" filter="fade">
                                          <p:cBhvr>
                                            <p:cTn id="40" dur="750"/>
                                            <p:tgtEl>
                                              <p:spTgt spid="21"/>
                                            </p:tgtEl>
                                          </p:cBhvr>
                                        </p:animEffect>
                                      </p:childTnLst>
                                    </p:cTn>
                                  </p:par>
                                  <p:par>
                                    <p:cTn id="41" presetID="53" presetClass="entr" presetSubtype="16" fill="hold" grpId="0" nodeType="withEffect">
                                      <p:stCondLst>
                                        <p:cond delay="500"/>
                                      </p:stCondLst>
                                      <p:childTnLst>
                                        <p:set>
                                          <p:cBhvr>
                                            <p:cTn id="42" dur="1" fill="hold">
                                              <p:stCondLst>
                                                <p:cond delay="0"/>
                                              </p:stCondLst>
                                            </p:cTn>
                                            <p:tgtEl>
                                              <p:spTgt spid="27"/>
                                            </p:tgtEl>
                                            <p:attrNameLst>
                                              <p:attrName>style.visibility</p:attrName>
                                            </p:attrNameLst>
                                          </p:cBhvr>
                                          <p:to>
                                            <p:strVal val="visible"/>
                                          </p:to>
                                        </p:set>
                                        <p:anim calcmode="lin" valueType="num">
                                          <p:cBhvr>
                                            <p:cTn id="43" dur="750" fill="hold"/>
                                            <p:tgtEl>
                                              <p:spTgt spid="27"/>
                                            </p:tgtEl>
                                            <p:attrNameLst>
                                              <p:attrName>ppt_w</p:attrName>
                                            </p:attrNameLst>
                                          </p:cBhvr>
                                          <p:tavLst>
                                            <p:tav tm="0">
                                              <p:val>
                                                <p:fltVal val="0"/>
                                              </p:val>
                                            </p:tav>
                                            <p:tav tm="100000">
                                              <p:val>
                                                <p:strVal val="#ppt_w"/>
                                              </p:val>
                                            </p:tav>
                                          </p:tavLst>
                                        </p:anim>
                                        <p:anim calcmode="lin" valueType="num">
                                          <p:cBhvr>
                                            <p:cTn id="44" dur="750" fill="hold"/>
                                            <p:tgtEl>
                                              <p:spTgt spid="27"/>
                                            </p:tgtEl>
                                            <p:attrNameLst>
                                              <p:attrName>ppt_h</p:attrName>
                                            </p:attrNameLst>
                                          </p:cBhvr>
                                          <p:tavLst>
                                            <p:tav tm="0">
                                              <p:val>
                                                <p:fltVal val="0"/>
                                              </p:val>
                                            </p:tav>
                                            <p:tav tm="100000">
                                              <p:val>
                                                <p:strVal val="#ppt_h"/>
                                              </p:val>
                                            </p:tav>
                                          </p:tavLst>
                                        </p:anim>
                                        <p:animEffect transition="in" filter="fade">
                                          <p:cBhvr>
                                            <p:cTn id="45" dur="750"/>
                                            <p:tgtEl>
                                              <p:spTgt spid="27"/>
                                            </p:tgtEl>
                                          </p:cBhvr>
                                        </p:animEffect>
                                      </p:childTnLst>
                                    </p:cTn>
                                  </p:par>
                                  <p:par>
                                    <p:cTn id="46" presetID="53" presetClass="entr" presetSubtype="16" fill="hold" grpId="0" nodeType="withEffect">
                                      <p:stCondLst>
                                        <p:cond delay="500"/>
                                      </p:stCondLst>
                                      <p:childTnLst>
                                        <p:set>
                                          <p:cBhvr>
                                            <p:cTn id="47" dur="1" fill="hold">
                                              <p:stCondLst>
                                                <p:cond delay="0"/>
                                              </p:stCondLst>
                                            </p:cTn>
                                            <p:tgtEl>
                                              <p:spTgt spid="15"/>
                                            </p:tgtEl>
                                            <p:attrNameLst>
                                              <p:attrName>style.visibility</p:attrName>
                                            </p:attrNameLst>
                                          </p:cBhvr>
                                          <p:to>
                                            <p:strVal val="visible"/>
                                          </p:to>
                                        </p:set>
                                        <p:anim calcmode="lin" valueType="num">
                                          <p:cBhvr>
                                            <p:cTn id="48" dur="750" fill="hold"/>
                                            <p:tgtEl>
                                              <p:spTgt spid="15"/>
                                            </p:tgtEl>
                                            <p:attrNameLst>
                                              <p:attrName>ppt_w</p:attrName>
                                            </p:attrNameLst>
                                          </p:cBhvr>
                                          <p:tavLst>
                                            <p:tav tm="0">
                                              <p:val>
                                                <p:fltVal val="0"/>
                                              </p:val>
                                            </p:tav>
                                            <p:tav tm="100000">
                                              <p:val>
                                                <p:strVal val="#ppt_w"/>
                                              </p:val>
                                            </p:tav>
                                          </p:tavLst>
                                        </p:anim>
                                        <p:anim calcmode="lin" valueType="num">
                                          <p:cBhvr>
                                            <p:cTn id="49" dur="750" fill="hold"/>
                                            <p:tgtEl>
                                              <p:spTgt spid="15"/>
                                            </p:tgtEl>
                                            <p:attrNameLst>
                                              <p:attrName>ppt_h</p:attrName>
                                            </p:attrNameLst>
                                          </p:cBhvr>
                                          <p:tavLst>
                                            <p:tav tm="0">
                                              <p:val>
                                                <p:fltVal val="0"/>
                                              </p:val>
                                            </p:tav>
                                            <p:tav tm="100000">
                                              <p:val>
                                                <p:strVal val="#ppt_h"/>
                                              </p:val>
                                            </p:tav>
                                          </p:tavLst>
                                        </p:anim>
                                        <p:animEffect transition="in" filter="fade">
                                          <p:cBhvr>
                                            <p:cTn id="50" dur="750"/>
                                            <p:tgtEl>
                                              <p:spTgt spid="15"/>
                                            </p:tgtEl>
                                          </p:cBhvr>
                                        </p:animEffect>
                                      </p:childTnLst>
                                    </p:cTn>
                                  </p:par>
                                  <p:par>
                                    <p:cTn id="51" presetID="53" presetClass="entr" presetSubtype="16" fill="hold" grpId="0" nodeType="withEffect">
                                      <p:stCondLst>
                                        <p:cond delay="750"/>
                                      </p:stCondLst>
                                      <p:childTnLst>
                                        <p:set>
                                          <p:cBhvr>
                                            <p:cTn id="52" dur="1" fill="hold">
                                              <p:stCondLst>
                                                <p:cond delay="0"/>
                                              </p:stCondLst>
                                            </p:cTn>
                                            <p:tgtEl>
                                              <p:spTgt spid="20"/>
                                            </p:tgtEl>
                                            <p:attrNameLst>
                                              <p:attrName>style.visibility</p:attrName>
                                            </p:attrNameLst>
                                          </p:cBhvr>
                                          <p:to>
                                            <p:strVal val="visible"/>
                                          </p:to>
                                        </p:set>
                                        <p:anim calcmode="lin" valueType="num">
                                          <p:cBhvr>
                                            <p:cTn id="53" dur="750" fill="hold"/>
                                            <p:tgtEl>
                                              <p:spTgt spid="20"/>
                                            </p:tgtEl>
                                            <p:attrNameLst>
                                              <p:attrName>ppt_w</p:attrName>
                                            </p:attrNameLst>
                                          </p:cBhvr>
                                          <p:tavLst>
                                            <p:tav tm="0">
                                              <p:val>
                                                <p:fltVal val="0"/>
                                              </p:val>
                                            </p:tav>
                                            <p:tav tm="100000">
                                              <p:val>
                                                <p:strVal val="#ppt_w"/>
                                              </p:val>
                                            </p:tav>
                                          </p:tavLst>
                                        </p:anim>
                                        <p:anim calcmode="lin" valueType="num">
                                          <p:cBhvr>
                                            <p:cTn id="54" dur="750" fill="hold"/>
                                            <p:tgtEl>
                                              <p:spTgt spid="20"/>
                                            </p:tgtEl>
                                            <p:attrNameLst>
                                              <p:attrName>ppt_h</p:attrName>
                                            </p:attrNameLst>
                                          </p:cBhvr>
                                          <p:tavLst>
                                            <p:tav tm="0">
                                              <p:val>
                                                <p:fltVal val="0"/>
                                              </p:val>
                                            </p:tav>
                                            <p:tav tm="100000">
                                              <p:val>
                                                <p:strVal val="#ppt_h"/>
                                              </p:val>
                                            </p:tav>
                                          </p:tavLst>
                                        </p:anim>
                                        <p:animEffect transition="in" filter="fade">
                                          <p:cBhvr>
                                            <p:cTn id="55" dur="750"/>
                                            <p:tgtEl>
                                              <p:spTgt spid="20"/>
                                            </p:tgtEl>
                                          </p:cBhvr>
                                        </p:animEffect>
                                      </p:childTnLst>
                                    </p:cTn>
                                  </p:par>
                                  <p:par>
                                    <p:cTn id="56" presetID="53" presetClass="entr" presetSubtype="16" fill="hold" grpId="0" nodeType="withEffect">
                                      <p:stCondLst>
                                        <p:cond delay="750"/>
                                      </p:stCondLst>
                                      <p:childTnLst>
                                        <p:set>
                                          <p:cBhvr>
                                            <p:cTn id="57" dur="1" fill="hold">
                                              <p:stCondLst>
                                                <p:cond delay="0"/>
                                              </p:stCondLst>
                                            </p:cTn>
                                            <p:tgtEl>
                                              <p:spTgt spid="25"/>
                                            </p:tgtEl>
                                            <p:attrNameLst>
                                              <p:attrName>style.visibility</p:attrName>
                                            </p:attrNameLst>
                                          </p:cBhvr>
                                          <p:to>
                                            <p:strVal val="visible"/>
                                          </p:to>
                                        </p:set>
                                        <p:anim calcmode="lin" valueType="num">
                                          <p:cBhvr>
                                            <p:cTn id="58" dur="750" fill="hold"/>
                                            <p:tgtEl>
                                              <p:spTgt spid="25"/>
                                            </p:tgtEl>
                                            <p:attrNameLst>
                                              <p:attrName>ppt_w</p:attrName>
                                            </p:attrNameLst>
                                          </p:cBhvr>
                                          <p:tavLst>
                                            <p:tav tm="0">
                                              <p:val>
                                                <p:fltVal val="0"/>
                                              </p:val>
                                            </p:tav>
                                            <p:tav tm="100000">
                                              <p:val>
                                                <p:strVal val="#ppt_w"/>
                                              </p:val>
                                            </p:tav>
                                          </p:tavLst>
                                        </p:anim>
                                        <p:anim calcmode="lin" valueType="num">
                                          <p:cBhvr>
                                            <p:cTn id="59" dur="750" fill="hold"/>
                                            <p:tgtEl>
                                              <p:spTgt spid="25"/>
                                            </p:tgtEl>
                                            <p:attrNameLst>
                                              <p:attrName>ppt_h</p:attrName>
                                            </p:attrNameLst>
                                          </p:cBhvr>
                                          <p:tavLst>
                                            <p:tav tm="0">
                                              <p:val>
                                                <p:fltVal val="0"/>
                                              </p:val>
                                            </p:tav>
                                            <p:tav tm="100000">
                                              <p:val>
                                                <p:strVal val="#ppt_h"/>
                                              </p:val>
                                            </p:tav>
                                          </p:tavLst>
                                        </p:anim>
                                        <p:animEffect transition="in" filter="fade">
                                          <p:cBhvr>
                                            <p:cTn id="60" dur="750"/>
                                            <p:tgtEl>
                                              <p:spTgt spid="25"/>
                                            </p:tgtEl>
                                          </p:cBhvr>
                                        </p:animEffect>
                                      </p:childTnLst>
                                    </p:cTn>
                                  </p:par>
                                  <p:par>
                                    <p:cTn id="61" presetID="53" presetClass="entr" presetSubtype="16" fill="hold" grpId="0" nodeType="withEffect">
                                      <p:stCondLst>
                                        <p:cond delay="750"/>
                                      </p:stCondLst>
                                      <p:childTnLst>
                                        <p:set>
                                          <p:cBhvr>
                                            <p:cTn id="62" dur="1" fill="hold">
                                              <p:stCondLst>
                                                <p:cond delay="0"/>
                                              </p:stCondLst>
                                            </p:cTn>
                                            <p:tgtEl>
                                              <p:spTgt spid="16"/>
                                            </p:tgtEl>
                                            <p:attrNameLst>
                                              <p:attrName>style.visibility</p:attrName>
                                            </p:attrNameLst>
                                          </p:cBhvr>
                                          <p:to>
                                            <p:strVal val="visible"/>
                                          </p:to>
                                        </p:set>
                                        <p:anim calcmode="lin" valueType="num">
                                          <p:cBhvr>
                                            <p:cTn id="63" dur="750" fill="hold"/>
                                            <p:tgtEl>
                                              <p:spTgt spid="16"/>
                                            </p:tgtEl>
                                            <p:attrNameLst>
                                              <p:attrName>ppt_w</p:attrName>
                                            </p:attrNameLst>
                                          </p:cBhvr>
                                          <p:tavLst>
                                            <p:tav tm="0">
                                              <p:val>
                                                <p:fltVal val="0"/>
                                              </p:val>
                                            </p:tav>
                                            <p:tav tm="100000">
                                              <p:val>
                                                <p:strVal val="#ppt_w"/>
                                              </p:val>
                                            </p:tav>
                                          </p:tavLst>
                                        </p:anim>
                                        <p:anim calcmode="lin" valueType="num">
                                          <p:cBhvr>
                                            <p:cTn id="64" dur="750" fill="hold"/>
                                            <p:tgtEl>
                                              <p:spTgt spid="16"/>
                                            </p:tgtEl>
                                            <p:attrNameLst>
                                              <p:attrName>ppt_h</p:attrName>
                                            </p:attrNameLst>
                                          </p:cBhvr>
                                          <p:tavLst>
                                            <p:tav tm="0">
                                              <p:val>
                                                <p:fltVal val="0"/>
                                              </p:val>
                                            </p:tav>
                                            <p:tav tm="100000">
                                              <p:val>
                                                <p:strVal val="#ppt_h"/>
                                              </p:val>
                                            </p:tav>
                                          </p:tavLst>
                                        </p:anim>
                                        <p:animEffect transition="in" filter="fade">
                                          <p:cBhvr>
                                            <p:cTn id="65" dur="750"/>
                                            <p:tgtEl>
                                              <p:spTgt spid="16"/>
                                            </p:tgtEl>
                                          </p:cBhvr>
                                        </p:animEffect>
                                      </p:childTnLst>
                                    </p:cTn>
                                  </p:par>
                                  <p:par>
                                    <p:cTn id="66" presetID="53" presetClass="entr" presetSubtype="16" fill="hold" grpId="0" nodeType="withEffect">
                                      <p:stCondLst>
                                        <p:cond delay="1000"/>
                                      </p:stCondLst>
                                      <p:childTnLst>
                                        <p:set>
                                          <p:cBhvr>
                                            <p:cTn id="67" dur="1" fill="hold">
                                              <p:stCondLst>
                                                <p:cond delay="0"/>
                                              </p:stCondLst>
                                            </p:cTn>
                                            <p:tgtEl>
                                              <p:spTgt spid="22"/>
                                            </p:tgtEl>
                                            <p:attrNameLst>
                                              <p:attrName>style.visibility</p:attrName>
                                            </p:attrNameLst>
                                          </p:cBhvr>
                                          <p:to>
                                            <p:strVal val="visible"/>
                                          </p:to>
                                        </p:set>
                                        <p:anim calcmode="lin" valueType="num">
                                          <p:cBhvr>
                                            <p:cTn id="68" dur="750" fill="hold"/>
                                            <p:tgtEl>
                                              <p:spTgt spid="22"/>
                                            </p:tgtEl>
                                            <p:attrNameLst>
                                              <p:attrName>ppt_w</p:attrName>
                                            </p:attrNameLst>
                                          </p:cBhvr>
                                          <p:tavLst>
                                            <p:tav tm="0">
                                              <p:val>
                                                <p:fltVal val="0"/>
                                              </p:val>
                                            </p:tav>
                                            <p:tav tm="100000">
                                              <p:val>
                                                <p:strVal val="#ppt_w"/>
                                              </p:val>
                                            </p:tav>
                                          </p:tavLst>
                                        </p:anim>
                                        <p:anim calcmode="lin" valueType="num">
                                          <p:cBhvr>
                                            <p:cTn id="69" dur="750" fill="hold"/>
                                            <p:tgtEl>
                                              <p:spTgt spid="22"/>
                                            </p:tgtEl>
                                            <p:attrNameLst>
                                              <p:attrName>ppt_h</p:attrName>
                                            </p:attrNameLst>
                                          </p:cBhvr>
                                          <p:tavLst>
                                            <p:tav tm="0">
                                              <p:val>
                                                <p:fltVal val="0"/>
                                              </p:val>
                                            </p:tav>
                                            <p:tav tm="100000">
                                              <p:val>
                                                <p:strVal val="#ppt_h"/>
                                              </p:val>
                                            </p:tav>
                                          </p:tavLst>
                                        </p:anim>
                                        <p:animEffect transition="in" filter="fade">
                                          <p:cBhvr>
                                            <p:cTn id="70" dur="750"/>
                                            <p:tgtEl>
                                              <p:spTgt spid="22"/>
                                            </p:tgtEl>
                                          </p:cBhvr>
                                        </p:animEffect>
                                      </p:childTnLst>
                                    </p:cTn>
                                  </p:par>
                                  <p:par>
                                    <p:cTn id="71" presetID="53" presetClass="entr" presetSubtype="16" fill="hold" grpId="0" nodeType="withEffect">
                                      <p:stCondLst>
                                        <p:cond delay="1000"/>
                                      </p:stCondLst>
                                      <p:childTnLst>
                                        <p:set>
                                          <p:cBhvr>
                                            <p:cTn id="72" dur="1" fill="hold">
                                              <p:stCondLst>
                                                <p:cond delay="0"/>
                                              </p:stCondLst>
                                            </p:cTn>
                                            <p:tgtEl>
                                              <p:spTgt spid="28"/>
                                            </p:tgtEl>
                                            <p:attrNameLst>
                                              <p:attrName>style.visibility</p:attrName>
                                            </p:attrNameLst>
                                          </p:cBhvr>
                                          <p:to>
                                            <p:strVal val="visible"/>
                                          </p:to>
                                        </p:set>
                                        <p:anim calcmode="lin" valueType="num">
                                          <p:cBhvr>
                                            <p:cTn id="73" dur="750" fill="hold"/>
                                            <p:tgtEl>
                                              <p:spTgt spid="28"/>
                                            </p:tgtEl>
                                            <p:attrNameLst>
                                              <p:attrName>ppt_w</p:attrName>
                                            </p:attrNameLst>
                                          </p:cBhvr>
                                          <p:tavLst>
                                            <p:tav tm="0">
                                              <p:val>
                                                <p:fltVal val="0"/>
                                              </p:val>
                                            </p:tav>
                                            <p:tav tm="100000">
                                              <p:val>
                                                <p:strVal val="#ppt_w"/>
                                              </p:val>
                                            </p:tav>
                                          </p:tavLst>
                                        </p:anim>
                                        <p:anim calcmode="lin" valueType="num">
                                          <p:cBhvr>
                                            <p:cTn id="74" dur="750" fill="hold"/>
                                            <p:tgtEl>
                                              <p:spTgt spid="28"/>
                                            </p:tgtEl>
                                            <p:attrNameLst>
                                              <p:attrName>ppt_h</p:attrName>
                                            </p:attrNameLst>
                                          </p:cBhvr>
                                          <p:tavLst>
                                            <p:tav tm="0">
                                              <p:val>
                                                <p:fltVal val="0"/>
                                              </p:val>
                                            </p:tav>
                                            <p:tav tm="100000">
                                              <p:val>
                                                <p:strVal val="#ppt_h"/>
                                              </p:val>
                                            </p:tav>
                                          </p:tavLst>
                                        </p:anim>
                                        <p:animEffect transition="in" filter="fade">
                                          <p:cBhvr>
                                            <p:cTn id="75" dur="750"/>
                                            <p:tgtEl>
                                              <p:spTgt spid="28"/>
                                            </p:tgtEl>
                                          </p:cBhvr>
                                        </p:animEffect>
                                      </p:childTnLst>
                                    </p:cTn>
                                  </p:par>
                                  <p:par>
                                    <p:cTn id="76" presetID="53" presetClass="entr" presetSubtype="16" fill="hold" grpId="0" nodeType="withEffect">
                                      <p:stCondLst>
                                        <p:cond delay="1000"/>
                                      </p:stCondLst>
                                      <p:childTnLst>
                                        <p:set>
                                          <p:cBhvr>
                                            <p:cTn id="77" dur="1" fill="hold">
                                              <p:stCondLst>
                                                <p:cond delay="0"/>
                                              </p:stCondLst>
                                            </p:cTn>
                                            <p:tgtEl>
                                              <p:spTgt spid="18"/>
                                            </p:tgtEl>
                                            <p:attrNameLst>
                                              <p:attrName>style.visibility</p:attrName>
                                            </p:attrNameLst>
                                          </p:cBhvr>
                                          <p:to>
                                            <p:strVal val="visible"/>
                                          </p:to>
                                        </p:set>
                                        <p:anim calcmode="lin" valueType="num">
                                          <p:cBhvr>
                                            <p:cTn id="78" dur="750" fill="hold"/>
                                            <p:tgtEl>
                                              <p:spTgt spid="18"/>
                                            </p:tgtEl>
                                            <p:attrNameLst>
                                              <p:attrName>ppt_w</p:attrName>
                                            </p:attrNameLst>
                                          </p:cBhvr>
                                          <p:tavLst>
                                            <p:tav tm="0">
                                              <p:val>
                                                <p:fltVal val="0"/>
                                              </p:val>
                                            </p:tav>
                                            <p:tav tm="100000">
                                              <p:val>
                                                <p:strVal val="#ppt_w"/>
                                              </p:val>
                                            </p:tav>
                                          </p:tavLst>
                                        </p:anim>
                                        <p:anim calcmode="lin" valueType="num">
                                          <p:cBhvr>
                                            <p:cTn id="79" dur="750" fill="hold"/>
                                            <p:tgtEl>
                                              <p:spTgt spid="18"/>
                                            </p:tgtEl>
                                            <p:attrNameLst>
                                              <p:attrName>ppt_h</p:attrName>
                                            </p:attrNameLst>
                                          </p:cBhvr>
                                          <p:tavLst>
                                            <p:tav tm="0">
                                              <p:val>
                                                <p:fltVal val="0"/>
                                              </p:val>
                                            </p:tav>
                                            <p:tav tm="100000">
                                              <p:val>
                                                <p:strVal val="#ppt_h"/>
                                              </p:val>
                                            </p:tav>
                                          </p:tavLst>
                                        </p:anim>
                                        <p:animEffect transition="in" filter="fade">
                                          <p:cBhvr>
                                            <p:cTn id="80" dur="750"/>
                                            <p:tgtEl>
                                              <p:spTgt spid="18"/>
                                            </p:tgtEl>
                                          </p:cBhvr>
                                        </p:animEffect>
                                      </p:childTnLst>
                                    </p:cTn>
                                  </p:par>
                                  <p:par>
                                    <p:cTn id="81" presetID="53" presetClass="entr" presetSubtype="16" fill="hold" grpId="0" nodeType="withEffect">
                                      <p:stCondLst>
                                        <p:cond delay="250"/>
                                      </p:stCondLst>
                                      <p:childTnLst>
                                        <p:set>
                                          <p:cBhvr>
                                            <p:cTn id="82" dur="1" fill="hold">
                                              <p:stCondLst>
                                                <p:cond delay="0"/>
                                              </p:stCondLst>
                                            </p:cTn>
                                            <p:tgtEl>
                                              <p:spTgt spid="29"/>
                                            </p:tgtEl>
                                            <p:attrNameLst>
                                              <p:attrName>style.visibility</p:attrName>
                                            </p:attrNameLst>
                                          </p:cBhvr>
                                          <p:to>
                                            <p:strVal val="visible"/>
                                          </p:to>
                                        </p:set>
                                        <p:anim calcmode="lin" valueType="num">
                                          <p:cBhvr>
                                            <p:cTn id="83" dur="500" fill="hold"/>
                                            <p:tgtEl>
                                              <p:spTgt spid="29"/>
                                            </p:tgtEl>
                                            <p:attrNameLst>
                                              <p:attrName>ppt_w</p:attrName>
                                            </p:attrNameLst>
                                          </p:cBhvr>
                                          <p:tavLst>
                                            <p:tav tm="0">
                                              <p:val>
                                                <p:fltVal val="0"/>
                                              </p:val>
                                            </p:tav>
                                            <p:tav tm="100000">
                                              <p:val>
                                                <p:strVal val="#ppt_w"/>
                                              </p:val>
                                            </p:tav>
                                          </p:tavLst>
                                        </p:anim>
                                        <p:anim calcmode="lin" valueType="num">
                                          <p:cBhvr>
                                            <p:cTn id="84" dur="500" fill="hold"/>
                                            <p:tgtEl>
                                              <p:spTgt spid="29"/>
                                            </p:tgtEl>
                                            <p:attrNameLst>
                                              <p:attrName>ppt_h</p:attrName>
                                            </p:attrNameLst>
                                          </p:cBhvr>
                                          <p:tavLst>
                                            <p:tav tm="0">
                                              <p:val>
                                                <p:fltVal val="0"/>
                                              </p:val>
                                            </p:tav>
                                            <p:tav tm="100000">
                                              <p:val>
                                                <p:strVal val="#ppt_h"/>
                                              </p:val>
                                            </p:tav>
                                          </p:tavLst>
                                        </p:anim>
                                        <p:animEffect transition="in" filter="fade">
                                          <p:cBhvr>
                                            <p:cTn id="85" dur="500"/>
                                            <p:tgtEl>
                                              <p:spTgt spid="29"/>
                                            </p:tgtEl>
                                          </p:cBhvr>
                                        </p:animEffect>
                                      </p:childTnLst>
                                    </p:cTn>
                                  </p:par>
                                  <p:par>
                                    <p:cTn id="86" presetID="53" presetClass="entr" presetSubtype="16" fill="hold" grpId="0" nodeType="withEffect">
                                      <p:stCondLst>
                                        <p:cond delay="750"/>
                                      </p:stCondLst>
                                      <p:childTnLst>
                                        <p:set>
                                          <p:cBhvr>
                                            <p:cTn id="87" dur="1" fill="hold">
                                              <p:stCondLst>
                                                <p:cond delay="0"/>
                                              </p:stCondLst>
                                            </p:cTn>
                                            <p:tgtEl>
                                              <p:spTgt spid="30"/>
                                            </p:tgtEl>
                                            <p:attrNameLst>
                                              <p:attrName>style.visibility</p:attrName>
                                            </p:attrNameLst>
                                          </p:cBhvr>
                                          <p:to>
                                            <p:strVal val="visible"/>
                                          </p:to>
                                        </p:set>
                                        <p:anim calcmode="lin" valueType="num">
                                          <p:cBhvr>
                                            <p:cTn id="88" dur="500" fill="hold"/>
                                            <p:tgtEl>
                                              <p:spTgt spid="30"/>
                                            </p:tgtEl>
                                            <p:attrNameLst>
                                              <p:attrName>ppt_w</p:attrName>
                                            </p:attrNameLst>
                                          </p:cBhvr>
                                          <p:tavLst>
                                            <p:tav tm="0">
                                              <p:val>
                                                <p:fltVal val="0"/>
                                              </p:val>
                                            </p:tav>
                                            <p:tav tm="100000">
                                              <p:val>
                                                <p:strVal val="#ppt_w"/>
                                              </p:val>
                                            </p:tav>
                                          </p:tavLst>
                                        </p:anim>
                                        <p:anim calcmode="lin" valueType="num">
                                          <p:cBhvr>
                                            <p:cTn id="89" dur="500" fill="hold"/>
                                            <p:tgtEl>
                                              <p:spTgt spid="30"/>
                                            </p:tgtEl>
                                            <p:attrNameLst>
                                              <p:attrName>ppt_h</p:attrName>
                                            </p:attrNameLst>
                                          </p:cBhvr>
                                          <p:tavLst>
                                            <p:tav tm="0">
                                              <p:val>
                                                <p:fltVal val="0"/>
                                              </p:val>
                                            </p:tav>
                                            <p:tav tm="100000">
                                              <p:val>
                                                <p:strVal val="#ppt_h"/>
                                              </p:val>
                                            </p:tav>
                                          </p:tavLst>
                                        </p:anim>
                                        <p:animEffect transition="in" filter="fade">
                                          <p:cBhvr>
                                            <p:cTn id="90" dur="500"/>
                                            <p:tgtEl>
                                              <p:spTgt spid="30"/>
                                            </p:tgtEl>
                                          </p:cBhvr>
                                        </p:animEffect>
                                      </p:childTnLst>
                                    </p:cTn>
                                  </p:par>
                                  <p:par>
                                    <p:cTn id="91" presetID="53" presetClass="entr" presetSubtype="16" fill="hold" grpId="0" nodeType="withEffect">
                                      <p:stCondLst>
                                        <p:cond delay="1000"/>
                                      </p:stCondLst>
                                      <p:childTnLst>
                                        <p:set>
                                          <p:cBhvr>
                                            <p:cTn id="92" dur="1" fill="hold">
                                              <p:stCondLst>
                                                <p:cond delay="0"/>
                                              </p:stCondLst>
                                            </p:cTn>
                                            <p:tgtEl>
                                              <p:spTgt spid="31"/>
                                            </p:tgtEl>
                                            <p:attrNameLst>
                                              <p:attrName>style.visibility</p:attrName>
                                            </p:attrNameLst>
                                          </p:cBhvr>
                                          <p:to>
                                            <p:strVal val="visible"/>
                                          </p:to>
                                        </p:set>
                                        <p:anim calcmode="lin" valueType="num">
                                          <p:cBhvr>
                                            <p:cTn id="93" dur="500" fill="hold"/>
                                            <p:tgtEl>
                                              <p:spTgt spid="31"/>
                                            </p:tgtEl>
                                            <p:attrNameLst>
                                              <p:attrName>ppt_w</p:attrName>
                                            </p:attrNameLst>
                                          </p:cBhvr>
                                          <p:tavLst>
                                            <p:tav tm="0">
                                              <p:val>
                                                <p:fltVal val="0"/>
                                              </p:val>
                                            </p:tav>
                                            <p:tav tm="100000">
                                              <p:val>
                                                <p:strVal val="#ppt_w"/>
                                              </p:val>
                                            </p:tav>
                                          </p:tavLst>
                                        </p:anim>
                                        <p:anim calcmode="lin" valueType="num">
                                          <p:cBhvr>
                                            <p:cTn id="94" dur="500" fill="hold"/>
                                            <p:tgtEl>
                                              <p:spTgt spid="31"/>
                                            </p:tgtEl>
                                            <p:attrNameLst>
                                              <p:attrName>ppt_h</p:attrName>
                                            </p:attrNameLst>
                                          </p:cBhvr>
                                          <p:tavLst>
                                            <p:tav tm="0">
                                              <p:val>
                                                <p:fltVal val="0"/>
                                              </p:val>
                                            </p:tav>
                                            <p:tav tm="100000">
                                              <p:val>
                                                <p:strVal val="#ppt_h"/>
                                              </p:val>
                                            </p:tav>
                                          </p:tavLst>
                                        </p:anim>
                                        <p:animEffect transition="in" filter="fade">
                                          <p:cBhvr>
                                            <p:cTn id="9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29" grpId="0" animBg="1"/>
          <p:bldP spid="11" grpId="0" animBg="1"/>
          <p:bldP spid="12" grpId="0" animBg="1"/>
          <p:bldP spid="13" grpId="0" animBg="1"/>
          <p:bldP spid="14" grpId="0" animBg="1"/>
          <p:bldP spid="15" grpId="0" animBg="1"/>
          <p:bldP spid="16" grpId="0" animBg="1"/>
          <p:bldP spid="17" grpId="0" animBg="1"/>
          <p:bldP spid="18" grpId="0" animBg="1"/>
          <p:bldP spid="19" grpId="0"/>
          <p:bldP spid="20" grpId="0"/>
          <p:bldP spid="21" grpId="0"/>
          <p:bldP spid="22" grpId="0"/>
          <p:bldP spid="25" grpId="0"/>
          <p:bldP spid="26" grpId="0"/>
          <p:bldP spid="27" grpId="0"/>
          <p:bldP spid="2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ppt_x"/>
                                              </p:val>
                                            </p:tav>
                                            <p:tav tm="100000">
                                              <p:val>
                                                <p:strVal val="#ppt_x"/>
                                              </p:val>
                                            </p:tav>
                                          </p:tavLst>
                                        </p:anim>
                                        <p:anim calcmode="lin" valueType="num">
                                          <p:cBhvr additive="base">
                                            <p:cTn id="8" dur="1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000" fill="hold"/>
                                            <p:tgtEl>
                                              <p:spTgt spid="13"/>
                                            </p:tgtEl>
                                            <p:attrNameLst>
                                              <p:attrName>ppt_x</p:attrName>
                                            </p:attrNameLst>
                                          </p:cBhvr>
                                          <p:tavLst>
                                            <p:tav tm="0">
                                              <p:val>
                                                <p:strVal val="#ppt_x"/>
                                              </p:val>
                                            </p:tav>
                                            <p:tav tm="100000">
                                              <p:val>
                                                <p:strVal val="#ppt_x"/>
                                              </p:val>
                                            </p:tav>
                                          </p:tavLst>
                                        </p:anim>
                                        <p:anim calcmode="lin" valueType="num">
                                          <p:cBhvr additive="base">
                                            <p:cTn id="12" dur="10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5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000" fill="hold"/>
                                            <p:tgtEl>
                                              <p:spTgt spid="14"/>
                                            </p:tgtEl>
                                            <p:attrNameLst>
                                              <p:attrName>ppt_x</p:attrName>
                                            </p:attrNameLst>
                                          </p:cBhvr>
                                          <p:tavLst>
                                            <p:tav tm="0">
                                              <p:val>
                                                <p:strVal val="#ppt_x"/>
                                              </p:val>
                                            </p:tav>
                                            <p:tav tm="100000">
                                              <p:val>
                                                <p:strVal val="#ppt_x"/>
                                              </p:val>
                                            </p:tav>
                                          </p:tavLst>
                                        </p:anim>
                                        <p:anim calcmode="lin" valueType="num">
                                          <p:cBhvr additive="base">
                                            <p:cTn id="16" dur="1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75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000" fill="hold"/>
                                            <p:tgtEl>
                                              <p:spTgt spid="11"/>
                                            </p:tgtEl>
                                            <p:attrNameLst>
                                              <p:attrName>ppt_x</p:attrName>
                                            </p:attrNameLst>
                                          </p:cBhvr>
                                          <p:tavLst>
                                            <p:tav tm="0">
                                              <p:val>
                                                <p:strVal val="#ppt_x"/>
                                              </p:val>
                                            </p:tav>
                                            <p:tav tm="100000">
                                              <p:val>
                                                <p:strVal val="#ppt_x"/>
                                              </p:val>
                                            </p:tav>
                                          </p:tavLst>
                                        </p:anim>
                                        <p:anim calcmode="lin" valueType="num">
                                          <p:cBhvr additive="base">
                                            <p:cTn id="20" dur="1000" fill="hold"/>
                                            <p:tgtEl>
                                              <p:spTgt spid="11"/>
                                            </p:tgtEl>
                                            <p:attrNameLst>
                                              <p:attrName>ppt_y</p:attrName>
                                            </p:attrNameLst>
                                          </p:cBhvr>
                                          <p:tavLst>
                                            <p:tav tm="0">
                                              <p:val>
                                                <p:strVal val="0-#ppt_h/2"/>
                                              </p:val>
                                            </p:tav>
                                            <p:tav tm="100000">
                                              <p:val>
                                                <p:strVal val="#ppt_y"/>
                                              </p:val>
                                            </p:tav>
                                          </p:tavLst>
                                        </p:anim>
                                      </p:childTnLst>
                                    </p:cTn>
                                  </p:par>
                                  <p:par>
                                    <p:cTn id="21" presetID="53" presetClass="entr" presetSubtype="16" fill="hold" grpId="0" nodeType="withEffect">
                                      <p:stCondLst>
                                        <p:cond delay="250"/>
                                      </p:stCondLst>
                                      <p:childTnLst>
                                        <p:set>
                                          <p:cBhvr>
                                            <p:cTn id="22" dur="1" fill="hold">
                                              <p:stCondLst>
                                                <p:cond delay="0"/>
                                              </p:stCondLst>
                                            </p:cTn>
                                            <p:tgtEl>
                                              <p:spTgt spid="19"/>
                                            </p:tgtEl>
                                            <p:attrNameLst>
                                              <p:attrName>style.visibility</p:attrName>
                                            </p:attrNameLst>
                                          </p:cBhvr>
                                          <p:to>
                                            <p:strVal val="visible"/>
                                          </p:to>
                                        </p:set>
                                        <p:anim calcmode="lin" valueType="num">
                                          <p:cBhvr>
                                            <p:cTn id="23" dur="750" fill="hold"/>
                                            <p:tgtEl>
                                              <p:spTgt spid="19"/>
                                            </p:tgtEl>
                                            <p:attrNameLst>
                                              <p:attrName>ppt_w</p:attrName>
                                            </p:attrNameLst>
                                          </p:cBhvr>
                                          <p:tavLst>
                                            <p:tav tm="0">
                                              <p:val>
                                                <p:fltVal val="0"/>
                                              </p:val>
                                            </p:tav>
                                            <p:tav tm="100000">
                                              <p:val>
                                                <p:strVal val="#ppt_w"/>
                                              </p:val>
                                            </p:tav>
                                          </p:tavLst>
                                        </p:anim>
                                        <p:anim calcmode="lin" valueType="num">
                                          <p:cBhvr>
                                            <p:cTn id="24" dur="750" fill="hold"/>
                                            <p:tgtEl>
                                              <p:spTgt spid="19"/>
                                            </p:tgtEl>
                                            <p:attrNameLst>
                                              <p:attrName>ppt_h</p:attrName>
                                            </p:attrNameLst>
                                          </p:cBhvr>
                                          <p:tavLst>
                                            <p:tav tm="0">
                                              <p:val>
                                                <p:fltVal val="0"/>
                                              </p:val>
                                            </p:tav>
                                            <p:tav tm="100000">
                                              <p:val>
                                                <p:strVal val="#ppt_h"/>
                                              </p:val>
                                            </p:tav>
                                          </p:tavLst>
                                        </p:anim>
                                        <p:animEffect transition="in" filter="fade">
                                          <p:cBhvr>
                                            <p:cTn id="25" dur="750"/>
                                            <p:tgtEl>
                                              <p:spTgt spid="19"/>
                                            </p:tgtEl>
                                          </p:cBhvr>
                                        </p:animEffect>
                                      </p:childTnLst>
                                    </p:cTn>
                                  </p:par>
                                  <p:par>
                                    <p:cTn id="26" presetID="53" presetClass="entr" presetSubtype="16" fill="hold" grpId="0" nodeType="withEffect">
                                      <p:stCondLst>
                                        <p:cond delay="250"/>
                                      </p:stCondLst>
                                      <p:childTnLst>
                                        <p:set>
                                          <p:cBhvr>
                                            <p:cTn id="27" dur="1" fill="hold">
                                              <p:stCondLst>
                                                <p:cond delay="0"/>
                                              </p:stCondLst>
                                            </p:cTn>
                                            <p:tgtEl>
                                              <p:spTgt spid="26"/>
                                            </p:tgtEl>
                                            <p:attrNameLst>
                                              <p:attrName>style.visibility</p:attrName>
                                            </p:attrNameLst>
                                          </p:cBhvr>
                                          <p:to>
                                            <p:strVal val="visible"/>
                                          </p:to>
                                        </p:set>
                                        <p:anim calcmode="lin" valueType="num">
                                          <p:cBhvr>
                                            <p:cTn id="28" dur="750" fill="hold"/>
                                            <p:tgtEl>
                                              <p:spTgt spid="26"/>
                                            </p:tgtEl>
                                            <p:attrNameLst>
                                              <p:attrName>ppt_w</p:attrName>
                                            </p:attrNameLst>
                                          </p:cBhvr>
                                          <p:tavLst>
                                            <p:tav tm="0">
                                              <p:val>
                                                <p:fltVal val="0"/>
                                              </p:val>
                                            </p:tav>
                                            <p:tav tm="100000">
                                              <p:val>
                                                <p:strVal val="#ppt_w"/>
                                              </p:val>
                                            </p:tav>
                                          </p:tavLst>
                                        </p:anim>
                                        <p:anim calcmode="lin" valueType="num">
                                          <p:cBhvr>
                                            <p:cTn id="29" dur="750" fill="hold"/>
                                            <p:tgtEl>
                                              <p:spTgt spid="26"/>
                                            </p:tgtEl>
                                            <p:attrNameLst>
                                              <p:attrName>ppt_h</p:attrName>
                                            </p:attrNameLst>
                                          </p:cBhvr>
                                          <p:tavLst>
                                            <p:tav tm="0">
                                              <p:val>
                                                <p:fltVal val="0"/>
                                              </p:val>
                                            </p:tav>
                                            <p:tav tm="100000">
                                              <p:val>
                                                <p:strVal val="#ppt_h"/>
                                              </p:val>
                                            </p:tav>
                                          </p:tavLst>
                                        </p:anim>
                                        <p:animEffect transition="in" filter="fade">
                                          <p:cBhvr>
                                            <p:cTn id="30" dur="750"/>
                                            <p:tgtEl>
                                              <p:spTgt spid="26"/>
                                            </p:tgtEl>
                                          </p:cBhvr>
                                        </p:animEffect>
                                      </p:childTnLst>
                                    </p:cTn>
                                  </p:par>
                                  <p:par>
                                    <p:cTn id="31" presetID="53" presetClass="entr" presetSubtype="16" fill="hold" grpId="0" nodeType="withEffect">
                                      <p:stCondLst>
                                        <p:cond delay="250"/>
                                      </p:stCondLst>
                                      <p:childTnLst>
                                        <p:set>
                                          <p:cBhvr>
                                            <p:cTn id="32" dur="1" fill="hold">
                                              <p:stCondLst>
                                                <p:cond delay="0"/>
                                              </p:stCondLst>
                                            </p:cTn>
                                            <p:tgtEl>
                                              <p:spTgt spid="17"/>
                                            </p:tgtEl>
                                            <p:attrNameLst>
                                              <p:attrName>style.visibility</p:attrName>
                                            </p:attrNameLst>
                                          </p:cBhvr>
                                          <p:to>
                                            <p:strVal val="visible"/>
                                          </p:to>
                                        </p:set>
                                        <p:anim calcmode="lin" valueType="num">
                                          <p:cBhvr>
                                            <p:cTn id="33" dur="750" fill="hold"/>
                                            <p:tgtEl>
                                              <p:spTgt spid="17"/>
                                            </p:tgtEl>
                                            <p:attrNameLst>
                                              <p:attrName>ppt_w</p:attrName>
                                            </p:attrNameLst>
                                          </p:cBhvr>
                                          <p:tavLst>
                                            <p:tav tm="0">
                                              <p:val>
                                                <p:fltVal val="0"/>
                                              </p:val>
                                            </p:tav>
                                            <p:tav tm="100000">
                                              <p:val>
                                                <p:strVal val="#ppt_w"/>
                                              </p:val>
                                            </p:tav>
                                          </p:tavLst>
                                        </p:anim>
                                        <p:anim calcmode="lin" valueType="num">
                                          <p:cBhvr>
                                            <p:cTn id="34" dur="750" fill="hold"/>
                                            <p:tgtEl>
                                              <p:spTgt spid="17"/>
                                            </p:tgtEl>
                                            <p:attrNameLst>
                                              <p:attrName>ppt_h</p:attrName>
                                            </p:attrNameLst>
                                          </p:cBhvr>
                                          <p:tavLst>
                                            <p:tav tm="0">
                                              <p:val>
                                                <p:fltVal val="0"/>
                                              </p:val>
                                            </p:tav>
                                            <p:tav tm="100000">
                                              <p:val>
                                                <p:strVal val="#ppt_h"/>
                                              </p:val>
                                            </p:tav>
                                          </p:tavLst>
                                        </p:anim>
                                        <p:animEffect transition="in" filter="fade">
                                          <p:cBhvr>
                                            <p:cTn id="35" dur="750"/>
                                            <p:tgtEl>
                                              <p:spTgt spid="17"/>
                                            </p:tgtEl>
                                          </p:cBhvr>
                                        </p:animEffect>
                                      </p:childTnLst>
                                    </p:cTn>
                                  </p:par>
                                  <p:par>
                                    <p:cTn id="36" presetID="53" presetClass="entr" presetSubtype="16" fill="hold" grpId="0" nodeType="withEffect">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cBhvr>
                                            <p:cTn id="38" dur="750" fill="hold"/>
                                            <p:tgtEl>
                                              <p:spTgt spid="21"/>
                                            </p:tgtEl>
                                            <p:attrNameLst>
                                              <p:attrName>ppt_w</p:attrName>
                                            </p:attrNameLst>
                                          </p:cBhvr>
                                          <p:tavLst>
                                            <p:tav tm="0">
                                              <p:val>
                                                <p:fltVal val="0"/>
                                              </p:val>
                                            </p:tav>
                                            <p:tav tm="100000">
                                              <p:val>
                                                <p:strVal val="#ppt_w"/>
                                              </p:val>
                                            </p:tav>
                                          </p:tavLst>
                                        </p:anim>
                                        <p:anim calcmode="lin" valueType="num">
                                          <p:cBhvr>
                                            <p:cTn id="39" dur="750" fill="hold"/>
                                            <p:tgtEl>
                                              <p:spTgt spid="21"/>
                                            </p:tgtEl>
                                            <p:attrNameLst>
                                              <p:attrName>ppt_h</p:attrName>
                                            </p:attrNameLst>
                                          </p:cBhvr>
                                          <p:tavLst>
                                            <p:tav tm="0">
                                              <p:val>
                                                <p:fltVal val="0"/>
                                              </p:val>
                                            </p:tav>
                                            <p:tav tm="100000">
                                              <p:val>
                                                <p:strVal val="#ppt_h"/>
                                              </p:val>
                                            </p:tav>
                                          </p:tavLst>
                                        </p:anim>
                                        <p:animEffect transition="in" filter="fade">
                                          <p:cBhvr>
                                            <p:cTn id="40" dur="750"/>
                                            <p:tgtEl>
                                              <p:spTgt spid="21"/>
                                            </p:tgtEl>
                                          </p:cBhvr>
                                        </p:animEffect>
                                      </p:childTnLst>
                                    </p:cTn>
                                  </p:par>
                                  <p:par>
                                    <p:cTn id="41" presetID="53" presetClass="entr" presetSubtype="16" fill="hold" grpId="0" nodeType="withEffect">
                                      <p:stCondLst>
                                        <p:cond delay="500"/>
                                      </p:stCondLst>
                                      <p:childTnLst>
                                        <p:set>
                                          <p:cBhvr>
                                            <p:cTn id="42" dur="1" fill="hold">
                                              <p:stCondLst>
                                                <p:cond delay="0"/>
                                              </p:stCondLst>
                                            </p:cTn>
                                            <p:tgtEl>
                                              <p:spTgt spid="27"/>
                                            </p:tgtEl>
                                            <p:attrNameLst>
                                              <p:attrName>style.visibility</p:attrName>
                                            </p:attrNameLst>
                                          </p:cBhvr>
                                          <p:to>
                                            <p:strVal val="visible"/>
                                          </p:to>
                                        </p:set>
                                        <p:anim calcmode="lin" valueType="num">
                                          <p:cBhvr>
                                            <p:cTn id="43" dur="750" fill="hold"/>
                                            <p:tgtEl>
                                              <p:spTgt spid="27"/>
                                            </p:tgtEl>
                                            <p:attrNameLst>
                                              <p:attrName>ppt_w</p:attrName>
                                            </p:attrNameLst>
                                          </p:cBhvr>
                                          <p:tavLst>
                                            <p:tav tm="0">
                                              <p:val>
                                                <p:fltVal val="0"/>
                                              </p:val>
                                            </p:tav>
                                            <p:tav tm="100000">
                                              <p:val>
                                                <p:strVal val="#ppt_w"/>
                                              </p:val>
                                            </p:tav>
                                          </p:tavLst>
                                        </p:anim>
                                        <p:anim calcmode="lin" valueType="num">
                                          <p:cBhvr>
                                            <p:cTn id="44" dur="750" fill="hold"/>
                                            <p:tgtEl>
                                              <p:spTgt spid="27"/>
                                            </p:tgtEl>
                                            <p:attrNameLst>
                                              <p:attrName>ppt_h</p:attrName>
                                            </p:attrNameLst>
                                          </p:cBhvr>
                                          <p:tavLst>
                                            <p:tav tm="0">
                                              <p:val>
                                                <p:fltVal val="0"/>
                                              </p:val>
                                            </p:tav>
                                            <p:tav tm="100000">
                                              <p:val>
                                                <p:strVal val="#ppt_h"/>
                                              </p:val>
                                            </p:tav>
                                          </p:tavLst>
                                        </p:anim>
                                        <p:animEffect transition="in" filter="fade">
                                          <p:cBhvr>
                                            <p:cTn id="45" dur="750"/>
                                            <p:tgtEl>
                                              <p:spTgt spid="27"/>
                                            </p:tgtEl>
                                          </p:cBhvr>
                                        </p:animEffect>
                                      </p:childTnLst>
                                    </p:cTn>
                                  </p:par>
                                  <p:par>
                                    <p:cTn id="46" presetID="53" presetClass="entr" presetSubtype="16" fill="hold" grpId="0" nodeType="withEffect">
                                      <p:stCondLst>
                                        <p:cond delay="500"/>
                                      </p:stCondLst>
                                      <p:childTnLst>
                                        <p:set>
                                          <p:cBhvr>
                                            <p:cTn id="47" dur="1" fill="hold">
                                              <p:stCondLst>
                                                <p:cond delay="0"/>
                                              </p:stCondLst>
                                            </p:cTn>
                                            <p:tgtEl>
                                              <p:spTgt spid="15"/>
                                            </p:tgtEl>
                                            <p:attrNameLst>
                                              <p:attrName>style.visibility</p:attrName>
                                            </p:attrNameLst>
                                          </p:cBhvr>
                                          <p:to>
                                            <p:strVal val="visible"/>
                                          </p:to>
                                        </p:set>
                                        <p:anim calcmode="lin" valueType="num">
                                          <p:cBhvr>
                                            <p:cTn id="48" dur="750" fill="hold"/>
                                            <p:tgtEl>
                                              <p:spTgt spid="15"/>
                                            </p:tgtEl>
                                            <p:attrNameLst>
                                              <p:attrName>ppt_w</p:attrName>
                                            </p:attrNameLst>
                                          </p:cBhvr>
                                          <p:tavLst>
                                            <p:tav tm="0">
                                              <p:val>
                                                <p:fltVal val="0"/>
                                              </p:val>
                                            </p:tav>
                                            <p:tav tm="100000">
                                              <p:val>
                                                <p:strVal val="#ppt_w"/>
                                              </p:val>
                                            </p:tav>
                                          </p:tavLst>
                                        </p:anim>
                                        <p:anim calcmode="lin" valueType="num">
                                          <p:cBhvr>
                                            <p:cTn id="49" dur="750" fill="hold"/>
                                            <p:tgtEl>
                                              <p:spTgt spid="15"/>
                                            </p:tgtEl>
                                            <p:attrNameLst>
                                              <p:attrName>ppt_h</p:attrName>
                                            </p:attrNameLst>
                                          </p:cBhvr>
                                          <p:tavLst>
                                            <p:tav tm="0">
                                              <p:val>
                                                <p:fltVal val="0"/>
                                              </p:val>
                                            </p:tav>
                                            <p:tav tm="100000">
                                              <p:val>
                                                <p:strVal val="#ppt_h"/>
                                              </p:val>
                                            </p:tav>
                                          </p:tavLst>
                                        </p:anim>
                                        <p:animEffect transition="in" filter="fade">
                                          <p:cBhvr>
                                            <p:cTn id="50" dur="750"/>
                                            <p:tgtEl>
                                              <p:spTgt spid="15"/>
                                            </p:tgtEl>
                                          </p:cBhvr>
                                        </p:animEffect>
                                      </p:childTnLst>
                                    </p:cTn>
                                  </p:par>
                                  <p:par>
                                    <p:cTn id="51" presetID="53" presetClass="entr" presetSubtype="16" fill="hold" grpId="0" nodeType="withEffect">
                                      <p:stCondLst>
                                        <p:cond delay="750"/>
                                      </p:stCondLst>
                                      <p:childTnLst>
                                        <p:set>
                                          <p:cBhvr>
                                            <p:cTn id="52" dur="1" fill="hold">
                                              <p:stCondLst>
                                                <p:cond delay="0"/>
                                              </p:stCondLst>
                                            </p:cTn>
                                            <p:tgtEl>
                                              <p:spTgt spid="20"/>
                                            </p:tgtEl>
                                            <p:attrNameLst>
                                              <p:attrName>style.visibility</p:attrName>
                                            </p:attrNameLst>
                                          </p:cBhvr>
                                          <p:to>
                                            <p:strVal val="visible"/>
                                          </p:to>
                                        </p:set>
                                        <p:anim calcmode="lin" valueType="num">
                                          <p:cBhvr>
                                            <p:cTn id="53" dur="750" fill="hold"/>
                                            <p:tgtEl>
                                              <p:spTgt spid="20"/>
                                            </p:tgtEl>
                                            <p:attrNameLst>
                                              <p:attrName>ppt_w</p:attrName>
                                            </p:attrNameLst>
                                          </p:cBhvr>
                                          <p:tavLst>
                                            <p:tav tm="0">
                                              <p:val>
                                                <p:fltVal val="0"/>
                                              </p:val>
                                            </p:tav>
                                            <p:tav tm="100000">
                                              <p:val>
                                                <p:strVal val="#ppt_w"/>
                                              </p:val>
                                            </p:tav>
                                          </p:tavLst>
                                        </p:anim>
                                        <p:anim calcmode="lin" valueType="num">
                                          <p:cBhvr>
                                            <p:cTn id="54" dur="750" fill="hold"/>
                                            <p:tgtEl>
                                              <p:spTgt spid="20"/>
                                            </p:tgtEl>
                                            <p:attrNameLst>
                                              <p:attrName>ppt_h</p:attrName>
                                            </p:attrNameLst>
                                          </p:cBhvr>
                                          <p:tavLst>
                                            <p:tav tm="0">
                                              <p:val>
                                                <p:fltVal val="0"/>
                                              </p:val>
                                            </p:tav>
                                            <p:tav tm="100000">
                                              <p:val>
                                                <p:strVal val="#ppt_h"/>
                                              </p:val>
                                            </p:tav>
                                          </p:tavLst>
                                        </p:anim>
                                        <p:animEffect transition="in" filter="fade">
                                          <p:cBhvr>
                                            <p:cTn id="55" dur="750"/>
                                            <p:tgtEl>
                                              <p:spTgt spid="20"/>
                                            </p:tgtEl>
                                          </p:cBhvr>
                                        </p:animEffect>
                                      </p:childTnLst>
                                    </p:cTn>
                                  </p:par>
                                  <p:par>
                                    <p:cTn id="56" presetID="53" presetClass="entr" presetSubtype="16" fill="hold" grpId="0" nodeType="withEffect">
                                      <p:stCondLst>
                                        <p:cond delay="750"/>
                                      </p:stCondLst>
                                      <p:childTnLst>
                                        <p:set>
                                          <p:cBhvr>
                                            <p:cTn id="57" dur="1" fill="hold">
                                              <p:stCondLst>
                                                <p:cond delay="0"/>
                                              </p:stCondLst>
                                            </p:cTn>
                                            <p:tgtEl>
                                              <p:spTgt spid="25"/>
                                            </p:tgtEl>
                                            <p:attrNameLst>
                                              <p:attrName>style.visibility</p:attrName>
                                            </p:attrNameLst>
                                          </p:cBhvr>
                                          <p:to>
                                            <p:strVal val="visible"/>
                                          </p:to>
                                        </p:set>
                                        <p:anim calcmode="lin" valueType="num">
                                          <p:cBhvr>
                                            <p:cTn id="58" dur="750" fill="hold"/>
                                            <p:tgtEl>
                                              <p:spTgt spid="25"/>
                                            </p:tgtEl>
                                            <p:attrNameLst>
                                              <p:attrName>ppt_w</p:attrName>
                                            </p:attrNameLst>
                                          </p:cBhvr>
                                          <p:tavLst>
                                            <p:tav tm="0">
                                              <p:val>
                                                <p:fltVal val="0"/>
                                              </p:val>
                                            </p:tav>
                                            <p:tav tm="100000">
                                              <p:val>
                                                <p:strVal val="#ppt_w"/>
                                              </p:val>
                                            </p:tav>
                                          </p:tavLst>
                                        </p:anim>
                                        <p:anim calcmode="lin" valueType="num">
                                          <p:cBhvr>
                                            <p:cTn id="59" dur="750" fill="hold"/>
                                            <p:tgtEl>
                                              <p:spTgt spid="25"/>
                                            </p:tgtEl>
                                            <p:attrNameLst>
                                              <p:attrName>ppt_h</p:attrName>
                                            </p:attrNameLst>
                                          </p:cBhvr>
                                          <p:tavLst>
                                            <p:tav tm="0">
                                              <p:val>
                                                <p:fltVal val="0"/>
                                              </p:val>
                                            </p:tav>
                                            <p:tav tm="100000">
                                              <p:val>
                                                <p:strVal val="#ppt_h"/>
                                              </p:val>
                                            </p:tav>
                                          </p:tavLst>
                                        </p:anim>
                                        <p:animEffect transition="in" filter="fade">
                                          <p:cBhvr>
                                            <p:cTn id="60" dur="750"/>
                                            <p:tgtEl>
                                              <p:spTgt spid="25"/>
                                            </p:tgtEl>
                                          </p:cBhvr>
                                        </p:animEffect>
                                      </p:childTnLst>
                                    </p:cTn>
                                  </p:par>
                                  <p:par>
                                    <p:cTn id="61" presetID="53" presetClass="entr" presetSubtype="16" fill="hold" grpId="0" nodeType="withEffect">
                                      <p:stCondLst>
                                        <p:cond delay="750"/>
                                      </p:stCondLst>
                                      <p:childTnLst>
                                        <p:set>
                                          <p:cBhvr>
                                            <p:cTn id="62" dur="1" fill="hold">
                                              <p:stCondLst>
                                                <p:cond delay="0"/>
                                              </p:stCondLst>
                                            </p:cTn>
                                            <p:tgtEl>
                                              <p:spTgt spid="16"/>
                                            </p:tgtEl>
                                            <p:attrNameLst>
                                              <p:attrName>style.visibility</p:attrName>
                                            </p:attrNameLst>
                                          </p:cBhvr>
                                          <p:to>
                                            <p:strVal val="visible"/>
                                          </p:to>
                                        </p:set>
                                        <p:anim calcmode="lin" valueType="num">
                                          <p:cBhvr>
                                            <p:cTn id="63" dur="750" fill="hold"/>
                                            <p:tgtEl>
                                              <p:spTgt spid="16"/>
                                            </p:tgtEl>
                                            <p:attrNameLst>
                                              <p:attrName>ppt_w</p:attrName>
                                            </p:attrNameLst>
                                          </p:cBhvr>
                                          <p:tavLst>
                                            <p:tav tm="0">
                                              <p:val>
                                                <p:fltVal val="0"/>
                                              </p:val>
                                            </p:tav>
                                            <p:tav tm="100000">
                                              <p:val>
                                                <p:strVal val="#ppt_w"/>
                                              </p:val>
                                            </p:tav>
                                          </p:tavLst>
                                        </p:anim>
                                        <p:anim calcmode="lin" valueType="num">
                                          <p:cBhvr>
                                            <p:cTn id="64" dur="750" fill="hold"/>
                                            <p:tgtEl>
                                              <p:spTgt spid="16"/>
                                            </p:tgtEl>
                                            <p:attrNameLst>
                                              <p:attrName>ppt_h</p:attrName>
                                            </p:attrNameLst>
                                          </p:cBhvr>
                                          <p:tavLst>
                                            <p:tav tm="0">
                                              <p:val>
                                                <p:fltVal val="0"/>
                                              </p:val>
                                            </p:tav>
                                            <p:tav tm="100000">
                                              <p:val>
                                                <p:strVal val="#ppt_h"/>
                                              </p:val>
                                            </p:tav>
                                          </p:tavLst>
                                        </p:anim>
                                        <p:animEffect transition="in" filter="fade">
                                          <p:cBhvr>
                                            <p:cTn id="65" dur="750"/>
                                            <p:tgtEl>
                                              <p:spTgt spid="16"/>
                                            </p:tgtEl>
                                          </p:cBhvr>
                                        </p:animEffect>
                                      </p:childTnLst>
                                    </p:cTn>
                                  </p:par>
                                  <p:par>
                                    <p:cTn id="66" presetID="53" presetClass="entr" presetSubtype="16" fill="hold" grpId="0" nodeType="withEffect">
                                      <p:stCondLst>
                                        <p:cond delay="1000"/>
                                      </p:stCondLst>
                                      <p:childTnLst>
                                        <p:set>
                                          <p:cBhvr>
                                            <p:cTn id="67" dur="1" fill="hold">
                                              <p:stCondLst>
                                                <p:cond delay="0"/>
                                              </p:stCondLst>
                                            </p:cTn>
                                            <p:tgtEl>
                                              <p:spTgt spid="22"/>
                                            </p:tgtEl>
                                            <p:attrNameLst>
                                              <p:attrName>style.visibility</p:attrName>
                                            </p:attrNameLst>
                                          </p:cBhvr>
                                          <p:to>
                                            <p:strVal val="visible"/>
                                          </p:to>
                                        </p:set>
                                        <p:anim calcmode="lin" valueType="num">
                                          <p:cBhvr>
                                            <p:cTn id="68" dur="750" fill="hold"/>
                                            <p:tgtEl>
                                              <p:spTgt spid="22"/>
                                            </p:tgtEl>
                                            <p:attrNameLst>
                                              <p:attrName>ppt_w</p:attrName>
                                            </p:attrNameLst>
                                          </p:cBhvr>
                                          <p:tavLst>
                                            <p:tav tm="0">
                                              <p:val>
                                                <p:fltVal val="0"/>
                                              </p:val>
                                            </p:tav>
                                            <p:tav tm="100000">
                                              <p:val>
                                                <p:strVal val="#ppt_w"/>
                                              </p:val>
                                            </p:tav>
                                          </p:tavLst>
                                        </p:anim>
                                        <p:anim calcmode="lin" valueType="num">
                                          <p:cBhvr>
                                            <p:cTn id="69" dur="750" fill="hold"/>
                                            <p:tgtEl>
                                              <p:spTgt spid="22"/>
                                            </p:tgtEl>
                                            <p:attrNameLst>
                                              <p:attrName>ppt_h</p:attrName>
                                            </p:attrNameLst>
                                          </p:cBhvr>
                                          <p:tavLst>
                                            <p:tav tm="0">
                                              <p:val>
                                                <p:fltVal val="0"/>
                                              </p:val>
                                            </p:tav>
                                            <p:tav tm="100000">
                                              <p:val>
                                                <p:strVal val="#ppt_h"/>
                                              </p:val>
                                            </p:tav>
                                          </p:tavLst>
                                        </p:anim>
                                        <p:animEffect transition="in" filter="fade">
                                          <p:cBhvr>
                                            <p:cTn id="70" dur="750"/>
                                            <p:tgtEl>
                                              <p:spTgt spid="22"/>
                                            </p:tgtEl>
                                          </p:cBhvr>
                                        </p:animEffect>
                                      </p:childTnLst>
                                    </p:cTn>
                                  </p:par>
                                  <p:par>
                                    <p:cTn id="71" presetID="53" presetClass="entr" presetSubtype="16" fill="hold" grpId="0" nodeType="withEffect">
                                      <p:stCondLst>
                                        <p:cond delay="1000"/>
                                      </p:stCondLst>
                                      <p:childTnLst>
                                        <p:set>
                                          <p:cBhvr>
                                            <p:cTn id="72" dur="1" fill="hold">
                                              <p:stCondLst>
                                                <p:cond delay="0"/>
                                              </p:stCondLst>
                                            </p:cTn>
                                            <p:tgtEl>
                                              <p:spTgt spid="28"/>
                                            </p:tgtEl>
                                            <p:attrNameLst>
                                              <p:attrName>style.visibility</p:attrName>
                                            </p:attrNameLst>
                                          </p:cBhvr>
                                          <p:to>
                                            <p:strVal val="visible"/>
                                          </p:to>
                                        </p:set>
                                        <p:anim calcmode="lin" valueType="num">
                                          <p:cBhvr>
                                            <p:cTn id="73" dur="750" fill="hold"/>
                                            <p:tgtEl>
                                              <p:spTgt spid="28"/>
                                            </p:tgtEl>
                                            <p:attrNameLst>
                                              <p:attrName>ppt_w</p:attrName>
                                            </p:attrNameLst>
                                          </p:cBhvr>
                                          <p:tavLst>
                                            <p:tav tm="0">
                                              <p:val>
                                                <p:fltVal val="0"/>
                                              </p:val>
                                            </p:tav>
                                            <p:tav tm="100000">
                                              <p:val>
                                                <p:strVal val="#ppt_w"/>
                                              </p:val>
                                            </p:tav>
                                          </p:tavLst>
                                        </p:anim>
                                        <p:anim calcmode="lin" valueType="num">
                                          <p:cBhvr>
                                            <p:cTn id="74" dur="750" fill="hold"/>
                                            <p:tgtEl>
                                              <p:spTgt spid="28"/>
                                            </p:tgtEl>
                                            <p:attrNameLst>
                                              <p:attrName>ppt_h</p:attrName>
                                            </p:attrNameLst>
                                          </p:cBhvr>
                                          <p:tavLst>
                                            <p:tav tm="0">
                                              <p:val>
                                                <p:fltVal val="0"/>
                                              </p:val>
                                            </p:tav>
                                            <p:tav tm="100000">
                                              <p:val>
                                                <p:strVal val="#ppt_h"/>
                                              </p:val>
                                            </p:tav>
                                          </p:tavLst>
                                        </p:anim>
                                        <p:animEffect transition="in" filter="fade">
                                          <p:cBhvr>
                                            <p:cTn id="75" dur="750"/>
                                            <p:tgtEl>
                                              <p:spTgt spid="28"/>
                                            </p:tgtEl>
                                          </p:cBhvr>
                                        </p:animEffect>
                                      </p:childTnLst>
                                    </p:cTn>
                                  </p:par>
                                  <p:par>
                                    <p:cTn id="76" presetID="53" presetClass="entr" presetSubtype="16" fill="hold" grpId="0" nodeType="withEffect">
                                      <p:stCondLst>
                                        <p:cond delay="1000"/>
                                      </p:stCondLst>
                                      <p:childTnLst>
                                        <p:set>
                                          <p:cBhvr>
                                            <p:cTn id="77" dur="1" fill="hold">
                                              <p:stCondLst>
                                                <p:cond delay="0"/>
                                              </p:stCondLst>
                                            </p:cTn>
                                            <p:tgtEl>
                                              <p:spTgt spid="18"/>
                                            </p:tgtEl>
                                            <p:attrNameLst>
                                              <p:attrName>style.visibility</p:attrName>
                                            </p:attrNameLst>
                                          </p:cBhvr>
                                          <p:to>
                                            <p:strVal val="visible"/>
                                          </p:to>
                                        </p:set>
                                        <p:anim calcmode="lin" valueType="num">
                                          <p:cBhvr>
                                            <p:cTn id="78" dur="750" fill="hold"/>
                                            <p:tgtEl>
                                              <p:spTgt spid="18"/>
                                            </p:tgtEl>
                                            <p:attrNameLst>
                                              <p:attrName>ppt_w</p:attrName>
                                            </p:attrNameLst>
                                          </p:cBhvr>
                                          <p:tavLst>
                                            <p:tav tm="0">
                                              <p:val>
                                                <p:fltVal val="0"/>
                                              </p:val>
                                            </p:tav>
                                            <p:tav tm="100000">
                                              <p:val>
                                                <p:strVal val="#ppt_w"/>
                                              </p:val>
                                            </p:tav>
                                          </p:tavLst>
                                        </p:anim>
                                        <p:anim calcmode="lin" valueType="num">
                                          <p:cBhvr>
                                            <p:cTn id="79" dur="750" fill="hold"/>
                                            <p:tgtEl>
                                              <p:spTgt spid="18"/>
                                            </p:tgtEl>
                                            <p:attrNameLst>
                                              <p:attrName>ppt_h</p:attrName>
                                            </p:attrNameLst>
                                          </p:cBhvr>
                                          <p:tavLst>
                                            <p:tav tm="0">
                                              <p:val>
                                                <p:fltVal val="0"/>
                                              </p:val>
                                            </p:tav>
                                            <p:tav tm="100000">
                                              <p:val>
                                                <p:strVal val="#ppt_h"/>
                                              </p:val>
                                            </p:tav>
                                          </p:tavLst>
                                        </p:anim>
                                        <p:animEffect transition="in" filter="fade">
                                          <p:cBhvr>
                                            <p:cTn id="80" dur="750"/>
                                            <p:tgtEl>
                                              <p:spTgt spid="18"/>
                                            </p:tgtEl>
                                          </p:cBhvr>
                                        </p:animEffect>
                                      </p:childTnLst>
                                    </p:cTn>
                                  </p:par>
                                  <p:par>
                                    <p:cTn id="81" presetID="53" presetClass="entr" presetSubtype="16" fill="hold" grpId="0" nodeType="withEffect">
                                      <p:stCondLst>
                                        <p:cond delay="250"/>
                                      </p:stCondLst>
                                      <p:childTnLst>
                                        <p:set>
                                          <p:cBhvr>
                                            <p:cTn id="82" dur="1" fill="hold">
                                              <p:stCondLst>
                                                <p:cond delay="0"/>
                                              </p:stCondLst>
                                            </p:cTn>
                                            <p:tgtEl>
                                              <p:spTgt spid="29"/>
                                            </p:tgtEl>
                                            <p:attrNameLst>
                                              <p:attrName>style.visibility</p:attrName>
                                            </p:attrNameLst>
                                          </p:cBhvr>
                                          <p:to>
                                            <p:strVal val="visible"/>
                                          </p:to>
                                        </p:set>
                                        <p:anim calcmode="lin" valueType="num">
                                          <p:cBhvr>
                                            <p:cTn id="83" dur="500" fill="hold"/>
                                            <p:tgtEl>
                                              <p:spTgt spid="29"/>
                                            </p:tgtEl>
                                            <p:attrNameLst>
                                              <p:attrName>ppt_w</p:attrName>
                                            </p:attrNameLst>
                                          </p:cBhvr>
                                          <p:tavLst>
                                            <p:tav tm="0">
                                              <p:val>
                                                <p:fltVal val="0"/>
                                              </p:val>
                                            </p:tav>
                                            <p:tav tm="100000">
                                              <p:val>
                                                <p:strVal val="#ppt_w"/>
                                              </p:val>
                                            </p:tav>
                                          </p:tavLst>
                                        </p:anim>
                                        <p:anim calcmode="lin" valueType="num">
                                          <p:cBhvr>
                                            <p:cTn id="84" dur="500" fill="hold"/>
                                            <p:tgtEl>
                                              <p:spTgt spid="29"/>
                                            </p:tgtEl>
                                            <p:attrNameLst>
                                              <p:attrName>ppt_h</p:attrName>
                                            </p:attrNameLst>
                                          </p:cBhvr>
                                          <p:tavLst>
                                            <p:tav tm="0">
                                              <p:val>
                                                <p:fltVal val="0"/>
                                              </p:val>
                                            </p:tav>
                                            <p:tav tm="100000">
                                              <p:val>
                                                <p:strVal val="#ppt_h"/>
                                              </p:val>
                                            </p:tav>
                                          </p:tavLst>
                                        </p:anim>
                                        <p:animEffect transition="in" filter="fade">
                                          <p:cBhvr>
                                            <p:cTn id="85" dur="500"/>
                                            <p:tgtEl>
                                              <p:spTgt spid="29"/>
                                            </p:tgtEl>
                                          </p:cBhvr>
                                        </p:animEffect>
                                      </p:childTnLst>
                                    </p:cTn>
                                  </p:par>
                                  <p:par>
                                    <p:cTn id="86" presetID="53" presetClass="entr" presetSubtype="16" fill="hold" grpId="0" nodeType="withEffect">
                                      <p:stCondLst>
                                        <p:cond delay="750"/>
                                      </p:stCondLst>
                                      <p:childTnLst>
                                        <p:set>
                                          <p:cBhvr>
                                            <p:cTn id="87" dur="1" fill="hold">
                                              <p:stCondLst>
                                                <p:cond delay="0"/>
                                              </p:stCondLst>
                                            </p:cTn>
                                            <p:tgtEl>
                                              <p:spTgt spid="30"/>
                                            </p:tgtEl>
                                            <p:attrNameLst>
                                              <p:attrName>style.visibility</p:attrName>
                                            </p:attrNameLst>
                                          </p:cBhvr>
                                          <p:to>
                                            <p:strVal val="visible"/>
                                          </p:to>
                                        </p:set>
                                        <p:anim calcmode="lin" valueType="num">
                                          <p:cBhvr>
                                            <p:cTn id="88" dur="500" fill="hold"/>
                                            <p:tgtEl>
                                              <p:spTgt spid="30"/>
                                            </p:tgtEl>
                                            <p:attrNameLst>
                                              <p:attrName>ppt_w</p:attrName>
                                            </p:attrNameLst>
                                          </p:cBhvr>
                                          <p:tavLst>
                                            <p:tav tm="0">
                                              <p:val>
                                                <p:fltVal val="0"/>
                                              </p:val>
                                            </p:tav>
                                            <p:tav tm="100000">
                                              <p:val>
                                                <p:strVal val="#ppt_w"/>
                                              </p:val>
                                            </p:tav>
                                          </p:tavLst>
                                        </p:anim>
                                        <p:anim calcmode="lin" valueType="num">
                                          <p:cBhvr>
                                            <p:cTn id="89" dur="500" fill="hold"/>
                                            <p:tgtEl>
                                              <p:spTgt spid="30"/>
                                            </p:tgtEl>
                                            <p:attrNameLst>
                                              <p:attrName>ppt_h</p:attrName>
                                            </p:attrNameLst>
                                          </p:cBhvr>
                                          <p:tavLst>
                                            <p:tav tm="0">
                                              <p:val>
                                                <p:fltVal val="0"/>
                                              </p:val>
                                            </p:tav>
                                            <p:tav tm="100000">
                                              <p:val>
                                                <p:strVal val="#ppt_h"/>
                                              </p:val>
                                            </p:tav>
                                          </p:tavLst>
                                        </p:anim>
                                        <p:animEffect transition="in" filter="fade">
                                          <p:cBhvr>
                                            <p:cTn id="90" dur="500"/>
                                            <p:tgtEl>
                                              <p:spTgt spid="30"/>
                                            </p:tgtEl>
                                          </p:cBhvr>
                                        </p:animEffect>
                                      </p:childTnLst>
                                    </p:cTn>
                                  </p:par>
                                  <p:par>
                                    <p:cTn id="91" presetID="53" presetClass="entr" presetSubtype="16" fill="hold" grpId="0" nodeType="withEffect">
                                      <p:stCondLst>
                                        <p:cond delay="1000"/>
                                      </p:stCondLst>
                                      <p:childTnLst>
                                        <p:set>
                                          <p:cBhvr>
                                            <p:cTn id="92" dur="1" fill="hold">
                                              <p:stCondLst>
                                                <p:cond delay="0"/>
                                              </p:stCondLst>
                                            </p:cTn>
                                            <p:tgtEl>
                                              <p:spTgt spid="31"/>
                                            </p:tgtEl>
                                            <p:attrNameLst>
                                              <p:attrName>style.visibility</p:attrName>
                                            </p:attrNameLst>
                                          </p:cBhvr>
                                          <p:to>
                                            <p:strVal val="visible"/>
                                          </p:to>
                                        </p:set>
                                        <p:anim calcmode="lin" valueType="num">
                                          <p:cBhvr>
                                            <p:cTn id="93" dur="500" fill="hold"/>
                                            <p:tgtEl>
                                              <p:spTgt spid="31"/>
                                            </p:tgtEl>
                                            <p:attrNameLst>
                                              <p:attrName>ppt_w</p:attrName>
                                            </p:attrNameLst>
                                          </p:cBhvr>
                                          <p:tavLst>
                                            <p:tav tm="0">
                                              <p:val>
                                                <p:fltVal val="0"/>
                                              </p:val>
                                            </p:tav>
                                            <p:tav tm="100000">
                                              <p:val>
                                                <p:strVal val="#ppt_w"/>
                                              </p:val>
                                            </p:tav>
                                          </p:tavLst>
                                        </p:anim>
                                        <p:anim calcmode="lin" valueType="num">
                                          <p:cBhvr>
                                            <p:cTn id="94" dur="500" fill="hold"/>
                                            <p:tgtEl>
                                              <p:spTgt spid="31"/>
                                            </p:tgtEl>
                                            <p:attrNameLst>
                                              <p:attrName>ppt_h</p:attrName>
                                            </p:attrNameLst>
                                          </p:cBhvr>
                                          <p:tavLst>
                                            <p:tav tm="0">
                                              <p:val>
                                                <p:fltVal val="0"/>
                                              </p:val>
                                            </p:tav>
                                            <p:tav tm="100000">
                                              <p:val>
                                                <p:strVal val="#ppt_h"/>
                                              </p:val>
                                            </p:tav>
                                          </p:tavLst>
                                        </p:anim>
                                        <p:animEffect transition="in" filter="fade">
                                          <p:cBhvr>
                                            <p:cTn id="9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29" grpId="0" animBg="1"/>
          <p:bldP spid="11" grpId="0" animBg="1"/>
          <p:bldP spid="12" grpId="0" animBg="1"/>
          <p:bldP spid="13" grpId="0" animBg="1"/>
          <p:bldP spid="14" grpId="0" animBg="1"/>
          <p:bldP spid="15" grpId="0" animBg="1"/>
          <p:bldP spid="16" grpId="0" animBg="1"/>
          <p:bldP spid="17" grpId="0" animBg="1"/>
          <p:bldP spid="18" grpId="0" animBg="1"/>
          <p:bldP spid="19" grpId="0"/>
          <p:bldP spid="20" grpId="0"/>
          <p:bldP spid="21" grpId="0"/>
          <p:bldP spid="22" grpId="0"/>
          <p:bldP spid="25" grpId="0"/>
          <p:bldP spid="26" grpId="0"/>
          <p:bldP spid="27" grpId="0"/>
          <p:bldP spid="28" grpId="0"/>
        </p:bldLst>
      </p:timing>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a:extLst>
              <a:ext uri="{FF2B5EF4-FFF2-40B4-BE49-F238E27FC236}">
                <a16:creationId xmlns:a16="http://schemas.microsoft.com/office/drawing/2014/main" id="{26C5890D-FA63-47B8-B829-3EE5207A7339}"/>
              </a:ext>
            </a:extLst>
          </p:cNvPr>
          <p:cNvGrpSpPr/>
          <p:nvPr/>
        </p:nvGrpSpPr>
        <p:grpSpPr>
          <a:xfrm>
            <a:off x="6089650" y="1028700"/>
            <a:ext cx="374650" cy="4513263"/>
            <a:chOff x="6089650" y="1028700"/>
            <a:chExt cx="374650" cy="4513263"/>
          </a:xfrm>
        </p:grpSpPr>
        <p:sp>
          <p:nvSpPr>
            <p:cNvPr id="55" name="Line 11">
              <a:extLst>
                <a:ext uri="{FF2B5EF4-FFF2-40B4-BE49-F238E27FC236}">
                  <a16:creationId xmlns:a16="http://schemas.microsoft.com/office/drawing/2014/main" id="{9E04F322-C5C9-4276-9564-C8E11B394555}"/>
                </a:ext>
              </a:extLst>
            </p:cNvPr>
            <p:cNvSpPr>
              <a:spLocks noChangeShapeType="1"/>
            </p:cNvSpPr>
            <p:nvPr/>
          </p:nvSpPr>
          <p:spPr bwMode="auto">
            <a:xfrm flipV="1">
              <a:off x="6278563" y="1028700"/>
              <a:ext cx="0" cy="4513263"/>
            </a:xfrm>
            <a:prstGeom prst="line">
              <a:avLst/>
            </a:prstGeom>
            <a:noFill/>
            <a:ln w="100013" cap="rnd">
              <a:solidFill>
                <a:schemeClr val="bg2">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6" name="Freeform 13">
              <a:extLst>
                <a:ext uri="{FF2B5EF4-FFF2-40B4-BE49-F238E27FC236}">
                  <a16:creationId xmlns:a16="http://schemas.microsoft.com/office/drawing/2014/main" id="{6EE3448E-244D-4A54-A33A-C4B07B24DECE}"/>
                </a:ext>
              </a:extLst>
            </p:cNvPr>
            <p:cNvSpPr>
              <a:spLocks/>
            </p:cNvSpPr>
            <p:nvPr/>
          </p:nvSpPr>
          <p:spPr bwMode="auto">
            <a:xfrm>
              <a:off x="6089650" y="1028700"/>
              <a:ext cx="374650" cy="396875"/>
            </a:xfrm>
            <a:custGeom>
              <a:avLst/>
              <a:gdLst>
                <a:gd name="T0" fmla="*/ 0 w 236"/>
                <a:gd name="T1" fmla="*/ 250 h 250"/>
                <a:gd name="T2" fmla="*/ 119 w 236"/>
                <a:gd name="T3" fmla="*/ 0 h 250"/>
                <a:gd name="T4" fmla="*/ 236 w 236"/>
                <a:gd name="T5" fmla="*/ 250 h 250"/>
              </a:gdLst>
              <a:ahLst/>
              <a:cxnLst>
                <a:cxn ang="0">
                  <a:pos x="T0" y="T1"/>
                </a:cxn>
                <a:cxn ang="0">
                  <a:pos x="T2" y="T3"/>
                </a:cxn>
                <a:cxn ang="0">
                  <a:pos x="T4" y="T5"/>
                </a:cxn>
              </a:cxnLst>
              <a:rect l="0" t="0" r="r" b="b"/>
              <a:pathLst>
                <a:path w="236" h="250">
                  <a:moveTo>
                    <a:pt x="0" y="250"/>
                  </a:moveTo>
                  <a:lnTo>
                    <a:pt x="119" y="0"/>
                  </a:lnTo>
                  <a:lnTo>
                    <a:pt x="236" y="250"/>
                  </a:lnTo>
                </a:path>
              </a:pathLst>
            </a:custGeom>
            <a:noFill/>
            <a:ln w="100013" cap="rnd">
              <a:solidFill>
                <a:schemeClr val="bg2">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57" name="Group 56">
            <a:extLst>
              <a:ext uri="{FF2B5EF4-FFF2-40B4-BE49-F238E27FC236}">
                <a16:creationId xmlns:a16="http://schemas.microsoft.com/office/drawing/2014/main" id="{56E28900-F160-43E5-B023-3E154F973279}"/>
              </a:ext>
            </a:extLst>
          </p:cNvPr>
          <p:cNvGrpSpPr/>
          <p:nvPr/>
        </p:nvGrpSpPr>
        <p:grpSpPr>
          <a:xfrm>
            <a:off x="6278563" y="5356225"/>
            <a:ext cx="4513263" cy="374650"/>
            <a:chOff x="6278563" y="5356225"/>
            <a:chExt cx="4513263" cy="374650"/>
          </a:xfrm>
        </p:grpSpPr>
        <p:sp>
          <p:nvSpPr>
            <p:cNvPr id="58" name="Line 12">
              <a:extLst>
                <a:ext uri="{FF2B5EF4-FFF2-40B4-BE49-F238E27FC236}">
                  <a16:creationId xmlns:a16="http://schemas.microsoft.com/office/drawing/2014/main" id="{FD367998-AA01-4F30-A955-EFAD761A0D8C}"/>
                </a:ext>
              </a:extLst>
            </p:cNvPr>
            <p:cNvSpPr>
              <a:spLocks noChangeShapeType="1"/>
            </p:cNvSpPr>
            <p:nvPr/>
          </p:nvSpPr>
          <p:spPr bwMode="auto">
            <a:xfrm flipH="1">
              <a:off x="6278563" y="5541963"/>
              <a:ext cx="4513263" cy="0"/>
            </a:xfrm>
            <a:prstGeom prst="line">
              <a:avLst/>
            </a:prstGeom>
            <a:noFill/>
            <a:ln w="100013" cap="rnd">
              <a:solidFill>
                <a:schemeClr val="bg2">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9" name="Freeform 14">
              <a:extLst>
                <a:ext uri="{FF2B5EF4-FFF2-40B4-BE49-F238E27FC236}">
                  <a16:creationId xmlns:a16="http://schemas.microsoft.com/office/drawing/2014/main" id="{9D3F4F5D-B924-4FD8-89E6-08CED6CCF20B}"/>
                </a:ext>
              </a:extLst>
            </p:cNvPr>
            <p:cNvSpPr>
              <a:spLocks/>
            </p:cNvSpPr>
            <p:nvPr/>
          </p:nvSpPr>
          <p:spPr bwMode="auto">
            <a:xfrm>
              <a:off x="10394950" y="5356225"/>
              <a:ext cx="396875" cy="374650"/>
            </a:xfrm>
            <a:custGeom>
              <a:avLst/>
              <a:gdLst>
                <a:gd name="T0" fmla="*/ 0 w 250"/>
                <a:gd name="T1" fmla="*/ 0 h 236"/>
                <a:gd name="T2" fmla="*/ 250 w 250"/>
                <a:gd name="T3" fmla="*/ 117 h 236"/>
                <a:gd name="T4" fmla="*/ 0 w 250"/>
                <a:gd name="T5" fmla="*/ 236 h 236"/>
              </a:gdLst>
              <a:ahLst/>
              <a:cxnLst>
                <a:cxn ang="0">
                  <a:pos x="T0" y="T1"/>
                </a:cxn>
                <a:cxn ang="0">
                  <a:pos x="T2" y="T3"/>
                </a:cxn>
                <a:cxn ang="0">
                  <a:pos x="T4" y="T5"/>
                </a:cxn>
              </a:cxnLst>
              <a:rect l="0" t="0" r="r" b="b"/>
              <a:pathLst>
                <a:path w="250" h="236">
                  <a:moveTo>
                    <a:pt x="0" y="0"/>
                  </a:moveTo>
                  <a:lnTo>
                    <a:pt x="250" y="117"/>
                  </a:lnTo>
                  <a:lnTo>
                    <a:pt x="0" y="236"/>
                  </a:lnTo>
                </a:path>
              </a:pathLst>
            </a:custGeom>
            <a:noFill/>
            <a:ln w="100013" cap="rnd">
              <a:solidFill>
                <a:schemeClr val="bg2">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44" name="Group 43">
            <a:extLst>
              <a:ext uri="{FF2B5EF4-FFF2-40B4-BE49-F238E27FC236}">
                <a16:creationId xmlns:a16="http://schemas.microsoft.com/office/drawing/2014/main" id="{E32B003B-25D7-4491-B455-57E2F720A47F}"/>
              </a:ext>
            </a:extLst>
          </p:cNvPr>
          <p:cNvGrpSpPr/>
          <p:nvPr/>
        </p:nvGrpSpPr>
        <p:grpSpPr>
          <a:xfrm>
            <a:off x="9601737" y="5707063"/>
            <a:ext cx="381515" cy="515997"/>
            <a:chOff x="9671587" y="5599113"/>
            <a:chExt cx="381515" cy="515997"/>
          </a:xfrm>
        </p:grpSpPr>
        <p:sp>
          <p:nvSpPr>
            <p:cNvPr id="6" name="Rectangle 5">
              <a:extLst>
                <a:ext uri="{FF2B5EF4-FFF2-40B4-BE49-F238E27FC236}">
                  <a16:creationId xmlns:a16="http://schemas.microsoft.com/office/drawing/2014/main" id="{6EFB4745-07AB-42A9-BB80-5EABACF7B675}"/>
                </a:ext>
              </a:extLst>
            </p:cNvPr>
            <p:cNvSpPr>
              <a:spLocks noChangeArrowheads="1"/>
            </p:cNvSpPr>
            <p:nvPr/>
          </p:nvSpPr>
          <p:spPr bwMode="auto">
            <a:xfrm>
              <a:off x="9671587" y="5715000"/>
              <a:ext cx="3815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chemeClr val="tx1">
                      <a:lumMod val="40000"/>
                      <a:lumOff val="60000"/>
                    </a:schemeClr>
                  </a:solidFill>
                  <a:effectLst/>
                  <a:latin typeface="Open Sans" panose="020B0606030504020204" pitchFamily="34" charset="0"/>
                </a:rPr>
                <a:t>04</a:t>
              </a:r>
              <a:endParaRPr kumimoji="0" lang="ru-UA" altLang="ru-UA" sz="1800" b="0" i="0" u="none" strike="noStrike" cap="none" normalizeH="0" baseline="0">
                <a:ln>
                  <a:noFill/>
                </a:ln>
                <a:solidFill>
                  <a:schemeClr val="tx1">
                    <a:lumMod val="40000"/>
                    <a:lumOff val="60000"/>
                  </a:schemeClr>
                </a:solidFill>
                <a:effectLst/>
              </a:endParaRPr>
            </a:p>
          </p:txBody>
        </p:sp>
        <p:sp>
          <p:nvSpPr>
            <p:cNvPr id="7" name="Rectangle 6">
              <a:extLst>
                <a:ext uri="{FF2B5EF4-FFF2-40B4-BE49-F238E27FC236}">
                  <a16:creationId xmlns:a16="http://schemas.microsoft.com/office/drawing/2014/main" id="{A95185FD-C592-4E65-9A01-2C63218F7729}"/>
                </a:ext>
              </a:extLst>
            </p:cNvPr>
            <p:cNvSpPr>
              <a:spLocks noChangeArrowheads="1"/>
            </p:cNvSpPr>
            <p:nvPr/>
          </p:nvSpPr>
          <p:spPr bwMode="auto">
            <a:xfrm>
              <a:off x="9687579" y="5599113"/>
              <a:ext cx="35746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40000"/>
                      <a:lumOff val="60000"/>
                    </a:schemeClr>
                  </a:solidFill>
                  <a:effectLst/>
                  <a:latin typeface="Open Sans" panose="020B0606030504020204" pitchFamily="34" charset="0"/>
                </a:rPr>
                <a:t>STEP</a:t>
              </a:r>
              <a:endParaRPr kumimoji="0" lang="ru-UA" altLang="ru-UA" sz="1800" b="0" i="0" u="none" strike="noStrike" cap="none" normalizeH="0" baseline="0">
                <a:ln>
                  <a:noFill/>
                </a:ln>
                <a:solidFill>
                  <a:schemeClr val="tx1">
                    <a:lumMod val="40000"/>
                    <a:lumOff val="60000"/>
                  </a:schemeClr>
                </a:solidFill>
                <a:effectLst/>
              </a:endParaRPr>
            </a:p>
          </p:txBody>
        </p:sp>
      </p:grpSp>
      <p:grpSp>
        <p:nvGrpSpPr>
          <p:cNvPr id="45" name="Group 44">
            <a:extLst>
              <a:ext uri="{FF2B5EF4-FFF2-40B4-BE49-F238E27FC236}">
                <a16:creationId xmlns:a16="http://schemas.microsoft.com/office/drawing/2014/main" id="{B8950AAA-B795-454F-990A-8405C93E7094}"/>
              </a:ext>
            </a:extLst>
          </p:cNvPr>
          <p:cNvGrpSpPr/>
          <p:nvPr/>
        </p:nvGrpSpPr>
        <p:grpSpPr>
          <a:xfrm>
            <a:off x="8744487" y="5707063"/>
            <a:ext cx="381515" cy="515997"/>
            <a:chOff x="8814337" y="5599113"/>
            <a:chExt cx="381515" cy="515997"/>
          </a:xfrm>
        </p:grpSpPr>
        <p:sp>
          <p:nvSpPr>
            <p:cNvPr id="8" name="Rectangle 7">
              <a:extLst>
                <a:ext uri="{FF2B5EF4-FFF2-40B4-BE49-F238E27FC236}">
                  <a16:creationId xmlns:a16="http://schemas.microsoft.com/office/drawing/2014/main" id="{E53D3A0A-992E-45A5-AD74-BE0C7295A7B3}"/>
                </a:ext>
              </a:extLst>
            </p:cNvPr>
            <p:cNvSpPr>
              <a:spLocks noChangeArrowheads="1"/>
            </p:cNvSpPr>
            <p:nvPr/>
          </p:nvSpPr>
          <p:spPr bwMode="auto">
            <a:xfrm>
              <a:off x="8814337" y="5715000"/>
              <a:ext cx="3815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chemeClr val="tx1">
                      <a:lumMod val="40000"/>
                      <a:lumOff val="60000"/>
                    </a:schemeClr>
                  </a:solidFill>
                  <a:effectLst/>
                  <a:latin typeface="Open Sans" panose="020B0606030504020204" pitchFamily="34" charset="0"/>
                </a:rPr>
                <a:t>03</a:t>
              </a:r>
              <a:endParaRPr kumimoji="0" lang="ru-UA" altLang="ru-UA" sz="1800" b="0" i="0" u="none" strike="noStrike" cap="none" normalizeH="0" baseline="0">
                <a:ln>
                  <a:noFill/>
                </a:ln>
                <a:solidFill>
                  <a:schemeClr val="tx1">
                    <a:lumMod val="40000"/>
                    <a:lumOff val="60000"/>
                  </a:schemeClr>
                </a:solidFill>
                <a:effectLst/>
              </a:endParaRPr>
            </a:p>
          </p:txBody>
        </p:sp>
        <p:sp>
          <p:nvSpPr>
            <p:cNvPr id="9" name="Rectangle 8">
              <a:extLst>
                <a:ext uri="{FF2B5EF4-FFF2-40B4-BE49-F238E27FC236}">
                  <a16:creationId xmlns:a16="http://schemas.microsoft.com/office/drawing/2014/main" id="{809E7BAE-1951-445B-972A-1C23B9819CED}"/>
                </a:ext>
              </a:extLst>
            </p:cNvPr>
            <p:cNvSpPr>
              <a:spLocks noChangeArrowheads="1"/>
            </p:cNvSpPr>
            <p:nvPr/>
          </p:nvSpPr>
          <p:spPr bwMode="auto">
            <a:xfrm>
              <a:off x="8833504" y="5599113"/>
              <a:ext cx="35746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40000"/>
                      <a:lumOff val="60000"/>
                    </a:schemeClr>
                  </a:solidFill>
                  <a:effectLst/>
                  <a:latin typeface="Open Sans" panose="020B0606030504020204" pitchFamily="34" charset="0"/>
                </a:rPr>
                <a:t>STEP</a:t>
              </a:r>
              <a:endParaRPr kumimoji="0" lang="ru-UA" altLang="ru-UA" sz="1800" b="0" i="0" u="none" strike="noStrike" cap="none" normalizeH="0" baseline="0">
                <a:ln>
                  <a:noFill/>
                </a:ln>
                <a:solidFill>
                  <a:schemeClr val="tx1">
                    <a:lumMod val="40000"/>
                    <a:lumOff val="60000"/>
                  </a:schemeClr>
                </a:solidFill>
                <a:effectLst/>
              </a:endParaRPr>
            </a:p>
          </p:txBody>
        </p:sp>
      </p:grpSp>
      <p:grpSp>
        <p:nvGrpSpPr>
          <p:cNvPr id="46" name="Group 45">
            <a:extLst>
              <a:ext uri="{FF2B5EF4-FFF2-40B4-BE49-F238E27FC236}">
                <a16:creationId xmlns:a16="http://schemas.microsoft.com/office/drawing/2014/main" id="{1F1A70D2-A451-4F50-9799-343139E31B24}"/>
              </a:ext>
            </a:extLst>
          </p:cNvPr>
          <p:cNvGrpSpPr/>
          <p:nvPr/>
        </p:nvGrpSpPr>
        <p:grpSpPr>
          <a:xfrm>
            <a:off x="7890412" y="5707063"/>
            <a:ext cx="381515" cy="515997"/>
            <a:chOff x="7960262" y="5599113"/>
            <a:chExt cx="381515" cy="515997"/>
          </a:xfrm>
        </p:grpSpPr>
        <p:sp>
          <p:nvSpPr>
            <p:cNvPr id="10" name="Rectangle 9">
              <a:extLst>
                <a:ext uri="{FF2B5EF4-FFF2-40B4-BE49-F238E27FC236}">
                  <a16:creationId xmlns:a16="http://schemas.microsoft.com/office/drawing/2014/main" id="{8707CBF7-DA2A-4D36-9688-9B9C2B7396B9}"/>
                </a:ext>
              </a:extLst>
            </p:cNvPr>
            <p:cNvSpPr>
              <a:spLocks noChangeArrowheads="1"/>
            </p:cNvSpPr>
            <p:nvPr/>
          </p:nvSpPr>
          <p:spPr bwMode="auto">
            <a:xfrm>
              <a:off x="7960262" y="5715000"/>
              <a:ext cx="3815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chemeClr val="tx1">
                      <a:lumMod val="40000"/>
                      <a:lumOff val="60000"/>
                    </a:schemeClr>
                  </a:solidFill>
                  <a:effectLst/>
                  <a:latin typeface="Open Sans" panose="020B0606030504020204" pitchFamily="34" charset="0"/>
                </a:rPr>
                <a:t>02</a:t>
              </a:r>
              <a:endParaRPr kumimoji="0" lang="ru-UA" altLang="ru-UA" sz="1800" b="0" i="0" u="none" strike="noStrike" cap="none" normalizeH="0" baseline="0">
                <a:ln>
                  <a:noFill/>
                </a:ln>
                <a:solidFill>
                  <a:schemeClr val="tx1">
                    <a:lumMod val="40000"/>
                    <a:lumOff val="60000"/>
                  </a:schemeClr>
                </a:solidFill>
                <a:effectLst/>
              </a:endParaRPr>
            </a:p>
          </p:txBody>
        </p:sp>
        <p:sp>
          <p:nvSpPr>
            <p:cNvPr id="11" name="Rectangle 10">
              <a:extLst>
                <a:ext uri="{FF2B5EF4-FFF2-40B4-BE49-F238E27FC236}">
                  <a16:creationId xmlns:a16="http://schemas.microsoft.com/office/drawing/2014/main" id="{7CB68F2B-B694-47DD-9772-2367D2899D94}"/>
                </a:ext>
              </a:extLst>
            </p:cNvPr>
            <p:cNvSpPr>
              <a:spLocks noChangeArrowheads="1"/>
            </p:cNvSpPr>
            <p:nvPr/>
          </p:nvSpPr>
          <p:spPr bwMode="auto">
            <a:xfrm>
              <a:off x="7976254" y="5599113"/>
              <a:ext cx="35746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40000"/>
                      <a:lumOff val="60000"/>
                    </a:schemeClr>
                  </a:solidFill>
                  <a:effectLst/>
                  <a:latin typeface="Open Sans" panose="020B0606030504020204" pitchFamily="34" charset="0"/>
                </a:rPr>
                <a:t>STEP</a:t>
              </a:r>
              <a:endParaRPr kumimoji="0" lang="ru-UA" altLang="ru-UA" sz="1800" b="0" i="0" u="none" strike="noStrike" cap="none" normalizeH="0" baseline="0">
                <a:ln>
                  <a:noFill/>
                </a:ln>
                <a:solidFill>
                  <a:schemeClr val="tx1">
                    <a:lumMod val="40000"/>
                    <a:lumOff val="60000"/>
                  </a:schemeClr>
                </a:solidFill>
                <a:effectLst/>
              </a:endParaRPr>
            </a:p>
          </p:txBody>
        </p:sp>
      </p:grpSp>
      <p:grpSp>
        <p:nvGrpSpPr>
          <p:cNvPr id="47" name="Group 46">
            <a:extLst>
              <a:ext uri="{FF2B5EF4-FFF2-40B4-BE49-F238E27FC236}">
                <a16:creationId xmlns:a16="http://schemas.microsoft.com/office/drawing/2014/main" id="{1C255F57-5C08-4634-90D3-EA5892AE536D}"/>
              </a:ext>
            </a:extLst>
          </p:cNvPr>
          <p:cNvGrpSpPr/>
          <p:nvPr/>
        </p:nvGrpSpPr>
        <p:grpSpPr>
          <a:xfrm>
            <a:off x="7036337" y="5707063"/>
            <a:ext cx="381515" cy="515997"/>
            <a:chOff x="7106187" y="5599113"/>
            <a:chExt cx="381515" cy="515997"/>
          </a:xfrm>
        </p:grpSpPr>
        <p:sp>
          <p:nvSpPr>
            <p:cNvPr id="12" name="Rectangle 11">
              <a:extLst>
                <a:ext uri="{FF2B5EF4-FFF2-40B4-BE49-F238E27FC236}">
                  <a16:creationId xmlns:a16="http://schemas.microsoft.com/office/drawing/2014/main" id="{D3EBA251-2668-4A45-8BB4-3FDED3189D8E}"/>
                </a:ext>
              </a:extLst>
            </p:cNvPr>
            <p:cNvSpPr>
              <a:spLocks noChangeArrowheads="1"/>
            </p:cNvSpPr>
            <p:nvPr/>
          </p:nvSpPr>
          <p:spPr bwMode="auto">
            <a:xfrm>
              <a:off x="7106187" y="5715000"/>
              <a:ext cx="3815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chemeClr val="tx1">
                      <a:lumMod val="40000"/>
                      <a:lumOff val="60000"/>
                    </a:schemeClr>
                  </a:solidFill>
                  <a:effectLst/>
                  <a:latin typeface="Open Sans" panose="020B0606030504020204" pitchFamily="34" charset="0"/>
                </a:rPr>
                <a:t>01</a:t>
              </a:r>
              <a:endParaRPr kumimoji="0" lang="ru-UA" altLang="ru-UA" sz="1800" b="0" i="0" u="none" strike="noStrike" cap="none" normalizeH="0" baseline="0">
                <a:ln>
                  <a:noFill/>
                </a:ln>
                <a:solidFill>
                  <a:schemeClr val="tx1">
                    <a:lumMod val="40000"/>
                    <a:lumOff val="60000"/>
                  </a:schemeClr>
                </a:solidFill>
                <a:effectLst/>
              </a:endParaRPr>
            </a:p>
          </p:txBody>
        </p:sp>
        <p:sp>
          <p:nvSpPr>
            <p:cNvPr id="13" name="Rectangle 12">
              <a:extLst>
                <a:ext uri="{FF2B5EF4-FFF2-40B4-BE49-F238E27FC236}">
                  <a16:creationId xmlns:a16="http://schemas.microsoft.com/office/drawing/2014/main" id="{2AE19CC0-EC5E-47F3-B865-CD69A67D2F21}"/>
                </a:ext>
              </a:extLst>
            </p:cNvPr>
            <p:cNvSpPr>
              <a:spLocks noChangeArrowheads="1"/>
            </p:cNvSpPr>
            <p:nvPr/>
          </p:nvSpPr>
          <p:spPr bwMode="auto">
            <a:xfrm>
              <a:off x="7122179" y="5599113"/>
              <a:ext cx="35746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40000"/>
                      <a:lumOff val="60000"/>
                    </a:schemeClr>
                  </a:solidFill>
                  <a:effectLst/>
                  <a:latin typeface="Open Sans" panose="020B0606030504020204" pitchFamily="34" charset="0"/>
                </a:rPr>
                <a:t>STEP</a:t>
              </a:r>
              <a:endParaRPr kumimoji="0" lang="ru-UA" altLang="ru-UA" sz="1800" b="0" i="0" u="none" strike="noStrike" cap="none" normalizeH="0" baseline="0">
                <a:ln>
                  <a:noFill/>
                </a:ln>
                <a:solidFill>
                  <a:schemeClr val="tx1">
                    <a:lumMod val="40000"/>
                    <a:lumOff val="60000"/>
                  </a:schemeClr>
                </a:solidFill>
                <a:effectLst/>
              </a:endParaRPr>
            </a:p>
          </p:txBody>
        </p:sp>
      </p:grpSp>
      <p:sp>
        <p:nvSpPr>
          <p:cNvPr id="14" name="Rectangle 13">
            <a:extLst>
              <a:ext uri="{FF2B5EF4-FFF2-40B4-BE49-F238E27FC236}">
                <a16:creationId xmlns:a16="http://schemas.microsoft.com/office/drawing/2014/main" id="{EE6B83F5-923D-4DB1-9599-BD165549923E}"/>
              </a:ext>
            </a:extLst>
          </p:cNvPr>
          <p:cNvSpPr>
            <a:spLocks noChangeArrowheads="1"/>
          </p:cNvSpPr>
          <p:nvPr/>
        </p:nvSpPr>
        <p:spPr bwMode="auto">
          <a:xfrm>
            <a:off x="5710238" y="4491038"/>
            <a:ext cx="3911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tx1">
                    <a:lumMod val="40000"/>
                    <a:lumOff val="60000"/>
                  </a:schemeClr>
                </a:solidFill>
                <a:effectLst/>
                <a:latin typeface="Open Sans" panose="020B0606030504020204" pitchFamily="34" charset="0"/>
              </a:rPr>
              <a:t>15%</a:t>
            </a:r>
            <a:endParaRPr kumimoji="0" lang="ru-UA" altLang="ru-UA" sz="1800" b="0" i="0" u="none" strike="noStrike" cap="none" normalizeH="0" baseline="0">
              <a:ln>
                <a:noFill/>
              </a:ln>
              <a:solidFill>
                <a:schemeClr val="tx1">
                  <a:lumMod val="40000"/>
                  <a:lumOff val="60000"/>
                </a:schemeClr>
              </a:solidFill>
              <a:effectLst/>
            </a:endParaRPr>
          </a:p>
        </p:txBody>
      </p:sp>
      <p:sp>
        <p:nvSpPr>
          <p:cNvPr id="15" name="Rectangle 14">
            <a:extLst>
              <a:ext uri="{FF2B5EF4-FFF2-40B4-BE49-F238E27FC236}">
                <a16:creationId xmlns:a16="http://schemas.microsoft.com/office/drawing/2014/main" id="{5805FBDE-0BAF-4538-B133-E0ABC347643C}"/>
              </a:ext>
            </a:extLst>
          </p:cNvPr>
          <p:cNvSpPr>
            <a:spLocks noChangeArrowheads="1"/>
          </p:cNvSpPr>
          <p:nvPr/>
        </p:nvSpPr>
        <p:spPr bwMode="auto">
          <a:xfrm>
            <a:off x="5710238" y="3633788"/>
            <a:ext cx="3911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tx1">
                    <a:lumMod val="40000"/>
                    <a:lumOff val="60000"/>
                  </a:schemeClr>
                </a:solidFill>
                <a:effectLst/>
                <a:latin typeface="Open Sans" panose="020B0606030504020204" pitchFamily="34" charset="0"/>
              </a:rPr>
              <a:t>25%</a:t>
            </a:r>
            <a:endParaRPr kumimoji="0" lang="ru-UA" altLang="ru-UA" sz="1800" b="0" i="0" u="none" strike="noStrike" cap="none" normalizeH="0" baseline="0">
              <a:ln>
                <a:noFill/>
              </a:ln>
              <a:solidFill>
                <a:schemeClr val="tx1">
                  <a:lumMod val="40000"/>
                  <a:lumOff val="60000"/>
                </a:schemeClr>
              </a:solidFill>
              <a:effectLst/>
            </a:endParaRPr>
          </a:p>
        </p:txBody>
      </p:sp>
      <p:sp>
        <p:nvSpPr>
          <p:cNvPr id="16" name="Rectangle 15">
            <a:extLst>
              <a:ext uri="{FF2B5EF4-FFF2-40B4-BE49-F238E27FC236}">
                <a16:creationId xmlns:a16="http://schemas.microsoft.com/office/drawing/2014/main" id="{45B152CB-F1DB-4F7C-9D48-215C30D80DB8}"/>
              </a:ext>
            </a:extLst>
          </p:cNvPr>
          <p:cNvSpPr>
            <a:spLocks noChangeArrowheads="1"/>
          </p:cNvSpPr>
          <p:nvPr/>
        </p:nvSpPr>
        <p:spPr bwMode="auto">
          <a:xfrm>
            <a:off x="5710238" y="2782888"/>
            <a:ext cx="3911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tx1">
                    <a:lumMod val="40000"/>
                    <a:lumOff val="60000"/>
                  </a:schemeClr>
                </a:solidFill>
                <a:effectLst/>
                <a:latin typeface="Open Sans" panose="020B0606030504020204" pitchFamily="34" charset="0"/>
              </a:rPr>
              <a:t>35%</a:t>
            </a:r>
            <a:endParaRPr kumimoji="0" lang="ru-UA" altLang="ru-UA" sz="1800" b="0" i="0" u="none" strike="noStrike" cap="none" normalizeH="0" baseline="0">
              <a:ln>
                <a:noFill/>
              </a:ln>
              <a:solidFill>
                <a:schemeClr val="tx1">
                  <a:lumMod val="40000"/>
                  <a:lumOff val="60000"/>
                </a:schemeClr>
              </a:solidFill>
              <a:effectLst/>
            </a:endParaRPr>
          </a:p>
        </p:txBody>
      </p:sp>
      <p:sp>
        <p:nvSpPr>
          <p:cNvPr id="17" name="Rectangle 16">
            <a:extLst>
              <a:ext uri="{FF2B5EF4-FFF2-40B4-BE49-F238E27FC236}">
                <a16:creationId xmlns:a16="http://schemas.microsoft.com/office/drawing/2014/main" id="{E99DA9FE-40D9-4848-A75A-33129257EF6A}"/>
              </a:ext>
            </a:extLst>
          </p:cNvPr>
          <p:cNvSpPr>
            <a:spLocks noChangeArrowheads="1"/>
          </p:cNvSpPr>
          <p:nvPr/>
        </p:nvSpPr>
        <p:spPr bwMode="auto">
          <a:xfrm>
            <a:off x="5710238" y="1928813"/>
            <a:ext cx="3911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tx1">
                    <a:lumMod val="40000"/>
                    <a:lumOff val="60000"/>
                  </a:schemeClr>
                </a:solidFill>
                <a:effectLst/>
                <a:latin typeface="Open Sans" panose="020B0606030504020204" pitchFamily="34" charset="0"/>
              </a:rPr>
              <a:t>45%</a:t>
            </a:r>
            <a:endParaRPr kumimoji="0" lang="ru-UA" altLang="ru-UA" sz="1800" b="0" i="0" u="none" strike="noStrike" cap="none" normalizeH="0" baseline="0">
              <a:ln>
                <a:noFill/>
              </a:ln>
              <a:solidFill>
                <a:schemeClr val="tx1">
                  <a:lumMod val="40000"/>
                  <a:lumOff val="60000"/>
                </a:schemeClr>
              </a:solidFill>
              <a:effectLst/>
            </a:endParaRPr>
          </a:p>
        </p:txBody>
      </p:sp>
      <p:sp>
        <p:nvSpPr>
          <p:cNvPr id="18" name="Freeform 17">
            <a:extLst>
              <a:ext uri="{FF2B5EF4-FFF2-40B4-BE49-F238E27FC236}">
                <a16:creationId xmlns:a16="http://schemas.microsoft.com/office/drawing/2014/main" id="{3BFED77D-7E72-41DD-90CD-722A5AA8066D}"/>
              </a:ext>
            </a:extLst>
          </p:cNvPr>
          <p:cNvSpPr>
            <a:spLocks noEditPoints="1"/>
          </p:cNvSpPr>
          <p:nvPr/>
        </p:nvSpPr>
        <p:spPr bwMode="auto">
          <a:xfrm>
            <a:off x="7204076" y="5099050"/>
            <a:ext cx="42863" cy="331788"/>
          </a:xfrm>
          <a:custGeom>
            <a:avLst/>
            <a:gdLst>
              <a:gd name="T0" fmla="*/ 6 w 12"/>
              <a:gd name="T1" fmla="*/ 12 h 93"/>
              <a:gd name="T2" fmla="*/ 3 w 12"/>
              <a:gd name="T3" fmla="*/ 11 h 93"/>
              <a:gd name="T4" fmla="*/ 1 w 12"/>
              <a:gd name="T5" fmla="*/ 10 h 93"/>
              <a:gd name="T6" fmla="*/ 0 w 12"/>
              <a:gd name="T7" fmla="*/ 6 h 93"/>
              <a:gd name="T8" fmla="*/ 1 w 12"/>
              <a:gd name="T9" fmla="*/ 2 h 93"/>
              <a:gd name="T10" fmla="*/ 2 w 12"/>
              <a:gd name="T11" fmla="*/ 1 h 93"/>
              <a:gd name="T12" fmla="*/ 3 w 12"/>
              <a:gd name="T13" fmla="*/ 0 h 93"/>
              <a:gd name="T14" fmla="*/ 5 w 12"/>
              <a:gd name="T15" fmla="*/ 0 h 93"/>
              <a:gd name="T16" fmla="*/ 7 w 12"/>
              <a:gd name="T17" fmla="*/ 0 h 93"/>
              <a:gd name="T18" fmla="*/ 8 w 12"/>
              <a:gd name="T19" fmla="*/ 0 h 93"/>
              <a:gd name="T20" fmla="*/ 9 w 12"/>
              <a:gd name="T21" fmla="*/ 1 h 93"/>
              <a:gd name="T22" fmla="*/ 10 w 12"/>
              <a:gd name="T23" fmla="*/ 2 h 93"/>
              <a:gd name="T24" fmla="*/ 11 w 12"/>
              <a:gd name="T25" fmla="*/ 2 h 93"/>
              <a:gd name="T26" fmla="*/ 11 w 12"/>
              <a:gd name="T27" fmla="*/ 3 h 93"/>
              <a:gd name="T28" fmla="*/ 12 w 12"/>
              <a:gd name="T29" fmla="*/ 5 h 93"/>
              <a:gd name="T30" fmla="*/ 12 w 12"/>
              <a:gd name="T31" fmla="*/ 6 h 93"/>
              <a:gd name="T32" fmla="*/ 11 w 12"/>
              <a:gd name="T33" fmla="*/ 8 h 93"/>
              <a:gd name="T34" fmla="*/ 10 w 12"/>
              <a:gd name="T35" fmla="*/ 10 h 93"/>
              <a:gd name="T36" fmla="*/ 8 w 12"/>
              <a:gd name="T37" fmla="*/ 11 h 93"/>
              <a:gd name="T38" fmla="*/ 6 w 12"/>
              <a:gd name="T39" fmla="*/ 12 h 93"/>
              <a:gd name="T40" fmla="*/ 6 w 12"/>
              <a:gd name="T41" fmla="*/ 52 h 93"/>
              <a:gd name="T42" fmla="*/ 6 w 12"/>
              <a:gd name="T43" fmla="*/ 52 h 93"/>
              <a:gd name="T44" fmla="*/ 12 w 12"/>
              <a:gd name="T45" fmla="*/ 46 h 93"/>
              <a:gd name="T46" fmla="*/ 6 w 12"/>
              <a:gd name="T47" fmla="*/ 40 h 93"/>
              <a:gd name="T48" fmla="*/ 0 w 12"/>
              <a:gd name="T49" fmla="*/ 46 h 93"/>
              <a:gd name="T50" fmla="*/ 6 w 12"/>
              <a:gd name="T51" fmla="*/ 52 h 93"/>
              <a:gd name="T52" fmla="*/ 8 w 12"/>
              <a:gd name="T53" fmla="*/ 92 h 93"/>
              <a:gd name="T54" fmla="*/ 10 w 12"/>
              <a:gd name="T55" fmla="*/ 91 h 93"/>
              <a:gd name="T56" fmla="*/ 12 w 12"/>
              <a:gd name="T57" fmla="*/ 87 h 93"/>
              <a:gd name="T58" fmla="*/ 10 w 12"/>
              <a:gd name="T59" fmla="*/ 83 h 93"/>
              <a:gd name="T60" fmla="*/ 5 w 12"/>
              <a:gd name="T61" fmla="*/ 81 h 93"/>
              <a:gd name="T62" fmla="*/ 3 w 12"/>
              <a:gd name="T63" fmla="*/ 81 h 93"/>
              <a:gd name="T64" fmla="*/ 2 w 12"/>
              <a:gd name="T65" fmla="*/ 82 h 93"/>
              <a:gd name="T66" fmla="*/ 1 w 12"/>
              <a:gd name="T67" fmla="*/ 83 h 93"/>
              <a:gd name="T68" fmla="*/ 0 w 12"/>
              <a:gd name="T69" fmla="*/ 87 h 93"/>
              <a:gd name="T70" fmla="*/ 0 w 12"/>
              <a:gd name="T71" fmla="*/ 89 h 93"/>
              <a:gd name="T72" fmla="*/ 1 w 12"/>
              <a:gd name="T73" fmla="*/ 91 h 93"/>
              <a:gd name="T74" fmla="*/ 6 w 12"/>
              <a:gd name="T75" fmla="*/ 93 h 93"/>
              <a:gd name="T76" fmla="*/ 8 w 12"/>
              <a:gd name="T77"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 h="93">
                <a:moveTo>
                  <a:pt x="6" y="12"/>
                </a:moveTo>
                <a:cubicBezTo>
                  <a:pt x="5" y="12"/>
                  <a:pt x="4" y="12"/>
                  <a:pt x="3" y="11"/>
                </a:cubicBezTo>
                <a:cubicBezTo>
                  <a:pt x="3" y="11"/>
                  <a:pt x="2" y="11"/>
                  <a:pt x="1" y="10"/>
                </a:cubicBezTo>
                <a:cubicBezTo>
                  <a:pt x="0" y="9"/>
                  <a:pt x="0" y="7"/>
                  <a:pt x="0" y="6"/>
                </a:cubicBezTo>
                <a:cubicBezTo>
                  <a:pt x="0" y="4"/>
                  <a:pt x="0" y="3"/>
                  <a:pt x="1" y="2"/>
                </a:cubicBezTo>
                <a:cubicBezTo>
                  <a:pt x="2" y="1"/>
                  <a:pt x="2" y="1"/>
                  <a:pt x="2" y="1"/>
                </a:cubicBezTo>
                <a:cubicBezTo>
                  <a:pt x="3" y="0"/>
                  <a:pt x="3" y="0"/>
                  <a:pt x="3" y="0"/>
                </a:cubicBezTo>
                <a:cubicBezTo>
                  <a:pt x="4" y="0"/>
                  <a:pt x="4" y="0"/>
                  <a:pt x="5" y="0"/>
                </a:cubicBezTo>
                <a:cubicBezTo>
                  <a:pt x="5" y="0"/>
                  <a:pt x="6" y="0"/>
                  <a:pt x="7" y="0"/>
                </a:cubicBezTo>
                <a:cubicBezTo>
                  <a:pt x="8" y="0"/>
                  <a:pt x="8" y="0"/>
                  <a:pt x="8" y="0"/>
                </a:cubicBezTo>
                <a:cubicBezTo>
                  <a:pt x="9" y="1"/>
                  <a:pt x="9" y="1"/>
                  <a:pt x="9" y="1"/>
                </a:cubicBezTo>
                <a:cubicBezTo>
                  <a:pt x="10" y="2"/>
                  <a:pt x="10" y="2"/>
                  <a:pt x="10" y="2"/>
                </a:cubicBezTo>
                <a:cubicBezTo>
                  <a:pt x="11" y="2"/>
                  <a:pt x="11" y="2"/>
                  <a:pt x="11" y="2"/>
                </a:cubicBezTo>
                <a:cubicBezTo>
                  <a:pt x="11" y="3"/>
                  <a:pt x="11" y="3"/>
                  <a:pt x="11" y="3"/>
                </a:cubicBezTo>
                <a:cubicBezTo>
                  <a:pt x="12" y="5"/>
                  <a:pt x="12" y="5"/>
                  <a:pt x="12" y="5"/>
                </a:cubicBezTo>
                <a:cubicBezTo>
                  <a:pt x="12" y="5"/>
                  <a:pt x="12" y="5"/>
                  <a:pt x="12" y="6"/>
                </a:cubicBezTo>
                <a:cubicBezTo>
                  <a:pt x="12" y="7"/>
                  <a:pt x="12" y="7"/>
                  <a:pt x="11" y="8"/>
                </a:cubicBezTo>
                <a:cubicBezTo>
                  <a:pt x="11" y="9"/>
                  <a:pt x="10" y="9"/>
                  <a:pt x="10" y="10"/>
                </a:cubicBezTo>
                <a:cubicBezTo>
                  <a:pt x="9" y="11"/>
                  <a:pt x="9" y="11"/>
                  <a:pt x="8" y="11"/>
                </a:cubicBezTo>
                <a:cubicBezTo>
                  <a:pt x="7" y="12"/>
                  <a:pt x="6" y="12"/>
                  <a:pt x="6" y="12"/>
                </a:cubicBezTo>
                <a:close/>
                <a:moveTo>
                  <a:pt x="6" y="52"/>
                </a:moveTo>
                <a:cubicBezTo>
                  <a:pt x="6" y="52"/>
                  <a:pt x="6" y="52"/>
                  <a:pt x="6" y="52"/>
                </a:cubicBezTo>
                <a:cubicBezTo>
                  <a:pt x="9" y="52"/>
                  <a:pt x="12" y="50"/>
                  <a:pt x="12" y="46"/>
                </a:cubicBezTo>
                <a:cubicBezTo>
                  <a:pt x="12" y="43"/>
                  <a:pt x="9" y="40"/>
                  <a:pt x="6" y="40"/>
                </a:cubicBezTo>
                <a:cubicBezTo>
                  <a:pt x="2" y="40"/>
                  <a:pt x="0" y="43"/>
                  <a:pt x="0" y="46"/>
                </a:cubicBezTo>
                <a:cubicBezTo>
                  <a:pt x="0" y="50"/>
                  <a:pt x="2" y="52"/>
                  <a:pt x="6" y="52"/>
                </a:cubicBezTo>
                <a:close/>
                <a:moveTo>
                  <a:pt x="8" y="92"/>
                </a:moveTo>
                <a:cubicBezTo>
                  <a:pt x="9" y="92"/>
                  <a:pt x="9" y="92"/>
                  <a:pt x="10" y="91"/>
                </a:cubicBezTo>
                <a:cubicBezTo>
                  <a:pt x="11" y="90"/>
                  <a:pt x="12" y="88"/>
                  <a:pt x="12" y="87"/>
                </a:cubicBezTo>
                <a:cubicBezTo>
                  <a:pt x="12" y="85"/>
                  <a:pt x="11" y="84"/>
                  <a:pt x="10" y="83"/>
                </a:cubicBezTo>
                <a:cubicBezTo>
                  <a:pt x="9" y="81"/>
                  <a:pt x="6" y="81"/>
                  <a:pt x="5" y="81"/>
                </a:cubicBezTo>
                <a:cubicBezTo>
                  <a:pt x="4" y="81"/>
                  <a:pt x="4" y="81"/>
                  <a:pt x="3" y="81"/>
                </a:cubicBezTo>
                <a:cubicBezTo>
                  <a:pt x="2" y="82"/>
                  <a:pt x="2" y="82"/>
                  <a:pt x="2" y="82"/>
                </a:cubicBezTo>
                <a:cubicBezTo>
                  <a:pt x="1" y="83"/>
                  <a:pt x="1" y="83"/>
                  <a:pt x="1" y="83"/>
                </a:cubicBezTo>
                <a:cubicBezTo>
                  <a:pt x="0" y="84"/>
                  <a:pt x="0" y="85"/>
                  <a:pt x="0" y="87"/>
                </a:cubicBezTo>
                <a:cubicBezTo>
                  <a:pt x="0" y="88"/>
                  <a:pt x="0" y="88"/>
                  <a:pt x="0" y="89"/>
                </a:cubicBezTo>
                <a:cubicBezTo>
                  <a:pt x="0" y="90"/>
                  <a:pt x="1" y="91"/>
                  <a:pt x="1" y="91"/>
                </a:cubicBezTo>
                <a:cubicBezTo>
                  <a:pt x="3" y="92"/>
                  <a:pt x="4" y="93"/>
                  <a:pt x="6" y="93"/>
                </a:cubicBezTo>
                <a:cubicBezTo>
                  <a:pt x="6" y="93"/>
                  <a:pt x="7" y="93"/>
                  <a:pt x="8" y="92"/>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16111F88-C731-4DF2-9797-2A1CDB7E9477}"/>
              </a:ext>
            </a:extLst>
          </p:cNvPr>
          <p:cNvSpPr>
            <a:spLocks noEditPoints="1"/>
          </p:cNvSpPr>
          <p:nvPr/>
        </p:nvSpPr>
        <p:spPr bwMode="auto">
          <a:xfrm>
            <a:off x="8058151" y="4287838"/>
            <a:ext cx="42863" cy="1143000"/>
          </a:xfrm>
          <a:custGeom>
            <a:avLst/>
            <a:gdLst>
              <a:gd name="T0" fmla="*/ 6 w 12"/>
              <a:gd name="T1" fmla="*/ 13 h 320"/>
              <a:gd name="T2" fmla="*/ 4 w 12"/>
              <a:gd name="T3" fmla="*/ 12 h 320"/>
              <a:gd name="T4" fmla="*/ 2 w 12"/>
              <a:gd name="T5" fmla="*/ 11 h 320"/>
              <a:gd name="T6" fmla="*/ 0 w 12"/>
              <a:gd name="T7" fmla="*/ 9 h 320"/>
              <a:gd name="T8" fmla="*/ 0 w 12"/>
              <a:gd name="T9" fmla="*/ 7 h 320"/>
              <a:gd name="T10" fmla="*/ 0 w 12"/>
              <a:gd name="T11" fmla="*/ 6 h 320"/>
              <a:gd name="T12" fmla="*/ 0 w 12"/>
              <a:gd name="T13" fmla="*/ 5 h 320"/>
              <a:gd name="T14" fmla="*/ 1 w 12"/>
              <a:gd name="T15" fmla="*/ 4 h 320"/>
              <a:gd name="T16" fmla="*/ 2 w 12"/>
              <a:gd name="T17" fmla="*/ 3 h 320"/>
              <a:gd name="T18" fmla="*/ 10 w 12"/>
              <a:gd name="T19" fmla="*/ 3 h 320"/>
              <a:gd name="T20" fmla="*/ 11 w 12"/>
              <a:gd name="T21" fmla="*/ 4 h 320"/>
              <a:gd name="T22" fmla="*/ 11 w 12"/>
              <a:gd name="T23" fmla="*/ 5 h 320"/>
              <a:gd name="T24" fmla="*/ 12 w 12"/>
              <a:gd name="T25" fmla="*/ 6 h 320"/>
              <a:gd name="T26" fmla="*/ 12 w 12"/>
              <a:gd name="T27" fmla="*/ 7 h 320"/>
              <a:gd name="T28" fmla="*/ 11 w 12"/>
              <a:gd name="T29" fmla="*/ 9 h 320"/>
              <a:gd name="T30" fmla="*/ 10 w 12"/>
              <a:gd name="T31" fmla="*/ 11 h 320"/>
              <a:gd name="T32" fmla="*/ 8 w 12"/>
              <a:gd name="T33" fmla="*/ 12 h 320"/>
              <a:gd name="T34" fmla="*/ 6 w 12"/>
              <a:gd name="T35" fmla="*/ 13 h 320"/>
              <a:gd name="T36" fmla="*/ 6 w 12"/>
              <a:gd name="T37" fmla="*/ 269 h 320"/>
              <a:gd name="T38" fmla="*/ 6 w 12"/>
              <a:gd name="T39" fmla="*/ 269 h 320"/>
              <a:gd name="T40" fmla="*/ 12 w 12"/>
              <a:gd name="T41" fmla="*/ 263 h 320"/>
              <a:gd name="T42" fmla="*/ 6 w 12"/>
              <a:gd name="T43" fmla="*/ 257 h 320"/>
              <a:gd name="T44" fmla="*/ 0 w 12"/>
              <a:gd name="T45" fmla="*/ 263 h 320"/>
              <a:gd name="T46" fmla="*/ 6 w 12"/>
              <a:gd name="T47" fmla="*/ 269 h 320"/>
              <a:gd name="T48" fmla="*/ 6 w 12"/>
              <a:gd name="T49" fmla="*/ 218 h 320"/>
              <a:gd name="T50" fmla="*/ 6 w 12"/>
              <a:gd name="T51" fmla="*/ 218 h 320"/>
              <a:gd name="T52" fmla="*/ 12 w 12"/>
              <a:gd name="T53" fmla="*/ 212 h 320"/>
              <a:gd name="T54" fmla="*/ 6 w 12"/>
              <a:gd name="T55" fmla="*/ 206 h 320"/>
              <a:gd name="T56" fmla="*/ 0 w 12"/>
              <a:gd name="T57" fmla="*/ 212 h 320"/>
              <a:gd name="T58" fmla="*/ 6 w 12"/>
              <a:gd name="T59" fmla="*/ 218 h 320"/>
              <a:gd name="T60" fmla="*/ 6 w 12"/>
              <a:gd name="T61" fmla="*/ 166 h 320"/>
              <a:gd name="T62" fmla="*/ 6 w 12"/>
              <a:gd name="T63" fmla="*/ 166 h 320"/>
              <a:gd name="T64" fmla="*/ 12 w 12"/>
              <a:gd name="T65" fmla="*/ 160 h 320"/>
              <a:gd name="T66" fmla="*/ 6 w 12"/>
              <a:gd name="T67" fmla="*/ 154 h 320"/>
              <a:gd name="T68" fmla="*/ 0 w 12"/>
              <a:gd name="T69" fmla="*/ 160 h 320"/>
              <a:gd name="T70" fmla="*/ 6 w 12"/>
              <a:gd name="T71" fmla="*/ 166 h 320"/>
              <a:gd name="T72" fmla="*/ 6 w 12"/>
              <a:gd name="T73" fmla="*/ 115 h 320"/>
              <a:gd name="T74" fmla="*/ 6 w 12"/>
              <a:gd name="T75" fmla="*/ 115 h 320"/>
              <a:gd name="T76" fmla="*/ 12 w 12"/>
              <a:gd name="T77" fmla="*/ 109 h 320"/>
              <a:gd name="T78" fmla="*/ 6 w 12"/>
              <a:gd name="T79" fmla="*/ 103 h 320"/>
              <a:gd name="T80" fmla="*/ 0 w 12"/>
              <a:gd name="T81" fmla="*/ 109 h 320"/>
              <a:gd name="T82" fmla="*/ 6 w 12"/>
              <a:gd name="T83" fmla="*/ 115 h 320"/>
              <a:gd name="T84" fmla="*/ 6 w 12"/>
              <a:gd name="T85" fmla="*/ 64 h 320"/>
              <a:gd name="T86" fmla="*/ 6 w 12"/>
              <a:gd name="T87" fmla="*/ 64 h 320"/>
              <a:gd name="T88" fmla="*/ 12 w 12"/>
              <a:gd name="T89" fmla="*/ 58 h 320"/>
              <a:gd name="T90" fmla="*/ 6 w 12"/>
              <a:gd name="T91" fmla="*/ 52 h 320"/>
              <a:gd name="T92" fmla="*/ 0 w 12"/>
              <a:gd name="T93" fmla="*/ 58 h 320"/>
              <a:gd name="T94" fmla="*/ 6 w 12"/>
              <a:gd name="T95" fmla="*/ 64 h 320"/>
              <a:gd name="T96" fmla="*/ 8 w 12"/>
              <a:gd name="T97" fmla="*/ 319 h 320"/>
              <a:gd name="T98" fmla="*/ 10 w 12"/>
              <a:gd name="T99" fmla="*/ 318 h 320"/>
              <a:gd name="T100" fmla="*/ 12 w 12"/>
              <a:gd name="T101" fmla="*/ 314 h 320"/>
              <a:gd name="T102" fmla="*/ 10 w 12"/>
              <a:gd name="T103" fmla="*/ 310 h 320"/>
              <a:gd name="T104" fmla="*/ 5 w 12"/>
              <a:gd name="T105" fmla="*/ 308 h 320"/>
              <a:gd name="T106" fmla="*/ 4 w 12"/>
              <a:gd name="T107" fmla="*/ 308 h 320"/>
              <a:gd name="T108" fmla="*/ 3 w 12"/>
              <a:gd name="T109" fmla="*/ 309 h 320"/>
              <a:gd name="T110" fmla="*/ 2 w 12"/>
              <a:gd name="T111" fmla="*/ 310 h 320"/>
              <a:gd name="T112" fmla="*/ 0 w 12"/>
              <a:gd name="T113" fmla="*/ 314 h 320"/>
              <a:gd name="T114" fmla="*/ 0 w 12"/>
              <a:gd name="T115" fmla="*/ 316 h 320"/>
              <a:gd name="T116" fmla="*/ 2 w 12"/>
              <a:gd name="T117" fmla="*/ 318 h 320"/>
              <a:gd name="T118" fmla="*/ 6 w 12"/>
              <a:gd name="T119" fmla="*/ 320 h 320"/>
              <a:gd name="T120" fmla="*/ 8 w 12"/>
              <a:gd name="T121" fmla="*/ 31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 h="320">
                <a:moveTo>
                  <a:pt x="6" y="13"/>
                </a:moveTo>
                <a:cubicBezTo>
                  <a:pt x="5" y="13"/>
                  <a:pt x="4" y="13"/>
                  <a:pt x="4" y="12"/>
                </a:cubicBezTo>
                <a:cubicBezTo>
                  <a:pt x="3" y="12"/>
                  <a:pt x="2" y="12"/>
                  <a:pt x="2" y="11"/>
                </a:cubicBezTo>
                <a:cubicBezTo>
                  <a:pt x="1" y="11"/>
                  <a:pt x="1" y="10"/>
                  <a:pt x="0" y="9"/>
                </a:cubicBezTo>
                <a:cubicBezTo>
                  <a:pt x="0" y="9"/>
                  <a:pt x="0" y="8"/>
                  <a:pt x="0" y="7"/>
                </a:cubicBezTo>
                <a:cubicBezTo>
                  <a:pt x="0" y="7"/>
                  <a:pt x="0" y="6"/>
                  <a:pt x="0" y="6"/>
                </a:cubicBezTo>
                <a:cubicBezTo>
                  <a:pt x="0" y="5"/>
                  <a:pt x="0" y="5"/>
                  <a:pt x="0" y="5"/>
                </a:cubicBezTo>
                <a:cubicBezTo>
                  <a:pt x="0" y="4"/>
                  <a:pt x="1" y="4"/>
                  <a:pt x="1" y="4"/>
                </a:cubicBezTo>
                <a:cubicBezTo>
                  <a:pt x="2" y="3"/>
                  <a:pt x="2" y="3"/>
                  <a:pt x="2" y="3"/>
                </a:cubicBezTo>
                <a:cubicBezTo>
                  <a:pt x="4" y="0"/>
                  <a:pt x="8" y="0"/>
                  <a:pt x="10" y="3"/>
                </a:cubicBezTo>
                <a:cubicBezTo>
                  <a:pt x="11" y="4"/>
                  <a:pt x="11" y="4"/>
                  <a:pt x="11" y="4"/>
                </a:cubicBezTo>
                <a:cubicBezTo>
                  <a:pt x="11" y="4"/>
                  <a:pt x="11" y="4"/>
                  <a:pt x="11" y="5"/>
                </a:cubicBezTo>
                <a:cubicBezTo>
                  <a:pt x="12" y="6"/>
                  <a:pt x="12" y="6"/>
                  <a:pt x="12" y="6"/>
                </a:cubicBezTo>
                <a:cubicBezTo>
                  <a:pt x="12" y="6"/>
                  <a:pt x="12" y="7"/>
                  <a:pt x="12" y="7"/>
                </a:cubicBezTo>
                <a:cubicBezTo>
                  <a:pt x="12" y="8"/>
                  <a:pt x="12" y="9"/>
                  <a:pt x="11" y="9"/>
                </a:cubicBezTo>
                <a:cubicBezTo>
                  <a:pt x="11" y="10"/>
                  <a:pt x="11" y="11"/>
                  <a:pt x="10" y="11"/>
                </a:cubicBezTo>
                <a:cubicBezTo>
                  <a:pt x="10" y="12"/>
                  <a:pt x="9" y="12"/>
                  <a:pt x="8" y="12"/>
                </a:cubicBezTo>
                <a:cubicBezTo>
                  <a:pt x="7" y="13"/>
                  <a:pt x="7" y="13"/>
                  <a:pt x="6" y="13"/>
                </a:cubicBezTo>
                <a:close/>
                <a:moveTo>
                  <a:pt x="6" y="269"/>
                </a:moveTo>
                <a:cubicBezTo>
                  <a:pt x="6" y="269"/>
                  <a:pt x="6" y="269"/>
                  <a:pt x="6" y="269"/>
                </a:cubicBezTo>
                <a:cubicBezTo>
                  <a:pt x="9" y="269"/>
                  <a:pt x="12" y="266"/>
                  <a:pt x="12" y="263"/>
                </a:cubicBezTo>
                <a:cubicBezTo>
                  <a:pt x="12" y="259"/>
                  <a:pt x="9" y="257"/>
                  <a:pt x="6" y="257"/>
                </a:cubicBezTo>
                <a:cubicBezTo>
                  <a:pt x="3" y="257"/>
                  <a:pt x="0" y="259"/>
                  <a:pt x="0" y="263"/>
                </a:cubicBezTo>
                <a:cubicBezTo>
                  <a:pt x="0" y="266"/>
                  <a:pt x="3" y="269"/>
                  <a:pt x="6" y="269"/>
                </a:cubicBezTo>
                <a:close/>
                <a:moveTo>
                  <a:pt x="6" y="218"/>
                </a:moveTo>
                <a:cubicBezTo>
                  <a:pt x="6" y="218"/>
                  <a:pt x="6" y="218"/>
                  <a:pt x="6" y="218"/>
                </a:cubicBezTo>
                <a:cubicBezTo>
                  <a:pt x="9" y="218"/>
                  <a:pt x="12" y="215"/>
                  <a:pt x="12" y="212"/>
                </a:cubicBezTo>
                <a:cubicBezTo>
                  <a:pt x="12" y="208"/>
                  <a:pt x="9" y="206"/>
                  <a:pt x="6" y="206"/>
                </a:cubicBezTo>
                <a:cubicBezTo>
                  <a:pt x="3" y="206"/>
                  <a:pt x="0" y="208"/>
                  <a:pt x="0" y="212"/>
                </a:cubicBezTo>
                <a:cubicBezTo>
                  <a:pt x="0" y="215"/>
                  <a:pt x="3" y="218"/>
                  <a:pt x="6" y="218"/>
                </a:cubicBezTo>
                <a:close/>
                <a:moveTo>
                  <a:pt x="6" y="166"/>
                </a:moveTo>
                <a:cubicBezTo>
                  <a:pt x="6" y="166"/>
                  <a:pt x="6" y="166"/>
                  <a:pt x="6" y="166"/>
                </a:cubicBezTo>
                <a:cubicBezTo>
                  <a:pt x="9" y="166"/>
                  <a:pt x="12" y="164"/>
                  <a:pt x="12" y="160"/>
                </a:cubicBezTo>
                <a:cubicBezTo>
                  <a:pt x="12" y="157"/>
                  <a:pt x="9" y="154"/>
                  <a:pt x="6" y="154"/>
                </a:cubicBezTo>
                <a:cubicBezTo>
                  <a:pt x="3" y="154"/>
                  <a:pt x="0" y="157"/>
                  <a:pt x="0" y="160"/>
                </a:cubicBezTo>
                <a:cubicBezTo>
                  <a:pt x="0" y="164"/>
                  <a:pt x="3" y="166"/>
                  <a:pt x="6" y="166"/>
                </a:cubicBezTo>
                <a:close/>
                <a:moveTo>
                  <a:pt x="6" y="115"/>
                </a:moveTo>
                <a:cubicBezTo>
                  <a:pt x="6" y="115"/>
                  <a:pt x="6" y="115"/>
                  <a:pt x="6" y="115"/>
                </a:cubicBezTo>
                <a:cubicBezTo>
                  <a:pt x="9" y="115"/>
                  <a:pt x="12" y="113"/>
                  <a:pt x="12" y="109"/>
                </a:cubicBezTo>
                <a:cubicBezTo>
                  <a:pt x="12" y="106"/>
                  <a:pt x="9" y="103"/>
                  <a:pt x="6" y="103"/>
                </a:cubicBezTo>
                <a:cubicBezTo>
                  <a:pt x="3" y="103"/>
                  <a:pt x="0" y="106"/>
                  <a:pt x="0" y="109"/>
                </a:cubicBezTo>
                <a:cubicBezTo>
                  <a:pt x="0" y="113"/>
                  <a:pt x="3" y="115"/>
                  <a:pt x="6" y="115"/>
                </a:cubicBezTo>
                <a:close/>
                <a:moveTo>
                  <a:pt x="6" y="64"/>
                </a:moveTo>
                <a:cubicBezTo>
                  <a:pt x="6" y="64"/>
                  <a:pt x="6" y="64"/>
                  <a:pt x="6" y="64"/>
                </a:cubicBezTo>
                <a:cubicBezTo>
                  <a:pt x="9" y="64"/>
                  <a:pt x="12" y="61"/>
                  <a:pt x="12" y="58"/>
                </a:cubicBezTo>
                <a:cubicBezTo>
                  <a:pt x="12" y="55"/>
                  <a:pt x="9" y="52"/>
                  <a:pt x="6" y="52"/>
                </a:cubicBezTo>
                <a:cubicBezTo>
                  <a:pt x="3" y="52"/>
                  <a:pt x="0" y="55"/>
                  <a:pt x="0" y="58"/>
                </a:cubicBezTo>
                <a:cubicBezTo>
                  <a:pt x="0" y="61"/>
                  <a:pt x="3" y="64"/>
                  <a:pt x="6" y="64"/>
                </a:cubicBezTo>
                <a:close/>
                <a:moveTo>
                  <a:pt x="8" y="319"/>
                </a:moveTo>
                <a:cubicBezTo>
                  <a:pt x="9" y="319"/>
                  <a:pt x="10" y="319"/>
                  <a:pt x="10" y="318"/>
                </a:cubicBezTo>
                <a:cubicBezTo>
                  <a:pt x="11" y="317"/>
                  <a:pt x="12" y="315"/>
                  <a:pt x="12" y="314"/>
                </a:cubicBezTo>
                <a:cubicBezTo>
                  <a:pt x="12" y="312"/>
                  <a:pt x="11" y="311"/>
                  <a:pt x="10" y="310"/>
                </a:cubicBezTo>
                <a:cubicBezTo>
                  <a:pt x="9" y="308"/>
                  <a:pt x="7" y="308"/>
                  <a:pt x="5" y="308"/>
                </a:cubicBezTo>
                <a:cubicBezTo>
                  <a:pt x="4" y="308"/>
                  <a:pt x="4" y="308"/>
                  <a:pt x="4" y="308"/>
                </a:cubicBezTo>
                <a:cubicBezTo>
                  <a:pt x="3" y="309"/>
                  <a:pt x="3" y="309"/>
                  <a:pt x="3" y="309"/>
                </a:cubicBezTo>
                <a:cubicBezTo>
                  <a:pt x="2" y="310"/>
                  <a:pt x="2" y="310"/>
                  <a:pt x="2" y="310"/>
                </a:cubicBezTo>
                <a:cubicBezTo>
                  <a:pt x="1" y="311"/>
                  <a:pt x="0" y="312"/>
                  <a:pt x="0" y="314"/>
                </a:cubicBezTo>
                <a:cubicBezTo>
                  <a:pt x="0" y="315"/>
                  <a:pt x="0" y="315"/>
                  <a:pt x="0" y="316"/>
                </a:cubicBezTo>
                <a:cubicBezTo>
                  <a:pt x="1" y="317"/>
                  <a:pt x="1" y="318"/>
                  <a:pt x="2" y="318"/>
                </a:cubicBezTo>
                <a:cubicBezTo>
                  <a:pt x="3" y="319"/>
                  <a:pt x="4" y="320"/>
                  <a:pt x="6" y="320"/>
                </a:cubicBezTo>
                <a:cubicBezTo>
                  <a:pt x="7" y="320"/>
                  <a:pt x="7" y="320"/>
                  <a:pt x="8" y="319"/>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E7C9FE11-D36A-441D-885D-7383762CE70C}"/>
              </a:ext>
            </a:extLst>
          </p:cNvPr>
          <p:cNvSpPr>
            <a:spLocks noEditPoints="1"/>
          </p:cNvSpPr>
          <p:nvPr/>
        </p:nvSpPr>
        <p:spPr bwMode="auto">
          <a:xfrm>
            <a:off x="8909051" y="3419475"/>
            <a:ext cx="46038" cy="2011363"/>
          </a:xfrm>
          <a:custGeom>
            <a:avLst/>
            <a:gdLst>
              <a:gd name="T0" fmla="*/ 2 w 13"/>
              <a:gd name="T1" fmla="*/ 11 h 563"/>
              <a:gd name="T2" fmla="*/ 1 w 13"/>
              <a:gd name="T3" fmla="*/ 6 h 563"/>
              <a:gd name="T4" fmla="*/ 2 w 13"/>
              <a:gd name="T5" fmla="*/ 4 h 563"/>
              <a:gd name="T6" fmla="*/ 11 w 13"/>
              <a:gd name="T7" fmla="*/ 3 h 563"/>
              <a:gd name="T8" fmla="*/ 12 w 13"/>
              <a:gd name="T9" fmla="*/ 9 h 563"/>
              <a:gd name="T10" fmla="*/ 9 w 13"/>
              <a:gd name="T11" fmla="*/ 12 h 563"/>
              <a:gd name="T12" fmla="*/ 7 w 13"/>
              <a:gd name="T13" fmla="*/ 513 h 563"/>
              <a:gd name="T14" fmla="*/ 12 w 13"/>
              <a:gd name="T15" fmla="*/ 507 h 563"/>
              <a:gd name="T16" fmla="*/ 0 w 13"/>
              <a:gd name="T17" fmla="*/ 507 h 563"/>
              <a:gd name="T18" fmla="*/ 7 w 13"/>
              <a:gd name="T19" fmla="*/ 463 h 563"/>
              <a:gd name="T20" fmla="*/ 12 w 13"/>
              <a:gd name="T21" fmla="*/ 457 h 563"/>
              <a:gd name="T22" fmla="*/ 0 w 13"/>
              <a:gd name="T23" fmla="*/ 457 h 563"/>
              <a:gd name="T24" fmla="*/ 7 w 13"/>
              <a:gd name="T25" fmla="*/ 413 h 563"/>
              <a:gd name="T26" fmla="*/ 12 w 13"/>
              <a:gd name="T27" fmla="*/ 407 h 563"/>
              <a:gd name="T28" fmla="*/ 0 w 13"/>
              <a:gd name="T29" fmla="*/ 407 h 563"/>
              <a:gd name="T30" fmla="*/ 7 w 13"/>
              <a:gd name="T31" fmla="*/ 363 h 563"/>
              <a:gd name="T32" fmla="*/ 12 w 13"/>
              <a:gd name="T33" fmla="*/ 357 h 563"/>
              <a:gd name="T34" fmla="*/ 0 w 13"/>
              <a:gd name="T35" fmla="*/ 357 h 563"/>
              <a:gd name="T36" fmla="*/ 7 w 13"/>
              <a:gd name="T37" fmla="*/ 313 h 563"/>
              <a:gd name="T38" fmla="*/ 12 w 13"/>
              <a:gd name="T39" fmla="*/ 307 h 563"/>
              <a:gd name="T40" fmla="*/ 0 w 13"/>
              <a:gd name="T41" fmla="*/ 307 h 563"/>
              <a:gd name="T42" fmla="*/ 7 w 13"/>
              <a:gd name="T43" fmla="*/ 263 h 563"/>
              <a:gd name="T44" fmla="*/ 12 w 13"/>
              <a:gd name="T45" fmla="*/ 257 h 563"/>
              <a:gd name="T46" fmla="*/ 0 w 13"/>
              <a:gd name="T47" fmla="*/ 257 h 563"/>
              <a:gd name="T48" fmla="*/ 7 w 13"/>
              <a:gd name="T49" fmla="*/ 213 h 563"/>
              <a:gd name="T50" fmla="*/ 12 w 13"/>
              <a:gd name="T51" fmla="*/ 207 h 563"/>
              <a:gd name="T52" fmla="*/ 0 w 13"/>
              <a:gd name="T53" fmla="*/ 207 h 563"/>
              <a:gd name="T54" fmla="*/ 7 w 13"/>
              <a:gd name="T55" fmla="*/ 163 h 563"/>
              <a:gd name="T56" fmla="*/ 12 w 13"/>
              <a:gd name="T57" fmla="*/ 157 h 563"/>
              <a:gd name="T58" fmla="*/ 0 w 13"/>
              <a:gd name="T59" fmla="*/ 157 h 563"/>
              <a:gd name="T60" fmla="*/ 7 w 13"/>
              <a:gd name="T61" fmla="*/ 113 h 563"/>
              <a:gd name="T62" fmla="*/ 12 w 13"/>
              <a:gd name="T63" fmla="*/ 107 h 563"/>
              <a:gd name="T64" fmla="*/ 0 w 13"/>
              <a:gd name="T65" fmla="*/ 107 h 563"/>
              <a:gd name="T66" fmla="*/ 7 w 13"/>
              <a:gd name="T67" fmla="*/ 63 h 563"/>
              <a:gd name="T68" fmla="*/ 12 w 13"/>
              <a:gd name="T69" fmla="*/ 57 h 563"/>
              <a:gd name="T70" fmla="*/ 0 w 13"/>
              <a:gd name="T71" fmla="*/ 57 h 563"/>
              <a:gd name="T72" fmla="*/ 9 w 13"/>
              <a:gd name="T73" fmla="*/ 562 h 563"/>
              <a:gd name="T74" fmla="*/ 12 w 13"/>
              <a:gd name="T75" fmla="*/ 557 h 563"/>
              <a:gd name="T76" fmla="*/ 2 w 13"/>
              <a:gd name="T77" fmla="*/ 553 h 563"/>
              <a:gd name="T78" fmla="*/ 2 w 13"/>
              <a:gd name="T79" fmla="*/ 561 h 563"/>
              <a:gd name="T80" fmla="*/ 9 w 13"/>
              <a:gd name="T81" fmla="*/ 562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563">
                <a:moveTo>
                  <a:pt x="6" y="13"/>
                </a:moveTo>
                <a:cubicBezTo>
                  <a:pt x="5" y="13"/>
                  <a:pt x="3" y="12"/>
                  <a:pt x="2" y="11"/>
                </a:cubicBezTo>
                <a:cubicBezTo>
                  <a:pt x="1" y="10"/>
                  <a:pt x="0" y="9"/>
                  <a:pt x="0" y="7"/>
                </a:cubicBezTo>
                <a:cubicBezTo>
                  <a:pt x="0" y="7"/>
                  <a:pt x="1" y="6"/>
                  <a:pt x="1" y="6"/>
                </a:cubicBezTo>
                <a:cubicBezTo>
                  <a:pt x="1" y="5"/>
                  <a:pt x="1" y="5"/>
                  <a:pt x="1" y="5"/>
                </a:cubicBezTo>
                <a:cubicBezTo>
                  <a:pt x="1" y="4"/>
                  <a:pt x="1" y="4"/>
                  <a:pt x="2" y="4"/>
                </a:cubicBezTo>
                <a:cubicBezTo>
                  <a:pt x="2" y="3"/>
                  <a:pt x="2" y="3"/>
                  <a:pt x="2" y="3"/>
                </a:cubicBezTo>
                <a:cubicBezTo>
                  <a:pt x="4" y="0"/>
                  <a:pt x="8" y="0"/>
                  <a:pt x="11" y="3"/>
                </a:cubicBezTo>
                <a:cubicBezTo>
                  <a:pt x="12" y="4"/>
                  <a:pt x="13" y="5"/>
                  <a:pt x="13" y="7"/>
                </a:cubicBezTo>
                <a:cubicBezTo>
                  <a:pt x="13" y="8"/>
                  <a:pt x="12" y="8"/>
                  <a:pt x="12" y="9"/>
                </a:cubicBezTo>
                <a:cubicBezTo>
                  <a:pt x="12" y="10"/>
                  <a:pt x="11" y="11"/>
                  <a:pt x="11" y="11"/>
                </a:cubicBezTo>
                <a:cubicBezTo>
                  <a:pt x="10" y="12"/>
                  <a:pt x="10" y="12"/>
                  <a:pt x="9" y="12"/>
                </a:cubicBezTo>
                <a:cubicBezTo>
                  <a:pt x="8" y="13"/>
                  <a:pt x="7" y="13"/>
                  <a:pt x="6" y="13"/>
                </a:cubicBezTo>
                <a:close/>
                <a:moveTo>
                  <a:pt x="7" y="513"/>
                </a:moveTo>
                <a:cubicBezTo>
                  <a:pt x="7" y="513"/>
                  <a:pt x="7" y="513"/>
                  <a:pt x="7" y="513"/>
                </a:cubicBezTo>
                <a:cubicBezTo>
                  <a:pt x="10" y="513"/>
                  <a:pt x="12" y="510"/>
                  <a:pt x="12" y="507"/>
                </a:cubicBezTo>
                <a:cubicBezTo>
                  <a:pt x="12" y="504"/>
                  <a:pt x="10" y="501"/>
                  <a:pt x="7" y="501"/>
                </a:cubicBezTo>
                <a:cubicBezTo>
                  <a:pt x="3" y="501"/>
                  <a:pt x="0" y="504"/>
                  <a:pt x="0" y="507"/>
                </a:cubicBezTo>
                <a:cubicBezTo>
                  <a:pt x="0" y="510"/>
                  <a:pt x="3" y="513"/>
                  <a:pt x="7" y="513"/>
                </a:cubicBezTo>
                <a:close/>
                <a:moveTo>
                  <a:pt x="7" y="463"/>
                </a:moveTo>
                <a:cubicBezTo>
                  <a:pt x="7" y="463"/>
                  <a:pt x="7" y="463"/>
                  <a:pt x="7" y="463"/>
                </a:cubicBezTo>
                <a:cubicBezTo>
                  <a:pt x="10" y="463"/>
                  <a:pt x="12" y="460"/>
                  <a:pt x="12" y="457"/>
                </a:cubicBezTo>
                <a:cubicBezTo>
                  <a:pt x="12" y="454"/>
                  <a:pt x="10" y="451"/>
                  <a:pt x="7" y="451"/>
                </a:cubicBezTo>
                <a:cubicBezTo>
                  <a:pt x="3" y="451"/>
                  <a:pt x="0" y="454"/>
                  <a:pt x="0" y="457"/>
                </a:cubicBezTo>
                <a:cubicBezTo>
                  <a:pt x="0" y="460"/>
                  <a:pt x="3" y="463"/>
                  <a:pt x="7" y="463"/>
                </a:cubicBezTo>
                <a:close/>
                <a:moveTo>
                  <a:pt x="7" y="413"/>
                </a:moveTo>
                <a:cubicBezTo>
                  <a:pt x="7" y="413"/>
                  <a:pt x="7" y="413"/>
                  <a:pt x="7" y="413"/>
                </a:cubicBezTo>
                <a:cubicBezTo>
                  <a:pt x="10" y="413"/>
                  <a:pt x="12" y="410"/>
                  <a:pt x="12" y="407"/>
                </a:cubicBezTo>
                <a:cubicBezTo>
                  <a:pt x="12" y="404"/>
                  <a:pt x="10" y="401"/>
                  <a:pt x="7" y="401"/>
                </a:cubicBezTo>
                <a:cubicBezTo>
                  <a:pt x="3" y="401"/>
                  <a:pt x="0" y="404"/>
                  <a:pt x="0" y="407"/>
                </a:cubicBezTo>
                <a:cubicBezTo>
                  <a:pt x="0" y="410"/>
                  <a:pt x="3" y="413"/>
                  <a:pt x="7" y="413"/>
                </a:cubicBezTo>
                <a:close/>
                <a:moveTo>
                  <a:pt x="7" y="363"/>
                </a:moveTo>
                <a:cubicBezTo>
                  <a:pt x="7" y="363"/>
                  <a:pt x="7" y="363"/>
                  <a:pt x="7" y="363"/>
                </a:cubicBezTo>
                <a:cubicBezTo>
                  <a:pt x="10" y="363"/>
                  <a:pt x="12" y="360"/>
                  <a:pt x="12" y="357"/>
                </a:cubicBezTo>
                <a:cubicBezTo>
                  <a:pt x="12" y="354"/>
                  <a:pt x="10" y="351"/>
                  <a:pt x="7" y="351"/>
                </a:cubicBezTo>
                <a:cubicBezTo>
                  <a:pt x="3" y="351"/>
                  <a:pt x="0" y="354"/>
                  <a:pt x="0" y="357"/>
                </a:cubicBezTo>
                <a:cubicBezTo>
                  <a:pt x="0" y="360"/>
                  <a:pt x="3" y="363"/>
                  <a:pt x="7" y="363"/>
                </a:cubicBezTo>
                <a:close/>
                <a:moveTo>
                  <a:pt x="7" y="313"/>
                </a:moveTo>
                <a:cubicBezTo>
                  <a:pt x="7" y="313"/>
                  <a:pt x="7" y="313"/>
                  <a:pt x="7" y="313"/>
                </a:cubicBezTo>
                <a:cubicBezTo>
                  <a:pt x="10" y="313"/>
                  <a:pt x="12" y="310"/>
                  <a:pt x="12" y="307"/>
                </a:cubicBezTo>
                <a:cubicBezTo>
                  <a:pt x="12" y="304"/>
                  <a:pt x="10" y="301"/>
                  <a:pt x="7" y="301"/>
                </a:cubicBezTo>
                <a:cubicBezTo>
                  <a:pt x="3" y="301"/>
                  <a:pt x="0" y="304"/>
                  <a:pt x="0" y="307"/>
                </a:cubicBezTo>
                <a:cubicBezTo>
                  <a:pt x="0" y="310"/>
                  <a:pt x="3" y="313"/>
                  <a:pt x="7" y="313"/>
                </a:cubicBezTo>
                <a:close/>
                <a:moveTo>
                  <a:pt x="7" y="263"/>
                </a:moveTo>
                <a:cubicBezTo>
                  <a:pt x="7" y="263"/>
                  <a:pt x="7" y="263"/>
                  <a:pt x="7" y="263"/>
                </a:cubicBezTo>
                <a:cubicBezTo>
                  <a:pt x="10" y="263"/>
                  <a:pt x="12" y="260"/>
                  <a:pt x="12" y="257"/>
                </a:cubicBezTo>
                <a:cubicBezTo>
                  <a:pt x="12" y="254"/>
                  <a:pt x="10" y="251"/>
                  <a:pt x="7" y="251"/>
                </a:cubicBezTo>
                <a:cubicBezTo>
                  <a:pt x="3" y="251"/>
                  <a:pt x="0" y="254"/>
                  <a:pt x="0" y="257"/>
                </a:cubicBezTo>
                <a:cubicBezTo>
                  <a:pt x="0" y="260"/>
                  <a:pt x="3" y="263"/>
                  <a:pt x="7" y="263"/>
                </a:cubicBezTo>
                <a:close/>
                <a:moveTo>
                  <a:pt x="7" y="213"/>
                </a:moveTo>
                <a:cubicBezTo>
                  <a:pt x="7" y="213"/>
                  <a:pt x="7" y="213"/>
                  <a:pt x="7" y="213"/>
                </a:cubicBezTo>
                <a:cubicBezTo>
                  <a:pt x="10" y="213"/>
                  <a:pt x="12" y="210"/>
                  <a:pt x="12" y="207"/>
                </a:cubicBezTo>
                <a:cubicBezTo>
                  <a:pt x="12" y="204"/>
                  <a:pt x="10" y="201"/>
                  <a:pt x="7" y="201"/>
                </a:cubicBezTo>
                <a:cubicBezTo>
                  <a:pt x="3" y="201"/>
                  <a:pt x="0" y="204"/>
                  <a:pt x="0" y="207"/>
                </a:cubicBezTo>
                <a:cubicBezTo>
                  <a:pt x="0" y="210"/>
                  <a:pt x="3" y="213"/>
                  <a:pt x="7" y="213"/>
                </a:cubicBezTo>
                <a:close/>
                <a:moveTo>
                  <a:pt x="7" y="163"/>
                </a:moveTo>
                <a:cubicBezTo>
                  <a:pt x="7" y="163"/>
                  <a:pt x="7" y="163"/>
                  <a:pt x="7" y="163"/>
                </a:cubicBezTo>
                <a:cubicBezTo>
                  <a:pt x="10" y="163"/>
                  <a:pt x="12" y="160"/>
                  <a:pt x="12" y="157"/>
                </a:cubicBezTo>
                <a:cubicBezTo>
                  <a:pt x="12" y="154"/>
                  <a:pt x="10" y="151"/>
                  <a:pt x="7" y="151"/>
                </a:cubicBezTo>
                <a:cubicBezTo>
                  <a:pt x="3" y="151"/>
                  <a:pt x="0" y="154"/>
                  <a:pt x="0" y="157"/>
                </a:cubicBezTo>
                <a:cubicBezTo>
                  <a:pt x="0" y="160"/>
                  <a:pt x="3" y="163"/>
                  <a:pt x="7" y="163"/>
                </a:cubicBezTo>
                <a:close/>
                <a:moveTo>
                  <a:pt x="7" y="113"/>
                </a:moveTo>
                <a:cubicBezTo>
                  <a:pt x="7" y="113"/>
                  <a:pt x="7" y="113"/>
                  <a:pt x="7" y="113"/>
                </a:cubicBezTo>
                <a:cubicBezTo>
                  <a:pt x="10" y="113"/>
                  <a:pt x="12" y="110"/>
                  <a:pt x="12" y="107"/>
                </a:cubicBezTo>
                <a:cubicBezTo>
                  <a:pt x="12" y="104"/>
                  <a:pt x="10" y="101"/>
                  <a:pt x="7" y="101"/>
                </a:cubicBezTo>
                <a:cubicBezTo>
                  <a:pt x="3" y="101"/>
                  <a:pt x="0" y="104"/>
                  <a:pt x="0" y="107"/>
                </a:cubicBezTo>
                <a:cubicBezTo>
                  <a:pt x="0" y="110"/>
                  <a:pt x="3" y="113"/>
                  <a:pt x="7" y="113"/>
                </a:cubicBezTo>
                <a:close/>
                <a:moveTo>
                  <a:pt x="7" y="63"/>
                </a:moveTo>
                <a:cubicBezTo>
                  <a:pt x="7" y="63"/>
                  <a:pt x="7" y="63"/>
                  <a:pt x="7" y="63"/>
                </a:cubicBezTo>
                <a:cubicBezTo>
                  <a:pt x="10" y="63"/>
                  <a:pt x="12" y="60"/>
                  <a:pt x="12" y="57"/>
                </a:cubicBezTo>
                <a:cubicBezTo>
                  <a:pt x="12" y="54"/>
                  <a:pt x="10" y="51"/>
                  <a:pt x="7" y="51"/>
                </a:cubicBezTo>
                <a:cubicBezTo>
                  <a:pt x="3" y="51"/>
                  <a:pt x="0" y="54"/>
                  <a:pt x="0" y="57"/>
                </a:cubicBezTo>
                <a:cubicBezTo>
                  <a:pt x="0" y="60"/>
                  <a:pt x="3" y="63"/>
                  <a:pt x="7" y="63"/>
                </a:cubicBezTo>
                <a:close/>
                <a:moveTo>
                  <a:pt x="9" y="562"/>
                </a:moveTo>
                <a:cubicBezTo>
                  <a:pt x="10" y="562"/>
                  <a:pt x="10" y="562"/>
                  <a:pt x="11" y="561"/>
                </a:cubicBezTo>
                <a:cubicBezTo>
                  <a:pt x="12" y="560"/>
                  <a:pt x="12" y="558"/>
                  <a:pt x="12" y="557"/>
                </a:cubicBezTo>
                <a:cubicBezTo>
                  <a:pt x="12" y="555"/>
                  <a:pt x="12" y="554"/>
                  <a:pt x="11" y="553"/>
                </a:cubicBezTo>
                <a:cubicBezTo>
                  <a:pt x="9" y="550"/>
                  <a:pt x="4" y="550"/>
                  <a:pt x="2" y="553"/>
                </a:cubicBezTo>
                <a:cubicBezTo>
                  <a:pt x="1" y="554"/>
                  <a:pt x="0" y="555"/>
                  <a:pt x="0" y="557"/>
                </a:cubicBezTo>
                <a:cubicBezTo>
                  <a:pt x="0" y="558"/>
                  <a:pt x="1" y="560"/>
                  <a:pt x="2" y="561"/>
                </a:cubicBezTo>
                <a:cubicBezTo>
                  <a:pt x="3" y="562"/>
                  <a:pt x="5" y="563"/>
                  <a:pt x="6" y="563"/>
                </a:cubicBezTo>
                <a:cubicBezTo>
                  <a:pt x="7" y="563"/>
                  <a:pt x="8" y="563"/>
                  <a:pt x="9" y="562"/>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773559AA-BB24-49E2-904D-5AAD9D743E56}"/>
              </a:ext>
            </a:extLst>
          </p:cNvPr>
          <p:cNvSpPr>
            <a:spLocks noEditPoints="1"/>
          </p:cNvSpPr>
          <p:nvPr/>
        </p:nvSpPr>
        <p:spPr bwMode="auto">
          <a:xfrm>
            <a:off x="9763126" y="2562225"/>
            <a:ext cx="42863" cy="2868613"/>
          </a:xfrm>
          <a:custGeom>
            <a:avLst/>
            <a:gdLst>
              <a:gd name="T0" fmla="*/ 4 w 12"/>
              <a:gd name="T1" fmla="*/ 12 h 803"/>
              <a:gd name="T2" fmla="*/ 1 w 12"/>
              <a:gd name="T3" fmla="*/ 9 h 803"/>
              <a:gd name="T4" fmla="*/ 0 w 12"/>
              <a:gd name="T5" fmla="*/ 5 h 803"/>
              <a:gd name="T6" fmla="*/ 1 w 12"/>
              <a:gd name="T7" fmla="*/ 3 h 803"/>
              <a:gd name="T8" fmla="*/ 3 w 12"/>
              <a:gd name="T9" fmla="*/ 1 h 803"/>
              <a:gd name="T10" fmla="*/ 5 w 12"/>
              <a:gd name="T11" fmla="*/ 1 h 803"/>
              <a:gd name="T12" fmla="*/ 8 w 12"/>
              <a:gd name="T13" fmla="*/ 1 h 803"/>
              <a:gd name="T14" fmla="*/ 10 w 12"/>
              <a:gd name="T15" fmla="*/ 2 h 803"/>
              <a:gd name="T16" fmla="*/ 12 w 12"/>
              <a:gd name="T17" fmla="*/ 4 h 803"/>
              <a:gd name="T18" fmla="*/ 12 w 12"/>
              <a:gd name="T19" fmla="*/ 6 h 803"/>
              <a:gd name="T20" fmla="*/ 10 w 12"/>
              <a:gd name="T21" fmla="*/ 11 h 803"/>
              <a:gd name="T22" fmla="*/ 6 w 12"/>
              <a:gd name="T23" fmla="*/ 12 h 803"/>
              <a:gd name="T24" fmla="*/ 6 w 12"/>
              <a:gd name="T25" fmla="*/ 753 h 803"/>
              <a:gd name="T26" fmla="*/ 6 w 12"/>
              <a:gd name="T27" fmla="*/ 741 h 803"/>
              <a:gd name="T28" fmla="*/ 6 w 12"/>
              <a:gd name="T29" fmla="*/ 753 h 803"/>
              <a:gd name="T30" fmla="*/ 6 w 12"/>
              <a:gd name="T31" fmla="*/ 704 h 803"/>
              <a:gd name="T32" fmla="*/ 6 w 12"/>
              <a:gd name="T33" fmla="*/ 692 h 803"/>
              <a:gd name="T34" fmla="*/ 6 w 12"/>
              <a:gd name="T35" fmla="*/ 704 h 803"/>
              <a:gd name="T36" fmla="*/ 6 w 12"/>
              <a:gd name="T37" fmla="*/ 655 h 803"/>
              <a:gd name="T38" fmla="*/ 6 w 12"/>
              <a:gd name="T39" fmla="*/ 643 h 803"/>
              <a:gd name="T40" fmla="*/ 6 w 12"/>
              <a:gd name="T41" fmla="*/ 655 h 803"/>
              <a:gd name="T42" fmla="*/ 6 w 12"/>
              <a:gd name="T43" fmla="*/ 605 h 803"/>
              <a:gd name="T44" fmla="*/ 6 w 12"/>
              <a:gd name="T45" fmla="*/ 593 h 803"/>
              <a:gd name="T46" fmla="*/ 6 w 12"/>
              <a:gd name="T47" fmla="*/ 605 h 803"/>
              <a:gd name="T48" fmla="*/ 6 w 12"/>
              <a:gd name="T49" fmla="*/ 556 h 803"/>
              <a:gd name="T50" fmla="*/ 6 w 12"/>
              <a:gd name="T51" fmla="*/ 544 h 803"/>
              <a:gd name="T52" fmla="*/ 6 w 12"/>
              <a:gd name="T53" fmla="*/ 556 h 803"/>
              <a:gd name="T54" fmla="*/ 6 w 12"/>
              <a:gd name="T55" fmla="*/ 506 h 803"/>
              <a:gd name="T56" fmla="*/ 6 w 12"/>
              <a:gd name="T57" fmla="*/ 494 h 803"/>
              <a:gd name="T58" fmla="*/ 6 w 12"/>
              <a:gd name="T59" fmla="*/ 506 h 803"/>
              <a:gd name="T60" fmla="*/ 6 w 12"/>
              <a:gd name="T61" fmla="*/ 457 h 803"/>
              <a:gd name="T62" fmla="*/ 6 w 12"/>
              <a:gd name="T63" fmla="*/ 445 h 803"/>
              <a:gd name="T64" fmla="*/ 6 w 12"/>
              <a:gd name="T65" fmla="*/ 457 h 803"/>
              <a:gd name="T66" fmla="*/ 6 w 12"/>
              <a:gd name="T67" fmla="*/ 408 h 803"/>
              <a:gd name="T68" fmla="*/ 6 w 12"/>
              <a:gd name="T69" fmla="*/ 396 h 803"/>
              <a:gd name="T70" fmla="*/ 6 w 12"/>
              <a:gd name="T71" fmla="*/ 408 h 803"/>
              <a:gd name="T72" fmla="*/ 6 w 12"/>
              <a:gd name="T73" fmla="*/ 358 h 803"/>
              <a:gd name="T74" fmla="*/ 6 w 12"/>
              <a:gd name="T75" fmla="*/ 346 h 803"/>
              <a:gd name="T76" fmla="*/ 6 w 12"/>
              <a:gd name="T77" fmla="*/ 358 h 803"/>
              <a:gd name="T78" fmla="*/ 6 w 12"/>
              <a:gd name="T79" fmla="*/ 309 h 803"/>
              <a:gd name="T80" fmla="*/ 6 w 12"/>
              <a:gd name="T81" fmla="*/ 297 h 803"/>
              <a:gd name="T82" fmla="*/ 6 w 12"/>
              <a:gd name="T83" fmla="*/ 309 h 803"/>
              <a:gd name="T84" fmla="*/ 6 w 12"/>
              <a:gd name="T85" fmla="*/ 259 h 803"/>
              <a:gd name="T86" fmla="*/ 6 w 12"/>
              <a:gd name="T87" fmla="*/ 247 h 803"/>
              <a:gd name="T88" fmla="*/ 6 w 12"/>
              <a:gd name="T89" fmla="*/ 259 h 803"/>
              <a:gd name="T90" fmla="*/ 6 w 12"/>
              <a:gd name="T91" fmla="*/ 210 h 803"/>
              <a:gd name="T92" fmla="*/ 6 w 12"/>
              <a:gd name="T93" fmla="*/ 198 h 803"/>
              <a:gd name="T94" fmla="*/ 6 w 12"/>
              <a:gd name="T95" fmla="*/ 210 h 803"/>
              <a:gd name="T96" fmla="*/ 6 w 12"/>
              <a:gd name="T97" fmla="*/ 161 h 803"/>
              <a:gd name="T98" fmla="*/ 6 w 12"/>
              <a:gd name="T99" fmla="*/ 149 h 803"/>
              <a:gd name="T100" fmla="*/ 6 w 12"/>
              <a:gd name="T101" fmla="*/ 161 h 803"/>
              <a:gd name="T102" fmla="*/ 6 w 12"/>
              <a:gd name="T103" fmla="*/ 111 h 803"/>
              <a:gd name="T104" fmla="*/ 6 w 12"/>
              <a:gd name="T105" fmla="*/ 99 h 803"/>
              <a:gd name="T106" fmla="*/ 6 w 12"/>
              <a:gd name="T107" fmla="*/ 111 h 803"/>
              <a:gd name="T108" fmla="*/ 6 w 12"/>
              <a:gd name="T109" fmla="*/ 62 h 803"/>
              <a:gd name="T110" fmla="*/ 6 w 12"/>
              <a:gd name="T111" fmla="*/ 50 h 803"/>
              <a:gd name="T112" fmla="*/ 6 w 12"/>
              <a:gd name="T113" fmla="*/ 62 h 803"/>
              <a:gd name="T114" fmla="*/ 12 w 12"/>
              <a:gd name="T115" fmla="*/ 797 h 803"/>
              <a:gd name="T116" fmla="*/ 2 w 12"/>
              <a:gd name="T117" fmla="*/ 793 h 803"/>
              <a:gd name="T118" fmla="*/ 2 w 12"/>
              <a:gd name="T119" fmla="*/ 801 h 803"/>
              <a:gd name="T120" fmla="*/ 6 w 12"/>
              <a:gd name="T121" fmla="*/ 803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 h="803">
                <a:moveTo>
                  <a:pt x="6" y="12"/>
                </a:moveTo>
                <a:cubicBezTo>
                  <a:pt x="5" y="12"/>
                  <a:pt x="5" y="12"/>
                  <a:pt x="4" y="12"/>
                </a:cubicBezTo>
                <a:cubicBezTo>
                  <a:pt x="3" y="12"/>
                  <a:pt x="2" y="11"/>
                  <a:pt x="2" y="11"/>
                </a:cubicBezTo>
                <a:cubicBezTo>
                  <a:pt x="1" y="10"/>
                  <a:pt x="1" y="9"/>
                  <a:pt x="1" y="9"/>
                </a:cubicBezTo>
                <a:cubicBezTo>
                  <a:pt x="0" y="8"/>
                  <a:pt x="0" y="7"/>
                  <a:pt x="0" y="6"/>
                </a:cubicBezTo>
                <a:cubicBezTo>
                  <a:pt x="0" y="6"/>
                  <a:pt x="0" y="6"/>
                  <a:pt x="0" y="5"/>
                </a:cubicBezTo>
                <a:cubicBezTo>
                  <a:pt x="1" y="4"/>
                  <a:pt x="1" y="4"/>
                  <a:pt x="1" y="4"/>
                </a:cubicBezTo>
                <a:cubicBezTo>
                  <a:pt x="1" y="3"/>
                  <a:pt x="1" y="3"/>
                  <a:pt x="1" y="3"/>
                </a:cubicBezTo>
                <a:cubicBezTo>
                  <a:pt x="2" y="2"/>
                  <a:pt x="2" y="2"/>
                  <a:pt x="2" y="2"/>
                </a:cubicBezTo>
                <a:cubicBezTo>
                  <a:pt x="3" y="1"/>
                  <a:pt x="3" y="1"/>
                  <a:pt x="3" y="1"/>
                </a:cubicBezTo>
                <a:cubicBezTo>
                  <a:pt x="3" y="1"/>
                  <a:pt x="3" y="1"/>
                  <a:pt x="4" y="1"/>
                </a:cubicBezTo>
                <a:cubicBezTo>
                  <a:pt x="5" y="1"/>
                  <a:pt x="5" y="1"/>
                  <a:pt x="5" y="1"/>
                </a:cubicBezTo>
                <a:cubicBezTo>
                  <a:pt x="6" y="0"/>
                  <a:pt x="7" y="0"/>
                  <a:pt x="7" y="1"/>
                </a:cubicBezTo>
                <a:cubicBezTo>
                  <a:pt x="8" y="1"/>
                  <a:pt x="8" y="1"/>
                  <a:pt x="8" y="1"/>
                </a:cubicBezTo>
                <a:cubicBezTo>
                  <a:pt x="9" y="1"/>
                  <a:pt x="9" y="1"/>
                  <a:pt x="9" y="1"/>
                </a:cubicBezTo>
                <a:cubicBezTo>
                  <a:pt x="10" y="2"/>
                  <a:pt x="10" y="2"/>
                  <a:pt x="10" y="2"/>
                </a:cubicBezTo>
                <a:cubicBezTo>
                  <a:pt x="11" y="3"/>
                  <a:pt x="11" y="3"/>
                  <a:pt x="11" y="3"/>
                </a:cubicBezTo>
                <a:cubicBezTo>
                  <a:pt x="12" y="4"/>
                  <a:pt x="12" y="4"/>
                  <a:pt x="12" y="4"/>
                </a:cubicBezTo>
                <a:cubicBezTo>
                  <a:pt x="12" y="5"/>
                  <a:pt x="12" y="5"/>
                  <a:pt x="12" y="5"/>
                </a:cubicBezTo>
                <a:cubicBezTo>
                  <a:pt x="12" y="6"/>
                  <a:pt x="12" y="6"/>
                  <a:pt x="12" y="6"/>
                </a:cubicBezTo>
                <a:cubicBezTo>
                  <a:pt x="12" y="7"/>
                  <a:pt x="12" y="8"/>
                  <a:pt x="12" y="9"/>
                </a:cubicBezTo>
                <a:cubicBezTo>
                  <a:pt x="11" y="9"/>
                  <a:pt x="11" y="10"/>
                  <a:pt x="10" y="11"/>
                </a:cubicBezTo>
                <a:cubicBezTo>
                  <a:pt x="10" y="11"/>
                  <a:pt x="9" y="12"/>
                  <a:pt x="8" y="12"/>
                </a:cubicBezTo>
                <a:cubicBezTo>
                  <a:pt x="8" y="12"/>
                  <a:pt x="7" y="12"/>
                  <a:pt x="6" y="12"/>
                </a:cubicBezTo>
                <a:close/>
                <a:moveTo>
                  <a:pt x="6" y="753"/>
                </a:moveTo>
                <a:cubicBezTo>
                  <a:pt x="6" y="753"/>
                  <a:pt x="6" y="753"/>
                  <a:pt x="6" y="753"/>
                </a:cubicBezTo>
                <a:cubicBezTo>
                  <a:pt x="9" y="753"/>
                  <a:pt x="12" y="751"/>
                  <a:pt x="12" y="747"/>
                </a:cubicBezTo>
                <a:cubicBezTo>
                  <a:pt x="12" y="744"/>
                  <a:pt x="9" y="741"/>
                  <a:pt x="6" y="741"/>
                </a:cubicBezTo>
                <a:cubicBezTo>
                  <a:pt x="3" y="741"/>
                  <a:pt x="0" y="744"/>
                  <a:pt x="0" y="747"/>
                </a:cubicBezTo>
                <a:cubicBezTo>
                  <a:pt x="0" y="751"/>
                  <a:pt x="3" y="753"/>
                  <a:pt x="6" y="753"/>
                </a:cubicBezTo>
                <a:close/>
                <a:moveTo>
                  <a:pt x="6" y="704"/>
                </a:moveTo>
                <a:cubicBezTo>
                  <a:pt x="6" y="704"/>
                  <a:pt x="6" y="704"/>
                  <a:pt x="6" y="704"/>
                </a:cubicBezTo>
                <a:cubicBezTo>
                  <a:pt x="9" y="704"/>
                  <a:pt x="12" y="701"/>
                  <a:pt x="12" y="698"/>
                </a:cubicBezTo>
                <a:cubicBezTo>
                  <a:pt x="12" y="695"/>
                  <a:pt x="9" y="692"/>
                  <a:pt x="6" y="692"/>
                </a:cubicBezTo>
                <a:cubicBezTo>
                  <a:pt x="3" y="692"/>
                  <a:pt x="0" y="695"/>
                  <a:pt x="0" y="698"/>
                </a:cubicBezTo>
                <a:cubicBezTo>
                  <a:pt x="0" y="701"/>
                  <a:pt x="3" y="704"/>
                  <a:pt x="6" y="704"/>
                </a:cubicBezTo>
                <a:close/>
                <a:moveTo>
                  <a:pt x="6" y="655"/>
                </a:moveTo>
                <a:cubicBezTo>
                  <a:pt x="6" y="655"/>
                  <a:pt x="6" y="655"/>
                  <a:pt x="6" y="655"/>
                </a:cubicBezTo>
                <a:cubicBezTo>
                  <a:pt x="9" y="655"/>
                  <a:pt x="12" y="652"/>
                  <a:pt x="12" y="649"/>
                </a:cubicBezTo>
                <a:cubicBezTo>
                  <a:pt x="12" y="645"/>
                  <a:pt x="9" y="643"/>
                  <a:pt x="6" y="643"/>
                </a:cubicBezTo>
                <a:cubicBezTo>
                  <a:pt x="3" y="643"/>
                  <a:pt x="0" y="645"/>
                  <a:pt x="0" y="649"/>
                </a:cubicBezTo>
                <a:cubicBezTo>
                  <a:pt x="0" y="652"/>
                  <a:pt x="3" y="655"/>
                  <a:pt x="6" y="655"/>
                </a:cubicBezTo>
                <a:close/>
                <a:moveTo>
                  <a:pt x="6" y="605"/>
                </a:moveTo>
                <a:cubicBezTo>
                  <a:pt x="6" y="605"/>
                  <a:pt x="6" y="605"/>
                  <a:pt x="6" y="605"/>
                </a:cubicBezTo>
                <a:cubicBezTo>
                  <a:pt x="9" y="605"/>
                  <a:pt x="12" y="603"/>
                  <a:pt x="12" y="599"/>
                </a:cubicBezTo>
                <a:cubicBezTo>
                  <a:pt x="12" y="596"/>
                  <a:pt x="9" y="593"/>
                  <a:pt x="6" y="593"/>
                </a:cubicBezTo>
                <a:cubicBezTo>
                  <a:pt x="3" y="593"/>
                  <a:pt x="0" y="596"/>
                  <a:pt x="0" y="599"/>
                </a:cubicBezTo>
                <a:cubicBezTo>
                  <a:pt x="0" y="603"/>
                  <a:pt x="3" y="605"/>
                  <a:pt x="6" y="605"/>
                </a:cubicBezTo>
                <a:close/>
                <a:moveTo>
                  <a:pt x="6" y="556"/>
                </a:moveTo>
                <a:cubicBezTo>
                  <a:pt x="6" y="556"/>
                  <a:pt x="6" y="556"/>
                  <a:pt x="6" y="556"/>
                </a:cubicBezTo>
                <a:cubicBezTo>
                  <a:pt x="9" y="556"/>
                  <a:pt x="12" y="553"/>
                  <a:pt x="12" y="550"/>
                </a:cubicBezTo>
                <a:cubicBezTo>
                  <a:pt x="12" y="547"/>
                  <a:pt x="9" y="544"/>
                  <a:pt x="6" y="544"/>
                </a:cubicBezTo>
                <a:cubicBezTo>
                  <a:pt x="3" y="544"/>
                  <a:pt x="0" y="547"/>
                  <a:pt x="0" y="550"/>
                </a:cubicBezTo>
                <a:cubicBezTo>
                  <a:pt x="0" y="553"/>
                  <a:pt x="3" y="556"/>
                  <a:pt x="6" y="556"/>
                </a:cubicBezTo>
                <a:close/>
                <a:moveTo>
                  <a:pt x="6" y="506"/>
                </a:moveTo>
                <a:cubicBezTo>
                  <a:pt x="6" y="506"/>
                  <a:pt x="6" y="506"/>
                  <a:pt x="6" y="506"/>
                </a:cubicBezTo>
                <a:cubicBezTo>
                  <a:pt x="9" y="506"/>
                  <a:pt x="12" y="504"/>
                  <a:pt x="12" y="500"/>
                </a:cubicBezTo>
                <a:cubicBezTo>
                  <a:pt x="12" y="497"/>
                  <a:pt x="9" y="494"/>
                  <a:pt x="6" y="494"/>
                </a:cubicBezTo>
                <a:cubicBezTo>
                  <a:pt x="3" y="494"/>
                  <a:pt x="0" y="497"/>
                  <a:pt x="0" y="500"/>
                </a:cubicBezTo>
                <a:cubicBezTo>
                  <a:pt x="0" y="504"/>
                  <a:pt x="3" y="506"/>
                  <a:pt x="6" y="506"/>
                </a:cubicBezTo>
                <a:close/>
                <a:moveTo>
                  <a:pt x="6" y="457"/>
                </a:moveTo>
                <a:cubicBezTo>
                  <a:pt x="6" y="457"/>
                  <a:pt x="6" y="457"/>
                  <a:pt x="6" y="457"/>
                </a:cubicBezTo>
                <a:cubicBezTo>
                  <a:pt x="9" y="457"/>
                  <a:pt x="12" y="454"/>
                  <a:pt x="12" y="451"/>
                </a:cubicBezTo>
                <a:cubicBezTo>
                  <a:pt x="12" y="448"/>
                  <a:pt x="9" y="445"/>
                  <a:pt x="6" y="445"/>
                </a:cubicBezTo>
                <a:cubicBezTo>
                  <a:pt x="3" y="445"/>
                  <a:pt x="0" y="448"/>
                  <a:pt x="0" y="451"/>
                </a:cubicBezTo>
                <a:cubicBezTo>
                  <a:pt x="0" y="454"/>
                  <a:pt x="3" y="457"/>
                  <a:pt x="6" y="457"/>
                </a:cubicBezTo>
                <a:close/>
                <a:moveTo>
                  <a:pt x="6" y="408"/>
                </a:moveTo>
                <a:cubicBezTo>
                  <a:pt x="6" y="408"/>
                  <a:pt x="6" y="408"/>
                  <a:pt x="6" y="408"/>
                </a:cubicBezTo>
                <a:cubicBezTo>
                  <a:pt x="9" y="408"/>
                  <a:pt x="12" y="405"/>
                  <a:pt x="12" y="402"/>
                </a:cubicBezTo>
                <a:cubicBezTo>
                  <a:pt x="12" y="398"/>
                  <a:pt x="9" y="396"/>
                  <a:pt x="6" y="396"/>
                </a:cubicBezTo>
                <a:cubicBezTo>
                  <a:pt x="3" y="396"/>
                  <a:pt x="0" y="398"/>
                  <a:pt x="0" y="402"/>
                </a:cubicBezTo>
                <a:cubicBezTo>
                  <a:pt x="0" y="405"/>
                  <a:pt x="3" y="408"/>
                  <a:pt x="6" y="408"/>
                </a:cubicBezTo>
                <a:close/>
                <a:moveTo>
                  <a:pt x="6" y="358"/>
                </a:moveTo>
                <a:cubicBezTo>
                  <a:pt x="6" y="358"/>
                  <a:pt x="6" y="358"/>
                  <a:pt x="6" y="358"/>
                </a:cubicBezTo>
                <a:cubicBezTo>
                  <a:pt x="9" y="358"/>
                  <a:pt x="12" y="356"/>
                  <a:pt x="12" y="352"/>
                </a:cubicBezTo>
                <a:cubicBezTo>
                  <a:pt x="12" y="349"/>
                  <a:pt x="9" y="346"/>
                  <a:pt x="6" y="346"/>
                </a:cubicBezTo>
                <a:cubicBezTo>
                  <a:pt x="3" y="346"/>
                  <a:pt x="0" y="349"/>
                  <a:pt x="0" y="352"/>
                </a:cubicBezTo>
                <a:cubicBezTo>
                  <a:pt x="0" y="356"/>
                  <a:pt x="3" y="358"/>
                  <a:pt x="6" y="358"/>
                </a:cubicBezTo>
                <a:close/>
                <a:moveTo>
                  <a:pt x="6" y="309"/>
                </a:moveTo>
                <a:cubicBezTo>
                  <a:pt x="6" y="309"/>
                  <a:pt x="6" y="309"/>
                  <a:pt x="6" y="309"/>
                </a:cubicBezTo>
                <a:cubicBezTo>
                  <a:pt x="9" y="309"/>
                  <a:pt x="12" y="306"/>
                  <a:pt x="12" y="303"/>
                </a:cubicBezTo>
                <a:cubicBezTo>
                  <a:pt x="12" y="299"/>
                  <a:pt x="9" y="297"/>
                  <a:pt x="6" y="297"/>
                </a:cubicBezTo>
                <a:cubicBezTo>
                  <a:pt x="3" y="297"/>
                  <a:pt x="0" y="299"/>
                  <a:pt x="0" y="303"/>
                </a:cubicBezTo>
                <a:cubicBezTo>
                  <a:pt x="0" y="306"/>
                  <a:pt x="3" y="309"/>
                  <a:pt x="6" y="309"/>
                </a:cubicBezTo>
                <a:close/>
                <a:moveTo>
                  <a:pt x="6" y="259"/>
                </a:moveTo>
                <a:cubicBezTo>
                  <a:pt x="6" y="259"/>
                  <a:pt x="6" y="259"/>
                  <a:pt x="6" y="259"/>
                </a:cubicBezTo>
                <a:cubicBezTo>
                  <a:pt x="9" y="259"/>
                  <a:pt x="12" y="257"/>
                  <a:pt x="12" y="253"/>
                </a:cubicBezTo>
                <a:cubicBezTo>
                  <a:pt x="12" y="250"/>
                  <a:pt x="9" y="247"/>
                  <a:pt x="6" y="247"/>
                </a:cubicBezTo>
                <a:cubicBezTo>
                  <a:pt x="3" y="247"/>
                  <a:pt x="0" y="250"/>
                  <a:pt x="0" y="253"/>
                </a:cubicBezTo>
                <a:cubicBezTo>
                  <a:pt x="0" y="257"/>
                  <a:pt x="3" y="259"/>
                  <a:pt x="6" y="259"/>
                </a:cubicBezTo>
                <a:close/>
                <a:moveTo>
                  <a:pt x="6" y="210"/>
                </a:moveTo>
                <a:cubicBezTo>
                  <a:pt x="6" y="210"/>
                  <a:pt x="6" y="210"/>
                  <a:pt x="6" y="210"/>
                </a:cubicBezTo>
                <a:cubicBezTo>
                  <a:pt x="9" y="210"/>
                  <a:pt x="12" y="207"/>
                  <a:pt x="12" y="204"/>
                </a:cubicBezTo>
                <a:cubicBezTo>
                  <a:pt x="12" y="201"/>
                  <a:pt x="9" y="198"/>
                  <a:pt x="6" y="198"/>
                </a:cubicBezTo>
                <a:cubicBezTo>
                  <a:pt x="3" y="198"/>
                  <a:pt x="0" y="201"/>
                  <a:pt x="0" y="204"/>
                </a:cubicBezTo>
                <a:cubicBezTo>
                  <a:pt x="0" y="207"/>
                  <a:pt x="3" y="210"/>
                  <a:pt x="6" y="210"/>
                </a:cubicBezTo>
                <a:close/>
                <a:moveTo>
                  <a:pt x="6" y="161"/>
                </a:moveTo>
                <a:cubicBezTo>
                  <a:pt x="6" y="161"/>
                  <a:pt x="6" y="161"/>
                  <a:pt x="6" y="161"/>
                </a:cubicBezTo>
                <a:cubicBezTo>
                  <a:pt x="9" y="161"/>
                  <a:pt x="12" y="158"/>
                  <a:pt x="12" y="155"/>
                </a:cubicBezTo>
                <a:cubicBezTo>
                  <a:pt x="12" y="151"/>
                  <a:pt x="9" y="149"/>
                  <a:pt x="6" y="149"/>
                </a:cubicBezTo>
                <a:cubicBezTo>
                  <a:pt x="3" y="149"/>
                  <a:pt x="0" y="151"/>
                  <a:pt x="0" y="155"/>
                </a:cubicBezTo>
                <a:cubicBezTo>
                  <a:pt x="0" y="158"/>
                  <a:pt x="3" y="161"/>
                  <a:pt x="6" y="161"/>
                </a:cubicBezTo>
                <a:close/>
                <a:moveTo>
                  <a:pt x="6" y="111"/>
                </a:moveTo>
                <a:cubicBezTo>
                  <a:pt x="6" y="111"/>
                  <a:pt x="6" y="111"/>
                  <a:pt x="6" y="111"/>
                </a:cubicBezTo>
                <a:cubicBezTo>
                  <a:pt x="9" y="111"/>
                  <a:pt x="12" y="109"/>
                  <a:pt x="12" y="105"/>
                </a:cubicBezTo>
                <a:cubicBezTo>
                  <a:pt x="12" y="102"/>
                  <a:pt x="9" y="99"/>
                  <a:pt x="6" y="99"/>
                </a:cubicBezTo>
                <a:cubicBezTo>
                  <a:pt x="3" y="99"/>
                  <a:pt x="0" y="102"/>
                  <a:pt x="0" y="105"/>
                </a:cubicBezTo>
                <a:cubicBezTo>
                  <a:pt x="0" y="109"/>
                  <a:pt x="3" y="111"/>
                  <a:pt x="6" y="111"/>
                </a:cubicBezTo>
                <a:close/>
                <a:moveTo>
                  <a:pt x="6" y="62"/>
                </a:moveTo>
                <a:cubicBezTo>
                  <a:pt x="6" y="62"/>
                  <a:pt x="6" y="62"/>
                  <a:pt x="6" y="62"/>
                </a:cubicBezTo>
                <a:cubicBezTo>
                  <a:pt x="9" y="62"/>
                  <a:pt x="12" y="59"/>
                  <a:pt x="12" y="56"/>
                </a:cubicBezTo>
                <a:cubicBezTo>
                  <a:pt x="12" y="52"/>
                  <a:pt x="9" y="50"/>
                  <a:pt x="6" y="50"/>
                </a:cubicBezTo>
                <a:cubicBezTo>
                  <a:pt x="3" y="50"/>
                  <a:pt x="0" y="52"/>
                  <a:pt x="0" y="56"/>
                </a:cubicBezTo>
                <a:cubicBezTo>
                  <a:pt x="0" y="59"/>
                  <a:pt x="3" y="62"/>
                  <a:pt x="6" y="62"/>
                </a:cubicBezTo>
                <a:close/>
                <a:moveTo>
                  <a:pt x="10" y="801"/>
                </a:moveTo>
                <a:cubicBezTo>
                  <a:pt x="11" y="800"/>
                  <a:pt x="12" y="798"/>
                  <a:pt x="12" y="797"/>
                </a:cubicBezTo>
                <a:cubicBezTo>
                  <a:pt x="12" y="795"/>
                  <a:pt x="11" y="794"/>
                  <a:pt x="10" y="793"/>
                </a:cubicBezTo>
                <a:cubicBezTo>
                  <a:pt x="8" y="790"/>
                  <a:pt x="4" y="790"/>
                  <a:pt x="2" y="793"/>
                </a:cubicBezTo>
                <a:cubicBezTo>
                  <a:pt x="1" y="794"/>
                  <a:pt x="0" y="795"/>
                  <a:pt x="0" y="797"/>
                </a:cubicBezTo>
                <a:cubicBezTo>
                  <a:pt x="0" y="798"/>
                  <a:pt x="1" y="800"/>
                  <a:pt x="2" y="801"/>
                </a:cubicBezTo>
                <a:cubicBezTo>
                  <a:pt x="2" y="802"/>
                  <a:pt x="3" y="802"/>
                  <a:pt x="4" y="802"/>
                </a:cubicBezTo>
                <a:cubicBezTo>
                  <a:pt x="5" y="803"/>
                  <a:pt x="5" y="803"/>
                  <a:pt x="6" y="803"/>
                </a:cubicBezTo>
                <a:cubicBezTo>
                  <a:pt x="8" y="803"/>
                  <a:pt x="9" y="802"/>
                  <a:pt x="10" y="801"/>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67069FEE-253D-470D-9F57-D85F293E9884}"/>
              </a:ext>
            </a:extLst>
          </p:cNvPr>
          <p:cNvSpPr>
            <a:spLocks noEditPoints="1"/>
          </p:cNvSpPr>
          <p:nvPr/>
        </p:nvSpPr>
        <p:spPr bwMode="auto">
          <a:xfrm>
            <a:off x="6389688" y="4602163"/>
            <a:ext cx="342900" cy="42863"/>
          </a:xfrm>
          <a:custGeom>
            <a:avLst/>
            <a:gdLst>
              <a:gd name="T0" fmla="*/ 90 w 96"/>
              <a:gd name="T1" fmla="*/ 12 h 12"/>
              <a:gd name="T2" fmla="*/ 88 w 96"/>
              <a:gd name="T3" fmla="*/ 12 h 12"/>
              <a:gd name="T4" fmla="*/ 86 w 96"/>
              <a:gd name="T5" fmla="*/ 10 h 12"/>
              <a:gd name="T6" fmla="*/ 84 w 96"/>
              <a:gd name="T7" fmla="*/ 6 h 12"/>
              <a:gd name="T8" fmla="*/ 84 w 96"/>
              <a:gd name="T9" fmla="*/ 5 h 12"/>
              <a:gd name="T10" fmla="*/ 85 w 96"/>
              <a:gd name="T11" fmla="*/ 4 h 12"/>
              <a:gd name="T12" fmla="*/ 85 w 96"/>
              <a:gd name="T13" fmla="*/ 3 h 12"/>
              <a:gd name="T14" fmla="*/ 86 w 96"/>
              <a:gd name="T15" fmla="*/ 2 h 12"/>
              <a:gd name="T16" fmla="*/ 87 w 96"/>
              <a:gd name="T17" fmla="*/ 1 h 12"/>
              <a:gd name="T18" fmla="*/ 88 w 96"/>
              <a:gd name="T19" fmla="*/ 1 h 12"/>
              <a:gd name="T20" fmla="*/ 89 w 96"/>
              <a:gd name="T21" fmla="*/ 0 h 12"/>
              <a:gd name="T22" fmla="*/ 91 w 96"/>
              <a:gd name="T23" fmla="*/ 0 h 12"/>
              <a:gd name="T24" fmla="*/ 92 w 96"/>
              <a:gd name="T25" fmla="*/ 1 h 12"/>
              <a:gd name="T26" fmla="*/ 93 w 96"/>
              <a:gd name="T27" fmla="*/ 1 h 12"/>
              <a:gd name="T28" fmla="*/ 94 w 96"/>
              <a:gd name="T29" fmla="*/ 2 h 12"/>
              <a:gd name="T30" fmla="*/ 95 w 96"/>
              <a:gd name="T31" fmla="*/ 3 h 12"/>
              <a:gd name="T32" fmla="*/ 96 w 96"/>
              <a:gd name="T33" fmla="*/ 4 h 12"/>
              <a:gd name="T34" fmla="*/ 96 w 96"/>
              <a:gd name="T35" fmla="*/ 5 h 12"/>
              <a:gd name="T36" fmla="*/ 96 w 96"/>
              <a:gd name="T37" fmla="*/ 6 h 12"/>
              <a:gd name="T38" fmla="*/ 94 w 96"/>
              <a:gd name="T39" fmla="*/ 10 h 12"/>
              <a:gd name="T40" fmla="*/ 92 w 96"/>
              <a:gd name="T41" fmla="*/ 12 h 12"/>
              <a:gd name="T42" fmla="*/ 90 w 96"/>
              <a:gd name="T43" fmla="*/ 12 h 12"/>
              <a:gd name="T44" fmla="*/ 48 w 96"/>
              <a:gd name="T45" fmla="*/ 12 h 12"/>
              <a:gd name="T46" fmla="*/ 48 w 96"/>
              <a:gd name="T47" fmla="*/ 12 h 12"/>
              <a:gd name="T48" fmla="*/ 54 w 96"/>
              <a:gd name="T49" fmla="*/ 6 h 12"/>
              <a:gd name="T50" fmla="*/ 48 w 96"/>
              <a:gd name="T51" fmla="*/ 0 h 12"/>
              <a:gd name="T52" fmla="*/ 42 w 96"/>
              <a:gd name="T53" fmla="*/ 6 h 12"/>
              <a:gd name="T54" fmla="*/ 48 w 96"/>
              <a:gd name="T55" fmla="*/ 12 h 12"/>
              <a:gd name="T56" fmla="*/ 8 w 96"/>
              <a:gd name="T57" fmla="*/ 12 h 12"/>
              <a:gd name="T58" fmla="*/ 10 w 96"/>
              <a:gd name="T59" fmla="*/ 10 h 12"/>
              <a:gd name="T60" fmla="*/ 11 w 96"/>
              <a:gd name="T61" fmla="*/ 8 h 12"/>
              <a:gd name="T62" fmla="*/ 12 w 96"/>
              <a:gd name="T63" fmla="*/ 6 h 12"/>
              <a:gd name="T64" fmla="*/ 12 w 96"/>
              <a:gd name="T65" fmla="*/ 5 h 12"/>
              <a:gd name="T66" fmla="*/ 11 w 96"/>
              <a:gd name="T67" fmla="*/ 4 h 12"/>
              <a:gd name="T68" fmla="*/ 11 w 96"/>
              <a:gd name="T69" fmla="*/ 3 h 12"/>
              <a:gd name="T70" fmla="*/ 10 w 96"/>
              <a:gd name="T71" fmla="*/ 2 h 12"/>
              <a:gd name="T72" fmla="*/ 5 w 96"/>
              <a:gd name="T73" fmla="*/ 0 h 12"/>
              <a:gd name="T74" fmla="*/ 4 w 96"/>
              <a:gd name="T75" fmla="*/ 1 h 12"/>
              <a:gd name="T76" fmla="*/ 3 w 96"/>
              <a:gd name="T77" fmla="*/ 1 h 12"/>
              <a:gd name="T78" fmla="*/ 2 w 96"/>
              <a:gd name="T79" fmla="*/ 2 h 12"/>
              <a:gd name="T80" fmla="*/ 1 w 96"/>
              <a:gd name="T81" fmla="*/ 3 h 12"/>
              <a:gd name="T82" fmla="*/ 0 w 96"/>
              <a:gd name="T83" fmla="*/ 4 h 12"/>
              <a:gd name="T84" fmla="*/ 0 w 96"/>
              <a:gd name="T85" fmla="*/ 5 h 12"/>
              <a:gd name="T86" fmla="*/ 0 w 96"/>
              <a:gd name="T87" fmla="*/ 6 h 12"/>
              <a:gd name="T88" fmla="*/ 0 w 96"/>
              <a:gd name="T89" fmla="*/ 8 h 12"/>
              <a:gd name="T90" fmla="*/ 2 w 96"/>
              <a:gd name="T91" fmla="*/ 10 h 12"/>
              <a:gd name="T92" fmla="*/ 4 w 96"/>
              <a:gd name="T93" fmla="*/ 12 h 12"/>
              <a:gd name="T94" fmla="*/ 6 w 96"/>
              <a:gd name="T95" fmla="*/ 12 h 12"/>
              <a:gd name="T96" fmla="*/ 8 w 96"/>
              <a:gd name="T9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12">
                <a:moveTo>
                  <a:pt x="90" y="12"/>
                </a:moveTo>
                <a:cubicBezTo>
                  <a:pt x="89" y="12"/>
                  <a:pt x="89" y="12"/>
                  <a:pt x="88" y="12"/>
                </a:cubicBezTo>
                <a:cubicBezTo>
                  <a:pt x="87" y="11"/>
                  <a:pt x="86" y="11"/>
                  <a:pt x="86" y="10"/>
                </a:cubicBezTo>
                <a:cubicBezTo>
                  <a:pt x="85" y="9"/>
                  <a:pt x="84" y="8"/>
                  <a:pt x="84" y="6"/>
                </a:cubicBezTo>
                <a:cubicBezTo>
                  <a:pt x="84" y="6"/>
                  <a:pt x="84" y="5"/>
                  <a:pt x="84" y="5"/>
                </a:cubicBezTo>
                <a:cubicBezTo>
                  <a:pt x="84" y="5"/>
                  <a:pt x="84" y="4"/>
                  <a:pt x="85" y="4"/>
                </a:cubicBezTo>
                <a:cubicBezTo>
                  <a:pt x="85" y="3"/>
                  <a:pt x="85" y="3"/>
                  <a:pt x="85" y="3"/>
                </a:cubicBezTo>
                <a:cubicBezTo>
                  <a:pt x="86" y="2"/>
                  <a:pt x="86" y="2"/>
                  <a:pt x="86" y="2"/>
                </a:cubicBezTo>
                <a:cubicBezTo>
                  <a:pt x="87" y="1"/>
                  <a:pt x="87" y="1"/>
                  <a:pt x="87" y="1"/>
                </a:cubicBezTo>
                <a:cubicBezTo>
                  <a:pt x="87" y="1"/>
                  <a:pt x="87" y="1"/>
                  <a:pt x="88" y="1"/>
                </a:cubicBezTo>
                <a:cubicBezTo>
                  <a:pt x="88" y="0"/>
                  <a:pt x="89" y="0"/>
                  <a:pt x="89" y="0"/>
                </a:cubicBezTo>
                <a:cubicBezTo>
                  <a:pt x="90" y="0"/>
                  <a:pt x="90" y="0"/>
                  <a:pt x="91" y="0"/>
                </a:cubicBezTo>
                <a:cubicBezTo>
                  <a:pt x="92" y="0"/>
                  <a:pt x="92" y="0"/>
                  <a:pt x="92" y="1"/>
                </a:cubicBezTo>
                <a:cubicBezTo>
                  <a:pt x="93" y="1"/>
                  <a:pt x="93" y="1"/>
                  <a:pt x="93" y="1"/>
                </a:cubicBezTo>
                <a:cubicBezTo>
                  <a:pt x="94" y="2"/>
                  <a:pt x="94" y="2"/>
                  <a:pt x="94" y="2"/>
                </a:cubicBezTo>
                <a:cubicBezTo>
                  <a:pt x="95" y="3"/>
                  <a:pt x="95" y="3"/>
                  <a:pt x="95" y="3"/>
                </a:cubicBezTo>
                <a:cubicBezTo>
                  <a:pt x="96" y="4"/>
                  <a:pt x="96" y="4"/>
                  <a:pt x="96" y="4"/>
                </a:cubicBezTo>
                <a:cubicBezTo>
                  <a:pt x="96" y="4"/>
                  <a:pt x="96" y="5"/>
                  <a:pt x="96" y="5"/>
                </a:cubicBezTo>
                <a:cubicBezTo>
                  <a:pt x="96" y="5"/>
                  <a:pt x="96" y="6"/>
                  <a:pt x="96" y="6"/>
                </a:cubicBezTo>
                <a:cubicBezTo>
                  <a:pt x="96" y="8"/>
                  <a:pt x="95" y="9"/>
                  <a:pt x="94" y="10"/>
                </a:cubicBezTo>
                <a:cubicBezTo>
                  <a:pt x="94" y="11"/>
                  <a:pt x="93" y="11"/>
                  <a:pt x="92" y="12"/>
                </a:cubicBezTo>
                <a:cubicBezTo>
                  <a:pt x="92" y="12"/>
                  <a:pt x="91" y="12"/>
                  <a:pt x="90" y="12"/>
                </a:cubicBezTo>
                <a:close/>
                <a:moveTo>
                  <a:pt x="48" y="12"/>
                </a:moveTo>
                <a:cubicBezTo>
                  <a:pt x="48" y="12"/>
                  <a:pt x="48" y="12"/>
                  <a:pt x="48" y="12"/>
                </a:cubicBezTo>
                <a:cubicBezTo>
                  <a:pt x="51" y="12"/>
                  <a:pt x="54" y="9"/>
                  <a:pt x="54" y="6"/>
                </a:cubicBezTo>
                <a:cubicBezTo>
                  <a:pt x="54" y="3"/>
                  <a:pt x="51" y="0"/>
                  <a:pt x="48" y="0"/>
                </a:cubicBezTo>
                <a:cubicBezTo>
                  <a:pt x="45" y="0"/>
                  <a:pt x="42" y="3"/>
                  <a:pt x="42" y="6"/>
                </a:cubicBezTo>
                <a:cubicBezTo>
                  <a:pt x="42" y="9"/>
                  <a:pt x="45" y="12"/>
                  <a:pt x="48" y="12"/>
                </a:cubicBezTo>
                <a:close/>
                <a:moveTo>
                  <a:pt x="8" y="12"/>
                </a:moveTo>
                <a:cubicBezTo>
                  <a:pt x="9" y="11"/>
                  <a:pt x="10" y="11"/>
                  <a:pt x="10" y="10"/>
                </a:cubicBezTo>
                <a:cubicBezTo>
                  <a:pt x="11" y="10"/>
                  <a:pt x="11" y="9"/>
                  <a:pt x="11" y="8"/>
                </a:cubicBezTo>
                <a:cubicBezTo>
                  <a:pt x="12" y="8"/>
                  <a:pt x="12" y="7"/>
                  <a:pt x="12" y="6"/>
                </a:cubicBezTo>
                <a:cubicBezTo>
                  <a:pt x="12" y="6"/>
                  <a:pt x="12" y="5"/>
                  <a:pt x="12" y="5"/>
                </a:cubicBezTo>
                <a:cubicBezTo>
                  <a:pt x="12" y="5"/>
                  <a:pt x="12" y="4"/>
                  <a:pt x="11" y="4"/>
                </a:cubicBezTo>
                <a:cubicBezTo>
                  <a:pt x="11" y="3"/>
                  <a:pt x="11" y="3"/>
                  <a:pt x="11" y="3"/>
                </a:cubicBezTo>
                <a:cubicBezTo>
                  <a:pt x="10" y="2"/>
                  <a:pt x="10" y="2"/>
                  <a:pt x="10" y="2"/>
                </a:cubicBezTo>
                <a:cubicBezTo>
                  <a:pt x="9" y="0"/>
                  <a:pt x="7" y="0"/>
                  <a:pt x="5" y="0"/>
                </a:cubicBezTo>
                <a:cubicBezTo>
                  <a:pt x="4" y="0"/>
                  <a:pt x="4" y="0"/>
                  <a:pt x="4" y="1"/>
                </a:cubicBezTo>
                <a:cubicBezTo>
                  <a:pt x="3" y="1"/>
                  <a:pt x="3" y="1"/>
                  <a:pt x="3" y="1"/>
                </a:cubicBezTo>
                <a:cubicBezTo>
                  <a:pt x="2" y="2"/>
                  <a:pt x="2" y="2"/>
                  <a:pt x="2" y="2"/>
                </a:cubicBezTo>
                <a:cubicBezTo>
                  <a:pt x="1" y="3"/>
                  <a:pt x="1" y="3"/>
                  <a:pt x="1" y="3"/>
                </a:cubicBezTo>
                <a:cubicBezTo>
                  <a:pt x="0" y="4"/>
                  <a:pt x="0" y="4"/>
                  <a:pt x="0" y="4"/>
                </a:cubicBezTo>
                <a:cubicBezTo>
                  <a:pt x="0" y="4"/>
                  <a:pt x="0" y="5"/>
                  <a:pt x="0" y="5"/>
                </a:cubicBezTo>
                <a:cubicBezTo>
                  <a:pt x="0" y="5"/>
                  <a:pt x="0" y="6"/>
                  <a:pt x="0" y="6"/>
                </a:cubicBezTo>
                <a:cubicBezTo>
                  <a:pt x="0" y="7"/>
                  <a:pt x="0" y="8"/>
                  <a:pt x="0" y="8"/>
                </a:cubicBezTo>
                <a:cubicBezTo>
                  <a:pt x="1" y="9"/>
                  <a:pt x="1" y="10"/>
                  <a:pt x="2" y="10"/>
                </a:cubicBezTo>
                <a:cubicBezTo>
                  <a:pt x="2" y="11"/>
                  <a:pt x="3" y="11"/>
                  <a:pt x="4" y="12"/>
                </a:cubicBezTo>
                <a:cubicBezTo>
                  <a:pt x="4" y="12"/>
                  <a:pt x="5" y="12"/>
                  <a:pt x="6" y="12"/>
                </a:cubicBezTo>
                <a:cubicBezTo>
                  <a:pt x="7" y="12"/>
                  <a:pt x="7" y="12"/>
                  <a:pt x="8" y="12"/>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3F0DE2A5-80F4-4BB4-913A-46013BB7C4A1}"/>
              </a:ext>
            </a:extLst>
          </p:cNvPr>
          <p:cNvSpPr>
            <a:spLocks noEditPoints="1"/>
          </p:cNvSpPr>
          <p:nvPr/>
        </p:nvSpPr>
        <p:spPr bwMode="auto">
          <a:xfrm>
            <a:off x="6389688" y="3744913"/>
            <a:ext cx="1193800" cy="46038"/>
          </a:xfrm>
          <a:custGeom>
            <a:avLst/>
            <a:gdLst>
              <a:gd name="T0" fmla="*/ 328 w 334"/>
              <a:gd name="T1" fmla="*/ 13 h 13"/>
              <a:gd name="T2" fmla="*/ 324 w 334"/>
              <a:gd name="T3" fmla="*/ 11 h 13"/>
              <a:gd name="T4" fmla="*/ 322 w 334"/>
              <a:gd name="T5" fmla="*/ 9 h 13"/>
              <a:gd name="T6" fmla="*/ 322 w 334"/>
              <a:gd name="T7" fmla="*/ 7 h 13"/>
              <a:gd name="T8" fmla="*/ 322 w 334"/>
              <a:gd name="T9" fmla="*/ 6 h 13"/>
              <a:gd name="T10" fmla="*/ 322 w 334"/>
              <a:gd name="T11" fmla="*/ 5 h 13"/>
              <a:gd name="T12" fmla="*/ 323 w 334"/>
              <a:gd name="T13" fmla="*/ 4 h 13"/>
              <a:gd name="T14" fmla="*/ 324 w 334"/>
              <a:gd name="T15" fmla="*/ 3 h 13"/>
              <a:gd name="T16" fmla="*/ 332 w 334"/>
              <a:gd name="T17" fmla="*/ 3 h 13"/>
              <a:gd name="T18" fmla="*/ 334 w 334"/>
              <a:gd name="T19" fmla="*/ 7 h 13"/>
              <a:gd name="T20" fmla="*/ 333 w 334"/>
              <a:gd name="T21" fmla="*/ 9 h 13"/>
              <a:gd name="T22" fmla="*/ 332 w 334"/>
              <a:gd name="T23" fmla="*/ 11 h 13"/>
              <a:gd name="T24" fmla="*/ 330 w 334"/>
              <a:gd name="T25" fmla="*/ 12 h 13"/>
              <a:gd name="T26" fmla="*/ 328 w 334"/>
              <a:gd name="T27" fmla="*/ 13 h 13"/>
              <a:gd name="T28" fmla="*/ 282 w 334"/>
              <a:gd name="T29" fmla="*/ 13 h 13"/>
              <a:gd name="T30" fmla="*/ 282 w 334"/>
              <a:gd name="T31" fmla="*/ 13 h 13"/>
              <a:gd name="T32" fmla="*/ 288 w 334"/>
              <a:gd name="T33" fmla="*/ 7 h 13"/>
              <a:gd name="T34" fmla="*/ 282 w 334"/>
              <a:gd name="T35" fmla="*/ 1 h 13"/>
              <a:gd name="T36" fmla="*/ 276 w 334"/>
              <a:gd name="T37" fmla="*/ 7 h 13"/>
              <a:gd name="T38" fmla="*/ 282 w 334"/>
              <a:gd name="T39" fmla="*/ 13 h 13"/>
              <a:gd name="T40" fmla="*/ 236 w 334"/>
              <a:gd name="T41" fmla="*/ 13 h 13"/>
              <a:gd name="T42" fmla="*/ 236 w 334"/>
              <a:gd name="T43" fmla="*/ 13 h 13"/>
              <a:gd name="T44" fmla="*/ 242 w 334"/>
              <a:gd name="T45" fmla="*/ 7 h 13"/>
              <a:gd name="T46" fmla="*/ 236 w 334"/>
              <a:gd name="T47" fmla="*/ 1 h 13"/>
              <a:gd name="T48" fmla="*/ 230 w 334"/>
              <a:gd name="T49" fmla="*/ 7 h 13"/>
              <a:gd name="T50" fmla="*/ 236 w 334"/>
              <a:gd name="T51" fmla="*/ 13 h 13"/>
              <a:gd name="T52" fmla="*/ 190 w 334"/>
              <a:gd name="T53" fmla="*/ 13 h 13"/>
              <a:gd name="T54" fmla="*/ 190 w 334"/>
              <a:gd name="T55" fmla="*/ 13 h 13"/>
              <a:gd name="T56" fmla="*/ 196 w 334"/>
              <a:gd name="T57" fmla="*/ 7 h 13"/>
              <a:gd name="T58" fmla="*/ 190 w 334"/>
              <a:gd name="T59" fmla="*/ 1 h 13"/>
              <a:gd name="T60" fmla="*/ 184 w 334"/>
              <a:gd name="T61" fmla="*/ 7 h 13"/>
              <a:gd name="T62" fmla="*/ 190 w 334"/>
              <a:gd name="T63" fmla="*/ 13 h 13"/>
              <a:gd name="T64" fmla="*/ 144 w 334"/>
              <a:gd name="T65" fmla="*/ 13 h 13"/>
              <a:gd name="T66" fmla="*/ 144 w 334"/>
              <a:gd name="T67" fmla="*/ 13 h 13"/>
              <a:gd name="T68" fmla="*/ 150 w 334"/>
              <a:gd name="T69" fmla="*/ 7 h 13"/>
              <a:gd name="T70" fmla="*/ 144 w 334"/>
              <a:gd name="T71" fmla="*/ 1 h 13"/>
              <a:gd name="T72" fmla="*/ 138 w 334"/>
              <a:gd name="T73" fmla="*/ 7 h 13"/>
              <a:gd name="T74" fmla="*/ 144 w 334"/>
              <a:gd name="T75" fmla="*/ 13 h 13"/>
              <a:gd name="T76" fmla="*/ 98 w 334"/>
              <a:gd name="T77" fmla="*/ 13 h 13"/>
              <a:gd name="T78" fmla="*/ 98 w 334"/>
              <a:gd name="T79" fmla="*/ 13 h 13"/>
              <a:gd name="T80" fmla="*/ 104 w 334"/>
              <a:gd name="T81" fmla="*/ 7 h 13"/>
              <a:gd name="T82" fmla="*/ 98 w 334"/>
              <a:gd name="T83" fmla="*/ 1 h 13"/>
              <a:gd name="T84" fmla="*/ 92 w 334"/>
              <a:gd name="T85" fmla="*/ 7 h 13"/>
              <a:gd name="T86" fmla="*/ 98 w 334"/>
              <a:gd name="T87" fmla="*/ 13 h 13"/>
              <a:gd name="T88" fmla="*/ 52 w 334"/>
              <a:gd name="T89" fmla="*/ 13 h 13"/>
              <a:gd name="T90" fmla="*/ 52 w 334"/>
              <a:gd name="T91" fmla="*/ 13 h 13"/>
              <a:gd name="T92" fmla="*/ 58 w 334"/>
              <a:gd name="T93" fmla="*/ 7 h 13"/>
              <a:gd name="T94" fmla="*/ 52 w 334"/>
              <a:gd name="T95" fmla="*/ 1 h 13"/>
              <a:gd name="T96" fmla="*/ 46 w 334"/>
              <a:gd name="T97" fmla="*/ 7 h 13"/>
              <a:gd name="T98" fmla="*/ 52 w 334"/>
              <a:gd name="T99" fmla="*/ 13 h 13"/>
              <a:gd name="T100" fmla="*/ 8 w 334"/>
              <a:gd name="T101" fmla="*/ 12 h 13"/>
              <a:gd name="T102" fmla="*/ 10 w 334"/>
              <a:gd name="T103" fmla="*/ 11 h 13"/>
              <a:gd name="T104" fmla="*/ 11 w 334"/>
              <a:gd name="T105" fmla="*/ 9 h 13"/>
              <a:gd name="T106" fmla="*/ 12 w 334"/>
              <a:gd name="T107" fmla="*/ 7 h 13"/>
              <a:gd name="T108" fmla="*/ 10 w 334"/>
              <a:gd name="T109" fmla="*/ 3 h 13"/>
              <a:gd name="T110" fmla="*/ 2 w 334"/>
              <a:gd name="T111" fmla="*/ 3 h 13"/>
              <a:gd name="T112" fmla="*/ 0 w 334"/>
              <a:gd name="T113" fmla="*/ 7 h 13"/>
              <a:gd name="T114" fmla="*/ 0 w 334"/>
              <a:gd name="T115" fmla="*/ 9 h 13"/>
              <a:gd name="T116" fmla="*/ 2 w 334"/>
              <a:gd name="T117" fmla="*/ 11 h 13"/>
              <a:gd name="T118" fmla="*/ 6 w 334"/>
              <a:gd name="T119" fmla="*/ 13 h 13"/>
              <a:gd name="T120" fmla="*/ 8 w 334"/>
              <a:gd name="T121"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4" h="13">
                <a:moveTo>
                  <a:pt x="328" y="13"/>
                </a:moveTo>
                <a:cubicBezTo>
                  <a:pt x="326" y="13"/>
                  <a:pt x="325" y="12"/>
                  <a:pt x="324" y="11"/>
                </a:cubicBezTo>
                <a:cubicBezTo>
                  <a:pt x="323" y="11"/>
                  <a:pt x="323" y="10"/>
                  <a:pt x="322" y="9"/>
                </a:cubicBezTo>
                <a:cubicBezTo>
                  <a:pt x="322" y="8"/>
                  <a:pt x="322" y="8"/>
                  <a:pt x="322" y="7"/>
                </a:cubicBezTo>
                <a:cubicBezTo>
                  <a:pt x="322" y="7"/>
                  <a:pt x="322" y="6"/>
                  <a:pt x="322" y="6"/>
                </a:cubicBezTo>
                <a:cubicBezTo>
                  <a:pt x="322" y="5"/>
                  <a:pt x="322" y="5"/>
                  <a:pt x="322" y="5"/>
                </a:cubicBezTo>
                <a:cubicBezTo>
                  <a:pt x="323" y="4"/>
                  <a:pt x="323" y="4"/>
                  <a:pt x="323" y="4"/>
                </a:cubicBezTo>
                <a:cubicBezTo>
                  <a:pt x="324" y="3"/>
                  <a:pt x="324" y="3"/>
                  <a:pt x="324" y="3"/>
                </a:cubicBezTo>
                <a:cubicBezTo>
                  <a:pt x="326" y="0"/>
                  <a:pt x="330" y="0"/>
                  <a:pt x="332" y="3"/>
                </a:cubicBezTo>
                <a:cubicBezTo>
                  <a:pt x="333" y="4"/>
                  <a:pt x="334" y="5"/>
                  <a:pt x="334" y="7"/>
                </a:cubicBezTo>
                <a:cubicBezTo>
                  <a:pt x="334" y="8"/>
                  <a:pt x="334" y="8"/>
                  <a:pt x="333" y="9"/>
                </a:cubicBezTo>
                <a:cubicBezTo>
                  <a:pt x="333" y="10"/>
                  <a:pt x="333" y="11"/>
                  <a:pt x="332" y="11"/>
                </a:cubicBezTo>
                <a:cubicBezTo>
                  <a:pt x="332" y="12"/>
                  <a:pt x="331" y="12"/>
                  <a:pt x="330" y="12"/>
                </a:cubicBezTo>
                <a:cubicBezTo>
                  <a:pt x="329" y="13"/>
                  <a:pt x="329" y="13"/>
                  <a:pt x="328" y="13"/>
                </a:cubicBezTo>
                <a:close/>
                <a:moveTo>
                  <a:pt x="282" y="13"/>
                </a:moveTo>
                <a:cubicBezTo>
                  <a:pt x="282" y="13"/>
                  <a:pt x="282" y="13"/>
                  <a:pt x="282" y="13"/>
                </a:cubicBezTo>
                <a:cubicBezTo>
                  <a:pt x="285" y="13"/>
                  <a:pt x="288" y="10"/>
                  <a:pt x="288" y="7"/>
                </a:cubicBezTo>
                <a:cubicBezTo>
                  <a:pt x="288" y="4"/>
                  <a:pt x="285" y="1"/>
                  <a:pt x="282" y="1"/>
                </a:cubicBezTo>
                <a:cubicBezTo>
                  <a:pt x="279" y="1"/>
                  <a:pt x="276" y="4"/>
                  <a:pt x="276" y="7"/>
                </a:cubicBezTo>
                <a:cubicBezTo>
                  <a:pt x="276" y="10"/>
                  <a:pt x="279" y="13"/>
                  <a:pt x="282" y="13"/>
                </a:cubicBezTo>
                <a:close/>
                <a:moveTo>
                  <a:pt x="236" y="13"/>
                </a:moveTo>
                <a:cubicBezTo>
                  <a:pt x="236" y="13"/>
                  <a:pt x="236" y="13"/>
                  <a:pt x="236" y="13"/>
                </a:cubicBezTo>
                <a:cubicBezTo>
                  <a:pt x="239" y="13"/>
                  <a:pt x="242" y="10"/>
                  <a:pt x="242" y="7"/>
                </a:cubicBezTo>
                <a:cubicBezTo>
                  <a:pt x="242" y="4"/>
                  <a:pt x="239" y="1"/>
                  <a:pt x="236" y="1"/>
                </a:cubicBezTo>
                <a:cubicBezTo>
                  <a:pt x="233" y="1"/>
                  <a:pt x="230" y="4"/>
                  <a:pt x="230" y="7"/>
                </a:cubicBezTo>
                <a:cubicBezTo>
                  <a:pt x="230" y="10"/>
                  <a:pt x="233" y="13"/>
                  <a:pt x="236" y="13"/>
                </a:cubicBezTo>
                <a:close/>
                <a:moveTo>
                  <a:pt x="190" y="13"/>
                </a:moveTo>
                <a:cubicBezTo>
                  <a:pt x="190" y="13"/>
                  <a:pt x="190" y="13"/>
                  <a:pt x="190" y="13"/>
                </a:cubicBezTo>
                <a:cubicBezTo>
                  <a:pt x="193" y="13"/>
                  <a:pt x="196" y="10"/>
                  <a:pt x="196" y="7"/>
                </a:cubicBezTo>
                <a:cubicBezTo>
                  <a:pt x="196" y="4"/>
                  <a:pt x="193" y="1"/>
                  <a:pt x="190" y="1"/>
                </a:cubicBezTo>
                <a:cubicBezTo>
                  <a:pt x="187" y="1"/>
                  <a:pt x="184" y="4"/>
                  <a:pt x="184" y="7"/>
                </a:cubicBezTo>
                <a:cubicBezTo>
                  <a:pt x="184" y="10"/>
                  <a:pt x="187" y="13"/>
                  <a:pt x="190" y="13"/>
                </a:cubicBezTo>
                <a:close/>
                <a:moveTo>
                  <a:pt x="144" y="13"/>
                </a:moveTo>
                <a:cubicBezTo>
                  <a:pt x="144" y="13"/>
                  <a:pt x="144" y="13"/>
                  <a:pt x="144" y="13"/>
                </a:cubicBezTo>
                <a:cubicBezTo>
                  <a:pt x="147" y="13"/>
                  <a:pt x="150" y="10"/>
                  <a:pt x="150" y="7"/>
                </a:cubicBezTo>
                <a:cubicBezTo>
                  <a:pt x="150" y="4"/>
                  <a:pt x="147" y="1"/>
                  <a:pt x="144" y="1"/>
                </a:cubicBezTo>
                <a:cubicBezTo>
                  <a:pt x="141" y="1"/>
                  <a:pt x="138" y="4"/>
                  <a:pt x="138" y="7"/>
                </a:cubicBezTo>
                <a:cubicBezTo>
                  <a:pt x="138" y="10"/>
                  <a:pt x="141" y="13"/>
                  <a:pt x="144" y="13"/>
                </a:cubicBezTo>
                <a:close/>
                <a:moveTo>
                  <a:pt x="98" y="13"/>
                </a:moveTo>
                <a:cubicBezTo>
                  <a:pt x="98" y="13"/>
                  <a:pt x="98" y="13"/>
                  <a:pt x="98" y="13"/>
                </a:cubicBezTo>
                <a:cubicBezTo>
                  <a:pt x="101" y="13"/>
                  <a:pt x="104" y="10"/>
                  <a:pt x="104" y="7"/>
                </a:cubicBezTo>
                <a:cubicBezTo>
                  <a:pt x="104" y="4"/>
                  <a:pt x="101" y="1"/>
                  <a:pt x="98" y="1"/>
                </a:cubicBezTo>
                <a:cubicBezTo>
                  <a:pt x="95" y="1"/>
                  <a:pt x="92" y="4"/>
                  <a:pt x="92" y="7"/>
                </a:cubicBezTo>
                <a:cubicBezTo>
                  <a:pt x="92" y="10"/>
                  <a:pt x="95" y="13"/>
                  <a:pt x="98" y="13"/>
                </a:cubicBezTo>
                <a:close/>
                <a:moveTo>
                  <a:pt x="52" y="13"/>
                </a:moveTo>
                <a:cubicBezTo>
                  <a:pt x="52" y="13"/>
                  <a:pt x="52" y="13"/>
                  <a:pt x="52" y="13"/>
                </a:cubicBezTo>
                <a:cubicBezTo>
                  <a:pt x="55" y="13"/>
                  <a:pt x="58" y="10"/>
                  <a:pt x="58" y="7"/>
                </a:cubicBezTo>
                <a:cubicBezTo>
                  <a:pt x="58" y="4"/>
                  <a:pt x="55" y="1"/>
                  <a:pt x="52" y="1"/>
                </a:cubicBezTo>
                <a:cubicBezTo>
                  <a:pt x="49" y="1"/>
                  <a:pt x="46" y="4"/>
                  <a:pt x="46" y="7"/>
                </a:cubicBezTo>
                <a:cubicBezTo>
                  <a:pt x="46" y="10"/>
                  <a:pt x="49" y="13"/>
                  <a:pt x="52" y="13"/>
                </a:cubicBezTo>
                <a:close/>
                <a:moveTo>
                  <a:pt x="8" y="12"/>
                </a:moveTo>
                <a:cubicBezTo>
                  <a:pt x="9" y="12"/>
                  <a:pt x="10" y="12"/>
                  <a:pt x="10" y="11"/>
                </a:cubicBezTo>
                <a:cubicBezTo>
                  <a:pt x="11" y="11"/>
                  <a:pt x="11" y="10"/>
                  <a:pt x="11" y="9"/>
                </a:cubicBezTo>
                <a:cubicBezTo>
                  <a:pt x="12" y="8"/>
                  <a:pt x="12" y="8"/>
                  <a:pt x="12" y="7"/>
                </a:cubicBezTo>
                <a:cubicBezTo>
                  <a:pt x="12" y="5"/>
                  <a:pt x="11" y="4"/>
                  <a:pt x="10" y="3"/>
                </a:cubicBezTo>
                <a:cubicBezTo>
                  <a:pt x="8" y="0"/>
                  <a:pt x="4" y="0"/>
                  <a:pt x="2" y="3"/>
                </a:cubicBezTo>
                <a:cubicBezTo>
                  <a:pt x="1" y="4"/>
                  <a:pt x="0" y="5"/>
                  <a:pt x="0" y="7"/>
                </a:cubicBezTo>
                <a:cubicBezTo>
                  <a:pt x="0" y="8"/>
                  <a:pt x="0" y="8"/>
                  <a:pt x="0" y="9"/>
                </a:cubicBezTo>
                <a:cubicBezTo>
                  <a:pt x="1" y="10"/>
                  <a:pt x="1" y="11"/>
                  <a:pt x="2" y="11"/>
                </a:cubicBezTo>
                <a:cubicBezTo>
                  <a:pt x="3" y="12"/>
                  <a:pt x="4" y="13"/>
                  <a:pt x="6" y="13"/>
                </a:cubicBezTo>
                <a:cubicBezTo>
                  <a:pt x="7" y="13"/>
                  <a:pt x="7" y="13"/>
                  <a:pt x="8" y="12"/>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E6ED2679-E204-4ACD-B9F6-83B82DBE2C8A}"/>
              </a:ext>
            </a:extLst>
          </p:cNvPr>
          <p:cNvSpPr>
            <a:spLocks noEditPoints="1"/>
          </p:cNvSpPr>
          <p:nvPr/>
        </p:nvSpPr>
        <p:spPr bwMode="auto">
          <a:xfrm>
            <a:off x="6389688" y="2894013"/>
            <a:ext cx="1901825" cy="42863"/>
          </a:xfrm>
          <a:custGeom>
            <a:avLst/>
            <a:gdLst>
              <a:gd name="T0" fmla="*/ 524 w 532"/>
              <a:gd name="T1" fmla="*/ 12 h 12"/>
              <a:gd name="T2" fmla="*/ 521 w 532"/>
              <a:gd name="T3" fmla="*/ 9 h 12"/>
              <a:gd name="T4" fmla="*/ 522 w 532"/>
              <a:gd name="T5" fmla="*/ 2 h 12"/>
              <a:gd name="T6" fmla="*/ 524 w 532"/>
              <a:gd name="T7" fmla="*/ 1 h 12"/>
              <a:gd name="T8" fmla="*/ 528 w 532"/>
              <a:gd name="T9" fmla="*/ 0 h 12"/>
              <a:gd name="T10" fmla="*/ 530 w 532"/>
              <a:gd name="T11" fmla="*/ 1 h 12"/>
              <a:gd name="T12" fmla="*/ 531 w 532"/>
              <a:gd name="T13" fmla="*/ 3 h 12"/>
              <a:gd name="T14" fmla="*/ 532 w 532"/>
              <a:gd name="T15" fmla="*/ 5 h 12"/>
              <a:gd name="T16" fmla="*/ 531 w 532"/>
              <a:gd name="T17" fmla="*/ 11 h 12"/>
              <a:gd name="T18" fmla="*/ 526 w 532"/>
              <a:gd name="T19" fmla="*/ 12 h 12"/>
              <a:gd name="T20" fmla="*/ 479 w 532"/>
              <a:gd name="T21" fmla="*/ 12 h 12"/>
              <a:gd name="T22" fmla="*/ 479 w 532"/>
              <a:gd name="T23" fmla="*/ 0 h 12"/>
              <a:gd name="T24" fmla="*/ 479 w 532"/>
              <a:gd name="T25" fmla="*/ 12 h 12"/>
              <a:gd name="T26" fmla="*/ 432 w 532"/>
              <a:gd name="T27" fmla="*/ 12 h 12"/>
              <a:gd name="T28" fmla="*/ 432 w 532"/>
              <a:gd name="T29" fmla="*/ 0 h 12"/>
              <a:gd name="T30" fmla="*/ 432 w 532"/>
              <a:gd name="T31" fmla="*/ 12 h 12"/>
              <a:gd name="T32" fmla="*/ 384 w 532"/>
              <a:gd name="T33" fmla="*/ 12 h 12"/>
              <a:gd name="T34" fmla="*/ 384 w 532"/>
              <a:gd name="T35" fmla="*/ 0 h 12"/>
              <a:gd name="T36" fmla="*/ 384 w 532"/>
              <a:gd name="T37" fmla="*/ 12 h 12"/>
              <a:gd name="T38" fmla="*/ 337 w 532"/>
              <a:gd name="T39" fmla="*/ 12 h 12"/>
              <a:gd name="T40" fmla="*/ 337 w 532"/>
              <a:gd name="T41" fmla="*/ 0 h 12"/>
              <a:gd name="T42" fmla="*/ 337 w 532"/>
              <a:gd name="T43" fmla="*/ 12 h 12"/>
              <a:gd name="T44" fmla="*/ 290 w 532"/>
              <a:gd name="T45" fmla="*/ 12 h 12"/>
              <a:gd name="T46" fmla="*/ 290 w 532"/>
              <a:gd name="T47" fmla="*/ 0 h 12"/>
              <a:gd name="T48" fmla="*/ 290 w 532"/>
              <a:gd name="T49" fmla="*/ 12 h 12"/>
              <a:gd name="T50" fmla="*/ 243 w 532"/>
              <a:gd name="T51" fmla="*/ 12 h 12"/>
              <a:gd name="T52" fmla="*/ 243 w 532"/>
              <a:gd name="T53" fmla="*/ 0 h 12"/>
              <a:gd name="T54" fmla="*/ 243 w 532"/>
              <a:gd name="T55" fmla="*/ 12 h 12"/>
              <a:gd name="T56" fmla="*/ 195 w 532"/>
              <a:gd name="T57" fmla="*/ 12 h 12"/>
              <a:gd name="T58" fmla="*/ 195 w 532"/>
              <a:gd name="T59" fmla="*/ 0 h 12"/>
              <a:gd name="T60" fmla="*/ 195 w 532"/>
              <a:gd name="T61" fmla="*/ 12 h 12"/>
              <a:gd name="T62" fmla="*/ 148 w 532"/>
              <a:gd name="T63" fmla="*/ 12 h 12"/>
              <a:gd name="T64" fmla="*/ 148 w 532"/>
              <a:gd name="T65" fmla="*/ 0 h 12"/>
              <a:gd name="T66" fmla="*/ 148 w 532"/>
              <a:gd name="T67" fmla="*/ 12 h 12"/>
              <a:gd name="T68" fmla="*/ 101 w 532"/>
              <a:gd name="T69" fmla="*/ 12 h 12"/>
              <a:gd name="T70" fmla="*/ 101 w 532"/>
              <a:gd name="T71" fmla="*/ 0 h 12"/>
              <a:gd name="T72" fmla="*/ 101 w 532"/>
              <a:gd name="T73" fmla="*/ 12 h 12"/>
              <a:gd name="T74" fmla="*/ 53 w 532"/>
              <a:gd name="T75" fmla="*/ 12 h 12"/>
              <a:gd name="T76" fmla="*/ 53 w 532"/>
              <a:gd name="T77" fmla="*/ 0 h 12"/>
              <a:gd name="T78" fmla="*/ 53 w 532"/>
              <a:gd name="T79" fmla="*/ 12 h 12"/>
              <a:gd name="T80" fmla="*/ 10 w 532"/>
              <a:gd name="T81" fmla="*/ 11 h 12"/>
              <a:gd name="T82" fmla="*/ 12 w 532"/>
              <a:gd name="T83" fmla="*/ 5 h 12"/>
              <a:gd name="T84" fmla="*/ 11 w 532"/>
              <a:gd name="T85" fmla="*/ 3 h 12"/>
              <a:gd name="T86" fmla="*/ 9 w 532"/>
              <a:gd name="T87" fmla="*/ 1 h 12"/>
              <a:gd name="T88" fmla="*/ 7 w 532"/>
              <a:gd name="T89" fmla="*/ 0 h 12"/>
              <a:gd name="T90" fmla="*/ 4 w 532"/>
              <a:gd name="T91" fmla="*/ 1 h 12"/>
              <a:gd name="T92" fmla="*/ 2 w 532"/>
              <a:gd name="T93" fmla="*/ 2 h 12"/>
              <a:gd name="T94" fmla="*/ 0 w 532"/>
              <a:gd name="T95" fmla="*/ 9 h 12"/>
              <a:gd name="T96" fmla="*/ 4 w 532"/>
              <a:gd name="T97" fmla="*/ 12 h 12"/>
              <a:gd name="T98" fmla="*/ 8 w 532"/>
              <a:gd name="T9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2" h="12">
                <a:moveTo>
                  <a:pt x="526" y="12"/>
                </a:moveTo>
                <a:cubicBezTo>
                  <a:pt x="526" y="12"/>
                  <a:pt x="525" y="12"/>
                  <a:pt x="524" y="12"/>
                </a:cubicBezTo>
                <a:cubicBezTo>
                  <a:pt x="523" y="12"/>
                  <a:pt x="523" y="11"/>
                  <a:pt x="522" y="11"/>
                </a:cubicBezTo>
                <a:cubicBezTo>
                  <a:pt x="522" y="10"/>
                  <a:pt x="521" y="9"/>
                  <a:pt x="521" y="9"/>
                </a:cubicBezTo>
                <a:cubicBezTo>
                  <a:pt x="521" y="8"/>
                  <a:pt x="520" y="7"/>
                  <a:pt x="520" y="6"/>
                </a:cubicBezTo>
                <a:cubicBezTo>
                  <a:pt x="520" y="5"/>
                  <a:pt x="521" y="3"/>
                  <a:pt x="522" y="2"/>
                </a:cubicBezTo>
                <a:cubicBezTo>
                  <a:pt x="523" y="1"/>
                  <a:pt x="523" y="1"/>
                  <a:pt x="523" y="1"/>
                </a:cubicBezTo>
                <a:cubicBezTo>
                  <a:pt x="524" y="1"/>
                  <a:pt x="524" y="1"/>
                  <a:pt x="524" y="1"/>
                </a:cubicBezTo>
                <a:cubicBezTo>
                  <a:pt x="525" y="1"/>
                  <a:pt x="525" y="0"/>
                  <a:pt x="525" y="0"/>
                </a:cubicBezTo>
                <a:cubicBezTo>
                  <a:pt x="526" y="0"/>
                  <a:pt x="527" y="0"/>
                  <a:pt x="528" y="0"/>
                </a:cubicBezTo>
                <a:cubicBezTo>
                  <a:pt x="528" y="0"/>
                  <a:pt x="528" y="1"/>
                  <a:pt x="529" y="1"/>
                </a:cubicBezTo>
                <a:cubicBezTo>
                  <a:pt x="529" y="1"/>
                  <a:pt x="529" y="1"/>
                  <a:pt x="530" y="1"/>
                </a:cubicBezTo>
                <a:cubicBezTo>
                  <a:pt x="531" y="2"/>
                  <a:pt x="531" y="2"/>
                  <a:pt x="531" y="2"/>
                </a:cubicBezTo>
                <a:cubicBezTo>
                  <a:pt x="531" y="3"/>
                  <a:pt x="531" y="3"/>
                  <a:pt x="531" y="3"/>
                </a:cubicBezTo>
                <a:cubicBezTo>
                  <a:pt x="532" y="4"/>
                  <a:pt x="532" y="4"/>
                  <a:pt x="532" y="4"/>
                </a:cubicBezTo>
                <a:cubicBezTo>
                  <a:pt x="532" y="4"/>
                  <a:pt x="532" y="5"/>
                  <a:pt x="532" y="5"/>
                </a:cubicBezTo>
                <a:cubicBezTo>
                  <a:pt x="532" y="6"/>
                  <a:pt x="532" y="6"/>
                  <a:pt x="532" y="6"/>
                </a:cubicBezTo>
                <a:cubicBezTo>
                  <a:pt x="532" y="8"/>
                  <a:pt x="532" y="9"/>
                  <a:pt x="531" y="11"/>
                </a:cubicBezTo>
                <a:cubicBezTo>
                  <a:pt x="530" y="11"/>
                  <a:pt x="530" y="12"/>
                  <a:pt x="529" y="12"/>
                </a:cubicBezTo>
                <a:cubicBezTo>
                  <a:pt x="528" y="12"/>
                  <a:pt x="527" y="12"/>
                  <a:pt x="526" y="12"/>
                </a:cubicBezTo>
                <a:close/>
                <a:moveTo>
                  <a:pt x="479" y="12"/>
                </a:moveTo>
                <a:cubicBezTo>
                  <a:pt x="479" y="12"/>
                  <a:pt x="479" y="12"/>
                  <a:pt x="479" y="12"/>
                </a:cubicBezTo>
                <a:cubicBezTo>
                  <a:pt x="482" y="12"/>
                  <a:pt x="485" y="10"/>
                  <a:pt x="485" y="6"/>
                </a:cubicBezTo>
                <a:cubicBezTo>
                  <a:pt x="485" y="3"/>
                  <a:pt x="482" y="0"/>
                  <a:pt x="479" y="0"/>
                </a:cubicBezTo>
                <a:cubicBezTo>
                  <a:pt x="476" y="0"/>
                  <a:pt x="473" y="3"/>
                  <a:pt x="473" y="6"/>
                </a:cubicBezTo>
                <a:cubicBezTo>
                  <a:pt x="473" y="10"/>
                  <a:pt x="476" y="12"/>
                  <a:pt x="479" y="12"/>
                </a:cubicBezTo>
                <a:close/>
                <a:moveTo>
                  <a:pt x="432" y="12"/>
                </a:moveTo>
                <a:cubicBezTo>
                  <a:pt x="432" y="12"/>
                  <a:pt x="432" y="12"/>
                  <a:pt x="432" y="12"/>
                </a:cubicBezTo>
                <a:cubicBezTo>
                  <a:pt x="435" y="12"/>
                  <a:pt x="438" y="10"/>
                  <a:pt x="438" y="6"/>
                </a:cubicBezTo>
                <a:cubicBezTo>
                  <a:pt x="438" y="3"/>
                  <a:pt x="435" y="0"/>
                  <a:pt x="432" y="0"/>
                </a:cubicBezTo>
                <a:cubicBezTo>
                  <a:pt x="429" y="0"/>
                  <a:pt x="426" y="3"/>
                  <a:pt x="426" y="6"/>
                </a:cubicBezTo>
                <a:cubicBezTo>
                  <a:pt x="426" y="10"/>
                  <a:pt x="429" y="12"/>
                  <a:pt x="432" y="12"/>
                </a:cubicBezTo>
                <a:close/>
                <a:moveTo>
                  <a:pt x="384" y="12"/>
                </a:moveTo>
                <a:cubicBezTo>
                  <a:pt x="384" y="12"/>
                  <a:pt x="384" y="12"/>
                  <a:pt x="384" y="12"/>
                </a:cubicBezTo>
                <a:cubicBezTo>
                  <a:pt x="388" y="12"/>
                  <a:pt x="390" y="10"/>
                  <a:pt x="390" y="6"/>
                </a:cubicBezTo>
                <a:cubicBezTo>
                  <a:pt x="390" y="3"/>
                  <a:pt x="388" y="0"/>
                  <a:pt x="384" y="0"/>
                </a:cubicBezTo>
                <a:cubicBezTo>
                  <a:pt x="381" y="0"/>
                  <a:pt x="378" y="3"/>
                  <a:pt x="378" y="6"/>
                </a:cubicBezTo>
                <a:cubicBezTo>
                  <a:pt x="378" y="10"/>
                  <a:pt x="381" y="12"/>
                  <a:pt x="384" y="12"/>
                </a:cubicBezTo>
                <a:close/>
                <a:moveTo>
                  <a:pt x="337" y="12"/>
                </a:moveTo>
                <a:cubicBezTo>
                  <a:pt x="337" y="12"/>
                  <a:pt x="337" y="12"/>
                  <a:pt x="337" y="12"/>
                </a:cubicBezTo>
                <a:cubicBezTo>
                  <a:pt x="340" y="12"/>
                  <a:pt x="343" y="10"/>
                  <a:pt x="343" y="6"/>
                </a:cubicBezTo>
                <a:cubicBezTo>
                  <a:pt x="343" y="3"/>
                  <a:pt x="340" y="0"/>
                  <a:pt x="337" y="0"/>
                </a:cubicBezTo>
                <a:cubicBezTo>
                  <a:pt x="334" y="0"/>
                  <a:pt x="331" y="3"/>
                  <a:pt x="331" y="6"/>
                </a:cubicBezTo>
                <a:cubicBezTo>
                  <a:pt x="331" y="10"/>
                  <a:pt x="334" y="12"/>
                  <a:pt x="337" y="12"/>
                </a:cubicBezTo>
                <a:close/>
                <a:moveTo>
                  <a:pt x="290" y="12"/>
                </a:moveTo>
                <a:cubicBezTo>
                  <a:pt x="290" y="12"/>
                  <a:pt x="290" y="12"/>
                  <a:pt x="290" y="12"/>
                </a:cubicBezTo>
                <a:cubicBezTo>
                  <a:pt x="293" y="12"/>
                  <a:pt x="296" y="10"/>
                  <a:pt x="296" y="6"/>
                </a:cubicBezTo>
                <a:cubicBezTo>
                  <a:pt x="296" y="3"/>
                  <a:pt x="293" y="0"/>
                  <a:pt x="290" y="0"/>
                </a:cubicBezTo>
                <a:cubicBezTo>
                  <a:pt x="287" y="0"/>
                  <a:pt x="284" y="3"/>
                  <a:pt x="284" y="6"/>
                </a:cubicBezTo>
                <a:cubicBezTo>
                  <a:pt x="284" y="10"/>
                  <a:pt x="287" y="12"/>
                  <a:pt x="290" y="12"/>
                </a:cubicBezTo>
                <a:close/>
                <a:moveTo>
                  <a:pt x="243" y="12"/>
                </a:moveTo>
                <a:cubicBezTo>
                  <a:pt x="243" y="12"/>
                  <a:pt x="243" y="12"/>
                  <a:pt x="243" y="12"/>
                </a:cubicBezTo>
                <a:cubicBezTo>
                  <a:pt x="246" y="12"/>
                  <a:pt x="249" y="10"/>
                  <a:pt x="249" y="6"/>
                </a:cubicBezTo>
                <a:cubicBezTo>
                  <a:pt x="249" y="3"/>
                  <a:pt x="246" y="0"/>
                  <a:pt x="243" y="0"/>
                </a:cubicBezTo>
                <a:cubicBezTo>
                  <a:pt x="239" y="0"/>
                  <a:pt x="237" y="3"/>
                  <a:pt x="237" y="6"/>
                </a:cubicBezTo>
                <a:cubicBezTo>
                  <a:pt x="237" y="10"/>
                  <a:pt x="239" y="12"/>
                  <a:pt x="243" y="12"/>
                </a:cubicBezTo>
                <a:close/>
                <a:moveTo>
                  <a:pt x="195" y="12"/>
                </a:moveTo>
                <a:cubicBezTo>
                  <a:pt x="195" y="12"/>
                  <a:pt x="195" y="12"/>
                  <a:pt x="195" y="12"/>
                </a:cubicBezTo>
                <a:cubicBezTo>
                  <a:pt x="199" y="12"/>
                  <a:pt x="201" y="10"/>
                  <a:pt x="201" y="6"/>
                </a:cubicBezTo>
                <a:cubicBezTo>
                  <a:pt x="201" y="3"/>
                  <a:pt x="199" y="0"/>
                  <a:pt x="195" y="0"/>
                </a:cubicBezTo>
                <a:cubicBezTo>
                  <a:pt x="192" y="0"/>
                  <a:pt x="189" y="3"/>
                  <a:pt x="189" y="6"/>
                </a:cubicBezTo>
                <a:cubicBezTo>
                  <a:pt x="189" y="10"/>
                  <a:pt x="192" y="12"/>
                  <a:pt x="195" y="12"/>
                </a:cubicBezTo>
                <a:close/>
                <a:moveTo>
                  <a:pt x="148" y="12"/>
                </a:moveTo>
                <a:cubicBezTo>
                  <a:pt x="148" y="12"/>
                  <a:pt x="148" y="12"/>
                  <a:pt x="148" y="12"/>
                </a:cubicBezTo>
                <a:cubicBezTo>
                  <a:pt x="151" y="12"/>
                  <a:pt x="154" y="10"/>
                  <a:pt x="154" y="6"/>
                </a:cubicBezTo>
                <a:cubicBezTo>
                  <a:pt x="154" y="3"/>
                  <a:pt x="151" y="0"/>
                  <a:pt x="148" y="0"/>
                </a:cubicBezTo>
                <a:cubicBezTo>
                  <a:pt x="145" y="0"/>
                  <a:pt x="142" y="3"/>
                  <a:pt x="142" y="6"/>
                </a:cubicBezTo>
                <a:cubicBezTo>
                  <a:pt x="142" y="10"/>
                  <a:pt x="145" y="12"/>
                  <a:pt x="148" y="12"/>
                </a:cubicBezTo>
                <a:close/>
                <a:moveTo>
                  <a:pt x="101" y="12"/>
                </a:moveTo>
                <a:cubicBezTo>
                  <a:pt x="101" y="12"/>
                  <a:pt x="101" y="12"/>
                  <a:pt x="101" y="12"/>
                </a:cubicBezTo>
                <a:cubicBezTo>
                  <a:pt x="104" y="12"/>
                  <a:pt x="107" y="10"/>
                  <a:pt x="107" y="6"/>
                </a:cubicBezTo>
                <a:cubicBezTo>
                  <a:pt x="107" y="3"/>
                  <a:pt x="104" y="0"/>
                  <a:pt x="101" y="0"/>
                </a:cubicBezTo>
                <a:cubicBezTo>
                  <a:pt x="97" y="0"/>
                  <a:pt x="95" y="3"/>
                  <a:pt x="95" y="6"/>
                </a:cubicBezTo>
                <a:cubicBezTo>
                  <a:pt x="95" y="10"/>
                  <a:pt x="97" y="12"/>
                  <a:pt x="101" y="12"/>
                </a:cubicBezTo>
                <a:close/>
                <a:moveTo>
                  <a:pt x="53" y="12"/>
                </a:moveTo>
                <a:cubicBezTo>
                  <a:pt x="53" y="12"/>
                  <a:pt x="53" y="12"/>
                  <a:pt x="53" y="12"/>
                </a:cubicBezTo>
                <a:cubicBezTo>
                  <a:pt x="57" y="12"/>
                  <a:pt x="59" y="10"/>
                  <a:pt x="59" y="6"/>
                </a:cubicBezTo>
                <a:cubicBezTo>
                  <a:pt x="59" y="3"/>
                  <a:pt x="57" y="0"/>
                  <a:pt x="53" y="0"/>
                </a:cubicBezTo>
                <a:cubicBezTo>
                  <a:pt x="50" y="0"/>
                  <a:pt x="47" y="3"/>
                  <a:pt x="47" y="6"/>
                </a:cubicBezTo>
                <a:cubicBezTo>
                  <a:pt x="47" y="10"/>
                  <a:pt x="50" y="12"/>
                  <a:pt x="53" y="12"/>
                </a:cubicBezTo>
                <a:close/>
                <a:moveTo>
                  <a:pt x="8" y="12"/>
                </a:moveTo>
                <a:cubicBezTo>
                  <a:pt x="9" y="12"/>
                  <a:pt x="10" y="11"/>
                  <a:pt x="10" y="11"/>
                </a:cubicBezTo>
                <a:cubicBezTo>
                  <a:pt x="11" y="9"/>
                  <a:pt x="12" y="8"/>
                  <a:pt x="12" y="6"/>
                </a:cubicBezTo>
                <a:cubicBezTo>
                  <a:pt x="12" y="6"/>
                  <a:pt x="12" y="6"/>
                  <a:pt x="12" y="5"/>
                </a:cubicBezTo>
                <a:cubicBezTo>
                  <a:pt x="12" y="5"/>
                  <a:pt x="12" y="4"/>
                  <a:pt x="11" y="4"/>
                </a:cubicBezTo>
                <a:cubicBezTo>
                  <a:pt x="11" y="3"/>
                  <a:pt x="11" y="3"/>
                  <a:pt x="11" y="3"/>
                </a:cubicBezTo>
                <a:cubicBezTo>
                  <a:pt x="10" y="2"/>
                  <a:pt x="10" y="2"/>
                  <a:pt x="10" y="2"/>
                </a:cubicBezTo>
                <a:cubicBezTo>
                  <a:pt x="9" y="1"/>
                  <a:pt x="9" y="1"/>
                  <a:pt x="9" y="1"/>
                </a:cubicBezTo>
                <a:cubicBezTo>
                  <a:pt x="8" y="1"/>
                  <a:pt x="8" y="1"/>
                  <a:pt x="8" y="1"/>
                </a:cubicBezTo>
                <a:cubicBezTo>
                  <a:pt x="7" y="0"/>
                  <a:pt x="7" y="0"/>
                  <a:pt x="7" y="0"/>
                </a:cubicBezTo>
                <a:cubicBezTo>
                  <a:pt x="6" y="0"/>
                  <a:pt x="5" y="0"/>
                  <a:pt x="5" y="0"/>
                </a:cubicBezTo>
                <a:cubicBezTo>
                  <a:pt x="4" y="0"/>
                  <a:pt x="4" y="1"/>
                  <a:pt x="4" y="1"/>
                </a:cubicBezTo>
                <a:cubicBezTo>
                  <a:pt x="3" y="1"/>
                  <a:pt x="3" y="1"/>
                  <a:pt x="3" y="1"/>
                </a:cubicBezTo>
                <a:cubicBezTo>
                  <a:pt x="2" y="2"/>
                  <a:pt x="2" y="2"/>
                  <a:pt x="2" y="2"/>
                </a:cubicBezTo>
                <a:cubicBezTo>
                  <a:pt x="1" y="3"/>
                  <a:pt x="0" y="5"/>
                  <a:pt x="0" y="6"/>
                </a:cubicBezTo>
                <a:cubicBezTo>
                  <a:pt x="0" y="7"/>
                  <a:pt x="0" y="8"/>
                  <a:pt x="0" y="9"/>
                </a:cubicBezTo>
                <a:cubicBezTo>
                  <a:pt x="1" y="9"/>
                  <a:pt x="1" y="10"/>
                  <a:pt x="2" y="11"/>
                </a:cubicBezTo>
                <a:cubicBezTo>
                  <a:pt x="2" y="11"/>
                  <a:pt x="3" y="12"/>
                  <a:pt x="4" y="12"/>
                </a:cubicBezTo>
                <a:cubicBezTo>
                  <a:pt x="4" y="12"/>
                  <a:pt x="5" y="12"/>
                  <a:pt x="6" y="12"/>
                </a:cubicBezTo>
                <a:cubicBezTo>
                  <a:pt x="7" y="12"/>
                  <a:pt x="7" y="12"/>
                  <a:pt x="8" y="12"/>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0D71E531-A73F-4799-BC12-545E3FF32A50}"/>
              </a:ext>
            </a:extLst>
          </p:cNvPr>
          <p:cNvSpPr>
            <a:spLocks noEditPoints="1"/>
          </p:cNvSpPr>
          <p:nvPr/>
        </p:nvSpPr>
        <p:spPr bwMode="auto">
          <a:xfrm>
            <a:off x="6389688" y="2039938"/>
            <a:ext cx="2862263" cy="46038"/>
          </a:xfrm>
          <a:custGeom>
            <a:avLst/>
            <a:gdLst>
              <a:gd name="T0" fmla="*/ 789 w 801"/>
              <a:gd name="T1" fmla="*/ 9 h 13"/>
              <a:gd name="T2" fmla="*/ 789 w 801"/>
              <a:gd name="T3" fmla="*/ 4 h 13"/>
              <a:gd name="T4" fmla="*/ 796 w 801"/>
              <a:gd name="T5" fmla="*/ 1 h 13"/>
              <a:gd name="T6" fmla="*/ 799 w 801"/>
              <a:gd name="T7" fmla="*/ 2 h 13"/>
              <a:gd name="T8" fmla="*/ 800 w 801"/>
              <a:gd name="T9" fmla="*/ 6 h 13"/>
              <a:gd name="T10" fmla="*/ 799 w 801"/>
              <a:gd name="T11" fmla="*/ 11 h 13"/>
              <a:gd name="T12" fmla="*/ 745 w 801"/>
              <a:gd name="T13" fmla="*/ 13 h 13"/>
              <a:gd name="T14" fmla="*/ 739 w 801"/>
              <a:gd name="T15" fmla="*/ 7 h 13"/>
              <a:gd name="T16" fmla="*/ 696 w 801"/>
              <a:gd name="T17" fmla="*/ 13 h 13"/>
              <a:gd name="T18" fmla="*/ 690 w 801"/>
              <a:gd name="T19" fmla="*/ 7 h 13"/>
              <a:gd name="T20" fmla="*/ 647 w 801"/>
              <a:gd name="T21" fmla="*/ 13 h 13"/>
              <a:gd name="T22" fmla="*/ 641 w 801"/>
              <a:gd name="T23" fmla="*/ 7 h 13"/>
              <a:gd name="T24" fmla="*/ 597 w 801"/>
              <a:gd name="T25" fmla="*/ 13 h 13"/>
              <a:gd name="T26" fmla="*/ 591 w 801"/>
              <a:gd name="T27" fmla="*/ 7 h 13"/>
              <a:gd name="T28" fmla="*/ 548 w 801"/>
              <a:gd name="T29" fmla="*/ 13 h 13"/>
              <a:gd name="T30" fmla="*/ 542 w 801"/>
              <a:gd name="T31" fmla="*/ 7 h 13"/>
              <a:gd name="T32" fmla="*/ 499 w 801"/>
              <a:gd name="T33" fmla="*/ 13 h 13"/>
              <a:gd name="T34" fmla="*/ 493 w 801"/>
              <a:gd name="T35" fmla="*/ 7 h 13"/>
              <a:gd name="T36" fmla="*/ 449 w 801"/>
              <a:gd name="T37" fmla="*/ 13 h 13"/>
              <a:gd name="T38" fmla="*/ 443 w 801"/>
              <a:gd name="T39" fmla="*/ 7 h 13"/>
              <a:gd name="T40" fmla="*/ 400 w 801"/>
              <a:gd name="T41" fmla="*/ 13 h 13"/>
              <a:gd name="T42" fmla="*/ 394 w 801"/>
              <a:gd name="T43" fmla="*/ 7 h 13"/>
              <a:gd name="T44" fmla="*/ 351 w 801"/>
              <a:gd name="T45" fmla="*/ 13 h 13"/>
              <a:gd name="T46" fmla="*/ 345 w 801"/>
              <a:gd name="T47" fmla="*/ 7 h 13"/>
              <a:gd name="T48" fmla="*/ 302 w 801"/>
              <a:gd name="T49" fmla="*/ 13 h 13"/>
              <a:gd name="T50" fmla="*/ 296 w 801"/>
              <a:gd name="T51" fmla="*/ 7 h 13"/>
              <a:gd name="T52" fmla="*/ 252 w 801"/>
              <a:gd name="T53" fmla="*/ 13 h 13"/>
              <a:gd name="T54" fmla="*/ 246 w 801"/>
              <a:gd name="T55" fmla="*/ 7 h 13"/>
              <a:gd name="T56" fmla="*/ 203 w 801"/>
              <a:gd name="T57" fmla="*/ 13 h 13"/>
              <a:gd name="T58" fmla="*/ 197 w 801"/>
              <a:gd name="T59" fmla="*/ 7 h 13"/>
              <a:gd name="T60" fmla="*/ 154 w 801"/>
              <a:gd name="T61" fmla="*/ 13 h 13"/>
              <a:gd name="T62" fmla="*/ 148 w 801"/>
              <a:gd name="T63" fmla="*/ 7 h 13"/>
              <a:gd name="T64" fmla="*/ 104 w 801"/>
              <a:gd name="T65" fmla="*/ 13 h 13"/>
              <a:gd name="T66" fmla="*/ 98 w 801"/>
              <a:gd name="T67" fmla="*/ 7 h 13"/>
              <a:gd name="T68" fmla="*/ 55 w 801"/>
              <a:gd name="T69" fmla="*/ 13 h 13"/>
              <a:gd name="T70" fmla="*/ 49 w 801"/>
              <a:gd name="T71" fmla="*/ 7 h 13"/>
              <a:gd name="T72" fmla="*/ 11 w 801"/>
              <a:gd name="T73" fmla="*/ 9 h 13"/>
              <a:gd name="T74" fmla="*/ 11 w 801"/>
              <a:gd name="T75" fmla="*/ 4 h 13"/>
              <a:gd name="T76" fmla="*/ 9 w 801"/>
              <a:gd name="T77" fmla="*/ 2 h 13"/>
              <a:gd name="T78" fmla="*/ 2 w 801"/>
              <a:gd name="T79" fmla="*/ 2 h 13"/>
              <a:gd name="T80" fmla="*/ 0 w 801"/>
              <a:gd name="T81" fmla="*/ 6 h 13"/>
              <a:gd name="T82" fmla="*/ 2 w 801"/>
              <a:gd name="T8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01" h="13">
                <a:moveTo>
                  <a:pt x="795" y="13"/>
                </a:moveTo>
                <a:cubicBezTo>
                  <a:pt x="793" y="13"/>
                  <a:pt x="791" y="12"/>
                  <a:pt x="790" y="11"/>
                </a:cubicBezTo>
                <a:cubicBezTo>
                  <a:pt x="790" y="10"/>
                  <a:pt x="789" y="10"/>
                  <a:pt x="789" y="9"/>
                </a:cubicBezTo>
                <a:cubicBezTo>
                  <a:pt x="789" y="8"/>
                  <a:pt x="789" y="7"/>
                  <a:pt x="789" y="7"/>
                </a:cubicBezTo>
                <a:cubicBezTo>
                  <a:pt x="789" y="6"/>
                  <a:pt x="789" y="6"/>
                  <a:pt x="789" y="6"/>
                </a:cubicBezTo>
                <a:cubicBezTo>
                  <a:pt x="789" y="5"/>
                  <a:pt x="789" y="5"/>
                  <a:pt x="789" y="4"/>
                </a:cubicBezTo>
                <a:cubicBezTo>
                  <a:pt x="790" y="3"/>
                  <a:pt x="790" y="3"/>
                  <a:pt x="790" y="3"/>
                </a:cubicBezTo>
                <a:cubicBezTo>
                  <a:pt x="790" y="2"/>
                  <a:pt x="790" y="2"/>
                  <a:pt x="790" y="2"/>
                </a:cubicBezTo>
                <a:cubicBezTo>
                  <a:pt x="792" y="1"/>
                  <a:pt x="794" y="0"/>
                  <a:pt x="796" y="1"/>
                </a:cubicBezTo>
                <a:cubicBezTo>
                  <a:pt x="796" y="1"/>
                  <a:pt x="796" y="1"/>
                  <a:pt x="797" y="1"/>
                </a:cubicBezTo>
                <a:cubicBezTo>
                  <a:pt x="798" y="2"/>
                  <a:pt x="798" y="2"/>
                  <a:pt x="798" y="2"/>
                </a:cubicBezTo>
                <a:cubicBezTo>
                  <a:pt x="799" y="2"/>
                  <a:pt x="799" y="2"/>
                  <a:pt x="799" y="2"/>
                </a:cubicBezTo>
                <a:cubicBezTo>
                  <a:pt x="800" y="3"/>
                  <a:pt x="800" y="3"/>
                  <a:pt x="800" y="3"/>
                </a:cubicBezTo>
                <a:cubicBezTo>
                  <a:pt x="800" y="4"/>
                  <a:pt x="800" y="4"/>
                  <a:pt x="800" y="4"/>
                </a:cubicBezTo>
                <a:cubicBezTo>
                  <a:pt x="800" y="5"/>
                  <a:pt x="800" y="5"/>
                  <a:pt x="800" y="6"/>
                </a:cubicBezTo>
                <a:cubicBezTo>
                  <a:pt x="800" y="6"/>
                  <a:pt x="801" y="6"/>
                  <a:pt x="801" y="7"/>
                </a:cubicBezTo>
                <a:cubicBezTo>
                  <a:pt x="801" y="7"/>
                  <a:pt x="800" y="8"/>
                  <a:pt x="800" y="9"/>
                </a:cubicBezTo>
                <a:cubicBezTo>
                  <a:pt x="800" y="10"/>
                  <a:pt x="799" y="10"/>
                  <a:pt x="799" y="11"/>
                </a:cubicBezTo>
                <a:cubicBezTo>
                  <a:pt x="798" y="12"/>
                  <a:pt x="796" y="13"/>
                  <a:pt x="795" y="13"/>
                </a:cubicBezTo>
                <a:close/>
                <a:moveTo>
                  <a:pt x="745" y="13"/>
                </a:moveTo>
                <a:cubicBezTo>
                  <a:pt x="745" y="13"/>
                  <a:pt x="745" y="13"/>
                  <a:pt x="745" y="13"/>
                </a:cubicBezTo>
                <a:cubicBezTo>
                  <a:pt x="749" y="13"/>
                  <a:pt x="751" y="10"/>
                  <a:pt x="751" y="7"/>
                </a:cubicBezTo>
                <a:cubicBezTo>
                  <a:pt x="751" y="3"/>
                  <a:pt x="749" y="1"/>
                  <a:pt x="745" y="1"/>
                </a:cubicBezTo>
                <a:cubicBezTo>
                  <a:pt x="742" y="1"/>
                  <a:pt x="739" y="3"/>
                  <a:pt x="739" y="7"/>
                </a:cubicBezTo>
                <a:cubicBezTo>
                  <a:pt x="739" y="10"/>
                  <a:pt x="742" y="13"/>
                  <a:pt x="745" y="13"/>
                </a:cubicBezTo>
                <a:close/>
                <a:moveTo>
                  <a:pt x="696" y="13"/>
                </a:moveTo>
                <a:cubicBezTo>
                  <a:pt x="696" y="13"/>
                  <a:pt x="696" y="13"/>
                  <a:pt x="696" y="13"/>
                </a:cubicBezTo>
                <a:cubicBezTo>
                  <a:pt x="699" y="13"/>
                  <a:pt x="702" y="10"/>
                  <a:pt x="702" y="7"/>
                </a:cubicBezTo>
                <a:cubicBezTo>
                  <a:pt x="702" y="3"/>
                  <a:pt x="699" y="1"/>
                  <a:pt x="696" y="1"/>
                </a:cubicBezTo>
                <a:cubicBezTo>
                  <a:pt x="693" y="1"/>
                  <a:pt x="690" y="3"/>
                  <a:pt x="690" y="7"/>
                </a:cubicBezTo>
                <a:cubicBezTo>
                  <a:pt x="690" y="10"/>
                  <a:pt x="693" y="13"/>
                  <a:pt x="696" y="13"/>
                </a:cubicBezTo>
                <a:close/>
                <a:moveTo>
                  <a:pt x="647" y="13"/>
                </a:moveTo>
                <a:cubicBezTo>
                  <a:pt x="647" y="13"/>
                  <a:pt x="647" y="13"/>
                  <a:pt x="647" y="13"/>
                </a:cubicBezTo>
                <a:cubicBezTo>
                  <a:pt x="650" y="13"/>
                  <a:pt x="653" y="10"/>
                  <a:pt x="653" y="7"/>
                </a:cubicBezTo>
                <a:cubicBezTo>
                  <a:pt x="653" y="3"/>
                  <a:pt x="650" y="1"/>
                  <a:pt x="647" y="1"/>
                </a:cubicBezTo>
                <a:cubicBezTo>
                  <a:pt x="643" y="1"/>
                  <a:pt x="641" y="3"/>
                  <a:pt x="641" y="7"/>
                </a:cubicBezTo>
                <a:cubicBezTo>
                  <a:pt x="641" y="10"/>
                  <a:pt x="643" y="13"/>
                  <a:pt x="647" y="13"/>
                </a:cubicBezTo>
                <a:close/>
                <a:moveTo>
                  <a:pt x="597" y="13"/>
                </a:moveTo>
                <a:cubicBezTo>
                  <a:pt x="597" y="13"/>
                  <a:pt x="597" y="13"/>
                  <a:pt x="597" y="13"/>
                </a:cubicBezTo>
                <a:cubicBezTo>
                  <a:pt x="601" y="13"/>
                  <a:pt x="603" y="10"/>
                  <a:pt x="603" y="7"/>
                </a:cubicBezTo>
                <a:cubicBezTo>
                  <a:pt x="603" y="3"/>
                  <a:pt x="601" y="1"/>
                  <a:pt x="597" y="1"/>
                </a:cubicBezTo>
                <a:cubicBezTo>
                  <a:pt x="594" y="1"/>
                  <a:pt x="591" y="3"/>
                  <a:pt x="591" y="7"/>
                </a:cubicBezTo>
                <a:cubicBezTo>
                  <a:pt x="591" y="10"/>
                  <a:pt x="594" y="13"/>
                  <a:pt x="597" y="13"/>
                </a:cubicBezTo>
                <a:close/>
                <a:moveTo>
                  <a:pt x="548" y="13"/>
                </a:moveTo>
                <a:cubicBezTo>
                  <a:pt x="548" y="13"/>
                  <a:pt x="548" y="13"/>
                  <a:pt x="548" y="13"/>
                </a:cubicBezTo>
                <a:cubicBezTo>
                  <a:pt x="551" y="13"/>
                  <a:pt x="554" y="10"/>
                  <a:pt x="554" y="7"/>
                </a:cubicBezTo>
                <a:cubicBezTo>
                  <a:pt x="554" y="3"/>
                  <a:pt x="551" y="1"/>
                  <a:pt x="548" y="1"/>
                </a:cubicBezTo>
                <a:cubicBezTo>
                  <a:pt x="545" y="1"/>
                  <a:pt x="542" y="3"/>
                  <a:pt x="542" y="7"/>
                </a:cubicBezTo>
                <a:cubicBezTo>
                  <a:pt x="542" y="10"/>
                  <a:pt x="545" y="13"/>
                  <a:pt x="548" y="13"/>
                </a:cubicBezTo>
                <a:close/>
                <a:moveTo>
                  <a:pt x="499" y="13"/>
                </a:moveTo>
                <a:cubicBezTo>
                  <a:pt x="499" y="13"/>
                  <a:pt x="499" y="13"/>
                  <a:pt x="499" y="13"/>
                </a:cubicBezTo>
                <a:cubicBezTo>
                  <a:pt x="502" y="13"/>
                  <a:pt x="505" y="10"/>
                  <a:pt x="505" y="7"/>
                </a:cubicBezTo>
                <a:cubicBezTo>
                  <a:pt x="505" y="3"/>
                  <a:pt x="502" y="1"/>
                  <a:pt x="499" y="1"/>
                </a:cubicBezTo>
                <a:cubicBezTo>
                  <a:pt x="495" y="1"/>
                  <a:pt x="493" y="3"/>
                  <a:pt x="493" y="7"/>
                </a:cubicBezTo>
                <a:cubicBezTo>
                  <a:pt x="493" y="10"/>
                  <a:pt x="495" y="13"/>
                  <a:pt x="499" y="13"/>
                </a:cubicBezTo>
                <a:close/>
                <a:moveTo>
                  <a:pt x="449" y="13"/>
                </a:moveTo>
                <a:cubicBezTo>
                  <a:pt x="449" y="13"/>
                  <a:pt x="449" y="13"/>
                  <a:pt x="449" y="13"/>
                </a:cubicBezTo>
                <a:cubicBezTo>
                  <a:pt x="453" y="13"/>
                  <a:pt x="455" y="10"/>
                  <a:pt x="455" y="7"/>
                </a:cubicBezTo>
                <a:cubicBezTo>
                  <a:pt x="455" y="3"/>
                  <a:pt x="453" y="1"/>
                  <a:pt x="449" y="1"/>
                </a:cubicBezTo>
                <a:cubicBezTo>
                  <a:pt x="446" y="1"/>
                  <a:pt x="443" y="3"/>
                  <a:pt x="443" y="7"/>
                </a:cubicBezTo>
                <a:cubicBezTo>
                  <a:pt x="443" y="10"/>
                  <a:pt x="446" y="13"/>
                  <a:pt x="449" y="13"/>
                </a:cubicBezTo>
                <a:close/>
                <a:moveTo>
                  <a:pt x="400" y="13"/>
                </a:moveTo>
                <a:cubicBezTo>
                  <a:pt x="400" y="13"/>
                  <a:pt x="400" y="13"/>
                  <a:pt x="400" y="13"/>
                </a:cubicBezTo>
                <a:cubicBezTo>
                  <a:pt x="404" y="13"/>
                  <a:pt x="406" y="10"/>
                  <a:pt x="406" y="7"/>
                </a:cubicBezTo>
                <a:cubicBezTo>
                  <a:pt x="406" y="3"/>
                  <a:pt x="404" y="1"/>
                  <a:pt x="400" y="1"/>
                </a:cubicBezTo>
                <a:cubicBezTo>
                  <a:pt x="397" y="1"/>
                  <a:pt x="394" y="3"/>
                  <a:pt x="394" y="7"/>
                </a:cubicBezTo>
                <a:cubicBezTo>
                  <a:pt x="394" y="10"/>
                  <a:pt x="397" y="13"/>
                  <a:pt x="400" y="13"/>
                </a:cubicBezTo>
                <a:close/>
                <a:moveTo>
                  <a:pt x="351" y="13"/>
                </a:moveTo>
                <a:cubicBezTo>
                  <a:pt x="351" y="13"/>
                  <a:pt x="351" y="13"/>
                  <a:pt x="351" y="13"/>
                </a:cubicBezTo>
                <a:cubicBezTo>
                  <a:pt x="354" y="13"/>
                  <a:pt x="357" y="10"/>
                  <a:pt x="357" y="7"/>
                </a:cubicBezTo>
                <a:cubicBezTo>
                  <a:pt x="357" y="3"/>
                  <a:pt x="354" y="1"/>
                  <a:pt x="351" y="1"/>
                </a:cubicBezTo>
                <a:cubicBezTo>
                  <a:pt x="348" y="1"/>
                  <a:pt x="345" y="3"/>
                  <a:pt x="345" y="7"/>
                </a:cubicBezTo>
                <a:cubicBezTo>
                  <a:pt x="345" y="10"/>
                  <a:pt x="348" y="13"/>
                  <a:pt x="351" y="13"/>
                </a:cubicBezTo>
                <a:close/>
                <a:moveTo>
                  <a:pt x="302" y="13"/>
                </a:moveTo>
                <a:cubicBezTo>
                  <a:pt x="302" y="13"/>
                  <a:pt x="302" y="13"/>
                  <a:pt x="302" y="13"/>
                </a:cubicBezTo>
                <a:cubicBezTo>
                  <a:pt x="305" y="13"/>
                  <a:pt x="308" y="10"/>
                  <a:pt x="308" y="7"/>
                </a:cubicBezTo>
                <a:cubicBezTo>
                  <a:pt x="308" y="3"/>
                  <a:pt x="305" y="1"/>
                  <a:pt x="302" y="1"/>
                </a:cubicBezTo>
                <a:cubicBezTo>
                  <a:pt x="298" y="1"/>
                  <a:pt x="296" y="3"/>
                  <a:pt x="296" y="7"/>
                </a:cubicBezTo>
                <a:cubicBezTo>
                  <a:pt x="296" y="10"/>
                  <a:pt x="298" y="13"/>
                  <a:pt x="302" y="13"/>
                </a:cubicBezTo>
                <a:close/>
                <a:moveTo>
                  <a:pt x="252" y="13"/>
                </a:moveTo>
                <a:cubicBezTo>
                  <a:pt x="252" y="13"/>
                  <a:pt x="252" y="13"/>
                  <a:pt x="252" y="13"/>
                </a:cubicBezTo>
                <a:cubicBezTo>
                  <a:pt x="256" y="13"/>
                  <a:pt x="258" y="10"/>
                  <a:pt x="258" y="7"/>
                </a:cubicBezTo>
                <a:cubicBezTo>
                  <a:pt x="258" y="3"/>
                  <a:pt x="256" y="1"/>
                  <a:pt x="252" y="1"/>
                </a:cubicBezTo>
                <a:cubicBezTo>
                  <a:pt x="249" y="1"/>
                  <a:pt x="246" y="3"/>
                  <a:pt x="246" y="7"/>
                </a:cubicBezTo>
                <a:cubicBezTo>
                  <a:pt x="246" y="10"/>
                  <a:pt x="249" y="13"/>
                  <a:pt x="252" y="13"/>
                </a:cubicBezTo>
                <a:close/>
                <a:moveTo>
                  <a:pt x="203" y="13"/>
                </a:moveTo>
                <a:cubicBezTo>
                  <a:pt x="203" y="13"/>
                  <a:pt x="203" y="13"/>
                  <a:pt x="203" y="13"/>
                </a:cubicBezTo>
                <a:cubicBezTo>
                  <a:pt x="206" y="13"/>
                  <a:pt x="209" y="10"/>
                  <a:pt x="209" y="7"/>
                </a:cubicBezTo>
                <a:cubicBezTo>
                  <a:pt x="209" y="3"/>
                  <a:pt x="206" y="1"/>
                  <a:pt x="203" y="1"/>
                </a:cubicBezTo>
                <a:cubicBezTo>
                  <a:pt x="200" y="1"/>
                  <a:pt x="197" y="3"/>
                  <a:pt x="197" y="7"/>
                </a:cubicBezTo>
                <a:cubicBezTo>
                  <a:pt x="197" y="10"/>
                  <a:pt x="200" y="13"/>
                  <a:pt x="203" y="13"/>
                </a:cubicBezTo>
                <a:close/>
                <a:moveTo>
                  <a:pt x="154" y="13"/>
                </a:moveTo>
                <a:cubicBezTo>
                  <a:pt x="154" y="13"/>
                  <a:pt x="154" y="13"/>
                  <a:pt x="154" y="13"/>
                </a:cubicBezTo>
                <a:cubicBezTo>
                  <a:pt x="157" y="13"/>
                  <a:pt x="160" y="10"/>
                  <a:pt x="160" y="7"/>
                </a:cubicBezTo>
                <a:cubicBezTo>
                  <a:pt x="160" y="3"/>
                  <a:pt x="157" y="1"/>
                  <a:pt x="154" y="1"/>
                </a:cubicBezTo>
                <a:cubicBezTo>
                  <a:pt x="150" y="1"/>
                  <a:pt x="148" y="3"/>
                  <a:pt x="148" y="7"/>
                </a:cubicBezTo>
                <a:cubicBezTo>
                  <a:pt x="148" y="10"/>
                  <a:pt x="150" y="13"/>
                  <a:pt x="154" y="13"/>
                </a:cubicBezTo>
                <a:close/>
                <a:moveTo>
                  <a:pt x="104" y="13"/>
                </a:moveTo>
                <a:cubicBezTo>
                  <a:pt x="104" y="13"/>
                  <a:pt x="104" y="13"/>
                  <a:pt x="104" y="13"/>
                </a:cubicBezTo>
                <a:cubicBezTo>
                  <a:pt x="108" y="13"/>
                  <a:pt x="110" y="10"/>
                  <a:pt x="110" y="7"/>
                </a:cubicBezTo>
                <a:cubicBezTo>
                  <a:pt x="110" y="3"/>
                  <a:pt x="108" y="1"/>
                  <a:pt x="104" y="1"/>
                </a:cubicBezTo>
                <a:cubicBezTo>
                  <a:pt x="101" y="1"/>
                  <a:pt x="98" y="3"/>
                  <a:pt x="98" y="7"/>
                </a:cubicBezTo>
                <a:cubicBezTo>
                  <a:pt x="98" y="10"/>
                  <a:pt x="101" y="13"/>
                  <a:pt x="104" y="13"/>
                </a:cubicBezTo>
                <a:close/>
                <a:moveTo>
                  <a:pt x="55" y="13"/>
                </a:moveTo>
                <a:cubicBezTo>
                  <a:pt x="55" y="13"/>
                  <a:pt x="55" y="13"/>
                  <a:pt x="55" y="13"/>
                </a:cubicBezTo>
                <a:cubicBezTo>
                  <a:pt x="58" y="13"/>
                  <a:pt x="61" y="10"/>
                  <a:pt x="61" y="7"/>
                </a:cubicBezTo>
                <a:cubicBezTo>
                  <a:pt x="61" y="3"/>
                  <a:pt x="58" y="1"/>
                  <a:pt x="55" y="1"/>
                </a:cubicBezTo>
                <a:cubicBezTo>
                  <a:pt x="52" y="1"/>
                  <a:pt x="49" y="3"/>
                  <a:pt x="49" y="7"/>
                </a:cubicBezTo>
                <a:cubicBezTo>
                  <a:pt x="49" y="10"/>
                  <a:pt x="52" y="13"/>
                  <a:pt x="55" y="13"/>
                </a:cubicBezTo>
                <a:close/>
                <a:moveTo>
                  <a:pt x="10" y="11"/>
                </a:moveTo>
                <a:cubicBezTo>
                  <a:pt x="11" y="10"/>
                  <a:pt x="11" y="10"/>
                  <a:pt x="11" y="9"/>
                </a:cubicBezTo>
                <a:cubicBezTo>
                  <a:pt x="12" y="8"/>
                  <a:pt x="12" y="7"/>
                  <a:pt x="12" y="7"/>
                </a:cubicBezTo>
                <a:cubicBezTo>
                  <a:pt x="12" y="6"/>
                  <a:pt x="12" y="6"/>
                  <a:pt x="12" y="6"/>
                </a:cubicBezTo>
                <a:cubicBezTo>
                  <a:pt x="12" y="5"/>
                  <a:pt x="12" y="5"/>
                  <a:pt x="11" y="4"/>
                </a:cubicBezTo>
                <a:cubicBezTo>
                  <a:pt x="11" y="3"/>
                  <a:pt x="11" y="3"/>
                  <a:pt x="11" y="3"/>
                </a:cubicBezTo>
                <a:cubicBezTo>
                  <a:pt x="10" y="2"/>
                  <a:pt x="10" y="2"/>
                  <a:pt x="10" y="2"/>
                </a:cubicBezTo>
                <a:cubicBezTo>
                  <a:pt x="9" y="2"/>
                  <a:pt x="9" y="2"/>
                  <a:pt x="9" y="2"/>
                </a:cubicBezTo>
                <a:cubicBezTo>
                  <a:pt x="8" y="1"/>
                  <a:pt x="8" y="1"/>
                  <a:pt x="8" y="1"/>
                </a:cubicBezTo>
                <a:cubicBezTo>
                  <a:pt x="7" y="1"/>
                  <a:pt x="7" y="1"/>
                  <a:pt x="7" y="1"/>
                </a:cubicBezTo>
                <a:cubicBezTo>
                  <a:pt x="5" y="0"/>
                  <a:pt x="3" y="1"/>
                  <a:pt x="2" y="2"/>
                </a:cubicBezTo>
                <a:cubicBezTo>
                  <a:pt x="1" y="3"/>
                  <a:pt x="1" y="3"/>
                  <a:pt x="1" y="3"/>
                </a:cubicBezTo>
                <a:cubicBezTo>
                  <a:pt x="0" y="4"/>
                  <a:pt x="0" y="4"/>
                  <a:pt x="0" y="4"/>
                </a:cubicBezTo>
                <a:cubicBezTo>
                  <a:pt x="0" y="5"/>
                  <a:pt x="0" y="5"/>
                  <a:pt x="0" y="6"/>
                </a:cubicBezTo>
                <a:cubicBezTo>
                  <a:pt x="0" y="6"/>
                  <a:pt x="0" y="6"/>
                  <a:pt x="0" y="7"/>
                </a:cubicBezTo>
                <a:cubicBezTo>
                  <a:pt x="0" y="7"/>
                  <a:pt x="0" y="8"/>
                  <a:pt x="0" y="9"/>
                </a:cubicBezTo>
                <a:cubicBezTo>
                  <a:pt x="1" y="10"/>
                  <a:pt x="1" y="10"/>
                  <a:pt x="2" y="11"/>
                </a:cubicBezTo>
                <a:cubicBezTo>
                  <a:pt x="3" y="12"/>
                  <a:pt x="4" y="13"/>
                  <a:pt x="6" y="13"/>
                </a:cubicBezTo>
                <a:cubicBezTo>
                  <a:pt x="7" y="13"/>
                  <a:pt x="9" y="12"/>
                  <a:pt x="10" y="11"/>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Rectangle 25">
            <a:extLst>
              <a:ext uri="{FF2B5EF4-FFF2-40B4-BE49-F238E27FC236}">
                <a16:creationId xmlns:a16="http://schemas.microsoft.com/office/drawing/2014/main" id="{8C6E0317-C6B4-4D2F-8A77-D5B45112EF75}"/>
              </a:ext>
            </a:extLst>
          </p:cNvPr>
          <p:cNvSpPr>
            <a:spLocks noChangeArrowheads="1"/>
          </p:cNvSpPr>
          <p:nvPr/>
        </p:nvSpPr>
        <p:spPr bwMode="auto">
          <a:xfrm>
            <a:off x="10577948" y="5681663"/>
            <a:ext cx="32541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800" b="1" i="0" u="none" strike="noStrike" cap="none" normalizeH="0" baseline="0">
                <a:ln>
                  <a:noFill/>
                </a:ln>
                <a:solidFill>
                  <a:schemeClr val="tx1">
                    <a:lumMod val="40000"/>
                    <a:lumOff val="60000"/>
                  </a:schemeClr>
                </a:solidFill>
                <a:effectLst/>
                <a:latin typeface="Open Sans" panose="020B0606030504020204" pitchFamily="34" charset="0"/>
              </a:rPr>
              <a:t>X</a:t>
            </a:r>
            <a:endParaRPr kumimoji="0" lang="ru-UA" altLang="ru-UA" sz="1800" b="0" i="0" u="none" strike="noStrike" cap="none" normalizeH="0" baseline="0">
              <a:ln>
                <a:noFill/>
              </a:ln>
              <a:solidFill>
                <a:schemeClr val="tx1">
                  <a:lumMod val="40000"/>
                  <a:lumOff val="60000"/>
                </a:schemeClr>
              </a:solidFill>
              <a:effectLst/>
            </a:endParaRPr>
          </a:p>
        </p:txBody>
      </p:sp>
      <p:sp>
        <p:nvSpPr>
          <p:cNvPr id="27" name="Rectangle 26">
            <a:extLst>
              <a:ext uri="{FF2B5EF4-FFF2-40B4-BE49-F238E27FC236}">
                <a16:creationId xmlns:a16="http://schemas.microsoft.com/office/drawing/2014/main" id="{1925FF25-758D-48F1-9228-50116D61FEE1}"/>
              </a:ext>
            </a:extLst>
          </p:cNvPr>
          <p:cNvSpPr>
            <a:spLocks noChangeArrowheads="1"/>
          </p:cNvSpPr>
          <p:nvPr/>
        </p:nvSpPr>
        <p:spPr bwMode="auto">
          <a:xfrm>
            <a:off x="5663149" y="904875"/>
            <a:ext cx="30457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800" b="1" i="0" u="none" strike="noStrike" cap="none" normalizeH="0" baseline="0">
                <a:ln>
                  <a:noFill/>
                </a:ln>
                <a:solidFill>
                  <a:schemeClr val="tx1">
                    <a:lumMod val="40000"/>
                    <a:lumOff val="60000"/>
                  </a:schemeClr>
                </a:solidFill>
                <a:effectLst/>
                <a:latin typeface="Open Sans" panose="020B0606030504020204" pitchFamily="34" charset="0"/>
              </a:rPr>
              <a:t>Y</a:t>
            </a:r>
            <a:endParaRPr kumimoji="0" lang="ru-UA" altLang="ru-UA" sz="1800" b="0" i="0" u="none" strike="noStrike" cap="none" normalizeH="0" baseline="0">
              <a:ln>
                <a:noFill/>
              </a:ln>
              <a:solidFill>
                <a:schemeClr val="tx1">
                  <a:lumMod val="40000"/>
                  <a:lumOff val="60000"/>
                </a:schemeClr>
              </a:solidFill>
              <a:effectLst/>
            </a:endParaRPr>
          </a:p>
        </p:txBody>
      </p:sp>
      <p:sp>
        <p:nvSpPr>
          <p:cNvPr id="32" name="Freeform 31">
            <a:extLst>
              <a:ext uri="{FF2B5EF4-FFF2-40B4-BE49-F238E27FC236}">
                <a16:creationId xmlns:a16="http://schemas.microsoft.com/office/drawing/2014/main" id="{E256D722-5217-4255-B54B-D033A2E6430B}"/>
              </a:ext>
            </a:extLst>
          </p:cNvPr>
          <p:cNvSpPr>
            <a:spLocks/>
          </p:cNvSpPr>
          <p:nvPr/>
        </p:nvSpPr>
        <p:spPr bwMode="auto">
          <a:xfrm>
            <a:off x="6904038" y="3451225"/>
            <a:ext cx="1493838" cy="1493838"/>
          </a:xfrm>
          <a:custGeom>
            <a:avLst/>
            <a:gdLst>
              <a:gd name="T0" fmla="*/ 329 w 418"/>
              <a:gd name="T1" fmla="*/ 215 h 418"/>
              <a:gd name="T2" fmla="*/ 418 w 418"/>
              <a:gd name="T3" fmla="*/ 178 h 418"/>
              <a:gd name="T4" fmla="*/ 396 w 418"/>
              <a:gd name="T5" fmla="*/ 156 h 418"/>
              <a:gd name="T6" fmla="*/ 329 w 418"/>
              <a:gd name="T7" fmla="*/ 183 h 418"/>
              <a:gd name="T8" fmla="*/ 234 w 418"/>
              <a:gd name="T9" fmla="*/ 89 h 418"/>
              <a:gd name="T10" fmla="*/ 262 w 418"/>
              <a:gd name="T11" fmla="*/ 22 h 418"/>
              <a:gd name="T12" fmla="*/ 239 w 418"/>
              <a:gd name="T13" fmla="*/ 0 h 418"/>
              <a:gd name="T14" fmla="*/ 202 w 418"/>
              <a:gd name="T15" fmla="*/ 89 h 418"/>
              <a:gd name="T16" fmla="*/ 229 w 418"/>
              <a:gd name="T17" fmla="*/ 166 h 418"/>
              <a:gd name="T18" fmla="*/ 167 w 418"/>
              <a:gd name="T19" fmla="*/ 228 h 418"/>
              <a:gd name="T20" fmla="*/ 90 w 418"/>
              <a:gd name="T21" fmla="*/ 202 h 418"/>
              <a:gd name="T22" fmla="*/ 0 w 418"/>
              <a:gd name="T23" fmla="*/ 239 h 418"/>
              <a:gd name="T24" fmla="*/ 23 w 418"/>
              <a:gd name="T25" fmla="*/ 261 h 418"/>
              <a:gd name="T26" fmla="*/ 90 w 418"/>
              <a:gd name="T27" fmla="*/ 234 h 418"/>
              <a:gd name="T28" fmla="*/ 184 w 418"/>
              <a:gd name="T29" fmla="*/ 328 h 418"/>
              <a:gd name="T30" fmla="*/ 156 w 418"/>
              <a:gd name="T31" fmla="*/ 395 h 418"/>
              <a:gd name="T32" fmla="*/ 179 w 418"/>
              <a:gd name="T33" fmla="*/ 418 h 418"/>
              <a:gd name="T34" fmla="*/ 216 w 418"/>
              <a:gd name="T35" fmla="*/ 328 h 418"/>
              <a:gd name="T36" fmla="*/ 190 w 418"/>
              <a:gd name="T37" fmla="*/ 251 h 418"/>
              <a:gd name="T38" fmla="*/ 252 w 418"/>
              <a:gd name="T39" fmla="*/ 189 h 418"/>
              <a:gd name="T40" fmla="*/ 329 w 418"/>
              <a:gd name="T41" fmla="*/ 215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8" h="418">
                <a:moveTo>
                  <a:pt x="329" y="215"/>
                </a:moveTo>
                <a:cubicBezTo>
                  <a:pt x="363" y="215"/>
                  <a:pt x="394" y="202"/>
                  <a:pt x="418" y="178"/>
                </a:cubicBezTo>
                <a:cubicBezTo>
                  <a:pt x="396" y="156"/>
                  <a:pt x="396" y="156"/>
                  <a:pt x="396" y="156"/>
                </a:cubicBezTo>
                <a:cubicBezTo>
                  <a:pt x="378" y="174"/>
                  <a:pt x="354" y="183"/>
                  <a:pt x="329" y="183"/>
                </a:cubicBezTo>
                <a:cubicBezTo>
                  <a:pt x="277" y="183"/>
                  <a:pt x="234" y="141"/>
                  <a:pt x="234" y="89"/>
                </a:cubicBezTo>
                <a:cubicBezTo>
                  <a:pt x="234" y="64"/>
                  <a:pt x="244" y="40"/>
                  <a:pt x="262" y="22"/>
                </a:cubicBezTo>
                <a:cubicBezTo>
                  <a:pt x="239" y="0"/>
                  <a:pt x="239" y="0"/>
                  <a:pt x="239" y="0"/>
                </a:cubicBezTo>
                <a:cubicBezTo>
                  <a:pt x="216" y="23"/>
                  <a:pt x="202" y="55"/>
                  <a:pt x="202" y="89"/>
                </a:cubicBezTo>
                <a:cubicBezTo>
                  <a:pt x="202" y="118"/>
                  <a:pt x="212" y="145"/>
                  <a:pt x="229" y="166"/>
                </a:cubicBezTo>
                <a:cubicBezTo>
                  <a:pt x="167" y="228"/>
                  <a:pt x="167" y="228"/>
                  <a:pt x="167" y="228"/>
                </a:cubicBezTo>
                <a:cubicBezTo>
                  <a:pt x="146" y="212"/>
                  <a:pt x="119" y="202"/>
                  <a:pt x="90" y="202"/>
                </a:cubicBezTo>
                <a:cubicBezTo>
                  <a:pt x="56" y="202"/>
                  <a:pt x="24" y="215"/>
                  <a:pt x="0" y="239"/>
                </a:cubicBezTo>
                <a:cubicBezTo>
                  <a:pt x="23" y="261"/>
                  <a:pt x="23" y="261"/>
                  <a:pt x="23" y="261"/>
                </a:cubicBezTo>
                <a:cubicBezTo>
                  <a:pt x="41" y="244"/>
                  <a:pt x="64" y="234"/>
                  <a:pt x="90" y="234"/>
                </a:cubicBezTo>
                <a:cubicBezTo>
                  <a:pt x="142" y="234"/>
                  <a:pt x="184" y="276"/>
                  <a:pt x="184" y="328"/>
                </a:cubicBezTo>
                <a:cubicBezTo>
                  <a:pt x="184" y="353"/>
                  <a:pt x="174" y="377"/>
                  <a:pt x="156" y="395"/>
                </a:cubicBezTo>
                <a:cubicBezTo>
                  <a:pt x="179" y="418"/>
                  <a:pt x="179" y="418"/>
                  <a:pt x="179" y="418"/>
                </a:cubicBezTo>
                <a:cubicBezTo>
                  <a:pt x="203" y="394"/>
                  <a:pt x="216" y="362"/>
                  <a:pt x="216" y="328"/>
                </a:cubicBezTo>
                <a:cubicBezTo>
                  <a:pt x="216" y="299"/>
                  <a:pt x="206" y="272"/>
                  <a:pt x="190" y="251"/>
                </a:cubicBezTo>
                <a:cubicBezTo>
                  <a:pt x="252" y="189"/>
                  <a:pt x="252" y="189"/>
                  <a:pt x="252" y="189"/>
                </a:cubicBezTo>
                <a:cubicBezTo>
                  <a:pt x="273" y="206"/>
                  <a:pt x="300" y="215"/>
                  <a:pt x="329" y="21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6E7FF1FA-B71F-4A6A-A8FC-E8640B011CF0}"/>
              </a:ext>
            </a:extLst>
          </p:cNvPr>
          <p:cNvSpPr>
            <a:spLocks/>
          </p:cNvSpPr>
          <p:nvPr/>
        </p:nvSpPr>
        <p:spPr bwMode="auto">
          <a:xfrm>
            <a:off x="7758113" y="2593975"/>
            <a:ext cx="1493838" cy="1493838"/>
          </a:xfrm>
          <a:custGeom>
            <a:avLst/>
            <a:gdLst>
              <a:gd name="T0" fmla="*/ 329 w 418"/>
              <a:gd name="T1" fmla="*/ 216 h 418"/>
              <a:gd name="T2" fmla="*/ 418 w 418"/>
              <a:gd name="T3" fmla="*/ 179 h 418"/>
              <a:gd name="T4" fmla="*/ 396 w 418"/>
              <a:gd name="T5" fmla="*/ 157 h 418"/>
              <a:gd name="T6" fmla="*/ 329 w 418"/>
              <a:gd name="T7" fmla="*/ 184 h 418"/>
              <a:gd name="T8" fmla="*/ 235 w 418"/>
              <a:gd name="T9" fmla="*/ 90 h 418"/>
              <a:gd name="T10" fmla="*/ 262 w 418"/>
              <a:gd name="T11" fmla="*/ 23 h 418"/>
              <a:gd name="T12" fmla="*/ 240 w 418"/>
              <a:gd name="T13" fmla="*/ 0 h 418"/>
              <a:gd name="T14" fmla="*/ 203 w 418"/>
              <a:gd name="T15" fmla="*/ 90 h 418"/>
              <a:gd name="T16" fmla="*/ 229 w 418"/>
              <a:gd name="T17" fmla="*/ 167 h 418"/>
              <a:gd name="T18" fmla="*/ 167 w 418"/>
              <a:gd name="T19" fmla="*/ 229 h 418"/>
              <a:gd name="T20" fmla="*/ 90 w 418"/>
              <a:gd name="T21" fmla="*/ 203 h 418"/>
              <a:gd name="T22" fmla="*/ 0 w 418"/>
              <a:gd name="T23" fmla="*/ 240 h 418"/>
              <a:gd name="T24" fmla="*/ 23 w 418"/>
              <a:gd name="T25" fmla="*/ 262 h 418"/>
              <a:gd name="T26" fmla="*/ 90 w 418"/>
              <a:gd name="T27" fmla="*/ 235 h 418"/>
              <a:gd name="T28" fmla="*/ 184 w 418"/>
              <a:gd name="T29" fmla="*/ 329 h 418"/>
              <a:gd name="T30" fmla="*/ 157 w 418"/>
              <a:gd name="T31" fmla="*/ 396 h 418"/>
              <a:gd name="T32" fmla="*/ 179 w 418"/>
              <a:gd name="T33" fmla="*/ 418 h 418"/>
              <a:gd name="T34" fmla="*/ 216 w 418"/>
              <a:gd name="T35" fmla="*/ 329 h 418"/>
              <a:gd name="T36" fmla="*/ 190 w 418"/>
              <a:gd name="T37" fmla="*/ 252 h 418"/>
              <a:gd name="T38" fmla="*/ 252 w 418"/>
              <a:gd name="T39" fmla="*/ 190 h 418"/>
              <a:gd name="T40" fmla="*/ 329 w 418"/>
              <a:gd name="T41" fmla="*/ 216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8" h="418">
                <a:moveTo>
                  <a:pt x="329" y="216"/>
                </a:moveTo>
                <a:cubicBezTo>
                  <a:pt x="363" y="216"/>
                  <a:pt x="395" y="203"/>
                  <a:pt x="418" y="179"/>
                </a:cubicBezTo>
                <a:cubicBezTo>
                  <a:pt x="396" y="157"/>
                  <a:pt x="396" y="157"/>
                  <a:pt x="396" y="157"/>
                </a:cubicBezTo>
                <a:cubicBezTo>
                  <a:pt x="378" y="174"/>
                  <a:pt x="354" y="184"/>
                  <a:pt x="329" y="184"/>
                </a:cubicBezTo>
                <a:cubicBezTo>
                  <a:pt x="277" y="184"/>
                  <a:pt x="235" y="142"/>
                  <a:pt x="235" y="90"/>
                </a:cubicBezTo>
                <a:cubicBezTo>
                  <a:pt x="235" y="65"/>
                  <a:pt x="244" y="41"/>
                  <a:pt x="262" y="23"/>
                </a:cubicBezTo>
                <a:cubicBezTo>
                  <a:pt x="240" y="0"/>
                  <a:pt x="240" y="0"/>
                  <a:pt x="240" y="0"/>
                </a:cubicBezTo>
                <a:cubicBezTo>
                  <a:pt x="216" y="24"/>
                  <a:pt x="203" y="56"/>
                  <a:pt x="203" y="90"/>
                </a:cubicBezTo>
                <a:cubicBezTo>
                  <a:pt x="203" y="119"/>
                  <a:pt x="213" y="146"/>
                  <a:pt x="229" y="167"/>
                </a:cubicBezTo>
                <a:cubicBezTo>
                  <a:pt x="167" y="229"/>
                  <a:pt x="167" y="229"/>
                  <a:pt x="167" y="229"/>
                </a:cubicBezTo>
                <a:cubicBezTo>
                  <a:pt x="146" y="212"/>
                  <a:pt x="119" y="203"/>
                  <a:pt x="90" y="203"/>
                </a:cubicBezTo>
                <a:cubicBezTo>
                  <a:pt x="56" y="203"/>
                  <a:pt x="24" y="216"/>
                  <a:pt x="0" y="240"/>
                </a:cubicBezTo>
                <a:cubicBezTo>
                  <a:pt x="23" y="262"/>
                  <a:pt x="23" y="262"/>
                  <a:pt x="23" y="262"/>
                </a:cubicBezTo>
                <a:cubicBezTo>
                  <a:pt x="41" y="244"/>
                  <a:pt x="65" y="235"/>
                  <a:pt x="90" y="235"/>
                </a:cubicBezTo>
                <a:cubicBezTo>
                  <a:pt x="142" y="235"/>
                  <a:pt x="184" y="277"/>
                  <a:pt x="184" y="329"/>
                </a:cubicBezTo>
                <a:cubicBezTo>
                  <a:pt x="184" y="354"/>
                  <a:pt x="175" y="378"/>
                  <a:pt x="157" y="396"/>
                </a:cubicBezTo>
                <a:cubicBezTo>
                  <a:pt x="179" y="418"/>
                  <a:pt x="179" y="418"/>
                  <a:pt x="179" y="418"/>
                </a:cubicBezTo>
                <a:cubicBezTo>
                  <a:pt x="203" y="395"/>
                  <a:pt x="216" y="363"/>
                  <a:pt x="216" y="329"/>
                </a:cubicBezTo>
                <a:cubicBezTo>
                  <a:pt x="216" y="300"/>
                  <a:pt x="206" y="273"/>
                  <a:pt x="190" y="252"/>
                </a:cubicBezTo>
                <a:cubicBezTo>
                  <a:pt x="252" y="190"/>
                  <a:pt x="252" y="190"/>
                  <a:pt x="252" y="190"/>
                </a:cubicBezTo>
                <a:cubicBezTo>
                  <a:pt x="273" y="206"/>
                  <a:pt x="300" y="216"/>
                  <a:pt x="329" y="21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96B247B0-EF59-40DB-A599-6E81CEFA8622}"/>
              </a:ext>
            </a:extLst>
          </p:cNvPr>
          <p:cNvSpPr>
            <a:spLocks/>
          </p:cNvSpPr>
          <p:nvPr/>
        </p:nvSpPr>
        <p:spPr bwMode="auto">
          <a:xfrm>
            <a:off x="8616951" y="1739900"/>
            <a:ext cx="1493838" cy="1493838"/>
          </a:xfrm>
          <a:custGeom>
            <a:avLst/>
            <a:gdLst>
              <a:gd name="T0" fmla="*/ 328 w 418"/>
              <a:gd name="T1" fmla="*/ 216 h 418"/>
              <a:gd name="T2" fmla="*/ 418 w 418"/>
              <a:gd name="T3" fmla="*/ 179 h 418"/>
              <a:gd name="T4" fmla="*/ 395 w 418"/>
              <a:gd name="T5" fmla="*/ 156 h 418"/>
              <a:gd name="T6" fmla="*/ 328 w 418"/>
              <a:gd name="T7" fmla="*/ 184 h 418"/>
              <a:gd name="T8" fmla="*/ 234 w 418"/>
              <a:gd name="T9" fmla="*/ 90 h 418"/>
              <a:gd name="T10" fmla="*/ 262 w 418"/>
              <a:gd name="T11" fmla="*/ 23 h 418"/>
              <a:gd name="T12" fmla="*/ 239 w 418"/>
              <a:gd name="T13" fmla="*/ 0 h 418"/>
              <a:gd name="T14" fmla="*/ 202 w 418"/>
              <a:gd name="T15" fmla="*/ 90 h 418"/>
              <a:gd name="T16" fmla="*/ 228 w 418"/>
              <a:gd name="T17" fmla="*/ 167 h 418"/>
              <a:gd name="T18" fmla="*/ 166 w 418"/>
              <a:gd name="T19" fmla="*/ 229 h 418"/>
              <a:gd name="T20" fmla="*/ 89 w 418"/>
              <a:gd name="T21" fmla="*/ 202 h 418"/>
              <a:gd name="T22" fmla="*/ 0 w 418"/>
              <a:gd name="T23" fmla="*/ 239 h 418"/>
              <a:gd name="T24" fmla="*/ 22 w 418"/>
              <a:gd name="T25" fmla="*/ 262 h 418"/>
              <a:gd name="T26" fmla="*/ 89 w 418"/>
              <a:gd name="T27" fmla="*/ 234 h 418"/>
              <a:gd name="T28" fmla="*/ 184 w 418"/>
              <a:gd name="T29" fmla="*/ 329 h 418"/>
              <a:gd name="T30" fmla="*/ 156 w 418"/>
              <a:gd name="T31" fmla="*/ 396 h 418"/>
              <a:gd name="T32" fmla="*/ 178 w 418"/>
              <a:gd name="T33" fmla="*/ 418 h 418"/>
              <a:gd name="T34" fmla="*/ 216 w 418"/>
              <a:gd name="T35" fmla="*/ 329 h 418"/>
              <a:gd name="T36" fmla="*/ 189 w 418"/>
              <a:gd name="T37" fmla="*/ 251 h 418"/>
              <a:gd name="T38" fmla="*/ 251 w 418"/>
              <a:gd name="T39" fmla="*/ 190 h 418"/>
              <a:gd name="T40" fmla="*/ 328 w 418"/>
              <a:gd name="T41" fmla="*/ 216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8" h="418">
                <a:moveTo>
                  <a:pt x="328" y="216"/>
                </a:moveTo>
                <a:cubicBezTo>
                  <a:pt x="362" y="216"/>
                  <a:pt x="394" y="203"/>
                  <a:pt x="418" y="179"/>
                </a:cubicBezTo>
                <a:cubicBezTo>
                  <a:pt x="395" y="156"/>
                  <a:pt x="395" y="156"/>
                  <a:pt x="395" y="156"/>
                </a:cubicBezTo>
                <a:cubicBezTo>
                  <a:pt x="377" y="174"/>
                  <a:pt x="354" y="184"/>
                  <a:pt x="328" y="184"/>
                </a:cubicBezTo>
                <a:cubicBezTo>
                  <a:pt x="276" y="184"/>
                  <a:pt x="234" y="142"/>
                  <a:pt x="234" y="90"/>
                </a:cubicBezTo>
                <a:cubicBezTo>
                  <a:pt x="234" y="64"/>
                  <a:pt x="244" y="41"/>
                  <a:pt x="262" y="23"/>
                </a:cubicBezTo>
                <a:cubicBezTo>
                  <a:pt x="239" y="0"/>
                  <a:pt x="239" y="0"/>
                  <a:pt x="239" y="0"/>
                </a:cubicBezTo>
                <a:cubicBezTo>
                  <a:pt x="215" y="24"/>
                  <a:pt x="202" y="56"/>
                  <a:pt x="202" y="90"/>
                </a:cubicBezTo>
                <a:cubicBezTo>
                  <a:pt x="202" y="119"/>
                  <a:pt x="212" y="146"/>
                  <a:pt x="228" y="167"/>
                </a:cubicBezTo>
                <a:cubicBezTo>
                  <a:pt x="166" y="229"/>
                  <a:pt x="166" y="229"/>
                  <a:pt x="166" y="229"/>
                </a:cubicBezTo>
                <a:cubicBezTo>
                  <a:pt x="145" y="212"/>
                  <a:pt x="118" y="202"/>
                  <a:pt x="89" y="202"/>
                </a:cubicBezTo>
                <a:cubicBezTo>
                  <a:pt x="55" y="202"/>
                  <a:pt x="24" y="215"/>
                  <a:pt x="0" y="239"/>
                </a:cubicBezTo>
                <a:cubicBezTo>
                  <a:pt x="22" y="262"/>
                  <a:pt x="22" y="262"/>
                  <a:pt x="22" y="262"/>
                </a:cubicBezTo>
                <a:cubicBezTo>
                  <a:pt x="40" y="244"/>
                  <a:pt x="64" y="234"/>
                  <a:pt x="89" y="234"/>
                </a:cubicBezTo>
                <a:cubicBezTo>
                  <a:pt x="141" y="234"/>
                  <a:pt x="184" y="277"/>
                  <a:pt x="184" y="329"/>
                </a:cubicBezTo>
                <a:cubicBezTo>
                  <a:pt x="184" y="354"/>
                  <a:pt x="174" y="378"/>
                  <a:pt x="156" y="396"/>
                </a:cubicBezTo>
                <a:cubicBezTo>
                  <a:pt x="178" y="418"/>
                  <a:pt x="178" y="418"/>
                  <a:pt x="178" y="418"/>
                </a:cubicBezTo>
                <a:cubicBezTo>
                  <a:pt x="202" y="394"/>
                  <a:pt x="216" y="363"/>
                  <a:pt x="216" y="329"/>
                </a:cubicBezTo>
                <a:cubicBezTo>
                  <a:pt x="216" y="300"/>
                  <a:pt x="206" y="273"/>
                  <a:pt x="189" y="251"/>
                </a:cubicBezTo>
                <a:cubicBezTo>
                  <a:pt x="251" y="190"/>
                  <a:pt x="251" y="190"/>
                  <a:pt x="251" y="190"/>
                </a:cubicBezTo>
                <a:cubicBezTo>
                  <a:pt x="272" y="206"/>
                  <a:pt x="299" y="216"/>
                  <a:pt x="328" y="216"/>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73CF5659-C6DC-4095-8678-7457FF6C49AF}"/>
              </a:ext>
            </a:extLst>
          </p:cNvPr>
          <p:cNvSpPr>
            <a:spLocks/>
          </p:cNvSpPr>
          <p:nvPr/>
        </p:nvSpPr>
        <p:spPr bwMode="auto">
          <a:xfrm>
            <a:off x="9471026" y="1608138"/>
            <a:ext cx="771525" cy="771525"/>
          </a:xfrm>
          <a:custGeom>
            <a:avLst/>
            <a:gdLst>
              <a:gd name="T0" fmla="*/ 179 w 216"/>
              <a:gd name="T1" fmla="*/ 216 h 216"/>
              <a:gd name="T2" fmla="*/ 156 w 216"/>
              <a:gd name="T3" fmla="*/ 193 h 216"/>
              <a:gd name="T4" fmla="*/ 184 w 216"/>
              <a:gd name="T5" fmla="*/ 127 h 216"/>
              <a:gd name="T6" fmla="*/ 89 w 216"/>
              <a:gd name="T7" fmla="*/ 32 h 216"/>
              <a:gd name="T8" fmla="*/ 23 w 216"/>
              <a:gd name="T9" fmla="*/ 60 h 216"/>
              <a:gd name="T10" fmla="*/ 0 w 216"/>
              <a:gd name="T11" fmla="*/ 37 h 216"/>
              <a:gd name="T12" fmla="*/ 89 w 216"/>
              <a:gd name="T13" fmla="*/ 0 h 216"/>
              <a:gd name="T14" fmla="*/ 216 w 216"/>
              <a:gd name="T15" fmla="*/ 127 h 216"/>
              <a:gd name="T16" fmla="*/ 179 w 216"/>
              <a:gd name="T1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216">
                <a:moveTo>
                  <a:pt x="179" y="216"/>
                </a:moveTo>
                <a:cubicBezTo>
                  <a:pt x="156" y="193"/>
                  <a:pt x="156" y="193"/>
                  <a:pt x="156" y="193"/>
                </a:cubicBezTo>
                <a:cubicBezTo>
                  <a:pt x="174" y="176"/>
                  <a:pt x="184" y="152"/>
                  <a:pt x="184" y="127"/>
                </a:cubicBezTo>
                <a:cubicBezTo>
                  <a:pt x="184" y="75"/>
                  <a:pt x="141" y="32"/>
                  <a:pt x="89" y="32"/>
                </a:cubicBezTo>
                <a:cubicBezTo>
                  <a:pt x="64" y="32"/>
                  <a:pt x="40" y="42"/>
                  <a:pt x="23" y="60"/>
                </a:cubicBezTo>
                <a:cubicBezTo>
                  <a:pt x="0" y="37"/>
                  <a:pt x="0" y="37"/>
                  <a:pt x="0" y="37"/>
                </a:cubicBezTo>
                <a:cubicBezTo>
                  <a:pt x="24" y="13"/>
                  <a:pt x="56" y="0"/>
                  <a:pt x="89" y="0"/>
                </a:cubicBezTo>
                <a:cubicBezTo>
                  <a:pt x="159" y="0"/>
                  <a:pt x="216" y="57"/>
                  <a:pt x="216" y="127"/>
                </a:cubicBezTo>
                <a:cubicBezTo>
                  <a:pt x="216" y="160"/>
                  <a:pt x="203" y="192"/>
                  <a:pt x="179" y="216"/>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82" name="Group 81">
            <a:extLst>
              <a:ext uri="{FF2B5EF4-FFF2-40B4-BE49-F238E27FC236}">
                <a16:creationId xmlns:a16="http://schemas.microsoft.com/office/drawing/2014/main" id="{C1AEC183-E6BF-4809-98C2-23228631F125}"/>
              </a:ext>
            </a:extLst>
          </p:cNvPr>
          <p:cNvGrpSpPr/>
          <p:nvPr/>
        </p:nvGrpSpPr>
        <p:grpSpPr>
          <a:xfrm>
            <a:off x="9453296" y="1727200"/>
            <a:ext cx="681571" cy="682624"/>
            <a:chOff x="9453296" y="1727200"/>
            <a:chExt cx="681571" cy="682624"/>
          </a:xfrm>
        </p:grpSpPr>
        <p:grpSp>
          <p:nvGrpSpPr>
            <p:cNvPr id="70" name="Group 69">
              <a:extLst>
                <a:ext uri="{FF2B5EF4-FFF2-40B4-BE49-F238E27FC236}">
                  <a16:creationId xmlns:a16="http://schemas.microsoft.com/office/drawing/2014/main" id="{053EE84B-50DC-4511-BDCC-F609F995F54D}"/>
                </a:ext>
              </a:extLst>
            </p:cNvPr>
            <p:cNvGrpSpPr/>
            <p:nvPr/>
          </p:nvGrpSpPr>
          <p:grpSpPr>
            <a:xfrm>
              <a:off x="9453296" y="1727200"/>
              <a:ext cx="681571" cy="682624"/>
              <a:chOff x="6345238" y="4948238"/>
              <a:chExt cx="1027113" cy="1028700"/>
            </a:xfrm>
            <a:effectLst>
              <a:outerShdw blurRad="114300" dist="76200" dir="2700000" sx="102000" sy="102000" algn="tl" rotWithShape="0">
                <a:prstClr val="black">
                  <a:alpha val="40000"/>
                </a:prstClr>
              </a:outerShdw>
            </a:effectLst>
          </p:grpSpPr>
          <p:sp>
            <p:nvSpPr>
              <p:cNvPr id="71" name="Oval 56">
                <a:extLst>
                  <a:ext uri="{FF2B5EF4-FFF2-40B4-BE49-F238E27FC236}">
                    <a16:creationId xmlns:a16="http://schemas.microsoft.com/office/drawing/2014/main" id="{26637674-4510-40A2-95DA-E4814EA5CA7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2" name="Oval 57">
                <a:extLst>
                  <a:ext uri="{FF2B5EF4-FFF2-40B4-BE49-F238E27FC236}">
                    <a16:creationId xmlns:a16="http://schemas.microsoft.com/office/drawing/2014/main" id="{AF43EE2F-1D85-42B5-B60E-8100B878C8E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6" name="Oval 35">
              <a:extLst>
                <a:ext uri="{FF2B5EF4-FFF2-40B4-BE49-F238E27FC236}">
                  <a16:creationId xmlns:a16="http://schemas.microsoft.com/office/drawing/2014/main" id="{36091245-8CEE-4640-BD9B-7A4982A816A0}"/>
                </a:ext>
              </a:extLst>
            </p:cNvPr>
            <p:cNvSpPr>
              <a:spLocks noChangeArrowheads="1"/>
            </p:cNvSpPr>
            <p:nvPr/>
          </p:nvSpPr>
          <p:spPr bwMode="auto">
            <a:xfrm>
              <a:off x="9477376" y="1746250"/>
              <a:ext cx="625475" cy="625475"/>
            </a:xfrm>
            <a:prstGeom prst="ellipse">
              <a:avLst/>
            </a:prstGeom>
            <a:solidFill>
              <a:schemeClr val="bg2"/>
            </a:solidFill>
            <a:ln>
              <a:noFill/>
            </a:ln>
            <a:effectLst>
              <a:innerShdw blurRad="76200">
                <a:prstClr val="black">
                  <a:alpha val="44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3" name="Group 82">
            <a:extLst>
              <a:ext uri="{FF2B5EF4-FFF2-40B4-BE49-F238E27FC236}">
                <a16:creationId xmlns:a16="http://schemas.microsoft.com/office/drawing/2014/main" id="{977174AC-1731-4ABD-A9A8-B3DC1828E545}"/>
              </a:ext>
            </a:extLst>
          </p:cNvPr>
          <p:cNvGrpSpPr/>
          <p:nvPr/>
        </p:nvGrpSpPr>
        <p:grpSpPr>
          <a:xfrm>
            <a:off x="8596046" y="2578100"/>
            <a:ext cx="681571" cy="682624"/>
            <a:chOff x="8596046" y="2578100"/>
            <a:chExt cx="681571" cy="682624"/>
          </a:xfrm>
        </p:grpSpPr>
        <p:grpSp>
          <p:nvGrpSpPr>
            <p:cNvPr id="67" name="Group 66">
              <a:extLst>
                <a:ext uri="{FF2B5EF4-FFF2-40B4-BE49-F238E27FC236}">
                  <a16:creationId xmlns:a16="http://schemas.microsoft.com/office/drawing/2014/main" id="{D2FEF81E-7130-4A4A-B699-45987A2EE3A5}"/>
                </a:ext>
              </a:extLst>
            </p:cNvPr>
            <p:cNvGrpSpPr/>
            <p:nvPr/>
          </p:nvGrpSpPr>
          <p:grpSpPr>
            <a:xfrm>
              <a:off x="8596046" y="2578100"/>
              <a:ext cx="681571" cy="682624"/>
              <a:chOff x="6345238" y="4948238"/>
              <a:chExt cx="1027113" cy="1028700"/>
            </a:xfrm>
            <a:effectLst>
              <a:outerShdw blurRad="114300" dist="76200" dir="2700000" sx="102000" sy="102000" algn="tl" rotWithShape="0">
                <a:prstClr val="black">
                  <a:alpha val="40000"/>
                </a:prstClr>
              </a:outerShdw>
            </a:effectLst>
          </p:grpSpPr>
          <p:sp>
            <p:nvSpPr>
              <p:cNvPr id="68" name="Oval 56">
                <a:extLst>
                  <a:ext uri="{FF2B5EF4-FFF2-40B4-BE49-F238E27FC236}">
                    <a16:creationId xmlns:a16="http://schemas.microsoft.com/office/drawing/2014/main" id="{9A5CCD99-1604-47E7-9BB0-7535F6E4AE78}"/>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9" name="Oval 57">
                <a:extLst>
                  <a:ext uri="{FF2B5EF4-FFF2-40B4-BE49-F238E27FC236}">
                    <a16:creationId xmlns:a16="http://schemas.microsoft.com/office/drawing/2014/main" id="{F2523ACB-7E1F-4902-AB40-64FC8ABA171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7" name="Oval 36">
              <a:extLst>
                <a:ext uri="{FF2B5EF4-FFF2-40B4-BE49-F238E27FC236}">
                  <a16:creationId xmlns:a16="http://schemas.microsoft.com/office/drawing/2014/main" id="{3B9BAA43-8B87-498A-B197-A10733ECBF79}"/>
                </a:ext>
              </a:extLst>
            </p:cNvPr>
            <p:cNvSpPr>
              <a:spLocks noChangeArrowheads="1"/>
            </p:cNvSpPr>
            <p:nvPr/>
          </p:nvSpPr>
          <p:spPr bwMode="auto">
            <a:xfrm>
              <a:off x="8623301" y="2605088"/>
              <a:ext cx="622300" cy="620713"/>
            </a:xfrm>
            <a:prstGeom prst="ellipse">
              <a:avLst/>
            </a:prstGeom>
            <a:solidFill>
              <a:schemeClr val="bg2"/>
            </a:solidFill>
            <a:ln>
              <a:noFill/>
            </a:ln>
            <a:effectLst>
              <a:innerShdw blurRad="76200">
                <a:prstClr val="black">
                  <a:alpha val="44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4" name="Group 83">
            <a:extLst>
              <a:ext uri="{FF2B5EF4-FFF2-40B4-BE49-F238E27FC236}">
                <a16:creationId xmlns:a16="http://schemas.microsoft.com/office/drawing/2014/main" id="{A06E8672-AF0E-4DB1-B091-9607ECE0ECDB}"/>
              </a:ext>
            </a:extLst>
          </p:cNvPr>
          <p:cNvGrpSpPr/>
          <p:nvPr/>
        </p:nvGrpSpPr>
        <p:grpSpPr>
          <a:xfrm>
            <a:off x="7738796" y="3429000"/>
            <a:ext cx="681571" cy="682624"/>
            <a:chOff x="7738796" y="3429000"/>
            <a:chExt cx="681571" cy="682624"/>
          </a:xfrm>
        </p:grpSpPr>
        <p:grpSp>
          <p:nvGrpSpPr>
            <p:cNvPr id="64" name="Group 63">
              <a:extLst>
                <a:ext uri="{FF2B5EF4-FFF2-40B4-BE49-F238E27FC236}">
                  <a16:creationId xmlns:a16="http://schemas.microsoft.com/office/drawing/2014/main" id="{62EA9973-D743-406D-8FDE-AE2E61D29F01}"/>
                </a:ext>
              </a:extLst>
            </p:cNvPr>
            <p:cNvGrpSpPr/>
            <p:nvPr/>
          </p:nvGrpSpPr>
          <p:grpSpPr>
            <a:xfrm>
              <a:off x="7738796" y="3429000"/>
              <a:ext cx="681571" cy="682624"/>
              <a:chOff x="6345238" y="4948238"/>
              <a:chExt cx="1027113" cy="1028700"/>
            </a:xfrm>
            <a:effectLst>
              <a:outerShdw blurRad="114300" dist="76200" dir="2700000" sx="102000" sy="102000" algn="tl" rotWithShape="0">
                <a:prstClr val="black">
                  <a:alpha val="40000"/>
                </a:prstClr>
              </a:outerShdw>
            </a:effectLst>
          </p:grpSpPr>
          <p:sp>
            <p:nvSpPr>
              <p:cNvPr id="65" name="Oval 56">
                <a:extLst>
                  <a:ext uri="{FF2B5EF4-FFF2-40B4-BE49-F238E27FC236}">
                    <a16:creationId xmlns:a16="http://schemas.microsoft.com/office/drawing/2014/main" id="{623D8C85-D159-42FE-918B-E749949EECF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6" name="Oval 57">
                <a:extLst>
                  <a:ext uri="{FF2B5EF4-FFF2-40B4-BE49-F238E27FC236}">
                    <a16:creationId xmlns:a16="http://schemas.microsoft.com/office/drawing/2014/main" id="{4B409D1E-D472-4A52-AA0A-EBFC9F97717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8" name="Oval 37">
              <a:extLst>
                <a:ext uri="{FF2B5EF4-FFF2-40B4-BE49-F238E27FC236}">
                  <a16:creationId xmlns:a16="http://schemas.microsoft.com/office/drawing/2014/main" id="{F6D52255-9D67-48DC-A7E7-59FD93BED60D}"/>
                </a:ext>
              </a:extLst>
            </p:cNvPr>
            <p:cNvSpPr>
              <a:spLocks noChangeArrowheads="1"/>
            </p:cNvSpPr>
            <p:nvPr/>
          </p:nvSpPr>
          <p:spPr bwMode="auto">
            <a:xfrm>
              <a:off x="7769226" y="3459163"/>
              <a:ext cx="622300" cy="620713"/>
            </a:xfrm>
            <a:prstGeom prst="ellipse">
              <a:avLst/>
            </a:prstGeom>
            <a:solidFill>
              <a:schemeClr val="bg2"/>
            </a:solidFill>
            <a:ln>
              <a:noFill/>
            </a:ln>
            <a:effectLst>
              <a:innerShdw blurRad="76200">
                <a:prstClr val="black">
                  <a:alpha val="44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31" name="Freeform 30">
            <a:extLst>
              <a:ext uri="{FF2B5EF4-FFF2-40B4-BE49-F238E27FC236}">
                <a16:creationId xmlns:a16="http://schemas.microsoft.com/office/drawing/2014/main" id="{D5FF2EF3-E3E5-483B-BAB5-AA050E3D5E36}"/>
              </a:ext>
            </a:extLst>
          </p:cNvPr>
          <p:cNvSpPr>
            <a:spLocks/>
          </p:cNvSpPr>
          <p:nvPr/>
        </p:nvSpPr>
        <p:spPr bwMode="auto">
          <a:xfrm>
            <a:off x="6772276" y="4305300"/>
            <a:ext cx="771525" cy="771525"/>
          </a:xfrm>
          <a:custGeom>
            <a:avLst/>
            <a:gdLst>
              <a:gd name="T0" fmla="*/ 127 w 216"/>
              <a:gd name="T1" fmla="*/ 216 h 216"/>
              <a:gd name="T2" fmla="*/ 0 w 216"/>
              <a:gd name="T3" fmla="*/ 89 h 216"/>
              <a:gd name="T4" fmla="*/ 37 w 216"/>
              <a:gd name="T5" fmla="*/ 0 h 216"/>
              <a:gd name="T6" fmla="*/ 60 w 216"/>
              <a:gd name="T7" fmla="*/ 22 h 216"/>
              <a:gd name="T8" fmla="*/ 32 w 216"/>
              <a:gd name="T9" fmla="*/ 89 h 216"/>
              <a:gd name="T10" fmla="*/ 127 w 216"/>
              <a:gd name="T11" fmla="*/ 184 h 216"/>
              <a:gd name="T12" fmla="*/ 193 w 216"/>
              <a:gd name="T13" fmla="*/ 156 h 216"/>
              <a:gd name="T14" fmla="*/ 216 w 216"/>
              <a:gd name="T15" fmla="*/ 179 h 216"/>
              <a:gd name="T16" fmla="*/ 127 w 216"/>
              <a:gd name="T1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216">
                <a:moveTo>
                  <a:pt x="127" y="216"/>
                </a:moveTo>
                <a:cubicBezTo>
                  <a:pt x="57" y="216"/>
                  <a:pt x="0" y="159"/>
                  <a:pt x="0" y="89"/>
                </a:cubicBezTo>
                <a:cubicBezTo>
                  <a:pt x="0" y="55"/>
                  <a:pt x="13" y="24"/>
                  <a:pt x="37" y="0"/>
                </a:cubicBezTo>
                <a:cubicBezTo>
                  <a:pt x="60" y="22"/>
                  <a:pt x="60" y="22"/>
                  <a:pt x="60" y="22"/>
                </a:cubicBezTo>
                <a:cubicBezTo>
                  <a:pt x="42" y="40"/>
                  <a:pt x="32" y="64"/>
                  <a:pt x="32" y="89"/>
                </a:cubicBezTo>
                <a:cubicBezTo>
                  <a:pt x="32" y="141"/>
                  <a:pt x="75" y="184"/>
                  <a:pt x="127" y="184"/>
                </a:cubicBezTo>
                <a:cubicBezTo>
                  <a:pt x="152" y="184"/>
                  <a:pt x="176" y="174"/>
                  <a:pt x="193" y="156"/>
                </a:cubicBezTo>
                <a:cubicBezTo>
                  <a:pt x="216" y="179"/>
                  <a:pt x="216" y="179"/>
                  <a:pt x="216" y="179"/>
                </a:cubicBezTo>
                <a:cubicBezTo>
                  <a:pt x="192" y="202"/>
                  <a:pt x="160" y="216"/>
                  <a:pt x="127" y="21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E0155CEC-10A9-4B95-89EC-B35A87BBC0F2}"/>
              </a:ext>
            </a:extLst>
          </p:cNvPr>
          <p:cNvGrpSpPr/>
          <p:nvPr/>
        </p:nvGrpSpPr>
        <p:grpSpPr>
          <a:xfrm>
            <a:off x="6884420" y="4284664"/>
            <a:ext cx="681571" cy="682624"/>
            <a:chOff x="6884420" y="4284664"/>
            <a:chExt cx="681571" cy="682624"/>
          </a:xfrm>
        </p:grpSpPr>
        <p:grpSp>
          <p:nvGrpSpPr>
            <p:cNvPr id="61" name="Group 60">
              <a:extLst>
                <a:ext uri="{FF2B5EF4-FFF2-40B4-BE49-F238E27FC236}">
                  <a16:creationId xmlns:a16="http://schemas.microsoft.com/office/drawing/2014/main" id="{DC0351C3-D141-4B4B-9DF9-5F53024473D7}"/>
                </a:ext>
              </a:extLst>
            </p:cNvPr>
            <p:cNvGrpSpPr/>
            <p:nvPr/>
          </p:nvGrpSpPr>
          <p:grpSpPr>
            <a:xfrm>
              <a:off x="6884420" y="4284664"/>
              <a:ext cx="681571" cy="682624"/>
              <a:chOff x="6345238" y="4948238"/>
              <a:chExt cx="1027113" cy="1028700"/>
            </a:xfrm>
            <a:effectLst>
              <a:outerShdw blurRad="114300" dist="76200" dir="2700000" sx="102000" sy="102000" algn="tl" rotWithShape="0">
                <a:prstClr val="black">
                  <a:alpha val="40000"/>
                </a:prstClr>
              </a:outerShdw>
            </a:effectLst>
          </p:grpSpPr>
          <p:sp>
            <p:nvSpPr>
              <p:cNvPr id="62" name="Oval 56">
                <a:extLst>
                  <a:ext uri="{FF2B5EF4-FFF2-40B4-BE49-F238E27FC236}">
                    <a16:creationId xmlns:a16="http://schemas.microsoft.com/office/drawing/2014/main" id="{D9AA0625-E146-4EE9-95CD-DE02E8C5CCD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3" name="Oval 57">
                <a:extLst>
                  <a:ext uri="{FF2B5EF4-FFF2-40B4-BE49-F238E27FC236}">
                    <a16:creationId xmlns:a16="http://schemas.microsoft.com/office/drawing/2014/main" id="{CCA8CBCF-6FC8-4314-84A1-EDFAEDEA6EA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9" name="Oval 38">
              <a:extLst>
                <a:ext uri="{FF2B5EF4-FFF2-40B4-BE49-F238E27FC236}">
                  <a16:creationId xmlns:a16="http://schemas.microsoft.com/office/drawing/2014/main" id="{3C3FEF11-963A-4C23-8D78-9882FDE07696}"/>
                </a:ext>
              </a:extLst>
            </p:cNvPr>
            <p:cNvSpPr>
              <a:spLocks noChangeArrowheads="1"/>
            </p:cNvSpPr>
            <p:nvPr/>
          </p:nvSpPr>
          <p:spPr bwMode="auto">
            <a:xfrm>
              <a:off x="6911976" y="4313238"/>
              <a:ext cx="625475" cy="620713"/>
            </a:xfrm>
            <a:prstGeom prst="ellipse">
              <a:avLst/>
            </a:prstGeom>
            <a:solidFill>
              <a:schemeClr val="bg2"/>
            </a:solidFill>
            <a:ln>
              <a:noFill/>
            </a:ln>
            <a:effectLst>
              <a:innerShdw blurRad="76200">
                <a:prstClr val="black">
                  <a:alpha val="44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76" name="Freeform 42">
            <a:extLst>
              <a:ext uri="{FF2B5EF4-FFF2-40B4-BE49-F238E27FC236}">
                <a16:creationId xmlns:a16="http://schemas.microsoft.com/office/drawing/2014/main" id="{B78F37A0-B0DF-48FF-8053-9D080131958A}"/>
              </a:ext>
            </a:extLst>
          </p:cNvPr>
          <p:cNvSpPr>
            <a:spLocks noEditPoints="1"/>
          </p:cNvSpPr>
          <p:nvPr/>
        </p:nvSpPr>
        <p:spPr bwMode="auto">
          <a:xfrm>
            <a:off x="7937210" y="3607665"/>
            <a:ext cx="284184" cy="321399"/>
          </a:xfrm>
          <a:custGeom>
            <a:avLst/>
            <a:gdLst>
              <a:gd name="T0" fmla="*/ 34 w 106"/>
              <a:gd name="T1" fmla="*/ 93 h 120"/>
              <a:gd name="T2" fmla="*/ 25 w 106"/>
              <a:gd name="T3" fmla="*/ 72 h 120"/>
              <a:gd name="T4" fmla="*/ 20 w 106"/>
              <a:gd name="T5" fmla="*/ 54 h 120"/>
              <a:gd name="T6" fmla="*/ 53 w 106"/>
              <a:gd name="T7" fmla="*/ 21 h 120"/>
              <a:gd name="T8" fmla="*/ 86 w 106"/>
              <a:gd name="T9" fmla="*/ 54 h 120"/>
              <a:gd name="T10" fmla="*/ 81 w 106"/>
              <a:gd name="T11" fmla="*/ 72 h 120"/>
              <a:gd name="T12" fmla="*/ 72 w 106"/>
              <a:gd name="T13" fmla="*/ 90 h 120"/>
              <a:gd name="T14" fmla="*/ 53 w 106"/>
              <a:gd name="T15" fmla="*/ 33 h 120"/>
              <a:gd name="T16" fmla="*/ 33 w 106"/>
              <a:gd name="T17" fmla="*/ 53 h 120"/>
              <a:gd name="T18" fmla="*/ 53 w 106"/>
              <a:gd name="T19" fmla="*/ 73 h 120"/>
              <a:gd name="T20" fmla="*/ 73 w 106"/>
              <a:gd name="T21" fmla="*/ 53 h 120"/>
              <a:gd name="T22" fmla="*/ 53 w 106"/>
              <a:gd name="T23" fmla="*/ 33 h 120"/>
              <a:gd name="T24" fmla="*/ 45 w 106"/>
              <a:gd name="T25" fmla="*/ 57 h 120"/>
              <a:gd name="T26" fmla="*/ 51 w 106"/>
              <a:gd name="T27" fmla="*/ 63 h 120"/>
              <a:gd name="T28" fmla="*/ 61 w 106"/>
              <a:gd name="T29" fmla="*/ 47 h 120"/>
              <a:gd name="T30" fmla="*/ 53 w 106"/>
              <a:gd name="T31" fmla="*/ 11 h 120"/>
              <a:gd name="T32" fmla="*/ 53 w 106"/>
              <a:gd name="T33" fmla="*/ 0 h 120"/>
              <a:gd name="T34" fmla="*/ 32 w 106"/>
              <a:gd name="T35" fmla="*/ 16 h 120"/>
              <a:gd name="T36" fmla="*/ 27 w 106"/>
              <a:gd name="T37" fmla="*/ 7 h 120"/>
              <a:gd name="T38" fmla="*/ 7 w 106"/>
              <a:gd name="T39" fmla="*/ 27 h 120"/>
              <a:gd name="T40" fmla="*/ 16 w 106"/>
              <a:gd name="T41" fmla="*/ 32 h 120"/>
              <a:gd name="T42" fmla="*/ 0 w 106"/>
              <a:gd name="T43" fmla="*/ 53 h 120"/>
              <a:gd name="T44" fmla="*/ 11 w 106"/>
              <a:gd name="T45" fmla="*/ 53 h 120"/>
              <a:gd name="T46" fmla="*/ 79 w 106"/>
              <a:gd name="T47" fmla="*/ 7 h 120"/>
              <a:gd name="T48" fmla="*/ 74 w 106"/>
              <a:gd name="T49" fmla="*/ 16 h 120"/>
              <a:gd name="T50" fmla="*/ 99 w 106"/>
              <a:gd name="T51" fmla="*/ 27 h 120"/>
              <a:gd name="T52" fmla="*/ 90 w 106"/>
              <a:gd name="T53" fmla="*/ 32 h 120"/>
              <a:gd name="T54" fmla="*/ 96 w 106"/>
              <a:gd name="T55" fmla="*/ 53 h 120"/>
              <a:gd name="T56" fmla="*/ 106 w 106"/>
              <a:gd name="T57" fmla="*/ 53 h 120"/>
              <a:gd name="T58" fmla="*/ 65 w 106"/>
              <a:gd name="T59" fmla="*/ 96 h 120"/>
              <a:gd name="T60" fmla="*/ 39 w 106"/>
              <a:gd name="T61" fmla="*/ 104 h 120"/>
              <a:gd name="T62" fmla="*/ 36 w 106"/>
              <a:gd name="T63" fmla="*/ 108 h 120"/>
              <a:gd name="T64" fmla="*/ 40 w 106"/>
              <a:gd name="T65" fmla="*/ 112 h 120"/>
              <a:gd name="T66" fmla="*/ 42 w 106"/>
              <a:gd name="T67" fmla="*/ 112 h 120"/>
              <a:gd name="T68" fmla="*/ 65 w 106"/>
              <a:gd name="T69" fmla="*/ 105 h 120"/>
              <a:gd name="T70" fmla="*/ 65 w 106"/>
              <a:gd name="T71" fmla="*/ 105 h 120"/>
              <a:gd name="T72" fmla="*/ 66 w 106"/>
              <a:gd name="T73" fmla="*/ 105 h 120"/>
              <a:gd name="T74" fmla="*/ 70 w 106"/>
              <a:gd name="T75" fmla="*/ 110 h 120"/>
              <a:gd name="T76" fmla="*/ 67 w 106"/>
              <a:gd name="T77" fmla="*/ 114 h 120"/>
              <a:gd name="T78" fmla="*/ 45 w 106"/>
              <a:gd name="T7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20">
                <a:moveTo>
                  <a:pt x="34" y="93"/>
                </a:moveTo>
                <a:cubicBezTo>
                  <a:pt x="35" y="88"/>
                  <a:pt x="33" y="83"/>
                  <a:pt x="25" y="72"/>
                </a:cubicBezTo>
                <a:cubicBezTo>
                  <a:pt x="22" y="67"/>
                  <a:pt x="20" y="60"/>
                  <a:pt x="20" y="54"/>
                </a:cubicBezTo>
                <a:cubicBezTo>
                  <a:pt x="20" y="36"/>
                  <a:pt x="35" y="21"/>
                  <a:pt x="53" y="21"/>
                </a:cubicBezTo>
                <a:cubicBezTo>
                  <a:pt x="71" y="21"/>
                  <a:pt x="86" y="36"/>
                  <a:pt x="86" y="54"/>
                </a:cubicBezTo>
                <a:cubicBezTo>
                  <a:pt x="86" y="60"/>
                  <a:pt x="84" y="67"/>
                  <a:pt x="81" y="72"/>
                </a:cubicBezTo>
                <a:cubicBezTo>
                  <a:pt x="75" y="80"/>
                  <a:pt x="73" y="85"/>
                  <a:pt x="72" y="90"/>
                </a:cubicBezTo>
                <a:moveTo>
                  <a:pt x="53" y="33"/>
                </a:moveTo>
                <a:cubicBezTo>
                  <a:pt x="42" y="33"/>
                  <a:pt x="33" y="42"/>
                  <a:pt x="33" y="53"/>
                </a:cubicBezTo>
                <a:cubicBezTo>
                  <a:pt x="33" y="64"/>
                  <a:pt x="42" y="73"/>
                  <a:pt x="53" y="73"/>
                </a:cubicBezTo>
                <a:cubicBezTo>
                  <a:pt x="64" y="73"/>
                  <a:pt x="73" y="64"/>
                  <a:pt x="73" y="53"/>
                </a:cubicBezTo>
                <a:cubicBezTo>
                  <a:pt x="73" y="42"/>
                  <a:pt x="64" y="33"/>
                  <a:pt x="53" y="33"/>
                </a:cubicBezTo>
                <a:close/>
                <a:moveTo>
                  <a:pt x="45" y="57"/>
                </a:moveTo>
                <a:cubicBezTo>
                  <a:pt x="51" y="63"/>
                  <a:pt x="51" y="63"/>
                  <a:pt x="51" y="63"/>
                </a:cubicBezTo>
                <a:cubicBezTo>
                  <a:pt x="61" y="47"/>
                  <a:pt x="61" y="47"/>
                  <a:pt x="61" y="47"/>
                </a:cubicBezTo>
                <a:moveTo>
                  <a:pt x="53" y="11"/>
                </a:moveTo>
                <a:cubicBezTo>
                  <a:pt x="53" y="0"/>
                  <a:pt x="53" y="0"/>
                  <a:pt x="53" y="0"/>
                </a:cubicBezTo>
                <a:moveTo>
                  <a:pt x="32" y="16"/>
                </a:moveTo>
                <a:cubicBezTo>
                  <a:pt x="27" y="7"/>
                  <a:pt x="27" y="7"/>
                  <a:pt x="27" y="7"/>
                </a:cubicBezTo>
                <a:moveTo>
                  <a:pt x="7" y="27"/>
                </a:moveTo>
                <a:cubicBezTo>
                  <a:pt x="16" y="32"/>
                  <a:pt x="16" y="32"/>
                  <a:pt x="16" y="32"/>
                </a:cubicBezTo>
                <a:moveTo>
                  <a:pt x="0" y="53"/>
                </a:moveTo>
                <a:cubicBezTo>
                  <a:pt x="11" y="53"/>
                  <a:pt x="11" y="53"/>
                  <a:pt x="11" y="53"/>
                </a:cubicBezTo>
                <a:moveTo>
                  <a:pt x="79" y="7"/>
                </a:moveTo>
                <a:cubicBezTo>
                  <a:pt x="74" y="16"/>
                  <a:pt x="74" y="16"/>
                  <a:pt x="74" y="16"/>
                </a:cubicBezTo>
                <a:moveTo>
                  <a:pt x="99" y="27"/>
                </a:moveTo>
                <a:cubicBezTo>
                  <a:pt x="90" y="32"/>
                  <a:pt x="90" y="32"/>
                  <a:pt x="90" y="32"/>
                </a:cubicBezTo>
                <a:moveTo>
                  <a:pt x="96" y="53"/>
                </a:moveTo>
                <a:cubicBezTo>
                  <a:pt x="106" y="53"/>
                  <a:pt x="106" y="53"/>
                  <a:pt x="106" y="53"/>
                </a:cubicBezTo>
                <a:moveTo>
                  <a:pt x="65" y="96"/>
                </a:moveTo>
                <a:cubicBezTo>
                  <a:pt x="65" y="96"/>
                  <a:pt x="39" y="104"/>
                  <a:pt x="39" y="104"/>
                </a:cubicBezTo>
                <a:cubicBezTo>
                  <a:pt x="37" y="104"/>
                  <a:pt x="36" y="106"/>
                  <a:pt x="36" y="108"/>
                </a:cubicBezTo>
                <a:cubicBezTo>
                  <a:pt x="36" y="110"/>
                  <a:pt x="38" y="112"/>
                  <a:pt x="40" y="112"/>
                </a:cubicBezTo>
                <a:cubicBezTo>
                  <a:pt x="41" y="112"/>
                  <a:pt x="42" y="112"/>
                  <a:pt x="42" y="112"/>
                </a:cubicBezTo>
                <a:cubicBezTo>
                  <a:pt x="65" y="105"/>
                  <a:pt x="65" y="105"/>
                  <a:pt x="65" y="105"/>
                </a:cubicBezTo>
                <a:cubicBezTo>
                  <a:pt x="65" y="105"/>
                  <a:pt x="65" y="105"/>
                  <a:pt x="65" y="105"/>
                </a:cubicBezTo>
                <a:cubicBezTo>
                  <a:pt x="65" y="105"/>
                  <a:pt x="66" y="105"/>
                  <a:pt x="66" y="105"/>
                </a:cubicBezTo>
                <a:cubicBezTo>
                  <a:pt x="68" y="105"/>
                  <a:pt x="70" y="107"/>
                  <a:pt x="70" y="110"/>
                </a:cubicBezTo>
                <a:cubicBezTo>
                  <a:pt x="70" y="111"/>
                  <a:pt x="69" y="113"/>
                  <a:pt x="67" y="114"/>
                </a:cubicBezTo>
                <a:cubicBezTo>
                  <a:pt x="45" y="120"/>
                  <a:pt x="45" y="120"/>
                  <a:pt x="45" y="120"/>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7" name="Freeform 43">
            <a:extLst>
              <a:ext uri="{FF2B5EF4-FFF2-40B4-BE49-F238E27FC236}">
                <a16:creationId xmlns:a16="http://schemas.microsoft.com/office/drawing/2014/main" id="{73127872-0401-4C01-95FF-9590D5F0DE5F}"/>
              </a:ext>
            </a:extLst>
          </p:cNvPr>
          <p:cNvSpPr>
            <a:spLocks noEditPoints="1"/>
          </p:cNvSpPr>
          <p:nvPr/>
        </p:nvSpPr>
        <p:spPr bwMode="auto">
          <a:xfrm>
            <a:off x="8781015" y="2740015"/>
            <a:ext cx="313504" cy="327037"/>
          </a:xfrm>
          <a:custGeom>
            <a:avLst/>
            <a:gdLst>
              <a:gd name="T0" fmla="*/ 43 w 117"/>
              <a:gd name="T1" fmla="*/ 12 h 122"/>
              <a:gd name="T2" fmla="*/ 103 w 117"/>
              <a:gd name="T3" fmla="*/ 49 h 122"/>
              <a:gd name="T4" fmla="*/ 117 w 117"/>
              <a:gd name="T5" fmla="*/ 78 h 122"/>
              <a:gd name="T6" fmla="*/ 105 w 117"/>
              <a:gd name="T7" fmla="*/ 78 h 122"/>
              <a:gd name="T8" fmla="*/ 105 w 117"/>
              <a:gd name="T9" fmla="*/ 98 h 122"/>
              <a:gd name="T10" fmla="*/ 98 w 117"/>
              <a:gd name="T11" fmla="*/ 104 h 122"/>
              <a:gd name="T12" fmla="*/ 85 w 117"/>
              <a:gd name="T13" fmla="*/ 104 h 122"/>
              <a:gd name="T14" fmla="*/ 85 w 117"/>
              <a:gd name="T15" fmla="*/ 122 h 122"/>
              <a:gd name="T16" fmla="*/ 31 w 117"/>
              <a:gd name="T17" fmla="*/ 122 h 122"/>
              <a:gd name="T18" fmla="*/ 31 w 117"/>
              <a:gd name="T19" fmla="*/ 104 h 122"/>
              <a:gd name="T20" fmla="*/ 25 w 117"/>
              <a:gd name="T21" fmla="*/ 91 h 122"/>
              <a:gd name="T22" fmla="*/ 65 w 117"/>
              <a:gd name="T23" fmla="*/ 55 h 122"/>
              <a:gd name="T24" fmla="*/ 65 w 117"/>
              <a:gd name="T25" fmla="*/ 47 h 122"/>
              <a:gd name="T26" fmla="*/ 56 w 117"/>
              <a:gd name="T27" fmla="*/ 43 h 122"/>
              <a:gd name="T28" fmla="*/ 55 w 117"/>
              <a:gd name="T29" fmla="*/ 40 h 122"/>
              <a:gd name="T30" fmla="*/ 59 w 117"/>
              <a:gd name="T31" fmla="*/ 31 h 122"/>
              <a:gd name="T32" fmla="*/ 53 w 117"/>
              <a:gd name="T33" fmla="*/ 25 h 122"/>
              <a:gd name="T34" fmla="*/ 44 w 117"/>
              <a:gd name="T35" fmla="*/ 29 h 122"/>
              <a:gd name="T36" fmla="*/ 40 w 117"/>
              <a:gd name="T37" fmla="*/ 27 h 122"/>
              <a:gd name="T38" fmla="*/ 37 w 117"/>
              <a:gd name="T39" fmla="*/ 18 h 122"/>
              <a:gd name="T40" fmla="*/ 28 w 117"/>
              <a:gd name="T41" fmla="*/ 18 h 122"/>
              <a:gd name="T42" fmla="*/ 25 w 117"/>
              <a:gd name="T43" fmla="*/ 27 h 122"/>
              <a:gd name="T44" fmla="*/ 22 w 117"/>
              <a:gd name="T45" fmla="*/ 29 h 122"/>
              <a:gd name="T46" fmla="*/ 12 w 117"/>
              <a:gd name="T47" fmla="*/ 25 h 122"/>
              <a:gd name="T48" fmla="*/ 7 w 117"/>
              <a:gd name="T49" fmla="*/ 31 h 122"/>
              <a:gd name="T50" fmla="*/ 11 w 117"/>
              <a:gd name="T51" fmla="*/ 40 h 122"/>
              <a:gd name="T52" fmla="*/ 9 w 117"/>
              <a:gd name="T53" fmla="*/ 43 h 122"/>
              <a:gd name="T54" fmla="*/ 0 w 117"/>
              <a:gd name="T55" fmla="*/ 47 h 122"/>
              <a:gd name="T56" fmla="*/ 0 w 117"/>
              <a:gd name="T57" fmla="*/ 55 h 122"/>
              <a:gd name="T58" fmla="*/ 9 w 117"/>
              <a:gd name="T59" fmla="*/ 59 h 122"/>
              <a:gd name="T60" fmla="*/ 11 w 117"/>
              <a:gd name="T61" fmla="*/ 62 h 122"/>
              <a:gd name="T62" fmla="*/ 7 w 117"/>
              <a:gd name="T63" fmla="*/ 71 h 122"/>
              <a:gd name="T64" fmla="*/ 12 w 117"/>
              <a:gd name="T65" fmla="*/ 77 h 122"/>
              <a:gd name="T66" fmla="*/ 22 w 117"/>
              <a:gd name="T67" fmla="*/ 73 h 122"/>
              <a:gd name="T68" fmla="*/ 25 w 117"/>
              <a:gd name="T69" fmla="*/ 74 h 122"/>
              <a:gd name="T70" fmla="*/ 28 w 117"/>
              <a:gd name="T71" fmla="*/ 84 h 122"/>
              <a:gd name="T72" fmla="*/ 37 w 117"/>
              <a:gd name="T73" fmla="*/ 84 h 122"/>
              <a:gd name="T74" fmla="*/ 40 w 117"/>
              <a:gd name="T75" fmla="*/ 74 h 122"/>
              <a:gd name="T76" fmla="*/ 44 w 117"/>
              <a:gd name="T77" fmla="*/ 73 h 122"/>
              <a:gd name="T78" fmla="*/ 53 w 117"/>
              <a:gd name="T79" fmla="*/ 77 h 122"/>
              <a:gd name="T80" fmla="*/ 59 w 117"/>
              <a:gd name="T81" fmla="*/ 71 h 122"/>
              <a:gd name="T82" fmla="*/ 55 w 117"/>
              <a:gd name="T83" fmla="*/ 62 h 122"/>
              <a:gd name="T84" fmla="*/ 56 w 117"/>
              <a:gd name="T85" fmla="*/ 59 h 122"/>
              <a:gd name="T86" fmla="*/ 65 w 117"/>
              <a:gd name="T87" fmla="*/ 55 h 122"/>
              <a:gd name="T88" fmla="*/ 33 w 117"/>
              <a:gd name="T89" fmla="*/ 37 h 122"/>
              <a:gd name="T90" fmla="*/ 19 w 117"/>
              <a:gd name="T91" fmla="*/ 51 h 122"/>
              <a:gd name="T92" fmla="*/ 33 w 117"/>
              <a:gd name="T93" fmla="*/ 65 h 122"/>
              <a:gd name="T94" fmla="*/ 46 w 117"/>
              <a:gd name="T95" fmla="*/ 51 h 122"/>
              <a:gd name="T96" fmla="*/ 33 w 117"/>
              <a:gd name="T97" fmla="*/ 37 h 122"/>
              <a:gd name="T98" fmla="*/ 85 w 117"/>
              <a:gd name="T99" fmla="*/ 104 h 122"/>
              <a:gd name="T100" fmla="*/ 78 w 117"/>
              <a:gd name="T101" fmla="*/ 10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 h="122">
                <a:moveTo>
                  <a:pt x="43" y="12"/>
                </a:moveTo>
                <a:cubicBezTo>
                  <a:pt x="109" y="0"/>
                  <a:pt x="103" y="49"/>
                  <a:pt x="103" y="49"/>
                </a:cubicBezTo>
                <a:cubicBezTo>
                  <a:pt x="117" y="78"/>
                  <a:pt x="117" y="78"/>
                  <a:pt x="117" y="78"/>
                </a:cubicBezTo>
                <a:cubicBezTo>
                  <a:pt x="105" y="78"/>
                  <a:pt x="105" y="78"/>
                  <a:pt x="105" y="78"/>
                </a:cubicBezTo>
                <a:cubicBezTo>
                  <a:pt x="105" y="98"/>
                  <a:pt x="105" y="98"/>
                  <a:pt x="105" y="98"/>
                </a:cubicBezTo>
                <a:cubicBezTo>
                  <a:pt x="105" y="102"/>
                  <a:pt x="102" y="104"/>
                  <a:pt x="98" y="104"/>
                </a:cubicBezTo>
                <a:cubicBezTo>
                  <a:pt x="85" y="104"/>
                  <a:pt x="85" y="104"/>
                  <a:pt x="85" y="104"/>
                </a:cubicBezTo>
                <a:cubicBezTo>
                  <a:pt x="85" y="122"/>
                  <a:pt x="85" y="122"/>
                  <a:pt x="85" y="122"/>
                </a:cubicBezTo>
                <a:moveTo>
                  <a:pt x="31" y="122"/>
                </a:moveTo>
                <a:cubicBezTo>
                  <a:pt x="31" y="104"/>
                  <a:pt x="31" y="104"/>
                  <a:pt x="31" y="104"/>
                </a:cubicBezTo>
                <a:cubicBezTo>
                  <a:pt x="25" y="91"/>
                  <a:pt x="25" y="91"/>
                  <a:pt x="25" y="91"/>
                </a:cubicBezTo>
                <a:moveTo>
                  <a:pt x="65" y="55"/>
                </a:moveTo>
                <a:cubicBezTo>
                  <a:pt x="65" y="47"/>
                  <a:pt x="65" y="47"/>
                  <a:pt x="65" y="47"/>
                </a:cubicBezTo>
                <a:cubicBezTo>
                  <a:pt x="56" y="43"/>
                  <a:pt x="56" y="43"/>
                  <a:pt x="56" y="43"/>
                </a:cubicBezTo>
                <a:cubicBezTo>
                  <a:pt x="56" y="42"/>
                  <a:pt x="55" y="41"/>
                  <a:pt x="55" y="40"/>
                </a:cubicBezTo>
                <a:cubicBezTo>
                  <a:pt x="59" y="31"/>
                  <a:pt x="59" y="31"/>
                  <a:pt x="59" y="31"/>
                </a:cubicBezTo>
                <a:cubicBezTo>
                  <a:pt x="53" y="25"/>
                  <a:pt x="53" y="25"/>
                  <a:pt x="53" y="25"/>
                </a:cubicBezTo>
                <a:cubicBezTo>
                  <a:pt x="44" y="29"/>
                  <a:pt x="44" y="29"/>
                  <a:pt x="44" y="29"/>
                </a:cubicBezTo>
                <a:cubicBezTo>
                  <a:pt x="43" y="28"/>
                  <a:pt x="42" y="28"/>
                  <a:pt x="40" y="27"/>
                </a:cubicBezTo>
                <a:cubicBezTo>
                  <a:pt x="37" y="18"/>
                  <a:pt x="37" y="18"/>
                  <a:pt x="37" y="18"/>
                </a:cubicBezTo>
                <a:cubicBezTo>
                  <a:pt x="28" y="18"/>
                  <a:pt x="28" y="18"/>
                  <a:pt x="28" y="18"/>
                </a:cubicBezTo>
                <a:cubicBezTo>
                  <a:pt x="25" y="27"/>
                  <a:pt x="25" y="27"/>
                  <a:pt x="25" y="27"/>
                </a:cubicBezTo>
                <a:cubicBezTo>
                  <a:pt x="24" y="28"/>
                  <a:pt x="23" y="28"/>
                  <a:pt x="22" y="29"/>
                </a:cubicBezTo>
                <a:cubicBezTo>
                  <a:pt x="12" y="25"/>
                  <a:pt x="12" y="25"/>
                  <a:pt x="12" y="25"/>
                </a:cubicBezTo>
                <a:cubicBezTo>
                  <a:pt x="7" y="31"/>
                  <a:pt x="7" y="31"/>
                  <a:pt x="7" y="31"/>
                </a:cubicBezTo>
                <a:cubicBezTo>
                  <a:pt x="11" y="40"/>
                  <a:pt x="11" y="40"/>
                  <a:pt x="11" y="40"/>
                </a:cubicBezTo>
                <a:cubicBezTo>
                  <a:pt x="10" y="41"/>
                  <a:pt x="10" y="42"/>
                  <a:pt x="9" y="43"/>
                </a:cubicBezTo>
                <a:cubicBezTo>
                  <a:pt x="0" y="47"/>
                  <a:pt x="0" y="47"/>
                  <a:pt x="0" y="47"/>
                </a:cubicBezTo>
                <a:cubicBezTo>
                  <a:pt x="0" y="55"/>
                  <a:pt x="0" y="55"/>
                  <a:pt x="0" y="55"/>
                </a:cubicBezTo>
                <a:cubicBezTo>
                  <a:pt x="9" y="59"/>
                  <a:pt x="9" y="59"/>
                  <a:pt x="9" y="59"/>
                </a:cubicBezTo>
                <a:cubicBezTo>
                  <a:pt x="10" y="60"/>
                  <a:pt x="10" y="61"/>
                  <a:pt x="11" y="62"/>
                </a:cubicBezTo>
                <a:cubicBezTo>
                  <a:pt x="7" y="71"/>
                  <a:pt x="7" y="71"/>
                  <a:pt x="7" y="71"/>
                </a:cubicBezTo>
                <a:cubicBezTo>
                  <a:pt x="12" y="77"/>
                  <a:pt x="12" y="77"/>
                  <a:pt x="12" y="77"/>
                </a:cubicBezTo>
                <a:cubicBezTo>
                  <a:pt x="22" y="73"/>
                  <a:pt x="22" y="73"/>
                  <a:pt x="22" y="73"/>
                </a:cubicBezTo>
                <a:cubicBezTo>
                  <a:pt x="23" y="73"/>
                  <a:pt x="24" y="74"/>
                  <a:pt x="25" y="74"/>
                </a:cubicBezTo>
                <a:cubicBezTo>
                  <a:pt x="28" y="84"/>
                  <a:pt x="28" y="84"/>
                  <a:pt x="28" y="84"/>
                </a:cubicBezTo>
                <a:cubicBezTo>
                  <a:pt x="37" y="84"/>
                  <a:pt x="37" y="84"/>
                  <a:pt x="37" y="84"/>
                </a:cubicBezTo>
                <a:cubicBezTo>
                  <a:pt x="40" y="74"/>
                  <a:pt x="40" y="74"/>
                  <a:pt x="40" y="74"/>
                </a:cubicBezTo>
                <a:cubicBezTo>
                  <a:pt x="42" y="74"/>
                  <a:pt x="43" y="73"/>
                  <a:pt x="44" y="73"/>
                </a:cubicBezTo>
                <a:cubicBezTo>
                  <a:pt x="53" y="77"/>
                  <a:pt x="53" y="77"/>
                  <a:pt x="53" y="77"/>
                </a:cubicBezTo>
                <a:cubicBezTo>
                  <a:pt x="59" y="71"/>
                  <a:pt x="59" y="71"/>
                  <a:pt x="59" y="71"/>
                </a:cubicBezTo>
                <a:cubicBezTo>
                  <a:pt x="55" y="62"/>
                  <a:pt x="55" y="62"/>
                  <a:pt x="55" y="62"/>
                </a:cubicBezTo>
                <a:cubicBezTo>
                  <a:pt x="55" y="61"/>
                  <a:pt x="56" y="60"/>
                  <a:pt x="56" y="59"/>
                </a:cubicBezTo>
                <a:lnTo>
                  <a:pt x="65" y="55"/>
                </a:lnTo>
                <a:close/>
                <a:moveTo>
                  <a:pt x="33" y="37"/>
                </a:moveTo>
                <a:cubicBezTo>
                  <a:pt x="25" y="37"/>
                  <a:pt x="19" y="43"/>
                  <a:pt x="19" y="51"/>
                </a:cubicBezTo>
                <a:cubicBezTo>
                  <a:pt x="19" y="58"/>
                  <a:pt x="25" y="65"/>
                  <a:pt x="33" y="65"/>
                </a:cubicBezTo>
                <a:cubicBezTo>
                  <a:pt x="40" y="65"/>
                  <a:pt x="46" y="58"/>
                  <a:pt x="46" y="51"/>
                </a:cubicBezTo>
                <a:cubicBezTo>
                  <a:pt x="46" y="43"/>
                  <a:pt x="40" y="37"/>
                  <a:pt x="33" y="37"/>
                </a:cubicBezTo>
                <a:close/>
                <a:moveTo>
                  <a:pt x="85" y="104"/>
                </a:moveTo>
                <a:cubicBezTo>
                  <a:pt x="78" y="104"/>
                  <a:pt x="78" y="104"/>
                  <a:pt x="78" y="104"/>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8" name="Freeform 44">
            <a:extLst>
              <a:ext uri="{FF2B5EF4-FFF2-40B4-BE49-F238E27FC236}">
                <a16:creationId xmlns:a16="http://schemas.microsoft.com/office/drawing/2014/main" id="{671FC0E7-915E-49C6-9E93-BE9FD84AEF21}"/>
              </a:ext>
            </a:extLst>
          </p:cNvPr>
          <p:cNvSpPr>
            <a:spLocks noEditPoints="1"/>
          </p:cNvSpPr>
          <p:nvPr/>
        </p:nvSpPr>
        <p:spPr bwMode="auto">
          <a:xfrm>
            <a:off x="7008550" y="4529065"/>
            <a:ext cx="412743" cy="233437"/>
          </a:xfrm>
          <a:custGeom>
            <a:avLst/>
            <a:gdLst>
              <a:gd name="T0" fmla="*/ 36 w 154"/>
              <a:gd name="T1" fmla="*/ 70 h 87"/>
              <a:gd name="T2" fmla="*/ 36 w 154"/>
              <a:gd name="T3" fmla="*/ 64 h 87"/>
              <a:gd name="T4" fmla="*/ 45 w 154"/>
              <a:gd name="T5" fmla="*/ 56 h 87"/>
              <a:gd name="T6" fmla="*/ 50 w 154"/>
              <a:gd name="T7" fmla="*/ 60 h 87"/>
              <a:gd name="T8" fmla="*/ 43 w 154"/>
              <a:gd name="T9" fmla="*/ 70 h 87"/>
              <a:gd name="T10" fmla="*/ 94 w 154"/>
              <a:gd name="T11" fmla="*/ 63 h 87"/>
              <a:gd name="T12" fmla="*/ 112 w 154"/>
              <a:gd name="T13" fmla="*/ 71 h 87"/>
              <a:gd name="T14" fmla="*/ 113 w 154"/>
              <a:gd name="T15" fmla="*/ 63 h 87"/>
              <a:gd name="T16" fmla="*/ 94 w 154"/>
              <a:gd name="T17" fmla="*/ 77 h 87"/>
              <a:gd name="T18" fmla="*/ 103 w 154"/>
              <a:gd name="T19" fmla="*/ 77 h 87"/>
              <a:gd name="T20" fmla="*/ 104 w 154"/>
              <a:gd name="T21" fmla="*/ 71 h 87"/>
              <a:gd name="T22" fmla="*/ 84 w 154"/>
              <a:gd name="T23" fmla="*/ 83 h 87"/>
              <a:gd name="T24" fmla="*/ 92 w 154"/>
              <a:gd name="T25" fmla="*/ 83 h 87"/>
              <a:gd name="T26" fmla="*/ 94 w 154"/>
              <a:gd name="T27" fmla="*/ 77 h 87"/>
              <a:gd name="T28" fmla="*/ 72 w 154"/>
              <a:gd name="T29" fmla="*/ 85 h 87"/>
              <a:gd name="T30" fmla="*/ 82 w 154"/>
              <a:gd name="T31" fmla="*/ 84 h 87"/>
              <a:gd name="T32" fmla="*/ 49 w 154"/>
              <a:gd name="T33" fmla="*/ 77 h 87"/>
              <a:gd name="T34" fmla="*/ 59 w 154"/>
              <a:gd name="T35" fmla="*/ 59 h 87"/>
              <a:gd name="T36" fmla="*/ 53 w 154"/>
              <a:gd name="T37" fmla="*/ 59 h 87"/>
              <a:gd name="T38" fmla="*/ 42 w 154"/>
              <a:gd name="T39" fmla="*/ 77 h 87"/>
              <a:gd name="T40" fmla="*/ 49 w 154"/>
              <a:gd name="T41" fmla="*/ 77 h 87"/>
              <a:gd name="T42" fmla="*/ 67 w 154"/>
              <a:gd name="T43" fmla="*/ 70 h 87"/>
              <a:gd name="T44" fmla="*/ 63 w 154"/>
              <a:gd name="T45" fmla="*/ 63 h 87"/>
              <a:gd name="T46" fmla="*/ 51 w 154"/>
              <a:gd name="T47" fmla="*/ 75 h 87"/>
              <a:gd name="T48" fmla="*/ 55 w 154"/>
              <a:gd name="T49" fmla="*/ 83 h 87"/>
              <a:gd name="T50" fmla="*/ 71 w 154"/>
              <a:gd name="T51" fmla="*/ 80 h 87"/>
              <a:gd name="T52" fmla="*/ 72 w 154"/>
              <a:gd name="T53" fmla="*/ 72 h 87"/>
              <a:gd name="T54" fmla="*/ 66 w 154"/>
              <a:gd name="T55" fmla="*/ 72 h 87"/>
              <a:gd name="T56" fmla="*/ 60 w 154"/>
              <a:gd name="T57" fmla="*/ 85 h 87"/>
              <a:gd name="T58" fmla="*/ 67 w 154"/>
              <a:gd name="T59" fmla="*/ 85 h 87"/>
              <a:gd name="T60" fmla="*/ 132 w 154"/>
              <a:gd name="T61" fmla="*/ 0 h 87"/>
              <a:gd name="T62" fmla="*/ 128 w 154"/>
              <a:gd name="T63" fmla="*/ 52 h 87"/>
              <a:gd name="T64" fmla="*/ 154 w 154"/>
              <a:gd name="T65" fmla="*/ 41 h 87"/>
              <a:gd name="T66" fmla="*/ 83 w 154"/>
              <a:gd name="T67" fmla="*/ 22 h 87"/>
              <a:gd name="T68" fmla="*/ 76 w 154"/>
              <a:gd name="T69" fmla="*/ 22 h 87"/>
              <a:gd name="T70" fmla="*/ 53 w 154"/>
              <a:gd name="T71" fmla="*/ 33 h 87"/>
              <a:gd name="T72" fmla="*/ 73 w 154"/>
              <a:gd name="T73" fmla="*/ 39 h 87"/>
              <a:gd name="T74" fmla="*/ 113 w 154"/>
              <a:gd name="T75" fmla="*/ 63 h 87"/>
              <a:gd name="T76" fmla="*/ 120 w 154"/>
              <a:gd name="T77" fmla="*/ 54 h 87"/>
              <a:gd name="T78" fmla="*/ 113 w 154"/>
              <a:gd name="T79" fmla="*/ 63 h 87"/>
              <a:gd name="T80" fmla="*/ 39 w 154"/>
              <a:gd name="T81" fmla="*/ 61 h 87"/>
              <a:gd name="T82" fmla="*/ 22 w 154"/>
              <a:gd name="T83" fmla="*/ 57 h 87"/>
              <a:gd name="T84" fmla="*/ 32 w 154"/>
              <a:gd name="T85" fmla="*/ 0 h 87"/>
              <a:gd name="T86" fmla="*/ 37 w 154"/>
              <a:gd name="T87" fmla="*/ 63 h 87"/>
              <a:gd name="T88" fmla="*/ 51 w 154"/>
              <a:gd name="T89"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4" h="87">
                <a:moveTo>
                  <a:pt x="40" y="72"/>
                </a:moveTo>
                <a:cubicBezTo>
                  <a:pt x="39" y="72"/>
                  <a:pt x="37" y="71"/>
                  <a:pt x="36" y="70"/>
                </a:cubicBezTo>
                <a:cubicBezTo>
                  <a:pt x="35" y="70"/>
                  <a:pt x="35" y="68"/>
                  <a:pt x="35" y="67"/>
                </a:cubicBezTo>
                <a:cubicBezTo>
                  <a:pt x="35" y="66"/>
                  <a:pt x="35" y="65"/>
                  <a:pt x="36" y="64"/>
                </a:cubicBezTo>
                <a:cubicBezTo>
                  <a:pt x="42" y="57"/>
                  <a:pt x="42" y="57"/>
                  <a:pt x="42" y="57"/>
                </a:cubicBezTo>
                <a:cubicBezTo>
                  <a:pt x="43" y="56"/>
                  <a:pt x="44" y="56"/>
                  <a:pt x="45" y="56"/>
                </a:cubicBezTo>
                <a:cubicBezTo>
                  <a:pt x="46" y="56"/>
                  <a:pt x="47" y="56"/>
                  <a:pt x="48" y="57"/>
                </a:cubicBezTo>
                <a:cubicBezTo>
                  <a:pt x="49" y="58"/>
                  <a:pt x="50" y="59"/>
                  <a:pt x="50" y="60"/>
                </a:cubicBezTo>
                <a:cubicBezTo>
                  <a:pt x="50" y="61"/>
                  <a:pt x="50" y="63"/>
                  <a:pt x="49" y="63"/>
                </a:cubicBezTo>
                <a:cubicBezTo>
                  <a:pt x="43" y="70"/>
                  <a:pt x="43" y="70"/>
                  <a:pt x="43" y="70"/>
                </a:cubicBezTo>
                <a:cubicBezTo>
                  <a:pt x="42" y="71"/>
                  <a:pt x="41" y="71"/>
                  <a:pt x="40" y="72"/>
                </a:cubicBezTo>
                <a:close/>
                <a:moveTo>
                  <a:pt x="94" y="63"/>
                </a:moveTo>
                <a:cubicBezTo>
                  <a:pt x="94" y="63"/>
                  <a:pt x="105" y="72"/>
                  <a:pt x="108" y="72"/>
                </a:cubicBezTo>
                <a:cubicBezTo>
                  <a:pt x="110" y="73"/>
                  <a:pt x="111" y="72"/>
                  <a:pt x="112" y="71"/>
                </a:cubicBezTo>
                <a:cubicBezTo>
                  <a:pt x="114" y="69"/>
                  <a:pt x="114" y="68"/>
                  <a:pt x="114" y="66"/>
                </a:cubicBezTo>
                <a:cubicBezTo>
                  <a:pt x="114" y="65"/>
                  <a:pt x="114" y="64"/>
                  <a:pt x="113" y="63"/>
                </a:cubicBezTo>
                <a:moveTo>
                  <a:pt x="85" y="69"/>
                </a:moveTo>
                <a:cubicBezTo>
                  <a:pt x="94" y="77"/>
                  <a:pt x="94" y="77"/>
                  <a:pt x="94" y="77"/>
                </a:cubicBezTo>
                <a:cubicBezTo>
                  <a:pt x="95" y="78"/>
                  <a:pt x="97" y="79"/>
                  <a:pt x="98" y="79"/>
                </a:cubicBezTo>
                <a:cubicBezTo>
                  <a:pt x="100" y="79"/>
                  <a:pt x="102" y="78"/>
                  <a:pt x="103" y="77"/>
                </a:cubicBezTo>
                <a:cubicBezTo>
                  <a:pt x="104" y="76"/>
                  <a:pt x="105" y="74"/>
                  <a:pt x="105" y="73"/>
                </a:cubicBezTo>
                <a:cubicBezTo>
                  <a:pt x="105" y="72"/>
                  <a:pt x="105" y="71"/>
                  <a:pt x="104" y="71"/>
                </a:cubicBezTo>
                <a:moveTo>
                  <a:pt x="79" y="79"/>
                </a:moveTo>
                <a:cubicBezTo>
                  <a:pt x="84" y="83"/>
                  <a:pt x="84" y="83"/>
                  <a:pt x="84" y="83"/>
                </a:cubicBezTo>
                <a:cubicBezTo>
                  <a:pt x="85" y="84"/>
                  <a:pt x="86" y="85"/>
                  <a:pt x="88" y="85"/>
                </a:cubicBezTo>
                <a:cubicBezTo>
                  <a:pt x="90" y="85"/>
                  <a:pt x="91" y="84"/>
                  <a:pt x="92" y="83"/>
                </a:cubicBezTo>
                <a:cubicBezTo>
                  <a:pt x="94" y="82"/>
                  <a:pt x="95" y="80"/>
                  <a:pt x="95" y="79"/>
                </a:cubicBezTo>
                <a:cubicBezTo>
                  <a:pt x="94" y="78"/>
                  <a:pt x="94" y="77"/>
                  <a:pt x="94" y="77"/>
                </a:cubicBezTo>
                <a:moveTo>
                  <a:pt x="69" y="83"/>
                </a:moveTo>
                <a:cubicBezTo>
                  <a:pt x="72" y="85"/>
                  <a:pt x="72" y="85"/>
                  <a:pt x="72" y="85"/>
                </a:cubicBezTo>
                <a:cubicBezTo>
                  <a:pt x="73" y="85"/>
                  <a:pt x="75" y="86"/>
                  <a:pt x="78" y="85"/>
                </a:cubicBezTo>
                <a:cubicBezTo>
                  <a:pt x="79" y="85"/>
                  <a:pt x="81" y="85"/>
                  <a:pt x="82" y="84"/>
                </a:cubicBezTo>
                <a:cubicBezTo>
                  <a:pt x="82" y="83"/>
                  <a:pt x="83" y="83"/>
                  <a:pt x="83" y="82"/>
                </a:cubicBezTo>
                <a:moveTo>
                  <a:pt x="49" y="77"/>
                </a:moveTo>
                <a:cubicBezTo>
                  <a:pt x="59" y="65"/>
                  <a:pt x="59" y="65"/>
                  <a:pt x="59" y="65"/>
                </a:cubicBezTo>
                <a:cubicBezTo>
                  <a:pt x="61" y="63"/>
                  <a:pt x="61" y="60"/>
                  <a:pt x="59" y="59"/>
                </a:cubicBezTo>
                <a:cubicBezTo>
                  <a:pt x="58" y="58"/>
                  <a:pt x="57" y="57"/>
                  <a:pt x="55" y="58"/>
                </a:cubicBezTo>
                <a:cubicBezTo>
                  <a:pt x="54" y="58"/>
                  <a:pt x="53" y="58"/>
                  <a:pt x="53" y="59"/>
                </a:cubicBezTo>
                <a:cubicBezTo>
                  <a:pt x="42" y="71"/>
                  <a:pt x="42" y="71"/>
                  <a:pt x="42" y="71"/>
                </a:cubicBezTo>
                <a:cubicBezTo>
                  <a:pt x="40" y="73"/>
                  <a:pt x="41" y="76"/>
                  <a:pt x="42" y="77"/>
                </a:cubicBezTo>
                <a:cubicBezTo>
                  <a:pt x="43" y="78"/>
                  <a:pt x="45" y="79"/>
                  <a:pt x="46" y="79"/>
                </a:cubicBezTo>
                <a:cubicBezTo>
                  <a:pt x="47" y="78"/>
                  <a:pt x="48" y="78"/>
                  <a:pt x="49" y="77"/>
                </a:cubicBezTo>
                <a:close/>
                <a:moveTo>
                  <a:pt x="58" y="81"/>
                </a:moveTo>
                <a:cubicBezTo>
                  <a:pt x="67" y="70"/>
                  <a:pt x="67" y="70"/>
                  <a:pt x="67" y="70"/>
                </a:cubicBezTo>
                <a:cubicBezTo>
                  <a:pt x="69" y="68"/>
                  <a:pt x="69" y="66"/>
                  <a:pt x="67" y="64"/>
                </a:cubicBezTo>
                <a:cubicBezTo>
                  <a:pt x="66" y="63"/>
                  <a:pt x="65" y="62"/>
                  <a:pt x="63" y="63"/>
                </a:cubicBezTo>
                <a:cubicBezTo>
                  <a:pt x="62" y="63"/>
                  <a:pt x="61" y="63"/>
                  <a:pt x="61" y="64"/>
                </a:cubicBezTo>
                <a:cubicBezTo>
                  <a:pt x="51" y="75"/>
                  <a:pt x="51" y="75"/>
                  <a:pt x="51" y="75"/>
                </a:cubicBezTo>
                <a:cubicBezTo>
                  <a:pt x="49" y="77"/>
                  <a:pt x="49" y="80"/>
                  <a:pt x="51" y="82"/>
                </a:cubicBezTo>
                <a:cubicBezTo>
                  <a:pt x="52" y="82"/>
                  <a:pt x="54" y="83"/>
                  <a:pt x="55" y="83"/>
                </a:cubicBezTo>
                <a:cubicBezTo>
                  <a:pt x="56" y="83"/>
                  <a:pt x="57" y="82"/>
                  <a:pt x="58" y="81"/>
                </a:cubicBezTo>
                <a:close/>
                <a:moveTo>
                  <a:pt x="71" y="80"/>
                </a:moveTo>
                <a:cubicBezTo>
                  <a:pt x="72" y="79"/>
                  <a:pt x="72" y="79"/>
                  <a:pt x="72" y="79"/>
                </a:cubicBezTo>
                <a:cubicBezTo>
                  <a:pt x="74" y="77"/>
                  <a:pt x="74" y="74"/>
                  <a:pt x="72" y="72"/>
                </a:cubicBezTo>
                <a:cubicBezTo>
                  <a:pt x="71" y="71"/>
                  <a:pt x="70" y="71"/>
                  <a:pt x="68" y="71"/>
                </a:cubicBezTo>
                <a:cubicBezTo>
                  <a:pt x="67" y="71"/>
                  <a:pt x="66" y="72"/>
                  <a:pt x="66" y="72"/>
                </a:cubicBezTo>
                <a:cubicBezTo>
                  <a:pt x="60" y="79"/>
                  <a:pt x="60" y="79"/>
                  <a:pt x="60" y="79"/>
                </a:cubicBezTo>
                <a:cubicBezTo>
                  <a:pt x="58" y="81"/>
                  <a:pt x="58" y="83"/>
                  <a:pt x="60" y="85"/>
                </a:cubicBezTo>
                <a:cubicBezTo>
                  <a:pt x="61" y="86"/>
                  <a:pt x="63" y="87"/>
                  <a:pt x="64" y="86"/>
                </a:cubicBezTo>
                <a:cubicBezTo>
                  <a:pt x="65" y="86"/>
                  <a:pt x="66" y="86"/>
                  <a:pt x="67" y="85"/>
                </a:cubicBezTo>
                <a:lnTo>
                  <a:pt x="71" y="80"/>
                </a:lnTo>
                <a:close/>
                <a:moveTo>
                  <a:pt x="132" y="0"/>
                </a:moveTo>
                <a:cubicBezTo>
                  <a:pt x="122" y="5"/>
                  <a:pt x="108" y="13"/>
                  <a:pt x="106" y="14"/>
                </a:cubicBezTo>
                <a:cubicBezTo>
                  <a:pt x="108" y="17"/>
                  <a:pt x="117" y="32"/>
                  <a:pt x="128" y="52"/>
                </a:cubicBezTo>
                <a:cubicBezTo>
                  <a:pt x="129" y="54"/>
                  <a:pt x="129" y="54"/>
                  <a:pt x="129" y="54"/>
                </a:cubicBezTo>
                <a:cubicBezTo>
                  <a:pt x="154" y="41"/>
                  <a:pt x="154" y="41"/>
                  <a:pt x="154" y="41"/>
                </a:cubicBezTo>
                <a:moveTo>
                  <a:pt x="109" y="19"/>
                </a:moveTo>
                <a:cubicBezTo>
                  <a:pt x="97" y="15"/>
                  <a:pt x="91" y="22"/>
                  <a:pt x="83" y="22"/>
                </a:cubicBezTo>
                <a:cubicBezTo>
                  <a:pt x="80" y="22"/>
                  <a:pt x="78" y="22"/>
                  <a:pt x="76" y="22"/>
                </a:cubicBezTo>
                <a:cubicBezTo>
                  <a:pt x="76" y="22"/>
                  <a:pt x="76" y="22"/>
                  <a:pt x="76" y="22"/>
                </a:cubicBezTo>
                <a:cubicBezTo>
                  <a:pt x="75" y="22"/>
                  <a:pt x="74" y="22"/>
                  <a:pt x="74" y="23"/>
                </a:cubicBezTo>
                <a:cubicBezTo>
                  <a:pt x="53" y="33"/>
                  <a:pt x="53" y="33"/>
                  <a:pt x="53" y="33"/>
                </a:cubicBezTo>
                <a:cubicBezTo>
                  <a:pt x="43" y="38"/>
                  <a:pt x="53" y="46"/>
                  <a:pt x="56" y="45"/>
                </a:cubicBezTo>
                <a:cubicBezTo>
                  <a:pt x="59" y="44"/>
                  <a:pt x="68" y="41"/>
                  <a:pt x="73" y="39"/>
                </a:cubicBezTo>
                <a:cubicBezTo>
                  <a:pt x="76" y="37"/>
                  <a:pt x="80" y="38"/>
                  <a:pt x="83" y="40"/>
                </a:cubicBezTo>
                <a:cubicBezTo>
                  <a:pt x="92" y="47"/>
                  <a:pt x="112" y="61"/>
                  <a:pt x="113" y="63"/>
                </a:cubicBezTo>
                <a:moveTo>
                  <a:pt x="127" y="49"/>
                </a:moveTo>
                <a:cubicBezTo>
                  <a:pt x="125" y="50"/>
                  <a:pt x="121" y="53"/>
                  <a:pt x="120" y="54"/>
                </a:cubicBezTo>
                <a:cubicBezTo>
                  <a:pt x="119" y="54"/>
                  <a:pt x="119" y="56"/>
                  <a:pt x="118" y="57"/>
                </a:cubicBezTo>
                <a:cubicBezTo>
                  <a:pt x="116" y="59"/>
                  <a:pt x="115" y="62"/>
                  <a:pt x="113" y="63"/>
                </a:cubicBezTo>
                <a:moveTo>
                  <a:pt x="39" y="61"/>
                </a:moveTo>
                <a:cubicBezTo>
                  <a:pt x="39" y="61"/>
                  <a:pt x="39" y="61"/>
                  <a:pt x="39" y="61"/>
                </a:cubicBezTo>
                <a:moveTo>
                  <a:pt x="0" y="39"/>
                </a:moveTo>
                <a:cubicBezTo>
                  <a:pt x="22" y="57"/>
                  <a:pt x="22" y="57"/>
                  <a:pt x="22" y="57"/>
                </a:cubicBezTo>
                <a:cubicBezTo>
                  <a:pt x="54" y="17"/>
                  <a:pt x="54" y="17"/>
                  <a:pt x="54" y="17"/>
                </a:cubicBezTo>
                <a:cubicBezTo>
                  <a:pt x="32" y="0"/>
                  <a:pt x="32" y="0"/>
                  <a:pt x="32" y="0"/>
                </a:cubicBezTo>
                <a:moveTo>
                  <a:pt x="24" y="54"/>
                </a:moveTo>
                <a:cubicBezTo>
                  <a:pt x="31" y="59"/>
                  <a:pt x="37" y="63"/>
                  <a:pt x="37" y="63"/>
                </a:cubicBezTo>
                <a:moveTo>
                  <a:pt x="66" y="27"/>
                </a:moveTo>
                <a:cubicBezTo>
                  <a:pt x="63" y="25"/>
                  <a:pt x="57" y="22"/>
                  <a:pt x="51" y="2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9" name="Freeform 46">
            <a:extLst>
              <a:ext uri="{FF2B5EF4-FFF2-40B4-BE49-F238E27FC236}">
                <a16:creationId xmlns:a16="http://schemas.microsoft.com/office/drawing/2014/main" id="{C8466E13-26E4-4AB1-BF9C-1D79CEBF76D5}"/>
              </a:ext>
            </a:extLst>
          </p:cNvPr>
          <p:cNvSpPr>
            <a:spLocks noEditPoints="1"/>
          </p:cNvSpPr>
          <p:nvPr/>
        </p:nvSpPr>
        <p:spPr bwMode="auto">
          <a:xfrm>
            <a:off x="9670083" y="1919978"/>
            <a:ext cx="243586" cy="289823"/>
          </a:xfrm>
          <a:custGeom>
            <a:avLst/>
            <a:gdLst>
              <a:gd name="T0" fmla="*/ 216 w 216"/>
              <a:gd name="T1" fmla="*/ 105 h 257"/>
              <a:gd name="T2" fmla="*/ 216 w 216"/>
              <a:gd name="T3" fmla="*/ 257 h 257"/>
              <a:gd name="T4" fmla="*/ 0 w 216"/>
              <a:gd name="T5" fmla="*/ 257 h 257"/>
              <a:gd name="T6" fmla="*/ 0 w 216"/>
              <a:gd name="T7" fmla="*/ 105 h 257"/>
              <a:gd name="T8" fmla="*/ 216 w 216"/>
              <a:gd name="T9" fmla="*/ 257 h 257"/>
              <a:gd name="T10" fmla="*/ 109 w 216"/>
              <a:gd name="T11" fmla="*/ 181 h 257"/>
              <a:gd name="T12" fmla="*/ 0 w 216"/>
              <a:gd name="T13" fmla="*/ 257 h 257"/>
              <a:gd name="T14" fmla="*/ 216 w 216"/>
              <a:gd name="T15" fmla="*/ 105 h 257"/>
              <a:gd name="T16" fmla="*/ 145 w 216"/>
              <a:gd name="T17" fmla="*/ 183 h 257"/>
              <a:gd name="T18" fmla="*/ 0 w 216"/>
              <a:gd name="T19" fmla="*/ 105 h 257"/>
              <a:gd name="T20" fmla="*/ 74 w 216"/>
              <a:gd name="T21" fmla="*/ 183 h 257"/>
              <a:gd name="T22" fmla="*/ 190 w 216"/>
              <a:gd name="T23" fmla="*/ 100 h 257"/>
              <a:gd name="T24" fmla="*/ 190 w 216"/>
              <a:gd name="T25" fmla="*/ 48 h 257"/>
              <a:gd name="T26" fmla="*/ 143 w 216"/>
              <a:gd name="T27" fmla="*/ 0 h 257"/>
              <a:gd name="T28" fmla="*/ 26 w 216"/>
              <a:gd name="T29" fmla="*/ 0 h 257"/>
              <a:gd name="T30" fmla="*/ 26 w 216"/>
              <a:gd name="T31" fmla="*/ 100 h 257"/>
              <a:gd name="T32" fmla="*/ 190 w 216"/>
              <a:gd name="T33" fmla="*/ 48 h 257"/>
              <a:gd name="T34" fmla="*/ 143 w 216"/>
              <a:gd name="T35" fmla="*/ 0 h 257"/>
              <a:gd name="T36" fmla="*/ 143 w 216"/>
              <a:gd name="T37" fmla="*/ 48 h 257"/>
              <a:gd name="T38" fmla="*/ 190 w 216"/>
              <a:gd name="T39" fmla="*/ 48 h 257"/>
              <a:gd name="T40" fmla="*/ 74 w 216"/>
              <a:gd name="T41" fmla="*/ 76 h 257"/>
              <a:gd name="T42" fmla="*/ 50 w 216"/>
              <a:gd name="T43" fmla="*/ 76 h 257"/>
              <a:gd name="T44" fmla="*/ 162 w 216"/>
              <a:gd name="T45" fmla="*/ 76 h 257"/>
              <a:gd name="T46" fmla="*/ 95 w 216"/>
              <a:gd name="T47" fmla="*/ 76 h 257"/>
              <a:gd name="T48" fmla="*/ 50 w 216"/>
              <a:gd name="T49" fmla="*/ 100 h 257"/>
              <a:gd name="T50" fmla="*/ 112 w 216"/>
              <a:gd name="T51" fmla="*/ 100 h 257"/>
              <a:gd name="T52" fmla="*/ 162 w 216"/>
              <a:gd name="T53" fmla="*/ 100 h 257"/>
              <a:gd name="T54" fmla="*/ 138 w 216"/>
              <a:gd name="T55" fmla="*/ 10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6" h="257">
                <a:moveTo>
                  <a:pt x="216" y="105"/>
                </a:moveTo>
                <a:lnTo>
                  <a:pt x="216" y="257"/>
                </a:lnTo>
                <a:lnTo>
                  <a:pt x="0" y="257"/>
                </a:lnTo>
                <a:lnTo>
                  <a:pt x="0" y="105"/>
                </a:lnTo>
                <a:moveTo>
                  <a:pt x="216" y="257"/>
                </a:moveTo>
                <a:lnTo>
                  <a:pt x="109" y="181"/>
                </a:lnTo>
                <a:lnTo>
                  <a:pt x="0" y="257"/>
                </a:lnTo>
                <a:moveTo>
                  <a:pt x="216" y="105"/>
                </a:moveTo>
                <a:lnTo>
                  <a:pt x="145" y="183"/>
                </a:lnTo>
                <a:moveTo>
                  <a:pt x="0" y="105"/>
                </a:moveTo>
                <a:lnTo>
                  <a:pt x="74" y="183"/>
                </a:lnTo>
                <a:moveTo>
                  <a:pt x="190" y="100"/>
                </a:moveTo>
                <a:lnTo>
                  <a:pt x="190" y="48"/>
                </a:lnTo>
                <a:moveTo>
                  <a:pt x="143" y="0"/>
                </a:moveTo>
                <a:lnTo>
                  <a:pt x="26" y="0"/>
                </a:lnTo>
                <a:lnTo>
                  <a:pt x="26" y="100"/>
                </a:lnTo>
                <a:moveTo>
                  <a:pt x="190" y="48"/>
                </a:moveTo>
                <a:lnTo>
                  <a:pt x="143" y="0"/>
                </a:lnTo>
                <a:lnTo>
                  <a:pt x="143" y="48"/>
                </a:lnTo>
                <a:lnTo>
                  <a:pt x="190" y="48"/>
                </a:lnTo>
                <a:moveTo>
                  <a:pt x="74" y="76"/>
                </a:moveTo>
                <a:lnTo>
                  <a:pt x="50" y="76"/>
                </a:lnTo>
                <a:moveTo>
                  <a:pt x="162" y="76"/>
                </a:moveTo>
                <a:lnTo>
                  <a:pt x="95" y="76"/>
                </a:lnTo>
                <a:moveTo>
                  <a:pt x="50" y="100"/>
                </a:moveTo>
                <a:lnTo>
                  <a:pt x="112" y="100"/>
                </a:lnTo>
                <a:moveTo>
                  <a:pt x="162" y="100"/>
                </a:moveTo>
                <a:lnTo>
                  <a:pt x="138" y="100"/>
                </a:ln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6" name="Rectangle 85">
            <a:extLst>
              <a:ext uri="{FF2B5EF4-FFF2-40B4-BE49-F238E27FC236}">
                <a16:creationId xmlns:a16="http://schemas.microsoft.com/office/drawing/2014/main" id="{92753C6E-8672-4B0A-AA1A-DDBC9F2570A2}"/>
              </a:ext>
            </a:extLst>
          </p:cNvPr>
          <p:cNvSpPr>
            <a:spLocks noChangeArrowheads="1"/>
          </p:cNvSpPr>
          <p:nvPr/>
        </p:nvSpPr>
        <p:spPr bwMode="auto">
          <a:xfrm>
            <a:off x="1109866" y="2486819"/>
            <a:ext cx="233698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ru-RU" sz="3200" b="1" i="0" u="none" strike="noStrike" cap="none" normalizeH="0" baseline="0">
                <a:ln>
                  <a:noFill/>
                </a:ln>
                <a:effectLst/>
                <a:latin typeface="+mj-lt"/>
              </a:rPr>
              <a:t>YOUR TITLE</a:t>
            </a:r>
            <a:endParaRPr kumimoji="0" lang="ru-RU" altLang="ru-RU" sz="1600" b="1" i="0" u="none" strike="noStrike" cap="none" normalizeH="0" baseline="0" dirty="0">
              <a:ln>
                <a:noFill/>
              </a:ln>
              <a:effectLst/>
              <a:latin typeface="+mj-lt"/>
            </a:endParaRPr>
          </a:p>
        </p:txBody>
      </p:sp>
      <p:sp>
        <p:nvSpPr>
          <p:cNvPr id="87" name="Text_02">
            <a:extLst>
              <a:ext uri="{FF2B5EF4-FFF2-40B4-BE49-F238E27FC236}">
                <a16:creationId xmlns:a16="http://schemas.microsoft.com/office/drawing/2014/main" id="{11B1FE29-4375-4EF8-AF4D-D5ED22BAE4C5}"/>
              </a:ext>
            </a:extLst>
          </p:cNvPr>
          <p:cNvSpPr txBox="1"/>
          <p:nvPr/>
        </p:nvSpPr>
        <p:spPr>
          <a:xfrm>
            <a:off x="1075632" y="2990100"/>
            <a:ext cx="3620492" cy="1615827"/>
          </a:xfrm>
          <a:prstGeom prst="rect">
            <a:avLst/>
          </a:prstGeom>
          <a:noFill/>
        </p:spPr>
        <p:txBody>
          <a:bodyPr wrap="square" rtlCol="0">
            <a:spAutoFit/>
          </a:bodyPr>
          <a:lstStyle/>
          <a:p>
            <a:r>
              <a:rPr lang="en-US" sz="1100" dirty="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ru-RU" sz="1100" dirty="0"/>
          </a:p>
        </p:txBody>
      </p:sp>
    </p:spTree>
    <p:extLst>
      <p:ext uri="{BB962C8B-B14F-4D97-AF65-F5344CB8AC3E}">
        <p14:creationId xmlns:p14="http://schemas.microsoft.com/office/powerpoint/2010/main" val="15521786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down)">
                                          <p:cBhvr>
                                            <p:cTn id="7" dur="1000"/>
                                            <p:tgtEl>
                                              <p:spTgt spid="54"/>
                                            </p:tgtEl>
                                          </p:cBhvr>
                                        </p:animEffect>
                                      </p:childTnLst>
                                    </p:cTn>
                                  </p:par>
                                  <p:par>
                                    <p:cTn id="8" presetID="22" presetClass="entr" presetSubtype="8" fill="hold"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wipe(left)">
                                          <p:cBhvr>
                                            <p:cTn id="10" dur="1000"/>
                                            <p:tgtEl>
                                              <p:spTgt spid="57"/>
                                            </p:tgtEl>
                                          </p:cBhvr>
                                        </p:animEffect>
                                      </p:childTnLst>
                                    </p:cTn>
                                  </p:par>
                                  <p:par>
                                    <p:cTn id="11" presetID="10" presetClass="entr" presetSubtype="0" fill="hold" nodeType="withEffect">
                                      <p:stCondLst>
                                        <p:cond delay="250"/>
                                      </p:stCondLst>
                                      <p:childTnLst>
                                        <p:set>
                                          <p:cBhvr>
                                            <p:cTn id="12" dur="1" fill="hold">
                                              <p:stCondLst>
                                                <p:cond delay="0"/>
                                              </p:stCondLst>
                                            </p:cTn>
                                            <p:tgtEl>
                                              <p:spTgt spid="47"/>
                                            </p:tgtEl>
                                            <p:attrNameLst>
                                              <p:attrName>style.visibility</p:attrName>
                                            </p:attrNameLst>
                                          </p:cBhvr>
                                          <p:to>
                                            <p:strVal val="visible"/>
                                          </p:to>
                                        </p:set>
                                        <p:animEffect transition="in" filter="fade">
                                          <p:cBhvr>
                                            <p:cTn id="13" dur="750"/>
                                            <p:tgtEl>
                                              <p:spTgt spid="47"/>
                                            </p:tgtEl>
                                          </p:cBhvr>
                                        </p:animEffect>
                                      </p:childTnLst>
                                    </p:cTn>
                                  </p:par>
                                  <p:par>
                                    <p:cTn id="14" presetID="10" presetClass="entr" presetSubtype="0" fill="hold" nodeType="withEffect">
                                      <p:stCondLst>
                                        <p:cond delay="500"/>
                                      </p:stCondLst>
                                      <p:childTnLst>
                                        <p:set>
                                          <p:cBhvr>
                                            <p:cTn id="15" dur="1" fill="hold">
                                              <p:stCondLst>
                                                <p:cond delay="0"/>
                                              </p:stCondLst>
                                            </p:cTn>
                                            <p:tgtEl>
                                              <p:spTgt spid="46"/>
                                            </p:tgtEl>
                                            <p:attrNameLst>
                                              <p:attrName>style.visibility</p:attrName>
                                            </p:attrNameLst>
                                          </p:cBhvr>
                                          <p:to>
                                            <p:strVal val="visible"/>
                                          </p:to>
                                        </p:set>
                                        <p:animEffect transition="in" filter="fade">
                                          <p:cBhvr>
                                            <p:cTn id="16" dur="750"/>
                                            <p:tgtEl>
                                              <p:spTgt spid="46"/>
                                            </p:tgtEl>
                                          </p:cBhvr>
                                        </p:animEffect>
                                      </p:childTnLst>
                                    </p:cTn>
                                  </p:par>
                                  <p:par>
                                    <p:cTn id="17" presetID="10" presetClass="entr" presetSubtype="0" fill="hold" nodeType="withEffect">
                                      <p:stCondLst>
                                        <p:cond delay="75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750"/>
                                            <p:tgtEl>
                                              <p:spTgt spid="45"/>
                                            </p:tgtEl>
                                          </p:cBhvr>
                                        </p:animEffect>
                                      </p:childTnLst>
                                    </p:cTn>
                                  </p:par>
                                  <p:par>
                                    <p:cTn id="20" presetID="10" presetClass="entr" presetSubtype="0" fill="hold" nodeType="withEffect">
                                      <p:stCondLst>
                                        <p:cond delay="100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750"/>
                                            <p:tgtEl>
                                              <p:spTgt spid="44"/>
                                            </p:tgtEl>
                                          </p:cBhvr>
                                        </p:animEffect>
                                      </p:childTnLst>
                                    </p:cTn>
                                  </p:par>
                                  <p:par>
                                    <p:cTn id="23" presetID="10" presetClass="entr" presetSubtype="0" fill="hold" grpId="0" nodeType="withEffect">
                                      <p:stCondLst>
                                        <p:cond delay="25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750"/>
                                            <p:tgtEl>
                                              <p:spTgt spid="14"/>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750"/>
                                            <p:tgtEl>
                                              <p:spTgt spid="15"/>
                                            </p:tgtEl>
                                          </p:cBhvr>
                                        </p:animEffect>
                                      </p:childTnLst>
                                    </p:cTn>
                                  </p:par>
                                  <p:par>
                                    <p:cTn id="29" presetID="10" presetClass="entr" presetSubtype="0" fill="hold" grpId="0" nodeType="withEffect">
                                      <p:stCondLst>
                                        <p:cond delay="75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750"/>
                                            <p:tgtEl>
                                              <p:spTgt spid="16"/>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750"/>
                                            <p:tgtEl>
                                              <p:spTgt spid="17"/>
                                            </p:tgtEl>
                                          </p:cBhvr>
                                        </p:animEffect>
                                      </p:childTnLst>
                                    </p:cTn>
                                  </p:par>
                                  <p:par>
                                    <p:cTn id="35" presetID="53" presetClass="entr" presetSubtype="16" fill="hold" grpId="0" nodeType="withEffect">
                                      <p:stCondLst>
                                        <p:cond delay="750"/>
                                      </p:stCondLst>
                                      <p:childTnLst>
                                        <p:set>
                                          <p:cBhvr>
                                            <p:cTn id="36" dur="1" fill="hold">
                                              <p:stCondLst>
                                                <p:cond delay="0"/>
                                              </p:stCondLst>
                                            </p:cTn>
                                            <p:tgtEl>
                                              <p:spTgt spid="26"/>
                                            </p:tgtEl>
                                            <p:attrNameLst>
                                              <p:attrName>style.visibility</p:attrName>
                                            </p:attrNameLst>
                                          </p:cBhvr>
                                          <p:to>
                                            <p:strVal val="visible"/>
                                          </p:to>
                                        </p:set>
                                        <p:anim calcmode="lin" valueType="num">
                                          <p:cBhvr>
                                            <p:cTn id="37" dur="750" fill="hold"/>
                                            <p:tgtEl>
                                              <p:spTgt spid="26"/>
                                            </p:tgtEl>
                                            <p:attrNameLst>
                                              <p:attrName>ppt_w</p:attrName>
                                            </p:attrNameLst>
                                          </p:cBhvr>
                                          <p:tavLst>
                                            <p:tav tm="0">
                                              <p:val>
                                                <p:fltVal val="0"/>
                                              </p:val>
                                            </p:tav>
                                            <p:tav tm="100000">
                                              <p:val>
                                                <p:strVal val="#ppt_w"/>
                                              </p:val>
                                            </p:tav>
                                          </p:tavLst>
                                        </p:anim>
                                        <p:anim calcmode="lin" valueType="num">
                                          <p:cBhvr>
                                            <p:cTn id="38" dur="750" fill="hold"/>
                                            <p:tgtEl>
                                              <p:spTgt spid="26"/>
                                            </p:tgtEl>
                                            <p:attrNameLst>
                                              <p:attrName>ppt_h</p:attrName>
                                            </p:attrNameLst>
                                          </p:cBhvr>
                                          <p:tavLst>
                                            <p:tav tm="0">
                                              <p:val>
                                                <p:fltVal val="0"/>
                                              </p:val>
                                            </p:tav>
                                            <p:tav tm="100000">
                                              <p:val>
                                                <p:strVal val="#ppt_h"/>
                                              </p:val>
                                            </p:tav>
                                          </p:tavLst>
                                        </p:anim>
                                        <p:animEffect transition="in" filter="fade">
                                          <p:cBhvr>
                                            <p:cTn id="39" dur="750"/>
                                            <p:tgtEl>
                                              <p:spTgt spid="26"/>
                                            </p:tgtEl>
                                          </p:cBhvr>
                                        </p:animEffect>
                                      </p:childTnLst>
                                    </p:cTn>
                                  </p:par>
                                  <p:par>
                                    <p:cTn id="40" presetID="53" presetClass="entr" presetSubtype="16" fill="hold" grpId="0" nodeType="withEffect">
                                      <p:stCondLst>
                                        <p:cond delay="750"/>
                                      </p:stCondLst>
                                      <p:childTnLst>
                                        <p:set>
                                          <p:cBhvr>
                                            <p:cTn id="41" dur="1" fill="hold">
                                              <p:stCondLst>
                                                <p:cond delay="0"/>
                                              </p:stCondLst>
                                            </p:cTn>
                                            <p:tgtEl>
                                              <p:spTgt spid="27"/>
                                            </p:tgtEl>
                                            <p:attrNameLst>
                                              <p:attrName>style.visibility</p:attrName>
                                            </p:attrNameLst>
                                          </p:cBhvr>
                                          <p:to>
                                            <p:strVal val="visible"/>
                                          </p:to>
                                        </p:set>
                                        <p:anim calcmode="lin" valueType="num">
                                          <p:cBhvr>
                                            <p:cTn id="42" dur="750" fill="hold"/>
                                            <p:tgtEl>
                                              <p:spTgt spid="27"/>
                                            </p:tgtEl>
                                            <p:attrNameLst>
                                              <p:attrName>ppt_w</p:attrName>
                                            </p:attrNameLst>
                                          </p:cBhvr>
                                          <p:tavLst>
                                            <p:tav tm="0">
                                              <p:val>
                                                <p:fltVal val="0"/>
                                              </p:val>
                                            </p:tav>
                                            <p:tav tm="100000">
                                              <p:val>
                                                <p:strVal val="#ppt_w"/>
                                              </p:val>
                                            </p:tav>
                                          </p:tavLst>
                                        </p:anim>
                                        <p:anim calcmode="lin" valueType="num">
                                          <p:cBhvr>
                                            <p:cTn id="43" dur="750" fill="hold"/>
                                            <p:tgtEl>
                                              <p:spTgt spid="27"/>
                                            </p:tgtEl>
                                            <p:attrNameLst>
                                              <p:attrName>ppt_h</p:attrName>
                                            </p:attrNameLst>
                                          </p:cBhvr>
                                          <p:tavLst>
                                            <p:tav tm="0">
                                              <p:val>
                                                <p:fltVal val="0"/>
                                              </p:val>
                                            </p:tav>
                                            <p:tav tm="100000">
                                              <p:val>
                                                <p:strVal val="#ppt_h"/>
                                              </p:val>
                                            </p:tav>
                                          </p:tavLst>
                                        </p:anim>
                                        <p:animEffect transition="in" filter="fade">
                                          <p:cBhvr>
                                            <p:cTn id="44" dur="750"/>
                                            <p:tgtEl>
                                              <p:spTgt spid="27"/>
                                            </p:tgtEl>
                                          </p:cBhvr>
                                        </p:animEffect>
                                      </p:childTnLst>
                                    </p:cTn>
                                  </p:par>
                                  <p:par>
                                    <p:cTn id="45" presetID="22" presetClass="entr" presetSubtype="4" fill="hold" grpId="0" nodeType="withEffect">
                                      <p:stCondLst>
                                        <p:cond delay="500"/>
                                      </p:stCondLst>
                                      <p:childTnLst>
                                        <p:set>
                                          <p:cBhvr>
                                            <p:cTn id="46" dur="1" fill="hold">
                                              <p:stCondLst>
                                                <p:cond delay="0"/>
                                              </p:stCondLst>
                                            </p:cTn>
                                            <p:tgtEl>
                                              <p:spTgt spid="18"/>
                                            </p:tgtEl>
                                            <p:attrNameLst>
                                              <p:attrName>style.visibility</p:attrName>
                                            </p:attrNameLst>
                                          </p:cBhvr>
                                          <p:to>
                                            <p:strVal val="visible"/>
                                          </p:to>
                                        </p:set>
                                        <p:animEffect transition="in" filter="wipe(down)">
                                          <p:cBhvr>
                                            <p:cTn id="47" dur="750"/>
                                            <p:tgtEl>
                                              <p:spTgt spid="18"/>
                                            </p:tgtEl>
                                          </p:cBhvr>
                                        </p:animEffect>
                                      </p:childTnLst>
                                    </p:cTn>
                                  </p:par>
                                  <p:par>
                                    <p:cTn id="48" presetID="22" presetClass="entr" presetSubtype="8" fill="hold" grpId="0" nodeType="withEffect">
                                      <p:stCondLst>
                                        <p:cond delay="500"/>
                                      </p:stCondLst>
                                      <p:childTnLst>
                                        <p:set>
                                          <p:cBhvr>
                                            <p:cTn id="49" dur="1" fill="hold">
                                              <p:stCondLst>
                                                <p:cond delay="0"/>
                                              </p:stCondLst>
                                            </p:cTn>
                                            <p:tgtEl>
                                              <p:spTgt spid="22"/>
                                            </p:tgtEl>
                                            <p:attrNameLst>
                                              <p:attrName>style.visibility</p:attrName>
                                            </p:attrNameLst>
                                          </p:cBhvr>
                                          <p:to>
                                            <p:strVal val="visible"/>
                                          </p:to>
                                        </p:set>
                                        <p:animEffect transition="in" filter="wipe(left)">
                                          <p:cBhvr>
                                            <p:cTn id="50" dur="750"/>
                                            <p:tgtEl>
                                              <p:spTgt spid="22"/>
                                            </p:tgtEl>
                                          </p:cBhvr>
                                        </p:animEffect>
                                      </p:childTnLst>
                                    </p:cTn>
                                  </p:par>
                                  <p:par>
                                    <p:cTn id="51" presetID="22" presetClass="entr" presetSubtype="4" fill="hold" grpId="0" nodeType="withEffect">
                                      <p:stCondLst>
                                        <p:cond delay="750"/>
                                      </p:stCondLst>
                                      <p:childTnLst>
                                        <p:set>
                                          <p:cBhvr>
                                            <p:cTn id="52" dur="1" fill="hold">
                                              <p:stCondLst>
                                                <p:cond delay="0"/>
                                              </p:stCondLst>
                                            </p:cTn>
                                            <p:tgtEl>
                                              <p:spTgt spid="19"/>
                                            </p:tgtEl>
                                            <p:attrNameLst>
                                              <p:attrName>style.visibility</p:attrName>
                                            </p:attrNameLst>
                                          </p:cBhvr>
                                          <p:to>
                                            <p:strVal val="visible"/>
                                          </p:to>
                                        </p:set>
                                        <p:animEffect transition="in" filter="wipe(down)">
                                          <p:cBhvr>
                                            <p:cTn id="53" dur="750"/>
                                            <p:tgtEl>
                                              <p:spTgt spid="19"/>
                                            </p:tgtEl>
                                          </p:cBhvr>
                                        </p:animEffect>
                                      </p:childTnLst>
                                    </p:cTn>
                                  </p:par>
                                  <p:par>
                                    <p:cTn id="54" presetID="22" presetClass="entr" presetSubtype="8" fill="hold" grpId="0" nodeType="withEffect">
                                      <p:stCondLst>
                                        <p:cond delay="750"/>
                                      </p:stCondLst>
                                      <p:childTnLst>
                                        <p:set>
                                          <p:cBhvr>
                                            <p:cTn id="55" dur="1" fill="hold">
                                              <p:stCondLst>
                                                <p:cond delay="0"/>
                                              </p:stCondLst>
                                            </p:cTn>
                                            <p:tgtEl>
                                              <p:spTgt spid="23"/>
                                            </p:tgtEl>
                                            <p:attrNameLst>
                                              <p:attrName>style.visibility</p:attrName>
                                            </p:attrNameLst>
                                          </p:cBhvr>
                                          <p:to>
                                            <p:strVal val="visible"/>
                                          </p:to>
                                        </p:set>
                                        <p:animEffect transition="in" filter="wipe(left)">
                                          <p:cBhvr>
                                            <p:cTn id="56" dur="750"/>
                                            <p:tgtEl>
                                              <p:spTgt spid="23"/>
                                            </p:tgtEl>
                                          </p:cBhvr>
                                        </p:animEffect>
                                      </p:childTnLst>
                                    </p:cTn>
                                  </p:par>
                                  <p:par>
                                    <p:cTn id="57" presetID="22" presetClass="entr" presetSubtype="4" fill="hold" grpId="0" nodeType="withEffect">
                                      <p:stCondLst>
                                        <p:cond delay="1000"/>
                                      </p:stCondLst>
                                      <p:childTnLst>
                                        <p:set>
                                          <p:cBhvr>
                                            <p:cTn id="58" dur="1" fill="hold">
                                              <p:stCondLst>
                                                <p:cond delay="0"/>
                                              </p:stCondLst>
                                            </p:cTn>
                                            <p:tgtEl>
                                              <p:spTgt spid="20"/>
                                            </p:tgtEl>
                                            <p:attrNameLst>
                                              <p:attrName>style.visibility</p:attrName>
                                            </p:attrNameLst>
                                          </p:cBhvr>
                                          <p:to>
                                            <p:strVal val="visible"/>
                                          </p:to>
                                        </p:set>
                                        <p:animEffect transition="in" filter="wipe(down)">
                                          <p:cBhvr>
                                            <p:cTn id="59" dur="750"/>
                                            <p:tgtEl>
                                              <p:spTgt spid="20"/>
                                            </p:tgtEl>
                                          </p:cBhvr>
                                        </p:animEffect>
                                      </p:childTnLst>
                                    </p:cTn>
                                  </p:par>
                                  <p:par>
                                    <p:cTn id="60" presetID="22" presetClass="entr" presetSubtype="8" fill="hold" grpId="0" nodeType="withEffect">
                                      <p:stCondLst>
                                        <p:cond delay="1000"/>
                                      </p:stCondLst>
                                      <p:childTnLst>
                                        <p:set>
                                          <p:cBhvr>
                                            <p:cTn id="61" dur="1" fill="hold">
                                              <p:stCondLst>
                                                <p:cond delay="0"/>
                                              </p:stCondLst>
                                            </p:cTn>
                                            <p:tgtEl>
                                              <p:spTgt spid="24"/>
                                            </p:tgtEl>
                                            <p:attrNameLst>
                                              <p:attrName>style.visibility</p:attrName>
                                            </p:attrNameLst>
                                          </p:cBhvr>
                                          <p:to>
                                            <p:strVal val="visible"/>
                                          </p:to>
                                        </p:set>
                                        <p:animEffect transition="in" filter="wipe(left)">
                                          <p:cBhvr>
                                            <p:cTn id="62" dur="750"/>
                                            <p:tgtEl>
                                              <p:spTgt spid="24"/>
                                            </p:tgtEl>
                                          </p:cBhvr>
                                        </p:animEffect>
                                      </p:childTnLst>
                                    </p:cTn>
                                  </p:par>
                                  <p:par>
                                    <p:cTn id="63" presetID="22" presetClass="entr" presetSubtype="4" fill="hold" grpId="0" nodeType="withEffect">
                                      <p:stCondLst>
                                        <p:cond delay="1250"/>
                                      </p:stCondLst>
                                      <p:childTnLst>
                                        <p:set>
                                          <p:cBhvr>
                                            <p:cTn id="64" dur="1" fill="hold">
                                              <p:stCondLst>
                                                <p:cond delay="0"/>
                                              </p:stCondLst>
                                            </p:cTn>
                                            <p:tgtEl>
                                              <p:spTgt spid="21"/>
                                            </p:tgtEl>
                                            <p:attrNameLst>
                                              <p:attrName>style.visibility</p:attrName>
                                            </p:attrNameLst>
                                          </p:cBhvr>
                                          <p:to>
                                            <p:strVal val="visible"/>
                                          </p:to>
                                        </p:set>
                                        <p:animEffect transition="in" filter="wipe(down)">
                                          <p:cBhvr>
                                            <p:cTn id="65" dur="750"/>
                                            <p:tgtEl>
                                              <p:spTgt spid="21"/>
                                            </p:tgtEl>
                                          </p:cBhvr>
                                        </p:animEffect>
                                      </p:childTnLst>
                                    </p:cTn>
                                  </p:par>
                                  <p:par>
                                    <p:cTn id="66" presetID="22" presetClass="entr" presetSubtype="8" fill="hold" grpId="0" nodeType="withEffect">
                                      <p:stCondLst>
                                        <p:cond delay="1250"/>
                                      </p:stCondLst>
                                      <p:childTnLst>
                                        <p:set>
                                          <p:cBhvr>
                                            <p:cTn id="67" dur="1" fill="hold">
                                              <p:stCondLst>
                                                <p:cond delay="0"/>
                                              </p:stCondLst>
                                            </p:cTn>
                                            <p:tgtEl>
                                              <p:spTgt spid="25"/>
                                            </p:tgtEl>
                                            <p:attrNameLst>
                                              <p:attrName>style.visibility</p:attrName>
                                            </p:attrNameLst>
                                          </p:cBhvr>
                                          <p:to>
                                            <p:strVal val="visible"/>
                                          </p:to>
                                        </p:set>
                                        <p:animEffect transition="in" filter="wipe(left)">
                                          <p:cBhvr>
                                            <p:cTn id="68" dur="750"/>
                                            <p:tgtEl>
                                              <p:spTgt spid="25"/>
                                            </p:tgtEl>
                                          </p:cBhvr>
                                        </p:animEffect>
                                      </p:childTnLst>
                                    </p:cTn>
                                  </p:par>
                                  <p:par>
                                    <p:cTn id="69" presetID="2" presetClass="entr" presetSubtype="3" fill="hold" grpId="0" nodeType="withEffect" p14:presetBounceEnd="67000">
                                      <p:stCondLst>
                                        <p:cond delay="500"/>
                                      </p:stCondLst>
                                      <p:childTnLst>
                                        <p:set>
                                          <p:cBhvr>
                                            <p:cTn id="70" dur="1" fill="hold">
                                              <p:stCondLst>
                                                <p:cond delay="0"/>
                                              </p:stCondLst>
                                            </p:cTn>
                                            <p:tgtEl>
                                              <p:spTgt spid="31"/>
                                            </p:tgtEl>
                                            <p:attrNameLst>
                                              <p:attrName>style.visibility</p:attrName>
                                            </p:attrNameLst>
                                          </p:cBhvr>
                                          <p:to>
                                            <p:strVal val="visible"/>
                                          </p:to>
                                        </p:set>
                                        <p:anim calcmode="lin" valueType="num" p14:bounceEnd="67000">
                                          <p:cBhvr additive="base">
                                            <p:cTn id="71" dur="1000" fill="hold"/>
                                            <p:tgtEl>
                                              <p:spTgt spid="31"/>
                                            </p:tgtEl>
                                            <p:attrNameLst>
                                              <p:attrName>ppt_x</p:attrName>
                                            </p:attrNameLst>
                                          </p:cBhvr>
                                          <p:tavLst>
                                            <p:tav tm="0">
                                              <p:val>
                                                <p:strVal val="1+#ppt_w/2"/>
                                              </p:val>
                                            </p:tav>
                                            <p:tav tm="100000">
                                              <p:val>
                                                <p:strVal val="#ppt_x"/>
                                              </p:val>
                                            </p:tav>
                                          </p:tavLst>
                                        </p:anim>
                                        <p:anim calcmode="lin" valueType="num" p14:bounceEnd="67000">
                                          <p:cBhvr additive="base">
                                            <p:cTn id="72" dur="1000" fill="hold"/>
                                            <p:tgtEl>
                                              <p:spTgt spid="31"/>
                                            </p:tgtEl>
                                            <p:attrNameLst>
                                              <p:attrName>ppt_y</p:attrName>
                                            </p:attrNameLst>
                                          </p:cBhvr>
                                          <p:tavLst>
                                            <p:tav tm="0">
                                              <p:val>
                                                <p:strVal val="0-#ppt_h/2"/>
                                              </p:val>
                                            </p:tav>
                                            <p:tav tm="100000">
                                              <p:val>
                                                <p:strVal val="#ppt_y"/>
                                              </p:val>
                                            </p:tav>
                                          </p:tavLst>
                                        </p:anim>
                                      </p:childTnLst>
                                    </p:cTn>
                                  </p:par>
                                  <p:par>
                                    <p:cTn id="73" presetID="2" presetClass="entr" presetSubtype="3" fill="hold" grpId="0" nodeType="withEffect" p14:presetBounceEnd="67000">
                                      <p:stCondLst>
                                        <p:cond delay="750"/>
                                      </p:stCondLst>
                                      <p:childTnLst>
                                        <p:set>
                                          <p:cBhvr>
                                            <p:cTn id="74" dur="1" fill="hold">
                                              <p:stCondLst>
                                                <p:cond delay="0"/>
                                              </p:stCondLst>
                                            </p:cTn>
                                            <p:tgtEl>
                                              <p:spTgt spid="32"/>
                                            </p:tgtEl>
                                            <p:attrNameLst>
                                              <p:attrName>style.visibility</p:attrName>
                                            </p:attrNameLst>
                                          </p:cBhvr>
                                          <p:to>
                                            <p:strVal val="visible"/>
                                          </p:to>
                                        </p:set>
                                        <p:anim calcmode="lin" valueType="num" p14:bounceEnd="67000">
                                          <p:cBhvr additive="base">
                                            <p:cTn id="75" dur="1000" fill="hold"/>
                                            <p:tgtEl>
                                              <p:spTgt spid="32"/>
                                            </p:tgtEl>
                                            <p:attrNameLst>
                                              <p:attrName>ppt_x</p:attrName>
                                            </p:attrNameLst>
                                          </p:cBhvr>
                                          <p:tavLst>
                                            <p:tav tm="0">
                                              <p:val>
                                                <p:strVal val="1+#ppt_w/2"/>
                                              </p:val>
                                            </p:tav>
                                            <p:tav tm="100000">
                                              <p:val>
                                                <p:strVal val="#ppt_x"/>
                                              </p:val>
                                            </p:tav>
                                          </p:tavLst>
                                        </p:anim>
                                        <p:anim calcmode="lin" valueType="num" p14:bounceEnd="67000">
                                          <p:cBhvr additive="base">
                                            <p:cTn id="76" dur="1000" fill="hold"/>
                                            <p:tgtEl>
                                              <p:spTgt spid="32"/>
                                            </p:tgtEl>
                                            <p:attrNameLst>
                                              <p:attrName>ppt_y</p:attrName>
                                            </p:attrNameLst>
                                          </p:cBhvr>
                                          <p:tavLst>
                                            <p:tav tm="0">
                                              <p:val>
                                                <p:strVal val="0-#ppt_h/2"/>
                                              </p:val>
                                            </p:tav>
                                            <p:tav tm="100000">
                                              <p:val>
                                                <p:strVal val="#ppt_y"/>
                                              </p:val>
                                            </p:tav>
                                          </p:tavLst>
                                        </p:anim>
                                      </p:childTnLst>
                                    </p:cTn>
                                  </p:par>
                                  <p:par>
                                    <p:cTn id="77" presetID="2" presetClass="entr" presetSubtype="3" fill="hold" grpId="0" nodeType="withEffect" p14:presetBounceEnd="67000">
                                      <p:stCondLst>
                                        <p:cond delay="1000"/>
                                      </p:stCondLst>
                                      <p:childTnLst>
                                        <p:set>
                                          <p:cBhvr>
                                            <p:cTn id="78" dur="1" fill="hold">
                                              <p:stCondLst>
                                                <p:cond delay="0"/>
                                              </p:stCondLst>
                                            </p:cTn>
                                            <p:tgtEl>
                                              <p:spTgt spid="33"/>
                                            </p:tgtEl>
                                            <p:attrNameLst>
                                              <p:attrName>style.visibility</p:attrName>
                                            </p:attrNameLst>
                                          </p:cBhvr>
                                          <p:to>
                                            <p:strVal val="visible"/>
                                          </p:to>
                                        </p:set>
                                        <p:anim calcmode="lin" valueType="num" p14:bounceEnd="67000">
                                          <p:cBhvr additive="base">
                                            <p:cTn id="79" dur="1000" fill="hold"/>
                                            <p:tgtEl>
                                              <p:spTgt spid="33"/>
                                            </p:tgtEl>
                                            <p:attrNameLst>
                                              <p:attrName>ppt_x</p:attrName>
                                            </p:attrNameLst>
                                          </p:cBhvr>
                                          <p:tavLst>
                                            <p:tav tm="0">
                                              <p:val>
                                                <p:strVal val="1+#ppt_w/2"/>
                                              </p:val>
                                            </p:tav>
                                            <p:tav tm="100000">
                                              <p:val>
                                                <p:strVal val="#ppt_x"/>
                                              </p:val>
                                            </p:tav>
                                          </p:tavLst>
                                        </p:anim>
                                        <p:anim calcmode="lin" valueType="num" p14:bounceEnd="67000">
                                          <p:cBhvr additive="base">
                                            <p:cTn id="80" dur="1000" fill="hold"/>
                                            <p:tgtEl>
                                              <p:spTgt spid="33"/>
                                            </p:tgtEl>
                                            <p:attrNameLst>
                                              <p:attrName>ppt_y</p:attrName>
                                            </p:attrNameLst>
                                          </p:cBhvr>
                                          <p:tavLst>
                                            <p:tav tm="0">
                                              <p:val>
                                                <p:strVal val="0-#ppt_h/2"/>
                                              </p:val>
                                            </p:tav>
                                            <p:tav tm="100000">
                                              <p:val>
                                                <p:strVal val="#ppt_y"/>
                                              </p:val>
                                            </p:tav>
                                          </p:tavLst>
                                        </p:anim>
                                      </p:childTnLst>
                                    </p:cTn>
                                  </p:par>
                                  <p:par>
                                    <p:cTn id="81" presetID="2" presetClass="entr" presetSubtype="3" fill="hold" grpId="0" nodeType="withEffect" p14:presetBounceEnd="67000">
                                      <p:stCondLst>
                                        <p:cond delay="1250"/>
                                      </p:stCondLst>
                                      <p:childTnLst>
                                        <p:set>
                                          <p:cBhvr>
                                            <p:cTn id="82" dur="1" fill="hold">
                                              <p:stCondLst>
                                                <p:cond delay="0"/>
                                              </p:stCondLst>
                                            </p:cTn>
                                            <p:tgtEl>
                                              <p:spTgt spid="35"/>
                                            </p:tgtEl>
                                            <p:attrNameLst>
                                              <p:attrName>style.visibility</p:attrName>
                                            </p:attrNameLst>
                                          </p:cBhvr>
                                          <p:to>
                                            <p:strVal val="visible"/>
                                          </p:to>
                                        </p:set>
                                        <p:anim calcmode="lin" valueType="num" p14:bounceEnd="67000">
                                          <p:cBhvr additive="base">
                                            <p:cTn id="83" dur="1000" fill="hold"/>
                                            <p:tgtEl>
                                              <p:spTgt spid="35"/>
                                            </p:tgtEl>
                                            <p:attrNameLst>
                                              <p:attrName>ppt_x</p:attrName>
                                            </p:attrNameLst>
                                          </p:cBhvr>
                                          <p:tavLst>
                                            <p:tav tm="0">
                                              <p:val>
                                                <p:strVal val="1+#ppt_w/2"/>
                                              </p:val>
                                            </p:tav>
                                            <p:tav tm="100000">
                                              <p:val>
                                                <p:strVal val="#ppt_x"/>
                                              </p:val>
                                            </p:tav>
                                          </p:tavLst>
                                        </p:anim>
                                        <p:anim calcmode="lin" valueType="num" p14:bounceEnd="67000">
                                          <p:cBhvr additive="base">
                                            <p:cTn id="84" dur="1000" fill="hold"/>
                                            <p:tgtEl>
                                              <p:spTgt spid="35"/>
                                            </p:tgtEl>
                                            <p:attrNameLst>
                                              <p:attrName>ppt_y</p:attrName>
                                            </p:attrNameLst>
                                          </p:cBhvr>
                                          <p:tavLst>
                                            <p:tav tm="0">
                                              <p:val>
                                                <p:strVal val="0-#ppt_h/2"/>
                                              </p:val>
                                            </p:tav>
                                            <p:tav tm="100000">
                                              <p:val>
                                                <p:strVal val="#ppt_y"/>
                                              </p:val>
                                            </p:tav>
                                          </p:tavLst>
                                        </p:anim>
                                      </p:childTnLst>
                                    </p:cTn>
                                  </p:par>
                                  <p:par>
                                    <p:cTn id="85" presetID="2" presetClass="entr" presetSubtype="3" fill="hold" grpId="0" nodeType="withEffect" p14:presetBounceEnd="67000">
                                      <p:stCondLst>
                                        <p:cond delay="1500"/>
                                      </p:stCondLst>
                                      <p:childTnLst>
                                        <p:set>
                                          <p:cBhvr>
                                            <p:cTn id="86" dur="1" fill="hold">
                                              <p:stCondLst>
                                                <p:cond delay="0"/>
                                              </p:stCondLst>
                                            </p:cTn>
                                            <p:tgtEl>
                                              <p:spTgt spid="34"/>
                                            </p:tgtEl>
                                            <p:attrNameLst>
                                              <p:attrName>style.visibility</p:attrName>
                                            </p:attrNameLst>
                                          </p:cBhvr>
                                          <p:to>
                                            <p:strVal val="visible"/>
                                          </p:to>
                                        </p:set>
                                        <p:anim calcmode="lin" valueType="num" p14:bounceEnd="67000">
                                          <p:cBhvr additive="base">
                                            <p:cTn id="87" dur="1000" fill="hold"/>
                                            <p:tgtEl>
                                              <p:spTgt spid="34"/>
                                            </p:tgtEl>
                                            <p:attrNameLst>
                                              <p:attrName>ppt_x</p:attrName>
                                            </p:attrNameLst>
                                          </p:cBhvr>
                                          <p:tavLst>
                                            <p:tav tm="0">
                                              <p:val>
                                                <p:strVal val="1+#ppt_w/2"/>
                                              </p:val>
                                            </p:tav>
                                            <p:tav tm="100000">
                                              <p:val>
                                                <p:strVal val="#ppt_x"/>
                                              </p:val>
                                            </p:tav>
                                          </p:tavLst>
                                        </p:anim>
                                        <p:anim calcmode="lin" valueType="num" p14:bounceEnd="67000">
                                          <p:cBhvr additive="base">
                                            <p:cTn id="88" dur="1000" fill="hold"/>
                                            <p:tgtEl>
                                              <p:spTgt spid="34"/>
                                            </p:tgtEl>
                                            <p:attrNameLst>
                                              <p:attrName>ppt_y</p:attrName>
                                            </p:attrNameLst>
                                          </p:cBhvr>
                                          <p:tavLst>
                                            <p:tav tm="0">
                                              <p:val>
                                                <p:strVal val="0-#ppt_h/2"/>
                                              </p:val>
                                            </p:tav>
                                            <p:tav tm="100000">
                                              <p:val>
                                                <p:strVal val="#ppt_y"/>
                                              </p:val>
                                            </p:tav>
                                          </p:tavLst>
                                        </p:anim>
                                      </p:childTnLst>
                                    </p:cTn>
                                  </p:par>
                                  <p:par>
                                    <p:cTn id="89" presetID="53" presetClass="entr" presetSubtype="16" fill="hold" nodeType="withEffect">
                                      <p:stCondLst>
                                        <p:cond delay="1000"/>
                                      </p:stCondLst>
                                      <p:childTnLst>
                                        <p:set>
                                          <p:cBhvr>
                                            <p:cTn id="90" dur="1" fill="hold">
                                              <p:stCondLst>
                                                <p:cond delay="0"/>
                                              </p:stCondLst>
                                            </p:cTn>
                                            <p:tgtEl>
                                              <p:spTgt spid="2"/>
                                            </p:tgtEl>
                                            <p:attrNameLst>
                                              <p:attrName>style.visibility</p:attrName>
                                            </p:attrNameLst>
                                          </p:cBhvr>
                                          <p:to>
                                            <p:strVal val="visible"/>
                                          </p:to>
                                        </p:set>
                                        <p:anim calcmode="lin" valueType="num">
                                          <p:cBhvr>
                                            <p:cTn id="91" dur="750" fill="hold"/>
                                            <p:tgtEl>
                                              <p:spTgt spid="2"/>
                                            </p:tgtEl>
                                            <p:attrNameLst>
                                              <p:attrName>ppt_w</p:attrName>
                                            </p:attrNameLst>
                                          </p:cBhvr>
                                          <p:tavLst>
                                            <p:tav tm="0">
                                              <p:val>
                                                <p:fltVal val="0"/>
                                              </p:val>
                                            </p:tav>
                                            <p:tav tm="100000">
                                              <p:val>
                                                <p:strVal val="#ppt_w"/>
                                              </p:val>
                                            </p:tav>
                                          </p:tavLst>
                                        </p:anim>
                                        <p:anim calcmode="lin" valueType="num">
                                          <p:cBhvr>
                                            <p:cTn id="92" dur="750" fill="hold"/>
                                            <p:tgtEl>
                                              <p:spTgt spid="2"/>
                                            </p:tgtEl>
                                            <p:attrNameLst>
                                              <p:attrName>ppt_h</p:attrName>
                                            </p:attrNameLst>
                                          </p:cBhvr>
                                          <p:tavLst>
                                            <p:tav tm="0">
                                              <p:val>
                                                <p:fltVal val="0"/>
                                              </p:val>
                                            </p:tav>
                                            <p:tav tm="100000">
                                              <p:val>
                                                <p:strVal val="#ppt_h"/>
                                              </p:val>
                                            </p:tav>
                                          </p:tavLst>
                                        </p:anim>
                                        <p:animEffect transition="in" filter="fade">
                                          <p:cBhvr>
                                            <p:cTn id="93" dur="750"/>
                                            <p:tgtEl>
                                              <p:spTgt spid="2"/>
                                            </p:tgtEl>
                                          </p:cBhvr>
                                        </p:animEffect>
                                      </p:childTnLst>
                                    </p:cTn>
                                  </p:par>
                                  <p:par>
                                    <p:cTn id="94" presetID="53" presetClass="entr" presetSubtype="16" fill="hold" nodeType="withEffect">
                                      <p:stCondLst>
                                        <p:cond delay="1250"/>
                                      </p:stCondLst>
                                      <p:childTnLst>
                                        <p:set>
                                          <p:cBhvr>
                                            <p:cTn id="95" dur="1" fill="hold">
                                              <p:stCondLst>
                                                <p:cond delay="0"/>
                                              </p:stCondLst>
                                            </p:cTn>
                                            <p:tgtEl>
                                              <p:spTgt spid="84"/>
                                            </p:tgtEl>
                                            <p:attrNameLst>
                                              <p:attrName>style.visibility</p:attrName>
                                            </p:attrNameLst>
                                          </p:cBhvr>
                                          <p:to>
                                            <p:strVal val="visible"/>
                                          </p:to>
                                        </p:set>
                                        <p:anim calcmode="lin" valueType="num">
                                          <p:cBhvr>
                                            <p:cTn id="96" dur="750" fill="hold"/>
                                            <p:tgtEl>
                                              <p:spTgt spid="84"/>
                                            </p:tgtEl>
                                            <p:attrNameLst>
                                              <p:attrName>ppt_w</p:attrName>
                                            </p:attrNameLst>
                                          </p:cBhvr>
                                          <p:tavLst>
                                            <p:tav tm="0">
                                              <p:val>
                                                <p:fltVal val="0"/>
                                              </p:val>
                                            </p:tav>
                                            <p:tav tm="100000">
                                              <p:val>
                                                <p:strVal val="#ppt_w"/>
                                              </p:val>
                                            </p:tav>
                                          </p:tavLst>
                                        </p:anim>
                                        <p:anim calcmode="lin" valueType="num">
                                          <p:cBhvr>
                                            <p:cTn id="97" dur="750" fill="hold"/>
                                            <p:tgtEl>
                                              <p:spTgt spid="84"/>
                                            </p:tgtEl>
                                            <p:attrNameLst>
                                              <p:attrName>ppt_h</p:attrName>
                                            </p:attrNameLst>
                                          </p:cBhvr>
                                          <p:tavLst>
                                            <p:tav tm="0">
                                              <p:val>
                                                <p:fltVal val="0"/>
                                              </p:val>
                                            </p:tav>
                                            <p:tav tm="100000">
                                              <p:val>
                                                <p:strVal val="#ppt_h"/>
                                              </p:val>
                                            </p:tav>
                                          </p:tavLst>
                                        </p:anim>
                                        <p:animEffect transition="in" filter="fade">
                                          <p:cBhvr>
                                            <p:cTn id="98" dur="750"/>
                                            <p:tgtEl>
                                              <p:spTgt spid="84"/>
                                            </p:tgtEl>
                                          </p:cBhvr>
                                        </p:animEffect>
                                      </p:childTnLst>
                                    </p:cTn>
                                  </p:par>
                                  <p:par>
                                    <p:cTn id="99" presetID="53" presetClass="entr" presetSubtype="16" fill="hold" nodeType="withEffect">
                                      <p:stCondLst>
                                        <p:cond delay="150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750" fill="hold"/>
                                            <p:tgtEl>
                                              <p:spTgt spid="83"/>
                                            </p:tgtEl>
                                            <p:attrNameLst>
                                              <p:attrName>ppt_w</p:attrName>
                                            </p:attrNameLst>
                                          </p:cBhvr>
                                          <p:tavLst>
                                            <p:tav tm="0">
                                              <p:val>
                                                <p:fltVal val="0"/>
                                              </p:val>
                                            </p:tav>
                                            <p:tav tm="100000">
                                              <p:val>
                                                <p:strVal val="#ppt_w"/>
                                              </p:val>
                                            </p:tav>
                                          </p:tavLst>
                                        </p:anim>
                                        <p:anim calcmode="lin" valueType="num">
                                          <p:cBhvr>
                                            <p:cTn id="102" dur="750" fill="hold"/>
                                            <p:tgtEl>
                                              <p:spTgt spid="83"/>
                                            </p:tgtEl>
                                            <p:attrNameLst>
                                              <p:attrName>ppt_h</p:attrName>
                                            </p:attrNameLst>
                                          </p:cBhvr>
                                          <p:tavLst>
                                            <p:tav tm="0">
                                              <p:val>
                                                <p:fltVal val="0"/>
                                              </p:val>
                                            </p:tav>
                                            <p:tav tm="100000">
                                              <p:val>
                                                <p:strVal val="#ppt_h"/>
                                              </p:val>
                                            </p:tav>
                                          </p:tavLst>
                                        </p:anim>
                                        <p:animEffect transition="in" filter="fade">
                                          <p:cBhvr>
                                            <p:cTn id="103" dur="750"/>
                                            <p:tgtEl>
                                              <p:spTgt spid="83"/>
                                            </p:tgtEl>
                                          </p:cBhvr>
                                        </p:animEffect>
                                      </p:childTnLst>
                                    </p:cTn>
                                  </p:par>
                                  <p:par>
                                    <p:cTn id="104" presetID="53" presetClass="entr" presetSubtype="16" fill="hold" nodeType="withEffect">
                                      <p:stCondLst>
                                        <p:cond delay="1750"/>
                                      </p:stCondLst>
                                      <p:childTnLst>
                                        <p:set>
                                          <p:cBhvr>
                                            <p:cTn id="105" dur="1" fill="hold">
                                              <p:stCondLst>
                                                <p:cond delay="0"/>
                                              </p:stCondLst>
                                            </p:cTn>
                                            <p:tgtEl>
                                              <p:spTgt spid="82"/>
                                            </p:tgtEl>
                                            <p:attrNameLst>
                                              <p:attrName>style.visibility</p:attrName>
                                            </p:attrNameLst>
                                          </p:cBhvr>
                                          <p:to>
                                            <p:strVal val="visible"/>
                                          </p:to>
                                        </p:set>
                                        <p:anim calcmode="lin" valueType="num">
                                          <p:cBhvr>
                                            <p:cTn id="106" dur="750" fill="hold"/>
                                            <p:tgtEl>
                                              <p:spTgt spid="82"/>
                                            </p:tgtEl>
                                            <p:attrNameLst>
                                              <p:attrName>ppt_w</p:attrName>
                                            </p:attrNameLst>
                                          </p:cBhvr>
                                          <p:tavLst>
                                            <p:tav tm="0">
                                              <p:val>
                                                <p:fltVal val="0"/>
                                              </p:val>
                                            </p:tav>
                                            <p:tav tm="100000">
                                              <p:val>
                                                <p:strVal val="#ppt_w"/>
                                              </p:val>
                                            </p:tav>
                                          </p:tavLst>
                                        </p:anim>
                                        <p:anim calcmode="lin" valueType="num">
                                          <p:cBhvr>
                                            <p:cTn id="107" dur="750" fill="hold"/>
                                            <p:tgtEl>
                                              <p:spTgt spid="82"/>
                                            </p:tgtEl>
                                            <p:attrNameLst>
                                              <p:attrName>ppt_h</p:attrName>
                                            </p:attrNameLst>
                                          </p:cBhvr>
                                          <p:tavLst>
                                            <p:tav tm="0">
                                              <p:val>
                                                <p:fltVal val="0"/>
                                              </p:val>
                                            </p:tav>
                                            <p:tav tm="100000">
                                              <p:val>
                                                <p:strVal val="#ppt_h"/>
                                              </p:val>
                                            </p:tav>
                                          </p:tavLst>
                                        </p:anim>
                                        <p:animEffect transition="in" filter="fade">
                                          <p:cBhvr>
                                            <p:cTn id="108" dur="750"/>
                                            <p:tgtEl>
                                              <p:spTgt spid="82"/>
                                            </p:tgtEl>
                                          </p:cBhvr>
                                        </p:animEffect>
                                      </p:childTnLst>
                                    </p:cTn>
                                  </p:par>
                                  <p:par>
                                    <p:cTn id="109" presetID="10" presetClass="entr" presetSubtype="0" fill="hold" grpId="0" nodeType="withEffect">
                                      <p:stCondLst>
                                        <p:cond delay="1250"/>
                                      </p:stCondLst>
                                      <p:childTnLst>
                                        <p:set>
                                          <p:cBhvr>
                                            <p:cTn id="110" dur="1" fill="hold">
                                              <p:stCondLst>
                                                <p:cond delay="0"/>
                                              </p:stCondLst>
                                            </p:cTn>
                                            <p:tgtEl>
                                              <p:spTgt spid="78"/>
                                            </p:tgtEl>
                                            <p:attrNameLst>
                                              <p:attrName>style.visibility</p:attrName>
                                            </p:attrNameLst>
                                          </p:cBhvr>
                                          <p:to>
                                            <p:strVal val="visible"/>
                                          </p:to>
                                        </p:set>
                                        <p:animEffect transition="in" filter="fade">
                                          <p:cBhvr>
                                            <p:cTn id="111" dur="750"/>
                                            <p:tgtEl>
                                              <p:spTgt spid="78"/>
                                            </p:tgtEl>
                                          </p:cBhvr>
                                        </p:animEffect>
                                      </p:childTnLst>
                                    </p:cTn>
                                  </p:par>
                                  <p:par>
                                    <p:cTn id="112" presetID="10" presetClass="entr" presetSubtype="0" fill="hold" grpId="0" nodeType="withEffect">
                                      <p:stCondLst>
                                        <p:cond delay="1500"/>
                                      </p:stCondLst>
                                      <p:childTnLst>
                                        <p:set>
                                          <p:cBhvr>
                                            <p:cTn id="113" dur="1" fill="hold">
                                              <p:stCondLst>
                                                <p:cond delay="0"/>
                                              </p:stCondLst>
                                            </p:cTn>
                                            <p:tgtEl>
                                              <p:spTgt spid="76"/>
                                            </p:tgtEl>
                                            <p:attrNameLst>
                                              <p:attrName>style.visibility</p:attrName>
                                            </p:attrNameLst>
                                          </p:cBhvr>
                                          <p:to>
                                            <p:strVal val="visible"/>
                                          </p:to>
                                        </p:set>
                                        <p:animEffect transition="in" filter="fade">
                                          <p:cBhvr>
                                            <p:cTn id="114" dur="750"/>
                                            <p:tgtEl>
                                              <p:spTgt spid="76"/>
                                            </p:tgtEl>
                                          </p:cBhvr>
                                        </p:animEffect>
                                      </p:childTnLst>
                                    </p:cTn>
                                  </p:par>
                                  <p:par>
                                    <p:cTn id="115" presetID="10" presetClass="entr" presetSubtype="0" fill="hold" grpId="0" nodeType="withEffect">
                                      <p:stCondLst>
                                        <p:cond delay="1750"/>
                                      </p:stCondLst>
                                      <p:childTnLst>
                                        <p:set>
                                          <p:cBhvr>
                                            <p:cTn id="116" dur="1" fill="hold">
                                              <p:stCondLst>
                                                <p:cond delay="0"/>
                                              </p:stCondLst>
                                            </p:cTn>
                                            <p:tgtEl>
                                              <p:spTgt spid="77"/>
                                            </p:tgtEl>
                                            <p:attrNameLst>
                                              <p:attrName>style.visibility</p:attrName>
                                            </p:attrNameLst>
                                          </p:cBhvr>
                                          <p:to>
                                            <p:strVal val="visible"/>
                                          </p:to>
                                        </p:set>
                                        <p:animEffect transition="in" filter="fade">
                                          <p:cBhvr>
                                            <p:cTn id="117" dur="750"/>
                                            <p:tgtEl>
                                              <p:spTgt spid="77"/>
                                            </p:tgtEl>
                                          </p:cBhvr>
                                        </p:animEffect>
                                      </p:childTnLst>
                                    </p:cTn>
                                  </p:par>
                                  <p:par>
                                    <p:cTn id="118" presetID="10" presetClass="entr" presetSubtype="0" fill="hold" grpId="0" nodeType="withEffect">
                                      <p:stCondLst>
                                        <p:cond delay="2000"/>
                                      </p:stCondLst>
                                      <p:childTnLst>
                                        <p:set>
                                          <p:cBhvr>
                                            <p:cTn id="119" dur="1" fill="hold">
                                              <p:stCondLst>
                                                <p:cond delay="0"/>
                                              </p:stCondLst>
                                            </p:cTn>
                                            <p:tgtEl>
                                              <p:spTgt spid="79"/>
                                            </p:tgtEl>
                                            <p:attrNameLst>
                                              <p:attrName>style.visibility</p:attrName>
                                            </p:attrNameLst>
                                          </p:cBhvr>
                                          <p:to>
                                            <p:strVal val="visible"/>
                                          </p:to>
                                        </p:set>
                                        <p:animEffect transition="in" filter="fade">
                                          <p:cBhvr>
                                            <p:cTn id="120" dur="750"/>
                                            <p:tgtEl>
                                              <p:spTgt spid="79"/>
                                            </p:tgtEl>
                                          </p:cBhvr>
                                        </p:animEffect>
                                      </p:childTnLst>
                                    </p:cTn>
                                  </p:par>
                                  <p:par>
                                    <p:cTn id="121" presetID="2" presetClass="entr" presetSubtype="8" fill="hold" grpId="0" nodeType="withEffect" p14:presetBounceEnd="67000">
                                      <p:stCondLst>
                                        <p:cond delay="2250"/>
                                      </p:stCondLst>
                                      <p:childTnLst>
                                        <p:set>
                                          <p:cBhvr>
                                            <p:cTn id="122" dur="1" fill="hold">
                                              <p:stCondLst>
                                                <p:cond delay="0"/>
                                              </p:stCondLst>
                                            </p:cTn>
                                            <p:tgtEl>
                                              <p:spTgt spid="86"/>
                                            </p:tgtEl>
                                            <p:attrNameLst>
                                              <p:attrName>style.visibility</p:attrName>
                                            </p:attrNameLst>
                                          </p:cBhvr>
                                          <p:to>
                                            <p:strVal val="visible"/>
                                          </p:to>
                                        </p:set>
                                        <p:anim calcmode="lin" valueType="num" p14:bounceEnd="67000">
                                          <p:cBhvr additive="base">
                                            <p:cTn id="123" dur="1000" fill="hold"/>
                                            <p:tgtEl>
                                              <p:spTgt spid="86"/>
                                            </p:tgtEl>
                                            <p:attrNameLst>
                                              <p:attrName>ppt_x</p:attrName>
                                            </p:attrNameLst>
                                          </p:cBhvr>
                                          <p:tavLst>
                                            <p:tav tm="0">
                                              <p:val>
                                                <p:strVal val="0-#ppt_w/2"/>
                                              </p:val>
                                            </p:tav>
                                            <p:tav tm="100000">
                                              <p:val>
                                                <p:strVal val="#ppt_x"/>
                                              </p:val>
                                            </p:tav>
                                          </p:tavLst>
                                        </p:anim>
                                        <p:anim calcmode="lin" valueType="num" p14:bounceEnd="67000">
                                          <p:cBhvr additive="base">
                                            <p:cTn id="124" dur="1000" fill="hold"/>
                                            <p:tgtEl>
                                              <p:spTgt spid="86"/>
                                            </p:tgtEl>
                                            <p:attrNameLst>
                                              <p:attrName>ppt_y</p:attrName>
                                            </p:attrNameLst>
                                          </p:cBhvr>
                                          <p:tavLst>
                                            <p:tav tm="0">
                                              <p:val>
                                                <p:strVal val="#ppt_y"/>
                                              </p:val>
                                            </p:tav>
                                            <p:tav tm="100000">
                                              <p:val>
                                                <p:strVal val="#ppt_y"/>
                                              </p:val>
                                            </p:tav>
                                          </p:tavLst>
                                        </p:anim>
                                      </p:childTnLst>
                                    </p:cTn>
                                  </p:par>
                                  <p:par>
                                    <p:cTn id="125" presetID="2" presetClass="entr" presetSubtype="8" fill="hold" grpId="0" nodeType="withEffect" p14:presetBounceEnd="67000">
                                      <p:stCondLst>
                                        <p:cond delay="2250"/>
                                      </p:stCondLst>
                                      <p:childTnLst>
                                        <p:set>
                                          <p:cBhvr>
                                            <p:cTn id="126" dur="1" fill="hold">
                                              <p:stCondLst>
                                                <p:cond delay="0"/>
                                              </p:stCondLst>
                                            </p:cTn>
                                            <p:tgtEl>
                                              <p:spTgt spid="87"/>
                                            </p:tgtEl>
                                            <p:attrNameLst>
                                              <p:attrName>style.visibility</p:attrName>
                                            </p:attrNameLst>
                                          </p:cBhvr>
                                          <p:to>
                                            <p:strVal val="visible"/>
                                          </p:to>
                                        </p:set>
                                        <p:anim calcmode="lin" valueType="num" p14:bounceEnd="67000">
                                          <p:cBhvr additive="base">
                                            <p:cTn id="127" dur="1000" fill="hold"/>
                                            <p:tgtEl>
                                              <p:spTgt spid="87"/>
                                            </p:tgtEl>
                                            <p:attrNameLst>
                                              <p:attrName>ppt_x</p:attrName>
                                            </p:attrNameLst>
                                          </p:cBhvr>
                                          <p:tavLst>
                                            <p:tav tm="0">
                                              <p:val>
                                                <p:strVal val="0-#ppt_w/2"/>
                                              </p:val>
                                            </p:tav>
                                            <p:tav tm="100000">
                                              <p:val>
                                                <p:strVal val="#ppt_x"/>
                                              </p:val>
                                            </p:tav>
                                          </p:tavLst>
                                        </p:anim>
                                        <p:anim calcmode="lin" valueType="num" p14:bounceEnd="67000">
                                          <p:cBhvr additive="base">
                                            <p:cTn id="128" dur="1000" fill="hold"/>
                                            <p:tgtEl>
                                              <p:spTgt spid="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animBg="1"/>
          <p:bldP spid="19" grpId="0" animBg="1"/>
          <p:bldP spid="20" grpId="0" animBg="1"/>
          <p:bldP spid="21" grpId="0" animBg="1"/>
          <p:bldP spid="22" grpId="0" animBg="1"/>
          <p:bldP spid="23" grpId="0" animBg="1"/>
          <p:bldP spid="24" grpId="0" animBg="1"/>
          <p:bldP spid="25" grpId="0" animBg="1"/>
          <p:bldP spid="26" grpId="0"/>
          <p:bldP spid="27" grpId="0"/>
          <p:bldP spid="32" grpId="0" animBg="1"/>
          <p:bldP spid="33" grpId="0" animBg="1"/>
          <p:bldP spid="35" grpId="0" animBg="1"/>
          <p:bldP spid="34" grpId="0" animBg="1"/>
          <p:bldP spid="31" grpId="0" animBg="1"/>
          <p:bldP spid="76" grpId="0" animBg="1"/>
          <p:bldP spid="77" grpId="0" animBg="1"/>
          <p:bldP spid="78" grpId="0" animBg="1"/>
          <p:bldP spid="79" grpId="0" animBg="1"/>
          <p:bldP spid="86" grpId="0"/>
          <p:bldP spid="8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down)">
                                          <p:cBhvr>
                                            <p:cTn id="7" dur="1000"/>
                                            <p:tgtEl>
                                              <p:spTgt spid="54"/>
                                            </p:tgtEl>
                                          </p:cBhvr>
                                        </p:animEffect>
                                      </p:childTnLst>
                                    </p:cTn>
                                  </p:par>
                                  <p:par>
                                    <p:cTn id="8" presetID="22" presetClass="entr" presetSubtype="8" fill="hold"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wipe(left)">
                                          <p:cBhvr>
                                            <p:cTn id="10" dur="1000"/>
                                            <p:tgtEl>
                                              <p:spTgt spid="57"/>
                                            </p:tgtEl>
                                          </p:cBhvr>
                                        </p:animEffect>
                                      </p:childTnLst>
                                    </p:cTn>
                                  </p:par>
                                  <p:par>
                                    <p:cTn id="11" presetID="10" presetClass="entr" presetSubtype="0" fill="hold" nodeType="withEffect">
                                      <p:stCondLst>
                                        <p:cond delay="250"/>
                                      </p:stCondLst>
                                      <p:childTnLst>
                                        <p:set>
                                          <p:cBhvr>
                                            <p:cTn id="12" dur="1" fill="hold">
                                              <p:stCondLst>
                                                <p:cond delay="0"/>
                                              </p:stCondLst>
                                            </p:cTn>
                                            <p:tgtEl>
                                              <p:spTgt spid="47"/>
                                            </p:tgtEl>
                                            <p:attrNameLst>
                                              <p:attrName>style.visibility</p:attrName>
                                            </p:attrNameLst>
                                          </p:cBhvr>
                                          <p:to>
                                            <p:strVal val="visible"/>
                                          </p:to>
                                        </p:set>
                                        <p:animEffect transition="in" filter="fade">
                                          <p:cBhvr>
                                            <p:cTn id="13" dur="750"/>
                                            <p:tgtEl>
                                              <p:spTgt spid="47"/>
                                            </p:tgtEl>
                                          </p:cBhvr>
                                        </p:animEffect>
                                      </p:childTnLst>
                                    </p:cTn>
                                  </p:par>
                                  <p:par>
                                    <p:cTn id="14" presetID="10" presetClass="entr" presetSubtype="0" fill="hold" nodeType="withEffect">
                                      <p:stCondLst>
                                        <p:cond delay="500"/>
                                      </p:stCondLst>
                                      <p:childTnLst>
                                        <p:set>
                                          <p:cBhvr>
                                            <p:cTn id="15" dur="1" fill="hold">
                                              <p:stCondLst>
                                                <p:cond delay="0"/>
                                              </p:stCondLst>
                                            </p:cTn>
                                            <p:tgtEl>
                                              <p:spTgt spid="46"/>
                                            </p:tgtEl>
                                            <p:attrNameLst>
                                              <p:attrName>style.visibility</p:attrName>
                                            </p:attrNameLst>
                                          </p:cBhvr>
                                          <p:to>
                                            <p:strVal val="visible"/>
                                          </p:to>
                                        </p:set>
                                        <p:animEffect transition="in" filter="fade">
                                          <p:cBhvr>
                                            <p:cTn id="16" dur="750"/>
                                            <p:tgtEl>
                                              <p:spTgt spid="46"/>
                                            </p:tgtEl>
                                          </p:cBhvr>
                                        </p:animEffect>
                                      </p:childTnLst>
                                    </p:cTn>
                                  </p:par>
                                  <p:par>
                                    <p:cTn id="17" presetID="10" presetClass="entr" presetSubtype="0" fill="hold" nodeType="withEffect">
                                      <p:stCondLst>
                                        <p:cond delay="75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750"/>
                                            <p:tgtEl>
                                              <p:spTgt spid="45"/>
                                            </p:tgtEl>
                                          </p:cBhvr>
                                        </p:animEffect>
                                      </p:childTnLst>
                                    </p:cTn>
                                  </p:par>
                                  <p:par>
                                    <p:cTn id="20" presetID="10" presetClass="entr" presetSubtype="0" fill="hold" nodeType="withEffect">
                                      <p:stCondLst>
                                        <p:cond delay="100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750"/>
                                            <p:tgtEl>
                                              <p:spTgt spid="44"/>
                                            </p:tgtEl>
                                          </p:cBhvr>
                                        </p:animEffect>
                                      </p:childTnLst>
                                    </p:cTn>
                                  </p:par>
                                  <p:par>
                                    <p:cTn id="23" presetID="10" presetClass="entr" presetSubtype="0" fill="hold" grpId="0" nodeType="withEffect">
                                      <p:stCondLst>
                                        <p:cond delay="25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750"/>
                                            <p:tgtEl>
                                              <p:spTgt spid="14"/>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750"/>
                                            <p:tgtEl>
                                              <p:spTgt spid="15"/>
                                            </p:tgtEl>
                                          </p:cBhvr>
                                        </p:animEffect>
                                      </p:childTnLst>
                                    </p:cTn>
                                  </p:par>
                                  <p:par>
                                    <p:cTn id="29" presetID="10" presetClass="entr" presetSubtype="0" fill="hold" grpId="0" nodeType="withEffect">
                                      <p:stCondLst>
                                        <p:cond delay="75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750"/>
                                            <p:tgtEl>
                                              <p:spTgt spid="16"/>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750"/>
                                            <p:tgtEl>
                                              <p:spTgt spid="17"/>
                                            </p:tgtEl>
                                          </p:cBhvr>
                                        </p:animEffect>
                                      </p:childTnLst>
                                    </p:cTn>
                                  </p:par>
                                  <p:par>
                                    <p:cTn id="35" presetID="53" presetClass="entr" presetSubtype="16" fill="hold" grpId="0" nodeType="withEffect">
                                      <p:stCondLst>
                                        <p:cond delay="750"/>
                                      </p:stCondLst>
                                      <p:childTnLst>
                                        <p:set>
                                          <p:cBhvr>
                                            <p:cTn id="36" dur="1" fill="hold">
                                              <p:stCondLst>
                                                <p:cond delay="0"/>
                                              </p:stCondLst>
                                            </p:cTn>
                                            <p:tgtEl>
                                              <p:spTgt spid="26"/>
                                            </p:tgtEl>
                                            <p:attrNameLst>
                                              <p:attrName>style.visibility</p:attrName>
                                            </p:attrNameLst>
                                          </p:cBhvr>
                                          <p:to>
                                            <p:strVal val="visible"/>
                                          </p:to>
                                        </p:set>
                                        <p:anim calcmode="lin" valueType="num">
                                          <p:cBhvr>
                                            <p:cTn id="37" dur="750" fill="hold"/>
                                            <p:tgtEl>
                                              <p:spTgt spid="26"/>
                                            </p:tgtEl>
                                            <p:attrNameLst>
                                              <p:attrName>ppt_w</p:attrName>
                                            </p:attrNameLst>
                                          </p:cBhvr>
                                          <p:tavLst>
                                            <p:tav tm="0">
                                              <p:val>
                                                <p:fltVal val="0"/>
                                              </p:val>
                                            </p:tav>
                                            <p:tav tm="100000">
                                              <p:val>
                                                <p:strVal val="#ppt_w"/>
                                              </p:val>
                                            </p:tav>
                                          </p:tavLst>
                                        </p:anim>
                                        <p:anim calcmode="lin" valueType="num">
                                          <p:cBhvr>
                                            <p:cTn id="38" dur="750" fill="hold"/>
                                            <p:tgtEl>
                                              <p:spTgt spid="26"/>
                                            </p:tgtEl>
                                            <p:attrNameLst>
                                              <p:attrName>ppt_h</p:attrName>
                                            </p:attrNameLst>
                                          </p:cBhvr>
                                          <p:tavLst>
                                            <p:tav tm="0">
                                              <p:val>
                                                <p:fltVal val="0"/>
                                              </p:val>
                                            </p:tav>
                                            <p:tav tm="100000">
                                              <p:val>
                                                <p:strVal val="#ppt_h"/>
                                              </p:val>
                                            </p:tav>
                                          </p:tavLst>
                                        </p:anim>
                                        <p:animEffect transition="in" filter="fade">
                                          <p:cBhvr>
                                            <p:cTn id="39" dur="750"/>
                                            <p:tgtEl>
                                              <p:spTgt spid="26"/>
                                            </p:tgtEl>
                                          </p:cBhvr>
                                        </p:animEffect>
                                      </p:childTnLst>
                                    </p:cTn>
                                  </p:par>
                                  <p:par>
                                    <p:cTn id="40" presetID="53" presetClass="entr" presetSubtype="16" fill="hold" grpId="0" nodeType="withEffect">
                                      <p:stCondLst>
                                        <p:cond delay="750"/>
                                      </p:stCondLst>
                                      <p:childTnLst>
                                        <p:set>
                                          <p:cBhvr>
                                            <p:cTn id="41" dur="1" fill="hold">
                                              <p:stCondLst>
                                                <p:cond delay="0"/>
                                              </p:stCondLst>
                                            </p:cTn>
                                            <p:tgtEl>
                                              <p:spTgt spid="27"/>
                                            </p:tgtEl>
                                            <p:attrNameLst>
                                              <p:attrName>style.visibility</p:attrName>
                                            </p:attrNameLst>
                                          </p:cBhvr>
                                          <p:to>
                                            <p:strVal val="visible"/>
                                          </p:to>
                                        </p:set>
                                        <p:anim calcmode="lin" valueType="num">
                                          <p:cBhvr>
                                            <p:cTn id="42" dur="750" fill="hold"/>
                                            <p:tgtEl>
                                              <p:spTgt spid="27"/>
                                            </p:tgtEl>
                                            <p:attrNameLst>
                                              <p:attrName>ppt_w</p:attrName>
                                            </p:attrNameLst>
                                          </p:cBhvr>
                                          <p:tavLst>
                                            <p:tav tm="0">
                                              <p:val>
                                                <p:fltVal val="0"/>
                                              </p:val>
                                            </p:tav>
                                            <p:tav tm="100000">
                                              <p:val>
                                                <p:strVal val="#ppt_w"/>
                                              </p:val>
                                            </p:tav>
                                          </p:tavLst>
                                        </p:anim>
                                        <p:anim calcmode="lin" valueType="num">
                                          <p:cBhvr>
                                            <p:cTn id="43" dur="750" fill="hold"/>
                                            <p:tgtEl>
                                              <p:spTgt spid="27"/>
                                            </p:tgtEl>
                                            <p:attrNameLst>
                                              <p:attrName>ppt_h</p:attrName>
                                            </p:attrNameLst>
                                          </p:cBhvr>
                                          <p:tavLst>
                                            <p:tav tm="0">
                                              <p:val>
                                                <p:fltVal val="0"/>
                                              </p:val>
                                            </p:tav>
                                            <p:tav tm="100000">
                                              <p:val>
                                                <p:strVal val="#ppt_h"/>
                                              </p:val>
                                            </p:tav>
                                          </p:tavLst>
                                        </p:anim>
                                        <p:animEffect transition="in" filter="fade">
                                          <p:cBhvr>
                                            <p:cTn id="44" dur="750"/>
                                            <p:tgtEl>
                                              <p:spTgt spid="27"/>
                                            </p:tgtEl>
                                          </p:cBhvr>
                                        </p:animEffect>
                                      </p:childTnLst>
                                    </p:cTn>
                                  </p:par>
                                  <p:par>
                                    <p:cTn id="45" presetID="22" presetClass="entr" presetSubtype="4" fill="hold" grpId="0" nodeType="withEffect">
                                      <p:stCondLst>
                                        <p:cond delay="500"/>
                                      </p:stCondLst>
                                      <p:childTnLst>
                                        <p:set>
                                          <p:cBhvr>
                                            <p:cTn id="46" dur="1" fill="hold">
                                              <p:stCondLst>
                                                <p:cond delay="0"/>
                                              </p:stCondLst>
                                            </p:cTn>
                                            <p:tgtEl>
                                              <p:spTgt spid="18"/>
                                            </p:tgtEl>
                                            <p:attrNameLst>
                                              <p:attrName>style.visibility</p:attrName>
                                            </p:attrNameLst>
                                          </p:cBhvr>
                                          <p:to>
                                            <p:strVal val="visible"/>
                                          </p:to>
                                        </p:set>
                                        <p:animEffect transition="in" filter="wipe(down)">
                                          <p:cBhvr>
                                            <p:cTn id="47" dur="750"/>
                                            <p:tgtEl>
                                              <p:spTgt spid="18"/>
                                            </p:tgtEl>
                                          </p:cBhvr>
                                        </p:animEffect>
                                      </p:childTnLst>
                                    </p:cTn>
                                  </p:par>
                                  <p:par>
                                    <p:cTn id="48" presetID="22" presetClass="entr" presetSubtype="8" fill="hold" grpId="0" nodeType="withEffect">
                                      <p:stCondLst>
                                        <p:cond delay="500"/>
                                      </p:stCondLst>
                                      <p:childTnLst>
                                        <p:set>
                                          <p:cBhvr>
                                            <p:cTn id="49" dur="1" fill="hold">
                                              <p:stCondLst>
                                                <p:cond delay="0"/>
                                              </p:stCondLst>
                                            </p:cTn>
                                            <p:tgtEl>
                                              <p:spTgt spid="22"/>
                                            </p:tgtEl>
                                            <p:attrNameLst>
                                              <p:attrName>style.visibility</p:attrName>
                                            </p:attrNameLst>
                                          </p:cBhvr>
                                          <p:to>
                                            <p:strVal val="visible"/>
                                          </p:to>
                                        </p:set>
                                        <p:animEffect transition="in" filter="wipe(left)">
                                          <p:cBhvr>
                                            <p:cTn id="50" dur="750"/>
                                            <p:tgtEl>
                                              <p:spTgt spid="22"/>
                                            </p:tgtEl>
                                          </p:cBhvr>
                                        </p:animEffect>
                                      </p:childTnLst>
                                    </p:cTn>
                                  </p:par>
                                  <p:par>
                                    <p:cTn id="51" presetID="22" presetClass="entr" presetSubtype="4" fill="hold" grpId="0" nodeType="withEffect">
                                      <p:stCondLst>
                                        <p:cond delay="750"/>
                                      </p:stCondLst>
                                      <p:childTnLst>
                                        <p:set>
                                          <p:cBhvr>
                                            <p:cTn id="52" dur="1" fill="hold">
                                              <p:stCondLst>
                                                <p:cond delay="0"/>
                                              </p:stCondLst>
                                            </p:cTn>
                                            <p:tgtEl>
                                              <p:spTgt spid="19"/>
                                            </p:tgtEl>
                                            <p:attrNameLst>
                                              <p:attrName>style.visibility</p:attrName>
                                            </p:attrNameLst>
                                          </p:cBhvr>
                                          <p:to>
                                            <p:strVal val="visible"/>
                                          </p:to>
                                        </p:set>
                                        <p:animEffect transition="in" filter="wipe(down)">
                                          <p:cBhvr>
                                            <p:cTn id="53" dur="750"/>
                                            <p:tgtEl>
                                              <p:spTgt spid="19"/>
                                            </p:tgtEl>
                                          </p:cBhvr>
                                        </p:animEffect>
                                      </p:childTnLst>
                                    </p:cTn>
                                  </p:par>
                                  <p:par>
                                    <p:cTn id="54" presetID="22" presetClass="entr" presetSubtype="8" fill="hold" grpId="0" nodeType="withEffect">
                                      <p:stCondLst>
                                        <p:cond delay="750"/>
                                      </p:stCondLst>
                                      <p:childTnLst>
                                        <p:set>
                                          <p:cBhvr>
                                            <p:cTn id="55" dur="1" fill="hold">
                                              <p:stCondLst>
                                                <p:cond delay="0"/>
                                              </p:stCondLst>
                                            </p:cTn>
                                            <p:tgtEl>
                                              <p:spTgt spid="23"/>
                                            </p:tgtEl>
                                            <p:attrNameLst>
                                              <p:attrName>style.visibility</p:attrName>
                                            </p:attrNameLst>
                                          </p:cBhvr>
                                          <p:to>
                                            <p:strVal val="visible"/>
                                          </p:to>
                                        </p:set>
                                        <p:animEffect transition="in" filter="wipe(left)">
                                          <p:cBhvr>
                                            <p:cTn id="56" dur="750"/>
                                            <p:tgtEl>
                                              <p:spTgt spid="23"/>
                                            </p:tgtEl>
                                          </p:cBhvr>
                                        </p:animEffect>
                                      </p:childTnLst>
                                    </p:cTn>
                                  </p:par>
                                  <p:par>
                                    <p:cTn id="57" presetID="22" presetClass="entr" presetSubtype="4" fill="hold" grpId="0" nodeType="withEffect">
                                      <p:stCondLst>
                                        <p:cond delay="1000"/>
                                      </p:stCondLst>
                                      <p:childTnLst>
                                        <p:set>
                                          <p:cBhvr>
                                            <p:cTn id="58" dur="1" fill="hold">
                                              <p:stCondLst>
                                                <p:cond delay="0"/>
                                              </p:stCondLst>
                                            </p:cTn>
                                            <p:tgtEl>
                                              <p:spTgt spid="20"/>
                                            </p:tgtEl>
                                            <p:attrNameLst>
                                              <p:attrName>style.visibility</p:attrName>
                                            </p:attrNameLst>
                                          </p:cBhvr>
                                          <p:to>
                                            <p:strVal val="visible"/>
                                          </p:to>
                                        </p:set>
                                        <p:animEffect transition="in" filter="wipe(down)">
                                          <p:cBhvr>
                                            <p:cTn id="59" dur="750"/>
                                            <p:tgtEl>
                                              <p:spTgt spid="20"/>
                                            </p:tgtEl>
                                          </p:cBhvr>
                                        </p:animEffect>
                                      </p:childTnLst>
                                    </p:cTn>
                                  </p:par>
                                  <p:par>
                                    <p:cTn id="60" presetID="22" presetClass="entr" presetSubtype="8" fill="hold" grpId="0" nodeType="withEffect">
                                      <p:stCondLst>
                                        <p:cond delay="1000"/>
                                      </p:stCondLst>
                                      <p:childTnLst>
                                        <p:set>
                                          <p:cBhvr>
                                            <p:cTn id="61" dur="1" fill="hold">
                                              <p:stCondLst>
                                                <p:cond delay="0"/>
                                              </p:stCondLst>
                                            </p:cTn>
                                            <p:tgtEl>
                                              <p:spTgt spid="24"/>
                                            </p:tgtEl>
                                            <p:attrNameLst>
                                              <p:attrName>style.visibility</p:attrName>
                                            </p:attrNameLst>
                                          </p:cBhvr>
                                          <p:to>
                                            <p:strVal val="visible"/>
                                          </p:to>
                                        </p:set>
                                        <p:animEffect transition="in" filter="wipe(left)">
                                          <p:cBhvr>
                                            <p:cTn id="62" dur="750"/>
                                            <p:tgtEl>
                                              <p:spTgt spid="24"/>
                                            </p:tgtEl>
                                          </p:cBhvr>
                                        </p:animEffect>
                                      </p:childTnLst>
                                    </p:cTn>
                                  </p:par>
                                  <p:par>
                                    <p:cTn id="63" presetID="22" presetClass="entr" presetSubtype="4" fill="hold" grpId="0" nodeType="withEffect">
                                      <p:stCondLst>
                                        <p:cond delay="1250"/>
                                      </p:stCondLst>
                                      <p:childTnLst>
                                        <p:set>
                                          <p:cBhvr>
                                            <p:cTn id="64" dur="1" fill="hold">
                                              <p:stCondLst>
                                                <p:cond delay="0"/>
                                              </p:stCondLst>
                                            </p:cTn>
                                            <p:tgtEl>
                                              <p:spTgt spid="21"/>
                                            </p:tgtEl>
                                            <p:attrNameLst>
                                              <p:attrName>style.visibility</p:attrName>
                                            </p:attrNameLst>
                                          </p:cBhvr>
                                          <p:to>
                                            <p:strVal val="visible"/>
                                          </p:to>
                                        </p:set>
                                        <p:animEffect transition="in" filter="wipe(down)">
                                          <p:cBhvr>
                                            <p:cTn id="65" dur="750"/>
                                            <p:tgtEl>
                                              <p:spTgt spid="21"/>
                                            </p:tgtEl>
                                          </p:cBhvr>
                                        </p:animEffect>
                                      </p:childTnLst>
                                    </p:cTn>
                                  </p:par>
                                  <p:par>
                                    <p:cTn id="66" presetID="22" presetClass="entr" presetSubtype="8" fill="hold" grpId="0" nodeType="withEffect">
                                      <p:stCondLst>
                                        <p:cond delay="1250"/>
                                      </p:stCondLst>
                                      <p:childTnLst>
                                        <p:set>
                                          <p:cBhvr>
                                            <p:cTn id="67" dur="1" fill="hold">
                                              <p:stCondLst>
                                                <p:cond delay="0"/>
                                              </p:stCondLst>
                                            </p:cTn>
                                            <p:tgtEl>
                                              <p:spTgt spid="25"/>
                                            </p:tgtEl>
                                            <p:attrNameLst>
                                              <p:attrName>style.visibility</p:attrName>
                                            </p:attrNameLst>
                                          </p:cBhvr>
                                          <p:to>
                                            <p:strVal val="visible"/>
                                          </p:to>
                                        </p:set>
                                        <p:animEffect transition="in" filter="wipe(left)">
                                          <p:cBhvr>
                                            <p:cTn id="68" dur="750"/>
                                            <p:tgtEl>
                                              <p:spTgt spid="25"/>
                                            </p:tgtEl>
                                          </p:cBhvr>
                                        </p:animEffect>
                                      </p:childTnLst>
                                    </p:cTn>
                                  </p:par>
                                  <p:par>
                                    <p:cTn id="69" presetID="2" presetClass="entr" presetSubtype="3" fill="hold" grpId="0" nodeType="withEffect">
                                      <p:stCondLst>
                                        <p:cond delay="500"/>
                                      </p:stCondLst>
                                      <p:childTnLst>
                                        <p:set>
                                          <p:cBhvr>
                                            <p:cTn id="70" dur="1" fill="hold">
                                              <p:stCondLst>
                                                <p:cond delay="0"/>
                                              </p:stCondLst>
                                            </p:cTn>
                                            <p:tgtEl>
                                              <p:spTgt spid="31"/>
                                            </p:tgtEl>
                                            <p:attrNameLst>
                                              <p:attrName>style.visibility</p:attrName>
                                            </p:attrNameLst>
                                          </p:cBhvr>
                                          <p:to>
                                            <p:strVal val="visible"/>
                                          </p:to>
                                        </p:set>
                                        <p:anim calcmode="lin" valueType="num">
                                          <p:cBhvr additive="base">
                                            <p:cTn id="71" dur="1000" fill="hold"/>
                                            <p:tgtEl>
                                              <p:spTgt spid="31"/>
                                            </p:tgtEl>
                                            <p:attrNameLst>
                                              <p:attrName>ppt_x</p:attrName>
                                            </p:attrNameLst>
                                          </p:cBhvr>
                                          <p:tavLst>
                                            <p:tav tm="0">
                                              <p:val>
                                                <p:strVal val="1+#ppt_w/2"/>
                                              </p:val>
                                            </p:tav>
                                            <p:tav tm="100000">
                                              <p:val>
                                                <p:strVal val="#ppt_x"/>
                                              </p:val>
                                            </p:tav>
                                          </p:tavLst>
                                        </p:anim>
                                        <p:anim calcmode="lin" valueType="num">
                                          <p:cBhvr additive="base">
                                            <p:cTn id="72" dur="1000" fill="hold"/>
                                            <p:tgtEl>
                                              <p:spTgt spid="31"/>
                                            </p:tgtEl>
                                            <p:attrNameLst>
                                              <p:attrName>ppt_y</p:attrName>
                                            </p:attrNameLst>
                                          </p:cBhvr>
                                          <p:tavLst>
                                            <p:tav tm="0">
                                              <p:val>
                                                <p:strVal val="0-#ppt_h/2"/>
                                              </p:val>
                                            </p:tav>
                                            <p:tav tm="100000">
                                              <p:val>
                                                <p:strVal val="#ppt_y"/>
                                              </p:val>
                                            </p:tav>
                                          </p:tavLst>
                                        </p:anim>
                                      </p:childTnLst>
                                    </p:cTn>
                                  </p:par>
                                  <p:par>
                                    <p:cTn id="73" presetID="2" presetClass="entr" presetSubtype="3" fill="hold" grpId="0" nodeType="withEffect">
                                      <p:stCondLst>
                                        <p:cond delay="750"/>
                                      </p:stCondLst>
                                      <p:childTnLst>
                                        <p:set>
                                          <p:cBhvr>
                                            <p:cTn id="74" dur="1" fill="hold">
                                              <p:stCondLst>
                                                <p:cond delay="0"/>
                                              </p:stCondLst>
                                            </p:cTn>
                                            <p:tgtEl>
                                              <p:spTgt spid="32"/>
                                            </p:tgtEl>
                                            <p:attrNameLst>
                                              <p:attrName>style.visibility</p:attrName>
                                            </p:attrNameLst>
                                          </p:cBhvr>
                                          <p:to>
                                            <p:strVal val="visible"/>
                                          </p:to>
                                        </p:set>
                                        <p:anim calcmode="lin" valueType="num">
                                          <p:cBhvr additive="base">
                                            <p:cTn id="75" dur="1000" fill="hold"/>
                                            <p:tgtEl>
                                              <p:spTgt spid="32"/>
                                            </p:tgtEl>
                                            <p:attrNameLst>
                                              <p:attrName>ppt_x</p:attrName>
                                            </p:attrNameLst>
                                          </p:cBhvr>
                                          <p:tavLst>
                                            <p:tav tm="0">
                                              <p:val>
                                                <p:strVal val="1+#ppt_w/2"/>
                                              </p:val>
                                            </p:tav>
                                            <p:tav tm="100000">
                                              <p:val>
                                                <p:strVal val="#ppt_x"/>
                                              </p:val>
                                            </p:tav>
                                          </p:tavLst>
                                        </p:anim>
                                        <p:anim calcmode="lin" valueType="num">
                                          <p:cBhvr additive="base">
                                            <p:cTn id="76" dur="1000" fill="hold"/>
                                            <p:tgtEl>
                                              <p:spTgt spid="32"/>
                                            </p:tgtEl>
                                            <p:attrNameLst>
                                              <p:attrName>ppt_y</p:attrName>
                                            </p:attrNameLst>
                                          </p:cBhvr>
                                          <p:tavLst>
                                            <p:tav tm="0">
                                              <p:val>
                                                <p:strVal val="0-#ppt_h/2"/>
                                              </p:val>
                                            </p:tav>
                                            <p:tav tm="100000">
                                              <p:val>
                                                <p:strVal val="#ppt_y"/>
                                              </p:val>
                                            </p:tav>
                                          </p:tavLst>
                                        </p:anim>
                                      </p:childTnLst>
                                    </p:cTn>
                                  </p:par>
                                  <p:par>
                                    <p:cTn id="77" presetID="2" presetClass="entr" presetSubtype="3" fill="hold" grpId="0" nodeType="withEffect">
                                      <p:stCondLst>
                                        <p:cond delay="1000"/>
                                      </p:stCondLst>
                                      <p:childTnLst>
                                        <p:set>
                                          <p:cBhvr>
                                            <p:cTn id="78" dur="1" fill="hold">
                                              <p:stCondLst>
                                                <p:cond delay="0"/>
                                              </p:stCondLst>
                                            </p:cTn>
                                            <p:tgtEl>
                                              <p:spTgt spid="33"/>
                                            </p:tgtEl>
                                            <p:attrNameLst>
                                              <p:attrName>style.visibility</p:attrName>
                                            </p:attrNameLst>
                                          </p:cBhvr>
                                          <p:to>
                                            <p:strVal val="visible"/>
                                          </p:to>
                                        </p:set>
                                        <p:anim calcmode="lin" valueType="num">
                                          <p:cBhvr additive="base">
                                            <p:cTn id="79" dur="1000" fill="hold"/>
                                            <p:tgtEl>
                                              <p:spTgt spid="33"/>
                                            </p:tgtEl>
                                            <p:attrNameLst>
                                              <p:attrName>ppt_x</p:attrName>
                                            </p:attrNameLst>
                                          </p:cBhvr>
                                          <p:tavLst>
                                            <p:tav tm="0">
                                              <p:val>
                                                <p:strVal val="1+#ppt_w/2"/>
                                              </p:val>
                                            </p:tav>
                                            <p:tav tm="100000">
                                              <p:val>
                                                <p:strVal val="#ppt_x"/>
                                              </p:val>
                                            </p:tav>
                                          </p:tavLst>
                                        </p:anim>
                                        <p:anim calcmode="lin" valueType="num">
                                          <p:cBhvr additive="base">
                                            <p:cTn id="80" dur="1000" fill="hold"/>
                                            <p:tgtEl>
                                              <p:spTgt spid="33"/>
                                            </p:tgtEl>
                                            <p:attrNameLst>
                                              <p:attrName>ppt_y</p:attrName>
                                            </p:attrNameLst>
                                          </p:cBhvr>
                                          <p:tavLst>
                                            <p:tav tm="0">
                                              <p:val>
                                                <p:strVal val="0-#ppt_h/2"/>
                                              </p:val>
                                            </p:tav>
                                            <p:tav tm="100000">
                                              <p:val>
                                                <p:strVal val="#ppt_y"/>
                                              </p:val>
                                            </p:tav>
                                          </p:tavLst>
                                        </p:anim>
                                      </p:childTnLst>
                                    </p:cTn>
                                  </p:par>
                                  <p:par>
                                    <p:cTn id="81" presetID="2" presetClass="entr" presetSubtype="3" fill="hold" grpId="0" nodeType="withEffect">
                                      <p:stCondLst>
                                        <p:cond delay="1250"/>
                                      </p:stCondLst>
                                      <p:childTnLst>
                                        <p:set>
                                          <p:cBhvr>
                                            <p:cTn id="82" dur="1" fill="hold">
                                              <p:stCondLst>
                                                <p:cond delay="0"/>
                                              </p:stCondLst>
                                            </p:cTn>
                                            <p:tgtEl>
                                              <p:spTgt spid="35"/>
                                            </p:tgtEl>
                                            <p:attrNameLst>
                                              <p:attrName>style.visibility</p:attrName>
                                            </p:attrNameLst>
                                          </p:cBhvr>
                                          <p:to>
                                            <p:strVal val="visible"/>
                                          </p:to>
                                        </p:set>
                                        <p:anim calcmode="lin" valueType="num">
                                          <p:cBhvr additive="base">
                                            <p:cTn id="83" dur="1000" fill="hold"/>
                                            <p:tgtEl>
                                              <p:spTgt spid="35"/>
                                            </p:tgtEl>
                                            <p:attrNameLst>
                                              <p:attrName>ppt_x</p:attrName>
                                            </p:attrNameLst>
                                          </p:cBhvr>
                                          <p:tavLst>
                                            <p:tav tm="0">
                                              <p:val>
                                                <p:strVal val="1+#ppt_w/2"/>
                                              </p:val>
                                            </p:tav>
                                            <p:tav tm="100000">
                                              <p:val>
                                                <p:strVal val="#ppt_x"/>
                                              </p:val>
                                            </p:tav>
                                          </p:tavLst>
                                        </p:anim>
                                        <p:anim calcmode="lin" valueType="num">
                                          <p:cBhvr additive="base">
                                            <p:cTn id="84" dur="1000" fill="hold"/>
                                            <p:tgtEl>
                                              <p:spTgt spid="35"/>
                                            </p:tgtEl>
                                            <p:attrNameLst>
                                              <p:attrName>ppt_y</p:attrName>
                                            </p:attrNameLst>
                                          </p:cBhvr>
                                          <p:tavLst>
                                            <p:tav tm="0">
                                              <p:val>
                                                <p:strVal val="0-#ppt_h/2"/>
                                              </p:val>
                                            </p:tav>
                                            <p:tav tm="100000">
                                              <p:val>
                                                <p:strVal val="#ppt_y"/>
                                              </p:val>
                                            </p:tav>
                                          </p:tavLst>
                                        </p:anim>
                                      </p:childTnLst>
                                    </p:cTn>
                                  </p:par>
                                  <p:par>
                                    <p:cTn id="85" presetID="2" presetClass="entr" presetSubtype="3" fill="hold" grpId="0" nodeType="withEffect">
                                      <p:stCondLst>
                                        <p:cond delay="1500"/>
                                      </p:stCondLst>
                                      <p:childTnLst>
                                        <p:set>
                                          <p:cBhvr>
                                            <p:cTn id="86" dur="1" fill="hold">
                                              <p:stCondLst>
                                                <p:cond delay="0"/>
                                              </p:stCondLst>
                                            </p:cTn>
                                            <p:tgtEl>
                                              <p:spTgt spid="34"/>
                                            </p:tgtEl>
                                            <p:attrNameLst>
                                              <p:attrName>style.visibility</p:attrName>
                                            </p:attrNameLst>
                                          </p:cBhvr>
                                          <p:to>
                                            <p:strVal val="visible"/>
                                          </p:to>
                                        </p:set>
                                        <p:anim calcmode="lin" valueType="num">
                                          <p:cBhvr additive="base">
                                            <p:cTn id="87" dur="1000" fill="hold"/>
                                            <p:tgtEl>
                                              <p:spTgt spid="34"/>
                                            </p:tgtEl>
                                            <p:attrNameLst>
                                              <p:attrName>ppt_x</p:attrName>
                                            </p:attrNameLst>
                                          </p:cBhvr>
                                          <p:tavLst>
                                            <p:tav tm="0">
                                              <p:val>
                                                <p:strVal val="1+#ppt_w/2"/>
                                              </p:val>
                                            </p:tav>
                                            <p:tav tm="100000">
                                              <p:val>
                                                <p:strVal val="#ppt_x"/>
                                              </p:val>
                                            </p:tav>
                                          </p:tavLst>
                                        </p:anim>
                                        <p:anim calcmode="lin" valueType="num">
                                          <p:cBhvr additive="base">
                                            <p:cTn id="88" dur="1000" fill="hold"/>
                                            <p:tgtEl>
                                              <p:spTgt spid="34"/>
                                            </p:tgtEl>
                                            <p:attrNameLst>
                                              <p:attrName>ppt_y</p:attrName>
                                            </p:attrNameLst>
                                          </p:cBhvr>
                                          <p:tavLst>
                                            <p:tav tm="0">
                                              <p:val>
                                                <p:strVal val="0-#ppt_h/2"/>
                                              </p:val>
                                            </p:tav>
                                            <p:tav tm="100000">
                                              <p:val>
                                                <p:strVal val="#ppt_y"/>
                                              </p:val>
                                            </p:tav>
                                          </p:tavLst>
                                        </p:anim>
                                      </p:childTnLst>
                                    </p:cTn>
                                  </p:par>
                                  <p:par>
                                    <p:cTn id="89" presetID="53" presetClass="entr" presetSubtype="16" fill="hold" nodeType="withEffect">
                                      <p:stCondLst>
                                        <p:cond delay="1000"/>
                                      </p:stCondLst>
                                      <p:childTnLst>
                                        <p:set>
                                          <p:cBhvr>
                                            <p:cTn id="90" dur="1" fill="hold">
                                              <p:stCondLst>
                                                <p:cond delay="0"/>
                                              </p:stCondLst>
                                            </p:cTn>
                                            <p:tgtEl>
                                              <p:spTgt spid="2"/>
                                            </p:tgtEl>
                                            <p:attrNameLst>
                                              <p:attrName>style.visibility</p:attrName>
                                            </p:attrNameLst>
                                          </p:cBhvr>
                                          <p:to>
                                            <p:strVal val="visible"/>
                                          </p:to>
                                        </p:set>
                                        <p:anim calcmode="lin" valueType="num">
                                          <p:cBhvr>
                                            <p:cTn id="91" dur="750" fill="hold"/>
                                            <p:tgtEl>
                                              <p:spTgt spid="2"/>
                                            </p:tgtEl>
                                            <p:attrNameLst>
                                              <p:attrName>ppt_w</p:attrName>
                                            </p:attrNameLst>
                                          </p:cBhvr>
                                          <p:tavLst>
                                            <p:tav tm="0">
                                              <p:val>
                                                <p:fltVal val="0"/>
                                              </p:val>
                                            </p:tav>
                                            <p:tav tm="100000">
                                              <p:val>
                                                <p:strVal val="#ppt_w"/>
                                              </p:val>
                                            </p:tav>
                                          </p:tavLst>
                                        </p:anim>
                                        <p:anim calcmode="lin" valueType="num">
                                          <p:cBhvr>
                                            <p:cTn id="92" dur="750" fill="hold"/>
                                            <p:tgtEl>
                                              <p:spTgt spid="2"/>
                                            </p:tgtEl>
                                            <p:attrNameLst>
                                              <p:attrName>ppt_h</p:attrName>
                                            </p:attrNameLst>
                                          </p:cBhvr>
                                          <p:tavLst>
                                            <p:tav tm="0">
                                              <p:val>
                                                <p:fltVal val="0"/>
                                              </p:val>
                                            </p:tav>
                                            <p:tav tm="100000">
                                              <p:val>
                                                <p:strVal val="#ppt_h"/>
                                              </p:val>
                                            </p:tav>
                                          </p:tavLst>
                                        </p:anim>
                                        <p:animEffect transition="in" filter="fade">
                                          <p:cBhvr>
                                            <p:cTn id="93" dur="750"/>
                                            <p:tgtEl>
                                              <p:spTgt spid="2"/>
                                            </p:tgtEl>
                                          </p:cBhvr>
                                        </p:animEffect>
                                      </p:childTnLst>
                                    </p:cTn>
                                  </p:par>
                                  <p:par>
                                    <p:cTn id="94" presetID="53" presetClass="entr" presetSubtype="16" fill="hold" nodeType="withEffect">
                                      <p:stCondLst>
                                        <p:cond delay="1250"/>
                                      </p:stCondLst>
                                      <p:childTnLst>
                                        <p:set>
                                          <p:cBhvr>
                                            <p:cTn id="95" dur="1" fill="hold">
                                              <p:stCondLst>
                                                <p:cond delay="0"/>
                                              </p:stCondLst>
                                            </p:cTn>
                                            <p:tgtEl>
                                              <p:spTgt spid="84"/>
                                            </p:tgtEl>
                                            <p:attrNameLst>
                                              <p:attrName>style.visibility</p:attrName>
                                            </p:attrNameLst>
                                          </p:cBhvr>
                                          <p:to>
                                            <p:strVal val="visible"/>
                                          </p:to>
                                        </p:set>
                                        <p:anim calcmode="lin" valueType="num">
                                          <p:cBhvr>
                                            <p:cTn id="96" dur="750" fill="hold"/>
                                            <p:tgtEl>
                                              <p:spTgt spid="84"/>
                                            </p:tgtEl>
                                            <p:attrNameLst>
                                              <p:attrName>ppt_w</p:attrName>
                                            </p:attrNameLst>
                                          </p:cBhvr>
                                          <p:tavLst>
                                            <p:tav tm="0">
                                              <p:val>
                                                <p:fltVal val="0"/>
                                              </p:val>
                                            </p:tav>
                                            <p:tav tm="100000">
                                              <p:val>
                                                <p:strVal val="#ppt_w"/>
                                              </p:val>
                                            </p:tav>
                                          </p:tavLst>
                                        </p:anim>
                                        <p:anim calcmode="lin" valueType="num">
                                          <p:cBhvr>
                                            <p:cTn id="97" dur="750" fill="hold"/>
                                            <p:tgtEl>
                                              <p:spTgt spid="84"/>
                                            </p:tgtEl>
                                            <p:attrNameLst>
                                              <p:attrName>ppt_h</p:attrName>
                                            </p:attrNameLst>
                                          </p:cBhvr>
                                          <p:tavLst>
                                            <p:tav tm="0">
                                              <p:val>
                                                <p:fltVal val="0"/>
                                              </p:val>
                                            </p:tav>
                                            <p:tav tm="100000">
                                              <p:val>
                                                <p:strVal val="#ppt_h"/>
                                              </p:val>
                                            </p:tav>
                                          </p:tavLst>
                                        </p:anim>
                                        <p:animEffect transition="in" filter="fade">
                                          <p:cBhvr>
                                            <p:cTn id="98" dur="750"/>
                                            <p:tgtEl>
                                              <p:spTgt spid="84"/>
                                            </p:tgtEl>
                                          </p:cBhvr>
                                        </p:animEffect>
                                      </p:childTnLst>
                                    </p:cTn>
                                  </p:par>
                                  <p:par>
                                    <p:cTn id="99" presetID="53" presetClass="entr" presetSubtype="16" fill="hold" nodeType="withEffect">
                                      <p:stCondLst>
                                        <p:cond delay="150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750" fill="hold"/>
                                            <p:tgtEl>
                                              <p:spTgt spid="83"/>
                                            </p:tgtEl>
                                            <p:attrNameLst>
                                              <p:attrName>ppt_w</p:attrName>
                                            </p:attrNameLst>
                                          </p:cBhvr>
                                          <p:tavLst>
                                            <p:tav tm="0">
                                              <p:val>
                                                <p:fltVal val="0"/>
                                              </p:val>
                                            </p:tav>
                                            <p:tav tm="100000">
                                              <p:val>
                                                <p:strVal val="#ppt_w"/>
                                              </p:val>
                                            </p:tav>
                                          </p:tavLst>
                                        </p:anim>
                                        <p:anim calcmode="lin" valueType="num">
                                          <p:cBhvr>
                                            <p:cTn id="102" dur="750" fill="hold"/>
                                            <p:tgtEl>
                                              <p:spTgt spid="83"/>
                                            </p:tgtEl>
                                            <p:attrNameLst>
                                              <p:attrName>ppt_h</p:attrName>
                                            </p:attrNameLst>
                                          </p:cBhvr>
                                          <p:tavLst>
                                            <p:tav tm="0">
                                              <p:val>
                                                <p:fltVal val="0"/>
                                              </p:val>
                                            </p:tav>
                                            <p:tav tm="100000">
                                              <p:val>
                                                <p:strVal val="#ppt_h"/>
                                              </p:val>
                                            </p:tav>
                                          </p:tavLst>
                                        </p:anim>
                                        <p:animEffect transition="in" filter="fade">
                                          <p:cBhvr>
                                            <p:cTn id="103" dur="750"/>
                                            <p:tgtEl>
                                              <p:spTgt spid="83"/>
                                            </p:tgtEl>
                                          </p:cBhvr>
                                        </p:animEffect>
                                      </p:childTnLst>
                                    </p:cTn>
                                  </p:par>
                                  <p:par>
                                    <p:cTn id="104" presetID="53" presetClass="entr" presetSubtype="16" fill="hold" nodeType="withEffect">
                                      <p:stCondLst>
                                        <p:cond delay="1750"/>
                                      </p:stCondLst>
                                      <p:childTnLst>
                                        <p:set>
                                          <p:cBhvr>
                                            <p:cTn id="105" dur="1" fill="hold">
                                              <p:stCondLst>
                                                <p:cond delay="0"/>
                                              </p:stCondLst>
                                            </p:cTn>
                                            <p:tgtEl>
                                              <p:spTgt spid="82"/>
                                            </p:tgtEl>
                                            <p:attrNameLst>
                                              <p:attrName>style.visibility</p:attrName>
                                            </p:attrNameLst>
                                          </p:cBhvr>
                                          <p:to>
                                            <p:strVal val="visible"/>
                                          </p:to>
                                        </p:set>
                                        <p:anim calcmode="lin" valueType="num">
                                          <p:cBhvr>
                                            <p:cTn id="106" dur="750" fill="hold"/>
                                            <p:tgtEl>
                                              <p:spTgt spid="82"/>
                                            </p:tgtEl>
                                            <p:attrNameLst>
                                              <p:attrName>ppt_w</p:attrName>
                                            </p:attrNameLst>
                                          </p:cBhvr>
                                          <p:tavLst>
                                            <p:tav tm="0">
                                              <p:val>
                                                <p:fltVal val="0"/>
                                              </p:val>
                                            </p:tav>
                                            <p:tav tm="100000">
                                              <p:val>
                                                <p:strVal val="#ppt_w"/>
                                              </p:val>
                                            </p:tav>
                                          </p:tavLst>
                                        </p:anim>
                                        <p:anim calcmode="lin" valueType="num">
                                          <p:cBhvr>
                                            <p:cTn id="107" dur="750" fill="hold"/>
                                            <p:tgtEl>
                                              <p:spTgt spid="82"/>
                                            </p:tgtEl>
                                            <p:attrNameLst>
                                              <p:attrName>ppt_h</p:attrName>
                                            </p:attrNameLst>
                                          </p:cBhvr>
                                          <p:tavLst>
                                            <p:tav tm="0">
                                              <p:val>
                                                <p:fltVal val="0"/>
                                              </p:val>
                                            </p:tav>
                                            <p:tav tm="100000">
                                              <p:val>
                                                <p:strVal val="#ppt_h"/>
                                              </p:val>
                                            </p:tav>
                                          </p:tavLst>
                                        </p:anim>
                                        <p:animEffect transition="in" filter="fade">
                                          <p:cBhvr>
                                            <p:cTn id="108" dur="750"/>
                                            <p:tgtEl>
                                              <p:spTgt spid="82"/>
                                            </p:tgtEl>
                                          </p:cBhvr>
                                        </p:animEffect>
                                      </p:childTnLst>
                                    </p:cTn>
                                  </p:par>
                                  <p:par>
                                    <p:cTn id="109" presetID="10" presetClass="entr" presetSubtype="0" fill="hold" grpId="0" nodeType="withEffect">
                                      <p:stCondLst>
                                        <p:cond delay="1250"/>
                                      </p:stCondLst>
                                      <p:childTnLst>
                                        <p:set>
                                          <p:cBhvr>
                                            <p:cTn id="110" dur="1" fill="hold">
                                              <p:stCondLst>
                                                <p:cond delay="0"/>
                                              </p:stCondLst>
                                            </p:cTn>
                                            <p:tgtEl>
                                              <p:spTgt spid="78"/>
                                            </p:tgtEl>
                                            <p:attrNameLst>
                                              <p:attrName>style.visibility</p:attrName>
                                            </p:attrNameLst>
                                          </p:cBhvr>
                                          <p:to>
                                            <p:strVal val="visible"/>
                                          </p:to>
                                        </p:set>
                                        <p:animEffect transition="in" filter="fade">
                                          <p:cBhvr>
                                            <p:cTn id="111" dur="750"/>
                                            <p:tgtEl>
                                              <p:spTgt spid="78"/>
                                            </p:tgtEl>
                                          </p:cBhvr>
                                        </p:animEffect>
                                      </p:childTnLst>
                                    </p:cTn>
                                  </p:par>
                                  <p:par>
                                    <p:cTn id="112" presetID="10" presetClass="entr" presetSubtype="0" fill="hold" grpId="0" nodeType="withEffect">
                                      <p:stCondLst>
                                        <p:cond delay="1500"/>
                                      </p:stCondLst>
                                      <p:childTnLst>
                                        <p:set>
                                          <p:cBhvr>
                                            <p:cTn id="113" dur="1" fill="hold">
                                              <p:stCondLst>
                                                <p:cond delay="0"/>
                                              </p:stCondLst>
                                            </p:cTn>
                                            <p:tgtEl>
                                              <p:spTgt spid="76"/>
                                            </p:tgtEl>
                                            <p:attrNameLst>
                                              <p:attrName>style.visibility</p:attrName>
                                            </p:attrNameLst>
                                          </p:cBhvr>
                                          <p:to>
                                            <p:strVal val="visible"/>
                                          </p:to>
                                        </p:set>
                                        <p:animEffect transition="in" filter="fade">
                                          <p:cBhvr>
                                            <p:cTn id="114" dur="750"/>
                                            <p:tgtEl>
                                              <p:spTgt spid="76"/>
                                            </p:tgtEl>
                                          </p:cBhvr>
                                        </p:animEffect>
                                      </p:childTnLst>
                                    </p:cTn>
                                  </p:par>
                                  <p:par>
                                    <p:cTn id="115" presetID="10" presetClass="entr" presetSubtype="0" fill="hold" grpId="0" nodeType="withEffect">
                                      <p:stCondLst>
                                        <p:cond delay="1750"/>
                                      </p:stCondLst>
                                      <p:childTnLst>
                                        <p:set>
                                          <p:cBhvr>
                                            <p:cTn id="116" dur="1" fill="hold">
                                              <p:stCondLst>
                                                <p:cond delay="0"/>
                                              </p:stCondLst>
                                            </p:cTn>
                                            <p:tgtEl>
                                              <p:spTgt spid="77"/>
                                            </p:tgtEl>
                                            <p:attrNameLst>
                                              <p:attrName>style.visibility</p:attrName>
                                            </p:attrNameLst>
                                          </p:cBhvr>
                                          <p:to>
                                            <p:strVal val="visible"/>
                                          </p:to>
                                        </p:set>
                                        <p:animEffect transition="in" filter="fade">
                                          <p:cBhvr>
                                            <p:cTn id="117" dur="750"/>
                                            <p:tgtEl>
                                              <p:spTgt spid="77"/>
                                            </p:tgtEl>
                                          </p:cBhvr>
                                        </p:animEffect>
                                      </p:childTnLst>
                                    </p:cTn>
                                  </p:par>
                                  <p:par>
                                    <p:cTn id="118" presetID="10" presetClass="entr" presetSubtype="0" fill="hold" grpId="0" nodeType="withEffect">
                                      <p:stCondLst>
                                        <p:cond delay="2000"/>
                                      </p:stCondLst>
                                      <p:childTnLst>
                                        <p:set>
                                          <p:cBhvr>
                                            <p:cTn id="119" dur="1" fill="hold">
                                              <p:stCondLst>
                                                <p:cond delay="0"/>
                                              </p:stCondLst>
                                            </p:cTn>
                                            <p:tgtEl>
                                              <p:spTgt spid="79"/>
                                            </p:tgtEl>
                                            <p:attrNameLst>
                                              <p:attrName>style.visibility</p:attrName>
                                            </p:attrNameLst>
                                          </p:cBhvr>
                                          <p:to>
                                            <p:strVal val="visible"/>
                                          </p:to>
                                        </p:set>
                                        <p:animEffect transition="in" filter="fade">
                                          <p:cBhvr>
                                            <p:cTn id="120" dur="750"/>
                                            <p:tgtEl>
                                              <p:spTgt spid="79"/>
                                            </p:tgtEl>
                                          </p:cBhvr>
                                        </p:animEffect>
                                      </p:childTnLst>
                                    </p:cTn>
                                  </p:par>
                                  <p:par>
                                    <p:cTn id="121" presetID="2" presetClass="entr" presetSubtype="8" fill="hold" grpId="0" nodeType="withEffect">
                                      <p:stCondLst>
                                        <p:cond delay="2250"/>
                                      </p:stCondLst>
                                      <p:childTnLst>
                                        <p:set>
                                          <p:cBhvr>
                                            <p:cTn id="122" dur="1" fill="hold">
                                              <p:stCondLst>
                                                <p:cond delay="0"/>
                                              </p:stCondLst>
                                            </p:cTn>
                                            <p:tgtEl>
                                              <p:spTgt spid="86"/>
                                            </p:tgtEl>
                                            <p:attrNameLst>
                                              <p:attrName>style.visibility</p:attrName>
                                            </p:attrNameLst>
                                          </p:cBhvr>
                                          <p:to>
                                            <p:strVal val="visible"/>
                                          </p:to>
                                        </p:set>
                                        <p:anim calcmode="lin" valueType="num">
                                          <p:cBhvr additive="base">
                                            <p:cTn id="123" dur="1000" fill="hold"/>
                                            <p:tgtEl>
                                              <p:spTgt spid="86"/>
                                            </p:tgtEl>
                                            <p:attrNameLst>
                                              <p:attrName>ppt_x</p:attrName>
                                            </p:attrNameLst>
                                          </p:cBhvr>
                                          <p:tavLst>
                                            <p:tav tm="0">
                                              <p:val>
                                                <p:strVal val="0-#ppt_w/2"/>
                                              </p:val>
                                            </p:tav>
                                            <p:tav tm="100000">
                                              <p:val>
                                                <p:strVal val="#ppt_x"/>
                                              </p:val>
                                            </p:tav>
                                          </p:tavLst>
                                        </p:anim>
                                        <p:anim calcmode="lin" valueType="num">
                                          <p:cBhvr additive="base">
                                            <p:cTn id="124" dur="1000" fill="hold"/>
                                            <p:tgtEl>
                                              <p:spTgt spid="86"/>
                                            </p:tgtEl>
                                            <p:attrNameLst>
                                              <p:attrName>ppt_y</p:attrName>
                                            </p:attrNameLst>
                                          </p:cBhvr>
                                          <p:tavLst>
                                            <p:tav tm="0">
                                              <p:val>
                                                <p:strVal val="#ppt_y"/>
                                              </p:val>
                                            </p:tav>
                                            <p:tav tm="100000">
                                              <p:val>
                                                <p:strVal val="#ppt_y"/>
                                              </p:val>
                                            </p:tav>
                                          </p:tavLst>
                                        </p:anim>
                                      </p:childTnLst>
                                    </p:cTn>
                                  </p:par>
                                  <p:par>
                                    <p:cTn id="125" presetID="2" presetClass="entr" presetSubtype="8" fill="hold" grpId="0" nodeType="withEffect">
                                      <p:stCondLst>
                                        <p:cond delay="2250"/>
                                      </p:stCondLst>
                                      <p:childTnLst>
                                        <p:set>
                                          <p:cBhvr>
                                            <p:cTn id="126" dur="1" fill="hold">
                                              <p:stCondLst>
                                                <p:cond delay="0"/>
                                              </p:stCondLst>
                                            </p:cTn>
                                            <p:tgtEl>
                                              <p:spTgt spid="87"/>
                                            </p:tgtEl>
                                            <p:attrNameLst>
                                              <p:attrName>style.visibility</p:attrName>
                                            </p:attrNameLst>
                                          </p:cBhvr>
                                          <p:to>
                                            <p:strVal val="visible"/>
                                          </p:to>
                                        </p:set>
                                        <p:anim calcmode="lin" valueType="num">
                                          <p:cBhvr additive="base">
                                            <p:cTn id="127" dur="1000" fill="hold"/>
                                            <p:tgtEl>
                                              <p:spTgt spid="87"/>
                                            </p:tgtEl>
                                            <p:attrNameLst>
                                              <p:attrName>ppt_x</p:attrName>
                                            </p:attrNameLst>
                                          </p:cBhvr>
                                          <p:tavLst>
                                            <p:tav tm="0">
                                              <p:val>
                                                <p:strVal val="0-#ppt_w/2"/>
                                              </p:val>
                                            </p:tav>
                                            <p:tav tm="100000">
                                              <p:val>
                                                <p:strVal val="#ppt_x"/>
                                              </p:val>
                                            </p:tav>
                                          </p:tavLst>
                                        </p:anim>
                                        <p:anim calcmode="lin" valueType="num">
                                          <p:cBhvr additive="base">
                                            <p:cTn id="128" dur="1000" fill="hold"/>
                                            <p:tgtEl>
                                              <p:spTgt spid="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animBg="1"/>
          <p:bldP spid="19" grpId="0" animBg="1"/>
          <p:bldP spid="20" grpId="0" animBg="1"/>
          <p:bldP spid="21" grpId="0" animBg="1"/>
          <p:bldP spid="22" grpId="0" animBg="1"/>
          <p:bldP spid="23" grpId="0" animBg="1"/>
          <p:bldP spid="24" grpId="0" animBg="1"/>
          <p:bldP spid="25" grpId="0" animBg="1"/>
          <p:bldP spid="26" grpId="0"/>
          <p:bldP spid="27" grpId="0"/>
          <p:bldP spid="32" grpId="0" animBg="1"/>
          <p:bldP spid="33" grpId="0" animBg="1"/>
          <p:bldP spid="35" grpId="0" animBg="1"/>
          <p:bldP spid="34" grpId="0" animBg="1"/>
          <p:bldP spid="31" grpId="0" animBg="1"/>
          <p:bldP spid="76" grpId="0" animBg="1"/>
          <p:bldP spid="77" grpId="0" animBg="1"/>
          <p:bldP spid="78" grpId="0" animBg="1"/>
          <p:bldP spid="79" grpId="0" animBg="1"/>
          <p:bldP spid="86" grpId="0"/>
          <p:bldP spid="87" grpId="0"/>
        </p:bldLst>
      </p:timing>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id="{1220A25C-0F18-4B8A-8921-35F755994B23}"/>
              </a:ext>
            </a:extLst>
          </p:cNvPr>
          <p:cNvGrpSpPr/>
          <p:nvPr/>
        </p:nvGrpSpPr>
        <p:grpSpPr>
          <a:xfrm>
            <a:off x="6643688" y="1641475"/>
            <a:ext cx="2057400" cy="2058988"/>
            <a:chOff x="6643688" y="1641475"/>
            <a:chExt cx="2057400" cy="2058988"/>
          </a:xfrm>
          <a:effectLst>
            <a:outerShdw blurRad="177800" dist="101600" dir="2700000" algn="tl" rotWithShape="0">
              <a:prstClr val="black">
                <a:alpha val="34000"/>
              </a:prstClr>
            </a:outerShdw>
          </a:effectLst>
        </p:grpSpPr>
        <p:sp>
          <p:nvSpPr>
            <p:cNvPr id="25" name="Freeform 22">
              <a:extLst>
                <a:ext uri="{FF2B5EF4-FFF2-40B4-BE49-F238E27FC236}">
                  <a16:creationId xmlns:a16="http://schemas.microsoft.com/office/drawing/2014/main" id="{634EF168-7C63-47D7-BD86-C7B657249DE9}"/>
                </a:ext>
              </a:extLst>
            </p:cNvPr>
            <p:cNvSpPr>
              <a:spLocks noEditPoints="1"/>
            </p:cNvSpPr>
            <p:nvPr/>
          </p:nvSpPr>
          <p:spPr bwMode="auto">
            <a:xfrm>
              <a:off x="6643688" y="1641475"/>
              <a:ext cx="2057400" cy="2058988"/>
            </a:xfrm>
            <a:custGeom>
              <a:avLst/>
              <a:gdLst>
                <a:gd name="T0" fmla="*/ 505 w 513"/>
                <a:gd name="T1" fmla="*/ 141 h 512"/>
                <a:gd name="T2" fmla="*/ 371 w 513"/>
                <a:gd name="T3" fmla="*/ 8 h 512"/>
                <a:gd name="T4" fmla="*/ 351 w 513"/>
                <a:gd name="T5" fmla="*/ 0 h 512"/>
                <a:gd name="T6" fmla="*/ 162 w 513"/>
                <a:gd name="T7" fmla="*/ 0 h 512"/>
                <a:gd name="T8" fmla="*/ 142 w 513"/>
                <a:gd name="T9" fmla="*/ 8 h 512"/>
                <a:gd name="T10" fmla="*/ 9 w 513"/>
                <a:gd name="T11" fmla="*/ 141 h 512"/>
                <a:gd name="T12" fmla="*/ 0 w 513"/>
                <a:gd name="T13" fmla="*/ 162 h 512"/>
                <a:gd name="T14" fmla="*/ 0 w 513"/>
                <a:gd name="T15" fmla="*/ 350 h 512"/>
                <a:gd name="T16" fmla="*/ 9 w 513"/>
                <a:gd name="T17" fmla="*/ 371 h 512"/>
                <a:gd name="T18" fmla="*/ 142 w 513"/>
                <a:gd name="T19" fmla="*/ 504 h 512"/>
                <a:gd name="T20" fmla="*/ 162 w 513"/>
                <a:gd name="T21" fmla="*/ 512 h 512"/>
                <a:gd name="T22" fmla="*/ 351 w 513"/>
                <a:gd name="T23" fmla="*/ 512 h 512"/>
                <a:gd name="T24" fmla="*/ 371 w 513"/>
                <a:gd name="T25" fmla="*/ 504 h 512"/>
                <a:gd name="T26" fmla="*/ 505 w 513"/>
                <a:gd name="T27" fmla="*/ 371 h 512"/>
                <a:gd name="T28" fmla="*/ 513 w 513"/>
                <a:gd name="T29" fmla="*/ 350 h 512"/>
                <a:gd name="T30" fmla="*/ 513 w 513"/>
                <a:gd name="T31" fmla="*/ 162 h 512"/>
                <a:gd name="T32" fmla="*/ 505 w 513"/>
                <a:gd name="T33" fmla="*/ 141 h 512"/>
                <a:gd name="T34" fmla="*/ 444 w 513"/>
                <a:gd name="T35" fmla="*/ 322 h 512"/>
                <a:gd name="T36" fmla="*/ 436 w 513"/>
                <a:gd name="T37" fmla="*/ 342 h 512"/>
                <a:gd name="T38" fmla="*/ 343 w 513"/>
                <a:gd name="T39" fmla="*/ 435 h 512"/>
                <a:gd name="T40" fmla="*/ 323 w 513"/>
                <a:gd name="T41" fmla="*/ 443 h 512"/>
                <a:gd name="T42" fmla="*/ 191 w 513"/>
                <a:gd name="T43" fmla="*/ 443 h 512"/>
                <a:gd name="T44" fmla="*/ 171 w 513"/>
                <a:gd name="T45" fmla="*/ 435 h 512"/>
                <a:gd name="T46" fmla="*/ 78 w 513"/>
                <a:gd name="T47" fmla="*/ 342 h 512"/>
                <a:gd name="T48" fmla="*/ 70 w 513"/>
                <a:gd name="T49" fmla="*/ 322 h 512"/>
                <a:gd name="T50" fmla="*/ 70 w 513"/>
                <a:gd name="T51" fmla="*/ 190 h 512"/>
                <a:gd name="T52" fmla="*/ 78 w 513"/>
                <a:gd name="T53" fmla="*/ 170 h 512"/>
                <a:gd name="T54" fmla="*/ 171 w 513"/>
                <a:gd name="T55" fmla="*/ 77 h 512"/>
                <a:gd name="T56" fmla="*/ 191 w 513"/>
                <a:gd name="T57" fmla="*/ 69 h 512"/>
                <a:gd name="T58" fmla="*/ 323 w 513"/>
                <a:gd name="T59" fmla="*/ 69 h 512"/>
                <a:gd name="T60" fmla="*/ 343 w 513"/>
                <a:gd name="T61" fmla="*/ 77 h 512"/>
                <a:gd name="T62" fmla="*/ 436 w 513"/>
                <a:gd name="T63" fmla="*/ 170 h 512"/>
                <a:gd name="T64" fmla="*/ 444 w 513"/>
                <a:gd name="T65" fmla="*/ 190 h 512"/>
                <a:gd name="T66" fmla="*/ 444 w 513"/>
                <a:gd name="T67" fmla="*/ 32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3" h="512">
                  <a:moveTo>
                    <a:pt x="505" y="141"/>
                  </a:moveTo>
                  <a:cubicBezTo>
                    <a:pt x="371" y="8"/>
                    <a:pt x="371" y="8"/>
                    <a:pt x="371" y="8"/>
                  </a:cubicBezTo>
                  <a:cubicBezTo>
                    <a:pt x="367" y="3"/>
                    <a:pt x="358" y="0"/>
                    <a:pt x="351" y="0"/>
                  </a:cubicBezTo>
                  <a:cubicBezTo>
                    <a:pt x="162" y="0"/>
                    <a:pt x="162" y="0"/>
                    <a:pt x="162" y="0"/>
                  </a:cubicBezTo>
                  <a:cubicBezTo>
                    <a:pt x="156" y="0"/>
                    <a:pt x="147" y="3"/>
                    <a:pt x="142" y="8"/>
                  </a:cubicBezTo>
                  <a:cubicBezTo>
                    <a:pt x="9" y="141"/>
                    <a:pt x="9" y="141"/>
                    <a:pt x="9" y="141"/>
                  </a:cubicBezTo>
                  <a:cubicBezTo>
                    <a:pt x="4" y="146"/>
                    <a:pt x="0" y="155"/>
                    <a:pt x="0" y="162"/>
                  </a:cubicBezTo>
                  <a:cubicBezTo>
                    <a:pt x="0" y="350"/>
                    <a:pt x="0" y="350"/>
                    <a:pt x="0" y="350"/>
                  </a:cubicBezTo>
                  <a:cubicBezTo>
                    <a:pt x="0" y="357"/>
                    <a:pt x="4" y="366"/>
                    <a:pt x="9" y="371"/>
                  </a:cubicBezTo>
                  <a:cubicBezTo>
                    <a:pt x="142" y="504"/>
                    <a:pt x="142" y="504"/>
                    <a:pt x="142" y="504"/>
                  </a:cubicBezTo>
                  <a:cubicBezTo>
                    <a:pt x="147" y="509"/>
                    <a:pt x="156" y="512"/>
                    <a:pt x="162" y="512"/>
                  </a:cubicBezTo>
                  <a:cubicBezTo>
                    <a:pt x="351" y="512"/>
                    <a:pt x="351" y="512"/>
                    <a:pt x="351" y="512"/>
                  </a:cubicBezTo>
                  <a:cubicBezTo>
                    <a:pt x="358" y="512"/>
                    <a:pt x="367" y="509"/>
                    <a:pt x="371" y="504"/>
                  </a:cubicBezTo>
                  <a:cubicBezTo>
                    <a:pt x="505" y="371"/>
                    <a:pt x="505" y="371"/>
                    <a:pt x="505" y="371"/>
                  </a:cubicBezTo>
                  <a:cubicBezTo>
                    <a:pt x="510" y="366"/>
                    <a:pt x="513" y="357"/>
                    <a:pt x="513" y="350"/>
                  </a:cubicBezTo>
                  <a:cubicBezTo>
                    <a:pt x="513" y="162"/>
                    <a:pt x="513" y="162"/>
                    <a:pt x="513" y="162"/>
                  </a:cubicBezTo>
                  <a:cubicBezTo>
                    <a:pt x="513" y="155"/>
                    <a:pt x="510" y="146"/>
                    <a:pt x="505" y="141"/>
                  </a:cubicBezTo>
                  <a:close/>
                  <a:moveTo>
                    <a:pt x="444" y="322"/>
                  </a:moveTo>
                  <a:cubicBezTo>
                    <a:pt x="444" y="328"/>
                    <a:pt x="440" y="337"/>
                    <a:pt x="436" y="342"/>
                  </a:cubicBezTo>
                  <a:cubicBezTo>
                    <a:pt x="343" y="435"/>
                    <a:pt x="343" y="435"/>
                    <a:pt x="343" y="435"/>
                  </a:cubicBezTo>
                  <a:cubicBezTo>
                    <a:pt x="338" y="439"/>
                    <a:pt x="329" y="443"/>
                    <a:pt x="323" y="443"/>
                  </a:cubicBezTo>
                  <a:cubicBezTo>
                    <a:pt x="191" y="443"/>
                    <a:pt x="191" y="443"/>
                    <a:pt x="191" y="443"/>
                  </a:cubicBezTo>
                  <a:cubicBezTo>
                    <a:pt x="185" y="443"/>
                    <a:pt x="176" y="439"/>
                    <a:pt x="171" y="435"/>
                  </a:cubicBezTo>
                  <a:cubicBezTo>
                    <a:pt x="78" y="342"/>
                    <a:pt x="78" y="342"/>
                    <a:pt x="78" y="342"/>
                  </a:cubicBezTo>
                  <a:cubicBezTo>
                    <a:pt x="73" y="337"/>
                    <a:pt x="70" y="328"/>
                    <a:pt x="70" y="322"/>
                  </a:cubicBezTo>
                  <a:cubicBezTo>
                    <a:pt x="70" y="190"/>
                    <a:pt x="70" y="190"/>
                    <a:pt x="70" y="190"/>
                  </a:cubicBezTo>
                  <a:cubicBezTo>
                    <a:pt x="70" y="184"/>
                    <a:pt x="73" y="175"/>
                    <a:pt x="78" y="170"/>
                  </a:cubicBezTo>
                  <a:cubicBezTo>
                    <a:pt x="171" y="77"/>
                    <a:pt x="171" y="77"/>
                    <a:pt x="171" y="77"/>
                  </a:cubicBezTo>
                  <a:cubicBezTo>
                    <a:pt x="176" y="73"/>
                    <a:pt x="185" y="69"/>
                    <a:pt x="191" y="69"/>
                  </a:cubicBezTo>
                  <a:cubicBezTo>
                    <a:pt x="323" y="69"/>
                    <a:pt x="323" y="69"/>
                    <a:pt x="323" y="69"/>
                  </a:cubicBezTo>
                  <a:cubicBezTo>
                    <a:pt x="329" y="69"/>
                    <a:pt x="338" y="73"/>
                    <a:pt x="343" y="77"/>
                  </a:cubicBezTo>
                  <a:cubicBezTo>
                    <a:pt x="436" y="170"/>
                    <a:pt x="436" y="170"/>
                    <a:pt x="436" y="170"/>
                  </a:cubicBezTo>
                  <a:cubicBezTo>
                    <a:pt x="440" y="175"/>
                    <a:pt x="444" y="184"/>
                    <a:pt x="444" y="190"/>
                  </a:cubicBezTo>
                  <a:lnTo>
                    <a:pt x="444" y="322"/>
                  </a:lnTo>
                  <a:close/>
                </a:path>
              </a:pathLst>
            </a:custGeom>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3">
              <a:extLst>
                <a:ext uri="{FF2B5EF4-FFF2-40B4-BE49-F238E27FC236}">
                  <a16:creationId xmlns:a16="http://schemas.microsoft.com/office/drawing/2014/main" id="{297B79B3-9E1B-48CC-9574-9014C3E29E49}"/>
                </a:ext>
              </a:extLst>
            </p:cNvPr>
            <p:cNvSpPr>
              <a:spLocks noEditPoints="1"/>
            </p:cNvSpPr>
            <p:nvPr/>
          </p:nvSpPr>
          <p:spPr bwMode="auto">
            <a:xfrm>
              <a:off x="6877051" y="1871663"/>
              <a:ext cx="1595438" cy="1600200"/>
            </a:xfrm>
            <a:custGeom>
              <a:avLst/>
              <a:gdLst>
                <a:gd name="T0" fmla="*/ 390 w 398"/>
                <a:gd name="T1" fmla="*/ 108 h 398"/>
                <a:gd name="T2" fmla="*/ 290 w 398"/>
                <a:gd name="T3" fmla="*/ 8 h 398"/>
                <a:gd name="T4" fmla="*/ 270 w 398"/>
                <a:gd name="T5" fmla="*/ 0 h 398"/>
                <a:gd name="T6" fmla="*/ 128 w 398"/>
                <a:gd name="T7" fmla="*/ 0 h 398"/>
                <a:gd name="T8" fmla="*/ 108 w 398"/>
                <a:gd name="T9" fmla="*/ 8 h 398"/>
                <a:gd name="T10" fmla="*/ 8 w 398"/>
                <a:gd name="T11" fmla="*/ 108 h 398"/>
                <a:gd name="T12" fmla="*/ 0 w 398"/>
                <a:gd name="T13" fmla="*/ 128 h 398"/>
                <a:gd name="T14" fmla="*/ 0 w 398"/>
                <a:gd name="T15" fmla="*/ 270 h 398"/>
                <a:gd name="T16" fmla="*/ 8 w 398"/>
                <a:gd name="T17" fmla="*/ 290 h 398"/>
                <a:gd name="T18" fmla="*/ 108 w 398"/>
                <a:gd name="T19" fmla="*/ 390 h 398"/>
                <a:gd name="T20" fmla="*/ 128 w 398"/>
                <a:gd name="T21" fmla="*/ 398 h 398"/>
                <a:gd name="T22" fmla="*/ 270 w 398"/>
                <a:gd name="T23" fmla="*/ 398 h 398"/>
                <a:gd name="T24" fmla="*/ 290 w 398"/>
                <a:gd name="T25" fmla="*/ 390 h 398"/>
                <a:gd name="T26" fmla="*/ 390 w 398"/>
                <a:gd name="T27" fmla="*/ 290 h 398"/>
                <a:gd name="T28" fmla="*/ 398 w 398"/>
                <a:gd name="T29" fmla="*/ 270 h 398"/>
                <a:gd name="T30" fmla="*/ 398 w 398"/>
                <a:gd name="T31" fmla="*/ 128 h 398"/>
                <a:gd name="T32" fmla="*/ 390 w 398"/>
                <a:gd name="T33" fmla="*/ 108 h 398"/>
                <a:gd name="T34" fmla="*/ 386 w 398"/>
                <a:gd name="T35" fmla="*/ 265 h 398"/>
                <a:gd name="T36" fmla="*/ 378 w 398"/>
                <a:gd name="T37" fmla="*/ 285 h 398"/>
                <a:gd name="T38" fmla="*/ 285 w 398"/>
                <a:gd name="T39" fmla="*/ 378 h 398"/>
                <a:gd name="T40" fmla="*/ 265 w 398"/>
                <a:gd name="T41" fmla="*/ 386 h 398"/>
                <a:gd name="T42" fmla="*/ 133 w 398"/>
                <a:gd name="T43" fmla="*/ 386 h 398"/>
                <a:gd name="T44" fmla="*/ 113 w 398"/>
                <a:gd name="T45" fmla="*/ 378 h 398"/>
                <a:gd name="T46" fmla="*/ 20 w 398"/>
                <a:gd name="T47" fmla="*/ 285 h 398"/>
                <a:gd name="T48" fmla="*/ 12 w 398"/>
                <a:gd name="T49" fmla="*/ 265 h 398"/>
                <a:gd name="T50" fmla="*/ 12 w 398"/>
                <a:gd name="T51" fmla="*/ 133 h 398"/>
                <a:gd name="T52" fmla="*/ 20 w 398"/>
                <a:gd name="T53" fmla="*/ 113 h 398"/>
                <a:gd name="T54" fmla="*/ 113 w 398"/>
                <a:gd name="T55" fmla="*/ 20 h 398"/>
                <a:gd name="T56" fmla="*/ 133 w 398"/>
                <a:gd name="T57" fmla="*/ 12 h 398"/>
                <a:gd name="T58" fmla="*/ 265 w 398"/>
                <a:gd name="T59" fmla="*/ 12 h 398"/>
                <a:gd name="T60" fmla="*/ 285 w 398"/>
                <a:gd name="T61" fmla="*/ 20 h 398"/>
                <a:gd name="T62" fmla="*/ 378 w 398"/>
                <a:gd name="T63" fmla="*/ 113 h 398"/>
                <a:gd name="T64" fmla="*/ 386 w 398"/>
                <a:gd name="T65" fmla="*/ 133 h 398"/>
                <a:gd name="T66" fmla="*/ 386 w 398"/>
                <a:gd name="T67" fmla="*/ 26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8" h="398">
                  <a:moveTo>
                    <a:pt x="390" y="108"/>
                  </a:moveTo>
                  <a:cubicBezTo>
                    <a:pt x="290" y="8"/>
                    <a:pt x="290" y="8"/>
                    <a:pt x="290" y="8"/>
                  </a:cubicBezTo>
                  <a:cubicBezTo>
                    <a:pt x="285" y="4"/>
                    <a:pt x="276" y="0"/>
                    <a:pt x="270" y="0"/>
                  </a:cubicBezTo>
                  <a:cubicBezTo>
                    <a:pt x="128" y="0"/>
                    <a:pt x="128" y="0"/>
                    <a:pt x="128" y="0"/>
                  </a:cubicBezTo>
                  <a:cubicBezTo>
                    <a:pt x="122" y="0"/>
                    <a:pt x="113" y="4"/>
                    <a:pt x="108" y="8"/>
                  </a:cubicBezTo>
                  <a:cubicBezTo>
                    <a:pt x="8" y="108"/>
                    <a:pt x="8" y="108"/>
                    <a:pt x="8" y="108"/>
                  </a:cubicBezTo>
                  <a:cubicBezTo>
                    <a:pt x="4" y="113"/>
                    <a:pt x="0" y="122"/>
                    <a:pt x="0" y="128"/>
                  </a:cubicBezTo>
                  <a:cubicBezTo>
                    <a:pt x="0" y="270"/>
                    <a:pt x="0" y="270"/>
                    <a:pt x="0" y="270"/>
                  </a:cubicBezTo>
                  <a:cubicBezTo>
                    <a:pt x="0" y="276"/>
                    <a:pt x="4" y="285"/>
                    <a:pt x="8" y="290"/>
                  </a:cubicBezTo>
                  <a:cubicBezTo>
                    <a:pt x="108" y="390"/>
                    <a:pt x="108" y="390"/>
                    <a:pt x="108" y="390"/>
                  </a:cubicBezTo>
                  <a:cubicBezTo>
                    <a:pt x="113" y="394"/>
                    <a:pt x="122" y="398"/>
                    <a:pt x="128" y="398"/>
                  </a:cubicBezTo>
                  <a:cubicBezTo>
                    <a:pt x="270" y="398"/>
                    <a:pt x="270" y="398"/>
                    <a:pt x="270" y="398"/>
                  </a:cubicBezTo>
                  <a:cubicBezTo>
                    <a:pt x="276" y="398"/>
                    <a:pt x="285" y="394"/>
                    <a:pt x="290" y="390"/>
                  </a:cubicBezTo>
                  <a:cubicBezTo>
                    <a:pt x="390" y="290"/>
                    <a:pt x="390" y="290"/>
                    <a:pt x="390" y="290"/>
                  </a:cubicBezTo>
                  <a:cubicBezTo>
                    <a:pt x="394" y="285"/>
                    <a:pt x="398" y="276"/>
                    <a:pt x="398" y="270"/>
                  </a:cubicBezTo>
                  <a:cubicBezTo>
                    <a:pt x="398" y="128"/>
                    <a:pt x="398" y="128"/>
                    <a:pt x="398" y="128"/>
                  </a:cubicBezTo>
                  <a:cubicBezTo>
                    <a:pt x="398" y="122"/>
                    <a:pt x="394" y="113"/>
                    <a:pt x="390" y="108"/>
                  </a:cubicBezTo>
                  <a:close/>
                  <a:moveTo>
                    <a:pt x="386" y="265"/>
                  </a:moveTo>
                  <a:cubicBezTo>
                    <a:pt x="386" y="271"/>
                    <a:pt x="382" y="280"/>
                    <a:pt x="378" y="285"/>
                  </a:cubicBezTo>
                  <a:cubicBezTo>
                    <a:pt x="285" y="378"/>
                    <a:pt x="285" y="378"/>
                    <a:pt x="285" y="378"/>
                  </a:cubicBezTo>
                  <a:cubicBezTo>
                    <a:pt x="280" y="382"/>
                    <a:pt x="271" y="386"/>
                    <a:pt x="265" y="386"/>
                  </a:cubicBezTo>
                  <a:cubicBezTo>
                    <a:pt x="133" y="386"/>
                    <a:pt x="133" y="386"/>
                    <a:pt x="133" y="386"/>
                  </a:cubicBezTo>
                  <a:cubicBezTo>
                    <a:pt x="127" y="386"/>
                    <a:pt x="118" y="382"/>
                    <a:pt x="113" y="378"/>
                  </a:cubicBezTo>
                  <a:cubicBezTo>
                    <a:pt x="20" y="285"/>
                    <a:pt x="20" y="285"/>
                    <a:pt x="20" y="285"/>
                  </a:cubicBezTo>
                  <a:cubicBezTo>
                    <a:pt x="15" y="280"/>
                    <a:pt x="12" y="271"/>
                    <a:pt x="12" y="265"/>
                  </a:cubicBezTo>
                  <a:cubicBezTo>
                    <a:pt x="12" y="133"/>
                    <a:pt x="12" y="133"/>
                    <a:pt x="12" y="133"/>
                  </a:cubicBezTo>
                  <a:cubicBezTo>
                    <a:pt x="12" y="127"/>
                    <a:pt x="15" y="118"/>
                    <a:pt x="20" y="113"/>
                  </a:cubicBezTo>
                  <a:cubicBezTo>
                    <a:pt x="113" y="20"/>
                    <a:pt x="113" y="20"/>
                    <a:pt x="113" y="20"/>
                  </a:cubicBezTo>
                  <a:cubicBezTo>
                    <a:pt x="118" y="16"/>
                    <a:pt x="127" y="12"/>
                    <a:pt x="133" y="12"/>
                  </a:cubicBezTo>
                  <a:cubicBezTo>
                    <a:pt x="265" y="12"/>
                    <a:pt x="265" y="12"/>
                    <a:pt x="265" y="12"/>
                  </a:cubicBezTo>
                  <a:cubicBezTo>
                    <a:pt x="271" y="12"/>
                    <a:pt x="280" y="16"/>
                    <a:pt x="285" y="20"/>
                  </a:cubicBezTo>
                  <a:cubicBezTo>
                    <a:pt x="378" y="113"/>
                    <a:pt x="378" y="113"/>
                    <a:pt x="378" y="113"/>
                  </a:cubicBezTo>
                  <a:cubicBezTo>
                    <a:pt x="382" y="118"/>
                    <a:pt x="386" y="127"/>
                    <a:pt x="386" y="133"/>
                  </a:cubicBezTo>
                  <a:lnTo>
                    <a:pt x="386" y="265"/>
                  </a:lnTo>
                  <a:close/>
                </a:path>
              </a:pathLst>
            </a:custGeom>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2" name="Group 41">
            <a:extLst>
              <a:ext uri="{FF2B5EF4-FFF2-40B4-BE49-F238E27FC236}">
                <a16:creationId xmlns:a16="http://schemas.microsoft.com/office/drawing/2014/main" id="{0471ABD2-9EF5-4B3F-AF01-34FCCCF51F2D}"/>
              </a:ext>
            </a:extLst>
          </p:cNvPr>
          <p:cNvGrpSpPr/>
          <p:nvPr/>
        </p:nvGrpSpPr>
        <p:grpSpPr>
          <a:xfrm>
            <a:off x="5075238" y="3157538"/>
            <a:ext cx="2057400" cy="2062163"/>
            <a:chOff x="5075238" y="3157538"/>
            <a:chExt cx="2057400" cy="2062163"/>
          </a:xfrm>
          <a:effectLst>
            <a:outerShdw blurRad="177800" dist="101600" dir="2700000" algn="tl" rotWithShape="0">
              <a:prstClr val="black">
                <a:alpha val="34000"/>
              </a:prstClr>
            </a:outerShdw>
          </a:effectLst>
        </p:grpSpPr>
        <p:sp>
          <p:nvSpPr>
            <p:cNvPr id="27" name="Freeform 24">
              <a:extLst>
                <a:ext uri="{FF2B5EF4-FFF2-40B4-BE49-F238E27FC236}">
                  <a16:creationId xmlns:a16="http://schemas.microsoft.com/office/drawing/2014/main" id="{6C0A22A6-8A9C-437F-B894-574275681186}"/>
                </a:ext>
              </a:extLst>
            </p:cNvPr>
            <p:cNvSpPr>
              <a:spLocks noEditPoints="1"/>
            </p:cNvSpPr>
            <p:nvPr/>
          </p:nvSpPr>
          <p:spPr bwMode="auto">
            <a:xfrm>
              <a:off x="5075238" y="3157538"/>
              <a:ext cx="2057400" cy="2062163"/>
            </a:xfrm>
            <a:custGeom>
              <a:avLst/>
              <a:gdLst>
                <a:gd name="T0" fmla="*/ 504 w 513"/>
                <a:gd name="T1" fmla="*/ 142 h 513"/>
                <a:gd name="T2" fmla="*/ 371 w 513"/>
                <a:gd name="T3" fmla="*/ 8 h 513"/>
                <a:gd name="T4" fmla="*/ 351 w 513"/>
                <a:gd name="T5" fmla="*/ 0 h 513"/>
                <a:gd name="T6" fmla="*/ 162 w 513"/>
                <a:gd name="T7" fmla="*/ 0 h 513"/>
                <a:gd name="T8" fmla="*/ 142 w 513"/>
                <a:gd name="T9" fmla="*/ 8 h 513"/>
                <a:gd name="T10" fmla="*/ 8 w 513"/>
                <a:gd name="T11" fmla="*/ 142 h 513"/>
                <a:gd name="T12" fmla="*/ 0 w 513"/>
                <a:gd name="T13" fmla="*/ 162 h 513"/>
                <a:gd name="T14" fmla="*/ 0 w 513"/>
                <a:gd name="T15" fmla="*/ 351 h 513"/>
                <a:gd name="T16" fmla="*/ 8 w 513"/>
                <a:gd name="T17" fmla="*/ 371 h 513"/>
                <a:gd name="T18" fmla="*/ 142 w 513"/>
                <a:gd name="T19" fmla="*/ 505 h 513"/>
                <a:gd name="T20" fmla="*/ 162 w 513"/>
                <a:gd name="T21" fmla="*/ 513 h 513"/>
                <a:gd name="T22" fmla="*/ 351 w 513"/>
                <a:gd name="T23" fmla="*/ 513 h 513"/>
                <a:gd name="T24" fmla="*/ 371 w 513"/>
                <a:gd name="T25" fmla="*/ 505 h 513"/>
                <a:gd name="T26" fmla="*/ 504 w 513"/>
                <a:gd name="T27" fmla="*/ 371 h 513"/>
                <a:gd name="T28" fmla="*/ 513 w 513"/>
                <a:gd name="T29" fmla="*/ 351 h 513"/>
                <a:gd name="T30" fmla="*/ 513 w 513"/>
                <a:gd name="T31" fmla="*/ 162 h 513"/>
                <a:gd name="T32" fmla="*/ 504 w 513"/>
                <a:gd name="T33" fmla="*/ 142 h 513"/>
                <a:gd name="T34" fmla="*/ 443 w 513"/>
                <a:gd name="T35" fmla="*/ 322 h 513"/>
                <a:gd name="T36" fmla="*/ 435 w 513"/>
                <a:gd name="T37" fmla="*/ 342 h 513"/>
                <a:gd name="T38" fmla="*/ 342 w 513"/>
                <a:gd name="T39" fmla="*/ 435 h 513"/>
                <a:gd name="T40" fmla="*/ 322 w 513"/>
                <a:gd name="T41" fmla="*/ 444 h 513"/>
                <a:gd name="T42" fmla="*/ 190 w 513"/>
                <a:gd name="T43" fmla="*/ 444 h 513"/>
                <a:gd name="T44" fmla="*/ 170 w 513"/>
                <a:gd name="T45" fmla="*/ 435 h 513"/>
                <a:gd name="T46" fmla="*/ 77 w 513"/>
                <a:gd name="T47" fmla="*/ 342 h 513"/>
                <a:gd name="T48" fmla="*/ 69 w 513"/>
                <a:gd name="T49" fmla="*/ 322 h 513"/>
                <a:gd name="T50" fmla="*/ 69 w 513"/>
                <a:gd name="T51" fmla="*/ 191 h 513"/>
                <a:gd name="T52" fmla="*/ 77 w 513"/>
                <a:gd name="T53" fmla="*/ 171 h 513"/>
                <a:gd name="T54" fmla="*/ 170 w 513"/>
                <a:gd name="T55" fmla="*/ 78 h 513"/>
                <a:gd name="T56" fmla="*/ 190 w 513"/>
                <a:gd name="T57" fmla="*/ 69 h 513"/>
                <a:gd name="T58" fmla="*/ 322 w 513"/>
                <a:gd name="T59" fmla="*/ 69 h 513"/>
                <a:gd name="T60" fmla="*/ 342 w 513"/>
                <a:gd name="T61" fmla="*/ 78 h 513"/>
                <a:gd name="T62" fmla="*/ 435 w 513"/>
                <a:gd name="T63" fmla="*/ 171 h 513"/>
                <a:gd name="T64" fmla="*/ 443 w 513"/>
                <a:gd name="T65" fmla="*/ 191 h 513"/>
                <a:gd name="T66" fmla="*/ 443 w 513"/>
                <a:gd name="T67" fmla="*/ 322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3" h="513">
                  <a:moveTo>
                    <a:pt x="504" y="142"/>
                  </a:moveTo>
                  <a:cubicBezTo>
                    <a:pt x="371" y="8"/>
                    <a:pt x="371" y="8"/>
                    <a:pt x="371" y="8"/>
                  </a:cubicBezTo>
                  <a:cubicBezTo>
                    <a:pt x="366" y="4"/>
                    <a:pt x="357" y="0"/>
                    <a:pt x="351" y="0"/>
                  </a:cubicBezTo>
                  <a:cubicBezTo>
                    <a:pt x="162" y="0"/>
                    <a:pt x="162" y="0"/>
                    <a:pt x="162" y="0"/>
                  </a:cubicBezTo>
                  <a:cubicBezTo>
                    <a:pt x="155" y="0"/>
                    <a:pt x="146" y="4"/>
                    <a:pt x="142" y="8"/>
                  </a:cubicBezTo>
                  <a:cubicBezTo>
                    <a:pt x="8" y="142"/>
                    <a:pt x="8" y="142"/>
                    <a:pt x="8" y="142"/>
                  </a:cubicBezTo>
                  <a:cubicBezTo>
                    <a:pt x="4" y="147"/>
                    <a:pt x="0" y="156"/>
                    <a:pt x="0" y="162"/>
                  </a:cubicBezTo>
                  <a:cubicBezTo>
                    <a:pt x="0" y="351"/>
                    <a:pt x="0" y="351"/>
                    <a:pt x="0" y="351"/>
                  </a:cubicBezTo>
                  <a:cubicBezTo>
                    <a:pt x="0" y="357"/>
                    <a:pt x="4" y="366"/>
                    <a:pt x="8" y="371"/>
                  </a:cubicBezTo>
                  <a:cubicBezTo>
                    <a:pt x="142" y="505"/>
                    <a:pt x="142" y="505"/>
                    <a:pt x="142" y="505"/>
                  </a:cubicBezTo>
                  <a:cubicBezTo>
                    <a:pt x="146" y="509"/>
                    <a:pt x="155" y="513"/>
                    <a:pt x="162" y="513"/>
                  </a:cubicBezTo>
                  <a:cubicBezTo>
                    <a:pt x="351" y="513"/>
                    <a:pt x="351" y="513"/>
                    <a:pt x="351" y="513"/>
                  </a:cubicBezTo>
                  <a:cubicBezTo>
                    <a:pt x="357" y="513"/>
                    <a:pt x="366" y="509"/>
                    <a:pt x="371" y="505"/>
                  </a:cubicBezTo>
                  <a:cubicBezTo>
                    <a:pt x="504" y="371"/>
                    <a:pt x="504" y="371"/>
                    <a:pt x="504" y="371"/>
                  </a:cubicBezTo>
                  <a:cubicBezTo>
                    <a:pt x="509" y="366"/>
                    <a:pt x="513" y="357"/>
                    <a:pt x="513" y="351"/>
                  </a:cubicBezTo>
                  <a:cubicBezTo>
                    <a:pt x="513" y="162"/>
                    <a:pt x="513" y="162"/>
                    <a:pt x="513" y="162"/>
                  </a:cubicBezTo>
                  <a:cubicBezTo>
                    <a:pt x="513" y="156"/>
                    <a:pt x="509" y="147"/>
                    <a:pt x="504" y="142"/>
                  </a:cubicBezTo>
                  <a:close/>
                  <a:moveTo>
                    <a:pt x="443" y="322"/>
                  </a:moveTo>
                  <a:cubicBezTo>
                    <a:pt x="443" y="329"/>
                    <a:pt x="440" y="338"/>
                    <a:pt x="435" y="342"/>
                  </a:cubicBezTo>
                  <a:cubicBezTo>
                    <a:pt x="342" y="435"/>
                    <a:pt x="342" y="435"/>
                    <a:pt x="342" y="435"/>
                  </a:cubicBezTo>
                  <a:cubicBezTo>
                    <a:pt x="337" y="440"/>
                    <a:pt x="328" y="444"/>
                    <a:pt x="322" y="444"/>
                  </a:cubicBezTo>
                  <a:cubicBezTo>
                    <a:pt x="190" y="444"/>
                    <a:pt x="190" y="444"/>
                    <a:pt x="190" y="444"/>
                  </a:cubicBezTo>
                  <a:cubicBezTo>
                    <a:pt x="184" y="444"/>
                    <a:pt x="175" y="440"/>
                    <a:pt x="170" y="435"/>
                  </a:cubicBezTo>
                  <a:cubicBezTo>
                    <a:pt x="77" y="342"/>
                    <a:pt x="77" y="342"/>
                    <a:pt x="77" y="342"/>
                  </a:cubicBezTo>
                  <a:cubicBezTo>
                    <a:pt x="73" y="338"/>
                    <a:pt x="69" y="329"/>
                    <a:pt x="69" y="322"/>
                  </a:cubicBezTo>
                  <a:cubicBezTo>
                    <a:pt x="69" y="191"/>
                    <a:pt x="69" y="191"/>
                    <a:pt x="69" y="191"/>
                  </a:cubicBezTo>
                  <a:cubicBezTo>
                    <a:pt x="69" y="184"/>
                    <a:pt x="73" y="175"/>
                    <a:pt x="77" y="171"/>
                  </a:cubicBezTo>
                  <a:cubicBezTo>
                    <a:pt x="170" y="78"/>
                    <a:pt x="170" y="78"/>
                    <a:pt x="170" y="78"/>
                  </a:cubicBezTo>
                  <a:cubicBezTo>
                    <a:pt x="175" y="73"/>
                    <a:pt x="184" y="69"/>
                    <a:pt x="190" y="69"/>
                  </a:cubicBezTo>
                  <a:cubicBezTo>
                    <a:pt x="322" y="69"/>
                    <a:pt x="322" y="69"/>
                    <a:pt x="322" y="69"/>
                  </a:cubicBezTo>
                  <a:cubicBezTo>
                    <a:pt x="328" y="69"/>
                    <a:pt x="337" y="73"/>
                    <a:pt x="342" y="78"/>
                  </a:cubicBezTo>
                  <a:cubicBezTo>
                    <a:pt x="435" y="171"/>
                    <a:pt x="435" y="171"/>
                    <a:pt x="435" y="171"/>
                  </a:cubicBezTo>
                  <a:cubicBezTo>
                    <a:pt x="440" y="175"/>
                    <a:pt x="443" y="184"/>
                    <a:pt x="443" y="191"/>
                  </a:cubicBezTo>
                  <a:lnTo>
                    <a:pt x="443" y="322"/>
                  </a:lnTo>
                  <a:close/>
                </a:path>
              </a:pathLst>
            </a:custGeom>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5">
              <a:extLst>
                <a:ext uri="{FF2B5EF4-FFF2-40B4-BE49-F238E27FC236}">
                  <a16:creationId xmlns:a16="http://schemas.microsoft.com/office/drawing/2014/main" id="{99FCBFEF-05C3-4981-AC68-DAA7C8A667FF}"/>
                </a:ext>
              </a:extLst>
            </p:cNvPr>
            <p:cNvSpPr>
              <a:spLocks noEditPoints="1"/>
            </p:cNvSpPr>
            <p:nvPr/>
          </p:nvSpPr>
          <p:spPr bwMode="auto">
            <a:xfrm>
              <a:off x="5303838" y="3390900"/>
              <a:ext cx="1597025" cy="1595438"/>
            </a:xfrm>
            <a:custGeom>
              <a:avLst/>
              <a:gdLst>
                <a:gd name="T0" fmla="*/ 390 w 398"/>
                <a:gd name="T1" fmla="*/ 108 h 397"/>
                <a:gd name="T2" fmla="*/ 290 w 398"/>
                <a:gd name="T3" fmla="*/ 8 h 397"/>
                <a:gd name="T4" fmla="*/ 270 w 398"/>
                <a:gd name="T5" fmla="*/ 0 h 397"/>
                <a:gd name="T6" fmla="*/ 129 w 398"/>
                <a:gd name="T7" fmla="*/ 0 h 397"/>
                <a:gd name="T8" fmla="*/ 108 w 398"/>
                <a:gd name="T9" fmla="*/ 8 h 397"/>
                <a:gd name="T10" fmla="*/ 9 w 398"/>
                <a:gd name="T11" fmla="*/ 108 h 397"/>
                <a:gd name="T12" fmla="*/ 0 w 398"/>
                <a:gd name="T13" fmla="*/ 128 h 397"/>
                <a:gd name="T14" fmla="*/ 0 w 398"/>
                <a:gd name="T15" fmla="*/ 269 h 397"/>
                <a:gd name="T16" fmla="*/ 9 w 398"/>
                <a:gd name="T17" fmla="*/ 289 h 397"/>
                <a:gd name="T18" fmla="*/ 108 w 398"/>
                <a:gd name="T19" fmla="*/ 389 h 397"/>
                <a:gd name="T20" fmla="*/ 129 w 398"/>
                <a:gd name="T21" fmla="*/ 397 h 397"/>
                <a:gd name="T22" fmla="*/ 270 w 398"/>
                <a:gd name="T23" fmla="*/ 397 h 397"/>
                <a:gd name="T24" fmla="*/ 290 w 398"/>
                <a:gd name="T25" fmla="*/ 389 h 397"/>
                <a:gd name="T26" fmla="*/ 390 w 398"/>
                <a:gd name="T27" fmla="*/ 289 h 397"/>
                <a:gd name="T28" fmla="*/ 398 w 398"/>
                <a:gd name="T29" fmla="*/ 269 h 397"/>
                <a:gd name="T30" fmla="*/ 398 w 398"/>
                <a:gd name="T31" fmla="*/ 128 h 397"/>
                <a:gd name="T32" fmla="*/ 390 w 398"/>
                <a:gd name="T33" fmla="*/ 108 h 397"/>
                <a:gd name="T34" fmla="*/ 386 w 398"/>
                <a:gd name="T35" fmla="*/ 264 h 397"/>
                <a:gd name="T36" fmla="*/ 378 w 398"/>
                <a:gd name="T37" fmla="*/ 284 h 397"/>
                <a:gd name="T38" fmla="*/ 285 w 398"/>
                <a:gd name="T39" fmla="*/ 377 h 397"/>
                <a:gd name="T40" fmla="*/ 265 w 398"/>
                <a:gd name="T41" fmla="*/ 386 h 397"/>
                <a:gd name="T42" fmla="*/ 133 w 398"/>
                <a:gd name="T43" fmla="*/ 386 h 397"/>
                <a:gd name="T44" fmla="*/ 113 w 398"/>
                <a:gd name="T45" fmla="*/ 377 h 397"/>
                <a:gd name="T46" fmla="*/ 20 w 398"/>
                <a:gd name="T47" fmla="*/ 284 h 397"/>
                <a:gd name="T48" fmla="*/ 12 w 398"/>
                <a:gd name="T49" fmla="*/ 264 h 397"/>
                <a:gd name="T50" fmla="*/ 12 w 398"/>
                <a:gd name="T51" fmla="*/ 133 h 397"/>
                <a:gd name="T52" fmla="*/ 20 w 398"/>
                <a:gd name="T53" fmla="*/ 113 h 397"/>
                <a:gd name="T54" fmla="*/ 113 w 398"/>
                <a:gd name="T55" fmla="*/ 20 h 397"/>
                <a:gd name="T56" fmla="*/ 133 w 398"/>
                <a:gd name="T57" fmla="*/ 11 h 397"/>
                <a:gd name="T58" fmla="*/ 265 w 398"/>
                <a:gd name="T59" fmla="*/ 11 h 397"/>
                <a:gd name="T60" fmla="*/ 285 w 398"/>
                <a:gd name="T61" fmla="*/ 20 h 397"/>
                <a:gd name="T62" fmla="*/ 378 w 398"/>
                <a:gd name="T63" fmla="*/ 113 h 397"/>
                <a:gd name="T64" fmla="*/ 386 w 398"/>
                <a:gd name="T65" fmla="*/ 133 h 397"/>
                <a:gd name="T66" fmla="*/ 386 w 398"/>
                <a:gd name="T67" fmla="*/ 264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8" h="397">
                  <a:moveTo>
                    <a:pt x="390" y="108"/>
                  </a:moveTo>
                  <a:cubicBezTo>
                    <a:pt x="290" y="8"/>
                    <a:pt x="290" y="8"/>
                    <a:pt x="290" y="8"/>
                  </a:cubicBezTo>
                  <a:cubicBezTo>
                    <a:pt x="285" y="3"/>
                    <a:pt x="276" y="0"/>
                    <a:pt x="270" y="0"/>
                  </a:cubicBezTo>
                  <a:cubicBezTo>
                    <a:pt x="129" y="0"/>
                    <a:pt x="129" y="0"/>
                    <a:pt x="129" y="0"/>
                  </a:cubicBezTo>
                  <a:cubicBezTo>
                    <a:pt x="122" y="0"/>
                    <a:pt x="113" y="3"/>
                    <a:pt x="108" y="8"/>
                  </a:cubicBezTo>
                  <a:cubicBezTo>
                    <a:pt x="9" y="108"/>
                    <a:pt x="9" y="108"/>
                    <a:pt x="9" y="108"/>
                  </a:cubicBezTo>
                  <a:cubicBezTo>
                    <a:pt x="4" y="112"/>
                    <a:pt x="0" y="121"/>
                    <a:pt x="0" y="128"/>
                  </a:cubicBezTo>
                  <a:cubicBezTo>
                    <a:pt x="0" y="269"/>
                    <a:pt x="0" y="269"/>
                    <a:pt x="0" y="269"/>
                  </a:cubicBezTo>
                  <a:cubicBezTo>
                    <a:pt x="0" y="276"/>
                    <a:pt x="4" y="285"/>
                    <a:pt x="9" y="289"/>
                  </a:cubicBezTo>
                  <a:cubicBezTo>
                    <a:pt x="108" y="389"/>
                    <a:pt x="108" y="389"/>
                    <a:pt x="108" y="389"/>
                  </a:cubicBezTo>
                  <a:cubicBezTo>
                    <a:pt x="113" y="394"/>
                    <a:pt x="122" y="397"/>
                    <a:pt x="129" y="397"/>
                  </a:cubicBezTo>
                  <a:cubicBezTo>
                    <a:pt x="270" y="397"/>
                    <a:pt x="270" y="397"/>
                    <a:pt x="270" y="397"/>
                  </a:cubicBezTo>
                  <a:cubicBezTo>
                    <a:pt x="276" y="397"/>
                    <a:pt x="285" y="394"/>
                    <a:pt x="290" y="389"/>
                  </a:cubicBezTo>
                  <a:cubicBezTo>
                    <a:pt x="390" y="289"/>
                    <a:pt x="390" y="289"/>
                    <a:pt x="390" y="289"/>
                  </a:cubicBezTo>
                  <a:cubicBezTo>
                    <a:pt x="394" y="285"/>
                    <a:pt x="398" y="276"/>
                    <a:pt x="398" y="269"/>
                  </a:cubicBezTo>
                  <a:cubicBezTo>
                    <a:pt x="398" y="128"/>
                    <a:pt x="398" y="128"/>
                    <a:pt x="398" y="128"/>
                  </a:cubicBezTo>
                  <a:cubicBezTo>
                    <a:pt x="398" y="121"/>
                    <a:pt x="394" y="112"/>
                    <a:pt x="390" y="108"/>
                  </a:cubicBezTo>
                  <a:close/>
                  <a:moveTo>
                    <a:pt x="386" y="264"/>
                  </a:moveTo>
                  <a:cubicBezTo>
                    <a:pt x="386" y="271"/>
                    <a:pt x="383" y="280"/>
                    <a:pt x="378" y="284"/>
                  </a:cubicBezTo>
                  <a:cubicBezTo>
                    <a:pt x="285" y="377"/>
                    <a:pt x="285" y="377"/>
                    <a:pt x="285" y="377"/>
                  </a:cubicBezTo>
                  <a:cubicBezTo>
                    <a:pt x="280" y="382"/>
                    <a:pt x="271" y="386"/>
                    <a:pt x="265" y="386"/>
                  </a:cubicBezTo>
                  <a:cubicBezTo>
                    <a:pt x="133" y="386"/>
                    <a:pt x="133" y="386"/>
                    <a:pt x="133" y="386"/>
                  </a:cubicBezTo>
                  <a:cubicBezTo>
                    <a:pt x="127" y="386"/>
                    <a:pt x="118" y="382"/>
                    <a:pt x="113" y="377"/>
                  </a:cubicBezTo>
                  <a:cubicBezTo>
                    <a:pt x="20" y="284"/>
                    <a:pt x="20" y="284"/>
                    <a:pt x="20" y="284"/>
                  </a:cubicBezTo>
                  <a:cubicBezTo>
                    <a:pt x="16" y="280"/>
                    <a:pt x="12" y="271"/>
                    <a:pt x="12" y="264"/>
                  </a:cubicBezTo>
                  <a:cubicBezTo>
                    <a:pt x="12" y="133"/>
                    <a:pt x="12" y="133"/>
                    <a:pt x="12" y="133"/>
                  </a:cubicBezTo>
                  <a:cubicBezTo>
                    <a:pt x="12" y="126"/>
                    <a:pt x="16" y="117"/>
                    <a:pt x="20" y="113"/>
                  </a:cubicBezTo>
                  <a:cubicBezTo>
                    <a:pt x="113" y="20"/>
                    <a:pt x="113" y="20"/>
                    <a:pt x="113" y="20"/>
                  </a:cubicBezTo>
                  <a:cubicBezTo>
                    <a:pt x="118" y="15"/>
                    <a:pt x="127" y="11"/>
                    <a:pt x="133" y="11"/>
                  </a:cubicBezTo>
                  <a:cubicBezTo>
                    <a:pt x="265" y="11"/>
                    <a:pt x="265" y="11"/>
                    <a:pt x="265" y="11"/>
                  </a:cubicBezTo>
                  <a:cubicBezTo>
                    <a:pt x="271" y="11"/>
                    <a:pt x="280" y="15"/>
                    <a:pt x="285" y="20"/>
                  </a:cubicBezTo>
                  <a:cubicBezTo>
                    <a:pt x="378" y="113"/>
                    <a:pt x="378" y="113"/>
                    <a:pt x="378" y="113"/>
                  </a:cubicBezTo>
                  <a:cubicBezTo>
                    <a:pt x="383" y="117"/>
                    <a:pt x="386" y="126"/>
                    <a:pt x="386" y="133"/>
                  </a:cubicBezTo>
                  <a:lnTo>
                    <a:pt x="386" y="264"/>
                  </a:lnTo>
                  <a:close/>
                </a:path>
              </a:pathLst>
            </a:custGeom>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0" name="Group 39">
            <a:extLst>
              <a:ext uri="{FF2B5EF4-FFF2-40B4-BE49-F238E27FC236}">
                <a16:creationId xmlns:a16="http://schemas.microsoft.com/office/drawing/2014/main" id="{36EA813C-D791-4A2D-902B-ECF29552F951}"/>
              </a:ext>
            </a:extLst>
          </p:cNvPr>
          <p:cNvGrpSpPr/>
          <p:nvPr/>
        </p:nvGrpSpPr>
        <p:grpSpPr>
          <a:xfrm>
            <a:off x="3509963" y="1641475"/>
            <a:ext cx="2058988" cy="2058988"/>
            <a:chOff x="3509963" y="1641475"/>
            <a:chExt cx="2058988" cy="2058988"/>
          </a:xfrm>
          <a:effectLst>
            <a:outerShdw blurRad="177800" dist="101600" dir="2700000" algn="tl" rotWithShape="0">
              <a:prstClr val="black">
                <a:alpha val="34000"/>
              </a:prstClr>
            </a:outerShdw>
          </a:effectLst>
        </p:grpSpPr>
        <p:sp>
          <p:nvSpPr>
            <p:cNvPr id="29" name="Freeform 26">
              <a:extLst>
                <a:ext uri="{FF2B5EF4-FFF2-40B4-BE49-F238E27FC236}">
                  <a16:creationId xmlns:a16="http://schemas.microsoft.com/office/drawing/2014/main" id="{C6CCB5FE-C480-4272-9834-50C31BABA16A}"/>
                </a:ext>
              </a:extLst>
            </p:cNvPr>
            <p:cNvSpPr>
              <a:spLocks noEditPoints="1"/>
            </p:cNvSpPr>
            <p:nvPr/>
          </p:nvSpPr>
          <p:spPr bwMode="auto">
            <a:xfrm>
              <a:off x="3509963" y="1641475"/>
              <a:ext cx="2058988" cy="2058988"/>
            </a:xfrm>
            <a:custGeom>
              <a:avLst/>
              <a:gdLst>
                <a:gd name="T0" fmla="*/ 505 w 513"/>
                <a:gd name="T1" fmla="*/ 141 h 512"/>
                <a:gd name="T2" fmla="*/ 371 w 513"/>
                <a:gd name="T3" fmla="*/ 8 h 512"/>
                <a:gd name="T4" fmla="*/ 351 w 513"/>
                <a:gd name="T5" fmla="*/ 0 h 512"/>
                <a:gd name="T6" fmla="*/ 162 w 513"/>
                <a:gd name="T7" fmla="*/ 0 h 512"/>
                <a:gd name="T8" fmla="*/ 142 w 513"/>
                <a:gd name="T9" fmla="*/ 8 h 512"/>
                <a:gd name="T10" fmla="*/ 9 w 513"/>
                <a:gd name="T11" fmla="*/ 141 h 512"/>
                <a:gd name="T12" fmla="*/ 0 w 513"/>
                <a:gd name="T13" fmla="*/ 162 h 512"/>
                <a:gd name="T14" fmla="*/ 0 w 513"/>
                <a:gd name="T15" fmla="*/ 350 h 512"/>
                <a:gd name="T16" fmla="*/ 9 w 513"/>
                <a:gd name="T17" fmla="*/ 371 h 512"/>
                <a:gd name="T18" fmla="*/ 142 w 513"/>
                <a:gd name="T19" fmla="*/ 504 h 512"/>
                <a:gd name="T20" fmla="*/ 162 w 513"/>
                <a:gd name="T21" fmla="*/ 512 h 512"/>
                <a:gd name="T22" fmla="*/ 351 w 513"/>
                <a:gd name="T23" fmla="*/ 512 h 512"/>
                <a:gd name="T24" fmla="*/ 371 w 513"/>
                <a:gd name="T25" fmla="*/ 504 h 512"/>
                <a:gd name="T26" fmla="*/ 505 w 513"/>
                <a:gd name="T27" fmla="*/ 371 h 512"/>
                <a:gd name="T28" fmla="*/ 513 w 513"/>
                <a:gd name="T29" fmla="*/ 350 h 512"/>
                <a:gd name="T30" fmla="*/ 513 w 513"/>
                <a:gd name="T31" fmla="*/ 162 h 512"/>
                <a:gd name="T32" fmla="*/ 505 w 513"/>
                <a:gd name="T33" fmla="*/ 141 h 512"/>
                <a:gd name="T34" fmla="*/ 444 w 513"/>
                <a:gd name="T35" fmla="*/ 322 h 512"/>
                <a:gd name="T36" fmla="*/ 435 w 513"/>
                <a:gd name="T37" fmla="*/ 342 h 512"/>
                <a:gd name="T38" fmla="*/ 342 w 513"/>
                <a:gd name="T39" fmla="*/ 435 h 512"/>
                <a:gd name="T40" fmla="*/ 322 w 513"/>
                <a:gd name="T41" fmla="*/ 443 h 512"/>
                <a:gd name="T42" fmla="*/ 191 w 513"/>
                <a:gd name="T43" fmla="*/ 443 h 512"/>
                <a:gd name="T44" fmla="*/ 171 w 513"/>
                <a:gd name="T45" fmla="*/ 435 h 512"/>
                <a:gd name="T46" fmla="*/ 78 w 513"/>
                <a:gd name="T47" fmla="*/ 342 h 512"/>
                <a:gd name="T48" fmla="*/ 69 w 513"/>
                <a:gd name="T49" fmla="*/ 322 h 512"/>
                <a:gd name="T50" fmla="*/ 69 w 513"/>
                <a:gd name="T51" fmla="*/ 190 h 512"/>
                <a:gd name="T52" fmla="*/ 78 w 513"/>
                <a:gd name="T53" fmla="*/ 170 h 512"/>
                <a:gd name="T54" fmla="*/ 171 w 513"/>
                <a:gd name="T55" fmla="*/ 77 h 512"/>
                <a:gd name="T56" fmla="*/ 191 w 513"/>
                <a:gd name="T57" fmla="*/ 69 h 512"/>
                <a:gd name="T58" fmla="*/ 322 w 513"/>
                <a:gd name="T59" fmla="*/ 69 h 512"/>
                <a:gd name="T60" fmla="*/ 342 w 513"/>
                <a:gd name="T61" fmla="*/ 77 h 512"/>
                <a:gd name="T62" fmla="*/ 435 w 513"/>
                <a:gd name="T63" fmla="*/ 170 h 512"/>
                <a:gd name="T64" fmla="*/ 444 w 513"/>
                <a:gd name="T65" fmla="*/ 190 h 512"/>
                <a:gd name="T66" fmla="*/ 444 w 513"/>
                <a:gd name="T67" fmla="*/ 32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3" h="512">
                  <a:moveTo>
                    <a:pt x="505" y="141"/>
                  </a:moveTo>
                  <a:cubicBezTo>
                    <a:pt x="371" y="8"/>
                    <a:pt x="371" y="8"/>
                    <a:pt x="371" y="8"/>
                  </a:cubicBezTo>
                  <a:cubicBezTo>
                    <a:pt x="367" y="3"/>
                    <a:pt x="358" y="0"/>
                    <a:pt x="351" y="0"/>
                  </a:cubicBezTo>
                  <a:cubicBezTo>
                    <a:pt x="162" y="0"/>
                    <a:pt x="162" y="0"/>
                    <a:pt x="162" y="0"/>
                  </a:cubicBezTo>
                  <a:cubicBezTo>
                    <a:pt x="156" y="0"/>
                    <a:pt x="147" y="3"/>
                    <a:pt x="142" y="8"/>
                  </a:cubicBezTo>
                  <a:cubicBezTo>
                    <a:pt x="9" y="141"/>
                    <a:pt x="9" y="141"/>
                    <a:pt x="9" y="141"/>
                  </a:cubicBezTo>
                  <a:cubicBezTo>
                    <a:pt x="4" y="146"/>
                    <a:pt x="0" y="155"/>
                    <a:pt x="0" y="162"/>
                  </a:cubicBezTo>
                  <a:cubicBezTo>
                    <a:pt x="0" y="350"/>
                    <a:pt x="0" y="350"/>
                    <a:pt x="0" y="350"/>
                  </a:cubicBezTo>
                  <a:cubicBezTo>
                    <a:pt x="0" y="357"/>
                    <a:pt x="4" y="366"/>
                    <a:pt x="9" y="371"/>
                  </a:cubicBezTo>
                  <a:cubicBezTo>
                    <a:pt x="142" y="504"/>
                    <a:pt x="142" y="504"/>
                    <a:pt x="142" y="504"/>
                  </a:cubicBezTo>
                  <a:cubicBezTo>
                    <a:pt x="147" y="509"/>
                    <a:pt x="156" y="512"/>
                    <a:pt x="162" y="512"/>
                  </a:cubicBezTo>
                  <a:cubicBezTo>
                    <a:pt x="351" y="512"/>
                    <a:pt x="351" y="512"/>
                    <a:pt x="351" y="512"/>
                  </a:cubicBezTo>
                  <a:cubicBezTo>
                    <a:pt x="358" y="512"/>
                    <a:pt x="367" y="509"/>
                    <a:pt x="371" y="504"/>
                  </a:cubicBezTo>
                  <a:cubicBezTo>
                    <a:pt x="505" y="371"/>
                    <a:pt x="505" y="371"/>
                    <a:pt x="505" y="371"/>
                  </a:cubicBezTo>
                  <a:cubicBezTo>
                    <a:pt x="509" y="366"/>
                    <a:pt x="513" y="357"/>
                    <a:pt x="513" y="350"/>
                  </a:cubicBezTo>
                  <a:cubicBezTo>
                    <a:pt x="513" y="162"/>
                    <a:pt x="513" y="162"/>
                    <a:pt x="513" y="162"/>
                  </a:cubicBezTo>
                  <a:cubicBezTo>
                    <a:pt x="513" y="155"/>
                    <a:pt x="509" y="146"/>
                    <a:pt x="505" y="141"/>
                  </a:cubicBezTo>
                  <a:close/>
                  <a:moveTo>
                    <a:pt x="444" y="322"/>
                  </a:moveTo>
                  <a:cubicBezTo>
                    <a:pt x="444" y="328"/>
                    <a:pt x="440" y="337"/>
                    <a:pt x="435" y="342"/>
                  </a:cubicBezTo>
                  <a:cubicBezTo>
                    <a:pt x="342" y="435"/>
                    <a:pt x="342" y="435"/>
                    <a:pt x="342" y="435"/>
                  </a:cubicBezTo>
                  <a:cubicBezTo>
                    <a:pt x="338" y="439"/>
                    <a:pt x="329" y="443"/>
                    <a:pt x="322" y="443"/>
                  </a:cubicBezTo>
                  <a:cubicBezTo>
                    <a:pt x="191" y="443"/>
                    <a:pt x="191" y="443"/>
                    <a:pt x="191" y="443"/>
                  </a:cubicBezTo>
                  <a:cubicBezTo>
                    <a:pt x="184" y="443"/>
                    <a:pt x="175" y="439"/>
                    <a:pt x="171" y="435"/>
                  </a:cubicBezTo>
                  <a:cubicBezTo>
                    <a:pt x="78" y="342"/>
                    <a:pt x="78" y="342"/>
                    <a:pt x="78" y="342"/>
                  </a:cubicBezTo>
                  <a:cubicBezTo>
                    <a:pt x="73" y="337"/>
                    <a:pt x="69" y="328"/>
                    <a:pt x="69" y="322"/>
                  </a:cubicBezTo>
                  <a:cubicBezTo>
                    <a:pt x="69" y="190"/>
                    <a:pt x="69" y="190"/>
                    <a:pt x="69" y="190"/>
                  </a:cubicBezTo>
                  <a:cubicBezTo>
                    <a:pt x="69" y="184"/>
                    <a:pt x="73" y="175"/>
                    <a:pt x="78" y="170"/>
                  </a:cubicBezTo>
                  <a:cubicBezTo>
                    <a:pt x="171" y="77"/>
                    <a:pt x="171" y="77"/>
                    <a:pt x="171" y="77"/>
                  </a:cubicBezTo>
                  <a:cubicBezTo>
                    <a:pt x="175" y="73"/>
                    <a:pt x="184" y="69"/>
                    <a:pt x="191" y="69"/>
                  </a:cubicBezTo>
                  <a:cubicBezTo>
                    <a:pt x="322" y="69"/>
                    <a:pt x="322" y="69"/>
                    <a:pt x="322" y="69"/>
                  </a:cubicBezTo>
                  <a:cubicBezTo>
                    <a:pt x="329" y="69"/>
                    <a:pt x="338" y="73"/>
                    <a:pt x="342" y="77"/>
                  </a:cubicBezTo>
                  <a:cubicBezTo>
                    <a:pt x="435" y="170"/>
                    <a:pt x="435" y="170"/>
                    <a:pt x="435" y="170"/>
                  </a:cubicBezTo>
                  <a:cubicBezTo>
                    <a:pt x="440" y="175"/>
                    <a:pt x="444" y="184"/>
                    <a:pt x="444" y="190"/>
                  </a:cubicBezTo>
                  <a:lnTo>
                    <a:pt x="444" y="322"/>
                  </a:lnTo>
                  <a:close/>
                </a:path>
              </a:pathLst>
            </a:cu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7">
              <a:extLst>
                <a:ext uri="{FF2B5EF4-FFF2-40B4-BE49-F238E27FC236}">
                  <a16:creationId xmlns:a16="http://schemas.microsoft.com/office/drawing/2014/main" id="{C7BDE01E-3015-4A80-9041-9F11E3B71C4F}"/>
                </a:ext>
              </a:extLst>
            </p:cNvPr>
            <p:cNvSpPr>
              <a:spLocks noEditPoints="1"/>
            </p:cNvSpPr>
            <p:nvPr/>
          </p:nvSpPr>
          <p:spPr bwMode="auto">
            <a:xfrm>
              <a:off x="3743326" y="1871663"/>
              <a:ext cx="1597025" cy="1600200"/>
            </a:xfrm>
            <a:custGeom>
              <a:avLst/>
              <a:gdLst>
                <a:gd name="T0" fmla="*/ 389 w 398"/>
                <a:gd name="T1" fmla="*/ 108 h 398"/>
                <a:gd name="T2" fmla="*/ 289 w 398"/>
                <a:gd name="T3" fmla="*/ 8 h 398"/>
                <a:gd name="T4" fmla="*/ 269 w 398"/>
                <a:gd name="T5" fmla="*/ 0 h 398"/>
                <a:gd name="T6" fmla="*/ 128 w 398"/>
                <a:gd name="T7" fmla="*/ 0 h 398"/>
                <a:gd name="T8" fmla="*/ 108 w 398"/>
                <a:gd name="T9" fmla="*/ 8 h 398"/>
                <a:gd name="T10" fmla="*/ 8 w 398"/>
                <a:gd name="T11" fmla="*/ 108 h 398"/>
                <a:gd name="T12" fmla="*/ 0 w 398"/>
                <a:gd name="T13" fmla="*/ 128 h 398"/>
                <a:gd name="T14" fmla="*/ 0 w 398"/>
                <a:gd name="T15" fmla="*/ 270 h 398"/>
                <a:gd name="T16" fmla="*/ 8 w 398"/>
                <a:gd name="T17" fmla="*/ 290 h 398"/>
                <a:gd name="T18" fmla="*/ 108 w 398"/>
                <a:gd name="T19" fmla="*/ 390 h 398"/>
                <a:gd name="T20" fmla="*/ 128 w 398"/>
                <a:gd name="T21" fmla="*/ 398 h 398"/>
                <a:gd name="T22" fmla="*/ 269 w 398"/>
                <a:gd name="T23" fmla="*/ 398 h 398"/>
                <a:gd name="T24" fmla="*/ 289 w 398"/>
                <a:gd name="T25" fmla="*/ 390 h 398"/>
                <a:gd name="T26" fmla="*/ 389 w 398"/>
                <a:gd name="T27" fmla="*/ 290 h 398"/>
                <a:gd name="T28" fmla="*/ 398 w 398"/>
                <a:gd name="T29" fmla="*/ 270 h 398"/>
                <a:gd name="T30" fmla="*/ 398 w 398"/>
                <a:gd name="T31" fmla="*/ 128 h 398"/>
                <a:gd name="T32" fmla="*/ 389 w 398"/>
                <a:gd name="T33" fmla="*/ 108 h 398"/>
                <a:gd name="T34" fmla="*/ 386 w 398"/>
                <a:gd name="T35" fmla="*/ 265 h 398"/>
                <a:gd name="T36" fmla="*/ 377 w 398"/>
                <a:gd name="T37" fmla="*/ 285 h 398"/>
                <a:gd name="T38" fmla="*/ 284 w 398"/>
                <a:gd name="T39" fmla="*/ 378 h 398"/>
                <a:gd name="T40" fmla="*/ 264 w 398"/>
                <a:gd name="T41" fmla="*/ 386 h 398"/>
                <a:gd name="T42" fmla="*/ 133 w 398"/>
                <a:gd name="T43" fmla="*/ 386 h 398"/>
                <a:gd name="T44" fmla="*/ 113 w 398"/>
                <a:gd name="T45" fmla="*/ 378 h 398"/>
                <a:gd name="T46" fmla="*/ 20 w 398"/>
                <a:gd name="T47" fmla="*/ 285 h 398"/>
                <a:gd name="T48" fmla="*/ 11 w 398"/>
                <a:gd name="T49" fmla="*/ 265 h 398"/>
                <a:gd name="T50" fmla="*/ 11 w 398"/>
                <a:gd name="T51" fmla="*/ 133 h 398"/>
                <a:gd name="T52" fmla="*/ 20 w 398"/>
                <a:gd name="T53" fmla="*/ 113 h 398"/>
                <a:gd name="T54" fmla="*/ 113 w 398"/>
                <a:gd name="T55" fmla="*/ 20 h 398"/>
                <a:gd name="T56" fmla="*/ 133 w 398"/>
                <a:gd name="T57" fmla="*/ 12 h 398"/>
                <a:gd name="T58" fmla="*/ 264 w 398"/>
                <a:gd name="T59" fmla="*/ 12 h 398"/>
                <a:gd name="T60" fmla="*/ 284 w 398"/>
                <a:gd name="T61" fmla="*/ 20 h 398"/>
                <a:gd name="T62" fmla="*/ 377 w 398"/>
                <a:gd name="T63" fmla="*/ 113 h 398"/>
                <a:gd name="T64" fmla="*/ 386 w 398"/>
                <a:gd name="T65" fmla="*/ 133 h 398"/>
                <a:gd name="T66" fmla="*/ 386 w 398"/>
                <a:gd name="T67" fmla="*/ 26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8" h="398">
                  <a:moveTo>
                    <a:pt x="389" y="108"/>
                  </a:moveTo>
                  <a:cubicBezTo>
                    <a:pt x="289" y="8"/>
                    <a:pt x="289" y="8"/>
                    <a:pt x="289" y="8"/>
                  </a:cubicBezTo>
                  <a:cubicBezTo>
                    <a:pt x="285" y="4"/>
                    <a:pt x="276" y="0"/>
                    <a:pt x="269" y="0"/>
                  </a:cubicBezTo>
                  <a:cubicBezTo>
                    <a:pt x="128" y="0"/>
                    <a:pt x="128" y="0"/>
                    <a:pt x="128" y="0"/>
                  </a:cubicBezTo>
                  <a:cubicBezTo>
                    <a:pt x="121" y="0"/>
                    <a:pt x="112" y="4"/>
                    <a:pt x="108" y="8"/>
                  </a:cubicBezTo>
                  <a:cubicBezTo>
                    <a:pt x="8" y="108"/>
                    <a:pt x="8" y="108"/>
                    <a:pt x="8" y="108"/>
                  </a:cubicBezTo>
                  <a:cubicBezTo>
                    <a:pt x="3" y="113"/>
                    <a:pt x="0" y="122"/>
                    <a:pt x="0" y="128"/>
                  </a:cubicBezTo>
                  <a:cubicBezTo>
                    <a:pt x="0" y="270"/>
                    <a:pt x="0" y="270"/>
                    <a:pt x="0" y="270"/>
                  </a:cubicBezTo>
                  <a:cubicBezTo>
                    <a:pt x="0" y="276"/>
                    <a:pt x="3" y="285"/>
                    <a:pt x="8" y="290"/>
                  </a:cubicBezTo>
                  <a:cubicBezTo>
                    <a:pt x="108" y="390"/>
                    <a:pt x="108" y="390"/>
                    <a:pt x="108" y="390"/>
                  </a:cubicBezTo>
                  <a:cubicBezTo>
                    <a:pt x="112" y="394"/>
                    <a:pt x="121" y="398"/>
                    <a:pt x="128" y="398"/>
                  </a:cubicBezTo>
                  <a:cubicBezTo>
                    <a:pt x="269" y="398"/>
                    <a:pt x="269" y="398"/>
                    <a:pt x="269" y="398"/>
                  </a:cubicBezTo>
                  <a:cubicBezTo>
                    <a:pt x="276" y="398"/>
                    <a:pt x="285" y="394"/>
                    <a:pt x="289" y="390"/>
                  </a:cubicBezTo>
                  <a:cubicBezTo>
                    <a:pt x="389" y="290"/>
                    <a:pt x="389" y="290"/>
                    <a:pt x="389" y="290"/>
                  </a:cubicBezTo>
                  <a:cubicBezTo>
                    <a:pt x="394" y="285"/>
                    <a:pt x="398" y="276"/>
                    <a:pt x="398" y="270"/>
                  </a:cubicBezTo>
                  <a:cubicBezTo>
                    <a:pt x="398" y="128"/>
                    <a:pt x="398" y="128"/>
                    <a:pt x="398" y="128"/>
                  </a:cubicBezTo>
                  <a:cubicBezTo>
                    <a:pt x="398" y="122"/>
                    <a:pt x="394" y="113"/>
                    <a:pt x="389" y="108"/>
                  </a:cubicBezTo>
                  <a:close/>
                  <a:moveTo>
                    <a:pt x="386" y="265"/>
                  </a:moveTo>
                  <a:cubicBezTo>
                    <a:pt x="386" y="271"/>
                    <a:pt x="382" y="280"/>
                    <a:pt x="377" y="285"/>
                  </a:cubicBezTo>
                  <a:cubicBezTo>
                    <a:pt x="284" y="378"/>
                    <a:pt x="284" y="378"/>
                    <a:pt x="284" y="378"/>
                  </a:cubicBezTo>
                  <a:cubicBezTo>
                    <a:pt x="280" y="382"/>
                    <a:pt x="271" y="386"/>
                    <a:pt x="264" y="386"/>
                  </a:cubicBezTo>
                  <a:cubicBezTo>
                    <a:pt x="133" y="386"/>
                    <a:pt x="133" y="386"/>
                    <a:pt x="133" y="386"/>
                  </a:cubicBezTo>
                  <a:cubicBezTo>
                    <a:pt x="126" y="386"/>
                    <a:pt x="117" y="382"/>
                    <a:pt x="113" y="378"/>
                  </a:cubicBezTo>
                  <a:cubicBezTo>
                    <a:pt x="20" y="285"/>
                    <a:pt x="20" y="285"/>
                    <a:pt x="20" y="285"/>
                  </a:cubicBezTo>
                  <a:cubicBezTo>
                    <a:pt x="15" y="280"/>
                    <a:pt x="11" y="271"/>
                    <a:pt x="11" y="265"/>
                  </a:cubicBezTo>
                  <a:cubicBezTo>
                    <a:pt x="11" y="133"/>
                    <a:pt x="11" y="133"/>
                    <a:pt x="11" y="133"/>
                  </a:cubicBezTo>
                  <a:cubicBezTo>
                    <a:pt x="11" y="127"/>
                    <a:pt x="15" y="118"/>
                    <a:pt x="20" y="113"/>
                  </a:cubicBezTo>
                  <a:cubicBezTo>
                    <a:pt x="113" y="20"/>
                    <a:pt x="113" y="20"/>
                    <a:pt x="113" y="20"/>
                  </a:cubicBezTo>
                  <a:cubicBezTo>
                    <a:pt x="117" y="16"/>
                    <a:pt x="126" y="12"/>
                    <a:pt x="133" y="12"/>
                  </a:cubicBezTo>
                  <a:cubicBezTo>
                    <a:pt x="264" y="12"/>
                    <a:pt x="264" y="12"/>
                    <a:pt x="264" y="12"/>
                  </a:cubicBezTo>
                  <a:cubicBezTo>
                    <a:pt x="271" y="12"/>
                    <a:pt x="280" y="16"/>
                    <a:pt x="284" y="20"/>
                  </a:cubicBezTo>
                  <a:cubicBezTo>
                    <a:pt x="377" y="113"/>
                    <a:pt x="377" y="113"/>
                    <a:pt x="377" y="113"/>
                  </a:cubicBezTo>
                  <a:cubicBezTo>
                    <a:pt x="382" y="118"/>
                    <a:pt x="386" y="127"/>
                    <a:pt x="386" y="133"/>
                  </a:cubicBezTo>
                  <a:lnTo>
                    <a:pt x="386" y="265"/>
                  </a:lnTo>
                  <a:close/>
                </a:path>
              </a:pathLst>
            </a:cu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8" name="Group 37">
            <a:extLst>
              <a:ext uri="{FF2B5EF4-FFF2-40B4-BE49-F238E27FC236}">
                <a16:creationId xmlns:a16="http://schemas.microsoft.com/office/drawing/2014/main" id="{6183D22B-C22E-4EC8-803B-7310673E5521}"/>
              </a:ext>
            </a:extLst>
          </p:cNvPr>
          <p:cNvGrpSpPr/>
          <p:nvPr/>
        </p:nvGrpSpPr>
        <p:grpSpPr>
          <a:xfrm>
            <a:off x="1930401" y="3157538"/>
            <a:ext cx="2057400" cy="2062163"/>
            <a:chOff x="1930401" y="3157538"/>
            <a:chExt cx="2057400" cy="2062163"/>
          </a:xfrm>
          <a:effectLst>
            <a:outerShdw blurRad="177800" dist="101600" dir="2700000" algn="tl" rotWithShape="0">
              <a:prstClr val="black">
                <a:alpha val="34000"/>
              </a:prstClr>
            </a:outerShdw>
          </a:effectLst>
        </p:grpSpPr>
        <p:sp>
          <p:nvSpPr>
            <p:cNvPr id="31" name="Freeform 28">
              <a:extLst>
                <a:ext uri="{FF2B5EF4-FFF2-40B4-BE49-F238E27FC236}">
                  <a16:creationId xmlns:a16="http://schemas.microsoft.com/office/drawing/2014/main" id="{675B81EA-CECB-48D1-AD5D-1012022F7FB6}"/>
                </a:ext>
              </a:extLst>
            </p:cNvPr>
            <p:cNvSpPr>
              <a:spLocks noEditPoints="1"/>
            </p:cNvSpPr>
            <p:nvPr/>
          </p:nvSpPr>
          <p:spPr bwMode="auto">
            <a:xfrm>
              <a:off x="1930401" y="3157538"/>
              <a:ext cx="2057400" cy="2062163"/>
            </a:xfrm>
            <a:custGeom>
              <a:avLst/>
              <a:gdLst>
                <a:gd name="T0" fmla="*/ 505 w 513"/>
                <a:gd name="T1" fmla="*/ 142 h 513"/>
                <a:gd name="T2" fmla="*/ 371 w 513"/>
                <a:gd name="T3" fmla="*/ 8 h 513"/>
                <a:gd name="T4" fmla="*/ 351 w 513"/>
                <a:gd name="T5" fmla="*/ 0 h 513"/>
                <a:gd name="T6" fmla="*/ 162 w 513"/>
                <a:gd name="T7" fmla="*/ 0 h 513"/>
                <a:gd name="T8" fmla="*/ 142 w 513"/>
                <a:gd name="T9" fmla="*/ 8 h 513"/>
                <a:gd name="T10" fmla="*/ 9 w 513"/>
                <a:gd name="T11" fmla="*/ 142 h 513"/>
                <a:gd name="T12" fmla="*/ 0 w 513"/>
                <a:gd name="T13" fmla="*/ 162 h 513"/>
                <a:gd name="T14" fmla="*/ 0 w 513"/>
                <a:gd name="T15" fmla="*/ 351 h 513"/>
                <a:gd name="T16" fmla="*/ 9 w 513"/>
                <a:gd name="T17" fmla="*/ 371 h 513"/>
                <a:gd name="T18" fmla="*/ 142 w 513"/>
                <a:gd name="T19" fmla="*/ 505 h 513"/>
                <a:gd name="T20" fmla="*/ 162 w 513"/>
                <a:gd name="T21" fmla="*/ 513 h 513"/>
                <a:gd name="T22" fmla="*/ 351 w 513"/>
                <a:gd name="T23" fmla="*/ 513 h 513"/>
                <a:gd name="T24" fmla="*/ 371 w 513"/>
                <a:gd name="T25" fmla="*/ 505 h 513"/>
                <a:gd name="T26" fmla="*/ 505 w 513"/>
                <a:gd name="T27" fmla="*/ 371 h 513"/>
                <a:gd name="T28" fmla="*/ 513 w 513"/>
                <a:gd name="T29" fmla="*/ 351 h 513"/>
                <a:gd name="T30" fmla="*/ 513 w 513"/>
                <a:gd name="T31" fmla="*/ 162 h 513"/>
                <a:gd name="T32" fmla="*/ 505 w 513"/>
                <a:gd name="T33" fmla="*/ 142 h 513"/>
                <a:gd name="T34" fmla="*/ 444 w 513"/>
                <a:gd name="T35" fmla="*/ 322 h 513"/>
                <a:gd name="T36" fmla="*/ 436 w 513"/>
                <a:gd name="T37" fmla="*/ 342 h 513"/>
                <a:gd name="T38" fmla="*/ 343 w 513"/>
                <a:gd name="T39" fmla="*/ 435 h 513"/>
                <a:gd name="T40" fmla="*/ 323 w 513"/>
                <a:gd name="T41" fmla="*/ 444 h 513"/>
                <a:gd name="T42" fmla="*/ 191 w 513"/>
                <a:gd name="T43" fmla="*/ 444 h 513"/>
                <a:gd name="T44" fmla="*/ 171 w 513"/>
                <a:gd name="T45" fmla="*/ 435 h 513"/>
                <a:gd name="T46" fmla="*/ 78 w 513"/>
                <a:gd name="T47" fmla="*/ 342 h 513"/>
                <a:gd name="T48" fmla="*/ 70 w 513"/>
                <a:gd name="T49" fmla="*/ 322 h 513"/>
                <a:gd name="T50" fmla="*/ 70 w 513"/>
                <a:gd name="T51" fmla="*/ 191 h 513"/>
                <a:gd name="T52" fmla="*/ 78 w 513"/>
                <a:gd name="T53" fmla="*/ 171 h 513"/>
                <a:gd name="T54" fmla="*/ 171 w 513"/>
                <a:gd name="T55" fmla="*/ 78 h 513"/>
                <a:gd name="T56" fmla="*/ 191 w 513"/>
                <a:gd name="T57" fmla="*/ 69 h 513"/>
                <a:gd name="T58" fmla="*/ 323 w 513"/>
                <a:gd name="T59" fmla="*/ 69 h 513"/>
                <a:gd name="T60" fmla="*/ 343 w 513"/>
                <a:gd name="T61" fmla="*/ 78 h 513"/>
                <a:gd name="T62" fmla="*/ 436 w 513"/>
                <a:gd name="T63" fmla="*/ 171 h 513"/>
                <a:gd name="T64" fmla="*/ 444 w 513"/>
                <a:gd name="T65" fmla="*/ 191 h 513"/>
                <a:gd name="T66" fmla="*/ 444 w 513"/>
                <a:gd name="T67" fmla="*/ 322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3" h="513">
                  <a:moveTo>
                    <a:pt x="505" y="142"/>
                  </a:moveTo>
                  <a:cubicBezTo>
                    <a:pt x="371" y="8"/>
                    <a:pt x="371" y="8"/>
                    <a:pt x="371" y="8"/>
                  </a:cubicBezTo>
                  <a:cubicBezTo>
                    <a:pt x="367" y="4"/>
                    <a:pt x="358" y="0"/>
                    <a:pt x="351" y="0"/>
                  </a:cubicBezTo>
                  <a:cubicBezTo>
                    <a:pt x="162" y="0"/>
                    <a:pt x="162" y="0"/>
                    <a:pt x="162" y="0"/>
                  </a:cubicBezTo>
                  <a:cubicBezTo>
                    <a:pt x="156" y="0"/>
                    <a:pt x="147" y="4"/>
                    <a:pt x="142" y="8"/>
                  </a:cubicBezTo>
                  <a:cubicBezTo>
                    <a:pt x="9" y="142"/>
                    <a:pt x="9" y="142"/>
                    <a:pt x="9" y="142"/>
                  </a:cubicBezTo>
                  <a:cubicBezTo>
                    <a:pt x="4" y="147"/>
                    <a:pt x="0" y="156"/>
                    <a:pt x="0" y="162"/>
                  </a:cubicBezTo>
                  <a:cubicBezTo>
                    <a:pt x="0" y="351"/>
                    <a:pt x="0" y="351"/>
                    <a:pt x="0" y="351"/>
                  </a:cubicBezTo>
                  <a:cubicBezTo>
                    <a:pt x="0" y="357"/>
                    <a:pt x="4" y="366"/>
                    <a:pt x="9" y="371"/>
                  </a:cubicBezTo>
                  <a:cubicBezTo>
                    <a:pt x="142" y="505"/>
                    <a:pt x="142" y="505"/>
                    <a:pt x="142" y="505"/>
                  </a:cubicBezTo>
                  <a:cubicBezTo>
                    <a:pt x="147" y="509"/>
                    <a:pt x="156" y="513"/>
                    <a:pt x="162" y="513"/>
                  </a:cubicBezTo>
                  <a:cubicBezTo>
                    <a:pt x="351" y="513"/>
                    <a:pt x="351" y="513"/>
                    <a:pt x="351" y="513"/>
                  </a:cubicBezTo>
                  <a:cubicBezTo>
                    <a:pt x="358" y="513"/>
                    <a:pt x="367" y="509"/>
                    <a:pt x="371" y="505"/>
                  </a:cubicBezTo>
                  <a:cubicBezTo>
                    <a:pt x="505" y="371"/>
                    <a:pt x="505" y="371"/>
                    <a:pt x="505" y="371"/>
                  </a:cubicBezTo>
                  <a:cubicBezTo>
                    <a:pt x="509" y="366"/>
                    <a:pt x="513" y="357"/>
                    <a:pt x="513" y="351"/>
                  </a:cubicBezTo>
                  <a:cubicBezTo>
                    <a:pt x="513" y="162"/>
                    <a:pt x="513" y="162"/>
                    <a:pt x="513" y="162"/>
                  </a:cubicBezTo>
                  <a:cubicBezTo>
                    <a:pt x="513" y="156"/>
                    <a:pt x="509" y="147"/>
                    <a:pt x="505" y="142"/>
                  </a:cubicBezTo>
                  <a:close/>
                  <a:moveTo>
                    <a:pt x="444" y="322"/>
                  </a:moveTo>
                  <a:cubicBezTo>
                    <a:pt x="444" y="329"/>
                    <a:pt x="440" y="338"/>
                    <a:pt x="436" y="342"/>
                  </a:cubicBezTo>
                  <a:cubicBezTo>
                    <a:pt x="343" y="435"/>
                    <a:pt x="343" y="435"/>
                    <a:pt x="343" y="435"/>
                  </a:cubicBezTo>
                  <a:cubicBezTo>
                    <a:pt x="338" y="440"/>
                    <a:pt x="329" y="444"/>
                    <a:pt x="323" y="444"/>
                  </a:cubicBezTo>
                  <a:cubicBezTo>
                    <a:pt x="191" y="444"/>
                    <a:pt x="191" y="444"/>
                    <a:pt x="191" y="444"/>
                  </a:cubicBezTo>
                  <a:cubicBezTo>
                    <a:pt x="185" y="444"/>
                    <a:pt x="176" y="440"/>
                    <a:pt x="171" y="435"/>
                  </a:cubicBezTo>
                  <a:cubicBezTo>
                    <a:pt x="78" y="342"/>
                    <a:pt x="78" y="342"/>
                    <a:pt x="78" y="342"/>
                  </a:cubicBezTo>
                  <a:cubicBezTo>
                    <a:pt x="73" y="338"/>
                    <a:pt x="70" y="329"/>
                    <a:pt x="70" y="322"/>
                  </a:cubicBezTo>
                  <a:cubicBezTo>
                    <a:pt x="70" y="191"/>
                    <a:pt x="70" y="191"/>
                    <a:pt x="70" y="191"/>
                  </a:cubicBezTo>
                  <a:cubicBezTo>
                    <a:pt x="70" y="184"/>
                    <a:pt x="73" y="175"/>
                    <a:pt x="78" y="171"/>
                  </a:cubicBezTo>
                  <a:cubicBezTo>
                    <a:pt x="171" y="78"/>
                    <a:pt x="171" y="78"/>
                    <a:pt x="171" y="78"/>
                  </a:cubicBezTo>
                  <a:cubicBezTo>
                    <a:pt x="176" y="73"/>
                    <a:pt x="185" y="69"/>
                    <a:pt x="191" y="69"/>
                  </a:cubicBezTo>
                  <a:cubicBezTo>
                    <a:pt x="323" y="69"/>
                    <a:pt x="323" y="69"/>
                    <a:pt x="323" y="69"/>
                  </a:cubicBezTo>
                  <a:cubicBezTo>
                    <a:pt x="329" y="69"/>
                    <a:pt x="338" y="73"/>
                    <a:pt x="343" y="78"/>
                  </a:cubicBezTo>
                  <a:cubicBezTo>
                    <a:pt x="436" y="171"/>
                    <a:pt x="436" y="171"/>
                    <a:pt x="436" y="171"/>
                  </a:cubicBezTo>
                  <a:cubicBezTo>
                    <a:pt x="440" y="175"/>
                    <a:pt x="444" y="184"/>
                    <a:pt x="444" y="191"/>
                  </a:cubicBezTo>
                  <a:lnTo>
                    <a:pt x="444" y="322"/>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29">
              <a:extLst>
                <a:ext uri="{FF2B5EF4-FFF2-40B4-BE49-F238E27FC236}">
                  <a16:creationId xmlns:a16="http://schemas.microsoft.com/office/drawing/2014/main" id="{E28C3732-2029-417F-8F0E-A71CD23D28FB}"/>
                </a:ext>
              </a:extLst>
            </p:cNvPr>
            <p:cNvSpPr>
              <a:spLocks noEditPoints="1"/>
            </p:cNvSpPr>
            <p:nvPr/>
          </p:nvSpPr>
          <p:spPr bwMode="auto">
            <a:xfrm>
              <a:off x="2162176" y="3390900"/>
              <a:ext cx="1597025" cy="1595438"/>
            </a:xfrm>
            <a:custGeom>
              <a:avLst/>
              <a:gdLst>
                <a:gd name="T0" fmla="*/ 389 w 398"/>
                <a:gd name="T1" fmla="*/ 108 h 397"/>
                <a:gd name="T2" fmla="*/ 290 w 398"/>
                <a:gd name="T3" fmla="*/ 8 h 397"/>
                <a:gd name="T4" fmla="*/ 269 w 398"/>
                <a:gd name="T5" fmla="*/ 0 h 397"/>
                <a:gd name="T6" fmla="*/ 128 w 398"/>
                <a:gd name="T7" fmla="*/ 0 h 397"/>
                <a:gd name="T8" fmla="*/ 108 w 398"/>
                <a:gd name="T9" fmla="*/ 8 h 397"/>
                <a:gd name="T10" fmla="*/ 8 w 398"/>
                <a:gd name="T11" fmla="*/ 108 h 397"/>
                <a:gd name="T12" fmla="*/ 0 w 398"/>
                <a:gd name="T13" fmla="*/ 128 h 397"/>
                <a:gd name="T14" fmla="*/ 0 w 398"/>
                <a:gd name="T15" fmla="*/ 269 h 397"/>
                <a:gd name="T16" fmla="*/ 8 w 398"/>
                <a:gd name="T17" fmla="*/ 289 h 397"/>
                <a:gd name="T18" fmla="*/ 108 w 398"/>
                <a:gd name="T19" fmla="*/ 389 h 397"/>
                <a:gd name="T20" fmla="*/ 128 w 398"/>
                <a:gd name="T21" fmla="*/ 397 h 397"/>
                <a:gd name="T22" fmla="*/ 269 w 398"/>
                <a:gd name="T23" fmla="*/ 397 h 397"/>
                <a:gd name="T24" fmla="*/ 290 w 398"/>
                <a:gd name="T25" fmla="*/ 389 h 397"/>
                <a:gd name="T26" fmla="*/ 389 w 398"/>
                <a:gd name="T27" fmla="*/ 289 h 397"/>
                <a:gd name="T28" fmla="*/ 398 w 398"/>
                <a:gd name="T29" fmla="*/ 269 h 397"/>
                <a:gd name="T30" fmla="*/ 398 w 398"/>
                <a:gd name="T31" fmla="*/ 128 h 397"/>
                <a:gd name="T32" fmla="*/ 389 w 398"/>
                <a:gd name="T33" fmla="*/ 108 h 397"/>
                <a:gd name="T34" fmla="*/ 386 w 398"/>
                <a:gd name="T35" fmla="*/ 264 h 397"/>
                <a:gd name="T36" fmla="*/ 378 w 398"/>
                <a:gd name="T37" fmla="*/ 284 h 397"/>
                <a:gd name="T38" fmla="*/ 285 w 398"/>
                <a:gd name="T39" fmla="*/ 377 h 397"/>
                <a:gd name="T40" fmla="*/ 265 w 398"/>
                <a:gd name="T41" fmla="*/ 386 h 397"/>
                <a:gd name="T42" fmla="*/ 133 w 398"/>
                <a:gd name="T43" fmla="*/ 386 h 397"/>
                <a:gd name="T44" fmla="*/ 113 w 398"/>
                <a:gd name="T45" fmla="*/ 377 h 397"/>
                <a:gd name="T46" fmla="*/ 20 w 398"/>
                <a:gd name="T47" fmla="*/ 284 h 397"/>
                <a:gd name="T48" fmla="*/ 12 w 398"/>
                <a:gd name="T49" fmla="*/ 264 h 397"/>
                <a:gd name="T50" fmla="*/ 12 w 398"/>
                <a:gd name="T51" fmla="*/ 133 h 397"/>
                <a:gd name="T52" fmla="*/ 20 w 398"/>
                <a:gd name="T53" fmla="*/ 113 h 397"/>
                <a:gd name="T54" fmla="*/ 113 w 398"/>
                <a:gd name="T55" fmla="*/ 20 h 397"/>
                <a:gd name="T56" fmla="*/ 133 w 398"/>
                <a:gd name="T57" fmla="*/ 11 h 397"/>
                <a:gd name="T58" fmla="*/ 265 w 398"/>
                <a:gd name="T59" fmla="*/ 11 h 397"/>
                <a:gd name="T60" fmla="*/ 285 w 398"/>
                <a:gd name="T61" fmla="*/ 20 h 397"/>
                <a:gd name="T62" fmla="*/ 378 w 398"/>
                <a:gd name="T63" fmla="*/ 113 h 397"/>
                <a:gd name="T64" fmla="*/ 386 w 398"/>
                <a:gd name="T65" fmla="*/ 133 h 397"/>
                <a:gd name="T66" fmla="*/ 386 w 398"/>
                <a:gd name="T67" fmla="*/ 264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8" h="397">
                  <a:moveTo>
                    <a:pt x="389" y="108"/>
                  </a:moveTo>
                  <a:cubicBezTo>
                    <a:pt x="290" y="8"/>
                    <a:pt x="290" y="8"/>
                    <a:pt x="290" y="8"/>
                  </a:cubicBezTo>
                  <a:cubicBezTo>
                    <a:pt x="285" y="3"/>
                    <a:pt x="276" y="0"/>
                    <a:pt x="269" y="0"/>
                  </a:cubicBezTo>
                  <a:cubicBezTo>
                    <a:pt x="128" y="0"/>
                    <a:pt x="128" y="0"/>
                    <a:pt x="128" y="0"/>
                  </a:cubicBezTo>
                  <a:cubicBezTo>
                    <a:pt x="122" y="0"/>
                    <a:pt x="113" y="3"/>
                    <a:pt x="108" y="8"/>
                  </a:cubicBezTo>
                  <a:cubicBezTo>
                    <a:pt x="8" y="108"/>
                    <a:pt x="8" y="108"/>
                    <a:pt x="8" y="108"/>
                  </a:cubicBezTo>
                  <a:cubicBezTo>
                    <a:pt x="4" y="112"/>
                    <a:pt x="0" y="121"/>
                    <a:pt x="0" y="128"/>
                  </a:cubicBezTo>
                  <a:cubicBezTo>
                    <a:pt x="0" y="269"/>
                    <a:pt x="0" y="269"/>
                    <a:pt x="0" y="269"/>
                  </a:cubicBezTo>
                  <a:cubicBezTo>
                    <a:pt x="0" y="276"/>
                    <a:pt x="4" y="285"/>
                    <a:pt x="8" y="289"/>
                  </a:cubicBezTo>
                  <a:cubicBezTo>
                    <a:pt x="108" y="389"/>
                    <a:pt x="108" y="389"/>
                    <a:pt x="108" y="389"/>
                  </a:cubicBezTo>
                  <a:cubicBezTo>
                    <a:pt x="113" y="394"/>
                    <a:pt x="122" y="397"/>
                    <a:pt x="128" y="397"/>
                  </a:cubicBezTo>
                  <a:cubicBezTo>
                    <a:pt x="269" y="397"/>
                    <a:pt x="269" y="397"/>
                    <a:pt x="269" y="397"/>
                  </a:cubicBezTo>
                  <a:cubicBezTo>
                    <a:pt x="276" y="397"/>
                    <a:pt x="285" y="394"/>
                    <a:pt x="290" y="389"/>
                  </a:cubicBezTo>
                  <a:cubicBezTo>
                    <a:pt x="389" y="289"/>
                    <a:pt x="389" y="289"/>
                    <a:pt x="389" y="289"/>
                  </a:cubicBezTo>
                  <a:cubicBezTo>
                    <a:pt x="394" y="285"/>
                    <a:pt x="398" y="276"/>
                    <a:pt x="398" y="269"/>
                  </a:cubicBezTo>
                  <a:cubicBezTo>
                    <a:pt x="398" y="128"/>
                    <a:pt x="398" y="128"/>
                    <a:pt x="398" y="128"/>
                  </a:cubicBezTo>
                  <a:cubicBezTo>
                    <a:pt x="398" y="121"/>
                    <a:pt x="394" y="112"/>
                    <a:pt x="389" y="108"/>
                  </a:cubicBezTo>
                  <a:close/>
                  <a:moveTo>
                    <a:pt x="386" y="264"/>
                  </a:moveTo>
                  <a:cubicBezTo>
                    <a:pt x="386" y="271"/>
                    <a:pt x="382" y="280"/>
                    <a:pt x="378" y="284"/>
                  </a:cubicBezTo>
                  <a:cubicBezTo>
                    <a:pt x="285" y="377"/>
                    <a:pt x="285" y="377"/>
                    <a:pt x="285" y="377"/>
                  </a:cubicBezTo>
                  <a:cubicBezTo>
                    <a:pt x="280" y="382"/>
                    <a:pt x="271" y="386"/>
                    <a:pt x="265" y="386"/>
                  </a:cubicBezTo>
                  <a:cubicBezTo>
                    <a:pt x="133" y="386"/>
                    <a:pt x="133" y="386"/>
                    <a:pt x="133" y="386"/>
                  </a:cubicBezTo>
                  <a:cubicBezTo>
                    <a:pt x="127" y="386"/>
                    <a:pt x="118" y="382"/>
                    <a:pt x="113" y="377"/>
                  </a:cubicBezTo>
                  <a:cubicBezTo>
                    <a:pt x="20" y="284"/>
                    <a:pt x="20" y="284"/>
                    <a:pt x="20" y="284"/>
                  </a:cubicBezTo>
                  <a:cubicBezTo>
                    <a:pt x="15" y="280"/>
                    <a:pt x="12" y="271"/>
                    <a:pt x="12" y="264"/>
                  </a:cubicBezTo>
                  <a:cubicBezTo>
                    <a:pt x="12" y="133"/>
                    <a:pt x="12" y="133"/>
                    <a:pt x="12" y="133"/>
                  </a:cubicBezTo>
                  <a:cubicBezTo>
                    <a:pt x="12" y="126"/>
                    <a:pt x="15" y="117"/>
                    <a:pt x="20" y="113"/>
                  </a:cubicBezTo>
                  <a:cubicBezTo>
                    <a:pt x="113" y="20"/>
                    <a:pt x="113" y="20"/>
                    <a:pt x="113" y="20"/>
                  </a:cubicBezTo>
                  <a:cubicBezTo>
                    <a:pt x="118" y="15"/>
                    <a:pt x="127" y="11"/>
                    <a:pt x="133" y="11"/>
                  </a:cubicBezTo>
                  <a:cubicBezTo>
                    <a:pt x="265" y="11"/>
                    <a:pt x="265" y="11"/>
                    <a:pt x="265" y="11"/>
                  </a:cubicBezTo>
                  <a:cubicBezTo>
                    <a:pt x="271" y="11"/>
                    <a:pt x="280" y="15"/>
                    <a:pt x="285" y="20"/>
                  </a:cubicBezTo>
                  <a:cubicBezTo>
                    <a:pt x="378" y="113"/>
                    <a:pt x="378" y="113"/>
                    <a:pt x="378" y="113"/>
                  </a:cubicBezTo>
                  <a:cubicBezTo>
                    <a:pt x="382" y="117"/>
                    <a:pt x="386" y="126"/>
                    <a:pt x="386" y="133"/>
                  </a:cubicBezTo>
                  <a:lnTo>
                    <a:pt x="386" y="264"/>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3" name="Group 42">
            <a:extLst>
              <a:ext uri="{FF2B5EF4-FFF2-40B4-BE49-F238E27FC236}">
                <a16:creationId xmlns:a16="http://schemas.microsoft.com/office/drawing/2014/main" id="{772F23C4-1C80-4647-8BE5-2AAC5F3AEBBA}"/>
              </a:ext>
            </a:extLst>
          </p:cNvPr>
          <p:cNvGrpSpPr/>
          <p:nvPr/>
        </p:nvGrpSpPr>
        <p:grpSpPr>
          <a:xfrm>
            <a:off x="8212138" y="3157538"/>
            <a:ext cx="2057400" cy="2062163"/>
            <a:chOff x="8212138" y="3157538"/>
            <a:chExt cx="2057400" cy="2062163"/>
          </a:xfrm>
          <a:effectLst>
            <a:outerShdw blurRad="177800" dist="101600" dir="2700000" algn="tl" rotWithShape="0">
              <a:prstClr val="black">
                <a:alpha val="34000"/>
              </a:prstClr>
            </a:outerShdw>
          </a:effectLst>
        </p:grpSpPr>
        <p:sp>
          <p:nvSpPr>
            <p:cNvPr id="23" name="Freeform 20">
              <a:extLst>
                <a:ext uri="{FF2B5EF4-FFF2-40B4-BE49-F238E27FC236}">
                  <a16:creationId xmlns:a16="http://schemas.microsoft.com/office/drawing/2014/main" id="{818A491B-BF33-45A9-9716-56E2DD70D316}"/>
                </a:ext>
              </a:extLst>
            </p:cNvPr>
            <p:cNvSpPr>
              <a:spLocks noEditPoints="1"/>
            </p:cNvSpPr>
            <p:nvPr/>
          </p:nvSpPr>
          <p:spPr bwMode="auto">
            <a:xfrm>
              <a:off x="8212138" y="3157538"/>
              <a:ext cx="2057400" cy="2062163"/>
            </a:xfrm>
            <a:custGeom>
              <a:avLst/>
              <a:gdLst>
                <a:gd name="T0" fmla="*/ 504 w 513"/>
                <a:gd name="T1" fmla="*/ 142 h 513"/>
                <a:gd name="T2" fmla="*/ 371 w 513"/>
                <a:gd name="T3" fmla="*/ 8 h 513"/>
                <a:gd name="T4" fmla="*/ 351 w 513"/>
                <a:gd name="T5" fmla="*/ 0 h 513"/>
                <a:gd name="T6" fmla="*/ 162 w 513"/>
                <a:gd name="T7" fmla="*/ 0 h 513"/>
                <a:gd name="T8" fmla="*/ 142 w 513"/>
                <a:gd name="T9" fmla="*/ 8 h 513"/>
                <a:gd name="T10" fmla="*/ 8 w 513"/>
                <a:gd name="T11" fmla="*/ 142 h 513"/>
                <a:gd name="T12" fmla="*/ 0 w 513"/>
                <a:gd name="T13" fmla="*/ 162 h 513"/>
                <a:gd name="T14" fmla="*/ 0 w 513"/>
                <a:gd name="T15" fmla="*/ 351 h 513"/>
                <a:gd name="T16" fmla="*/ 8 w 513"/>
                <a:gd name="T17" fmla="*/ 371 h 513"/>
                <a:gd name="T18" fmla="*/ 142 w 513"/>
                <a:gd name="T19" fmla="*/ 505 h 513"/>
                <a:gd name="T20" fmla="*/ 162 w 513"/>
                <a:gd name="T21" fmla="*/ 513 h 513"/>
                <a:gd name="T22" fmla="*/ 351 w 513"/>
                <a:gd name="T23" fmla="*/ 513 h 513"/>
                <a:gd name="T24" fmla="*/ 371 w 513"/>
                <a:gd name="T25" fmla="*/ 505 h 513"/>
                <a:gd name="T26" fmla="*/ 504 w 513"/>
                <a:gd name="T27" fmla="*/ 371 h 513"/>
                <a:gd name="T28" fmla="*/ 513 w 513"/>
                <a:gd name="T29" fmla="*/ 351 h 513"/>
                <a:gd name="T30" fmla="*/ 513 w 513"/>
                <a:gd name="T31" fmla="*/ 162 h 513"/>
                <a:gd name="T32" fmla="*/ 504 w 513"/>
                <a:gd name="T33" fmla="*/ 142 h 513"/>
                <a:gd name="T34" fmla="*/ 443 w 513"/>
                <a:gd name="T35" fmla="*/ 322 h 513"/>
                <a:gd name="T36" fmla="*/ 435 w 513"/>
                <a:gd name="T37" fmla="*/ 342 h 513"/>
                <a:gd name="T38" fmla="*/ 342 w 513"/>
                <a:gd name="T39" fmla="*/ 435 h 513"/>
                <a:gd name="T40" fmla="*/ 322 w 513"/>
                <a:gd name="T41" fmla="*/ 444 h 513"/>
                <a:gd name="T42" fmla="*/ 191 w 513"/>
                <a:gd name="T43" fmla="*/ 444 h 513"/>
                <a:gd name="T44" fmla="*/ 170 w 513"/>
                <a:gd name="T45" fmla="*/ 435 h 513"/>
                <a:gd name="T46" fmla="*/ 77 w 513"/>
                <a:gd name="T47" fmla="*/ 342 h 513"/>
                <a:gd name="T48" fmla="*/ 69 w 513"/>
                <a:gd name="T49" fmla="*/ 322 h 513"/>
                <a:gd name="T50" fmla="*/ 69 w 513"/>
                <a:gd name="T51" fmla="*/ 191 h 513"/>
                <a:gd name="T52" fmla="*/ 77 w 513"/>
                <a:gd name="T53" fmla="*/ 171 h 513"/>
                <a:gd name="T54" fmla="*/ 170 w 513"/>
                <a:gd name="T55" fmla="*/ 78 h 513"/>
                <a:gd name="T56" fmla="*/ 191 w 513"/>
                <a:gd name="T57" fmla="*/ 69 h 513"/>
                <a:gd name="T58" fmla="*/ 322 w 513"/>
                <a:gd name="T59" fmla="*/ 69 h 513"/>
                <a:gd name="T60" fmla="*/ 342 w 513"/>
                <a:gd name="T61" fmla="*/ 78 h 513"/>
                <a:gd name="T62" fmla="*/ 435 w 513"/>
                <a:gd name="T63" fmla="*/ 171 h 513"/>
                <a:gd name="T64" fmla="*/ 443 w 513"/>
                <a:gd name="T65" fmla="*/ 191 h 513"/>
                <a:gd name="T66" fmla="*/ 443 w 513"/>
                <a:gd name="T67" fmla="*/ 322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3" h="513">
                  <a:moveTo>
                    <a:pt x="504" y="142"/>
                  </a:moveTo>
                  <a:cubicBezTo>
                    <a:pt x="371" y="8"/>
                    <a:pt x="371" y="8"/>
                    <a:pt x="371" y="8"/>
                  </a:cubicBezTo>
                  <a:cubicBezTo>
                    <a:pt x="366" y="4"/>
                    <a:pt x="357" y="0"/>
                    <a:pt x="351" y="0"/>
                  </a:cubicBezTo>
                  <a:cubicBezTo>
                    <a:pt x="162" y="0"/>
                    <a:pt x="162" y="0"/>
                    <a:pt x="162" y="0"/>
                  </a:cubicBezTo>
                  <a:cubicBezTo>
                    <a:pt x="155" y="0"/>
                    <a:pt x="146" y="4"/>
                    <a:pt x="142" y="8"/>
                  </a:cubicBezTo>
                  <a:cubicBezTo>
                    <a:pt x="8" y="142"/>
                    <a:pt x="8" y="142"/>
                    <a:pt x="8" y="142"/>
                  </a:cubicBezTo>
                  <a:cubicBezTo>
                    <a:pt x="4" y="147"/>
                    <a:pt x="0" y="156"/>
                    <a:pt x="0" y="162"/>
                  </a:cubicBezTo>
                  <a:cubicBezTo>
                    <a:pt x="0" y="351"/>
                    <a:pt x="0" y="351"/>
                    <a:pt x="0" y="351"/>
                  </a:cubicBezTo>
                  <a:cubicBezTo>
                    <a:pt x="0" y="357"/>
                    <a:pt x="4" y="366"/>
                    <a:pt x="8" y="371"/>
                  </a:cubicBezTo>
                  <a:cubicBezTo>
                    <a:pt x="142" y="505"/>
                    <a:pt x="142" y="505"/>
                    <a:pt x="142" y="505"/>
                  </a:cubicBezTo>
                  <a:cubicBezTo>
                    <a:pt x="146" y="509"/>
                    <a:pt x="155" y="513"/>
                    <a:pt x="162" y="513"/>
                  </a:cubicBezTo>
                  <a:cubicBezTo>
                    <a:pt x="351" y="513"/>
                    <a:pt x="351" y="513"/>
                    <a:pt x="351" y="513"/>
                  </a:cubicBezTo>
                  <a:cubicBezTo>
                    <a:pt x="357" y="513"/>
                    <a:pt x="366" y="509"/>
                    <a:pt x="371" y="505"/>
                  </a:cubicBezTo>
                  <a:cubicBezTo>
                    <a:pt x="504" y="371"/>
                    <a:pt x="504" y="371"/>
                    <a:pt x="504" y="371"/>
                  </a:cubicBezTo>
                  <a:cubicBezTo>
                    <a:pt x="509" y="366"/>
                    <a:pt x="513" y="357"/>
                    <a:pt x="513" y="351"/>
                  </a:cubicBezTo>
                  <a:cubicBezTo>
                    <a:pt x="513" y="162"/>
                    <a:pt x="513" y="162"/>
                    <a:pt x="513" y="162"/>
                  </a:cubicBezTo>
                  <a:cubicBezTo>
                    <a:pt x="513" y="156"/>
                    <a:pt x="509" y="147"/>
                    <a:pt x="504" y="142"/>
                  </a:cubicBezTo>
                  <a:close/>
                  <a:moveTo>
                    <a:pt x="443" y="322"/>
                  </a:moveTo>
                  <a:cubicBezTo>
                    <a:pt x="443" y="329"/>
                    <a:pt x="440" y="338"/>
                    <a:pt x="435" y="342"/>
                  </a:cubicBezTo>
                  <a:cubicBezTo>
                    <a:pt x="342" y="435"/>
                    <a:pt x="342" y="435"/>
                    <a:pt x="342" y="435"/>
                  </a:cubicBezTo>
                  <a:cubicBezTo>
                    <a:pt x="338" y="440"/>
                    <a:pt x="328" y="444"/>
                    <a:pt x="322" y="444"/>
                  </a:cubicBezTo>
                  <a:cubicBezTo>
                    <a:pt x="191" y="444"/>
                    <a:pt x="191" y="444"/>
                    <a:pt x="191" y="444"/>
                  </a:cubicBezTo>
                  <a:cubicBezTo>
                    <a:pt x="184" y="444"/>
                    <a:pt x="175" y="440"/>
                    <a:pt x="170" y="435"/>
                  </a:cubicBezTo>
                  <a:cubicBezTo>
                    <a:pt x="77" y="342"/>
                    <a:pt x="77" y="342"/>
                    <a:pt x="77" y="342"/>
                  </a:cubicBezTo>
                  <a:cubicBezTo>
                    <a:pt x="73" y="338"/>
                    <a:pt x="69" y="329"/>
                    <a:pt x="69" y="322"/>
                  </a:cubicBezTo>
                  <a:cubicBezTo>
                    <a:pt x="69" y="191"/>
                    <a:pt x="69" y="191"/>
                    <a:pt x="69" y="191"/>
                  </a:cubicBezTo>
                  <a:cubicBezTo>
                    <a:pt x="69" y="184"/>
                    <a:pt x="73" y="175"/>
                    <a:pt x="77" y="171"/>
                  </a:cubicBezTo>
                  <a:cubicBezTo>
                    <a:pt x="170" y="78"/>
                    <a:pt x="170" y="78"/>
                    <a:pt x="170" y="78"/>
                  </a:cubicBezTo>
                  <a:cubicBezTo>
                    <a:pt x="175" y="73"/>
                    <a:pt x="184" y="69"/>
                    <a:pt x="191" y="69"/>
                  </a:cubicBezTo>
                  <a:cubicBezTo>
                    <a:pt x="322" y="69"/>
                    <a:pt x="322" y="69"/>
                    <a:pt x="322" y="69"/>
                  </a:cubicBezTo>
                  <a:cubicBezTo>
                    <a:pt x="328" y="69"/>
                    <a:pt x="338" y="73"/>
                    <a:pt x="342" y="78"/>
                  </a:cubicBezTo>
                  <a:cubicBezTo>
                    <a:pt x="435" y="171"/>
                    <a:pt x="435" y="171"/>
                    <a:pt x="435" y="171"/>
                  </a:cubicBezTo>
                  <a:cubicBezTo>
                    <a:pt x="440" y="175"/>
                    <a:pt x="443" y="184"/>
                    <a:pt x="443" y="191"/>
                  </a:cubicBezTo>
                  <a:lnTo>
                    <a:pt x="443" y="322"/>
                  </a:lnTo>
                  <a:close/>
                </a:path>
              </a:pathLst>
            </a:custGeom>
            <a:gradFill flip="none" rotWithShape="1">
              <a:gsLst>
                <a:gs pos="0">
                  <a:schemeClr val="accent5">
                    <a:shade val="30000"/>
                    <a:satMod val="115000"/>
                  </a:schemeClr>
                </a:gs>
                <a:gs pos="50000">
                  <a:schemeClr val="accent5">
                    <a:shade val="67500"/>
                    <a:satMod val="115000"/>
                  </a:schemeClr>
                </a:gs>
                <a:gs pos="100000">
                  <a:schemeClr val="accent5">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1">
              <a:extLst>
                <a:ext uri="{FF2B5EF4-FFF2-40B4-BE49-F238E27FC236}">
                  <a16:creationId xmlns:a16="http://schemas.microsoft.com/office/drawing/2014/main" id="{5F53F53C-6A70-4A9A-BE9A-9D740F14A0EA}"/>
                </a:ext>
              </a:extLst>
            </p:cNvPr>
            <p:cNvSpPr>
              <a:spLocks noEditPoints="1"/>
            </p:cNvSpPr>
            <p:nvPr/>
          </p:nvSpPr>
          <p:spPr bwMode="auto">
            <a:xfrm>
              <a:off x="8440738" y="3390900"/>
              <a:ext cx="1597025" cy="1595438"/>
            </a:xfrm>
            <a:custGeom>
              <a:avLst/>
              <a:gdLst>
                <a:gd name="T0" fmla="*/ 390 w 398"/>
                <a:gd name="T1" fmla="*/ 108 h 397"/>
                <a:gd name="T2" fmla="*/ 290 w 398"/>
                <a:gd name="T3" fmla="*/ 8 h 397"/>
                <a:gd name="T4" fmla="*/ 270 w 398"/>
                <a:gd name="T5" fmla="*/ 0 h 397"/>
                <a:gd name="T6" fmla="*/ 129 w 398"/>
                <a:gd name="T7" fmla="*/ 0 h 397"/>
                <a:gd name="T8" fmla="*/ 109 w 398"/>
                <a:gd name="T9" fmla="*/ 8 h 397"/>
                <a:gd name="T10" fmla="*/ 9 w 398"/>
                <a:gd name="T11" fmla="*/ 108 h 397"/>
                <a:gd name="T12" fmla="*/ 0 w 398"/>
                <a:gd name="T13" fmla="*/ 128 h 397"/>
                <a:gd name="T14" fmla="*/ 0 w 398"/>
                <a:gd name="T15" fmla="*/ 269 h 397"/>
                <a:gd name="T16" fmla="*/ 9 w 398"/>
                <a:gd name="T17" fmla="*/ 289 h 397"/>
                <a:gd name="T18" fmla="*/ 109 w 398"/>
                <a:gd name="T19" fmla="*/ 389 h 397"/>
                <a:gd name="T20" fmla="*/ 129 w 398"/>
                <a:gd name="T21" fmla="*/ 397 h 397"/>
                <a:gd name="T22" fmla="*/ 270 w 398"/>
                <a:gd name="T23" fmla="*/ 397 h 397"/>
                <a:gd name="T24" fmla="*/ 290 w 398"/>
                <a:gd name="T25" fmla="*/ 389 h 397"/>
                <a:gd name="T26" fmla="*/ 390 w 398"/>
                <a:gd name="T27" fmla="*/ 289 h 397"/>
                <a:gd name="T28" fmla="*/ 398 w 398"/>
                <a:gd name="T29" fmla="*/ 269 h 397"/>
                <a:gd name="T30" fmla="*/ 398 w 398"/>
                <a:gd name="T31" fmla="*/ 128 h 397"/>
                <a:gd name="T32" fmla="*/ 390 w 398"/>
                <a:gd name="T33" fmla="*/ 108 h 397"/>
                <a:gd name="T34" fmla="*/ 386 w 398"/>
                <a:gd name="T35" fmla="*/ 264 h 397"/>
                <a:gd name="T36" fmla="*/ 378 w 398"/>
                <a:gd name="T37" fmla="*/ 284 h 397"/>
                <a:gd name="T38" fmla="*/ 285 w 398"/>
                <a:gd name="T39" fmla="*/ 377 h 397"/>
                <a:gd name="T40" fmla="*/ 265 w 398"/>
                <a:gd name="T41" fmla="*/ 386 h 397"/>
                <a:gd name="T42" fmla="*/ 134 w 398"/>
                <a:gd name="T43" fmla="*/ 386 h 397"/>
                <a:gd name="T44" fmla="*/ 113 w 398"/>
                <a:gd name="T45" fmla="*/ 377 h 397"/>
                <a:gd name="T46" fmla="*/ 20 w 398"/>
                <a:gd name="T47" fmla="*/ 284 h 397"/>
                <a:gd name="T48" fmla="*/ 12 w 398"/>
                <a:gd name="T49" fmla="*/ 264 h 397"/>
                <a:gd name="T50" fmla="*/ 12 w 398"/>
                <a:gd name="T51" fmla="*/ 133 h 397"/>
                <a:gd name="T52" fmla="*/ 20 w 398"/>
                <a:gd name="T53" fmla="*/ 113 h 397"/>
                <a:gd name="T54" fmla="*/ 113 w 398"/>
                <a:gd name="T55" fmla="*/ 20 h 397"/>
                <a:gd name="T56" fmla="*/ 134 w 398"/>
                <a:gd name="T57" fmla="*/ 11 h 397"/>
                <a:gd name="T58" fmla="*/ 265 w 398"/>
                <a:gd name="T59" fmla="*/ 11 h 397"/>
                <a:gd name="T60" fmla="*/ 285 w 398"/>
                <a:gd name="T61" fmla="*/ 20 h 397"/>
                <a:gd name="T62" fmla="*/ 378 w 398"/>
                <a:gd name="T63" fmla="*/ 113 h 397"/>
                <a:gd name="T64" fmla="*/ 386 w 398"/>
                <a:gd name="T65" fmla="*/ 133 h 397"/>
                <a:gd name="T66" fmla="*/ 386 w 398"/>
                <a:gd name="T67" fmla="*/ 264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8" h="397">
                  <a:moveTo>
                    <a:pt x="390" y="108"/>
                  </a:moveTo>
                  <a:cubicBezTo>
                    <a:pt x="290" y="8"/>
                    <a:pt x="290" y="8"/>
                    <a:pt x="290" y="8"/>
                  </a:cubicBezTo>
                  <a:cubicBezTo>
                    <a:pt x="285" y="3"/>
                    <a:pt x="276" y="0"/>
                    <a:pt x="270" y="0"/>
                  </a:cubicBezTo>
                  <a:cubicBezTo>
                    <a:pt x="129" y="0"/>
                    <a:pt x="129" y="0"/>
                    <a:pt x="129" y="0"/>
                  </a:cubicBezTo>
                  <a:cubicBezTo>
                    <a:pt x="122" y="0"/>
                    <a:pt x="113" y="3"/>
                    <a:pt x="109" y="8"/>
                  </a:cubicBezTo>
                  <a:cubicBezTo>
                    <a:pt x="9" y="108"/>
                    <a:pt x="9" y="108"/>
                    <a:pt x="9" y="108"/>
                  </a:cubicBezTo>
                  <a:cubicBezTo>
                    <a:pt x="4" y="112"/>
                    <a:pt x="0" y="121"/>
                    <a:pt x="0" y="128"/>
                  </a:cubicBezTo>
                  <a:cubicBezTo>
                    <a:pt x="0" y="269"/>
                    <a:pt x="0" y="269"/>
                    <a:pt x="0" y="269"/>
                  </a:cubicBezTo>
                  <a:cubicBezTo>
                    <a:pt x="0" y="276"/>
                    <a:pt x="4" y="285"/>
                    <a:pt x="9" y="289"/>
                  </a:cubicBezTo>
                  <a:cubicBezTo>
                    <a:pt x="109" y="389"/>
                    <a:pt x="109" y="389"/>
                    <a:pt x="109" y="389"/>
                  </a:cubicBezTo>
                  <a:cubicBezTo>
                    <a:pt x="113" y="394"/>
                    <a:pt x="122" y="397"/>
                    <a:pt x="129" y="397"/>
                  </a:cubicBezTo>
                  <a:cubicBezTo>
                    <a:pt x="270" y="397"/>
                    <a:pt x="270" y="397"/>
                    <a:pt x="270" y="397"/>
                  </a:cubicBezTo>
                  <a:cubicBezTo>
                    <a:pt x="276" y="397"/>
                    <a:pt x="285" y="394"/>
                    <a:pt x="290" y="389"/>
                  </a:cubicBezTo>
                  <a:cubicBezTo>
                    <a:pt x="390" y="289"/>
                    <a:pt x="390" y="289"/>
                    <a:pt x="390" y="289"/>
                  </a:cubicBezTo>
                  <a:cubicBezTo>
                    <a:pt x="394" y="285"/>
                    <a:pt x="398" y="276"/>
                    <a:pt x="398" y="269"/>
                  </a:cubicBezTo>
                  <a:cubicBezTo>
                    <a:pt x="398" y="128"/>
                    <a:pt x="398" y="128"/>
                    <a:pt x="398" y="128"/>
                  </a:cubicBezTo>
                  <a:cubicBezTo>
                    <a:pt x="398" y="121"/>
                    <a:pt x="394" y="112"/>
                    <a:pt x="390" y="108"/>
                  </a:cubicBezTo>
                  <a:close/>
                  <a:moveTo>
                    <a:pt x="386" y="264"/>
                  </a:moveTo>
                  <a:cubicBezTo>
                    <a:pt x="386" y="271"/>
                    <a:pt x="383" y="280"/>
                    <a:pt x="378" y="284"/>
                  </a:cubicBezTo>
                  <a:cubicBezTo>
                    <a:pt x="285" y="377"/>
                    <a:pt x="285" y="377"/>
                    <a:pt x="285" y="377"/>
                  </a:cubicBezTo>
                  <a:cubicBezTo>
                    <a:pt x="281" y="382"/>
                    <a:pt x="271" y="386"/>
                    <a:pt x="265" y="386"/>
                  </a:cubicBezTo>
                  <a:cubicBezTo>
                    <a:pt x="134" y="386"/>
                    <a:pt x="134" y="386"/>
                    <a:pt x="134" y="386"/>
                  </a:cubicBezTo>
                  <a:cubicBezTo>
                    <a:pt x="127" y="386"/>
                    <a:pt x="118" y="382"/>
                    <a:pt x="113" y="377"/>
                  </a:cubicBezTo>
                  <a:cubicBezTo>
                    <a:pt x="20" y="284"/>
                    <a:pt x="20" y="284"/>
                    <a:pt x="20" y="284"/>
                  </a:cubicBezTo>
                  <a:cubicBezTo>
                    <a:pt x="16" y="280"/>
                    <a:pt x="12" y="271"/>
                    <a:pt x="12" y="264"/>
                  </a:cubicBezTo>
                  <a:cubicBezTo>
                    <a:pt x="12" y="133"/>
                    <a:pt x="12" y="133"/>
                    <a:pt x="12" y="133"/>
                  </a:cubicBezTo>
                  <a:cubicBezTo>
                    <a:pt x="12" y="126"/>
                    <a:pt x="16" y="117"/>
                    <a:pt x="20" y="113"/>
                  </a:cubicBezTo>
                  <a:cubicBezTo>
                    <a:pt x="113" y="20"/>
                    <a:pt x="113" y="20"/>
                    <a:pt x="113" y="20"/>
                  </a:cubicBezTo>
                  <a:cubicBezTo>
                    <a:pt x="118" y="15"/>
                    <a:pt x="127" y="11"/>
                    <a:pt x="134" y="11"/>
                  </a:cubicBezTo>
                  <a:cubicBezTo>
                    <a:pt x="265" y="11"/>
                    <a:pt x="265" y="11"/>
                    <a:pt x="265" y="11"/>
                  </a:cubicBezTo>
                  <a:cubicBezTo>
                    <a:pt x="271" y="11"/>
                    <a:pt x="281" y="15"/>
                    <a:pt x="285" y="20"/>
                  </a:cubicBezTo>
                  <a:cubicBezTo>
                    <a:pt x="378" y="113"/>
                    <a:pt x="378" y="113"/>
                    <a:pt x="378" y="113"/>
                  </a:cubicBezTo>
                  <a:cubicBezTo>
                    <a:pt x="383" y="117"/>
                    <a:pt x="386" y="126"/>
                    <a:pt x="386" y="133"/>
                  </a:cubicBezTo>
                  <a:lnTo>
                    <a:pt x="386" y="264"/>
                  </a:lnTo>
                  <a:close/>
                </a:path>
              </a:pathLst>
            </a:custGeom>
            <a:gradFill flip="none" rotWithShape="1">
              <a:gsLst>
                <a:gs pos="0">
                  <a:schemeClr val="accent5">
                    <a:shade val="30000"/>
                    <a:satMod val="115000"/>
                  </a:schemeClr>
                </a:gs>
                <a:gs pos="50000">
                  <a:schemeClr val="accent5">
                    <a:shade val="67500"/>
                    <a:satMod val="115000"/>
                  </a:schemeClr>
                </a:gs>
                <a:gs pos="100000">
                  <a:schemeClr val="accent5">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33" name="Freeform 30">
            <a:extLst>
              <a:ext uri="{FF2B5EF4-FFF2-40B4-BE49-F238E27FC236}">
                <a16:creationId xmlns:a16="http://schemas.microsoft.com/office/drawing/2014/main" id="{09B94F73-C600-45F6-8AC6-3C289465352D}"/>
              </a:ext>
            </a:extLst>
          </p:cNvPr>
          <p:cNvSpPr>
            <a:spLocks noEditPoints="1"/>
          </p:cNvSpPr>
          <p:nvPr/>
        </p:nvSpPr>
        <p:spPr bwMode="auto">
          <a:xfrm>
            <a:off x="7358063" y="2317750"/>
            <a:ext cx="633413" cy="715963"/>
          </a:xfrm>
          <a:custGeom>
            <a:avLst/>
            <a:gdLst>
              <a:gd name="T0" fmla="*/ 51 w 158"/>
              <a:gd name="T1" fmla="*/ 139 h 178"/>
              <a:gd name="T2" fmla="*/ 38 w 158"/>
              <a:gd name="T3" fmla="*/ 107 h 178"/>
              <a:gd name="T4" fmla="*/ 30 w 158"/>
              <a:gd name="T5" fmla="*/ 80 h 178"/>
              <a:gd name="T6" fmla="*/ 79 w 158"/>
              <a:gd name="T7" fmla="*/ 30 h 178"/>
              <a:gd name="T8" fmla="*/ 128 w 158"/>
              <a:gd name="T9" fmla="*/ 80 h 178"/>
              <a:gd name="T10" fmla="*/ 120 w 158"/>
              <a:gd name="T11" fmla="*/ 107 h 178"/>
              <a:gd name="T12" fmla="*/ 107 w 158"/>
              <a:gd name="T13" fmla="*/ 133 h 178"/>
              <a:gd name="T14" fmla="*/ 79 w 158"/>
              <a:gd name="T15" fmla="*/ 49 h 178"/>
              <a:gd name="T16" fmla="*/ 49 w 158"/>
              <a:gd name="T17" fmla="*/ 79 h 178"/>
              <a:gd name="T18" fmla="*/ 79 w 158"/>
              <a:gd name="T19" fmla="*/ 108 h 178"/>
              <a:gd name="T20" fmla="*/ 108 w 158"/>
              <a:gd name="T21" fmla="*/ 79 h 178"/>
              <a:gd name="T22" fmla="*/ 79 w 158"/>
              <a:gd name="T23" fmla="*/ 49 h 178"/>
              <a:gd name="T24" fmla="*/ 68 w 158"/>
              <a:gd name="T25" fmla="*/ 84 h 178"/>
              <a:gd name="T26" fmla="*/ 76 w 158"/>
              <a:gd name="T27" fmla="*/ 94 h 178"/>
              <a:gd name="T28" fmla="*/ 90 w 158"/>
              <a:gd name="T29" fmla="*/ 70 h 178"/>
              <a:gd name="T30" fmla="*/ 79 w 158"/>
              <a:gd name="T31" fmla="*/ 15 h 178"/>
              <a:gd name="T32" fmla="*/ 79 w 158"/>
              <a:gd name="T33" fmla="*/ 0 h 178"/>
              <a:gd name="T34" fmla="*/ 47 w 158"/>
              <a:gd name="T35" fmla="*/ 24 h 178"/>
              <a:gd name="T36" fmla="*/ 40 w 158"/>
              <a:gd name="T37" fmla="*/ 10 h 178"/>
              <a:gd name="T38" fmla="*/ 11 w 158"/>
              <a:gd name="T39" fmla="*/ 39 h 178"/>
              <a:gd name="T40" fmla="*/ 24 w 158"/>
              <a:gd name="T41" fmla="*/ 47 h 178"/>
              <a:gd name="T42" fmla="*/ 0 w 158"/>
              <a:gd name="T43" fmla="*/ 79 h 178"/>
              <a:gd name="T44" fmla="*/ 16 w 158"/>
              <a:gd name="T45" fmla="*/ 79 h 178"/>
              <a:gd name="T46" fmla="*/ 118 w 158"/>
              <a:gd name="T47" fmla="*/ 10 h 178"/>
              <a:gd name="T48" fmla="*/ 111 w 158"/>
              <a:gd name="T49" fmla="*/ 24 h 178"/>
              <a:gd name="T50" fmla="*/ 147 w 158"/>
              <a:gd name="T51" fmla="*/ 39 h 178"/>
              <a:gd name="T52" fmla="*/ 134 w 158"/>
              <a:gd name="T53" fmla="*/ 47 h 178"/>
              <a:gd name="T54" fmla="*/ 142 w 158"/>
              <a:gd name="T55" fmla="*/ 79 h 178"/>
              <a:gd name="T56" fmla="*/ 158 w 158"/>
              <a:gd name="T57" fmla="*/ 79 h 178"/>
              <a:gd name="T58" fmla="*/ 97 w 158"/>
              <a:gd name="T59" fmla="*/ 143 h 178"/>
              <a:gd name="T60" fmla="*/ 58 w 158"/>
              <a:gd name="T61" fmla="*/ 154 h 178"/>
              <a:gd name="T62" fmla="*/ 53 w 158"/>
              <a:gd name="T63" fmla="*/ 160 h 178"/>
              <a:gd name="T64" fmla="*/ 60 w 158"/>
              <a:gd name="T65" fmla="*/ 166 h 178"/>
              <a:gd name="T66" fmla="*/ 63 w 158"/>
              <a:gd name="T67" fmla="*/ 166 h 178"/>
              <a:gd name="T68" fmla="*/ 96 w 158"/>
              <a:gd name="T69" fmla="*/ 156 h 178"/>
              <a:gd name="T70" fmla="*/ 97 w 158"/>
              <a:gd name="T71" fmla="*/ 156 h 178"/>
              <a:gd name="T72" fmla="*/ 98 w 158"/>
              <a:gd name="T73" fmla="*/ 156 h 178"/>
              <a:gd name="T74" fmla="*/ 104 w 158"/>
              <a:gd name="T75" fmla="*/ 163 h 178"/>
              <a:gd name="T76" fmla="*/ 100 w 158"/>
              <a:gd name="T77" fmla="*/ 169 h 178"/>
              <a:gd name="T78" fmla="*/ 67 w 158"/>
              <a:gd name="T79"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8" h="178">
                <a:moveTo>
                  <a:pt x="51" y="139"/>
                </a:moveTo>
                <a:cubicBezTo>
                  <a:pt x="51" y="131"/>
                  <a:pt x="48" y="123"/>
                  <a:pt x="38" y="107"/>
                </a:cubicBezTo>
                <a:cubicBezTo>
                  <a:pt x="33" y="99"/>
                  <a:pt x="30" y="89"/>
                  <a:pt x="30" y="80"/>
                </a:cubicBezTo>
                <a:cubicBezTo>
                  <a:pt x="30" y="53"/>
                  <a:pt x="52" y="30"/>
                  <a:pt x="79" y="30"/>
                </a:cubicBezTo>
                <a:cubicBezTo>
                  <a:pt x="106" y="30"/>
                  <a:pt x="128" y="53"/>
                  <a:pt x="128" y="80"/>
                </a:cubicBezTo>
                <a:cubicBezTo>
                  <a:pt x="128" y="89"/>
                  <a:pt x="125" y="99"/>
                  <a:pt x="120" y="107"/>
                </a:cubicBezTo>
                <a:cubicBezTo>
                  <a:pt x="112" y="119"/>
                  <a:pt x="108" y="127"/>
                  <a:pt x="107" y="133"/>
                </a:cubicBezTo>
                <a:moveTo>
                  <a:pt x="79" y="49"/>
                </a:moveTo>
                <a:cubicBezTo>
                  <a:pt x="63" y="49"/>
                  <a:pt x="49" y="63"/>
                  <a:pt x="49" y="79"/>
                </a:cubicBezTo>
                <a:cubicBezTo>
                  <a:pt x="49" y="95"/>
                  <a:pt x="63" y="108"/>
                  <a:pt x="79" y="108"/>
                </a:cubicBezTo>
                <a:cubicBezTo>
                  <a:pt x="95" y="108"/>
                  <a:pt x="108" y="95"/>
                  <a:pt x="108" y="79"/>
                </a:cubicBezTo>
                <a:cubicBezTo>
                  <a:pt x="108" y="63"/>
                  <a:pt x="95" y="49"/>
                  <a:pt x="79" y="49"/>
                </a:cubicBezTo>
                <a:close/>
                <a:moveTo>
                  <a:pt x="68" y="84"/>
                </a:moveTo>
                <a:cubicBezTo>
                  <a:pt x="76" y="94"/>
                  <a:pt x="76" y="94"/>
                  <a:pt x="76" y="94"/>
                </a:cubicBezTo>
                <a:cubicBezTo>
                  <a:pt x="90" y="70"/>
                  <a:pt x="90" y="70"/>
                  <a:pt x="90" y="70"/>
                </a:cubicBezTo>
                <a:moveTo>
                  <a:pt x="79" y="15"/>
                </a:moveTo>
                <a:cubicBezTo>
                  <a:pt x="79" y="0"/>
                  <a:pt x="79" y="0"/>
                  <a:pt x="79" y="0"/>
                </a:cubicBezTo>
                <a:moveTo>
                  <a:pt x="47" y="24"/>
                </a:moveTo>
                <a:cubicBezTo>
                  <a:pt x="40" y="10"/>
                  <a:pt x="40" y="10"/>
                  <a:pt x="40" y="10"/>
                </a:cubicBezTo>
                <a:moveTo>
                  <a:pt x="11" y="39"/>
                </a:moveTo>
                <a:cubicBezTo>
                  <a:pt x="24" y="47"/>
                  <a:pt x="24" y="47"/>
                  <a:pt x="24" y="47"/>
                </a:cubicBezTo>
                <a:moveTo>
                  <a:pt x="0" y="79"/>
                </a:moveTo>
                <a:cubicBezTo>
                  <a:pt x="16" y="79"/>
                  <a:pt x="16" y="79"/>
                  <a:pt x="16" y="79"/>
                </a:cubicBezTo>
                <a:moveTo>
                  <a:pt x="118" y="10"/>
                </a:moveTo>
                <a:cubicBezTo>
                  <a:pt x="111" y="24"/>
                  <a:pt x="111" y="24"/>
                  <a:pt x="111" y="24"/>
                </a:cubicBezTo>
                <a:moveTo>
                  <a:pt x="147" y="39"/>
                </a:moveTo>
                <a:cubicBezTo>
                  <a:pt x="134" y="47"/>
                  <a:pt x="134" y="47"/>
                  <a:pt x="134" y="47"/>
                </a:cubicBezTo>
                <a:moveTo>
                  <a:pt x="142" y="79"/>
                </a:moveTo>
                <a:cubicBezTo>
                  <a:pt x="158" y="79"/>
                  <a:pt x="158" y="79"/>
                  <a:pt x="158" y="79"/>
                </a:cubicBezTo>
                <a:moveTo>
                  <a:pt x="97" y="143"/>
                </a:moveTo>
                <a:cubicBezTo>
                  <a:pt x="97" y="143"/>
                  <a:pt x="58" y="154"/>
                  <a:pt x="58" y="154"/>
                </a:cubicBezTo>
                <a:cubicBezTo>
                  <a:pt x="55" y="155"/>
                  <a:pt x="53" y="157"/>
                  <a:pt x="53" y="160"/>
                </a:cubicBezTo>
                <a:cubicBezTo>
                  <a:pt x="53" y="164"/>
                  <a:pt x="56" y="166"/>
                  <a:pt x="60" y="166"/>
                </a:cubicBezTo>
                <a:cubicBezTo>
                  <a:pt x="61" y="166"/>
                  <a:pt x="63" y="166"/>
                  <a:pt x="63" y="166"/>
                </a:cubicBezTo>
                <a:cubicBezTo>
                  <a:pt x="96" y="156"/>
                  <a:pt x="96" y="156"/>
                  <a:pt x="96" y="156"/>
                </a:cubicBezTo>
                <a:cubicBezTo>
                  <a:pt x="97" y="156"/>
                  <a:pt x="97" y="156"/>
                  <a:pt x="97" y="156"/>
                </a:cubicBezTo>
                <a:cubicBezTo>
                  <a:pt x="97" y="156"/>
                  <a:pt x="98" y="156"/>
                  <a:pt x="98" y="156"/>
                </a:cubicBezTo>
                <a:cubicBezTo>
                  <a:pt x="102" y="156"/>
                  <a:pt x="104" y="159"/>
                  <a:pt x="104" y="163"/>
                </a:cubicBezTo>
                <a:cubicBezTo>
                  <a:pt x="104" y="165"/>
                  <a:pt x="103" y="168"/>
                  <a:pt x="100" y="169"/>
                </a:cubicBezTo>
                <a:cubicBezTo>
                  <a:pt x="67" y="178"/>
                  <a:pt x="67" y="178"/>
                  <a:pt x="67" y="178"/>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Freeform 31">
            <a:extLst>
              <a:ext uri="{FF2B5EF4-FFF2-40B4-BE49-F238E27FC236}">
                <a16:creationId xmlns:a16="http://schemas.microsoft.com/office/drawing/2014/main" id="{EA0C269E-7D31-4FEE-A73F-AFF78F80DAE9}"/>
              </a:ext>
            </a:extLst>
          </p:cNvPr>
          <p:cNvSpPr>
            <a:spLocks noEditPoints="1"/>
          </p:cNvSpPr>
          <p:nvPr/>
        </p:nvSpPr>
        <p:spPr bwMode="auto">
          <a:xfrm>
            <a:off x="4221163" y="2301875"/>
            <a:ext cx="696913" cy="727075"/>
          </a:xfrm>
          <a:custGeom>
            <a:avLst/>
            <a:gdLst>
              <a:gd name="T0" fmla="*/ 65 w 174"/>
              <a:gd name="T1" fmla="*/ 18 h 181"/>
              <a:gd name="T2" fmla="*/ 153 w 174"/>
              <a:gd name="T3" fmla="*/ 72 h 181"/>
              <a:gd name="T4" fmla="*/ 174 w 174"/>
              <a:gd name="T5" fmla="*/ 116 h 181"/>
              <a:gd name="T6" fmla="*/ 156 w 174"/>
              <a:gd name="T7" fmla="*/ 116 h 181"/>
              <a:gd name="T8" fmla="*/ 156 w 174"/>
              <a:gd name="T9" fmla="*/ 146 h 181"/>
              <a:gd name="T10" fmla="*/ 147 w 174"/>
              <a:gd name="T11" fmla="*/ 155 h 181"/>
              <a:gd name="T12" fmla="*/ 127 w 174"/>
              <a:gd name="T13" fmla="*/ 155 h 181"/>
              <a:gd name="T14" fmla="*/ 127 w 174"/>
              <a:gd name="T15" fmla="*/ 181 h 181"/>
              <a:gd name="T16" fmla="*/ 47 w 174"/>
              <a:gd name="T17" fmla="*/ 181 h 181"/>
              <a:gd name="T18" fmla="*/ 47 w 174"/>
              <a:gd name="T19" fmla="*/ 154 h 181"/>
              <a:gd name="T20" fmla="*/ 38 w 174"/>
              <a:gd name="T21" fmla="*/ 136 h 181"/>
              <a:gd name="T22" fmla="*/ 97 w 174"/>
              <a:gd name="T23" fmla="*/ 81 h 181"/>
              <a:gd name="T24" fmla="*/ 97 w 174"/>
              <a:gd name="T25" fmla="*/ 69 h 181"/>
              <a:gd name="T26" fmla="*/ 84 w 174"/>
              <a:gd name="T27" fmla="*/ 64 h 181"/>
              <a:gd name="T28" fmla="*/ 82 w 174"/>
              <a:gd name="T29" fmla="*/ 59 h 181"/>
              <a:gd name="T30" fmla="*/ 88 w 174"/>
              <a:gd name="T31" fmla="*/ 45 h 181"/>
              <a:gd name="T32" fmla="*/ 79 w 174"/>
              <a:gd name="T33" fmla="*/ 37 h 181"/>
              <a:gd name="T34" fmla="*/ 65 w 174"/>
              <a:gd name="T35" fmla="*/ 42 h 181"/>
              <a:gd name="T36" fmla="*/ 60 w 174"/>
              <a:gd name="T37" fmla="*/ 41 h 181"/>
              <a:gd name="T38" fmla="*/ 55 w 174"/>
              <a:gd name="T39" fmla="*/ 27 h 181"/>
              <a:gd name="T40" fmla="*/ 43 w 174"/>
              <a:gd name="T41" fmla="*/ 27 h 181"/>
              <a:gd name="T42" fmla="*/ 37 w 174"/>
              <a:gd name="T43" fmla="*/ 41 h 181"/>
              <a:gd name="T44" fmla="*/ 32 w 174"/>
              <a:gd name="T45" fmla="*/ 42 h 181"/>
              <a:gd name="T46" fmla="*/ 19 w 174"/>
              <a:gd name="T47" fmla="*/ 37 h 181"/>
              <a:gd name="T48" fmla="*/ 10 w 174"/>
              <a:gd name="T49" fmla="*/ 45 h 181"/>
              <a:gd name="T50" fmla="*/ 16 w 174"/>
              <a:gd name="T51" fmla="*/ 59 h 181"/>
              <a:gd name="T52" fmla="*/ 14 w 174"/>
              <a:gd name="T53" fmla="*/ 64 h 181"/>
              <a:gd name="T54" fmla="*/ 0 w 174"/>
              <a:gd name="T55" fmla="*/ 69 h 181"/>
              <a:gd name="T56" fmla="*/ 0 w 174"/>
              <a:gd name="T57" fmla="*/ 81 h 181"/>
              <a:gd name="T58" fmla="*/ 14 w 174"/>
              <a:gd name="T59" fmla="*/ 87 h 181"/>
              <a:gd name="T60" fmla="*/ 16 w 174"/>
              <a:gd name="T61" fmla="*/ 92 h 181"/>
              <a:gd name="T62" fmla="*/ 10 w 174"/>
              <a:gd name="T63" fmla="*/ 105 h 181"/>
              <a:gd name="T64" fmla="*/ 19 w 174"/>
              <a:gd name="T65" fmla="*/ 114 h 181"/>
              <a:gd name="T66" fmla="*/ 32 w 174"/>
              <a:gd name="T67" fmla="*/ 108 h 181"/>
              <a:gd name="T68" fmla="*/ 37 w 174"/>
              <a:gd name="T69" fmla="*/ 110 h 181"/>
              <a:gd name="T70" fmla="*/ 43 w 174"/>
              <a:gd name="T71" fmla="*/ 124 h 181"/>
              <a:gd name="T72" fmla="*/ 55 w 174"/>
              <a:gd name="T73" fmla="*/ 124 h 181"/>
              <a:gd name="T74" fmla="*/ 60 w 174"/>
              <a:gd name="T75" fmla="*/ 110 h 181"/>
              <a:gd name="T76" fmla="*/ 65 w 174"/>
              <a:gd name="T77" fmla="*/ 108 h 181"/>
              <a:gd name="T78" fmla="*/ 79 w 174"/>
              <a:gd name="T79" fmla="*/ 114 h 181"/>
              <a:gd name="T80" fmla="*/ 88 w 174"/>
              <a:gd name="T81" fmla="*/ 105 h 181"/>
              <a:gd name="T82" fmla="*/ 82 w 174"/>
              <a:gd name="T83" fmla="*/ 92 h 181"/>
              <a:gd name="T84" fmla="*/ 84 w 174"/>
              <a:gd name="T85" fmla="*/ 87 h 181"/>
              <a:gd name="T86" fmla="*/ 97 w 174"/>
              <a:gd name="T87" fmla="*/ 81 h 181"/>
              <a:gd name="T88" fmla="*/ 49 w 174"/>
              <a:gd name="T89" fmla="*/ 55 h 181"/>
              <a:gd name="T90" fmla="*/ 28 w 174"/>
              <a:gd name="T91" fmla="*/ 75 h 181"/>
              <a:gd name="T92" fmla="*/ 49 w 174"/>
              <a:gd name="T93" fmla="*/ 96 h 181"/>
              <a:gd name="T94" fmla="*/ 69 w 174"/>
              <a:gd name="T95" fmla="*/ 75 h 181"/>
              <a:gd name="T96" fmla="*/ 49 w 174"/>
              <a:gd name="T97" fmla="*/ 55 h 181"/>
              <a:gd name="T98" fmla="*/ 127 w 174"/>
              <a:gd name="T99" fmla="*/ 155 h 181"/>
              <a:gd name="T100" fmla="*/ 116 w 174"/>
              <a:gd name="T101" fmla="*/ 15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4" h="181">
                <a:moveTo>
                  <a:pt x="65" y="18"/>
                </a:moveTo>
                <a:cubicBezTo>
                  <a:pt x="162" y="0"/>
                  <a:pt x="153" y="72"/>
                  <a:pt x="153" y="72"/>
                </a:cubicBezTo>
                <a:cubicBezTo>
                  <a:pt x="174" y="116"/>
                  <a:pt x="174" y="116"/>
                  <a:pt x="174" y="116"/>
                </a:cubicBezTo>
                <a:cubicBezTo>
                  <a:pt x="156" y="116"/>
                  <a:pt x="156" y="116"/>
                  <a:pt x="156" y="116"/>
                </a:cubicBezTo>
                <a:cubicBezTo>
                  <a:pt x="156" y="146"/>
                  <a:pt x="156" y="146"/>
                  <a:pt x="156" y="146"/>
                </a:cubicBezTo>
                <a:cubicBezTo>
                  <a:pt x="156" y="151"/>
                  <a:pt x="152" y="155"/>
                  <a:pt x="147" y="155"/>
                </a:cubicBezTo>
                <a:cubicBezTo>
                  <a:pt x="127" y="155"/>
                  <a:pt x="127" y="155"/>
                  <a:pt x="127" y="155"/>
                </a:cubicBezTo>
                <a:cubicBezTo>
                  <a:pt x="127" y="181"/>
                  <a:pt x="127" y="181"/>
                  <a:pt x="127" y="181"/>
                </a:cubicBezTo>
                <a:moveTo>
                  <a:pt x="47" y="181"/>
                </a:moveTo>
                <a:cubicBezTo>
                  <a:pt x="47" y="154"/>
                  <a:pt x="47" y="154"/>
                  <a:pt x="47" y="154"/>
                </a:cubicBezTo>
                <a:cubicBezTo>
                  <a:pt x="38" y="136"/>
                  <a:pt x="38" y="136"/>
                  <a:pt x="38" y="136"/>
                </a:cubicBezTo>
                <a:moveTo>
                  <a:pt x="97" y="81"/>
                </a:moveTo>
                <a:cubicBezTo>
                  <a:pt x="97" y="69"/>
                  <a:pt x="97" y="69"/>
                  <a:pt x="97" y="69"/>
                </a:cubicBezTo>
                <a:cubicBezTo>
                  <a:pt x="84" y="64"/>
                  <a:pt x="84" y="64"/>
                  <a:pt x="84" y="64"/>
                </a:cubicBezTo>
                <a:cubicBezTo>
                  <a:pt x="83" y="62"/>
                  <a:pt x="82" y="60"/>
                  <a:pt x="82" y="59"/>
                </a:cubicBezTo>
                <a:cubicBezTo>
                  <a:pt x="88" y="45"/>
                  <a:pt x="88" y="45"/>
                  <a:pt x="88" y="45"/>
                </a:cubicBezTo>
                <a:cubicBezTo>
                  <a:pt x="79" y="37"/>
                  <a:pt x="79" y="37"/>
                  <a:pt x="79" y="37"/>
                </a:cubicBezTo>
                <a:cubicBezTo>
                  <a:pt x="65" y="42"/>
                  <a:pt x="65" y="42"/>
                  <a:pt x="65" y="42"/>
                </a:cubicBezTo>
                <a:cubicBezTo>
                  <a:pt x="64" y="42"/>
                  <a:pt x="62" y="41"/>
                  <a:pt x="60" y="41"/>
                </a:cubicBezTo>
                <a:cubicBezTo>
                  <a:pt x="55" y="27"/>
                  <a:pt x="55" y="27"/>
                  <a:pt x="55" y="27"/>
                </a:cubicBezTo>
                <a:cubicBezTo>
                  <a:pt x="43" y="27"/>
                  <a:pt x="43" y="27"/>
                  <a:pt x="43" y="27"/>
                </a:cubicBezTo>
                <a:cubicBezTo>
                  <a:pt x="37" y="41"/>
                  <a:pt x="37" y="41"/>
                  <a:pt x="37" y="41"/>
                </a:cubicBezTo>
                <a:cubicBezTo>
                  <a:pt x="35" y="41"/>
                  <a:pt x="34" y="42"/>
                  <a:pt x="32" y="42"/>
                </a:cubicBezTo>
                <a:cubicBezTo>
                  <a:pt x="19" y="37"/>
                  <a:pt x="19" y="37"/>
                  <a:pt x="19" y="37"/>
                </a:cubicBezTo>
                <a:cubicBezTo>
                  <a:pt x="10" y="45"/>
                  <a:pt x="10" y="45"/>
                  <a:pt x="10" y="45"/>
                </a:cubicBezTo>
                <a:cubicBezTo>
                  <a:pt x="16" y="59"/>
                  <a:pt x="16" y="59"/>
                  <a:pt x="16" y="59"/>
                </a:cubicBezTo>
                <a:cubicBezTo>
                  <a:pt x="15" y="60"/>
                  <a:pt x="14" y="62"/>
                  <a:pt x="14" y="64"/>
                </a:cubicBezTo>
                <a:cubicBezTo>
                  <a:pt x="0" y="69"/>
                  <a:pt x="0" y="69"/>
                  <a:pt x="0" y="69"/>
                </a:cubicBezTo>
                <a:cubicBezTo>
                  <a:pt x="0" y="81"/>
                  <a:pt x="0" y="81"/>
                  <a:pt x="0" y="81"/>
                </a:cubicBezTo>
                <a:cubicBezTo>
                  <a:pt x="14" y="87"/>
                  <a:pt x="14" y="87"/>
                  <a:pt x="14" y="87"/>
                </a:cubicBezTo>
                <a:cubicBezTo>
                  <a:pt x="14" y="89"/>
                  <a:pt x="15" y="90"/>
                  <a:pt x="16" y="92"/>
                </a:cubicBezTo>
                <a:cubicBezTo>
                  <a:pt x="10" y="105"/>
                  <a:pt x="10" y="105"/>
                  <a:pt x="10" y="105"/>
                </a:cubicBezTo>
                <a:cubicBezTo>
                  <a:pt x="19" y="114"/>
                  <a:pt x="19" y="114"/>
                  <a:pt x="19" y="114"/>
                </a:cubicBezTo>
                <a:cubicBezTo>
                  <a:pt x="32" y="108"/>
                  <a:pt x="32" y="108"/>
                  <a:pt x="32" y="108"/>
                </a:cubicBezTo>
                <a:cubicBezTo>
                  <a:pt x="34" y="109"/>
                  <a:pt x="35" y="110"/>
                  <a:pt x="37" y="110"/>
                </a:cubicBezTo>
                <a:cubicBezTo>
                  <a:pt x="43" y="124"/>
                  <a:pt x="43" y="124"/>
                  <a:pt x="43" y="124"/>
                </a:cubicBezTo>
                <a:cubicBezTo>
                  <a:pt x="55" y="124"/>
                  <a:pt x="55" y="124"/>
                  <a:pt x="55" y="124"/>
                </a:cubicBezTo>
                <a:cubicBezTo>
                  <a:pt x="60" y="110"/>
                  <a:pt x="60" y="110"/>
                  <a:pt x="60" y="110"/>
                </a:cubicBezTo>
                <a:cubicBezTo>
                  <a:pt x="62" y="110"/>
                  <a:pt x="64" y="109"/>
                  <a:pt x="65" y="108"/>
                </a:cubicBezTo>
                <a:cubicBezTo>
                  <a:pt x="79" y="114"/>
                  <a:pt x="79" y="114"/>
                  <a:pt x="79" y="114"/>
                </a:cubicBezTo>
                <a:cubicBezTo>
                  <a:pt x="88" y="105"/>
                  <a:pt x="88" y="105"/>
                  <a:pt x="88" y="105"/>
                </a:cubicBezTo>
                <a:cubicBezTo>
                  <a:pt x="82" y="92"/>
                  <a:pt x="82" y="92"/>
                  <a:pt x="82" y="92"/>
                </a:cubicBezTo>
                <a:cubicBezTo>
                  <a:pt x="82" y="90"/>
                  <a:pt x="83" y="89"/>
                  <a:pt x="84" y="87"/>
                </a:cubicBezTo>
                <a:lnTo>
                  <a:pt x="97" y="81"/>
                </a:lnTo>
                <a:close/>
                <a:moveTo>
                  <a:pt x="49" y="55"/>
                </a:moveTo>
                <a:cubicBezTo>
                  <a:pt x="37" y="55"/>
                  <a:pt x="28" y="64"/>
                  <a:pt x="28" y="75"/>
                </a:cubicBezTo>
                <a:cubicBezTo>
                  <a:pt x="28" y="87"/>
                  <a:pt x="37" y="96"/>
                  <a:pt x="49" y="96"/>
                </a:cubicBezTo>
                <a:cubicBezTo>
                  <a:pt x="60" y="96"/>
                  <a:pt x="69" y="87"/>
                  <a:pt x="69" y="75"/>
                </a:cubicBezTo>
                <a:cubicBezTo>
                  <a:pt x="69" y="64"/>
                  <a:pt x="60" y="55"/>
                  <a:pt x="49" y="55"/>
                </a:cubicBezTo>
                <a:close/>
                <a:moveTo>
                  <a:pt x="127" y="155"/>
                </a:moveTo>
                <a:cubicBezTo>
                  <a:pt x="116" y="155"/>
                  <a:pt x="116" y="155"/>
                  <a:pt x="116" y="155"/>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Freeform 32">
            <a:extLst>
              <a:ext uri="{FF2B5EF4-FFF2-40B4-BE49-F238E27FC236}">
                <a16:creationId xmlns:a16="http://schemas.microsoft.com/office/drawing/2014/main" id="{89A9FCBD-AB93-4C43-B125-D68CBBD79CD8}"/>
              </a:ext>
            </a:extLst>
          </p:cNvPr>
          <p:cNvSpPr>
            <a:spLocks noEditPoints="1"/>
          </p:cNvSpPr>
          <p:nvPr/>
        </p:nvSpPr>
        <p:spPr bwMode="auto">
          <a:xfrm>
            <a:off x="2527301" y="3941763"/>
            <a:ext cx="919163" cy="522288"/>
          </a:xfrm>
          <a:custGeom>
            <a:avLst/>
            <a:gdLst>
              <a:gd name="T0" fmla="*/ 54 w 229"/>
              <a:gd name="T1" fmla="*/ 106 h 130"/>
              <a:gd name="T2" fmla="*/ 53 w 229"/>
              <a:gd name="T3" fmla="*/ 96 h 130"/>
              <a:gd name="T4" fmla="*/ 66 w 229"/>
              <a:gd name="T5" fmla="*/ 84 h 130"/>
              <a:gd name="T6" fmla="*/ 74 w 229"/>
              <a:gd name="T7" fmla="*/ 90 h 130"/>
              <a:gd name="T8" fmla="*/ 63 w 229"/>
              <a:gd name="T9" fmla="*/ 105 h 130"/>
              <a:gd name="T10" fmla="*/ 139 w 229"/>
              <a:gd name="T11" fmla="*/ 94 h 130"/>
              <a:gd name="T12" fmla="*/ 167 w 229"/>
              <a:gd name="T13" fmla="*/ 106 h 130"/>
              <a:gd name="T14" fmla="*/ 168 w 229"/>
              <a:gd name="T15" fmla="*/ 94 h 130"/>
              <a:gd name="T16" fmla="*/ 140 w 229"/>
              <a:gd name="T17" fmla="*/ 115 h 130"/>
              <a:gd name="T18" fmla="*/ 153 w 229"/>
              <a:gd name="T19" fmla="*/ 116 h 130"/>
              <a:gd name="T20" fmla="*/ 155 w 229"/>
              <a:gd name="T21" fmla="*/ 106 h 130"/>
              <a:gd name="T22" fmla="*/ 125 w 229"/>
              <a:gd name="T23" fmla="*/ 124 h 130"/>
              <a:gd name="T24" fmla="*/ 137 w 229"/>
              <a:gd name="T25" fmla="*/ 125 h 130"/>
              <a:gd name="T26" fmla="*/ 140 w 229"/>
              <a:gd name="T27" fmla="*/ 115 h 130"/>
              <a:gd name="T28" fmla="*/ 107 w 229"/>
              <a:gd name="T29" fmla="*/ 127 h 130"/>
              <a:gd name="T30" fmla="*/ 122 w 229"/>
              <a:gd name="T31" fmla="*/ 126 h 130"/>
              <a:gd name="T32" fmla="*/ 73 w 229"/>
              <a:gd name="T33" fmla="*/ 116 h 130"/>
              <a:gd name="T34" fmla="*/ 88 w 229"/>
              <a:gd name="T35" fmla="*/ 88 h 130"/>
              <a:gd name="T36" fmla="*/ 78 w 229"/>
              <a:gd name="T37" fmla="*/ 89 h 130"/>
              <a:gd name="T38" fmla="*/ 63 w 229"/>
              <a:gd name="T39" fmla="*/ 116 h 130"/>
              <a:gd name="T40" fmla="*/ 73 w 229"/>
              <a:gd name="T41" fmla="*/ 116 h 130"/>
              <a:gd name="T42" fmla="*/ 100 w 229"/>
              <a:gd name="T43" fmla="*/ 106 h 130"/>
              <a:gd name="T44" fmla="*/ 94 w 229"/>
              <a:gd name="T45" fmla="*/ 94 h 130"/>
              <a:gd name="T46" fmla="*/ 75 w 229"/>
              <a:gd name="T47" fmla="*/ 113 h 130"/>
              <a:gd name="T48" fmla="*/ 81 w 229"/>
              <a:gd name="T49" fmla="*/ 124 h 130"/>
              <a:gd name="T50" fmla="*/ 106 w 229"/>
              <a:gd name="T51" fmla="*/ 120 h 130"/>
              <a:gd name="T52" fmla="*/ 107 w 229"/>
              <a:gd name="T53" fmla="*/ 108 h 130"/>
              <a:gd name="T54" fmla="*/ 97 w 229"/>
              <a:gd name="T55" fmla="*/ 109 h 130"/>
              <a:gd name="T56" fmla="*/ 89 w 229"/>
              <a:gd name="T57" fmla="*/ 128 h 130"/>
              <a:gd name="T58" fmla="*/ 99 w 229"/>
              <a:gd name="T59" fmla="*/ 127 h 130"/>
              <a:gd name="T60" fmla="*/ 197 w 229"/>
              <a:gd name="T61" fmla="*/ 1 h 130"/>
              <a:gd name="T62" fmla="*/ 190 w 229"/>
              <a:gd name="T63" fmla="*/ 78 h 130"/>
              <a:gd name="T64" fmla="*/ 229 w 229"/>
              <a:gd name="T65" fmla="*/ 62 h 130"/>
              <a:gd name="T66" fmla="*/ 124 w 229"/>
              <a:gd name="T67" fmla="*/ 34 h 130"/>
              <a:gd name="T68" fmla="*/ 113 w 229"/>
              <a:gd name="T69" fmla="*/ 34 h 130"/>
              <a:gd name="T70" fmla="*/ 79 w 229"/>
              <a:gd name="T71" fmla="*/ 50 h 130"/>
              <a:gd name="T72" fmla="*/ 109 w 229"/>
              <a:gd name="T73" fmla="*/ 58 h 130"/>
              <a:gd name="T74" fmla="*/ 168 w 229"/>
              <a:gd name="T75" fmla="*/ 94 h 130"/>
              <a:gd name="T76" fmla="*/ 178 w 229"/>
              <a:gd name="T77" fmla="*/ 81 h 130"/>
              <a:gd name="T78" fmla="*/ 168 w 229"/>
              <a:gd name="T79" fmla="*/ 94 h 130"/>
              <a:gd name="T80" fmla="*/ 57 w 229"/>
              <a:gd name="T81" fmla="*/ 92 h 130"/>
              <a:gd name="T82" fmla="*/ 33 w 229"/>
              <a:gd name="T83" fmla="*/ 86 h 130"/>
              <a:gd name="T84" fmla="*/ 47 w 229"/>
              <a:gd name="T85" fmla="*/ 0 h 130"/>
              <a:gd name="T86" fmla="*/ 55 w 229"/>
              <a:gd name="T87" fmla="*/ 94 h 130"/>
              <a:gd name="T88" fmla="*/ 76 w 229"/>
              <a:gd name="T89" fmla="*/ 3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9" h="130">
                <a:moveTo>
                  <a:pt x="59" y="108"/>
                </a:moveTo>
                <a:cubicBezTo>
                  <a:pt x="57" y="108"/>
                  <a:pt x="55" y="107"/>
                  <a:pt x="54" y="106"/>
                </a:cubicBezTo>
                <a:cubicBezTo>
                  <a:pt x="52" y="105"/>
                  <a:pt x="51" y="103"/>
                  <a:pt x="51" y="101"/>
                </a:cubicBezTo>
                <a:cubicBezTo>
                  <a:pt x="51" y="99"/>
                  <a:pt x="52" y="97"/>
                  <a:pt x="53" y="96"/>
                </a:cubicBezTo>
                <a:cubicBezTo>
                  <a:pt x="62" y="86"/>
                  <a:pt x="62" y="86"/>
                  <a:pt x="62" y="86"/>
                </a:cubicBezTo>
                <a:cubicBezTo>
                  <a:pt x="63" y="85"/>
                  <a:pt x="65" y="84"/>
                  <a:pt x="66" y="84"/>
                </a:cubicBezTo>
                <a:cubicBezTo>
                  <a:pt x="68" y="84"/>
                  <a:pt x="70" y="84"/>
                  <a:pt x="72" y="86"/>
                </a:cubicBezTo>
                <a:cubicBezTo>
                  <a:pt x="73" y="87"/>
                  <a:pt x="74" y="89"/>
                  <a:pt x="74" y="90"/>
                </a:cubicBezTo>
                <a:cubicBezTo>
                  <a:pt x="74" y="92"/>
                  <a:pt x="74" y="94"/>
                  <a:pt x="72" y="95"/>
                </a:cubicBezTo>
                <a:cubicBezTo>
                  <a:pt x="63" y="105"/>
                  <a:pt x="63" y="105"/>
                  <a:pt x="63" y="105"/>
                </a:cubicBezTo>
                <a:cubicBezTo>
                  <a:pt x="62" y="107"/>
                  <a:pt x="61" y="107"/>
                  <a:pt x="59" y="108"/>
                </a:cubicBezTo>
                <a:close/>
                <a:moveTo>
                  <a:pt x="139" y="94"/>
                </a:moveTo>
                <a:cubicBezTo>
                  <a:pt x="139" y="94"/>
                  <a:pt x="156" y="108"/>
                  <a:pt x="160" y="108"/>
                </a:cubicBezTo>
                <a:cubicBezTo>
                  <a:pt x="164" y="109"/>
                  <a:pt x="165" y="108"/>
                  <a:pt x="167" y="106"/>
                </a:cubicBezTo>
                <a:cubicBezTo>
                  <a:pt x="169" y="104"/>
                  <a:pt x="170" y="102"/>
                  <a:pt x="170" y="99"/>
                </a:cubicBezTo>
                <a:cubicBezTo>
                  <a:pt x="170" y="97"/>
                  <a:pt x="169" y="96"/>
                  <a:pt x="168" y="94"/>
                </a:cubicBezTo>
                <a:moveTo>
                  <a:pt x="126" y="103"/>
                </a:moveTo>
                <a:cubicBezTo>
                  <a:pt x="140" y="115"/>
                  <a:pt x="140" y="115"/>
                  <a:pt x="140" y="115"/>
                </a:cubicBezTo>
                <a:cubicBezTo>
                  <a:pt x="142" y="117"/>
                  <a:pt x="144" y="118"/>
                  <a:pt x="146" y="118"/>
                </a:cubicBezTo>
                <a:cubicBezTo>
                  <a:pt x="149" y="118"/>
                  <a:pt x="151" y="118"/>
                  <a:pt x="153" y="116"/>
                </a:cubicBezTo>
                <a:cubicBezTo>
                  <a:pt x="155" y="114"/>
                  <a:pt x="156" y="112"/>
                  <a:pt x="156" y="109"/>
                </a:cubicBezTo>
                <a:cubicBezTo>
                  <a:pt x="156" y="108"/>
                  <a:pt x="155" y="107"/>
                  <a:pt x="155" y="106"/>
                </a:cubicBezTo>
                <a:moveTo>
                  <a:pt x="118" y="118"/>
                </a:moveTo>
                <a:cubicBezTo>
                  <a:pt x="125" y="124"/>
                  <a:pt x="125" y="124"/>
                  <a:pt x="125" y="124"/>
                </a:cubicBezTo>
                <a:cubicBezTo>
                  <a:pt x="126" y="126"/>
                  <a:pt x="128" y="127"/>
                  <a:pt x="131" y="127"/>
                </a:cubicBezTo>
                <a:cubicBezTo>
                  <a:pt x="133" y="128"/>
                  <a:pt x="136" y="127"/>
                  <a:pt x="137" y="125"/>
                </a:cubicBezTo>
                <a:cubicBezTo>
                  <a:pt x="139" y="123"/>
                  <a:pt x="141" y="121"/>
                  <a:pt x="140" y="118"/>
                </a:cubicBezTo>
                <a:cubicBezTo>
                  <a:pt x="140" y="117"/>
                  <a:pt x="140" y="116"/>
                  <a:pt x="140" y="115"/>
                </a:cubicBezTo>
                <a:moveTo>
                  <a:pt x="102" y="124"/>
                </a:moveTo>
                <a:cubicBezTo>
                  <a:pt x="107" y="127"/>
                  <a:pt x="107" y="127"/>
                  <a:pt x="107" y="127"/>
                </a:cubicBezTo>
                <a:cubicBezTo>
                  <a:pt x="108" y="128"/>
                  <a:pt x="111" y="128"/>
                  <a:pt x="115" y="128"/>
                </a:cubicBezTo>
                <a:cubicBezTo>
                  <a:pt x="118" y="128"/>
                  <a:pt x="120" y="127"/>
                  <a:pt x="122" y="126"/>
                </a:cubicBezTo>
                <a:cubicBezTo>
                  <a:pt x="122" y="125"/>
                  <a:pt x="123" y="124"/>
                  <a:pt x="124" y="123"/>
                </a:cubicBezTo>
                <a:moveTo>
                  <a:pt x="73" y="116"/>
                </a:moveTo>
                <a:cubicBezTo>
                  <a:pt x="88" y="98"/>
                  <a:pt x="88" y="98"/>
                  <a:pt x="88" y="98"/>
                </a:cubicBezTo>
                <a:cubicBezTo>
                  <a:pt x="91" y="95"/>
                  <a:pt x="91" y="91"/>
                  <a:pt x="88" y="88"/>
                </a:cubicBezTo>
                <a:cubicBezTo>
                  <a:pt x="86" y="87"/>
                  <a:pt x="84" y="86"/>
                  <a:pt x="82" y="87"/>
                </a:cubicBezTo>
                <a:cubicBezTo>
                  <a:pt x="81" y="87"/>
                  <a:pt x="79" y="88"/>
                  <a:pt x="78" y="89"/>
                </a:cubicBezTo>
                <a:cubicBezTo>
                  <a:pt x="62" y="106"/>
                  <a:pt x="62" y="106"/>
                  <a:pt x="62" y="106"/>
                </a:cubicBezTo>
                <a:cubicBezTo>
                  <a:pt x="60" y="109"/>
                  <a:pt x="60" y="114"/>
                  <a:pt x="63" y="116"/>
                </a:cubicBezTo>
                <a:cubicBezTo>
                  <a:pt x="64" y="118"/>
                  <a:pt x="66" y="118"/>
                  <a:pt x="68" y="118"/>
                </a:cubicBezTo>
                <a:cubicBezTo>
                  <a:pt x="70" y="118"/>
                  <a:pt x="71" y="117"/>
                  <a:pt x="73" y="116"/>
                </a:cubicBezTo>
                <a:close/>
                <a:moveTo>
                  <a:pt x="86" y="122"/>
                </a:moveTo>
                <a:cubicBezTo>
                  <a:pt x="100" y="106"/>
                  <a:pt x="100" y="106"/>
                  <a:pt x="100" y="106"/>
                </a:cubicBezTo>
                <a:cubicBezTo>
                  <a:pt x="103" y="103"/>
                  <a:pt x="102" y="99"/>
                  <a:pt x="100" y="96"/>
                </a:cubicBezTo>
                <a:cubicBezTo>
                  <a:pt x="98" y="95"/>
                  <a:pt x="96" y="94"/>
                  <a:pt x="94" y="94"/>
                </a:cubicBezTo>
                <a:cubicBezTo>
                  <a:pt x="92" y="95"/>
                  <a:pt x="91" y="95"/>
                  <a:pt x="90" y="96"/>
                </a:cubicBezTo>
                <a:cubicBezTo>
                  <a:pt x="75" y="113"/>
                  <a:pt x="75" y="113"/>
                  <a:pt x="75" y="113"/>
                </a:cubicBezTo>
                <a:cubicBezTo>
                  <a:pt x="73" y="115"/>
                  <a:pt x="73" y="120"/>
                  <a:pt x="76" y="122"/>
                </a:cubicBezTo>
                <a:cubicBezTo>
                  <a:pt x="77" y="124"/>
                  <a:pt x="79" y="124"/>
                  <a:pt x="81" y="124"/>
                </a:cubicBezTo>
                <a:cubicBezTo>
                  <a:pt x="83" y="124"/>
                  <a:pt x="84" y="123"/>
                  <a:pt x="86" y="122"/>
                </a:cubicBezTo>
                <a:close/>
                <a:moveTo>
                  <a:pt x="106" y="120"/>
                </a:moveTo>
                <a:cubicBezTo>
                  <a:pt x="107" y="118"/>
                  <a:pt x="107" y="118"/>
                  <a:pt x="107" y="118"/>
                </a:cubicBezTo>
                <a:cubicBezTo>
                  <a:pt x="110" y="115"/>
                  <a:pt x="110" y="111"/>
                  <a:pt x="107" y="108"/>
                </a:cubicBezTo>
                <a:cubicBezTo>
                  <a:pt x="105" y="107"/>
                  <a:pt x="103" y="106"/>
                  <a:pt x="101" y="107"/>
                </a:cubicBezTo>
                <a:cubicBezTo>
                  <a:pt x="100" y="107"/>
                  <a:pt x="98" y="108"/>
                  <a:pt x="97" y="109"/>
                </a:cubicBezTo>
                <a:cubicBezTo>
                  <a:pt x="89" y="118"/>
                  <a:pt x="89" y="118"/>
                  <a:pt x="89" y="118"/>
                </a:cubicBezTo>
                <a:cubicBezTo>
                  <a:pt x="86" y="121"/>
                  <a:pt x="87" y="125"/>
                  <a:pt x="89" y="128"/>
                </a:cubicBezTo>
                <a:cubicBezTo>
                  <a:pt x="91" y="129"/>
                  <a:pt x="93" y="130"/>
                  <a:pt x="95" y="130"/>
                </a:cubicBezTo>
                <a:cubicBezTo>
                  <a:pt x="97" y="129"/>
                  <a:pt x="98" y="128"/>
                  <a:pt x="99" y="127"/>
                </a:cubicBezTo>
                <a:lnTo>
                  <a:pt x="106" y="120"/>
                </a:lnTo>
                <a:close/>
                <a:moveTo>
                  <a:pt x="197" y="1"/>
                </a:moveTo>
                <a:cubicBezTo>
                  <a:pt x="182" y="9"/>
                  <a:pt x="161" y="20"/>
                  <a:pt x="158" y="22"/>
                </a:cubicBezTo>
                <a:cubicBezTo>
                  <a:pt x="161" y="27"/>
                  <a:pt x="174" y="49"/>
                  <a:pt x="190" y="78"/>
                </a:cubicBezTo>
                <a:cubicBezTo>
                  <a:pt x="192" y="81"/>
                  <a:pt x="192" y="81"/>
                  <a:pt x="192" y="81"/>
                </a:cubicBezTo>
                <a:cubicBezTo>
                  <a:pt x="229" y="62"/>
                  <a:pt x="229" y="62"/>
                  <a:pt x="229" y="62"/>
                </a:cubicBezTo>
                <a:moveTo>
                  <a:pt x="162" y="30"/>
                </a:moveTo>
                <a:cubicBezTo>
                  <a:pt x="144" y="23"/>
                  <a:pt x="135" y="34"/>
                  <a:pt x="124" y="34"/>
                </a:cubicBezTo>
                <a:cubicBezTo>
                  <a:pt x="119" y="34"/>
                  <a:pt x="115" y="34"/>
                  <a:pt x="113" y="34"/>
                </a:cubicBezTo>
                <a:cubicBezTo>
                  <a:pt x="113" y="34"/>
                  <a:pt x="113" y="34"/>
                  <a:pt x="113" y="34"/>
                </a:cubicBezTo>
                <a:cubicBezTo>
                  <a:pt x="111" y="34"/>
                  <a:pt x="110" y="34"/>
                  <a:pt x="110" y="35"/>
                </a:cubicBezTo>
                <a:cubicBezTo>
                  <a:pt x="79" y="50"/>
                  <a:pt x="79" y="50"/>
                  <a:pt x="79" y="50"/>
                </a:cubicBezTo>
                <a:cubicBezTo>
                  <a:pt x="64" y="58"/>
                  <a:pt x="79" y="69"/>
                  <a:pt x="83" y="68"/>
                </a:cubicBezTo>
                <a:cubicBezTo>
                  <a:pt x="88" y="67"/>
                  <a:pt x="100" y="62"/>
                  <a:pt x="109" y="58"/>
                </a:cubicBezTo>
                <a:cubicBezTo>
                  <a:pt x="114" y="56"/>
                  <a:pt x="119" y="57"/>
                  <a:pt x="124" y="60"/>
                </a:cubicBezTo>
                <a:cubicBezTo>
                  <a:pt x="137" y="70"/>
                  <a:pt x="166" y="92"/>
                  <a:pt x="168" y="94"/>
                </a:cubicBezTo>
                <a:moveTo>
                  <a:pt x="189" y="75"/>
                </a:moveTo>
                <a:cubicBezTo>
                  <a:pt x="186" y="76"/>
                  <a:pt x="180" y="80"/>
                  <a:pt x="178" y="81"/>
                </a:cubicBezTo>
                <a:cubicBezTo>
                  <a:pt x="177" y="82"/>
                  <a:pt x="176" y="84"/>
                  <a:pt x="175" y="86"/>
                </a:cubicBezTo>
                <a:cubicBezTo>
                  <a:pt x="173" y="89"/>
                  <a:pt x="171" y="93"/>
                  <a:pt x="168" y="94"/>
                </a:cubicBezTo>
                <a:moveTo>
                  <a:pt x="57" y="92"/>
                </a:moveTo>
                <a:cubicBezTo>
                  <a:pt x="57" y="92"/>
                  <a:pt x="57" y="92"/>
                  <a:pt x="57" y="92"/>
                </a:cubicBezTo>
                <a:moveTo>
                  <a:pt x="0" y="59"/>
                </a:moveTo>
                <a:cubicBezTo>
                  <a:pt x="33" y="86"/>
                  <a:pt x="33" y="86"/>
                  <a:pt x="33" y="86"/>
                </a:cubicBezTo>
                <a:cubicBezTo>
                  <a:pt x="79" y="27"/>
                  <a:pt x="79" y="27"/>
                  <a:pt x="79" y="27"/>
                </a:cubicBezTo>
                <a:cubicBezTo>
                  <a:pt x="47" y="0"/>
                  <a:pt x="47" y="0"/>
                  <a:pt x="47" y="0"/>
                </a:cubicBezTo>
                <a:moveTo>
                  <a:pt x="36" y="82"/>
                </a:moveTo>
                <a:cubicBezTo>
                  <a:pt x="45" y="89"/>
                  <a:pt x="55" y="94"/>
                  <a:pt x="55" y="94"/>
                </a:cubicBezTo>
                <a:moveTo>
                  <a:pt x="98" y="40"/>
                </a:moveTo>
                <a:cubicBezTo>
                  <a:pt x="94" y="38"/>
                  <a:pt x="84" y="34"/>
                  <a:pt x="76" y="32"/>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Freeform 33">
            <a:extLst>
              <a:ext uri="{FF2B5EF4-FFF2-40B4-BE49-F238E27FC236}">
                <a16:creationId xmlns:a16="http://schemas.microsoft.com/office/drawing/2014/main" id="{82F6C4A8-0231-4CE3-B1C7-47A2E219DCF3}"/>
              </a:ext>
            </a:extLst>
          </p:cNvPr>
          <p:cNvSpPr>
            <a:spLocks noEditPoints="1"/>
          </p:cNvSpPr>
          <p:nvPr/>
        </p:nvSpPr>
        <p:spPr bwMode="auto">
          <a:xfrm>
            <a:off x="8886826" y="3868738"/>
            <a:ext cx="704850" cy="566738"/>
          </a:xfrm>
          <a:custGeom>
            <a:avLst/>
            <a:gdLst>
              <a:gd name="T0" fmla="*/ 176 w 176"/>
              <a:gd name="T1" fmla="*/ 141 h 141"/>
              <a:gd name="T2" fmla="*/ 0 w 176"/>
              <a:gd name="T3" fmla="*/ 141 h 141"/>
              <a:gd name="T4" fmla="*/ 43 w 176"/>
              <a:gd name="T5" fmla="*/ 103 h 141"/>
              <a:gd name="T6" fmla="*/ 18 w 176"/>
              <a:gd name="T7" fmla="*/ 103 h 141"/>
              <a:gd name="T8" fmla="*/ 18 w 176"/>
              <a:gd name="T9" fmla="*/ 141 h 141"/>
              <a:gd name="T10" fmla="*/ 43 w 176"/>
              <a:gd name="T11" fmla="*/ 141 h 141"/>
              <a:gd name="T12" fmla="*/ 43 w 176"/>
              <a:gd name="T13" fmla="*/ 103 h 141"/>
              <a:gd name="T14" fmla="*/ 81 w 176"/>
              <a:gd name="T15" fmla="*/ 66 h 141"/>
              <a:gd name="T16" fmla="*/ 56 w 176"/>
              <a:gd name="T17" fmla="*/ 66 h 141"/>
              <a:gd name="T18" fmla="*/ 56 w 176"/>
              <a:gd name="T19" fmla="*/ 141 h 141"/>
              <a:gd name="T20" fmla="*/ 81 w 176"/>
              <a:gd name="T21" fmla="*/ 141 h 141"/>
              <a:gd name="T22" fmla="*/ 81 w 176"/>
              <a:gd name="T23" fmla="*/ 66 h 141"/>
              <a:gd name="T24" fmla="*/ 119 w 176"/>
              <a:gd name="T25" fmla="*/ 82 h 141"/>
              <a:gd name="T26" fmla="*/ 94 w 176"/>
              <a:gd name="T27" fmla="*/ 82 h 141"/>
              <a:gd name="T28" fmla="*/ 94 w 176"/>
              <a:gd name="T29" fmla="*/ 141 h 141"/>
              <a:gd name="T30" fmla="*/ 119 w 176"/>
              <a:gd name="T31" fmla="*/ 141 h 141"/>
              <a:gd name="T32" fmla="*/ 119 w 176"/>
              <a:gd name="T33" fmla="*/ 82 h 141"/>
              <a:gd name="T34" fmla="*/ 157 w 176"/>
              <a:gd name="T35" fmla="*/ 43 h 141"/>
              <a:gd name="T36" fmla="*/ 132 w 176"/>
              <a:gd name="T37" fmla="*/ 43 h 141"/>
              <a:gd name="T38" fmla="*/ 132 w 176"/>
              <a:gd name="T39" fmla="*/ 141 h 141"/>
              <a:gd name="T40" fmla="*/ 157 w 176"/>
              <a:gd name="T41" fmla="*/ 141 h 141"/>
              <a:gd name="T42" fmla="*/ 157 w 176"/>
              <a:gd name="T43" fmla="*/ 43 h 141"/>
              <a:gd name="T44" fmla="*/ 31 w 176"/>
              <a:gd name="T45" fmla="*/ 61 h 141"/>
              <a:gd name="T46" fmla="*/ 24 w 176"/>
              <a:gd name="T47" fmla="*/ 68 h 141"/>
              <a:gd name="T48" fmla="*/ 31 w 176"/>
              <a:gd name="T49" fmla="*/ 75 h 141"/>
              <a:gd name="T50" fmla="*/ 38 w 176"/>
              <a:gd name="T51" fmla="*/ 68 h 141"/>
              <a:gd name="T52" fmla="*/ 31 w 176"/>
              <a:gd name="T53" fmla="*/ 61 h 141"/>
              <a:gd name="T54" fmla="*/ 69 w 176"/>
              <a:gd name="T55" fmla="*/ 25 h 141"/>
              <a:gd name="T56" fmla="*/ 62 w 176"/>
              <a:gd name="T57" fmla="*/ 32 h 141"/>
              <a:gd name="T58" fmla="*/ 69 w 176"/>
              <a:gd name="T59" fmla="*/ 39 h 141"/>
              <a:gd name="T60" fmla="*/ 76 w 176"/>
              <a:gd name="T61" fmla="*/ 32 h 141"/>
              <a:gd name="T62" fmla="*/ 69 w 176"/>
              <a:gd name="T63" fmla="*/ 25 h 141"/>
              <a:gd name="T64" fmla="*/ 107 w 176"/>
              <a:gd name="T65" fmla="*/ 43 h 141"/>
              <a:gd name="T66" fmla="*/ 100 w 176"/>
              <a:gd name="T67" fmla="*/ 50 h 141"/>
              <a:gd name="T68" fmla="*/ 107 w 176"/>
              <a:gd name="T69" fmla="*/ 57 h 141"/>
              <a:gd name="T70" fmla="*/ 114 w 176"/>
              <a:gd name="T71" fmla="*/ 50 h 141"/>
              <a:gd name="T72" fmla="*/ 107 w 176"/>
              <a:gd name="T73" fmla="*/ 43 h 141"/>
              <a:gd name="T74" fmla="*/ 145 w 176"/>
              <a:gd name="T75" fmla="*/ 0 h 141"/>
              <a:gd name="T76" fmla="*/ 138 w 176"/>
              <a:gd name="T77" fmla="*/ 7 h 141"/>
              <a:gd name="T78" fmla="*/ 145 w 176"/>
              <a:gd name="T79" fmla="*/ 14 h 141"/>
              <a:gd name="T80" fmla="*/ 152 w 176"/>
              <a:gd name="T81" fmla="*/ 7 h 141"/>
              <a:gd name="T82" fmla="*/ 145 w 176"/>
              <a:gd name="T83" fmla="*/ 0 h 141"/>
              <a:gd name="T84" fmla="*/ 111 w 176"/>
              <a:gd name="T85" fmla="*/ 45 h 141"/>
              <a:gd name="T86" fmla="*/ 140 w 176"/>
              <a:gd name="T87" fmla="*/ 12 h 141"/>
              <a:gd name="T88" fmla="*/ 75 w 176"/>
              <a:gd name="T89" fmla="*/ 35 h 141"/>
              <a:gd name="T90" fmla="*/ 100 w 176"/>
              <a:gd name="T91" fmla="*/ 47 h 141"/>
              <a:gd name="T92" fmla="*/ 64 w 176"/>
              <a:gd name="T93" fmla="*/ 37 h 141"/>
              <a:gd name="T94" fmla="*/ 36 w 176"/>
              <a:gd name="T95" fmla="*/ 6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6" h="141">
                <a:moveTo>
                  <a:pt x="176" y="141"/>
                </a:moveTo>
                <a:cubicBezTo>
                  <a:pt x="0" y="141"/>
                  <a:pt x="0" y="141"/>
                  <a:pt x="0" y="141"/>
                </a:cubicBezTo>
                <a:moveTo>
                  <a:pt x="43" y="103"/>
                </a:moveTo>
                <a:cubicBezTo>
                  <a:pt x="18" y="103"/>
                  <a:pt x="18" y="103"/>
                  <a:pt x="18" y="103"/>
                </a:cubicBezTo>
                <a:cubicBezTo>
                  <a:pt x="18" y="141"/>
                  <a:pt x="18" y="141"/>
                  <a:pt x="18" y="141"/>
                </a:cubicBezTo>
                <a:cubicBezTo>
                  <a:pt x="43" y="141"/>
                  <a:pt x="43" y="141"/>
                  <a:pt x="43" y="141"/>
                </a:cubicBezTo>
                <a:lnTo>
                  <a:pt x="43" y="103"/>
                </a:lnTo>
                <a:close/>
                <a:moveTo>
                  <a:pt x="81" y="66"/>
                </a:moveTo>
                <a:cubicBezTo>
                  <a:pt x="56" y="66"/>
                  <a:pt x="56" y="66"/>
                  <a:pt x="56" y="66"/>
                </a:cubicBezTo>
                <a:cubicBezTo>
                  <a:pt x="56" y="141"/>
                  <a:pt x="56" y="141"/>
                  <a:pt x="56" y="141"/>
                </a:cubicBezTo>
                <a:cubicBezTo>
                  <a:pt x="81" y="141"/>
                  <a:pt x="81" y="141"/>
                  <a:pt x="81" y="141"/>
                </a:cubicBezTo>
                <a:lnTo>
                  <a:pt x="81" y="66"/>
                </a:lnTo>
                <a:close/>
                <a:moveTo>
                  <a:pt x="119" y="82"/>
                </a:moveTo>
                <a:cubicBezTo>
                  <a:pt x="94" y="82"/>
                  <a:pt x="94" y="82"/>
                  <a:pt x="94" y="82"/>
                </a:cubicBezTo>
                <a:cubicBezTo>
                  <a:pt x="94" y="141"/>
                  <a:pt x="94" y="141"/>
                  <a:pt x="94" y="141"/>
                </a:cubicBezTo>
                <a:cubicBezTo>
                  <a:pt x="119" y="141"/>
                  <a:pt x="119" y="141"/>
                  <a:pt x="119" y="141"/>
                </a:cubicBezTo>
                <a:lnTo>
                  <a:pt x="119" y="82"/>
                </a:lnTo>
                <a:close/>
                <a:moveTo>
                  <a:pt x="157" y="43"/>
                </a:moveTo>
                <a:cubicBezTo>
                  <a:pt x="132" y="43"/>
                  <a:pt x="132" y="43"/>
                  <a:pt x="132" y="43"/>
                </a:cubicBezTo>
                <a:cubicBezTo>
                  <a:pt x="132" y="141"/>
                  <a:pt x="132" y="141"/>
                  <a:pt x="132" y="141"/>
                </a:cubicBezTo>
                <a:cubicBezTo>
                  <a:pt x="157" y="141"/>
                  <a:pt x="157" y="141"/>
                  <a:pt x="157" y="141"/>
                </a:cubicBezTo>
                <a:lnTo>
                  <a:pt x="157" y="43"/>
                </a:lnTo>
                <a:close/>
                <a:moveTo>
                  <a:pt x="31" y="61"/>
                </a:moveTo>
                <a:cubicBezTo>
                  <a:pt x="27" y="61"/>
                  <a:pt x="24" y="64"/>
                  <a:pt x="24" y="68"/>
                </a:cubicBezTo>
                <a:cubicBezTo>
                  <a:pt x="24" y="72"/>
                  <a:pt x="27" y="75"/>
                  <a:pt x="31" y="75"/>
                </a:cubicBezTo>
                <a:cubicBezTo>
                  <a:pt x="34" y="75"/>
                  <a:pt x="38" y="72"/>
                  <a:pt x="38" y="68"/>
                </a:cubicBezTo>
                <a:cubicBezTo>
                  <a:pt x="38" y="64"/>
                  <a:pt x="34" y="61"/>
                  <a:pt x="31" y="61"/>
                </a:cubicBezTo>
                <a:close/>
                <a:moveTo>
                  <a:pt x="69" y="25"/>
                </a:moveTo>
                <a:cubicBezTo>
                  <a:pt x="65" y="25"/>
                  <a:pt x="62" y="28"/>
                  <a:pt x="62" y="32"/>
                </a:cubicBezTo>
                <a:cubicBezTo>
                  <a:pt x="62" y="36"/>
                  <a:pt x="65" y="39"/>
                  <a:pt x="69" y="39"/>
                </a:cubicBezTo>
                <a:cubicBezTo>
                  <a:pt x="72" y="39"/>
                  <a:pt x="76" y="36"/>
                  <a:pt x="76" y="32"/>
                </a:cubicBezTo>
                <a:cubicBezTo>
                  <a:pt x="76" y="28"/>
                  <a:pt x="72" y="25"/>
                  <a:pt x="69" y="25"/>
                </a:cubicBezTo>
                <a:close/>
                <a:moveTo>
                  <a:pt x="107" y="43"/>
                </a:moveTo>
                <a:cubicBezTo>
                  <a:pt x="103" y="43"/>
                  <a:pt x="100" y="46"/>
                  <a:pt x="100" y="50"/>
                </a:cubicBezTo>
                <a:cubicBezTo>
                  <a:pt x="100" y="54"/>
                  <a:pt x="103" y="57"/>
                  <a:pt x="107" y="57"/>
                </a:cubicBezTo>
                <a:cubicBezTo>
                  <a:pt x="110" y="57"/>
                  <a:pt x="114" y="54"/>
                  <a:pt x="114" y="50"/>
                </a:cubicBezTo>
                <a:cubicBezTo>
                  <a:pt x="114" y="46"/>
                  <a:pt x="110" y="43"/>
                  <a:pt x="107" y="43"/>
                </a:cubicBezTo>
                <a:close/>
                <a:moveTo>
                  <a:pt x="145" y="0"/>
                </a:moveTo>
                <a:cubicBezTo>
                  <a:pt x="141" y="0"/>
                  <a:pt x="138" y="3"/>
                  <a:pt x="138" y="7"/>
                </a:cubicBezTo>
                <a:cubicBezTo>
                  <a:pt x="138" y="11"/>
                  <a:pt x="141" y="14"/>
                  <a:pt x="145" y="14"/>
                </a:cubicBezTo>
                <a:cubicBezTo>
                  <a:pt x="148" y="14"/>
                  <a:pt x="152" y="11"/>
                  <a:pt x="152" y="7"/>
                </a:cubicBezTo>
                <a:cubicBezTo>
                  <a:pt x="152" y="3"/>
                  <a:pt x="148" y="0"/>
                  <a:pt x="145" y="0"/>
                </a:cubicBezTo>
                <a:close/>
                <a:moveTo>
                  <a:pt x="111" y="45"/>
                </a:moveTo>
                <a:cubicBezTo>
                  <a:pt x="140" y="12"/>
                  <a:pt x="140" y="12"/>
                  <a:pt x="140" y="12"/>
                </a:cubicBezTo>
                <a:moveTo>
                  <a:pt x="75" y="35"/>
                </a:moveTo>
                <a:cubicBezTo>
                  <a:pt x="100" y="47"/>
                  <a:pt x="100" y="47"/>
                  <a:pt x="100" y="47"/>
                </a:cubicBezTo>
                <a:moveTo>
                  <a:pt x="64" y="37"/>
                </a:moveTo>
                <a:cubicBezTo>
                  <a:pt x="36" y="63"/>
                  <a:pt x="36" y="63"/>
                  <a:pt x="36" y="63"/>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7" name="Freeform 34">
            <a:extLst>
              <a:ext uri="{FF2B5EF4-FFF2-40B4-BE49-F238E27FC236}">
                <a16:creationId xmlns:a16="http://schemas.microsoft.com/office/drawing/2014/main" id="{1546E9BB-2DC3-4AB5-8D8E-1674C83FAA26}"/>
              </a:ext>
            </a:extLst>
          </p:cNvPr>
          <p:cNvSpPr>
            <a:spLocks noEditPoints="1"/>
          </p:cNvSpPr>
          <p:nvPr/>
        </p:nvSpPr>
        <p:spPr bwMode="auto">
          <a:xfrm>
            <a:off x="5853113" y="3873500"/>
            <a:ext cx="546100" cy="638175"/>
          </a:xfrm>
          <a:custGeom>
            <a:avLst/>
            <a:gdLst>
              <a:gd name="T0" fmla="*/ 344 w 344"/>
              <a:gd name="T1" fmla="*/ 164 h 402"/>
              <a:gd name="T2" fmla="*/ 344 w 344"/>
              <a:gd name="T3" fmla="*/ 402 h 402"/>
              <a:gd name="T4" fmla="*/ 0 w 344"/>
              <a:gd name="T5" fmla="*/ 402 h 402"/>
              <a:gd name="T6" fmla="*/ 0 w 344"/>
              <a:gd name="T7" fmla="*/ 164 h 402"/>
              <a:gd name="T8" fmla="*/ 344 w 344"/>
              <a:gd name="T9" fmla="*/ 402 h 402"/>
              <a:gd name="T10" fmla="*/ 172 w 344"/>
              <a:gd name="T11" fmla="*/ 283 h 402"/>
              <a:gd name="T12" fmla="*/ 0 w 344"/>
              <a:gd name="T13" fmla="*/ 402 h 402"/>
              <a:gd name="T14" fmla="*/ 344 w 344"/>
              <a:gd name="T15" fmla="*/ 164 h 402"/>
              <a:gd name="T16" fmla="*/ 228 w 344"/>
              <a:gd name="T17" fmla="*/ 286 h 402"/>
              <a:gd name="T18" fmla="*/ 0 w 344"/>
              <a:gd name="T19" fmla="*/ 164 h 402"/>
              <a:gd name="T20" fmla="*/ 116 w 344"/>
              <a:gd name="T21" fmla="*/ 286 h 402"/>
              <a:gd name="T22" fmla="*/ 303 w 344"/>
              <a:gd name="T23" fmla="*/ 157 h 402"/>
              <a:gd name="T24" fmla="*/ 303 w 344"/>
              <a:gd name="T25" fmla="*/ 73 h 402"/>
              <a:gd name="T26" fmla="*/ 228 w 344"/>
              <a:gd name="T27" fmla="*/ 0 h 402"/>
              <a:gd name="T28" fmla="*/ 43 w 344"/>
              <a:gd name="T29" fmla="*/ 0 h 402"/>
              <a:gd name="T30" fmla="*/ 43 w 344"/>
              <a:gd name="T31" fmla="*/ 157 h 402"/>
              <a:gd name="T32" fmla="*/ 301 w 344"/>
              <a:gd name="T33" fmla="*/ 73 h 402"/>
              <a:gd name="T34" fmla="*/ 228 w 344"/>
              <a:gd name="T35" fmla="*/ 0 h 402"/>
              <a:gd name="T36" fmla="*/ 228 w 344"/>
              <a:gd name="T37" fmla="*/ 73 h 402"/>
              <a:gd name="T38" fmla="*/ 301 w 344"/>
              <a:gd name="T39" fmla="*/ 73 h 402"/>
              <a:gd name="T40" fmla="*/ 116 w 344"/>
              <a:gd name="T41" fmla="*/ 116 h 402"/>
              <a:gd name="T42" fmla="*/ 81 w 344"/>
              <a:gd name="T43" fmla="*/ 116 h 402"/>
              <a:gd name="T44" fmla="*/ 255 w 344"/>
              <a:gd name="T45" fmla="*/ 116 h 402"/>
              <a:gd name="T46" fmla="*/ 152 w 344"/>
              <a:gd name="T47" fmla="*/ 116 h 402"/>
              <a:gd name="T48" fmla="*/ 81 w 344"/>
              <a:gd name="T49" fmla="*/ 154 h 402"/>
              <a:gd name="T50" fmla="*/ 177 w 344"/>
              <a:gd name="T51" fmla="*/ 154 h 402"/>
              <a:gd name="T52" fmla="*/ 255 w 344"/>
              <a:gd name="T53" fmla="*/ 154 h 402"/>
              <a:gd name="T54" fmla="*/ 217 w 344"/>
              <a:gd name="T55" fmla="*/ 15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4" h="402">
                <a:moveTo>
                  <a:pt x="344" y="164"/>
                </a:moveTo>
                <a:lnTo>
                  <a:pt x="344" y="402"/>
                </a:lnTo>
                <a:lnTo>
                  <a:pt x="0" y="402"/>
                </a:lnTo>
                <a:lnTo>
                  <a:pt x="0" y="164"/>
                </a:lnTo>
                <a:moveTo>
                  <a:pt x="344" y="402"/>
                </a:moveTo>
                <a:lnTo>
                  <a:pt x="172" y="283"/>
                </a:lnTo>
                <a:lnTo>
                  <a:pt x="0" y="402"/>
                </a:lnTo>
                <a:moveTo>
                  <a:pt x="344" y="164"/>
                </a:moveTo>
                <a:lnTo>
                  <a:pt x="228" y="286"/>
                </a:lnTo>
                <a:moveTo>
                  <a:pt x="0" y="164"/>
                </a:moveTo>
                <a:lnTo>
                  <a:pt x="116" y="286"/>
                </a:lnTo>
                <a:moveTo>
                  <a:pt x="303" y="157"/>
                </a:moveTo>
                <a:lnTo>
                  <a:pt x="303" y="73"/>
                </a:lnTo>
                <a:moveTo>
                  <a:pt x="228" y="0"/>
                </a:moveTo>
                <a:lnTo>
                  <a:pt x="43" y="0"/>
                </a:lnTo>
                <a:lnTo>
                  <a:pt x="43" y="157"/>
                </a:lnTo>
                <a:moveTo>
                  <a:pt x="301" y="73"/>
                </a:moveTo>
                <a:lnTo>
                  <a:pt x="228" y="0"/>
                </a:lnTo>
                <a:lnTo>
                  <a:pt x="228" y="73"/>
                </a:lnTo>
                <a:lnTo>
                  <a:pt x="301" y="73"/>
                </a:lnTo>
                <a:moveTo>
                  <a:pt x="116" y="116"/>
                </a:moveTo>
                <a:lnTo>
                  <a:pt x="81" y="116"/>
                </a:lnTo>
                <a:moveTo>
                  <a:pt x="255" y="116"/>
                </a:moveTo>
                <a:lnTo>
                  <a:pt x="152" y="116"/>
                </a:lnTo>
                <a:moveTo>
                  <a:pt x="81" y="154"/>
                </a:moveTo>
                <a:lnTo>
                  <a:pt x="177" y="154"/>
                </a:lnTo>
                <a:moveTo>
                  <a:pt x="255" y="154"/>
                </a:moveTo>
                <a:lnTo>
                  <a:pt x="217" y="154"/>
                </a:ln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45" name="Group 44">
            <a:extLst>
              <a:ext uri="{FF2B5EF4-FFF2-40B4-BE49-F238E27FC236}">
                <a16:creationId xmlns:a16="http://schemas.microsoft.com/office/drawing/2014/main" id="{585957DC-F33A-4778-88BB-8AC08464DC0D}"/>
              </a:ext>
            </a:extLst>
          </p:cNvPr>
          <p:cNvGrpSpPr/>
          <p:nvPr/>
        </p:nvGrpSpPr>
        <p:grpSpPr>
          <a:xfrm>
            <a:off x="2082642" y="5512046"/>
            <a:ext cx="1808480" cy="1022121"/>
            <a:chOff x="2011681" y="5491075"/>
            <a:chExt cx="1808480" cy="1022121"/>
          </a:xfrm>
        </p:grpSpPr>
        <p:sp>
          <p:nvSpPr>
            <p:cNvPr id="46" name="Rectangle 62">
              <a:extLst>
                <a:ext uri="{FF2B5EF4-FFF2-40B4-BE49-F238E27FC236}">
                  <a16:creationId xmlns:a16="http://schemas.microsoft.com/office/drawing/2014/main" id="{0CC3C67B-77A8-41CF-8BBA-1C7EE9ADE7AE}"/>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01</a:t>
              </a:r>
              <a:endParaRPr kumimoji="0" lang="ru-UA" altLang="ru-UA" sz="1800" b="0" i="0" u="none" strike="noStrike" cap="none" normalizeH="0" baseline="0">
                <a:ln>
                  <a:noFill/>
                </a:ln>
                <a:effectLst/>
              </a:endParaRPr>
            </a:p>
          </p:txBody>
        </p:sp>
        <p:sp>
          <p:nvSpPr>
            <p:cNvPr id="47" name="Text Placeholder 17">
              <a:extLst>
                <a:ext uri="{FF2B5EF4-FFF2-40B4-BE49-F238E27FC236}">
                  <a16:creationId xmlns:a16="http://schemas.microsoft.com/office/drawing/2014/main" id="{0CF56BE4-A0AB-49FD-B170-3B00129DC995}"/>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48" name="Group 47">
            <a:extLst>
              <a:ext uri="{FF2B5EF4-FFF2-40B4-BE49-F238E27FC236}">
                <a16:creationId xmlns:a16="http://schemas.microsoft.com/office/drawing/2014/main" id="{2985AA42-B579-4D91-95A0-061A70EF748D}"/>
              </a:ext>
            </a:extLst>
          </p:cNvPr>
          <p:cNvGrpSpPr/>
          <p:nvPr/>
        </p:nvGrpSpPr>
        <p:grpSpPr>
          <a:xfrm>
            <a:off x="5232625" y="5512046"/>
            <a:ext cx="1808480" cy="1022121"/>
            <a:chOff x="2011681" y="5491075"/>
            <a:chExt cx="1808480" cy="1022121"/>
          </a:xfrm>
        </p:grpSpPr>
        <p:sp>
          <p:nvSpPr>
            <p:cNvPr id="50" name="Rectangle 62">
              <a:extLst>
                <a:ext uri="{FF2B5EF4-FFF2-40B4-BE49-F238E27FC236}">
                  <a16:creationId xmlns:a16="http://schemas.microsoft.com/office/drawing/2014/main" id="{F69D5966-01A5-4331-AB87-32340D21C73E}"/>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3</a:t>
              </a:r>
              <a:endParaRPr kumimoji="0" lang="ru-UA" altLang="ru-UA" sz="1800" b="0" i="0" u="none" strike="noStrike" cap="none" normalizeH="0" baseline="0">
                <a:ln>
                  <a:noFill/>
                </a:ln>
                <a:effectLst/>
              </a:endParaRPr>
            </a:p>
          </p:txBody>
        </p:sp>
        <p:sp>
          <p:nvSpPr>
            <p:cNvPr id="51" name="Text Placeholder 17">
              <a:extLst>
                <a:ext uri="{FF2B5EF4-FFF2-40B4-BE49-F238E27FC236}">
                  <a16:creationId xmlns:a16="http://schemas.microsoft.com/office/drawing/2014/main" id="{1688DC51-6679-4A70-A0B1-134980D3AE42}"/>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52" name="Group 51">
            <a:extLst>
              <a:ext uri="{FF2B5EF4-FFF2-40B4-BE49-F238E27FC236}">
                <a16:creationId xmlns:a16="http://schemas.microsoft.com/office/drawing/2014/main" id="{B483F5A5-E4E3-4559-B10D-73F866022FD2}"/>
              </a:ext>
            </a:extLst>
          </p:cNvPr>
          <p:cNvGrpSpPr/>
          <p:nvPr/>
        </p:nvGrpSpPr>
        <p:grpSpPr>
          <a:xfrm>
            <a:off x="8402318" y="5512046"/>
            <a:ext cx="1808480" cy="1022121"/>
            <a:chOff x="2011681" y="5491075"/>
            <a:chExt cx="1808480" cy="1022121"/>
          </a:xfrm>
        </p:grpSpPr>
        <p:sp>
          <p:nvSpPr>
            <p:cNvPr id="53" name="Rectangle 62">
              <a:extLst>
                <a:ext uri="{FF2B5EF4-FFF2-40B4-BE49-F238E27FC236}">
                  <a16:creationId xmlns:a16="http://schemas.microsoft.com/office/drawing/2014/main" id="{2654F5D4-2133-4518-B799-AB43156CFDA5}"/>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5</a:t>
              </a:r>
              <a:endParaRPr kumimoji="0" lang="ru-UA" altLang="ru-UA" sz="1800" b="0" i="0" u="none" strike="noStrike" cap="none" normalizeH="0" baseline="0">
                <a:ln>
                  <a:noFill/>
                </a:ln>
                <a:effectLst/>
              </a:endParaRPr>
            </a:p>
          </p:txBody>
        </p:sp>
        <p:sp>
          <p:nvSpPr>
            <p:cNvPr id="67" name="Text Placeholder 17">
              <a:extLst>
                <a:ext uri="{FF2B5EF4-FFF2-40B4-BE49-F238E27FC236}">
                  <a16:creationId xmlns:a16="http://schemas.microsoft.com/office/drawing/2014/main" id="{ABF3F351-3246-432C-A4C7-1B61813FA03B}"/>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68" name="Group 67">
            <a:extLst>
              <a:ext uri="{FF2B5EF4-FFF2-40B4-BE49-F238E27FC236}">
                <a16:creationId xmlns:a16="http://schemas.microsoft.com/office/drawing/2014/main" id="{AEB5B364-1822-4C71-B5EE-E92F285CCAE8}"/>
              </a:ext>
            </a:extLst>
          </p:cNvPr>
          <p:cNvGrpSpPr/>
          <p:nvPr/>
        </p:nvGrpSpPr>
        <p:grpSpPr>
          <a:xfrm>
            <a:off x="3665379" y="581845"/>
            <a:ext cx="1808480" cy="1022121"/>
            <a:chOff x="2011681" y="5491075"/>
            <a:chExt cx="1808480" cy="1022121"/>
          </a:xfrm>
        </p:grpSpPr>
        <p:sp>
          <p:nvSpPr>
            <p:cNvPr id="69" name="Rectangle 62">
              <a:extLst>
                <a:ext uri="{FF2B5EF4-FFF2-40B4-BE49-F238E27FC236}">
                  <a16:creationId xmlns:a16="http://schemas.microsoft.com/office/drawing/2014/main" id="{1B0A64B1-CCEE-4E05-9E55-E1DD65D1DE9B}"/>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a:t>
              </a:r>
              <a:r>
                <a:rPr kumimoji="0" lang="en-US" altLang="ru-UA" sz="1800" b="1" i="0" u="none" strike="noStrike" cap="none" normalizeH="0" baseline="0">
                  <a:ln>
                    <a:noFill/>
                  </a:ln>
                  <a:effectLst/>
                  <a:latin typeface="Open Sans" panose="020B0606030504020204" pitchFamily="34" charset="0"/>
                </a:rPr>
                <a:t>02</a:t>
              </a:r>
              <a:endParaRPr kumimoji="0" lang="ru-UA" altLang="ru-UA" sz="1800" b="0" i="0" u="none" strike="noStrike" cap="none" normalizeH="0" baseline="0">
                <a:ln>
                  <a:noFill/>
                </a:ln>
                <a:effectLst/>
              </a:endParaRPr>
            </a:p>
          </p:txBody>
        </p:sp>
        <p:sp>
          <p:nvSpPr>
            <p:cNvPr id="70" name="Text Placeholder 17">
              <a:extLst>
                <a:ext uri="{FF2B5EF4-FFF2-40B4-BE49-F238E27FC236}">
                  <a16:creationId xmlns:a16="http://schemas.microsoft.com/office/drawing/2014/main" id="{2F16D633-BBAA-4940-8EC9-38F42F49760B}"/>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71" name="Group 70">
            <a:extLst>
              <a:ext uri="{FF2B5EF4-FFF2-40B4-BE49-F238E27FC236}">
                <a16:creationId xmlns:a16="http://schemas.microsoft.com/office/drawing/2014/main" id="{7AC89C9A-CF64-451C-9118-22971B05372E}"/>
              </a:ext>
            </a:extLst>
          </p:cNvPr>
          <p:cNvGrpSpPr/>
          <p:nvPr/>
        </p:nvGrpSpPr>
        <p:grpSpPr>
          <a:xfrm>
            <a:off x="6768148" y="581845"/>
            <a:ext cx="1808480" cy="1022121"/>
            <a:chOff x="2011681" y="5491075"/>
            <a:chExt cx="1808480" cy="1022121"/>
          </a:xfrm>
        </p:grpSpPr>
        <p:sp>
          <p:nvSpPr>
            <p:cNvPr id="72" name="Rectangle 62">
              <a:extLst>
                <a:ext uri="{FF2B5EF4-FFF2-40B4-BE49-F238E27FC236}">
                  <a16:creationId xmlns:a16="http://schemas.microsoft.com/office/drawing/2014/main" id="{E6A147B4-3666-498D-AF0B-8B46F939B8DC}"/>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4</a:t>
              </a:r>
              <a:endParaRPr kumimoji="0" lang="ru-UA" altLang="ru-UA" sz="1800" b="0" i="0" u="none" strike="noStrike" cap="none" normalizeH="0" baseline="0">
                <a:ln>
                  <a:noFill/>
                </a:ln>
                <a:effectLst/>
              </a:endParaRPr>
            </a:p>
          </p:txBody>
        </p:sp>
        <p:sp>
          <p:nvSpPr>
            <p:cNvPr id="73" name="Text Placeholder 17">
              <a:extLst>
                <a:ext uri="{FF2B5EF4-FFF2-40B4-BE49-F238E27FC236}">
                  <a16:creationId xmlns:a16="http://schemas.microsoft.com/office/drawing/2014/main" id="{D2B6191F-4BCA-4E1C-AAFC-26D82CC36817}"/>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spTree>
    <p:extLst>
      <p:ext uri="{BB962C8B-B14F-4D97-AF65-F5344CB8AC3E}">
        <p14:creationId xmlns:p14="http://schemas.microsoft.com/office/powerpoint/2010/main" val="136448238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7000">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14:bounceEnd="67000">
                                          <p:cBhvr additive="base">
                                            <p:cTn id="7" dur="1000" fill="hold"/>
                                            <p:tgtEl>
                                              <p:spTgt spid="38"/>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38"/>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14:presetBounceEnd="67000">
                                      <p:stCondLst>
                                        <p:cond delay="250"/>
                                      </p:stCondLst>
                                      <p:childTnLst>
                                        <p:set>
                                          <p:cBhvr>
                                            <p:cTn id="10" dur="1" fill="hold">
                                              <p:stCondLst>
                                                <p:cond delay="0"/>
                                              </p:stCondLst>
                                            </p:cTn>
                                            <p:tgtEl>
                                              <p:spTgt spid="40"/>
                                            </p:tgtEl>
                                            <p:attrNameLst>
                                              <p:attrName>style.visibility</p:attrName>
                                            </p:attrNameLst>
                                          </p:cBhvr>
                                          <p:to>
                                            <p:strVal val="visible"/>
                                          </p:to>
                                        </p:set>
                                        <p:anim calcmode="lin" valueType="num" p14:bounceEnd="67000">
                                          <p:cBhvr additive="base">
                                            <p:cTn id="11" dur="1000" fill="hold"/>
                                            <p:tgtEl>
                                              <p:spTgt spid="40"/>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40"/>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67000">
                                      <p:stCondLst>
                                        <p:cond delay="500"/>
                                      </p:stCondLst>
                                      <p:childTnLst>
                                        <p:set>
                                          <p:cBhvr>
                                            <p:cTn id="14" dur="1" fill="hold">
                                              <p:stCondLst>
                                                <p:cond delay="0"/>
                                              </p:stCondLst>
                                            </p:cTn>
                                            <p:tgtEl>
                                              <p:spTgt spid="42"/>
                                            </p:tgtEl>
                                            <p:attrNameLst>
                                              <p:attrName>style.visibility</p:attrName>
                                            </p:attrNameLst>
                                          </p:cBhvr>
                                          <p:to>
                                            <p:strVal val="visible"/>
                                          </p:to>
                                        </p:set>
                                        <p:anim calcmode="lin" valueType="num" p14:bounceEnd="67000">
                                          <p:cBhvr additive="base">
                                            <p:cTn id="15" dur="1000" fill="hold"/>
                                            <p:tgtEl>
                                              <p:spTgt spid="42"/>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42"/>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14:presetBounceEnd="67000">
                                      <p:stCondLst>
                                        <p:cond delay="750"/>
                                      </p:stCondLst>
                                      <p:childTnLst>
                                        <p:set>
                                          <p:cBhvr>
                                            <p:cTn id="18" dur="1" fill="hold">
                                              <p:stCondLst>
                                                <p:cond delay="0"/>
                                              </p:stCondLst>
                                            </p:cTn>
                                            <p:tgtEl>
                                              <p:spTgt spid="41"/>
                                            </p:tgtEl>
                                            <p:attrNameLst>
                                              <p:attrName>style.visibility</p:attrName>
                                            </p:attrNameLst>
                                          </p:cBhvr>
                                          <p:to>
                                            <p:strVal val="visible"/>
                                          </p:to>
                                        </p:set>
                                        <p:anim calcmode="lin" valueType="num" p14:bounceEnd="67000">
                                          <p:cBhvr additive="base">
                                            <p:cTn id="19" dur="1000" fill="hold"/>
                                            <p:tgtEl>
                                              <p:spTgt spid="41"/>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41"/>
                                            </p:tgtEl>
                                            <p:attrNameLst>
                                              <p:attrName>ppt_y</p:attrName>
                                            </p:attrNameLst>
                                          </p:cBhvr>
                                          <p:tavLst>
                                            <p:tav tm="0">
                                              <p:val>
                                                <p:strVal val="0-#ppt_h/2"/>
                                              </p:val>
                                            </p:tav>
                                            <p:tav tm="100000">
                                              <p:val>
                                                <p:strVal val="#ppt_y"/>
                                              </p:val>
                                            </p:tav>
                                          </p:tavLst>
                                        </p:anim>
                                      </p:childTnLst>
                                    </p:cTn>
                                  </p:par>
                                  <p:par>
                                    <p:cTn id="21" presetID="2" presetClass="entr" presetSubtype="4" fill="hold" nodeType="withEffect" p14:presetBounceEnd="67000">
                                      <p:stCondLst>
                                        <p:cond delay="1000"/>
                                      </p:stCondLst>
                                      <p:childTnLst>
                                        <p:set>
                                          <p:cBhvr>
                                            <p:cTn id="22" dur="1" fill="hold">
                                              <p:stCondLst>
                                                <p:cond delay="0"/>
                                              </p:stCondLst>
                                            </p:cTn>
                                            <p:tgtEl>
                                              <p:spTgt spid="43"/>
                                            </p:tgtEl>
                                            <p:attrNameLst>
                                              <p:attrName>style.visibility</p:attrName>
                                            </p:attrNameLst>
                                          </p:cBhvr>
                                          <p:to>
                                            <p:strVal val="visible"/>
                                          </p:to>
                                        </p:set>
                                        <p:anim calcmode="lin" valueType="num" p14:bounceEnd="67000">
                                          <p:cBhvr additive="base">
                                            <p:cTn id="23" dur="1000" fill="hold"/>
                                            <p:tgtEl>
                                              <p:spTgt spid="43"/>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43"/>
                                            </p:tgtEl>
                                            <p:attrNameLst>
                                              <p:attrName>ppt_y</p:attrName>
                                            </p:attrNameLst>
                                          </p:cBhvr>
                                          <p:tavLst>
                                            <p:tav tm="0">
                                              <p:val>
                                                <p:strVal val="1+#ppt_h/2"/>
                                              </p:val>
                                            </p:tav>
                                            <p:tav tm="100000">
                                              <p:val>
                                                <p:strVal val="#ppt_y"/>
                                              </p:val>
                                            </p:tav>
                                          </p:tavLst>
                                        </p:anim>
                                      </p:childTnLst>
                                    </p:cTn>
                                  </p:par>
                                  <p:par>
                                    <p:cTn id="25" presetID="53" presetClass="entr" presetSubtype="16" fill="hold" grpId="0" nodeType="withEffect">
                                      <p:stCondLst>
                                        <p:cond delay="250"/>
                                      </p:stCondLst>
                                      <p:childTnLst>
                                        <p:set>
                                          <p:cBhvr>
                                            <p:cTn id="26" dur="1" fill="hold">
                                              <p:stCondLst>
                                                <p:cond delay="0"/>
                                              </p:stCondLst>
                                            </p:cTn>
                                            <p:tgtEl>
                                              <p:spTgt spid="35"/>
                                            </p:tgtEl>
                                            <p:attrNameLst>
                                              <p:attrName>style.visibility</p:attrName>
                                            </p:attrNameLst>
                                          </p:cBhvr>
                                          <p:to>
                                            <p:strVal val="visible"/>
                                          </p:to>
                                        </p:set>
                                        <p:anim calcmode="lin" valueType="num">
                                          <p:cBhvr>
                                            <p:cTn id="27" dur="750" fill="hold"/>
                                            <p:tgtEl>
                                              <p:spTgt spid="35"/>
                                            </p:tgtEl>
                                            <p:attrNameLst>
                                              <p:attrName>ppt_w</p:attrName>
                                            </p:attrNameLst>
                                          </p:cBhvr>
                                          <p:tavLst>
                                            <p:tav tm="0">
                                              <p:val>
                                                <p:fltVal val="0"/>
                                              </p:val>
                                            </p:tav>
                                            <p:tav tm="100000">
                                              <p:val>
                                                <p:strVal val="#ppt_w"/>
                                              </p:val>
                                            </p:tav>
                                          </p:tavLst>
                                        </p:anim>
                                        <p:anim calcmode="lin" valueType="num">
                                          <p:cBhvr>
                                            <p:cTn id="28" dur="750" fill="hold"/>
                                            <p:tgtEl>
                                              <p:spTgt spid="35"/>
                                            </p:tgtEl>
                                            <p:attrNameLst>
                                              <p:attrName>ppt_h</p:attrName>
                                            </p:attrNameLst>
                                          </p:cBhvr>
                                          <p:tavLst>
                                            <p:tav tm="0">
                                              <p:val>
                                                <p:fltVal val="0"/>
                                              </p:val>
                                            </p:tav>
                                            <p:tav tm="100000">
                                              <p:val>
                                                <p:strVal val="#ppt_h"/>
                                              </p:val>
                                            </p:tav>
                                          </p:tavLst>
                                        </p:anim>
                                        <p:animEffect transition="in" filter="fade">
                                          <p:cBhvr>
                                            <p:cTn id="29" dur="750"/>
                                            <p:tgtEl>
                                              <p:spTgt spid="35"/>
                                            </p:tgtEl>
                                          </p:cBhvr>
                                        </p:animEffect>
                                      </p:childTnLst>
                                    </p:cTn>
                                  </p:par>
                                  <p:par>
                                    <p:cTn id="30" presetID="53" presetClass="entr" presetSubtype="16" fill="hold" grpId="0" nodeType="withEffect">
                                      <p:stCondLst>
                                        <p:cond delay="500"/>
                                      </p:stCondLst>
                                      <p:childTnLst>
                                        <p:set>
                                          <p:cBhvr>
                                            <p:cTn id="31" dur="1" fill="hold">
                                              <p:stCondLst>
                                                <p:cond delay="0"/>
                                              </p:stCondLst>
                                            </p:cTn>
                                            <p:tgtEl>
                                              <p:spTgt spid="34"/>
                                            </p:tgtEl>
                                            <p:attrNameLst>
                                              <p:attrName>style.visibility</p:attrName>
                                            </p:attrNameLst>
                                          </p:cBhvr>
                                          <p:to>
                                            <p:strVal val="visible"/>
                                          </p:to>
                                        </p:set>
                                        <p:anim calcmode="lin" valueType="num">
                                          <p:cBhvr>
                                            <p:cTn id="32" dur="750" fill="hold"/>
                                            <p:tgtEl>
                                              <p:spTgt spid="34"/>
                                            </p:tgtEl>
                                            <p:attrNameLst>
                                              <p:attrName>ppt_w</p:attrName>
                                            </p:attrNameLst>
                                          </p:cBhvr>
                                          <p:tavLst>
                                            <p:tav tm="0">
                                              <p:val>
                                                <p:fltVal val="0"/>
                                              </p:val>
                                            </p:tav>
                                            <p:tav tm="100000">
                                              <p:val>
                                                <p:strVal val="#ppt_w"/>
                                              </p:val>
                                            </p:tav>
                                          </p:tavLst>
                                        </p:anim>
                                        <p:anim calcmode="lin" valueType="num">
                                          <p:cBhvr>
                                            <p:cTn id="33" dur="750" fill="hold"/>
                                            <p:tgtEl>
                                              <p:spTgt spid="34"/>
                                            </p:tgtEl>
                                            <p:attrNameLst>
                                              <p:attrName>ppt_h</p:attrName>
                                            </p:attrNameLst>
                                          </p:cBhvr>
                                          <p:tavLst>
                                            <p:tav tm="0">
                                              <p:val>
                                                <p:fltVal val="0"/>
                                              </p:val>
                                            </p:tav>
                                            <p:tav tm="100000">
                                              <p:val>
                                                <p:strVal val="#ppt_h"/>
                                              </p:val>
                                            </p:tav>
                                          </p:tavLst>
                                        </p:anim>
                                        <p:animEffect transition="in" filter="fade">
                                          <p:cBhvr>
                                            <p:cTn id="34" dur="750"/>
                                            <p:tgtEl>
                                              <p:spTgt spid="34"/>
                                            </p:tgtEl>
                                          </p:cBhvr>
                                        </p:animEffect>
                                      </p:childTnLst>
                                    </p:cTn>
                                  </p:par>
                                  <p:par>
                                    <p:cTn id="35" presetID="53" presetClass="entr" presetSubtype="16" fill="hold" grpId="0" nodeType="withEffect">
                                      <p:stCondLst>
                                        <p:cond delay="750"/>
                                      </p:stCondLst>
                                      <p:childTnLst>
                                        <p:set>
                                          <p:cBhvr>
                                            <p:cTn id="36" dur="1" fill="hold">
                                              <p:stCondLst>
                                                <p:cond delay="0"/>
                                              </p:stCondLst>
                                            </p:cTn>
                                            <p:tgtEl>
                                              <p:spTgt spid="37"/>
                                            </p:tgtEl>
                                            <p:attrNameLst>
                                              <p:attrName>style.visibility</p:attrName>
                                            </p:attrNameLst>
                                          </p:cBhvr>
                                          <p:to>
                                            <p:strVal val="visible"/>
                                          </p:to>
                                        </p:set>
                                        <p:anim calcmode="lin" valueType="num">
                                          <p:cBhvr>
                                            <p:cTn id="37" dur="750" fill="hold"/>
                                            <p:tgtEl>
                                              <p:spTgt spid="37"/>
                                            </p:tgtEl>
                                            <p:attrNameLst>
                                              <p:attrName>ppt_w</p:attrName>
                                            </p:attrNameLst>
                                          </p:cBhvr>
                                          <p:tavLst>
                                            <p:tav tm="0">
                                              <p:val>
                                                <p:fltVal val="0"/>
                                              </p:val>
                                            </p:tav>
                                            <p:tav tm="100000">
                                              <p:val>
                                                <p:strVal val="#ppt_w"/>
                                              </p:val>
                                            </p:tav>
                                          </p:tavLst>
                                        </p:anim>
                                        <p:anim calcmode="lin" valueType="num">
                                          <p:cBhvr>
                                            <p:cTn id="38" dur="750" fill="hold"/>
                                            <p:tgtEl>
                                              <p:spTgt spid="37"/>
                                            </p:tgtEl>
                                            <p:attrNameLst>
                                              <p:attrName>ppt_h</p:attrName>
                                            </p:attrNameLst>
                                          </p:cBhvr>
                                          <p:tavLst>
                                            <p:tav tm="0">
                                              <p:val>
                                                <p:fltVal val="0"/>
                                              </p:val>
                                            </p:tav>
                                            <p:tav tm="100000">
                                              <p:val>
                                                <p:strVal val="#ppt_h"/>
                                              </p:val>
                                            </p:tav>
                                          </p:tavLst>
                                        </p:anim>
                                        <p:animEffect transition="in" filter="fade">
                                          <p:cBhvr>
                                            <p:cTn id="39" dur="750"/>
                                            <p:tgtEl>
                                              <p:spTgt spid="37"/>
                                            </p:tgtEl>
                                          </p:cBhvr>
                                        </p:animEffect>
                                      </p:childTnLst>
                                    </p:cTn>
                                  </p:par>
                                  <p:par>
                                    <p:cTn id="40" presetID="53" presetClass="entr" presetSubtype="16" fill="hold" grpId="0" nodeType="withEffect">
                                      <p:stCondLst>
                                        <p:cond delay="1000"/>
                                      </p:stCondLst>
                                      <p:childTnLst>
                                        <p:set>
                                          <p:cBhvr>
                                            <p:cTn id="41" dur="1" fill="hold">
                                              <p:stCondLst>
                                                <p:cond delay="0"/>
                                              </p:stCondLst>
                                            </p:cTn>
                                            <p:tgtEl>
                                              <p:spTgt spid="33"/>
                                            </p:tgtEl>
                                            <p:attrNameLst>
                                              <p:attrName>style.visibility</p:attrName>
                                            </p:attrNameLst>
                                          </p:cBhvr>
                                          <p:to>
                                            <p:strVal val="visible"/>
                                          </p:to>
                                        </p:set>
                                        <p:anim calcmode="lin" valueType="num">
                                          <p:cBhvr>
                                            <p:cTn id="42" dur="750" fill="hold"/>
                                            <p:tgtEl>
                                              <p:spTgt spid="33"/>
                                            </p:tgtEl>
                                            <p:attrNameLst>
                                              <p:attrName>ppt_w</p:attrName>
                                            </p:attrNameLst>
                                          </p:cBhvr>
                                          <p:tavLst>
                                            <p:tav tm="0">
                                              <p:val>
                                                <p:fltVal val="0"/>
                                              </p:val>
                                            </p:tav>
                                            <p:tav tm="100000">
                                              <p:val>
                                                <p:strVal val="#ppt_w"/>
                                              </p:val>
                                            </p:tav>
                                          </p:tavLst>
                                        </p:anim>
                                        <p:anim calcmode="lin" valueType="num">
                                          <p:cBhvr>
                                            <p:cTn id="43" dur="750" fill="hold"/>
                                            <p:tgtEl>
                                              <p:spTgt spid="33"/>
                                            </p:tgtEl>
                                            <p:attrNameLst>
                                              <p:attrName>ppt_h</p:attrName>
                                            </p:attrNameLst>
                                          </p:cBhvr>
                                          <p:tavLst>
                                            <p:tav tm="0">
                                              <p:val>
                                                <p:fltVal val="0"/>
                                              </p:val>
                                            </p:tav>
                                            <p:tav tm="100000">
                                              <p:val>
                                                <p:strVal val="#ppt_h"/>
                                              </p:val>
                                            </p:tav>
                                          </p:tavLst>
                                        </p:anim>
                                        <p:animEffect transition="in" filter="fade">
                                          <p:cBhvr>
                                            <p:cTn id="44" dur="750"/>
                                            <p:tgtEl>
                                              <p:spTgt spid="33"/>
                                            </p:tgtEl>
                                          </p:cBhvr>
                                        </p:animEffect>
                                      </p:childTnLst>
                                    </p:cTn>
                                  </p:par>
                                  <p:par>
                                    <p:cTn id="45" presetID="53" presetClass="entr" presetSubtype="16" fill="hold" grpId="0" nodeType="withEffect">
                                      <p:stCondLst>
                                        <p:cond delay="1250"/>
                                      </p:stCondLst>
                                      <p:childTnLst>
                                        <p:set>
                                          <p:cBhvr>
                                            <p:cTn id="46" dur="1" fill="hold">
                                              <p:stCondLst>
                                                <p:cond delay="0"/>
                                              </p:stCondLst>
                                            </p:cTn>
                                            <p:tgtEl>
                                              <p:spTgt spid="36"/>
                                            </p:tgtEl>
                                            <p:attrNameLst>
                                              <p:attrName>style.visibility</p:attrName>
                                            </p:attrNameLst>
                                          </p:cBhvr>
                                          <p:to>
                                            <p:strVal val="visible"/>
                                          </p:to>
                                        </p:set>
                                        <p:anim calcmode="lin" valueType="num">
                                          <p:cBhvr>
                                            <p:cTn id="47" dur="750" fill="hold"/>
                                            <p:tgtEl>
                                              <p:spTgt spid="36"/>
                                            </p:tgtEl>
                                            <p:attrNameLst>
                                              <p:attrName>ppt_w</p:attrName>
                                            </p:attrNameLst>
                                          </p:cBhvr>
                                          <p:tavLst>
                                            <p:tav tm="0">
                                              <p:val>
                                                <p:fltVal val="0"/>
                                              </p:val>
                                            </p:tav>
                                            <p:tav tm="100000">
                                              <p:val>
                                                <p:strVal val="#ppt_w"/>
                                              </p:val>
                                            </p:tav>
                                          </p:tavLst>
                                        </p:anim>
                                        <p:anim calcmode="lin" valueType="num">
                                          <p:cBhvr>
                                            <p:cTn id="48" dur="750" fill="hold"/>
                                            <p:tgtEl>
                                              <p:spTgt spid="36"/>
                                            </p:tgtEl>
                                            <p:attrNameLst>
                                              <p:attrName>ppt_h</p:attrName>
                                            </p:attrNameLst>
                                          </p:cBhvr>
                                          <p:tavLst>
                                            <p:tav tm="0">
                                              <p:val>
                                                <p:fltVal val="0"/>
                                              </p:val>
                                            </p:tav>
                                            <p:tav tm="100000">
                                              <p:val>
                                                <p:strVal val="#ppt_h"/>
                                              </p:val>
                                            </p:tav>
                                          </p:tavLst>
                                        </p:anim>
                                        <p:animEffect transition="in" filter="fade">
                                          <p:cBhvr>
                                            <p:cTn id="49" dur="750"/>
                                            <p:tgtEl>
                                              <p:spTgt spid="36"/>
                                            </p:tgtEl>
                                          </p:cBhvr>
                                        </p:animEffect>
                                      </p:childTnLst>
                                    </p:cTn>
                                  </p:par>
                                  <p:par>
                                    <p:cTn id="50" presetID="2" presetClass="entr" presetSubtype="4" fill="hold" nodeType="withEffect" p14:presetBounceEnd="67000">
                                      <p:stCondLst>
                                        <p:cond delay="500"/>
                                      </p:stCondLst>
                                      <p:childTnLst>
                                        <p:set>
                                          <p:cBhvr>
                                            <p:cTn id="51" dur="1" fill="hold">
                                              <p:stCondLst>
                                                <p:cond delay="0"/>
                                              </p:stCondLst>
                                            </p:cTn>
                                            <p:tgtEl>
                                              <p:spTgt spid="45"/>
                                            </p:tgtEl>
                                            <p:attrNameLst>
                                              <p:attrName>style.visibility</p:attrName>
                                            </p:attrNameLst>
                                          </p:cBhvr>
                                          <p:to>
                                            <p:strVal val="visible"/>
                                          </p:to>
                                        </p:set>
                                        <p:anim calcmode="lin" valueType="num" p14:bounceEnd="67000">
                                          <p:cBhvr additive="base">
                                            <p:cTn id="52" dur="1000" fill="hold"/>
                                            <p:tgtEl>
                                              <p:spTgt spid="45"/>
                                            </p:tgtEl>
                                            <p:attrNameLst>
                                              <p:attrName>ppt_x</p:attrName>
                                            </p:attrNameLst>
                                          </p:cBhvr>
                                          <p:tavLst>
                                            <p:tav tm="0">
                                              <p:val>
                                                <p:strVal val="#ppt_x"/>
                                              </p:val>
                                            </p:tav>
                                            <p:tav tm="100000">
                                              <p:val>
                                                <p:strVal val="#ppt_x"/>
                                              </p:val>
                                            </p:tav>
                                          </p:tavLst>
                                        </p:anim>
                                        <p:anim calcmode="lin" valueType="num" p14:bounceEnd="67000">
                                          <p:cBhvr additive="base">
                                            <p:cTn id="53" dur="1000" fill="hold"/>
                                            <p:tgtEl>
                                              <p:spTgt spid="45"/>
                                            </p:tgtEl>
                                            <p:attrNameLst>
                                              <p:attrName>ppt_y</p:attrName>
                                            </p:attrNameLst>
                                          </p:cBhvr>
                                          <p:tavLst>
                                            <p:tav tm="0">
                                              <p:val>
                                                <p:strVal val="1+#ppt_h/2"/>
                                              </p:val>
                                            </p:tav>
                                            <p:tav tm="100000">
                                              <p:val>
                                                <p:strVal val="#ppt_y"/>
                                              </p:val>
                                            </p:tav>
                                          </p:tavLst>
                                        </p:anim>
                                      </p:childTnLst>
                                    </p:cTn>
                                  </p:par>
                                  <p:par>
                                    <p:cTn id="54" presetID="2" presetClass="entr" presetSubtype="1" fill="hold" nodeType="withEffect" p14:presetBounceEnd="67000">
                                      <p:stCondLst>
                                        <p:cond delay="750"/>
                                      </p:stCondLst>
                                      <p:childTnLst>
                                        <p:set>
                                          <p:cBhvr>
                                            <p:cTn id="55" dur="1" fill="hold">
                                              <p:stCondLst>
                                                <p:cond delay="0"/>
                                              </p:stCondLst>
                                            </p:cTn>
                                            <p:tgtEl>
                                              <p:spTgt spid="68"/>
                                            </p:tgtEl>
                                            <p:attrNameLst>
                                              <p:attrName>style.visibility</p:attrName>
                                            </p:attrNameLst>
                                          </p:cBhvr>
                                          <p:to>
                                            <p:strVal val="visible"/>
                                          </p:to>
                                        </p:set>
                                        <p:anim calcmode="lin" valueType="num" p14:bounceEnd="67000">
                                          <p:cBhvr additive="base">
                                            <p:cTn id="56" dur="1000" fill="hold"/>
                                            <p:tgtEl>
                                              <p:spTgt spid="68"/>
                                            </p:tgtEl>
                                            <p:attrNameLst>
                                              <p:attrName>ppt_x</p:attrName>
                                            </p:attrNameLst>
                                          </p:cBhvr>
                                          <p:tavLst>
                                            <p:tav tm="0">
                                              <p:val>
                                                <p:strVal val="#ppt_x"/>
                                              </p:val>
                                            </p:tav>
                                            <p:tav tm="100000">
                                              <p:val>
                                                <p:strVal val="#ppt_x"/>
                                              </p:val>
                                            </p:tav>
                                          </p:tavLst>
                                        </p:anim>
                                        <p:anim calcmode="lin" valueType="num" p14:bounceEnd="67000">
                                          <p:cBhvr additive="base">
                                            <p:cTn id="57" dur="1000" fill="hold"/>
                                            <p:tgtEl>
                                              <p:spTgt spid="68"/>
                                            </p:tgtEl>
                                            <p:attrNameLst>
                                              <p:attrName>ppt_y</p:attrName>
                                            </p:attrNameLst>
                                          </p:cBhvr>
                                          <p:tavLst>
                                            <p:tav tm="0">
                                              <p:val>
                                                <p:strVal val="0-#ppt_h/2"/>
                                              </p:val>
                                            </p:tav>
                                            <p:tav tm="100000">
                                              <p:val>
                                                <p:strVal val="#ppt_y"/>
                                              </p:val>
                                            </p:tav>
                                          </p:tavLst>
                                        </p:anim>
                                      </p:childTnLst>
                                    </p:cTn>
                                  </p:par>
                                  <p:par>
                                    <p:cTn id="58" presetID="2" presetClass="entr" presetSubtype="4" fill="hold" nodeType="withEffect" p14:presetBounceEnd="67000">
                                      <p:stCondLst>
                                        <p:cond delay="1000"/>
                                      </p:stCondLst>
                                      <p:childTnLst>
                                        <p:set>
                                          <p:cBhvr>
                                            <p:cTn id="59" dur="1" fill="hold">
                                              <p:stCondLst>
                                                <p:cond delay="0"/>
                                              </p:stCondLst>
                                            </p:cTn>
                                            <p:tgtEl>
                                              <p:spTgt spid="48"/>
                                            </p:tgtEl>
                                            <p:attrNameLst>
                                              <p:attrName>style.visibility</p:attrName>
                                            </p:attrNameLst>
                                          </p:cBhvr>
                                          <p:to>
                                            <p:strVal val="visible"/>
                                          </p:to>
                                        </p:set>
                                        <p:anim calcmode="lin" valueType="num" p14:bounceEnd="67000">
                                          <p:cBhvr additive="base">
                                            <p:cTn id="60" dur="1000" fill="hold"/>
                                            <p:tgtEl>
                                              <p:spTgt spid="48"/>
                                            </p:tgtEl>
                                            <p:attrNameLst>
                                              <p:attrName>ppt_x</p:attrName>
                                            </p:attrNameLst>
                                          </p:cBhvr>
                                          <p:tavLst>
                                            <p:tav tm="0">
                                              <p:val>
                                                <p:strVal val="#ppt_x"/>
                                              </p:val>
                                            </p:tav>
                                            <p:tav tm="100000">
                                              <p:val>
                                                <p:strVal val="#ppt_x"/>
                                              </p:val>
                                            </p:tav>
                                          </p:tavLst>
                                        </p:anim>
                                        <p:anim calcmode="lin" valueType="num" p14:bounceEnd="67000">
                                          <p:cBhvr additive="base">
                                            <p:cTn id="61" dur="1000" fill="hold"/>
                                            <p:tgtEl>
                                              <p:spTgt spid="48"/>
                                            </p:tgtEl>
                                            <p:attrNameLst>
                                              <p:attrName>ppt_y</p:attrName>
                                            </p:attrNameLst>
                                          </p:cBhvr>
                                          <p:tavLst>
                                            <p:tav tm="0">
                                              <p:val>
                                                <p:strVal val="1+#ppt_h/2"/>
                                              </p:val>
                                            </p:tav>
                                            <p:tav tm="100000">
                                              <p:val>
                                                <p:strVal val="#ppt_y"/>
                                              </p:val>
                                            </p:tav>
                                          </p:tavLst>
                                        </p:anim>
                                      </p:childTnLst>
                                    </p:cTn>
                                  </p:par>
                                  <p:par>
                                    <p:cTn id="62" presetID="2" presetClass="entr" presetSubtype="1" fill="hold" nodeType="withEffect" p14:presetBounceEnd="67000">
                                      <p:stCondLst>
                                        <p:cond delay="1250"/>
                                      </p:stCondLst>
                                      <p:childTnLst>
                                        <p:set>
                                          <p:cBhvr>
                                            <p:cTn id="63" dur="1" fill="hold">
                                              <p:stCondLst>
                                                <p:cond delay="0"/>
                                              </p:stCondLst>
                                            </p:cTn>
                                            <p:tgtEl>
                                              <p:spTgt spid="71"/>
                                            </p:tgtEl>
                                            <p:attrNameLst>
                                              <p:attrName>style.visibility</p:attrName>
                                            </p:attrNameLst>
                                          </p:cBhvr>
                                          <p:to>
                                            <p:strVal val="visible"/>
                                          </p:to>
                                        </p:set>
                                        <p:anim calcmode="lin" valueType="num" p14:bounceEnd="67000">
                                          <p:cBhvr additive="base">
                                            <p:cTn id="64" dur="1000" fill="hold"/>
                                            <p:tgtEl>
                                              <p:spTgt spid="71"/>
                                            </p:tgtEl>
                                            <p:attrNameLst>
                                              <p:attrName>ppt_x</p:attrName>
                                            </p:attrNameLst>
                                          </p:cBhvr>
                                          <p:tavLst>
                                            <p:tav tm="0">
                                              <p:val>
                                                <p:strVal val="#ppt_x"/>
                                              </p:val>
                                            </p:tav>
                                            <p:tav tm="100000">
                                              <p:val>
                                                <p:strVal val="#ppt_x"/>
                                              </p:val>
                                            </p:tav>
                                          </p:tavLst>
                                        </p:anim>
                                        <p:anim calcmode="lin" valueType="num" p14:bounceEnd="67000">
                                          <p:cBhvr additive="base">
                                            <p:cTn id="65" dur="1000" fill="hold"/>
                                            <p:tgtEl>
                                              <p:spTgt spid="71"/>
                                            </p:tgtEl>
                                            <p:attrNameLst>
                                              <p:attrName>ppt_y</p:attrName>
                                            </p:attrNameLst>
                                          </p:cBhvr>
                                          <p:tavLst>
                                            <p:tav tm="0">
                                              <p:val>
                                                <p:strVal val="0-#ppt_h/2"/>
                                              </p:val>
                                            </p:tav>
                                            <p:tav tm="100000">
                                              <p:val>
                                                <p:strVal val="#ppt_y"/>
                                              </p:val>
                                            </p:tav>
                                          </p:tavLst>
                                        </p:anim>
                                      </p:childTnLst>
                                    </p:cTn>
                                  </p:par>
                                  <p:par>
                                    <p:cTn id="66" presetID="2" presetClass="entr" presetSubtype="4" fill="hold" nodeType="withEffect" p14:presetBounceEnd="67000">
                                      <p:stCondLst>
                                        <p:cond delay="1500"/>
                                      </p:stCondLst>
                                      <p:childTnLst>
                                        <p:set>
                                          <p:cBhvr>
                                            <p:cTn id="67" dur="1" fill="hold">
                                              <p:stCondLst>
                                                <p:cond delay="0"/>
                                              </p:stCondLst>
                                            </p:cTn>
                                            <p:tgtEl>
                                              <p:spTgt spid="52"/>
                                            </p:tgtEl>
                                            <p:attrNameLst>
                                              <p:attrName>style.visibility</p:attrName>
                                            </p:attrNameLst>
                                          </p:cBhvr>
                                          <p:to>
                                            <p:strVal val="visible"/>
                                          </p:to>
                                        </p:set>
                                        <p:anim calcmode="lin" valueType="num" p14:bounceEnd="67000">
                                          <p:cBhvr additive="base">
                                            <p:cTn id="68" dur="1000" fill="hold"/>
                                            <p:tgtEl>
                                              <p:spTgt spid="52"/>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1000" fill="hold"/>
                                            <p:tgtEl>
                                              <p:spTgt spid="38"/>
                                            </p:tgtEl>
                                            <p:attrNameLst>
                                              <p:attrName>ppt_x</p:attrName>
                                            </p:attrNameLst>
                                          </p:cBhvr>
                                          <p:tavLst>
                                            <p:tav tm="0">
                                              <p:val>
                                                <p:strVal val="#ppt_x"/>
                                              </p:val>
                                            </p:tav>
                                            <p:tav tm="100000">
                                              <p:val>
                                                <p:strVal val="#ppt_x"/>
                                              </p:val>
                                            </p:tav>
                                          </p:tavLst>
                                        </p:anim>
                                        <p:anim calcmode="lin" valueType="num">
                                          <p:cBhvr additive="base">
                                            <p:cTn id="8" dur="1000" fill="hold"/>
                                            <p:tgtEl>
                                              <p:spTgt spid="38"/>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25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000" fill="hold"/>
                                            <p:tgtEl>
                                              <p:spTgt spid="40"/>
                                            </p:tgtEl>
                                            <p:attrNameLst>
                                              <p:attrName>ppt_x</p:attrName>
                                            </p:attrNameLst>
                                          </p:cBhvr>
                                          <p:tavLst>
                                            <p:tav tm="0">
                                              <p:val>
                                                <p:strVal val="#ppt_x"/>
                                              </p:val>
                                            </p:tav>
                                            <p:tav tm="100000">
                                              <p:val>
                                                <p:strVal val="#ppt_x"/>
                                              </p:val>
                                            </p:tav>
                                          </p:tavLst>
                                        </p:anim>
                                        <p:anim calcmode="lin" valueType="num">
                                          <p:cBhvr additive="base">
                                            <p:cTn id="12" dur="1000" fill="hold"/>
                                            <p:tgtEl>
                                              <p:spTgt spid="40"/>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50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1000" fill="hold"/>
                                            <p:tgtEl>
                                              <p:spTgt spid="42"/>
                                            </p:tgtEl>
                                            <p:attrNameLst>
                                              <p:attrName>ppt_x</p:attrName>
                                            </p:attrNameLst>
                                          </p:cBhvr>
                                          <p:tavLst>
                                            <p:tav tm="0">
                                              <p:val>
                                                <p:strVal val="#ppt_x"/>
                                              </p:val>
                                            </p:tav>
                                            <p:tav tm="100000">
                                              <p:val>
                                                <p:strVal val="#ppt_x"/>
                                              </p:val>
                                            </p:tav>
                                          </p:tavLst>
                                        </p:anim>
                                        <p:anim calcmode="lin" valueType="num">
                                          <p:cBhvr additive="base">
                                            <p:cTn id="16" dur="1000" fill="hold"/>
                                            <p:tgtEl>
                                              <p:spTgt spid="42"/>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stCondLst>
                                        <p:cond delay="75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1000" fill="hold"/>
                                            <p:tgtEl>
                                              <p:spTgt spid="41"/>
                                            </p:tgtEl>
                                            <p:attrNameLst>
                                              <p:attrName>ppt_x</p:attrName>
                                            </p:attrNameLst>
                                          </p:cBhvr>
                                          <p:tavLst>
                                            <p:tav tm="0">
                                              <p:val>
                                                <p:strVal val="#ppt_x"/>
                                              </p:val>
                                            </p:tav>
                                            <p:tav tm="100000">
                                              <p:val>
                                                <p:strVal val="#ppt_x"/>
                                              </p:val>
                                            </p:tav>
                                          </p:tavLst>
                                        </p:anim>
                                        <p:anim calcmode="lin" valueType="num">
                                          <p:cBhvr additive="base">
                                            <p:cTn id="20" dur="1000" fill="hold"/>
                                            <p:tgtEl>
                                              <p:spTgt spid="41"/>
                                            </p:tgtEl>
                                            <p:attrNameLst>
                                              <p:attrName>ppt_y</p:attrName>
                                            </p:attrNameLst>
                                          </p:cBhvr>
                                          <p:tavLst>
                                            <p:tav tm="0">
                                              <p:val>
                                                <p:strVal val="0-#ppt_h/2"/>
                                              </p:val>
                                            </p:tav>
                                            <p:tav tm="100000">
                                              <p:val>
                                                <p:strVal val="#ppt_y"/>
                                              </p:val>
                                            </p:tav>
                                          </p:tavLst>
                                        </p:anim>
                                      </p:childTnLst>
                                    </p:cTn>
                                  </p:par>
                                  <p:par>
                                    <p:cTn id="21" presetID="2" presetClass="entr" presetSubtype="4" fill="hold" nodeType="withEffect">
                                      <p:stCondLst>
                                        <p:cond delay="100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1000" fill="hold"/>
                                            <p:tgtEl>
                                              <p:spTgt spid="43"/>
                                            </p:tgtEl>
                                            <p:attrNameLst>
                                              <p:attrName>ppt_x</p:attrName>
                                            </p:attrNameLst>
                                          </p:cBhvr>
                                          <p:tavLst>
                                            <p:tav tm="0">
                                              <p:val>
                                                <p:strVal val="#ppt_x"/>
                                              </p:val>
                                            </p:tav>
                                            <p:tav tm="100000">
                                              <p:val>
                                                <p:strVal val="#ppt_x"/>
                                              </p:val>
                                            </p:tav>
                                          </p:tavLst>
                                        </p:anim>
                                        <p:anim calcmode="lin" valueType="num">
                                          <p:cBhvr additive="base">
                                            <p:cTn id="24" dur="1000" fill="hold"/>
                                            <p:tgtEl>
                                              <p:spTgt spid="43"/>
                                            </p:tgtEl>
                                            <p:attrNameLst>
                                              <p:attrName>ppt_y</p:attrName>
                                            </p:attrNameLst>
                                          </p:cBhvr>
                                          <p:tavLst>
                                            <p:tav tm="0">
                                              <p:val>
                                                <p:strVal val="1+#ppt_h/2"/>
                                              </p:val>
                                            </p:tav>
                                            <p:tav tm="100000">
                                              <p:val>
                                                <p:strVal val="#ppt_y"/>
                                              </p:val>
                                            </p:tav>
                                          </p:tavLst>
                                        </p:anim>
                                      </p:childTnLst>
                                    </p:cTn>
                                  </p:par>
                                  <p:par>
                                    <p:cTn id="25" presetID="53" presetClass="entr" presetSubtype="16" fill="hold" grpId="0" nodeType="withEffect">
                                      <p:stCondLst>
                                        <p:cond delay="250"/>
                                      </p:stCondLst>
                                      <p:childTnLst>
                                        <p:set>
                                          <p:cBhvr>
                                            <p:cTn id="26" dur="1" fill="hold">
                                              <p:stCondLst>
                                                <p:cond delay="0"/>
                                              </p:stCondLst>
                                            </p:cTn>
                                            <p:tgtEl>
                                              <p:spTgt spid="35"/>
                                            </p:tgtEl>
                                            <p:attrNameLst>
                                              <p:attrName>style.visibility</p:attrName>
                                            </p:attrNameLst>
                                          </p:cBhvr>
                                          <p:to>
                                            <p:strVal val="visible"/>
                                          </p:to>
                                        </p:set>
                                        <p:anim calcmode="lin" valueType="num">
                                          <p:cBhvr>
                                            <p:cTn id="27" dur="750" fill="hold"/>
                                            <p:tgtEl>
                                              <p:spTgt spid="35"/>
                                            </p:tgtEl>
                                            <p:attrNameLst>
                                              <p:attrName>ppt_w</p:attrName>
                                            </p:attrNameLst>
                                          </p:cBhvr>
                                          <p:tavLst>
                                            <p:tav tm="0">
                                              <p:val>
                                                <p:fltVal val="0"/>
                                              </p:val>
                                            </p:tav>
                                            <p:tav tm="100000">
                                              <p:val>
                                                <p:strVal val="#ppt_w"/>
                                              </p:val>
                                            </p:tav>
                                          </p:tavLst>
                                        </p:anim>
                                        <p:anim calcmode="lin" valueType="num">
                                          <p:cBhvr>
                                            <p:cTn id="28" dur="750" fill="hold"/>
                                            <p:tgtEl>
                                              <p:spTgt spid="35"/>
                                            </p:tgtEl>
                                            <p:attrNameLst>
                                              <p:attrName>ppt_h</p:attrName>
                                            </p:attrNameLst>
                                          </p:cBhvr>
                                          <p:tavLst>
                                            <p:tav tm="0">
                                              <p:val>
                                                <p:fltVal val="0"/>
                                              </p:val>
                                            </p:tav>
                                            <p:tav tm="100000">
                                              <p:val>
                                                <p:strVal val="#ppt_h"/>
                                              </p:val>
                                            </p:tav>
                                          </p:tavLst>
                                        </p:anim>
                                        <p:animEffect transition="in" filter="fade">
                                          <p:cBhvr>
                                            <p:cTn id="29" dur="750"/>
                                            <p:tgtEl>
                                              <p:spTgt spid="35"/>
                                            </p:tgtEl>
                                          </p:cBhvr>
                                        </p:animEffect>
                                      </p:childTnLst>
                                    </p:cTn>
                                  </p:par>
                                  <p:par>
                                    <p:cTn id="30" presetID="53" presetClass="entr" presetSubtype="16" fill="hold" grpId="0" nodeType="withEffect">
                                      <p:stCondLst>
                                        <p:cond delay="500"/>
                                      </p:stCondLst>
                                      <p:childTnLst>
                                        <p:set>
                                          <p:cBhvr>
                                            <p:cTn id="31" dur="1" fill="hold">
                                              <p:stCondLst>
                                                <p:cond delay="0"/>
                                              </p:stCondLst>
                                            </p:cTn>
                                            <p:tgtEl>
                                              <p:spTgt spid="34"/>
                                            </p:tgtEl>
                                            <p:attrNameLst>
                                              <p:attrName>style.visibility</p:attrName>
                                            </p:attrNameLst>
                                          </p:cBhvr>
                                          <p:to>
                                            <p:strVal val="visible"/>
                                          </p:to>
                                        </p:set>
                                        <p:anim calcmode="lin" valueType="num">
                                          <p:cBhvr>
                                            <p:cTn id="32" dur="750" fill="hold"/>
                                            <p:tgtEl>
                                              <p:spTgt spid="34"/>
                                            </p:tgtEl>
                                            <p:attrNameLst>
                                              <p:attrName>ppt_w</p:attrName>
                                            </p:attrNameLst>
                                          </p:cBhvr>
                                          <p:tavLst>
                                            <p:tav tm="0">
                                              <p:val>
                                                <p:fltVal val="0"/>
                                              </p:val>
                                            </p:tav>
                                            <p:tav tm="100000">
                                              <p:val>
                                                <p:strVal val="#ppt_w"/>
                                              </p:val>
                                            </p:tav>
                                          </p:tavLst>
                                        </p:anim>
                                        <p:anim calcmode="lin" valueType="num">
                                          <p:cBhvr>
                                            <p:cTn id="33" dur="750" fill="hold"/>
                                            <p:tgtEl>
                                              <p:spTgt spid="34"/>
                                            </p:tgtEl>
                                            <p:attrNameLst>
                                              <p:attrName>ppt_h</p:attrName>
                                            </p:attrNameLst>
                                          </p:cBhvr>
                                          <p:tavLst>
                                            <p:tav tm="0">
                                              <p:val>
                                                <p:fltVal val="0"/>
                                              </p:val>
                                            </p:tav>
                                            <p:tav tm="100000">
                                              <p:val>
                                                <p:strVal val="#ppt_h"/>
                                              </p:val>
                                            </p:tav>
                                          </p:tavLst>
                                        </p:anim>
                                        <p:animEffect transition="in" filter="fade">
                                          <p:cBhvr>
                                            <p:cTn id="34" dur="750"/>
                                            <p:tgtEl>
                                              <p:spTgt spid="34"/>
                                            </p:tgtEl>
                                          </p:cBhvr>
                                        </p:animEffect>
                                      </p:childTnLst>
                                    </p:cTn>
                                  </p:par>
                                  <p:par>
                                    <p:cTn id="35" presetID="53" presetClass="entr" presetSubtype="16" fill="hold" grpId="0" nodeType="withEffect">
                                      <p:stCondLst>
                                        <p:cond delay="750"/>
                                      </p:stCondLst>
                                      <p:childTnLst>
                                        <p:set>
                                          <p:cBhvr>
                                            <p:cTn id="36" dur="1" fill="hold">
                                              <p:stCondLst>
                                                <p:cond delay="0"/>
                                              </p:stCondLst>
                                            </p:cTn>
                                            <p:tgtEl>
                                              <p:spTgt spid="37"/>
                                            </p:tgtEl>
                                            <p:attrNameLst>
                                              <p:attrName>style.visibility</p:attrName>
                                            </p:attrNameLst>
                                          </p:cBhvr>
                                          <p:to>
                                            <p:strVal val="visible"/>
                                          </p:to>
                                        </p:set>
                                        <p:anim calcmode="lin" valueType="num">
                                          <p:cBhvr>
                                            <p:cTn id="37" dur="750" fill="hold"/>
                                            <p:tgtEl>
                                              <p:spTgt spid="37"/>
                                            </p:tgtEl>
                                            <p:attrNameLst>
                                              <p:attrName>ppt_w</p:attrName>
                                            </p:attrNameLst>
                                          </p:cBhvr>
                                          <p:tavLst>
                                            <p:tav tm="0">
                                              <p:val>
                                                <p:fltVal val="0"/>
                                              </p:val>
                                            </p:tav>
                                            <p:tav tm="100000">
                                              <p:val>
                                                <p:strVal val="#ppt_w"/>
                                              </p:val>
                                            </p:tav>
                                          </p:tavLst>
                                        </p:anim>
                                        <p:anim calcmode="lin" valueType="num">
                                          <p:cBhvr>
                                            <p:cTn id="38" dur="750" fill="hold"/>
                                            <p:tgtEl>
                                              <p:spTgt spid="37"/>
                                            </p:tgtEl>
                                            <p:attrNameLst>
                                              <p:attrName>ppt_h</p:attrName>
                                            </p:attrNameLst>
                                          </p:cBhvr>
                                          <p:tavLst>
                                            <p:tav tm="0">
                                              <p:val>
                                                <p:fltVal val="0"/>
                                              </p:val>
                                            </p:tav>
                                            <p:tav tm="100000">
                                              <p:val>
                                                <p:strVal val="#ppt_h"/>
                                              </p:val>
                                            </p:tav>
                                          </p:tavLst>
                                        </p:anim>
                                        <p:animEffect transition="in" filter="fade">
                                          <p:cBhvr>
                                            <p:cTn id="39" dur="750"/>
                                            <p:tgtEl>
                                              <p:spTgt spid="37"/>
                                            </p:tgtEl>
                                          </p:cBhvr>
                                        </p:animEffect>
                                      </p:childTnLst>
                                    </p:cTn>
                                  </p:par>
                                  <p:par>
                                    <p:cTn id="40" presetID="53" presetClass="entr" presetSubtype="16" fill="hold" grpId="0" nodeType="withEffect">
                                      <p:stCondLst>
                                        <p:cond delay="1000"/>
                                      </p:stCondLst>
                                      <p:childTnLst>
                                        <p:set>
                                          <p:cBhvr>
                                            <p:cTn id="41" dur="1" fill="hold">
                                              <p:stCondLst>
                                                <p:cond delay="0"/>
                                              </p:stCondLst>
                                            </p:cTn>
                                            <p:tgtEl>
                                              <p:spTgt spid="33"/>
                                            </p:tgtEl>
                                            <p:attrNameLst>
                                              <p:attrName>style.visibility</p:attrName>
                                            </p:attrNameLst>
                                          </p:cBhvr>
                                          <p:to>
                                            <p:strVal val="visible"/>
                                          </p:to>
                                        </p:set>
                                        <p:anim calcmode="lin" valueType="num">
                                          <p:cBhvr>
                                            <p:cTn id="42" dur="750" fill="hold"/>
                                            <p:tgtEl>
                                              <p:spTgt spid="33"/>
                                            </p:tgtEl>
                                            <p:attrNameLst>
                                              <p:attrName>ppt_w</p:attrName>
                                            </p:attrNameLst>
                                          </p:cBhvr>
                                          <p:tavLst>
                                            <p:tav tm="0">
                                              <p:val>
                                                <p:fltVal val="0"/>
                                              </p:val>
                                            </p:tav>
                                            <p:tav tm="100000">
                                              <p:val>
                                                <p:strVal val="#ppt_w"/>
                                              </p:val>
                                            </p:tav>
                                          </p:tavLst>
                                        </p:anim>
                                        <p:anim calcmode="lin" valueType="num">
                                          <p:cBhvr>
                                            <p:cTn id="43" dur="750" fill="hold"/>
                                            <p:tgtEl>
                                              <p:spTgt spid="33"/>
                                            </p:tgtEl>
                                            <p:attrNameLst>
                                              <p:attrName>ppt_h</p:attrName>
                                            </p:attrNameLst>
                                          </p:cBhvr>
                                          <p:tavLst>
                                            <p:tav tm="0">
                                              <p:val>
                                                <p:fltVal val="0"/>
                                              </p:val>
                                            </p:tav>
                                            <p:tav tm="100000">
                                              <p:val>
                                                <p:strVal val="#ppt_h"/>
                                              </p:val>
                                            </p:tav>
                                          </p:tavLst>
                                        </p:anim>
                                        <p:animEffect transition="in" filter="fade">
                                          <p:cBhvr>
                                            <p:cTn id="44" dur="750"/>
                                            <p:tgtEl>
                                              <p:spTgt spid="33"/>
                                            </p:tgtEl>
                                          </p:cBhvr>
                                        </p:animEffect>
                                      </p:childTnLst>
                                    </p:cTn>
                                  </p:par>
                                  <p:par>
                                    <p:cTn id="45" presetID="53" presetClass="entr" presetSubtype="16" fill="hold" grpId="0" nodeType="withEffect">
                                      <p:stCondLst>
                                        <p:cond delay="1250"/>
                                      </p:stCondLst>
                                      <p:childTnLst>
                                        <p:set>
                                          <p:cBhvr>
                                            <p:cTn id="46" dur="1" fill="hold">
                                              <p:stCondLst>
                                                <p:cond delay="0"/>
                                              </p:stCondLst>
                                            </p:cTn>
                                            <p:tgtEl>
                                              <p:spTgt spid="36"/>
                                            </p:tgtEl>
                                            <p:attrNameLst>
                                              <p:attrName>style.visibility</p:attrName>
                                            </p:attrNameLst>
                                          </p:cBhvr>
                                          <p:to>
                                            <p:strVal val="visible"/>
                                          </p:to>
                                        </p:set>
                                        <p:anim calcmode="lin" valueType="num">
                                          <p:cBhvr>
                                            <p:cTn id="47" dur="750" fill="hold"/>
                                            <p:tgtEl>
                                              <p:spTgt spid="36"/>
                                            </p:tgtEl>
                                            <p:attrNameLst>
                                              <p:attrName>ppt_w</p:attrName>
                                            </p:attrNameLst>
                                          </p:cBhvr>
                                          <p:tavLst>
                                            <p:tav tm="0">
                                              <p:val>
                                                <p:fltVal val="0"/>
                                              </p:val>
                                            </p:tav>
                                            <p:tav tm="100000">
                                              <p:val>
                                                <p:strVal val="#ppt_w"/>
                                              </p:val>
                                            </p:tav>
                                          </p:tavLst>
                                        </p:anim>
                                        <p:anim calcmode="lin" valueType="num">
                                          <p:cBhvr>
                                            <p:cTn id="48" dur="750" fill="hold"/>
                                            <p:tgtEl>
                                              <p:spTgt spid="36"/>
                                            </p:tgtEl>
                                            <p:attrNameLst>
                                              <p:attrName>ppt_h</p:attrName>
                                            </p:attrNameLst>
                                          </p:cBhvr>
                                          <p:tavLst>
                                            <p:tav tm="0">
                                              <p:val>
                                                <p:fltVal val="0"/>
                                              </p:val>
                                            </p:tav>
                                            <p:tav tm="100000">
                                              <p:val>
                                                <p:strVal val="#ppt_h"/>
                                              </p:val>
                                            </p:tav>
                                          </p:tavLst>
                                        </p:anim>
                                        <p:animEffect transition="in" filter="fade">
                                          <p:cBhvr>
                                            <p:cTn id="49" dur="750"/>
                                            <p:tgtEl>
                                              <p:spTgt spid="36"/>
                                            </p:tgtEl>
                                          </p:cBhvr>
                                        </p:animEffect>
                                      </p:childTnLst>
                                    </p:cTn>
                                  </p:par>
                                  <p:par>
                                    <p:cTn id="50" presetID="2" presetClass="entr" presetSubtype="4" fill="hold" nodeType="withEffect">
                                      <p:stCondLst>
                                        <p:cond delay="500"/>
                                      </p:stCondLst>
                                      <p:childTnLst>
                                        <p:set>
                                          <p:cBhvr>
                                            <p:cTn id="51" dur="1" fill="hold">
                                              <p:stCondLst>
                                                <p:cond delay="0"/>
                                              </p:stCondLst>
                                            </p:cTn>
                                            <p:tgtEl>
                                              <p:spTgt spid="45"/>
                                            </p:tgtEl>
                                            <p:attrNameLst>
                                              <p:attrName>style.visibility</p:attrName>
                                            </p:attrNameLst>
                                          </p:cBhvr>
                                          <p:to>
                                            <p:strVal val="visible"/>
                                          </p:to>
                                        </p:set>
                                        <p:anim calcmode="lin" valueType="num">
                                          <p:cBhvr additive="base">
                                            <p:cTn id="52" dur="1000" fill="hold"/>
                                            <p:tgtEl>
                                              <p:spTgt spid="45"/>
                                            </p:tgtEl>
                                            <p:attrNameLst>
                                              <p:attrName>ppt_x</p:attrName>
                                            </p:attrNameLst>
                                          </p:cBhvr>
                                          <p:tavLst>
                                            <p:tav tm="0">
                                              <p:val>
                                                <p:strVal val="#ppt_x"/>
                                              </p:val>
                                            </p:tav>
                                            <p:tav tm="100000">
                                              <p:val>
                                                <p:strVal val="#ppt_x"/>
                                              </p:val>
                                            </p:tav>
                                          </p:tavLst>
                                        </p:anim>
                                        <p:anim calcmode="lin" valueType="num">
                                          <p:cBhvr additive="base">
                                            <p:cTn id="53" dur="1000" fill="hold"/>
                                            <p:tgtEl>
                                              <p:spTgt spid="45"/>
                                            </p:tgtEl>
                                            <p:attrNameLst>
                                              <p:attrName>ppt_y</p:attrName>
                                            </p:attrNameLst>
                                          </p:cBhvr>
                                          <p:tavLst>
                                            <p:tav tm="0">
                                              <p:val>
                                                <p:strVal val="1+#ppt_h/2"/>
                                              </p:val>
                                            </p:tav>
                                            <p:tav tm="100000">
                                              <p:val>
                                                <p:strVal val="#ppt_y"/>
                                              </p:val>
                                            </p:tav>
                                          </p:tavLst>
                                        </p:anim>
                                      </p:childTnLst>
                                    </p:cTn>
                                  </p:par>
                                  <p:par>
                                    <p:cTn id="54" presetID="2" presetClass="entr" presetSubtype="1" fill="hold" nodeType="withEffect">
                                      <p:stCondLst>
                                        <p:cond delay="750"/>
                                      </p:stCondLst>
                                      <p:childTnLst>
                                        <p:set>
                                          <p:cBhvr>
                                            <p:cTn id="55" dur="1" fill="hold">
                                              <p:stCondLst>
                                                <p:cond delay="0"/>
                                              </p:stCondLst>
                                            </p:cTn>
                                            <p:tgtEl>
                                              <p:spTgt spid="68"/>
                                            </p:tgtEl>
                                            <p:attrNameLst>
                                              <p:attrName>style.visibility</p:attrName>
                                            </p:attrNameLst>
                                          </p:cBhvr>
                                          <p:to>
                                            <p:strVal val="visible"/>
                                          </p:to>
                                        </p:set>
                                        <p:anim calcmode="lin" valueType="num">
                                          <p:cBhvr additive="base">
                                            <p:cTn id="56" dur="1000" fill="hold"/>
                                            <p:tgtEl>
                                              <p:spTgt spid="68"/>
                                            </p:tgtEl>
                                            <p:attrNameLst>
                                              <p:attrName>ppt_x</p:attrName>
                                            </p:attrNameLst>
                                          </p:cBhvr>
                                          <p:tavLst>
                                            <p:tav tm="0">
                                              <p:val>
                                                <p:strVal val="#ppt_x"/>
                                              </p:val>
                                            </p:tav>
                                            <p:tav tm="100000">
                                              <p:val>
                                                <p:strVal val="#ppt_x"/>
                                              </p:val>
                                            </p:tav>
                                          </p:tavLst>
                                        </p:anim>
                                        <p:anim calcmode="lin" valueType="num">
                                          <p:cBhvr additive="base">
                                            <p:cTn id="57" dur="1000" fill="hold"/>
                                            <p:tgtEl>
                                              <p:spTgt spid="68"/>
                                            </p:tgtEl>
                                            <p:attrNameLst>
                                              <p:attrName>ppt_y</p:attrName>
                                            </p:attrNameLst>
                                          </p:cBhvr>
                                          <p:tavLst>
                                            <p:tav tm="0">
                                              <p:val>
                                                <p:strVal val="0-#ppt_h/2"/>
                                              </p:val>
                                            </p:tav>
                                            <p:tav tm="100000">
                                              <p:val>
                                                <p:strVal val="#ppt_y"/>
                                              </p:val>
                                            </p:tav>
                                          </p:tavLst>
                                        </p:anim>
                                      </p:childTnLst>
                                    </p:cTn>
                                  </p:par>
                                  <p:par>
                                    <p:cTn id="58" presetID="2" presetClass="entr" presetSubtype="4" fill="hold" nodeType="withEffect">
                                      <p:stCondLst>
                                        <p:cond delay="1000"/>
                                      </p:stCondLst>
                                      <p:childTnLst>
                                        <p:set>
                                          <p:cBhvr>
                                            <p:cTn id="59" dur="1" fill="hold">
                                              <p:stCondLst>
                                                <p:cond delay="0"/>
                                              </p:stCondLst>
                                            </p:cTn>
                                            <p:tgtEl>
                                              <p:spTgt spid="48"/>
                                            </p:tgtEl>
                                            <p:attrNameLst>
                                              <p:attrName>style.visibility</p:attrName>
                                            </p:attrNameLst>
                                          </p:cBhvr>
                                          <p:to>
                                            <p:strVal val="visible"/>
                                          </p:to>
                                        </p:set>
                                        <p:anim calcmode="lin" valueType="num">
                                          <p:cBhvr additive="base">
                                            <p:cTn id="60" dur="1000" fill="hold"/>
                                            <p:tgtEl>
                                              <p:spTgt spid="48"/>
                                            </p:tgtEl>
                                            <p:attrNameLst>
                                              <p:attrName>ppt_x</p:attrName>
                                            </p:attrNameLst>
                                          </p:cBhvr>
                                          <p:tavLst>
                                            <p:tav tm="0">
                                              <p:val>
                                                <p:strVal val="#ppt_x"/>
                                              </p:val>
                                            </p:tav>
                                            <p:tav tm="100000">
                                              <p:val>
                                                <p:strVal val="#ppt_x"/>
                                              </p:val>
                                            </p:tav>
                                          </p:tavLst>
                                        </p:anim>
                                        <p:anim calcmode="lin" valueType="num">
                                          <p:cBhvr additive="base">
                                            <p:cTn id="61" dur="1000" fill="hold"/>
                                            <p:tgtEl>
                                              <p:spTgt spid="48"/>
                                            </p:tgtEl>
                                            <p:attrNameLst>
                                              <p:attrName>ppt_y</p:attrName>
                                            </p:attrNameLst>
                                          </p:cBhvr>
                                          <p:tavLst>
                                            <p:tav tm="0">
                                              <p:val>
                                                <p:strVal val="1+#ppt_h/2"/>
                                              </p:val>
                                            </p:tav>
                                            <p:tav tm="100000">
                                              <p:val>
                                                <p:strVal val="#ppt_y"/>
                                              </p:val>
                                            </p:tav>
                                          </p:tavLst>
                                        </p:anim>
                                      </p:childTnLst>
                                    </p:cTn>
                                  </p:par>
                                  <p:par>
                                    <p:cTn id="62" presetID="2" presetClass="entr" presetSubtype="1" fill="hold" nodeType="withEffect">
                                      <p:stCondLst>
                                        <p:cond delay="1250"/>
                                      </p:stCondLst>
                                      <p:childTnLst>
                                        <p:set>
                                          <p:cBhvr>
                                            <p:cTn id="63" dur="1" fill="hold">
                                              <p:stCondLst>
                                                <p:cond delay="0"/>
                                              </p:stCondLst>
                                            </p:cTn>
                                            <p:tgtEl>
                                              <p:spTgt spid="71"/>
                                            </p:tgtEl>
                                            <p:attrNameLst>
                                              <p:attrName>style.visibility</p:attrName>
                                            </p:attrNameLst>
                                          </p:cBhvr>
                                          <p:to>
                                            <p:strVal val="visible"/>
                                          </p:to>
                                        </p:set>
                                        <p:anim calcmode="lin" valueType="num">
                                          <p:cBhvr additive="base">
                                            <p:cTn id="64" dur="1000" fill="hold"/>
                                            <p:tgtEl>
                                              <p:spTgt spid="71"/>
                                            </p:tgtEl>
                                            <p:attrNameLst>
                                              <p:attrName>ppt_x</p:attrName>
                                            </p:attrNameLst>
                                          </p:cBhvr>
                                          <p:tavLst>
                                            <p:tav tm="0">
                                              <p:val>
                                                <p:strVal val="#ppt_x"/>
                                              </p:val>
                                            </p:tav>
                                            <p:tav tm="100000">
                                              <p:val>
                                                <p:strVal val="#ppt_x"/>
                                              </p:val>
                                            </p:tav>
                                          </p:tavLst>
                                        </p:anim>
                                        <p:anim calcmode="lin" valueType="num">
                                          <p:cBhvr additive="base">
                                            <p:cTn id="65" dur="1000" fill="hold"/>
                                            <p:tgtEl>
                                              <p:spTgt spid="71"/>
                                            </p:tgtEl>
                                            <p:attrNameLst>
                                              <p:attrName>ppt_y</p:attrName>
                                            </p:attrNameLst>
                                          </p:cBhvr>
                                          <p:tavLst>
                                            <p:tav tm="0">
                                              <p:val>
                                                <p:strVal val="0-#ppt_h/2"/>
                                              </p:val>
                                            </p:tav>
                                            <p:tav tm="100000">
                                              <p:val>
                                                <p:strVal val="#ppt_y"/>
                                              </p:val>
                                            </p:tav>
                                          </p:tavLst>
                                        </p:anim>
                                      </p:childTnLst>
                                    </p:cTn>
                                  </p:par>
                                  <p:par>
                                    <p:cTn id="66" presetID="2" presetClass="entr" presetSubtype="4" fill="hold" nodeType="withEffect">
                                      <p:stCondLst>
                                        <p:cond delay="1500"/>
                                      </p:stCondLst>
                                      <p:childTnLst>
                                        <p:set>
                                          <p:cBhvr>
                                            <p:cTn id="67" dur="1" fill="hold">
                                              <p:stCondLst>
                                                <p:cond delay="0"/>
                                              </p:stCondLst>
                                            </p:cTn>
                                            <p:tgtEl>
                                              <p:spTgt spid="52"/>
                                            </p:tgtEl>
                                            <p:attrNameLst>
                                              <p:attrName>style.visibility</p:attrName>
                                            </p:attrNameLst>
                                          </p:cBhvr>
                                          <p:to>
                                            <p:strVal val="visible"/>
                                          </p:to>
                                        </p:set>
                                        <p:anim calcmode="lin" valueType="num">
                                          <p:cBhvr additive="base">
                                            <p:cTn id="68" dur="1000" fill="hold"/>
                                            <p:tgtEl>
                                              <p:spTgt spid="52"/>
                                            </p:tgtEl>
                                            <p:attrNameLst>
                                              <p:attrName>ppt_x</p:attrName>
                                            </p:attrNameLst>
                                          </p:cBhvr>
                                          <p:tavLst>
                                            <p:tav tm="0">
                                              <p:val>
                                                <p:strVal val="#ppt_x"/>
                                              </p:val>
                                            </p:tav>
                                            <p:tav tm="100000">
                                              <p:val>
                                                <p:strVal val="#ppt_x"/>
                                              </p:val>
                                            </p:tav>
                                          </p:tavLst>
                                        </p:anim>
                                        <p:anim calcmode="lin" valueType="num">
                                          <p:cBhvr additive="base">
                                            <p:cTn id="69" dur="10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animBg="1"/>
        </p:bldLst>
      </p:timing>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a:extLst>
              <a:ext uri="{FF2B5EF4-FFF2-40B4-BE49-F238E27FC236}">
                <a16:creationId xmlns:a16="http://schemas.microsoft.com/office/drawing/2014/main" id="{2BA1511F-7B33-47E4-9AC3-E166138C8E3D}"/>
              </a:ext>
            </a:extLst>
          </p:cNvPr>
          <p:cNvGrpSpPr/>
          <p:nvPr/>
        </p:nvGrpSpPr>
        <p:grpSpPr>
          <a:xfrm>
            <a:off x="1366838" y="2278063"/>
            <a:ext cx="2616200" cy="2301875"/>
            <a:chOff x="1366838" y="2278063"/>
            <a:chExt cx="2616200" cy="2301875"/>
          </a:xfrm>
          <a:effectLst>
            <a:outerShdw blurRad="177800" dist="101600" dir="2700000" algn="tl" rotWithShape="0">
              <a:prstClr val="black">
                <a:alpha val="34000"/>
              </a:prstClr>
            </a:outerShdw>
          </a:effectLst>
        </p:grpSpPr>
        <p:sp>
          <p:nvSpPr>
            <p:cNvPr id="6" name="Freeform 5">
              <a:extLst>
                <a:ext uri="{FF2B5EF4-FFF2-40B4-BE49-F238E27FC236}">
                  <a16:creationId xmlns:a16="http://schemas.microsoft.com/office/drawing/2014/main" id="{CD1E6893-8709-4799-A1DB-3A2B9B03A1EC}"/>
                </a:ext>
              </a:extLst>
            </p:cNvPr>
            <p:cNvSpPr>
              <a:spLocks noEditPoints="1"/>
            </p:cNvSpPr>
            <p:nvPr/>
          </p:nvSpPr>
          <p:spPr bwMode="auto">
            <a:xfrm>
              <a:off x="1366838" y="2278063"/>
              <a:ext cx="2616200" cy="2301875"/>
            </a:xfrm>
            <a:custGeom>
              <a:avLst/>
              <a:gdLst>
                <a:gd name="T0" fmla="*/ 29 w 627"/>
                <a:gd name="T1" fmla="*/ 549 h 549"/>
                <a:gd name="T2" fmla="*/ 5 w 627"/>
                <a:gd name="T3" fmla="*/ 535 h 549"/>
                <a:gd name="T4" fmla="*/ 5 w 627"/>
                <a:gd name="T5" fmla="*/ 507 h 549"/>
                <a:gd name="T6" fmla="*/ 289 w 627"/>
                <a:gd name="T7" fmla="*/ 14 h 549"/>
                <a:gd name="T8" fmla="*/ 314 w 627"/>
                <a:gd name="T9" fmla="*/ 0 h 549"/>
                <a:gd name="T10" fmla="*/ 338 w 627"/>
                <a:gd name="T11" fmla="*/ 14 h 549"/>
                <a:gd name="T12" fmla="*/ 622 w 627"/>
                <a:gd name="T13" fmla="*/ 507 h 549"/>
                <a:gd name="T14" fmla="*/ 622 w 627"/>
                <a:gd name="T15" fmla="*/ 535 h 549"/>
                <a:gd name="T16" fmla="*/ 598 w 627"/>
                <a:gd name="T17" fmla="*/ 549 h 549"/>
                <a:gd name="T18" fmla="*/ 29 w 627"/>
                <a:gd name="T19" fmla="*/ 549 h 549"/>
                <a:gd name="T20" fmla="*/ 530 w 627"/>
                <a:gd name="T21" fmla="*/ 483 h 549"/>
                <a:gd name="T22" fmla="*/ 314 w 627"/>
                <a:gd name="T23" fmla="*/ 108 h 549"/>
                <a:gd name="T24" fmla="*/ 97 w 627"/>
                <a:gd name="T25" fmla="*/ 483 h 549"/>
                <a:gd name="T26" fmla="*/ 530 w 627"/>
                <a:gd name="T27" fmla="*/ 483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7" h="549">
                  <a:moveTo>
                    <a:pt x="29" y="549"/>
                  </a:moveTo>
                  <a:cubicBezTo>
                    <a:pt x="19" y="549"/>
                    <a:pt x="10" y="544"/>
                    <a:pt x="5" y="535"/>
                  </a:cubicBezTo>
                  <a:cubicBezTo>
                    <a:pt x="0" y="526"/>
                    <a:pt x="0" y="516"/>
                    <a:pt x="5" y="507"/>
                  </a:cubicBezTo>
                  <a:cubicBezTo>
                    <a:pt x="289" y="14"/>
                    <a:pt x="289" y="14"/>
                    <a:pt x="289" y="14"/>
                  </a:cubicBezTo>
                  <a:cubicBezTo>
                    <a:pt x="294" y="6"/>
                    <a:pt x="304" y="0"/>
                    <a:pt x="314" y="0"/>
                  </a:cubicBezTo>
                  <a:cubicBezTo>
                    <a:pt x="324" y="0"/>
                    <a:pt x="333" y="6"/>
                    <a:pt x="338" y="14"/>
                  </a:cubicBezTo>
                  <a:cubicBezTo>
                    <a:pt x="622" y="507"/>
                    <a:pt x="622" y="507"/>
                    <a:pt x="622" y="507"/>
                  </a:cubicBezTo>
                  <a:cubicBezTo>
                    <a:pt x="627" y="516"/>
                    <a:pt x="627" y="526"/>
                    <a:pt x="622" y="535"/>
                  </a:cubicBezTo>
                  <a:cubicBezTo>
                    <a:pt x="617" y="544"/>
                    <a:pt x="608" y="549"/>
                    <a:pt x="598" y="549"/>
                  </a:cubicBezTo>
                  <a:lnTo>
                    <a:pt x="29" y="549"/>
                  </a:lnTo>
                  <a:close/>
                  <a:moveTo>
                    <a:pt x="530" y="483"/>
                  </a:moveTo>
                  <a:cubicBezTo>
                    <a:pt x="314" y="108"/>
                    <a:pt x="314" y="108"/>
                    <a:pt x="314" y="108"/>
                  </a:cubicBezTo>
                  <a:cubicBezTo>
                    <a:pt x="97" y="483"/>
                    <a:pt x="97" y="483"/>
                    <a:pt x="97" y="483"/>
                  </a:cubicBezTo>
                  <a:lnTo>
                    <a:pt x="530" y="483"/>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C5ADC6BF-780B-4837-96BE-9C7D75C119BE}"/>
                </a:ext>
              </a:extLst>
            </p:cNvPr>
            <p:cNvSpPr>
              <a:spLocks noEditPoints="1"/>
            </p:cNvSpPr>
            <p:nvPr/>
          </p:nvSpPr>
          <p:spPr bwMode="auto">
            <a:xfrm>
              <a:off x="1395413" y="2306638"/>
              <a:ext cx="2563813" cy="2232025"/>
            </a:xfrm>
            <a:custGeom>
              <a:avLst/>
              <a:gdLst>
                <a:gd name="T0" fmla="*/ 607 w 614"/>
                <a:gd name="T1" fmla="*/ 505 h 532"/>
                <a:gd name="T2" fmla="*/ 322 w 614"/>
                <a:gd name="T3" fmla="*/ 12 h 532"/>
                <a:gd name="T4" fmla="*/ 291 w 614"/>
                <a:gd name="T5" fmla="*/ 12 h 532"/>
                <a:gd name="T6" fmla="*/ 7 w 614"/>
                <a:gd name="T7" fmla="*/ 505 h 532"/>
                <a:gd name="T8" fmla="*/ 22 w 614"/>
                <a:gd name="T9" fmla="*/ 532 h 532"/>
                <a:gd name="T10" fmla="*/ 591 w 614"/>
                <a:gd name="T11" fmla="*/ 532 h 532"/>
                <a:gd name="T12" fmla="*/ 607 w 614"/>
                <a:gd name="T13" fmla="*/ 505 h 532"/>
                <a:gd name="T14" fmla="*/ 523 w 614"/>
                <a:gd name="T15" fmla="*/ 476 h 532"/>
                <a:gd name="T16" fmla="*/ 90 w 614"/>
                <a:gd name="T17" fmla="*/ 476 h 532"/>
                <a:gd name="T18" fmla="*/ 307 w 614"/>
                <a:gd name="T19" fmla="*/ 101 h 532"/>
                <a:gd name="T20" fmla="*/ 523 w 614"/>
                <a:gd name="T21" fmla="*/ 476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4" h="532">
                  <a:moveTo>
                    <a:pt x="607" y="505"/>
                  </a:moveTo>
                  <a:cubicBezTo>
                    <a:pt x="322" y="12"/>
                    <a:pt x="322" y="12"/>
                    <a:pt x="322" y="12"/>
                  </a:cubicBezTo>
                  <a:cubicBezTo>
                    <a:pt x="315" y="0"/>
                    <a:pt x="298" y="0"/>
                    <a:pt x="291" y="12"/>
                  </a:cubicBezTo>
                  <a:cubicBezTo>
                    <a:pt x="7" y="505"/>
                    <a:pt x="7" y="505"/>
                    <a:pt x="7" y="505"/>
                  </a:cubicBezTo>
                  <a:cubicBezTo>
                    <a:pt x="0" y="517"/>
                    <a:pt x="8" y="532"/>
                    <a:pt x="22" y="532"/>
                  </a:cubicBezTo>
                  <a:cubicBezTo>
                    <a:pt x="591" y="532"/>
                    <a:pt x="591" y="532"/>
                    <a:pt x="591" y="532"/>
                  </a:cubicBezTo>
                  <a:cubicBezTo>
                    <a:pt x="605" y="532"/>
                    <a:pt x="614" y="517"/>
                    <a:pt x="607" y="505"/>
                  </a:cubicBezTo>
                  <a:close/>
                  <a:moveTo>
                    <a:pt x="523" y="476"/>
                  </a:moveTo>
                  <a:cubicBezTo>
                    <a:pt x="90" y="476"/>
                    <a:pt x="90" y="476"/>
                    <a:pt x="90" y="476"/>
                  </a:cubicBezTo>
                  <a:cubicBezTo>
                    <a:pt x="307" y="101"/>
                    <a:pt x="307" y="101"/>
                    <a:pt x="307" y="101"/>
                  </a:cubicBezTo>
                  <a:lnTo>
                    <a:pt x="523" y="476"/>
                  </a:lnTo>
                  <a:close/>
                </a:path>
              </a:pathLst>
            </a:custGeom>
            <a:gradFill flip="none" rotWithShape="1">
              <a:gsLst>
                <a:gs pos="100000">
                  <a:schemeClr val="accent1">
                    <a:shade val="30000"/>
                    <a:satMod val="115000"/>
                  </a:schemeClr>
                </a:gs>
                <a:gs pos="50000">
                  <a:schemeClr val="accent1">
                    <a:shade val="67500"/>
                    <a:satMod val="115000"/>
                  </a:schemeClr>
                </a:gs>
                <a:gs pos="0">
                  <a:schemeClr val="accent1">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7" name="Group 36">
            <a:extLst>
              <a:ext uri="{FF2B5EF4-FFF2-40B4-BE49-F238E27FC236}">
                <a16:creationId xmlns:a16="http://schemas.microsoft.com/office/drawing/2014/main" id="{5FCEC0F0-00EB-4A8E-9D9C-1638139D6A84}"/>
              </a:ext>
            </a:extLst>
          </p:cNvPr>
          <p:cNvGrpSpPr/>
          <p:nvPr/>
        </p:nvGrpSpPr>
        <p:grpSpPr>
          <a:xfrm>
            <a:off x="3070225" y="2278063"/>
            <a:ext cx="2616200" cy="2301875"/>
            <a:chOff x="3070225" y="2278063"/>
            <a:chExt cx="2616200" cy="2301875"/>
          </a:xfrm>
          <a:effectLst>
            <a:outerShdw blurRad="177800" dist="101600" dir="2700000" algn="tl" rotWithShape="0">
              <a:prstClr val="black">
                <a:alpha val="34000"/>
              </a:prstClr>
            </a:outerShdw>
          </a:effectLst>
        </p:grpSpPr>
        <p:sp>
          <p:nvSpPr>
            <p:cNvPr id="8" name="Freeform 7">
              <a:extLst>
                <a:ext uri="{FF2B5EF4-FFF2-40B4-BE49-F238E27FC236}">
                  <a16:creationId xmlns:a16="http://schemas.microsoft.com/office/drawing/2014/main" id="{6CC2416C-9F8A-4D63-8427-9D9CA541F343}"/>
                </a:ext>
              </a:extLst>
            </p:cNvPr>
            <p:cNvSpPr>
              <a:spLocks noEditPoints="1"/>
            </p:cNvSpPr>
            <p:nvPr/>
          </p:nvSpPr>
          <p:spPr bwMode="auto">
            <a:xfrm>
              <a:off x="3070225" y="2278063"/>
              <a:ext cx="2616200" cy="2301875"/>
            </a:xfrm>
            <a:custGeom>
              <a:avLst/>
              <a:gdLst>
                <a:gd name="T0" fmla="*/ 598 w 627"/>
                <a:gd name="T1" fmla="*/ 0 h 549"/>
                <a:gd name="T2" fmla="*/ 622 w 627"/>
                <a:gd name="T3" fmla="*/ 14 h 549"/>
                <a:gd name="T4" fmla="*/ 622 w 627"/>
                <a:gd name="T5" fmla="*/ 42 h 549"/>
                <a:gd name="T6" fmla="*/ 338 w 627"/>
                <a:gd name="T7" fmla="*/ 535 h 549"/>
                <a:gd name="T8" fmla="*/ 314 w 627"/>
                <a:gd name="T9" fmla="*/ 549 h 549"/>
                <a:gd name="T10" fmla="*/ 289 w 627"/>
                <a:gd name="T11" fmla="*/ 535 h 549"/>
                <a:gd name="T12" fmla="*/ 5 w 627"/>
                <a:gd name="T13" fmla="*/ 42 h 549"/>
                <a:gd name="T14" fmla="*/ 5 w 627"/>
                <a:gd name="T15" fmla="*/ 14 h 549"/>
                <a:gd name="T16" fmla="*/ 29 w 627"/>
                <a:gd name="T17" fmla="*/ 0 h 549"/>
                <a:gd name="T18" fmla="*/ 598 w 627"/>
                <a:gd name="T19" fmla="*/ 0 h 549"/>
                <a:gd name="T20" fmla="*/ 97 w 627"/>
                <a:gd name="T21" fmla="*/ 66 h 549"/>
                <a:gd name="T22" fmla="*/ 314 w 627"/>
                <a:gd name="T23" fmla="*/ 441 h 549"/>
                <a:gd name="T24" fmla="*/ 530 w 627"/>
                <a:gd name="T25" fmla="*/ 66 h 549"/>
                <a:gd name="T26" fmla="*/ 97 w 627"/>
                <a:gd name="T27" fmla="*/ 66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7" h="549">
                  <a:moveTo>
                    <a:pt x="598" y="0"/>
                  </a:moveTo>
                  <a:cubicBezTo>
                    <a:pt x="608" y="0"/>
                    <a:pt x="617" y="5"/>
                    <a:pt x="622" y="14"/>
                  </a:cubicBezTo>
                  <a:cubicBezTo>
                    <a:pt x="627" y="23"/>
                    <a:pt x="627" y="33"/>
                    <a:pt x="622" y="42"/>
                  </a:cubicBezTo>
                  <a:cubicBezTo>
                    <a:pt x="338" y="535"/>
                    <a:pt x="338" y="535"/>
                    <a:pt x="338" y="535"/>
                  </a:cubicBezTo>
                  <a:cubicBezTo>
                    <a:pt x="333" y="543"/>
                    <a:pt x="324" y="549"/>
                    <a:pt x="314" y="549"/>
                  </a:cubicBezTo>
                  <a:cubicBezTo>
                    <a:pt x="303" y="549"/>
                    <a:pt x="294" y="543"/>
                    <a:pt x="289" y="535"/>
                  </a:cubicBezTo>
                  <a:cubicBezTo>
                    <a:pt x="5" y="42"/>
                    <a:pt x="5" y="42"/>
                    <a:pt x="5" y="42"/>
                  </a:cubicBezTo>
                  <a:cubicBezTo>
                    <a:pt x="0" y="33"/>
                    <a:pt x="0" y="23"/>
                    <a:pt x="5" y="14"/>
                  </a:cubicBezTo>
                  <a:cubicBezTo>
                    <a:pt x="10" y="5"/>
                    <a:pt x="19" y="0"/>
                    <a:pt x="29" y="0"/>
                  </a:cubicBezTo>
                  <a:lnTo>
                    <a:pt x="598" y="0"/>
                  </a:lnTo>
                  <a:close/>
                  <a:moveTo>
                    <a:pt x="97" y="66"/>
                  </a:moveTo>
                  <a:cubicBezTo>
                    <a:pt x="314" y="441"/>
                    <a:pt x="314" y="441"/>
                    <a:pt x="314" y="441"/>
                  </a:cubicBezTo>
                  <a:cubicBezTo>
                    <a:pt x="530" y="66"/>
                    <a:pt x="530" y="66"/>
                    <a:pt x="530" y="66"/>
                  </a:cubicBezTo>
                  <a:lnTo>
                    <a:pt x="97" y="66"/>
                  </a:lnTo>
                  <a:close/>
                </a:path>
              </a:pathLst>
            </a:custGeom>
            <a:gradFill flip="none" rotWithShape="1">
              <a:gsLst>
                <a:gs pos="100000">
                  <a:schemeClr val="accent6">
                    <a:lumMod val="50000"/>
                  </a:schemeClr>
                </a:gs>
                <a:gs pos="50000">
                  <a:schemeClr val="accent6">
                    <a:lumMod val="75000"/>
                  </a:schemeClr>
                </a:gs>
                <a:gs pos="0">
                  <a:schemeClr val="accent6"/>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32901EE9-CFB2-44DF-9C56-2C3CD7F14B09}"/>
                </a:ext>
              </a:extLst>
            </p:cNvPr>
            <p:cNvSpPr>
              <a:spLocks noEditPoints="1"/>
            </p:cNvSpPr>
            <p:nvPr/>
          </p:nvSpPr>
          <p:spPr bwMode="auto">
            <a:xfrm>
              <a:off x="3098800" y="2319338"/>
              <a:ext cx="2559050" cy="2232025"/>
            </a:xfrm>
            <a:custGeom>
              <a:avLst/>
              <a:gdLst>
                <a:gd name="T0" fmla="*/ 6 w 613"/>
                <a:gd name="T1" fmla="*/ 27 h 532"/>
                <a:gd name="T2" fmla="*/ 291 w 613"/>
                <a:gd name="T3" fmla="*/ 520 h 532"/>
                <a:gd name="T4" fmla="*/ 322 w 613"/>
                <a:gd name="T5" fmla="*/ 520 h 532"/>
                <a:gd name="T6" fmla="*/ 607 w 613"/>
                <a:gd name="T7" fmla="*/ 27 h 532"/>
                <a:gd name="T8" fmla="*/ 591 w 613"/>
                <a:gd name="T9" fmla="*/ 0 h 532"/>
                <a:gd name="T10" fmla="*/ 22 w 613"/>
                <a:gd name="T11" fmla="*/ 0 h 532"/>
                <a:gd name="T12" fmla="*/ 6 w 613"/>
                <a:gd name="T13" fmla="*/ 27 h 532"/>
                <a:gd name="T14" fmla="*/ 90 w 613"/>
                <a:gd name="T15" fmla="*/ 56 h 532"/>
                <a:gd name="T16" fmla="*/ 523 w 613"/>
                <a:gd name="T17" fmla="*/ 56 h 532"/>
                <a:gd name="T18" fmla="*/ 307 w 613"/>
                <a:gd name="T19" fmla="*/ 431 h 532"/>
                <a:gd name="T20" fmla="*/ 90 w 613"/>
                <a:gd name="T21" fmla="*/ 56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3" h="532">
                  <a:moveTo>
                    <a:pt x="6" y="27"/>
                  </a:moveTo>
                  <a:cubicBezTo>
                    <a:pt x="291" y="520"/>
                    <a:pt x="291" y="520"/>
                    <a:pt x="291" y="520"/>
                  </a:cubicBezTo>
                  <a:cubicBezTo>
                    <a:pt x="298" y="532"/>
                    <a:pt x="315" y="532"/>
                    <a:pt x="322" y="520"/>
                  </a:cubicBezTo>
                  <a:cubicBezTo>
                    <a:pt x="607" y="27"/>
                    <a:pt x="607" y="27"/>
                    <a:pt x="607" y="27"/>
                  </a:cubicBezTo>
                  <a:cubicBezTo>
                    <a:pt x="613" y="15"/>
                    <a:pt x="605" y="0"/>
                    <a:pt x="591" y="0"/>
                  </a:cubicBezTo>
                  <a:cubicBezTo>
                    <a:pt x="22" y="0"/>
                    <a:pt x="22" y="0"/>
                    <a:pt x="22" y="0"/>
                  </a:cubicBezTo>
                  <a:cubicBezTo>
                    <a:pt x="8" y="0"/>
                    <a:pt x="0" y="15"/>
                    <a:pt x="6" y="27"/>
                  </a:cubicBezTo>
                  <a:close/>
                  <a:moveTo>
                    <a:pt x="90" y="56"/>
                  </a:moveTo>
                  <a:cubicBezTo>
                    <a:pt x="523" y="56"/>
                    <a:pt x="523" y="56"/>
                    <a:pt x="523" y="56"/>
                  </a:cubicBezTo>
                  <a:cubicBezTo>
                    <a:pt x="307" y="431"/>
                    <a:pt x="307" y="431"/>
                    <a:pt x="307" y="431"/>
                  </a:cubicBezTo>
                  <a:lnTo>
                    <a:pt x="90" y="56"/>
                  </a:lnTo>
                  <a:close/>
                </a:path>
              </a:pathLst>
            </a:custGeom>
            <a:gradFill flip="none" rotWithShape="1">
              <a:gsLst>
                <a:gs pos="0">
                  <a:schemeClr val="accent6">
                    <a:lumMod val="50000"/>
                  </a:schemeClr>
                </a:gs>
                <a:gs pos="50000">
                  <a:schemeClr val="accent6">
                    <a:lumMod val="75000"/>
                  </a:schemeClr>
                </a:gs>
                <a:gs pos="100000">
                  <a:schemeClr val="accent6"/>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8" name="Group 37">
            <a:extLst>
              <a:ext uri="{FF2B5EF4-FFF2-40B4-BE49-F238E27FC236}">
                <a16:creationId xmlns:a16="http://schemas.microsoft.com/office/drawing/2014/main" id="{BC61FCDA-C47A-4A49-8EC3-E0483843C024}"/>
              </a:ext>
            </a:extLst>
          </p:cNvPr>
          <p:cNvGrpSpPr/>
          <p:nvPr/>
        </p:nvGrpSpPr>
        <p:grpSpPr>
          <a:xfrm>
            <a:off x="4784725" y="2278063"/>
            <a:ext cx="2617788" cy="2301875"/>
            <a:chOff x="4784725" y="2278063"/>
            <a:chExt cx="2617788" cy="2301875"/>
          </a:xfrm>
          <a:effectLst>
            <a:outerShdw blurRad="177800" dist="101600" dir="2700000" algn="tl" rotWithShape="0">
              <a:prstClr val="black">
                <a:alpha val="34000"/>
              </a:prstClr>
            </a:outerShdw>
          </a:effectLst>
        </p:grpSpPr>
        <p:sp>
          <p:nvSpPr>
            <p:cNvPr id="10" name="Freeform 9">
              <a:extLst>
                <a:ext uri="{FF2B5EF4-FFF2-40B4-BE49-F238E27FC236}">
                  <a16:creationId xmlns:a16="http://schemas.microsoft.com/office/drawing/2014/main" id="{14960E15-7D19-46C6-BA6B-A9E1CA6947BA}"/>
                </a:ext>
              </a:extLst>
            </p:cNvPr>
            <p:cNvSpPr>
              <a:spLocks noEditPoints="1"/>
            </p:cNvSpPr>
            <p:nvPr/>
          </p:nvSpPr>
          <p:spPr bwMode="auto">
            <a:xfrm>
              <a:off x="4784725" y="2278063"/>
              <a:ext cx="2617788" cy="2301875"/>
            </a:xfrm>
            <a:custGeom>
              <a:avLst/>
              <a:gdLst>
                <a:gd name="T0" fmla="*/ 29 w 627"/>
                <a:gd name="T1" fmla="*/ 549 h 549"/>
                <a:gd name="T2" fmla="*/ 5 w 627"/>
                <a:gd name="T3" fmla="*/ 535 h 549"/>
                <a:gd name="T4" fmla="*/ 5 w 627"/>
                <a:gd name="T5" fmla="*/ 507 h 549"/>
                <a:gd name="T6" fmla="*/ 289 w 627"/>
                <a:gd name="T7" fmla="*/ 14 h 549"/>
                <a:gd name="T8" fmla="*/ 313 w 627"/>
                <a:gd name="T9" fmla="*/ 0 h 549"/>
                <a:gd name="T10" fmla="*/ 338 w 627"/>
                <a:gd name="T11" fmla="*/ 14 h 549"/>
                <a:gd name="T12" fmla="*/ 622 w 627"/>
                <a:gd name="T13" fmla="*/ 507 h 549"/>
                <a:gd name="T14" fmla="*/ 622 w 627"/>
                <a:gd name="T15" fmla="*/ 535 h 549"/>
                <a:gd name="T16" fmla="*/ 598 w 627"/>
                <a:gd name="T17" fmla="*/ 549 h 549"/>
                <a:gd name="T18" fmla="*/ 29 w 627"/>
                <a:gd name="T19" fmla="*/ 549 h 549"/>
                <a:gd name="T20" fmla="*/ 530 w 627"/>
                <a:gd name="T21" fmla="*/ 483 h 549"/>
                <a:gd name="T22" fmla="*/ 313 w 627"/>
                <a:gd name="T23" fmla="*/ 108 h 549"/>
                <a:gd name="T24" fmla="*/ 97 w 627"/>
                <a:gd name="T25" fmla="*/ 483 h 549"/>
                <a:gd name="T26" fmla="*/ 530 w 627"/>
                <a:gd name="T27" fmla="*/ 483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7" h="549">
                  <a:moveTo>
                    <a:pt x="29" y="549"/>
                  </a:moveTo>
                  <a:cubicBezTo>
                    <a:pt x="19" y="549"/>
                    <a:pt x="10" y="544"/>
                    <a:pt x="5" y="535"/>
                  </a:cubicBezTo>
                  <a:cubicBezTo>
                    <a:pt x="0" y="526"/>
                    <a:pt x="0" y="516"/>
                    <a:pt x="5" y="507"/>
                  </a:cubicBezTo>
                  <a:cubicBezTo>
                    <a:pt x="289" y="14"/>
                    <a:pt x="289" y="14"/>
                    <a:pt x="289" y="14"/>
                  </a:cubicBezTo>
                  <a:cubicBezTo>
                    <a:pt x="294" y="6"/>
                    <a:pt x="303" y="0"/>
                    <a:pt x="313" y="0"/>
                  </a:cubicBezTo>
                  <a:cubicBezTo>
                    <a:pt x="323" y="0"/>
                    <a:pt x="333" y="6"/>
                    <a:pt x="338" y="14"/>
                  </a:cubicBezTo>
                  <a:cubicBezTo>
                    <a:pt x="622" y="507"/>
                    <a:pt x="622" y="507"/>
                    <a:pt x="622" y="507"/>
                  </a:cubicBezTo>
                  <a:cubicBezTo>
                    <a:pt x="627" y="516"/>
                    <a:pt x="627" y="526"/>
                    <a:pt x="622" y="535"/>
                  </a:cubicBezTo>
                  <a:cubicBezTo>
                    <a:pt x="617" y="544"/>
                    <a:pt x="608" y="549"/>
                    <a:pt x="598" y="549"/>
                  </a:cubicBezTo>
                  <a:lnTo>
                    <a:pt x="29" y="549"/>
                  </a:lnTo>
                  <a:close/>
                  <a:moveTo>
                    <a:pt x="530" y="483"/>
                  </a:moveTo>
                  <a:cubicBezTo>
                    <a:pt x="313" y="108"/>
                    <a:pt x="313" y="108"/>
                    <a:pt x="313" y="108"/>
                  </a:cubicBezTo>
                  <a:cubicBezTo>
                    <a:pt x="97" y="483"/>
                    <a:pt x="97" y="483"/>
                    <a:pt x="97" y="483"/>
                  </a:cubicBezTo>
                  <a:lnTo>
                    <a:pt x="530" y="483"/>
                  </a:lnTo>
                  <a:close/>
                </a:path>
              </a:pathLst>
            </a:custGeom>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F6D3EF93-C100-469F-9F44-BF2CA8989DB7}"/>
                </a:ext>
              </a:extLst>
            </p:cNvPr>
            <p:cNvSpPr>
              <a:spLocks noEditPoints="1"/>
            </p:cNvSpPr>
            <p:nvPr/>
          </p:nvSpPr>
          <p:spPr bwMode="auto">
            <a:xfrm>
              <a:off x="4810125" y="2306638"/>
              <a:ext cx="2563813" cy="2232025"/>
            </a:xfrm>
            <a:custGeom>
              <a:avLst/>
              <a:gdLst>
                <a:gd name="T0" fmla="*/ 607 w 614"/>
                <a:gd name="T1" fmla="*/ 505 h 532"/>
                <a:gd name="T2" fmla="*/ 323 w 614"/>
                <a:gd name="T3" fmla="*/ 12 h 532"/>
                <a:gd name="T4" fmla="*/ 292 w 614"/>
                <a:gd name="T5" fmla="*/ 12 h 532"/>
                <a:gd name="T6" fmla="*/ 7 w 614"/>
                <a:gd name="T7" fmla="*/ 505 h 532"/>
                <a:gd name="T8" fmla="*/ 23 w 614"/>
                <a:gd name="T9" fmla="*/ 532 h 532"/>
                <a:gd name="T10" fmla="*/ 592 w 614"/>
                <a:gd name="T11" fmla="*/ 532 h 532"/>
                <a:gd name="T12" fmla="*/ 607 w 614"/>
                <a:gd name="T13" fmla="*/ 505 h 532"/>
                <a:gd name="T14" fmla="*/ 524 w 614"/>
                <a:gd name="T15" fmla="*/ 476 h 532"/>
                <a:gd name="T16" fmla="*/ 91 w 614"/>
                <a:gd name="T17" fmla="*/ 476 h 532"/>
                <a:gd name="T18" fmla="*/ 307 w 614"/>
                <a:gd name="T19" fmla="*/ 101 h 532"/>
                <a:gd name="T20" fmla="*/ 524 w 614"/>
                <a:gd name="T21" fmla="*/ 476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4" h="532">
                  <a:moveTo>
                    <a:pt x="607" y="505"/>
                  </a:moveTo>
                  <a:cubicBezTo>
                    <a:pt x="323" y="12"/>
                    <a:pt x="323" y="12"/>
                    <a:pt x="323" y="12"/>
                  </a:cubicBezTo>
                  <a:cubicBezTo>
                    <a:pt x="316" y="0"/>
                    <a:pt x="299" y="0"/>
                    <a:pt x="292" y="12"/>
                  </a:cubicBezTo>
                  <a:cubicBezTo>
                    <a:pt x="7" y="505"/>
                    <a:pt x="7" y="505"/>
                    <a:pt x="7" y="505"/>
                  </a:cubicBezTo>
                  <a:cubicBezTo>
                    <a:pt x="0" y="517"/>
                    <a:pt x="9" y="532"/>
                    <a:pt x="23" y="532"/>
                  </a:cubicBezTo>
                  <a:cubicBezTo>
                    <a:pt x="592" y="532"/>
                    <a:pt x="592" y="532"/>
                    <a:pt x="592" y="532"/>
                  </a:cubicBezTo>
                  <a:cubicBezTo>
                    <a:pt x="606" y="532"/>
                    <a:pt x="614" y="517"/>
                    <a:pt x="607" y="505"/>
                  </a:cubicBezTo>
                  <a:close/>
                  <a:moveTo>
                    <a:pt x="524" y="476"/>
                  </a:moveTo>
                  <a:cubicBezTo>
                    <a:pt x="91" y="476"/>
                    <a:pt x="91" y="476"/>
                    <a:pt x="91" y="476"/>
                  </a:cubicBezTo>
                  <a:cubicBezTo>
                    <a:pt x="307" y="101"/>
                    <a:pt x="307" y="101"/>
                    <a:pt x="307" y="101"/>
                  </a:cubicBezTo>
                  <a:lnTo>
                    <a:pt x="524" y="476"/>
                  </a:lnTo>
                  <a:close/>
                </a:path>
              </a:pathLst>
            </a:custGeom>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0" name="Group 39">
            <a:extLst>
              <a:ext uri="{FF2B5EF4-FFF2-40B4-BE49-F238E27FC236}">
                <a16:creationId xmlns:a16="http://schemas.microsoft.com/office/drawing/2014/main" id="{D8BEE820-F365-468C-BD51-3D58B51441B0}"/>
              </a:ext>
            </a:extLst>
          </p:cNvPr>
          <p:cNvGrpSpPr/>
          <p:nvPr/>
        </p:nvGrpSpPr>
        <p:grpSpPr>
          <a:xfrm>
            <a:off x="6484938" y="2278063"/>
            <a:ext cx="2620963" cy="2301875"/>
            <a:chOff x="6484938" y="2278063"/>
            <a:chExt cx="2620963" cy="2301875"/>
          </a:xfrm>
          <a:effectLst>
            <a:outerShdw blurRad="177800" dist="101600" dir="2700000" algn="tl" rotWithShape="0">
              <a:prstClr val="black">
                <a:alpha val="34000"/>
              </a:prstClr>
            </a:outerShdw>
          </a:effectLst>
        </p:grpSpPr>
        <p:sp>
          <p:nvSpPr>
            <p:cNvPr id="12" name="Freeform 11">
              <a:extLst>
                <a:ext uri="{FF2B5EF4-FFF2-40B4-BE49-F238E27FC236}">
                  <a16:creationId xmlns:a16="http://schemas.microsoft.com/office/drawing/2014/main" id="{B0F4BE71-177A-4426-87DC-C5F47E27877F}"/>
                </a:ext>
              </a:extLst>
            </p:cNvPr>
            <p:cNvSpPr>
              <a:spLocks noEditPoints="1"/>
            </p:cNvSpPr>
            <p:nvPr/>
          </p:nvSpPr>
          <p:spPr bwMode="auto">
            <a:xfrm>
              <a:off x="6484938" y="2278063"/>
              <a:ext cx="2620963" cy="2301875"/>
            </a:xfrm>
            <a:custGeom>
              <a:avLst/>
              <a:gdLst>
                <a:gd name="T0" fmla="*/ 599 w 628"/>
                <a:gd name="T1" fmla="*/ 0 h 549"/>
                <a:gd name="T2" fmla="*/ 623 w 628"/>
                <a:gd name="T3" fmla="*/ 14 h 549"/>
                <a:gd name="T4" fmla="*/ 623 w 628"/>
                <a:gd name="T5" fmla="*/ 42 h 549"/>
                <a:gd name="T6" fmla="*/ 338 w 628"/>
                <a:gd name="T7" fmla="*/ 535 h 549"/>
                <a:gd name="T8" fmla="*/ 314 w 628"/>
                <a:gd name="T9" fmla="*/ 549 h 549"/>
                <a:gd name="T10" fmla="*/ 290 w 628"/>
                <a:gd name="T11" fmla="*/ 535 h 549"/>
                <a:gd name="T12" fmla="*/ 5 w 628"/>
                <a:gd name="T13" fmla="*/ 42 h 549"/>
                <a:gd name="T14" fmla="*/ 5 w 628"/>
                <a:gd name="T15" fmla="*/ 14 h 549"/>
                <a:gd name="T16" fmla="*/ 30 w 628"/>
                <a:gd name="T17" fmla="*/ 0 h 549"/>
                <a:gd name="T18" fmla="*/ 599 w 628"/>
                <a:gd name="T19" fmla="*/ 0 h 549"/>
                <a:gd name="T20" fmla="*/ 98 w 628"/>
                <a:gd name="T21" fmla="*/ 66 h 549"/>
                <a:gd name="T22" fmla="*/ 314 w 628"/>
                <a:gd name="T23" fmla="*/ 441 h 549"/>
                <a:gd name="T24" fmla="*/ 531 w 628"/>
                <a:gd name="T25" fmla="*/ 66 h 549"/>
                <a:gd name="T26" fmla="*/ 98 w 628"/>
                <a:gd name="T27" fmla="*/ 66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8" h="549">
                  <a:moveTo>
                    <a:pt x="599" y="0"/>
                  </a:moveTo>
                  <a:cubicBezTo>
                    <a:pt x="609" y="0"/>
                    <a:pt x="618" y="5"/>
                    <a:pt x="623" y="14"/>
                  </a:cubicBezTo>
                  <a:cubicBezTo>
                    <a:pt x="628" y="23"/>
                    <a:pt x="628" y="33"/>
                    <a:pt x="623" y="42"/>
                  </a:cubicBezTo>
                  <a:cubicBezTo>
                    <a:pt x="338" y="535"/>
                    <a:pt x="338" y="535"/>
                    <a:pt x="338" y="535"/>
                  </a:cubicBezTo>
                  <a:cubicBezTo>
                    <a:pt x="333" y="543"/>
                    <a:pt x="324" y="549"/>
                    <a:pt x="314" y="549"/>
                  </a:cubicBezTo>
                  <a:cubicBezTo>
                    <a:pt x="304" y="549"/>
                    <a:pt x="295" y="543"/>
                    <a:pt x="290" y="535"/>
                  </a:cubicBezTo>
                  <a:cubicBezTo>
                    <a:pt x="5" y="42"/>
                    <a:pt x="5" y="42"/>
                    <a:pt x="5" y="42"/>
                  </a:cubicBezTo>
                  <a:cubicBezTo>
                    <a:pt x="0" y="33"/>
                    <a:pt x="0" y="23"/>
                    <a:pt x="5" y="14"/>
                  </a:cubicBezTo>
                  <a:cubicBezTo>
                    <a:pt x="10" y="5"/>
                    <a:pt x="20" y="0"/>
                    <a:pt x="30" y="0"/>
                  </a:cubicBezTo>
                  <a:lnTo>
                    <a:pt x="599" y="0"/>
                  </a:lnTo>
                  <a:close/>
                  <a:moveTo>
                    <a:pt x="98" y="66"/>
                  </a:moveTo>
                  <a:cubicBezTo>
                    <a:pt x="314" y="441"/>
                    <a:pt x="314" y="441"/>
                    <a:pt x="314" y="441"/>
                  </a:cubicBezTo>
                  <a:cubicBezTo>
                    <a:pt x="531" y="66"/>
                    <a:pt x="531" y="66"/>
                    <a:pt x="531" y="66"/>
                  </a:cubicBezTo>
                  <a:lnTo>
                    <a:pt x="98" y="66"/>
                  </a:lnTo>
                  <a:close/>
                </a:path>
              </a:pathLst>
            </a:custGeom>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415490E1-497F-4972-9BD0-92A51A62A9E5}"/>
                </a:ext>
              </a:extLst>
            </p:cNvPr>
            <p:cNvSpPr>
              <a:spLocks noEditPoints="1"/>
            </p:cNvSpPr>
            <p:nvPr/>
          </p:nvSpPr>
          <p:spPr bwMode="auto">
            <a:xfrm>
              <a:off x="6513513" y="2319338"/>
              <a:ext cx="2562225" cy="2232025"/>
            </a:xfrm>
            <a:custGeom>
              <a:avLst/>
              <a:gdLst>
                <a:gd name="T0" fmla="*/ 7 w 614"/>
                <a:gd name="T1" fmla="*/ 27 h 532"/>
                <a:gd name="T2" fmla="*/ 292 w 614"/>
                <a:gd name="T3" fmla="*/ 520 h 532"/>
                <a:gd name="T4" fmla="*/ 323 w 614"/>
                <a:gd name="T5" fmla="*/ 520 h 532"/>
                <a:gd name="T6" fmla="*/ 607 w 614"/>
                <a:gd name="T7" fmla="*/ 27 h 532"/>
                <a:gd name="T8" fmla="*/ 592 w 614"/>
                <a:gd name="T9" fmla="*/ 0 h 532"/>
                <a:gd name="T10" fmla="*/ 23 w 614"/>
                <a:gd name="T11" fmla="*/ 0 h 532"/>
                <a:gd name="T12" fmla="*/ 7 w 614"/>
                <a:gd name="T13" fmla="*/ 27 h 532"/>
                <a:gd name="T14" fmla="*/ 91 w 614"/>
                <a:gd name="T15" fmla="*/ 56 h 532"/>
                <a:gd name="T16" fmla="*/ 524 w 614"/>
                <a:gd name="T17" fmla="*/ 56 h 532"/>
                <a:gd name="T18" fmla="*/ 307 w 614"/>
                <a:gd name="T19" fmla="*/ 431 h 532"/>
                <a:gd name="T20" fmla="*/ 91 w 614"/>
                <a:gd name="T21" fmla="*/ 56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4" h="532">
                  <a:moveTo>
                    <a:pt x="7" y="27"/>
                  </a:moveTo>
                  <a:cubicBezTo>
                    <a:pt x="292" y="520"/>
                    <a:pt x="292" y="520"/>
                    <a:pt x="292" y="520"/>
                  </a:cubicBezTo>
                  <a:cubicBezTo>
                    <a:pt x="298" y="532"/>
                    <a:pt x="316" y="532"/>
                    <a:pt x="323" y="520"/>
                  </a:cubicBezTo>
                  <a:cubicBezTo>
                    <a:pt x="607" y="27"/>
                    <a:pt x="607" y="27"/>
                    <a:pt x="607" y="27"/>
                  </a:cubicBezTo>
                  <a:cubicBezTo>
                    <a:pt x="614" y="15"/>
                    <a:pt x="605" y="0"/>
                    <a:pt x="592" y="0"/>
                  </a:cubicBezTo>
                  <a:cubicBezTo>
                    <a:pt x="23" y="0"/>
                    <a:pt x="23" y="0"/>
                    <a:pt x="23" y="0"/>
                  </a:cubicBezTo>
                  <a:cubicBezTo>
                    <a:pt x="9" y="0"/>
                    <a:pt x="0" y="15"/>
                    <a:pt x="7" y="27"/>
                  </a:cubicBezTo>
                  <a:close/>
                  <a:moveTo>
                    <a:pt x="91" y="56"/>
                  </a:moveTo>
                  <a:cubicBezTo>
                    <a:pt x="524" y="56"/>
                    <a:pt x="524" y="56"/>
                    <a:pt x="524" y="56"/>
                  </a:cubicBezTo>
                  <a:cubicBezTo>
                    <a:pt x="307" y="431"/>
                    <a:pt x="307" y="431"/>
                    <a:pt x="307" y="431"/>
                  </a:cubicBezTo>
                  <a:lnTo>
                    <a:pt x="91" y="56"/>
                  </a:lnTo>
                  <a:close/>
                </a:path>
              </a:pathLst>
            </a:custGeom>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9" name="Group 38">
            <a:extLst>
              <a:ext uri="{FF2B5EF4-FFF2-40B4-BE49-F238E27FC236}">
                <a16:creationId xmlns:a16="http://schemas.microsoft.com/office/drawing/2014/main" id="{8596C0F5-9C29-4B01-9552-E175190F983E}"/>
              </a:ext>
            </a:extLst>
          </p:cNvPr>
          <p:cNvGrpSpPr/>
          <p:nvPr/>
        </p:nvGrpSpPr>
        <p:grpSpPr>
          <a:xfrm>
            <a:off x="8199438" y="2278063"/>
            <a:ext cx="2622550" cy="2301875"/>
            <a:chOff x="8199438" y="2278063"/>
            <a:chExt cx="2622550" cy="2301875"/>
          </a:xfrm>
          <a:effectLst>
            <a:outerShdw blurRad="177800" dist="101600" dir="2700000" algn="tl" rotWithShape="0">
              <a:prstClr val="black">
                <a:alpha val="34000"/>
              </a:prstClr>
            </a:outerShdw>
          </a:effectLst>
        </p:grpSpPr>
        <p:sp>
          <p:nvSpPr>
            <p:cNvPr id="14" name="Freeform 13">
              <a:extLst>
                <a:ext uri="{FF2B5EF4-FFF2-40B4-BE49-F238E27FC236}">
                  <a16:creationId xmlns:a16="http://schemas.microsoft.com/office/drawing/2014/main" id="{E4A9ED4F-2ABC-4094-964D-14CFFF8A7226}"/>
                </a:ext>
              </a:extLst>
            </p:cNvPr>
            <p:cNvSpPr>
              <a:spLocks noEditPoints="1"/>
            </p:cNvSpPr>
            <p:nvPr/>
          </p:nvSpPr>
          <p:spPr bwMode="auto">
            <a:xfrm>
              <a:off x="8199438" y="2278063"/>
              <a:ext cx="2622550" cy="2301875"/>
            </a:xfrm>
            <a:custGeom>
              <a:avLst/>
              <a:gdLst>
                <a:gd name="T0" fmla="*/ 30 w 628"/>
                <a:gd name="T1" fmla="*/ 549 h 549"/>
                <a:gd name="T2" fmla="*/ 5 w 628"/>
                <a:gd name="T3" fmla="*/ 535 h 549"/>
                <a:gd name="T4" fmla="*/ 5 w 628"/>
                <a:gd name="T5" fmla="*/ 507 h 549"/>
                <a:gd name="T6" fmla="*/ 290 w 628"/>
                <a:gd name="T7" fmla="*/ 14 h 549"/>
                <a:gd name="T8" fmla="*/ 314 w 628"/>
                <a:gd name="T9" fmla="*/ 0 h 549"/>
                <a:gd name="T10" fmla="*/ 338 w 628"/>
                <a:gd name="T11" fmla="*/ 14 h 549"/>
                <a:gd name="T12" fmla="*/ 623 w 628"/>
                <a:gd name="T13" fmla="*/ 507 h 549"/>
                <a:gd name="T14" fmla="*/ 623 w 628"/>
                <a:gd name="T15" fmla="*/ 535 h 549"/>
                <a:gd name="T16" fmla="*/ 598 w 628"/>
                <a:gd name="T17" fmla="*/ 549 h 549"/>
                <a:gd name="T18" fmla="*/ 30 w 628"/>
                <a:gd name="T19" fmla="*/ 549 h 549"/>
                <a:gd name="T20" fmla="*/ 531 w 628"/>
                <a:gd name="T21" fmla="*/ 483 h 549"/>
                <a:gd name="T22" fmla="*/ 314 w 628"/>
                <a:gd name="T23" fmla="*/ 108 h 549"/>
                <a:gd name="T24" fmla="*/ 97 w 628"/>
                <a:gd name="T25" fmla="*/ 483 h 549"/>
                <a:gd name="T26" fmla="*/ 531 w 628"/>
                <a:gd name="T27" fmla="*/ 483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8" h="549">
                  <a:moveTo>
                    <a:pt x="30" y="549"/>
                  </a:moveTo>
                  <a:cubicBezTo>
                    <a:pt x="19" y="549"/>
                    <a:pt x="10" y="544"/>
                    <a:pt x="5" y="535"/>
                  </a:cubicBezTo>
                  <a:cubicBezTo>
                    <a:pt x="0" y="526"/>
                    <a:pt x="0" y="516"/>
                    <a:pt x="5" y="507"/>
                  </a:cubicBezTo>
                  <a:cubicBezTo>
                    <a:pt x="290" y="14"/>
                    <a:pt x="290" y="14"/>
                    <a:pt x="290" y="14"/>
                  </a:cubicBezTo>
                  <a:cubicBezTo>
                    <a:pt x="295" y="6"/>
                    <a:pt x="304" y="0"/>
                    <a:pt x="314" y="0"/>
                  </a:cubicBezTo>
                  <a:cubicBezTo>
                    <a:pt x="324" y="0"/>
                    <a:pt x="333" y="6"/>
                    <a:pt x="338" y="14"/>
                  </a:cubicBezTo>
                  <a:cubicBezTo>
                    <a:pt x="623" y="507"/>
                    <a:pt x="623" y="507"/>
                    <a:pt x="623" y="507"/>
                  </a:cubicBezTo>
                  <a:cubicBezTo>
                    <a:pt x="628" y="516"/>
                    <a:pt x="628" y="526"/>
                    <a:pt x="623" y="535"/>
                  </a:cubicBezTo>
                  <a:cubicBezTo>
                    <a:pt x="618" y="544"/>
                    <a:pt x="609" y="549"/>
                    <a:pt x="598" y="549"/>
                  </a:cubicBezTo>
                  <a:lnTo>
                    <a:pt x="30" y="549"/>
                  </a:lnTo>
                  <a:close/>
                  <a:moveTo>
                    <a:pt x="531" y="483"/>
                  </a:moveTo>
                  <a:cubicBezTo>
                    <a:pt x="314" y="108"/>
                    <a:pt x="314" y="108"/>
                    <a:pt x="314" y="108"/>
                  </a:cubicBezTo>
                  <a:cubicBezTo>
                    <a:pt x="97" y="483"/>
                    <a:pt x="97" y="483"/>
                    <a:pt x="97" y="483"/>
                  </a:cubicBezTo>
                  <a:lnTo>
                    <a:pt x="531" y="483"/>
                  </a:lnTo>
                  <a:close/>
                </a:path>
              </a:pathLst>
            </a:custGeom>
            <a:gradFill flip="none" rotWithShape="1">
              <a:gsLst>
                <a:gs pos="0">
                  <a:schemeClr val="accent5">
                    <a:shade val="30000"/>
                    <a:satMod val="115000"/>
                  </a:schemeClr>
                </a:gs>
                <a:gs pos="50000">
                  <a:schemeClr val="accent5">
                    <a:shade val="67500"/>
                    <a:satMod val="115000"/>
                  </a:schemeClr>
                </a:gs>
                <a:gs pos="100000">
                  <a:schemeClr val="accent5">
                    <a:shade val="100000"/>
                    <a:satMod val="115000"/>
                  </a:schemeClr>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2F5C5FD7-A9C6-4E7C-B8B0-D75F9E7B2507}"/>
                </a:ext>
              </a:extLst>
            </p:cNvPr>
            <p:cNvSpPr>
              <a:spLocks noEditPoints="1"/>
            </p:cNvSpPr>
            <p:nvPr/>
          </p:nvSpPr>
          <p:spPr bwMode="auto">
            <a:xfrm>
              <a:off x="8229600" y="2306638"/>
              <a:ext cx="2562225" cy="2232025"/>
            </a:xfrm>
            <a:custGeom>
              <a:avLst/>
              <a:gdLst>
                <a:gd name="T0" fmla="*/ 607 w 614"/>
                <a:gd name="T1" fmla="*/ 505 h 532"/>
                <a:gd name="T2" fmla="*/ 323 w 614"/>
                <a:gd name="T3" fmla="*/ 12 h 532"/>
                <a:gd name="T4" fmla="*/ 291 w 614"/>
                <a:gd name="T5" fmla="*/ 12 h 532"/>
                <a:gd name="T6" fmla="*/ 7 w 614"/>
                <a:gd name="T7" fmla="*/ 505 h 532"/>
                <a:gd name="T8" fmla="*/ 23 w 614"/>
                <a:gd name="T9" fmla="*/ 532 h 532"/>
                <a:gd name="T10" fmla="*/ 591 w 614"/>
                <a:gd name="T11" fmla="*/ 532 h 532"/>
                <a:gd name="T12" fmla="*/ 607 w 614"/>
                <a:gd name="T13" fmla="*/ 505 h 532"/>
                <a:gd name="T14" fmla="*/ 524 w 614"/>
                <a:gd name="T15" fmla="*/ 476 h 532"/>
                <a:gd name="T16" fmla="*/ 90 w 614"/>
                <a:gd name="T17" fmla="*/ 476 h 532"/>
                <a:gd name="T18" fmla="*/ 307 w 614"/>
                <a:gd name="T19" fmla="*/ 101 h 532"/>
                <a:gd name="T20" fmla="*/ 524 w 614"/>
                <a:gd name="T21" fmla="*/ 476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4" h="532">
                  <a:moveTo>
                    <a:pt x="607" y="505"/>
                  </a:moveTo>
                  <a:cubicBezTo>
                    <a:pt x="323" y="12"/>
                    <a:pt x="323" y="12"/>
                    <a:pt x="323" y="12"/>
                  </a:cubicBezTo>
                  <a:cubicBezTo>
                    <a:pt x="316" y="0"/>
                    <a:pt x="298" y="0"/>
                    <a:pt x="291" y="12"/>
                  </a:cubicBezTo>
                  <a:cubicBezTo>
                    <a:pt x="7" y="505"/>
                    <a:pt x="7" y="505"/>
                    <a:pt x="7" y="505"/>
                  </a:cubicBezTo>
                  <a:cubicBezTo>
                    <a:pt x="0" y="517"/>
                    <a:pt x="9" y="532"/>
                    <a:pt x="23" y="532"/>
                  </a:cubicBezTo>
                  <a:cubicBezTo>
                    <a:pt x="591" y="532"/>
                    <a:pt x="591" y="532"/>
                    <a:pt x="591" y="532"/>
                  </a:cubicBezTo>
                  <a:cubicBezTo>
                    <a:pt x="605" y="532"/>
                    <a:pt x="614" y="517"/>
                    <a:pt x="607" y="505"/>
                  </a:cubicBezTo>
                  <a:close/>
                  <a:moveTo>
                    <a:pt x="524" y="476"/>
                  </a:moveTo>
                  <a:cubicBezTo>
                    <a:pt x="90" y="476"/>
                    <a:pt x="90" y="476"/>
                    <a:pt x="90" y="476"/>
                  </a:cubicBezTo>
                  <a:cubicBezTo>
                    <a:pt x="307" y="101"/>
                    <a:pt x="307" y="101"/>
                    <a:pt x="307" y="101"/>
                  </a:cubicBezTo>
                  <a:lnTo>
                    <a:pt x="524" y="476"/>
                  </a:lnTo>
                  <a:close/>
                </a:path>
              </a:pathLst>
            </a:custGeom>
            <a:gradFill flip="none" rotWithShape="1">
              <a:gsLst>
                <a:gs pos="0">
                  <a:schemeClr val="accent5">
                    <a:shade val="30000"/>
                    <a:satMod val="115000"/>
                  </a:schemeClr>
                </a:gs>
                <a:gs pos="50000">
                  <a:schemeClr val="accent5">
                    <a:shade val="67500"/>
                    <a:satMod val="115000"/>
                  </a:schemeClr>
                </a:gs>
                <a:gs pos="100000">
                  <a:schemeClr val="accent5">
                    <a:shade val="100000"/>
                    <a:satMod val="11500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16" name="Freeform 15">
            <a:extLst>
              <a:ext uri="{FF2B5EF4-FFF2-40B4-BE49-F238E27FC236}">
                <a16:creationId xmlns:a16="http://schemas.microsoft.com/office/drawing/2014/main" id="{F314769C-C4B6-48AC-B325-9473DDCD2C25}"/>
              </a:ext>
            </a:extLst>
          </p:cNvPr>
          <p:cNvSpPr>
            <a:spLocks noEditPoints="1"/>
          </p:cNvSpPr>
          <p:nvPr/>
        </p:nvSpPr>
        <p:spPr bwMode="auto">
          <a:xfrm>
            <a:off x="9285288" y="3455988"/>
            <a:ext cx="501650" cy="595313"/>
          </a:xfrm>
          <a:custGeom>
            <a:avLst/>
            <a:gdLst>
              <a:gd name="T0" fmla="*/ 316 w 316"/>
              <a:gd name="T1" fmla="*/ 153 h 375"/>
              <a:gd name="T2" fmla="*/ 316 w 316"/>
              <a:gd name="T3" fmla="*/ 375 h 375"/>
              <a:gd name="T4" fmla="*/ 0 w 316"/>
              <a:gd name="T5" fmla="*/ 375 h 375"/>
              <a:gd name="T6" fmla="*/ 0 w 316"/>
              <a:gd name="T7" fmla="*/ 153 h 375"/>
              <a:gd name="T8" fmla="*/ 316 w 316"/>
              <a:gd name="T9" fmla="*/ 375 h 375"/>
              <a:gd name="T10" fmla="*/ 158 w 316"/>
              <a:gd name="T11" fmla="*/ 264 h 375"/>
              <a:gd name="T12" fmla="*/ 0 w 316"/>
              <a:gd name="T13" fmla="*/ 375 h 375"/>
              <a:gd name="T14" fmla="*/ 316 w 316"/>
              <a:gd name="T15" fmla="*/ 153 h 375"/>
              <a:gd name="T16" fmla="*/ 208 w 316"/>
              <a:gd name="T17" fmla="*/ 267 h 375"/>
              <a:gd name="T18" fmla="*/ 0 w 316"/>
              <a:gd name="T19" fmla="*/ 153 h 375"/>
              <a:gd name="T20" fmla="*/ 105 w 316"/>
              <a:gd name="T21" fmla="*/ 267 h 375"/>
              <a:gd name="T22" fmla="*/ 276 w 316"/>
              <a:gd name="T23" fmla="*/ 148 h 375"/>
              <a:gd name="T24" fmla="*/ 276 w 316"/>
              <a:gd name="T25" fmla="*/ 71 h 375"/>
              <a:gd name="T26" fmla="*/ 208 w 316"/>
              <a:gd name="T27" fmla="*/ 0 h 375"/>
              <a:gd name="T28" fmla="*/ 39 w 316"/>
              <a:gd name="T29" fmla="*/ 0 h 375"/>
              <a:gd name="T30" fmla="*/ 39 w 316"/>
              <a:gd name="T31" fmla="*/ 148 h 375"/>
              <a:gd name="T32" fmla="*/ 276 w 316"/>
              <a:gd name="T33" fmla="*/ 71 h 375"/>
              <a:gd name="T34" fmla="*/ 208 w 316"/>
              <a:gd name="T35" fmla="*/ 0 h 375"/>
              <a:gd name="T36" fmla="*/ 208 w 316"/>
              <a:gd name="T37" fmla="*/ 71 h 375"/>
              <a:gd name="T38" fmla="*/ 276 w 316"/>
              <a:gd name="T39" fmla="*/ 71 h 375"/>
              <a:gd name="T40" fmla="*/ 105 w 316"/>
              <a:gd name="T41" fmla="*/ 111 h 375"/>
              <a:gd name="T42" fmla="*/ 71 w 316"/>
              <a:gd name="T43" fmla="*/ 111 h 375"/>
              <a:gd name="T44" fmla="*/ 234 w 316"/>
              <a:gd name="T45" fmla="*/ 111 h 375"/>
              <a:gd name="T46" fmla="*/ 139 w 316"/>
              <a:gd name="T47" fmla="*/ 111 h 375"/>
              <a:gd name="T48" fmla="*/ 71 w 316"/>
              <a:gd name="T49" fmla="*/ 145 h 375"/>
              <a:gd name="T50" fmla="*/ 163 w 316"/>
              <a:gd name="T51" fmla="*/ 145 h 375"/>
              <a:gd name="T52" fmla="*/ 234 w 316"/>
              <a:gd name="T53" fmla="*/ 145 h 375"/>
              <a:gd name="T54" fmla="*/ 197 w 316"/>
              <a:gd name="T55" fmla="*/ 14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6" h="375">
                <a:moveTo>
                  <a:pt x="316" y="153"/>
                </a:moveTo>
                <a:lnTo>
                  <a:pt x="316" y="375"/>
                </a:lnTo>
                <a:lnTo>
                  <a:pt x="0" y="375"/>
                </a:lnTo>
                <a:lnTo>
                  <a:pt x="0" y="153"/>
                </a:lnTo>
                <a:moveTo>
                  <a:pt x="316" y="375"/>
                </a:moveTo>
                <a:lnTo>
                  <a:pt x="158" y="264"/>
                </a:lnTo>
                <a:lnTo>
                  <a:pt x="0" y="375"/>
                </a:lnTo>
                <a:moveTo>
                  <a:pt x="316" y="153"/>
                </a:moveTo>
                <a:lnTo>
                  <a:pt x="208" y="267"/>
                </a:lnTo>
                <a:moveTo>
                  <a:pt x="0" y="153"/>
                </a:moveTo>
                <a:lnTo>
                  <a:pt x="105" y="267"/>
                </a:lnTo>
                <a:moveTo>
                  <a:pt x="276" y="148"/>
                </a:moveTo>
                <a:lnTo>
                  <a:pt x="276" y="71"/>
                </a:lnTo>
                <a:moveTo>
                  <a:pt x="208" y="0"/>
                </a:moveTo>
                <a:lnTo>
                  <a:pt x="39" y="0"/>
                </a:lnTo>
                <a:lnTo>
                  <a:pt x="39" y="148"/>
                </a:lnTo>
                <a:moveTo>
                  <a:pt x="276" y="71"/>
                </a:moveTo>
                <a:lnTo>
                  <a:pt x="208" y="0"/>
                </a:lnTo>
                <a:lnTo>
                  <a:pt x="208" y="71"/>
                </a:lnTo>
                <a:lnTo>
                  <a:pt x="276" y="71"/>
                </a:lnTo>
                <a:moveTo>
                  <a:pt x="105" y="111"/>
                </a:moveTo>
                <a:lnTo>
                  <a:pt x="71" y="111"/>
                </a:lnTo>
                <a:moveTo>
                  <a:pt x="234" y="111"/>
                </a:moveTo>
                <a:lnTo>
                  <a:pt x="139" y="111"/>
                </a:lnTo>
                <a:moveTo>
                  <a:pt x="71" y="145"/>
                </a:moveTo>
                <a:lnTo>
                  <a:pt x="163" y="145"/>
                </a:lnTo>
                <a:moveTo>
                  <a:pt x="234" y="145"/>
                </a:moveTo>
                <a:lnTo>
                  <a:pt x="197" y="145"/>
                </a:lnTo>
              </a:path>
            </a:pathLst>
          </a:custGeom>
          <a:noFill/>
          <a:ln w="206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5EE8E5A4-0463-4D3E-BA53-D7B9B80727C0}"/>
              </a:ext>
            </a:extLst>
          </p:cNvPr>
          <p:cNvSpPr>
            <a:spLocks noEditPoints="1"/>
          </p:cNvSpPr>
          <p:nvPr/>
        </p:nvSpPr>
        <p:spPr bwMode="auto">
          <a:xfrm>
            <a:off x="4075113" y="2735263"/>
            <a:ext cx="642938" cy="728663"/>
          </a:xfrm>
          <a:custGeom>
            <a:avLst/>
            <a:gdLst>
              <a:gd name="T0" fmla="*/ 49 w 154"/>
              <a:gd name="T1" fmla="*/ 136 h 174"/>
              <a:gd name="T2" fmla="*/ 37 w 154"/>
              <a:gd name="T3" fmla="*/ 105 h 174"/>
              <a:gd name="T4" fmla="*/ 29 w 154"/>
              <a:gd name="T5" fmla="*/ 78 h 174"/>
              <a:gd name="T6" fmla="*/ 77 w 154"/>
              <a:gd name="T7" fmla="*/ 30 h 174"/>
              <a:gd name="T8" fmla="*/ 125 w 154"/>
              <a:gd name="T9" fmla="*/ 78 h 174"/>
              <a:gd name="T10" fmla="*/ 117 w 154"/>
              <a:gd name="T11" fmla="*/ 105 h 174"/>
              <a:gd name="T12" fmla="*/ 105 w 154"/>
              <a:gd name="T13" fmla="*/ 131 h 174"/>
              <a:gd name="T14" fmla="*/ 77 w 154"/>
              <a:gd name="T15" fmla="*/ 48 h 174"/>
              <a:gd name="T16" fmla="*/ 48 w 154"/>
              <a:gd name="T17" fmla="*/ 77 h 174"/>
              <a:gd name="T18" fmla="*/ 77 w 154"/>
              <a:gd name="T19" fmla="*/ 106 h 174"/>
              <a:gd name="T20" fmla="*/ 106 w 154"/>
              <a:gd name="T21" fmla="*/ 77 h 174"/>
              <a:gd name="T22" fmla="*/ 77 w 154"/>
              <a:gd name="T23" fmla="*/ 48 h 174"/>
              <a:gd name="T24" fmla="*/ 66 w 154"/>
              <a:gd name="T25" fmla="*/ 82 h 174"/>
              <a:gd name="T26" fmla="*/ 74 w 154"/>
              <a:gd name="T27" fmla="*/ 92 h 174"/>
              <a:gd name="T28" fmla="*/ 88 w 154"/>
              <a:gd name="T29" fmla="*/ 68 h 174"/>
              <a:gd name="T30" fmla="*/ 77 w 154"/>
              <a:gd name="T31" fmla="*/ 15 h 174"/>
              <a:gd name="T32" fmla="*/ 77 w 154"/>
              <a:gd name="T33" fmla="*/ 0 h 174"/>
              <a:gd name="T34" fmla="*/ 46 w 154"/>
              <a:gd name="T35" fmla="*/ 23 h 174"/>
              <a:gd name="T36" fmla="*/ 38 w 154"/>
              <a:gd name="T37" fmla="*/ 10 h 174"/>
              <a:gd name="T38" fmla="*/ 10 w 154"/>
              <a:gd name="T39" fmla="*/ 39 h 174"/>
              <a:gd name="T40" fmla="*/ 23 w 154"/>
              <a:gd name="T41" fmla="*/ 46 h 174"/>
              <a:gd name="T42" fmla="*/ 0 w 154"/>
              <a:gd name="T43" fmla="*/ 77 h 174"/>
              <a:gd name="T44" fmla="*/ 15 w 154"/>
              <a:gd name="T45" fmla="*/ 77 h 174"/>
              <a:gd name="T46" fmla="*/ 115 w 154"/>
              <a:gd name="T47" fmla="*/ 10 h 174"/>
              <a:gd name="T48" fmla="*/ 108 w 154"/>
              <a:gd name="T49" fmla="*/ 23 h 174"/>
              <a:gd name="T50" fmla="*/ 143 w 154"/>
              <a:gd name="T51" fmla="*/ 39 h 174"/>
              <a:gd name="T52" fmla="*/ 130 w 154"/>
              <a:gd name="T53" fmla="*/ 46 h 174"/>
              <a:gd name="T54" fmla="*/ 139 w 154"/>
              <a:gd name="T55" fmla="*/ 77 h 174"/>
              <a:gd name="T56" fmla="*/ 154 w 154"/>
              <a:gd name="T57" fmla="*/ 77 h 174"/>
              <a:gd name="T58" fmla="*/ 94 w 154"/>
              <a:gd name="T59" fmla="*/ 140 h 174"/>
              <a:gd name="T60" fmla="*/ 56 w 154"/>
              <a:gd name="T61" fmla="*/ 151 h 174"/>
              <a:gd name="T62" fmla="*/ 52 w 154"/>
              <a:gd name="T63" fmla="*/ 157 h 174"/>
              <a:gd name="T64" fmla="*/ 58 w 154"/>
              <a:gd name="T65" fmla="*/ 163 h 174"/>
              <a:gd name="T66" fmla="*/ 61 w 154"/>
              <a:gd name="T67" fmla="*/ 162 h 174"/>
              <a:gd name="T68" fmla="*/ 94 w 154"/>
              <a:gd name="T69" fmla="*/ 153 h 174"/>
              <a:gd name="T70" fmla="*/ 94 w 154"/>
              <a:gd name="T71" fmla="*/ 153 h 174"/>
              <a:gd name="T72" fmla="*/ 95 w 154"/>
              <a:gd name="T73" fmla="*/ 153 h 174"/>
              <a:gd name="T74" fmla="*/ 102 w 154"/>
              <a:gd name="T75" fmla="*/ 159 h 174"/>
              <a:gd name="T76" fmla="*/ 98 w 154"/>
              <a:gd name="T77" fmla="*/ 165 h 174"/>
              <a:gd name="T78" fmla="*/ 65 w 154"/>
              <a:gd name="T79"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74">
                <a:moveTo>
                  <a:pt x="49" y="136"/>
                </a:moveTo>
                <a:cubicBezTo>
                  <a:pt x="50" y="128"/>
                  <a:pt x="47" y="120"/>
                  <a:pt x="37" y="105"/>
                </a:cubicBezTo>
                <a:cubicBezTo>
                  <a:pt x="31" y="97"/>
                  <a:pt x="29" y="88"/>
                  <a:pt x="29" y="78"/>
                </a:cubicBezTo>
                <a:cubicBezTo>
                  <a:pt x="29" y="52"/>
                  <a:pt x="50" y="30"/>
                  <a:pt x="77" y="30"/>
                </a:cubicBezTo>
                <a:cubicBezTo>
                  <a:pt x="103" y="30"/>
                  <a:pt x="125" y="52"/>
                  <a:pt x="125" y="78"/>
                </a:cubicBezTo>
                <a:cubicBezTo>
                  <a:pt x="125" y="88"/>
                  <a:pt x="122" y="97"/>
                  <a:pt x="117" y="105"/>
                </a:cubicBezTo>
                <a:cubicBezTo>
                  <a:pt x="109" y="117"/>
                  <a:pt x="105" y="124"/>
                  <a:pt x="105" y="131"/>
                </a:cubicBezTo>
                <a:moveTo>
                  <a:pt x="77" y="48"/>
                </a:moveTo>
                <a:cubicBezTo>
                  <a:pt x="61" y="48"/>
                  <a:pt x="48" y="61"/>
                  <a:pt x="48" y="77"/>
                </a:cubicBezTo>
                <a:cubicBezTo>
                  <a:pt x="48" y="93"/>
                  <a:pt x="61" y="106"/>
                  <a:pt x="77" y="106"/>
                </a:cubicBezTo>
                <a:cubicBezTo>
                  <a:pt x="93" y="106"/>
                  <a:pt x="106" y="93"/>
                  <a:pt x="106" y="77"/>
                </a:cubicBezTo>
                <a:cubicBezTo>
                  <a:pt x="106" y="61"/>
                  <a:pt x="93" y="48"/>
                  <a:pt x="77" y="48"/>
                </a:cubicBezTo>
                <a:close/>
                <a:moveTo>
                  <a:pt x="66" y="82"/>
                </a:moveTo>
                <a:cubicBezTo>
                  <a:pt x="74" y="92"/>
                  <a:pt x="74" y="92"/>
                  <a:pt x="74" y="92"/>
                </a:cubicBezTo>
                <a:cubicBezTo>
                  <a:pt x="88" y="68"/>
                  <a:pt x="88" y="68"/>
                  <a:pt x="88" y="68"/>
                </a:cubicBezTo>
                <a:moveTo>
                  <a:pt x="77" y="15"/>
                </a:moveTo>
                <a:cubicBezTo>
                  <a:pt x="77" y="0"/>
                  <a:pt x="77" y="0"/>
                  <a:pt x="77" y="0"/>
                </a:cubicBezTo>
                <a:moveTo>
                  <a:pt x="46" y="23"/>
                </a:moveTo>
                <a:cubicBezTo>
                  <a:pt x="38" y="10"/>
                  <a:pt x="38" y="10"/>
                  <a:pt x="38" y="10"/>
                </a:cubicBezTo>
                <a:moveTo>
                  <a:pt x="10" y="39"/>
                </a:moveTo>
                <a:cubicBezTo>
                  <a:pt x="23" y="46"/>
                  <a:pt x="23" y="46"/>
                  <a:pt x="23" y="46"/>
                </a:cubicBezTo>
                <a:moveTo>
                  <a:pt x="0" y="77"/>
                </a:moveTo>
                <a:cubicBezTo>
                  <a:pt x="15" y="77"/>
                  <a:pt x="15" y="77"/>
                  <a:pt x="15" y="77"/>
                </a:cubicBezTo>
                <a:moveTo>
                  <a:pt x="115" y="10"/>
                </a:moveTo>
                <a:cubicBezTo>
                  <a:pt x="108" y="23"/>
                  <a:pt x="108" y="23"/>
                  <a:pt x="108" y="23"/>
                </a:cubicBezTo>
                <a:moveTo>
                  <a:pt x="143" y="39"/>
                </a:moveTo>
                <a:cubicBezTo>
                  <a:pt x="130" y="46"/>
                  <a:pt x="130" y="46"/>
                  <a:pt x="130" y="46"/>
                </a:cubicBezTo>
                <a:moveTo>
                  <a:pt x="139" y="77"/>
                </a:moveTo>
                <a:cubicBezTo>
                  <a:pt x="154" y="77"/>
                  <a:pt x="154" y="77"/>
                  <a:pt x="154" y="77"/>
                </a:cubicBezTo>
                <a:moveTo>
                  <a:pt x="94" y="140"/>
                </a:moveTo>
                <a:cubicBezTo>
                  <a:pt x="94" y="140"/>
                  <a:pt x="56" y="151"/>
                  <a:pt x="56" y="151"/>
                </a:cubicBezTo>
                <a:cubicBezTo>
                  <a:pt x="54" y="151"/>
                  <a:pt x="52" y="154"/>
                  <a:pt x="52" y="157"/>
                </a:cubicBezTo>
                <a:cubicBezTo>
                  <a:pt x="52" y="160"/>
                  <a:pt x="55" y="163"/>
                  <a:pt x="58" y="163"/>
                </a:cubicBezTo>
                <a:cubicBezTo>
                  <a:pt x="59" y="163"/>
                  <a:pt x="61" y="162"/>
                  <a:pt x="61" y="162"/>
                </a:cubicBezTo>
                <a:cubicBezTo>
                  <a:pt x="94" y="153"/>
                  <a:pt x="94" y="153"/>
                  <a:pt x="94" y="153"/>
                </a:cubicBezTo>
                <a:cubicBezTo>
                  <a:pt x="94" y="153"/>
                  <a:pt x="94" y="153"/>
                  <a:pt x="94" y="153"/>
                </a:cubicBezTo>
                <a:cubicBezTo>
                  <a:pt x="95" y="153"/>
                  <a:pt x="95" y="153"/>
                  <a:pt x="95" y="153"/>
                </a:cubicBezTo>
                <a:cubicBezTo>
                  <a:pt x="99" y="153"/>
                  <a:pt x="102" y="156"/>
                  <a:pt x="102" y="159"/>
                </a:cubicBezTo>
                <a:cubicBezTo>
                  <a:pt x="102" y="162"/>
                  <a:pt x="100" y="164"/>
                  <a:pt x="98" y="165"/>
                </a:cubicBezTo>
                <a:cubicBezTo>
                  <a:pt x="65" y="174"/>
                  <a:pt x="65" y="174"/>
                  <a:pt x="65" y="174"/>
                </a:cubicBezTo>
              </a:path>
            </a:pathLst>
          </a:custGeom>
          <a:noFill/>
          <a:ln w="206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6558E38B-937F-47D0-B861-2ADEC8FCAFF1}"/>
              </a:ext>
            </a:extLst>
          </p:cNvPr>
          <p:cNvSpPr>
            <a:spLocks noEditPoints="1"/>
          </p:cNvSpPr>
          <p:nvPr/>
        </p:nvSpPr>
        <p:spPr bwMode="auto">
          <a:xfrm>
            <a:off x="7469188" y="2730501"/>
            <a:ext cx="668338" cy="696913"/>
          </a:xfrm>
          <a:custGeom>
            <a:avLst/>
            <a:gdLst>
              <a:gd name="T0" fmla="*/ 59 w 160"/>
              <a:gd name="T1" fmla="*/ 17 h 166"/>
              <a:gd name="T2" fmla="*/ 140 w 160"/>
              <a:gd name="T3" fmla="*/ 67 h 166"/>
              <a:gd name="T4" fmla="*/ 160 w 160"/>
              <a:gd name="T5" fmla="*/ 107 h 166"/>
              <a:gd name="T6" fmla="*/ 143 w 160"/>
              <a:gd name="T7" fmla="*/ 107 h 166"/>
              <a:gd name="T8" fmla="*/ 143 w 160"/>
              <a:gd name="T9" fmla="*/ 134 h 166"/>
              <a:gd name="T10" fmla="*/ 134 w 160"/>
              <a:gd name="T11" fmla="*/ 143 h 166"/>
              <a:gd name="T12" fmla="*/ 116 w 160"/>
              <a:gd name="T13" fmla="*/ 143 h 166"/>
              <a:gd name="T14" fmla="*/ 116 w 160"/>
              <a:gd name="T15" fmla="*/ 166 h 166"/>
              <a:gd name="T16" fmla="*/ 42 w 160"/>
              <a:gd name="T17" fmla="*/ 166 h 166"/>
              <a:gd name="T18" fmla="*/ 42 w 160"/>
              <a:gd name="T19" fmla="*/ 142 h 166"/>
              <a:gd name="T20" fmla="*/ 34 w 160"/>
              <a:gd name="T21" fmla="*/ 125 h 166"/>
              <a:gd name="T22" fmla="*/ 89 w 160"/>
              <a:gd name="T23" fmla="*/ 75 h 166"/>
              <a:gd name="T24" fmla="*/ 89 w 160"/>
              <a:gd name="T25" fmla="*/ 64 h 166"/>
              <a:gd name="T26" fmla="*/ 76 w 160"/>
              <a:gd name="T27" fmla="*/ 59 h 166"/>
              <a:gd name="T28" fmla="*/ 74 w 160"/>
              <a:gd name="T29" fmla="*/ 54 h 166"/>
              <a:gd name="T30" fmla="*/ 80 w 160"/>
              <a:gd name="T31" fmla="*/ 42 h 166"/>
              <a:gd name="T32" fmla="*/ 72 w 160"/>
              <a:gd name="T33" fmla="*/ 34 h 166"/>
              <a:gd name="T34" fmla="*/ 59 w 160"/>
              <a:gd name="T35" fmla="*/ 39 h 166"/>
              <a:gd name="T36" fmla="*/ 55 w 160"/>
              <a:gd name="T37" fmla="*/ 38 h 166"/>
              <a:gd name="T38" fmla="*/ 50 w 160"/>
              <a:gd name="T39" fmla="*/ 25 h 166"/>
              <a:gd name="T40" fmla="*/ 39 w 160"/>
              <a:gd name="T41" fmla="*/ 25 h 166"/>
              <a:gd name="T42" fmla="*/ 34 w 160"/>
              <a:gd name="T43" fmla="*/ 38 h 166"/>
              <a:gd name="T44" fmla="*/ 29 w 160"/>
              <a:gd name="T45" fmla="*/ 39 h 166"/>
              <a:gd name="T46" fmla="*/ 17 w 160"/>
              <a:gd name="T47" fmla="*/ 34 h 166"/>
              <a:gd name="T48" fmla="*/ 9 w 160"/>
              <a:gd name="T49" fmla="*/ 42 h 166"/>
              <a:gd name="T50" fmla="*/ 14 w 160"/>
              <a:gd name="T51" fmla="*/ 54 h 166"/>
              <a:gd name="T52" fmla="*/ 12 w 160"/>
              <a:gd name="T53" fmla="*/ 59 h 166"/>
              <a:gd name="T54" fmla="*/ 0 w 160"/>
              <a:gd name="T55" fmla="*/ 64 h 166"/>
              <a:gd name="T56" fmla="*/ 0 w 160"/>
              <a:gd name="T57" fmla="*/ 75 h 166"/>
              <a:gd name="T58" fmla="*/ 12 w 160"/>
              <a:gd name="T59" fmla="*/ 80 h 166"/>
              <a:gd name="T60" fmla="*/ 14 w 160"/>
              <a:gd name="T61" fmla="*/ 85 h 166"/>
              <a:gd name="T62" fmla="*/ 9 w 160"/>
              <a:gd name="T63" fmla="*/ 97 h 166"/>
              <a:gd name="T64" fmla="*/ 17 w 160"/>
              <a:gd name="T65" fmla="*/ 105 h 166"/>
              <a:gd name="T66" fmla="*/ 29 w 160"/>
              <a:gd name="T67" fmla="*/ 100 h 166"/>
              <a:gd name="T68" fmla="*/ 34 w 160"/>
              <a:gd name="T69" fmla="*/ 101 h 166"/>
              <a:gd name="T70" fmla="*/ 39 w 160"/>
              <a:gd name="T71" fmla="*/ 114 h 166"/>
              <a:gd name="T72" fmla="*/ 50 w 160"/>
              <a:gd name="T73" fmla="*/ 114 h 166"/>
              <a:gd name="T74" fmla="*/ 55 w 160"/>
              <a:gd name="T75" fmla="*/ 101 h 166"/>
              <a:gd name="T76" fmla="*/ 59 w 160"/>
              <a:gd name="T77" fmla="*/ 100 h 166"/>
              <a:gd name="T78" fmla="*/ 72 w 160"/>
              <a:gd name="T79" fmla="*/ 105 h 166"/>
              <a:gd name="T80" fmla="*/ 80 w 160"/>
              <a:gd name="T81" fmla="*/ 97 h 166"/>
              <a:gd name="T82" fmla="*/ 74 w 160"/>
              <a:gd name="T83" fmla="*/ 85 h 166"/>
              <a:gd name="T84" fmla="*/ 76 w 160"/>
              <a:gd name="T85" fmla="*/ 80 h 166"/>
              <a:gd name="T86" fmla="*/ 89 w 160"/>
              <a:gd name="T87" fmla="*/ 75 h 166"/>
              <a:gd name="T88" fmla="*/ 44 w 160"/>
              <a:gd name="T89" fmla="*/ 51 h 166"/>
              <a:gd name="T90" fmla="*/ 25 w 160"/>
              <a:gd name="T91" fmla="*/ 70 h 166"/>
              <a:gd name="T92" fmla="*/ 44 w 160"/>
              <a:gd name="T93" fmla="*/ 88 h 166"/>
              <a:gd name="T94" fmla="*/ 63 w 160"/>
              <a:gd name="T95" fmla="*/ 70 h 166"/>
              <a:gd name="T96" fmla="*/ 44 w 160"/>
              <a:gd name="T97" fmla="*/ 51 h 166"/>
              <a:gd name="T98" fmla="*/ 116 w 160"/>
              <a:gd name="T99" fmla="*/ 143 h 166"/>
              <a:gd name="T100" fmla="*/ 106 w 160"/>
              <a:gd name="T101" fmla="*/ 1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66">
                <a:moveTo>
                  <a:pt x="59" y="17"/>
                </a:moveTo>
                <a:cubicBezTo>
                  <a:pt x="148" y="0"/>
                  <a:pt x="140" y="67"/>
                  <a:pt x="140" y="67"/>
                </a:cubicBezTo>
                <a:cubicBezTo>
                  <a:pt x="160" y="107"/>
                  <a:pt x="160" y="107"/>
                  <a:pt x="160" y="107"/>
                </a:cubicBezTo>
                <a:cubicBezTo>
                  <a:pt x="143" y="107"/>
                  <a:pt x="143" y="107"/>
                  <a:pt x="143" y="107"/>
                </a:cubicBezTo>
                <a:cubicBezTo>
                  <a:pt x="143" y="134"/>
                  <a:pt x="143" y="134"/>
                  <a:pt x="143" y="134"/>
                </a:cubicBezTo>
                <a:cubicBezTo>
                  <a:pt x="143" y="139"/>
                  <a:pt x="139" y="143"/>
                  <a:pt x="134" y="143"/>
                </a:cubicBezTo>
                <a:cubicBezTo>
                  <a:pt x="116" y="143"/>
                  <a:pt x="116" y="143"/>
                  <a:pt x="116" y="143"/>
                </a:cubicBezTo>
                <a:cubicBezTo>
                  <a:pt x="116" y="166"/>
                  <a:pt x="116" y="166"/>
                  <a:pt x="116" y="166"/>
                </a:cubicBezTo>
                <a:moveTo>
                  <a:pt x="42" y="166"/>
                </a:moveTo>
                <a:cubicBezTo>
                  <a:pt x="42" y="142"/>
                  <a:pt x="42" y="142"/>
                  <a:pt x="42" y="142"/>
                </a:cubicBezTo>
                <a:cubicBezTo>
                  <a:pt x="34" y="125"/>
                  <a:pt x="34" y="125"/>
                  <a:pt x="34" y="125"/>
                </a:cubicBezTo>
                <a:moveTo>
                  <a:pt x="89" y="75"/>
                </a:moveTo>
                <a:cubicBezTo>
                  <a:pt x="89" y="64"/>
                  <a:pt x="89" y="64"/>
                  <a:pt x="89" y="64"/>
                </a:cubicBezTo>
                <a:cubicBezTo>
                  <a:pt x="76" y="59"/>
                  <a:pt x="76" y="59"/>
                  <a:pt x="76" y="59"/>
                </a:cubicBezTo>
                <a:cubicBezTo>
                  <a:pt x="76" y="57"/>
                  <a:pt x="75" y="56"/>
                  <a:pt x="74" y="54"/>
                </a:cubicBezTo>
                <a:cubicBezTo>
                  <a:pt x="80" y="42"/>
                  <a:pt x="80" y="42"/>
                  <a:pt x="80" y="42"/>
                </a:cubicBezTo>
                <a:cubicBezTo>
                  <a:pt x="72" y="34"/>
                  <a:pt x="72" y="34"/>
                  <a:pt x="72" y="34"/>
                </a:cubicBezTo>
                <a:cubicBezTo>
                  <a:pt x="59" y="39"/>
                  <a:pt x="59" y="39"/>
                  <a:pt x="59" y="39"/>
                </a:cubicBezTo>
                <a:cubicBezTo>
                  <a:pt x="58" y="39"/>
                  <a:pt x="56" y="38"/>
                  <a:pt x="55" y="38"/>
                </a:cubicBezTo>
                <a:cubicBezTo>
                  <a:pt x="50" y="25"/>
                  <a:pt x="50" y="25"/>
                  <a:pt x="50" y="25"/>
                </a:cubicBezTo>
                <a:cubicBezTo>
                  <a:pt x="39" y="25"/>
                  <a:pt x="39" y="25"/>
                  <a:pt x="39" y="25"/>
                </a:cubicBezTo>
                <a:cubicBezTo>
                  <a:pt x="34" y="38"/>
                  <a:pt x="34" y="38"/>
                  <a:pt x="34" y="38"/>
                </a:cubicBezTo>
                <a:cubicBezTo>
                  <a:pt x="32" y="38"/>
                  <a:pt x="31" y="39"/>
                  <a:pt x="29" y="39"/>
                </a:cubicBezTo>
                <a:cubicBezTo>
                  <a:pt x="17" y="34"/>
                  <a:pt x="17" y="34"/>
                  <a:pt x="17" y="34"/>
                </a:cubicBezTo>
                <a:cubicBezTo>
                  <a:pt x="9" y="42"/>
                  <a:pt x="9" y="42"/>
                  <a:pt x="9" y="42"/>
                </a:cubicBezTo>
                <a:cubicBezTo>
                  <a:pt x="14" y="54"/>
                  <a:pt x="14" y="54"/>
                  <a:pt x="14" y="54"/>
                </a:cubicBezTo>
                <a:cubicBezTo>
                  <a:pt x="13" y="56"/>
                  <a:pt x="13" y="57"/>
                  <a:pt x="12" y="59"/>
                </a:cubicBezTo>
                <a:cubicBezTo>
                  <a:pt x="0" y="64"/>
                  <a:pt x="0" y="64"/>
                  <a:pt x="0" y="64"/>
                </a:cubicBezTo>
                <a:cubicBezTo>
                  <a:pt x="0" y="75"/>
                  <a:pt x="0" y="75"/>
                  <a:pt x="0" y="75"/>
                </a:cubicBezTo>
                <a:cubicBezTo>
                  <a:pt x="12" y="80"/>
                  <a:pt x="12" y="80"/>
                  <a:pt x="12" y="80"/>
                </a:cubicBezTo>
                <a:cubicBezTo>
                  <a:pt x="13" y="82"/>
                  <a:pt x="13" y="83"/>
                  <a:pt x="14" y="85"/>
                </a:cubicBezTo>
                <a:cubicBezTo>
                  <a:pt x="9" y="97"/>
                  <a:pt x="9" y="97"/>
                  <a:pt x="9" y="97"/>
                </a:cubicBezTo>
                <a:cubicBezTo>
                  <a:pt x="17" y="105"/>
                  <a:pt x="17" y="105"/>
                  <a:pt x="17" y="105"/>
                </a:cubicBezTo>
                <a:cubicBezTo>
                  <a:pt x="29" y="100"/>
                  <a:pt x="29" y="100"/>
                  <a:pt x="29" y="100"/>
                </a:cubicBezTo>
                <a:cubicBezTo>
                  <a:pt x="31" y="100"/>
                  <a:pt x="32" y="101"/>
                  <a:pt x="34" y="101"/>
                </a:cubicBezTo>
                <a:cubicBezTo>
                  <a:pt x="39" y="114"/>
                  <a:pt x="39" y="114"/>
                  <a:pt x="39" y="114"/>
                </a:cubicBezTo>
                <a:cubicBezTo>
                  <a:pt x="50" y="114"/>
                  <a:pt x="50" y="114"/>
                  <a:pt x="50" y="114"/>
                </a:cubicBezTo>
                <a:cubicBezTo>
                  <a:pt x="55" y="101"/>
                  <a:pt x="55" y="101"/>
                  <a:pt x="55" y="101"/>
                </a:cubicBezTo>
                <a:cubicBezTo>
                  <a:pt x="56" y="101"/>
                  <a:pt x="58" y="100"/>
                  <a:pt x="59" y="100"/>
                </a:cubicBezTo>
                <a:cubicBezTo>
                  <a:pt x="72" y="105"/>
                  <a:pt x="72" y="105"/>
                  <a:pt x="72" y="105"/>
                </a:cubicBezTo>
                <a:cubicBezTo>
                  <a:pt x="80" y="97"/>
                  <a:pt x="80" y="97"/>
                  <a:pt x="80" y="97"/>
                </a:cubicBezTo>
                <a:cubicBezTo>
                  <a:pt x="74" y="85"/>
                  <a:pt x="74" y="85"/>
                  <a:pt x="74" y="85"/>
                </a:cubicBezTo>
                <a:cubicBezTo>
                  <a:pt x="75" y="83"/>
                  <a:pt x="76" y="82"/>
                  <a:pt x="76" y="80"/>
                </a:cubicBezTo>
                <a:lnTo>
                  <a:pt x="89" y="75"/>
                </a:lnTo>
                <a:close/>
                <a:moveTo>
                  <a:pt x="44" y="51"/>
                </a:moveTo>
                <a:cubicBezTo>
                  <a:pt x="34" y="51"/>
                  <a:pt x="25" y="59"/>
                  <a:pt x="25" y="70"/>
                </a:cubicBezTo>
                <a:cubicBezTo>
                  <a:pt x="25" y="80"/>
                  <a:pt x="34" y="88"/>
                  <a:pt x="44" y="88"/>
                </a:cubicBezTo>
                <a:cubicBezTo>
                  <a:pt x="55" y="88"/>
                  <a:pt x="63" y="80"/>
                  <a:pt x="63" y="70"/>
                </a:cubicBezTo>
                <a:cubicBezTo>
                  <a:pt x="63" y="59"/>
                  <a:pt x="55" y="51"/>
                  <a:pt x="44" y="51"/>
                </a:cubicBezTo>
                <a:close/>
                <a:moveTo>
                  <a:pt x="116" y="143"/>
                </a:moveTo>
                <a:cubicBezTo>
                  <a:pt x="106" y="143"/>
                  <a:pt x="106" y="143"/>
                  <a:pt x="106" y="143"/>
                </a:cubicBezTo>
              </a:path>
            </a:pathLst>
          </a:custGeom>
          <a:noFill/>
          <a:ln w="206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04E74B31-4D29-4607-988E-DD2096396692}"/>
              </a:ext>
            </a:extLst>
          </p:cNvPr>
          <p:cNvSpPr>
            <a:spLocks noEditPoints="1"/>
          </p:cNvSpPr>
          <p:nvPr/>
        </p:nvSpPr>
        <p:spPr bwMode="auto">
          <a:xfrm>
            <a:off x="5729288" y="3486151"/>
            <a:ext cx="671513" cy="536575"/>
          </a:xfrm>
          <a:custGeom>
            <a:avLst/>
            <a:gdLst>
              <a:gd name="T0" fmla="*/ 161 w 161"/>
              <a:gd name="T1" fmla="*/ 128 h 128"/>
              <a:gd name="T2" fmla="*/ 0 w 161"/>
              <a:gd name="T3" fmla="*/ 128 h 128"/>
              <a:gd name="T4" fmla="*/ 39 w 161"/>
              <a:gd name="T5" fmla="*/ 94 h 128"/>
              <a:gd name="T6" fmla="*/ 17 w 161"/>
              <a:gd name="T7" fmla="*/ 94 h 128"/>
              <a:gd name="T8" fmla="*/ 17 w 161"/>
              <a:gd name="T9" fmla="*/ 128 h 128"/>
              <a:gd name="T10" fmla="*/ 39 w 161"/>
              <a:gd name="T11" fmla="*/ 128 h 128"/>
              <a:gd name="T12" fmla="*/ 39 w 161"/>
              <a:gd name="T13" fmla="*/ 94 h 128"/>
              <a:gd name="T14" fmla="*/ 74 w 161"/>
              <a:gd name="T15" fmla="*/ 60 h 128"/>
              <a:gd name="T16" fmla="*/ 51 w 161"/>
              <a:gd name="T17" fmla="*/ 60 h 128"/>
              <a:gd name="T18" fmla="*/ 51 w 161"/>
              <a:gd name="T19" fmla="*/ 128 h 128"/>
              <a:gd name="T20" fmla="*/ 74 w 161"/>
              <a:gd name="T21" fmla="*/ 128 h 128"/>
              <a:gd name="T22" fmla="*/ 74 w 161"/>
              <a:gd name="T23" fmla="*/ 60 h 128"/>
              <a:gd name="T24" fmla="*/ 108 w 161"/>
              <a:gd name="T25" fmla="*/ 74 h 128"/>
              <a:gd name="T26" fmla="*/ 86 w 161"/>
              <a:gd name="T27" fmla="*/ 74 h 128"/>
              <a:gd name="T28" fmla="*/ 86 w 161"/>
              <a:gd name="T29" fmla="*/ 128 h 128"/>
              <a:gd name="T30" fmla="*/ 108 w 161"/>
              <a:gd name="T31" fmla="*/ 128 h 128"/>
              <a:gd name="T32" fmla="*/ 108 w 161"/>
              <a:gd name="T33" fmla="*/ 74 h 128"/>
              <a:gd name="T34" fmla="*/ 143 w 161"/>
              <a:gd name="T35" fmla="*/ 39 h 128"/>
              <a:gd name="T36" fmla="*/ 121 w 161"/>
              <a:gd name="T37" fmla="*/ 39 h 128"/>
              <a:gd name="T38" fmla="*/ 121 w 161"/>
              <a:gd name="T39" fmla="*/ 128 h 128"/>
              <a:gd name="T40" fmla="*/ 143 w 161"/>
              <a:gd name="T41" fmla="*/ 128 h 128"/>
              <a:gd name="T42" fmla="*/ 143 w 161"/>
              <a:gd name="T43" fmla="*/ 39 h 128"/>
              <a:gd name="T44" fmla="*/ 28 w 161"/>
              <a:gd name="T45" fmla="*/ 56 h 128"/>
              <a:gd name="T46" fmla="*/ 21 w 161"/>
              <a:gd name="T47" fmla="*/ 62 h 128"/>
              <a:gd name="T48" fmla="*/ 28 w 161"/>
              <a:gd name="T49" fmla="*/ 68 h 128"/>
              <a:gd name="T50" fmla="*/ 34 w 161"/>
              <a:gd name="T51" fmla="*/ 62 h 128"/>
              <a:gd name="T52" fmla="*/ 28 w 161"/>
              <a:gd name="T53" fmla="*/ 56 h 128"/>
              <a:gd name="T54" fmla="*/ 63 w 161"/>
              <a:gd name="T55" fmla="*/ 23 h 128"/>
              <a:gd name="T56" fmla="*/ 56 w 161"/>
              <a:gd name="T57" fmla="*/ 29 h 128"/>
              <a:gd name="T58" fmla="*/ 63 w 161"/>
              <a:gd name="T59" fmla="*/ 35 h 128"/>
              <a:gd name="T60" fmla="*/ 69 w 161"/>
              <a:gd name="T61" fmla="*/ 29 h 128"/>
              <a:gd name="T62" fmla="*/ 63 w 161"/>
              <a:gd name="T63" fmla="*/ 23 h 128"/>
              <a:gd name="T64" fmla="*/ 97 w 161"/>
              <a:gd name="T65" fmla="*/ 39 h 128"/>
              <a:gd name="T66" fmla="*/ 91 w 161"/>
              <a:gd name="T67" fmla="*/ 46 h 128"/>
              <a:gd name="T68" fmla="*/ 97 w 161"/>
              <a:gd name="T69" fmla="*/ 52 h 128"/>
              <a:gd name="T70" fmla="*/ 104 w 161"/>
              <a:gd name="T71" fmla="*/ 46 h 128"/>
              <a:gd name="T72" fmla="*/ 97 w 161"/>
              <a:gd name="T73" fmla="*/ 39 h 128"/>
              <a:gd name="T74" fmla="*/ 132 w 161"/>
              <a:gd name="T75" fmla="*/ 0 h 128"/>
              <a:gd name="T76" fmla="*/ 126 w 161"/>
              <a:gd name="T77" fmla="*/ 6 h 128"/>
              <a:gd name="T78" fmla="*/ 132 w 161"/>
              <a:gd name="T79" fmla="*/ 12 h 128"/>
              <a:gd name="T80" fmla="*/ 138 w 161"/>
              <a:gd name="T81" fmla="*/ 6 h 128"/>
              <a:gd name="T82" fmla="*/ 132 w 161"/>
              <a:gd name="T83" fmla="*/ 0 h 128"/>
              <a:gd name="T84" fmla="*/ 101 w 161"/>
              <a:gd name="T85" fmla="*/ 41 h 128"/>
              <a:gd name="T86" fmla="*/ 128 w 161"/>
              <a:gd name="T87" fmla="*/ 11 h 128"/>
              <a:gd name="T88" fmla="*/ 68 w 161"/>
              <a:gd name="T89" fmla="*/ 32 h 128"/>
              <a:gd name="T90" fmla="*/ 92 w 161"/>
              <a:gd name="T91" fmla="*/ 43 h 128"/>
              <a:gd name="T92" fmla="*/ 58 w 161"/>
              <a:gd name="T93" fmla="*/ 33 h 128"/>
              <a:gd name="T94" fmla="*/ 32 w 161"/>
              <a:gd name="T9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28">
                <a:moveTo>
                  <a:pt x="161" y="128"/>
                </a:moveTo>
                <a:cubicBezTo>
                  <a:pt x="0" y="128"/>
                  <a:pt x="0" y="128"/>
                  <a:pt x="0" y="128"/>
                </a:cubicBezTo>
                <a:moveTo>
                  <a:pt x="39" y="94"/>
                </a:moveTo>
                <a:cubicBezTo>
                  <a:pt x="17" y="94"/>
                  <a:pt x="17" y="94"/>
                  <a:pt x="17" y="94"/>
                </a:cubicBezTo>
                <a:cubicBezTo>
                  <a:pt x="17" y="128"/>
                  <a:pt x="17" y="128"/>
                  <a:pt x="17" y="128"/>
                </a:cubicBezTo>
                <a:cubicBezTo>
                  <a:pt x="39" y="128"/>
                  <a:pt x="39" y="128"/>
                  <a:pt x="39" y="128"/>
                </a:cubicBezTo>
                <a:lnTo>
                  <a:pt x="39" y="94"/>
                </a:lnTo>
                <a:close/>
                <a:moveTo>
                  <a:pt x="74" y="60"/>
                </a:moveTo>
                <a:cubicBezTo>
                  <a:pt x="51" y="60"/>
                  <a:pt x="51" y="60"/>
                  <a:pt x="51" y="60"/>
                </a:cubicBezTo>
                <a:cubicBezTo>
                  <a:pt x="51" y="128"/>
                  <a:pt x="51" y="128"/>
                  <a:pt x="51" y="128"/>
                </a:cubicBezTo>
                <a:cubicBezTo>
                  <a:pt x="74" y="128"/>
                  <a:pt x="74" y="128"/>
                  <a:pt x="74" y="128"/>
                </a:cubicBezTo>
                <a:lnTo>
                  <a:pt x="74" y="60"/>
                </a:lnTo>
                <a:close/>
                <a:moveTo>
                  <a:pt x="108" y="74"/>
                </a:moveTo>
                <a:cubicBezTo>
                  <a:pt x="86" y="74"/>
                  <a:pt x="86" y="74"/>
                  <a:pt x="86" y="74"/>
                </a:cubicBezTo>
                <a:cubicBezTo>
                  <a:pt x="86" y="128"/>
                  <a:pt x="86" y="128"/>
                  <a:pt x="86" y="128"/>
                </a:cubicBezTo>
                <a:cubicBezTo>
                  <a:pt x="108" y="128"/>
                  <a:pt x="108" y="128"/>
                  <a:pt x="108" y="128"/>
                </a:cubicBezTo>
                <a:lnTo>
                  <a:pt x="108" y="74"/>
                </a:lnTo>
                <a:close/>
                <a:moveTo>
                  <a:pt x="143" y="39"/>
                </a:moveTo>
                <a:cubicBezTo>
                  <a:pt x="121" y="39"/>
                  <a:pt x="121" y="39"/>
                  <a:pt x="121" y="39"/>
                </a:cubicBezTo>
                <a:cubicBezTo>
                  <a:pt x="121" y="128"/>
                  <a:pt x="121" y="128"/>
                  <a:pt x="121" y="128"/>
                </a:cubicBezTo>
                <a:cubicBezTo>
                  <a:pt x="143" y="128"/>
                  <a:pt x="143" y="128"/>
                  <a:pt x="143" y="128"/>
                </a:cubicBezTo>
                <a:lnTo>
                  <a:pt x="143" y="39"/>
                </a:lnTo>
                <a:close/>
                <a:moveTo>
                  <a:pt x="28" y="56"/>
                </a:moveTo>
                <a:cubicBezTo>
                  <a:pt x="24" y="56"/>
                  <a:pt x="21" y="58"/>
                  <a:pt x="21" y="62"/>
                </a:cubicBezTo>
                <a:cubicBezTo>
                  <a:pt x="21" y="66"/>
                  <a:pt x="24" y="68"/>
                  <a:pt x="28" y="68"/>
                </a:cubicBezTo>
                <a:cubicBezTo>
                  <a:pt x="31" y="68"/>
                  <a:pt x="34" y="66"/>
                  <a:pt x="34" y="62"/>
                </a:cubicBezTo>
                <a:cubicBezTo>
                  <a:pt x="34" y="58"/>
                  <a:pt x="31" y="56"/>
                  <a:pt x="28" y="56"/>
                </a:cubicBezTo>
                <a:close/>
                <a:moveTo>
                  <a:pt x="63" y="23"/>
                </a:moveTo>
                <a:cubicBezTo>
                  <a:pt x="59" y="23"/>
                  <a:pt x="56" y="25"/>
                  <a:pt x="56" y="29"/>
                </a:cubicBezTo>
                <a:cubicBezTo>
                  <a:pt x="56" y="32"/>
                  <a:pt x="59" y="35"/>
                  <a:pt x="63" y="35"/>
                </a:cubicBezTo>
                <a:cubicBezTo>
                  <a:pt x="66" y="35"/>
                  <a:pt x="69" y="32"/>
                  <a:pt x="69" y="29"/>
                </a:cubicBezTo>
                <a:cubicBezTo>
                  <a:pt x="69" y="25"/>
                  <a:pt x="66" y="23"/>
                  <a:pt x="63" y="23"/>
                </a:cubicBezTo>
                <a:close/>
                <a:moveTo>
                  <a:pt x="97" y="39"/>
                </a:moveTo>
                <a:cubicBezTo>
                  <a:pt x="94" y="39"/>
                  <a:pt x="91" y="42"/>
                  <a:pt x="91" y="46"/>
                </a:cubicBezTo>
                <a:cubicBezTo>
                  <a:pt x="91" y="49"/>
                  <a:pt x="94" y="52"/>
                  <a:pt x="97" y="52"/>
                </a:cubicBezTo>
                <a:cubicBezTo>
                  <a:pt x="101" y="52"/>
                  <a:pt x="104" y="49"/>
                  <a:pt x="104" y="46"/>
                </a:cubicBezTo>
                <a:cubicBezTo>
                  <a:pt x="104" y="42"/>
                  <a:pt x="101" y="39"/>
                  <a:pt x="97" y="39"/>
                </a:cubicBezTo>
                <a:close/>
                <a:moveTo>
                  <a:pt x="132" y="0"/>
                </a:moveTo>
                <a:cubicBezTo>
                  <a:pt x="128" y="0"/>
                  <a:pt x="126" y="2"/>
                  <a:pt x="126" y="6"/>
                </a:cubicBezTo>
                <a:cubicBezTo>
                  <a:pt x="126" y="9"/>
                  <a:pt x="128" y="12"/>
                  <a:pt x="132" y="12"/>
                </a:cubicBezTo>
                <a:cubicBezTo>
                  <a:pt x="135" y="12"/>
                  <a:pt x="138" y="9"/>
                  <a:pt x="138" y="6"/>
                </a:cubicBezTo>
                <a:cubicBezTo>
                  <a:pt x="138" y="2"/>
                  <a:pt x="135" y="0"/>
                  <a:pt x="132" y="0"/>
                </a:cubicBezTo>
                <a:close/>
                <a:moveTo>
                  <a:pt x="101" y="41"/>
                </a:moveTo>
                <a:cubicBezTo>
                  <a:pt x="128" y="11"/>
                  <a:pt x="128" y="11"/>
                  <a:pt x="128" y="11"/>
                </a:cubicBezTo>
                <a:moveTo>
                  <a:pt x="68" y="32"/>
                </a:moveTo>
                <a:cubicBezTo>
                  <a:pt x="92" y="43"/>
                  <a:pt x="92" y="43"/>
                  <a:pt x="92" y="43"/>
                </a:cubicBezTo>
                <a:moveTo>
                  <a:pt x="58" y="33"/>
                </a:moveTo>
                <a:cubicBezTo>
                  <a:pt x="32" y="58"/>
                  <a:pt x="32" y="58"/>
                  <a:pt x="32" y="58"/>
                </a:cubicBezTo>
              </a:path>
            </a:pathLst>
          </a:custGeom>
          <a:noFill/>
          <a:ln w="206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6E286CC3-80B6-4D27-9A10-1FBDF5EABE34}"/>
              </a:ext>
            </a:extLst>
          </p:cNvPr>
          <p:cNvSpPr>
            <a:spLocks noEditPoints="1"/>
          </p:cNvSpPr>
          <p:nvPr/>
        </p:nvSpPr>
        <p:spPr bwMode="auto">
          <a:xfrm>
            <a:off x="2363788" y="3448051"/>
            <a:ext cx="627063" cy="628650"/>
          </a:xfrm>
          <a:custGeom>
            <a:avLst/>
            <a:gdLst>
              <a:gd name="T0" fmla="*/ 128 w 150"/>
              <a:gd name="T1" fmla="*/ 41 h 150"/>
              <a:gd name="T2" fmla="*/ 140 w 150"/>
              <a:gd name="T3" fmla="*/ 80 h 150"/>
              <a:gd name="T4" fmla="*/ 70 w 150"/>
              <a:gd name="T5" fmla="*/ 150 h 150"/>
              <a:gd name="T6" fmla="*/ 0 w 150"/>
              <a:gd name="T7" fmla="*/ 80 h 150"/>
              <a:gd name="T8" fmla="*/ 70 w 150"/>
              <a:gd name="T9" fmla="*/ 9 h 150"/>
              <a:gd name="T10" fmla="*/ 108 w 150"/>
              <a:gd name="T11" fmla="*/ 21 h 150"/>
              <a:gd name="T12" fmla="*/ 97 w 150"/>
              <a:gd name="T13" fmla="*/ 34 h 150"/>
              <a:gd name="T14" fmla="*/ 70 w 150"/>
              <a:gd name="T15" fmla="*/ 27 h 150"/>
              <a:gd name="T16" fmla="*/ 17 w 150"/>
              <a:gd name="T17" fmla="*/ 80 h 150"/>
              <a:gd name="T18" fmla="*/ 70 w 150"/>
              <a:gd name="T19" fmla="*/ 133 h 150"/>
              <a:gd name="T20" fmla="*/ 123 w 150"/>
              <a:gd name="T21" fmla="*/ 80 h 150"/>
              <a:gd name="T22" fmla="*/ 115 w 150"/>
              <a:gd name="T23" fmla="*/ 53 h 150"/>
              <a:gd name="T24" fmla="*/ 83 w 150"/>
              <a:gd name="T25" fmla="*/ 48 h 150"/>
              <a:gd name="T26" fmla="*/ 70 w 150"/>
              <a:gd name="T27" fmla="*/ 45 h 150"/>
              <a:gd name="T28" fmla="*/ 35 w 150"/>
              <a:gd name="T29" fmla="*/ 80 h 150"/>
              <a:gd name="T30" fmla="*/ 70 w 150"/>
              <a:gd name="T31" fmla="*/ 115 h 150"/>
              <a:gd name="T32" fmla="*/ 104 w 150"/>
              <a:gd name="T33" fmla="*/ 80 h 150"/>
              <a:gd name="T34" fmla="*/ 101 w 150"/>
              <a:gd name="T35" fmla="*/ 65 h 150"/>
              <a:gd name="T36" fmla="*/ 70 w 150"/>
              <a:gd name="T37" fmla="*/ 80 h 150"/>
              <a:gd name="T38" fmla="*/ 146 w 150"/>
              <a:gd name="T39" fmla="*/ 4 h 150"/>
              <a:gd name="T40" fmla="*/ 128 w 150"/>
              <a:gd name="T41" fmla="*/ 0 h 150"/>
              <a:gd name="T42" fmla="*/ 128 w 150"/>
              <a:gd name="T43" fmla="*/ 22 h 150"/>
              <a:gd name="T44" fmla="*/ 150 w 150"/>
              <a:gd name="T45" fmla="*/ 22 h 150"/>
              <a:gd name="T46" fmla="*/ 11 w 150"/>
              <a:gd name="T47" fmla="*/ 150 h 150"/>
              <a:gd name="T48" fmla="*/ 25 w 150"/>
              <a:gd name="T49" fmla="*/ 135 h 150"/>
              <a:gd name="T50" fmla="*/ 114 w 150"/>
              <a:gd name="T51" fmla="*/ 135 h 150"/>
              <a:gd name="T52" fmla="*/ 128 w 150"/>
              <a:gd name="T5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150">
                <a:moveTo>
                  <a:pt x="128" y="41"/>
                </a:moveTo>
                <a:cubicBezTo>
                  <a:pt x="136" y="52"/>
                  <a:pt x="140" y="66"/>
                  <a:pt x="140" y="80"/>
                </a:cubicBezTo>
                <a:cubicBezTo>
                  <a:pt x="140" y="119"/>
                  <a:pt x="109" y="150"/>
                  <a:pt x="70" y="150"/>
                </a:cubicBezTo>
                <a:cubicBezTo>
                  <a:pt x="31" y="150"/>
                  <a:pt x="0" y="119"/>
                  <a:pt x="0" y="80"/>
                </a:cubicBezTo>
                <a:cubicBezTo>
                  <a:pt x="0" y="41"/>
                  <a:pt x="31" y="9"/>
                  <a:pt x="70" y="9"/>
                </a:cubicBezTo>
                <a:cubicBezTo>
                  <a:pt x="84" y="9"/>
                  <a:pt x="97" y="14"/>
                  <a:pt x="108" y="21"/>
                </a:cubicBezTo>
                <a:moveTo>
                  <a:pt x="97" y="34"/>
                </a:moveTo>
                <a:cubicBezTo>
                  <a:pt x="89" y="29"/>
                  <a:pt x="80" y="27"/>
                  <a:pt x="70" y="27"/>
                </a:cubicBezTo>
                <a:cubicBezTo>
                  <a:pt x="41" y="27"/>
                  <a:pt x="17" y="51"/>
                  <a:pt x="17" y="80"/>
                </a:cubicBezTo>
                <a:cubicBezTo>
                  <a:pt x="17" y="109"/>
                  <a:pt x="41" y="133"/>
                  <a:pt x="70" y="133"/>
                </a:cubicBezTo>
                <a:cubicBezTo>
                  <a:pt x="99" y="133"/>
                  <a:pt x="123" y="109"/>
                  <a:pt x="123" y="80"/>
                </a:cubicBezTo>
                <a:cubicBezTo>
                  <a:pt x="123" y="70"/>
                  <a:pt x="120" y="61"/>
                  <a:pt x="115" y="53"/>
                </a:cubicBezTo>
                <a:moveTo>
                  <a:pt x="83" y="48"/>
                </a:moveTo>
                <a:cubicBezTo>
                  <a:pt x="79" y="46"/>
                  <a:pt x="74" y="45"/>
                  <a:pt x="70" y="45"/>
                </a:cubicBezTo>
                <a:cubicBezTo>
                  <a:pt x="51" y="45"/>
                  <a:pt x="35" y="61"/>
                  <a:pt x="35" y="80"/>
                </a:cubicBezTo>
                <a:cubicBezTo>
                  <a:pt x="35" y="99"/>
                  <a:pt x="51" y="115"/>
                  <a:pt x="70" y="115"/>
                </a:cubicBezTo>
                <a:cubicBezTo>
                  <a:pt x="89" y="115"/>
                  <a:pt x="104" y="99"/>
                  <a:pt x="104" y="80"/>
                </a:cubicBezTo>
                <a:cubicBezTo>
                  <a:pt x="104" y="74"/>
                  <a:pt x="103" y="69"/>
                  <a:pt x="101" y="65"/>
                </a:cubicBezTo>
                <a:moveTo>
                  <a:pt x="70" y="80"/>
                </a:moveTo>
                <a:cubicBezTo>
                  <a:pt x="146" y="4"/>
                  <a:pt x="146" y="4"/>
                  <a:pt x="146" y="4"/>
                </a:cubicBezTo>
                <a:moveTo>
                  <a:pt x="128" y="0"/>
                </a:moveTo>
                <a:cubicBezTo>
                  <a:pt x="128" y="22"/>
                  <a:pt x="128" y="22"/>
                  <a:pt x="128" y="22"/>
                </a:cubicBezTo>
                <a:cubicBezTo>
                  <a:pt x="150" y="22"/>
                  <a:pt x="150" y="22"/>
                  <a:pt x="150" y="22"/>
                </a:cubicBezTo>
                <a:moveTo>
                  <a:pt x="11" y="150"/>
                </a:moveTo>
                <a:cubicBezTo>
                  <a:pt x="25" y="135"/>
                  <a:pt x="25" y="135"/>
                  <a:pt x="25" y="135"/>
                </a:cubicBezTo>
                <a:moveTo>
                  <a:pt x="114" y="135"/>
                </a:moveTo>
                <a:cubicBezTo>
                  <a:pt x="128" y="150"/>
                  <a:pt x="128" y="150"/>
                  <a:pt x="128" y="150"/>
                </a:cubicBezTo>
              </a:path>
            </a:pathLst>
          </a:custGeom>
          <a:noFill/>
          <a:ln w="2063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7" name="Group 56">
            <a:extLst>
              <a:ext uri="{FF2B5EF4-FFF2-40B4-BE49-F238E27FC236}">
                <a16:creationId xmlns:a16="http://schemas.microsoft.com/office/drawing/2014/main" id="{700C23B9-25AC-4A29-A106-44C43511311D}"/>
              </a:ext>
            </a:extLst>
          </p:cNvPr>
          <p:cNvGrpSpPr/>
          <p:nvPr/>
        </p:nvGrpSpPr>
        <p:grpSpPr>
          <a:xfrm>
            <a:off x="1849154" y="5189652"/>
            <a:ext cx="1808480" cy="1022121"/>
            <a:chOff x="2011681" y="5491075"/>
            <a:chExt cx="1808480" cy="1022121"/>
          </a:xfrm>
        </p:grpSpPr>
        <p:sp>
          <p:nvSpPr>
            <p:cNvPr id="58" name="Rectangle 62">
              <a:extLst>
                <a:ext uri="{FF2B5EF4-FFF2-40B4-BE49-F238E27FC236}">
                  <a16:creationId xmlns:a16="http://schemas.microsoft.com/office/drawing/2014/main" id="{6E062FFD-EE7F-4E06-8166-1FA64DF5C351}"/>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01</a:t>
              </a:r>
              <a:endParaRPr kumimoji="0" lang="ru-UA" altLang="ru-UA" sz="1800" b="0" i="0" u="none" strike="noStrike" cap="none" normalizeH="0" baseline="0">
                <a:ln>
                  <a:noFill/>
                </a:ln>
                <a:effectLst/>
              </a:endParaRPr>
            </a:p>
          </p:txBody>
        </p:sp>
        <p:sp>
          <p:nvSpPr>
            <p:cNvPr id="59" name="Text Placeholder 17">
              <a:extLst>
                <a:ext uri="{FF2B5EF4-FFF2-40B4-BE49-F238E27FC236}">
                  <a16:creationId xmlns:a16="http://schemas.microsoft.com/office/drawing/2014/main" id="{FAB3E597-F260-49AC-93CC-4ACB7FA7AFBA}"/>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60" name="Group 59">
            <a:extLst>
              <a:ext uri="{FF2B5EF4-FFF2-40B4-BE49-F238E27FC236}">
                <a16:creationId xmlns:a16="http://schemas.microsoft.com/office/drawing/2014/main" id="{BB480A4C-B1ED-4DB4-822E-E81BE7CFF5BC}"/>
              </a:ext>
            </a:extLst>
          </p:cNvPr>
          <p:cNvGrpSpPr/>
          <p:nvPr/>
        </p:nvGrpSpPr>
        <p:grpSpPr>
          <a:xfrm>
            <a:off x="5232625" y="5189652"/>
            <a:ext cx="1808480" cy="1022121"/>
            <a:chOff x="2011681" y="5491075"/>
            <a:chExt cx="1808480" cy="1022121"/>
          </a:xfrm>
        </p:grpSpPr>
        <p:sp>
          <p:nvSpPr>
            <p:cNvPr id="61" name="Rectangle 62">
              <a:extLst>
                <a:ext uri="{FF2B5EF4-FFF2-40B4-BE49-F238E27FC236}">
                  <a16:creationId xmlns:a16="http://schemas.microsoft.com/office/drawing/2014/main" id="{42B01B61-89ED-4231-A25B-C32D98E9B3A1}"/>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3</a:t>
              </a:r>
              <a:endParaRPr kumimoji="0" lang="ru-UA" altLang="ru-UA" sz="1800" b="0" i="0" u="none" strike="noStrike" cap="none" normalizeH="0" baseline="0">
                <a:ln>
                  <a:noFill/>
                </a:ln>
                <a:effectLst/>
              </a:endParaRPr>
            </a:p>
          </p:txBody>
        </p:sp>
        <p:sp>
          <p:nvSpPr>
            <p:cNvPr id="62" name="Text Placeholder 17">
              <a:extLst>
                <a:ext uri="{FF2B5EF4-FFF2-40B4-BE49-F238E27FC236}">
                  <a16:creationId xmlns:a16="http://schemas.microsoft.com/office/drawing/2014/main" id="{7798A85C-230E-4E60-9B6D-DA7F79E7B06A}"/>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63" name="Group 62">
            <a:extLst>
              <a:ext uri="{FF2B5EF4-FFF2-40B4-BE49-F238E27FC236}">
                <a16:creationId xmlns:a16="http://schemas.microsoft.com/office/drawing/2014/main" id="{7413DBD8-AB40-497C-8066-D24BDA15B6A1}"/>
              </a:ext>
            </a:extLst>
          </p:cNvPr>
          <p:cNvGrpSpPr/>
          <p:nvPr/>
        </p:nvGrpSpPr>
        <p:grpSpPr>
          <a:xfrm>
            <a:off x="8534366" y="5189652"/>
            <a:ext cx="1808480" cy="1022121"/>
            <a:chOff x="2011681" y="5491075"/>
            <a:chExt cx="1808480" cy="1022121"/>
          </a:xfrm>
        </p:grpSpPr>
        <p:sp>
          <p:nvSpPr>
            <p:cNvPr id="64" name="Rectangle 62">
              <a:extLst>
                <a:ext uri="{FF2B5EF4-FFF2-40B4-BE49-F238E27FC236}">
                  <a16:creationId xmlns:a16="http://schemas.microsoft.com/office/drawing/2014/main" id="{67A997AC-C904-41C8-B767-6B3F18FE00EA}"/>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5</a:t>
              </a:r>
              <a:endParaRPr kumimoji="0" lang="ru-UA" altLang="ru-UA" sz="1800" b="0" i="0" u="none" strike="noStrike" cap="none" normalizeH="0" baseline="0">
                <a:ln>
                  <a:noFill/>
                </a:ln>
                <a:effectLst/>
              </a:endParaRPr>
            </a:p>
          </p:txBody>
        </p:sp>
        <p:sp>
          <p:nvSpPr>
            <p:cNvPr id="65" name="Text Placeholder 17">
              <a:extLst>
                <a:ext uri="{FF2B5EF4-FFF2-40B4-BE49-F238E27FC236}">
                  <a16:creationId xmlns:a16="http://schemas.microsoft.com/office/drawing/2014/main" id="{32CC8008-3F71-4C7A-AAD9-2E4F2687643A}"/>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66" name="Group 65">
            <a:extLst>
              <a:ext uri="{FF2B5EF4-FFF2-40B4-BE49-F238E27FC236}">
                <a16:creationId xmlns:a16="http://schemas.microsoft.com/office/drawing/2014/main" id="{C84B76D8-90BA-467C-9D89-1B8297FC75CD}"/>
              </a:ext>
            </a:extLst>
          </p:cNvPr>
          <p:cNvGrpSpPr/>
          <p:nvPr/>
        </p:nvGrpSpPr>
        <p:grpSpPr>
          <a:xfrm>
            <a:off x="3424739" y="951085"/>
            <a:ext cx="1808480" cy="1022121"/>
            <a:chOff x="2011681" y="5491075"/>
            <a:chExt cx="1808480" cy="1022121"/>
          </a:xfrm>
        </p:grpSpPr>
        <p:sp>
          <p:nvSpPr>
            <p:cNvPr id="67" name="Rectangle 62">
              <a:extLst>
                <a:ext uri="{FF2B5EF4-FFF2-40B4-BE49-F238E27FC236}">
                  <a16:creationId xmlns:a16="http://schemas.microsoft.com/office/drawing/2014/main" id="{13EEE379-0ABA-4F71-AE2B-AE4069E82E50}"/>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a:t>
              </a:r>
              <a:r>
                <a:rPr kumimoji="0" lang="en-US" altLang="ru-UA" sz="1800" b="1" i="0" u="none" strike="noStrike" cap="none" normalizeH="0" baseline="0">
                  <a:ln>
                    <a:noFill/>
                  </a:ln>
                  <a:effectLst/>
                  <a:latin typeface="Open Sans" panose="020B0606030504020204" pitchFamily="34" charset="0"/>
                </a:rPr>
                <a:t>02</a:t>
              </a:r>
              <a:endParaRPr kumimoji="0" lang="ru-UA" altLang="ru-UA" sz="1800" b="0" i="0" u="none" strike="noStrike" cap="none" normalizeH="0" baseline="0">
                <a:ln>
                  <a:noFill/>
                </a:ln>
                <a:effectLst/>
              </a:endParaRPr>
            </a:p>
          </p:txBody>
        </p:sp>
        <p:sp>
          <p:nvSpPr>
            <p:cNvPr id="68" name="Text Placeholder 17">
              <a:extLst>
                <a:ext uri="{FF2B5EF4-FFF2-40B4-BE49-F238E27FC236}">
                  <a16:creationId xmlns:a16="http://schemas.microsoft.com/office/drawing/2014/main" id="{F719BA73-242E-4FC9-BFB9-FCE634561E4E}"/>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grpSp>
        <p:nvGrpSpPr>
          <p:cNvPr id="69" name="Group 68">
            <a:extLst>
              <a:ext uri="{FF2B5EF4-FFF2-40B4-BE49-F238E27FC236}">
                <a16:creationId xmlns:a16="http://schemas.microsoft.com/office/drawing/2014/main" id="{D37DD0CA-EB55-4D24-BD92-BDD9535F2F81}"/>
              </a:ext>
            </a:extLst>
          </p:cNvPr>
          <p:cNvGrpSpPr/>
          <p:nvPr/>
        </p:nvGrpSpPr>
        <p:grpSpPr>
          <a:xfrm>
            <a:off x="6890385" y="951085"/>
            <a:ext cx="1808480" cy="1022121"/>
            <a:chOff x="2011681" y="5491075"/>
            <a:chExt cx="1808480" cy="1022121"/>
          </a:xfrm>
        </p:grpSpPr>
        <p:sp>
          <p:nvSpPr>
            <p:cNvPr id="70" name="Rectangle 62">
              <a:extLst>
                <a:ext uri="{FF2B5EF4-FFF2-40B4-BE49-F238E27FC236}">
                  <a16:creationId xmlns:a16="http://schemas.microsoft.com/office/drawing/2014/main" id="{3983BE46-7767-4F86-BC4D-01900ADF90AC}"/>
                </a:ext>
              </a:extLst>
            </p:cNvPr>
            <p:cNvSpPr>
              <a:spLocks noChangeArrowheads="1"/>
            </p:cNvSpPr>
            <p:nvPr/>
          </p:nvSpPr>
          <p:spPr bwMode="auto">
            <a:xfrm>
              <a:off x="2497774" y="5491075"/>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effectLst/>
                  <a:latin typeface="Open Sans" panose="020B0606030504020204" pitchFamily="34" charset="0"/>
                </a:rPr>
                <a:t>STEP 0</a:t>
              </a:r>
              <a:r>
                <a:rPr kumimoji="0" lang="en-US" altLang="ru-UA" sz="1800" b="1" i="0" u="none" strike="noStrike" cap="none" normalizeH="0" baseline="0">
                  <a:ln>
                    <a:noFill/>
                  </a:ln>
                  <a:effectLst/>
                  <a:latin typeface="Open Sans" panose="020B0606030504020204" pitchFamily="34" charset="0"/>
                </a:rPr>
                <a:t>4</a:t>
              </a:r>
              <a:endParaRPr kumimoji="0" lang="ru-UA" altLang="ru-UA" sz="1800" b="0" i="0" u="none" strike="noStrike" cap="none" normalizeH="0" baseline="0">
                <a:ln>
                  <a:noFill/>
                </a:ln>
                <a:effectLst/>
              </a:endParaRPr>
            </a:p>
          </p:txBody>
        </p:sp>
        <p:sp>
          <p:nvSpPr>
            <p:cNvPr id="71" name="Text Placeholder 17">
              <a:extLst>
                <a:ext uri="{FF2B5EF4-FFF2-40B4-BE49-F238E27FC236}">
                  <a16:creationId xmlns:a16="http://schemas.microsoft.com/office/drawing/2014/main" id="{4AD822FB-C8F5-486B-9A9C-443941AF43C8}"/>
                </a:ext>
              </a:extLst>
            </p:cNvPr>
            <p:cNvSpPr txBox="1">
              <a:spLocks/>
            </p:cNvSpPr>
            <p:nvPr/>
          </p:nvSpPr>
          <p:spPr>
            <a:xfrm>
              <a:off x="2011681" y="5770158"/>
              <a:ext cx="1808480"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050"/>
                <a:t>Lorem ipsum dolor sit amet, consectetur adipiscing elit, sed do</a:t>
              </a:r>
              <a:endParaRPr lang="ru-RU" altLang="ru-UA" sz="1050"/>
            </a:p>
          </p:txBody>
        </p:sp>
      </p:grpSp>
    </p:spTree>
    <p:extLst>
      <p:ext uri="{BB962C8B-B14F-4D97-AF65-F5344CB8AC3E}">
        <p14:creationId xmlns:p14="http://schemas.microsoft.com/office/powerpoint/2010/main" val="32297013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7000">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14:bounceEnd="67000">
                                          <p:cBhvr additive="base">
                                            <p:cTn id="7" dur="1000" fill="hold"/>
                                            <p:tgtEl>
                                              <p:spTgt spid="36"/>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14:presetBounceEnd="67000">
                                      <p:stCondLst>
                                        <p:cond delay="250"/>
                                      </p:stCondLst>
                                      <p:childTnLst>
                                        <p:set>
                                          <p:cBhvr>
                                            <p:cTn id="10" dur="1" fill="hold">
                                              <p:stCondLst>
                                                <p:cond delay="0"/>
                                              </p:stCondLst>
                                            </p:cTn>
                                            <p:tgtEl>
                                              <p:spTgt spid="37"/>
                                            </p:tgtEl>
                                            <p:attrNameLst>
                                              <p:attrName>style.visibility</p:attrName>
                                            </p:attrNameLst>
                                          </p:cBhvr>
                                          <p:to>
                                            <p:strVal val="visible"/>
                                          </p:to>
                                        </p:set>
                                        <p:anim calcmode="lin" valueType="num" p14:bounceEnd="67000">
                                          <p:cBhvr additive="base">
                                            <p:cTn id="11" dur="1000" fill="hold"/>
                                            <p:tgtEl>
                                              <p:spTgt spid="37"/>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37"/>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67000">
                                      <p:stCondLst>
                                        <p:cond delay="500"/>
                                      </p:stCondLst>
                                      <p:childTnLst>
                                        <p:set>
                                          <p:cBhvr>
                                            <p:cTn id="14" dur="1" fill="hold">
                                              <p:stCondLst>
                                                <p:cond delay="0"/>
                                              </p:stCondLst>
                                            </p:cTn>
                                            <p:tgtEl>
                                              <p:spTgt spid="38"/>
                                            </p:tgtEl>
                                            <p:attrNameLst>
                                              <p:attrName>style.visibility</p:attrName>
                                            </p:attrNameLst>
                                          </p:cBhvr>
                                          <p:to>
                                            <p:strVal val="visible"/>
                                          </p:to>
                                        </p:set>
                                        <p:anim calcmode="lin" valueType="num" p14:bounceEnd="67000">
                                          <p:cBhvr additive="base">
                                            <p:cTn id="15" dur="1000" fill="hold"/>
                                            <p:tgtEl>
                                              <p:spTgt spid="38"/>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14:presetBounceEnd="67000">
                                      <p:stCondLst>
                                        <p:cond delay="750"/>
                                      </p:stCondLst>
                                      <p:childTnLst>
                                        <p:set>
                                          <p:cBhvr>
                                            <p:cTn id="18" dur="1" fill="hold">
                                              <p:stCondLst>
                                                <p:cond delay="0"/>
                                              </p:stCondLst>
                                            </p:cTn>
                                            <p:tgtEl>
                                              <p:spTgt spid="40"/>
                                            </p:tgtEl>
                                            <p:attrNameLst>
                                              <p:attrName>style.visibility</p:attrName>
                                            </p:attrNameLst>
                                          </p:cBhvr>
                                          <p:to>
                                            <p:strVal val="visible"/>
                                          </p:to>
                                        </p:set>
                                        <p:anim calcmode="lin" valueType="num" p14:bounceEnd="67000">
                                          <p:cBhvr additive="base">
                                            <p:cTn id="19" dur="1000" fill="hold"/>
                                            <p:tgtEl>
                                              <p:spTgt spid="40"/>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40"/>
                                            </p:tgtEl>
                                            <p:attrNameLst>
                                              <p:attrName>ppt_y</p:attrName>
                                            </p:attrNameLst>
                                          </p:cBhvr>
                                          <p:tavLst>
                                            <p:tav tm="0">
                                              <p:val>
                                                <p:strVal val="0-#ppt_h/2"/>
                                              </p:val>
                                            </p:tav>
                                            <p:tav tm="100000">
                                              <p:val>
                                                <p:strVal val="#ppt_y"/>
                                              </p:val>
                                            </p:tav>
                                          </p:tavLst>
                                        </p:anim>
                                      </p:childTnLst>
                                    </p:cTn>
                                  </p:par>
                                  <p:par>
                                    <p:cTn id="21" presetID="2" presetClass="entr" presetSubtype="4" fill="hold" nodeType="withEffect" p14:presetBounceEnd="67000">
                                      <p:stCondLst>
                                        <p:cond delay="1000"/>
                                      </p:stCondLst>
                                      <p:childTnLst>
                                        <p:set>
                                          <p:cBhvr>
                                            <p:cTn id="22" dur="1" fill="hold">
                                              <p:stCondLst>
                                                <p:cond delay="0"/>
                                              </p:stCondLst>
                                            </p:cTn>
                                            <p:tgtEl>
                                              <p:spTgt spid="39"/>
                                            </p:tgtEl>
                                            <p:attrNameLst>
                                              <p:attrName>style.visibility</p:attrName>
                                            </p:attrNameLst>
                                          </p:cBhvr>
                                          <p:to>
                                            <p:strVal val="visible"/>
                                          </p:to>
                                        </p:set>
                                        <p:anim calcmode="lin" valueType="num" p14:bounceEnd="67000">
                                          <p:cBhvr additive="base">
                                            <p:cTn id="23" dur="1000" fill="hold"/>
                                            <p:tgtEl>
                                              <p:spTgt spid="39"/>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39"/>
                                            </p:tgtEl>
                                            <p:attrNameLst>
                                              <p:attrName>ppt_y</p:attrName>
                                            </p:attrNameLst>
                                          </p:cBhvr>
                                          <p:tavLst>
                                            <p:tav tm="0">
                                              <p:val>
                                                <p:strVal val="1+#ppt_h/2"/>
                                              </p:val>
                                            </p:tav>
                                            <p:tav tm="100000">
                                              <p:val>
                                                <p:strVal val="#ppt_y"/>
                                              </p:val>
                                            </p:tav>
                                          </p:tavLst>
                                        </p:anim>
                                      </p:childTnLst>
                                    </p:cTn>
                                  </p:par>
                                  <p:par>
                                    <p:cTn id="25" presetID="53" presetClass="entr" presetSubtype="16" fill="hold" grpId="0" nodeType="withEffect">
                                      <p:stCondLst>
                                        <p:cond delay="250"/>
                                      </p:stCondLst>
                                      <p:childTnLst>
                                        <p:set>
                                          <p:cBhvr>
                                            <p:cTn id="26" dur="1" fill="hold">
                                              <p:stCondLst>
                                                <p:cond delay="0"/>
                                              </p:stCondLst>
                                            </p:cTn>
                                            <p:tgtEl>
                                              <p:spTgt spid="20"/>
                                            </p:tgtEl>
                                            <p:attrNameLst>
                                              <p:attrName>style.visibility</p:attrName>
                                            </p:attrNameLst>
                                          </p:cBhvr>
                                          <p:to>
                                            <p:strVal val="visible"/>
                                          </p:to>
                                        </p:set>
                                        <p:anim calcmode="lin" valueType="num">
                                          <p:cBhvr>
                                            <p:cTn id="27" dur="750" fill="hold"/>
                                            <p:tgtEl>
                                              <p:spTgt spid="20"/>
                                            </p:tgtEl>
                                            <p:attrNameLst>
                                              <p:attrName>ppt_w</p:attrName>
                                            </p:attrNameLst>
                                          </p:cBhvr>
                                          <p:tavLst>
                                            <p:tav tm="0">
                                              <p:val>
                                                <p:fltVal val="0"/>
                                              </p:val>
                                            </p:tav>
                                            <p:tav tm="100000">
                                              <p:val>
                                                <p:strVal val="#ppt_w"/>
                                              </p:val>
                                            </p:tav>
                                          </p:tavLst>
                                        </p:anim>
                                        <p:anim calcmode="lin" valueType="num">
                                          <p:cBhvr>
                                            <p:cTn id="28" dur="750" fill="hold"/>
                                            <p:tgtEl>
                                              <p:spTgt spid="20"/>
                                            </p:tgtEl>
                                            <p:attrNameLst>
                                              <p:attrName>ppt_h</p:attrName>
                                            </p:attrNameLst>
                                          </p:cBhvr>
                                          <p:tavLst>
                                            <p:tav tm="0">
                                              <p:val>
                                                <p:fltVal val="0"/>
                                              </p:val>
                                            </p:tav>
                                            <p:tav tm="100000">
                                              <p:val>
                                                <p:strVal val="#ppt_h"/>
                                              </p:val>
                                            </p:tav>
                                          </p:tavLst>
                                        </p:anim>
                                        <p:animEffect transition="in" filter="fade">
                                          <p:cBhvr>
                                            <p:cTn id="29" dur="750"/>
                                            <p:tgtEl>
                                              <p:spTgt spid="20"/>
                                            </p:tgtEl>
                                          </p:cBhvr>
                                        </p:animEffect>
                                      </p:childTnLst>
                                    </p:cTn>
                                  </p:par>
                                  <p:par>
                                    <p:cTn id="30" presetID="53" presetClass="entr" presetSubtype="16" fill="hold" grpId="0" nodeType="withEffect">
                                      <p:stCondLst>
                                        <p:cond delay="500"/>
                                      </p:stCondLst>
                                      <p:childTnLst>
                                        <p:set>
                                          <p:cBhvr>
                                            <p:cTn id="31" dur="1" fill="hold">
                                              <p:stCondLst>
                                                <p:cond delay="0"/>
                                              </p:stCondLst>
                                            </p:cTn>
                                            <p:tgtEl>
                                              <p:spTgt spid="17"/>
                                            </p:tgtEl>
                                            <p:attrNameLst>
                                              <p:attrName>style.visibility</p:attrName>
                                            </p:attrNameLst>
                                          </p:cBhvr>
                                          <p:to>
                                            <p:strVal val="visible"/>
                                          </p:to>
                                        </p:set>
                                        <p:anim calcmode="lin" valueType="num">
                                          <p:cBhvr>
                                            <p:cTn id="32" dur="750" fill="hold"/>
                                            <p:tgtEl>
                                              <p:spTgt spid="17"/>
                                            </p:tgtEl>
                                            <p:attrNameLst>
                                              <p:attrName>ppt_w</p:attrName>
                                            </p:attrNameLst>
                                          </p:cBhvr>
                                          <p:tavLst>
                                            <p:tav tm="0">
                                              <p:val>
                                                <p:fltVal val="0"/>
                                              </p:val>
                                            </p:tav>
                                            <p:tav tm="100000">
                                              <p:val>
                                                <p:strVal val="#ppt_w"/>
                                              </p:val>
                                            </p:tav>
                                          </p:tavLst>
                                        </p:anim>
                                        <p:anim calcmode="lin" valueType="num">
                                          <p:cBhvr>
                                            <p:cTn id="33" dur="750" fill="hold"/>
                                            <p:tgtEl>
                                              <p:spTgt spid="17"/>
                                            </p:tgtEl>
                                            <p:attrNameLst>
                                              <p:attrName>ppt_h</p:attrName>
                                            </p:attrNameLst>
                                          </p:cBhvr>
                                          <p:tavLst>
                                            <p:tav tm="0">
                                              <p:val>
                                                <p:fltVal val="0"/>
                                              </p:val>
                                            </p:tav>
                                            <p:tav tm="100000">
                                              <p:val>
                                                <p:strVal val="#ppt_h"/>
                                              </p:val>
                                            </p:tav>
                                          </p:tavLst>
                                        </p:anim>
                                        <p:animEffect transition="in" filter="fade">
                                          <p:cBhvr>
                                            <p:cTn id="34" dur="750"/>
                                            <p:tgtEl>
                                              <p:spTgt spid="17"/>
                                            </p:tgtEl>
                                          </p:cBhvr>
                                        </p:animEffect>
                                      </p:childTnLst>
                                    </p:cTn>
                                  </p:par>
                                  <p:par>
                                    <p:cTn id="35" presetID="53" presetClass="entr" presetSubtype="16" fill="hold" grpId="0" nodeType="withEffect">
                                      <p:stCondLst>
                                        <p:cond delay="750"/>
                                      </p:stCondLst>
                                      <p:childTnLst>
                                        <p:set>
                                          <p:cBhvr>
                                            <p:cTn id="36" dur="1" fill="hold">
                                              <p:stCondLst>
                                                <p:cond delay="0"/>
                                              </p:stCondLst>
                                            </p:cTn>
                                            <p:tgtEl>
                                              <p:spTgt spid="19"/>
                                            </p:tgtEl>
                                            <p:attrNameLst>
                                              <p:attrName>style.visibility</p:attrName>
                                            </p:attrNameLst>
                                          </p:cBhvr>
                                          <p:to>
                                            <p:strVal val="visible"/>
                                          </p:to>
                                        </p:set>
                                        <p:anim calcmode="lin" valueType="num">
                                          <p:cBhvr>
                                            <p:cTn id="37" dur="750" fill="hold"/>
                                            <p:tgtEl>
                                              <p:spTgt spid="19"/>
                                            </p:tgtEl>
                                            <p:attrNameLst>
                                              <p:attrName>ppt_w</p:attrName>
                                            </p:attrNameLst>
                                          </p:cBhvr>
                                          <p:tavLst>
                                            <p:tav tm="0">
                                              <p:val>
                                                <p:fltVal val="0"/>
                                              </p:val>
                                            </p:tav>
                                            <p:tav tm="100000">
                                              <p:val>
                                                <p:strVal val="#ppt_w"/>
                                              </p:val>
                                            </p:tav>
                                          </p:tavLst>
                                        </p:anim>
                                        <p:anim calcmode="lin" valueType="num">
                                          <p:cBhvr>
                                            <p:cTn id="38" dur="750" fill="hold"/>
                                            <p:tgtEl>
                                              <p:spTgt spid="19"/>
                                            </p:tgtEl>
                                            <p:attrNameLst>
                                              <p:attrName>ppt_h</p:attrName>
                                            </p:attrNameLst>
                                          </p:cBhvr>
                                          <p:tavLst>
                                            <p:tav tm="0">
                                              <p:val>
                                                <p:fltVal val="0"/>
                                              </p:val>
                                            </p:tav>
                                            <p:tav tm="100000">
                                              <p:val>
                                                <p:strVal val="#ppt_h"/>
                                              </p:val>
                                            </p:tav>
                                          </p:tavLst>
                                        </p:anim>
                                        <p:animEffect transition="in" filter="fade">
                                          <p:cBhvr>
                                            <p:cTn id="39" dur="750"/>
                                            <p:tgtEl>
                                              <p:spTgt spid="19"/>
                                            </p:tgtEl>
                                          </p:cBhvr>
                                        </p:animEffect>
                                      </p:childTnLst>
                                    </p:cTn>
                                  </p:par>
                                  <p:par>
                                    <p:cTn id="40" presetID="53" presetClass="entr" presetSubtype="16" fill="hold" grpId="0" nodeType="withEffect">
                                      <p:stCondLst>
                                        <p:cond delay="1000"/>
                                      </p:stCondLst>
                                      <p:childTnLst>
                                        <p:set>
                                          <p:cBhvr>
                                            <p:cTn id="41" dur="1" fill="hold">
                                              <p:stCondLst>
                                                <p:cond delay="0"/>
                                              </p:stCondLst>
                                            </p:cTn>
                                            <p:tgtEl>
                                              <p:spTgt spid="18"/>
                                            </p:tgtEl>
                                            <p:attrNameLst>
                                              <p:attrName>style.visibility</p:attrName>
                                            </p:attrNameLst>
                                          </p:cBhvr>
                                          <p:to>
                                            <p:strVal val="visible"/>
                                          </p:to>
                                        </p:set>
                                        <p:anim calcmode="lin" valueType="num">
                                          <p:cBhvr>
                                            <p:cTn id="42" dur="750" fill="hold"/>
                                            <p:tgtEl>
                                              <p:spTgt spid="18"/>
                                            </p:tgtEl>
                                            <p:attrNameLst>
                                              <p:attrName>ppt_w</p:attrName>
                                            </p:attrNameLst>
                                          </p:cBhvr>
                                          <p:tavLst>
                                            <p:tav tm="0">
                                              <p:val>
                                                <p:fltVal val="0"/>
                                              </p:val>
                                            </p:tav>
                                            <p:tav tm="100000">
                                              <p:val>
                                                <p:strVal val="#ppt_w"/>
                                              </p:val>
                                            </p:tav>
                                          </p:tavLst>
                                        </p:anim>
                                        <p:anim calcmode="lin" valueType="num">
                                          <p:cBhvr>
                                            <p:cTn id="43" dur="750" fill="hold"/>
                                            <p:tgtEl>
                                              <p:spTgt spid="18"/>
                                            </p:tgtEl>
                                            <p:attrNameLst>
                                              <p:attrName>ppt_h</p:attrName>
                                            </p:attrNameLst>
                                          </p:cBhvr>
                                          <p:tavLst>
                                            <p:tav tm="0">
                                              <p:val>
                                                <p:fltVal val="0"/>
                                              </p:val>
                                            </p:tav>
                                            <p:tav tm="100000">
                                              <p:val>
                                                <p:strVal val="#ppt_h"/>
                                              </p:val>
                                            </p:tav>
                                          </p:tavLst>
                                        </p:anim>
                                        <p:animEffect transition="in" filter="fade">
                                          <p:cBhvr>
                                            <p:cTn id="44" dur="750"/>
                                            <p:tgtEl>
                                              <p:spTgt spid="18"/>
                                            </p:tgtEl>
                                          </p:cBhvr>
                                        </p:animEffect>
                                      </p:childTnLst>
                                    </p:cTn>
                                  </p:par>
                                  <p:par>
                                    <p:cTn id="45" presetID="53" presetClass="entr" presetSubtype="16" fill="hold" grpId="0" nodeType="withEffect">
                                      <p:stCondLst>
                                        <p:cond delay="1250"/>
                                      </p:stCondLst>
                                      <p:childTnLst>
                                        <p:set>
                                          <p:cBhvr>
                                            <p:cTn id="46" dur="1" fill="hold">
                                              <p:stCondLst>
                                                <p:cond delay="0"/>
                                              </p:stCondLst>
                                            </p:cTn>
                                            <p:tgtEl>
                                              <p:spTgt spid="16"/>
                                            </p:tgtEl>
                                            <p:attrNameLst>
                                              <p:attrName>style.visibility</p:attrName>
                                            </p:attrNameLst>
                                          </p:cBhvr>
                                          <p:to>
                                            <p:strVal val="visible"/>
                                          </p:to>
                                        </p:set>
                                        <p:anim calcmode="lin" valueType="num">
                                          <p:cBhvr>
                                            <p:cTn id="47" dur="750" fill="hold"/>
                                            <p:tgtEl>
                                              <p:spTgt spid="16"/>
                                            </p:tgtEl>
                                            <p:attrNameLst>
                                              <p:attrName>ppt_w</p:attrName>
                                            </p:attrNameLst>
                                          </p:cBhvr>
                                          <p:tavLst>
                                            <p:tav tm="0">
                                              <p:val>
                                                <p:fltVal val="0"/>
                                              </p:val>
                                            </p:tav>
                                            <p:tav tm="100000">
                                              <p:val>
                                                <p:strVal val="#ppt_w"/>
                                              </p:val>
                                            </p:tav>
                                          </p:tavLst>
                                        </p:anim>
                                        <p:anim calcmode="lin" valueType="num">
                                          <p:cBhvr>
                                            <p:cTn id="48" dur="750" fill="hold"/>
                                            <p:tgtEl>
                                              <p:spTgt spid="16"/>
                                            </p:tgtEl>
                                            <p:attrNameLst>
                                              <p:attrName>ppt_h</p:attrName>
                                            </p:attrNameLst>
                                          </p:cBhvr>
                                          <p:tavLst>
                                            <p:tav tm="0">
                                              <p:val>
                                                <p:fltVal val="0"/>
                                              </p:val>
                                            </p:tav>
                                            <p:tav tm="100000">
                                              <p:val>
                                                <p:strVal val="#ppt_h"/>
                                              </p:val>
                                            </p:tav>
                                          </p:tavLst>
                                        </p:anim>
                                        <p:animEffect transition="in" filter="fade">
                                          <p:cBhvr>
                                            <p:cTn id="49" dur="750"/>
                                            <p:tgtEl>
                                              <p:spTgt spid="16"/>
                                            </p:tgtEl>
                                          </p:cBhvr>
                                        </p:animEffect>
                                      </p:childTnLst>
                                    </p:cTn>
                                  </p:par>
                                  <p:par>
                                    <p:cTn id="50" presetID="2" presetClass="entr" presetSubtype="4" fill="hold" nodeType="withEffect" p14:presetBounceEnd="67000">
                                      <p:stCondLst>
                                        <p:cond delay="500"/>
                                      </p:stCondLst>
                                      <p:childTnLst>
                                        <p:set>
                                          <p:cBhvr>
                                            <p:cTn id="51" dur="1" fill="hold">
                                              <p:stCondLst>
                                                <p:cond delay="0"/>
                                              </p:stCondLst>
                                            </p:cTn>
                                            <p:tgtEl>
                                              <p:spTgt spid="57"/>
                                            </p:tgtEl>
                                            <p:attrNameLst>
                                              <p:attrName>style.visibility</p:attrName>
                                            </p:attrNameLst>
                                          </p:cBhvr>
                                          <p:to>
                                            <p:strVal val="visible"/>
                                          </p:to>
                                        </p:set>
                                        <p:anim calcmode="lin" valueType="num" p14:bounceEnd="67000">
                                          <p:cBhvr additive="base">
                                            <p:cTn id="52" dur="1000" fill="hold"/>
                                            <p:tgtEl>
                                              <p:spTgt spid="57"/>
                                            </p:tgtEl>
                                            <p:attrNameLst>
                                              <p:attrName>ppt_x</p:attrName>
                                            </p:attrNameLst>
                                          </p:cBhvr>
                                          <p:tavLst>
                                            <p:tav tm="0">
                                              <p:val>
                                                <p:strVal val="#ppt_x"/>
                                              </p:val>
                                            </p:tav>
                                            <p:tav tm="100000">
                                              <p:val>
                                                <p:strVal val="#ppt_x"/>
                                              </p:val>
                                            </p:tav>
                                          </p:tavLst>
                                        </p:anim>
                                        <p:anim calcmode="lin" valueType="num" p14:bounceEnd="67000">
                                          <p:cBhvr additive="base">
                                            <p:cTn id="53" dur="1000" fill="hold"/>
                                            <p:tgtEl>
                                              <p:spTgt spid="57"/>
                                            </p:tgtEl>
                                            <p:attrNameLst>
                                              <p:attrName>ppt_y</p:attrName>
                                            </p:attrNameLst>
                                          </p:cBhvr>
                                          <p:tavLst>
                                            <p:tav tm="0">
                                              <p:val>
                                                <p:strVal val="1+#ppt_h/2"/>
                                              </p:val>
                                            </p:tav>
                                            <p:tav tm="100000">
                                              <p:val>
                                                <p:strVal val="#ppt_y"/>
                                              </p:val>
                                            </p:tav>
                                          </p:tavLst>
                                        </p:anim>
                                      </p:childTnLst>
                                    </p:cTn>
                                  </p:par>
                                  <p:par>
                                    <p:cTn id="54" presetID="2" presetClass="entr" presetSubtype="1" fill="hold" nodeType="withEffect" p14:presetBounceEnd="67000">
                                      <p:stCondLst>
                                        <p:cond delay="750"/>
                                      </p:stCondLst>
                                      <p:childTnLst>
                                        <p:set>
                                          <p:cBhvr>
                                            <p:cTn id="55" dur="1" fill="hold">
                                              <p:stCondLst>
                                                <p:cond delay="0"/>
                                              </p:stCondLst>
                                            </p:cTn>
                                            <p:tgtEl>
                                              <p:spTgt spid="66"/>
                                            </p:tgtEl>
                                            <p:attrNameLst>
                                              <p:attrName>style.visibility</p:attrName>
                                            </p:attrNameLst>
                                          </p:cBhvr>
                                          <p:to>
                                            <p:strVal val="visible"/>
                                          </p:to>
                                        </p:set>
                                        <p:anim calcmode="lin" valueType="num" p14:bounceEnd="67000">
                                          <p:cBhvr additive="base">
                                            <p:cTn id="56" dur="1000" fill="hold"/>
                                            <p:tgtEl>
                                              <p:spTgt spid="66"/>
                                            </p:tgtEl>
                                            <p:attrNameLst>
                                              <p:attrName>ppt_x</p:attrName>
                                            </p:attrNameLst>
                                          </p:cBhvr>
                                          <p:tavLst>
                                            <p:tav tm="0">
                                              <p:val>
                                                <p:strVal val="#ppt_x"/>
                                              </p:val>
                                            </p:tav>
                                            <p:tav tm="100000">
                                              <p:val>
                                                <p:strVal val="#ppt_x"/>
                                              </p:val>
                                            </p:tav>
                                          </p:tavLst>
                                        </p:anim>
                                        <p:anim calcmode="lin" valueType="num" p14:bounceEnd="67000">
                                          <p:cBhvr additive="base">
                                            <p:cTn id="57" dur="1000" fill="hold"/>
                                            <p:tgtEl>
                                              <p:spTgt spid="66"/>
                                            </p:tgtEl>
                                            <p:attrNameLst>
                                              <p:attrName>ppt_y</p:attrName>
                                            </p:attrNameLst>
                                          </p:cBhvr>
                                          <p:tavLst>
                                            <p:tav tm="0">
                                              <p:val>
                                                <p:strVal val="0-#ppt_h/2"/>
                                              </p:val>
                                            </p:tav>
                                            <p:tav tm="100000">
                                              <p:val>
                                                <p:strVal val="#ppt_y"/>
                                              </p:val>
                                            </p:tav>
                                          </p:tavLst>
                                        </p:anim>
                                      </p:childTnLst>
                                    </p:cTn>
                                  </p:par>
                                  <p:par>
                                    <p:cTn id="58" presetID="2" presetClass="entr" presetSubtype="4" fill="hold" nodeType="withEffect" p14:presetBounceEnd="67000">
                                      <p:stCondLst>
                                        <p:cond delay="1000"/>
                                      </p:stCondLst>
                                      <p:childTnLst>
                                        <p:set>
                                          <p:cBhvr>
                                            <p:cTn id="59" dur="1" fill="hold">
                                              <p:stCondLst>
                                                <p:cond delay="0"/>
                                              </p:stCondLst>
                                            </p:cTn>
                                            <p:tgtEl>
                                              <p:spTgt spid="60"/>
                                            </p:tgtEl>
                                            <p:attrNameLst>
                                              <p:attrName>style.visibility</p:attrName>
                                            </p:attrNameLst>
                                          </p:cBhvr>
                                          <p:to>
                                            <p:strVal val="visible"/>
                                          </p:to>
                                        </p:set>
                                        <p:anim calcmode="lin" valueType="num" p14:bounceEnd="67000">
                                          <p:cBhvr additive="base">
                                            <p:cTn id="60" dur="1000" fill="hold"/>
                                            <p:tgtEl>
                                              <p:spTgt spid="60"/>
                                            </p:tgtEl>
                                            <p:attrNameLst>
                                              <p:attrName>ppt_x</p:attrName>
                                            </p:attrNameLst>
                                          </p:cBhvr>
                                          <p:tavLst>
                                            <p:tav tm="0">
                                              <p:val>
                                                <p:strVal val="#ppt_x"/>
                                              </p:val>
                                            </p:tav>
                                            <p:tav tm="100000">
                                              <p:val>
                                                <p:strVal val="#ppt_x"/>
                                              </p:val>
                                            </p:tav>
                                          </p:tavLst>
                                        </p:anim>
                                        <p:anim calcmode="lin" valueType="num" p14:bounceEnd="67000">
                                          <p:cBhvr additive="base">
                                            <p:cTn id="61" dur="1000" fill="hold"/>
                                            <p:tgtEl>
                                              <p:spTgt spid="60"/>
                                            </p:tgtEl>
                                            <p:attrNameLst>
                                              <p:attrName>ppt_y</p:attrName>
                                            </p:attrNameLst>
                                          </p:cBhvr>
                                          <p:tavLst>
                                            <p:tav tm="0">
                                              <p:val>
                                                <p:strVal val="1+#ppt_h/2"/>
                                              </p:val>
                                            </p:tav>
                                            <p:tav tm="100000">
                                              <p:val>
                                                <p:strVal val="#ppt_y"/>
                                              </p:val>
                                            </p:tav>
                                          </p:tavLst>
                                        </p:anim>
                                      </p:childTnLst>
                                    </p:cTn>
                                  </p:par>
                                  <p:par>
                                    <p:cTn id="62" presetID="2" presetClass="entr" presetSubtype="1" fill="hold" nodeType="withEffect" p14:presetBounceEnd="67000">
                                      <p:stCondLst>
                                        <p:cond delay="1250"/>
                                      </p:stCondLst>
                                      <p:childTnLst>
                                        <p:set>
                                          <p:cBhvr>
                                            <p:cTn id="63" dur="1" fill="hold">
                                              <p:stCondLst>
                                                <p:cond delay="0"/>
                                              </p:stCondLst>
                                            </p:cTn>
                                            <p:tgtEl>
                                              <p:spTgt spid="69"/>
                                            </p:tgtEl>
                                            <p:attrNameLst>
                                              <p:attrName>style.visibility</p:attrName>
                                            </p:attrNameLst>
                                          </p:cBhvr>
                                          <p:to>
                                            <p:strVal val="visible"/>
                                          </p:to>
                                        </p:set>
                                        <p:anim calcmode="lin" valueType="num" p14:bounceEnd="67000">
                                          <p:cBhvr additive="base">
                                            <p:cTn id="64" dur="1000" fill="hold"/>
                                            <p:tgtEl>
                                              <p:spTgt spid="69"/>
                                            </p:tgtEl>
                                            <p:attrNameLst>
                                              <p:attrName>ppt_x</p:attrName>
                                            </p:attrNameLst>
                                          </p:cBhvr>
                                          <p:tavLst>
                                            <p:tav tm="0">
                                              <p:val>
                                                <p:strVal val="#ppt_x"/>
                                              </p:val>
                                            </p:tav>
                                            <p:tav tm="100000">
                                              <p:val>
                                                <p:strVal val="#ppt_x"/>
                                              </p:val>
                                            </p:tav>
                                          </p:tavLst>
                                        </p:anim>
                                        <p:anim calcmode="lin" valueType="num" p14:bounceEnd="67000">
                                          <p:cBhvr additive="base">
                                            <p:cTn id="65" dur="1000" fill="hold"/>
                                            <p:tgtEl>
                                              <p:spTgt spid="69"/>
                                            </p:tgtEl>
                                            <p:attrNameLst>
                                              <p:attrName>ppt_y</p:attrName>
                                            </p:attrNameLst>
                                          </p:cBhvr>
                                          <p:tavLst>
                                            <p:tav tm="0">
                                              <p:val>
                                                <p:strVal val="0-#ppt_h/2"/>
                                              </p:val>
                                            </p:tav>
                                            <p:tav tm="100000">
                                              <p:val>
                                                <p:strVal val="#ppt_y"/>
                                              </p:val>
                                            </p:tav>
                                          </p:tavLst>
                                        </p:anim>
                                      </p:childTnLst>
                                    </p:cTn>
                                  </p:par>
                                  <p:par>
                                    <p:cTn id="66" presetID="2" presetClass="entr" presetSubtype="4" fill="hold" nodeType="withEffect" p14:presetBounceEnd="67000">
                                      <p:stCondLst>
                                        <p:cond delay="1500"/>
                                      </p:stCondLst>
                                      <p:childTnLst>
                                        <p:set>
                                          <p:cBhvr>
                                            <p:cTn id="67" dur="1" fill="hold">
                                              <p:stCondLst>
                                                <p:cond delay="0"/>
                                              </p:stCondLst>
                                            </p:cTn>
                                            <p:tgtEl>
                                              <p:spTgt spid="63"/>
                                            </p:tgtEl>
                                            <p:attrNameLst>
                                              <p:attrName>style.visibility</p:attrName>
                                            </p:attrNameLst>
                                          </p:cBhvr>
                                          <p:to>
                                            <p:strVal val="visible"/>
                                          </p:to>
                                        </p:set>
                                        <p:anim calcmode="lin" valueType="num" p14:bounceEnd="67000">
                                          <p:cBhvr additive="base">
                                            <p:cTn id="68" dur="1000" fill="hold"/>
                                            <p:tgtEl>
                                              <p:spTgt spid="63"/>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6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000" fill="hold"/>
                                            <p:tgtEl>
                                              <p:spTgt spid="36"/>
                                            </p:tgtEl>
                                            <p:attrNameLst>
                                              <p:attrName>ppt_x</p:attrName>
                                            </p:attrNameLst>
                                          </p:cBhvr>
                                          <p:tavLst>
                                            <p:tav tm="0">
                                              <p:val>
                                                <p:strVal val="#ppt_x"/>
                                              </p:val>
                                            </p:tav>
                                            <p:tav tm="100000">
                                              <p:val>
                                                <p:strVal val="#ppt_x"/>
                                              </p:val>
                                            </p:tav>
                                          </p:tavLst>
                                        </p:anim>
                                        <p:anim calcmode="lin" valueType="num">
                                          <p:cBhvr additive="base">
                                            <p:cTn id="8" dur="10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25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000" fill="hold"/>
                                            <p:tgtEl>
                                              <p:spTgt spid="37"/>
                                            </p:tgtEl>
                                            <p:attrNameLst>
                                              <p:attrName>ppt_x</p:attrName>
                                            </p:attrNameLst>
                                          </p:cBhvr>
                                          <p:tavLst>
                                            <p:tav tm="0">
                                              <p:val>
                                                <p:strVal val="#ppt_x"/>
                                              </p:val>
                                            </p:tav>
                                            <p:tav tm="100000">
                                              <p:val>
                                                <p:strVal val="#ppt_x"/>
                                              </p:val>
                                            </p:tav>
                                          </p:tavLst>
                                        </p:anim>
                                        <p:anim calcmode="lin" valueType="num">
                                          <p:cBhvr additive="base">
                                            <p:cTn id="12" dur="1000" fill="hold"/>
                                            <p:tgtEl>
                                              <p:spTgt spid="37"/>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50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1000" fill="hold"/>
                                            <p:tgtEl>
                                              <p:spTgt spid="38"/>
                                            </p:tgtEl>
                                            <p:attrNameLst>
                                              <p:attrName>ppt_x</p:attrName>
                                            </p:attrNameLst>
                                          </p:cBhvr>
                                          <p:tavLst>
                                            <p:tav tm="0">
                                              <p:val>
                                                <p:strVal val="#ppt_x"/>
                                              </p:val>
                                            </p:tav>
                                            <p:tav tm="100000">
                                              <p:val>
                                                <p:strVal val="#ppt_x"/>
                                              </p:val>
                                            </p:tav>
                                          </p:tavLst>
                                        </p:anim>
                                        <p:anim calcmode="lin" valueType="num">
                                          <p:cBhvr additive="base">
                                            <p:cTn id="16" dur="10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stCondLst>
                                        <p:cond delay="750"/>
                                      </p:stCondLst>
                                      <p:childTnLst>
                                        <p:set>
                                          <p:cBhvr>
                                            <p:cTn id="18" dur="1" fill="hold">
                                              <p:stCondLst>
                                                <p:cond delay="0"/>
                                              </p:stCondLst>
                                            </p:cTn>
                                            <p:tgtEl>
                                              <p:spTgt spid="40"/>
                                            </p:tgtEl>
                                            <p:attrNameLst>
                                              <p:attrName>style.visibility</p:attrName>
                                            </p:attrNameLst>
                                          </p:cBhvr>
                                          <p:to>
                                            <p:strVal val="visible"/>
                                          </p:to>
                                        </p:set>
                                        <p:anim calcmode="lin" valueType="num">
                                          <p:cBhvr additive="base">
                                            <p:cTn id="19" dur="1000" fill="hold"/>
                                            <p:tgtEl>
                                              <p:spTgt spid="40"/>
                                            </p:tgtEl>
                                            <p:attrNameLst>
                                              <p:attrName>ppt_x</p:attrName>
                                            </p:attrNameLst>
                                          </p:cBhvr>
                                          <p:tavLst>
                                            <p:tav tm="0">
                                              <p:val>
                                                <p:strVal val="#ppt_x"/>
                                              </p:val>
                                            </p:tav>
                                            <p:tav tm="100000">
                                              <p:val>
                                                <p:strVal val="#ppt_x"/>
                                              </p:val>
                                            </p:tav>
                                          </p:tavLst>
                                        </p:anim>
                                        <p:anim calcmode="lin" valueType="num">
                                          <p:cBhvr additive="base">
                                            <p:cTn id="20" dur="1000" fill="hold"/>
                                            <p:tgtEl>
                                              <p:spTgt spid="40"/>
                                            </p:tgtEl>
                                            <p:attrNameLst>
                                              <p:attrName>ppt_y</p:attrName>
                                            </p:attrNameLst>
                                          </p:cBhvr>
                                          <p:tavLst>
                                            <p:tav tm="0">
                                              <p:val>
                                                <p:strVal val="0-#ppt_h/2"/>
                                              </p:val>
                                            </p:tav>
                                            <p:tav tm="100000">
                                              <p:val>
                                                <p:strVal val="#ppt_y"/>
                                              </p:val>
                                            </p:tav>
                                          </p:tavLst>
                                        </p:anim>
                                      </p:childTnLst>
                                    </p:cTn>
                                  </p:par>
                                  <p:par>
                                    <p:cTn id="21" presetID="2" presetClass="entr" presetSubtype="4" fill="hold" nodeType="withEffect">
                                      <p:stCondLst>
                                        <p:cond delay="1000"/>
                                      </p:stCondLst>
                                      <p:childTnLst>
                                        <p:set>
                                          <p:cBhvr>
                                            <p:cTn id="22" dur="1" fill="hold">
                                              <p:stCondLst>
                                                <p:cond delay="0"/>
                                              </p:stCondLst>
                                            </p:cTn>
                                            <p:tgtEl>
                                              <p:spTgt spid="39"/>
                                            </p:tgtEl>
                                            <p:attrNameLst>
                                              <p:attrName>style.visibility</p:attrName>
                                            </p:attrNameLst>
                                          </p:cBhvr>
                                          <p:to>
                                            <p:strVal val="visible"/>
                                          </p:to>
                                        </p:set>
                                        <p:anim calcmode="lin" valueType="num">
                                          <p:cBhvr additive="base">
                                            <p:cTn id="23" dur="1000" fill="hold"/>
                                            <p:tgtEl>
                                              <p:spTgt spid="39"/>
                                            </p:tgtEl>
                                            <p:attrNameLst>
                                              <p:attrName>ppt_x</p:attrName>
                                            </p:attrNameLst>
                                          </p:cBhvr>
                                          <p:tavLst>
                                            <p:tav tm="0">
                                              <p:val>
                                                <p:strVal val="#ppt_x"/>
                                              </p:val>
                                            </p:tav>
                                            <p:tav tm="100000">
                                              <p:val>
                                                <p:strVal val="#ppt_x"/>
                                              </p:val>
                                            </p:tav>
                                          </p:tavLst>
                                        </p:anim>
                                        <p:anim calcmode="lin" valueType="num">
                                          <p:cBhvr additive="base">
                                            <p:cTn id="24" dur="1000" fill="hold"/>
                                            <p:tgtEl>
                                              <p:spTgt spid="39"/>
                                            </p:tgtEl>
                                            <p:attrNameLst>
                                              <p:attrName>ppt_y</p:attrName>
                                            </p:attrNameLst>
                                          </p:cBhvr>
                                          <p:tavLst>
                                            <p:tav tm="0">
                                              <p:val>
                                                <p:strVal val="1+#ppt_h/2"/>
                                              </p:val>
                                            </p:tav>
                                            <p:tav tm="100000">
                                              <p:val>
                                                <p:strVal val="#ppt_y"/>
                                              </p:val>
                                            </p:tav>
                                          </p:tavLst>
                                        </p:anim>
                                      </p:childTnLst>
                                    </p:cTn>
                                  </p:par>
                                  <p:par>
                                    <p:cTn id="25" presetID="53" presetClass="entr" presetSubtype="16" fill="hold" grpId="0" nodeType="withEffect">
                                      <p:stCondLst>
                                        <p:cond delay="250"/>
                                      </p:stCondLst>
                                      <p:childTnLst>
                                        <p:set>
                                          <p:cBhvr>
                                            <p:cTn id="26" dur="1" fill="hold">
                                              <p:stCondLst>
                                                <p:cond delay="0"/>
                                              </p:stCondLst>
                                            </p:cTn>
                                            <p:tgtEl>
                                              <p:spTgt spid="20"/>
                                            </p:tgtEl>
                                            <p:attrNameLst>
                                              <p:attrName>style.visibility</p:attrName>
                                            </p:attrNameLst>
                                          </p:cBhvr>
                                          <p:to>
                                            <p:strVal val="visible"/>
                                          </p:to>
                                        </p:set>
                                        <p:anim calcmode="lin" valueType="num">
                                          <p:cBhvr>
                                            <p:cTn id="27" dur="750" fill="hold"/>
                                            <p:tgtEl>
                                              <p:spTgt spid="20"/>
                                            </p:tgtEl>
                                            <p:attrNameLst>
                                              <p:attrName>ppt_w</p:attrName>
                                            </p:attrNameLst>
                                          </p:cBhvr>
                                          <p:tavLst>
                                            <p:tav tm="0">
                                              <p:val>
                                                <p:fltVal val="0"/>
                                              </p:val>
                                            </p:tav>
                                            <p:tav tm="100000">
                                              <p:val>
                                                <p:strVal val="#ppt_w"/>
                                              </p:val>
                                            </p:tav>
                                          </p:tavLst>
                                        </p:anim>
                                        <p:anim calcmode="lin" valueType="num">
                                          <p:cBhvr>
                                            <p:cTn id="28" dur="750" fill="hold"/>
                                            <p:tgtEl>
                                              <p:spTgt spid="20"/>
                                            </p:tgtEl>
                                            <p:attrNameLst>
                                              <p:attrName>ppt_h</p:attrName>
                                            </p:attrNameLst>
                                          </p:cBhvr>
                                          <p:tavLst>
                                            <p:tav tm="0">
                                              <p:val>
                                                <p:fltVal val="0"/>
                                              </p:val>
                                            </p:tav>
                                            <p:tav tm="100000">
                                              <p:val>
                                                <p:strVal val="#ppt_h"/>
                                              </p:val>
                                            </p:tav>
                                          </p:tavLst>
                                        </p:anim>
                                        <p:animEffect transition="in" filter="fade">
                                          <p:cBhvr>
                                            <p:cTn id="29" dur="750"/>
                                            <p:tgtEl>
                                              <p:spTgt spid="20"/>
                                            </p:tgtEl>
                                          </p:cBhvr>
                                        </p:animEffect>
                                      </p:childTnLst>
                                    </p:cTn>
                                  </p:par>
                                  <p:par>
                                    <p:cTn id="30" presetID="53" presetClass="entr" presetSubtype="16" fill="hold" grpId="0" nodeType="withEffect">
                                      <p:stCondLst>
                                        <p:cond delay="500"/>
                                      </p:stCondLst>
                                      <p:childTnLst>
                                        <p:set>
                                          <p:cBhvr>
                                            <p:cTn id="31" dur="1" fill="hold">
                                              <p:stCondLst>
                                                <p:cond delay="0"/>
                                              </p:stCondLst>
                                            </p:cTn>
                                            <p:tgtEl>
                                              <p:spTgt spid="17"/>
                                            </p:tgtEl>
                                            <p:attrNameLst>
                                              <p:attrName>style.visibility</p:attrName>
                                            </p:attrNameLst>
                                          </p:cBhvr>
                                          <p:to>
                                            <p:strVal val="visible"/>
                                          </p:to>
                                        </p:set>
                                        <p:anim calcmode="lin" valueType="num">
                                          <p:cBhvr>
                                            <p:cTn id="32" dur="750" fill="hold"/>
                                            <p:tgtEl>
                                              <p:spTgt spid="17"/>
                                            </p:tgtEl>
                                            <p:attrNameLst>
                                              <p:attrName>ppt_w</p:attrName>
                                            </p:attrNameLst>
                                          </p:cBhvr>
                                          <p:tavLst>
                                            <p:tav tm="0">
                                              <p:val>
                                                <p:fltVal val="0"/>
                                              </p:val>
                                            </p:tav>
                                            <p:tav tm="100000">
                                              <p:val>
                                                <p:strVal val="#ppt_w"/>
                                              </p:val>
                                            </p:tav>
                                          </p:tavLst>
                                        </p:anim>
                                        <p:anim calcmode="lin" valueType="num">
                                          <p:cBhvr>
                                            <p:cTn id="33" dur="750" fill="hold"/>
                                            <p:tgtEl>
                                              <p:spTgt spid="17"/>
                                            </p:tgtEl>
                                            <p:attrNameLst>
                                              <p:attrName>ppt_h</p:attrName>
                                            </p:attrNameLst>
                                          </p:cBhvr>
                                          <p:tavLst>
                                            <p:tav tm="0">
                                              <p:val>
                                                <p:fltVal val="0"/>
                                              </p:val>
                                            </p:tav>
                                            <p:tav tm="100000">
                                              <p:val>
                                                <p:strVal val="#ppt_h"/>
                                              </p:val>
                                            </p:tav>
                                          </p:tavLst>
                                        </p:anim>
                                        <p:animEffect transition="in" filter="fade">
                                          <p:cBhvr>
                                            <p:cTn id="34" dur="750"/>
                                            <p:tgtEl>
                                              <p:spTgt spid="17"/>
                                            </p:tgtEl>
                                          </p:cBhvr>
                                        </p:animEffect>
                                      </p:childTnLst>
                                    </p:cTn>
                                  </p:par>
                                  <p:par>
                                    <p:cTn id="35" presetID="53" presetClass="entr" presetSubtype="16" fill="hold" grpId="0" nodeType="withEffect">
                                      <p:stCondLst>
                                        <p:cond delay="750"/>
                                      </p:stCondLst>
                                      <p:childTnLst>
                                        <p:set>
                                          <p:cBhvr>
                                            <p:cTn id="36" dur="1" fill="hold">
                                              <p:stCondLst>
                                                <p:cond delay="0"/>
                                              </p:stCondLst>
                                            </p:cTn>
                                            <p:tgtEl>
                                              <p:spTgt spid="19"/>
                                            </p:tgtEl>
                                            <p:attrNameLst>
                                              <p:attrName>style.visibility</p:attrName>
                                            </p:attrNameLst>
                                          </p:cBhvr>
                                          <p:to>
                                            <p:strVal val="visible"/>
                                          </p:to>
                                        </p:set>
                                        <p:anim calcmode="lin" valueType="num">
                                          <p:cBhvr>
                                            <p:cTn id="37" dur="750" fill="hold"/>
                                            <p:tgtEl>
                                              <p:spTgt spid="19"/>
                                            </p:tgtEl>
                                            <p:attrNameLst>
                                              <p:attrName>ppt_w</p:attrName>
                                            </p:attrNameLst>
                                          </p:cBhvr>
                                          <p:tavLst>
                                            <p:tav tm="0">
                                              <p:val>
                                                <p:fltVal val="0"/>
                                              </p:val>
                                            </p:tav>
                                            <p:tav tm="100000">
                                              <p:val>
                                                <p:strVal val="#ppt_w"/>
                                              </p:val>
                                            </p:tav>
                                          </p:tavLst>
                                        </p:anim>
                                        <p:anim calcmode="lin" valueType="num">
                                          <p:cBhvr>
                                            <p:cTn id="38" dur="750" fill="hold"/>
                                            <p:tgtEl>
                                              <p:spTgt spid="19"/>
                                            </p:tgtEl>
                                            <p:attrNameLst>
                                              <p:attrName>ppt_h</p:attrName>
                                            </p:attrNameLst>
                                          </p:cBhvr>
                                          <p:tavLst>
                                            <p:tav tm="0">
                                              <p:val>
                                                <p:fltVal val="0"/>
                                              </p:val>
                                            </p:tav>
                                            <p:tav tm="100000">
                                              <p:val>
                                                <p:strVal val="#ppt_h"/>
                                              </p:val>
                                            </p:tav>
                                          </p:tavLst>
                                        </p:anim>
                                        <p:animEffect transition="in" filter="fade">
                                          <p:cBhvr>
                                            <p:cTn id="39" dur="750"/>
                                            <p:tgtEl>
                                              <p:spTgt spid="19"/>
                                            </p:tgtEl>
                                          </p:cBhvr>
                                        </p:animEffect>
                                      </p:childTnLst>
                                    </p:cTn>
                                  </p:par>
                                  <p:par>
                                    <p:cTn id="40" presetID="53" presetClass="entr" presetSubtype="16" fill="hold" grpId="0" nodeType="withEffect">
                                      <p:stCondLst>
                                        <p:cond delay="1000"/>
                                      </p:stCondLst>
                                      <p:childTnLst>
                                        <p:set>
                                          <p:cBhvr>
                                            <p:cTn id="41" dur="1" fill="hold">
                                              <p:stCondLst>
                                                <p:cond delay="0"/>
                                              </p:stCondLst>
                                            </p:cTn>
                                            <p:tgtEl>
                                              <p:spTgt spid="18"/>
                                            </p:tgtEl>
                                            <p:attrNameLst>
                                              <p:attrName>style.visibility</p:attrName>
                                            </p:attrNameLst>
                                          </p:cBhvr>
                                          <p:to>
                                            <p:strVal val="visible"/>
                                          </p:to>
                                        </p:set>
                                        <p:anim calcmode="lin" valueType="num">
                                          <p:cBhvr>
                                            <p:cTn id="42" dur="750" fill="hold"/>
                                            <p:tgtEl>
                                              <p:spTgt spid="18"/>
                                            </p:tgtEl>
                                            <p:attrNameLst>
                                              <p:attrName>ppt_w</p:attrName>
                                            </p:attrNameLst>
                                          </p:cBhvr>
                                          <p:tavLst>
                                            <p:tav tm="0">
                                              <p:val>
                                                <p:fltVal val="0"/>
                                              </p:val>
                                            </p:tav>
                                            <p:tav tm="100000">
                                              <p:val>
                                                <p:strVal val="#ppt_w"/>
                                              </p:val>
                                            </p:tav>
                                          </p:tavLst>
                                        </p:anim>
                                        <p:anim calcmode="lin" valueType="num">
                                          <p:cBhvr>
                                            <p:cTn id="43" dur="750" fill="hold"/>
                                            <p:tgtEl>
                                              <p:spTgt spid="18"/>
                                            </p:tgtEl>
                                            <p:attrNameLst>
                                              <p:attrName>ppt_h</p:attrName>
                                            </p:attrNameLst>
                                          </p:cBhvr>
                                          <p:tavLst>
                                            <p:tav tm="0">
                                              <p:val>
                                                <p:fltVal val="0"/>
                                              </p:val>
                                            </p:tav>
                                            <p:tav tm="100000">
                                              <p:val>
                                                <p:strVal val="#ppt_h"/>
                                              </p:val>
                                            </p:tav>
                                          </p:tavLst>
                                        </p:anim>
                                        <p:animEffect transition="in" filter="fade">
                                          <p:cBhvr>
                                            <p:cTn id="44" dur="750"/>
                                            <p:tgtEl>
                                              <p:spTgt spid="18"/>
                                            </p:tgtEl>
                                          </p:cBhvr>
                                        </p:animEffect>
                                      </p:childTnLst>
                                    </p:cTn>
                                  </p:par>
                                  <p:par>
                                    <p:cTn id="45" presetID="53" presetClass="entr" presetSubtype="16" fill="hold" grpId="0" nodeType="withEffect">
                                      <p:stCondLst>
                                        <p:cond delay="1250"/>
                                      </p:stCondLst>
                                      <p:childTnLst>
                                        <p:set>
                                          <p:cBhvr>
                                            <p:cTn id="46" dur="1" fill="hold">
                                              <p:stCondLst>
                                                <p:cond delay="0"/>
                                              </p:stCondLst>
                                            </p:cTn>
                                            <p:tgtEl>
                                              <p:spTgt spid="16"/>
                                            </p:tgtEl>
                                            <p:attrNameLst>
                                              <p:attrName>style.visibility</p:attrName>
                                            </p:attrNameLst>
                                          </p:cBhvr>
                                          <p:to>
                                            <p:strVal val="visible"/>
                                          </p:to>
                                        </p:set>
                                        <p:anim calcmode="lin" valueType="num">
                                          <p:cBhvr>
                                            <p:cTn id="47" dur="750" fill="hold"/>
                                            <p:tgtEl>
                                              <p:spTgt spid="16"/>
                                            </p:tgtEl>
                                            <p:attrNameLst>
                                              <p:attrName>ppt_w</p:attrName>
                                            </p:attrNameLst>
                                          </p:cBhvr>
                                          <p:tavLst>
                                            <p:tav tm="0">
                                              <p:val>
                                                <p:fltVal val="0"/>
                                              </p:val>
                                            </p:tav>
                                            <p:tav tm="100000">
                                              <p:val>
                                                <p:strVal val="#ppt_w"/>
                                              </p:val>
                                            </p:tav>
                                          </p:tavLst>
                                        </p:anim>
                                        <p:anim calcmode="lin" valueType="num">
                                          <p:cBhvr>
                                            <p:cTn id="48" dur="750" fill="hold"/>
                                            <p:tgtEl>
                                              <p:spTgt spid="16"/>
                                            </p:tgtEl>
                                            <p:attrNameLst>
                                              <p:attrName>ppt_h</p:attrName>
                                            </p:attrNameLst>
                                          </p:cBhvr>
                                          <p:tavLst>
                                            <p:tav tm="0">
                                              <p:val>
                                                <p:fltVal val="0"/>
                                              </p:val>
                                            </p:tav>
                                            <p:tav tm="100000">
                                              <p:val>
                                                <p:strVal val="#ppt_h"/>
                                              </p:val>
                                            </p:tav>
                                          </p:tavLst>
                                        </p:anim>
                                        <p:animEffect transition="in" filter="fade">
                                          <p:cBhvr>
                                            <p:cTn id="49" dur="750"/>
                                            <p:tgtEl>
                                              <p:spTgt spid="16"/>
                                            </p:tgtEl>
                                          </p:cBhvr>
                                        </p:animEffect>
                                      </p:childTnLst>
                                    </p:cTn>
                                  </p:par>
                                  <p:par>
                                    <p:cTn id="50" presetID="2" presetClass="entr" presetSubtype="4" fill="hold" nodeType="withEffect">
                                      <p:stCondLst>
                                        <p:cond delay="500"/>
                                      </p:stCondLst>
                                      <p:childTnLst>
                                        <p:set>
                                          <p:cBhvr>
                                            <p:cTn id="51" dur="1" fill="hold">
                                              <p:stCondLst>
                                                <p:cond delay="0"/>
                                              </p:stCondLst>
                                            </p:cTn>
                                            <p:tgtEl>
                                              <p:spTgt spid="57"/>
                                            </p:tgtEl>
                                            <p:attrNameLst>
                                              <p:attrName>style.visibility</p:attrName>
                                            </p:attrNameLst>
                                          </p:cBhvr>
                                          <p:to>
                                            <p:strVal val="visible"/>
                                          </p:to>
                                        </p:set>
                                        <p:anim calcmode="lin" valueType="num">
                                          <p:cBhvr additive="base">
                                            <p:cTn id="52" dur="1000" fill="hold"/>
                                            <p:tgtEl>
                                              <p:spTgt spid="57"/>
                                            </p:tgtEl>
                                            <p:attrNameLst>
                                              <p:attrName>ppt_x</p:attrName>
                                            </p:attrNameLst>
                                          </p:cBhvr>
                                          <p:tavLst>
                                            <p:tav tm="0">
                                              <p:val>
                                                <p:strVal val="#ppt_x"/>
                                              </p:val>
                                            </p:tav>
                                            <p:tav tm="100000">
                                              <p:val>
                                                <p:strVal val="#ppt_x"/>
                                              </p:val>
                                            </p:tav>
                                          </p:tavLst>
                                        </p:anim>
                                        <p:anim calcmode="lin" valueType="num">
                                          <p:cBhvr additive="base">
                                            <p:cTn id="53" dur="1000" fill="hold"/>
                                            <p:tgtEl>
                                              <p:spTgt spid="57"/>
                                            </p:tgtEl>
                                            <p:attrNameLst>
                                              <p:attrName>ppt_y</p:attrName>
                                            </p:attrNameLst>
                                          </p:cBhvr>
                                          <p:tavLst>
                                            <p:tav tm="0">
                                              <p:val>
                                                <p:strVal val="1+#ppt_h/2"/>
                                              </p:val>
                                            </p:tav>
                                            <p:tav tm="100000">
                                              <p:val>
                                                <p:strVal val="#ppt_y"/>
                                              </p:val>
                                            </p:tav>
                                          </p:tavLst>
                                        </p:anim>
                                      </p:childTnLst>
                                    </p:cTn>
                                  </p:par>
                                  <p:par>
                                    <p:cTn id="54" presetID="2" presetClass="entr" presetSubtype="1" fill="hold" nodeType="withEffect">
                                      <p:stCondLst>
                                        <p:cond delay="750"/>
                                      </p:stCondLst>
                                      <p:childTnLst>
                                        <p:set>
                                          <p:cBhvr>
                                            <p:cTn id="55" dur="1" fill="hold">
                                              <p:stCondLst>
                                                <p:cond delay="0"/>
                                              </p:stCondLst>
                                            </p:cTn>
                                            <p:tgtEl>
                                              <p:spTgt spid="66"/>
                                            </p:tgtEl>
                                            <p:attrNameLst>
                                              <p:attrName>style.visibility</p:attrName>
                                            </p:attrNameLst>
                                          </p:cBhvr>
                                          <p:to>
                                            <p:strVal val="visible"/>
                                          </p:to>
                                        </p:set>
                                        <p:anim calcmode="lin" valueType="num">
                                          <p:cBhvr additive="base">
                                            <p:cTn id="56" dur="1000" fill="hold"/>
                                            <p:tgtEl>
                                              <p:spTgt spid="66"/>
                                            </p:tgtEl>
                                            <p:attrNameLst>
                                              <p:attrName>ppt_x</p:attrName>
                                            </p:attrNameLst>
                                          </p:cBhvr>
                                          <p:tavLst>
                                            <p:tav tm="0">
                                              <p:val>
                                                <p:strVal val="#ppt_x"/>
                                              </p:val>
                                            </p:tav>
                                            <p:tav tm="100000">
                                              <p:val>
                                                <p:strVal val="#ppt_x"/>
                                              </p:val>
                                            </p:tav>
                                          </p:tavLst>
                                        </p:anim>
                                        <p:anim calcmode="lin" valueType="num">
                                          <p:cBhvr additive="base">
                                            <p:cTn id="57" dur="1000" fill="hold"/>
                                            <p:tgtEl>
                                              <p:spTgt spid="66"/>
                                            </p:tgtEl>
                                            <p:attrNameLst>
                                              <p:attrName>ppt_y</p:attrName>
                                            </p:attrNameLst>
                                          </p:cBhvr>
                                          <p:tavLst>
                                            <p:tav tm="0">
                                              <p:val>
                                                <p:strVal val="0-#ppt_h/2"/>
                                              </p:val>
                                            </p:tav>
                                            <p:tav tm="100000">
                                              <p:val>
                                                <p:strVal val="#ppt_y"/>
                                              </p:val>
                                            </p:tav>
                                          </p:tavLst>
                                        </p:anim>
                                      </p:childTnLst>
                                    </p:cTn>
                                  </p:par>
                                  <p:par>
                                    <p:cTn id="58" presetID="2" presetClass="entr" presetSubtype="4" fill="hold" nodeType="withEffect">
                                      <p:stCondLst>
                                        <p:cond delay="1000"/>
                                      </p:stCondLst>
                                      <p:childTnLst>
                                        <p:set>
                                          <p:cBhvr>
                                            <p:cTn id="59" dur="1" fill="hold">
                                              <p:stCondLst>
                                                <p:cond delay="0"/>
                                              </p:stCondLst>
                                            </p:cTn>
                                            <p:tgtEl>
                                              <p:spTgt spid="60"/>
                                            </p:tgtEl>
                                            <p:attrNameLst>
                                              <p:attrName>style.visibility</p:attrName>
                                            </p:attrNameLst>
                                          </p:cBhvr>
                                          <p:to>
                                            <p:strVal val="visible"/>
                                          </p:to>
                                        </p:set>
                                        <p:anim calcmode="lin" valueType="num">
                                          <p:cBhvr additive="base">
                                            <p:cTn id="60" dur="1000" fill="hold"/>
                                            <p:tgtEl>
                                              <p:spTgt spid="60"/>
                                            </p:tgtEl>
                                            <p:attrNameLst>
                                              <p:attrName>ppt_x</p:attrName>
                                            </p:attrNameLst>
                                          </p:cBhvr>
                                          <p:tavLst>
                                            <p:tav tm="0">
                                              <p:val>
                                                <p:strVal val="#ppt_x"/>
                                              </p:val>
                                            </p:tav>
                                            <p:tav tm="100000">
                                              <p:val>
                                                <p:strVal val="#ppt_x"/>
                                              </p:val>
                                            </p:tav>
                                          </p:tavLst>
                                        </p:anim>
                                        <p:anim calcmode="lin" valueType="num">
                                          <p:cBhvr additive="base">
                                            <p:cTn id="61" dur="1000" fill="hold"/>
                                            <p:tgtEl>
                                              <p:spTgt spid="60"/>
                                            </p:tgtEl>
                                            <p:attrNameLst>
                                              <p:attrName>ppt_y</p:attrName>
                                            </p:attrNameLst>
                                          </p:cBhvr>
                                          <p:tavLst>
                                            <p:tav tm="0">
                                              <p:val>
                                                <p:strVal val="1+#ppt_h/2"/>
                                              </p:val>
                                            </p:tav>
                                            <p:tav tm="100000">
                                              <p:val>
                                                <p:strVal val="#ppt_y"/>
                                              </p:val>
                                            </p:tav>
                                          </p:tavLst>
                                        </p:anim>
                                      </p:childTnLst>
                                    </p:cTn>
                                  </p:par>
                                  <p:par>
                                    <p:cTn id="62" presetID="2" presetClass="entr" presetSubtype="1" fill="hold" nodeType="withEffect">
                                      <p:stCondLst>
                                        <p:cond delay="1250"/>
                                      </p:stCondLst>
                                      <p:childTnLst>
                                        <p:set>
                                          <p:cBhvr>
                                            <p:cTn id="63" dur="1" fill="hold">
                                              <p:stCondLst>
                                                <p:cond delay="0"/>
                                              </p:stCondLst>
                                            </p:cTn>
                                            <p:tgtEl>
                                              <p:spTgt spid="69"/>
                                            </p:tgtEl>
                                            <p:attrNameLst>
                                              <p:attrName>style.visibility</p:attrName>
                                            </p:attrNameLst>
                                          </p:cBhvr>
                                          <p:to>
                                            <p:strVal val="visible"/>
                                          </p:to>
                                        </p:set>
                                        <p:anim calcmode="lin" valueType="num">
                                          <p:cBhvr additive="base">
                                            <p:cTn id="64" dur="1000" fill="hold"/>
                                            <p:tgtEl>
                                              <p:spTgt spid="69"/>
                                            </p:tgtEl>
                                            <p:attrNameLst>
                                              <p:attrName>ppt_x</p:attrName>
                                            </p:attrNameLst>
                                          </p:cBhvr>
                                          <p:tavLst>
                                            <p:tav tm="0">
                                              <p:val>
                                                <p:strVal val="#ppt_x"/>
                                              </p:val>
                                            </p:tav>
                                            <p:tav tm="100000">
                                              <p:val>
                                                <p:strVal val="#ppt_x"/>
                                              </p:val>
                                            </p:tav>
                                          </p:tavLst>
                                        </p:anim>
                                        <p:anim calcmode="lin" valueType="num">
                                          <p:cBhvr additive="base">
                                            <p:cTn id="65" dur="1000" fill="hold"/>
                                            <p:tgtEl>
                                              <p:spTgt spid="69"/>
                                            </p:tgtEl>
                                            <p:attrNameLst>
                                              <p:attrName>ppt_y</p:attrName>
                                            </p:attrNameLst>
                                          </p:cBhvr>
                                          <p:tavLst>
                                            <p:tav tm="0">
                                              <p:val>
                                                <p:strVal val="0-#ppt_h/2"/>
                                              </p:val>
                                            </p:tav>
                                            <p:tav tm="100000">
                                              <p:val>
                                                <p:strVal val="#ppt_y"/>
                                              </p:val>
                                            </p:tav>
                                          </p:tavLst>
                                        </p:anim>
                                      </p:childTnLst>
                                    </p:cTn>
                                  </p:par>
                                  <p:par>
                                    <p:cTn id="66" presetID="2" presetClass="entr" presetSubtype="4" fill="hold" nodeType="withEffect">
                                      <p:stCondLst>
                                        <p:cond delay="1500"/>
                                      </p:stCondLst>
                                      <p:childTnLst>
                                        <p:set>
                                          <p:cBhvr>
                                            <p:cTn id="67" dur="1" fill="hold">
                                              <p:stCondLst>
                                                <p:cond delay="0"/>
                                              </p:stCondLst>
                                            </p:cTn>
                                            <p:tgtEl>
                                              <p:spTgt spid="63"/>
                                            </p:tgtEl>
                                            <p:attrNameLst>
                                              <p:attrName>style.visibility</p:attrName>
                                            </p:attrNameLst>
                                          </p:cBhvr>
                                          <p:to>
                                            <p:strVal val="visible"/>
                                          </p:to>
                                        </p:set>
                                        <p:anim calcmode="lin" valueType="num">
                                          <p:cBhvr additive="base">
                                            <p:cTn id="68" dur="1000" fill="hold"/>
                                            <p:tgtEl>
                                              <p:spTgt spid="63"/>
                                            </p:tgtEl>
                                            <p:attrNameLst>
                                              <p:attrName>ppt_x</p:attrName>
                                            </p:attrNameLst>
                                          </p:cBhvr>
                                          <p:tavLst>
                                            <p:tav tm="0">
                                              <p:val>
                                                <p:strVal val="#ppt_x"/>
                                              </p:val>
                                            </p:tav>
                                            <p:tav tm="100000">
                                              <p:val>
                                                <p:strVal val="#ppt_x"/>
                                              </p:val>
                                            </p:tav>
                                          </p:tavLst>
                                        </p:anim>
                                        <p:anim calcmode="lin" valueType="num">
                                          <p:cBhvr additive="base">
                                            <p:cTn id="69" dur="1000" fill="hold"/>
                                            <p:tgtEl>
                                              <p:spTgt spid="6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Lst>
      </p:timing>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80A19794-F2A6-49B4-91D1-D39683245518}"/>
              </a:ext>
            </a:extLst>
          </p:cNvPr>
          <p:cNvGrpSpPr/>
          <p:nvPr/>
        </p:nvGrpSpPr>
        <p:grpSpPr>
          <a:xfrm>
            <a:off x="2174875" y="1901825"/>
            <a:ext cx="7842251" cy="1766888"/>
            <a:chOff x="2174875" y="1901825"/>
            <a:chExt cx="7842251" cy="1766888"/>
          </a:xfrm>
        </p:grpSpPr>
        <p:grpSp>
          <p:nvGrpSpPr>
            <p:cNvPr id="1049" name="Group 1048">
              <a:extLst>
                <a:ext uri="{FF2B5EF4-FFF2-40B4-BE49-F238E27FC236}">
                  <a16:creationId xmlns:a16="http://schemas.microsoft.com/office/drawing/2014/main" id="{450B3E4C-C519-428E-937C-246A57779795}"/>
                </a:ext>
              </a:extLst>
            </p:cNvPr>
            <p:cNvGrpSpPr/>
            <p:nvPr/>
          </p:nvGrpSpPr>
          <p:grpSpPr>
            <a:xfrm>
              <a:off x="8497888" y="2146300"/>
              <a:ext cx="1519238" cy="1522413"/>
              <a:chOff x="8497888" y="2146300"/>
              <a:chExt cx="1519238" cy="1522413"/>
            </a:xfrm>
          </p:grpSpPr>
          <p:sp>
            <p:nvSpPr>
              <p:cNvPr id="9" name="Freeform 5">
                <a:extLst>
                  <a:ext uri="{FF2B5EF4-FFF2-40B4-BE49-F238E27FC236}">
                    <a16:creationId xmlns:a16="http://schemas.microsoft.com/office/drawing/2014/main" id="{7BD17695-539C-41DF-B147-FC1AA7D2CF7D}"/>
                  </a:ext>
                </a:extLst>
              </p:cNvPr>
              <p:cNvSpPr>
                <a:spLocks/>
              </p:cNvSpPr>
              <p:nvPr/>
            </p:nvSpPr>
            <p:spPr bwMode="auto">
              <a:xfrm>
                <a:off x="8497888" y="2146300"/>
                <a:ext cx="1519238" cy="1522413"/>
              </a:xfrm>
              <a:custGeom>
                <a:avLst/>
                <a:gdLst>
                  <a:gd name="T0" fmla="*/ 338 w 403"/>
                  <a:gd name="T1" fmla="*/ 0 h 403"/>
                  <a:gd name="T2" fmla="*/ 338 w 403"/>
                  <a:gd name="T3" fmla="*/ 338 h 403"/>
                  <a:gd name="T4" fmla="*/ 0 w 403"/>
                  <a:gd name="T5" fmla="*/ 338 h 403"/>
                  <a:gd name="T6" fmla="*/ 0 w 403"/>
                  <a:gd name="T7" fmla="*/ 403 h 403"/>
                  <a:gd name="T8" fmla="*/ 364 w 403"/>
                  <a:gd name="T9" fmla="*/ 403 h 403"/>
                  <a:gd name="T10" fmla="*/ 403 w 403"/>
                  <a:gd name="T11" fmla="*/ 364 h 403"/>
                  <a:gd name="T12" fmla="*/ 403 w 403"/>
                  <a:gd name="T13" fmla="*/ 338 h 403"/>
                  <a:gd name="T14" fmla="*/ 403 w 403"/>
                  <a:gd name="T15" fmla="*/ 51 h 403"/>
                  <a:gd name="T16" fmla="*/ 351 w 403"/>
                  <a:gd name="T17" fmla="*/ 0 h 403"/>
                  <a:gd name="T18" fmla="*/ 338 w 403"/>
                  <a:gd name="T19" fmla="*/ 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3" h="403">
                    <a:moveTo>
                      <a:pt x="338" y="0"/>
                    </a:moveTo>
                    <a:cubicBezTo>
                      <a:pt x="338" y="338"/>
                      <a:pt x="338" y="338"/>
                      <a:pt x="338" y="338"/>
                    </a:cubicBezTo>
                    <a:cubicBezTo>
                      <a:pt x="0" y="338"/>
                      <a:pt x="0" y="338"/>
                      <a:pt x="0" y="338"/>
                    </a:cubicBezTo>
                    <a:cubicBezTo>
                      <a:pt x="0" y="403"/>
                      <a:pt x="0" y="403"/>
                      <a:pt x="0" y="403"/>
                    </a:cubicBezTo>
                    <a:cubicBezTo>
                      <a:pt x="364" y="403"/>
                      <a:pt x="364" y="403"/>
                      <a:pt x="364" y="403"/>
                    </a:cubicBezTo>
                    <a:cubicBezTo>
                      <a:pt x="385" y="403"/>
                      <a:pt x="403" y="385"/>
                      <a:pt x="403" y="364"/>
                    </a:cubicBezTo>
                    <a:cubicBezTo>
                      <a:pt x="403" y="338"/>
                      <a:pt x="403" y="338"/>
                      <a:pt x="403" y="338"/>
                    </a:cubicBezTo>
                    <a:cubicBezTo>
                      <a:pt x="403" y="51"/>
                      <a:pt x="403" y="51"/>
                      <a:pt x="403" y="51"/>
                    </a:cubicBezTo>
                    <a:cubicBezTo>
                      <a:pt x="403" y="23"/>
                      <a:pt x="380" y="0"/>
                      <a:pt x="351" y="0"/>
                    </a:cubicBezTo>
                    <a:lnTo>
                      <a:pt x="338"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Rectangle 6">
                <a:extLst>
                  <a:ext uri="{FF2B5EF4-FFF2-40B4-BE49-F238E27FC236}">
                    <a16:creationId xmlns:a16="http://schemas.microsoft.com/office/drawing/2014/main" id="{8D4F1763-54DA-41E5-9B97-5BBDB50EB96B}"/>
                  </a:ext>
                </a:extLst>
              </p:cNvPr>
              <p:cNvSpPr>
                <a:spLocks noChangeArrowheads="1"/>
              </p:cNvSpPr>
              <p:nvPr/>
            </p:nvSpPr>
            <p:spPr bwMode="auto">
              <a:xfrm>
                <a:off x="8497888" y="3422650"/>
                <a:ext cx="485775" cy="246063"/>
              </a:xfrm>
              <a:prstGeom prst="rect">
                <a:avLst/>
              </a:prstGeom>
              <a:gradFill flip="none" rotWithShape="1">
                <a:gsLst>
                  <a:gs pos="0">
                    <a:schemeClr val="accent5">
                      <a:shade val="30000"/>
                      <a:satMod val="115000"/>
                    </a:schemeClr>
                  </a:gs>
                  <a:gs pos="100000">
                    <a:schemeClr val="accent5"/>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50" name="Group 1049">
              <a:extLst>
                <a:ext uri="{FF2B5EF4-FFF2-40B4-BE49-F238E27FC236}">
                  <a16:creationId xmlns:a16="http://schemas.microsoft.com/office/drawing/2014/main" id="{64131DCB-8CD3-43E6-974C-AAE05EA0FDEA}"/>
                </a:ext>
              </a:extLst>
            </p:cNvPr>
            <p:cNvGrpSpPr/>
            <p:nvPr/>
          </p:nvGrpSpPr>
          <p:grpSpPr>
            <a:xfrm>
              <a:off x="6978650" y="1901825"/>
              <a:ext cx="1662113" cy="1766888"/>
              <a:chOff x="6978650" y="1901825"/>
              <a:chExt cx="1662113" cy="1766888"/>
            </a:xfrm>
          </p:grpSpPr>
          <p:sp>
            <p:nvSpPr>
              <p:cNvPr id="13" name="Freeform 7">
                <a:extLst>
                  <a:ext uri="{FF2B5EF4-FFF2-40B4-BE49-F238E27FC236}">
                    <a16:creationId xmlns:a16="http://schemas.microsoft.com/office/drawing/2014/main" id="{8DC01575-E272-4626-89D6-437EE91DE872}"/>
                  </a:ext>
                </a:extLst>
              </p:cNvPr>
              <p:cNvSpPr>
                <a:spLocks/>
              </p:cNvSpPr>
              <p:nvPr/>
            </p:nvSpPr>
            <p:spPr bwMode="auto">
              <a:xfrm>
                <a:off x="6978650" y="1901825"/>
                <a:ext cx="1662113" cy="1766888"/>
              </a:xfrm>
              <a:custGeom>
                <a:avLst/>
                <a:gdLst>
                  <a:gd name="T0" fmla="*/ 403 w 441"/>
                  <a:gd name="T1" fmla="*/ 429 h 468"/>
                  <a:gd name="T2" fmla="*/ 403 w 441"/>
                  <a:gd name="T3" fmla="*/ 65 h 468"/>
                  <a:gd name="T4" fmla="*/ 403 w 441"/>
                  <a:gd name="T5" fmla="*/ 38 h 468"/>
                  <a:gd name="T6" fmla="*/ 364 w 441"/>
                  <a:gd name="T7" fmla="*/ 0 h 468"/>
                  <a:gd name="T8" fmla="*/ 0 w 441"/>
                  <a:gd name="T9" fmla="*/ 0 h 468"/>
                  <a:gd name="T10" fmla="*/ 0 w 441"/>
                  <a:gd name="T11" fmla="*/ 65 h 468"/>
                  <a:gd name="T12" fmla="*/ 338 w 441"/>
                  <a:gd name="T13" fmla="*/ 65 h 468"/>
                  <a:gd name="T14" fmla="*/ 338 w 441"/>
                  <a:gd name="T15" fmla="*/ 429 h 468"/>
                  <a:gd name="T16" fmla="*/ 376 w 441"/>
                  <a:gd name="T17" fmla="*/ 468 h 468"/>
                  <a:gd name="T18" fmla="*/ 441 w 441"/>
                  <a:gd name="T19" fmla="*/ 468 h 468"/>
                  <a:gd name="T20" fmla="*/ 403 w 441"/>
                  <a:gd name="T21" fmla="*/ 42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1" h="468">
                    <a:moveTo>
                      <a:pt x="403" y="429"/>
                    </a:moveTo>
                    <a:cubicBezTo>
                      <a:pt x="403" y="65"/>
                      <a:pt x="403" y="65"/>
                      <a:pt x="403" y="65"/>
                    </a:cubicBezTo>
                    <a:cubicBezTo>
                      <a:pt x="403" y="38"/>
                      <a:pt x="403" y="38"/>
                      <a:pt x="403" y="38"/>
                    </a:cubicBezTo>
                    <a:cubicBezTo>
                      <a:pt x="403" y="17"/>
                      <a:pt x="385" y="0"/>
                      <a:pt x="364" y="0"/>
                    </a:cubicBezTo>
                    <a:cubicBezTo>
                      <a:pt x="0" y="0"/>
                      <a:pt x="0" y="0"/>
                      <a:pt x="0" y="0"/>
                    </a:cubicBezTo>
                    <a:cubicBezTo>
                      <a:pt x="0" y="65"/>
                      <a:pt x="0" y="65"/>
                      <a:pt x="0" y="65"/>
                    </a:cubicBezTo>
                    <a:cubicBezTo>
                      <a:pt x="338" y="65"/>
                      <a:pt x="338" y="65"/>
                      <a:pt x="338" y="65"/>
                    </a:cubicBezTo>
                    <a:cubicBezTo>
                      <a:pt x="338" y="429"/>
                      <a:pt x="338" y="429"/>
                      <a:pt x="338" y="429"/>
                    </a:cubicBezTo>
                    <a:cubicBezTo>
                      <a:pt x="338" y="450"/>
                      <a:pt x="355" y="468"/>
                      <a:pt x="376" y="468"/>
                    </a:cubicBezTo>
                    <a:cubicBezTo>
                      <a:pt x="441" y="468"/>
                      <a:pt x="441" y="468"/>
                      <a:pt x="441" y="468"/>
                    </a:cubicBezTo>
                    <a:cubicBezTo>
                      <a:pt x="420" y="468"/>
                      <a:pt x="403" y="450"/>
                      <a:pt x="403" y="42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Rectangle 8">
                <a:extLst>
                  <a:ext uri="{FF2B5EF4-FFF2-40B4-BE49-F238E27FC236}">
                    <a16:creationId xmlns:a16="http://schemas.microsoft.com/office/drawing/2014/main" id="{A542F5B4-B9C6-4125-B757-23C22018F751}"/>
                  </a:ext>
                </a:extLst>
              </p:cNvPr>
              <p:cNvSpPr>
                <a:spLocks noChangeArrowheads="1"/>
              </p:cNvSpPr>
              <p:nvPr/>
            </p:nvSpPr>
            <p:spPr bwMode="auto">
              <a:xfrm>
                <a:off x="6978650" y="1901825"/>
                <a:ext cx="488950" cy="244475"/>
              </a:xfrm>
              <a:prstGeom prst="rect">
                <a:avLst/>
              </a:prstGeom>
              <a:gradFill flip="none" rotWithShape="1">
                <a:gsLst>
                  <a:gs pos="0">
                    <a:schemeClr val="accent4">
                      <a:shade val="30000"/>
                      <a:satMod val="115000"/>
                    </a:schemeClr>
                  </a:gs>
                  <a:gs pos="100000">
                    <a:schemeClr val="accent4"/>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51" name="Group 1050">
              <a:extLst>
                <a:ext uri="{FF2B5EF4-FFF2-40B4-BE49-F238E27FC236}">
                  <a16:creationId xmlns:a16="http://schemas.microsoft.com/office/drawing/2014/main" id="{2260B533-7BA0-4756-B5E2-4CE0AEA8BAC6}"/>
                </a:ext>
              </a:extLst>
            </p:cNvPr>
            <p:cNvGrpSpPr/>
            <p:nvPr/>
          </p:nvGrpSpPr>
          <p:grpSpPr>
            <a:xfrm>
              <a:off x="5459413" y="1901825"/>
              <a:ext cx="1665288" cy="1766888"/>
              <a:chOff x="5459413" y="1901825"/>
              <a:chExt cx="1665288" cy="1766888"/>
            </a:xfrm>
          </p:grpSpPr>
          <p:sp>
            <p:nvSpPr>
              <p:cNvPr id="36" name="Freeform 9">
                <a:extLst>
                  <a:ext uri="{FF2B5EF4-FFF2-40B4-BE49-F238E27FC236}">
                    <a16:creationId xmlns:a16="http://schemas.microsoft.com/office/drawing/2014/main" id="{C2102532-B79D-4103-878E-54ADEFC6EE3F}"/>
                  </a:ext>
                </a:extLst>
              </p:cNvPr>
              <p:cNvSpPr>
                <a:spLocks/>
              </p:cNvSpPr>
              <p:nvPr/>
            </p:nvSpPr>
            <p:spPr bwMode="auto">
              <a:xfrm>
                <a:off x="5459413" y="1901825"/>
                <a:ext cx="1665288" cy="1766888"/>
              </a:xfrm>
              <a:custGeom>
                <a:avLst/>
                <a:gdLst>
                  <a:gd name="T0" fmla="*/ 377 w 442"/>
                  <a:gd name="T1" fmla="*/ 0 h 468"/>
                  <a:gd name="T2" fmla="*/ 338 w 442"/>
                  <a:gd name="T3" fmla="*/ 38 h 468"/>
                  <a:gd name="T4" fmla="*/ 338 w 442"/>
                  <a:gd name="T5" fmla="*/ 403 h 468"/>
                  <a:gd name="T6" fmla="*/ 0 w 442"/>
                  <a:gd name="T7" fmla="*/ 403 h 468"/>
                  <a:gd name="T8" fmla="*/ 0 w 442"/>
                  <a:gd name="T9" fmla="*/ 468 h 468"/>
                  <a:gd name="T10" fmla="*/ 365 w 442"/>
                  <a:gd name="T11" fmla="*/ 468 h 468"/>
                  <a:gd name="T12" fmla="*/ 403 w 442"/>
                  <a:gd name="T13" fmla="*/ 429 h 468"/>
                  <a:gd name="T14" fmla="*/ 403 w 442"/>
                  <a:gd name="T15" fmla="*/ 403 h 468"/>
                  <a:gd name="T16" fmla="*/ 403 w 442"/>
                  <a:gd name="T17" fmla="*/ 38 h 468"/>
                  <a:gd name="T18" fmla="*/ 442 w 442"/>
                  <a:gd name="T19" fmla="*/ 0 h 468"/>
                  <a:gd name="T20" fmla="*/ 377 w 442"/>
                  <a:gd name="T21"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2" h="468">
                    <a:moveTo>
                      <a:pt x="377" y="0"/>
                    </a:moveTo>
                    <a:cubicBezTo>
                      <a:pt x="356" y="0"/>
                      <a:pt x="338" y="17"/>
                      <a:pt x="338" y="38"/>
                    </a:cubicBezTo>
                    <a:cubicBezTo>
                      <a:pt x="338" y="403"/>
                      <a:pt x="338" y="403"/>
                      <a:pt x="338" y="403"/>
                    </a:cubicBezTo>
                    <a:cubicBezTo>
                      <a:pt x="0" y="403"/>
                      <a:pt x="0" y="403"/>
                      <a:pt x="0" y="403"/>
                    </a:cubicBezTo>
                    <a:cubicBezTo>
                      <a:pt x="0" y="468"/>
                      <a:pt x="0" y="468"/>
                      <a:pt x="0" y="468"/>
                    </a:cubicBezTo>
                    <a:cubicBezTo>
                      <a:pt x="365" y="468"/>
                      <a:pt x="365" y="468"/>
                      <a:pt x="365" y="468"/>
                    </a:cubicBezTo>
                    <a:cubicBezTo>
                      <a:pt x="386" y="468"/>
                      <a:pt x="403" y="450"/>
                      <a:pt x="403" y="429"/>
                    </a:cubicBezTo>
                    <a:cubicBezTo>
                      <a:pt x="403" y="403"/>
                      <a:pt x="403" y="403"/>
                      <a:pt x="403" y="403"/>
                    </a:cubicBezTo>
                    <a:cubicBezTo>
                      <a:pt x="403" y="38"/>
                      <a:pt x="403" y="38"/>
                      <a:pt x="403" y="38"/>
                    </a:cubicBezTo>
                    <a:cubicBezTo>
                      <a:pt x="403" y="17"/>
                      <a:pt x="420" y="0"/>
                      <a:pt x="442" y="0"/>
                    </a:cubicBezTo>
                    <a:lnTo>
                      <a:pt x="377"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Rectangle 10">
                <a:extLst>
                  <a:ext uri="{FF2B5EF4-FFF2-40B4-BE49-F238E27FC236}">
                    <a16:creationId xmlns:a16="http://schemas.microsoft.com/office/drawing/2014/main" id="{118A72E6-BD88-487A-AF1F-36CC5198774E}"/>
                  </a:ext>
                </a:extLst>
              </p:cNvPr>
              <p:cNvSpPr>
                <a:spLocks noChangeArrowheads="1"/>
              </p:cNvSpPr>
              <p:nvPr/>
            </p:nvSpPr>
            <p:spPr bwMode="auto">
              <a:xfrm>
                <a:off x="5459413" y="3422650"/>
                <a:ext cx="488950" cy="246063"/>
              </a:xfrm>
              <a:prstGeom prst="rect">
                <a:avLst/>
              </a:prstGeom>
              <a:gradFill flip="none" rotWithShape="1">
                <a:gsLst>
                  <a:gs pos="0">
                    <a:schemeClr val="accent3">
                      <a:shade val="30000"/>
                      <a:satMod val="115000"/>
                    </a:schemeClr>
                  </a:gs>
                  <a:gs pos="100000">
                    <a:schemeClr val="accent3"/>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52" name="Group 1051">
              <a:extLst>
                <a:ext uri="{FF2B5EF4-FFF2-40B4-BE49-F238E27FC236}">
                  <a16:creationId xmlns:a16="http://schemas.microsoft.com/office/drawing/2014/main" id="{43F4EC7C-4BB2-413B-94A1-AB0C0C0A543B}"/>
                </a:ext>
              </a:extLst>
            </p:cNvPr>
            <p:cNvGrpSpPr/>
            <p:nvPr/>
          </p:nvGrpSpPr>
          <p:grpSpPr>
            <a:xfrm>
              <a:off x="3940175" y="1901825"/>
              <a:ext cx="1665288" cy="1766888"/>
              <a:chOff x="3940175" y="1901825"/>
              <a:chExt cx="1665288" cy="1766888"/>
            </a:xfrm>
          </p:grpSpPr>
          <p:sp>
            <p:nvSpPr>
              <p:cNvPr id="38" name="Freeform 11">
                <a:extLst>
                  <a:ext uri="{FF2B5EF4-FFF2-40B4-BE49-F238E27FC236}">
                    <a16:creationId xmlns:a16="http://schemas.microsoft.com/office/drawing/2014/main" id="{405E38BC-D0E6-4E89-8235-B6247B750543}"/>
                  </a:ext>
                </a:extLst>
              </p:cNvPr>
              <p:cNvSpPr>
                <a:spLocks/>
              </p:cNvSpPr>
              <p:nvPr/>
            </p:nvSpPr>
            <p:spPr bwMode="auto">
              <a:xfrm>
                <a:off x="3940175" y="1901825"/>
                <a:ext cx="1665288" cy="1766888"/>
              </a:xfrm>
              <a:custGeom>
                <a:avLst/>
                <a:gdLst>
                  <a:gd name="T0" fmla="*/ 403 w 442"/>
                  <a:gd name="T1" fmla="*/ 429 h 468"/>
                  <a:gd name="T2" fmla="*/ 403 w 442"/>
                  <a:gd name="T3" fmla="*/ 65 h 468"/>
                  <a:gd name="T4" fmla="*/ 403 w 442"/>
                  <a:gd name="T5" fmla="*/ 38 h 468"/>
                  <a:gd name="T6" fmla="*/ 365 w 442"/>
                  <a:gd name="T7" fmla="*/ 0 h 468"/>
                  <a:gd name="T8" fmla="*/ 0 w 442"/>
                  <a:gd name="T9" fmla="*/ 0 h 468"/>
                  <a:gd name="T10" fmla="*/ 0 w 442"/>
                  <a:gd name="T11" fmla="*/ 65 h 468"/>
                  <a:gd name="T12" fmla="*/ 338 w 442"/>
                  <a:gd name="T13" fmla="*/ 65 h 468"/>
                  <a:gd name="T14" fmla="*/ 338 w 442"/>
                  <a:gd name="T15" fmla="*/ 429 h 468"/>
                  <a:gd name="T16" fmla="*/ 377 w 442"/>
                  <a:gd name="T17" fmla="*/ 468 h 468"/>
                  <a:gd name="T18" fmla="*/ 442 w 442"/>
                  <a:gd name="T19" fmla="*/ 468 h 468"/>
                  <a:gd name="T20" fmla="*/ 403 w 442"/>
                  <a:gd name="T21" fmla="*/ 42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2" h="468">
                    <a:moveTo>
                      <a:pt x="403" y="429"/>
                    </a:moveTo>
                    <a:cubicBezTo>
                      <a:pt x="403" y="65"/>
                      <a:pt x="403" y="65"/>
                      <a:pt x="403" y="65"/>
                    </a:cubicBezTo>
                    <a:cubicBezTo>
                      <a:pt x="403" y="38"/>
                      <a:pt x="403" y="38"/>
                      <a:pt x="403" y="38"/>
                    </a:cubicBezTo>
                    <a:cubicBezTo>
                      <a:pt x="403" y="17"/>
                      <a:pt x="386" y="0"/>
                      <a:pt x="365" y="0"/>
                    </a:cubicBezTo>
                    <a:cubicBezTo>
                      <a:pt x="0" y="0"/>
                      <a:pt x="0" y="0"/>
                      <a:pt x="0" y="0"/>
                    </a:cubicBezTo>
                    <a:cubicBezTo>
                      <a:pt x="0" y="65"/>
                      <a:pt x="0" y="65"/>
                      <a:pt x="0" y="65"/>
                    </a:cubicBezTo>
                    <a:cubicBezTo>
                      <a:pt x="338" y="65"/>
                      <a:pt x="338" y="65"/>
                      <a:pt x="338" y="65"/>
                    </a:cubicBezTo>
                    <a:cubicBezTo>
                      <a:pt x="338" y="429"/>
                      <a:pt x="338" y="429"/>
                      <a:pt x="338" y="429"/>
                    </a:cubicBezTo>
                    <a:cubicBezTo>
                      <a:pt x="338" y="450"/>
                      <a:pt x="356" y="468"/>
                      <a:pt x="377" y="468"/>
                    </a:cubicBezTo>
                    <a:cubicBezTo>
                      <a:pt x="442" y="468"/>
                      <a:pt x="442" y="468"/>
                      <a:pt x="442" y="468"/>
                    </a:cubicBezTo>
                    <a:cubicBezTo>
                      <a:pt x="420" y="468"/>
                      <a:pt x="403" y="450"/>
                      <a:pt x="403" y="4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39" name="Rectangle 13">
                <a:extLst>
                  <a:ext uri="{FF2B5EF4-FFF2-40B4-BE49-F238E27FC236}">
                    <a16:creationId xmlns:a16="http://schemas.microsoft.com/office/drawing/2014/main" id="{49194AFC-96C4-4D46-873D-BC319A2CF507}"/>
                  </a:ext>
                </a:extLst>
              </p:cNvPr>
              <p:cNvSpPr>
                <a:spLocks noChangeArrowheads="1"/>
              </p:cNvSpPr>
              <p:nvPr/>
            </p:nvSpPr>
            <p:spPr bwMode="auto">
              <a:xfrm>
                <a:off x="3940175" y="1901825"/>
                <a:ext cx="488950" cy="244475"/>
              </a:xfrm>
              <a:prstGeom prst="rect">
                <a:avLst/>
              </a:prstGeom>
              <a:gradFill flip="none" rotWithShape="1">
                <a:gsLst>
                  <a:gs pos="0">
                    <a:schemeClr val="accent2">
                      <a:lumMod val="75000"/>
                    </a:schemeClr>
                  </a:gs>
                  <a:gs pos="100000">
                    <a:schemeClr val="accent2"/>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40" name="Freeform 14">
              <a:extLst>
                <a:ext uri="{FF2B5EF4-FFF2-40B4-BE49-F238E27FC236}">
                  <a16:creationId xmlns:a16="http://schemas.microsoft.com/office/drawing/2014/main" id="{74531268-68FD-480A-83BF-A7BE78CD7340}"/>
                </a:ext>
              </a:extLst>
            </p:cNvPr>
            <p:cNvSpPr>
              <a:spLocks/>
            </p:cNvSpPr>
            <p:nvPr/>
          </p:nvSpPr>
          <p:spPr bwMode="auto">
            <a:xfrm>
              <a:off x="2174875" y="1901825"/>
              <a:ext cx="1911350" cy="1766888"/>
            </a:xfrm>
            <a:custGeom>
              <a:avLst/>
              <a:gdLst>
                <a:gd name="T0" fmla="*/ 442 w 507"/>
                <a:gd name="T1" fmla="*/ 0 h 468"/>
                <a:gd name="T2" fmla="*/ 403 w 507"/>
                <a:gd name="T3" fmla="*/ 38 h 468"/>
                <a:gd name="T4" fmla="*/ 403 w 507"/>
                <a:gd name="T5" fmla="*/ 403 h 468"/>
                <a:gd name="T6" fmla="*/ 65 w 507"/>
                <a:gd name="T7" fmla="*/ 403 h 468"/>
                <a:gd name="T8" fmla="*/ 65 w 507"/>
                <a:gd name="T9" fmla="*/ 74 h 468"/>
                <a:gd name="T10" fmla="*/ 51 w 507"/>
                <a:gd name="T11" fmla="*/ 74 h 468"/>
                <a:gd name="T12" fmla="*/ 0 w 507"/>
                <a:gd name="T13" fmla="*/ 126 h 468"/>
                <a:gd name="T14" fmla="*/ 0 w 507"/>
                <a:gd name="T15" fmla="*/ 429 h 468"/>
                <a:gd name="T16" fmla="*/ 39 w 507"/>
                <a:gd name="T17" fmla="*/ 468 h 468"/>
                <a:gd name="T18" fmla="*/ 430 w 507"/>
                <a:gd name="T19" fmla="*/ 468 h 468"/>
                <a:gd name="T20" fmla="*/ 468 w 507"/>
                <a:gd name="T21" fmla="*/ 429 h 468"/>
                <a:gd name="T22" fmla="*/ 468 w 507"/>
                <a:gd name="T23" fmla="*/ 403 h 468"/>
                <a:gd name="T24" fmla="*/ 468 w 507"/>
                <a:gd name="T25" fmla="*/ 38 h 468"/>
                <a:gd name="T26" fmla="*/ 507 w 507"/>
                <a:gd name="T27" fmla="*/ 0 h 468"/>
                <a:gd name="T28" fmla="*/ 442 w 507"/>
                <a:gd name="T2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7" h="468">
                  <a:moveTo>
                    <a:pt x="442" y="0"/>
                  </a:moveTo>
                  <a:cubicBezTo>
                    <a:pt x="420" y="0"/>
                    <a:pt x="403" y="17"/>
                    <a:pt x="403" y="38"/>
                  </a:cubicBezTo>
                  <a:cubicBezTo>
                    <a:pt x="403" y="403"/>
                    <a:pt x="403" y="403"/>
                    <a:pt x="403" y="403"/>
                  </a:cubicBezTo>
                  <a:cubicBezTo>
                    <a:pt x="65" y="403"/>
                    <a:pt x="65" y="403"/>
                    <a:pt x="65" y="403"/>
                  </a:cubicBezTo>
                  <a:cubicBezTo>
                    <a:pt x="65" y="74"/>
                    <a:pt x="65" y="74"/>
                    <a:pt x="65" y="74"/>
                  </a:cubicBezTo>
                  <a:cubicBezTo>
                    <a:pt x="51" y="74"/>
                    <a:pt x="51" y="74"/>
                    <a:pt x="51" y="74"/>
                  </a:cubicBezTo>
                  <a:cubicBezTo>
                    <a:pt x="23" y="74"/>
                    <a:pt x="0" y="97"/>
                    <a:pt x="0" y="126"/>
                  </a:cubicBezTo>
                  <a:cubicBezTo>
                    <a:pt x="0" y="429"/>
                    <a:pt x="0" y="429"/>
                    <a:pt x="0" y="429"/>
                  </a:cubicBezTo>
                  <a:cubicBezTo>
                    <a:pt x="0" y="450"/>
                    <a:pt x="17" y="468"/>
                    <a:pt x="39" y="468"/>
                  </a:cubicBezTo>
                  <a:cubicBezTo>
                    <a:pt x="430" y="468"/>
                    <a:pt x="430" y="468"/>
                    <a:pt x="430" y="468"/>
                  </a:cubicBezTo>
                  <a:cubicBezTo>
                    <a:pt x="451" y="468"/>
                    <a:pt x="468" y="450"/>
                    <a:pt x="468" y="429"/>
                  </a:cubicBezTo>
                  <a:cubicBezTo>
                    <a:pt x="468" y="403"/>
                    <a:pt x="468" y="403"/>
                    <a:pt x="468" y="403"/>
                  </a:cubicBezTo>
                  <a:cubicBezTo>
                    <a:pt x="468" y="38"/>
                    <a:pt x="468" y="38"/>
                    <a:pt x="468" y="38"/>
                  </a:cubicBezTo>
                  <a:cubicBezTo>
                    <a:pt x="468" y="17"/>
                    <a:pt x="485" y="0"/>
                    <a:pt x="507" y="0"/>
                  </a:cubicBezTo>
                  <a:lnTo>
                    <a:pt x="442"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44" name="Group 1043">
            <a:extLst>
              <a:ext uri="{FF2B5EF4-FFF2-40B4-BE49-F238E27FC236}">
                <a16:creationId xmlns:a16="http://schemas.microsoft.com/office/drawing/2014/main" id="{CFB152DC-D64E-4071-AC2B-E3509143B1A9}"/>
              </a:ext>
            </a:extLst>
          </p:cNvPr>
          <p:cNvGrpSpPr/>
          <p:nvPr/>
        </p:nvGrpSpPr>
        <p:grpSpPr>
          <a:xfrm>
            <a:off x="2420938" y="2146300"/>
            <a:ext cx="1273175" cy="1276350"/>
            <a:chOff x="2420938" y="2146300"/>
            <a:chExt cx="1273175" cy="1276350"/>
          </a:xfrm>
          <a:effectLst>
            <a:outerShdw blurRad="139700" dist="88900" dir="2700000" algn="tl" rotWithShape="0">
              <a:prstClr val="black">
                <a:alpha val="40000"/>
              </a:prstClr>
            </a:outerShdw>
          </a:effectLst>
        </p:grpSpPr>
        <p:sp>
          <p:nvSpPr>
            <p:cNvPr id="49" name="Freeform 23">
              <a:extLst>
                <a:ext uri="{FF2B5EF4-FFF2-40B4-BE49-F238E27FC236}">
                  <a16:creationId xmlns:a16="http://schemas.microsoft.com/office/drawing/2014/main" id="{A3DE8F5F-40A6-4A5C-BEF2-192601FB73CE}"/>
                </a:ext>
              </a:extLst>
            </p:cNvPr>
            <p:cNvSpPr>
              <a:spLocks/>
            </p:cNvSpPr>
            <p:nvPr/>
          </p:nvSpPr>
          <p:spPr bwMode="auto">
            <a:xfrm>
              <a:off x="2420938" y="2146300"/>
              <a:ext cx="1273175" cy="1276350"/>
            </a:xfrm>
            <a:custGeom>
              <a:avLst/>
              <a:gdLst>
                <a:gd name="T0" fmla="*/ 338 w 338"/>
                <a:gd name="T1" fmla="*/ 322 h 338"/>
                <a:gd name="T2" fmla="*/ 323 w 338"/>
                <a:gd name="T3" fmla="*/ 338 h 338"/>
                <a:gd name="T4" fmla="*/ 16 w 338"/>
                <a:gd name="T5" fmla="*/ 338 h 338"/>
                <a:gd name="T6" fmla="*/ 0 w 338"/>
                <a:gd name="T7" fmla="*/ 322 h 338"/>
                <a:gd name="T8" fmla="*/ 0 w 338"/>
                <a:gd name="T9" fmla="*/ 15 h 338"/>
                <a:gd name="T10" fmla="*/ 16 w 338"/>
                <a:gd name="T11" fmla="*/ 0 h 338"/>
                <a:gd name="T12" fmla="*/ 323 w 338"/>
                <a:gd name="T13" fmla="*/ 0 h 338"/>
                <a:gd name="T14" fmla="*/ 338 w 338"/>
                <a:gd name="T15" fmla="*/ 15 h 338"/>
                <a:gd name="T16" fmla="*/ 338 w 338"/>
                <a:gd name="T17" fmla="*/ 322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38">
                  <a:moveTo>
                    <a:pt x="338" y="322"/>
                  </a:moveTo>
                  <a:cubicBezTo>
                    <a:pt x="338" y="331"/>
                    <a:pt x="331" y="338"/>
                    <a:pt x="323" y="338"/>
                  </a:cubicBezTo>
                  <a:cubicBezTo>
                    <a:pt x="16" y="338"/>
                    <a:pt x="16" y="338"/>
                    <a:pt x="16" y="338"/>
                  </a:cubicBezTo>
                  <a:cubicBezTo>
                    <a:pt x="7" y="338"/>
                    <a:pt x="0" y="331"/>
                    <a:pt x="0" y="322"/>
                  </a:cubicBezTo>
                  <a:cubicBezTo>
                    <a:pt x="0" y="15"/>
                    <a:pt x="0" y="15"/>
                    <a:pt x="0" y="15"/>
                  </a:cubicBezTo>
                  <a:cubicBezTo>
                    <a:pt x="0" y="6"/>
                    <a:pt x="7" y="0"/>
                    <a:pt x="16" y="0"/>
                  </a:cubicBezTo>
                  <a:cubicBezTo>
                    <a:pt x="323" y="0"/>
                    <a:pt x="323" y="0"/>
                    <a:pt x="323" y="0"/>
                  </a:cubicBezTo>
                  <a:cubicBezTo>
                    <a:pt x="331" y="0"/>
                    <a:pt x="338" y="6"/>
                    <a:pt x="338" y="15"/>
                  </a:cubicBezTo>
                  <a:lnTo>
                    <a:pt x="338" y="322"/>
                  </a:lnTo>
                  <a:close/>
                </a:path>
              </a:pathLst>
            </a:cu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0" name="Freeform 24">
              <a:extLst>
                <a:ext uri="{FF2B5EF4-FFF2-40B4-BE49-F238E27FC236}">
                  <a16:creationId xmlns:a16="http://schemas.microsoft.com/office/drawing/2014/main" id="{99D7AEE9-672F-4B6F-A22B-E642E7743A40}"/>
                </a:ext>
              </a:extLst>
            </p:cNvPr>
            <p:cNvSpPr>
              <a:spLocks/>
            </p:cNvSpPr>
            <p:nvPr/>
          </p:nvSpPr>
          <p:spPr bwMode="auto">
            <a:xfrm>
              <a:off x="2443163" y="2165350"/>
              <a:ext cx="1228725" cy="1235075"/>
            </a:xfrm>
            <a:custGeom>
              <a:avLst/>
              <a:gdLst>
                <a:gd name="T0" fmla="*/ 10 w 326"/>
                <a:gd name="T1" fmla="*/ 327 h 327"/>
                <a:gd name="T2" fmla="*/ 0 w 326"/>
                <a:gd name="T3" fmla="*/ 317 h 327"/>
                <a:gd name="T4" fmla="*/ 0 w 326"/>
                <a:gd name="T5" fmla="*/ 10 h 327"/>
                <a:gd name="T6" fmla="*/ 10 w 326"/>
                <a:gd name="T7" fmla="*/ 0 h 327"/>
                <a:gd name="T8" fmla="*/ 317 w 326"/>
                <a:gd name="T9" fmla="*/ 0 h 327"/>
                <a:gd name="T10" fmla="*/ 326 w 326"/>
                <a:gd name="T11" fmla="*/ 10 h 327"/>
                <a:gd name="T12" fmla="*/ 326 w 326"/>
                <a:gd name="T13" fmla="*/ 317 h 327"/>
                <a:gd name="T14" fmla="*/ 317 w 326"/>
                <a:gd name="T15" fmla="*/ 327 h 327"/>
                <a:gd name="T16" fmla="*/ 10 w 326"/>
                <a:gd name="T17" fmla="*/ 327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327">
                  <a:moveTo>
                    <a:pt x="10" y="327"/>
                  </a:moveTo>
                  <a:cubicBezTo>
                    <a:pt x="4" y="327"/>
                    <a:pt x="0" y="323"/>
                    <a:pt x="0" y="317"/>
                  </a:cubicBezTo>
                  <a:cubicBezTo>
                    <a:pt x="0" y="10"/>
                    <a:pt x="0" y="10"/>
                    <a:pt x="0" y="10"/>
                  </a:cubicBezTo>
                  <a:cubicBezTo>
                    <a:pt x="0" y="5"/>
                    <a:pt x="4" y="0"/>
                    <a:pt x="10" y="0"/>
                  </a:cubicBezTo>
                  <a:cubicBezTo>
                    <a:pt x="317" y="0"/>
                    <a:pt x="317" y="0"/>
                    <a:pt x="317" y="0"/>
                  </a:cubicBezTo>
                  <a:cubicBezTo>
                    <a:pt x="322" y="0"/>
                    <a:pt x="326" y="5"/>
                    <a:pt x="326" y="10"/>
                  </a:cubicBezTo>
                  <a:cubicBezTo>
                    <a:pt x="326" y="317"/>
                    <a:pt x="326" y="317"/>
                    <a:pt x="326" y="317"/>
                  </a:cubicBezTo>
                  <a:cubicBezTo>
                    <a:pt x="326" y="323"/>
                    <a:pt x="322" y="327"/>
                    <a:pt x="317" y="327"/>
                  </a:cubicBezTo>
                  <a:lnTo>
                    <a:pt x="10" y="327"/>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6" name="Freeform 30">
              <a:extLst>
                <a:ext uri="{FF2B5EF4-FFF2-40B4-BE49-F238E27FC236}">
                  <a16:creationId xmlns:a16="http://schemas.microsoft.com/office/drawing/2014/main" id="{434AF9C0-AFC8-44C0-85A9-42FEB1BA2637}"/>
                </a:ext>
              </a:extLst>
            </p:cNvPr>
            <p:cNvSpPr>
              <a:spLocks/>
            </p:cNvSpPr>
            <p:nvPr/>
          </p:nvSpPr>
          <p:spPr bwMode="auto">
            <a:xfrm>
              <a:off x="2536825" y="2263775"/>
              <a:ext cx="1041400" cy="1038225"/>
            </a:xfrm>
            <a:custGeom>
              <a:avLst/>
              <a:gdLst>
                <a:gd name="T0" fmla="*/ 8 w 276"/>
                <a:gd name="T1" fmla="*/ 275 h 275"/>
                <a:gd name="T2" fmla="*/ 0 w 276"/>
                <a:gd name="T3" fmla="*/ 267 h 275"/>
                <a:gd name="T4" fmla="*/ 0 w 276"/>
                <a:gd name="T5" fmla="*/ 8 h 275"/>
                <a:gd name="T6" fmla="*/ 8 w 276"/>
                <a:gd name="T7" fmla="*/ 0 h 275"/>
                <a:gd name="T8" fmla="*/ 268 w 276"/>
                <a:gd name="T9" fmla="*/ 0 h 275"/>
                <a:gd name="T10" fmla="*/ 276 w 276"/>
                <a:gd name="T11" fmla="*/ 8 h 275"/>
                <a:gd name="T12" fmla="*/ 276 w 276"/>
                <a:gd name="T13" fmla="*/ 267 h 275"/>
                <a:gd name="T14" fmla="*/ 268 w 276"/>
                <a:gd name="T15" fmla="*/ 275 h 275"/>
                <a:gd name="T16" fmla="*/ 8 w 276"/>
                <a:gd name="T17"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75">
                  <a:moveTo>
                    <a:pt x="8" y="275"/>
                  </a:moveTo>
                  <a:cubicBezTo>
                    <a:pt x="4" y="275"/>
                    <a:pt x="0" y="272"/>
                    <a:pt x="0" y="267"/>
                  </a:cubicBezTo>
                  <a:cubicBezTo>
                    <a:pt x="0" y="8"/>
                    <a:pt x="0" y="8"/>
                    <a:pt x="0" y="8"/>
                  </a:cubicBezTo>
                  <a:cubicBezTo>
                    <a:pt x="0" y="3"/>
                    <a:pt x="4" y="0"/>
                    <a:pt x="8" y="0"/>
                  </a:cubicBezTo>
                  <a:cubicBezTo>
                    <a:pt x="268" y="0"/>
                    <a:pt x="268" y="0"/>
                    <a:pt x="268" y="0"/>
                  </a:cubicBezTo>
                  <a:cubicBezTo>
                    <a:pt x="272" y="0"/>
                    <a:pt x="276" y="3"/>
                    <a:pt x="276" y="8"/>
                  </a:cubicBezTo>
                  <a:cubicBezTo>
                    <a:pt x="276" y="267"/>
                    <a:pt x="276" y="267"/>
                    <a:pt x="276" y="267"/>
                  </a:cubicBezTo>
                  <a:cubicBezTo>
                    <a:pt x="276" y="272"/>
                    <a:pt x="272" y="275"/>
                    <a:pt x="268" y="275"/>
                  </a:cubicBezTo>
                  <a:lnTo>
                    <a:pt x="8" y="275"/>
                  </a:lnTo>
                  <a:close/>
                </a:path>
              </a:pathLst>
            </a:custGeom>
            <a:solidFill>
              <a:schemeClr val="bg2">
                <a:lumMod val="95000"/>
              </a:schemeClr>
            </a:solidFill>
            <a:ln>
              <a:noFill/>
            </a:ln>
            <a:effectLst>
              <a:innerShdw blurRad="114300">
                <a:prstClr val="black">
                  <a:alpha val="24000"/>
                </a:prstClr>
              </a:innerShdw>
            </a:effectLst>
          </p:spPr>
          <p:txBody>
            <a:bodyPr vert="horz" wrap="square" lIns="91440" tIns="45720" rIns="91440" bIns="45720" numCol="1" anchor="t" anchorCtr="0" compatLnSpc="1">
              <a:prstTxWarp prst="textNoShape">
                <a:avLst/>
              </a:prstTxWarp>
            </a:bodyPr>
            <a:lstStyle/>
            <a:p>
              <a:endParaRPr lang="ru-UA"/>
            </a:p>
          </p:txBody>
        </p:sp>
      </p:grpSp>
      <p:sp>
        <p:nvSpPr>
          <p:cNvPr id="57" name="Freeform 31">
            <a:extLst>
              <a:ext uri="{FF2B5EF4-FFF2-40B4-BE49-F238E27FC236}">
                <a16:creationId xmlns:a16="http://schemas.microsoft.com/office/drawing/2014/main" id="{8111DD85-FA92-4B50-A27B-DF4F3456C798}"/>
              </a:ext>
            </a:extLst>
          </p:cNvPr>
          <p:cNvSpPr>
            <a:spLocks/>
          </p:cNvSpPr>
          <p:nvPr/>
        </p:nvSpPr>
        <p:spPr bwMode="auto">
          <a:xfrm>
            <a:off x="2168525" y="4076700"/>
            <a:ext cx="7854950" cy="15875"/>
          </a:xfrm>
          <a:custGeom>
            <a:avLst/>
            <a:gdLst>
              <a:gd name="T0" fmla="*/ 2 w 2084"/>
              <a:gd name="T1" fmla="*/ 4 h 4"/>
              <a:gd name="T2" fmla="*/ 2082 w 2084"/>
              <a:gd name="T3" fmla="*/ 4 h 4"/>
              <a:gd name="T4" fmla="*/ 2084 w 2084"/>
              <a:gd name="T5" fmla="*/ 2 h 4"/>
              <a:gd name="T6" fmla="*/ 2082 w 2084"/>
              <a:gd name="T7" fmla="*/ 0 h 4"/>
              <a:gd name="T8" fmla="*/ 2 w 2084"/>
              <a:gd name="T9" fmla="*/ 0 h 4"/>
              <a:gd name="T10" fmla="*/ 0 w 2084"/>
              <a:gd name="T11" fmla="*/ 2 h 4"/>
              <a:gd name="T12" fmla="*/ 2 w 208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084" h="4">
                <a:moveTo>
                  <a:pt x="2" y="4"/>
                </a:moveTo>
                <a:cubicBezTo>
                  <a:pt x="2082" y="4"/>
                  <a:pt x="2082" y="4"/>
                  <a:pt x="2082" y="4"/>
                </a:cubicBezTo>
                <a:cubicBezTo>
                  <a:pt x="2083" y="4"/>
                  <a:pt x="2084" y="3"/>
                  <a:pt x="2084" y="2"/>
                </a:cubicBezTo>
                <a:cubicBezTo>
                  <a:pt x="2084" y="1"/>
                  <a:pt x="2083" y="0"/>
                  <a:pt x="2082" y="0"/>
                </a:cubicBezTo>
                <a:cubicBezTo>
                  <a:pt x="2" y="0"/>
                  <a:pt x="2" y="0"/>
                  <a:pt x="2" y="0"/>
                </a:cubicBezTo>
                <a:cubicBezTo>
                  <a:pt x="1" y="0"/>
                  <a:pt x="0" y="1"/>
                  <a:pt x="0" y="2"/>
                </a:cubicBezTo>
                <a:cubicBezTo>
                  <a:pt x="0" y="3"/>
                  <a:pt x="1" y="4"/>
                  <a:pt x="2" y="4"/>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7" name="Group 6">
            <a:extLst>
              <a:ext uri="{FF2B5EF4-FFF2-40B4-BE49-F238E27FC236}">
                <a16:creationId xmlns:a16="http://schemas.microsoft.com/office/drawing/2014/main" id="{F86A1C9E-F124-492B-B011-0B32E7358994}"/>
              </a:ext>
            </a:extLst>
          </p:cNvPr>
          <p:cNvGrpSpPr/>
          <p:nvPr/>
        </p:nvGrpSpPr>
        <p:grpSpPr>
          <a:xfrm>
            <a:off x="9074150" y="4076700"/>
            <a:ext cx="123825" cy="476251"/>
            <a:chOff x="9074150" y="4076700"/>
            <a:chExt cx="123825" cy="476251"/>
          </a:xfrm>
        </p:grpSpPr>
        <p:sp>
          <p:nvSpPr>
            <p:cNvPr id="62" name="Freeform 36">
              <a:extLst>
                <a:ext uri="{FF2B5EF4-FFF2-40B4-BE49-F238E27FC236}">
                  <a16:creationId xmlns:a16="http://schemas.microsoft.com/office/drawing/2014/main" id="{6DE6EE16-6546-4D43-971C-F05A39429C5F}"/>
                </a:ext>
              </a:extLst>
            </p:cNvPr>
            <p:cNvSpPr>
              <a:spLocks/>
            </p:cNvSpPr>
            <p:nvPr/>
          </p:nvSpPr>
          <p:spPr bwMode="auto">
            <a:xfrm>
              <a:off x="9126538" y="4076700"/>
              <a:ext cx="15875" cy="419100"/>
            </a:xfrm>
            <a:custGeom>
              <a:avLst/>
              <a:gdLst>
                <a:gd name="T0" fmla="*/ 0 w 4"/>
                <a:gd name="T1" fmla="*/ 2 h 111"/>
                <a:gd name="T2" fmla="*/ 0 w 4"/>
                <a:gd name="T3" fmla="*/ 109 h 111"/>
                <a:gd name="T4" fmla="*/ 2 w 4"/>
                <a:gd name="T5" fmla="*/ 111 h 111"/>
                <a:gd name="T6" fmla="*/ 4 w 4"/>
                <a:gd name="T7" fmla="*/ 109 h 111"/>
                <a:gd name="T8" fmla="*/ 4 w 4"/>
                <a:gd name="T9" fmla="*/ 2 h 111"/>
                <a:gd name="T10" fmla="*/ 2 w 4"/>
                <a:gd name="T11" fmla="*/ 0 h 111"/>
                <a:gd name="T12" fmla="*/ 0 w 4"/>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4" h="111">
                  <a:moveTo>
                    <a:pt x="0" y="2"/>
                  </a:moveTo>
                  <a:cubicBezTo>
                    <a:pt x="0" y="109"/>
                    <a:pt x="0" y="109"/>
                    <a:pt x="0" y="109"/>
                  </a:cubicBezTo>
                  <a:cubicBezTo>
                    <a:pt x="0" y="111"/>
                    <a:pt x="1" y="111"/>
                    <a:pt x="2" y="111"/>
                  </a:cubicBezTo>
                  <a:cubicBezTo>
                    <a:pt x="3" y="111"/>
                    <a:pt x="4" y="111"/>
                    <a:pt x="4" y="109"/>
                  </a:cubicBezTo>
                  <a:cubicBezTo>
                    <a:pt x="4" y="2"/>
                    <a:pt x="4" y="2"/>
                    <a:pt x="4" y="2"/>
                  </a:cubicBezTo>
                  <a:cubicBezTo>
                    <a:pt x="4" y="1"/>
                    <a:pt x="3" y="0"/>
                    <a:pt x="2" y="0"/>
                  </a:cubicBezTo>
                  <a:cubicBezTo>
                    <a:pt x="1" y="0"/>
                    <a:pt x="0" y="1"/>
                    <a:pt x="0" y="2"/>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sp>
          <p:nvSpPr>
            <p:cNvPr id="63" name="Oval 37">
              <a:extLst>
                <a:ext uri="{FF2B5EF4-FFF2-40B4-BE49-F238E27FC236}">
                  <a16:creationId xmlns:a16="http://schemas.microsoft.com/office/drawing/2014/main" id="{EF0C1386-C78E-40A4-8C30-26E7E93D2D03}"/>
                </a:ext>
              </a:extLst>
            </p:cNvPr>
            <p:cNvSpPr>
              <a:spLocks noChangeArrowheads="1"/>
            </p:cNvSpPr>
            <p:nvPr/>
          </p:nvSpPr>
          <p:spPr bwMode="auto">
            <a:xfrm>
              <a:off x="9074150" y="4427538"/>
              <a:ext cx="123825" cy="125413"/>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 name="Group 5">
            <a:extLst>
              <a:ext uri="{FF2B5EF4-FFF2-40B4-BE49-F238E27FC236}">
                <a16:creationId xmlns:a16="http://schemas.microsoft.com/office/drawing/2014/main" id="{2F1D1B69-D0A6-4615-8D43-DF3DF1756805}"/>
              </a:ext>
            </a:extLst>
          </p:cNvPr>
          <p:cNvGrpSpPr/>
          <p:nvPr/>
        </p:nvGrpSpPr>
        <p:grpSpPr>
          <a:xfrm>
            <a:off x="7551738" y="4076700"/>
            <a:ext cx="127000" cy="476251"/>
            <a:chOff x="7551738" y="4076700"/>
            <a:chExt cx="127000" cy="476251"/>
          </a:xfrm>
        </p:grpSpPr>
        <p:sp>
          <p:nvSpPr>
            <p:cNvPr id="61" name="Freeform 35">
              <a:extLst>
                <a:ext uri="{FF2B5EF4-FFF2-40B4-BE49-F238E27FC236}">
                  <a16:creationId xmlns:a16="http://schemas.microsoft.com/office/drawing/2014/main" id="{73473899-4B22-4622-B0E4-D4F3913479A1}"/>
                </a:ext>
              </a:extLst>
            </p:cNvPr>
            <p:cNvSpPr>
              <a:spLocks/>
            </p:cNvSpPr>
            <p:nvPr/>
          </p:nvSpPr>
          <p:spPr bwMode="auto">
            <a:xfrm>
              <a:off x="7607300" y="4076700"/>
              <a:ext cx="15875" cy="419100"/>
            </a:xfrm>
            <a:custGeom>
              <a:avLst/>
              <a:gdLst>
                <a:gd name="T0" fmla="*/ 0 w 4"/>
                <a:gd name="T1" fmla="*/ 2 h 111"/>
                <a:gd name="T2" fmla="*/ 0 w 4"/>
                <a:gd name="T3" fmla="*/ 109 h 111"/>
                <a:gd name="T4" fmla="*/ 2 w 4"/>
                <a:gd name="T5" fmla="*/ 111 h 111"/>
                <a:gd name="T6" fmla="*/ 4 w 4"/>
                <a:gd name="T7" fmla="*/ 109 h 111"/>
                <a:gd name="T8" fmla="*/ 4 w 4"/>
                <a:gd name="T9" fmla="*/ 2 h 111"/>
                <a:gd name="T10" fmla="*/ 2 w 4"/>
                <a:gd name="T11" fmla="*/ 0 h 111"/>
                <a:gd name="T12" fmla="*/ 0 w 4"/>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4" h="111">
                  <a:moveTo>
                    <a:pt x="0" y="2"/>
                  </a:moveTo>
                  <a:cubicBezTo>
                    <a:pt x="0" y="109"/>
                    <a:pt x="0" y="109"/>
                    <a:pt x="0" y="109"/>
                  </a:cubicBezTo>
                  <a:cubicBezTo>
                    <a:pt x="0" y="111"/>
                    <a:pt x="1" y="111"/>
                    <a:pt x="2" y="111"/>
                  </a:cubicBezTo>
                  <a:cubicBezTo>
                    <a:pt x="3" y="111"/>
                    <a:pt x="4" y="111"/>
                    <a:pt x="4" y="109"/>
                  </a:cubicBezTo>
                  <a:cubicBezTo>
                    <a:pt x="4" y="2"/>
                    <a:pt x="4" y="2"/>
                    <a:pt x="4" y="2"/>
                  </a:cubicBezTo>
                  <a:cubicBezTo>
                    <a:pt x="4" y="1"/>
                    <a:pt x="3" y="0"/>
                    <a:pt x="2" y="0"/>
                  </a:cubicBezTo>
                  <a:cubicBezTo>
                    <a:pt x="1" y="0"/>
                    <a:pt x="0" y="1"/>
                    <a:pt x="0" y="2"/>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sp>
          <p:nvSpPr>
            <p:cNvPr id="1024" name="Oval 38">
              <a:extLst>
                <a:ext uri="{FF2B5EF4-FFF2-40B4-BE49-F238E27FC236}">
                  <a16:creationId xmlns:a16="http://schemas.microsoft.com/office/drawing/2014/main" id="{7353231A-D677-4BC0-B0F1-EC44EFFE8237}"/>
                </a:ext>
              </a:extLst>
            </p:cNvPr>
            <p:cNvSpPr>
              <a:spLocks noChangeArrowheads="1"/>
            </p:cNvSpPr>
            <p:nvPr/>
          </p:nvSpPr>
          <p:spPr bwMode="auto">
            <a:xfrm>
              <a:off x="7551738" y="4427538"/>
              <a:ext cx="127000" cy="125413"/>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0F3F9626-D1C8-4B82-A11E-053EC4A87FA7}"/>
              </a:ext>
            </a:extLst>
          </p:cNvPr>
          <p:cNvGrpSpPr/>
          <p:nvPr/>
        </p:nvGrpSpPr>
        <p:grpSpPr>
          <a:xfrm>
            <a:off x="6032500" y="4076700"/>
            <a:ext cx="127000" cy="476251"/>
            <a:chOff x="6032500" y="4076700"/>
            <a:chExt cx="127000" cy="476251"/>
          </a:xfrm>
        </p:grpSpPr>
        <p:sp>
          <p:nvSpPr>
            <p:cNvPr id="60" name="Freeform 34">
              <a:extLst>
                <a:ext uri="{FF2B5EF4-FFF2-40B4-BE49-F238E27FC236}">
                  <a16:creationId xmlns:a16="http://schemas.microsoft.com/office/drawing/2014/main" id="{520B00DD-3A13-49CD-8366-7CFFC25BED23}"/>
                </a:ext>
              </a:extLst>
            </p:cNvPr>
            <p:cNvSpPr>
              <a:spLocks/>
            </p:cNvSpPr>
            <p:nvPr/>
          </p:nvSpPr>
          <p:spPr bwMode="auto">
            <a:xfrm>
              <a:off x="6088063" y="4076700"/>
              <a:ext cx="15875" cy="419100"/>
            </a:xfrm>
            <a:custGeom>
              <a:avLst/>
              <a:gdLst>
                <a:gd name="T0" fmla="*/ 0 w 4"/>
                <a:gd name="T1" fmla="*/ 2 h 111"/>
                <a:gd name="T2" fmla="*/ 0 w 4"/>
                <a:gd name="T3" fmla="*/ 109 h 111"/>
                <a:gd name="T4" fmla="*/ 2 w 4"/>
                <a:gd name="T5" fmla="*/ 111 h 111"/>
                <a:gd name="T6" fmla="*/ 4 w 4"/>
                <a:gd name="T7" fmla="*/ 109 h 111"/>
                <a:gd name="T8" fmla="*/ 4 w 4"/>
                <a:gd name="T9" fmla="*/ 2 h 111"/>
                <a:gd name="T10" fmla="*/ 2 w 4"/>
                <a:gd name="T11" fmla="*/ 0 h 111"/>
                <a:gd name="T12" fmla="*/ 0 w 4"/>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4" h="111">
                  <a:moveTo>
                    <a:pt x="0" y="2"/>
                  </a:moveTo>
                  <a:cubicBezTo>
                    <a:pt x="0" y="109"/>
                    <a:pt x="0" y="109"/>
                    <a:pt x="0" y="109"/>
                  </a:cubicBezTo>
                  <a:cubicBezTo>
                    <a:pt x="0" y="111"/>
                    <a:pt x="1" y="111"/>
                    <a:pt x="2" y="111"/>
                  </a:cubicBezTo>
                  <a:cubicBezTo>
                    <a:pt x="3" y="111"/>
                    <a:pt x="4" y="111"/>
                    <a:pt x="4" y="109"/>
                  </a:cubicBezTo>
                  <a:cubicBezTo>
                    <a:pt x="4" y="2"/>
                    <a:pt x="4" y="2"/>
                    <a:pt x="4" y="2"/>
                  </a:cubicBezTo>
                  <a:cubicBezTo>
                    <a:pt x="4" y="1"/>
                    <a:pt x="3" y="0"/>
                    <a:pt x="2" y="0"/>
                  </a:cubicBezTo>
                  <a:cubicBezTo>
                    <a:pt x="1" y="0"/>
                    <a:pt x="0" y="1"/>
                    <a:pt x="0" y="2"/>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sp>
          <p:nvSpPr>
            <p:cNvPr id="1025" name="Oval 39">
              <a:extLst>
                <a:ext uri="{FF2B5EF4-FFF2-40B4-BE49-F238E27FC236}">
                  <a16:creationId xmlns:a16="http://schemas.microsoft.com/office/drawing/2014/main" id="{AEB33F38-D5FF-4A10-9B10-E30B943C1371}"/>
                </a:ext>
              </a:extLst>
            </p:cNvPr>
            <p:cNvSpPr>
              <a:spLocks noChangeArrowheads="1"/>
            </p:cNvSpPr>
            <p:nvPr/>
          </p:nvSpPr>
          <p:spPr bwMode="auto">
            <a:xfrm>
              <a:off x="6032500" y="4427538"/>
              <a:ext cx="127000" cy="125413"/>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968FF88B-0095-426B-999C-D4FBEB986F8C}"/>
              </a:ext>
            </a:extLst>
          </p:cNvPr>
          <p:cNvGrpSpPr/>
          <p:nvPr/>
        </p:nvGrpSpPr>
        <p:grpSpPr>
          <a:xfrm>
            <a:off x="4513263" y="4076700"/>
            <a:ext cx="127000" cy="476251"/>
            <a:chOff x="4513263" y="4076700"/>
            <a:chExt cx="127000" cy="476251"/>
          </a:xfrm>
        </p:grpSpPr>
        <p:sp>
          <p:nvSpPr>
            <p:cNvPr id="59" name="Freeform 33">
              <a:extLst>
                <a:ext uri="{FF2B5EF4-FFF2-40B4-BE49-F238E27FC236}">
                  <a16:creationId xmlns:a16="http://schemas.microsoft.com/office/drawing/2014/main" id="{F8525EDD-2C6B-4E9B-8061-0980838D45D4}"/>
                </a:ext>
              </a:extLst>
            </p:cNvPr>
            <p:cNvSpPr>
              <a:spLocks/>
            </p:cNvSpPr>
            <p:nvPr/>
          </p:nvSpPr>
          <p:spPr bwMode="auto">
            <a:xfrm>
              <a:off x="4568825" y="4076700"/>
              <a:ext cx="15875" cy="419100"/>
            </a:xfrm>
            <a:custGeom>
              <a:avLst/>
              <a:gdLst>
                <a:gd name="T0" fmla="*/ 0 w 4"/>
                <a:gd name="T1" fmla="*/ 2 h 111"/>
                <a:gd name="T2" fmla="*/ 0 w 4"/>
                <a:gd name="T3" fmla="*/ 109 h 111"/>
                <a:gd name="T4" fmla="*/ 2 w 4"/>
                <a:gd name="T5" fmla="*/ 111 h 111"/>
                <a:gd name="T6" fmla="*/ 4 w 4"/>
                <a:gd name="T7" fmla="*/ 109 h 111"/>
                <a:gd name="T8" fmla="*/ 4 w 4"/>
                <a:gd name="T9" fmla="*/ 2 h 111"/>
                <a:gd name="T10" fmla="*/ 2 w 4"/>
                <a:gd name="T11" fmla="*/ 0 h 111"/>
                <a:gd name="T12" fmla="*/ 0 w 4"/>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4" h="111">
                  <a:moveTo>
                    <a:pt x="0" y="2"/>
                  </a:moveTo>
                  <a:cubicBezTo>
                    <a:pt x="0" y="109"/>
                    <a:pt x="0" y="109"/>
                    <a:pt x="0" y="109"/>
                  </a:cubicBezTo>
                  <a:cubicBezTo>
                    <a:pt x="0" y="111"/>
                    <a:pt x="1" y="111"/>
                    <a:pt x="2" y="111"/>
                  </a:cubicBezTo>
                  <a:cubicBezTo>
                    <a:pt x="3" y="111"/>
                    <a:pt x="4" y="111"/>
                    <a:pt x="4" y="109"/>
                  </a:cubicBezTo>
                  <a:cubicBezTo>
                    <a:pt x="4" y="2"/>
                    <a:pt x="4" y="2"/>
                    <a:pt x="4" y="2"/>
                  </a:cubicBezTo>
                  <a:cubicBezTo>
                    <a:pt x="4" y="1"/>
                    <a:pt x="3" y="0"/>
                    <a:pt x="2" y="0"/>
                  </a:cubicBezTo>
                  <a:cubicBezTo>
                    <a:pt x="1" y="0"/>
                    <a:pt x="0" y="1"/>
                    <a:pt x="0" y="2"/>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sp>
          <p:nvSpPr>
            <p:cNvPr id="1026" name="Oval 40">
              <a:extLst>
                <a:ext uri="{FF2B5EF4-FFF2-40B4-BE49-F238E27FC236}">
                  <a16:creationId xmlns:a16="http://schemas.microsoft.com/office/drawing/2014/main" id="{00E1EA1A-4F4F-4DCD-AEB6-4822DD27D069}"/>
                </a:ext>
              </a:extLst>
            </p:cNvPr>
            <p:cNvSpPr>
              <a:spLocks noChangeArrowheads="1"/>
            </p:cNvSpPr>
            <p:nvPr/>
          </p:nvSpPr>
          <p:spPr bwMode="auto">
            <a:xfrm>
              <a:off x="4513263" y="4427538"/>
              <a:ext cx="127000" cy="125413"/>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29B2A6DB-520D-45DF-A63D-138E75D8ABE5}"/>
              </a:ext>
            </a:extLst>
          </p:cNvPr>
          <p:cNvGrpSpPr/>
          <p:nvPr/>
        </p:nvGrpSpPr>
        <p:grpSpPr>
          <a:xfrm>
            <a:off x="2994025" y="4076700"/>
            <a:ext cx="127000" cy="476251"/>
            <a:chOff x="2994025" y="4076700"/>
            <a:chExt cx="127000" cy="476251"/>
          </a:xfrm>
        </p:grpSpPr>
        <p:sp>
          <p:nvSpPr>
            <p:cNvPr id="58" name="Freeform 32">
              <a:extLst>
                <a:ext uri="{FF2B5EF4-FFF2-40B4-BE49-F238E27FC236}">
                  <a16:creationId xmlns:a16="http://schemas.microsoft.com/office/drawing/2014/main" id="{01F649CA-A225-45BB-8993-32E77D139C7D}"/>
                </a:ext>
              </a:extLst>
            </p:cNvPr>
            <p:cNvSpPr>
              <a:spLocks/>
            </p:cNvSpPr>
            <p:nvPr/>
          </p:nvSpPr>
          <p:spPr bwMode="auto">
            <a:xfrm>
              <a:off x="3049588" y="4076700"/>
              <a:ext cx="15875" cy="419100"/>
            </a:xfrm>
            <a:custGeom>
              <a:avLst/>
              <a:gdLst>
                <a:gd name="T0" fmla="*/ 0 w 4"/>
                <a:gd name="T1" fmla="*/ 2 h 111"/>
                <a:gd name="T2" fmla="*/ 0 w 4"/>
                <a:gd name="T3" fmla="*/ 109 h 111"/>
                <a:gd name="T4" fmla="*/ 2 w 4"/>
                <a:gd name="T5" fmla="*/ 111 h 111"/>
                <a:gd name="T6" fmla="*/ 4 w 4"/>
                <a:gd name="T7" fmla="*/ 109 h 111"/>
                <a:gd name="T8" fmla="*/ 4 w 4"/>
                <a:gd name="T9" fmla="*/ 2 h 111"/>
                <a:gd name="T10" fmla="*/ 2 w 4"/>
                <a:gd name="T11" fmla="*/ 0 h 111"/>
                <a:gd name="T12" fmla="*/ 0 w 4"/>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4" h="111">
                  <a:moveTo>
                    <a:pt x="0" y="2"/>
                  </a:moveTo>
                  <a:cubicBezTo>
                    <a:pt x="0" y="109"/>
                    <a:pt x="0" y="109"/>
                    <a:pt x="0" y="109"/>
                  </a:cubicBezTo>
                  <a:cubicBezTo>
                    <a:pt x="0" y="111"/>
                    <a:pt x="1" y="111"/>
                    <a:pt x="2" y="111"/>
                  </a:cubicBezTo>
                  <a:cubicBezTo>
                    <a:pt x="3" y="111"/>
                    <a:pt x="4" y="111"/>
                    <a:pt x="4" y="109"/>
                  </a:cubicBezTo>
                  <a:cubicBezTo>
                    <a:pt x="4" y="2"/>
                    <a:pt x="4" y="2"/>
                    <a:pt x="4" y="2"/>
                  </a:cubicBezTo>
                  <a:cubicBezTo>
                    <a:pt x="4" y="1"/>
                    <a:pt x="3" y="0"/>
                    <a:pt x="2" y="0"/>
                  </a:cubicBezTo>
                  <a:cubicBezTo>
                    <a:pt x="1" y="0"/>
                    <a:pt x="0" y="1"/>
                    <a:pt x="0" y="2"/>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sp>
          <p:nvSpPr>
            <p:cNvPr id="1027" name="Oval 41">
              <a:extLst>
                <a:ext uri="{FF2B5EF4-FFF2-40B4-BE49-F238E27FC236}">
                  <a16:creationId xmlns:a16="http://schemas.microsoft.com/office/drawing/2014/main" id="{DB0268D5-7E8A-40D6-883A-86E9FA4145F8}"/>
                </a:ext>
              </a:extLst>
            </p:cNvPr>
            <p:cNvSpPr>
              <a:spLocks noChangeArrowheads="1"/>
            </p:cNvSpPr>
            <p:nvPr/>
          </p:nvSpPr>
          <p:spPr bwMode="auto">
            <a:xfrm>
              <a:off x="2994025" y="4427538"/>
              <a:ext cx="127000" cy="125413"/>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028" name="Freeform 42">
            <a:extLst>
              <a:ext uri="{FF2B5EF4-FFF2-40B4-BE49-F238E27FC236}">
                <a16:creationId xmlns:a16="http://schemas.microsoft.com/office/drawing/2014/main" id="{8D912E4F-FDA7-45FF-A02D-6F4B2827E947}"/>
              </a:ext>
            </a:extLst>
          </p:cNvPr>
          <p:cNvSpPr>
            <a:spLocks/>
          </p:cNvSpPr>
          <p:nvPr/>
        </p:nvSpPr>
        <p:spPr bwMode="auto">
          <a:xfrm>
            <a:off x="8482013" y="4673600"/>
            <a:ext cx="1308100" cy="279400"/>
          </a:xfrm>
          <a:custGeom>
            <a:avLst/>
            <a:gdLst>
              <a:gd name="T0" fmla="*/ 320 w 347"/>
              <a:gd name="T1" fmla="*/ 74 h 74"/>
              <a:gd name="T2" fmla="*/ 26 w 347"/>
              <a:gd name="T3" fmla="*/ 74 h 74"/>
              <a:gd name="T4" fmla="*/ 0 w 347"/>
              <a:gd name="T5" fmla="*/ 47 h 74"/>
              <a:gd name="T6" fmla="*/ 0 w 347"/>
              <a:gd name="T7" fmla="*/ 26 h 74"/>
              <a:gd name="T8" fmla="*/ 26 w 347"/>
              <a:gd name="T9" fmla="*/ 0 h 74"/>
              <a:gd name="T10" fmla="*/ 320 w 347"/>
              <a:gd name="T11" fmla="*/ 0 h 74"/>
              <a:gd name="T12" fmla="*/ 347 w 347"/>
              <a:gd name="T13" fmla="*/ 26 h 74"/>
              <a:gd name="T14" fmla="*/ 347 w 347"/>
              <a:gd name="T15" fmla="*/ 47 h 74"/>
              <a:gd name="T16" fmla="*/ 320 w 347"/>
              <a:gd name="T1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74">
                <a:moveTo>
                  <a:pt x="320" y="74"/>
                </a:moveTo>
                <a:cubicBezTo>
                  <a:pt x="26" y="74"/>
                  <a:pt x="26" y="74"/>
                  <a:pt x="26" y="74"/>
                </a:cubicBezTo>
                <a:cubicBezTo>
                  <a:pt x="11" y="74"/>
                  <a:pt x="0" y="62"/>
                  <a:pt x="0" y="47"/>
                </a:cubicBezTo>
                <a:cubicBezTo>
                  <a:pt x="0" y="26"/>
                  <a:pt x="0" y="26"/>
                  <a:pt x="0" y="26"/>
                </a:cubicBezTo>
                <a:cubicBezTo>
                  <a:pt x="0" y="12"/>
                  <a:pt x="11" y="0"/>
                  <a:pt x="26" y="0"/>
                </a:cubicBezTo>
                <a:cubicBezTo>
                  <a:pt x="320" y="0"/>
                  <a:pt x="320" y="0"/>
                  <a:pt x="320" y="0"/>
                </a:cubicBezTo>
                <a:cubicBezTo>
                  <a:pt x="335" y="0"/>
                  <a:pt x="347" y="12"/>
                  <a:pt x="347" y="26"/>
                </a:cubicBezTo>
                <a:cubicBezTo>
                  <a:pt x="347" y="47"/>
                  <a:pt x="347" y="47"/>
                  <a:pt x="347" y="47"/>
                </a:cubicBezTo>
                <a:cubicBezTo>
                  <a:pt x="347" y="62"/>
                  <a:pt x="335" y="74"/>
                  <a:pt x="320" y="7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029" name="Freeform 43">
            <a:extLst>
              <a:ext uri="{FF2B5EF4-FFF2-40B4-BE49-F238E27FC236}">
                <a16:creationId xmlns:a16="http://schemas.microsoft.com/office/drawing/2014/main" id="{0CC73090-A222-4583-AB2B-1849A90D6D7C}"/>
              </a:ext>
            </a:extLst>
          </p:cNvPr>
          <p:cNvSpPr>
            <a:spLocks/>
          </p:cNvSpPr>
          <p:nvPr/>
        </p:nvSpPr>
        <p:spPr bwMode="auto">
          <a:xfrm>
            <a:off x="6962775" y="4673600"/>
            <a:ext cx="1308100" cy="279400"/>
          </a:xfrm>
          <a:custGeom>
            <a:avLst/>
            <a:gdLst>
              <a:gd name="T0" fmla="*/ 320 w 347"/>
              <a:gd name="T1" fmla="*/ 74 h 74"/>
              <a:gd name="T2" fmla="*/ 26 w 347"/>
              <a:gd name="T3" fmla="*/ 74 h 74"/>
              <a:gd name="T4" fmla="*/ 0 w 347"/>
              <a:gd name="T5" fmla="*/ 47 h 74"/>
              <a:gd name="T6" fmla="*/ 0 w 347"/>
              <a:gd name="T7" fmla="*/ 26 h 74"/>
              <a:gd name="T8" fmla="*/ 26 w 347"/>
              <a:gd name="T9" fmla="*/ 0 h 74"/>
              <a:gd name="T10" fmla="*/ 320 w 347"/>
              <a:gd name="T11" fmla="*/ 0 h 74"/>
              <a:gd name="T12" fmla="*/ 347 w 347"/>
              <a:gd name="T13" fmla="*/ 26 h 74"/>
              <a:gd name="T14" fmla="*/ 347 w 347"/>
              <a:gd name="T15" fmla="*/ 47 h 74"/>
              <a:gd name="T16" fmla="*/ 320 w 347"/>
              <a:gd name="T1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74">
                <a:moveTo>
                  <a:pt x="320" y="74"/>
                </a:moveTo>
                <a:cubicBezTo>
                  <a:pt x="26" y="74"/>
                  <a:pt x="26" y="74"/>
                  <a:pt x="26" y="74"/>
                </a:cubicBezTo>
                <a:cubicBezTo>
                  <a:pt x="11" y="74"/>
                  <a:pt x="0" y="62"/>
                  <a:pt x="0" y="47"/>
                </a:cubicBezTo>
                <a:cubicBezTo>
                  <a:pt x="0" y="26"/>
                  <a:pt x="0" y="26"/>
                  <a:pt x="0" y="26"/>
                </a:cubicBezTo>
                <a:cubicBezTo>
                  <a:pt x="0" y="12"/>
                  <a:pt x="11" y="0"/>
                  <a:pt x="26" y="0"/>
                </a:cubicBezTo>
                <a:cubicBezTo>
                  <a:pt x="320" y="0"/>
                  <a:pt x="320" y="0"/>
                  <a:pt x="320" y="0"/>
                </a:cubicBezTo>
                <a:cubicBezTo>
                  <a:pt x="335" y="0"/>
                  <a:pt x="347" y="12"/>
                  <a:pt x="347" y="26"/>
                </a:cubicBezTo>
                <a:cubicBezTo>
                  <a:pt x="347" y="47"/>
                  <a:pt x="347" y="47"/>
                  <a:pt x="347" y="47"/>
                </a:cubicBezTo>
                <a:cubicBezTo>
                  <a:pt x="347" y="62"/>
                  <a:pt x="335" y="74"/>
                  <a:pt x="320" y="7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030" name="Freeform 44">
            <a:extLst>
              <a:ext uri="{FF2B5EF4-FFF2-40B4-BE49-F238E27FC236}">
                <a16:creationId xmlns:a16="http://schemas.microsoft.com/office/drawing/2014/main" id="{0E222362-9869-4EAE-988E-1F78766FBF1F}"/>
              </a:ext>
            </a:extLst>
          </p:cNvPr>
          <p:cNvSpPr>
            <a:spLocks/>
          </p:cNvSpPr>
          <p:nvPr/>
        </p:nvSpPr>
        <p:spPr bwMode="auto">
          <a:xfrm>
            <a:off x="5443538" y="4673600"/>
            <a:ext cx="1308100" cy="279400"/>
          </a:xfrm>
          <a:custGeom>
            <a:avLst/>
            <a:gdLst>
              <a:gd name="T0" fmla="*/ 320 w 347"/>
              <a:gd name="T1" fmla="*/ 74 h 74"/>
              <a:gd name="T2" fmla="*/ 26 w 347"/>
              <a:gd name="T3" fmla="*/ 74 h 74"/>
              <a:gd name="T4" fmla="*/ 0 w 347"/>
              <a:gd name="T5" fmla="*/ 47 h 74"/>
              <a:gd name="T6" fmla="*/ 0 w 347"/>
              <a:gd name="T7" fmla="*/ 26 h 74"/>
              <a:gd name="T8" fmla="*/ 26 w 347"/>
              <a:gd name="T9" fmla="*/ 0 h 74"/>
              <a:gd name="T10" fmla="*/ 320 w 347"/>
              <a:gd name="T11" fmla="*/ 0 h 74"/>
              <a:gd name="T12" fmla="*/ 347 w 347"/>
              <a:gd name="T13" fmla="*/ 26 h 74"/>
              <a:gd name="T14" fmla="*/ 347 w 347"/>
              <a:gd name="T15" fmla="*/ 47 h 74"/>
              <a:gd name="T16" fmla="*/ 320 w 347"/>
              <a:gd name="T1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74">
                <a:moveTo>
                  <a:pt x="320" y="74"/>
                </a:moveTo>
                <a:cubicBezTo>
                  <a:pt x="26" y="74"/>
                  <a:pt x="26" y="74"/>
                  <a:pt x="26" y="74"/>
                </a:cubicBezTo>
                <a:cubicBezTo>
                  <a:pt x="11" y="74"/>
                  <a:pt x="0" y="62"/>
                  <a:pt x="0" y="47"/>
                </a:cubicBezTo>
                <a:cubicBezTo>
                  <a:pt x="0" y="26"/>
                  <a:pt x="0" y="26"/>
                  <a:pt x="0" y="26"/>
                </a:cubicBezTo>
                <a:cubicBezTo>
                  <a:pt x="0" y="12"/>
                  <a:pt x="11" y="0"/>
                  <a:pt x="26" y="0"/>
                </a:cubicBezTo>
                <a:cubicBezTo>
                  <a:pt x="320" y="0"/>
                  <a:pt x="320" y="0"/>
                  <a:pt x="320" y="0"/>
                </a:cubicBezTo>
                <a:cubicBezTo>
                  <a:pt x="335" y="0"/>
                  <a:pt x="347" y="12"/>
                  <a:pt x="347" y="26"/>
                </a:cubicBezTo>
                <a:cubicBezTo>
                  <a:pt x="347" y="47"/>
                  <a:pt x="347" y="47"/>
                  <a:pt x="347" y="47"/>
                </a:cubicBezTo>
                <a:cubicBezTo>
                  <a:pt x="347" y="62"/>
                  <a:pt x="335" y="74"/>
                  <a:pt x="320" y="7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031" name="Freeform 45">
            <a:extLst>
              <a:ext uri="{FF2B5EF4-FFF2-40B4-BE49-F238E27FC236}">
                <a16:creationId xmlns:a16="http://schemas.microsoft.com/office/drawing/2014/main" id="{2B1CC0FC-88E1-4747-8CD3-3160DF67B2E8}"/>
              </a:ext>
            </a:extLst>
          </p:cNvPr>
          <p:cNvSpPr>
            <a:spLocks/>
          </p:cNvSpPr>
          <p:nvPr/>
        </p:nvSpPr>
        <p:spPr bwMode="auto">
          <a:xfrm>
            <a:off x="3924300" y="4673600"/>
            <a:ext cx="1308100" cy="279400"/>
          </a:xfrm>
          <a:custGeom>
            <a:avLst/>
            <a:gdLst>
              <a:gd name="T0" fmla="*/ 320 w 347"/>
              <a:gd name="T1" fmla="*/ 74 h 74"/>
              <a:gd name="T2" fmla="*/ 26 w 347"/>
              <a:gd name="T3" fmla="*/ 74 h 74"/>
              <a:gd name="T4" fmla="*/ 0 w 347"/>
              <a:gd name="T5" fmla="*/ 47 h 74"/>
              <a:gd name="T6" fmla="*/ 0 w 347"/>
              <a:gd name="T7" fmla="*/ 26 h 74"/>
              <a:gd name="T8" fmla="*/ 26 w 347"/>
              <a:gd name="T9" fmla="*/ 0 h 74"/>
              <a:gd name="T10" fmla="*/ 320 w 347"/>
              <a:gd name="T11" fmla="*/ 0 h 74"/>
              <a:gd name="T12" fmla="*/ 347 w 347"/>
              <a:gd name="T13" fmla="*/ 26 h 74"/>
              <a:gd name="T14" fmla="*/ 347 w 347"/>
              <a:gd name="T15" fmla="*/ 47 h 74"/>
              <a:gd name="T16" fmla="*/ 320 w 347"/>
              <a:gd name="T1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74">
                <a:moveTo>
                  <a:pt x="320" y="74"/>
                </a:moveTo>
                <a:cubicBezTo>
                  <a:pt x="26" y="74"/>
                  <a:pt x="26" y="74"/>
                  <a:pt x="26" y="74"/>
                </a:cubicBezTo>
                <a:cubicBezTo>
                  <a:pt x="11" y="74"/>
                  <a:pt x="0" y="62"/>
                  <a:pt x="0" y="47"/>
                </a:cubicBezTo>
                <a:cubicBezTo>
                  <a:pt x="0" y="26"/>
                  <a:pt x="0" y="26"/>
                  <a:pt x="0" y="26"/>
                </a:cubicBezTo>
                <a:cubicBezTo>
                  <a:pt x="0" y="12"/>
                  <a:pt x="11" y="0"/>
                  <a:pt x="26" y="0"/>
                </a:cubicBezTo>
                <a:cubicBezTo>
                  <a:pt x="320" y="0"/>
                  <a:pt x="320" y="0"/>
                  <a:pt x="320" y="0"/>
                </a:cubicBezTo>
                <a:cubicBezTo>
                  <a:pt x="335" y="0"/>
                  <a:pt x="347" y="12"/>
                  <a:pt x="347" y="26"/>
                </a:cubicBezTo>
                <a:cubicBezTo>
                  <a:pt x="347" y="47"/>
                  <a:pt x="347" y="47"/>
                  <a:pt x="347" y="47"/>
                </a:cubicBezTo>
                <a:cubicBezTo>
                  <a:pt x="347" y="62"/>
                  <a:pt x="335" y="74"/>
                  <a:pt x="320" y="7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032" name="Freeform 46">
            <a:extLst>
              <a:ext uri="{FF2B5EF4-FFF2-40B4-BE49-F238E27FC236}">
                <a16:creationId xmlns:a16="http://schemas.microsoft.com/office/drawing/2014/main" id="{F4DA76F5-E529-4043-BCFC-F420C699F237}"/>
              </a:ext>
            </a:extLst>
          </p:cNvPr>
          <p:cNvSpPr>
            <a:spLocks/>
          </p:cNvSpPr>
          <p:nvPr/>
        </p:nvSpPr>
        <p:spPr bwMode="auto">
          <a:xfrm>
            <a:off x="2405063" y="4673600"/>
            <a:ext cx="1308100" cy="279400"/>
          </a:xfrm>
          <a:custGeom>
            <a:avLst/>
            <a:gdLst>
              <a:gd name="T0" fmla="*/ 320 w 347"/>
              <a:gd name="T1" fmla="*/ 74 h 74"/>
              <a:gd name="T2" fmla="*/ 26 w 347"/>
              <a:gd name="T3" fmla="*/ 74 h 74"/>
              <a:gd name="T4" fmla="*/ 0 w 347"/>
              <a:gd name="T5" fmla="*/ 47 h 74"/>
              <a:gd name="T6" fmla="*/ 0 w 347"/>
              <a:gd name="T7" fmla="*/ 26 h 74"/>
              <a:gd name="T8" fmla="*/ 26 w 347"/>
              <a:gd name="T9" fmla="*/ 0 h 74"/>
              <a:gd name="T10" fmla="*/ 320 w 347"/>
              <a:gd name="T11" fmla="*/ 0 h 74"/>
              <a:gd name="T12" fmla="*/ 347 w 347"/>
              <a:gd name="T13" fmla="*/ 26 h 74"/>
              <a:gd name="T14" fmla="*/ 347 w 347"/>
              <a:gd name="T15" fmla="*/ 47 h 74"/>
              <a:gd name="T16" fmla="*/ 320 w 347"/>
              <a:gd name="T1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74">
                <a:moveTo>
                  <a:pt x="320" y="74"/>
                </a:moveTo>
                <a:cubicBezTo>
                  <a:pt x="26" y="74"/>
                  <a:pt x="26" y="74"/>
                  <a:pt x="26" y="74"/>
                </a:cubicBezTo>
                <a:cubicBezTo>
                  <a:pt x="11" y="74"/>
                  <a:pt x="0" y="62"/>
                  <a:pt x="0" y="47"/>
                </a:cubicBezTo>
                <a:cubicBezTo>
                  <a:pt x="0" y="26"/>
                  <a:pt x="0" y="26"/>
                  <a:pt x="0" y="26"/>
                </a:cubicBezTo>
                <a:cubicBezTo>
                  <a:pt x="0" y="12"/>
                  <a:pt x="11" y="0"/>
                  <a:pt x="26" y="0"/>
                </a:cubicBezTo>
                <a:cubicBezTo>
                  <a:pt x="320" y="0"/>
                  <a:pt x="320" y="0"/>
                  <a:pt x="320" y="0"/>
                </a:cubicBezTo>
                <a:cubicBezTo>
                  <a:pt x="335" y="0"/>
                  <a:pt x="347" y="12"/>
                  <a:pt x="347" y="26"/>
                </a:cubicBezTo>
                <a:cubicBezTo>
                  <a:pt x="347" y="47"/>
                  <a:pt x="347" y="47"/>
                  <a:pt x="347" y="47"/>
                </a:cubicBezTo>
                <a:cubicBezTo>
                  <a:pt x="347" y="62"/>
                  <a:pt x="335" y="74"/>
                  <a:pt x="320" y="7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033" name="Rectangle 47">
            <a:extLst>
              <a:ext uri="{FF2B5EF4-FFF2-40B4-BE49-F238E27FC236}">
                <a16:creationId xmlns:a16="http://schemas.microsoft.com/office/drawing/2014/main" id="{3537EF93-339B-46A0-A8C8-1A1FA0E8F04E}"/>
              </a:ext>
            </a:extLst>
          </p:cNvPr>
          <p:cNvSpPr>
            <a:spLocks noChangeArrowheads="1"/>
          </p:cNvSpPr>
          <p:nvPr/>
        </p:nvSpPr>
        <p:spPr bwMode="auto">
          <a:xfrm>
            <a:off x="2705588" y="4721225"/>
            <a:ext cx="76578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CREATIVE</a:t>
            </a:r>
            <a:endParaRPr kumimoji="0" lang="ru-UA" altLang="ru-UA" sz="1800" b="0" i="0" u="none" strike="noStrike" cap="none" normalizeH="0" baseline="0">
              <a:ln>
                <a:noFill/>
              </a:ln>
              <a:solidFill>
                <a:schemeClr val="bg2"/>
              </a:solidFill>
              <a:effectLst/>
            </a:endParaRPr>
          </a:p>
        </p:txBody>
      </p:sp>
      <p:sp>
        <p:nvSpPr>
          <p:cNvPr id="1034" name="Rectangle 48">
            <a:extLst>
              <a:ext uri="{FF2B5EF4-FFF2-40B4-BE49-F238E27FC236}">
                <a16:creationId xmlns:a16="http://schemas.microsoft.com/office/drawing/2014/main" id="{0C86B001-31BF-403C-9516-5533CD9B9E5B}"/>
              </a:ext>
            </a:extLst>
          </p:cNvPr>
          <p:cNvSpPr>
            <a:spLocks noChangeArrowheads="1"/>
          </p:cNvSpPr>
          <p:nvPr/>
        </p:nvSpPr>
        <p:spPr bwMode="auto">
          <a:xfrm>
            <a:off x="8849918" y="4721225"/>
            <a:ext cx="61991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TARGET</a:t>
            </a:r>
            <a:endParaRPr kumimoji="0" lang="ru-UA" altLang="ru-UA" sz="1800" b="0" i="0" u="none" strike="noStrike" cap="none" normalizeH="0" baseline="0">
              <a:ln>
                <a:noFill/>
              </a:ln>
              <a:solidFill>
                <a:schemeClr val="bg2"/>
              </a:solidFill>
              <a:effectLst/>
            </a:endParaRPr>
          </a:p>
        </p:txBody>
      </p:sp>
      <p:sp>
        <p:nvSpPr>
          <p:cNvPr id="1035" name="Rectangle 49">
            <a:extLst>
              <a:ext uri="{FF2B5EF4-FFF2-40B4-BE49-F238E27FC236}">
                <a16:creationId xmlns:a16="http://schemas.microsoft.com/office/drawing/2014/main" id="{EBB3523D-3555-4B5A-B3AE-52461FD7E89C}"/>
              </a:ext>
            </a:extLst>
          </p:cNvPr>
          <p:cNvSpPr>
            <a:spLocks noChangeArrowheads="1"/>
          </p:cNvSpPr>
          <p:nvPr/>
        </p:nvSpPr>
        <p:spPr bwMode="auto">
          <a:xfrm>
            <a:off x="7289644" y="4716463"/>
            <a:ext cx="70198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SUCCESS</a:t>
            </a:r>
            <a:endParaRPr kumimoji="0" lang="ru-UA" altLang="ru-UA" sz="1800" b="0" i="0" u="none" strike="noStrike" cap="none" normalizeH="0" baseline="0">
              <a:ln>
                <a:noFill/>
              </a:ln>
              <a:solidFill>
                <a:schemeClr val="bg2"/>
              </a:solidFill>
              <a:effectLst/>
            </a:endParaRPr>
          </a:p>
        </p:txBody>
      </p:sp>
      <p:sp>
        <p:nvSpPr>
          <p:cNvPr id="1037" name="Rectangle 50">
            <a:extLst>
              <a:ext uri="{FF2B5EF4-FFF2-40B4-BE49-F238E27FC236}">
                <a16:creationId xmlns:a16="http://schemas.microsoft.com/office/drawing/2014/main" id="{2C81399E-244F-4504-96DA-B75AE4B813E6}"/>
              </a:ext>
            </a:extLst>
          </p:cNvPr>
          <p:cNvSpPr>
            <a:spLocks noChangeArrowheads="1"/>
          </p:cNvSpPr>
          <p:nvPr/>
        </p:nvSpPr>
        <p:spPr bwMode="auto">
          <a:xfrm>
            <a:off x="5635582" y="4721225"/>
            <a:ext cx="99386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MARKETING</a:t>
            </a:r>
            <a:endParaRPr kumimoji="0" lang="ru-UA" altLang="ru-UA" sz="1800" b="0" i="0" u="none" strike="noStrike" cap="none" normalizeH="0" baseline="0">
              <a:ln>
                <a:noFill/>
              </a:ln>
              <a:solidFill>
                <a:schemeClr val="bg2"/>
              </a:solidFill>
              <a:effectLst/>
            </a:endParaRPr>
          </a:p>
        </p:txBody>
      </p:sp>
      <p:sp>
        <p:nvSpPr>
          <p:cNvPr id="1038" name="Rectangle 51">
            <a:extLst>
              <a:ext uri="{FF2B5EF4-FFF2-40B4-BE49-F238E27FC236}">
                <a16:creationId xmlns:a16="http://schemas.microsoft.com/office/drawing/2014/main" id="{07B1EC93-326F-4517-9244-28DEAEE4646C}"/>
              </a:ext>
            </a:extLst>
          </p:cNvPr>
          <p:cNvSpPr>
            <a:spLocks noChangeArrowheads="1"/>
          </p:cNvSpPr>
          <p:nvPr/>
        </p:nvSpPr>
        <p:spPr bwMode="auto">
          <a:xfrm>
            <a:off x="4085054" y="4716463"/>
            <a:ext cx="106279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bg2"/>
                </a:solidFill>
                <a:effectLst/>
                <a:latin typeface="Open Sans" panose="020B0606030504020204" pitchFamily="34" charset="0"/>
              </a:rPr>
              <a:t>INVESTMENT</a:t>
            </a:r>
            <a:endParaRPr kumimoji="0" lang="ru-UA" altLang="ru-UA" sz="1800" b="0" i="0" u="none" strike="noStrike" cap="none" normalizeH="0" baseline="0">
              <a:ln>
                <a:noFill/>
              </a:ln>
              <a:solidFill>
                <a:schemeClr val="bg2"/>
              </a:solidFill>
              <a:effectLst/>
            </a:endParaRPr>
          </a:p>
        </p:txBody>
      </p:sp>
      <p:grpSp>
        <p:nvGrpSpPr>
          <p:cNvPr id="92" name="Group 91">
            <a:extLst>
              <a:ext uri="{FF2B5EF4-FFF2-40B4-BE49-F238E27FC236}">
                <a16:creationId xmlns:a16="http://schemas.microsoft.com/office/drawing/2014/main" id="{E3750154-731E-411B-8B25-0817DEAB1F0F}"/>
              </a:ext>
            </a:extLst>
          </p:cNvPr>
          <p:cNvGrpSpPr/>
          <p:nvPr/>
        </p:nvGrpSpPr>
        <p:grpSpPr>
          <a:xfrm>
            <a:off x="3940175" y="2146300"/>
            <a:ext cx="1273175" cy="1276350"/>
            <a:chOff x="2420938" y="2146300"/>
            <a:chExt cx="1273175" cy="1276350"/>
          </a:xfrm>
          <a:effectLst>
            <a:outerShdw blurRad="139700" dist="88900" dir="2700000" algn="tl" rotWithShape="0">
              <a:prstClr val="black">
                <a:alpha val="40000"/>
              </a:prstClr>
            </a:outerShdw>
          </a:effectLst>
        </p:grpSpPr>
        <p:sp>
          <p:nvSpPr>
            <p:cNvPr id="93" name="Freeform 23">
              <a:extLst>
                <a:ext uri="{FF2B5EF4-FFF2-40B4-BE49-F238E27FC236}">
                  <a16:creationId xmlns:a16="http://schemas.microsoft.com/office/drawing/2014/main" id="{EDAABD6B-899A-4C89-8C6B-C5FCC7405808}"/>
                </a:ext>
              </a:extLst>
            </p:cNvPr>
            <p:cNvSpPr>
              <a:spLocks/>
            </p:cNvSpPr>
            <p:nvPr/>
          </p:nvSpPr>
          <p:spPr bwMode="auto">
            <a:xfrm>
              <a:off x="2420938" y="2146300"/>
              <a:ext cx="1273175" cy="1276350"/>
            </a:xfrm>
            <a:custGeom>
              <a:avLst/>
              <a:gdLst>
                <a:gd name="T0" fmla="*/ 338 w 338"/>
                <a:gd name="T1" fmla="*/ 322 h 338"/>
                <a:gd name="T2" fmla="*/ 323 w 338"/>
                <a:gd name="T3" fmla="*/ 338 h 338"/>
                <a:gd name="T4" fmla="*/ 16 w 338"/>
                <a:gd name="T5" fmla="*/ 338 h 338"/>
                <a:gd name="T6" fmla="*/ 0 w 338"/>
                <a:gd name="T7" fmla="*/ 322 h 338"/>
                <a:gd name="T8" fmla="*/ 0 w 338"/>
                <a:gd name="T9" fmla="*/ 15 h 338"/>
                <a:gd name="T10" fmla="*/ 16 w 338"/>
                <a:gd name="T11" fmla="*/ 0 h 338"/>
                <a:gd name="T12" fmla="*/ 323 w 338"/>
                <a:gd name="T13" fmla="*/ 0 h 338"/>
                <a:gd name="T14" fmla="*/ 338 w 338"/>
                <a:gd name="T15" fmla="*/ 15 h 338"/>
                <a:gd name="T16" fmla="*/ 338 w 338"/>
                <a:gd name="T17" fmla="*/ 322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38">
                  <a:moveTo>
                    <a:pt x="338" y="322"/>
                  </a:moveTo>
                  <a:cubicBezTo>
                    <a:pt x="338" y="331"/>
                    <a:pt x="331" y="338"/>
                    <a:pt x="323" y="338"/>
                  </a:cubicBezTo>
                  <a:cubicBezTo>
                    <a:pt x="16" y="338"/>
                    <a:pt x="16" y="338"/>
                    <a:pt x="16" y="338"/>
                  </a:cubicBezTo>
                  <a:cubicBezTo>
                    <a:pt x="7" y="338"/>
                    <a:pt x="0" y="331"/>
                    <a:pt x="0" y="322"/>
                  </a:cubicBezTo>
                  <a:cubicBezTo>
                    <a:pt x="0" y="15"/>
                    <a:pt x="0" y="15"/>
                    <a:pt x="0" y="15"/>
                  </a:cubicBezTo>
                  <a:cubicBezTo>
                    <a:pt x="0" y="6"/>
                    <a:pt x="7" y="0"/>
                    <a:pt x="16" y="0"/>
                  </a:cubicBezTo>
                  <a:cubicBezTo>
                    <a:pt x="323" y="0"/>
                    <a:pt x="323" y="0"/>
                    <a:pt x="323" y="0"/>
                  </a:cubicBezTo>
                  <a:cubicBezTo>
                    <a:pt x="331" y="0"/>
                    <a:pt x="338" y="6"/>
                    <a:pt x="338" y="15"/>
                  </a:cubicBezTo>
                  <a:lnTo>
                    <a:pt x="338" y="322"/>
                  </a:lnTo>
                  <a:close/>
                </a:path>
              </a:pathLst>
            </a:cu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4" name="Freeform 24">
              <a:extLst>
                <a:ext uri="{FF2B5EF4-FFF2-40B4-BE49-F238E27FC236}">
                  <a16:creationId xmlns:a16="http://schemas.microsoft.com/office/drawing/2014/main" id="{C15AEA52-471D-4A2E-9406-99EB658016E3}"/>
                </a:ext>
              </a:extLst>
            </p:cNvPr>
            <p:cNvSpPr>
              <a:spLocks/>
            </p:cNvSpPr>
            <p:nvPr/>
          </p:nvSpPr>
          <p:spPr bwMode="auto">
            <a:xfrm>
              <a:off x="2443163" y="2165350"/>
              <a:ext cx="1228725" cy="1235075"/>
            </a:xfrm>
            <a:custGeom>
              <a:avLst/>
              <a:gdLst>
                <a:gd name="T0" fmla="*/ 10 w 326"/>
                <a:gd name="T1" fmla="*/ 327 h 327"/>
                <a:gd name="T2" fmla="*/ 0 w 326"/>
                <a:gd name="T3" fmla="*/ 317 h 327"/>
                <a:gd name="T4" fmla="*/ 0 w 326"/>
                <a:gd name="T5" fmla="*/ 10 h 327"/>
                <a:gd name="T6" fmla="*/ 10 w 326"/>
                <a:gd name="T7" fmla="*/ 0 h 327"/>
                <a:gd name="T8" fmla="*/ 317 w 326"/>
                <a:gd name="T9" fmla="*/ 0 h 327"/>
                <a:gd name="T10" fmla="*/ 326 w 326"/>
                <a:gd name="T11" fmla="*/ 10 h 327"/>
                <a:gd name="T12" fmla="*/ 326 w 326"/>
                <a:gd name="T13" fmla="*/ 317 h 327"/>
                <a:gd name="T14" fmla="*/ 317 w 326"/>
                <a:gd name="T15" fmla="*/ 327 h 327"/>
                <a:gd name="T16" fmla="*/ 10 w 326"/>
                <a:gd name="T17" fmla="*/ 327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327">
                  <a:moveTo>
                    <a:pt x="10" y="327"/>
                  </a:moveTo>
                  <a:cubicBezTo>
                    <a:pt x="4" y="327"/>
                    <a:pt x="0" y="323"/>
                    <a:pt x="0" y="317"/>
                  </a:cubicBezTo>
                  <a:cubicBezTo>
                    <a:pt x="0" y="10"/>
                    <a:pt x="0" y="10"/>
                    <a:pt x="0" y="10"/>
                  </a:cubicBezTo>
                  <a:cubicBezTo>
                    <a:pt x="0" y="5"/>
                    <a:pt x="4" y="0"/>
                    <a:pt x="10" y="0"/>
                  </a:cubicBezTo>
                  <a:cubicBezTo>
                    <a:pt x="317" y="0"/>
                    <a:pt x="317" y="0"/>
                    <a:pt x="317" y="0"/>
                  </a:cubicBezTo>
                  <a:cubicBezTo>
                    <a:pt x="322" y="0"/>
                    <a:pt x="326" y="5"/>
                    <a:pt x="326" y="10"/>
                  </a:cubicBezTo>
                  <a:cubicBezTo>
                    <a:pt x="326" y="317"/>
                    <a:pt x="326" y="317"/>
                    <a:pt x="326" y="317"/>
                  </a:cubicBezTo>
                  <a:cubicBezTo>
                    <a:pt x="326" y="323"/>
                    <a:pt x="322" y="327"/>
                    <a:pt x="317" y="327"/>
                  </a:cubicBezTo>
                  <a:lnTo>
                    <a:pt x="10" y="327"/>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5" name="Freeform 30">
              <a:extLst>
                <a:ext uri="{FF2B5EF4-FFF2-40B4-BE49-F238E27FC236}">
                  <a16:creationId xmlns:a16="http://schemas.microsoft.com/office/drawing/2014/main" id="{54BE89D8-DA73-41F7-929A-4C5196EA3422}"/>
                </a:ext>
              </a:extLst>
            </p:cNvPr>
            <p:cNvSpPr>
              <a:spLocks/>
            </p:cNvSpPr>
            <p:nvPr/>
          </p:nvSpPr>
          <p:spPr bwMode="auto">
            <a:xfrm>
              <a:off x="2536825" y="2263775"/>
              <a:ext cx="1041400" cy="1038225"/>
            </a:xfrm>
            <a:custGeom>
              <a:avLst/>
              <a:gdLst>
                <a:gd name="T0" fmla="*/ 8 w 276"/>
                <a:gd name="T1" fmla="*/ 275 h 275"/>
                <a:gd name="T2" fmla="*/ 0 w 276"/>
                <a:gd name="T3" fmla="*/ 267 h 275"/>
                <a:gd name="T4" fmla="*/ 0 w 276"/>
                <a:gd name="T5" fmla="*/ 8 h 275"/>
                <a:gd name="T6" fmla="*/ 8 w 276"/>
                <a:gd name="T7" fmla="*/ 0 h 275"/>
                <a:gd name="T8" fmla="*/ 268 w 276"/>
                <a:gd name="T9" fmla="*/ 0 h 275"/>
                <a:gd name="T10" fmla="*/ 276 w 276"/>
                <a:gd name="T11" fmla="*/ 8 h 275"/>
                <a:gd name="T12" fmla="*/ 276 w 276"/>
                <a:gd name="T13" fmla="*/ 267 h 275"/>
                <a:gd name="T14" fmla="*/ 268 w 276"/>
                <a:gd name="T15" fmla="*/ 275 h 275"/>
                <a:gd name="T16" fmla="*/ 8 w 276"/>
                <a:gd name="T17"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75">
                  <a:moveTo>
                    <a:pt x="8" y="275"/>
                  </a:moveTo>
                  <a:cubicBezTo>
                    <a:pt x="4" y="275"/>
                    <a:pt x="0" y="272"/>
                    <a:pt x="0" y="267"/>
                  </a:cubicBezTo>
                  <a:cubicBezTo>
                    <a:pt x="0" y="8"/>
                    <a:pt x="0" y="8"/>
                    <a:pt x="0" y="8"/>
                  </a:cubicBezTo>
                  <a:cubicBezTo>
                    <a:pt x="0" y="3"/>
                    <a:pt x="4" y="0"/>
                    <a:pt x="8" y="0"/>
                  </a:cubicBezTo>
                  <a:cubicBezTo>
                    <a:pt x="268" y="0"/>
                    <a:pt x="268" y="0"/>
                    <a:pt x="268" y="0"/>
                  </a:cubicBezTo>
                  <a:cubicBezTo>
                    <a:pt x="272" y="0"/>
                    <a:pt x="276" y="3"/>
                    <a:pt x="276" y="8"/>
                  </a:cubicBezTo>
                  <a:cubicBezTo>
                    <a:pt x="276" y="267"/>
                    <a:pt x="276" y="267"/>
                    <a:pt x="276" y="267"/>
                  </a:cubicBezTo>
                  <a:cubicBezTo>
                    <a:pt x="276" y="272"/>
                    <a:pt x="272" y="275"/>
                    <a:pt x="268" y="275"/>
                  </a:cubicBezTo>
                  <a:lnTo>
                    <a:pt x="8" y="275"/>
                  </a:lnTo>
                  <a:close/>
                </a:path>
              </a:pathLst>
            </a:custGeom>
            <a:solidFill>
              <a:schemeClr val="bg2">
                <a:lumMod val="95000"/>
              </a:schemeClr>
            </a:solidFill>
            <a:ln>
              <a:noFill/>
            </a:ln>
            <a:effectLst>
              <a:innerShdw blurRad="114300">
                <a:prstClr val="black">
                  <a:alpha val="2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96" name="Group 95">
            <a:extLst>
              <a:ext uri="{FF2B5EF4-FFF2-40B4-BE49-F238E27FC236}">
                <a16:creationId xmlns:a16="http://schemas.microsoft.com/office/drawing/2014/main" id="{6E4F38DB-FA2D-4E4C-9059-DA867B636C52}"/>
              </a:ext>
            </a:extLst>
          </p:cNvPr>
          <p:cNvGrpSpPr/>
          <p:nvPr/>
        </p:nvGrpSpPr>
        <p:grpSpPr>
          <a:xfrm>
            <a:off x="5459412" y="2146300"/>
            <a:ext cx="1273175" cy="1276350"/>
            <a:chOff x="2420938" y="2146300"/>
            <a:chExt cx="1273175" cy="1276350"/>
          </a:xfrm>
          <a:effectLst>
            <a:outerShdw blurRad="139700" dist="88900" dir="2700000" algn="tl" rotWithShape="0">
              <a:prstClr val="black">
                <a:alpha val="40000"/>
              </a:prstClr>
            </a:outerShdw>
          </a:effectLst>
        </p:grpSpPr>
        <p:sp>
          <p:nvSpPr>
            <p:cNvPr id="97" name="Freeform 23">
              <a:extLst>
                <a:ext uri="{FF2B5EF4-FFF2-40B4-BE49-F238E27FC236}">
                  <a16:creationId xmlns:a16="http://schemas.microsoft.com/office/drawing/2014/main" id="{2D6270AF-872B-47E8-81E5-C50DD69E058C}"/>
                </a:ext>
              </a:extLst>
            </p:cNvPr>
            <p:cNvSpPr>
              <a:spLocks/>
            </p:cNvSpPr>
            <p:nvPr/>
          </p:nvSpPr>
          <p:spPr bwMode="auto">
            <a:xfrm>
              <a:off x="2420938" y="2146300"/>
              <a:ext cx="1273175" cy="1276350"/>
            </a:xfrm>
            <a:custGeom>
              <a:avLst/>
              <a:gdLst>
                <a:gd name="T0" fmla="*/ 338 w 338"/>
                <a:gd name="T1" fmla="*/ 322 h 338"/>
                <a:gd name="T2" fmla="*/ 323 w 338"/>
                <a:gd name="T3" fmla="*/ 338 h 338"/>
                <a:gd name="T4" fmla="*/ 16 w 338"/>
                <a:gd name="T5" fmla="*/ 338 h 338"/>
                <a:gd name="T6" fmla="*/ 0 w 338"/>
                <a:gd name="T7" fmla="*/ 322 h 338"/>
                <a:gd name="T8" fmla="*/ 0 w 338"/>
                <a:gd name="T9" fmla="*/ 15 h 338"/>
                <a:gd name="T10" fmla="*/ 16 w 338"/>
                <a:gd name="T11" fmla="*/ 0 h 338"/>
                <a:gd name="T12" fmla="*/ 323 w 338"/>
                <a:gd name="T13" fmla="*/ 0 h 338"/>
                <a:gd name="T14" fmla="*/ 338 w 338"/>
                <a:gd name="T15" fmla="*/ 15 h 338"/>
                <a:gd name="T16" fmla="*/ 338 w 338"/>
                <a:gd name="T17" fmla="*/ 322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38">
                  <a:moveTo>
                    <a:pt x="338" y="322"/>
                  </a:moveTo>
                  <a:cubicBezTo>
                    <a:pt x="338" y="331"/>
                    <a:pt x="331" y="338"/>
                    <a:pt x="323" y="338"/>
                  </a:cubicBezTo>
                  <a:cubicBezTo>
                    <a:pt x="16" y="338"/>
                    <a:pt x="16" y="338"/>
                    <a:pt x="16" y="338"/>
                  </a:cubicBezTo>
                  <a:cubicBezTo>
                    <a:pt x="7" y="338"/>
                    <a:pt x="0" y="331"/>
                    <a:pt x="0" y="322"/>
                  </a:cubicBezTo>
                  <a:cubicBezTo>
                    <a:pt x="0" y="15"/>
                    <a:pt x="0" y="15"/>
                    <a:pt x="0" y="15"/>
                  </a:cubicBezTo>
                  <a:cubicBezTo>
                    <a:pt x="0" y="6"/>
                    <a:pt x="7" y="0"/>
                    <a:pt x="16" y="0"/>
                  </a:cubicBezTo>
                  <a:cubicBezTo>
                    <a:pt x="323" y="0"/>
                    <a:pt x="323" y="0"/>
                    <a:pt x="323" y="0"/>
                  </a:cubicBezTo>
                  <a:cubicBezTo>
                    <a:pt x="331" y="0"/>
                    <a:pt x="338" y="6"/>
                    <a:pt x="338" y="15"/>
                  </a:cubicBezTo>
                  <a:lnTo>
                    <a:pt x="338" y="322"/>
                  </a:lnTo>
                  <a:close/>
                </a:path>
              </a:pathLst>
            </a:cu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8" name="Freeform 24">
              <a:extLst>
                <a:ext uri="{FF2B5EF4-FFF2-40B4-BE49-F238E27FC236}">
                  <a16:creationId xmlns:a16="http://schemas.microsoft.com/office/drawing/2014/main" id="{33E9F7C3-20B8-41C8-A61A-38914CE95885}"/>
                </a:ext>
              </a:extLst>
            </p:cNvPr>
            <p:cNvSpPr>
              <a:spLocks/>
            </p:cNvSpPr>
            <p:nvPr/>
          </p:nvSpPr>
          <p:spPr bwMode="auto">
            <a:xfrm>
              <a:off x="2443163" y="2165350"/>
              <a:ext cx="1228725" cy="1235075"/>
            </a:xfrm>
            <a:custGeom>
              <a:avLst/>
              <a:gdLst>
                <a:gd name="T0" fmla="*/ 10 w 326"/>
                <a:gd name="T1" fmla="*/ 327 h 327"/>
                <a:gd name="T2" fmla="*/ 0 w 326"/>
                <a:gd name="T3" fmla="*/ 317 h 327"/>
                <a:gd name="T4" fmla="*/ 0 w 326"/>
                <a:gd name="T5" fmla="*/ 10 h 327"/>
                <a:gd name="T6" fmla="*/ 10 w 326"/>
                <a:gd name="T7" fmla="*/ 0 h 327"/>
                <a:gd name="T8" fmla="*/ 317 w 326"/>
                <a:gd name="T9" fmla="*/ 0 h 327"/>
                <a:gd name="T10" fmla="*/ 326 w 326"/>
                <a:gd name="T11" fmla="*/ 10 h 327"/>
                <a:gd name="T12" fmla="*/ 326 w 326"/>
                <a:gd name="T13" fmla="*/ 317 h 327"/>
                <a:gd name="T14" fmla="*/ 317 w 326"/>
                <a:gd name="T15" fmla="*/ 327 h 327"/>
                <a:gd name="T16" fmla="*/ 10 w 326"/>
                <a:gd name="T17" fmla="*/ 327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327">
                  <a:moveTo>
                    <a:pt x="10" y="327"/>
                  </a:moveTo>
                  <a:cubicBezTo>
                    <a:pt x="4" y="327"/>
                    <a:pt x="0" y="323"/>
                    <a:pt x="0" y="317"/>
                  </a:cubicBezTo>
                  <a:cubicBezTo>
                    <a:pt x="0" y="10"/>
                    <a:pt x="0" y="10"/>
                    <a:pt x="0" y="10"/>
                  </a:cubicBezTo>
                  <a:cubicBezTo>
                    <a:pt x="0" y="5"/>
                    <a:pt x="4" y="0"/>
                    <a:pt x="10" y="0"/>
                  </a:cubicBezTo>
                  <a:cubicBezTo>
                    <a:pt x="317" y="0"/>
                    <a:pt x="317" y="0"/>
                    <a:pt x="317" y="0"/>
                  </a:cubicBezTo>
                  <a:cubicBezTo>
                    <a:pt x="322" y="0"/>
                    <a:pt x="326" y="5"/>
                    <a:pt x="326" y="10"/>
                  </a:cubicBezTo>
                  <a:cubicBezTo>
                    <a:pt x="326" y="317"/>
                    <a:pt x="326" y="317"/>
                    <a:pt x="326" y="317"/>
                  </a:cubicBezTo>
                  <a:cubicBezTo>
                    <a:pt x="326" y="323"/>
                    <a:pt x="322" y="327"/>
                    <a:pt x="317" y="327"/>
                  </a:cubicBezTo>
                  <a:lnTo>
                    <a:pt x="10" y="327"/>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9" name="Freeform 30">
              <a:extLst>
                <a:ext uri="{FF2B5EF4-FFF2-40B4-BE49-F238E27FC236}">
                  <a16:creationId xmlns:a16="http://schemas.microsoft.com/office/drawing/2014/main" id="{CD240241-26F5-47DC-83E4-4FEB2A387281}"/>
                </a:ext>
              </a:extLst>
            </p:cNvPr>
            <p:cNvSpPr>
              <a:spLocks/>
            </p:cNvSpPr>
            <p:nvPr/>
          </p:nvSpPr>
          <p:spPr bwMode="auto">
            <a:xfrm>
              <a:off x="2536825" y="2263775"/>
              <a:ext cx="1041400" cy="1038225"/>
            </a:xfrm>
            <a:custGeom>
              <a:avLst/>
              <a:gdLst>
                <a:gd name="T0" fmla="*/ 8 w 276"/>
                <a:gd name="T1" fmla="*/ 275 h 275"/>
                <a:gd name="T2" fmla="*/ 0 w 276"/>
                <a:gd name="T3" fmla="*/ 267 h 275"/>
                <a:gd name="T4" fmla="*/ 0 w 276"/>
                <a:gd name="T5" fmla="*/ 8 h 275"/>
                <a:gd name="T6" fmla="*/ 8 w 276"/>
                <a:gd name="T7" fmla="*/ 0 h 275"/>
                <a:gd name="T8" fmla="*/ 268 w 276"/>
                <a:gd name="T9" fmla="*/ 0 h 275"/>
                <a:gd name="T10" fmla="*/ 276 w 276"/>
                <a:gd name="T11" fmla="*/ 8 h 275"/>
                <a:gd name="T12" fmla="*/ 276 w 276"/>
                <a:gd name="T13" fmla="*/ 267 h 275"/>
                <a:gd name="T14" fmla="*/ 268 w 276"/>
                <a:gd name="T15" fmla="*/ 275 h 275"/>
                <a:gd name="T16" fmla="*/ 8 w 276"/>
                <a:gd name="T17"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75">
                  <a:moveTo>
                    <a:pt x="8" y="275"/>
                  </a:moveTo>
                  <a:cubicBezTo>
                    <a:pt x="4" y="275"/>
                    <a:pt x="0" y="272"/>
                    <a:pt x="0" y="267"/>
                  </a:cubicBezTo>
                  <a:cubicBezTo>
                    <a:pt x="0" y="8"/>
                    <a:pt x="0" y="8"/>
                    <a:pt x="0" y="8"/>
                  </a:cubicBezTo>
                  <a:cubicBezTo>
                    <a:pt x="0" y="3"/>
                    <a:pt x="4" y="0"/>
                    <a:pt x="8" y="0"/>
                  </a:cubicBezTo>
                  <a:cubicBezTo>
                    <a:pt x="268" y="0"/>
                    <a:pt x="268" y="0"/>
                    <a:pt x="268" y="0"/>
                  </a:cubicBezTo>
                  <a:cubicBezTo>
                    <a:pt x="272" y="0"/>
                    <a:pt x="276" y="3"/>
                    <a:pt x="276" y="8"/>
                  </a:cubicBezTo>
                  <a:cubicBezTo>
                    <a:pt x="276" y="267"/>
                    <a:pt x="276" y="267"/>
                    <a:pt x="276" y="267"/>
                  </a:cubicBezTo>
                  <a:cubicBezTo>
                    <a:pt x="276" y="272"/>
                    <a:pt x="272" y="275"/>
                    <a:pt x="268" y="275"/>
                  </a:cubicBezTo>
                  <a:lnTo>
                    <a:pt x="8" y="275"/>
                  </a:lnTo>
                  <a:close/>
                </a:path>
              </a:pathLst>
            </a:custGeom>
            <a:solidFill>
              <a:schemeClr val="bg2">
                <a:lumMod val="95000"/>
              </a:schemeClr>
            </a:solidFill>
            <a:ln>
              <a:noFill/>
            </a:ln>
            <a:effectLst>
              <a:innerShdw blurRad="114300">
                <a:prstClr val="black">
                  <a:alpha val="2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100" name="Group 99">
            <a:extLst>
              <a:ext uri="{FF2B5EF4-FFF2-40B4-BE49-F238E27FC236}">
                <a16:creationId xmlns:a16="http://schemas.microsoft.com/office/drawing/2014/main" id="{BDBC5B5B-926B-4A1A-8814-552B0AEB5287}"/>
              </a:ext>
            </a:extLst>
          </p:cNvPr>
          <p:cNvGrpSpPr/>
          <p:nvPr/>
        </p:nvGrpSpPr>
        <p:grpSpPr>
          <a:xfrm>
            <a:off x="6978649" y="2146300"/>
            <a:ext cx="1273175" cy="1276350"/>
            <a:chOff x="2420938" y="2146300"/>
            <a:chExt cx="1273175" cy="1276350"/>
          </a:xfrm>
          <a:effectLst>
            <a:outerShdw blurRad="139700" dist="88900" dir="2700000" algn="tl" rotWithShape="0">
              <a:prstClr val="black">
                <a:alpha val="40000"/>
              </a:prstClr>
            </a:outerShdw>
          </a:effectLst>
        </p:grpSpPr>
        <p:sp>
          <p:nvSpPr>
            <p:cNvPr id="101" name="Freeform 23">
              <a:extLst>
                <a:ext uri="{FF2B5EF4-FFF2-40B4-BE49-F238E27FC236}">
                  <a16:creationId xmlns:a16="http://schemas.microsoft.com/office/drawing/2014/main" id="{236F8242-5F55-4EDA-AAB3-FC4927A38A1D}"/>
                </a:ext>
              </a:extLst>
            </p:cNvPr>
            <p:cNvSpPr>
              <a:spLocks/>
            </p:cNvSpPr>
            <p:nvPr/>
          </p:nvSpPr>
          <p:spPr bwMode="auto">
            <a:xfrm>
              <a:off x="2420938" y="2146300"/>
              <a:ext cx="1273175" cy="1276350"/>
            </a:xfrm>
            <a:custGeom>
              <a:avLst/>
              <a:gdLst>
                <a:gd name="T0" fmla="*/ 338 w 338"/>
                <a:gd name="T1" fmla="*/ 322 h 338"/>
                <a:gd name="T2" fmla="*/ 323 w 338"/>
                <a:gd name="T3" fmla="*/ 338 h 338"/>
                <a:gd name="T4" fmla="*/ 16 w 338"/>
                <a:gd name="T5" fmla="*/ 338 h 338"/>
                <a:gd name="T6" fmla="*/ 0 w 338"/>
                <a:gd name="T7" fmla="*/ 322 h 338"/>
                <a:gd name="T8" fmla="*/ 0 w 338"/>
                <a:gd name="T9" fmla="*/ 15 h 338"/>
                <a:gd name="T10" fmla="*/ 16 w 338"/>
                <a:gd name="T11" fmla="*/ 0 h 338"/>
                <a:gd name="T12" fmla="*/ 323 w 338"/>
                <a:gd name="T13" fmla="*/ 0 h 338"/>
                <a:gd name="T14" fmla="*/ 338 w 338"/>
                <a:gd name="T15" fmla="*/ 15 h 338"/>
                <a:gd name="T16" fmla="*/ 338 w 338"/>
                <a:gd name="T17" fmla="*/ 322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38">
                  <a:moveTo>
                    <a:pt x="338" y="322"/>
                  </a:moveTo>
                  <a:cubicBezTo>
                    <a:pt x="338" y="331"/>
                    <a:pt x="331" y="338"/>
                    <a:pt x="323" y="338"/>
                  </a:cubicBezTo>
                  <a:cubicBezTo>
                    <a:pt x="16" y="338"/>
                    <a:pt x="16" y="338"/>
                    <a:pt x="16" y="338"/>
                  </a:cubicBezTo>
                  <a:cubicBezTo>
                    <a:pt x="7" y="338"/>
                    <a:pt x="0" y="331"/>
                    <a:pt x="0" y="322"/>
                  </a:cubicBezTo>
                  <a:cubicBezTo>
                    <a:pt x="0" y="15"/>
                    <a:pt x="0" y="15"/>
                    <a:pt x="0" y="15"/>
                  </a:cubicBezTo>
                  <a:cubicBezTo>
                    <a:pt x="0" y="6"/>
                    <a:pt x="7" y="0"/>
                    <a:pt x="16" y="0"/>
                  </a:cubicBezTo>
                  <a:cubicBezTo>
                    <a:pt x="323" y="0"/>
                    <a:pt x="323" y="0"/>
                    <a:pt x="323" y="0"/>
                  </a:cubicBezTo>
                  <a:cubicBezTo>
                    <a:pt x="331" y="0"/>
                    <a:pt x="338" y="6"/>
                    <a:pt x="338" y="15"/>
                  </a:cubicBezTo>
                  <a:lnTo>
                    <a:pt x="338" y="322"/>
                  </a:lnTo>
                  <a:close/>
                </a:path>
              </a:pathLst>
            </a:cu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2" name="Freeform 24">
              <a:extLst>
                <a:ext uri="{FF2B5EF4-FFF2-40B4-BE49-F238E27FC236}">
                  <a16:creationId xmlns:a16="http://schemas.microsoft.com/office/drawing/2014/main" id="{736EB148-8CAA-4E21-A44E-5EB868832517}"/>
                </a:ext>
              </a:extLst>
            </p:cNvPr>
            <p:cNvSpPr>
              <a:spLocks/>
            </p:cNvSpPr>
            <p:nvPr/>
          </p:nvSpPr>
          <p:spPr bwMode="auto">
            <a:xfrm>
              <a:off x="2443163" y="2165350"/>
              <a:ext cx="1228725" cy="1235075"/>
            </a:xfrm>
            <a:custGeom>
              <a:avLst/>
              <a:gdLst>
                <a:gd name="T0" fmla="*/ 10 w 326"/>
                <a:gd name="T1" fmla="*/ 327 h 327"/>
                <a:gd name="T2" fmla="*/ 0 w 326"/>
                <a:gd name="T3" fmla="*/ 317 h 327"/>
                <a:gd name="T4" fmla="*/ 0 w 326"/>
                <a:gd name="T5" fmla="*/ 10 h 327"/>
                <a:gd name="T6" fmla="*/ 10 w 326"/>
                <a:gd name="T7" fmla="*/ 0 h 327"/>
                <a:gd name="T8" fmla="*/ 317 w 326"/>
                <a:gd name="T9" fmla="*/ 0 h 327"/>
                <a:gd name="T10" fmla="*/ 326 w 326"/>
                <a:gd name="T11" fmla="*/ 10 h 327"/>
                <a:gd name="T12" fmla="*/ 326 w 326"/>
                <a:gd name="T13" fmla="*/ 317 h 327"/>
                <a:gd name="T14" fmla="*/ 317 w 326"/>
                <a:gd name="T15" fmla="*/ 327 h 327"/>
                <a:gd name="T16" fmla="*/ 10 w 326"/>
                <a:gd name="T17" fmla="*/ 327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327">
                  <a:moveTo>
                    <a:pt x="10" y="327"/>
                  </a:moveTo>
                  <a:cubicBezTo>
                    <a:pt x="4" y="327"/>
                    <a:pt x="0" y="323"/>
                    <a:pt x="0" y="317"/>
                  </a:cubicBezTo>
                  <a:cubicBezTo>
                    <a:pt x="0" y="10"/>
                    <a:pt x="0" y="10"/>
                    <a:pt x="0" y="10"/>
                  </a:cubicBezTo>
                  <a:cubicBezTo>
                    <a:pt x="0" y="5"/>
                    <a:pt x="4" y="0"/>
                    <a:pt x="10" y="0"/>
                  </a:cubicBezTo>
                  <a:cubicBezTo>
                    <a:pt x="317" y="0"/>
                    <a:pt x="317" y="0"/>
                    <a:pt x="317" y="0"/>
                  </a:cubicBezTo>
                  <a:cubicBezTo>
                    <a:pt x="322" y="0"/>
                    <a:pt x="326" y="5"/>
                    <a:pt x="326" y="10"/>
                  </a:cubicBezTo>
                  <a:cubicBezTo>
                    <a:pt x="326" y="317"/>
                    <a:pt x="326" y="317"/>
                    <a:pt x="326" y="317"/>
                  </a:cubicBezTo>
                  <a:cubicBezTo>
                    <a:pt x="326" y="323"/>
                    <a:pt x="322" y="327"/>
                    <a:pt x="317" y="327"/>
                  </a:cubicBezTo>
                  <a:lnTo>
                    <a:pt x="10" y="327"/>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3" name="Freeform 30">
              <a:extLst>
                <a:ext uri="{FF2B5EF4-FFF2-40B4-BE49-F238E27FC236}">
                  <a16:creationId xmlns:a16="http://schemas.microsoft.com/office/drawing/2014/main" id="{B9238118-6E6F-4EF5-A5FA-9DE1F7343FA6}"/>
                </a:ext>
              </a:extLst>
            </p:cNvPr>
            <p:cNvSpPr>
              <a:spLocks/>
            </p:cNvSpPr>
            <p:nvPr/>
          </p:nvSpPr>
          <p:spPr bwMode="auto">
            <a:xfrm>
              <a:off x="2536825" y="2263775"/>
              <a:ext cx="1041400" cy="1038225"/>
            </a:xfrm>
            <a:custGeom>
              <a:avLst/>
              <a:gdLst>
                <a:gd name="T0" fmla="*/ 8 w 276"/>
                <a:gd name="T1" fmla="*/ 275 h 275"/>
                <a:gd name="T2" fmla="*/ 0 w 276"/>
                <a:gd name="T3" fmla="*/ 267 h 275"/>
                <a:gd name="T4" fmla="*/ 0 w 276"/>
                <a:gd name="T5" fmla="*/ 8 h 275"/>
                <a:gd name="T6" fmla="*/ 8 w 276"/>
                <a:gd name="T7" fmla="*/ 0 h 275"/>
                <a:gd name="T8" fmla="*/ 268 w 276"/>
                <a:gd name="T9" fmla="*/ 0 h 275"/>
                <a:gd name="T10" fmla="*/ 276 w 276"/>
                <a:gd name="T11" fmla="*/ 8 h 275"/>
                <a:gd name="T12" fmla="*/ 276 w 276"/>
                <a:gd name="T13" fmla="*/ 267 h 275"/>
                <a:gd name="T14" fmla="*/ 268 w 276"/>
                <a:gd name="T15" fmla="*/ 275 h 275"/>
                <a:gd name="T16" fmla="*/ 8 w 276"/>
                <a:gd name="T17"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75">
                  <a:moveTo>
                    <a:pt x="8" y="275"/>
                  </a:moveTo>
                  <a:cubicBezTo>
                    <a:pt x="4" y="275"/>
                    <a:pt x="0" y="272"/>
                    <a:pt x="0" y="267"/>
                  </a:cubicBezTo>
                  <a:cubicBezTo>
                    <a:pt x="0" y="8"/>
                    <a:pt x="0" y="8"/>
                    <a:pt x="0" y="8"/>
                  </a:cubicBezTo>
                  <a:cubicBezTo>
                    <a:pt x="0" y="3"/>
                    <a:pt x="4" y="0"/>
                    <a:pt x="8" y="0"/>
                  </a:cubicBezTo>
                  <a:cubicBezTo>
                    <a:pt x="268" y="0"/>
                    <a:pt x="268" y="0"/>
                    <a:pt x="268" y="0"/>
                  </a:cubicBezTo>
                  <a:cubicBezTo>
                    <a:pt x="272" y="0"/>
                    <a:pt x="276" y="3"/>
                    <a:pt x="276" y="8"/>
                  </a:cubicBezTo>
                  <a:cubicBezTo>
                    <a:pt x="276" y="267"/>
                    <a:pt x="276" y="267"/>
                    <a:pt x="276" y="267"/>
                  </a:cubicBezTo>
                  <a:cubicBezTo>
                    <a:pt x="276" y="272"/>
                    <a:pt x="272" y="275"/>
                    <a:pt x="268" y="275"/>
                  </a:cubicBezTo>
                  <a:lnTo>
                    <a:pt x="8" y="275"/>
                  </a:lnTo>
                  <a:close/>
                </a:path>
              </a:pathLst>
            </a:custGeom>
            <a:solidFill>
              <a:schemeClr val="bg2">
                <a:lumMod val="95000"/>
              </a:schemeClr>
            </a:solidFill>
            <a:ln>
              <a:noFill/>
            </a:ln>
            <a:effectLst>
              <a:innerShdw blurRad="114300">
                <a:prstClr val="black">
                  <a:alpha val="2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104" name="Group 103">
            <a:extLst>
              <a:ext uri="{FF2B5EF4-FFF2-40B4-BE49-F238E27FC236}">
                <a16:creationId xmlns:a16="http://schemas.microsoft.com/office/drawing/2014/main" id="{813F9EA1-E792-459A-B8D1-59D84769EDF7}"/>
              </a:ext>
            </a:extLst>
          </p:cNvPr>
          <p:cNvGrpSpPr/>
          <p:nvPr/>
        </p:nvGrpSpPr>
        <p:grpSpPr>
          <a:xfrm>
            <a:off x="8497886" y="2146300"/>
            <a:ext cx="1273175" cy="1276350"/>
            <a:chOff x="2420938" y="2146300"/>
            <a:chExt cx="1273175" cy="1276350"/>
          </a:xfrm>
          <a:effectLst>
            <a:outerShdw blurRad="139700" dist="88900" dir="2700000" algn="tl" rotWithShape="0">
              <a:prstClr val="black">
                <a:alpha val="40000"/>
              </a:prstClr>
            </a:outerShdw>
          </a:effectLst>
        </p:grpSpPr>
        <p:sp>
          <p:nvSpPr>
            <p:cNvPr id="105" name="Freeform 23">
              <a:extLst>
                <a:ext uri="{FF2B5EF4-FFF2-40B4-BE49-F238E27FC236}">
                  <a16:creationId xmlns:a16="http://schemas.microsoft.com/office/drawing/2014/main" id="{8122C9CD-D9B6-4F94-BA12-1E6BA4BCAA3B}"/>
                </a:ext>
              </a:extLst>
            </p:cNvPr>
            <p:cNvSpPr>
              <a:spLocks/>
            </p:cNvSpPr>
            <p:nvPr/>
          </p:nvSpPr>
          <p:spPr bwMode="auto">
            <a:xfrm>
              <a:off x="2420938" y="2146300"/>
              <a:ext cx="1273175" cy="1276350"/>
            </a:xfrm>
            <a:custGeom>
              <a:avLst/>
              <a:gdLst>
                <a:gd name="T0" fmla="*/ 338 w 338"/>
                <a:gd name="T1" fmla="*/ 322 h 338"/>
                <a:gd name="T2" fmla="*/ 323 w 338"/>
                <a:gd name="T3" fmla="*/ 338 h 338"/>
                <a:gd name="T4" fmla="*/ 16 w 338"/>
                <a:gd name="T5" fmla="*/ 338 h 338"/>
                <a:gd name="T6" fmla="*/ 0 w 338"/>
                <a:gd name="T7" fmla="*/ 322 h 338"/>
                <a:gd name="T8" fmla="*/ 0 w 338"/>
                <a:gd name="T9" fmla="*/ 15 h 338"/>
                <a:gd name="T10" fmla="*/ 16 w 338"/>
                <a:gd name="T11" fmla="*/ 0 h 338"/>
                <a:gd name="T12" fmla="*/ 323 w 338"/>
                <a:gd name="T13" fmla="*/ 0 h 338"/>
                <a:gd name="T14" fmla="*/ 338 w 338"/>
                <a:gd name="T15" fmla="*/ 15 h 338"/>
                <a:gd name="T16" fmla="*/ 338 w 338"/>
                <a:gd name="T17" fmla="*/ 322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38">
                  <a:moveTo>
                    <a:pt x="338" y="322"/>
                  </a:moveTo>
                  <a:cubicBezTo>
                    <a:pt x="338" y="331"/>
                    <a:pt x="331" y="338"/>
                    <a:pt x="323" y="338"/>
                  </a:cubicBezTo>
                  <a:cubicBezTo>
                    <a:pt x="16" y="338"/>
                    <a:pt x="16" y="338"/>
                    <a:pt x="16" y="338"/>
                  </a:cubicBezTo>
                  <a:cubicBezTo>
                    <a:pt x="7" y="338"/>
                    <a:pt x="0" y="331"/>
                    <a:pt x="0" y="322"/>
                  </a:cubicBezTo>
                  <a:cubicBezTo>
                    <a:pt x="0" y="15"/>
                    <a:pt x="0" y="15"/>
                    <a:pt x="0" y="15"/>
                  </a:cubicBezTo>
                  <a:cubicBezTo>
                    <a:pt x="0" y="6"/>
                    <a:pt x="7" y="0"/>
                    <a:pt x="16" y="0"/>
                  </a:cubicBezTo>
                  <a:cubicBezTo>
                    <a:pt x="323" y="0"/>
                    <a:pt x="323" y="0"/>
                    <a:pt x="323" y="0"/>
                  </a:cubicBezTo>
                  <a:cubicBezTo>
                    <a:pt x="331" y="0"/>
                    <a:pt x="338" y="6"/>
                    <a:pt x="338" y="15"/>
                  </a:cubicBezTo>
                  <a:lnTo>
                    <a:pt x="338" y="322"/>
                  </a:lnTo>
                  <a:close/>
                </a:path>
              </a:pathLst>
            </a:cu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6" name="Freeform 24">
              <a:extLst>
                <a:ext uri="{FF2B5EF4-FFF2-40B4-BE49-F238E27FC236}">
                  <a16:creationId xmlns:a16="http://schemas.microsoft.com/office/drawing/2014/main" id="{5C8B9E54-07A3-4D91-BA65-BAB24F7767F8}"/>
                </a:ext>
              </a:extLst>
            </p:cNvPr>
            <p:cNvSpPr>
              <a:spLocks/>
            </p:cNvSpPr>
            <p:nvPr/>
          </p:nvSpPr>
          <p:spPr bwMode="auto">
            <a:xfrm>
              <a:off x="2443163" y="2165350"/>
              <a:ext cx="1228725" cy="1235075"/>
            </a:xfrm>
            <a:custGeom>
              <a:avLst/>
              <a:gdLst>
                <a:gd name="T0" fmla="*/ 10 w 326"/>
                <a:gd name="T1" fmla="*/ 327 h 327"/>
                <a:gd name="T2" fmla="*/ 0 w 326"/>
                <a:gd name="T3" fmla="*/ 317 h 327"/>
                <a:gd name="T4" fmla="*/ 0 w 326"/>
                <a:gd name="T5" fmla="*/ 10 h 327"/>
                <a:gd name="T6" fmla="*/ 10 w 326"/>
                <a:gd name="T7" fmla="*/ 0 h 327"/>
                <a:gd name="T8" fmla="*/ 317 w 326"/>
                <a:gd name="T9" fmla="*/ 0 h 327"/>
                <a:gd name="T10" fmla="*/ 326 w 326"/>
                <a:gd name="T11" fmla="*/ 10 h 327"/>
                <a:gd name="T12" fmla="*/ 326 w 326"/>
                <a:gd name="T13" fmla="*/ 317 h 327"/>
                <a:gd name="T14" fmla="*/ 317 w 326"/>
                <a:gd name="T15" fmla="*/ 327 h 327"/>
                <a:gd name="T16" fmla="*/ 10 w 326"/>
                <a:gd name="T17" fmla="*/ 327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327">
                  <a:moveTo>
                    <a:pt x="10" y="327"/>
                  </a:moveTo>
                  <a:cubicBezTo>
                    <a:pt x="4" y="327"/>
                    <a:pt x="0" y="323"/>
                    <a:pt x="0" y="317"/>
                  </a:cubicBezTo>
                  <a:cubicBezTo>
                    <a:pt x="0" y="10"/>
                    <a:pt x="0" y="10"/>
                    <a:pt x="0" y="10"/>
                  </a:cubicBezTo>
                  <a:cubicBezTo>
                    <a:pt x="0" y="5"/>
                    <a:pt x="4" y="0"/>
                    <a:pt x="10" y="0"/>
                  </a:cubicBezTo>
                  <a:cubicBezTo>
                    <a:pt x="317" y="0"/>
                    <a:pt x="317" y="0"/>
                    <a:pt x="317" y="0"/>
                  </a:cubicBezTo>
                  <a:cubicBezTo>
                    <a:pt x="322" y="0"/>
                    <a:pt x="326" y="5"/>
                    <a:pt x="326" y="10"/>
                  </a:cubicBezTo>
                  <a:cubicBezTo>
                    <a:pt x="326" y="317"/>
                    <a:pt x="326" y="317"/>
                    <a:pt x="326" y="317"/>
                  </a:cubicBezTo>
                  <a:cubicBezTo>
                    <a:pt x="326" y="323"/>
                    <a:pt x="322" y="327"/>
                    <a:pt x="317" y="327"/>
                  </a:cubicBezTo>
                  <a:lnTo>
                    <a:pt x="10" y="327"/>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7" name="Freeform 30">
              <a:extLst>
                <a:ext uri="{FF2B5EF4-FFF2-40B4-BE49-F238E27FC236}">
                  <a16:creationId xmlns:a16="http://schemas.microsoft.com/office/drawing/2014/main" id="{5DA3AB6F-51CF-49B3-B7FA-8B06D5CE3BDD}"/>
                </a:ext>
              </a:extLst>
            </p:cNvPr>
            <p:cNvSpPr>
              <a:spLocks/>
            </p:cNvSpPr>
            <p:nvPr/>
          </p:nvSpPr>
          <p:spPr bwMode="auto">
            <a:xfrm>
              <a:off x="2536825" y="2263775"/>
              <a:ext cx="1041400" cy="1038225"/>
            </a:xfrm>
            <a:custGeom>
              <a:avLst/>
              <a:gdLst>
                <a:gd name="T0" fmla="*/ 8 w 276"/>
                <a:gd name="T1" fmla="*/ 275 h 275"/>
                <a:gd name="T2" fmla="*/ 0 w 276"/>
                <a:gd name="T3" fmla="*/ 267 h 275"/>
                <a:gd name="T4" fmla="*/ 0 w 276"/>
                <a:gd name="T5" fmla="*/ 8 h 275"/>
                <a:gd name="T6" fmla="*/ 8 w 276"/>
                <a:gd name="T7" fmla="*/ 0 h 275"/>
                <a:gd name="T8" fmla="*/ 268 w 276"/>
                <a:gd name="T9" fmla="*/ 0 h 275"/>
                <a:gd name="T10" fmla="*/ 276 w 276"/>
                <a:gd name="T11" fmla="*/ 8 h 275"/>
                <a:gd name="T12" fmla="*/ 276 w 276"/>
                <a:gd name="T13" fmla="*/ 267 h 275"/>
                <a:gd name="T14" fmla="*/ 268 w 276"/>
                <a:gd name="T15" fmla="*/ 275 h 275"/>
                <a:gd name="T16" fmla="*/ 8 w 276"/>
                <a:gd name="T17"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75">
                  <a:moveTo>
                    <a:pt x="8" y="275"/>
                  </a:moveTo>
                  <a:cubicBezTo>
                    <a:pt x="4" y="275"/>
                    <a:pt x="0" y="272"/>
                    <a:pt x="0" y="267"/>
                  </a:cubicBezTo>
                  <a:cubicBezTo>
                    <a:pt x="0" y="8"/>
                    <a:pt x="0" y="8"/>
                    <a:pt x="0" y="8"/>
                  </a:cubicBezTo>
                  <a:cubicBezTo>
                    <a:pt x="0" y="3"/>
                    <a:pt x="4" y="0"/>
                    <a:pt x="8" y="0"/>
                  </a:cubicBezTo>
                  <a:cubicBezTo>
                    <a:pt x="268" y="0"/>
                    <a:pt x="268" y="0"/>
                    <a:pt x="268" y="0"/>
                  </a:cubicBezTo>
                  <a:cubicBezTo>
                    <a:pt x="272" y="0"/>
                    <a:pt x="276" y="3"/>
                    <a:pt x="276" y="8"/>
                  </a:cubicBezTo>
                  <a:cubicBezTo>
                    <a:pt x="276" y="267"/>
                    <a:pt x="276" y="267"/>
                    <a:pt x="276" y="267"/>
                  </a:cubicBezTo>
                  <a:cubicBezTo>
                    <a:pt x="276" y="272"/>
                    <a:pt x="272" y="275"/>
                    <a:pt x="268" y="275"/>
                  </a:cubicBezTo>
                  <a:lnTo>
                    <a:pt x="8" y="275"/>
                  </a:lnTo>
                  <a:close/>
                </a:path>
              </a:pathLst>
            </a:custGeom>
            <a:solidFill>
              <a:schemeClr val="bg2">
                <a:lumMod val="95000"/>
              </a:schemeClr>
            </a:solidFill>
            <a:ln>
              <a:noFill/>
            </a:ln>
            <a:effectLst>
              <a:innerShdw blurRad="114300">
                <a:prstClr val="black">
                  <a:alpha val="24000"/>
                </a:prstClr>
              </a:innerShdw>
            </a:effectLst>
          </p:spPr>
          <p:txBody>
            <a:bodyPr vert="horz" wrap="square" lIns="91440" tIns="45720" rIns="91440" bIns="45720" numCol="1" anchor="t" anchorCtr="0" compatLnSpc="1">
              <a:prstTxWarp prst="textNoShape">
                <a:avLst/>
              </a:prstTxWarp>
            </a:bodyPr>
            <a:lstStyle/>
            <a:p>
              <a:endParaRPr lang="ru-UA"/>
            </a:p>
          </p:txBody>
        </p:sp>
      </p:grpSp>
      <p:sp>
        <p:nvSpPr>
          <p:cNvPr id="112" name="Text_02">
            <a:extLst>
              <a:ext uri="{FF2B5EF4-FFF2-40B4-BE49-F238E27FC236}">
                <a16:creationId xmlns:a16="http://schemas.microsoft.com/office/drawing/2014/main" id="{7DC99E9B-9370-49F5-8F93-94F5A34310BE}"/>
              </a:ext>
            </a:extLst>
          </p:cNvPr>
          <p:cNvSpPr txBox="1"/>
          <p:nvPr/>
        </p:nvSpPr>
        <p:spPr>
          <a:xfrm>
            <a:off x="2443163" y="5072360"/>
            <a:ext cx="1319213" cy="646331"/>
          </a:xfrm>
          <a:prstGeom prst="rect">
            <a:avLst/>
          </a:prstGeom>
          <a:noFill/>
        </p:spPr>
        <p:txBody>
          <a:bodyPr wrap="square" rtlCol="0">
            <a:spAutoFit/>
          </a:bodyPr>
          <a:lstStyle/>
          <a:p>
            <a:r>
              <a:rPr lang="en-US" sz="900" dirty="0"/>
              <a:t>Lorem ipsum dolor sit amet, consectetur adipiscing elit, sed do </a:t>
            </a:r>
            <a:r>
              <a:rPr lang="en-US" sz="900"/>
              <a:t>eiusmod tempor</a:t>
            </a:r>
            <a:endParaRPr lang="ru-RU" sz="900" dirty="0"/>
          </a:p>
        </p:txBody>
      </p:sp>
      <p:sp>
        <p:nvSpPr>
          <p:cNvPr id="113" name="Text_02">
            <a:extLst>
              <a:ext uri="{FF2B5EF4-FFF2-40B4-BE49-F238E27FC236}">
                <a16:creationId xmlns:a16="http://schemas.microsoft.com/office/drawing/2014/main" id="{9DBCEBE2-36E3-4E71-BF50-79903DA414B1}"/>
              </a:ext>
            </a:extLst>
          </p:cNvPr>
          <p:cNvSpPr txBox="1"/>
          <p:nvPr/>
        </p:nvSpPr>
        <p:spPr>
          <a:xfrm>
            <a:off x="3923307" y="5072360"/>
            <a:ext cx="1319213" cy="646331"/>
          </a:xfrm>
          <a:prstGeom prst="rect">
            <a:avLst/>
          </a:prstGeom>
          <a:noFill/>
        </p:spPr>
        <p:txBody>
          <a:bodyPr wrap="square" rtlCol="0">
            <a:spAutoFit/>
          </a:bodyPr>
          <a:lstStyle/>
          <a:p>
            <a:r>
              <a:rPr lang="en-US" sz="900" dirty="0"/>
              <a:t>Lorem ipsum dolor sit amet, consectetur adipiscing elit, sed do </a:t>
            </a:r>
            <a:r>
              <a:rPr lang="en-US" sz="900"/>
              <a:t>eiusmod tempor</a:t>
            </a:r>
            <a:endParaRPr lang="ru-RU" sz="900" dirty="0"/>
          </a:p>
        </p:txBody>
      </p:sp>
      <p:sp>
        <p:nvSpPr>
          <p:cNvPr id="114" name="Text_02">
            <a:extLst>
              <a:ext uri="{FF2B5EF4-FFF2-40B4-BE49-F238E27FC236}">
                <a16:creationId xmlns:a16="http://schemas.microsoft.com/office/drawing/2014/main" id="{4209576F-DFAB-4458-9CAA-B0DD96C14BD0}"/>
              </a:ext>
            </a:extLst>
          </p:cNvPr>
          <p:cNvSpPr txBox="1"/>
          <p:nvPr/>
        </p:nvSpPr>
        <p:spPr>
          <a:xfrm>
            <a:off x="5488970" y="5072360"/>
            <a:ext cx="1319213" cy="646331"/>
          </a:xfrm>
          <a:prstGeom prst="rect">
            <a:avLst/>
          </a:prstGeom>
          <a:noFill/>
        </p:spPr>
        <p:txBody>
          <a:bodyPr wrap="square" rtlCol="0">
            <a:spAutoFit/>
          </a:bodyPr>
          <a:lstStyle/>
          <a:p>
            <a:r>
              <a:rPr lang="en-US" sz="900" dirty="0"/>
              <a:t>Lorem ipsum dolor sit amet, consectetur adipiscing elit, sed do </a:t>
            </a:r>
            <a:r>
              <a:rPr lang="en-US" sz="900"/>
              <a:t>eiusmod tempor</a:t>
            </a:r>
            <a:endParaRPr lang="ru-RU" sz="900" dirty="0"/>
          </a:p>
        </p:txBody>
      </p:sp>
      <p:sp>
        <p:nvSpPr>
          <p:cNvPr id="115" name="Text_02">
            <a:extLst>
              <a:ext uri="{FF2B5EF4-FFF2-40B4-BE49-F238E27FC236}">
                <a16:creationId xmlns:a16="http://schemas.microsoft.com/office/drawing/2014/main" id="{7759668C-7128-4FB1-A18B-7D6D5D4AEE76}"/>
              </a:ext>
            </a:extLst>
          </p:cNvPr>
          <p:cNvSpPr txBox="1"/>
          <p:nvPr/>
        </p:nvSpPr>
        <p:spPr>
          <a:xfrm>
            <a:off x="7041476" y="5072360"/>
            <a:ext cx="1319213" cy="646331"/>
          </a:xfrm>
          <a:prstGeom prst="rect">
            <a:avLst/>
          </a:prstGeom>
          <a:noFill/>
        </p:spPr>
        <p:txBody>
          <a:bodyPr wrap="square" rtlCol="0">
            <a:spAutoFit/>
          </a:bodyPr>
          <a:lstStyle/>
          <a:p>
            <a:r>
              <a:rPr lang="en-US" sz="900" dirty="0"/>
              <a:t>Lorem ipsum dolor sit amet, consectetur adipiscing elit, sed do </a:t>
            </a:r>
            <a:r>
              <a:rPr lang="en-US" sz="900"/>
              <a:t>eiusmod tempor</a:t>
            </a:r>
            <a:endParaRPr lang="ru-RU" sz="900" dirty="0"/>
          </a:p>
        </p:txBody>
      </p:sp>
      <p:sp>
        <p:nvSpPr>
          <p:cNvPr id="116" name="Text_02">
            <a:extLst>
              <a:ext uri="{FF2B5EF4-FFF2-40B4-BE49-F238E27FC236}">
                <a16:creationId xmlns:a16="http://schemas.microsoft.com/office/drawing/2014/main" id="{96DC148F-4491-4A0F-8553-9EB533DD2B06}"/>
              </a:ext>
            </a:extLst>
          </p:cNvPr>
          <p:cNvSpPr txBox="1"/>
          <p:nvPr/>
        </p:nvSpPr>
        <p:spPr>
          <a:xfrm>
            <a:off x="8515042" y="5072360"/>
            <a:ext cx="1319213" cy="646331"/>
          </a:xfrm>
          <a:prstGeom prst="rect">
            <a:avLst/>
          </a:prstGeom>
          <a:noFill/>
        </p:spPr>
        <p:txBody>
          <a:bodyPr wrap="square" rtlCol="0">
            <a:spAutoFit/>
          </a:bodyPr>
          <a:lstStyle/>
          <a:p>
            <a:r>
              <a:rPr lang="en-US" sz="900" dirty="0"/>
              <a:t>Lorem ipsum dolor sit amet, consectetur adipiscing elit, sed do </a:t>
            </a:r>
            <a:r>
              <a:rPr lang="en-US" sz="900"/>
              <a:t>eiusmod tempor</a:t>
            </a:r>
            <a:endParaRPr lang="ru-RU" sz="900" dirty="0"/>
          </a:p>
        </p:txBody>
      </p:sp>
      <p:sp>
        <p:nvSpPr>
          <p:cNvPr id="117" name="Freeform 44">
            <a:extLst>
              <a:ext uri="{FF2B5EF4-FFF2-40B4-BE49-F238E27FC236}">
                <a16:creationId xmlns:a16="http://schemas.microsoft.com/office/drawing/2014/main" id="{CA0CBC16-57B2-4F07-941B-4D9A5A3D23AD}"/>
              </a:ext>
            </a:extLst>
          </p:cNvPr>
          <p:cNvSpPr>
            <a:spLocks noEditPoints="1"/>
          </p:cNvSpPr>
          <p:nvPr/>
        </p:nvSpPr>
        <p:spPr bwMode="auto">
          <a:xfrm>
            <a:off x="2764361" y="2491614"/>
            <a:ext cx="558210" cy="577386"/>
          </a:xfrm>
          <a:custGeom>
            <a:avLst/>
            <a:gdLst>
              <a:gd name="T0" fmla="*/ 42 w 112"/>
              <a:gd name="T1" fmla="*/ 12 h 116"/>
              <a:gd name="T2" fmla="*/ 98 w 112"/>
              <a:gd name="T3" fmla="*/ 47 h 116"/>
              <a:gd name="T4" fmla="*/ 112 w 112"/>
              <a:gd name="T5" fmla="*/ 74 h 116"/>
              <a:gd name="T6" fmla="*/ 100 w 112"/>
              <a:gd name="T7" fmla="*/ 74 h 116"/>
              <a:gd name="T8" fmla="*/ 100 w 112"/>
              <a:gd name="T9" fmla="*/ 94 h 116"/>
              <a:gd name="T10" fmla="*/ 94 w 112"/>
              <a:gd name="T11" fmla="*/ 100 h 116"/>
              <a:gd name="T12" fmla="*/ 82 w 112"/>
              <a:gd name="T13" fmla="*/ 100 h 116"/>
              <a:gd name="T14" fmla="*/ 82 w 112"/>
              <a:gd name="T15" fmla="*/ 116 h 116"/>
              <a:gd name="T16" fmla="*/ 30 w 112"/>
              <a:gd name="T17" fmla="*/ 116 h 116"/>
              <a:gd name="T18" fmla="*/ 30 w 112"/>
              <a:gd name="T19" fmla="*/ 99 h 116"/>
              <a:gd name="T20" fmla="*/ 25 w 112"/>
              <a:gd name="T21" fmla="*/ 87 h 116"/>
              <a:gd name="T22" fmla="*/ 63 w 112"/>
              <a:gd name="T23" fmla="*/ 53 h 116"/>
              <a:gd name="T24" fmla="*/ 63 w 112"/>
              <a:gd name="T25" fmla="*/ 45 h 116"/>
              <a:gd name="T26" fmla="*/ 54 w 112"/>
              <a:gd name="T27" fmla="*/ 41 h 116"/>
              <a:gd name="T28" fmla="*/ 53 w 112"/>
              <a:gd name="T29" fmla="*/ 38 h 116"/>
              <a:gd name="T30" fmla="*/ 56 w 112"/>
              <a:gd name="T31" fmla="*/ 29 h 116"/>
              <a:gd name="T32" fmla="*/ 51 w 112"/>
              <a:gd name="T33" fmla="*/ 24 h 116"/>
              <a:gd name="T34" fmla="*/ 42 w 112"/>
              <a:gd name="T35" fmla="*/ 28 h 116"/>
              <a:gd name="T36" fmla="*/ 39 w 112"/>
              <a:gd name="T37" fmla="*/ 26 h 116"/>
              <a:gd name="T38" fmla="*/ 36 w 112"/>
              <a:gd name="T39" fmla="*/ 17 h 116"/>
              <a:gd name="T40" fmla="*/ 28 w 112"/>
              <a:gd name="T41" fmla="*/ 17 h 116"/>
              <a:gd name="T42" fmla="*/ 24 w 112"/>
              <a:gd name="T43" fmla="*/ 26 h 116"/>
              <a:gd name="T44" fmla="*/ 21 w 112"/>
              <a:gd name="T45" fmla="*/ 28 h 116"/>
              <a:gd name="T46" fmla="*/ 12 w 112"/>
              <a:gd name="T47" fmla="*/ 24 h 116"/>
              <a:gd name="T48" fmla="*/ 7 w 112"/>
              <a:gd name="T49" fmla="*/ 29 h 116"/>
              <a:gd name="T50" fmla="*/ 11 w 112"/>
              <a:gd name="T51" fmla="*/ 38 h 116"/>
              <a:gd name="T52" fmla="*/ 9 w 112"/>
              <a:gd name="T53" fmla="*/ 41 h 116"/>
              <a:gd name="T54" fmla="*/ 0 w 112"/>
              <a:gd name="T55" fmla="*/ 45 h 116"/>
              <a:gd name="T56" fmla="*/ 0 w 112"/>
              <a:gd name="T57" fmla="*/ 53 h 116"/>
              <a:gd name="T58" fmla="*/ 9 w 112"/>
              <a:gd name="T59" fmla="*/ 56 h 116"/>
              <a:gd name="T60" fmla="*/ 11 w 112"/>
              <a:gd name="T61" fmla="*/ 59 h 116"/>
              <a:gd name="T62" fmla="*/ 7 w 112"/>
              <a:gd name="T63" fmla="*/ 68 h 116"/>
              <a:gd name="T64" fmla="*/ 12 w 112"/>
              <a:gd name="T65" fmla="*/ 73 h 116"/>
              <a:gd name="T66" fmla="*/ 21 w 112"/>
              <a:gd name="T67" fmla="*/ 70 h 116"/>
              <a:gd name="T68" fmla="*/ 24 w 112"/>
              <a:gd name="T69" fmla="*/ 71 h 116"/>
              <a:gd name="T70" fmla="*/ 28 w 112"/>
              <a:gd name="T71" fmla="*/ 80 h 116"/>
              <a:gd name="T72" fmla="*/ 36 w 112"/>
              <a:gd name="T73" fmla="*/ 80 h 116"/>
              <a:gd name="T74" fmla="*/ 39 w 112"/>
              <a:gd name="T75" fmla="*/ 71 h 116"/>
              <a:gd name="T76" fmla="*/ 42 w 112"/>
              <a:gd name="T77" fmla="*/ 70 h 116"/>
              <a:gd name="T78" fmla="*/ 51 w 112"/>
              <a:gd name="T79" fmla="*/ 73 h 116"/>
              <a:gd name="T80" fmla="*/ 56 w 112"/>
              <a:gd name="T81" fmla="*/ 68 h 116"/>
              <a:gd name="T82" fmla="*/ 53 w 112"/>
              <a:gd name="T83" fmla="*/ 59 h 116"/>
              <a:gd name="T84" fmla="*/ 54 w 112"/>
              <a:gd name="T85" fmla="*/ 56 h 116"/>
              <a:gd name="T86" fmla="*/ 63 w 112"/>
              <a:gd name="T87" fmla="*/ 53 h 116"/>
              <a:gd name="T88" fmla="*/ 32 w 112"/>
              <a:gd name="T89" fmla="*/ 35 h 116"/>
              <a:gd name="T90" fmla="*/ 19 w 112"/>
              <a:gd name="T91" fmla="*/ 49 h 116"/>
              <a:gd name="T92" fmla="*/ 32 w 112"/>
              <a:gd name="T93" fmla="*/ 62 h 116"/>
              <a:gd name="T94" fmla="*/ 45 w 112"/>
              <a:gd name="T95" fmla="*/ 49 h 116"/>
              <a:gd name="T96" fmla="*/ 32 w 112"/>
              <a:gd name="T97" fmla="*/ 35 h 116"/>
              <a:gd name="T98" fmla="*/ 82 w 112"/>
              <a:gd name="T99" fmla="*/ 100 h 116"/>
              <a:gd name="T100" fmla="*/ 74 w 112"/>
              <a:gd name="T101" fmla="*/ 10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116">
                <a:moveTo>
                  <a:pt x="42" y="12"/>
                </a:moveTo>
                <a:cubicBezTo>
                  <a:pt x="104" y="0"/>
                  <a:pt x="98" y="47"/>
                  <a:pt x="98" y="47"/>
                </a:cubicBezTo>
                <a:cubicBezTo>
                  <a:pt x="112" y="74"/>
                  <a:pt x="112" y="74"/>
                  <a:pt x="112" y="74"/>
                </a:cubicBezTo>
                <a:cubicBezTo>
                  <a:pt x="100" y="74"/>
                  <a:pt x="100" y="74"/>
                  <a:pt x="100" y="74"/>
                </a:cubicBezTo>
                <a:cubicBezTo>
                  <a:pt x="100" y="94"/>
                  <a:pt x="100" y="94"/>
                  <a:pt x="100" y="94"/>
                </a:cubicBezTo>
                <a:cubicBezTo>
                  <a:pt x="100" y="97"/>
                  <a:pt x="98" y="100"/>
                  <a:pt x="94" y="100"/>
                </a:cubicBezTo>
                <a:cubicBezTo>
                  <a:pt x="82" y="100"/>
                  <a:pt x="82" y="100"/>
                  <a:pt x="82" y="100"/>
                </a:cubicBezTo>
                <a:cubicBezTo>
                  <a:pt x="82" y="116"/>
                  <a:pt x="82" y="116"/>
                  <a:pt x="82" y="116"/>
                </a:cubicBezTo>
                <a:moveTo>
                  <a:pt x="30" y="116"/>
                </a:moveTo>
                <a:cubicBezTo>
                  <a:pt x="30" y="99"/>
                  <a:pt x="30" y="99"/>
                  <a:pt x="30" y="99"/>
                </a:cubicBezTo>
                <a:cubicBezTo>
                  <a:pt x="25" y="87"/>
                  <a:pt x="25" y="87"/>
                  <a:pt x="25" y="87"/>
                </a:cubicBezTo>
                <a:moveTo>
                  <a:pt x="63" y="53"/>
                </a:moveTo>
                <a:cubicBezTo>
                  <a:pt x="63" y="45"/>
                  <a:pt x="63" y="45"/>
                  <a:pt x="63" y="45"/>
                </a:cubicBezTo>
                <a:cubicBezTo>
                  <a:pt x="54" y="41"/>
                  <a:pt x="54" y="41"/>
                  <a:pt x="54" y="41"/>
                </a:cubicBezTo>
                <a:cubicBezTo>
                  <a:pt x="54" y="40"/>
                  <a:pt x="53" y="39"/>
                  <a:pt x="53" y="38"/>
                </a:cubicBezTo>
                <a:cubicBezTo>
                  <a:pt x="56" y="29"/>
                  <a:pt x="56" y="29"/>
                  <a:pt x="56" y="29"/>
                </a:cubicBezTo>
                <a:cubicBezTo>
                  <a:pt x="51" y="24"/>
                  <a:pt x="51" y="24"/>
                  <a:pt x="51" y="24"/>
                </a:cubicBezTo>
                <a:cubicBezTo>
                  <a:pt x="42" y="28"/>
                  <a:pt x="42" y="28"/>
                  <a:pt x="42" y="28"/>
                </a:cubicBezTo>
                <a:cubicBezTo>
                  <a:pt x="41" y="27"/>
                  <a:pt x="40" y="27"/>
                  <a:pt x="39" y="26"/>
                </a:cubicBezTo>
                <a:cubicBezTo>
                  <a:pt x="36" y="17"/>
                  <a:pt x="36" y="17"/>
                  <a:pt x="36" y="17"/>
                </a:cubicBezTo>
                <a:cubicBezTo>
                  <a:pt x="28" y="17"/>
                  <a:pt x="28" y="17"/>
                  <a:pt x="28" y="17"/>
                </a:cubicBezTo>
                <a:cubicBezTo>
                  <a:pt x="24" y="26"/>
                  <a:pt x="24" y="26"/>
                  <a:pt x="24" y="26"/>
                </a:cubicBezTo>
                <a:cubicBezTo>
                  <a:pt x="23" y="27"/>
                  <a:pt x="22" y="27"/>
                  <a:pt x="21" y="28"/>
                </a:cubicBezTo>
                <a:cubicBezTo>
                  <a:pt x="12" y="24"/>
                  <a:pt x="12" y="24"/>
                  <a:pt x="12" y="24"/>
                </a:cubicBezTo>
                <a:cubicBezTo>
                  <a:pt x="7" y="29"/>
                  <a:pt x="7" y="29"/>
                  <a:pt x="7" y="29"/>
                </a:cubicBezTo>
                <a:cubicBezTo>
                  <a:pt x="11" y="38"/>
                  <a:pt x="11" y="38"/>
                  <a:pt x="11" y="38"/>
                </a:cubicBezTo>
                <a:cubicBezTo>
                  <a:pt x="10" y="39"/>
                  <a:pt x="10" y="40"/>
                  <a:pt x="9" y="41"/>
                </a:cubicBezTo>
                <a:cubicBezTo>
                  <a:pt x="0" y="45"/>
                  <a:pt x="0" y="45"/>
                  <a:pt x="0" y="45"/>
                </a:cubicBezTo>
                <a:cubicBezTo>
                  <a:pt x="0" y="53"/>
                  <a:pt x="0" y="53"/>
                  <a:pt x="0" y="53"/>
                </a:cubicBezTo>
                <a:cubicBezTo>
                  <a:pt x="9" y="56"/>
                  <a:pt x="9" y="56"/>
                  <a:pt x="9" y="56"/>
                </a:cubicBezTo>
                <a:cubicBezTo>
                  <a:pt x="10" y="57"/>
                  <a:pt x="10" y="58"/>
                  <a:pt x="11" y="59"/>
                </a:cubicBezTo>
                <a:cubicBezTo>
                  <a:pt x="7" y="68"/>
                  <a:pt x="7" y="68"/>
                  <a:pt x="7" y="68"/>
                </a:cubicBezTo>
                <a:cubicBezTo>
                  <a:pt x="12" y="73"/>
                  <a:pt x="12" y="73"/>
                  <a:pt x="12" y="73"/>
                </a:cubicBezTo>
                <a:cubicBezTo>
                  <a:pt x="21" y="70"/>
                  <a:pt x="21" y="70"/>
                  <a:pt x="21" y="70"/>
                </a:cubicBezTo>
                <a:cubicBezTo>
                  <a:pt x="22" y="70"/>
                  <a:pt x="23" y="71"/>
                  <a:pt x="24" y="71"/>
                </a:cubicBezTo>
                <a:cubicBezTo>
                  <a:pt x="28" y="80"/>
                  <a:pt x="28" y="80"/>
                  <a:pt x="28" y="80"/>
                </a:cubicBezTo>
                <a:cubicBezTo>
                  <a:pt x="36" y="80"/>
                  <a:pt x="36" y="80"/>
                  <a:pt x="36" y="80"/>
                </a:cubicBezTo>
                <a:cubicBezTo>
                  <a:pt x="39" y="71"/>
                  <a:pt x="39" y="71"/>
                  <a:pt x="39" y="71"/>
                </a:cubicBezTo>
                <a:cubicBezTo>
                  <a:pt x="40" y="71"/>
                  <a:pt x="41" y="70"/>
                  <a:pt x="42" y="70"/>
                </a:cubicBezTo>
                <a:cubicBezTo>
                  <a:pt x="51" y="73"/>
                  <a:pt x="51" y="73"/>
                  <a:pt x="51" y="73"/>
                </a:cubicBezTo>
                <a:cubicBezTo>
                  <a:pt x="56" y="68"/>
                  <a:pt x="56" y="68"/>
                  <a:pt x="56" y="68"/>
                </a:cubicBezTo>
                <a:cubicBezTo>
                  <a:pt x="53" y="59"/>
                  <a:pt x="53" y="59"/>
                  <a:pt x="53" y="59"/>
                </a:cubicBezTo>
                <a:cubicBezTo>
                  <a:pt x="53" y="58"/>
                  <a:pt x="54" y="57"/>
                  <a:pt x="54" y="56"/>
                </a:cubicBezTo>
                <a:lnTo>
                  <a:pt x="63" y="53"/>
                </a:lnTo>
                <a:close/>
                <a:moveTo>
                  <a:pt x="32" y="35"/>
                </a:moveTo>
                <a:cubicBezTo>
                  <a:pt x="24" y="35"/>
                  <a:pt x="19" y="41"/>
                  <a:pt x="19" y="49"/>
                </a:cubicBezTo>
                <a:cubicBezTo>
                  <a:pt x="19" y="56"/>
                  <a:pt x="24" y="62"/>
                  <a:pt x="32" y="62"/>
                </a:cubicBezTo>
                <a:cubicBezTo>
                  <a:pt x="39" y="62"/>
                  <a:pt x="45" y="56"/>
                  <a:pt x="45" y="49"/>
                </a:cubicBezTo>
                <a:cubicBezTo>
                  <a:pt x="45" y="41"/>
                  <a:pt x="39" y="35"/>
                  <a:pt x="32" y="35"/>
                </a:cubicBezTo>
                <a:close/>
                <a:moveTo>
                  <a:pt x="82" y="100"/>
                </a:moveTo>
                <a:cubicBezTo>
                  <a:pt x="74" y="100"/>
                  <a:pt x="74" y="100"/>
                  <a:pt x="74" y="10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8" name="Freeform 45">
            <a:extLst>
              <a:ext uri="{FF2B5EF4-FFF2-40B4-BE49-F238E27FC236}">
                <a16:creationId xmlns:a16="http://schemas.microsoft.com/office/drawing/2014/main" id="{7BB6C7CB-9971-4E05-BED7-9CE3D4F99C27}"/>
              </a:ext>
            </a:extLst>
          </p:cNvPr>
          <p:cNvSpPr>
            <a:spLocks noEditPoints="1"/>
          </p:cNvSpPr>
          <p:nvPr/>
        </p:nvSpPr>
        <p:spPr bwMode="auto">
          <a:xfrm>
            <a:off x="4239642" y="2561188"/>
            <a:ext cx="726527" cy="409070"/>
          </a:xfrm>
          <a:custGeom>
            <a:avLst/>
            <a:gdLst>
              <a:gd name="T0" fmla="*/ 34 w 146"/>
              <a:gd name="T1" fmla="*/ 67 h 82"/>
              <a:gd name="T2" fmla="*/ 34 w 146"/>
              <a:gd name="T3" fmla="*/ 61 h 82"/>
              <a:gd name="T4" fmla="*/ 42 w 146"/>
              <a:gd name="T5" fmla="*/ 53 h 82"/>
              <a:gd name="T6" fmla="*/ 47 w 146"/>
              <a:gd name="T7" fmla="*/ 57 h 82"/>
              <a:gd name="T8" fmla="*/ 40 w 146"/>
              <a:gd name="T9" fmla="*/ 67 h 82"/>
              <a:gd name="T10" fmla="*/ 88 w 146"/>
              <a:gd name="T11" fmla="*/ 60 h 82"/>
              <a:gd name="T12" fmla="*/ 106 w 146"/>
              <a:gd name="T13" fmla="*/ 67 h 82"/>
              <a:gd name="T14" fmla="*/ 107 w 146"/>
              <a:gd name="T15" fmla="*/ 60 h 82"/>
              <a:gd name="T16" fmla="*/ 89 w 146"/>
              <a:gd name="T17" fmla="*/ 73 h 82"/>
              <a:gd name="T18" fmla="*/ 97 w 146"/>
              <a:gd name="T19" fmla="*/ 73 h 82"/>
              <a:gd name="T20" fmla="*/ 99 w 146"/>
              <a:gd name="T21" fmla="*/ 67 h 82"/>
              <a:gd name="T22" fmla="*/ 79 w 146"/>
              <a:gd name="T23" fmla="*/ 79 h 82"/>
              <a:gd name="T24" fmla="*/ 87 w 146"/>
              <a:gd name="T25" fmla="*/ 79 h 82"/>
              <a:gd name="T26" fmla="*/ 89 w 146"/>
              <a:gd name="T27" fmla="*/ 73 h 82"/>
              <a:gd name="T28" fmla="*/ 68 w 146"/>
              <a:gd name="T29" fmla="*/ 80 h 82"/>
              <a:gd name="T30" fmla="*/ 77 w 146"/>
              <a:gd name="T31" fmla="*/ 80 h 82"/>
              <a:gd name="T32" fmla="*/ 46 w 146"/>
              <a:gd name="T33" fmla="*/ 73 h 82"/>
              <a:gd name="T34" fmla="*/ 56 w 146"/>
              <a:gd name="T35" fmla="*/ 56 h 82"/>
              <a:gd name="T36" fmla="*/ 50 w 146"/>
              <a:gd name="T37" fmla="*/ 56 h 82"/>
              <a:gd name="T38" fmla="*/ 40 w 146"/>
              <a:gd name="T39" fmla="*/ 74 h 82"/>
              <a:gd name="T40" fmla="*/ 46 w 146"/>
              <a:gd name="T41" fmla="*/ 73 h 82"/>
              <a:gd name="T42" fmla="*/ 64 w 146"/>
              <a:gd name="T43" fmla="*/ 67 h 82"/>
              <a:gd name="T44" fmla="*/ 60 w 146"/>
              <a:gd name="T45" fmla="*/ 60 h 82"/>
              <a:gd name="T46" fmla="*/ 48 w 146"/>
              <a:gd name="T47" fmla="*/ 71 h 82"/>
              <a:gd name="T48" fmla="*/ 52 w 146"/>
              <a:gd name="T49" fmla="*/ 79 h 82"/>
              <a:gd name="T50" fmla="*/ 67 w 146"/>
              <a:gd name="T51" fmla="*/ 76 h 82"/>
              <a:gd name="T52" fmla="*/ 68 w 146"/>
              <a:gd name="T53" fmla="*/ 69 h 82"/>
              <a:gd name="T54" fmla="*/ 62 w 146"/>
              <a:gd name="T55" fmla="*/ 69 h 82"/>
              <a:gd name="T56" fmla="*/ 57 w 146"/>
              <a:gd name="T57" fmla="*/ 81 h 82"/>
              <a:gd name="T58" fmla="*/ 63 w 146"/>
              <a:gd name="T59" fmla="*/ 81 h 82"/>
              <a:gd name="T60" fmla="*/ 125 w 146"/>
              <a:gd name="T61" fmla="*/ 0 h 82"/>
              <a:gd name="T62" fmla="*/ 121 w 146"/>
              <a:gd name="T63" fmla="*/ 49 h 82"/>
              <a:gd name="T64" fmla="*/ 146 w 146"/>
              <a:gd name="T65" fmla="*/ 39 h 82"/>
              <a:gd name="T66" fmla="*/ 79 w 146"/>
              <a:gd name="T67" fmla="*/ 21 h 82"/>
              <a:gd name="T68" fmla="*/ 72 w 146"/>
              <a:gd name="T69" fmla="*/ 21 h 82"/>
              <a:gd name="T70" fmla="*/ 50 w 146"/>
              <a:gd name="T71" fmla="*/ 32 h 82"/>
              <a:gd name="T72" fmla="*/ 69 w 146"/>
              <a:gd name="T73" fmla="*/ 37 h 82"/>
              <a:gd name="T74" fmla="*/ 107 w 146"/>
              <a:gd name="T75" fmla="*/ 60 h 82"/>
              <a:gd name="T76" fmla="*/ 113 w 146"/>
              <a:gd name="T77" fmla="*/ 51 h 82"/>
              <a:gd name="T78" fmla="*/ 107 w 146"/>
              <a:gd name="T79" fmla="*/ 60 h 82"/>
              <a:gd name="T80" fmla="*/ 37 w 146"/>
              <a:gd name="T81" fmla="*/ 58 h 82"/>
              <a:gd name="T82" fmla="*/ 21 w 146"/>
              <a:gd name="T83" fmla="*/ 54 h 82"/>
              <a:gd name="T84" fmla="*/ 30 w 146"/>
              <a:gd name="T85" fmla="*/ 0 h 82"/>
              <a:gd name="T86" fmla="*/ 35 w 146"/>
              <a:gd name="T87" fmla="*/ 60 h 82"/>
              <a:gd name="T88" fmla="*/ 48 w 146"/>
              <a:gd name="T89" fmla="*/ 2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6" h="82">
                <a:moveTo>
                  <a:pt x="38" y="68"/>
                </a:moveTo>
                <a:cubicBezTo>
                  <a:pt x="36" y="68"/>
                  <a:pt x="35" y="68"/>
                  <a:pt x="34" y="67"/>
                </a:cubicBezTo>
                <a:cubicBezTo>
                  <a:pt x="33" y="66"/>
                  <a:pt x="33" y="65"/>
                  <a:pt x="33" y="64"/>
                </a:cubicBezTo>
                <a:cubicBezTo>
                  <a:pt x="33" y="63"/>
                  <a:pt x="33" y="62"/>
                  <a:pt x="34" y="61"/>
                </a:cubicBezTo>
                <a:cubicBezTo>
                  <a:pt x="40" y="55"/>
                  <a:pt x="40" y="55"/>
                  <a:pt x="40" y="55"/>
                </a:cubicBezTo>
                <a:cubicBezTo>
                  <a:pt x="40" y="54"/>
                  <a:pt x="41" y="53"/>
                  <a:pt x="42" y="53"/>
                </a:cubicBezTo>
                <a:cubicBezTo>
                  <a:pt x="43" y="53"/>
                  <a:pt x="45" y="53"/>
                  <a:pt x="46" y="54"/>
                </a:cubicBezTo>
                <a:cubicBezTo>
                  <a:pt x="47" y="55"/>
                  <a:pt x="47" y="56"/>
                  <a:pt x="47" y="57"/>
                </a:cubicBezTo>
                <a:cubicBezTo>
                  <a:pt x="47" y="58"/>
                  <a:pt x="47" y="60"/>
                  <a:pt x="46" y="60"/>
                </a:cubicBezTo>
                <a:cubicBezTo>
                  <a:pt x="40" y="67"/>
                  <a:pt x="40" y="67"/>
                  <a:pt x="40" y="67"/>
                </a:cubicBezTo>
                <a:cubicBezTo>
                  <a:pt x="40" y="67"/>
                  <a:pt x="39" y="68"/>
                  <a:pt x="38" y="68"/>
                </a:cubicBezTo>
                <a:close/>
                <a:moveTo>
                  <a:pt x="88" y="60"/>
                </a:moveTo>
                <a:cubicBezTo>
                  <a:pt x="88" y="60"/>
                  <a:pt x="99" y="68"/>
                  <a:pt x="102" y="69"/>
                </a:cubicBezTo>
                <a:cubicBezTo>
                  <a:pt x="104" y="69"/>
                  <a:pt x="105" y="68"/>
                  <a:pt x="106" y="67"/>
                </a:cubicBezTo>
                <a:cubicBezTo>
                  <a:pt x="107" y="66"/>
                  <a:pt x="108" y="64"/>
                  <a:pt x="108" y="63"/>
                </a:cubicBezTo>
                <a:cubicBezTo>
                  <a:pt x="108" y="62"/>
                  <a:pt x="108" y="60"/>
                  <a:pt x="107" y="60"/>
                </a:cubicBezTo>
                <a:moveTo>
                  <a:pt x="80" y="65"/>
                </a:moveTo>
                <a:cubicBezTo>
                  <a:pt x="89" y="73"/>
                  <a:pt x="89" y="73"/>
                  <a:pt x="89" y="73"/>
                </a:cubicBezTo>
                <a:cubicBezTo>
                  <a:pt x="90" y="74"/>
                  <a:pt x="91" y="75"/>
                  <a:pt x="93" y="75"/>
                </a:cubicBezTo>
                <a:cubicBezTo>
                  <a:pt x="94" y="75"/>
                  <a:pt x="96" y="75"/>
                  <a:pt x="97" y="73"/>
                </a:cubicBezTo>
                <a:cubicBezTo>
                  <a:pt x="98" y="72"/>
                  <a:pt x="99" y="71"/>
                  <a:pt x="99" y="69"/>
                </a:cubicBezTo>
                <a:cubicBezTo>
                  <a:pt x="99" y="68"/>
                  <a:pt x="99" y="68"/>
                  <a:pt x="99" y="67"/>
                </a:cubicBezTo>
                <a:moveTo>
                  <a:pt x="75" y="75"/>
                </a:moveTo>
                <a:cubicBezTo>
                  <a:pt x="79" y="79"/>
                  <a:pt x="79" y="79"/>
                  <a:pt x="79" y="79"/>
                </a:cubicBezTo>
                <a:cubicBezTo>
                  <a:pt x="80" y="80"/>
                  <a:pt x="82" y="81"/>
                  <a:pt x="83" y="81"/>
                </a:cubicBezTo>
                <a:cubicBezTo>
                  <a:pt x="85" y="81"/>
                  <a:pt x="86" y="80"/>
                  <a:pt x="87" y="79"/>
                </a:cubicBezTo>
                <a:cubicBezTo>
                  <a:pt x="89" y="78"/>
                  <a:pt x="89" y="76"/>
                  <a:pt x="89" y="75"/>
                </a:cubicBezTo>
                <a:cubicBezTo>
                  <a:pt x="89" y="74"/>
                  <a:pt x="89" y="74"/>
                  <a:pt x="89" y="73"/>
                </a:cubicBezTo>
                <a:moveTo>
                  <a:pt x="65" y="79"/>
                </a:moveTo>
                <a:cubicBezTo>
                  <a:pt x="68" y="80"/>
                  <a:pt x="68" y="80"/>
                  <a:pt x="68" y="80"/>
                </a:cubicBezTo>
                <a:cubicBezTo>
                  <a:pt x="69" y="81"/>
                  <a:pt x="71" y="81"/>
                  <a:pt x="73" y="81"/>
                </a:cubicBezTo>
                <a:cubicBezTo>
                  <a:pt x="75" y="81"/>
                  <a:pt x="76" y="81"/>
                  <a:pt x="77" y="80"/>
                </a:cubicBezTo>
                <a:cubicBezTo>
                  <a:pt x="78" y="79"/>
                  <a:pt x="78" y="79"/>
                  <a:pt x="79" y="78"/>
                </a:cubicBezTo>
                <a:moveTo>
                  <a:pt x="46" y="73"/>
                </a:moveTo>
                <a:cubicBezTo>
                  <a:pt x="56" y="62"/>
                  <a:pt x="56" y="62"/>
                  <a:pt x="56" y="62"/>
                </a:cubicBezTo>
                <a:cubicBezTo>
                  <a:pt x="58" y="60"/>
                  <a:pt x="58" y="58"/>
                  <a:pt x="56" y="56"/>
                </a:cubicBezTo>
                <a:cubicBezTo>
                  <a:pt x="55" y="55"/>
                  <a:pt x="54" y="55"/>
                  <a:pt x="52" y="55"/>
                </a:cubicBezTo>
                <a:cubicBezTo>
                  <a:pt x="51" y="55"/>
                  <a:pt x="50" y="56"/>
                  <a:pt x="50" y="56"/>
                </a:cubicBezTo>
                <a:cubicBezTo>
                  <a:pt x="40" y="67"/>
                  <a:pt x="40" y="67"/>
                  <a:pt x="40" y="67"/>
                </a:cubicBezTo>
                <a:cubicBezTo>
                  <a:pt x="38" y="69"/>
                  <a:pt x="38" y="72"/>
                  <a:pt x="40" y="74"/>
                </a:cubicBezTo>
                <a:cubicBezTo>
                  <a:pt x="41" y="74"/>
                  <a:pt x="42" y="75"/>
                  <a:pt x="44" y="75"/>
                </a:cubicBezTo>
                <a:cubicBezTo>
                  <a:pt x="45" y="75"/>
                  <a:pt x="46" y="74"/>
                  <a:pt x="46" y="73"/>
                </a:cubicBezTo>
                <a:close/>
                <a:moveTo>
                  <a:pt x="54" y="77"/>
                </a:moveTo>
                <a:cubicBezTo>
                  <a:pt x="64" y="67"/>
                  <a:pt x="64" y="67"/>
                  <a:pt x="64" y="67"/>
                </a:cubicBezTo>
                <a:cubicBezTo>
                  <a:pt x="65" y="65"/>
                  <a:pt x="65" y="62"/>
                  <a:pt x="63" y="61"/>
                </a:cubicBezTo>
                <a:cubicBezTo>
                  <a:pt x="62" y="60"/>
                  <a:pt x="61" y="59"/>
                  <a:pt x="60" y="60"/>
                </a:cubicBezTo>
                <a:cubicBezTo>
                  <a:pt x="59" y="60"/>
                  <a:pt x="58" y="60"/>
                  <a:pt x="57" y="61"/>
                </a:cubicBezTo>
                <a:cubicBezTo>
                  <a:pt x="48" y="71"/>
                  <a:pt x="48" y="71"/>
                  <a:pt x="48" y="71"/>
                </a:cubicBezTo>
                <a:cubicBezTo>
                  <a:pt x="46" y="73"/>
                  <a:pt x="47" y="76"/>
                  <a:pt x="48" y="77"/>
                </a:cubicBezTo>
                <a:cubicBezTo>
                  <a:pt x="49" y="78"/>
                  <a:pt x="51" y="79"/>
                  <a:pt x="52" y="79"/>
                </a:cubicBezTo>
                <a:cubicBezTo>
                  <a:pt x="53" y="78"/>
                  <a:pt x="54" y="78"/>
                  <a:pt x="54" y="77"/>
                </a:cubicBezTo>
                <a:close/>
                <a:moveTo>
                  <a:pt x="67" y="76"/>
                </a:moveTo>
                <a:cubicBezTo>
                  <a:pt x="68" y="75"/>
                  <a:pt x="68" y="75"/>
                  <a:pt x="68" y="75"/>
                </a:cubicBezTo>
                <a:cubicBezTo>
                  <a:pt x="70" y="73"/>
                  <a:pt x="70" y="70"/>
                  <a:pt x="68" y="69"/>
                </a:cubicBezTo>
                <a:cubicBezTo>
                  <a:pt x="67" y="68"/>
                  <a:pt x="66" y="67"/>
                  <a:pt x="65" y="67"/>
                </a:cubicBezTo>
                <a:cubicBezTo>
                  <a:pt x="64" y="68"/>
                  <a:pt x="63" y="68"/>
                  <a:pt x="62" y="69"/>
                </a:cubicBezTo>
                <a:cubicBezTo>
                  <a:pt x="57" y="75"/>
                  <a:pt x="57" y="75"/>
                  <a:pt x="57" y="75"/>
                </a:cubicBezTo>
                <a:cubicBezTo>
                  <a:pt x="55" y="77"/>
                  <a:pt x="55" y="79"/>
                  <a:pt x="57" y="81"/>
                </a:cubicBezTo>
                <a:cubicBezTo>
                  <a:pt x="58" y="82"/>
                  <a:pt x="59" y="82"/>
                  <a:pt x="60" y="82"/>
                </a:cubicBezTo>
                <a:cubicBezTo>
                  <a:pt x="61" y="82"/>
                  <a:pt x="62" y="81"/>
                  <a:pt x="63" y="81"/>
                </a:cubicBezTo>
                <a:lnTo>
                  <a:pt x="67" y="76"/>
                </a:lnTo>
                <a:close/>
                <a:moveTo>
                  <a:pt x="125" y="0"/>
                </a:moveTo>
                <a:cubicBezTo>
                  <a:pt x="116" y="5"/>
                  <a:pt x="102" y="12"/>
                  <a:pt x="100" y="14"/>
                </a:cubicBezTo>
                <a:cubicBezTo>
                  <a:pt x="102" y="17"/>
                  <a:pt x="111" y="31"/>
                  <a:pt x="121" y="49"/>
                </a:cubicBezTo>
                <a:cubicBezTo>
                  <a:pt x="122" y="51"/>
                  <a:pt x="122" y="51"/>
                  <a:pt x="122" y="51"/>
                </a:cubicBezTo>
                <a:cubicBezTo>
                  <a:pt x="146" y="39"/>
                  <a:pt x="146" y="39"/>
                  <a:pt x="146" y="39"/>
                </a:cubicBezTo>
                <a:moveTo>
                  <a:pt x="103" y="19"/>
                </a:moveTo>
                <a:cubicBezTo>
                  <a:pt x="92" y="14"/>
                  <a:pt x="86" y="21"/>
                  <a:pt x="79" y="21"/>
                </a:cubicBezTo>
                <a:cubicBezTo>
                  <a:pt x="76" y="21"/>
                  <a:pt x="73" y="21"/>
                  <a:pt x="72" y="21"/>
                </a:cubicBezTo>
                <a:cubicBezTo>
                  <a:pt x="72" y="21"/>
                  <a:pt x="72" y="21"/>
                  <a:pt x="72" y="21"/>
                </a:cubicBezTo>
                <a:cubicBezTo>
                  <a:pt x="71" y="21"/>
                  <a:pt x="70" y="22"/>
                  <a:pt x="70" y="22"/>
                </a:cubicBezTo>
                <a:cubicBezTo>
                  <a:pt x="50" y="32"/>
                  <a:pt x="50" y="32"/>
                  <a:pt x="50" y="32"/>
                </a:cubicBezTo>
                <a:cubicBezTo>
                  <a:pt x="41" y="37"/>
                  <a:pt x="50" y="44"/>
                  <a:pt x="53" y="43"/>
                </a:cubicBezTo>
                <a:cubicBezTo>
                  <a:pt x="56" y="42"/>
                  <a:pt x="64" y="39"/>
                  <a:pt x="69" y="37"/>
                </a:cubicBezTo>
                <a:cubicBezTo>
                  <a:pt x="72" y="36"/>
                  <a:pt x="76" y="36"/>
                  <a:pt x="79" y="38"/>
                </a:cubicBezTo>
                <a:cubicBezTo>
                  <a:pt x="87" y="44"/>
                  <a:pt x="106" y="58"/>
                  <a:pt x="107" y="60"/>
                </a:cubicBezTo>
                <a:moveTo>
                  <a:pt x="120" y="47"/>
                </a:moveTo>
                <a:cubicBezTo>
                  <a:pt x="118" y="48"/>
                  <a:pt x="114" y="50"/>
                  <a:pt x="113" y="51"/>
                </a:cubicBezTo>
                <a:cubicBezTo>
                  <a:pt x="113" y="52"/>
                  <a:pt x="112" y="53"/>
                  <a:pt x="111" y="54"/>
                </a:cubicBezTo>
                <a:cubicBezTo>
                  <a:pt x="110" y="56"/>
                  <a:pt x="108" y="59"/>
                  <a:pt x="107" y="60"/>
                </a:cubicBezTo>
                <a:moveTo>
                  <a:pt x="37" y="58"/>
                </a:moveTo>
                <a:cubicBezTo>
                  <a:pt x="37" y="58"/>
                  <a:pt x="37" y="58"/>
                  <a:pt x="37" y="58"/>
                </a:cubicBezTo>
                <a:moveTo>
                  <a:pt x="0" y="37"/>
                </a:moveTo>
                <a:cubicBezTo>
                  <a:pt x="21" y="54"/>
                  <a:pt x="21" y="54"/>
                  <a:pt x="21" y="54"/>
                </a:cubicBezTo>
                <a:cubicBezTo>
                  <a:pt x="51" y="17"/>
                  <a:pt x="51" y="17"/>
                  <a:pt x="51" y="17"/>
                </a:cubicBezTo>
                <a:cubicBezTo>
                  <a:pt x="30" y="0"/>
                  <a:pt x="30" y="0"/>
                  <a:pt x="30" y="0"/>
                </a:cubicBezTo>
                <a:moveTo>
                  <a:pt x="23" y="52"/>
                </a:moveTo>
                <a:cubicBezTo>
                  <a:pt x="29" y="56"/>
                  <a:pt x="35" y="60"/>
                  <a:pt x="35" y="60"/>
                </a:cubicBezTo>
                <a:moveTo>
                  <a:pt x="62" y="26"/>
                </a:moveTo>
                <a:cubicBezTo>
                  <a:pt x="60" y="24"/>
                  <a:pt x="54" y="22"/>
                  <a:pt x="48" y="2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9" name="Freeform 46">
            <a:extLst>
              <a:ext uri="{FF2B5EF4-FFF2-40B4-BE49-F238E27FC236}">
                <a16:creationId xmlns:a16="http://schemas.microsoft.com/office/drawing/2014/main" id="{B3741507-1707-4134-8867-D18A586EC6D1}"/>
              </a:ext>
            </a:extLst>
          </p:cNvPr>
          <p:cNvSpPr>
            <a:spLocks noEditPoints="1"/>
          </p:cNvSpPr>
          <p:nvPr/>
        </p:nvSpPr>
        <p:spPr bwMode="auto">
          <a:xfrm>
            <a:off x="7359650" y="2542487"/>
            <a:ext cx="556080" cy="449552"/>
          </a:xfrm>
          <a:custGeom>
            <a:avLst/>
            <a:gdLst>
              <a:gd name="T0" fmla="*/ 112 w 112"/>
              <a:gd name="T1" fmla="*/ 90 h 90"/>
              <a:gd name="T2" fmla="*/ 0 w 112"/>
              <a:gd name="T3" fmla="*/ 90 h 90"/>
              <a:gd name="T4" fmla="*/ 28 w 112"/>
              <a:gd name="T5" fmla="*/ 66 h 90"/>
              <a:gd name="T6" fmla="*/ 12 w 112"/>
              <a:gd name="T7" fmla="*/ 66 h 90"/>
              <a:gd name="T8" fmla="*/ 12 w 112"/>
              <a:gd name="T9" fmla="*/ 90 h 90"/>
              <a:gd name="T10" fmla="*/ 28 w 112"/>
              <a:gd name="T11" fmla="*/ 90 h 90"/>
              <a:gd name="T12" fmla="*/ 28 w 112"/>
              <a:gd name="T13" fmla="*/ 66 h 90"/>
              <a:gd name="T14" fmla="*/ 52 w 112"/>
              <a:gd name="T15" fmla="*/ 42 h 90"/>
              <a:gd name="T16" fmla="*/ 36 w 112"/>
              <a:gd name="T17" fmla="*/ 42 h 90"/>
              <a:gd name="T18" fmla="*/ 36 w 112"/>
              <a:gd name="T19" fmla="*/ 90 h 90"/>
              <a:gd name="T20" fmla="*/ 52 w 112"/>
              <a:gd name="T21" fmla="*/ 90 h 90"/>
              <a:gd name="T22" fmla="*/ 52 w 112"/>
              <a:gd name="T23" fmla="*/ 42 h 90"/>
              <a:gd name="T24" fmla="*/ 76 w 112"/>
              <a:gd name="T25" fmla="*/ 52 h 90"/>
              <a:gd name="T26" fmla="*/ 60 w 112"/>
              <a:gd name="T27" fmla="*/ 52 h 90"/>
              <a:gd name="T28" fmla="*/ 60 w 112"/>
              <a:gd name="T29" fmla="*/ 90 h 90"/>
              <a:gd name="T30" fmla="*/ 76 w 112"/>
              <a:gd name="T31" fmla="*/ 90 h 90"/>
              <a:gd name="T32" fmla="*/ 76 w 112"/>
              <a:gd name="T33" fmla="*/ 52 h 90"/>
              <a:gd name="T34" fmla="*/ 100 w 112"/>
              <a:gd name="T35" fmla="*/ 28 h 90"/>
              <a:gd name="T36" fmla="*/ 85 w 112"/>
              <a:gd name="T37" fmla="*/ 28 h 90"/>
              <a:gd name="T38" fmla="*/ 85 w 112"/>
              <a:gd name="T39" fmla="*/ 90 h 90"/>
              <a:gd name="T40" fmla="*/ 100 w 112"/>
              <a:gd name="T41" fmla="*/ 90 h 90"/>
              <a:gd name="T42" fmla="*/ 100 w 112"/>
              <a:gd name="T43" fmla="*/ 28 h 90"/>
              <a:gd name="T44" fmla="*/ 20 w 112"/>
              <a:gd name="T45" fmla="*/ 39 h 90"/>
              <a:gd name="T46" fmla="*/ 16 w 112"/>
              <a:gd name="T47" fmla="*/ 44 h 90"/>
              <a:gd name="T48" fmla="*/ 20 w 112"/>
              <a:gd name="T49" fmla="*/ 48 h 90"/>
              <a:gd name="T50" fmla="*/ 24 w 112"/>
              <a:gd name="T51" fmla="*/ 44 h 90"/>
              <a:gd name="T52" fmla="*/ 20 w 112"/>
              <a:gd name="T53" fmla="*/ 39 h 90"/>
              <a:gd name="T54" fmla="*/ 44 w 112"/>
              <a:gd name="T55" fmla="*/ 16 h 90"/>
              <a:gd name="T56" fmla="*/ 40 w 112"/>
              <a:gd name="T57" fmla="*/ 21 h 90"/>
              <a:gd name="T58" fmla="*/ 44 w 112"/>
              <a:gd name="T59" fmla="*/ 25 h 90"/>
              <a:gd name="T60" fmla="*/ 48 w 112"/>
              <a:gd name="T61" fmla="*/ 21 h 90"/>
              <a:gd name="T62" fmla="*/ 44 w 112"/>
              <a:gd name="T63" fmla="*/ 16 h 90"/>
              <a:gd name="T64" fmla="*/ 68 w 112"/>
              <a:gd name="T65" fmla="*/ 28 h 90"/>
              <a:gd name="T66" fmla="*/ 64 w 112"/>
              <a:gd name="T67" fmla="*/ 32 h 90"/>
              <a:gd name="T68" fmla="*/ 68 w 112"/>
              <a:gd name="T69" fmla="*/ 37 h 90"/>
              <a:gd name="T70" fmla="*/ 73 w 112"/>
              <a:gd name="T71" fmla="*/ 32 h 90"/>
              <a:gd name="T72" fmla="*/ 68 w 112"/>
              <a:gd name="T73" fmla="*/ 28 h 90"/>
              <a:gd name="T74" fmla="*/ 92 w 112"/>
              <a:gd name="T75" fmla="*/ 0 h 90"/>
              <a:gd name="T76" fmla="*/ 88 w 112"/>
              <a:gd name="T77" fmla="*/ 5 h 90"/>
              <a:gd name="T78" fmla="*/ 92 w 112"/>
              <a:gd name="T79" fmla="*/ 9 h 90"/>
              <a:gd name="T80" fmla="*/ 97 w 112"/>
              <a:gd name="T81" fmla="*/ 5 h 90"/>
              <a:gd name="T82" fmla="*/ 92 w 112"/>
              <a:gd name="T83" fmla="*/ 0 h 90"/>
              <a:gd name="T84" fmla="*/ 71 w 112"/>
              <a:gd name="T85" fmla="*/ 29 h 90"/>
              <a:gd name="T86" fmla="*/ 89 w 112"/>
              <a:gd name="T87" fmla="*/ 8 h 90"/>
              <a:gd name="T88" fmla="*/ 48 w 112"/>
              <a:gd name="T89" fmla="*/ 23 h 90"/>
              <a:gd name="T90" fmla="*/ 64 w 112"/>
              <a:gd name="T91" fmla="*/ 30 h 90"/>
              <a:gd name="T92" fmla="*/ 41 w 112"/>
              <a:gd name="T93" fmla="*/ 24 h 90"/>
              <a:gd name="T94" fmla="*/ 23 w 112"/>
              <a:gd name="T95" fmla="*/ 4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90">
                <a:moveTo>
                  <a:pt x="112" y="90"/>
                </a:moveTo>
                <a:cubicBezTo>
                  <a:pt x="0" y="90"/>
                  <a:pt x="0" y="90"/>
                  <a:pt x="0" y="90"/>
                </a:cubicBezTo>
                <a:moveTo>
                  <a:pt x="28" y="66"/>
                </a:moveTo>
                <a:cubicBezTo>
                  <a:pt x="12" y="66"/>
                  <a:pt x="12" y="66"/>
                  <a:pt x="12" y="66"/>
                </a:cubicBezTo>
                <a:cubicBezTo>
                  <a:pt x="12" y="90"/>
                  <a:pt x="12" y="90"/>
                  <a:pt x="12" y="90"/>
                </a:cubicBezTo>
                <a:cubicBezTo>
                  <a:pt x="28" y="90"/>
                  <a:pt x="28" y="90"/>
                  <a:pt x="28" y="90"/>
                </a:cubicBezTo>
                <a:lnTo>
                  <a:pt x="28" y="66"/>
                </a:lnTo>
                <a:close/>
                <a:moveTo>
                  <a:pt x="52" y="42"/>
                </a:moveTo>
                <a:cubicBezTo>
                  <a:pt x="36" y="42"/>
                  <a:pt x="36" y="42"/>
                  <a:pt x="36" y="42"/>
                </a:cubicBezTo>
                <a:cubicBezTo>
                  <a:pt x="36" y="90"/>
                  <a:pt x="36" y="90"/>
                  <a:pt x="36" y="90"/>
                </a:cubicBezTo>
                <a:cubicBezTo>
                  <a:pt x="52" y="90"/>
                  <a:pt x="52" y="90"/>
                  <a:pt x="52" y="90"/>
                </a:cubicBezTo>
                <a:lnTo>
                  <a:pt x="52" y="42"/>
                </a:lnTo>
                <a:close/>
                <a:moveTo>
                  <a:pt x="76" y="52"/>
                </a:moveTo>
                <a:cubicBezTo>
                  <a:pt x="60" y="52"/>
                  <a:pt x="60" y="52"/>
                  <a:pt x="60" y="52"/>
                </a:cubicBezTo>
                <a:cubicBezTo>
                  <a:pt x="60" y="90"/>
                  <a:pt x="60" y="90"/>
                  <a:pt x="60" y="90"/>
                </a:cubicBezTo>
                <a:cubicBezTo>
                  <a:pt x="76" y="90"/>
                  <a:pt x="76" y="90"/>
                  <a:pt x="76" y="90"/>
                </a:cubicBezTo>
                <a:lnTo>
                  <a:pt x="76" y="52"/>
                </a:lnTo>
                <a:close/>
                <a:moveTo>
                  <a:pt x="100" y="28"/>
                </a:moveTo>
                <a:cubicBezTo>
                  <a:pt x="85" y="28"/>
                  <a:pt x="85" y="28"/>
                  <a:pt x="85" y="28"/>
                </a:cubicBezTo>
                <a:cubicBezTo>
                  <a:pt x="85" y="90"/>
                  <a:pt x="85" y="90"/>
                  <a:pt x="85" y="90"/>
                </a:cubicBezTo>
                <a:cubicBezTo>
                  <a:pt x="100" y="90"/>
                  <a:pt x="100" y="90"/>
                  <a:pt x="100" y="90"/>
                </a:cubicBezTo>
                <a:lnTo>
                  <a:pt x="100" y="28"/>
                </a:lnTo>
                <a:close/>
                <a:moveTo>
                  <a:pt x="20" y="39"/>
                </a:moveTo>
                <a:cubicBezTo>
                  <a:pt x="18" y="39"/>
                  <a:pt x="16" y="41"/>
                  <a:pt x="16" y="44"/>
                </a:cubicBezTo>
                <a:cubicBezTo>
                  <a:pt x="16" y="46"/>
                  <a:pt x="18" y="48"/>
                  <a:pt x="20" y="48"/>
                </a:cubicBezTo>
                <a:cubicBezTo>
                  <a:pt x="22" y="48"/>
                  <a:pt x="24" y="46"/>
                  <a:pt x="24" y="44"/>
                </a:cubicBezTo>
                <a:cubicBezTo>
                  <a:pt x="24" y="41"/>
                  <a:pt x="22" y="39"/>
                  <a:pt x="20" y="39"/>
                </a:cubicBezTo>
                <a:close/>
                <a:moveTo>
                  <a:pt x="44" y="16"/>
                </a:moveTo>
                <a:cubicBezTo>
                  <a:pt x="42" y="16"/>
                  <a:pt x="40" y="18"/>
                  <a:pt x="40" y="21"/>
                </a:cubicBezTo>
                <a:cubicBezTo>
                  <a:pt x="40" y="23"/>
                  <a:pt x="42" y="25"/>
                  <a:pt x="44" y="25"/>
                </a:cubicBezTo>
                <a:cubicBezTo>
                  <a:pt x="47" y="25"/>
                  <a:pt x="48" y="23"/>
                  <a:pt x="48" y="21"/>
                </a:cubicBezTo>
                <a:cubicBezTo>
                  <a:pt x="48" y="18"/>
                  <a:pt x="47" y="16"/>
                  <a:pt x="44" y="16"/>
                </a:cubicBezTo>
                <a:close/>
                <a:moveTo>
                  <a:pt x="68" y="28"/>
                </a:moveTo>
                <a:cubicBezTo>
                  <a:pt x="66" y="28"/>
                  <a:pt x="64" y="30"/>
                  <a:pt x="64" y="32"/>
                </a:cubicBezTo>
                <a:cubicBezTo>
                  <a:pt x="64" y="35"/>
                  <a:pt x="66" y="37"/>
                  <a:pt x="68" y="37"/>
                </a:cubicBezTo>
                <a:cubicBezTo>
                  <a:pt x="71" y="37"/>
                  <a:pt x="73" y="35"/>
                  <a:pt x="73" y="32"/>
                </a:cubicBezTo>
                <a:cubicBezTo>
                  <a:pt x="73" y="30"/>
                  <a:pt x="71" y="28"/>
                  <a:pt x="68" y="28"/>
                </a:cubicBezTo>
                <a:close/>
                <a:moveTo>
                  <a:pt x="92" y="0"/>
                </a:moveTo>
                <a:cubicBezTo>
                  <a:pt x="90" y="0"/>
                  <a:pt x="88" y="2"/>
                  <a:pt x="88" y="5"/>
                </a:cubicBezTo>
                <a:cubicBezTo>
                  <a:pt x="88" y="7"/>
                  <a:pt x="90" y="9"/>
                  <a:pt x="92" y="9"/>
                </a:cubicBezTo>
                <a:cubicBezTo>
                  <a:pt x="95" y="9"/>
                  <a:pt x="97" y="7"/>
                  <a:pt x="97" y="5"/>
                </a:cubicBezTo>
                <a:cubicBezTo>
                  <a:pt x="97" y="2"/>
                  <a:pt x="95" y="0"/>
                  <a:pt x="92" y="0"/>
                </a:cubicBezTo>
                <a:close/>
                <a:moveTo>
                  <a:pt x="71" y="29"/>
                </a:moveTo>
                <a:cubicBezTo>
                  <a:pt x="89" y="8"/>
                  <a:pt x="89" y="8"/>
                  <a:pt x="89" y="8"/>
                </a:cubicBezTo>
                <a:moveTo>
                  <a:pt x="48" y="23"/>
                </a:moveTo>
                <a:cubicBezTo>
                  <a:pt x="64" y="30"/>
                  <a:pt x="64" y="30"/>
                  <a:pt x="64" y="30"/>
                </a:cubicBezTo>
                <a:moveTo>
                  <a:pt x="41" y="24"/>
                </a:moveTo>
                <a:cubicBezTo>
                  <a:pt x="23" y="41"/>
                  <a:pt x="23" y="41"/>
                  <a:pt x="23" y="41"/>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0" name="Freeform 47">
            <a:extLst>
              <a:ext uri="{FF2B5EF4-FFF2-40B4-BE49-F238E27FC236}">
                <a16:creationId xmlns:a16="http://schemas.microsoft.com/office/drawing/2014/main" id="{791CC55B-662F-42B3-838D-80E43BED25AA}"/>
              </a:ext>
            </a:extLst>
          </p:cNvPr>
          <p:cNvSpPr>
            <a:spLocks noEditPoints="1"/>
          </p:cNvSpPr>
          <p:nvPr/>
        </p:nvSpPr>
        <p:spPr bwMode="auto">
          <a:xfrm>
            <a:off x="5898876" y="2537492"/>
            <a:ext cx="428246" cy="509207"/>
          </a:xfrm>
          <a:custGeom>
            <a:avLst/>
            <a:gdLst>
              <a:gd name="T0" fmla="*/ 201 w 201"/>
              <a:gd name="T1" fmla="*/ 98 h 239"/>
              <a:gd name="T2" fmla="*/ 201 w 201"/>
              <a:gd name="T3" fmla="*/ 239 h 239"/>
              <a:gd name="T4" fmla="*/ 0 w 201"/>
              <a:gd name="T5" fmla="*/ 239 h 239"/>
              <a:gd name="T6" fmla="*/ 0 w 201"/>
              <a:gd name="T7" fmla="*/ 98 h 239"/>
              <a:gd name="T8" fmla="*/ 201 w 201"/>
              <a:gd name="T9" fmla="*/ 239 h 239"/>
              <a:gd name="T10" fmla="*/ 101 w 201"/>
              <a:gd name="T11" fmla="*/ 168 h 239"/>
              <a:gd name="T12" fmla="*/ 0 w 201"/>
              <a:gd name="T13" fmla="*/ 239 h 239"/>
              <a:gd name="T14" fmla="*/ 201 w 201"/>
              <a:gd name="T15" fmla="*/ 98 h 239"/>
              <a:gd name="T16" fmla="*/ 133 w 201"/>
              <a:gd name="T17" fmla="*/ 168 h 239"/>
              <a:gd name="T18" fmla="*/ 0 w 201"/>
              <a:gd name="T19" fmla="*/ 98 h 239"/>
              <a:gd name="T20" fmla="*/ 68 w 201"/>
              <a:gd name="T21" fmla="*/ 168 h 239"/>
              <a:gd name="T22" fmla="*/ 175 w 201"/>
              <a:gd name="T23" fmla="*/ 93 h 239"/>
              <a:gd name="T24" fmla="*/ 175 w 201"/>
              <a:gd name="T25" fmla="*/ 44 h 239"/>
              <a:gd name="T26" fmla="*/ 131 w 201"/>
              <a:gd name="T27" fmla="*/ 0 h 239"/>
              <a:gd name="T28" fmla="*/ 23 w 201"/>
              <a:gd name="T29" fmla="*/ 0 h 239"/>
              <a:gd name="T30" fmla="*/ 23 w 201"/>
              <a:gd name="T31" fmla="*/ 93 h 239"/>
              <a:gd name="T32" fmla="*/ 175 w 201"/>
              <a:gd name="T33" fmla="*/ 44 h 239"/>
              <a:gd name="T34" fmla="*/ 131 w 201"/>
              <a:gd name="T35" fmla="*/ 0 h 239"/>
              <a:gd name="T36" fmla="*/ 131 w 201"/>
              <a:gd name="T37" fmla="*/ 44 h 239"/>
              <a:gd name="T38" fmla="*/ 175 w 201"/>
              <a:gd name="T39" fmla="*/ 44 h 239"/>
              <a:gd name="T40" fmla="*/ 65 w 201"/>
              <a:gd name="T41" fmla="*/ 70 h 239"/>
              <a:gd name="T42" fmla="*/ 44 w 201"/>
              <a:gd name="T43" fmla="*/ 70 h 239"/>
              <a:gd name="T44" fmla="*/ 150 w 201"/>
              <a:gd name="T45" fmla="*/ 70 h 239"/>
              <a:gd name="T46" fmla="*/ 89 w 201"/>
              <a:gd name="T47" fmla="*/ 70 h 239"/>
              <a:gd name="T48" fmla="*/ 44 w 201"/>
              <a:gd name="T49" fmla="*/ 91 h 239"/>
              <a:gd name="T50" fmla="*/ 103 w 201"/>
              <a:gd name="T51" fmla="*/ 91 h 239"/>
              <a:gd name="T52" fmla="*/ 150 w 201"/>
              <a:gd name="T53" fmla="*/ 91 h 239"/>
              <a:gd name="T54" fmla="*/ 126 w 201"/>
              <a:gd name="T55" fmla="*/ 9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239">
                <a:moveTo>
                  <a:pt x="201" y="98"/>
                </a:moveTo>
                <a:lnTo>
                  <a:pt x="201" y="239"/>
                </a:lnTo>
                <a:lnTo>
                  <a:pt x="0" y="239"/>
                </a:lnTo>
                <a:lnTo>
                  <a:pt x="0" y="98"/>
                </a:lnTo>
                <a:moveTo>
                  <a:pt x="201" y="239"/>
                </a:moveTo>
                <a:lnTo>
                  <a:pt x="101" y="168"/>
                </a:lnTo>
                <a:lnTo>
                  <a:pt x="0" y="239"/>
                </a:lnTo>
                <a:moveTo>
                  <a:pt x="201" y="98"/>
                </a:moveTo>
                <a:lnTo>
                  <a:pt x="133" y="168"/>
                </a:lnTo>
                <a:moveTo>
                  <a:pt x="0" y="98"/>
                </a:moveTo>
                <a:lnTo>
                  <a:pt x="68" y="168"/>
                </a:lnTo>
                <a:moveTo>
                  <a:pt x="175" y="93"/>
                </a:moveTo>
                <a:lnTo>
                  <a:pt x="175" y="44"/>
                </a:lnTo>
                <a:moveTo>
                  <a:pt x="131" y="0"/>
                </a:moveTo>
                <a:lnTo>
                  <a:pt x="23" y="0"/>
                </a:lnTo>
                <a:lnTo>
                  <a:pt x="23" y="93"/>
                </a:lnTo>
                <a:moveTo>
                  <a:pt x="175" y="44"/>
                </a:moveTo>
                <a:lnTo>
                  <a:pt x="131" y="0"/>
                </a:lnTo>
                <a:lnTo>
                  <a:pt x="131" y="44"/>
                </a:lnTo>
                <a:lnTo>
                  <a:pt x="175" y="44"/>
                </a:lnTo>
                <a:moveTo>
                  <a:pt x="65" y="70"/>
                </a:moveTo>
                <a:lnTo>
                  <a:pt x="44" y="70"/>
                </a:lnTo>
                <a:moveTo>
                  <a:pt x="150" y="70"/>
                </a:moveTo>
                <a:lnTo>
                  <a:pt x="89" y="70"/>
                </a:lnTo>
                <a:moveTo>
                  <a:pt x="44" y="91"/>
                </a:moveTo>
                <a:lnTo>
                  <a:pt x="103" y="91"/>
                </a:lnTo>
                <a:moveTo>
                  <a:pt x="150" y="91"/>
                </a:moveTo>
                <a:lnTo>
                  <a:pt x="126" y="91"/>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1" name="Freeform 48">
            <a:extLst>
              <a:ext uri="{FF2B5EF4-FFF2-40B4-BE49-F238E27FC236}">
                <a16:creationId xmlns:a16="http://schemas.microsoft.com/office/drawing/2014/main" id="{73C53120-59AA-4538-A6D8-3D3A801F84EB}"/>
              </a:ext>
            </a:extLst>
          </p:cNvPr>
          <p:cNvSpPr>
            <a:spLocks noEditPoints="1"/>
          </p:cNvSpPr>
          <p:nvPr/>
        </p:nvSpPr>
        <p:spPr bwMode="auto">
          <a:xfrm>
            <a:off x="8902004" y="2542251"/>
            <a:ext cx="498554" cy="498554"/>
          </a:xfrm>
          <a:custGeom>
            <a:avLst/>
            <a:gdLst>
              <a:gd name="T0" fmla="*/ 86 w 100"/>
              <a:gd name="T1" fmla="*/ 27 h 100"/>
              <a:gd name="T2" fmla="*/ 93 w 100"/>
              <a:gd name="T3" fmla="*/ 53 h 100"/>
              <a:gd name="T4" fmla="*/ 47 w 100"/>
              <a:gd name="T5" fmla="*/ 100 h 100"/>
              <a:gd name="T6" fmla="*/ 0 w 100"/>
              <a:gd name="T7" fmla="*/ 53 h 100"/>
              <a:gd name="T8" fmla="*/ 47 w 100"/>
              <a:gd name="T9" fmla="*/ 6 h 100"/>
              <a:gd name="T10" fmla="*/ 72 w 100"/>
              <a:gd name="T11" fmla="*/ 14 h 100"/>
              <a:gd name="T12" fmla="*/ 65 w 100"/>
              <a:gd name="T13" fmla="*/ 23 h 100"/>
              <a:gd name="T14" fmla="*/ 47 w 100"/>
              <a:gd name="T15" fmla="*/ 18 h 100"/>
              <a:gd name="T16" fmla="*/ 11 w 100"/>
              <a:gd name="T17" fmla="*/ 53 h 100"/>
              <a:gd name="T18" fmla="*/ 47 w 100"/>
              <a:gd name="T19" fmla="*/ 89 h 100"/>
              <a:gd name="T20" fmla="*/ 82 w 100"/>
              <a:gd name="T21" fmla="*/ 53 h 100"/>
              <a:gd name="T22" fmla="*/ 77 w 100"/>
              <a:gd name="T23" fmla="*/ 35 h 100"/>
              <a:gd name="T24" fmla="*/ 55 w 100"/>
              <a:gd name="T25" fmla="*/ 32 h 100"/>
              <a:gd name="T26" fmla="*/ 47 w 100"/>
              <a:gd name="T27" fmla="*/ 30 h 100"/>
              <a:gd name="T28" fmla="*/ 24 w 100"/>
              <a:gd name="T29" fmla="*/ 53 h 100"/>
              <a:gd name="T30" fmla="*/ 47 w 100"/>
              <a:gd name="T31" fmla="*/ 76 h 100"/>
              <a:gd name="T32" fmla="*/ 70 w 100"/>
              <a:gd name="T33" fmla="*/ 53 h 100"/>
              <a:gd name="T34" fmla="*/ 67 w 100"/>
              <a:gd name="T35" fmla="*/ 43 h 100"/>
              <a:gd name="T36" fmla="*/ 47 w 100"/>
              <a:gd name="T37" fmla="*/ 53 h 100"/>
              <a:gd name="T38" fmla="*/ 97 w 100"/>
              <a:gd name="T39" fmla="*/ 2 h 100"/>
              <a:gd name="T40" fmla="*/ 85 w 100"/>
              <a:gd name="T41" fmla="*/ 0 h 100"/>
              <a:gd name="T42" fmla="*/ 85 w 100"/>
              <a:gd name="T43" fmla="*/ 15 h 100"/>
              <a:gd name="T44" fmla="*/ 100 w 100"/>
              <a:gd name="T45" fmla="*/ 15 h 100"/>
              <a:gd name="T46" fmla="*/ 8 w 100"/>
              <a:gd name="T47" fmla="*/ 100 h 100"/>
              <a:gd name="T48" fmla="*/ 17 w 100"/>
              <a:gd name="T49" fmla="*/ 90 h 100"/>
              <a:gd name="T50" fmla="*/ 76 w 100"/>
              <a:gd name="T51" fmla="*/ 90 h 100"/>
              <a:gd name="T52" fmla="*/ 86 w 100"/>
              <a:gd name="T53"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00">
                <a:moveTo>
                  <a:pt x="86" y="27"/>
                </a:moveTo>
                <a:cubicBezTo>
                  <a:pt x="91" y="35"/>
                  <a:pt x="93" y="44"/>
                  <a:pt x="93" y="53"/>
                </a:cubicBezTo>
                <a:cubicBezTo>
                  <a:pt x="93" y="79"/>
                  <a:pt x="72" y="100"/>
                  <a:pt x="47" y="100"/>
                </a:cubicBezTo>
                <a:cubicBezTo>
                  <a:pt x="21" y="100"/>
                  <a:pt x="0" y="79"/>
                  <a:pt x="0" y="53"/>
                </a:cubicBezTo>
                <a:cubicBezTo>
                  <a:pt x="0" y="27"/>
                  <a:pt x="21" y="6"/>
                  <a:pt x="47" y="6"/>
                </a:cubicBezTo>
                <a:cubicBezTo>
                  <a:pt x="56" y="6"/>
                  <a:pt x="65" y="9"/>
                  <a:pt x="72" y="14"/>
                </a:cubicBezTo>
                <a:moveTo>
                  <a:pt x="65" y="23"/>
                </a:moveTo>
                <a:cubicBezTo>
                  <a:pt x="59" y="20"/>
                  <a:pt x="53" y="18"/>
                  <a:pt x="47" y="18"/>
                </a:cubicBezTo>
                <a:cubicBezTo>
                  <a:pt x="27" y="18"/>
                  <a:pt x="11" y="34"/>
                  <a:pt x="11" y="53"/>
                </a:cubicBezTo>
                <a:cubicBezTo>
                  <a:pt x="11" y="73"/>
                  <a:pt x="27" y="89"/>
                  <a:pt x="47" y="89"/>
                </a:cubicBezTo>
                <a:cubicBezTo>
                  <a:pt x="66" y="89"/>
                  <a:pt x="82" y="73"/>
                  <a:pt x="82" y="53"/>
                </a:cubicBezTo>
                <a:cubicBezTo>
                  <a:pt x="82" y="47"/>
                  <a:pt x="80" y="41"/>
                  <a:pt x="77" y="35"/>
                </a:cubicBezTo>
                <a:moveTo>
                  <a:pt x="55" y="32"/>
                </a:moveTo>
                <a:cubicBezTo>
                  <a:pt x="53" y="31"/>
                  <a:pt x="50" y="30"/>
                  <a:pt x="47" y="30"/>
                </a:cubicBezTo>
                <a:cubicBezTo>
                  <a:pt x="34" y="30"/>
                  <a:pt x="24" y="40"/>
                  <a:pt x="24" y="53"/>
                </a:cubicBezTo>
                <a:cubicBezTo>
                  <a:pt x="24" y="66"/>
                  <a:pt x="34" y="76"/>
                  <a:pt x="47" y="76"/>
                </a:cubicBezTo>
                <a:cubicBezTo>
                  <a:pt x="59" y="76"/>
                  <a:pt x="70" y="66"/>
                  <a:pt x="70" y="53"/>
                </a:cubicBezTo>
                <a:cubicBezTo>
                  <a:pt x="70" y="50"/>
                  <a:pt x="69" y="46"/>
                  <a:pt x="67" y="43"/>
                </a:cubicBezTo>
                <a:moveTo>
                  <a:pt x="47" y="53"/>
                </a:moveTo>
                <a:cubicBezTo>
                  <a:pt x="97" y="2"/>
                  <a:pt x="97" y="2"/>
                  <a:pt x="97" y="2"/>
                </a:cubicBezTo>
                <a:moveTo>
                  <a:pt x="85" y="0"/>
                </a:moveTo>
                <a:cubicBezTo>
                  <a:pt x="85" y="15"/>
                  <a:pt x="85" y="15"/>
                  <a:pt x="85" y="15"/>
                </a:cubicBezTo>
                <a:cubicBezTo>
                  <a:pt x="100" y="15"/>
                  <a:pt x="100" y="15"/>
                  <a:pt x="100" y="15"/>
                </a:cubicBezTo>
                <a:moveTo>
                  <a:pt x="8" y="100"/>
                </a:moveTo>
                <a:cubicBezTo>
                  <a:pt x="17" y="90"/>
                  <a:pt x="17" y="90"/>
                  <a:pt x="17" y="90"/>
                </a:cubicBezTo>
                <a:moveTo>
                  <a:pt x="76" y="90"/>
                </a:moveTo>
                <a:cubicBezTo>
                  <a:pt x="86" y="100"/>
                  <a:pt x="86" y="100"/>
                  <a:pt x="86" y="10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135226295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750"/>
                                            <p:tgtEl>
                                              <p:spTgt spid="2"/>
                                            </p:tgtEl>
                                          </p:cBhvr>
                                        </p:animEffect>
                                      </p:childTnLst>
                                    </p:cTn>
                                  </p:par>
                                  <p:par>
                                    <p:cTn id="8" presetID="2" presetClass="entr" presetSubtype="1" fill="hold" nodeType="withEffect" p14:presetBounceEnd="67000">
                                      <p:stCondLst>
                                        <p:cond delay="0"/>
                                      </p:stCondLst>
                                      <p:childTnLst>
                                        <p:set>
                                          <p:cBhvr>
                                            <p:cTn id="9" dur="1" fill="hold">
                                              <p:stCondLst>
                                                <p:cond delay="0"/>
                                              </p:stCondLst>
                                            </p:cTn>
                                            <p:tgtEl>
                                              <p:spTgt spid="1044"/>
                                            </p:tgtEl>
                                            <p:attrNameLst>
                                              <p:attrName>style.visibility</p:attrName>
                                            </p:attrNameLst>
                                          </p:cBhvr>
                                          <p:to>
                                            <p:strVal val="visible"/>
                                          </p:to>
                                        </p:set>
                                        <p:anim calcmode="lin" valueType="num" p14:bounceEnd="67000">
                                          <p:cBhvr additive="base">
                                            <p:cTn id="10" dur="1000" fill="hold"/>
                                            <p:tgtEl>
                                              <p:spTgt spid="1044"/>
                                            </p:tgtEl>
                                            <p:attrNameLst>
                                              <p:attrName>ppt_x</p:attrName>
                                            </p:attrNameLst>
                                          </p:cBhvr>
                                          <p:tavLst>
                                            <p:tav tm="0">
                                              <p:val>
                                                <p:strVal val="#ppt_x"/>
                                              </p:val>
                                            </p:tav>
                                            <p:tav tm="100000">
                                              <p:val>
                                                <p:strVal val="#ppt_x"/>
                                              </p:val>
                                            </p:tav>
                                          </p:tavLst>
                                        </p:anim>
                                        <p:anim calcmode="lin" valueType="num" p14:bounceEnd="67000">
                                          <p:cBhvr additive="base">
                                            <p:cTn id="11" dur="1000" fill="hold"/>
                                            <p:tgtEl>
                                              <p:spTgt spid="1044"/>
                                            </p:tgtEl>
                                            <p:attrNameLst>
                                              <p:attrName>ppt_y</p:attrName>
                                            </p:attrNameLst>
                                          </p:cBhvr>
                                          <p:tavLst>
                                            <p:tav tm="0">
                                              <p:val>
                                                <p:strVal val="0-#ppt_h/2"/>
                                              </p:val>
                                            </p:tav>
                                            <p:tav tm="100000">
                                              <p:val>
                                                <p:strVal val="#ppt_y"/>
                                              </p:val>
                                            </p:tav>
                                          </p:tavLst>
                                        </p:anim>
                                      </p:childTnLst>
                                    </p:cTn>
                                  </p:par>
                                  <p:par>
                                    <p:cTn id="12" presetID="2" presetClass="entr" presetSubtype="4" fill="hold" nodeType="withEffect" p14:presetBounceEnd="67000">
                                      <p:stCondLst>
                                        <p:cond delay="250"/>
                                      </p:stCondLst>
                                      <p:childTnLst>
                                        <p:set>
                                          <p:cBhvr>
                                            <p:cTn id="13" dur="1" fill="hold">
                                              <p:stCondLst>
                                                <p:cond delay="0"/>
                                              </p:stCondLst>
                                            </p:cTn>
                                            <p:tgtEl>
                                              <p:spTgt spid="92"/>
                                            </p:tgtEl>
                                            <p:attrNameLst>
                                              <p:attrName>style.visibility</p:attrName>
                                            </p:attrNameLst>
                                          </p:cBhvr>
                                          <p:to>
                                            <p:strVal val="visible"/>
                                          </p:to>
                                        </p:set>
                                        <p:anim calcmode="lin" valueType="num" p14:bounceEnd="67000">
                                          <p:cBhvr additive="base">
                                            <p:cTn id="14" dur="1000" fill="hold"/>
                                            <p:tgtEl>
                                              <p:spTgt spid="92"/>
                                            </p:tgtEl>
                                            <p:attrNameLst>
                                              <p:attrName>ppt_x</p:attrName>
                                            </p:attrNameLst>
                                          </p:cBhvr>
                                          <p:tavLst>
                                            <p:tav tm="0">
                                              <p:val>
                                                <p:strVal val="#ppt_x"/>
                                              </p:val>
                                            </p:tav>
                                            <p:tav tm="100000">
                                              <p:val>
                                                <p:strVal val="#ppt_x"/>
                                              </p:val>
                                            </p:tav>
                                          </p:tavLst>
                                        </p:anim>
                                        <p:anim calcmode="lin" valueType="num" p14:bounceEnd="67000">
                                          <p:cBhvr additive="base">
                                            <p:cTn id="15" dur="1000" fill="hold"/>
                                            <p:tgtEl>
                                              <p:spTgt spid="92"/>
                                            </p:tgtEl>
                                            <p:attrNameLst>
                                              <p:attrName>ppt_y</p:attrName>
                                            </p:attrNameLst>
                                          </p:cBhvr>
                                          <p:tavLst>
                                            <p:tav tm="0">
                                              <p:val>
                                                <p:strVal val="1+#ppt_h/2"/>
                                              </p:val>
                                            </p:tav>
                                            <p:tav tm="100000">
                                              <p:val>
                                                <p:strVal val="#ppt_y"/>
                                              </p:val>
                                            </p:tav>
                                          </p:tavLst>
                                        </p:anim>
                                      </p:childTnLst>
                                    </p:cTn>
                                  </p:par>
                                  <p:par>
                                    <p:cTn id="16" presetID="2" presetClass="entr" presetSubtype="1" fill="hold" nodeType="withEffect" p14:presetBounceEnd="67000">
                                      <p:stCondLst>
                                        <p:cond delay="500"/>
                                      </p:stCondLst>
                                      <p:childTnLst>
                                        <p:set>
                                          <p:cBhvr>
                                            <p:cTn id="17" dur="1" fill="hold">
                                              <p:stCondLst>
                                                <p:cond delay="0"/>
                                              </p:stCondLst>
                                            </p:cTn>
                                            <p:tgtEl>
                                              <p:spTgt spid="96"/>
                                            </p:tgtEl>
                                            <p:attrNameLst>
                                              <p:attrName>style.visibility</p:attrName>
                                            </p:attrNameLst>
                                          </p:cBhvr>
                                          <p:to>
                                            <p:strVal val="visible"/>
                                          </p:to>
                                        </p:set>
                                        <p:anim calcmode="lin" valueType="num" p14:bounceEnd="67000">
                                          <p:cBhvr additive="base">
                                            <p:cTn id="18" dur="1000" fill="hold"/>
                                            <p:tgtEl>
                                              <p:spTgt spid="96"/>
                                            </p:tgtEl>
                                            <p:attrNameLst>
                                              <p:attrName>ppt_x</p:attrName>
                                            </p:attrNameLst>
                                          </p:cBhvr>
                                          <p:tavLst>
                                            <p:tav tm="0">
                                              <p:val>
                                                <p:strVal val="#ppt_x"/>
                                              </p:val>
                                            </p:tav>
                                            <p:tav tm="100000">
                                              <p:val>
                                                <p:strVal val="#ppt_x"/>
                                              </p:val>
                                            </p:tav>
                                          </p:tavLst>
                                        </p:anim>
                                        <p:anim calcmode="lin" valueType="num" p14:bounceEnd="67000">
                                          <p:cBhvr additive="base">
                                            <p:cTn id="19" dur="1000" fill="hold"/>
                                            <p:tgtEl>
                                              <p:spTgt spid="96"/>
                                            </p:tgtEl>
                                            <p:attrNameLst>
                                              <p:attrName>ppt_y</p:attrName>
                                            </p:attrNameLst>
                                          </p:cBhvr>
                                          <p:tavLst>
                                            <p:tav tm="0">
                                              <p:val>
                                                <p:strVal val="0-#ppt_h/2"/>
                                              </p:val>
                                            </p:tav>
                                            <p:tav tm="100000">
                                              <p:val>
                                                <p:strVal val="#ppt_y"/>
                                              </p:val>
                                            </p:tav>
                                          </p:tavLst>
                                        </p:anim>
                                      </p:childTnLst>
                                    </p:cTn>
                                  </p:par>
                                  <p:par>
                                    <p:cTn id="20" presetID="2" presetClass="entr" presetSubtype="4" fill="hold" nodeType="withEffect" p14:presetBounceEnd="67000">
                                      <p:stCondLst>
                                        <p:cond delay="750"/>
                                      </p:stCondLst>
                                      <p:childTnLst>
                                        <p:set>
                                          <p:cBhvr>
                                            <p:cTn id="21" dur="1" fill="hold">
                                              <p:stCondLst>
                                                <p:cond delay="0"/>
                                              </p:stCondLst>
                                            </p:cTn>
                                            <p:tgtEl>
                                              <p:spTgt spid="100"/>
                                            </p:tgtEl>
                                            <p:attrNameLst>
                                              <p:attrName>style.visibility</p:attrName>
                                            </p:attrNameLst>
                                          </p:cBhvr>
                                          <p:to>
                                            <p:strVal val="visible"/>
                                          </p:to>
                                        </p:set>
                                        <p:anim calcmode="lin" valueType="num" p14:bounceEnd="67000">
                                          <p:cBhvr additive="base">
                                            <p:cTn id="22" dur="1000" fill="hold"/>
                                            <p:tgtEl>
                                              <p:spTgt spid="100"/>
                                            </p:tgtEl>
                                            <p:attrNameLst>
                                              <p:attrName>ppt_x</p:attrName>
                                            </p:attrNameLst>
                                          </p:cBhvr>
                                          <p:tavLst>
                                            <p:tav tm="0">
                                              <p:val>
                                                <p:strVal val="#ppt_x"/>
                                              </p:val>
                                            </p:tav>
                                            <p:tav tm="100000">
                                              <p:val>
                                                <p:strVal val="#ppt_x"/>
                                              </p:val>
                                            </p:tav>
                                          </p:tavLst>
                                        </p:anim>
                                        <p:anim calcmode="lin" valueType="num" p14:bounceEnd="67000">
                                          <p:cBhvr additive="base">
                                            <p:cTn id="23" dur="1000" fill="hold"/>
                                            <p:tgtEl>
                                              <p:spTgt spid="100"/>
                                            </p:tgtEl>
                                            <p:attrNameLst>
                                              <p:attrName>ppt_y</p:attrName>
                                            </p:attrNameLst>
                                          </p:cBhvr>
                                          <p:tavLst>
                                            <p:tav tm="0">
                                              <p:val>
                                                <p:strVal val="1+#ppt_h/2"/>
                                              </p:val>
                                            </p:tav>
                                            <p:tav tm="100000">
                                              <p:val>
                                                <p:strVal val="#ppt_y"/>
                                              </p:val>
                                            </p:tav>
                                          </p:tavLst>
                                        </p:anim>
                                      </p:childTnLst>
                                    </p:cTn>
                                  </p:par>
                                  <p:par>
                                    <p:cTn id="24" presetID="2" presetClass="entr" presetSubtype="1" fill="hold" nodeType="withEffect" p14:presetBounceEnd="67000">
                                      <p:stCondLst>
                                        <p:cond delay="1000"/>
                                      </p:stCondLst>
                                      <p:childTnLst>
                                        <p:set>
                                          <p:cBhvr>
                                            <p:cTn id="25" dur="1" fill="hold">
                                              <p:stCondLst>
                                                <p:cond delay="0"/>
                                              </p:stCondLst>
                                            </p:cTn>
                                            <p:tgtEl>
                                              <p:spTgt spid="104"/>
                                            </p:tgtEl>
                                            <p:attrNameLst>
                                              <p:attrName>style.visibility</p:attrName>
                                            </p:attrNameLst>
                                          </p:cBhvr>
                                          <p:to>
                                            <p:strVal val="visible"/>
                                          </p:to>
                                        </p:set>
                                        <p:anim calcmode="lin" valueType="num" p14:bounceEnd="67000">
                                          <p:cBhvr additive="base">
                                            <p:cTn id="26" dur="1000" fill="hold"/>
                                            <p:tgtEl>
                                              <p:spTgt spid="104"/>
                                            </p:tgtEl>
                                            <p:attrNameLst>
                                              <p:attrName>ppt_x</p:attrName>
                                            </p:attrNameLst>
                                          </p:cBhvr>
                                          <p:tavLst>
                                            <p:tav tm="0">
                                              <p:val>
                                                <p:strVal val="#ppt_x"/>
                                              </p:val>
                                            </p:tav>
                                            <p:tav tm="100000">
                                              <p:val>
                                                <p:strVal val="#ppt_x"/>
                                              </p:val>
                                            </p:tav>
                                          </p:tavLst>
                                        </p:anim>
                                        <p:anim calcmode="lin" valueType="num" p14:bounceEnd="67000">
                                          <p:cBhvr additive="base">
                                            <p:cTn id="27" dur="1000" fill="hold"/>
                                            <p:tgtEl>
                                              <p:spTgt spid="104"/>
                                            </p:tgtEl>
                                            <p:attrNameLst>
                                              <p:attrName>ppt_y</p:attrName>
                                            </p:attrNameLst>
                                          </p:cBhvr>
                                          <p:tavLst>
                                            <p:tav tm="0">
                                              <p:val>
                                                <p:strVal val="0-#ppt_h/2"/>
                                              </p:val>
                                            </p:tav>
                                            <p:tav tm="100000">
                                              <p:val>
                                                <p:strVal val="#ppt_y"/>
                                              </p:val>
                                            </p:tav>
                                          </p:tavLst>
                                        </p:anim>
                                      </p:childTnLst>
                                    </p:cTn>
                                  </p:par>
                                  <p:par>
                                    <p:cTn id="28" presetID="22" presetClass="entr" presetSubtype="8"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Effect transition="in" filter="wipe(left)">
                                          <p:cBhvr>
                                            <p:cTn id="30" dur="1750"/>
                                            <p:tgtEl>
                                              <p:spTgt spid="57"/>
                                            </p:tgtEl>
                                          </p:cBhvr>
                                        </p:animEffect>
                                      </p:childTnLst>
                                    </p:cTn>
                                  </p:par>
                                  <p:par>
                                    <p:cTn id="31" presetID="22" presetClass="entr" presetSubtype="1" fill="hold" nodeType="withEffect">
                                      <p:stCondLst>
                                        <p:cond delay="250"/>
                                      </p:stCondLst>
                                      <p:childTnLst>
                                        <p:set>
                                          <p:cBhvr>
                                            <p:cTn id="32" dur="1" fill="hold">
                                              <p:stCondLst>
                                                <p:cond delay="0"/>
                                              </p:stCondLst>
                                            </p:cTn>
                                            <p:tgtEl>
                                              <p:spTgt spid="3"/>
                                            </p:tgtEl>
                                            <p:attrNameLst>
                                              <p:attrName>style.visibility</p:attrName>
                                            </p:attrNameLst>
                                          </p:cBhvr>
                                          <p:to>
                                            <p:strVal val="visible"/>
                                          </p:to>
                                        </p:set>
                                        <p:animEffect transition="in" filter="wipe(up)">
                                          <p:cBhvr>
                                            <p:cTn id="33" dur="750"/>
                                            <p:tgtEl>
                                              <p:spTgt spid="3"/>
                                            </p:tgtEl>
                                          </p:cBhvr>
                                        </p:animEffect>
                                      </p:childTnLst>
                                    </p:cTn>
                                  </p:par>
                                  <p:par>
                                    <p:cTn id="34" presetID="22" presetClass="entr" presetSubtype="1" fill="hold" nodeType="withEffect">
                                      <p:stCondLst>
                                        <p:cond delay="500"/>
                                      </p:stCondLst>
                                      <p:childTnLst>
                                        <p:set>
                                          <p:cBhvr>
                                            <p:cTn id="35" dur="1" fill="hold">
                                              <p:stCondLst>
                                                <p:cond delay="0"/>
                                              </p:stCondLst>
                                            </p:cTn>
                                            <p:tgtEl>
                                              <p:spTgt spid="4"/>
                                            </p:tgtEl>
                                            <p:attrNameLst>
                                              <p:attrName>style.visibility</p:attrName>
                                            </p:attrNameLst>
                                          </p:cBhvr>
                                          <p:to>
                                            <p:strVal val="visible"/>
                                          </p:to>
                                        </p:set>
                                        <p:animEffect transition="in" filter="wipe(up)">
                                          <p:cBhvr>
                                            <p:cTn id="36" dur="750"/>
                                            <p:tgtEl>
                                              <p:spTgt spid="4"/>
                                            </p:tgtEl>
                                          </p:cBhvr>
                                        </p:animEffect>
                                      </p:childTnLst>
                                    </p:cTn>
                                  </p:par>
                                  <p:par>
                                    <p:cTn id="37" presetID="22" presetClass="entr" presetSubtype="1" fill="hold" nodeType="withEffect">
                                      <p:stCondLst>
                                        <p:cond delay="750"/>
                                      </p:stCondLst>
                                      <p:childTnLst>
                                        <p:set>
                                          <p:cBhvr>
                                            <p:cTn id="38" dur="1" fill="hold">
                                              <p:stCondLst>
                                                <p:cond delay="0"/>
                                              </p:stCondLst>
                                            </p:cTn>
                                            <p:tgtEl>
                                              <p:spTgt spid="5"/>
                                            </p:tgtEl>
                                            <p:attrNameLst>
                                              <p:attrName>style.visibility</p:attrName>
                                            </p:attrNameLst>
                                          </p:cBhvr>
                                          <p:to>
                                            <p:strVal val="visible"/>
                                          </p:to>
                                        </p:set>
                                        <p:animEffect transition="in" filter="wipe(up)">
                                          <p:cBhvr>
                                            <p:cTn id="39" dur="750"/>
                                            <p:tgtEl>
                                              <p:spTgt spid="5"/>
                                            </p:tgtEl>
                                          </p:cBhvr>
                                        </p:animEffect>
                                      </p:childTnLst>
                                    </p:cTn>
                                  </p:par>
                                  <p:par>
                                    <p:cTn id="40" presetID="22" presetClass="entr" presetSubtype="1" fill="hold" nodeType="withEffect">
                                      <p:stCondLst>
                                        <p:cond delay="1000"/>
                                      </p:stCondLst>
                                      <p:childTnLst>
                                        <p:set>
                                          <p:cBhvr>
                                            <p:cTn id="41" dur="1" fill="hold">
                                              <p:stCondLst>
                                                <p:cond delay="0"/>
                                              </p:stCondLst>
                                            </p:cTn>
                                            <p:tgtEl>
                                              <p:spTgt spid="6"/>
                                            </p:tgtEl>
                                            <p:attrNameLst>
                                              <p:attrName>style.visibility</p:attrName>
                                            </p:attrNameLst>
                                          </p:cBhvr>
                                          <p:to>
                                            <p:strVal val="visible"/>
                                          </p:to>
                                        </p:set>
                                        <p:animEffect transition="in" filter="wipe(up)">
                                          <p:cBhvr>
                                            <p:cTn id="42" dur="750"/>
                                            <p:tgtEl>
                                              <p:spTgt spid="6"/>
                                            </p:tgtEl>
                                          </p:cBhvr>
                                        </p:animEffect>
                                      </p:childTnLst>
                                    </p:cTn>
                                  </p:par>
                                  <p:par>
                                    <p:cTn id="43" presetID="22" presetClass="entr" presetSubtype="1" fill="hold" nodeType="withEffect">
                                      <p:stCondLst>
                                        <p:cond delay="1250"/>
                                      </p:stCondLst>
                                      <p:childTnLst>
                                        <p:set>
                                          <p:cBhvr>
                                            <p:cTn id="44" dur="1" fill="hold">
                                              <p:stCondLst>
                                                <p:cond delay="0"/>
                                              </p:stCondLst>
                                            </p:cTn>
                                            <p:tgtEl>
                                              <p:spTgt spid="7"/>
                                            </p:tgtEl>
                                            <p:attrNameLst>
                                              <p:attrName>style.visibility</p:attrName>
                                            </p:attrNameLst>
                                          </p:cBhvr>
                                          <p:to>
                                            <p:strVal val="visible"/>
                                          </p:to>
                                        </p:set>
                                        <p:animEffect transition="in" filter="wipe(up)">
                                          <p:cBhvr>
                                            <p:cTn id="45" dur="750"/>
                                            <p:tgtEl>
                                              <p:spTgt spid="7"/>
                                            </p:tgtEl>
                                          </p:cBhvr>
                                        </p:animEffect>
                                      </p:childTnLst>
                                    </p:cTn>
                                  </p:par>
                                  <p:par>
                                    <p:cTn id="46" presetID="10" presetClass="entr" presetSubtype="0" fill="hold" grpId="0" nodeType="withEffect">
                                      <p:stCondLst>
                                        <p:cond delay="250"/>
                                      </p:stCondLst>
                                      <p:childTnLst>
                                        <p:set>
                                          <p:cBhvr>
                                            <p:cTn id="47" dur="1" fill="hold">
                                              <p:stCondLst>
                                                <p:cond delay="0"/>
                                              </p:stCondLst>
                                            </p:cTn>
                                            <p:tgtEl>
                                              <p:spTgt spid="1032"/>
                                            </p:tgtEl>
                                            <p:attrNameLst>
                                              <p:attrName>style.visibility</p:attrName>
                                            </p:attrNameLst>
                                          </p:cBhvr>
                                          <p:to>
                                            <p:strVal val="visible"/>
                                          </p:to>
                                        </p:set>
                                        <p:animEffect transition="in" filter="fade">
                                          <p:cBhvr>
                                            <p:cTn id="48" dur="500"/>
                                            <p:tgtEl>
                                              <p:spTgt spid="1032"/>
                                            </p:tgtEl>
                                          </p:cBhvr>
                                        </p:animEffect>
                                      </p:childTnLst>
                                    </p:cTn>
                                  </p:par>
                                  <p:par>
                                    <p:cTn id="49" presetID="10" presetClass="entr" presetSubtype="0" fill="hold" grpId="0" nodeType="withEffect">
                                      <p:stCondLst>
                                        <p:cond delay="500"/>
                                      </p:stCondLst>
                                      <p:childTnLst>
                                        <p:set>
                                          <p:cBhvr>
                                            <p:cTn id="50" dur="1" fill="hold">
                                              <p:stCondLst>
                                                <p:cond delay="0"/>
                                              </p:stCondLst>
                                            </p:cTn>
                                            <p:tgtEl>
                                              <p:spTgt spid="1031"/>
                                            </p:tgtEl>
                                            <p:attrNameLst>
                                              <p:attrName>style.visibility</p:attrName>
                                            </p:attrNameLst>
                                          </p:cBhvr>
                                          <p:to>
                                            <p:strVal val="visible"/>
                                          </p:to>
                                        </p:set>
                                        <p:animEffect transition="in" filter="fade">
                                          <p:cBhvr>
                                            <p:cTn id="51" dur="500"/>
                                            <p:tgtEl>
                                              <p:spTgt spid="1031"/>
                                            </p:tgtEl>
                                          </p:cBhvr>
                                        </p:animEffect>
                                      </p:childTnLst>
                                    </p:cTn>
                                  </p:par>
                                  <p:par>
                                    <p:cTn id="52" presetID="10" presetClass="entr" presetSubtype="0" fill="hold" grpId="0" nodeType="withEffect">
                                      <p:stCondLst>
                                        <p:cond delay="750"/>
                                      </p:stCondLst>
                                      <p:childTnLst>
                                        <p:set>
                                          <p:cBhvr>
                                            <p:cTn id="53" dur="1" fill="hold">
                                              <p:stCondLst>
                                                <p:cond delay="0"/>
                                              </p:stCondLst>
                                            </p:cTn>
                                            <p:tgtEl>
                                              <p:spTgt spid="1030"/>
                                            </p:tgtEl>
                                            <p:attrNameLst>
                                              <p:attrName>style.visibility</p:attrName>
                                            </p:attrNameLst>
                                          </p:cBhvr>
                                          <p:to>
                                            <p:strVal val="visible"/>
                                          </p:to>
                                        </p:set>
                                        <p:animEffect transition="in" filter="fade">
                                          <p:cBhvr>
                                            <p:cTn id="54" dur="500"/>
                                            <p:tgtEl>
                                              <p:spTgt spid="1030"/>
                                            </p:tgtEl>
                                          </p:cBhvr>
                                        </p:animEffect>
                                      </p:childTnLst>
                                    </p:cTn>
                                  </p:par>
                                  <p:par>
                                    <p:cTn id="55" presetID="10" presetClass="entr" presetSubtype="0" fill="hold" grpId="0" nodeType="withEffect">
                                      <p:stCondLst>
                                        <p:cond delay="1000"/>
                                      </p:stCondLst>
                                      <p:childTnLst>
                                        <p:set>
                                          <p:cBhvr>
                                            <p:cTn id="56" dur="1" fill="hold">
                                              <p:stCondLst>
                                                <p:cond delay="0"/>
                                              </p:stCondLst>
                                            </p:cTn>
                                            <p:tgtEl>
                                              <p:spTgt spid="1029"/>
                                            </p:tgtEl>
                                            <p:attrNameLst>
                                              <p:attrName>style.visibility</p:attrName>
                                            </p:attrNameLst>
                                          </p:cBhvr>
                                          <p:to>
                                            <p:strVal val="visible"/>
                                          </p:to>
                                        </p:set>
                                        <p:animEffect transition="in" filter="fade">
                                          <p:cBhvr>
                                            <p:cTn id="57" dur="500"/>
                                            <p:tgtEl>
                                              <p:spTgt spid="1029"/>
                                            </p:tgtEl>
                                          </p:cBhvr>
                                        </p:animEffect>
                                      </p:childTnLst>
                                    </p:cTn>
                                  </p:par>
                                  <p:par>
                                    <p:cTn id="58" presetID="10" presetClass="entr" presetSubtype="0" fill="hold" grpId="0" nodeType="withEffect">
                                      <p:stCondLst>
                                        <p:cond delay="1250"/>
                                      </p:stCondLst>
                                      <p:childTnLst>
                                        <p:set>
                                          <p:cBhvr>
                                            <p:cTn id="59" dur="1" fill="hold">
                                              <p:stCondLst>
                                                <p:cond delay="0"/>
                                              </p:stCondLst>
                                            </p:cTn>
                                            <p:tgtEl>
                                              <p:spTgt spid="1028"/>
                                            </p:tgtEl>
                                            <p:attrNameLst>
                                              <p:attrName>style.visibility</p:attrName>
                                            </p:attrNameLst>
                                          </p:cBhvr>
                                          <p:to>
                                            <p:strVal val="visible"/>
                                          </p:to>
                                        </p:set>
                                        <p:animEffect transition="in" filter="fade">
                                          <p:cBhvr>
                                            <p:cTn id="60" dur="500"/>
                                            <p:tgtEl>
                                              <p:spTgt spid="1028"/>
                                            </p:tgtEl>
                                          </p:cBhvr>
                                        </p:animEffect>
                                      </p:childTnLst>
                                    </p:cTn>
                                  </p:par>
                                  <p:par>
                                    <p:cTn id="61" presetID="2" presetClass="entr" presetSubtype="4" fill="hold" grpId="0" nodeType="withEffect" p14:presetBounceEnd="67000">
                                      <p:stCondLst>
                                        <p:cond delay="250"/>
                                      </p:stCondLst>
                                      <p:childTnLst>
                                        <p:set>
                                          <p:cBhvr>
                                            <p:cTn id="62" dur="1" fill="hold">
                                              <p:stCondLst>
                                                <p:cond delay="0"/>
                                              </p:stCondLst>
                                            </p:cTn>
                                            <p:tgtEl>
                                              <p:spTgt spid="112"/>
                                            </p:tgtEl>
                                            <p:attrNameLst>
                                              <p:attrName>style.visibility</p:attrName>
                                            </p:attrNameLst>
                                          </p:cBhvr>
                                          <p:to>
                                            <p:strVal val="visible"/>
                                          </p:to>
                                        </p:set>
                                        <p:anim calcmode="lin" valueType="num" p14:bounceEnd="67000">
                                          <p:cBhvr additive="base">
                                            <p:cTn id="63" dur="1000" fill="hold"/>
                                            <p:tgtEl>
                                              <p:spTgt spid="112"/>
                                            </p:tgtEl>
                                            <p:attrNameLst>
                                              <p:attrName>ppt_x</p:attrName>
                                            </p:attrNameLst>
                                          </p:cBhvr>
                                          <p:tavLst>
                                            <p:tav tm="0">
                                              <p:val>
                                                <p:strVal val="#ppt_x"/>
                                              </p:val>
                                            </p:tav>
                                            <p:tav tm="100000">
                                              <p:val>
                                                <p:strVal val="#ppt_x"/>
                                              </p:val>
                                            </p:tav>
                                          </p:tavLst>
                                        </p:anim>
                                        <p:anim calcmode="lin" valueType="num" p14:bounceEnd="67000">
                                          <p:cBhvr additive="base">
                                            <p:cTn id="64" dur="1000" fill="hold"/>
                                            <p:tgtEl>
                                              <p:spTgt spid="1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67000">
                                      <p:stCondLst>
                                        <p:cond delay="500"/>
                                      </p:stCondLst>
                                      <p:childTnLst>
                                        <p:set>
                                          <p:cBhvr>
                                            <p:cTn id="66" dur="1" fill="hold">
                                              <p:stCondLst>
                                                <p:cond delay="0"/>
                                              </p:stCondLst>
                                            </p:cTn>
                                            <p:tgtEl>
                                              <p:spTgt spid="113"/>
                                            </p:tgtEl>
                                            <p:attrNameLst>
                                              <p:attrName>style.visibility</p:attrName>
                                            </p:attrNameLst>
                                          </p:cBhvr>
                                          <p:to>
                                            <p:strVal val="visible"/>
                                          </p:to>
                                        </p:set>
                                        <p:anim calcmode="lin" valueType="num" p14:bounceEnd="67000">
                                          <p:cBhvr additive="base">
                                            <p:cTn id="67" dur="1000" fill="hold"/>
                                            <p:tgtEl>
                                              <p:spTgt spid="113"/>
                                            </p:tgtEl>
                                            <p:attrNameLst>
                                              <p:attrName>ppt_x</p:attrName>
                                            </p:attrNameLst>
                                          </p:cBhvr>
                                          <p:tavLst>
                                            <p:tav tm="0">
                                              <p:val>
                                                <p:strVal val="#ppt_x"/>
                                              </p:val>
                                            </p:tav>
                                            <p:tav tm="100000">
                                              <p:val>
                                                <p:strVal val="#ppt_x"/>
                                              </p:val>
                                            </p:tav>
                                          </p:tavLst>
                                        </p:anim>
                                        <p:anim calcmode="lin" valueType="num" p14:bounceEnd="67000">
                                          <p:cBhvr additive="base">
                                            <p:cTn id="68" dur="1000" fill="hold"/>
                                            <p:tgtEl>
                                              <p:spTgt spid="11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67000">
                                      <p:stCondLst>
                                        <p:cond delay="750"/>
                                      </p:stCondLst>
                                      <p:childTnLst>
                                        <p:set>
                                          <p:cBhvr>
                                            <p:cTn id="70" dur="1" fill="hold">
                                              <p:stCondLst>
                                                <p:cond delay="0"/>
                                              </p:stCondLst>
                                            </p:cTn>
                                            <p:tgtEl>
                                              <p:spTgt spid="114"/>
                                            </p:tgtEl>
                                            <p:attrNameLst>
                                              <p:attrName>style.visibility</p:attrName>
                                            </p:attrNameLst>
                                          </p:cBhvr>
                                          <p:to>
                                            <p:strVal val="visible"/>
                                          </p:to>
                                        </p:set>
                                        <p:anim calcmode="lin" valueType="num" p14:bounceEnd="67000">
                                          <p:cBhvr additive="base">
                                            <p:cTn id="71" dur="1000" fill="hold"/>
                                            <p:tgtEl>
                                              <p:spTgt spid="114"/>
                                            </p:tgtEl>
                                            <p:attrNameLst>
                                              <p:attrName>ppt_x</p:attrName>
                                            </p:attrNameLst>
                                          </p:cBhvr>
                                          <p:tavLst>
                                            <p:tav tm="0">
                                              <p:val>
                                                <p:strVal val="#ppt_x"/>
                                              </p:val>
                                            </p:tav>
                                            <p:tav tm="100000">
                                              <p:val>
                                                <p:strVal val="#ppt_x"/>
                                              </p:val>
                                            </p:tav>
                                          </p:tavLst>
                                        </p:anim>
                                        <p:anim calcmode="lin" valueType="num" p14:bounceEnd="67000">
                                          <p:cBhvr additive="base">
                                            <p:cTn id="72" dur="1000" fill="hold"/>
                                            <p:tgtEl>
                                              <p:spTgt spid="11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67000">
                                      <p:stCondLst>
                                        <p:cond delay="1000"/>
                                      </p:stCondLst>
                                      <p:childTnLst>
                                        <p:set>
                                          <p:cBhvr>
                                            <p:cTn id="74" dur="1" fill="hold">
                                              <p:stCondLst>
                                                <p:cond delay="0"/>
                                              </p:stCondLst>
                                            </p:cTn>
                                            <p:tgtEl>
                                              <p:spTgt spid="115"/>
                                            </p:tgtEl>
                                            <p:attrNameLst>
                                              <p:attrName>style.visibility</p:attrName>
                                            </p:attrNameLst>
                                          </p:cBhvr>
                                          <p:to>
                                            <p:strVal val="visible"/>
                                          </p:to>
                                        </p:set>
                                        <p:anim calcmode="lin" valueType="num" p14:bounceEnd="67000">
                                          <p:cBhvr additive="base">
                                            <p:cTn id="75" dur="1000" fill="hold"/>
                                            <p:tgtEl>
                                              <p:spTgt spid="115"/>
                                            </p:tgtEl>
                                            <p:attrNameLst>
                                              <p:attrName>ppt_x</p:attrName>
                                            </p:attrNameLst>
                                          </p:cBhvr>
                                          <p:tavLst>
                                            <p:tav tm="0">
                                              <p:val>
                                                <p:strVal val="#ppt_x"/>
                                              </p:val>
                                            </p:tav>
                                            <p:tav tm="100000">
                                              <p:val>
                                                <p:strVal val="#ppt_x"/>
                                              </p:val>
                                            </p:tav>
                                          </p:tavLst>
                                        </p:anim>
                                        <p:anim calcmode="lin" valueType="num" p14:bounceEnd="67000">
                                          <p:cBhvr additive="base">
                                            <p:cTn id="76" dur="1000" fill="hold"/>
                                            <p:tgtEl>
                                              <p:spTgt spid="11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67000">
                                      <p:stCondLst>
                                        <p:cond delay="1250"/>
                                      </p:stCondLst>
                                      <p:childTnLst>
                                        <p:set>
                                          <p:cBhvr>
                                            <p:cTn id="78" dur="1" fill="hold">
                                              <p:stCondLst>
                                                <p:cond delay="0"/>
                                              </p:stCondLst>
                                            </p:cTn>
                                            <p:tgtEl>
                                              <p:spTgt spid="116"/>
                                            </p:tgtEl>
                                            <p:attrNameLst>
                                              <p:attrName>style.visibility</p:attrName>
                                            </p:attrNameLst>
                                          </p:cBhvr>
                                          <p:to>
                                            <p:strVal val="visible"/>
                                          </p:to>
                                        </p:set>
                                        <p:anim calcmode="lin" valueType="num" p14:bounceEnd="67000">
                                          <p:cBhvr additive="base">
                                            <p:cTn id="79" dur="1000" fill="hold"/>
                                            <p:tgtEl>
                                              <p:spTgt spid="116"/>
                                            </p:tgtEl>
                                            <p:attrNameLst>
                                              <p:attrName>ppt_x</p:attrName>
                                            </p:attrNameLst>
                                          </p:cBhvr>
                                          <p:tavLst>
                                            <p:tav tm="0">
                                              <p:val>
                                                <p:strVal val="#ppt_x"/>
                                              </p:val>
                                            </p:tav>
                                            <p:tav tm="100000">
                                              <p:val>
                                                <p:strVal val="#ppt_x"/>
                                              </p:val>
                                            </p:tav>
                                          </p:tavLst>
                                        </p:anim>
                                        <p:anim calcmode="lin" valueType="num" p14:bounceEnd="67000">
                                          <p:cBhvr additive="base">
                                            <p:cTn id="80" dur="1000" fill="hold"/>
                                            <p:tgtEl>
                                              <p:spTgt spid="116"/>
                                            </p:tgtEl>
                                            <p:attrNameLst>
                                              <p:attrName>ppt_y</p:attrName>
                                            </p:attrNameLst>
                                          </p:cBhvr>
                                          <p:tavLst>
                                            <p:tav tm="0">
                                              <p:val>
                                                <p:strVal val="1+#ppt_h/2"/>
                                              </p:val>
                                            </p:tav>
                                            <p:tav tm="100000">
                                              <p:val>
                                                <p:strVal val="#ppt_y"/>
                                              </p:val>
                                            </p:tav>
                                          </p:tavLst>
                                        </p:anim>
                                      </p:childTnLst>
                                    </p:cTn>
                                  </p:par>
                                  <p:par>
                                    <p:cTn id="81" presetID="53" presetClass="entr" presetSubtype="16" fill="hold" grpId="0" nodeType="withEffect">
                                      <p:stCondLst>
                                        <p:cond delay="500"/>
                                      </p:stCondLst>
                                      <p:childTnLst>
                                        <p:set>
                                          <p:cBhvr>
                                            <p:cTn id="82" dur="1" fill="hold">
                                              <p:stCondLst>
                                                <p:cond delay="0"/>
                                              </p:stCondLst>
                                            </p:cTn>
                                            <p:tgtEl>
                                              <p:spTgt spid="117"/>
                                            </p:tgtEl>
                                            <p:attrNameLst>
                                              <p:attrName>style.visibility</p:attrName>
                                            </p:attrNameLst>
                                          </p:cBhvr>
                                          <p:to>
                                            <p:strVal val="visible"/>
                                          </p:to>
                                        </p:set>
                                        <p:anim calcmode="lin" valueType="num">
                                          <p:cBhvr>
                                            <p:cTn id="83" dur="500" fill="hold"/>
                                            <p:tgtEl>
                                              <p:spTgt spid="117"/>
                                            </p:tgtEl>
                                            <p:attrNameLst>
                                              <p:attrName>ppt_w</p:attrName>
                                            </p:attrNameLst>
                                          </p:cBhvr>
                                          <p:tavLst>
                                            <p:tav tm="0">
                                              <p:val>
                                                <p:fltVal val="0"/>
                                              </p:val>
                                            </p:tav>
                                            <p:tav tm="100000">
                                              <p:val>
                                                <p:strVal val="#ppt_w"/>
                                              </p:val>
                                            </p:tav>
                                          </p:tavLst>
                                        </p:anim>
                                        <p:anim calcmode="lin" valueType="num">
                                          <p:cBhvr>
                                            <p:cTn id="84" dur="500" fill="hold"/>
                                            <p:tgtEl>
                                              <p:spTgt spid="117"/>
                                            </p:tgtEl>
                                            <p:attrNameLst>
                                              <p:attrName>ppt_h</p:attrName>
                                            </p:attrNameLst>
                                          </p:cBhvr>
                                          <p:tavLst>
                                            <p:tav tm="0">
                                              <p:val>
                                                <p:fltVal val="0"/>
                                              </p:val>
                                            </p:tav>
                                            <p:tav tm="100000">
                                              <p:val>
                                                <p:strVal val="#ppt_h"/>
                                              </p:val>
                                            </p:tav>
                                          </p:tavLst>
                                        </p:anim>
                                        <p:animEffect transition="in" filter="fade">
                                          <p:cBhvr>
                                            <p:cTn id="85" dur="500"/>
                                            <p:tgtEl>
                                              <p:spTgt spid="117"/>
                                            </p:tgtEl>
                                          </p:cBhvr>
                                        </p:animEffect>
                                      </p:childTnLst>
                                    </p:cTn>
                                  </p:par>
                                  <p:par>
                                    <p:cTn id="86" presetID="53" presetClass="entr" presetSubtype="16" fill="hold" grpId="0" nodeType="withEffect">
                                      <p:stCondLst>
                                        <p:cond delay="750"/>
                                      </p:stCondLst>
                                      <p:childTnLst>
                                        <p:set>
                                          <p:cBhvr>
                                            <p:cTn id="87" dur="1" fill="hold">
                                              <p:stCondLst>
                                                <p:cond delay="0"/>
                                              </p:stCondLst>
                                            </p:cTn>
                                            <p:tgtEl>
                                              <p:spTgt spid="118"/>
                                            </p:tgtEl>
                                            <p:attrNameLst>
                                              <p:attrName>style.visibility</p:attrName>
                                            </p:attrNameLst>
                                          </p:cBhvr>
                                          <p:to>
                                            <p:strVal val="visible"/>
                                          </p:to>
                                        </p:set>
                                        <p:anim calcmode="lin" valueType="num">
                                          <p:cBhvr>
                                            <p:cTn id="88" dur="500" fill="hold"/>
                                            <p:tgtEl>
                                              <p:spTgt spid="118"/>
                                            </p:tgtEl>
                                            <p:attrNameLst>
                                              <p:attrName>ppt_w</p:attrName>
                                            </p:attrNameLst>
                                          </p:cBhvr>
                                          <p:tavLst>
                                            <p:tav tm="0">
                                              <p:val>
                                                <p:fltVal val="0"/>
                                              </p:val>
                                            </p:tav>
                                            <p:tav tm="100000">
                                              <p:val>
                                                <p:strVal val="#ppt_w"/>
                                              </p:val>
                                            </p:tav>
                                          </p:tavLst>
                                        </p:anim>
                                        <p:anim calcmode="lin" valueType="num">
                                          <p:cBhvr>
                                            <p:cTn id="89" dur="500" fill="hold"/>
                                            <p:tgtEl>
                                              <p:spTgt spid="118"/>
                                            </p:tgtEl>
                                            <p:attrNameLst>
                                              <p:attrName>ppt_h</p:attrName>
                                            </p:attrNameLst>
                                          </p:cBhvr>
                                          <p:tavLst>
                                            <p:tav tm="0">
                                              <p:val>
                                                <p:fltVal val="0"/>
                                              </p:val>
                                            </p:tav>
                                            <p:tav tm="100000">
                                              <p:val>
                                                <p:strVal val="#ppt_h"/>
                                              </p:val>
                                            </p:tav>
                                          </p:tavLst>
                                        </p:anim>
                                        <p:animEffect transition="in" filter="fade">
                                          <p:cBhvr>
                                            <p:cTn id="90" dur="500"/>
                                            <p:tgtEl>
                                              <p:spTgt spid="118"/>
                                            </p:tgtEl>
                                          </p:cBhvr>
                                        </p:animEffect>
                                      </p:childTnLst>
                                    </p:cTn>
                                  </p:par>
                                  <p:par>
                                    <p:cTn id="91" presetID="53" presetClass="entr" presetSubtype="16" fill="hold" grpId="0" nodeType="withEffect">
                                      <p:stCondLst>
                                        <p:cond delay="1000"/>
                                      </p:stCondLst>
                                      <p:childTnLst>
                                        <p:set>
                                          <p:cBhvr>
                                            <p:cTn id="92" dur="1" fill="hold">
                                              <p:stCondLst>
                                                <p:cond delay="0"/>
                                              </p:stCondLst>
                                            </p:cTn>
                                            <p:tgtEl>
                                              <p:spTgt spid="120"/>
                                            </p:tgtEl>
                                            <p:attrNameLst>
                                              <p:attrName>style.visibility</p:attrName>
                                            </p:attrNameLst>
                                          </p:cBhvr>
                                          <p:to>
                                            <p:strVal val="visible"/>
                                          </p:to>
                                        </p:set>
                                        <p:anim calcmode="lin" valueType="num">
                                          <p:cBhvr>
                                            <p:cTn id="93" dur="500" fill="hold"/>
                                            <p:tgtEl>
                                              <p:spTgt spid="120"/>
                                            </p:tgtEl>
                                            <p:attrNameLst>
                                              <p:attrName>ppt_w</p:attrName>
                                            </p:attrNameLst>
                                          </p:cBhvr>
                                          <p:tavLst>
                                            <p:tav tm="0">
                                              <p:val>
                                                <p:fltVal val="0"/>
                                              </p:val>
                                            </p:tav>
                                            <p:tav tm="100000">
                                              <p:val>
                                                <p:strVal val="#ppt_w"/>
                                              </p:val>
                                            </p:tav>
                                          </p:tavLst>
                                        </p:anim>
                                        <p:anim calcmode="lin" valueType="num">
                                          <p:cBhvr>
                                            <p:cTn id="94" dur="500" fill="hold"/>
                                            <p:tgtEl>
                                              <p:spTgt spid="120"/>
                                            </p:tgtEl>
                                            <p:attrNameLst>
                                              <p:attrName>ppt_h</p:attrName>
                                            </p:attrNameLst>
                                          </p:cBhvr>
                                          <p:tavLst>
                                            <p:tav tm="0">
                                              <p:val>
                                                <p:fltVal val="0"/>
                                              </p:val>
                                            </p:tav>
                                            <p:tav tm="100000">
                                              <p:val>
                                                <p:strVal val="#ppt_h"/>
                                              </p:val>
                                            </p:tav>
                                          </p:tavLst>
                                        </p:anim>
                                        <p:animEffect transition="in" filter="fade">
                                          <p:cBhvr>
                                            <p:cTn id="95" dur="500"/>
                                            <p:tgtEl>
                                              <p:spTgt spid="120"/>
                                            </p:tgtEl>
                                          </p:cBhvr>
                                        </p:animEffect>
                                      </p:childTnLst>
                                    </p:cTn>
                                  </p:par>
                                  <p:par>
                                    <p:cTn id="96" presetID="53" presetClass="entr" presetSubtype="16" fill="hold" grpId="0" nodeType="withEffect">
                                      <p:stCondLst>
                                        <p:cond delay="1250"/>
                                      </p:stCondLst>
                                      <p:childTnLst>
                                        <p:set>
                                          <p:cBhvr>
                                            <p:cTn id="97" dur="1" fill="hold">
                                              <p:stCondLst>
                                                <p:cond delay="0"/>
                                              </p:stCondLst>
                                            </p:cTn>
                                            <p:tgtEl>
                                              <p:spTgt spid="119"/>
                                            </p:tgtEl>
                                            <p:attrNameLst>
                                              <p:attrName>style.visibility</p:attrName>
                                            </p:attrNameLst>
                                          </p:cBhvr>
                                          <p:to>
                                            <p:strVal val="visible"/>
                                          </p:to>
                                        </p:set>
                                        <p:anim calcmode="lin" valueType="num">
                                          <p:cBhvr>
                                            <p:cTn id="98" dur="500" fill="hold"/>
                                            <p:tgtEl>
                                              <p:spTgt spid="119"/>
                                            </p:tgtEl>
                                            <p:attrNameLst>
                                              <p:attrName>ppt_w</p:attrName>
                                            </p:attrNameLst>
                                          </p:cBhvr>
                                          <p:tavLst>
                                            <p:tav tm="0">
                                              <p:val>
                                                <p:fltVal val="0"/>
                                              </p:val>
                                            </p:tav>
                                            <p:tav tm="100000">
                                              <p:val>
                                                <p:strVal val="#ppt_w"/>
                                              </p:val>
                                            </p:tav>
                                          </p:tavLst>
                                        </p:anim>
                                        <p:anim calcmode="lin" valueType="num">
                                          <p:cBhvr>
                                            <p:cTn id="99" dur="500" fill="hold"/>
                                            <p:tgtEl>
                                              <p:spTgt spid="119"/>
                                            </p:tgtEl>
                                            <p:attrNameLst>
                                              <p:attrName>ppt_h</p:attrName>
                                            </p:attrNameLst>
                                          </p:cBhvr>
                                          <p:tavLst>
                                            <p:tav tm="0">
                                              <p:val>
                                                <p:fltVal val="0"/>
                                              </p:val>
                                            </p:tav>
                                            <p:tav tm="100000">
                                              <p:val>
                                                <p:strVal val="#ppt_h"/>
                                              </p:val>
                                            </p:tav>
                                          </p:tavLst>
                                        </p:anim>
                                        <p:animEffect transition="in" filter="fade">
                                          <p:cBhvr>
                                            <p:cTn id="100" dur="500"/>
                                            <p:tgtEl>
                                              <p:spTgt spid="119"/>
                                            </p:tgtEl>
                                          </p:cBhvr>
                                        </p:animEffect>
                                      </p:childTnLst>
                                    </p:cTn>
                                  </p:par>
                                  <p:par>
                                    <p:cTn id="101" presetID="53" presetClass="entr" presetSubtype="16" fill="hold" grpId="0" nodeType="withEffect">
                                      <p:stCondLst>
                                        <p:cond delay="1500"/>
                                      </p:stCondLst>
                                      <p:childTnLst>
                                        <p:set>
                                          <p:cBhvr>
                                            <p:cTn id="102" dur="1" fill="hold">
                                              <p:stCondLst>
                                                <p:cond delay="0"/>
                                              </p:stCondLst>
                                            </p:cTn>
                                            <p:tgtEl>
                                              <p:spTgt spid="121"/>
                                            </p:tgtEl>
                                            <p:attrNameLst>
                                              <p:attrName>style.visibility</p:attrName>
                                            </p:attrNameLst>
                                          </p:cBhvr>
                                          <p:to>
                                            <p:strVal val="visible"/>
                                          </p:to>
                                        </p:set>
                                        <p:anim calcmode="lin" valueType="num">
                                          <p:cBhvr>
                                            <p:cTn id="103" dur="500" fill="hold"/>
                                            <p:tgtEl>
                                              <p:spTgt spid="121"/>
                                            </p:tgtEl>
                                            <p:attrNameLst>
                                              <p:attrName>ppt_w</p:attrName>
                                            </p:attrNameLst>
                                          </p:cBhvr>
                                          <p:tavLst>
                                            <p:tav tm="0">
                                              <p:val>
                                                <p:fltVal val="0"/>
                                              </p:val>
                                            </p:tav>
                                            <p:tav tm="100000">
                                              <p:val>
                                                <p:strVal val="#ppt_w"/>
                                              </p:val>
                                            </p:tav>
                                          </p:tavLst>
                                        </p:anim>
                                        <p:anim calcmode="lin" valueType="num">
                                          <p:cBhvr>
                                            <p:cTn id="104" dur="500" fill="hold"/>
                                            <p:tgtEl>
                                              <p:spTgt spid="121"/>
                                            </p:tgtEl>
                                            <p:attrNameLst>
                                              <p:attrName>ppt_h</p:attrName>
                                            </p:attrNameLst>
                                          </p:cBhvr>
                                          <p:tavLst>
                                            <p:tav tm="0">
                                              <p:val>
                                                <p:fltVal val="0"/>
                                              </p:val>
                                            </p:tav>
                                            <p:tav tm="100000">
                                              <p:val>
                                                <p:strVal val="#ppt_h"/>
                                              </p:val>
                                            </p:tav>
                                          </p:tavLst>
                                        </p:anim>
                                        <p:animEffect transition="in" filter="fade">
                                          <p:cBhvr>
                                            <p:cTn id="105"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1028" grpId="0" animBg="1"/>
          <p:bldP spid="1029" grpId="0" animBg="1"/>
          <p:bldP spid="1030" grpId="0" animBg="1"/>
          <p:bldP spid="1031" grpId="0" animBg="1"/>
          <p:bldP spid="1032" grpId="0" animBg="1"/>
          <p:bldP spid="112" grpId="0"/>
          <p:bldP spid="113" grpId="0"/>
          <p:bldP spid="114" grpId="0"/>
          <p:bldP spid="115" grpId="0"/>
          <p:bldP spid="116" grpId="0"/>
          <p:bldP spid="117" grpId="0" animBg="1"/>
          <p:bldP spid="118" grpId="0" animBg="1"/>
          <p:bldP spid="119" grpId="0" animBg="1"/>
          <p:bldP spid="120" grpId="0" animBg="1"/>
          <p:bldP spid="1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750"/>
                                            <p:tgtEl>
                                              <p:spTgt spid="2"/>
                                            </p:tgtEl>
                                          </p:cBhvr>
                                        </p:animEffect>
                                      </p:childTnLst>
                                    </p:cTn>
                                  </p:par>
                                  <p:par>
                                    <p:cTn id="8" presetID="2" presetClass="entr" presetSubtype="1" fill="hold" nodeType="withEffect">
                                      <p:stCondLst>
                                        <p:cond delay="0"/>
                                      </p:stCondLst>
                                      <p:childTnLst>
                                        <p:set>
                                          <p:cBhvr>
                                            <p:cTn id="9" dur="1" fill="hold">
                                              <p:stCondLst>
                                                <p:cond delay="0"/>
                                              </p:stCondLst>
                                            </p:cTn>
                                            <p:tgtEl>
                                              <p:spTgt spid="1044"/>
                                            </p:tgtEl>
                                            <p:attrNameLst>
                                              <p:attrName>style.visibility</p:attrName>
                                            </p:attrNameLst>
                                          </p:cBhvr>
                                          <p:to>
                                            <p:strVal val="visible"/>
                                          </p:to>
                                        </p:set>
                                        <p:anim calcmode="lin" valueType="num">
                                          <p:cBhvr additive="base">
                                            <p:cTn id="10" dur="1000" fill="hold"/>
                                            <p:tgtEl>
                                              <p:spTgt spid="1044"/>
                                            </p:tgtEl>
                                            <p:attrNameLst>
                                              <p:attrName>ppt_x</p:attrName>
                                            </p:attrNameLst>
                                          </p:cBhvr>
                                          <p:tavLst>
                                            <p:tav tm="0">
                                              <p:val>
                                                <p:strVal val="#ppt_x"/>
                                              </p:val>
                                            </p:tav>
                                            <p:tav tm="100000">
                                              <p:val>
                                                <p:strVal val="#ppt_x"/>
                                              </p:val>
                                            </p:tav>
                                          </p:tavLst>
                                        </p:anim>
                                        <p:anim calcmode="lin" valueType="num">
                                          <p:cBhvr additive="base">
                                            <p:cTn id="11" dur="1000" fill="hold"/>
                                            <p:tgtEl>
                                              <p:spTgt spid="1044"/>
                                            </p:tgtEl>
                                            <p:attrNameLst>
                                              <p:attrName>ppt_y</p:attrName>
                                            </p:attrNameLst>
                                          </p:cBhvr>
                                          <p:tavLst>
                                            <p:tav tm="0">
                                              <p:val>
                                                <p:strVal val="0-#ppt_h/2"/>
                                              </p:val>
                                            </p:tav>
                                            <p:tav tm="100000">
                                              <p:val>
                                                <p:strVal val="#ppt_y"/>
                                              </p:val>
                                            </p:tav>
                                          </p:tavLst>
                                        </p:anim>
                                      </p:childTnLst>
                                    </p:cTn>
                                  </p:par>
                                  <p:par>
                                    <p:cTn id="12" presetID="2" presetClass="entr" presetSubtype="4" fill="hold" nodeType="withEffect">
                                      <p:stCondLst>
                                        <p:cond delay="250"/>
                                      </p:stCondLst>
                                      <p:childTnLst>
                                        <p:set>
                                          <p:cBhvr>
                                            <p:cTn id="13" dur="1" fill="hold">
                                              <p:stCondLst>
                                                <p:cond delay="0"/>
                                              </p:stCondLst>
                                            </p:cTn>
                                            <p:tgtEl>
                                              <p:spTgt spid="92"/>
                                            </p:tgtEl>
                                            <p:attrNameLst>
                                              <p:attrName>style.visibility</p:attrName>
                                            </p:attrNameLst>
                                          </p:cBhvr>
                                          <p:to>
                                            <p:strVal val="visible"/>
                                          </p:to>
                                        </p:set>
                                        <p:anim calcmode="lin" valueType="num">
                                          <p:cBhvr additive="base">
                                            <p:cTn id="14" dur="1000" fill="hold"/>
                                            <p:tgtEl>
                                              <p:spTgt spid="92"/>
                                            </p:tgtEl>
                                            <p:attrNameLst>
                                              <p:attrName>ppt_x</p:attrName>
                                            </p:attrNameLst>
                                          </p:cBhvr>
                                          <p:tavLst>
                                            <p:tav tm="0">
                                              <p:val>
                                                <p:strVal val="#ppt_x"/>
                                              </p:val>
                                            </p:tav>
                                            <p:tav tm="100000">
                                              <p:val>
                                                <p:strVal val="#ppt_x"/>
                                              </p:val>
                                            </p:tav>
                                          </p:tavLst>
                                        </p:anim>
                                        <p:anim calcmode="lin" valueType="num">
                                          <p:cBhvr additive="base">
                                            <p:cTn id="15" dur="1000" fill="hold"/>
                                            <p:tgtEl>
                                              <p:spTgt spid="92"/>
                                            </p:tgtEl>
                                            <p:attrNameLst>
                                              <p:attrName>ppt_y</p:attrName>
                                            </p:attrNameLst>
                                          </p:cBhvr>
                                          <p:tavLst>
                                            <p:tav tm="0">
                                              <p:val>
                                                <p:strVal val="1+#ppt_h/2"/>
                                              </p:val>
                                            </p:tav>
                                            <p:tav tm="100000">
                                              <p:val>
                                                <p:strVal val="#ppt_y"/>
                                              </p:val>
                                            </p:tav>
                                          </p:tavLst>
                                        </p:anim>
                                      </p:childTnLst>
                                    </p:cTn>
                                  </p:par>
                                  <p:par>
                                    <p:cTn id="16" presetID="2" presetClass="entr" presetSubtype="1" fill="hold" nodeType="withEffect">
                                      <p:stCondLst>
                                        <p:cond delay="500"/>
                                      </p:stCondLst>
                                      <p:childTnLst>
                                        <p:set>
                                          <p:cBhvr>
                                            <p:cTn id="17" dur="1" fill="hold">
                                              <p:stCondLst>
                                                <p:cond delay="0"/>
                                              </p:stCondLst>
                                            </p:cTn>
                                            <p:tgtEl>
                                              <p:spTgt spid="96"/>
                                            </p:tgtEl>
                                            <p:attrNameLst>
                                              <p:attrName>style.visibility</p:attrName>
                                            </p:attrNameLst>
                                          </p:cBhvr>
                                          <p:to>
                                            <p:strVal val="visible"/>
                                          </p:to>
                                        </p:set>
                                        <p:anim calcmode="lin" valueType="num">
                                          <p:cBhvr additive="base">
                                            <p:cTn id="18" dur="1000" fill="hold"/>
                                            <p:tgtEl>
                                              <p:spTgt spid="96"/>
                                            </p:tgtEl>
                                            <p:attrNameLst>
                                              <p:attrName>ppt_x</p:attrName>
                                            </p:attrNameLst>
                                          </p:cBhvr>
                                          <p:tavLst>
                                            <p:tav tm="0">
                                              <p:val>
                                                <p:strVal val="#ppt_x"/>
                                              </p:val>
                                            </p:tav>
                                            <p:tav tm="100000">
                                              <p:val>
                                                <p:strVal val="#ppt_x"/>
                                              </p:val>
                                            </p:tav>
                                          </p:tavLst>
                                        </p:anim>
                                        <p:anim calcmode="lin" valueType="num">
                                          <p:cBhvr additive="base">
                                            <p:cTn id="19" dur="1000" fill="hold"/>
                                            <p:tgtEl>
                                              <p:spTgt spid="96"/>
                                            </p:tgtEl>
                                            <p:attrNameLst>
                                              <p:attrName>ppt_y</p:attrName>
                                            </p:attrNameLst>
                                          </p:cBhvr>
                                          <p:tavLst>
                                            <p:tav tm="0">
                                              <p:val>
                                                <p:strVal val="0-#ppt_h/2"/>
                                              </p:val>
                                            </p:tav>
                                            <p:tav tm="100000">
                                              <p:val>
                                                <p:strVal val="#ppt_y"/>
                                              </p:val>
                                            </p:tav>
                                          </p:tavLst>
                                        </p:anim>
                                      </p:childTnLst>
                                    </p:cTn>
                                  </p:par>
                                  <p:par>
                                    <p:cTn id="20" presetID="2" presetClass="entr" presetSubtype="4" fill="hold" nodeType="withEffect">
                                      <p:stCondLst>
                                        <p:cond delay="750"/>
                                      </p:stCondLst>
                                      <p:childTnLst>
                                        <p:set>
                                          <p:cBhvr>
                                            <p:cTn id="21" dur="1" fill="hold">
                                              <p:stCondLst>
                                                <p:cond delay="0"/>
                                              </p:stCondLst>
                                            </p:cTn>
                                            <p:tgtEl>
                                              <p:spTgt spid="100"/>
                                            </p:tgtEl>
                                            <p:attrNameLst>
                                              <p:attrName>style.visibility</p:attrName>
                                            </p:attrNameLst>
                                          </p:cBhvr>
                                          <p:to>
                                            <p:strVal val="visible"/>
                                          </p:to>
                                        </p:set>
                                        <p:anim calcmode="lin" valueType="num">
                                          <p:cBhvr additive="base">
                                            <p:cTn id="22" dur="1000" fill="hold"/>
                                            <p:tgtEl>
                                              <p:spTgt spid="100"/>
                                            </p:tgtEl>
                                            <p:attrNameLst>
                                              <p:attrName>ppt_x</p:attrName>
                                            </p:attrNameLst>
                                          </p:cBhvr>
                                          <p:tavLst>
                                            <p:tav tm="0">
                                              <p:val>
                                                <p:strVal val="#ppt_x"/>
                                              </p:val>
                                            </p:tav>
                                            <p:tav tm="100000">
                                              <p:val>
                                                <p:strVal val="#ppt_x"/>
                                              </p:val>
                                            </p:tav>
                                          </p:tavLst>
                                        </p:anim>
                                        <p:anim calcmode="lin" valueType="num">
                                          <p:cBhvr additive="base">
                                            <p:cTn id="23" dur="1000" fill="hold"/>
                                            <p:tgtEl>
                                              <p:spTgt spid="100"/>
                                            </p:tgtEl>
                                            <p:attrNameLst>
                                              <p:attrName>ppt_y</p:attrName>
                                            </p:attrNameLst>
                                          </p:cBhvr>
                                          <p:tavLst>
                                            <p:tav tm="0">
                                              <p:val>
                                                <p:strVal val="1+#ppt_h/2"/>
                                              </p:val>
                                            </p:tav>
                                            <p:tav tm="100000">
                                              <p:val>
                                                <p:strVal val="#ppt_y"/>
                                              </p:val>
                                            </p:tav>
                                          </p:tavLst>
                                        </p:anim>
                                      </p:childTnLst>
                                    </p:cTn>
                                  </p:par>
                                  <p:par>
                                    <p:cTn id="24" presetID="2" presetClass="entr" presetSubtype="1" fill="hold" nodeType="withEffect">
                                      <p:stCondLst>
                                        <p:cond delay="1000"/>
                                      </p:stCondLst>
                                      <p:childTnLst>
                                        <p:set>
                                          <p:cBhvr>
                                            <p:cTn id="25" dur="1" fill="hold">
                                              <p:stCondLst>
                                                <p:cond delay="0"/>
                                              </p:stCondLst>
                                            </p:cTn>
                                            <p:tgtEl>
                                              <p:spTgt spid="104"/>
                                            </p:tgtEl>
                                            <p:attrNameLst>
                                              <p:attrName>style.visibility</p:attrName>
                                            </p:attrNameLst>
                                          </p:cBhvr>
                                          <p:to>
                                            <p:strVal val="visible"/>
                                          </p:to>
                                        </p:set>
                                        <p:anim calcmode="lin" valueType="num">
                                          <p:cBhvr additive="base">
                                            <p:cTn id="26" dur="1000" fill="hold"/>
                                            <p:tgtEl>
                                              <p:spTgt spid="104"/>
                                            </p:tgtEl>
                                            <p:attrNameLst>
                                              <p:attrName>ppt_x</p:attrName>
                                            </p:attrNameLst>
                                          </p:cBhvr>
                                          <p:tavLst>
                                            <p:tav tm="0">
                                              <p:val>
                                                <p:strVal val="#ppt_x"/>
                                              </p:val>
                                            </p:tav>
                                            <p:tav tm="100000">
                                              <p:val>
                                                <p:strVal val="#ppt_x"/>
                                              </p:val>
                                            </p:tav>
                                          </p:tavLst>
                                        </p:anim>
                                        <p:anim calcmode="lin" valueType="num">
                                          <p:cBhvr additive="base">
                                            <p:cTn id="27" dur="1000" fill="hold"/>
                                            <p:tgtEl>
                                              <p:spTgt spid="104"/>
                                            </p:tgtEl>
                                            <p:attrNameLst>
                                              <p:attrName>ppt_y</p:attrName>
                                            </p:attrNameLst>
                                          </p:cBhvr>
                                          <p:tavLst>
                                            <p:tav tm="0">
                                              <p:val>
                                                <p:strVal val="0-#ppt_h/2"/>
                                              </p:val>
                                            </p:tav>
                                            <p:tav tm="100000">
                                              <p:val>
                                                <p:strVal val="#ppt_y"/>
                                              </p:val>
                                            </p:tav>
                                          </p:tavLst>
                                        </p:anim>
                                      </p:childTnLst>
                                    </p:cTn>
                                  </p:par>
                                  <p:par>
                                    <p:cTn id="28" presetID="22" presetClass="entr" presetSubtype="8"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Effect transition="in" filter="wipe(left)">
                                          <p:cBhvr>
                                            <p:cTn id="30" dur="1750"/>
                                            <p:tgtEl>
                                              <p:spTgt spid="57"/>
                                            </p:tgtEl>
                                          </p:cBhvr>
                                        </p:animEffect>
                                      </p:childTnLst>
                                    </p:cTn>
                                  </p:par>
                                  <p:par>
                                    <p:cTn id="31" presetID="22" presetClass="entr" presetSubtype="1" fill="hold" nodeType="withEffect">
                                      <p:stCondLst>
                                        <p:cond delay="250"/>
                                      </p:stCondLst>
                                      <p:childTnLst>
                                        <p:set>
                                          <p:cBhvr>
                                            <p:cTn id="32" dur="1" fill="hold">
                                              <p:stCondLst>
                                                <p:cond delay="0"/>
                                              </p:stCondLst>
                                            </p:cTn>
                                            <p:tgtEl>
                                              <p:spTgt spid="3"/>
                                            </p:tgtEl>
                                            <p:attrNameLst>
                                              <p:attrName>style.visibility</p:attrName>
                                            </p:attrNameLst>
                                          </p:cBhvr>
                                          <p:to>
                                            <p:strVal val="visible"/>
                                          </p:to>
                                        </p:set>
                                        <p:animEffect transition="in" filter="wipe(up)">
                                          <p:cBhvr>
                                            <p:cTn id="33" dur="750"/>
                                            <p:tgtEl>
                                              <p:spTgt spid="3"/>
                                            </p:tgtEl>
                                          </p:cBhvr>
                                        </p:animEffect>
                                      </p:childTnLst>
                                    </p:cTn>
                                  </p:par>
                                  <p:par>
                                    <p:cTn id="34" presetID="22" presetClass="entr" presetSubtype="1" fill="hold" nodeType="withEffect">
                                      <p:stCondLst>
                                        <p:cond delay="500"/>
                                      </p:stCondLst>
                                      <p:childTnLst>
                                        <p:set>
                                          <p:cBhvr>
                                            <p:cTn id="35" dur="1" fill="hold">
                                              <p:stCondLst>
                                                <p:cond delay="0"/>
                                              </p:stCondLst>
                                            </p:cTn>
                                            <p:tgtEl>
                                              <p:spTgt spid="4"/>
                                            </p:tgtEl>
                                            <p:attrNameLst>
                                              <p:attrName>style.visibility</p:attrName>
                                            </p:attrNameLst>
                                          </p:cBhvr>
                                          <p:to>
                                            <p:strVal val="visible"/>
                                          </p:to>
                                        </p:set>
                                        <p:animEffect transition="in" filter="wipe(up)">
                                          <p:cBhvr>
                                            <p:cTn id="36" dur="750"/>
                                            <p:tgtEl>
                                              <p:spTgt spid="4"/>
                                            </p:tgtEl>
                                          </p:cBhvr>
                                        </p:animEffect>
                                      </p:childTnLst>
                                    </p:cTn>
                                  </p:par>
                                  <p:par>
                                    <p:cTn id="37" presetID="22" presetClass="entr" presetSubtype="1" fill="hold" nodeType="withEffect">
                                      <p:stCondLst>
                                        <p:cond delay="750"/>
                                      </p:stCondLst>
                                      <p:childTnLst>
                                        <p:set>
                                          <p:cBhvr>
                                            <p:cTn id="38" dur="1" fill="hold">
                                              <p:stCondLst>
                                                <p:cond delay="0"/>
                                              </p:stCondLst>
                                            </p:cTn>
                                            <p:tgtEl>
                                              <p:spTgt spid="5"/>
                                            </p:tgtEl>
                                            <p:attrNameLst>
                                              <p:attrName>style.visibility</p:attrName>
                                            </p:attrNameLst>
                                          </p:cBhvr>
                                          <p:to>
                                            <p:strVal val="visible"/>
                                          </p:to>
                                        </p:set>
                                        <p:animEffect transition="in" filter="wipe(up)">
                                          <p:cBhvr>
                                            <p:cTn id="39" dur="750"/>
                                            <p:tgtEl>
                                              <p:spTgt spid="5"/>
                                            </p:tgtEl>
                                          </p:cBhvr>
                                        </p:animEffect>
                                      </p:childTnLst>
                                    </p:cTn>
                                  </p:par>
                                  <p:par>
                                    <p:cTn id="40" presetID="22" presetClass="entr" presetSubtype="1" fill="hold" nodeType="withEffect">
                                      <p:stCondLst>
                                        <p:cond delay="1000"/>
                                      </p:stCondLst>
                                      <p:childTnLst>
                                        <p:set>
                                          <p:cBhvr>
                                            <p:cTn id="41" dur="1" fill="hold">
                                              <p:stCondLst>
                                                <p:cond delay="0"/>
                                              </p:stCondLst>
                                            </p:cTn>
                                            <p:tgtEl>
                                              <p:spTgt spid="6"/>
                                            </p:tgtEl>
                                            <p:attrNameLst>
                                              <p:attrName>style.visibility</p:attrName>
                                            </p:attrNameLst>
                                          </p:cBhvr>
                                          <p:to>
                                            <p:strVal val="visible"/>
                                          </p:to>
                                        </p:set>
                                        <p:animEffect transition="in" filter="wipe(up)">
                                          <p:cBhvr>
                                            <p:cTn id="42" dur="750"/>
                                            <p:tgtEl>
                                              <p:spTgt spid="6"/>
                                            </p:tgtEl>
                                          </p:cBhvr>
                                        </p:animEffect>
                                      </p:childTnLst>
                                    </p:cTn>
                                  </p:par>
                                  <p:par>
                                    <p:cTn id="43" presetID="22" presetClass="entr" presetSubtype="1" fill="hold" nodeType="withEffect">
                                      <p:stCondLst>
                                        <p:cond delay="1250"/>
                                      </p:stCondLst>
                                      <p:childTnLst>
                                        <p:set>
                                          <p:cBhvr>
                                            <p:cTn id="44" dur="1" fill="hold">
                                              <p:stCondLst>
                                                <p:cond delay="0"/>
                                              </p:stCondLst>
                                            </p:cTn>
                                            <p:tgtEl>
                                              <p:spTgt spid="7"/>
                                            </p:tgtEl>
                                            <p:attrNameLst>
                                              <p:attrName>style.visibility</p:attrName>
                                            </p:attrNameLst>
                                          </p:cBhvr>
                                          <p:to>
                                            <p:strVal val="visible"/>
                                          </p:to>
                                        </p:set>
                                        <p:animEffect transition="in" filter="wipe(up)">
                                          <p:cBhvr>
                                            <p:cTn id="45" dur="750"/>
                                            <p:tgtEl>
                                              <p:spTgt spid="7"/>
                                            </p:tgtEl>
                                          </p:cBhvr>
                                        </p:animEffect>
                                      </p:childTnLst>
                                    </p:cTn>
                                  </p:par>
                                  <p:par>
                                    <p:cTn id="46" presetID="10" presetClass="entr" presetSubtype="0" fill="hold" grpId="0" nodeType="withEffect">
                                      <p:stCondLst>
                                        <p:cond delay="250"/>
                                      </p:stCondLst>
                                      <p:childTnLst>
                                        <p:set>
                                          <p:cBhvr>
                                            <p:cTn id="47" dur="1" fill="hold">
                                              <p:stCondLst>
                                                <p:cond delay="0"/>
                                              </p:stCondLst>
                                            </p:cTn>
                                            <p:tgtEl>
                                              <p:spTgt spid="1032"/>
                                            </p:tgtEl>
                                            <p:attrNameLst>
                                              <p:attrName>style.visibility</p:attrName>
                                            </p:attrNameLst>
                                          </p:cBhvr>
                                          <p:to>
                                            <p:strVal val="visible"/>
                                          </p:to>
                                        </p:set>
                                        <p:animEffect transition="in" filter="fade">
                                          <p:cBhvr>
                                            <p:cTn id="48" dur="500"/>
                                            <p:tgtEl>
                                              <p:spTgt spid="1032"/>
                                            </p:tgtEl>
                                          </p:cBhvr>
                                        </p:animEffect>
                                      </p:childTnLst>
                                    </p:cTn>
                                  </p:par>
                                  <p:par>
                                    <p:cTn id="49" presetID="10" presetClass="entr" presetSubtype="0" fill="hold" grpId="0" nodeType="withEffect">
                                      <p:stCondLst>
                                        <p:cond delay="500"/>
                                      </p:stCondLst>
                                      <p:childTnLst>
                                        <p:set>
                                          <p:cBhvr>
                                            <p:cTn id="50" dur="1" fill="hold">
                                              <p:stCondLst>
                                                <p:cond delay="0"/>
                                              </p:stCondLst>
                                            </p:cTn>
                                            <p:tgtEl>
                                              <p:spTgt spid="1031"/>
                                            </p:tgtEl>
                                            <p:attrNameLst>
                                              <p:attrName>style.visibility</p:attrName>
                                            </p:attrNameLst>
                                          </p:cBhvr>
                                          <p:to>
                                            <p:strVal val="visible"/>
                                          </p:to>
                                        </p:set>
                                        <p:animEffect transition="in" filter="fade">
                                          <p:cBhvr>
                                            <p:cTn id="51" dur="500"/>
                                            <p:tgtEl>
                                              <p:spTgt spid="1031"/>
                                            </p:tgtEl>
                                          </p:cBhvr>
                                        </p:animEffect>
                                      </p:childTnLst>
                                    </p:cTn>
                                  </p:par>
                                  <p:par>
                                    <p:cTn id="52" presetID="10" presetClass="entr" presetSubtype="0" fill="hold" grpId="0" nodeType="withEffect">
                                      <p:stCondLst>
                                        <p:cond delay="750"/>
                                      </p:stCondLst>
                                      <p:childTnLst>
                                        <p:set>
                                          <p:cBhvr>
                                            <p:cTn id="53" dur="1" fill="hold">
                                              <p:stCondLst>
                                                <p:cond delay="0"/>
                                              </p:stCondLst>
                                            </p:cTn>
                                            <p:tgtEl>
                                              <p:spTgt spid="1030"/>
                                            </p:tgtEl>
                                            <p:attrNameLst>
                                              <p:attrName>style.visibility</p:attrName>
                                            </p:attrNameLst>
                                          </p:cBhvr>
                                          <p:to>
                                            <p:strVal val="visible"/>
                                          </p:to>
                                        </p:set>
                                        <p:animEffect transition="in" filter="fade">
                                          <p:cBhvr>
                                            <p:cTn id="54" dur="500"/>
                                            <p:tgtEl>
                                              <p:spTgt spid="1030"/>
                                            </p:tgtEl>
                                          </p:cBhvr>
                                        </p:animEffect>
                                      </p:childTnLst>
                                    </p:cTn>
                                  </p:par>
                                  <p:par>
                                    <p:cTn id="55" presetID="10" presetClass="entr" presetSubtype="0" fill="hold" grpId="0" nodeType="withEffect">
                                      <p:stCondLst>
                                        <p:cond delay="1000"/>
                                      </p:stCondLst>
                                      <p:childTnLst>
                                        <p:set>
                                          <p:cBhvr>
                                            <p:cTn id="56" dur="1" fill="hold">
                                              <p:stCondLst>
                                                <p:cond delay="0"/>
                                              </p:stCondLst>
                                            </p:cTn>
                                            <p:tgtEl>
                                              <p:spTgt spid="1029"/>
                                            </p:tgtEl>
                                            <p:attrNameLst>
                                              <p:attrName>style.visibility</p:attrName>
                                            </p:attrNameLst>
                                          </p:cBhvr>
                                          <p:to>
                                            <p:strVal val="visible"/>
                                          </p:to>
                                        </p:set>
                                        <p:animEffect transition="in" filter="fade">
                                          <p:cBhvr>
                                            <p:cTn id="57" dur="500"/>
                                            <p:tgtEl>
                                              <p:spTgt spid="1029"/>
                                            </p:tgtEl>
                                          </p:cBhvr>
                                        </p:animEffect>
                                      </p:childTnLst>
                                    </p:cTn>
                                  </p:par>
                                  <p:par>
                                    <p:cTn id="58" presetID="10" presetClass="entr" presetSubtype="0" fill="hold" grpId="0" nodeType="withEffect">
                                      <p:stCondLst>
                                        <p:cond delay="1250"/>
                                      </p:stCondLst>
                                      <p:childTnLst>
                                        <p:set>
                                          <p:cBhvr>
                                            <p:cTn id="59" dur="1" fill="hold">
                                              <p:stCondLst>
                                                <p:cond delay="0"/>
                                              </p:stCondLst>
                                            </p:cTn>
                                            <p:tgtEl>
                                              <p:spTgt spid="1028"/>
                                            </p:tgtEl>
                                            <p:attrNameLst>
                                              <p:attrName>style.visibility</p:attrName>
                                            </p:attrNameLst>
                                          </p:cBhvr>
                                          <p:to>
                                            <p:strVal val="visible"/>
                                          </p:to>
                                        </p:set>
                                        <p:animEffect transition="in" filter="fade">
                                          <p:cBhvr>
                                            <p:cTn id="60" dur="500"/>
                                            <p:tgtEl>
                                              <p:spTgt spid="1028"/>
                                            </p:tgtEl>
                                          </p:cBhvr>
                                        </p:animEffect>
                                      </p:childTnLst>
                                    </p:cTn>
                                  </p:par>
                                  <p:par>
                                    <p:cTn id="61" presetID="2" presetClass="entr" presetSubtype="4" fill="hold" grpId="0" nodeType="withEffect">
                                      <p:stCondLst>
                                        <p:cond delay="250"/>
                                      </p:stCondLst>
                                      <p:childTnLst>
                                        <p:set>
                                          <p:cBhvr>
                                            <p:cTn id="62" dur="1" fill="hold">
                                              <p:stCondLst>
                                                <p:cond delay="0"/>
                                              </p:stCondLst>
                                            </p:cTn>
                                            <p:tgtEl>
                                              <p:spTgt spid="112"/>
                                            </p:tgtEl>
                                            <p:attrNameLst>
                                              <p:attrName>style.visibility</p:attrName>
                                            </p:attrNameLst>
                                          </p:cBhvr>
                                          <p:to>
                                            <p:strVal val="visible"/>
                                          </p:to>
                                        </p:set>
                                        <p:anim calcmode="lin" valueType="num">
                                          <p:cBhvr additive="base">
                                            <p:cTn id="63" dur="1000" fill="hold"/>
                                            <p:tgtEl>
                                              <p:spTgt spid="112"/>
                                            </p:tgtEl>
                                            <p:attrNameLst>
                                              <p:attrName>ppt_x</p:attrName>
                                            </p:attrNameLst>
                                          </p:cBhvr>
                                          <p:tavLst>
                                            <p:tav tm="0">
                                              <p:val>
                                                <p:strVal val="#ppt_x"/>
                                              </p:val>
                                            </p:tav>
                                            <p:tav tm="100000">
                                              <p:val>
                                                <p:strVal val="#ppt_x"/>
                                              </p:val>
                                            </p:tav>
                                          </p:tavLst>
                                        </p:anim>
                                        <p:anim calcmode="lin" valueType="num">
                                          <p:cBhvr additive="base">
                                            <p:cTn id="64" dur="1000" fill="hold"/>
                                            <p:tgtEl>
                                              <p:spTgt spid="1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113"/>
                                            </p:tgtEl>
                                            <p:attrNameLst>
                                              <p:attrName>style.visibility</p:attrName>
                                            </p:attrNameLst>
                                          </p:cBhvr>
                                          <p:to>
                                            <p:strVal val="visible"/>
                                          </p:to>
                                        </p:set>
                                        <p:anim calcmode="lin" valueType="num">
                                          <p:cBhvr additive="base">
                                            <p:cTn id="67" dur="1000" fill="hold"/>
                                            <p:tgtEl>
                                              <p:spTgt spid="113"/>
                                            </p:tgtEl>
                                            <p:attrNameLst>
                                              <p:attrName>ppt_x</p:attrName>
                                            </p:attrNameLst>
                                          </p:cBhvr>
                                          <p:tavLst>
                                            <p:tav tm="0">
                                              <p:val>
                                                <p:strVal val="#ppt_x"/>
                                              </p:val>
                                            </p:tav>
                                            <p:tav tm="100000">
                                              <p:val>
                                                <p:strVal val="#ppt_x"/>
                                              </p:val>
                                            </p:tav>
                                          </p:tavLst>
                                        </p:anim>
                                        <p:anim calcmode="lin" valueType="num">
                                          <p:cBhvr additive="base">
                                            <p:cTn id="68" dur="1000" fill="hold"/>
                                            <p:tgtEl>
                                              <p:spTgt spid="11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750"/>
                                      </p:stCondLst>
                                      <p:childTnLst>
                                        <p:set>
                                          <p:cBhvr>
                                            <p:cTn id="70" dur="1" fill="hold">
                                              <p:stCondLst>
                                                <p:cond delay="0"/>
                                              </p:stCondLst>
                                            </p:cTn>
                                            <p:tgtEl>
                                              <p:spTgt spid="114"/>
                                            </p:tgtEl>
                                            <p:attrNameLst>
                                              <p:attrName>style.visibility</p:attrName>
                                            </p:attrNameLst>
                                          </p:cBhvr>
                                          <p:to>
                                            <p:strVal val="visible"/>
                                          </p:to>
                                        </p:set>
                                        <p:anim calcmode="lin" valueType="num">
                                          <p:cBhvr additive="base">
                                            <p:cTn id="71" dur="1000" fill="hold"/>
                                            <p:tgtEl>
                                              <p:spTgt spid="114"/>
                                            </p:tgtEl>
                                            <p:attrNameLst>
                                              <p:attrName>ppt_x</p:attrName>
                                            </p:attrNameLst>
                                          </p:cBhvr>
                                          <p:tavLst>
                                            <p:tav tm="0">
                                              <p:val>
                                                <p:strVal val="#ppt_x"/>
                                              </p:val>
                                            </p:tav>
                                            <p:tav tm="100000">
                                              <p:val>
                                                <p:strVal val="#ppt_x"/>
                                              </p:val>
                                            </p:tav>
                                          </p:tavLst>
                                        </p:anim>
                                        <p:anim calcmode="lin" valueType="num">
                                          <p:cBhvr additive="base">
                                            <p:cTn id="72" dur="1000" fill="hold"/>
                                            <p:tgtEl>
                                              <p:spTgt spid="11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1000"/>
                                      </p:stCondLst>
                                      <p:childTnLst>
                                        <p:set>
                                          <p:cBhvr>
                                            <p:cTn id="74" dur="1" fill="hold">
                                              <p:stCondLst>
                                                <p:cond delay="0"/>
                                              </p:stCondLst>
                                            </p:cTn>
                                            <p:tgtEl>
                                              <p:spTgt spid="115"/>
                                            </p:tgtEl>
                                            <p:attrNameLst>
                                              <p:attrName>style.visibility</p:attrName>
                                            </p:attrNameLst>
                                          </p:cBhvr>
                                          <p:to>
                                            <p:strVal val="visible"/>
                                          </p:to>
                                        </p:set>
                                        <p:anim calcmode="lin" valueType="num">
                                          <p:cBhvr additive="base">
                                            <p:cTn id="75" dur="1000" fill="hold"/>
                                            <p:tgtEl>
                                              <p:spTgt spid="115"/>
                                            </p:tgtEl>
                                            <p:attrNameLst>
                                              <p:attrName>ppt_x</p:attrName>
                                            </p:attrNameLst>
                                          </p:cBhvr>
                                          <p:tavLst>
                                            <p:tav tm="0">
                                              <p:val>
                                                <p:strVal val="#ppt_x"/>
                                              </p:val>
                                            </p:tav>
                                            <p:tav tm="100000">
                                              <p:val>
                                                <p:strVal val="#ppt_x"/>
                                              </p:val>
                                            </p:tav>
                                          </p:tavLst>
                                        </p:anim>
                                        <p:anim calcmode="lin" valueType="num">
                                          <p:cBhvr additive="base">
                                            <p:cTn id="76" dur="1000" fill="hold"/>
                                            <p:tgtEl>
                                              <p:spTgt spid="11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1250"/>
                                      </p:stCondLst>
                                      <p:childTnLst>
                                        <p:set>
                                          <p:cBhvr>
                                            <p:cTn id="78" dur="1" fill="hold">
                                              <p:stCondLst>
                                                <p:cond delay="0"/>
                                              </p:stCondLst>
                                            </p:cTn>
                                            <p:tgtEl>
                                              <p:spTgt spid="116"/>
                                            </p:tgtEl>
                                            <p:attrNameLst>
                                              <p:attrName>style.visibility</p:attrName>
                                            </p:attrNameLst>
                                          </p:cBhvr>
                                          <p:to>
                                            <p:strVal val="visible"/>
                                          </p:to>
                                        </p:set>
                                        <p:anim calcmode="lin" valueType="num">
                                          <p:cBhvr additive="base">
                                            <p:cTn id="79" dur="1000" fill="hold"/>
                                            <p:tgtEl>
                                              <p:spTgt spid="116"/>
                                            </p:tgtEl>
                                            <p:attrNameLst>
                                              <p:attrName>ppt_x</p:attrName>
                                            </p:attrNameLst>
                                          </p:cBhvr>
                                          <p:tavLst>
                                            <p:tav tm="0">
                                              <p:val>
                                                <p:strVal val="#ppt_x"/>
                                              </p:val>
                                            </p:tav>
                                            <p:tav tm="100000">
                                              <p:val>
                                                <p:strVal val="#ppt_x"/>
                                              </p:val>
                                            </p:tav>
                                          </p:tavLst>
                                        </p:anim>
                                        <p:anim calcmode="lin" valueType="num">
                                          <p:cBhvr additive="base">
                                            <p:cTn id="80" dur="1000" fill="hold"/>
                                            <p:tgtEl>
                                              <p:spTgt spid="116"/>
                                            </p:tgtEl>
                                            <p:attrNameLst>
                                              <p:attrName>ppt_y</p:attrName>
                                            </p:attrNameLst>
                                          </p:cBhvr>
                                          <p:tavLst>
                                            <p:tav tm="0">
                                              <p:val>
                                                <p:strVal val="1+#ppt_h/2"/>
                                              </p:val>
                                            </p:tav>
                                            <p:tav tm="100000">
                                              <p:val>
                                                <p:strVal val="#ppt_y"/>
                                              </p:val>
                                            </p:tav>
                                          </p:tavLst>
                                        </p:anim>
                                      </p:childTnLst>
                                    </p:cTn>
                                  </p:par>
                                  <p:par>
                                    <p:cTn id="81" presetID="53" presetClass="entr" presetSubtype="16" fill="hold" grpId="0" nodeType="withEffect">
                                      <p:stCondLst>
                                        <p:cond delay="500"/>
                                      </p:stCondLst>
                                      <p:childTnLst>
                                        <p:set>
                                          <p:cBhvr>
                                            <p:cTn id="82" dur="1" fill="hold">
                                              <p:stCondLst>
                                                <p:cond delay="0"/>
                                              </p:stCondLst>
                                            </p:cTn>
                                            <p:tgtEl>
                                              <p:spTgt spid="117"/>
                                            </p:tgtEl>
                                            <p:attrNameLst>
                                              <p:attrName>style.visibility</p:attrName>
                                            </p:attrNameLst>
                                          </p:cBhvr>
                                          <p:to>
                                            <p:strVal val="visible"/>
                                          </p:to>
                                        </p:set>
                                        <p:anim calcmode="lin" valueType="num">
                                          <p:cBhvr>
                                            <p:cTn id="83" dur="500" fill="hold"/>
                                            <p:tgtEl>
                                              <p:spTgt spid="117"/>
                                            </p:tgtEl>
                                            <p:attrNameLst>
                                              <p:attrName>ppt_w</p:attrName>
                                            </p:attrNameLst>
                                          </p:cBhvr>
                                          <p:tavLst>
                                            <p:tav tm="0">
                                              <p:val>
                                                <p:fltVal val="0"/>
                                              </p:val>
                                            </p:tav>
                                            <p:tav tm="100000">
                                              <p:val>
                                                <p:strVal val="#ppt_w"/>
                                              </p:val>
                                            </p:tav>
                                          </p:tavLst>
                                        </p:anim>
                                        <p:anim calcmode="lin" valueType="num">
                                          <p:cBhvr>
                                            <p:cTn id="84" dur="500" fill="hold"/>
                                            <p:tgtEl>
                                              <p:spTgt spid="117"/>
                                            </p:tgtEl>
                                            <p:attrNameLst>
                                              <p:attrName>ppt_h</p:attrName>
                                            </p:attrNameLst>
                                          </p:cBhvr>
                                          <p:tavLst>
                                            <p:tav tm="0">
                                              <p:val>
                                                <p:fltVal val="0"/>
                                              </p:val>
                                            </p:tav>
                                            <p:tav tm="100000">
                                              <p:val>
                                                <p:strVal val="#ppt_h"/>
                                              </p:val>
                                            </p:tav>
                                          </p:tavLst>
                                        </p:anim>
                                        <p:animEffect transition="in" filter="fade">
                                          <p:cBhvr>
                                            <p:cTn id="85" dur="500"/>
                                            <p:tgtEl>
                                              <p:spTgt spid="117"/>
                                            </p:tgtEl>
                                          </p:cBhvr>
                                        </p:animEffect>
                                      </p:childTnLst>
                                    </p:cTn>
                                  </p:par>
                                  <p:par>
                                    <p:cTn id="86" presetID="53" presetClass="entr" presetSubtype="16" fill="hold" grpId="0" nodeType="withEffect">
                                      <p:stCondLst>
                                        <p:cond delay="750"/>
                                      </p:stCondLst>
                                      <p:childTnLst>
                                        <p:set>
                                          <p:cBhvr>
                                            <p:cTn id="87" dur="1" fill="hold">
                                              <p:stCondLst>
                                                <p:cond delay="0"/>
                                              </p:stCondLst>
                                            </p:cTn>
                                            <p:tgtEl>
                                              <p:spTgt spid="118"/>
                                            </p:tgtEl>
                                            <p:attrNameLst>
                                              <p:attrName>style.visibility</p:attrName>
                                            </p:attrNameLst>
                                          </p:cBhvr>
                                          <p:to>
                                            <p:strVal val="visible"/>
                                          </p:to>
                                        </p:set>
                                        <p:anim calcmode="lin" valueType="num">
                                          <p:cBhvr>
                                            <p:cTn id="88" dur="500" fill="hold"/>
                                            <p:tgtEl>
                                              <p:spTgt spid="118"/>
                                            </p:tgtEl>
                                            <p:attrNameLst>
                                              <p:attrName>ppt_w</p:attrName>
                                            </p:attrNameLst>
                                          </p:cBhvr>
                                          <p:tavLst>
                                            <p:tav tm="0">
                                              <p:val>
                                                <p:fltVal val="0"/>
                                              </p:val>
                                            </p:tav>
                                            <p:tav tm="100000">
                                              <p:val>
                                                <p:strVal val="#ppt_w"/>
                                              </p:val>
                                            </p:tav>
                                          </p:tavLst>
                                        </p:anim>
                                        <p:anim calcmode="lin" valueType="num">
                                          <p:cBhvr>
                                            <p:cTn id="89" dur="500" fill="hold"/>
                                            <p:tgtEl>
                                              <p:spTgt spid="118"/>
                                            </p:tgtEl>
                                            <p:attrNameLst>
                                              <p:attrName>ppt_h</p:attrName>
                                            </p:attrNameLst>
                                          </p:cBhvr>
                                          <p:tavLst>
                                            <p:tav tm="0">
                                              <p:val>
                                                <p:fltVal val="0"/>
                                              </p:val>
                                            </p:tav>
                                            <p:tav tm="100000">
                                              <p:val>
                                                <p:strVal val="#ppt_h"/>
                                              </p:val>
                                            </p:tav>
                                          </p:tavLst>
                                        </p:anim>
                                        <p:animEffect transition="in" filter="fade">
                                          <p:cBhvr>
                                            <p:cTn id="90" dur="500"/>
                                            <p:tgtEl>
                                              <p:spTgt spid="118"/>
                                            </p:tgtEl>
                                          </p:cBhvr>
                                        </p:animEffect>
                                      </p:childTnLst>
                                    </p:cTn>
                                  </p:par>
                                  <p:par>
                                    <p:cTn id="91" presetID="53" presetClass="entr" presetSubtype="16" fill="hold" grpId="0" nodeType="withEffect">
                                      <p:stCondLst>
                                        <p:cond delay="1000"/>
                                      </p:stCondLst>
                                      <p:childTnLst>
                                        <p:set>
                                          <p:cBhvr>
                                            <p:cTn id="92" dur="1" fill="hold">
                                              <p:stCondLst>
                                                <p:cond delay="0"/>
                                              </p:stCondLst>
                                            </p:cTn>
                                            <p:tgtEl>
                                              <p:spTgt spid="120"/>
                                            </p:tgtEl>
                                            <p:attrNameLst>
                                              <p:attrName>style.visibility</p:attrName>
                                            </p:attrNameLst>
                                          </p:cBhvr>
                                          <p:to>
                                            <p:strVal val="visible"/>
                                          </p:to>
                                        </p:set>
                                        <p:anim calcmode="lin" valueType="num">
                                          <p:cBhvr>
                                            <p:cTn id="93" dur="500" fill="hold"/>
                                            <p:tgtEl>
                                              <p:spTgt spid="120"/>
                                            </p:tgtEl>
                                            <p:attrNameLst>
                                              <p:attrName>ppt_w</p:attrName>
                                            </p:attrNameLst>
                                          </p:cBhvr>
                                          <p:tavLst>
                                            <p:tav tm="0">
                                              <p:val>
                                                <p:fltVal val="0"/>
                                              </p:val>
                                            </p:tav>
                                            <p:tav tm="100000">
                                              <p:val>
                                                <p:strVal val="#ppt_w"/>
                                              </p:val>
                                            </p:tav>
                                          </p:tavLst>
                                        </p:anim>
                                        <p:anim calcmode="lin" valueType="num">
                                          <p:cBhvr>
                                            <p:cTn id="94" dur="500" fill="hold"/>
                                            <p:tgtEl>
                                              <p:spTgt spid="120"/>
                                            </p:tgtEl>
                                            <p:attrNameLst>
                                              <p:attrName>ppt_h</p:attrName>
                                            </p:attrNameLst>
                                          </p:cBhvr>
                                          <p:tavLst>
                                            <p:tav tm="0">
                                              <p:val>
                                                <p:fltVal val="0"/>
                                              </p:val>
                                            </p:tav>
                                            <p:tav tm="100000">
                                              <p:val>
                                                <p:strVal val="#ppt_h"/>
                                              </p:val>
                                            </p:tav>
                                          </p:tavLst>
                                        </p:anim>
                                        <p:animEffect transition="in" filter="fade">
                                          <p:cBhvr>
                                            <p:cTn id="95" dur="500"/>
                                            <p:tgtEl>
                                              <p:spTgt spid="120"/>
                                            </p:tgtEl>
                                          </p:cBhvr>
                                        </p:animEffect>
                                      </p:childTnLst>
                                    </p:cTn>
                                  </p:par>
                                  <p:par>
                                    <p:cTn id="96" presetID="53" presetClass="entr" presetSubtype="16" fill="hold" grpId="0" nodeType="withEffect">
                                      <p:stCondLst>
                                        <p:cond delay="1250"/>
                                      </p:stCondLst>
                                      <p:childTnLst>
                                        <p:set>
                                          <p:cBhvr>
                                            <p:cTn id="97" dur="1" fill="hold">
                                              <p:stCondLst>
                                                <p:cond delay="0"/>
                                              </p:stCondLst>
                                            </p:cTn>
                                            <p:tgtEl>
                                              <p:spTgt spid="119"/>
                                            </p:tgtEl>
                                            <p:attrNameLst>
                                              <p:attrName>style.visibility</p:attrName>
                                            </p:attrNameLst>
                                          </p:cBhvr>
                                          <p:to>
                                            <p:strVal val="visible"/>
                                          </p:to>
                                        </p:set>
                                        <p:anim calcmode="lin" valueType="num">
                                          <p:cBhvr>
                                            <p:cTn id="98" dur="500" fill="hold"/>
                                            <p:tgtEl>
                                              <p:spTgt spid="119"/>
                                            </p:tgtEl>
                                            <p:attrNameLst>
                                              <p:attrName>ppt_w</p:attrName>
                                            </p:attrNameLst>
                                          </p:cBhvr>
                                          <p:tavLst>
                                            <p:tav tm="0">
                                              <p:val>
                                                <p:fltVal val="0"/>
                                              </p:val>
                                            </p:tav>
                                            <p:tav tm="100000">
                                              <p:val>
                                                <p:strVal val="#ppt_w"/>
                                              </p:val>
                                            </p:tav>
                                          </p:tavLst>
                                        </p:anim>
                                        <p:anim calcmode="lin" valueType="num">
                                          <p:cBhvr>
                                            <p:cTn id="99" dur="500" fill="hold"/>
                                            <p:tgtEl>
                                              <p:spTgt spid="119"/>
                                            </p:tgtEl>
                                            <p:attrNameLst>
                                              <p:attrName>ppt_h</p:attrName>
                                            </p:attrNameLst>
                                          </p:cBhvr>
                                          <p:tavLst>
                                            <p:tav tm="0">
                                              <p:val>
                                                <p:fltVal val="0"/>
                                              </p:val>
                                            </p:tav>
                                            <p:tav tm="100000">
                                              <p:val>
                                                <p:strVal val="#ppt_h"/>
                                              </p:val>
                                            </p:tav>
                                          </p:tavLst>
                                        </p:anim>
                                        <p:animEffect transition="in" filter="fade">
                                          <p:cBhvr>
                                            <p:cTn id="100" dur="500"/>
                                            <p:tgtEl>
                                              <p:spTgt spid="119"/>
                                            </p:tgtEl>
                                          </p:cBhvr>
                                        </p:animEffect>
                                      </p:childTnLst>
                                    </p:cTn>
                                  </p:par>
                                  <p:par>
                                    <p:cTn id="101" presetID="53" presetClass="entr" presetSubtype="16" fill="hold" grpId="0" nodeType="withEffect">
                                      <p:stCondLst>
                                        <p:cond delay="1500"/>
                                      </p:stCondLst>
                                      <p:childTnLst>
                                        <p:set>
                                          <p:cBhvr>
                                            <p:cTn id="102" dur="1" fill="hold">
                                              <p:stCondLst>
                                                <p:cond delay="0"/>
                                              </p:stCondLst>
                                            </p:cTn>
                                            <p:tgtEl>
                                              <p:spTgt spid="121"/>
                                            </p:tgtEl>
                                            <p:attrNameLst>
                                              <p:attrName>style.visibility</p:attrName>
                                            </p:attrNameLst>
                                          </p:cBhvr>
                                          <p:to>
                                            <p:strVal val="visible"/>
                                          </p:to>
                                        </p:set>
                                        <p:anim calcmode="lin" valueType="num">
                                          <p:cBhvr>
                                            <p:cTn id="103" dur="500" fill="hold"/>
                                            <p:tgtEl>
                                              <p:spTgt spid="121"/>
                                            </p:tgtEl>
                                            <p:attrNameLst>
                                              <p:attrName>ppt_w</p:attrName>
                                            </p:attrNameLst>
                                          </p:cBhvr>
                                          <p:tavLst>
                                            <p:tav tm="0">
                                              <p:val>
                                                <p:fltVal val="0"/>
                                              </p:val>
                                            </p:tav>
                                            <p:tav tm="100000">
                                              <p:val>
                                                <p:strVal val="#ppt_w"/>
                                              </p:val>
                                            </p:tav>
                                          </p:tavLst>
                                        </p:anim>
                                        <p:anim calcmode="lin" valueType="num">
                                          <p:cBhvr>
                                            <p:cTn id="104" dur="500" fill="hold"/>
                                            <p:tgtEl>
                                              <p:spTgt spid="121"/>
                                            </p:tgtEl>
                                            <p:attrNameLst>
                                              <p:attrName>ppt_h</p:attrName>
                                            </p:attrNameLst>
                                          </p:cBhvr>
                                          <p:tavLst>
                                            <p:tav tm="0">
                                              <p:val>
                                                <p:fltVal val="0"/>
                                              </p:val>
                                            </p:tav>
                                            <p:tav tm="100000">
                                              <p:val>
                                                <p:strVal val="#ppt_h"/>
                                              </p:val>
                                            </p:tav>
                                          </p:tavLst>
                                        </p:anim>
                                        <p:animEffect transition="in" filter="fade">
                                          <p:cBhvr>
                                            <p:cTn id="105"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1028" grpId="0" animBg="1"/>
          <p:bldP spid="1029" grpId="0" animBg="1"/>
          <p:bldP spid="1030" grpId="0" animBg="1"/>
          <p:bldP spid="1031" grpId="0" animBg="1"/>
          <p:bldP spid="1032" grpId="0" animBg="1"/>
          <p:bldP spid="112" grpId="0"/>
          <p:bldP spid="113" grpId="0"/>
          <p:bldP spid="114" grpId="0"/>
          <p:bldP spid="115" grpId="0"/>
          <p:bldP spid="116" grpId="0"/>
          <p:bldP spid="117" grpId="0" animBg="1"/>
          <p:bldP spid="118" grpId="0" animBg="1"/>
          <p:bldP spid="119" grpId="0" animBg="1"/>
          <p:bldP spid="120" grpId="0" animBg="1"/>
          <p:bldP spid="121" grpId="0" animBg="1"/>
        </p:bldLst>
      </p:timing>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70958A63-6F37-4F4F-9B44-3C04BDE962AA}"/>
              </a:ext>
            </a:extLst>
          </p:cNvPr>
          <p:cNvGrpSpPr/>
          <p:nvPr/>
        </p:nvGrpSpPr>
        <p:grpSpPr>
          <a:xfrm>
            <a:off x="0" y="4654550"/>
            <a:ext cx="6499225" cy="1223963"/>
            <a:chOff x="0" y="4654550"/>
            <a:chExt cx="6499225" cy="1223963"/>
          </a:xfrm>
          <a:effectLst>
            <a:outerShdw blurRad="139700" dist="76200" dir="5400000" algn="t" rotWithShape="0">
              <a:prstClr val="black">
                <a:alpha val="40000"/>
              </a:prstClr>
            </a:outerShdw>
          </a:effectLst>
        </p:grpSpPr>
        <p:sp>
          <p:nvSpPr>
            <p:cNvPr id="6" name="Freeform 5">
              <a:extLst>
                <a:ext uri="{FF2B5EF4-FFF2-40B4-BE49-F238E27FC236}">
                  <a16:creationId xmlns:a16="http://schemas.microsoft.com/office/drawing/2014/main" id="{57C27063-478C-4ECA-9AA0-A073465F6759}"/>
                </a:ext>
              </a:extLst>
            </p:cNvPr>
            <p:cNvSpPr>
              <a:spLocks/>
            </p:cNvSpPr>
            <p:nvPr/>
          </p:nvSpPr>
          <p:spPr bwMode="auto">
            <a:xfrm>
              <a:off x="0" y="4654550"/>
              <a:ext cx="6499225" cy="1223963"/>
            </a:xfrm>
            <a:custGeom>
              <a:avLst/>
              <a:gdLst>
                <a:gd name="T0" fmla="*/ 1614 w 1614"/>
                <a:gd name="T1" fmla="*/ 152 h 304"/>
                <a:gd name="T2" fmla="*/ 1462 w 1614"/>
                <a:gd name="T3" fmla="*/ 304 h 304"/>
                <a:gd name="T4" fmla="*/ 0 w 1614"/>
                <a:gd name="T5" fmla="*/ 304 h 304"/>
                <a:gd name="T6" fmla="*/ 0 w 1614"/>
                <a:gd name="T7" fmla="*/ 0 h 304"/>
                <a:gd name="T8" fmla="*/ 1462 w 1614"/>
                <a:gd name="T9" fmla="*/ 0 h 304"/>
                <a:gd name="T10" fmla="*/ 1614 w 1614"/>
                <a:gd name="T11" fmla="*/ 152 h 304"/>
              </a:gdLst>
              <a:ahLst/>
              <a:cxnLst>
                <a:cxn ang="0">
                  <a:pos x="T0" y="T1"/>
                </a:cxn>
                <a:cxn ang="0">
                  <a:pos x="T2" y="T3"/>
                </a:cxn>
                <a:cxn ang="0">
                  <a:pos x="T4" y="T5"/>
                </a:cxn>
                <a:cxn ang="0">
                  <a:pos x="T6" y="T7"/>
                </a:cxn>
                <a:cxn ang="0">
                  <a:pos x="T8" y="T9"/>
                </a:cxn>
                <a:cxn ang="0">
                  <a:pos x="T10" y="T11"/>
                </a:cxn>
              </a:cxnLst>
              <a:rect l="0" t="0" r="r" b="b"/>
              <a:pathLst>
                <a:path w="1614" h="304">
                  <a:moveTo>
                    <a:pt x="1614" y="152"/>
                  </a:moveTo>
                  <a:cubicBezTo>
                    <a:pt x="1614" y="236"/>
                    <a:pt x="1546" y="304"/>
                    <a:pt x="1462" y="304"/>
                  </a:cubicBezTo>
                  <a:cubicBezTo>
                    <a:pt x="0" y="304"/>
                    <a:pt x="0" y="304"/>
                    <a:pt x="0" y="304"/>
                  </a:cubicBezTo>
                  <a:cubicBezTo>
                    <a:pt x="0" y="0"/>
                    <a:pt x="0" y="0"/>
                    <a:pt x="0" y="0"/>
                  </a:cubicBezTo>
                  <a:cubicBezTo>
                    <a:pt x="1462" y="0"/>
                    <a:pt x="1462" y="0"/>
                    <a:pt x="1462" y="0"/>
                  </a:cubicBezTo>
                  <a:cubicBezTo>
                    <a:pt x="1546" y="0"/>
                    <a:pt x="1614" y="68"/>
                    <a:pt x="1614" y="15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F970BD52-B6E7-4632-8788-F80D50B2BF61}"/>
                </a:ext>
              </a:extLst>
            </p:cNvPr>
            <p:cNvSpPr>
              <a:spLocks/>
            </p:cNvSpPr>
            <p:nvPr/>
          </p:nvSpPr>
          <p:spPr bwMode="auto">
            <a:xfrm>
              <a:off x="0" y="5246688"/>
              <a:ext cx="6499225" cy="631825"/>
            </a:xfrm>
            <a:custGeom>
              <a:avLst/>
              <a:gdLst>
                <a:gd name="T0" fmla="*/ 1462 w 1614"/>
                <a:gd name="T1" fmla="*/ 147 h 157"/>
                <a:gd name="T2" fmla="*/ 0 w 1614"/>
                <a:gd name="T3" fmla="*/ 147 h 157"/>
                <a:gd name="T4" fmla="*/ 0 w 1614"/>
                <a:gd name="T5" fmla="*/ 157 h 157"/>
                <a:gd name="T6" fmla="*/ 1462 w 1614"/>
                <a:gd name="T7" fmla="*/ 157 h 157"/>
                <a:gd name="T8" fmla="*/ 1614 w 1614"/>
                <a:gd name="T9" fmla="*/ 5 h 157"/>
                <a:gd name="T10" fmla="*/ 1614 w 1614"/>
                <a:gd name="T11" fmla="*/ 0 h 157"/>
                <a:gd name="T12" fmla="*/ 1462 w 1614"/>
                <a:gd name="T13" fmla="*/ 147 h 157"/>
              </a:gdLst>
              <a:ahLst/>
              <a:cxnLst>
                <a:cxn ang="0">
                  <a:pos x="T0" y="T1"/>
                </a:cxn>
                <a:cxn ang="0">
                  <a:pos x="T2" y="T3"/>
                </a:cxn>
                <a:cxn ang="0">
                  <a:pos x="T4" y="T5"/>
                </a:cxn>
                <a:cxn ang="0">
                  <a:pos x="T6" y="T7"/>
                </a:cxn>
                <a:cxn ang="0">
                  <a:pos x="T8" y="T9"/>
                </a:cxn>
                <a:cxn ang="0">
                  <a:pos x="T10" y="T11"/>
                </a:cxn>
                <a:cxn ang="0">
                  <a:pos x="T12" y="T13"/>
                </a:cxn>
              </a:cxnLst>
              <a:rect l="0" t="0" r="r" b="b"/>
              <a:pathLst>
                <a:path w="1614" h="157">
                  <a:moveTo>
                    <a:pt x="1462" y="147"/>
                  </a:moveTo>
                  <a:cubicBezTo>
                    <a:pt x="0" y="147"/>
                    <a:pt x="0" y="147"/>
                    <a:pt x="0" y="147"/>
                  </a:cubicBezTo>
                  <a:cubicBezTo>
                    <a:pt x="0" y="157"/>
                    <a:pt x="0" y="157"/>
                    <a:pt x="0" y="157"/>
                  </a:cubicBezTo>
                  <a:cubicBezTo>
                    <a:pt x="1462" y="157"/>
                    <a:pt x="1462" y="157"/>
                    <a:pt x="1462" y="157"/>
                  </a:cubicBezTo>
                  <a:cubicBezTo>
                    <a:pt x="1546" y="157"/>
                    <a:pt x="1614" y="89"/>
                    <a:pt x="1614" y="5"/>
                  </a:cubicBezTo>
                  <a:cubicBezTo>
                    <a:pt x="1614" y="3"/>
                    <a:pt x="1614" y="1"/>
                    <a:pt x="1614" y="0"/>
                  </a:cubicBezTo>
                  <a:cubicBezTo>
                    <a:pt x="1611" y="81"/>
                    <a:pt x="1544" y="147"/>
                    <a:pt x="1462" y="147"/>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9" name="Group 28">
            <a:extLst>
              <a:ext uri="{FF2B5EF4-FFF2-40B4-BE49-F238E27FC236}">
                <a16:creationId xmlns:a16="http://schemas.microsoft.com/office/drawing/2014/main" id="{5225CC6A-2022-4503-800C-0AD4107B4F79}"/>
              </a:ext>
            </a:extLst>
          </p:cNvPr>
          <p:cNvGrpSpPr/>
          <p:nvPr/>
        </p:nvGrpSpPr>
        <p:grpSpPr>
          <a:xfrm>
            <a:off x="0" y="3424238"/>
            <a:ext cx="6499225" cy="1230313"/>
            <a:chOff x="0" y="3424238"/>
            <a:chExt cx="6499225" cy="1230313"/>
          </a:xfrm>
          <a:effectLst>
            <a:outerShdw blurRad="139700" dist="76200" dir="5400000" algn="t" rotWithShape="0">
              <a:prstClr val="black">
                <a:alpha val="40000"/>
              </a:prstClr>
            </a:outerShdw>
          </a:effectLst>
        </p:grpSpPr>
        <p:sp>
          <p:nvSpPr>
            <p:cNvPr id="7" name="Freeform 6">
              <a:extLst>
                <a:ext uri="{FF2B5EF4-FFF2-40B4-BE49-F238E27FC236}">
                  <a16:creationId xmlns:a16="http://schemas.microsoft.com/office/drawing/2014/main" id="{25ED4C84-67A8-4EFD-8938-CCB2010ED5D2}"/>
                </a:ext>
              </a:extLst>
            </p:cNvPr>
            <p:cNvSpPr>
              <a:spLocks/>
            </p:cNvSpPr>
            <p:nvPr/>
          </p:nvSpPr>
          <p:spPr bwMode="auto">
            <a:xfrm>
              <a:off x="0" y="3424238"/>
              <a:ext cx="6499225" cy="1230313"/>
            </a:xfrm>
            <a:custGeom>
              <a:avLst/>
              <a:gdLst>
                <a:gd name="T0" fmla="*/ 1614 w 1614"/>
                <a:gd name="T1" fmla="*/ 152 h 305"/>
                <a:gd name="T2" fmla="*/ 1462 w 1614"/>
                <a:gd name="T3" fmla="*/ 305 h 305"/>
                <a:gd name="T4" fmla="*/ 0 w 1614"/>
                <a:gd name="T5" fmla="*/ 305 h 305"/>
                <a:gd name="T6" fmla="*/ 0 w 1614"/>
                <a:gd name="T7" fmla="*/ 0 h 305"/>
                <a:gd name="T8" fmla="*/ 1462 w 1614"/>
                <a:gd name="T9" fmla="*/ 0 h 305"/>
                <a:gd name="T10" fmla="*/ 1614 w 1614"/>
                <a:gd name="T11" fmla="*/ 152 h 305"/>
              </a:gdLst>
              <a:ahLst/>
              <a:cxnLst>
                <a:cxn ang="0">
                  <a:pos x="T0" y="T1"/>
                </a:cxn>
                <a:cxn ang="0">
                  <a:pos x="T2" y="T3"/>
                </a:cxn>
                <a:cxn ang="0">
                  <a:pos x="T4" y="T5"/>
                </a:cxn>
                <a:cxn ang="0">
                  <a:pos x="T6" y="T7"/>
                </a:cxn>
                <a:cxn ang="0">
                  <a:pos x="T8" y="T9"/>
                </a:cxn>
                <a:cxn ang="0">
                  <a:pos x="T10" y="T11"/>
                </a:cxn>
              </a:cxnLst>
              <a:rect l="0" t="0" r="r" b="b"/>
              <a:pathLst>
                <a:path w="1614" h="305">
                  <a:moveTo>
                    <a:pt x="1614" y="152"/>
                  </a:moveTo>
                  <a:cubicBezTo>
                    <a:pt x="1614" y="236"/>
                    <a:pt x="1546" y="305"/>
                    <a:pt x="1462" y="305"/>
                  </a:cubicBezTo>
                  <a:cubicBezTo>
                    <a:pt x="0" y="305"/>
                    <a:pt x="0" y="305"/>
                    <a:pt x="0" y="305"/>
                  </a:cubicBezTo>
                  <a:cubicBezTo>
                    <a:pt x="0" y="0"/>
                    <a:pt x="0" y="0"/>
                    <a:pt x="0" y="0"/>
                  </a:cubicBezTo>
                  <a:cubicBezTo>
                    <a:pt x="1462" y="0"/>
                    <a:pt x="1462" y="0"/>
                    <a:pt x="1462" y="0"/>
                  </a:cubicBezTo>
                  <a:cubicBezTo>
                    <a:pt x="1546" y="0"/>
                    <a:pt x="1614" y="68"/>
                    <a:pt x="1614" y="15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22C0EC05-6C44-4135-9A57-BB816732FE03}"/>
                </a:ext>
              </a:extLst>
            </p:cNvPr>
            <p:cNvSpPr>
              <a:spLocks/>
            </p:cNvSpPr>
            <p:nvPr/>
          </p:nvSpPr>
          <p:spPr bwMode="auto">
            <a:xfrm>
              <a:off x="0" y="4017963"/>
              <a:ext cx="6499225" cy="636588"/>
            </a:xfrm>
            <a:custGeom>
              <a:avLst/>
              <a:gdLst>
                <a:gd name="T0" fmla="*/ 1462 w 1614"/>
                <a:gd name="T1" fmla="*/ 148 h 158"/>
                <a:gd name="T2" fmla="*/ 0 w 1614"/>
                <a:gd name="T3" fmla="*/ 148 h 158"/>
                <a:gd name="T4" fmla="*/ 0 w 1614"/>
                <a:gd name="T5" fmla="*/ 158 h 158"/>
                <a:gd name="T6" fmla="*/ 1462 w 1614"/>
                <a:gd name="T7" fmla="*/ 158 h 158"/>
                <a:gd name="T8" fmla="*/ 1614 w 1614"/>
                <a:gd name="T9" fmla="*/ 5 h 158"/>
                <a:gd name="T10" fmla="*/ 1614 w 1614"/>
                <a:gd name="T11" fmla="*/ 0 h 158"/>
                <a:gd name="T12" fmla="*/ 1462 w 1614"/>
                <a:gd name="T13" fmla="*/ 148 h 158"/>
              </a:gdLst>
              <a:ahLst/>
              <a:cxnLst>
                <a:cxn ang="0">
                  <a:pos x="T0" y="T1"/>
                </a:cxn>
                <a:cxn ang="0">
                  <a:pos x="T2" y="T3"/>
                </a:cxn>
                <a:cxn ang="0">
                  <a:pos x="T4" y="T5"/>
                </a:cxn>
                <a:cxn ang="0">
                  <a:pos x="T6" y="T7"/>
                </a:cxn>
                <a:cxn ang="0">
                  <a:pos x="T8" y="T9"/>
                </a:cxn>
                <a:cxn ang="0">
                  <a:pos x="T10" y="T11"/>
                </a:cxn>
                <a:cxn ang="0">
                  <a:pos x="T12" y="T13"/>
                </a:cxn>
              </a:cxnLst>
              <a:rect l="0" t="0" r="r" b="b"/>
              <a:pathLst>
                <a:path w="1614" h="158">
                  <a:moveTo>
                    <a:pt x="1462" y="148"/>
                  </a:moveTo>
                  <a:cubicBezTo>
                    <a:pt x="0" y="148"/>
                    <a:pt x="0" y="148"/>
                    <a:pt x="0" y="148"/>
                  </a:cubicBezTo>
                  <a:cubicBezTo>
                    <a:pt x="0" y="158"/>
                    <a:pt x="0" y="158"/>
                    <a:pt x="0" y="158"/>
                  </a:cubicBezTo>
                  <a:cubicBezTo>
                    <a:pt x="1462" y="158"/>
                    <a:pt x="1462" y="158"/>
                    <a:pt x="1462" y="158"/>
                  </a:cubicBezTo>
                  <a:cubicBezTo>
                    <a:pt x="1546" y="158"/>
                    <a:pt x="1614" y="89"/>
                    <a:pt x="1614" y="5"/>
                  </a:cubicBezTo>
                  <a:cubicBezTo>
                    <a:pt x="1614" y="4"/>
                    <a:pt x="1614" y="2"/>
                    <a:pt x="1614" y="0"/>
                  </a:cubicBezTo>
                  <a:cubicBezTo>
                    <a:pt x="1611" y="82"/>
                    <a:pt x="1544" y="148"/>
                    <a:pt x="1462" y="1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0" name="Group 29">
            <a:extLst>
              <a:ext uri="{FF2B5EF4-FFF2-40B4-BE49-F238E27FC236}">
                <a16:creationId xmlns:a16="http://schemas.microsoft.com/office/drawing/2014/main" id="{679D971D-3579-43E8-9B6D-0F96CEAF3905}"/>
              </a:ext>
            </a:extLst>
          </p:cNvPr>
          <p:cNvGrpSpPr/>
          <p:nvPr/>
        </p:nvGrpSpPr>
        <p:grpSpPr>
          <a:xfrm>
            <a:off x="0" y="2200275"/>
            <a:ext cx="6499225" cy="1228726"/>
            <a:chOff x="0" y="2200275"/>
            <a:chExt cx="6499225" cy="1228726"/>
          </a:xfrm>
          <a:effectLst>
            <a:outerShdw blurRad="139700" dist="76200" dir="5400000" algn="t" rotWithShape="0">
              <a:prstClr val="black">
                <a:alpha val="40000"/>
              </a:prstClr>
            </a:outerShdw>
          </a:effectLst>
        </p:grpSpPr>
        <p:sp>
          <p:nvSpPr>
            <p:cNvPr id="8" name="Freeform 7">
              <a:extLst>
                <a:ext uri="{FF2B5EF4-FFF2-40B4-BE49-F238E27FC236}">
                  <a16:creationId xmlns:a16="http://schemas.microsoft.com/office/drawing/2014/main" id="{62CFED58-2ACB-4FA9-8D83-7940840EFDF1}"/>
                </a:ext>
              </a:extLst>
            </p:cNvPr>
            <p:cNvSpPr>
              <a:spLocks/>
            </p:cNvSpPr>
            <p:nvPr/>
          </p:nvSpPr>
          <p:spPr bwMode="auto">
            <a:xfrm>
              <a:off x="0" y="2200275"/>
              <a:ext cx="6499225" cy="1228725"/>
            </a:xfrm>
            <a:custGeom>
              <a:avLst/>
              <a:gdLst>
                <a:gd name="T0" fmla="*/ 1614 w 1614"/>
                <a:gd name="T1" fmla="*/ 153 h 305"/>
                <a:gd name="T2" fmla="*/ 1462 w 1614"/>
                <a:gd name="T3" fmla="*/ 305 h 305"/>
                <a:gd name="T4" fmla="*/ 0 w 1614"/>
                <a:gd name="T5" fmla="*/ 305 h 305"/>
                <a:gd name="T6" fmla="*/ 0 w 1614"/>
                <a:gd name="T7" fmla="*/ 0 h 305"/>
                <a:gd name="T8" fmla="*/ 1462 w 1614"/>
                <a:gd name="T9" fmla="*/ 0 h 305"/>
                <a:gd name="T10" fmla="*/ 1614 w 1614"/>
                <a:gd name="T11" fmla="*/ 153 h 305"/>
              </a:gdLst>
              <a:ahLst/>
              <a:cxnLst>
                <a:cxn ang="0">
                  <a:pos x="T0" y="T1"/>
                </a:cxn>
                <a:cxn ang="0">
                  <a:pos x="T2" y="T3"/>
                </a:cxn>
                <a:cxn ang="0">
                  <a:pos x="T4" y="T5"/>
                </a:cxn>
                <a:cxn ang="0">
                  <a:pos x="T6" y="T7"/>
                </a:cxn>
                <a:cxn ang="0">
                  <a:pos x="T8" y="T9"/>
                </a:cxn>
                <a:cxn ang="0">
                  <a:pos x="T10" y="T11"/>
                </a:cxn>
              </a:cxnLst>
              <a:rect l="0" t="0" r="r" b="b"/>
              <a:pathLst>
                <a:path w="1614" h="305">
                  <a:moveTo>
                    <a:pt x="1614" y="153"/>
                  </a:moveTo>
                  <a:cubicBezTo>
                    <a:pt x="1614" y="237"/>
                    <a:pt x="1546" y="305"/>
                    <a:pt x="1462" y="305"/>
                  </a:cubicBezTo>
                  <a:cubicBezTo>
                    <a:pt x="0" y="305"/>
                    <a:pt x="0" y="305"/>
                    <a:pt x="0" y="305"/>
                  </a:cubicBezTo>
                  <a:cubicBezTo>
                    <a:pt x="0" y="0"/>
                    <a:pt x="0" y="0"/>
                    <a:pt x="0" y="0"/>
                  </a:cubicBezTo>
                  <a:cubicBezTo>
                    <a:pt x="1462" y="0"/>
                    <a:pt x="1462" y="0"/>
                    <a:pt x="1462" y="0"/>
                  </a:cubicBezTo>
                  <a:cubicBezTo>
                    <a:pt x="1546" y="0"/>
                    <a:pt x="1614" y="69"/>
                    <a:pt x="1614" y="15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91F49D25-2910-4D64-A819-6AA4B0B1B64F}"/>
                </a:ext>
              </a:extLst>
            </p:cNvPr>
            <p:cNvSpPr>
              <a:spLocks/>
            </p:cNvSpPr>
            <p:nvPr/>
          </p:nvSpPr>
          <p:spPr bwMode="auto">
            <a:xfrm>
              <a:off x="0" y="2795588"/>
              <a:ext cx="6499225" cy="633413"/>
            </a:xfrm>
            <a:custGeom>
              <a:avLst/>
              <a:gdLst>
                <a:gd name="T0" fmla="*/ 1462 w 1614"/>
                <a:gd name="T1" fmla="*/ 147 h 157"/>
                <a:gd name="T2" fmla="*/ 0 w 1614"/>
                <a:gd name="T3" fmla="*/ 147 h 157"/>
                <a:gd name="T4" fmla="*/ 0 w 1614"/>
                <a:gd name="T5" fmla="*/ 157 h 157"/>
                <a:gd name="T6" fmla="*/ 1462 w 1614"/>
                <a:gd name="T7" fmla="*/ 157 h 157"/>
                <a:gd name="T8" fmla="*/ 1614 w 1614"/>
                <a:gd name="T9" fmla="*/ 5 h 157"/>
                <a:gd name="T10" fmla="*/ 1614 w 1614"/>
                <a:gd name="T11" fmla="*/ 0 h 157"/>
                <a:gd name="T12" fmla="*/ 1462 w 1614"/>
                <a:gd name="T13" fmla="*/ 147 h 157"/>
              </a:gdLst>
              <a:ahLst/>
              <a:cxnLst>
                <a:cxn ang="0">
                  <a:pos x="T0" y="T1"/>
                </a:cxn>
                <a:cxn ang="0">
                  <a:pos x="T2" y="T3"/>
                </a:cxn>
                <a:cxn ang="0">
                  <a:pos x="T4" y="T5"/>
                </a:cxn>
                <a:cxn ang="0">
                  <a:pos x="T6" y="T7"/>
                </a:cxn>
                <a:cxn ang="0">
                  <a:pos x="T8" y="T9"/>
                </a:cxn>
                <a:cxn ang="0">
                  <a:pos x="T10" y="T11"/>
                </a:cxn>
                <a:cxn ang="0">
                  <a:pos x="T12" y="T13"/>
                </a:cxn>
              </a:cxnLst>
              <a:rect l="0" t="0" r="r" b="b"/>
              <a:pathLst>
                <a:path w="1614" h="157">
                  <a:moveTo>
                    <a:pt x="1462" y="147"/>
                  </a:moveTo>
                  <a:cubicBezTo>
                    <a:pt x="0" y="147"/>
                    <a:pt x="0" y="147"/>
                    <a:pt x="0" y="147"/>
                  </a:cubicBezTo>
                  <a:cubicBezTo>
                    <a:pt x="0" y="157"/>
                    <a:pt x="0" y="157"/>
                    <a:pt x="0" y="157"/>
                  </a:cubicBezTo>
                  <a:cubicBezTo>
                    <a:pt x="1462" y="157"/>
                    <a:pt x="1462" y="157"/>
                    <a:pt x="1462" y="157"/>
                  </a:cubicBezTo>
                  <a:cubicBezTo>
                    <a:pt x="1546" y="157"/>
                    <a:pt x="1614" y="89"/>
                    <a:pt x="1614" y="5"/>
                  </a:cubicBezTo>
                  <a:cubicBezTo>
                    <a:pt x="1614" y="3"/>
                    <a:pt x="1614" y="1"/>
                    <a:pt x="1614" y="0"/>
                  </a:cubicBezTo>
                  <a:cubicBezTo>
                    <a:pt x="1611" y="81"/>
                    <a:pt x="1544" y="147"/>
                    <a:pt x="1462" y="147"/>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1" name="Group 30">
            <a:extLst>
              <a:ext uri="{FF2B5EF4-FFF2-40B4-BE49-F238E27FC236}">
                <a16:creationId xmlns:a16="http://schemas.microsoft.com/office/drawing/2014/main" id="{F0DA9C2F-9CD3-431F-B012-98DDE122C6FE}"/>
              </a:ext>
            </a:extLst>
          </p:cNvPr>
          <p:cNvGrpSpPr/>
          <p:nvPr/>
        </p:nvGrpSpPr>
        <p:grpSpPr>
          <a:xfrm>
            <a:off x="0" y="974725"/>
            <a:ext cx="6499225" cy="1228726"/>
            <a:chOff x="0" y="974725"/>
            <a:chExt cx="6499225" cy="1228726"/>
          </a:xfrm>
          <a:effectLst>
            <a:outerShdw blurRad="139700" dist="76200" dir="5400000" algn="t" rotWithShape="0">
              <a:prstClr val="black">
                <a:alpha val="40000"/>
              </a:prstClr>
            </a:outerShdw>
          </a:effectLst>
        </p:grpSpPr>
        <p:sp>
          <p:nvSpPr>
            <p:cNvPr id="9" name="Freeform 8">
              <a:extLst>
                <a:ext uri="{FF2B5EF4-FFF2-40B4-BE49-F238E27FC236}">
                  <a16:creationId xmlns:a16="http://schemas.microsoft.com/office/drawing/2014/main" id="{B9664919-917A-4D91-8FEB-B5B932E0591A}"/>
                </a:ext>
              </a:extLst>
            </p:cNvPr>
            <p:cNvSpPr>
              <a:spLocks/>
            </p:cNvSpPr>
            <p:nvPr/>
          </p:nvSpPr>
          <p:spPr bwMode="auto">
            <a:xfrm>
              <a:off x="0" y="974725"/>
              <a:ext cx="6499225" cy="1228725"/>
            </a:xfrm>
            <a:custGeom>
              <a:avLst/>
              <a:gdLst>
                <a:gd name="T0" fmla="*/ 1614 w 1614"/>
                <a:gd name="T1" fmla="*/ 152 h 305"/>
                <a:gd name="T2" fmla="*/ 1462 w 1614"/>
                <a:gd name="T3" fmla="*/ 305 h 305"/>
                <a:gd name="T4" fmla="*/ 0 w 1614"/>
                <a:gd name="T5" fmla="*/ 305 h 305"/>
                <a:gd name="T6" fmla="*/ 0 w 1614"/>
                <a:gd name="T7" fmla="*/ 0 h 305"/>
                <a:gd name="T8" fmla="*/ 1462 w 1614"/>
                <a:gd name="T9" fmla="*/ 0 h 305"/>
                <a:gd name="T10" fmla="*/ 1614 w 1614"/>
                <a:gd name="T11" fmla="*/ 152 h 305"/>
              </a:gdLst>
              <a:ahLst/>
              <a:cxnLst>
                <a:cxn ang="0">
                  <a:pos x="T0" y="T1"/>
                </a:cxn>
                <a:cxn ang="0">
                  <a:pos x="T2" y="T3"/>
                </a:cxn>
                <a:cxn ang="0">
                  <a:pos x="T4" y="T5"/>
                </a:cxn>
                <a:cxn ang="0">
                  <a:pos x="T6" y="T7"/>
                </a:cxn>
                <a:cxn ang="0">
                  <a:pos x="T8" y="T9"/>
                </a:cxn>
                <a:cxn ang="0">
                  <a:pos x="T10" y="T11"/>
                </a:cxn>
              </a:cxnLst>
              <a:rect l="0" t="0" r="r" b="b"/>
              <a:pathLst>
                <a:path w="1614" h="305">
                  <a:moveTo>
                    <a:pt x="1614" y="152"/>
                  </a:moveTo>
                  <a:cubicBezTo>
                    <a:pt x="1614" y="236"/>
                    <a:pt x="1546" y="305"/>
                    <a:pt x="1462" y="305"/>
                  </a:cubicBezTo>
                  <a:cubicBezTo>
                    <a:pt x="0" y="305"/>
                    <a:pt x="0" y="305"/>
                    <a:pt x="0" y="305"/>
                  </a:cubicBezTo>
                  <a:cubicBezTo>
                    <a:pt x="0" y="0"/>
                    <a:pt x="0" y="0"/>
                    <a:pt x="0" y="0"/>
                  </a:cubicBezTo>
                  <a:cubicBezTo>
                    <a:pt x="1462" y="0"/>
                    <a:pt x="1462" y="0"/>
                    <a:pt x="1462" y="0"/>
                  </a:cubicBezTo>
                  <a:cubicBezTo>
                    <a:pt x="1546" y="0"/>
                    <a:pt x="1614" y="68"/>
                    <a:pt x="1614" y="1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309B5CA9-FC49-4932-9E2E-D79CAC3E05AD}"/>
                </a:ext>
              </a:extLst>
            </p:cNvPr>
            <p:cNvSpPr>
              <a:spLocks/>
            </p:cNvSpPr>
            <p:nvPr/>
          </p:nvSpPr>
          <p:spPr bwMode="auto">
            <a:xfrm>
              <a:off x="0" y="1566863"/>
              <a:ext cx="6499225" cy="636588"/>
            </a:xfrm>
            <a:custGeom>
              <a:avLst/>
              <a:gdLst>
                <a:gd name="T0" fmla="*/ 1462 w 1614"/>
                <a:gd name="T1" fmla="*/ 148 h 158"/>
                <a:gd name="T2" fmla="*/ 0 w 1614"/>
                <a:gd name="T3" fmla="*/ 148 h 158"/>
                <a:gd name="T4" fmla="*/ 0 w 1614"/>
                <a:gd name="T5" fmla="*/ 158 h 158"/>
                <a:gd name="T6" fmla="*/ 1462 w 1614"/>
                <a:gd name="T7" fmla="*/ 158 h 158"/>
                <a:gd name="T8" fmla="*/ 1614 w 1614"/>
                <a:gd name="T9" fmla="*/ 5 h 158"/>
                <a:gd name="T10" fmla="*/ 1614 w 1614"/>
                <a:gd name="T11" fmla="*/ 0 h 158"/>
                <a:gd name="T12" fmla="*/ 1462 w 1614"/>
                <a:gd name="T13" fmla="*/ 148 h 158"/>
              </a:gdLst>
              <a:ahLst/>
              <a:cxnLst>
                <a:cxn ang="0">
                  <a:pos x="T0" y="T1"/>
                </a:cxn>
                <a:cxn ang="0">
                  <a:pos x="T2" y="T3"/>
                </a:cxn>
                <a:cxn ang="0">
                  <a:pos x="T4" y="T5"/>
                </a:cxn>
                <a:cxn ang="0">
                  <a:pos x="T6" y="T7"/>
                </a:cxn>
                <a:cxn ang="0">
                  <a:pos x="T8" y="T9"/>
                </a:cxn>
                <a:cxn ang="0">
                  <a:pos x="T10" y="T11"/>
                </a:cxn>
                <a:cxn ang="0">
                  <a:pos x="T12" y="T13"/>
                </a:cxn>
              </a:cxnLst>
              <a:rect l="0" t="0" r="r" b="b"/>
              <a:pathLst>
                <a:path w="1614" h="158">
                  <a:moveTo>
                    <a:pt x="1462" y="148"/>
                  </a:moveTo>
                  <a:cubicBezTo>
                    <a:pt x="0" y="148"/>
                    <a:pt x="0" y="148"/>
                    <a:pt x="0" y="148"/>
                  </a:cubicBezTo>
                  <a:cubicBezTo>
                    <a:pt x="0" y="158"/>
                    <a:pt x="0" y="158"/>
                    <a:pt x="0" y="158"/>
                  </a:cubicBezTo>
                  <a:cubicBezTo>
                    <a:pt x="1462" y="158"/>
                    <a:pt x="1462" y="158"/>
                    <a:pt x="1462" y="158"/>
                  </a:cubicBezTo>
                  <a:cubicBezTo>
                    <a:pt x="1546" y="158"/>
                    <a:pt x="1614" y="89"/>
                    <a:pt x="1614" y="5"/>
                  </a:cubicBezTo>
                  <a:cubicBezTo>
                    <a:pt x="1614" y="4"/>
                    <a:pt x="1614" y="2"/>
                    <a:pt x="1614" y="0"/>
                  </a:cubicBezTo>
                  <a:cubicBezTo>
                    <a:pt x="1611" y="82"/>
                    <a:pt x="1544" y="148"/>
                    <a:pt x="1462" y="14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4" name="Rectangle 13">
            <a:extLst>
              <a:ext uri="{FF2B5EF4-FFF2-40B4-BE49-F238E27FC236}">
                <a16:creationId xmlns:a16="http://schemas.microsoft.com/office/drawing/2014/main" id="{C10C9A32-C91A-4840-9F1B-C74C8F4BC0C9}"/>
              </a:ext>
            </a:extLst>
          </p:cNvPr>
          <p:cNvSpPr>
            <a:spLocks noChangeArrowheads="1"/>
          </p:cNvSpPr>
          <p:nvPr/>
        </p:nvSpPr>
        <p:spPr bwMode="auto">
          <a:xfrm>
            <a:off x="1771650" y="4957763"/>
            <a:ext cx="269977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accent5">
                    <a:lumMod val="75000"/>
                  </a:schemeClr>
                </a:solidFill>
                <a:effectLst/>
                <a:latin typeface="Open Sans" panose="020B0606030504020204" pitchFamily="34" charset="0"/>
              </a:rPr>
              <a:t>TEAMWORK</a:t>
            </a:r>
            <a:endParaRPr kumimoji="0" lang="ru-UA" altLang="ru-UA" sz="1800" b="0" i="0" u="none" strike="noStrike" cap="none" normalizeH="0" baseline="0">
              <a:ln>
                <a:noFill/>
              </a:ln>
              <a:solidFill>
                <a:schemeClr val="accent5">
                  <a:lumMod val="75000"/>
                </a:schemeClr>
              </a:solidFill>
              <a:effectLst/>
            </a:endParaRPr>
          </a:p>
        </p:txBody>
      </p:sp>
      <p:sp>
        <p:nvSpPr>
          <p:cNvPr id="15" name="Rectangle 14">
            <a:extLst>
              <a:ext uri="{FF2B5EF4-FFF2-40B4-BE49-F238E27FC236}">
                <a16:creationId xmlns:a16="http://schemas.microsoft.com/office/drawing/2014/main" id="{17738377-A739-42AE-9DB7-2A9958D661CD}"/>
              </a:ext>
            </a:extLst>
          </p:cNvPr>
          <p:cNvSpPr>
            <a:spLocks noChangeArrowheads="1"/>
          </p:cNvSpPr>
          <p:nvPr/>
        </p:nvSpPr>
        <p:spPr bwMode="auto">
          <a:xfrm>
            <a:off x="1771650" y="3732213"/>
            <a:ext cx="212218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accent3">
                    <a:lumMod val="75000"/>
                  </a:schemeClr>
                </a:solidFill>
                <a:effectLst/>
                <a:latin typeface="Open Sans" panose="020B0606030504020204" pitchFamily="34" charset="0"/>
              </a:rPr>
              <a:t>CREATIVE</a:t>
            </a:r>
            <a:endParaRPr kumimoji="0" lang="ru-UA" altLang="ru-UA" sz="1800" b="0" i="0" u="none" strike="noStrike" cap="none" normalizeH="0" baseline="0">
              <a:ln>
                <a:noFill/>
              </a:ln>
              <a:solidFill>
                <a:schemeClr val="accent3">
                  <a:lumMod val="75000"/>
                </a:schemeClr>
              </a:solidFill>
              <a:effectLst/>
            </a:endParaRPr>
          </a:p>
        </p:txBody>
      </p:sp>
      <p:sp>
        <p:nvSpPr>
          <p:cNvPr id="16" name="Rectangle 15">
            <a:extLst>
              <a:ext uri="{FF2B5EF4-FFF2-40B4-BE49-F238E27FC236}">
                <a16:creationId xmlns:a16="http://schemas.microsoft.com/office/drawing/2014/main" id="{DFE2FA4B-EA26-4DB7-B475-E170951E690C}"/>
              </a:ext>
            </a:extLst>
          </p:cNvPr>
          <p:cNvSpPr>
            <a:spLocks noChangeArrowheads="1"/>
          </p:cNvSpPr>
          <p:nvPr/>
        </p:nvSpPr>
        <p:spPr bwMode="auto">
          <a:xfrm>
            <a:off x="1771650" y="2506663"/>
            <a:ext cx="226324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accent2">
                    <a:lumMod val="75000"/>
                  </a:schemeClr>
                </a:solidFill>
                <a:effectLst/>
                <a:latin typeface="Open Sans" panose="020B0606030504020204" pitchFamily="34" charset="0"/>
              </a:rPr>
              <a:t>STRATEGY</a:t>
            </a:r>
            <a:endParaRPr kumimoji="0" lang="ru-UA" altLang="ru-UA" sz="1800" b="0" i="0" u="none" strike="noStrike" cap="none" normalizeH="0" baseline="0">
              <a:ln>
                <a:noFill/>
              </a:ln>
              <a:solidFill>
                <a:schemeClr val="accent2">
                  <a:lumMod val="75000"/>
                </a:schemeClr>
              </a:solidFill>
              <a:effectLst/>
            </a:endParaRPr>
          </a:p>
        </p:txBody>
      </p:sp>
      <p:sp>
        <p:nvSpPr>
          <p:cNvPr id="17" name="Rectangle 16">
            <a:extLst>
              <a:ext uri="{FF2B5EF4-FFF2-40B4-BE49-F238E27FC236}">
                <a16:creationId xmlns:a16="http://schemas.microsoft.com/office/drawing/2014/main" id="{23D7698F-52F2-4D96-9D0B-050C4276BEC4}"/>
              </a:ext>
            </a:extLst>
          </p:cNvPr>
          <p:cNvSpPr>
            <a:spLocks noChangeArrowheads="1"/>
          </p:cNvSpPr>
          <p:nvPr/>
        </p:nvSpPr>
        <p:spPr bwMode="auto">
          <a:xfrm>
            <a:off x="1771650" y="1281113"/>
            <a:ext cx="221054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3600" b="1" i="0" u="none" strike="noStrike" cap="none" normalizeH="0" baseline="0">
                <a:ln>
                  <a:noFill/>
                </a:ln>
                <a:solidFill>
                  <a:schemeClr val="accent1">
                    <a:lumMod val="75000"/>
                  </a:schemeClr>
                </a:solidFill>
                <a:effectLst/>
                <a:latin typeface="Open Sans" panose="020B0606030504020204" pitchFamily="34" charset="0"/>
              </a:rPr>
              <a:t>BUSINESS</a:t>
            </a:r>
            <a:endParaRPr kumimoji="0" lang="ru-UA" altLang="ru-UA" sz="1800" b="0" i="0" u="none" strike="noStrike" cap="none" normalizeH="0" baseline="0">
              <a:ln>
                <a:noFill/>
              </a:ln>
              <a:solidFill>
                <a:schemeClr val="accent1">
                  <a:lumMod val="75000"/>
                </a:schemeClr>
              </a:solidFill>
              <a:effectLst/>
            </a:endParaRPr>
          </a:p>
        </p:txBody>
      </p:sp>
      <p:grpSp>
        <p:nvGrpSpPr>
          <p:cNvPr id="32" name="Group 31">
            <a:extLst>
              <a:ext uri="{FF2B5EF4-FFF2-40B4-BE49-F238E27FC236}">
                <a16:creationId xmlns:a16="http://schemas.microsoft.com/office/drawing/2014/main" id="{06E0F0D4-0D23-4CBB-AA70-A2ABF07EF488}"/>
              </a:ext>
            </a:extLst>
          </p:cNvPr>
          <p:cNvGrpSpPr/>
          <p:nvPr/>
        </p:nvGrpSpPr>
        <p:grpSpPr>
          <a:xfrm>
            <a:off x="5260417" y="4637088"/>
            <a:ext cx="1253775" cy="1255712"/>
            <a:chOff x="6345238" y="4948238"/>
            <a:chExt cx="1027113" cy="1028700"/>
          </a:xfrm>
          <a:effectLst>
            <a:outerShdw blurRad="266700" dist="114300" dir="2700000" sx="102000" sy="102000" algn="tl" rotWithShape="0">
              <a:prstClr val="black">
                <a:alpha val="18000"/>
              </a:prstClr>
            </a:outerShdw>
          </a:effectLst>
        </p:grpSpPr>
        <p:sp>
          <p:nvSpPr>
            <p:cNvPr id="33" name="Oval 56">
              <a:extLst>
                <a:ext uri="{FF2B5EF4-FFF2-40B4-BE49-F238E27FC236}">
                  <a16:creationId xmlns:a16="http://schemas.microsoft.com/office/drawing/2014/main" id="{A1C860E8-B7F5-419C-B25B-C2B6A3CBFEE8}"/>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4" name="Oval 57">
              <a:extLst>
                <a:ext uri="{FF2B5EF4-FFF2-40B4-BE49-F238E27FC236}">
                  <a16:creationId xmlns:a16="http://schemas.microsoft.com/office/drawing/2014/main" id="{FD1D34D6-BA6A-4DDC-9F98-D13332CFE0A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5" name="Group 34">
            <a:extLst>
              <a:ext uri="{FF2B5EF4-FFF2-40B4-BE49-F238E27FC236}">
                <a16:creationId xmlns:a16="http://schemas.microsoft.com/office/drawing/2014/main" id="{761405F5-0D2B-4ED3-BE28-E9094F8B61FB}"/>
              </a:ext>
            </a:extLst>
          </p:cNvPr>
          <p:cNvGrpSpPr/>
          <p:nvPr/>
        </p:nvGrpSpPr>
        <p:grpSpPr>
          <a:xfrm>
            <a:off x="5260417" y="3413126"/>
            <a:ext cx="1253775" cy="1255712"/>
            <a:chOff x="6345238" y="4948238"/>
            <a:chExt cx="1027113" cy="1028700"/>
          </a:xfrm>
          <a:effectLst>
            <a:outerShdw blurRad="266700" dist="114300" dir="2700000" sx="102000" sy="102000" algn="tl" rotWithShape="0">
              <a:prstClr val="black">
                <a:alpha val="18000"/>
              </a:prstClr>
            </a:outerShdw>
          </a:effectLst>
        </p:grpSpPr>
        <p:sp>
          <p:nvSpPr>
            <p:cNvPr id="36" name="Oval 56">
              <a:extLst>
                <a:ext uri="{FF2B5EF4-FFF2-40B4-BE49-F238E27FC236}">
                  <a16:creationId xmlns:a16="http://schemas.microsoft.com/office/drawing/2014/main" id="{92621E9D-F43E-4AFB-946C-613C4EA1B56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7" name="Oval 57">
              <a:extLst>
                <a:ext uri="{FF2B5EF4-FFF2-40B4-BE49-F238E27FC236}">
                  <a16:creationId xmlns:a16="http://schemas.microsoft.com/office/drawing/2014/main" id="{A8EE2F74-E4FE-4C53-9DCE-11F6D6594FB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8" name="Group 37">
            <a:extLst>
              <a:ext uri="{FF2B5EF4-FFF2-40B4-BE49-F238E27FC236}">
                <a16:creationId xmlns:a16="http://schemas.microsoft.com/office/drawing/2014/main" id="{AC9042D0-4374-49E6-A91A-A8D9B2108869}"/>
              </a:ext>
            </a:extLst>
          </p:cNvPr>
          <p:cNvGrpSpPr/>
          <p:nvPr/>
        </p:nvGrpSpPr>
        <p:grpSpPr>
          <a:xfrm>
            <a:off x="5260417" y="2179639"/>
            <a:ext cx="1253775" cy="1255712"/>
            <a:chOff x="6345238" y="4948238"/>
            <a:chExt cx="1027113" cy="1028700"/>
          </a:xfrm>
          <a:effectLst>
            <a:outerShdw blurRad="266700" dist="114300" dir="2700000" sx="102000" sy="102000" algn="tl" rotWithShape="0">
              <a:prstClr val="black">
                <a:alpha val="18000"/>
              </a:prstClr>
            </a:outerShdw>
          </a:effectLst>
        </p:grpSpPr>
        <p:sp>
          <p:nvSpPr>
            <p:cNvPr id="39" name="Oval 56">
              <a:extLst>
                <a:ext uri="{FF2B5EF4-FFF2-40B4-BE49-F238E27FC236}">
                  <a16:creationId xmlns:a16="http://schemas.microsoft.com/office/drawing/2014/main" id="{D9408FA3-BF54-4785-8513-AC8247CF428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0" name="Oval 57">
              <a:extLst>
                <a:ext uri="{FF2B5EF4-FFF2-40B4-BE49-F238E27FC236}">
                  <a16:creationId xmlns:a16="http://schemas.microsoft.com/office/drawing/2014/main" id="{BC0C37A8-D4DA-424D-87B1-4CDB37BF98A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1" name="Group 40">
            <a:extLst>
              <a:ext uri="{FF2B5EF4-FFF2-40B4-BE49-F238E27FC236}">
                <a16:creationId xmlns:a16="http://schemas.microsoft.com/office/drawing/2014/main" id="{AD81C416-F455-4F1E-BCB6-AAA4E6F35275}"/>
              </a:ext>
            </a:extLst>
          </p:cNvPr>
          <p:cNvGrpSpPr/>
          <p:nvPr/>
        </p:nvGrpSpPr>
        <p:grpSpPr>
          <a:xfrm>
            <a:off x="5260417" y="969964"/>
            <a:ext cx="1253775" cy="1255712"/>
            <a:chOff x="6345238" y="4948238"/>
            <a:chExt cx="1027113" cy="1028700"/>
          </a:xfrm>
          <a:effectLst>
            <a:outerShdw blurRad="266700" dist="114300" dir="2700000" sx="102000" sy="102000" algn="tl" rotWithShape="0">
              <a:prstClr val="black">
                <a:alpha val="18000"/>
              </a:prstClr>
            </a:outerShdw>
          </a:effectLst>
        </p:grpSpPr>
        <p:sp>
          <p:nvSpPr>
            <p:cNvPr id="42" name="Oval 56">
              <a:extLst>
                <a:ext uri="{FF2B5EF4-FFF2-40B4-BE49-F238E27FC236}">
                  <a16:creationId xmlns:a16="http://schemas.microsoft.com/office/drawing/2014/main" id="{DFA2B100-5C0A-4E3A-A55C-1188EA5BFDC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3" name="Oval 57">
              <a:extLst>
                <a:ext uri="{FF2B5EF4-FFF2-40B4-BE49-F238E27FC236}">
                  <a16:creationId xmlns:a16="http://schemas.microsoft.com/office/drawing/2014/main" id="{36EA03A2-4FA8-4F38-BE6E-6C8821BF7A6C}"/>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0" name="Freeform 19">
            <a:extLst>
              <a:ext uri="{FF2B5EF4-FFF2-40B4-BE49-F238E27FC236}">
                <a16:creationId xmlns:a16="http://schemas.microsoft.com/office/drawing/2014/main" id="{8FFD3C5D-F2B7-42AA-A6DC-CCD128C82FC2}"/>
              </a:ext>
            </a:extLst>
          </p:cNvPr>
          <p:cNvSpPr>
            <a:spLocks noEditPoints="1"/>
          </p:cNvSpPr>
          <p:nvPr/>
        </p:nvSpPr>
        <p:spPr bwMode="auto">
          <a:xfrm>
            <a:off x="5605463" y="2586038"/>
            <a:ext cx="563563" cy="455613"/>
          </a:xfrm>
          <a:custGeom>
            <a:avLst/>
            <a:gdLst>
              <a:gd name="T0" fmla="*/ 140 w 140"/>
              <a:gd name="T1" fmla="*/ 113 h 113"/>
              <a:gd name="T2" fmla="*/ 0 w 140"/>
              <a:gd name="T3" fmla="*/ 113 h 113"/>
              <a:gd name="T4" fmla="*/ 34 w 140"/>
              <a:gd name="T5" fmla="*/ 83 h 113"/>
              <a:gd name="T6" fmla="*/ 15 w 140"/>
              <a:gd name="T7" fmla="*/ 83 h 113"/>
              <a:gd name="T8" fmla="*/ 15 w 140"/>
              <a:gd name="T9" fmla="*/ 113 h 113"/>
              <a:gd name="T10" fmla="*/ 34 w 140"/>
              <a:gd name="T11" fmla="*/ 113 h 113"/>
              <a:gd name="T12" fmla="*/ 34 w 140"/>
              <a:gd name="T13" fmla="*/ 83 h 113"/>
              <a:gd name="T14" fmla="*/ 64 w 140"/>
              <a:gd name="T15" fmla="*/ 53 h 113"/>
              <a:gd name="T16" fmla="*/ 45 w 140"/>
              <a:gd name="T17" fmla="*/ 53 h 113"/>
              <a:gd name="T18" fmla="*/ 45 w 140"/>
              <a:gd name="T19" fmla="*/ 113 h 113"/>
              <a:gd name="T20" fmla="*/ 64 w 140"/>
              <a:gd name="T21" fmla="*/ 113 h 113"/>
              <a:gd name="T22" fmla="*/ 64 w 140"/>
              <a:gd name="T23" fmla="*/ 53 h 113"/>
              <a:gd name="T24" fmla="*/ 95 w 140"/>
              <a:gd name="T25" fmla="*/ 66 h 113"/>
              <a:gd name="T26" fmla="*/ 75 w 140"/>
              <a:gd name="T27" fmla="*/ 66 h 113"/>
              <a:gd name="T28" fmla="*/ 75 w 140"/>
              <a:gd name="T29" fmla="*/ 113 h 113"/>
              <a:gd name="T30" fmla="*/ 95 w 140"/>
              <a:gd name="T31" fmla="*/ 113 h 113"/>
              <a:gd name="T32" fmla="*/ 95 w 140"/>
              <a:gd name="T33" fmla="*/ 66 h 113"/>
              <a:gd name="T34" fmla="*/ 125 w 140"/>
              <a:gd name="T35" fmla="*/ 35 h 113"/>
              <a:gd name="T36" fmla="*/ 106 w 140"/>
              <a:gd name="T37" fmla="*/ 35 h 113"/>
              <a:gd name="T38" fmla="*/ 106 w 140"/>
              <a:gd name="T39" fmla="*/ 113 h 113"/>
              <a:gd name="T40" fmla="*/ 125 w 140"/>
              <a:gd name="T41" fmla="*/ 113 h 113"/>
              <a:gd name="T42" fmla="*/ 125 w 140"/>
              <a:gd name="T43" fmla="*/ 35 h 113"/>
              <a:gd name="T44" fmla="*/ 24 w 140"/>
              <a:gd name="T45" fmla="*/ 49 h 113"/>
              <a:gd name="T46" fmla="*/ 19 w 140"/>
              <a:gd name="T47" fmla="*/ 55 h 113"/>
              <a:gd name="T48" fmla="*/ 24 w 140"/>
              <a:gd name="T49" fmla="*/ 60 h 113"/>
              <a:gd name="T50" fmla="*/ 30 w 140"/>
              <a:gd name="T51" fmla="*/ 55 h 113"/>
              <a:gd name="T52" fmla="*/ 24 w 140"/>
              <a:gd name="T53" fmla="*/ 49 h 113"/>
              <a:gd name="T54" fmla="*/ 55 w 140"/>
              <a:gd name="T55" fmla="*/ 20 h 113"/>
              <a:gd name="T56" fmla="*/ 49 w 140"/>
              <a:gd name="T57" fmla="*/ 26 h 113"/>
              <a:gd name="T58" fmla="*/ 55 w 140"/>
              <a:gd name="T59" fmla="*/ 31 h 113"/>
              <a:gd name="T60" fmla="*/ 60 w 140"/>
              <a:gd name="T61" fmla="*/ 26 h 113"/>
              <a:gd name="T62" fmla="*/ 55 w 140"/>
              <a:gd name="T63" fmla="*/ 20 h 113"/>
              <a:gd name="T64" fmla="*/ 85 w 140"/>
              <a:gd name="T65" fmla="*/ 35 h 113"/>
              <a:gd name="T66" fmla="*/ 79 w 140"/>
              <a:gd name="T67" fmla="*/ 40 h 113"/>
              <a:gd name="T68" fmla="*/ 85 w 140"/>
              <a:gd name="T69" fmla="*/ 46 h 113"/>
              <a:gd name="T70" fmla="*/ 90 w 140"/>
              <a:gd name="T71" fmla="*/ 40 h 113"/>
              <a:gd name="T72" fmla="*/ 85 w 140"/>
              <a:gd name="T73" fmla="*/ 35 h 113"/>
              <a:gd name="T74" fmla="*/ 115 w 140"/>
              <a:gd name="T75" fmla="*/ 0 h 113"/>
              <a:gd name="T76" fmla="*/ 110 w 140"/>
              <a:gd name="T77" fmla="*/ 6 h 113"/>
              <a:gd name="T78" fmla="*/ 115 w 140"/>
              <a:gd name="T79" fmla="*/ 11 h 113"/>
              <a:gd name="T80" fmla="*/ 121 w 140"/>
              <a:gd name="T81" fmla="*/ 6 h 113"/>
              <a:gd name="T82" fmla="*/ 115 w 140"/>
              <a:gd name="T83" fmla="*/ 0 h 113"/>
              <a:gd name="T84" fmla="*/ 89 w 140"/>
              <a:gd name="T85" fmla="*/ 36 h 113"/>
              <a:gd name="T86" fmla="*/ 112 w 140"/>
              <a:gd name="T87" fmla="*/ 10 h 113"/>
              <a:gd name="T88" fmla="*/ 60 w 140"/>
              <a:gd name="T89" fmla="*/ 28 h 113"/>
              <a:gd name="T90" fmla="*/ 80 w 140"/>
              <a:gd name="T91" fmla="*/ 38 h 113"/>
              <a:gd name="T92" fmla="*/ 51 w 140"/>
              <a:gd name="T93" fmla="*/ 30 h 113"/>
              <a:gd name="T94" fmla="*/ 28 w 140"/>
              <a:gd name="T95" fmla="*/ 5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113">
                <a:moveTo>
                  <a:pt x="140" y="113"/>
                </a:moveTo>
                <a:cubicBezTo>
                  <a:pt x="0" y="113"/>
                  <a:pt x="0" y="113"/>
                  <a:pt x="0" y="113"/>
                </a:cubicBezTo>
                <a:moveTo>
                  <a:pt x="34" y="83"/>
                </a:moveTo>
                <a:cubicBezTo>
                  <a:pt x="15" y="83"/>
                  <a:pt x="15" y="83"/>
                  <a:pt x="15" y="83"/>
                </a:cubicBezTo>
                <a:cubicBezTo>
                  <a:pt x="15" y="113"/>
                  <a:pt x="15" y="113"/>
                  <a:pt x="15" y="113"/>
                </a:cubicBezTo>
                <a:cubicBezTo>
                  <a:pt x="34" y="113"/>
                  <a:pt x="34" y="113"/>
                  <a:pt x="34" y="113"/>
                </a:cubicBezTo>
                <a:lnTo>
                  <a:pt x="34" y="83"/>
                </a:lnTo>
                <a:close/>
                <a:moveTo>
                  <a:pt x="64" y="53"/>
                </a:moveTo>
                <a:cubicBezTo>
                  <a:pt x="45" y="53"/>
                  <a:pt x="45" y="53"/>
                  <a:pt x="45" y="53"/>
                </a:cubicBezTo>
                <a:cubicBezTo>
                  <a:pt x="45" y="113"/>
                  <a:pt x="45" y="113"/>
                  <a:pt x="45" y="113"/>
                </a:cubicBezTo>
                <a:cubicBezTo>
                  <a:pt x="64" y="113"/>
                  <a:pt x="64" y="113"/>
                  <a:pt x="64" y="113"/>
                </a:cubicBezTo>
                <a:lnTo>
                  <a:pt x="64" y="53"/>
                </a:lnTo>
                <a:close/>
                <a:moveTo>
                  <a:pt x="95" y="66"/>
                </a:moveTo>
                <a:cubicBezTo>
                  <a:pt x="75" y="66"/>
                  <a:pt x="75" y="66"/>
                  <a:pt x="75" y="66"/>
                </a:cubicBezTo>
                <a:cubicBezTo>
                  <a:pt x="75" y="113"/>
                  <a:pt x="75" y="113"/>
                  <a:pt x="75" y="113"/>
                </a:cubicBezTo>
                <a:cubicBezTo>
                  <a:pt x="95" y="113"/>
                  <a:pt x="95" y="113"/>
                  <a:pt x="95" y="113"/>
                </a:cubicBezTo>
                <a:lnTo>
                  <a:pt x="95" y="66"/>
                </a:lnTo>
                <a:close/>
                <a:moveTo>
                  <a:pt x="125" y="35"/>
                </a:moveTo>
                <a:cubicBezTo>
                  <a:pt x="106" y="35"/>
                  <a:pt x="106" y="35"/>
                  <a:pt x="106" y="35"/>
                </a:cubicBezTo>
                <a:cubicBezTo>
                  <a:pt x="106" y="113"/>
                  <a:pt x="106" y="113"/>
                  <a:pt x="106" y="113"/>
                </a:cubicBezTo>
                <a:cubicBezTo>
                  <a:pt x="125" y="113"/>
                  <a:pt x="125" y="113"/>
                  <a:pt x="125" y="113"/>
                </a:cubicBezTo>
                <a:lnTo>
                  <a:pt x="125" y="35"/>
                </a:lnTo>
                <a:close/>
                <a:moveTo>
                  <a:pt x="24" y="49"/>
                </a:moveTo>
                <a:cubicBezTo>
                  <a:pt x="21" y="49"/>
                  <a:pt x="19" y="52"/>
                  <a:pt x="19" y="55"/>
                </a:cubicBezTo>
                <a:cubicBezTo>
                  <a:pt x="19" y="58"/>
                  <a:pt x="21" y="60"/>
                  <a:pt x="24" y="60"/>
                </a:cubicBezTo>
                <a:cubicBezTo>
                  <a:pt x="27" y="60"/>
                  <a:pt x="30" y="58"/>
                  <a:pt x="30" y="55"/>
                </a:cubicBezTo>
                <a:cubicBezTo>
                  <a:pt x="30" y="52"/>
                  <a:pt x="27" y="49"/>
                  <a:pt x="24" y="49"/>
                </a:cubicBezTo>
                <a:close/>
                <a:moveTo>
                  <a:pt x="55" y="20"/>
                </a:moveTo>
                <a:cubicBezTo>
                  <a:pt x="51" y="20"/>
                  <a:pt x="49" y="23"/>
                  <a:pt x="49" y="26"/>
                </a:cubicBezTo>
                <a:cubicBezTo>
                  <a:pt x="49" y="29"/>
                  <a:pt x="51" y="31"/>
                  <a:pt x="55" y="31"/>
                </a:cubicBezTo>
                <a:cubicBezTo>
                  <a:pt x="58" y="31"/>
                  <a:pt x="60" y="29"/>
                  <a:pt x="60" y="26"/>
                </a:cubicBezTo>
                <a:cubicBezTo>
                  <a:pt x="60" y="23"/>
                  <a:pt x="58" y="20"/>
                  <a:pt x="55" y="20"/>
                </a:cubicBezTo>
                <a:close/>
                <a:moveTo>
                  <a:pt x="85" y="35"/>
                </a:moveTo>
                <a:cubicBezTo>
                  <a:pt x="82" y="35"/>
                  <a:pt x="79" y="37"/>
                  <a:pt x="79" y="40"/>
                </a:cubicBezTo>
                <a:cubicBezTo>
                  <a:pt x="79" y="44"/>
                  <a:pt x="82" y="46"/>
                  <a:pt x="85" y="46"/>
                </a:cubicBezTo>
                <a:cubicBezTo>
                  <a:pt x="88" y="46"/>
                  <a:pt x="90" y="44"/>
                  <a:pt x="90" y="40"/>
                </a:cubicBezTo>
                <a:cubicBezTo>
                  <a:pt x="90" y="37"/>
                  <a:pt x="88" y="35"/>
                  <a:pt x="85" y="35"/>
                </a:cubicBezTo>
                <a:close/>
                <a:moveTo>
                  <a:pt x="115" y="0"/>
                </a:moveTo>
                <a:cubicBezTo>
                  <a:pt x="112" y="0"/>
                  <a:pt x="110" y="3"/>
                  <a:pt x="110" y="6"/>
                </a:cubicBezTo>
                <a:cubicBezTo>
                  <a:pt x="110" y="9"/>
                  <a:pt x="112" y="11"/>
                  <a:pt x="115" y="11"/>
                </a:cubicBezTo>
                <a:cubicBezTo>
                  <a:pt x="118" y="11"/>
                  <a:pt x="121" y="9"/>
                  <a:pt x="121" y="6"/>
                </a:cubicBezTo>
                <a:cubicBezTo>
                  <a:pt x="121" y="3"/>
                  <a:pt x="118" y="0"/>
                  <a:pt x="115" y="0"/>
                </a:cubicBezTo>
                <a:close/>
                <a:moveTo>
                  <a:pt x="89" y="36"/>
                </a:moveTo>
                <a:cubicBezTo>
                  <a:pt x="112" y="10"/>
                  <a:pt x="112" y="10"/>
                  <a:pt x="112" y="10"/>
                </a:cubicBezTo>
                <a:moveTo>
                  <a:pt x="60" y="28"/>
                </a:moveTo>
                <a:cubicBezTo>
                  <a:pt x="80" y="38"/>
                  <a:pt x="80" y="38"/>
                  <a:pt x="80" y="38"/>
                </a:cubicBezTo>
                <a:moveTo>
                  <a:pt x="51" y="30"/>
                </a:moveTo>
                <a:cubicBezTo>
                  <a:pt x="28" y="51"/>
                  <a:pt x="28" y="51"/>
                  <a:pt x="28" y="51"/>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C3480275-A792-4D05-BBA9-95CF2FE20019}"/>
              </a:ext>
            </a:extLst>
          </p:cNvPr>
          <p:cNvSpPr>
            <a:spLocks noEditPoints="1"/>
          </p:cNvSpPr>
          <p:nvPr/>
        </p:nvSpPr>
        <p:spPr bwMode="auto">
          <a:xfrm>
            <a:off x="5516563" y="5057775"/>
            <a:ext cx="741363" cy="419100"/>
          </a:xfrm>
          <a:custGeom>
            <a:avLst/>
            <a:gdLst>
              <a:gd name="T0" fmla="*/ 43 w 184"/>
              <a:gd name="T1" fmla="*/ 84 h 104"/>
              <a:gd name="T2" fmla="*/ 43 w 184"/>
              <a:gd name="T3" fmla="*/ 77 h 104"/>
              <a:gd name="T4" fmla="*/ 53 w 184"/>
              <a:gd name="T5" fmla="*/ 67 h 104"/>
              <a:gd name="T6" fmla="*/ 60 w 184"/>
              <a:gd name="T7" fmla="*/ 72 h 104"/>
              <a:gd name="T8" fmla="*/ 51 w 184"/>
              <a:gd name="T9" fmla="*/ 84 h 104"/>
              <a:gd name="T10" fmla="*/ 112 w 184"/>
              <a:gd name="T11" fmla="*/ 75 h 104"/>
              <a:gd name="T12" fmla="*/ 134 w 184"/>
              <a:gd name="T13" fmla="*/ 85 h 104"/>
              <a:gd name="T14" fmla="*/ 135 w 184"/>
              <a:gd name="T15" fmla="*/ 75 h 104"/>
              <a:gd name="T16" fmla="*/ 112 w 184"/>
              <a:gd name="T17" fmla="*/ 92 h 104"/>
              <a:gd name="T18" fmla="*/ 123 w 184"/>
              <a:gd name="T19" fmla="*/ 93 h 104"/>
              <a:gd name="T20" fmla="*/ 125 w 184"/>
              <a:gd name="T21" fmla="*/ 85 h 104"/>
              <a:gd name="T22" fmla="*/ 100 w 184"/>
              <a:gd name="T23" fmla="*/ 99 h 104"/>
              <a:gd name="T24" fmla="*/ 110 w 184"/>
              <a:gd name="T25" fmla="*/ 100 h 104"/>
              <a:gd name="T26" fmla="*/ 112 w 184"/>
              <a:gd name="T27" fmla="*/ 92 h 104"/>
              <a:gd name="T28" fmla="*/ 86 w 184"/>
              <a:gd name="T29" fmla="*/ 101 h 104"/>
              <a:gd name="T30" fmla="*/ 98 w 184"/>
              <a:gd name="T31" fmla="*/ 100 h 104"/>
              <a:gd name="T32" fmla="*/ 59 w 184"/>
              <a:gd name="T33" fmla="*/ 92 h 104"/>
              <a:gd name="T34" fmla="*/ 71 w 184"/>
              <a:gd name="T35" fmla="*/ 70 h 104"/>
              <a:gd name="T36" fmla="*/ 63 w 184"/>
              <a:gd name="T37" fmla="*/ 71 h 104"/>
              <a:gd name="T38" fmla="*/ 51 w 184"/>
              <a:gd name="T39" fmla="*/ 93 h 104"/>
              <a:gd name="T40" fmla="*/ 59 w 184"/>
              <a:gd name="T41" fmla="*/ 92 h 104"/>
              <a:gd name="T42" fmla="*/ 80 w 184"/>
              <a:gd name="T43" fmla="*/ 84 h 104"/>
              <a:gd name="T44" fmla="*/ 76 w 184"/>
              <a:gd name="T45" fmla="*/ 75 h 104"/>
              <a:gd name="T46" fmla="*/ 61 w 184"/>
              <a:gd name="T47" fmla="*/ 90 h 104"/>
              <a:gd name="T48" fmla="*/ 66 w 184"/>
              <a:gd name="T49" fmla="*/ 99 h 104"/>
              <a:gd name="T50" fmla="*/ 85 w 184"/>
              <a:gd name="T51" fmla="*/ 96 h 104"/>
              <a:gd name="T52" fmla="*/ 86 w 184"/>
              <a:gd name="T53" fmla="*/ 86 h 104"/>
              <a:gd name="T54" fmla="*/ 78 w 184"/>
              <a:gd name="T55" fmla="*/ 87 h 104"/>
              <a:gd name="T56" fmla="*/ 72 w 184"/>
              <a:gd name="T57" fmla="*/ 102 h 104"/>
              <a:gd name="T58" fmla="*/ 80 w 184"/>
              <a:gd name="T59" fmla="*/ 102 h 104"/>
              <a:gd name="T60" fmla="*/ 158 w 184"/>
              <a:gd name="T61" fmla="*/ 0 h 104"/>
              <a:gd name="T62" fmla="*/ 153 w 184"/>
              <a:gd name="T63" fmla="*/ 62 h 104"/>
              <a:gd name="T64" fmla="*/ 184 w 184"/>
              <a:gd name="T65" fmla="*/ 49 h 104"/>
              <a:gd name="T66" fmla="*/ 99 w 184"/>
              <a:gd name="T67" fmla="*/ 27 h 104"/>
              <a:gd name="T68" fmla="*/ 90 w 184"/>
              <a:gd name="T69" fmla="*/ 27 h 104"/>
              <a:gd name="T70" fmla="*/ 63 w 184"/>
              <a:gd name="T71" fmla="*/ 40 h 104"/>
              <a:gd name="T72" fmla="*/ 87 w 184"/>
              <a:gd name="T73" fmla="*/ 46 h 104"/>
              <a:gd name="T74" fmla="*/ 135 w 184"/>
              <a:gd name="T75" fmla="*/ 75 h 104"/>
              <a:gd name="T76" fmla="*/ 143 w 184"/>
              <a:gd name="T77" fmla="*/ 65 h 104"/>
              <a:gd name="T78" fmla="*/ 135 w 184"/>
              <a:gd name="T79" fmla="*/ 75 h 104"/>
              <a:gd name="T80" fmla="*/ 46 w 184"/>
              <a:gd name="T81" fmla="*/ 74 h 104"/>
              <a:gd name="T82" fmla="*/ 27 w 184"/>
              <a:gd name="T83" fmla="*/ 68 h 104"/>
              <a:gd name="T84" fmla="*/ 38 w 184"/>
              <a:gd name="T85" fmla="*/ 0 h 104"/>
              <a:gd name="T86" fmla="*/ 44 w 184"/>
              <a:gd name="T87" fmla="*/ 75 h 104"/>
              <a:gd name="T88" fmla="*/ 61 w 184"/>
              <a:gd name="T89" fmla="*/ 2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4" h="104">
                <a:moveTo>
                  <a:pt x="48" y="86"/>
                </a:moveTo>
                <a:cubicBezTo>
                  <a:pt x="46" y="86"/>
                  <a:pt x="45" y="85"/>
                  <a:pt x="43" y="84"/>
                </a:cubicBezTo>
                <a:cubicBezTo>
                  <a:pt x="42" y="83"/>
                  <a:pt x="42" y="82"/>
                  <a:pt x="42" y="81"/>
                </a:cubicBezTo>
                <a:cubicBezTo>
                  <a:pt x="42" y="79"/>
                  <a:pt x="42" y="78"/>
                  <a:pt x="43" y="77"/>
                </a:cubicBezTo>
                <a:cubicBezTo>
                  <a:pt x="50" y="69"/>
                  <a:pt x="50" y="69"/>
                  <a:pt x="50" y="69"/>
                </a:cubicBezTo>
                <a:cubicBezTo>
                  <a:pt x="51" y="68"/>
                  <a:pt x="52" y="67"/>
                  <a:pt x="53" y="67"/>
                </a:cubicBezTo>
                <a:cubicBezTo>
                  <a:pt x="55" y="67"/>
                  <a:pt x="57" y="67"/>
                  <a:pt x="58" y="68"/>
                </a:cubicBezTo>
                <a:cubicBezTo>
                  <a:pt x="59" y="69"/>
                  <a:pt x="60" y="71"/>
                  <a:pt x="60" y="72"/>
                </a:cubicBezTo>
                <a:cubicBezTo>
                  <a:pt x="60" y="74"/>
                  <a:pt x="59" y="75"/>
                  <a:pt x="58" y="76"/>
                </a:cubicBezTo>
                <a:cubicBezTo>
                  <a:pt x="51" y="84"/>
                  <a:pt x="51" y="84"/>
                  <a:pt x="51" y="84"/>
                </a:cubicBezTo>
                <a:cubicBezTo>
                  <a:pt x="50" y="85"/>
                  <a:pt x="49" y="86"/>
                  <a:pt x="48" y="86"/>
                </a:cubicBezTo>
                <a:close/>
                <a:moveTo>
                  <a:pt x="112" y="75"/>
                </a:moveTo>
                <a:cubicBezTo>
                  <a:pt x="112" y="75"/>
                  <a:pt x="125" y="86"/>
                  <a:pt x="129" y="87"/>
                </a:cubicBezTo>
                <a:cubicBezTo>
                  <a:pt x="132" y="87"/>
                  <a:pt x="132" y="86"/>
                  <a:pt x="134" y="85"/>
                </a:cubicBezTo>
                <a:cubicBezTo>
                  <a:pt x="136" y="83"/>
                  <a:pt x="136" y="81"/>
                  <a:pt x="136" y="79"/>
                </a:cubicBezTo>
                <a:cubicBezTo>
                  <a:pt x="136" y="78"/>
                  <a:pt x="136" y="76"/>
                  <a:pt x="135" y="75"/>
                </a:cubicBezTo>
                <a:moveTo>
                  <a:pt x="101" y="82"/>
                </a:moveTo>
                <a:cubicBezTo>
                  <a:pt x="112" y="92"/>
                  <a:pt x="112" y="92"/>
                  <a:pt x="112" y="92"/>
                </a:cubicBezTo>
                <a:cubicBezTo>
                  <a:pt x="114" y="93"/>
                  <a:pt x="115" y="94"/>
                  <a:pt x="117" y="94"/>
                </a:cubicBezTo>
                <a:cubicBezTo>
                  <a:pt x="119" y="95"/>
                  <a:pt x="121" y="94"/>
                  <a:pt x="123" y="93"/>
                </a:cubicBezTo>
                <a:cubicBezTo>
                  <a:pt x="124" y="91"/>
                  <a:pt x="125" y="89"/>
                  <a:pt x="125" y="87"/>
                </a:cubicBezTo>
                <a:cubicBezTo>
                  <a:pt x="125" y="86"/>
                  <a:pt x="125" y="85"/>
                  <a:pt x="125" y="85"/>
                </a:cubicBezTo>
                <a:moveTo>
                  <a:pt x="95" y="94"/>
                </a:moveTo>
                <a:cubicBezTo>
                  <a:pt x="100" y="99"/>
                  <a:pt x="100" y="99"/>
                  <a:pt x="100" y="99"/>
                </a:cubicBezTo>
                <a:cubicBezTo>
                  <a:pt x="101" y="101"/>
                  <a:pt x="103" y="102"/>
                  <a:pt x="105" y="102"/>
                </a:cubicBezTo>
                <a:cubicBezTo>
                  <a:pt x="107" y="102"/>
                  <a:pt x="109" y="101"/>
                  <a:pt x="110" y="100"/>
                </a:cubicBezTo>
                <a:cubicBezTo>
                  <a:pt x="112" y="98"/>
                  <a:pt x="113" y="96"/>
                  <a:pt x="113" y="94"/>
                </a:cubicBezTo>
                <a:cubicBezTo>
                  <a:pt x="113" y="93"/>
                  <a:pt x="113" y="93"/>
                  <a:pt x="112" y="92"/>
                </a:cubicBezTo>
                <a:moveTo>
                  <a:pt x="82" y="99"/>
                </a:moveTo>
                <a:cubicBezTo>
                  <a:pt x="86" y="101"/>
                  <a:pt x="86" y="101"/>
                  <a:pt x="86" y="101"/>
                </a:cubicBezTo>
                <a:cubicBezTo>
                  <a:pt x="87" y="102"/>
                  <a:pt x="89" y="102"/>
                  <a:pt x="93" y="102"/>
                </a:cubicBezTo>
                <a:cubicBezTo>
                  <a:pt x="94" y="102"/>
                  <a:pt x="96" y="102"/>
                  <a:pt x="98" y="100"/>
                </a:cubicBezTo>
                <a:cubicBezTo>
                  <a:pt x="98" y="100"/>
                  <a:pt x="99" y="99"/>
                  <a:pt x="99" y="98"/>
                </a:cubicBezTo>
                <a:moveTo>
                  <a:pt x="59" y="92"/>
                </a:moveTo>
                <a:cubicBezTo>
                  <a:pt x="71" y="78"/>
                  <a:pt x="71" y="78"/>
                  <a:pt x="71" y="78"/>
                </a:cubicBezTo>
                <a:cubicBezTo>
                  <a:pt x="73" y="76"/>
                  <a:pt x="73" y="73"/>
                  <a:pt x="71" y="70"/>
                </a:cubicBezTo>
                <a:cubicBezTo>
                  <a:pt x="69" y="69"/>
                  <a:pt x="68" y="69"/>
                  <a:pt x="66" y="69"/>
                </a:cubicBezTo>
                <a:cubicBezTo>
                  <a:pt x="65" y="69"/>
                  <a:pt x="64" y="70"/>
                  <a:pt x="63" y="71"/>
                </a:cubicBezTo>
                <a:cubicBezTo>
                  <a:pt x="50" y="85"/>
                  <a:pt x="50" y="85"/>
                  <a:pt x="50" y="85"/>
                </a:cubicBezTo>
                <a:cubicBezTo>
                  <a:pt x="48" y="87"/>
                  <a:pt x="49" y="91"/>
                  <a:pt x="51" y="93"/>
                </a:cubicBezTo>
                <a:cubicBezTo>
                  <a:pt x="52" y="94"/>
                  <a:pt x="54" y="94"/>
                  <a:pt x="55" y="94"/>
                </a:cubicBezTo>
                <a:cubicBezTo>
                  <a:pt x="57" y="94"/>
                  <a:pt x="58" y="93"/>
                  <a:pt x="59" y="92"/>
                </a:cubicBezTo>
                <a:close/>
                <a:moveTo>
                  <a:pt x="69" y="97"/>
                </a:moveTo>
                <a:cubicBezTo>
                  <a:pt x="80" y="84"/>
                  <a:pt x="80" y="84"/>
                  <a:pt x="80" y="84"/>
                </a:cubicBezTo>
                <a:cubicBezTo>
                  <a:pt x="83" y="82"/>
                  <a:pt x="82" y="79"/>
                  <a:pt x="80" y="77"/>
                </a:cubicBezTo>
                <a:cubicBezTo>
                  <a:pt x="79" y="75"/>
                  <a:pt x="77" y="75"/>
                  <a:pt x="76" y="75"/>
                </a:cubicBezTo>
                <a:cubicBezTo>
                  <a:pt x="74" y="75"/>
                  <a:pt x="73" y="76"/>
                  <a:pt x="72" y="77"/>
                </a:cubicBezTo>
                <a:cubicBezTo>
                  <a:pt x="61" y="90"/>
                  <a:pt x="61" y="90"/>
                  <a:pt x="61" y="90"/>
                </a:cubicBezTo>
                <a:cubicBezTo>
                  <a:pt x="59" y="92"/>
                  <a:pt x="59" y="96"/>
                  <a:pt x="61" y="98"/>
                </a:cubicBezTo>
                <a:cubicBezTo>
                  <a:pt x="62" y="99"/>
                  <a:pt x="64" y="99"/>
                  <a:pt x="66" y="99"/>
                </a:cubicBezTo>
                <a:cubicBezTo>
                  <a:pt x="67" y="99"/>
                  <a:pt x="68" y="98"/>
                  <a:pt x="69" y="97"/>
                </a:cubicBezTo>
                <a:close/>
                <a:moveTo>
                  <a:pt x="85" y="96"/>
                </a:moveTo>
                <a:cubicBezTo>
                  <a:pt x="86" y="94"/>
                  <a:pt x="86" y="94"/>
                  <a:pt x="86" y="94"/>
                </a:cubicBezTo>
                <a:cubicBezTo>
                  <a:pt x="88" y="92"/>
                  <a:pt x="88" y="88"/>
                  <a:pt x="86" y="86"/>
                </a:cubicBezTo>
                <a:cubicBezTo>
                  <a:pt x="85" y="85"/>
                  <a:pt x="83" y="85"/>
                  <a:pt x="82" y="85"/>
                </a:cubicBezTo>
                <a:cubicBezTo>
                  <a:pt x="80" y="85"/>
                  <a:pt x="79" y="86"/>
                  <a:pt x="78" y="87"/>
                </a:cubicBezTo>
                <a:cubicBezTo>
                  <a:pt x="72" y="94"/>
                  <a:pt x="72" y="94"/>
                  <a:pt x="72" y="94"/>
                </a:cubicBezTo>
                <a:cubicBezTo>
                  <a:pt x="70" y="96"/>
                  <a:pt x="70" y="100"/>
                  <a:pt x="72" y="102"/>
                </a:cubicBezTo>
                <a:cubicBezTo>
                  <a:pt x="73" y="103"/>
                  <a:pt x="75" y="104"/>
                  <a:pt x="76" y="103"/>
                </a:cubicBezTo>
                <a:cubicBezTo>
                  <a:pt x="78" y="103"/>
                  <a:pt x="79" y="103"/>
                  <a:pt x="80" y="102"/>
                </a:cubicBezTo>
                <a:lnTo>
                  <a:pt x="85" y="96"/>
                </a:lnTo>
                <a:close/>
                <a:moveTo>
                  <a:pt x="158" y="0"/>
                </a:moveTo>
                <a:cubicBezTo>
                  <a:pt x="146" y="7"/>
                  <a:pt x="129" y="16"/>
                  <a:pt x="126" y="17"/>
                </a:cubicBezTo>
                <a:cubicBezTo>
                  <a:pt x="129" y="21"/>
                  <a:pt x="140" y="39"/>
                  <a:pt x="153" y="62"/>
                </a:cubicBezTo>
                <a:cubicBezTo>
                  <a:pt x="154" y="65"/>
                  <a:pt x="154" y="65"/>
                  <a:pt x="154" y="65"/>
                </a:cubicBezTo>
                <a:cubicBezTo>
                  <a:pt x="184" y="49"/>
                  <a:pt x="184" y="49"/>
                  <a:pt x="184" y="49"/>
                </a:cubicBezTo>
                <a:moveTo>
                  <a:pt x="130" y="24"/>
                </a:moveTo>
                <a:cubicBezTo>
                  <a:pt x="116" y="18"/>
                  <a:pt x="108" y="27"/>
                  <a:pt x="99" y="27"/>
                </a:cubicBezTo>
                <a:cubicBezTo>
                  <a:pt x="96" y="27"/>
                  <a:pt x="93" y="27"/>
                  <a:pt x="91" y="27"/>
                </a:cubicBezTo>
                <a:cubicBezTo>
                  <a:pt x="91" y="27"/>
                  <a:pt x="91" y="27"/>
                  <a:pt x="90" y="27"/>
                </a:cubicBezTo>
                <a:cubicBezTo>
                  <a:pt x="90" y="27"/>
                  <a:pt x="89" y="27"/>
                  <a:pt x="88" y="28"/>
                </a:cubicBezTo>
                <a:cubicBezTo>
                  <a:pt x="63" y="40"/>
                  <a:pt x="63" y="40"/>
                  <a:pt x="63" y="40"/>
                </a:cubicBezTo>
                <a:cubicBezTo>
                  <a:pt x="52" y="46"/>
                  <a:pt x="63" y="55"/>
                  <a:pt x="67" y="54"/>
                </a:cubicBezTo>
                <a:cubicBezTo>
                  <a:pt x="71" y="53"/>
                  <a:pt x="81" y="49"/>
                  <a:pt x="87" y="46"/>
                </a:cubicBezTo>
                <a:cubicBezTo>
                  <a:pt x="91" y="45"/>
                  <a:pt x="96" y="45"/>
                  <a:pt x="99" y="48"/>
                </a:cubicBezTo>
                <a:cubicBezTo>
                  <a:pt x="110" y="56"/>
                  <a:pt x="133" y="73"/>
                  <a:pt x="135" y="75"/>
                </a:cubicBezTo>
                <a:moveTo>
                  <a:pt x="151" y="59"/>
                </a:moveTo>
                <a:cubicBezTo>
                  <a:pt x="149" y="61"/>
                  <a:pt x="144" y="64"/>
                  <a:pt x="143" y="65"/>
                </a:cubicBezTo>
                <a:cubicBezTo>
                  <a:pt x="142" y="65"/>
                  <a:pt x="141" y="67"/>
                  <a:pt x="141" y="68"/>
                </a:cubicBezTo>
                <a:cubicBezTo>
                  <a:pt x="139" y="71"/>
                  <a:pt x="137" y="74"/>
                  <a:pt x="135" y="75"/>
                </a:cubicBezTo>
                <a:moveTo>
                  <a:pt x="46" y="74"/>
                </a:moveTo>
                <a:cubicBezTo>
                  <a:pt x="46" y="74"/>
                  <a:pt x="46" y="74"/>
                  <a:pt x="46" y="74"/>
                </a:cubicBezTo>
                <a:moveTo>
                  <a:pt x="0" y="47"/>
                </a:moveTo>
                <a:cubicBezTo>
                  <a:pt x="27" y="68"/>
                  <a:pt x="27" y="68"/>
                  <a:pt x="27" y="68"/>
                </a:cubicBezTo>
                <a:cubicBezTo>
                  <a:pt x="64" y="21"/>
                  <a:pt x="64" y="21"/>
                  <a:pt x="64" y="21"/>
                </a:cubicBezTo>
                <a:cubicBezTo>
                  <a:pt x="38" y="0"/>
                  <a:pt x="38" y="0"/>
                  <a:pt x="38" y="0"/>
                </a:cubicBezTo>
                <a:moveTo>
                  <a:pt x="29" y="65"/>
                </a:moveTo>
                <a:cubicBezTo>
                  <a:pt x="37" y="71"/>
                  <a:pt x="44" y="75"/>
                  <a:pt x="44" y="75"/>
                </a:cubicBezTo>
                <a:moveTo>
                  <a:pt x="79" y="32"/>
                </a:moveTo>
                <a:cubicBezTo>
                  <a:pt x="76" y="30"/>
                  <a:pt x="68" y="27"/>
                  <a:pt x="61" y="25"/>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82787FBC-CC8C-439A-9C2A-220FEAAFCC91}"/>
              </a:ext>
            </a:extLst>
          </p:cNvPr>
          <p:cNvSpPr>
            <a:spLocks noEditPoints="1"/>
          </p:cNvSpPr>
          <p:nvPr/>
        </p:nvSpPr>
        <p:spPr bwMode="auto">
          <a:xfrm>
            <a:off x="5605463" y="3722688"/>
            <a:ext cx="563563" cy="584200"/>
          </a:xfrm>
          <a:custGeom>
            <a:avLst/>
            <a:gdLst>
              <a:gd name="T0" fmla="*/ 52 w 140"/>
              <a:gd name="T1" fmla="*/ 15 h 145"/>
              <a:gd name="T2" fmla="*/ 123 w 140"/>
              <a:gd name="T3" fmla="*/ 58 h 145"/>
              <a:gd name="T4" fmla="*/ 140 w 140"/>
              <a:gd name="T5" fmla="*/ 93 h 145"/>
              <a:gd name="T6" fmla="*/ 125 w 140"/>
              <a:gd name="T7" fmla="*/ 93 h 145"/>
              <a:gd name="T8" fmla="*/ 125 w 140"/>
              <a:gd name="T9" fmla="*/ 117 h 145"/>
              <a:gd name="T10" fmla="*/ 118 w 140"/>
              <a:gd name="T11" fmla="*/ 124 h 145"/>
              <a:gd name="T12" fmla="*/ 102 w 140"/>
              <a:gd name="T13" fmla="*/ 124 h 145"/>
              <a:gd name="T14" fmla="*/ 102 w 140"/>
              <a:gd name="T15" fmla="*/ 145 h 145"/>
              <a:gd name="T16" fmla="*/ 38 w 140"/>
              <a:gd name="T17" fmla="*/ 145 h 145"/>
              <a:gd name="T18" fmla="*/ 38 w 140"/>
              <a:gd name="T19" fmla="*/ 123 h 145"/>
              <a:gd name="T20" fmla="*/ 31 w 140"/>
              <a:gd name="T21" fmla="*/ 109 h 145"/>
              <a:gd name="T22" fmla="*/ 78 w 140"/>
              <a:gd name="T23" fmla="*/ 65 h 145"/>
              <a:gd name="T24" fmla="*/ 78 w 140"/>
              <a:gd name="T25" fmla="*/ 55 h 145"/>
              <a:gd name="T26" fmla="*/ 67 w 140"/>
              <a:gd name="T27" fmla="*/ 51 h 145"/>
              <a:gd name="T28" fmla="*/ 66 w 140"/>
              <a:gd name="T29" fmla="*/ 47 h 145"/>
              <a:gd name="T30" fmla="*/ 70 w 140"/>
              <a:gd name="T31" fmla="*/ 36 h 145"/>
              <a:gd name="T32" fmla="*/ 63 w 140"/>
              <a:gd name="T33" fmla="*/ 29 h 145"/>
              <a:gd name="T34" fmla="*/ 52 w 140"/>
              <a:gd name="T35" fmla="*/ 34 h 145"/>
              <a:gd name="T36" fmla="*/ 49 w 140"/>
              <a:gd name="T37" fmla="*/ 33 h 145"/>
              <a:gd name="T38" fmla="*/ 44 w 140"/>
              <a:gd name="T39" fmla="*/ 21 h 145"/>
              <a:gd name="T40" fmla="*/ 34 w 140"/>
              <a:gd name="T41" fmla="*/ 21 h 145"/>
              <a:gd name="T42" fmla="*/ 30 w 140"/>
              <a:gd name="T43" fmla="*/ 33 h 145"/>
              <a:gd name="T44" fmla="*/ 26 w 140"/>
              <a:gd name="T45" fmla="*/ 34 h 145"/>
              <a:gd name="T46" fmla="*/ 15 w 140"/>
              <a:gd name="T47" fmla="*/ 29 h 145"/>
              <a:gd name="T48" fmla="*/ 8 w 140"/>
              <a:gd name="T49" fmla="*/ 36 h 145"/>
              <a:gd name="T50" fmla="*/ 13 w 140"/>
              <a:gd name="T51" fmla="*/ 47 h 145"/>
              <a:gd name="T52" fmla="*/ 11 w 140"/>
              <a:gd name="T53" fmla="*/ 51 h 145"/>
              <a:gd name="T54" fmla="*/ 0 w 140"/>
              <a:gd name="T55" fmla="*/ 55 h 145"/>
              <a:gd name="T56" fmla="*/ 0 w 140"/>
              <a:gd name="T57" fmla="*/ 65 h 145"/>
              <a:gd name="T58" fmla="*/ 11 w 140"/>
              <a:gd name="T59" fmla="*/ 70 h 145"/>
              <a:gd name="T60" fmla="*/ 13 w 140"/>
              <a:gd name="T61" fmla="*/ 73 h 145"/>
              <a:gd name="T62" fmla="*/ 8 w 140"/>
              <a:gd name="T63" fmla="*/ 84 h 145"/>
              <a:gd name="T64" fmla="*/ 15 w 140"/>
              <a:gd name="T65" fmla="*/ 91 h 145"/>
              <a:gd name="T66" fmla="*/ 26 w 140"/>
              <a:gd name="T67" fmla="*/ 87 h 145"/>
              <a:gd name="T68" fmla="*/ 30 w 140"/>
              <a:gd name="T69" fmla="*/ 88 h 145"/>
              <a:gd name="T70" fmla="*/ 34 w 140"/>
              <a:gd name="T71" fmla="*/ 99 h 145"/>
              <a:gd name="T72" fmla="*/ 44 w 140"/>
              <a:gd name="T73" fmla="*/ 99 h 145"/>
              <a:gd name="T74" fmla="*/ 49 w 140"/>
              <a:gd name="T75" fmla="*/ 88 h 145"/>
              <a:gd name="T76" fmla="*/ 52 w 140"/>
              <a:gd name="T77" fmla="*/ 87 h 145"/>
              <a:gd name="T78" fmla="*/ 63 w 140"/>
              <a:gd name="T79" fmla="*/ 91 h 145"/>
              <a:gd name="T80" fmla="*/ 70 w 140"/>
              <a:gd name="T81" fmla="*/ 84 h 145"/>
              <a:gd name="T82" fmla="*/ 66 w 140"/>
              <a:gd name="T83" fmla="*/ 73 h 145"/>
              <a:gd name="T84" fmla="*/ 67 w 140"/>
              <a:gd name="T85" fmla="*/ 70 h 145"/>
              <a:gd name="T86" fmla="*/ 78 w 140"/>
              <a:gd name="T87" fmla="*/ 65 h 145"/>
              <a:gd name="T88" fmla="*/ 39 w 140"/>
              <a:gd name="T89" fmla="*/ 44 h 145"/>
              <a:gd name="T90" fmla="*/ 23 w 140"/>
              <a:gd name="T91" fmla="*/ 60 h 145"/>
              <a:gd name="T92" fmla="*/ 39 w 140"/>
              <a:gd name="T93" fmla="*/ 77 h 145"/>
              <a:gd name="T94" fmla="*/ 56 w 140"/>
              <a:gd name="T95" fmla="*/ 60 h 145"/>
              <a:gd name="T96" fmla="*/ 39 w 140"/>
              <a:gd name="T97" fmla="*/ 44 h 145"/>
              <a:gd name="T98" fmla="*/ 102 w 140"/>
              <a:gd name="T99" fmla="*/ 124 h 145"/>
              <a:gd name="T100" fmla="*/ 93 w 140"/>
              <a:gd name="T101" fmla="*/ 12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0" h="145">
                <a:moveTo>
                  <a:pt x="52" y="15"/>
                </a:moveTo>
                <a:cubicBezTo>
                  <a:pt x="130" y="0"/>
                  <a:pt x="123" y="58"/>
                  <a:pt x="123" y="58"/>
                </a:cubicBezTo>
                <a:cubicBezTo>
                  <a:pt x="140" y="93"/>
                  <a:pt x="140" y="93"/>
                  <a:pt x="140" y="93"/>
                </a:cubicBezTo>
                <a:cubicBezTo>
                  <a:pt x="125" y="93"/>
                  <a:pt x="125" y="93"/>
                  <a:pt x="125" y="93"/>
                </a:cubicBezTo>
                <a:cubicBezTo>
                  <a:pt x="125" y="117"/>
                  <a:pt x="125" y="117"/>
                  <a:pt x="125" y="117"/>
                </a:cubicBezTo>
                <a:cubicBezTo>
                  <a:pt x="125" y="121"/>
                  <a:pt x="122" y="124"/>
                  <a:pt x="118" y="124"/>
                </a:cubicBezTo>
                <a:cubicBezTo>
                  <a:pt x="102" y="124"/>
                  <a:pt x="102" y="124"/>
                  <a:pt x="102" y="124"/>
                </a:cubicBezTo>
                <a:cubicBezTo>
                  <a:pt x="102" y="145"/>
                  <a:pt x="102" y="145"/>
                  <a:pt x="102" y="145"/>
                </a:cubicBezTo>
                <a:moveTo>
                  <a:pt x="38" y="145"/>
                </a:moveTo>
                <a:cubicBezTo>
                  <a:pt x="38" y="123"/>
                  <a:pt x="38" y="123"/>
                  <a:pt x="38" y="123"/>
                </a:cubicBezTo>
                <a:cubicBezTo>
                  <a:pt x="31" y="109"/>
                  <a:pt x="31" y="109"/>
                  <a:pt x="31" y="109"/>
                </a:cubicBezTo>
                <a:moveTo>
                  <a:pt x="78" y="65"/>
                </a:moveTo>
                <a:cubicBezTo>
                  <a:pt x="78" y="55"/>
                  <a:pt x="78" y="55"/>
                  <a:pt x="78" y="55"/>
                </a:cubicBezTo>
                <a:cubicBezTo>
                  <a:pt x="67" y="51"/>
                  <a:pt x="67" y="51"/>
                  <a:pt x="67" y="51"/>
                </a:cubicBezTo>
                <a:cubicBezTo>
                  <a:pt x="67" y="50"/>
                  <a:pt x="66" y="48"/>
                  <a:pt x="66" y="47"/>
                </a:cubicBezTo>
                <a:cubicBezTo>
                  <a:pt x="70" y="36"/>
                  <a:pt x="70" y="36"/>
                  <a:pt x="70" y="36"/>
                </a:cubicBezTo>
                <a:cubicBezTo>
                  <a:pt x="63" y="29"/>
                  <a:pt x="63" y="29"/>
                  <a:pt x="63" y="29"/>
                </a:cubicBezTo>
                <a:cubicBezTo>
                  <a:pt x="52" y="34"/>
                  <a:pt x="52" y="34"/>
                  <a:pt x="52" y="34"/>
                </a:cubicBezTo>
                <a:cubicBezTo>
                  <a:pt x="51" y="33"/>
                  <a:pt x="50" y="33"/>
                  <a:pt x="49" y="33"/>
                </a:cubicBezTo>
                <a:cubicBezTo>
                  <a:pt x="44" y="21"/>
                  <a:pt x="44" y="21"/>
                  <a:pt x="44" y="21"/>
                </a:cubicBezTo>
                <a:cubicBezTo>
                  <a:pt x="34" y="21"/>
                  <a:pt x="34" y="21"/>
                  <a:pt x="34" y="21"/>
                </a:cubicBezTo>
                <a:cubicBezTo>
                  <a:pt x="30" y="33"/>
                  <a:pt x="30" y="33"/>
                  <a:pt x="30" y="33"/>
                </a:cubicBezTo>
                <a:cubicBezTo>
                  <a:pt x="29" y="33"/>
                  <a:pt x="27" y="33"/>
                  <a:pt x="26" y="34"/>
                </a:cubicBezTo>
                <a:cubicBezTo>
                  <a:pt x="15" y="29"/>
                  <a:pt x="15" y="29"/>
                  <a:pt x="15" y="29"/>
                </a:cubicBezTo>
                <a:cubicBezTo>
                  <a:pt x="8" y="36"/>
                  <a:pt x="8" y="36"/>
                  <a:pt x="8" y="36"/>
                </a:cubicBezTo>
                <a:cubicBezTo>
                  <a:pt x="13" y="47"/>
                  <a:pt x="13" y="47"/>
                  <a:pt x="13" y="47"/>
                </a:cubicBezTo>
                <a:cubicBezTo>
                  <a:pt x="12" y="48"/>
                  <a:pt x="12" y="50"/>
                  <a:pt x="11" y="51"/>
                </a:cubicBezTo>
                <a:cubicBezTo>
                  <a:pt x="0" y="55"/>
                  <a:pt x="0" y="55"/>
                  <a:pt x="0" y="55"/>
                </a:cubicBezTo>
                <a:cubicBezTo>
                  <a:pt x="0" y="65"/>
                  <a:pt x="0" y="65"/>
                  <a:pt x="0" y="65"/>
                </a:cubicBezTo>
                <a:cubicBezTo>
                  <a:pt x="11" y="70"/>
                  <a:pt x="11" y="70"/>
                  <a:pt x="11" y="70"/>
                </a:cubicBezTo>
                <a:cubicBezTo>
                  <a:pt x="12" y="71"/>
                  <a:pt x="12" y="72"/>
                  <a:pt x="13" y="73"/>
                </a:cubicBezTo>
                <a:cubicBezTo>
                  <a:pt x="8" y="84"/>
                  <a:pt x="8" y="84"/>
                  <a:pt x="8" y="84"/>
                </a:cubicBezTo>
                <a:cubicBezTo>
                  <a:pt x="15" y="91"/>
                  <a:pt x="15" y="91"/>
                  <a:pt x="15" y="91"/>
                </a:cubicBezTo>
                <a:cubicBezTo>
                  <a:pt x="26" y="87"/>
                  <a:pt x="26" y="87"/>
                  <a:pt x="26" y="87"/>
                </a:cubicBezTo>
                <a:cubicBezTo>
                  <a:pt x="27" y="87"/>
                  <a:pt x="29" y="88"/>
                  <a:pt x="30" y="88"/>
                </a:cubicBezTo>
                <a:cubicBezTo>
                  <a:pt x="34" y="99"/>
                  <a:pt x="34" y="99"/>
                  <a:pt x="34" y="99"/>
                </a:cubicBezTo>
                <a:cubicBezTo>
                  <a:pt x="44" y="99"/>
                  <a:pt x="44" y="99"/>
                  <a:pt x="44" y="99"/>
                </a:cubicBezTo>
                <a:cubicBezTo>
                  <a:pt x="49" y="88"/>
                  <a:pt x="49" y="88"/>
                  <a:pt x="49" y="88"/>
                </a:cubicBezTo>
                <a:cubicBezTo>
                  <a:pt x="50" y="88"/>
                  <a:pt x="51" y="87"/>
                  <a:pt x="52" y="87"/>
                </a:cubicBezTo>
                <a:cubicBezTo>
                  <a:pt x="63" y="91"/>
                  <a:pt x="63" y="91"/>
                  <a:pt x="63" y="91"/>
                </a:cubicBezTo>
                <a:cubicBezTo>
                  <a:pt x="70" y="84"/>
                  <a:pt x="70" y="84"/>
                  <a:pt x="70" y="84"/>
                </a:cubicBezTo>
                <a:cubicBezTo>
                  <a:pt x="66" y="73"/>
                  <a:pt x="66" y="73"/>
                  <a:pt x="66" y="73"/>
                </a:cubicBezTo>
                <a:cubicBezTo>
                  <a:pt x="66" y="72"/>
                  <a:pt x="67" y="71"/>
                  <a:pt x="67" y="70"/>
                </a:cubicBezTo>
                <a:lnTo>
                  <a:pt x="78" y="65"/>
                </a:lnTo>
                <a:close/>
                <a:moveTo>
                  <a:pt x="39" y="44"/>
                </a:moveTo>
                <a:cubicBezTo>
                  <a:pt x="30" y="44"/>
                  <a:pt x="23" y="51"/>
                  <a:pt x="23" y="60"/>
                </a:cubicBezTo>
                <a:cubicBezTo>
                  <a:pt x="23" y="69"/>
                  <a:pt x="30" y="77"/>
                  <a:pt x="39" y="77"/>
                </a:cubicBezTo>
                <a:cubicBezTo>
                  <a:pt x="48" y="77"/>
                  <a:pt x="56" y="69"/>
                  <a:pt x="56" y="60"/>
                </a:cubicBezTo>
                <a:cubicBezTo>
                  <a:pt x="56" y="51"/>
                  <a:pt x="48" y="44"/>
                  <a:pt x="39" y="44"/>
                </a:cubicBezTo>
                <a:close/>
                <a:moveTo>
                  <a:pt x="102" y="124"/>
                </a:moveTo>
                <a:cubicBezTo>
                  <a:pt x="93" y="124"/>
                  <a:pt x="93" y="124"/>
                  <a:pt x="93" y="124"/>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3AE64D39-F648-4CEB-940E-42B79DD81AA0}"/>
              </a:ext>
            </a:extLst>
          </p:cNvPr>
          <p:cNvSpPr>
            <a:spLocks noEditPoints="1"/>
          </p:cNvSpPr>
          <p:nvPr/>
        </p:nvSpPr>
        <p:spPr bwMode="auto">
          <a:xfrm>
            <a:off x="5634038" y="1301750"/>
            <a:ext cx="506413" cy="576263"/>
          </a:xfrm>
          <a:custGeom>
            <a:avLst/>
            <a:gdLst>
              <a:gd name="T0" fmla="*/ 40 w 126"/>
              <a:gd name="T1" fmla="*/ 111 h 143"/>
              <a:gd name="T2" fmla="*/ 30 w 126"/>
              <a:gd name="T3" fmla="*/ 86 h 143"/>
              <a:gd name="T4" fmla="*/ 24 w 126"/>
              <a:gd name="T5" fmla="*/ 64 h 143"/>
              <a:gd name="T6" fmla="*/ 63 w 126"/>
              <a:gd name="T7" fmla="*/ 25 h 143"/>
              <a:gd name="T8" fmla="*/ 102 w 126"/>
              <a:gd name="T9" fmla="*/ 64 h 143"/>
              <a:gd name="T10" fmla="*/ 96 w 126"/>
              <a:gd name="T11" fmla="*/ 86 h 143"/>
              <a:gd name="T12" fmla="*/ 86 w 126"/>
              <a:gd name="T13" fmla="*/ 107 h 143"/>
              <a:gd name="T14" fmla="*/ 63 w 126"/>
              <a:gd name="T15" fmla="*/ 40 h 143"/>
              <a:gd name="T16" fmla="*/ 39 w 126"/>
              <a:gd name="T17" fmla="*/ 63 h 143"/>
              <a:gd name="T18" fmla="*/ 63 w 126"/>
              <a:gd name="T19" fmla="*/ 87 h 143"/>
              <a:gd name="T20" fmla="*/ 87 w 126"/>
              <a:gd name="T21" fmla="*/ 63 h 143"/>
              <a:gd name="T22" fmla="*/ 63 w 126"/>
              <a:gd name="T23" fmla="*/ 40 h 143"/>
              <a:gd name="T24" fmla="*/ 54 w 126"/>
              <a:gd name="T25" fmla="*/ 67 h 143"/>
              <a:gd name="T26" fmla="*/ 61 w 126"/>
              <a:gd name="T27" fmla="*/ 75 h 143"/>
              <a:gd name="T28" fmla="*/ 72 w 126"/>
              <a:gd name="T29" fmla="*/ 56 h 143"/>
              <a:gd name="T30" fmla="*/ 63 w 126"/>
              <a:gd name="T31" fmla="*/ 12 h 143"/>
              <a:gd name="T32" fmla="*/ 63 w 126"/>
              <a:gd name="T33" fmla="*/ 0 h 143"/>
              <a:gd name="T34" fmla="*/ 38 w 126"/>
              <a:gd name="T35" fmla="*/ 19 h 143"/>
              <a:gd name="T36" fmla="*/ 32 w 126"/>
              <a:gd name="T37" fmla="*/ 9 h 143"/>
              <a:gd name="T38" fmla="*/ 9 w 126"/>
              <a:gd name="T39" fmla="*/ 32 h 143"/>
              <a:gd name="T40" fmla="*/ 19 w 126"/>
              <a:gd name="T41" fmla="*/ 38 h 143"/>
              <a:gd name="T42" fmla="*/ 0 w 126"/>
              <a:gd name="T43" fmla="*/ 63 h 143"/>
              <a:gd name="T44" fmla="*/ 12 w 126"/>
              <a:gd name="T45" fmla="*/ 63 h 143"/>
              <a:gd name="T46" fmla="*/ 94 w 126"/>
              <a:gd name="T47" fmla="*/ 9 h 143"/>
              <a:gd name="T48" fmla="*/ 88 w 126"/>
              <a:gd name="T49" fmla="*/ 19 h 143"/>
              <a:gd name="T50" fmla="*/ 117 w 126"/>
              <a:gd name="T51" fmla="*/ 32 h 143"/>
              <a:gd name="T52" fmla="*/ 107 w 126"/>
              <a:gd name="T53" fmla="*/ 38 h 143"/>
              <a:gd name="T54" fmla="*/ 114 w 126"/>
              <a:gd name="T55" fmla="*/ 63 h 143"/>
              <a:gd name="T56" fmla="*/ 126 w 126"/>
              <a:gd name="T57" fmla="*/ 63 h 143"/>
              <a:gd name="T58" fmla="*/ 77 w 126"/>
              <a:gd name="T59" fmla="*/ 114 h 143"/>
              <a:gd name="T60" fmla="*/ 46 w 126"/>
              <a:gd name="T61" fmla="*/ 123 h 143"/>
              <a:gd name="T62" fmla="*/ 43 w 126"/>
              <a:gd name="T63" fmla="*/ 128 h 143"/>
              <a:gd name="T64" fmla="*/ 48 w 126"/>
              <a:gd name="T65" fmla="*/ 133 h 143"/>
              <a:gd name="T66" fmla="*/ 50 w 126"/>
              <a:gd name="T67" fmla="*/ 133 h 143"/>
              <a:gd name="T68" fmla="*/ 77 w 126"/>
              <a:gd name="T69" fmla="*/ 125 h 143"/>
              <a:gd name="T70" fmla="*/ 77 w 126"/>
              <a:gd name="T71" fmla="*/ 125 h 143"/>
              <a:gd name="T72" fmla="*/ 78 w 126"/>
              <a:gd name="T73" fmla="*/ 125 h 143"/>
              <a:gd name="T74" fmla="*/ 83 w 126"/>
              <a:gd name="T75" fmla="*/ 130 h 143"/>
              <a:gd name="T76" fmla="*/ 80 w 126"/>
              <a:gd name="T77" fmla="*/ 135 h 143"/>
              <a:gd name="T78" fmla="*/ 54 w 126"/>
              <a:gd name="T7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6" h="143">
                <a:moveTo>
                  <a:pt x="40" y="111"/>
                </a:moveTo>
                <a:cubicBezTo>
                  <a:pt x="41" y="105"/>
                  <a:pt x="39" y="99"/>
                  <a:pt x="30" y="86"/>
                </a:cubicBezTo>
                <a:cubicBezTo>
                  <a:pt x="26" y="79"/>
                  <a:pt x="24" y="72"/>
                  <a:pt x="24" y="64"/>
                </a:cubicBezTo>
                <a:cubicBezTo>
                  <a:pt x="24" y="42"/>
                  <a:pt x="41" y="25"/>
                  <a:pt x="63" y="25"/>
                </a:cubicBezTo>
                <a:cubicBezTo>
                  <a:pt x="85" y="25"/>
                  <a:pt x="102" y="42"/>
                  <a:pt x="102" y="64"/>
                </a:cubicBezTo>
                <a:cubicBezTo>
                  <a:pt x="102" y="72"/>
                  <a:pt x="100" y="79"/>
                  <a:pt x="96" y="86"/>
                </a:cubicBezTo>
                <a:cubicBezTo>
                  <a:pt x="89" y="96"/>
                  <a:pt x="86" y="102"/>
                  <a:pt x="86" y="107"/>
                </a:cubicBezTo>
                <a:moveTo>
                  <a:pt x="63" y="40"/>
                </a:moveTo>
                <a:cubicBezTo>
                  <a:pt x="50" y="40"/>
                  <a:pt x="39" y="50"/>
                  <a:pt x="39" y="63"/>
                </a:cubicBezTo>
                <a:cubicBezTo>
                  <a:pt x="39" y="76"/>
                  <a:pt x="50" y="87"/>
                  <a:pt x="63" y="87"/>
                </a:cubicBezTo>
                <a:cubicBezTo>
                  <a:pt x="76" y="87"/>
                  <a:pt x="87" y="76"/>
                  <a:pt x="87" y="63"/>
                </a:cubicBezTo>
                <a:cubicBezTo>
                  <a:pt x="87" y="50"/>
                  <a:pt x="76" y="40"/>
                  <a:pt x="63" y="40"/>
                </a:cubicBezTo>
                <a:close/>
                <a:moveTo>
                  <a:pt x="54" y="67"/>
                </a:moveTo>
                <a:cubicBezTo>
                  <a:pt x="61" y="75"/>
                  <a:pt x="61" y="75"/>
                  <a:pt x="61" y="75"/>
                </a:cubicBezTo>
                <a:cubicBezTo>
                  <a:pt x="72" y="56"/>
                  <a:pt x="72" y="56"/>
                  <a:pt x="72" y="56"/>
                </a:cubicBezTo>
                <a:moveTo>
                  <a:pt x="63" y="12"/>
                </a:moveTo>
                <a:cubicBezTo>
                  <a:pt x="63" y="0"/>
                  <a:pt x="63" y="0"/>
                  <a:pt x="63" y="0"/>
                </a:cubicBezTo>
                <a:moveTo>
                  <a:pt x="38" y="19"/>
                </a:moveTo>
                <a:cubicBezTo>
                  <a:pt x="32" y="9"/>
                  <a:pt x="32" y="9"/>
                  <a:pt x="32" y="9"/>
                </a:cubicBezTo>
                <a:moveTo>
                  <a:pt x="9" y="32"/>
                </a:moveTo>
                <a:cubicBezTo>
                  <a:pt x="19" y="38"/>
                  <a:pt x="19" y="38"/>
                  <a:pt x="19" y="38"/>
                </a:cubicBezTo>
                <a:moveTo>
                  <a:pt x="0" y="63"/>
                </a:moveTo>
                <a:cubicBezTo>
                  <a:pt x="12" y="63"/>
                  <a:pt x="12" y="63"/>
                  <a:pt x="12" y="63"/>
                </a:cubicBezTo>
                <a:moveTo>
                  <a:pt x="94" y="9"/>
                </a:moveTo>
                <a:cubicBezTo>
                  <a:pt x="88" y="19"/>
                  <a:pt x="88" y="19"/>
                  <a:pt x="88" y="19"/>
                </a:cubicBezTo>
                <a:moveTo>
                  <a:pt x="117" y="32"/>
                </a:moveTo>
                <a:cubicBezTo>
                  <a:pt x="107" y="38"/>
                  <a:pt x="107" y="38"/>
                  <a:pt x="107" y="38"/>
                </a:cubicBezTo>
                <a:moveTo>
                  <a:pt x="114" y="63"/>
                </a:moveTo>
                <a:cubicBezTo>
                  <a:pt x="126" y="63"/>
                  <a:pt x="126" y="63"/>
                  <a:pt x="126" y="63"/>
                </a:cubicBezTo>
                <a:moveTo>
                  <a:pt x="77" y="114"/>
                </a:moveTo>
                <a:cubicBezTo>
                  <a:pt x="77" y="114"/>
                  <a:pt x="46" y="123"/>
                  <a:pt x="46" y="123"/>
                </a:cubicBezTo>
                <a:cubicBezTo>
                  <a:pt x="44" y="124"/>
                  <a:pt x="43" y="126"/>
                  <a:pt x="43" y="128"/>
                </a:cubicBezTo>
                <a:cubicBezTo>
                  <a:pt x="43" y="131"/>
                  <a:pt x="45" y="133"/>
                  <a:pt x="48" y="133"/>
                </a:cubicBezTo>
                <a:cubicBezTo>
                  <a:pt x="49" y="133"/>
                  <a:pt x="50" y="133"/>
                  <a:pt x="50" y="133"/>
                </a:cubicBezTo>
                <a:cubicBezTo>
                  <a:pt x="77" y="125"/>
                  <a:pt x="77" y="125"/>
                  <a:pt x="77" y="125"/>
                </a:cubicBezTo>
                <a:cubicBezTo>
                  <a:pt x="77" y="125"/>
                  <a:pt x="77" y="125"/>
                  <a:pt x="77" y="125"/>
                </a:cubicBezTo>
                <a:cubicBezTo>
                  <a:pt x="78" y="125"/>
                  <a:pt x="78" y="125"/>
                  <a:pt x="78" y="125"/>
                </a:cubicBezTo>
                <a:cubicBezTo>
                  <a:pt x="81" y="125"/>
                  <a:pt x="83" y="127"/>
                  <a:pt x="83" y="130"/>
                </a:cubicBezTo>
                <a:cubicBezTo>
                  <a:pt x="83" y="133"/>
                  <a:pt x="82" y="134"/>
                  <a:pt x="80" y="135"/>
                </a:cubicBezTo>
                <a:cubicBezTo>
                  <a:pt x="54" y="143"/>
                  <a:pt x="54" y="143"/>
                  <a:pt x="54" y="143"/>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Text_02">
            <a:extLst>
              <a:ext uri="{FF2B5EF4-FFF2-40B4-BE49-F238E27FC236}">
                <a16:creationId xmlns:a16="http://schemas.microsoft.com/office/drawing/2014/main" id="{1DA590F3-7AE6-439B-82AA-9AC9CF086E9D}"/>
              </a:ext>
            </a:extLst>
          </p:cNvPr>
          <p:cNvSpPr txBox="1"/>
          <p:nvPr/>
        </p:nvSpPr>
        <p:spPr>
          <a:xfrm>
            <a:off x="7539991" y="1243877"/>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sp>
        <p:nvSpPr>
          <p:cNvPr id="46" name="Text_02">
            <a:extLst>
              <a:ext uri="{FF2B5EF4-FFF2-40B4-BE49-F238E27FC236}">
                <a16:creationId xmlns:a16="http://schemas.microsoft.com/office/drawing/2014/main" id="{73319D8A-D149-4368-AD2C-8FD7ADC6DF06}"/>
              </a:ext>
            </a:extLst>
          </p:cNvPr>
          <p:cNvSpPr txBox="1"/>
          <p:nvPr/>
        </p:nvSpPr>
        <p:spPr>
          <a:xfrm>
            <a:off x="7539991" y="2463077"/>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sp>
        <p:nvSpPr>
          <p:cNvPr id="47" name="Text_02">
            <a:extLst>
              <a:ext uri="{FF2B5EF4-FFF2-40B4-BE49-F238E27FC236}">
                <a16:creationId xmlns:a16="http://schemas.microsoft.com/office/drawing/2014/main" id="{D4F563CF-7FCB-44C9-82C2-5337798F210C}"/>
              </a:ext>
            </a:extLst>
          </p:cNvPr>
          <p:cNvSpPr txBox="1"/>
          <p:nvPr/>
        </p:nvSpPr>
        <p:spPr>
          <a:xfrm>
            <a:off x="7539991" y="3712757"/>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sp>
        <p:nvSpPr>
          <p:cNvPr id="48" name="Text_02">
            <a:extLst>
              <a:ext uri="{FF2B5EF4-FFF2-40B4-BE49-F238E27FC236}">
                <a16:creationId xmlns:a16="http://schemas.microsoft.com/office/drawing/2014/main" id="{6E993959-76BA-4964-BC46-C42FB6B218B3}"/>
              </a:ext>
            </a:extLst>
          </p:cNvPr>
          <p:cNvSpPr txBox="1"/>
          <p:nvPr/>
        </p:nvSpPr>
        <p:spPr>
          <a:xfrm>
            <a:off x="7539991" y="4878617"/>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spTree>
    <p:extLst>
      <p:ext uri="{BB962C8B-B14F-4D97-AF65-F5344CB8AC3E}">
        <p14:creationId xmlns:p14="http://schemas.microsoft.com/office/powerpoint/2010/main" val="104629721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10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000" fill="hold"/>
                                            <p:tgtEl>
                                              <p:spTgt spid="28"/>
                                            </p:tgtEl>
                                            <p:attrNameLst>
                                              <p:attrName>ppt_x</p:attrName>
                                            </p:attrNameLst>
                                          </p:cBhvr>
                                          <p:tavLst>
                                            <p:tav tm="0">
                                              <p:val>
                                                <p:strVal val="0-#ppt_w/2"/>
                                              </p:val>
                                            </p:tav>
                                            <p:tav tm="100000">
                                              <p:val>
                                                <p:strVal val="#ppt_x"/>
                                              </p:val>
                                            </p:tav>
                                          </p:tavLst>
                                        </p:anim>
                                        <p:anim calcmode="lin" valueType="num">
                                          <p:cBhvr additive="base">
                                            <p:cTn id="8" dur="10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35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1000" fill="hold"/>
                                            <p:tgtEl>
                                              <p:spTgt spid="29"/>
                                            </p:tgtEl>
                                            <p:attrNameLst>
                                              <p:attrName>ppt_x</p:attrName>
                                            </p:attrNameLst>
                                          </p:cBhvr>
                                          <p:tavLst>
                                            <p:tav tm="0">
                                              <p:val>
                                                <p:strVal val="0-#ppt_w/2"/>
                                              </p:val>
                                            </p:tav>
                                            <p:tav tm="100000">
                                              <p:val>
                                                <p:strVal val="#ppt_x"/>
                                              </p:val>
                                            </p:tav>
                                          </p:tavLst>
                                        </p:anim>
                                        <p:anim calcmode="lin" valueType="num">
                                          <p:cBhvr additive="base">
                                            <p:cTn id="12" dur="1000" fill="hold"/>
                                            <p:tgtEl>
                                              <p:spTgt spid="29"/>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60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1000" fill="hold"/>
                                            <p:tgtEl>
                                              <p:spTgt spid="30"/>
                                            </p:tgtEl>
                                            <p:attrNameLst>
                                              <p:attrName>ppt_x</p:attrName>
                                            </p:attrNameLst>
                                          </p:cBhvr>
                                          <p:tavLst>
                                            <p:tav tm="0">
                                              <p:val>
                                                <p:strVal val="0-#ppt_w/2"/>
                                              </p:val>
                                            </p:tav>
                                            <p:tav tm="100000">
                                              <p:val>
                                                <p:strVal val="#ppt_x"/>
                                              </p:val>
                                            </p:tav>
                                          </p:tavLst>
                                        </p:anim>
                                        <p:anim calcmode="lin" valueType="num">
                                          <p:cBhvr additive="base">
                                            <p:cTn id="16" dur="1000" fill="hold"/>
                                            <p:tgtEl>
                                              <p:spTgt spid="30"/>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85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000" fill="hold"/>
                                            <p:tgtEl>
                                              <p:spTgt spid="31"/>
                                            </p:tgtEl>
                                            <p:attrNameLst>
                                              <p:attrName>ppt_x</p:attrName>
                                            </p:attrNameLst>
                                          </p:cBhvr>
                                          <p:tavLst>
                                            <p:tav tm="0">
                                              <p:val>
                                                <p:strVal val="0-#ppt_w/2"/>
                                              </p:val>
                                            </p:tav>
                                            <p:tav tm="100000">
                                              <p:val>
                                                <p:strVal val="#ppt_x"/>
                                              </p:val>
                                            </p:tav>
                                          </p:tavLst>
                                        </p:anim>
                                        <p:anim calcmode="lin" valueType="num">
                                          <p:cBhvr additive="base">
                                            <p:cTn id="20" dur="1000" fill="hold"/>
                                            <p:tgtEl>
                                              <p:spTgt spid="31"/>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10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1000" fill="hold"/>
                                            <p:tgtEl>
                                              <p:spTgt spid="32"/>
                                            </p:tgtEl>
                                            <p:attrNameLst>
                                              <p:attrName>ppt_x</p:attrName>
                                            </p:attrNameLst>
                                          </p:cBhvr>
                                          <p:tavLst>
                                            <p:tav tm="0">
                                              <p:val>
                                                <p:strVal val="0-#ppt_w/2"/>
                                              </p:val>
                                            </p:tav>
                                            <p:tav tm="100000">
                                              <p:val>
                                                <p:strVal val="#ppt_x"/>
                                              </p:val>
                                            </p:tav>
                                          </p:tavLst>
                                        </p:anim>
                                        <p:anim calcmode="lin" valueType="num">
                                          <p:cBhvr additive="base">
                                            <p:cTn id="24" dur="10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25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1000" fill="hold"/>
                                            <p:tgtEl>
                                              <p:spTgt spid="35"/>
                                            </p:tgtEl>
                                            <p:attrNameLst>
                                              <p:attrName>ppt_x</p:attrName>
                                            </p:attrNameLst>
                                          </p:cBhvr>
                                          <p:tavLst>
                                            <p:tav tm="0">
                                              <p:val>
                                                <p:strVal val="0-#ppt_w/2"/>
                                              </p:val>
                                            </p:tav>
                                            <p:tav tm="100000">
                                              <p:val>
                                                <p:strVal val="#ppt_x"/>
                                              </p:val>
                                            </p:tav>
                                          </p:tavLst>
                                        </p:anim>
                                        <p:anim calcmode="lin" valueType="num">
                                          <p:cBhvr additive="base">
                                            <p:cTn id="28" dur="1000" fill="hold"/>
                                            <p:tgtEl>
                                              <p:spTgt spid="35"/>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500"/>
                                      </p:stCondLst>
                                      <p:childTnLst>
                                        <p:set>
                                          <p:cBhvr>
                                            <p:cTn id="30" dur="1" fill="hold">
                                              <p:stCondLst>
                                                <p:cond delay="0"/>
                                              </p:stCondLst>
                                            </p:cTn>
                                            <p:tgtEl>
                                              <p:spTgt spid="38"/>
                                            </p:tgtEl>
                                            <p:attrNameLst>
                                              <p:attrName>style.visibility</p:attrName>
                                            </p:attrNameLst>
                                          </p:cBhvr>
                                          <p:to>
                                            <p:strVal val="visible"/>
                                          </p:to>
                                        </p:set>
                                        <p:anim calcmode="lin" valueType="num">
                                          <p:cBhvr additive="base">
                                            <p:cTn id="31" dur="1000" fill="hold"/>
                                            <p:tgtEl>
                                              <p:spTgt spid="38"/>
                                            </p:tgtEl>
                                            <p:attrNameLst>
                                              <p:attrName>ppt_x</p:attrName>
                                            </p:attrNameLst>
                                          </p:cBhvr>
                                          <p:tavLst>
                                            <p:tav tm="0">
                                              <p:val>
                                                <p:strVal val="0-#ppt_w/2"/>
                                              </p:val>
                                            </p:tav>
                                            <p:tav tm="100000">
                                              <p:val>
                                                <p:strVal val="#ppt_x"/>
                                              </p:val>
                                            </p:tav>
                                          </p:tavLst>
                                        </p:anim>
                                        <p:anim calcmode="lin" valueType="num">
                                          <p:cBhvr additive="base">
                                            <p:cTn id="32" dur="1000" fill="hold"/>
                                            <p:tgtEl>
                                              <p:spTgt spid="38"/>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750"/>
                                      </p:stCondLst>
                                      <p:childTnLst>
                                        <p:set>
                                          <p:cBhvr>
                                            <p:cTn id="34" dur="1" fill="hold">
                                              <p:stCondLst>
                                                <p:cond delay="0"/>
                                              </p:stCondLst>
                                            </p:cTn>
                                            <p:tgtEl>
                                              <p:spTgt spid="41"/>
                                            </p:tgtEl>
                                            <p:attrNameLst>
                                              <p:attrName>style.visibility</p:attrName>
                                            </p:attrNameLst>
                                          </p:cBhvr>
                                          <p:to>
                                            <p:strVal val="visible"/>
                                          </p:to>
                                        </p:set>
                                        <p:anim calcmode="lin" valueType="num">
                                          <p:cBhvr additive="base">
                                            <p:cTn id="35" dur="1000" fill="hold"/>
                                            <p:tgtEl>
                                              <p:spTgt spid="41"/>
                                            </p:tgtEl>
                                            <p:attrNameLst>
                                              <p:attrName>ppt_x</p:attrName>
                                            </p:attrNameLst>
                                          </p:cBhvr>
                                          <p:tavLst>
                                            <p:tav tm="0">
                                              <p:val>
                                                <p:strVal val="0-#ppt_w/2"/>
                                              </p:val>
                                            </p:tav>
                                            <p:tav tm="100000">
                                              <p:val>
                                                <p:strVal val="#ppt_x"/>
                                              </p:val>
                                            </p:tav>
                                          </p:tavLst>
                                        </p:anim>
                                        <p:anim calcmode="lin" valueType="num">
                                          <p:cBhvr additive="base">
                                            <p:cTn id="36" dur="1000" fill="hold"/>
                                            <p:tgtEl>
                                              <p:spTgt spid="41"/>
                                            </p:tgtEl>
                                            <p:attrNameLst>
                                              <p:attrName>ppt_y</p:attrName>
                                            </p:attrNameLst>
                                          </p:cBhvr>
                                          <p:tavLst>
                                            <p:tav tm="0">
                                              <p:val>
                                                <p:strVal val="#ppt_y"/>
                                              </p:val>
                                            </p:tav>
                                            <p:tav tm="100000">
                                              <p:val>
                                                <p:strVal val="#ppt_y"/>
                                              </p:val>
                                            </p:tav>
                                          </p:tavLst>
                                        </p:anim>
                                      </p:childTnLst>
                                    </p:cTn>
                                  </p:par>
                                  <p:par>
                                    <p:cTn id="37" presetID="2" presetClass="entr" presetSubtype="8" decel="100000" fill="hold" grpId="0" nodeType="withEffect">
                                      <p:stCondLst>
                                        <p:cond delay="25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1000" fill="hold"/>
                                            <p:tgtEl>
                                              <p:spTgt spid="14"/>
                                            </p:tgtEl>
                                            <p:attrNameLst>
                                              <p:attrName>ppt_x</p:attrName>
                                            </p:attrNameLst>
                                          </p:cBhvr>
                                          <p:tavLst>
                                            <p:tav tm="0">
                                              <p:val>
                                                <p:strVal val="0-#ppt_w/2"/>
                                              </p:val>
                                            </p:tav>
                                            <p:tav tm="100000">
                                              <p:val>
                                                <p:strVal val="#ppt_x"/>
                                              </p:val>
                                            </p:tav>
                                          </p:tavLst>
                                        </p:anim>
                                        <p:anim calcmode="lin" valueType="num">
                                          <p:cBhvr additive="base">
                                            <p:cTn id="40" dur="1000" fill="hold"/>
                                            <p:tgtEl>
                                              <p:spTgt spid="14"/>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50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1000" fill="hold"/>
                                            <p:tgtEl>
                                              <p:spTgt spid="15"/>
                                            </p:tgtEl>
                                            <p:attrNameLst>
                                              <p:attrName>ppt_x</p:attrName>
                                            </p:attrNameLst>
                                          </p:cBhvr>
                                          <p:tavLst>
                                            <p:tav tm="0">
                                              <p:val>
                                                <p:strVal val="0-#ppt_w/2"/>
                                              </p:val>
                                            </p:tav>
                                            <p:tav tm="100000">
                                              <p:val>
                                                <p:strVal val="#ppt_x"/>
                                              </p:val>
                                            </p:tav>
                                          </p:tavLst>
                                        </p:anim>
                                        <p:anim calcmode="lin" valueType="num">
                                          <p:cBhvr additive="base">
                                            <p:cTn id="44" dur="1000" fill="hold"/>
                                            <p:tgtEl>
                                              <p:spTgt spid="15"/>
                                            </p:tgtEl>
                                            <p:attrNameLst>
                                              <p:attrName>ppt_y</p:attrName>
                                            </p:attrNameLst>
                                          </p:cBhvr>
                                          <p:tavLst>
                                            <p:tav tm="0">
                                              <p:val>
                                                <p:strVal val="#ppt_y"/>
                                              </p:val>
                                            </p:tav>
                                            <p:tav tm="100000">
                                              <p:val>
                                                <p:strVal val="#ppt_y"/>
                                              </p:val>
                                            </p:tav>
                                          </p:tavLst>
                                        </p:anim>
                                      </p:childTnLst>
                                    </p:cTn>
                                  </p:par>
                                  <p:par>
                                    <p:cTn id="45" presetID="2" presetClass="entr" presetSubtype="8" decel="100000" fill="hold" grpId="0" nodeType="withEffect">
                                      <p:stCondLst>
                                        <p:cond delay="75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1000" fill="hold"/>
                                            <p:tgtEl>
                                              <p:spTgt spid="16"/>
                                            </p:tgtEl>
                                            <p:attrNameLst>
                                              <p:attrName>ppt_x</p:attrName>
                                            </p:attrNameLst>
                                          </p:cBhvr>
                                          <p:tavLst>
                                            <p:tav tm="0">
                                              <p:val>
                                                <p:strVal val="0-#ppt_w/2"/>
                                              </p:val>
                                            </p:tav>
                                            <p:tav tm="100000">
                                              <p:val>
                                                <p:strVal val="#ppt_x"/>
                                              </p:val>
                                            </p:tav>
                                          </p:tavLst>
                                        </p:anim>
                                        <p:anim calcmode="lin" valueType="num">
                                          <p:cBhvr additive="base">
                                            <p:cTn id="48" dur="1000" fill="hold"/>
                                            <p:tgtEl>
                                              <p:spTgt spid="16"/>
                                            </p:tgtEl>
                                            <p:attrNameLst>
                                              <p:attrName>ppt_y</p:attrName>
                                            </p:attrNameLst>
                                          </p:cBhvr>
                                          <p:tavLst>
                                            <p:tav tm="0">
                                              <p:val>
                                                <p:strVal val="#ppt_y"/>
                                              </p:val>
                                            </p:tav>
                                            <p:tav tm="100000">
                                              <p:val>
                                                <p:strVal val="#ppt_y"/>
                                              </p:val>
                                            </p:tav>
                                          </p:tavLst>
                                        </p:anim>
                                      </p:childTnLst>
                                    </p:cTn>
                                  </p:par>
                                  <p:par>
                                    <p:cTn id="49" presetID="2" presetClass="entr" presetSubtype="8" decel="100000" fill="hold" grpId="0" nodeType="withEffect">
                                      <p:stCondLst>
                                        <p:cond delay="100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1000" fill="hold"/>
                                            <p:tgtEl>
                                              <p:spTgt spid="17"/>
                                            </p:tgtEl>
                                            <p:attrNameLst>
                                              <p:attrName>ppt_x</p:attrName>
                                            </p:attrNameLst>
                                          </p:cBhvr>
                                          <p:tavLst>
                                            <p:tav tm="0">
                                              <p:val>
                                                <p:strVal val="0-#ppt_w/2"/>
                                              </p:val>
                                            </p:tav>
                                            <p:tav tm="100000">
                                              <p:val>
                                                <p:strVal val="#ppt_x"/>
                                              </p:val>
                                            </p:tav>
                                          </p:tavLst>
                                        </p:anim>
                                        <p:anim calcmode="lin" valueType="num">
                                          <p:cBhvr additive="base">
                                            <p:cTn id="52" dur="1000" fill="hold"/>
                                            <p:tgtEl>
                                              <p:spTgt spid="17"/>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14:presetBounceEnd="67000">
                                      <p:stCondLst>
                                        <p:cond delay="250"/>
                                      </p:stCondLst>
                                      <p:childTnLst>
                                        <p:set>
                                          <p:cBhvr>
                                            <p:cTn id="54" dur="1" fill="hold">
                                              <p:stCondLst>
                                                <p:cond delay="0"/>
                                              </p:stCondLst>
                                            </p:cTn>
                                            <p:tgtEl>
                                              <p:spTgt spid="21"/>
                                            </p:tgtEl>
                                            <p:attrNameLst>
                                              <p:attrName>style.visibility</p:attrName>
                                            </p:attrNameLst>
                                          </p:cBhvr>
                                          <p:to>
                                            <p:strVal val="visible"/>
                                          </p:to>
                                        </p:set>
                                        <p:anim calcmode="lin" valueType="num" p14:bounceEnd="67000">
                                          <p:cBhvr additive="base">
                                            <p:cTn id="55" dur="1000" fill="hold"/>
                                            <p:tgtEl>
                                              <p:spTgt spid="21"/>
                                            </p:tgtEl>
                                            <p:attrNameLst>
                                              <p:attrName>ppt_x</p:attrName>
                                            </p:attrNameLst>
                                          </p:cBhvr>
                                          <p:tavLst>
                                            <p:tav tm="0">
                                              <p:val>
                                                <p:strVal val="1+#ppt_w/2"/>
                                              </p:val>
                                            </p:tav>
                                            <p:tav tm="100000">
                                              <p:val>
                                                <p:strVal val="#ppt_x"/>
                                              </p:val>
                                            </p:tav>
                                          </p:tavLst>
                                        </p:anim>
                                        <p:anim calcmode="lin" valueType="num" p14:bounceEnd="67000">
                                          <p:cBhvr additive="base">
                                            <p:cTn id="56" dur="1000" fill="hold"/>
                                            <p:tgtEl>
                                              <p:spTgt spid="21"/>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14:presetBounceEnd="67000">
                                      <p:stCondLst>
                                        <p:cond delay="500"/>
                                      </p:stCondLst>
                                      <p:childTnLst>
                                        <p:set>
                                          <p:cBhvr>
                                            <p:cTn id="58" dur="1" fill="hold">
                                              <p:stCondLst>
                                                <p:cond delay="0"/>
                                              </p:stCondLst>
                                            </p:cTn>
                                            <p:tgtEl>
                                              <p:spTgt spid="23"/>
                                            </p:tgtEl>
                                            <p:attrNameLst>
                                              <p:attrName>style.visibility</p:attrName>
                                            </p:attrNameLst>
                                          </p:cBhvr>
                                          <p:to>
                                            <p:strVal val="visible"/>
                                          </p:to>
                                        </p:set>
                                        <p:anim calcmode="lin" valueType="num" p14:bounceEnd="67000">
                                          <p:cBhvr additive="base">
                                            <p:cTn id="59" dur="1000" fill="hold"/>
                                            <p:tgtEl>
                                              <p:spTgt spid="23"/>
                                            </p:tgtEl>
                                            <p:attrNameLst>
                                              <p:attrName>ppt_x</p:attrName>
                                            </p:attrNameLst>
                                          </p:cBhvr>
                                          <p:tavLst>
                                            <p:tav tm="0">
                                              <p:val>
                                                <p:strVal val="1+#ppt_w/2"/>
                                              </p:val>
                                            </p:tav>
                                            <p:tav tm="100000">
                                              <p:val>
                                                <p:strVal val="#ppt_x"/>
                                              </p:val>
                                            </p:tav>
                                          </p:tavLst>
                                        </p:anim>
                                        <p:anim calcmode="lin" valueType="num" p14:bounceEnd="67000">
                                          <p:cBhvr additive="base">
                                            <p:cTn id="60" dur="1000" fill="hold"/>
                                            <p:tgtEl>
                                              <p:spTgt spid="23"/>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14:presetBounceEnd="67000">
                                      <p:stCondLst>
                                        <p:cond delay="750"/>
                                      </p:stCondLst>
                                      <p:childTnLst>
                                        <p:set>
                                          <p:cBhvr>
                                            <p:cTn id="62" dur="1" fill="hold">
                                              <p:stCondLst>
                                                <p:cond delay="0"/>
                                              </p:stCondLst>
                                            </p:cTn>
                                            <p:tgtEl>
                                              <p:spTgt spid="20"/>
                                            </p:tgtEl>
                                            <p:attrNameLst>
                                              <p:attrName>style.visibility</p:attrName>
                                            </p:attrNameLst>
                                          </p:cBhvr>
                                          <p:to>
                                            <p:strVal val="visible"/>
                                          </p:to>
                                        </p:set>
                                        <p:anim calcmode="lin" valueType="num" p14:bounceEnd="67000">
                                          <p:cBhvr additive="base">
                                            <p:cTn id="63" dur="1000" fill="hold"/>
                                            <p:tgtEl>
                                              <p:spTgt spid="20"/>
                                            </p:tgtEl>
                                            <p:attrNameLst>
                                              <p:attrName>ppt_x</p:attrName>
                                            </p:attrNameLst>
                                          </p:cBhvr>
                                          <p:tavLst>
                                            <p:tav tm="0">
                                              <p:val>
                                                <p:strVal val="1+#ppt_w/2"/>
                                              </p:val>
                                            </p:tav>
                                            <p:tav tm="100000">
                                              <p:val>
                                                <p:strVal val="#ppt_x"/>
                                              </p:val>
                                            </p:tav>
                                          </p:tavLst>
                                        </p:anim>
                                        <p:anim calcmode="lin" valueType="num" p14:bounceEnd="67000">
                                          <p:cBhvr additive="base">
                                            <p:cTn id="64" dur="1000" fill="hold"/>
                                            <p:tgtEl>
                                              <p:spTgt spid="20"/>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14:presetBounceEnd="67000">
                                      <p:stCondLst>
                                        <p:cond delay="1000"/>
                                      </p:stCondLst>
                                      <p:childTnLst>
                                        <p:set>
                                          <p:cBhvr>
                                            <p:cTn id="66" dur="1" fill="hold">
                                              <p:stCondLst>
                                                <p:cond delay="0"/>
                                              </p:stCondLst>
                                            </p:cTn>
                                            <p:tgtEl>
                                              <p:spTgt spid="25"/>
                                            </p:tgtEl>
                                            <p:attrNameLst>
                                              <p:attrName>style.visibility</p:attrName>
                                            </p:attrNameLst>
                                          </p:cBhvr>
                                          <p:to>
                                            <p:strVal val="visible"/>
                                          </p:to>
                                        </p:set>
                                        <p:anim calcmode="lin" valueType="num" p14:bounceEnd="67000">
                                          <p:cBhvr additive="base">
                                            <p:cTn id="67" dur="1000" fill="hold"/>
                                            <p:tgtEl>
                                              <p:spTgt spid="25"/>
                                            </p:tgtEl>
                                            <p:attrNameLst>
                                              <p:attrName>ppt_x</p:attrName>
                                            </p:attrNameLst>
                                          </p:cBhvr>
                                          <p:tavLst>
                                            <p:tav tm="0">
                                              <p:val>
                                                <p:strVal val="1+#ppt_w/2"/>
                                              </p:val>
                                            </p:tav>
                                            <p:tav tm="100000">
                                              <p:val>
                                                <p:strVal val="#ppt_x"/>
                                              </p:val>
                                            </p:tav>
                                          </p:tavLst>
                                        </p:anim>
                                        <p:anim calcmode="lin" valueType="num" p14:bounceEnd="67000">
                                          <p:cBhvr additive="base">
                                            <p:cTn id="68" dur="1000" fill="hold"/>
                                            <p:tgtEl>
                                              <p:spTgt spid="25"/>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14:presetBounceEnd="67000">
                                      <p:stCondLst>
                                        <p:cond delay="500"/>
                                      </p:stCondLst>
                                      <p:childTnLst>
                                        <p:set>
                                          <p:cBhvr>
                                            <p:cTn id="70" dur="1" fill="hold">
                                              <p:stCondLst>
                                                <p:cond delay="0"/>
                                              </p:stCondLst>
                                            </p:cTn>
                                            <p:tgtEl>
                                              <p:spTgt spid="48"/>
                                            </p:tgtEl>
                                            <p:attrNameLst>
                                              <p:attrName>style.visibility</p:attrName>
                                            </p:attrNameLst>
                                          </p:cBhvr>
                                          <p:to>
                                            <p:strVal val="visible"/>
                                          </p:to>
                                        </p:set>
                                        <p:anim calcmode="lin" valueType="num" p14:bounceEnd="67000">
                                          <p:cBhvr additive="base">
                                            <p:cTn id="71" dur="1000" fill="hold"/>
                                            <p:tgtEl>
                                              <p:spTgt spid="48"/>
                                            </p:tgtEl>
                                            <p:attrNameLst>
                                              <p:attrName>ppt_x</p:attrName>
                                            </p:attrNameLst>
                                          </p:cBhvr>
                                          <p:tavLst>
                                            <p:tav tm="0">
                                              <p:val>
                                                <p:strVal val="1+#ppt_w/2"/>
                                              </p:val>
                                            </p:tav>
                                            <p:tav tm="100000">
                                              <p:val>
                                                <p:strVal val="#ppt_x"/>
                                              </p:val>
                                            </p:tav>
                                          </p:tavLst>
                                        </p:anim>
                                        <p:anim calcmode="lin" valueType="num" p14:bounceEnd="67000">
                                          <p:cBhvr additive="base">
                                            <p:cTn id="72" dur="1000" fill="hold"/>
                                            <p:tgtEl>
                                              <p:spTgt spid="4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14:presetBounceEnd="67000">
                                      <p:stCondLst>
                                        <p:cond delay="750"/>
                                      </p:stCondLst>
                                      <p:childTnLst>
                                        <p:set>
                                          <p:cBhvr>
                                            <p:cTn id="74" dur="1" fill="hold">
                                              <p:stCondLst>
                                                <p:cond delay="0"/>
                                              </p:stCondLst>
                                            </p:cTn>
                                            <p:tgtEl>
                                              <p:spTgt spid="47"/>
                                            </p:tgtEl>
                                            <p:attrNameLst>
                                              <p:attrName>style.visibility</p:attrName>
                                            </p:attrNameLst>
                                          </p:cBhvr>
                                          <p:to>
                                            <p:strVal val="visible"/>
                                          </p:to>
                                        </p:set>
                                        <p:anim calcmode="lin" valueType="num" p14:bounceEnd="67000">
                                          <p:cBhvr additive="base">
                                            <p:cTn id="75" dur="1000" fill="hold"/>
                                            <p:tgtEl>
                                              <p:spTgt spid="47"/>
                                            </p:tgtEl>
                                            <p:attrNameLst>
                                              <p:attrName>ppt_x</p:attrName>
                                            </p:attrNameLst>
                                          </p:cBhvr>
                                          <p:tavLst>
                                            <p:tav tm="0">
                                              <p:val>
                                                <p:strVal val="1+#ppt_w/2"/>
                                              </p:val>
                                            </p:tav>
                                            <p:tav tm="100000">
                                              <p:val>
                                                <p:strVal val="#ppt_x"/>
                                              </p:val>
                                            </p:tav>
                                          </p:tavLst>
                                        </p:anim>
                                        <p:anim calcmode="lin" valueType="num" p14:bounceEnd="67000">
                                          <p:cBhvr additive="base">
                                            <p:cTn id="76" dur="1000" fill="hold"/>
                                            <p:tgtEl>
                                              <p:spTgt spid="47"/>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14:presetBounceEnd="67000">
                                      <p:stCondLst>
                                        <p:cond delay="1000"/>
                                      </p:stCondLst>
                                      <p:childTnLst>
                                        <p:set>
                                          <p:cBhvr>
                                            <p:cTn id="78" dur="1" fill="hold">
                                              <p:stCondLst>
                                                <p:cond delay="0"/>
                                              </p:stCondLst>
                                            </p:cTn>
                                            <p:tgtEl>
                                              <p:spTgt spid="46"/>
                                            </p:tgtEl>
                                            <p:attrNameLst>
                                              <p:attrName>style.visibility</p:attrName>
                                            </p:attrNameLst>
                                          </p:cBhvr>
                                          <p:to>
                                            <p:strVal val="visible"/>
                                          </p:to>
                                        </p:set>
                                        <p:anim calcmode="lin" valueType="num" p14:bounceEnd="67000">
                                          <p:cBhvr additive="base">
                                            <p:cTn id="79" dur="1000" fill="hold"/>
                                            <p:tgtEl>
                                              <p:spTgt spid="46"/>
                                            </p:tgtEl>
                                            <p:attrNameLst>
                                              <p:attrName>ppt_x</p:attrName>
                                            </p:attrNameLst>
                                          </p:cBhvr>
                                          <p:tavLst>
                                            <p:tav tm="0">
                                              <p:val>
                                                <p:strVal val="1+#ppt_w/2"/>
                                              </p:val>
                                            </p:tav>
                                            <p:tav tm="100000">
                                              <p:val>
                                                <p:strVal val="#ppt_x"/>
                                              </p:val>
                                            </p:tav>
                                          </p:tavLst>
                                        </p:anim>
                                        <p:anim calcmode="lin" valueType="num" p14:bounceEnd="67000">
                                          <p:cBhvr additive="base">
                                            <p:cTn id="80" dur="1000" fill="hold"/>
                                            <p:tgtEl>
                                              <p:spTgt spid="46"/>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14:presetBounceEnd="67000">
                                      <p:stCondLst>
                                        <p:cond delay="1250"/>
                                      </p:stCondLst>
                                      <p:childTnLst>
                                        <p:set>
                                          <p:cBhvr>
                                            <p:cTn id="82" dur="1" fill="hold">
                                              <p:stCondLst>
                                                <p:cond delay="0"/>
                                              </p:stCondLst>
                                            </p:cTn>
                                            <p:tgtEl>
                                              <p:spTgt spid="45"/>
                                            </p:tgtEl>
                                            <p:attrNameLst>
                                              <p:attrName>style.visibility</p:attrName>
                                            </p:attrNameLst>
                                          </p:cBhvr>
                                          <p:to>
                                            <p:strVal val="visible"/>
                                          </p:to>
                                        </p:set>
                                        <p:anim calcmode="lin" valueType="num" p14:bounceEnd="67000">
                                          <p:cBhvr additive="base">
                                            <p:cTn id="83" dur="1000" fill="hold"/>
                                            <p:tgtEl>
                                              <p:spTgt spid="45"/>
                                            </p:tgtEl>
                                            <p:attrNameLst>
                                              <p:attrName>ppt_x</p:attrName>
                                            </p:attrNameLst>
                                          </p:cBhvr>
                                          <p:tavLst>
                                            <p:tav tm="0">
                                              <p:val>
                                                <p:strVal val="1+#ppt_w/2"/>
                                              </p:val>
                                            </p:tav>
                                            <p:tav tm="100000">
                                              <p:val>
                                                <p:strVal val="#ppt_x"/>
                                              </p:val>
                                            </p:tav>
                                          </p:tavLst>
                                        </p:anim>
                                        <p:anim calcmode="lin" valueType="num" p14:bounceEnd="67000">
                                          <p:cBhvr additive="base">
                                            <p:cTn id="84" dur="10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20" grpId="0" animBg="1"/>
          <p:bldP spid="21" grpId="0" animBg="1"/>
          <p:bldP spid="23" grpId="0" animBg="1"/>
          <p:bldP spid="25" grpId="0" animBg="1"/>
          <p:bldP spid="45" grpId="0"/>
          <p:bldP spid="46"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10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000" fill="hold"/>
                                            <p:tgtEl>
                                              <p:spTgt spid="28"/>
                                            </p:tgtEl>
                                            <p:attrNameLst>
                                              <p:attrName>ppt_x</p:attrName>
                                            </p:attrNameLst>
                                          </p:cBhvr>
                                          <p:tavLst>
                                            <p:tav tm="0">
                                              <p:val>
                                                <p:strVal val="0-#ppt_w/2"/>
                                              </p:val>
                                            </p:tav>
                                            <p:tav tm="100000">
                                              <p:val>
                                                <p:strVal val="#ppt_x"/>
                                              </p:val>
                                            </p:tav>
                                          </p:tavLst>
                                        </p:anim>
                                        <p:anim calcmode="lin" valueType="num">
                                          <p:cBhvr additive="base">
                                            <p:cTn id="8" dur="10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35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1000" fill="hold"/>
                                            <p:tgtEl>
                                              <p:spTgt spid="29"/>
                                            </p:tgtEl>
                                            <p:attrNameLst>
                                              <p:attrName>ppt_x</p:attrName>
                                            </p:attrNameLst>
                                          </p:cBhvr>
                                          <p:tavLst>
                                            <p:tav tm="0">
                                              <p:val>
                                                <p:strVal val="0-#ppt_w/2"/>
                                              </p:val>
                                            </p:tav>
                                            <p:tav tm="100000">
                                              <p:val>
                                                <p:strVal val="#ppt_x"/>
                                              </p:val>
                                            </p:tav>
                                          </p:tavLst>
                                        </p:anim>
                                        <p:anim calcmode="lin" valueType="num">
                                          <p:cBhvr additive="base">
                                            <p:cTn id="12" dur="1000" fill="hold"/>
                                            <p:tgtEl>
                                              <p:spTgt spid="29"/>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60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1000" fill="hold"/>
                                            <p:tgtEl>
                                              <p:spTgt spid="30"/>
                                            </p:tgtEl>
                                            <p:attrNameLst>
                                              <p:attrName>ppt_x</p:attrName>
                                            </p:attrNameLst>
                                          </p:cBhvr>
                                          <p:tavLst>
                                            <p:tav tm="0">
                                              <p:val>
                                                <p:strVal val="0-#ppt_w/2"/>
                                              </p:val>
                                            </p:tav>
                                            <p:tav tm="100000">
                                              <p:val>
                                                <p:strVal val="#ppt_x"/>
                                              </p:val>
                                            </p:tav>
                                          </p:tavLst>
                                        </p:anim>
                                        <p:anim calcmode="lin" valueType="num">
                                          <p:cBhvr additive="base">
                                            <p:cTn id="16" dur="1000" fill="hold"/>
                                            <p:tgtEl>
                                              <p:spTgt spid="30"/>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85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000" fill="hold"/>
                                            <p:tgtEl>
                                              <p:spTgt spid="31"/>
                                            </p:tgtEl>
                                            <p:attrNameLst>
                                              <p:attrName>ppt_x</p:attrName>
                                            </p:attrNameLst>
                                          </p:cBhvr>
                                          <p:tavLst>
                                            <p:tav tm="0">
                                              <p:val>
                                                <p:strVal val="0-#ppt_w/2"/>
                                              </p:val>
                                            </p:tav>
                                            <p:tav tm="100000">
                                              <p:val>
                                                <p:strVal val="#ppt_x"/>
                                              </p:val>
                                            </p:tav>
                                          </p:tavLst>
                                        </p:anim>
                                        <p:anim calcmode="lin" valueType="num">
                                          <p:cBhvr additive="base">
                                            <p:cTn id="20" dur="1000" fill="hold"/>
                                            <p:tgtEl>
                                              <p:spTgt spid="31"/>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10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1000" fill="hold"/>
                                            <p:tgtEl>
                                              <p:spTgt spid="32"/>
                                            </p:tgtEl>
                                            <p:attrNameLst>
                                              <p:attrName>ppt_x</p:attrName>
                                            </p:attrNameLst>
                                          </p:cBhvr>
                                          <p:tavLst>
                                            <p:tav tm="0">
                                              <p:val>
                                                <p:strVal val="0-#ppt_w/2"/>
                                              </p:val>
                                            </p:tav>
                                            <p:tav tm="100000">
                                              <p:val>
                                                <p:strVal val="#ppt_x"/>
                                              </p:val>
                                            </p:tav>
                                          </p:tavLst>
                                        </p:anim>
                                        <p:anim calcmode="lin" valueType="num">
                                          <p:cBhvr additive="base">
                                            <p:cTn id="24" dur="10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25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1000" fill="hold"/>
                                            <p:tgtEl>
                                              <p:spTgt spid="35"/>
                                            </p:tgtEl>
                                            <p:attrNameLst>
                                              <p:attrName>ppt_x</p:attrName>
                                            </p:attrNameLst>
                                          </p:cBhvr>
                                          <p:tavLst>
                                            <p:tav tm="0">
                                              <p:val>
                                                <p:strVal val="0-#ppt_w/2"/>
                                              </p:val>
                                            </p:tav>
                                            <p:tav tm="100000">
                                              <p:val>
                                                <p:strVal val="#ppt_x"/>
                                              </p:val>
                                            </p:tav>
                                          </p:tavLst>
                                        </p:anim>
                                        <p:anim calcmode="lin" valueType="num">
                                          <p:cBhvr additive="base">
                                            <p:cTn id="28" dur="1000" fill="hold"/>
                                            <p:tgtEl>
                                              <p:spTgt spid="35"/>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500"/>
                                      </p:stCondLst>
                                      <p:childTnLst>
                                        <p:set>
                                          <p:cBhvr>
                                            <p:cTn id="30" dur="1" fill="hold">
                                              <p:stCondLst>
                                                <p:cond delay="0"/>
                                              </p:stCondLst>
                                            </p:cTn>
                                            <p:tgtEl>
                                              <p:spTgt spid="38"/>
                                            </p:tgtEl>
                                            <p:attrNameLst>
                                              <p:attrName>style.visibility</p:attrName>
                                            </p:attrNameLst>
                                          </p:cBhvr>
                                          <p:to>
                                            <p:strVal val="visible"/>
                                          </p:to>
                                        </p:set>
                                        <p:anim calcmode="lin" valueType="num">
                                          <p:cBhvr additive="base">
                                            <p:cTn id="31" dur="1000" fill="hold"/>
                                            <p:tgtEl>
                                              <p:spTgt spid="38"/>
                                            </p:tgtEl>
                                            <p:attrNameLst>
                                              <p:attrName>ppt_x</p:attrName>
                                            </p:attrNameLst>
                                          </p:cBhvr>
                                          <p:tavLst>
                                            <p:tav tm="0">
                                              <p:val>
                                                <p:strVal val="0-#ppt_w/2"/>
                                              </p:val>
                                            </p:tav>
                                            <p:tav tm="100000">
                                              <p:val>
                                                <p:strVal val="#ppt_x"/>
                                              </p:val>
                                            </p:tav>
                                          </p:tavLst>
                                        </p:anim>
                                        <p:anim calcmode="lin" valueType="num">
                                          <p:cBhvr additive="base">
                                            <p:cTn id="32" dur="1000" fill="hold"/>
                                            <p:tgtEl>
                                              <p:spTgt spid="38"/>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750"/>
                                      </p:stCondLst>
                                      <p:childTnLst>
                                        <p:set>
                                          <p:cBhvr>
                                            <p:cTn id="34" dur="1" fill="hold">
                                              <p:stCondLst>
                                                <p:cond delay="0"/>
                                              </p:stCondLst>
                                            </p:cTn>
                                            <p:tgtEl>
                                              <p:spTgt spid="41"/>
                                            </p:tgtEl>
                                            <p:attrNameLst>
                                              <p:attrName>style.visibility</p:attrName>
                                            </p:attrNameLst>
                                          </p:cBhvr>
                                          <p:to>
                                            <p:strVal val="visible"/>
                                          </p:to>
                                        </p:set>
                                        <p:anim calcmode="lin" valueType="num">
                                          <p:cBhvr additive="base">
                                            <p:cTn id="35" dur="1000" fill="hold"/>
                                            <p:tgtEl>
                                              <p:spTgt spid="41"/>
                                            </p:tgtEl>
                                            <p:attrNameLst>
                                              <p:attrName>ppt_x</p:attrName>
                                            </p:attrNameLst>
                                          </p:cBhvr>
                                          <p:tavLst>
                                            <p:tav tm="0">
                                              <p:val>
                                                <p:strVal val="0-#ppt_w/2"/>
                                              </p:val>
                                            </p:tav>
                                            <p:tav tm="100000">
                                              <p:val>
                                                <p:strVal val="#ppt_x"/>
                                              </p:val>
                                            </p:tav>
                                          </p:tavLst>
                                        </p:anim>
                                        <p:anim calcmode="lin" valueType="num">
                                          <p:cBhvr additive="base">
                                            <p:cTn id="36" dur="1000" fill="hold"/>
                                            <p:tgtEl>
                                              <p:spTgt spid="41"/>
                                            </p:tgtEl>
                                            <p:attrNameLst>
                                              <p:attrName>ppt_y</p:attrName>
                                            </p:attrNameLst>
                                          </p:cBhvr>
                                          <p:tavLst>
                                            <p:tav tm="0">
                                              <p:val>
                                                <p:strVal val="#ppt_y"/>
                                              </p:val>
                                            </p:tav>
                                            <p:tav tm="100000">
                                              <p:val>
                                                <p:strVal val="#ppt_y"/>
                                              </p:val>
                                            </p:tav>
                                          </p:tavLst>
                                        </p:anim>
                                      </p:childTnLst>
                                    </p:cTn>
                                  </p:par>
                                  <p:par>
                                    <p:cTn id="37" presetID="2" presetClass="entr" presetSubtype="8" decel="100000" fill="hold" grpId="0" nodeType="withEffect">
                                      <p:stCondLst>
                                        <p:cond delay="25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1000" fill="hold"/>
                                            <p:tgtEl>
                                              <p:spTgt spid="14"/>
                                            </p:tgtEl>
                                            <p:attrNameLst>
                                              <p:attrName>ppt_x</p:attrName>
                                            </p:attrNameLst>
                                          </p:cBhvr>
                                          <p:tavLst>
                                            <p:tav tm="0">
                                              <p:val>
                                                <p:strVal val="0-#ppt_w/2"/>
                                              </p:val>
                                            </p:tav>
                                            <p:tav tm="100000">
                                              <p:val>
                                                <p:strVal val="#ppt_x"/>
                                              </p:val>
                                            </p:tav>
                                          </p:tavLst>
                                        </p:anim>
                                        <p:anim calcmode="lin" valueType="num">
                                          <p:cBhvr additive="base">
                                            <p:cTn id="40" dur="1000" fill="hold"/>
                                            <p:tgtEl>
                                              <p:spTgt spid="14"/>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50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1000" fill="hold"/>
                                            <p:tgtEl>
                                              <p:spTgt spid="15"/>
                                            </p:tgtEl>
                                            <p:attrNameLst>
                                              <p:attrName>ppt_x</p:attrName>
                                            </p:attrNameLst>
                                          </p:cBhvr>
                                          <p:tavLst>
                                            <p:tav tm="0">
                                              <p:val>
                                                <p:strVal val="0-#ppt_w/2"/>
                                              </p:val>
                                            </p:tav>
                                            <p:tav tm="100000">
                                              <p:val>
                                                <p:strVal val="#ppt_x"/>
                                              </p:val>
                                            </p:tav>
                                          </p:tavLst>
                                        </p:anim>
                                        <p:anim calcmode="lin" valueType="num">
                                          <p:cBhvr additive="base">
                                            <p:cTn id="44" dur="1000" fill="hold"/>
                                            <p:tgtEl>
                                              <p:spTgt spid="15"/>
                                            </p:tgtEl>
                                            <p:attrNameLst>
                                              <p:attrName>ppt_y</p:attrName>
                                            </p:attrNameLst>
                                          </p:cBhvr>
                                          <p:tavLst>
                                            <p:tav tm="0">
                                              <p:val>
                                                <p:strVal val="#ppt_y"/>
                                              </p:val>
                                            </p:tav>
                                            <p:tav tm="100000">
                                              <p:val>
                                                <p:strVal val="#ppt_y"/>
                                              </p:val>
                                            </p:tav>
                                          </p:tavLst>
                                        </p:anim>
                                      </p:childTnLst>
                                    </p:cTn>
                                  </p:par>
                                  <p:par>
                                    <p:cTn id="45" presetID="2" presetClass="entr" presetSubtype="8" decel="100000" fill="hold" grpId="0" nodeType="withEffect">
                                      <p:stCondLst>
                                        <p:cond delay="75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1000" fill="hold"/>
                                            <p:tgtEl>
                                              <p:spTgt spid="16"/>
                                            </p:tgtEl>
                                            <p:attrNameLst>
                                              <p:attrName>ppt_x</p:attrName>
                                            </p:attrNameLst>
                                          </p:cBhvr>
                                          <p:tavLst>
                                            <p:tav tm="0">
                                              <p:val>
                                                <p:strVal val="0-#ppt_w/2"/>
                                              </p:val>
                                            </p:tav>
                                            <p:tav tm="100000">
                                              <p:val>
                                                <p:strVal val="#ppt_x"/>
                                              </p:val>
                                            </p:tav>
                                          </p:tavLst>
                                        </p:anim>
                                        <p:anim calcmode="lin" valueType="num">
                                          <p:cBhvr additive="base">
                                            <p:cTn id="48" dur="1000" fill="hold"/>
                                            <p:tgtEl>
                                              <p:spTgt spid="16"/>
                                            </p:tgtEl>
                                            <p:attrNameLst>
                                              <p:attrName>ppt_y</p:attrName>
                                            </p:attrNameLst>
                                          </p:cBhvr>
                                          <p:tavLst>
                                            <p:tav tm="0">
                                              <p:val>
                                                <p:strVal val="#ppt_y"/>
                                              </p:val>
                                            </p:tav>
                                            <p:tav tm="100000">
                                              <p:val>
                                                <p:strVal val="#ppt_y"/>
                                              </p:val>
                                            </p:tav>
                                          </p:tavLst>
                                        </p:anim>
                                      </p:childTnLst>
                                    </p:cTn>
                                  </p:par>
                                  <p:par>
                                    <p:cTn id="49" presetID="2" presetClass="entr" presetSubtype="8" decel="100000" fill="hold" grpId="0" nodeType="withEffect">
                                      <p:stCondLst>
                                        <p:cond delay="100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1000" fill="hold"/>
                                            <p:tgtEl>
                                              <p:spTgt spid="17"/>
                                            </p:tgtEl>
                                            <p:attrNameLst>
                                              <p:attrName>ppt_x</p:attrName>
                                            </p:attrNameLst>
                                          </p:cBhvr>
                                          <p:tavLst>
                                            <p:tav tm="0">
                                              <p:val>
                                                <p:strVal val="0-#ppt_w/2"/>
                                              </p:val>
                                            </p:tav>
                                            <p:tav tm="100000">
                                              <p:val>
                                                <p:strVal val="#ppt_x"/>
                                              </p:val>
                                            </p:tav>
                                          </p:tavLst>
                                        </p:anim>
                                        <p:anim calcmode="lin" valueType="num">
                                          <p:cBhvr additive="base">
                                            <p:cTn id="52" dur="1000" fill="hold"/>
                                            <p:tgtEl>
                                              <p:spTgt spid="17"/>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250"/>
                                      </p:stCondLst>
                                      <p:childTnLst>
                                        <p:set>
                                          <p:cBhvr>
                                            <p:cTn id="54" dur="1" fill="hold">
                                              <p:stCondLst>
                                                <p:cond delay="0"/>
                                              </p:stCondLst>
                                            </p:cTn>
                                            <p:tgtEl>
                                              <p:spTgt spid="21"/>
                                            </p:tgtEl>
                                            <p:attrNameLst>
                                              <p:attrName>style.visibility</p:attrName>
                                            </p:attrNameLst>
                                          </p:cBhvr>
                                          <p:to>
                                            <p:strVal val="visible"/>
                                          </p:to>
                                        </p:set>
                                        <p:anim calcmode="lin" valueType="num">
                                          <p:cBhvr additive="base">
                                            <p:cTn id="55" dur="1000" fill="hold"/>
                                            <p:tgtEl>
                                              <p:spTgt spid="21"/>
                                            </p:tgtEl>
                                            <p:attrNameLst>
                                              <p:attrName>ppt_x</p:attrName>
                                            </p:attrNameLst>
                                          </p:cBhvr>
                                          <p:tavLst>
                                            <p:tav tm="0">
                                              <p:val>
                                                <p:strVal val="1+#ppt_w/2"/>
                                              </p:val>
                                            </p:tav>
                                            <p:tav tm="100000">
                                              <p:val>
                                                <p:strVal val="#ppt_x"/>
                                              </p:val>
                                            </p:tav>
                                          </p:tavLst>
                                        </p:anim>
                                        <p:anim calcmode="lin" valueType="num">
                                          <p:cBhvr additive="base">
                                            <p:cTn id="56" dur="1000" fill="hold"/>
                                            <p:tgtEl>
                                              <p:spTgt spid="21"/>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500"/>
                                      </p:stCondLst>
                                      <p:childTnLst>
                                        <p:set>
                                          <p:cBhvr>
                                            <p:cTn id="58" dur="1" fill="hold">
                                              <p:stCondLst>
                                                <p:cond delay="0"/>
                                              </p:stCondLst>
                                            </p:cTn>
                                            <p:tgtEl>
                                              <p:spTgt spid="23"/>
                                            </p:tgtEl>
                                            <p:attrNameLst>
                                              <p:attrName>style.visibility</p:attrName>
                                            </p:attrNameLst>
                                          </p:cBhvr>
                                          <p:to>
                                            <p:strVal val="visible"/>
                                          </p:to>
                                        </p:set>
                                        <p:anim calcmode="lin" valueType="num">
                                          <p:cBhvr additive="base">
                                            <p:cTn id="59" dur="1000" fill="hold"/>
                                            <p:tgtEl>
                                              <p:spTgt spid="23"/>
                                            </p:tgtEl>
                                            <p:attrNameLst>
                                              <p:attrName>ppt_x</p:attrName>
                                            </p:attrNameLst>
                                          </p:cBhvr>
                                          <p:tavLst>
                                            <p:tav tm="0">
                                              <p:val>
                                                <p:strVal val="1+#ppt_w/2"/>
                                              </p:val>
                                            </p:tav>
                                            <p:tav tm="100000">
                                              <p:val>
                                                <p:strVal val="#ppt_x"/>
                                              </p:val>
                                            </p:tav>
                                          </p:tavLst>
                                        </p:anim>
                                        <p:anim calcmode="lin" valueType="num">
                                          <p:cBhvr additive="base">
                                            <p:cTn id="60" dur="1000" fill="hold"/>
                                            <p:tgtEl>
                                              <p:spTgt spid="23"/>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750"/>
                                      </p:stCondLst>
                                      <p:childTnLst>
                                        <p:set>
                                          <p:cBhvr>
                                            <p:cTn id="62" dur="1" fill="hold">
                                              <p:stCondLst>
                                                <p:cond delay="0"/>
                                              </p:stCondLst>
                                            </p:cTn>
                                            <p:tgtEl>
                                              <p:spTgt spid="20"/>
                                            </p:tgtEl>
                                            <p:attrNameLst>
                                              <p:attrName>style.visibility</p:attrName>
                                            </p:attrNameLst>
                                          </p:cBhvr>
                                          <p:to>
                                            <p:strVal val="visible"/>
                                          </p:to>
                                        </p:set>
                                        <p:anim calcmode="lin" valueType="num">
                                          <p:cBhvr additive="base">
                                            <p:cTn id="63" dur="1000" fill="hold"/>
                                            <p:tgtEl>
                                              <p:spTgt spid="20"/>
                                            </p:tgtEl>
                                            <p:attrNameLst>
                                              <p:attrName>ppt_x</p:attrName>
                                            </p:attrNameLst>
                                          </p:cBhvr>
                                          <p:tavLst>
                                            <p:tav tm="0">
                                              <p:val>
                                                <p:strVal val="1+#ppt_w/2"/>
                                              </p:val>
                                            </p:tav>
                                            <p:tav tm="100000">
                                              <p:val>
                                                <p:strVal val="#ppt_x"/>
                                              </p:val>
                                            </p:tav>
                                          </p:tavLst>
                                        </p:anim>
                                        <p:anim calcmode="lin" valueType="num">
                                          <p:cBhvr additive="base">
                                            <p:cTn id="64" dur="1000" fill="hold"/>
                                            <p:tgtEl>
                                              <p:spTgt spid="20"/>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1000"/>
                                      </p:stCondLst>
                                      <p:childTnLst>
                                        <p:set>
                                          <p:cBhvr>
                                            <p:cTn id="66" dur="1" fill="hold">
                                              <p:stCondLst>
                                                <p:cond delay="0"/>
                                              </p:stCondLst>
                                            </p:cTn>
                                            <p:tgtEl>
                                              <p:spTgt spid="25"/>
                                            </p:tgtEl>
                                            <p:attrNameLst>
                                              <p:attrName>style.visibility</p:attrName>
                                            </p:attrNameLst>
                                          </p:cBhvr>
                                          <p:to>
                                            <p:strVal val="visible"/>
                                          </p:to>
                                        </p:set>
                                        <p:anim calcmode="lin" valueType="num">
                                          <p:cBhvr additive="base">
                                            <p:cTn id="67" dur="1000" fill="hold"/>
                                            <p:tgtEl>
                                              <p:spTgt spid="25"/>
                                            </p:tgtEl>
                                            <p:attrNameLst>
                                              <p:attrName>ppt_x</p:attrName>
                                            </p:attrNameLst>
                                          </p:cBhvr>
                                          <p:tavLst>
                                            <p:tav tm="0">
                                              <p:val>
                                                <p:strVal val="1+#ppt_w/2"/>
                                              </p:val>
                                            </p:tav>
                                            <p:tav tm="100000">
                                              <p:val>
                                                <p:strVal val="#ppt_x"/>
                                              </p:val>
                                            </p:tav>
                                          </p:tavLst>
                                        </p:anim>
                                        <p:anim calcmode="lin" valueType="num">
                                          <p:cBhvr additive="base">
                                            <p:cTn id="68" dur="1000" fill="hold"/>
                                            <p:tgtEl>
                                              <p:spTgt spid="25"/>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500"/>
                                      </p:stCondLst>
                                      <p:childTnLst>
                                        <p:set>
                                          <p:cBhvr>
                                            <p:cTn id="70" dur="1" fill="hold">
                                              <p:stCondLst>
                                                <p:cond delay="0"/>
                                              </p:stCondLst>
                                            </p:cTn>
                                            <p:tgtEl>
                                              <p:spTgt spid="48"/>
                                            </p:tgtEl>
                                            <p:attrNameLst>
                                              <p:attrName>style.visibility</p:attrName>
                                            </p:attrNameLst>
                                          </p:cBhvr>
                                          <p:to>
                                            <p:strVal val="visible"/>
                                          </p:to>
                                        </p:set>
                                        <p:anim calcmode="lin" valueType="num">
                                          <p:cBhvr additive="base">
                                            <p:cTn id="71" dur="1000" fill="hold"/>
                                            <p:tgtEl>
                                              <p:spTgt spid="48"/>
                                            </p:tgtEl>
                                            <p:attrNameLst>
                                              <p:attrName>ppt_x</p:attrName>
                                            </p:attrNameLst>
                                          </p:cBhvr>
                                          <p:tavLst>
                                            <p:tav tm="0">
                                              <p:val>
                                                <p:strVal val="1+#ppt_w/2"/>
                                              </p:val>
                                            </p:tav>
                                            <p:tav tm="100000">
                                              <p:val>
                                                <p:strVal val="#ppt_x"/>
                                              </p:val>
                                            </p:tav>
                                          </p:tavLst>
                                        </p:anim>
                                        <p:anim calcmode="lin" valueType="num">
                                          <p:cBhvr additive="base">
                                            <p:cTn id="72" dur="1000" fill="hold"/>
                                            <p:tgtEl>
                                              <p:spTgt spid="4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750"/>
                                      </p:stCondLst>
                                      <p:childTnLst>
                                        <p:set>
                                          <p:cBhvr>
                                            <p:cTn id="74" dur="1" fill="hold">
                                              <p:stCondLst>
                                                <p:cond delay="0"/>
                                              </p:stCondLst>
                                            </p:cTn>
                                            <p:tgtEl>
                                              <p:spTgt spid="47"/>
                                            </p:tgtEl>
                                            <p:attrNameLst>
                                              <p:attrName>style.visibility</p:attrName>
                                            </p:attrNameLst>
                                          </p:cBhvr>
                                          <p:to>
                                            <p:strVal val="visible"/>
                                          </p:to>
                                        </p:set>
                                        <p:anim calcmode="lin" valueType="num">
                                          <p:cBhvr additive="base">
                                            <p:cTn id="75" dur="1000" fill="hold"/>
                                            <p:tgtEl>
                                              <p:spTgt spid="47"/>
                                            </p:tgtEl>
                                            <p:attrNameLst>
                                              <p:attrName>ppt_x</p:attrName>
                                            </p:attrNameLst>
                                          </p:cBhvr>
                                          <p:tavLst>
                                            <p:tav tm="0">
                                              <p:val>
                                                <p:strVal val="1+#ppt_w/2"/>
                                              </p:val>
                                            </p:tav>
                                            <p:tav tm="100000">
                                              <p:val>
                                                <p:strVal val="#ppt_x"/>
                                              </p:val>
                                            </p:tav>
                                          </p:tavLst>
                                        </p:anim>
                                        <p:anim calcmode="lin" valueType="num">
                                          <p:cBhvr additive="base">
                                            <p:cTn id="76" dur="1000" fill="hold"/>
                                            <p:tgtEl>
                                              <p:spTgt spid="47"/>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1000"/>
                                      </p:stCondLst>
                                      <p:childTnLst>
                                        <p:set>
                                          <p:cBhvr>
                                            <p:cTn id="78" dur="1" fill="hold">
                                              <p:stCondLst>
                                                <p:cond delay="0"/>
                                              </p:stCondLst>
                                            </p:cTn>
                                            <p:tgtEl>
                                              <p:spTgt spid="46"/>
                                            </p:tgtEl>
                                            <p:attrNameLst>
                                              <p:attrName>style.visibility</p:attrName>
                                            </p:attrNameLst>
                                          </p:cBhvr>
                                          <p:to>
                                            <p:strVal val="visible"/>
                                          </p:to>
                                        </p:set>
                                        <p:anim calcmode="lin" valueType="num">
                                          <p:cBhvr additive="base">
                                            <p:cTn id="79" dur="1000" fill="hold"/>
                                            <p:tgtEl>
                                              <p:spTgt spid="46"/>
                                            </p:tgtEl>
                                            <p:attrNameLst>
                                              <p:attrName>ppt_x</p:attrName>
                                            </p:attrNameLst>
                                          </p:cBhvr>
                                          <p:tavLst>
                                            <p:tav tm="0">
                                              <p:val>
                                                <p:strVal val="1+#ppt_w/2"/>
                                              </p:val>
                                            </p:tav>
                                            <p:tav tm="100000">
                                              <p:val>
                                                <p:strVal val="#ppt_x"/>
                                              </p:val>
                                            </p:tav>
                                          </p:tavLst>
                                        </p:anim>
                                        <p:anim calcmode="lin" valueType="num">
                                          <p:cBhvr additive="base">
                                            <p:cTn id="80" dur="1000" fill="hold"/>
                                            <p:tgtEl>
                                              <p:spTgt spid="46"/>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1250"/>
                                      </p:stCondLst>
                                      <p:childTnLst>
                                        <p:set>
                                          <p:cBhvr>
                                            <p:cTn id="82" dur="1" fill="hold">
                                              <p:stCondLst>
                                                <p:cond delay="0"/>
                                              </p:stCondLst>
                                            </p:cTn>
                                            <p:tgtEl>
                                              <p:spTgt spid="45"/>
                                            </p:tgtEl>
                                            <p:attrNameLst>
                                              <p:attrName>style.visibility</p:attrName>
                                            </p:attrNameLst>
                                          </p:cBhvr>
                                          <p:to>
                                            <p:strVal val="visible"/>
                                          </p:to>
                                        </p:set>
                                        <p:anim calcmode="lin" valueType="num">
                                          <p:cBhvr additive="base">
                                            <p:cTn id="83" dur="1000" fill="hold"/>
                                            <p:tgtEl>
                                              <p:spTgt spid="45"/>
                                            </p:tgtEl>
                                            <p:attrNameLst>
                                              <p:attrName>ppt_x</p:attrName>
                                            </p:attrNameLst>
                                          </p:cBhvr>
                                          <p:tavLst>
                                            <p:tav tm="0">
                                              <p:val>
                                                <p:strVal val="1+#ppt_w/2"/>
                                              </p:val>
                                            </p:tav>
                                            <p:tav tm="100000">
                                              <p:val>
                                                <p:strVal val="#ppt_x"/>
                                              </p:val>
                                            </p:tav>
                                          </p:tavLst>
                                        </p:anim>
                                        <p:anim calcmode="lin" valueType="num">
                                          <p:cBhvr additive="base">
                                            <p:cTn id="84" dur="10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20" grpId="0" animBg="1"/>
          <p:bldP spid="21" grpId="0" animBg="1"/>
          <p:bldP spid="23" grpId="0" animBg="1"/>
          <p:bldP spid="25" grpId="0" animBg="1"/>
          <p:bldP spid="45" grpId="0"/>
          <p:bldP spid="46" grpId="0"/>
          <p:bldP spid="47" grpId="0"/>
          <p:bldP spid="48" grpId="0"/>
        </p:bldLst>
      </p:timing>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FF8279ED-E79E-4878-800E-151932409CE4}"/>
              </a:ext>
            </a:extLst>
          </p:cNvPr>
          <p:cNvGrpSpPr/>
          <p:nvPr/>
        </p:nvGrpSpPr>
        <p:grpSpPr>
          <a:xfrm>
            <a:off x="1594731" y="5765560"/>
            <a:ext cx="2514444" cy="311393"/>
            <a:chOff x="1680459" y="3319975"/>
            <a:chExt cx="2514444" cy="311393"/>
          </a:xfrm>
        </p:grpSpPr>
        <p:sp>
          <p:nvSpPr>
            <p:cNvPr id="37" name="Freeform 14">
              <a:extLst>
                <a:ext uri="{FF2B5EF4-FFF2-40B4-BE49-F238E27FC236}">
                  <a16:creationId xmlns:a16="http://schemas.microsoft.com/office/drawing/2014/main" id="{8D131209-4AA7-4553-9461-3B0C30CA1EF1}"/>
                </a:ext>
              </a:extLst>
            </p:cNvPr>
            <p:cNvSpPr>
              <a:spLocks/>
            </p:cNvSpPr>
            <p:nvPr/>
          </p:nvSpPr>
          <p:spPr bwMode="auto">
            <a:xfrm rot="16200000">
              <a:off x="2815102" y="2260803"/>
              <a:ext cx="280253" cy="2424349"/>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8" name="Rectangle 37">
              <a:extLst>
                <a:ext uri="{FF2B5EF4-FFF2-40B4-BE49-F238E27FC236}">
                  <a16:creationId xmlns:a16="http://schemas.microsoft.com/office/drawing/2014/main" id="{C9F9B654-B4CA-4992-AB65-AF054DF23C12}"/>
                </a:ext>
              </a:extLst>
            </p:cNvPr>
            <p:cNvSpPr/>
            <p:nvPr/>
          </p:nvSpPr>
          <p:spPr>
            <a:xfrm rot="16200000">
              <a:off x="2781984" y="2218450"/>
              <a:ext cx="311393" cy="251444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53" name="Group 52">
            <a:extLst>
              <a:ext uri="{FF2B5EF4-FFF2-40B4-BE49-F238E27FC236}">
                <a16:creationId xmlns:a16="http://schemas.microsoft.com/office/drawing/2014/main" id="{A982CCBB-7805-4676-908E-18B49992F945}"/>
              </a:ext>
            </a:extLst>
          </p:cNvPr>
          <p:cNvGrpSpPr/>
          <p:nvPr/>
        </p:nvGrpSpPr>
        <p:grpSpPr>
          <a:xfrm>
            <a:off x="2346844" y="4850486"/>
            <a:ext cx="2514444" cy="311393"/>
            <a:chOff x="1686015" y="3313610"/>
            <a:chExt cx="2514444" cy="311393"/>
          </a:xfrm>
        </p:grpSpPr>
        <p:sp>
          <p:nvSpPr>
            <p:cNvPr id="54" name="Freeform 14">
              <a:extLst>
                <a:ext uri="{FF2B5EF4-FFF2-40B4-BE49-F238E27FC236}">
                  <a16:creationId xmlns:a16="http://schemas.microsoft.com/office/drawing/2014/main" id="{EE4F9791-9488-4D50-8AE2-15905C8FCD55}"/>
                </a:ext>
              </a:extLst>
            </p:cNvPr>
            <p:cNvSpPr>
              <a:spLocks/>
            </p:cNvSpPr>
            <p:nvPr/>
          </p:nvSpPr>
          <p:spPr bwMode="auto">
            <a:xfrm rot="16200000">
              <a:off x="2815102" y="2260803"/>
              <a:ext cx="280253" cy="2424349"/>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5" name="Rectangle 54">
              <a:extLst>
                <a:ext uri="{FF2B5EF4-FFF2-40B4-BE49-F238E27FC236}">
                  <a16:creationId xmlns:a16="http://schemas.microsoft.com/office/drawing/2014/main" id="{D4207F58-3EFA-49C2-B1EE-28983CECC3D7}"/>
                </a:ext>
              </a:extLst>
            </p:cNvPr>
            <p:cNvSpPr/>
            <p:nvPr/>
          </p:nvSpPr>
          <p:spPr>
            <a:xfrm rot="16200000">
              <a:off x="2787540" y="2212085"/>
              <a:ext cx="311393" cy="251444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56" name="Group 55">
            <a:extLst>
              <a:ext uri="{FF2B5EF4-FFF2-40B4-BE49-F238E27FC236}">
                <a16:creationId xmlns:a16="http://schemas.microsoft.com/office/drawing/2014/main" id="{A3DAD0B1-4A15-49F2-AA3B-EE3E3818FC9D}"/>
              </a:ext>
            </a:extLst>
          </p:cNvPr>
          <p:cNvGrpSpPr/>
          <p:nvPr/>
        </p:nvGrpSpPr>
        <p:grpSpPr>
          <a:xfrm>
            <a:off x="3093324" y="3960477"/>
            <a:ext cx="2514444" cy="311393"/>
            <a:chOff x="1680459" y="3306669"/>
            <a:chExt cx="2514444" cy="311393"/>
          </a:xfrm>
        </p:grpSpPr>
        <p:sp>
          <p:nvSpPr>
            <p:cNvPr id="57" name="Freeform 14">
              <a:extLst>
                <a:ext uri="{FF2B5EF4-FFF2-40B4-BE49-F238E27FC236}">
                  <a16:creationId xmlns:a16="http://schemas.microsoft.com/office/drawing/2014/main" id="{0A894163-B036-4468-AEC7-BD545E06C074}"/>
                </a:ext>
              </a:extLst>
            </p:cNvPr>
            <p:cNvSpPr>
              <a:spLocks/>
            </p:cNvSpPr>
            <p:nvPr/>
          </p:nvSpPr>
          <p:spPr bwMode="auto">
            <a:xfrm rot="16200000">
              <a:off x="2815102" y="2260803"/>
              <a:ext cx="280253" cy="2424349"/>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8" name="Rectangle 57">
              <a:extLst>
                <a:ext uri="{FF2B5EF4-FFF2-40B4-BE49-F238E27FC236}">
                  <a16:creationId xmlns:a16="http://schemas.microsoft.com/office/drawing/2014/main" id="{2C8A030F-5D2B-4E44-B0F2-D8A1C0ABD266}"/>
                </a:ext>
              </a:extLst>
            </p:cNvPr>
            <p:cNvSpPr/>
            <p:nvPr/>
          </p:nvSpPr>
          <p:spPr>
            <a:xfrm rot="16200000">
              <a:off x="2781984" y="2205144"/>
              <a:ext cx="311393" cy="251444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59" name="Group 58">
            <a:extLst>
              <a:ext uri="{FF2B5EF4-FFF2-40B4-BE49-F238E27FC236}">
                <a16:creationId xmlns:a16="http://schemas.microsoft.com/office/drawing/2014/main" id="{DB7132B0-7CA1-406C-B2E9-AE329E03BAAA}"/>
              </a:ext>
            </a:extLst>
          </p:cNvPr>
          <p:cNvGrpSpPr/>
          <p:nvPr/>
        </p:nvGrpSpPr>
        <p:grpSpPr>
          <a:xfrm>
            <a:off x="4214900" y="3015221"/>
            <a:ext cx="2514444" cy="311393"/>
            <a:chOff x="1680390" y="3305887"/>
            <a:chExt cx="2514444" cy="311393"/>
          </a:xfrm>
        </p:grpSpPr>
        <p:sp>
          <p:nvSpPr>
            <p:cNvPr id="60" name="Freeform 14">
              <a:extLst>
                <a:ext uri="{FF2B5EF4-FFF2-40B4-BE49-F238E27FC236}">
                  <a16:creationId xmlns:a16="http://schemas.microsoft.com/office/drawing/2014/main" id="{534AA709-D162-4424-98D6-1AC49465B7DE}"/>
                </a:ext>
              </a:extLst>
            </p:cNvPr>
            <p:cNvSpPr>
              <a:spLocks/>
            </p:cNvSpPr>
            <p:nvPr/>
          </p:nvSpPr>
          <p:spPr bwMode="auto">
            <a:xfrm rot="16200000">
              <a:off x="2815102" y="2260803"/>
              <a:ext cx="280253" cy="2424349"/>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1" name="Rectangle 60">
              <a:extLst>
                <a:ext uri="{FF2B5EF4-FFF2-40B4-BE49-F238E27FC236}">
                  <a16:creationId xmlns:a16="http://schemas.microsoft.com/office/drawing/2014/main" id="{FDACE386-F217-46FD-AD94-9F2B055376C9}"/>
                </a:ext>
              </a:extLst>
            </p:cNvPr>
            <p:cNvSpPr/>
            <p:nvPr/>
          </p:nvSpPr>
          <p:spPr>
            <a:xfrm rot="16200000">
              <a:off x="2781915" y="2204362"/>
              <a:ext cx="311393" cy="251444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62" name="Group 61">
            <a:extLst>
              <a:ext uri="{FF2B5EF4-FFF2-40B4-BE49-F238E27FC236}">
                <a16:creationId xmlns:a16="http://schemas.microsoft.com/office/drawing/2014/main" id="{4CC76860-0048-40F4-A5C0-3566D1D407DF}"/>
              </a:ext>
            </a:extLst>
          </p:cNvPr>
          <p:cNvGrpSpPr/>
          <p:nvPr/>
        </p:nvGrpSpPr>
        <p:grpSpPr>
          <a:xfrm>
            <a:off x="5173741" y="2102608"/>
            <a:ext cx="2514444" cy="311393"/>
            <a:chOff x="1673807" y="3332612"/>
            <a:chExt cx="2514444" cy="311393"/>
          </a:xfrm>
        </p:grpSpPr>
        <p:sp>
          <p:nvSpPr>
            <p:cNvPr id="63" name="Freeform 14">
              <a:extLst>
                <a:ext uri="{FF2B5EF4-FFF2-40B4-BE49-F238E27FC236}">
                  <a16:creationId xmlns:a16="http://schemas.microsoft.com/office/drawing/2014/main" id="{4BC2E121-EA8C-4D4B-9086-816D49E300FC}"/>
                </a:ext>
              </a:extLst>
            </p:cNvPr>
            <p:cNvSpPr>
              <a:spLocks/>
            </p:cNvSpPr>
            <p:nvPr/>
          </p:nvSpPr>
          <p:spPr bwMode="auto">
            <a:xfrm rot="16200000">
              <a:off x="2815102" y="2260803"/>
              <a:ext cx="280253" cy="2424349"/>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4" name="Rectangle 63">
              <a:extLst>
                <a:ext uri="{FF2B5EF4-FFF2-40B4-BE49-F238E27FC236}">
                  <a16:creationId xmlns:a16="http://schemas.microsoft.com/office/drawing/2014/main" id="{E42D8C24-356E-4D34-B2DF-F54A003EA77B}"/>
                </a:ext>
              </a:extLst>
            </p:cNvPr>
            <p:cNvSpPr/>
            <p:nvPr/>
          </p:nvSpPr>
          <p:spPr>
            <a:xfrm rot="16200000">
              <a:off x="2775332" y="2231087"/>
              <a:ext cx="311393" cy="251444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65" name="Group 64">
            <a:extLst>
              <a:ext uri="{FF2B5EF4-FFF2-40B4-BE49-F238E27FC236}">
                <a16:creationId xmlns:a16="http://schemas.microsoft.com/office/drawing/2014/main" id="{DC808146-6D22-4270-8549-D170876D147B}"/>
              </a:ext>
            </a:extLst>
          </p:cNvPr>
          <p:cNvGrpSpPr/>
          <p:nvPr/>
        </p:nvGrpSpPr>
        <p:grpSpPr>
          <a:xfrm>
            <a:off x="5696030" y="1236594"/>
            <a:ext cx="2514444" cy="311393"/>
            <a:chOff x="1680459" y="3327300"/>
            <a:chExt cx="2514444" cy="311393"/>
          </a:xfrm>
        </p:grpSpPr>
        <p:sp>
          <p:nvSpPr>
            <p:cNvPr id="66" name="Freeform 14">
              <a:extLst>
                <a:ext uri="{FF2B5EF4-FFF2-40B4-BE49-F238E27FC236}">
                  <a16:creationId xmlns:a16="http://schemas.microsoft.com/office/drawing/2014/main" id="{5B1D4D4C-0A7B-4E76-BC36-0F97E9AF9FC6}"/>
                </a:ext>
              </a:extLst>
            </p:cNvPr>
            <p:cNvSpPr>
              <a:spLocks/>
            </p:cNvSpPr>
            <p:nvPr/>
          </p:nvSpPr>
          <p:spPr bwMode="auto">
            <a:xfrm rot="16200000">
              <a:off x="2815102" y="2260803"/>
              <a:ext cx="280253" cy="2424349"/>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dir="16800000" sx="95000" sy="95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7" name="Rectangle 66">
              <a:extLst>
                <a:ext uri="{FF2B5EF4-FFF2-40B4-BE49-F238E27FC236}">
                  <a16:creationId xmlns:a16="http://schemas.microsoft.com/office/drawing/2014/main" id="{BE33D79B-7B6C-484A-B33F-56303FFBE052}"/>
                </a:ext>
              </a:extLst>
            </p:cNvPr>
            <p:cNvSpPr/>
            <p:nvPr/>
          </p:nvSpPr>
          <p:spPr>
            <a:xfrm rot="16200000">
              <a:off x="2781984" y="2225775"/>
              <a:ext cx="311393" cy="251444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39" name="Shadow">
            <a:extLst>
              <a:ext uri="{FF2B5EF4-FFF2-40B4-BE49-F238E27FC236}">
                <a16:creationId xmlns:a16="http://schemas.microsoft.com/office/drawing/2014/main" id="{D2CF9714-1F48-4355-A3EE-289C814D984A}"/>
              </a:ext>
            </a:extLst>
          </p:cNvPr>
          <p:cNvSpPr/>
          <p:nvPr/>
        </p:nvSpPr>
        <p:spPr>
          <a:xfrm flipH="1" flipV="1">
            <a:off x="1846125" y="5664459"/>
            <a:ext cx="4526100"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16" name="Freeform 15">
            <a:extLst>
              <a:ext uri="{FF2B5EF4-FFF2-40B4-BE49-F238E27FC236}">
                <a16:creationId xmlns:a16="http://schemas.microsoft.com/office/drawing/2014/main" id="{3EB49B94-97C7-41C7-8FFA-8B8805A3A5B0}"/>
              </a:ext>
            </a:extLst>
          </p:cNvPr>
          <p:cNvSpPr>
            <a:spLocks noEditPoints="1"/>
          </p:cNvSpPr>
          <p:nvPr/>
        </p:nvSpPr>
        <p:spPr bwMode="auto">
          <a:xfrm>
            <a:off x="3435351" y="4135438"/>
            <a:ext cx="492125" cy="508000"/>
          </a:xfrm>
          <a:custGeom>
            <a:avLst/>
            <a:gdLst>
              <a:gd name="T0" fmla="*/ 48 w 128"/>
              <a:gd name="T1" fmla="*/ 13 h 132"/>
              <a:gd name="T2" fmla="*/ 112 w 128"/>
              <a:gd name="T3" fmla="*/ 53 h 132"/>
              <a:gd name="T4" fmla="*/ 128 w 128"/>
              <a:gd name="T5" fmla="*/ 84 h 132"/>
              <a:gd name="T6" fmla="*/ 114 w 128"/>
              <a:gd name="T7" fmla="*/ 84 h 132"/>
              <a:gd name="T8" fmla="*/ 114 w 128"/>
              <a:gd name="T9" fmla="*/ 106 h 132"/>
              <a:gd name="T10" fmla="*/ 107 w 128"/>
              <a:gd name="T11" fmla="*/ 113 h 132"/>
              <a:gd name="T12" fmla="*/ 93 w 128"/>
              <a:gd name="T13" fmla="*/ 113 h 132"/>
              <a:gd name="T14" fmla="*/ 93 w 128"/>
              <a:gd name="T15" fmla="*/ 132 h 132"/>
              <a:gd name="T16" fmla="*/ 35 w 128"/>
              <a:gd name="T17" fmla="*/ 132 h 132"/>
              <a:gd name="T18" fmla="*/ 35 w 128"/>
              <a:gd name="T19" fmla="*/ 112 h 132"/>
              <a:gd name="T20" fmla="*/ 28 w 128"/>
              <a:gd name="T21" fmla="*/ 99 h 132"/>
              <a:gd name="T22" fmla="*/ 71 w 128"/>
              <a:gd name="T23" fmla="*/ 59 h 132"/>
              <a:gd name="T24" fmla="*/ 71 w 128"/>
              <a:gd name="T25" fmla="*/ 50 h 132"/>
              <a:gd name="T26" fmla="*/ 61 w 128"/>
              <a:gd name="T27" fmla="*/ 46 h 132"/>
              <a:gd name="T28" fmla="*/ 60 w 128"/>
              <a:gd name="T29" fmla="*/ 43 h 132"/>
              <a:gd name="T30" fmla="*/ 64 w 128"/>
              <a:gd name="T31" fmla="*/ 33 h 132"/>
              <a:gd name="T32" fmla="*/ 58 w 128"/>
              <a:gd name="T33" fmla="*/ 27 h 132"/>
              <a:gd name="T34" fmla="*/ 48 w 128"/>
              <a:gd name="T35" fmla="*/ 31 h 132"/>
              <a:gd name="T36" fmla="*/ 44 w 128"/>
              <a:gd name="T37" fmla="*/ 30 h 132"/>
              <a:gd name="T38" fmla="*/ 40 w 128"/>
              <a:gd name="T39" fmla="*/ 19 h 132"/>
              <a:gd name="T40" fmla="*/ 31 w 128"/>
              <a:gd name="T41" fmla="*/ 19 h 132"/>
              <a:gd name="T42" fmla="*/ 28 w 128"/>
              <a:gd name="T43" fmla="*/ 30 h 132"/>
              <a:gd name="T44" fmla="*/ 24 w 128"/>
              <a:gd name="T45" fmla="*/ 31 h 132"/>
              <a:gd name="T46" fmla="*/ 14 w 128"/>
              <a:gd name="T47" fmla="*/ 27 h 132"/>
              <a:gd name="T48" fmla="*/ 8 w 128"/>
              <a:gd name="T49" fmla="*/ 33 h 132"/>
              <a:gd name="T50" fmla="*/ 12 w 128"/>
              <a:gd name="T51" fmla="*/ 43 h 132"/>
              <a:gd name="T52" fmla="*/ 11 w 128"/>
              <a:gd name="T53" fmla="*/ 46 h 132"/>
              <a:gd name="T54" fmla="*/ 0 w 128"/>
              <a:gd name="T55" fmla="*/ 50 h 132"/>
              <a:gd name="T56" fmla="*/ 0 w 128"/>
              <a:gd name="T57" fmla="*/ 59 h 132"/>
              <a:gd name="T58" fmla="*/ 11 w 128"/>
              <a:gd name="T59" fmla="*/ 63 h 132"/>
              <a:gd name="T60" fmla="*/ 12 w 128"/>
              <a:gd name="T61" fmla="*/ 67 h 132"/>
              <a:gd name="T62" fmla="*/ 8 w 128"/>
              <a:gd name="T63" fmla="*/ 77 h 132"/>
              <a:gd name="T64" fmla="*/ 14 w 128"/>
              <a:gd name="T65" fmla="*/ 83 h 132"/>
              <a:gd name="T66" fmla="*/ 24 w 128"/>
              <a:gd name="T67" fmla="*/ 79 h 132"/>
              <a:gd name="T68" fmla="*/ 28 w 128"/>
              <a:gd name="T69" fmla="*/ 80 h 132"/>
              <a:gd name="T70" fmla="*/ 31 w 128"/>
              <a:gd name="T71" fmla="*/ 90 h 132"/>
              <a:gd name="T72" fmla="*/ 40 w 128"/>
              <a:gd name="T73" fmla="*/ 90 h 132"/>
              <a:gd name="T74" fmla="*/ 44 w 128"/>
              <a:gd name="T75" fmla="*/ 80 h 132"/>
              <a:gd name="T76" fmla="*/ 48 w 128"/>
              <a:gd name="T77" fmla="*/ 79 h 132"/>
              <a:gd name="T78" fmla="*/ 58 w 128"/>
              <a:gd name="T79" fmla="*/ 83 h 132"/>
              <a:gd name="T80" fmla="*/ 64 w 128"/>
              <a:gd name="T81" fmla="*/ 77 h 132"/>
              <a:gd name="T82" fmla="*/ 60 w 128"/>
              <a:gd name="T83" fmla="*/ 67 h 132"/>
              <a:gd name="T84" fmla="*/ 61 w 128"/>
              <a:gd name="T85" fmla="*/ 63 h 132"/>
              <a:gd name="T86" fmla="*/ 71 w 128"/>
              <a:gd name="T87" fmla="*/ 59 h 132"/>
              <a:gd name="T88" fmla="*/ 36 w 128"/>
              <a:gd name="T89" fmla="*/ 40 h 132"/>
              <a:gd name="T90" fmla="*/ 21 w 128"/>
              <a:gd name="T91" fmla="*/ 55 h 132"/>
              <a:gd name="T92" fmla="*/ 36 w 128"/>
              <a:gd name="T93" fmla="*/ 70 h 132"/>
              <a:gd name="T94" fmla="*/ 51 w 128"/>
              <a:gd name="T95" fmla="*/ 55 h 132"/>
              <a:gd name="T96" fmla="*/ 36 w 128"/>
              <a:gd name="T97" fmla="*/ 40 h 132"/>
              <a:gd name="T98" fmla="*/ 93 w 128"/>
              <a:gd name="T99" fmla="*/ 113 h 132"/>
              <a:gd name="T100" fmla="*/ 85 w 128"/>
              <a:gd name="T101" fmla="*/ 113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8" h="132">
                <a:moveTo>
                  <a:pt x="48" y="13"/>
                </a:moveTo>
                <a:cubicBezTo>
                  <a:pt x="118" y="0"/>
                  <a:pt x="112" y="53"/>
                  <a:pt x="112" y="53"/>
                </a:cubicBezTo>
                <a:cubicBezTo>
                  <a:pt x="128" y="84"/>
                  <a:pt x="128" y="84"/>
                  <a:pt x="128" y="84"/>
                </a:cubicBezTo>
                <a:cubicBezTo>
                  <a:pt x="114" y="84"/>
                  <a:pt x="114" y="84"/>
                  <a:pt x="114" y="84"/>
                </a:cubicBezTo>
                <a:cubicBezTo>
                  <a:pt x="114" y="106"/>
                  <a:pt x="114" y="106"/>
                  <a:pt x="114" y="106"/>
                </a:cubicBezTo>
                <a:cubicBezTo>
                  <a:pt x="114" y="110"/>
                  <a:pt x="111" y="113"/>
                  <a:pt x="107" y="113"/>
                </a:cubicBezTo>
                <a:cubicBezTo>
                  <a:pt x="93" y="113"/>
                  <a:pt x="93" y="113"/>
                  <a:pt x="93" y="113"/>
                </a:cubicBezTo>
                <a:cubicBezTo>
                  <a:pt x="93" y="132"/>
                  <a:pt x="93" y="132"/>
                  <a:pt x="93" y="132"/>
                </a:cubicBezTo>
                <a:moveTo>
                  <a:pt x="35" y="132"/>
                </a:moveTo>
                <a:cubicBezTo>
                  <a:pt x="35" y="112"/>
                  <a:pt x="35" y="112"/>
                  <a:pt x="35" y="112"/>
                </a:cubicBezTo>
                <a:cubicBezTo>
                  <a:pt x="28" y="99"/>
                  <a:pt x="28" y="99"/>
                  <a:pt x="28" y="99"/>
                </a:cubicBezTo>
                <a:moveTo>
                  <a:pt x="71" y="59"/>
                </a:moveTo>
                <a:cubicBezTo>
                  <a:pt x="71" y="50"/>
                  <a:pt x="71" y="50"/>
                  <a:pt x="71" y="50"/>
                </a:cubicBezTo>
                <a:cubicBezTo>
                  <a:pt x="61" y="46"/>
                  <a:pt x="61" y="46"/>
                  <a:pt x="61" y="46"/>
                </a:cubicBezTo>
                <a:cubicBezTo>
                  <a:pt x="61" y="45"/>
                  <a:pt x="60" y="44"/>
                  <a:pt x="60" y="43"/>
                </a:cubicBezTo>
                <a:cubicBezTo>
                  <a:pt x="64" y="33"/>
                  <a:pt x="64" y="33"/>
                  <a:pt x="64" y="33"/>
                </a:cubicBezTo>
                <a:cubicBezTo>
                  <a:pt x="58" y="27"/>
                  <a:pt x="58" y="27"/>
                  <a:pt x="58" y="27"/>
                </a:cubicBezTo>
                <a:cubicBezTo>
                  <a:pt x="48" y="31"/>
                  <a:pt x="48" y="31"/>
                  <a:pt x="48" y="31"/>
                </a:cubicBezTo>
                <a:cubicBezTo>
                  <a:pt x="47" y="30"/>
                  <a:pt x="46" y="30"/>
                  <a:pt x="44" y="30"/>
                </a:cubicBezTo>
                <a:cubicBezTo>
                  <a:pt x="40" y="19"/>
                  <a:pt x="40" y="19"/>
                  <a:pt x="40" y="19"/>
                </a:cubicBezTo>
                <a:cubicBezTo>
                  <a:pt x="31" y="19"/>
                  <a:pt x="31" y="19"/>
                  <a:pt x="31" y="19"/>
                </a:cubicBezTo>
                <a:cubicBezTo>
                  <a:pt x="28" y="30"/>
                  <a:pt x="28" y="30"/>
                  <a:pt x="28" y="30"/>
                </a:cubicBezTo>
                <a:cubicBezTo>
                  <a:pt x="26" y="30"/>
                  <a:pt x="25" y="30"/>
                  <a:pt x="24" y="31"/>
                </a:cubicBezTo>
                <a:cubicBezTo>
                  <a:pt x="14" y="27"/>
                  <a:pt x="14" y="27"/>
                  <a:pt x="14" y="27"/>
                </a:cubicBezTo>
                <a:cubicBezTo>
                  <a:pt x="8" y="33"/>
                  <a:pt x="8" y="33"/>
                  <a:pt x="8" y="33"/>
                </a:cubicBezTo>
                <a:cubicBezTo>
                  <a:pt x="12" y="43"/>
                  <a:pt x="12" y="43"/>
                  <a:pt x="12" y="43"/>
                </a:cubicBezTo>
                <a:cubicBezTo>
                  <a:pt x="11" y="44"/>
                  <a:pt x="11" y="45"/>
                  <a:pt x="11" y="46"/>
                </a:cubicBezTo>
                <a:cubicBezTo>
                  <a:pt x="0" y="50"/>
                  <a:pt x="0" y="50"/>
                  <a:pt x="0" y="50"/>
                </a:cubicBezTo>
                <a:cubicBezTo>
                  <a:pt x="0" y="59"/>
                  <a:pt x="0" y="59"/>
                  <a:pt x="0" y="59"/>
                </a:cubicBezTo>
                <a:cubicBezTo>
                  <a:pt x="11" y="63"/>
                  <a:pt x="11" y="63"/>
                  <a:pt x="11" y="63"/>
                </a:cubicBezTo>
                <a:cubicBezTo>
                  <a:pt x="11" y="65"/>
                  <a:pt x="11" y="66"/>
                  <a:pt x="12" y="67"/>
                </a:cubicBezTo>
                <a:cubicBezTo>
                  <a:pt x="8" y="77"/>
                  <a:pt x="8" y="77"/>
                  <a:pt x="8" y="77"/>
                </a:cubicBezTo>
                <a:cubicBezTo>
                  <a:pt x="14" y="83"/>
                  <a:pt x="14" y="83"/>
                  <a:pt x="14" y="83"/>
                </a:cubicBezTo>
                <a:cubicBezTo>
                  <a:pt x="24" y="79"/>
                  <a:pt x="24" y="79"/>
                  <a:pt x="24" y="79"/>
                </a:cubicBezTo>
                <a:cubicBezTo>
                  <a:pt x="25" y="79"/>
                  <a:pt x="26" y="80"/>
                  <a:pt x="28" y="80"/>
                </a:cubicBezTo>
                <a:cubicBezTo>
                  <a:pt x="31" y="90"/>
                  <a:pt x="31" y="90"/>
                  <a:pt x="31" y="90"/>
                </a:cubicBezTo>
                <a:cubicBezTo>
                  <a:pt x="40" y="90"/>
                  <a:pt x="40" y="90"/>
                  <a:pt x="40" y="90"/>
                </a:cubicBezTo>
                <a:cubicBezTo>
                  <a:pt x="44" y="80"/>
                  <a:pt x="44" y="80"/>
                  <a:pt x="44" y="80"/>
                </a:cubicBezTo>
                <a:cubicBezTo>
                  <a:pt x="46" y="80"/>
                  <a:pt x="47" y="79"/>
                  <a:pt x="48" y="79"/>
                </a:cubicBezTo>
                <a:cubicBezTo>
                  <a:pt x="58" y="83"/>
                  <a:pt x="58" y="83"/>
                  <a:pt x="58" y="83"/>
                </a:cubicBezTo>
                <a:cubicBezTo>
                  <a:pt x="64" y="77"/>
                  <a:pt x="64" y="77"/>
                  <a:pt x="64" y="77"/>
                </a:cubicBezTo>
                <a:cubicBezTo>
                  <a:pt x="60" y="67"/>
                  <a:pt x="60" y="67"/>
                  <a:pt x="60" y="67"/>
                </a:cubicBezTo>
                <a:cubicBezTo>
                  <a:pt x="60" y="66"/>
                  <a:pt x="61" y="65"/>
                  <a:pt x="61" y="63"/>
                </a:cubicBezTo>
                <a:lnTo>
                  <a:pt x="71" y="59"/>
                </a:lnTo>
                <a:close/>
                <a:moveTo>
                  <a:pt x="36" y="40"/>
                </a:moveTo>
                <a:cubicBezTo>
                  <a:pt x="28" y="40"/>
                  <a:pt x="21" y="47"/>
                  <a:pt x="21" y="55"/>
                </a:cubicBezTo>
                <a:cubicBezTo>
                  <a:pt x="21" y="63"/>
                  <a:pt x="28" y="70"/>
                  <a:pt x="36" y="70"/>
                </a:cubicBezTo>
                <a:cubicBezTo>
                  <a:pt x="44" y="70"/>
                  <a:pt x="51" y="63"/>
                  <a:pt x="51" y="55"/>
                </a:cubicBezTo>
                <a:cubicBezTo>
                  <a:pt x="51" y="47"/>
                  <a:pt x="44" y="40"/>
                  <a:pt x="36" y="40"/>
                </a:cubicBezTo>
                <a:close/>
                <a:moveTo>
                  <a:pt x="93" y="113"/>
                </a:moveTo>
                <a:cubicBezTo>
                  <a:pt x="85" y="113"/>
                  <a:pt x="85" y="113"/>
                  <a:pt x="85" y="113"/>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68E366C5-C4FA-49E7-8840-6EBA40C8FCE5}"/>
              </a:ext>
            </a:extLst>
          </p:cNvPr>
          <p:cNvSpPr>
            <a:spLocks noEditPoints="1"/>
          </p:cNvSpPr>
          <p:nvPr/>
        </p:nvSpPr>
        <p:spPr bwMode="auto">
          <a:xfrm>
            <a:off x="5095876" y="2368550"/>
            <a:ext cx="684213" cy="384175"/>
          </a:xfrm>
          <a:custGeom>
            <a:avLst/>
            <a:gdLst>
              <a:gd name="T0" fmla="*/ 42 w 178"/>
              <a:gd name="T1" fmla="*/ 81 h 100"/>
              <a:gd name="T2" fmla="*/ 42 w 178"/>
              <a:gd name="T3" fmla="*/ 74 h 100"/>
              <a:gd name="T4" fmla="*/ 52 w 178"/>
              <a:gd name="T5" fmla="*/ 65 h 100"/>
              <a:gd name="T6" fmla="*/ 58 w 178"/>
              <a:gd name="T7" fmla="*/ 70 h 100"/>
              <a:gd name="T8" fmla="*/ 50 w 178"/>
              <a:gd name="T9" fmla="*/ 81 h 100"/>
              <a:gd name="T10" fmla="*/ 108 w 178"/>
              <a:gd name="T11" fmla="*/ 72 h 100"/>
              <a:gd name="T12" fmla="*/ 130 w 178"/>
              <a:gd name="T13" fmla="*/ 82 h 100"/>
              <a:gd name="T14" fmla="*/ 131 w 178"/>
              <a:gd name="T15" fmla="*/ 72 h 100"/>
              <a:gd name="T16" fmla="*/ 109 w 178"/>
              <a:gd name="T17" fmla="*/ 89 h 100"/>
              <a:gd name="T18" fmla="*/ 119 w 178"/>
              <a:gd name="T19" fmla="*/ 89 h 100"/>
              <a:gd name="T20" fmla="*/ 121 w 178"/>
              <a:gd name="T21" fmla="*/ 82 h 100"/>
              <a:gd name="T22" fmla="*/ 97 w 178"/>
              <a:gd name="T23" fmla="*/ 96 h 100"/>
              <a:gd name="T24" fmla="*/ 107 w 178"/>
              <a:gd name="T25" fmla="*/ 96 h 100"/>
              <a:gd name="T26" fmla="*/ 109 w 178"/>
              <a:gd name="T27" fmla="*/ 89 h 100"/>
              <a:gd name="T28" fmla="*/ 83 w 178"/>
              <a:gd name="T29" fmla="*/ 98 h 100"/>
              <a:gd name="T30" fmla="*/ 95 w 178"/>
              <a:gd name="T31" fmla="*/ 97 h 100"/>
              <a:gd name="T32" fmla="*/ 57 w 178"/>
              <a:gd name="T33" fmla="*/ 89 h 100"/>
              <a:gd name="T34" fmla="*/ 69 w 178"/>
              <a:gd name="T35" fmla="*/ 68 h 100"/>
              <a:gd name="T36" fmla="*/ 61 w 178"/>
              <a:gd name="T37" fmla="*/ 68 h 100"/>
              <a:gd name="T38" fmla="*/ 49 w 178"/>
              <a:gd name="T39" fmla="*/ 89 h 100"/>
              <a:gd name="T40" fmla="*/ 57 w 178"/>
              <a:gd name="T41" fmla="*/ 89 h 100"/>
              <a:gd name="T42" fmla="*/ 78 w 178"/>
              <a:gd name="T43" fmla="*/ 81 h 100"/>
              <a:gd name="T44" fmla="*/ 73 w 178"/>
              <a:gd name="T45" fmla="*/ 73 h 100"/>
              <a:gd name="T46" fmla="*/ 59 w 178"/>
              <a:gd name="T47" fmla="*/ 87 h 100"/>
              <a:gd name="T48" fmla="*/ 64 w 178"/>
              <a:gd name="T49" fmla="*/ 96 h 100"/>
              <a:gd name="T50" fmla="*/ 82 w 178"/>
              <a:gd name="T51" fmla="*/ 93 h 100"/>
              <a:gd name="T52" fmla="*/ 83 w 178"/>
              <a:gd name="T53" fmla="*/ 83 h 100"/>
              <a:gd name="T54" fmla="*/ 76 w 178"/>
              <a:gd name="T55" fmla="*/ 84 h 100"/>
              <a:gd name="T56" fmla="*/ 70 w 178"/>
              <a:gd name="T57" fmla="*/ 98 h 100"/>
              <a:gd name="T58" fmla="*/ 77 w 178"/>
              <a:gd name="T59" fmla="*/ 98 h 100"/>
              <a:gd name="T60" fmla="*/ 153 w 178"/>
              <a:gd name="T61" fmla="*/ 0 h 100"/>
              <a:gd name="T62" fmla="*/ 148 w 178"/>
              <a:gd name="T63" fmla="*/ 60 h 100"/>
              <a:gd name="T64" fmla="*/ 178 w 178"/>
              <a:gd name="T65" fmla="*/ 47 h 100"/>
              <a:gd name="T66" fmla="*/ 96 w 178"/>
              <a:gd name="T67" fmla="*/ 26 h 100"/>
              <a:gd name="T68" fmla="*/ 88 w 178"/>
              <a:gd name="T69" fmla="*/ 26 h 100"/>
              <a:gd name="T70" fmla="*/ 61 w 178"/>
              <a:gd name="T71" fmla="*/ 39 h 100"/>
              <a:gd name="T72" fmla="*/ 85 w 178"/>
              <a:gd name="T73" fmla="*/ 45 h 100"/>
              <a:gd name="T74" fmla="*/ 131 w 178"/>
              <a:gd name="T75" fmla="*/ 72 h 100"/>
              <a:gd name="T76" fmla="*/ 138 w 178"/>
              <a:gd name="T77" fmla="*/ 63 h 100"/>
              <a:gd name="T78" fmla="*/ 131 w 178"/>
              <a:gd name="T79" fmla="*/ 72 h 100"/>
              <a:gd name="T80" fmla="*/ 45 w 178"/>
              <a:gd name="T81" fmla="*/ 71 h 100"/>
              <a:gd name="T82" fmla="*/ 26 w 178"/>
              <a:gd name="T83" fmla="*/ 66 h 100"/>
              <a:gd name="T84" fmla="*/ 37 w 178"/>
              <a:gd name="T85" fmla="*/ 0 h 100"/>
              <a:gd name="T86" fmla="*/ 43 w 178"/>
              <a:gd name="T87" fmla="*/ 73 h 100"/>
              <a:gd name="T88" fmla="*/ 59 w 178"/>
              <a:gd name="T89" fmla="*/ 2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00">
                <a:moveTo>
                  <a:pt x="46" y="83"/>
                </a:moveTo>
                <a:cubicBezTo>
                  <a:pt x="45" y="83"/>
                  <a:pt x="43" y="83"/>
                  <a:pt x="42" y="81"/>
                </a:cubicBezTo>
                <a:cubicBezTo>
                  <a:pt x="41" y="81"/>
                  <a:pt x="40" y="79"/>
                  <a:pt x="40" y="78"/>
                </a:cubicBezTo>
                <a:cubicBezTo>
                  <a:pt x="40" y="76"/>
                  <a:pt x="41" y="75"/>
                  <a:pt x="42" y="74"/>
                </a:cubicBezTo>
                <a:cubicBezTo>
                  <a:pt x="49" y="66"/>
                  <a:pt x="49" y="66"/>
                  <a:pt x="49" y="66"/>
                </a:cubicBezTo>
                <a:cubicBezTo>
                  <a:pt x="49" y="65"/>
                  <a:pt x="51" y="65"/>
                  <a:pt x="52" y="65"/>
                </a:cubicBezTo>
                <a:cubicBezTo>
                  <a:pt x="53" y="64"/>
                  <a:pt x="55" y="65"/>
                  <a:pt x="56" y="66"/>
                </a:cubicBezTo>
                <a:cubicBezTo>
                  <a:pt x="57" y="67"/>
                  <a:pt x="58" y="68"/>
                  <a:pt x="58" y="70"/>
                </a:cubicBezTo>
                <a:cubicBezTo>
                  <a:pt x="58" y="71"/>
                  <a:pt x="57" y="72"/>
                  <a:pt x="57" y="73"/>
                </a:cubicBezTo>
                <a:cubicBezTo>
                  <a:pt x="50" y="81"/>
                  <a:pt x="50" y="81"/>
                  <a:pt x="50" y="81"/>
                </a:cubicBezTo>
                <a:cubicBezTo>
                  <a:pt x="49" y="82"/>
                  <a:pt x="48" y="83"/>
                  <a:pt x="46" y="83"/>
                </a:cubicBezTo>
                <a:close/>
                <a:moveTo>
                  <a:pt x="108" y="72"/>
                </a:moveTo>
                <a:cubicBezTo>
                  <a:pt x="108" y="72"/>
                  <a:pt x="121" y="83"/>
                  <a:pt x="125" y="84"/>
                </a:cubicBezTo>
                <a:cubicBezTo>
                  <a:pt x="127" y="84"/>
                  <a:pt x="128" y="83"/>
                  <a:pt x="130" y="82"/>
                </a:cubicBezTo>
                <a:cubicBezTo>
                  <a:pt x="131" y="80"/>
                  <a:pt x="132" y="78"/>
                  <a:pt x="132" y="76"/>
                </a:cubicBezTo>
                <a:cubicBezTo>
                  <a:pt x="132" y="75"/>
                  <a:pt x="131" y="74"/>
                  <a:pt x="131" y="72"/>
                </a:cubicBezTo>
                <a:moveTo>
                  <a:pt x="98" y="79"/>
                </a:moveTo>
                <a:cubicBezTo>
                  <a:pt x="109" y="89"/>
                  <a:pt x="109" y="89"/>
                  <a:pt x="109" y="89"/>
                </a:cubicBezTo>
                <a:cubicBezTo>
                  <a:pt x="110" y="90"/>
                  <a:pt x="112" y="91"/>
                  <a:pt x="114" y="91"/>
                </a:cubicBezTo>
                <a:cubicBezTo>
                  <a:pt x="116" y="91"/>
                  <a:pt x="117" y="91"/>
                  <a:pt x="119" y="89"/>
                </a:cubicBezTo>
                <a:cubicBezTo>
                  <a:pt x="120" y="88"/>
                  <a:pt x="121" y="86"/>
                  <a:pt x="121" y="84"/>
                </a:cubicBezTo>
                <a:cubicBezTo>
                  <a:pt x="121" y="83"/>
                  <a:pt x="121" y="82"/>
                  <a:pt x="121" y="82"/>
                </a:cubicBezTo>
                <a:moveTo>
                  <a:pt x="92" y="91"/>
                </a:moveTo>
                <a:cubicBezTo>
                  <a:pt x="97" y="96"/>
                  <a:pt x="97" y="96"/>
                  <a:pt x="97" y="96"/>
                </a:cubicBezTo>
                <a:cubicBezTo>
                  <a:pt x="98" y="97"/>
                  <a:pt x="100" y="98"/>
                  <a:pt x="102" y="98"/>
                </a:cubicBezTo>
                <a:cubicBezTo>
                  <a:pt x="104" y="98"/>
                  <a:pt x="105" y="98"/>
                  <a:pt x="107" y="96"/>
                </a:cubicBezTo>
                <a:cubicBezTo>
                  <a:pt x="108" y="95"/>
                  <a:pt x="109" y="93"/>
                  <a:pt x="109" y="91"/>
                </a:cubicBezTo>
                <a:cubicBezTo>
                  <a:pt x="109" y="90"/>
                  <a:pt x="109" y="90"/>
                  <a:pt x="109" y="89"/>
                </a:cubicBezTo>
                <a:moveTo>
                  <a:pt x="79" y="96"/>
                </a:moveTo>
                <a:cubicBezTo>
                  <a:pt x="83" y="98"/>
                  <a:pt x="83" y="98"/>
                  <a:pt x="83" y="98"/>
                </a:cubicBezTo>
                <a:cubicBezTo>
                  <a:pt x="84" y="98"/>
                  <a:pt x="87" y="99"/>
                  <a:pt x="90" y="99"/>
                </a:cubicBezTo>
                <a:cubicBezTo>
                  <a:pt x="92" y="98"/>
                  <a:pt x="93" y="98"/>
                  <a:pt x="95" y="97"/>
                </a:cubicBezTo>
                <a:cubicBezTo>
                  <a:pt x="95" y="96"/>
                  <a:pt x="96" y="96"/>
                  <a:pt x="96" y="95"/>
                </a:cubicBezTo>
                <a:moveTo>
                  <a:pt x="57" y="89"/>
                </a:moveTo>
                <a:cubicBezTo>
                  <a:pt x="69" y="76"/>
                  <a:pt x="69" y="76"/>
                  <a:pt x="69" y="76"/>
                </a:cubicBezTo>
                <a:cubicBezTo>
                  <a:pt x="71" y="73"/>
                  <a:pt x="71" y="70"/>
                  <a:pt x="69" y="68"/>
                </a:cubicBezTo>
                <a:cubicBezTo>
                  <a:pt x="67" y="67"/>
                  <a:pt x="66" y="66"/>
                  <a:pt x="64" y="67"/>
                </a:cubicBezTo>
                <a:cubicBezTo>
                  <a:pt x="63" y="67"/>
                  <a:pt x="62" y="67"/>
                  <a:pt x="61" y="68"/>
                </a:cubicBezTo>
                <a:cubicBezTo>
                  <a:pt x="49" y="82"/>
                  <a:pt x="49" y="82"/>
                  <a:pt x="49" y="82"/>
                </a:cubicBezTo>
                <a:cubicBezTo>
                  <a:pt x="47" y="84"/>
                  <a:pt x="47" y="88"/>
                  <a:pt x="49" y="89"/>
                </a:cubicBezTo>
                <a:cubicBezTo>
                  <a:pt x="50" y="91"/>
                  <a:pt x="52" y="91"/>
                  <a:pt x="54" y="91"/>
                </a:cubicBezTo>
                <a:cubicBezTo>
                  <a:pt x="55" y="91"/>
                  <a:pt x="56" y="90"/>
                  <a:pt x="57" y="89"/>
                </a:cubicBezTo>
                <a:close/>
                <a:moveTo>
                  <a:pt x="67" y="94"/>
                </a:moveTo>
                <a:cubicBezTo>
                  <a:pt x="78" y="81"/>
                  <a:pt x="78" y="81"/>
                  <a:pt x="78" y="81"/>
                </a:cubicBezTo>
                <a:cubicBezTo>
                  <a:pt x="80" y="79"/>
                  <a:pt x="80" y="76"/>
                  <a:pt x="78" y="74"/>
                </a:cubicBezTo>
                <a:cubicBezTo>
                  <a:pt x="76" y="73"/>
                  <a:pt x="75" y="72"/>
                  <a:pt x="73" y="73"/>
                </a:cubicBezTo>
                <a:cubicBezTo>
                  <a:pt x="72" y="73"/>
                  <a:pt x="71" y="73"/>
                  <a:pt x="70" y="74"/>
                </a:cubicBezTo>
                <a:cubicBezTo>
                  <a:pt x="59" y="87"/>
                  <a:pt x="59" y="87"/>
                  <a:pt x="59" y="87"/>
                </a:cubicBezTo>
                <a:cubicBezTo>
                  <a:pt x="57" y="89"/>
                  <a:pt x="57" y="92"/>
                  <a:pt x="59" y="94"/>
                </a:cubicBezTo>
                <a:cubicBezTo>
                  <a:pt x="60" y="95"/>
                  <a:pt x="62" y="96"/>
                  <a:pt x="64" y="96"/>
                </a:cubicBezTo>
                <a:cubicBezTo>
                  <a:pt x="65" y="95"/>
                  <a:pt x="66" y="95"/>
                  <a:pt x="67" y="94"/>
                </a:cubicBezTo>
                <a:close/>
                <a:moveTo>
                  <a:pt x="82" y="93"/>
                </a:moveTo>
                <a:cubicBezTo>
                  <a:pt x="84" y="91"/>
                  <a:pt x="84" y="91"/>
                  <a:pt x="84" y="91"/>
                </a:cubicBezTo>
                <a:cubicBezTo>
                  <a:pt x="86" y="89"/>
                  <a:pt x="86" y="85"/>
                  <a:pt x="83" y="83"/>
                </a:cubicBezTo>
                <a:cubicBezTo>
                  <a:pt x="82" y="82"/>
                  <a:pt x="81" y="82"/>
                  <a:pt x="79" y="82"/>
                </a:cubicBezTo>
                <a:cubicBezTo>
                  <a:pt x="78" y="82"/>
                  <a:pt x="77" y="83"/>
                  <a:pt x="76" y="84"/>
                </a:cubicBezTo>
                <a:cubicBezTo>
                  <a:pt x="69" y="91"/>
                  <a:pt x="69" y="91"/>
                  <a:pt x="69" y="91"/>
                </a:cubicBezTo>
                <a:cubicBezTo>
                  <a:pt x="67" y="93"/>
                  <a:pt x="68" y="96"/>
                  <a:pt x="70" y="98"/>
                </a:cubicBezTo>
                <a:cubicBezTo>
                  <a:pt x="71" y="100"/>
                  <a:pt x="73" y="100"/>
                  <a:pt x="74" y="100"/>
                </a:cubicBezTo>
                <a:cubicBezTo>
                  <a:pt x="75" y="100"/>
                  <a:pt x="76" y="99"/>
                  <a:pt x="77" y="98"/>
                </a:cubicBezTo>
                <a:lnTo>
                  <a:pt x="82" y="93"/>
                </a:lnTo>
                <a:close/>
                <a:moveTo>
                  <a:pt x="153" y="0"/>
                </a:moveTo>
                <a:cubicBezTo>
                  <a:pt x="141" y="6"/>
                  <a:pt x="125" y="15"/>
                  <a:pt x="122" y="17"/>
                </a:cubicBezTo>
                <a:cubicBezTo>
                  <a:pt x="125" y="20"/>
                  <a:pt x="135" y="38"/>
                  <a:pt x="148" y="60"/>
                </a:cubicBezTo>
                <a:cubicBezTo>
                  <a:pt x="149" y="62"/>
                  <a:pt x="149" y="62"/>
                  <a:pt x="149" y="62"/>
                </a:cubicBezTo>
                <a:cubicBezTo>
                  <a:pt x="178" y="47"/>
                  <a:pt x="178" y="47"/>
                  <a:pt x="178" y="47"/>
                </a:cubicBezTo>
                <a:moveTo>
                  <a:pt x="126" y="23"/>
                </a:moveTo>
                <a:cubicBezTo>
                  <a:pt x="112" y="17"/>
                  <a:pt x="105" y="26"/>
                  <a:pt x="96" y="26"/>
                </a:cubicBezTo>
                <a:cubicBezTo>
                  <a:pt x="93" y="26"/>
                  <a:pt x="90" y="26"/>
                  <a:pt x="88" y="26"/>
                </a:cubicBezTo>
                <a:cubicBezTo>
                  <a:pt x="88" y="26"/>
                  <a:pt x="88" y="26"/>
                  <a:pt x="88" y="26"/>
                </a:cubicBezTo>
                <a:cubicBezTo>
                  <a:pt x="87" y="26"/>
                  <a:pt x="86" y="26"/>
                  <a:pt x="85" y="27"/>
                </a:cubicBezTo>
                <a:cubicBezTo>
                  <a:pt x="61" y="39"/>
                  <a:pt x="61" y="39"/>
                  <a:pt x="61" y="39"/>
                </a:cubicBezTo>
                <a:cubicBezTo>
                  <a:pt x="50" y="45"/>
                  <a:pt x="61" y="53"/>
                  <a:pt x="65" y="52"/>
                </a:cubicBezTo>
                <a:cubicBezTo>
                  <a:pt x="69" y="51"/>
                  <a:pt x="78" y="47"/>
                  <a:pt x="85" y="45"/>
                </a:cubicBezTo>
                <a:cubicBezTo>
                  <a:pt x="88" y="43"/>
                  <a:pt x="93" y="44"/>
                  <a:pt x="96" y="46"/>
                </a:cubicBezTo>
                <a:cubicBezTo>
                  <a:pt x="107" y="54"/>
                  <a:pt x="129" y="71"/>
                  <a:pt x="131" y="72"/>
                </a:cubicBezTo>
                <a:moveTo>
                  <a:pt x="146" y="57"/>
                </a:moveTo>
                <a:cubicBezTo>
                  <a:pt x="145" y="58"/>
                  <a:pt x="140" y="61"/>
                  <a:pt x="138" y="63"/>
                </a:cubicBezTo>
                <a:cubicBezTo>
                  <a:pt x="138" y="63"/>
                  <a:pt x="137" y="64"/>
                  <a:pt x="136" y="66"/>
                </a:cubicBezTo>
                <a:cubicBezTo>
                  <a:pt x="134" y="68"/>
                  <a:pt x="132" y="72"/>
                  <a:pt x="131" y="72"/>
                </a:cubicBezTo>
                <a:moveTo>
                  <a:pt x="45" y="71"/>
                </a:moveTo>
                <a:cubicBezTo>
                  <a:pt x="45" y="71"/>
                  <a:pt x="45" y="71"/>
                  <a:pt x="45" y="71"/>
                </a:cubicBezTo>
                <a:moveTo>
                  <a:pt x="0" y="45"/>
                </a:moveTo>
                <a:cubicBezTo>
                  <a:pt x="26" y="66"/>
                  <a:pt x="26" y="66"/>
                  <a:pt x="26" y="66"/>
                </a:cubicBezTo>
                <a:cubicBezTo>
                  <a:pt x="62" y="21"/>
                  <a:pt x="62" y="21"/>
                  <a:pt x="62" y="21"/>
                </a:cubicBezTo>
                <a:cubicBezTo>
                  <a:pt x="37" y="0"/>
                  <a:pt x="37" y="0"/>
                  <a:pt x="37" y="0"/>
                </a:cubicBezTo>
                <a:moveTo>
                  <a:pt x="29" y="63"/>
                </a:moveTo>
                <a:cubicBezTo>
                  <a:pt x="36" y="68"/>
                  <a:pt x="43" y="73"/>
                  <a:pt x="43" y="73"/>
                </a:cubicBezTo>
                <a:moveTo>
                  <a:pt x="77" y="31"/>
                </a:moveTo>
                <a:cubicBezTo>
                  <a:pt x="73" y="29"/>
                  <a:pt x="66" y="26"/>
                  <a:pt x="59" y="24"/>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0429C1EA-50D9-46C4-899F-4685155BDA5E}"/>
              </a:ext>
            </a:extLst>
          </p:cNvPr>
          <p:cNvSpPr>
            <a:spLocks noEditPoints="1"/>
          </p:cNvSpPr>
          <p:nvPr/>
        </p:nvSpPr>
        <p:spPr bwMode="auto">
          <a:xfrm>
            <a:off x="4281488" y="3279775"/>
            <a:ext cx="492125" cy="393700"/>
          </a:xfrm>
          <a:custGeom>
            <a:avLst/>
            <a:gdLst>
              <a:gd name="T0" fmla="*/ 128 w 128"/>
              <a:gd name="T1" fmla="*/ 102 h 102"/>
              <a:gd name="T2" fmla="*/ 0 w 128"/>
              <a:gd name="T3" fmla="*/ 102 h 102"/>
              <a:gd name="T4" fmla="*/ 31 w 128"/>
              <a:gd name="T5" fmla="*/ 75 h 102"/>
              <a:gd name="T6" fmla="*/ 14 w 128"/>
              <a:gd name="T7" fmla="*/ 75 h 102"/>
              <a:gd name="T8" fmla="*/ 14 w 128"/>
              <a:gd name="T9" fmla="*/ 102 h 102"/>
              <a:gd name="T10" fmla="*/ 31 w 128"/>
              <a:gd name="T11" fmla="*/ 102 h 102"/>
              <a:gd name="T12" fmla="*/ 31 w 128"/>
              <a:gd name="T13" fmla="*/ 75 h 102"/>
              <a:gd name="T14" fmla="*/ 59 w 128"/>
              <a:gd name="T15" fmla="*/ 48 h 102"/>
              <a:gd name="T16" fmla="*/ 41 w 128"/>
              <a:gd name="T17" fmla="*/ 48 h 102"/>
              <a:gd name="T18" fmla="*/ 41 w 128"/>
              <a:gd name="T19" fmla="*/ 102 h 102"/>
              <a:gd name="T20" fmla="*/ 59 w 128"/>
              <a:gd name="T21" fmla="*/ 102 h 102"/>
              <a:gd name="T22" fmla="*/ 59 w 128"/>
              <a:gd name="T23" fmla="*/ 48 h 102"/>
              <a:gd name="T24" fmla="*/ 86 w 128"/>
              <a:gd name="T25" fmla="*/ 59 h 102"/>
              <a:gd name="T26" fmla="*/ 69 w 128"/>
              <a:gd name="T27" fmla="*/ 59 h 102"/>
              <a:gd name="T28" fmla="*/ 69 w 128"/>
              <a:gd name="T29" fmla="*/ 102 h 102"/>
              <a:gd name="T30" fmla="*/ 86 w 128"/>
              <a:gd name="T31" fmla="*/ 102 h 102"/>
              <a:gd name="T32" fmla="*/ 86 w 128"/>
              <a:gd name="T33" fmla="*/ 59 h 102"/>
              <a:gd name="T34" fmla="*/ 113 w 128"/>
              <a:gd name="T35" fmla="*/ 32 h 102"/>
              <a:gd name="T36" fmla="*/ 96 w 128"/>
              <a:gd name="T37" fmla="*/ 32 h 102"/>
              <a:gd name="T38" fmla="*/ 96 w 128"/>
              <a:gd name="T39" fmla="*/ 102 h 102"/>
              <a:gd name="T40" fmla="*/ 113 w 128"/>
              <a:gd name="T41" fmla="*/ 102 h 102"/>
              <a:gd name="T42" fmla="*/ 113 w 128"/>
              <a:gd name="T43" fmla="*/ 32 h 102"/>
              <a:gd name="T44" fmla="*/ 22 w 128"/>
              <a:gd name="T45" fmla="*/ 45 h 102"/>
              <a:gd name="T46" fmla="*/ 17 w 128"/>
              <a:gd name="T47" fmla="*/ 50 h 102"/>
              <a:gd name="T48" fmla="*/ 22 w 128"/>
              <a:gd name="T49" fmla="*/ 55 h 102"/>
              <a:gd name="T50" fmla="*/ 27 w 128"/>
              <a:gd name="T51" fmla="*/ 50 h 102"/>
              <a:gd name="T52" fmla="*/ 22 w 128"/>
              <a:gd name="T53" fmla="*/ 45 h 102"/>
              <a:gd name="T54" fmla="*/ 50 w 128"/>
              <a:gd name="T55" fmla="*/ 18 h 102"/>
              <a:gd name="T56" fmla="*/ 45 w 128"/>
              <a:gd name="T57" fmla="*/ 23 h 102"/>
              <a:gd name="T58" fmla="*/ 50 w 128"/>
              <a:gd name="T59" fmla="*/ 29 h 102"/>
              <a:gd name="T60" fmla="*/ 55 w 128"/>
              <a:gd name="T61" fmla="*/ 23 h 102"/>
              <a:gd name="T62" fmla="*/ 50 w 128"/>
              <a:gd name="T63" fmla="*/ 18 h 102"/>
              <a:gd name="T64" fmla="*/ 77 w 128"/>
              <a:gd name="T65" fmla="*/ 32 h 102"/>
              <a:gd name="T66" fmla="*/ 72 w 128"/>
              <a:gd name="T67" fmla="*/ 37 h 102"/>
              <a:gd name="T68" fmla="*/ 77 w 128"/>
              <a:gd name="T69" fmla="*/ 42 h 102"/>
              <a:gd name="T70" fmla="*/ 82 w 128"/>
              <a:gd name="T71" fmla="*/ 37 h 102"/>
              <a:gd name="T72" fmla="*/ 77 w 128"/>
              <a:gd name="T73" fmla="*/ 32 h 102"/>
              <a:gd name="T74" fmla="*/ 105 w 128"/>
              <a:gd name="T75" fmla="*/ 0 h 102"/>
              <a:gd name="T76" fmla="*/ 100 w 128"/>
              <a:gd name="T77" fmla="*/ 5 h 102"/>
              <a:gd name="T78" fmla="*/ 105 w 128"/>
              <a:gd name="T79" fmla="*/ 10 h 102"/>
              <a:gd name="T80" fmla="*/ 110 w 128"/>
              <a:gd name="T81" fmla="*/ 5 h 102"/>
              <a:gd name="T82" fmla="*/ 105 w 128"/>
              <a:gd name="T83" fmla="*/ 0 h 102"/>
              <a:gd name="T84" fmla="*/ 81 w 128"/>
              <a:gd name="T85" fmla="*/ 33 h 102"/>
              <a:gd name="T86" fmla="*/ 101 w 128"/>
              <a:gd name="T87" fmla="*/ 9 h 102"/>
              <a:gd name="T88" fmla="*/ 54 w 128"/>
              <a:gd name="T89" fmla="*/ 26 h 102"/>
              <a:gd name="T90" fmla="*/ 73 w 128"/>
              <a:gd name="T91" fmla="*/ 34 h 102"/>
              <a:gd name="T92" fmla="*/ 46 w 128"/>
              <a:gd name="T93" fmla="*/ 27 h 102"/>
              <a:gd name="T94" fmla="*/ 26 w 128"/>
              <a:gd name="T95" fmla="*/ 4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8" h="102">
                <a:moveTo>
                  <a:pt x="128" y="102"/>
                </a:moveTo>
                <a:cubicBezTo>
                  <a:pt x="0" y="102"/>
                  <a:pt x="0" y="102"/>
                  <a:pt x="0" y="102"/>
                </a:cubicBezTo>
                <a:moveTo>
                  <a:pt x="31" y="75"/>
                </a:moveTo>
                <a:cubicBezTo>
                  <a:pt x="14" y="75"/>
                  <a:pt x="14" y="75"/>
                  <a:pt x="14" y="75"/>
                </a:cubicBezTo>
                <a:cubicBezTo>
                  <a:pt x="14" y="102"/>
                  <a:pt x="14" y="102"/>
                  <a:pt x="14" y="102"/>
                </a:cubicBezTo>
                <a:cubicBezTo>
                  <a:pt x="31" y="102"/>
                  <a:pt x="31" y="102"/>
                  <a:pt x="31" y="102"/>
                </a:cubicBezTo>
                <a:lnTo>
                  <a:pt x="31" y="75"/>
                </a:lnTo>
                <a:close/>
                <a:moveTo>
                  <a:pt x="59" y="48"/>
                </a:moveTo>
                <a:cubicBezTo>
                  <a:pt x="41" y="48"/>
                  <a:pt x="41" y="48"/>
                  <a:pt x="41" y="48"/>
                </a:cubicBezTo>
                <a:cubicBezTo>
                  <a:pt x="41" y="102"/>
                  <a:pt x="41" y="102"/>
                  <a:pt x="41" y="102"/>
                </a:cubicBezTo>
                <a:cubicBezTo>
                  <a:pt x="59" y="102"/>
                  <a:pt x="59" y="102"/>
                  <a:pt x="59" y="102"/>
                </a:cubicBezTo>
                <a:lnTo>
                  <a:pt x="59" y="48"/>
                </a:lnTo>
                <a:close/>
                <a:moveTo>
                  <a:pt x="86" y="59"/>
                </a:moveTo>
                <a:cubicBezTo>
                  <a:pt x="69" y="59"/>
                  <a:pt x="69" y="59"/>
                  <a:pt x="69" y="59"/>
                </a:cubicBezTo>
                <a:cubicBezTo>
                  <a:pt x="69" y="102"/>
                  <a:pt x="69" y="102"/>
                  <a:pt x="69" y="102"/>
                </a:cubicBezTo>
                <a:cubicBezTo>
                  <a:pt x="86" y="102"/>
                  <a:pt x="86" y="102"/>
                  <a:pt x="86" y="102"/>
                </a:cubicBezTo>
                <a:lnTo>
                  <a:pt x="86" y="59"/>
                </a:lnTo>
                <a:close/>
                <a:moveTo>
                  <a:pt x="113" y="32"/>
                </a:moveTo>
                <a:cubicBezTo>
                  <a:pt x="96" y="32"/>
                  <a:pt x="96" y="32"/>
                  <a:pt x="96" y="32"/>
                </a:cubicBezTo>
                <a:cubicBezTo>
                  <a:pt x="96" y="102"/>
                  <a:pt x="96" y="102"/>
                  <a:pt x="96" y="102"/>
                </a:cubicBezTo>
                <a:cubicBezTo>
                  <a:pt x="113" y="102"/>
                  <a:pt x="113" y="102"/>
                  <a:pt x="113" y="102"/>
                </a:cubicBezTo>
                <a:lnTo>
                  <a:pt x="113" y="32"/>
                </a:lnTo>
                <a:close/>
                <a:moveTo>
                  <a:pt x="22" y="45"/>
                </a:moveTo>
                <a:cubicBezTo>
                  <a:pt x="20" y="45"/>
                  <a:pt x="17" y="47"/>
                  <a:pt x="17" y="50"/>
                </a:cubicBezTo>
                <a:cubicBezTo>
                  <a:pt x="17" y="52"/>
                  <a:pt x="20" y="55"/>
                  <a:pt x="22" y="55"/>
                </a:cubicBezTo>
                <a:cubicBezTo>
                  <a:pt x="25" y="55"/>
                  <a:pt x="27" y="52"/>
                  <a:pt x="27" y="50"/>
                </a:cubicBezTo>
                <a:cubicBezTo>
                  <a:pt x="27" y="47"/>
                  <a:pt x="25" y="45"/>
                  <a:pt x="22" y="45"/>
                </a:cubicBezTo>
                <a:close/>
                <a:moveTo>
                  <a:pt x="50" y="18"/>
                </a:moveTo>
                <a:cubicBezTo>
                  <a:pt x="47" y="18"/>
                  <a:pt x="45" y="21"/>
                  <a:pt x="45" y="23"/>
                </a:cubicBezTo>
                <a:cubicBezTo>
                  <a:pt x="45" y="26"/>
                  <a:pt x="47" y="29"/>
                  <a:pt x="50" y="29"/>
                </a:cubicBezTo>
                <a:cubicBezTo>
                  <a:pt x="53" y="29"/>
                  <a:pt x="55" y="26"/>
                  <a:pt x="55" y="23"/>
                </a:cubicBezTo>
                <a:cubicBezTo>
                  <a:pt x="55" y="21"/>
                  <a:pt x="53" y="18"/>
                  <a:pt x="50" y="18"/>
                </a:cubicBezTo>
                <a:close/>
                <a:moveTo>
                  <a:pt x="77" y="32"/>
                </a:moveTo>
                <a:cubicBezTo>
                  <a:pt x="74" y="32"/>
                  <a:pt x="72" y="34"/>
                  <a:pt x="72" y="37"/>
                </a:cubicBezTo>
                <a:cubicBezTo>
                  <a:pt x="72" y="39"/>
                  <a:pt x="74" y="42"/>
                  <a:pt x="77" y="42"/>
                </a:cubicBezTo>
                <a:cubicBezTo>
                  <a:pt x="80" y="42"/>
                  <a:pt x="82" y="39"/>
                  <a:pt x="82" y="37"/>
                </a:cubicBezTo>
                <a:cubicBezTo>
                  <a:pt x="82" y="34"/>
                  <a:pt x="80" y="32"/>
                  <a:pt x="77" y="32"/>
                </a:cubicBezTo>
                <a:close/>
                <a:moveTo>
                  <a:pt x="105" y="0"/>
                </a:moveTo>
                <a:cubicBezTo>
                  <a:pt x="102" y="0"/>
                  <a:pt x="100" y="3"/>
                  <a:pt x="100" y="5"/>
                </a:cubicBezTo>
                <a:cubicBezTo>
                  <a:pt x="100" y="8"/>
                  <a:pt x="102" y="10"/>
                  <a:pt x="105" y="10"/>
                </a:cubicBezTo>
                <a:cubicBezTo>
                  <a:pt x="108" y="10"/>
                  <a:pt x="110" y="8"/>
                  <a:pt x="110" y="5"/>
                </a:cubicBezTo>
                <a:cubicBezTo>
                  <a:pt x="110" y="3"/>
                  <a:pt x="108" y="0"/>
                  <a:pt x="105" y="0"/>
                </a:cubicBezTo>
                <a:close/>
                <a:moveTo>
                  <a:pt x="81" y="33"/>
                </a:moveTo>
                <a:cubicBezTo>
                  <a:pt x="101" y="9"/>
                  <a:pt x="101" y="9"/>
                  <a:pt x="101" y="9"/>
                </a:cubicBezTo>
                <a:moveTo>
                  <a:pt x="54" y="26"/>
                </a:moveTo>
                <a:cubicBezTo>
                  <a:pt x="73" y="34"/>
                  <a:pt x="73" y="34"/>
                  <a:pt x="73" y="34"/>
                </a:cubicBezTo>
                <a:moveTo>
                  <a:pt x="46" y="27"/>
                </a:moveTo>
                <a:cubicBezTo>
                  <a:pt x="26" y="46"/>
                  <a:pt x="26" y="46"/>
                  <a:pt x="26" y="46"/>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94E5B64E-5CA7-4762-8A07-77BF0170D8B9}"/>
              </a:ext>
            </a:extLst>
          </p:cNvPr>
          <p:cNvSpPr>
            <a:spLocks noEditPoints="1"/>
          </p:cNvSpPr>
          <p:nvPr/>
        </p:nvSpPr>
        <p:spPr bwMode="auto">
          <a:xfrm>
            <a:off x="2536826" y="5062538"/>
            <a:ext cx="376238" cy="442913"/>
          </a:xfrm>
          <a:custGeom>
            <a:avLst/>
            <a:gdLst>
              <a:gd name="T0" fmla="*/ 237 w 237"/>
              <a:gd name="T1" fmla="*/ 114 h 279"/>
              <a:gd name="T2" fmla="*/ 237 w 237"/>
              <a:gd name="T3" fmla="*/ 279 h 279"/>
              <a:gd name="T4" fmla="*/ 0 w 237"/>
              <a:gd name="T5" fmla="*/ 279 h 279"/>
              <a:gd name="T6" fmla="*/ 0 w 237"/>
              <a:gd name="T7" fmla="*/ 114 h 279"/>
              <a:gd name="T8" fmla="*/ 237 w 237"/>
              <a:gd name="T9" fmla="*/ 279 h 279"/>
              <a:gd name="T10" fmla="*/ 118 w 237"/>
              <a:gd name="T11" fmla="*/ 196 h 279"/>
              <a:gd name="T12" fmla="*/ 0 w 237"/>
              <a:gd name="T13" fmla="*/ 279 h 279"/>
              <a:gd name="T14" fmla="*/ 237 w 237"/>
              <a:gd name="T15" fmla="*/ 114 h 279"/>
              <a:gd name="T16" fmla="*/ 157 w 237"/>
              <a:gd name="T17" fmla="*/ 199 h 279"/>
              <a:gd name="T18" fmla="*/ 0 w 237"/>
              <a:gd name="T19" fmla="*/ 114 h 279"/>
              <a:gd name="T20" fmla="*/ 80 w 237"/>
              <a:gd name="T21" fmla="*/ 199 h 279"/>
              <a:gd name="T22" fmla="*/ 208 w 237"/>
              <a:gd name="T23" fmla="*/ 109 h 279"/>
              <a:gd name="T24" fmla="*/ 208 w 237"/>
              <a:gd name="T25" fmla="*/ 51 h 279"/>
              <a:gd name="T26" fmla="*/ 157 w 237"/>
              <a:gd name="T27" fmla="*/ 0 h 279"/>
              <a:gd name="T28" fmla="*/ 29 w 237"/>
              <a:gd name="T29" fmla="*/ 0 h 279"/>
              <a:gd name="T30" fmla="*/ 29 w 237"/>
              <a:gd name="T31" fmla="*/ 109 h 279"/>
              <a:gd name="T32" fmla="*/ 208 w 237"/>
              <a:gd name="T33" fmla="*/ 51 h 279"/>
              <a:gd name="T34" fmla="*/ 157 w 237"/>
              <a:gd name="T35" fmla="*/ 0 h 279"/>
              <a:gd name="T36" fmla="*/ 157 w 237"/>
              <a:gd name="T37" fmla="*/ 51 h 279"/>
              <a:gd name="T38" fmla="*/ 208 w 237"/>
              <a:gd name="T39" fmla="*/ 51 h 279"/>
              <a:gd name="T40" fmla="*/ 80 w 237"/>
              <a:gd name="T41" fmla="*/ 80 h 279"/>
              <a:gd name="T42" fmla="*/ 53 w 237"/>
              <a:gd name="T43" fmla="*/ 80 h 279"/>
              <a:gd name="T44" fmla="*/ 177 w 237"/>
              <a:gd name="T45" fmla="*/ 80 h 279"/>
              <a:gd name="T46" fmla="*/ 104 w 237"/>
              <a:gd name="T47" fmla="*/ 80 h 279"/>
              <a:gd name="T48" fmla="*/ 53 w 237"/>
              <a:gd name="T49" fmla="*/ 106 h 279"/>
              <a:gd name="T50" fmla="*/ 121 w 237"/>
              <a:gd name="T51" fmla="*/ 106 h 279"/>
              <a:gd name="T52" fmla="*/ 177 w 237"/>
              <a:gd name="T53" fmla="*/ 106 h 279"/>
              <a:gd name="T54" fmla="*/ 150 w 237"/>
              <a:gd name="T55" fmla="*/ 106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7" h="279">
                <a:moveTo>
                  <a:pt x="237" y="114"/>
                </a:moveTo>
                <a:lnTo>
                  <a:pt x="237" y="279"/>
                </a:lnTo>
                <a:lnTo>
                  <a:pt x="0" y="279"/>
                </a:lnTo>
                <a:lnTo>
                  <a:pt x="0" y="114"/>
                </a:lnTo>
                <a:moveTo>
                  <a:pt x="237" y="279"/>
                </a:moveTo>
                <a:lnTo>
                  <a:pt x="118" y="196"/>
                </a:lnTo>
                <a:lnTo>
                  <a:pt x="0" y="279"/>
                </a:lnTo>
                <a:moveTo>
                  <a:pt x="237" y="114"/>
                </a:moveTo>
                <a:lnTo>
                  <a:pt x="157" y="199"/>
                </a:lnTo>
                <a:moveTo>
                  <a:pt x="0" y="114"/>
                </a:moveTo>
                <a:lnTo>
                  <a:pt x="80" y="199"/>
                </a:lnTo>
                <a:moveTo>
                  <a:pt x="208" y="109"/>
                </a:moveTo>
                <a:lnTo>
                  <a:pt x="208" y="51"/>
                </a:lnTo>
                <a:moveTo>
                  <a:pt x="157" y="0"/>
                </a:moveTo>
                <a:lnTo>
                  <a:pt x="29" y="0"/>
                </a:lnTo>
                <a:lnTo>
                  <a:pt x="29" y="109"/>
                </a:lnTo>
                <a:moveTo>
                  <a:pt x="208" y="51"/>
                </a:moveTo>
                <a:lnTo>
                  <a:pt x="157" y="0"/>
                </a:lnTo>
                <a:lnTo>
                  <a:pt x="157" y="51"/>
                </a:lnTo>
                <a:lnTo>
                  <a:pt x="208" y="51"/>
                </a:lnTo>
                <a:moveTo>
                  <a:pt x="80" y="80"/>
                </a:moveTo>
                <a:lnTo>
                  <a:pt x="53" y="80"/>
                </a:lnTo>
                <a:moveTo>
                  <a:pt x="177" y="80"/>
                </a:moveTo>
                <a:lnTo>
                  <a:pt x="104" y="80"/>
                </a:lnTo>
                <a:moveTo>
                  <a:pt x="53" y="106"/>
                </a:moveTo>
                <a:lnTo>
                  <a:pt x="121" y="106"/>
                </a:lnTo>
                <a:moveTo>
                  <a:pt x="177" y="106"/>
                </a:moveTo>
                <a:lnTo>
                  <a:pt x="150" y="106"/>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586F4F82-321C-434F-A6BD-03F78412A3C0}"/>
              </a:ext>
            </a:extLst>
          </p:cNvPr>
          <p:cNvSpPr>
            <a:spLocks noEditPoints="1"/>
          </p:cNvSpPr>
          <p:nvPr/>
        </p:nvSpPr>
        <p:spPr bwMode="auto">
          <a:xfrm>
            <a:off x="6145213" y="1398588"/>
            <a:ext cx="454025" cy="457200"/>
          </a:xfrm>
          <a:custGeom>
            <a:avLst/>
            <a:gdLst>
              <a:gd name="T0" fmla="*/ 101 w 118"/>
              <a:gd name="T1" fmla="*/ 33 h 119"/>
              <a:gd name="T2" fmla="*/ 111 w 118"/>
              <a:gd name="T3" fmla="*/ 63 h 119"/>
              <a:gd name="T4" fmla="*/ 55 w 118"/>
              <a:gd name="T5" fmla="*/ 119 h 119"/>
              <a:gd name="T6" fmla="*/ 0 w 118"/>
              <a:gd name="T7" fmla="*/ 63 h 119"/>
              <a:gd name="T8" fmla="*/ 55 w 118"/>
              <a:gd name="T9" fmla="*/ 8 h 119"/>
              <a:gd name="T10" fmla="*/ 86 w 118"/>
              <a:gd name="T11" fmla="*/ 17 h 119"/>
              <a:gd name="T12" fmla="*/ 76 w 118"/>
              <a:gd name="T13" fmla="*/ 27 h 119"/>
              <a:gd name="T14" fmla="*/ 55 w 118"/>
              <a:gd name="T15" fmla="*/ 21 h 119"/>
              <a:gd name="T16" fmla="*/ 13 w 118"/>
              <a:gd name="T17" fmla="*/ 63 h 119"/>
              <a:gd name="T18" fmla="*/ 55 w 118"/>
              <a:gd name="T19" fmla="*/ 106 h 119"/>
              <a:gd name="T20" fmla="*/ 97 w 118"/>
              <a:gd name="T21" fmla="*/ 63 h 119"/>
              <a:gd name="T22" fmla="*/ 91 w 118"/>
              <a:gd name="T23" fmla="*/ 42 h 119"/>
              <a:gd name="T24" fmla="*/ 65 w 118"/>
              <a:gd name="T25" fmla="*/ 38 h 119"/>
              <a:gd name="T26" fmla="*/ 55 w 118"/>
              <a:gd name="T27" fmla="*/ 36 h 119"/>
              <a:gd name="T28" fmla="*/ 28 w 118"/>
              <a:gd name="T29" fmla="*/ 63 h 119"/>
              <a:gd name="T30" fmla="*/ 55 w 118"/>
              <a:gd name="T31" fmla="*/ 91 h 119"/>
              <a:gd name="T32" fmla="*/ 82 w 118"/>
              <a:gd name="T33" fmla="*/ 63 h 119"/>
              <a:gd name="T34" fmla="*/ 80 w 118"/>
              <a:gd name="T35" fmla="*/ 51 h 119"/>
              <a:gd name="T36" fmla="*/ 55 w 118"/>
              <a:gd name="T37" fmla="*/ 63 h 119"/>
              <a:gd name="T38" fmla="*/ 115 w 118"/>
              <a:gd name="T39" fmla="*/ 3 h 119"/>
              <a:gd name="T40" fmla="*/ 101 w 118"/>
              <a:gd name="T41" fmla="*/ 0 h 119"/>
              <a:gd name="T42" fmla="*/ 101 w 118"/>
              <a:gd name="T43" fmla="*/ 18 h 119"/>
              <a:gd name="T44" fmla="*/ 118 w 118"/>
              <a:gd name="T45" fmla="*/ 18 h 119"/>
              <a:gd name="T46" fmla="*/ 9 w 118"/>
              <a:gd name="T47" fmla="*/ 119 h 119"/>
              <a:gd name="T48" fmla="*/ 20 w 118"/>
              <a:gd name="T49" fmla="*/ 107 h 119"/>
              <a:gd name="T50" fmla="*/ 90 w 118"/>
              <a:gd name="T51" fmla="*/ 107 h 119"/>
              <a:gd name="T52" fmla="*/ 101 w 118"/>
              <a:gd name="T53"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119">
                <a:moveTo>
                  <a:pt x="101" y="33"/>
                </a:moveTo>
                <a:cubicBezTo>
                  <a:pt x="107" y="42"/>
                  <a:pt x="111" y="52"/>
                  <a:pt x="111" y="63"/>
                </a:cubicBezTo>
                <a:cubicBezTo>
                  <a:pt x="111" y="94"/>
                  <a:pt x="86" y="119"/>
                  <a:pt x="55" y="119"/>
                </a:cubicBezTo>
                <a:cubicBezTo>
                  <a:pt x="24" y="119"/>
                  <a:pt x="0" y="94"/>
                  <a:pt x="0" y="63"/>
                </a:cubicBezTo>
                <a:cubicBezTo>
                  <a:pt x="0" y="33"/>
                  <a:pt x="24" y="8"/>
                  <a:pt x="55" y="8"/>
                </a:cubicBezTo>
                <a:cubicBezTo>
                  <a:pt x="66" y="8"/>
                  <a:pt x="77" y="11"/>
                  <a:pt x="86" y="17"/>
                </a:cubicBezTo>
                <a:moveTo>
                  <a:pt x="76" y="27"/>
                </a:moveTo>
                <a:cubicBezTo>
                  <a:pt x="70" y="24"/>
                  <a:pt x="63" y="21"/>
                  <a:pt x="55" y="21"/>
                </a:cubicBezTo>
                <a:cubicBezTo>
                  <a:pt x="32" y="21"/>
                  <a:pt x="13" y="40"/>
                  <a:pt x="13" y="63"/>
                </a:cubicBezTo>
                <a:cubicBezTo>
                  <a:pt x="13" y="87"/>
                  <a:pt x="32" y="106"/>
                  <a:pt x="55" y="106"/>
                </a:cubicBezTo>
                <a:cubicBezTo>
                  <a:pt x="78" y="106"/>
                  <a:pt x="97" y="87"/>
                  <a:pt x="97" y="63"/>
                </a:cubicBezTo>
                <a:cubicBezTo>
                  <a:pt x="97" y="56"/>
                  <a:pt x="95" y="48"/>
                  <a:pt x="91" y="42"/>
                </a:cubicBezTo>
                <a:moveTo>
                  <a:pt x="65" y="38"/>
                </a:moveTo>
                <a:cubicBezTo>
                  <a:pt x="62" y="37"/>
                  <a:pt x="59" y="36"/>
                  <a:pt x="55" y="36"/>
                </a:cubicBezTo>
                <a:cubicBezTo>
                  <a:pt x="40" y="36"/>
                  <a:pt x="28" y="48"/>
                  <a:pt x="28" y="63"/>
                </a:cubicBezTo>
                <a:cubicBezTo>
                  <a:pt x="28" y="79"/>
                  <a:pt x="40" y="91"/>
                  <a:pt x="55" y="91"/>
                </a:cubicBezTo>
                <a:cubicBezTo>
                  <a:pt x="70" y="91"/>
                  <a:pt x="82" y="79"/>
                  <a:pt x="82" y="63"/>
                </a:cubicBezTo>
                <a:cubicBezTo>
                  <a:pt x="82" y="59"/>
                  <a:pt x="81" y="55"/>
                  <a:pt x="80" y="51"/>
                </a:cubicBezTo>
                <a:moveTo>
                  <a:pt x="55" y="63"/>
                </a:moveTo>
                <a:cubicBezTo>
                  <a:pt x="115" y="3"/>
                  <a:pt x="115" y="3"/>
                  <a:pt x="115" y="3"/>
                </a:cubicBezTo>
                <a:moveTo>
                  <a:pt x="101" y="0"/>
                </a:moveTo>
                <a:cubicBezTo>
                  <a:pt x="101" y="18"/>
                  <a:pt x="101" y="18"/>
                  <a:pt x="101" y="18"/>
                </a:cubicBezTo>
                <a:cubicBezTo>
                  <a:pt x="118" y="18"/>
                  <a:pt x="118" y="18"/>
                  <a:pt x="118" y="18"/>
                </a:cubicBezTo>
                <a:moveTo>
                  <a:pt x="9" y="119"/>
                </a:moveTo>
                <a:cubicBezTo>
                  <a:pt x="20" y="107"/>
                  <a:pt x="20" y="107"/>
                  <a:pt x="20" y="107"/>
                </a:cubicBezTo>
                <a:moveTo>
                  <a:pt x="90" y="107"/>
                </a:moveTo>
                <a:cubicBezTo>
                  <a:pt x="101" y="119"/>
                  <a:pt x="101" y="119"/>
                  <a:pt x="101" y="119"/>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46" name="05">
            <a:extLst>
              <a:ext uri="{FF2B5EF4-FFF2-40B4-BE49-F238E27FC236}">
                <a16:creationId xmlns:a16="http://schemas.microsoft.com/office/drawing/2014/main" id="{07F47D91-F9DD-42A0-82A8-4AD5DEF6A8BE}"/>
              </a:ext>
            </a:extLst>
          </p:cNvPr>
          <p:cNvGrpSpPr/>
          <p:nvPr/>
        </p:nvGrpSpPr>
        <p:grpSpPr>
          <a:xfrm>
            <a:off x="2967038" y="4849813"/>
            <a:ext cx="3986213" cy="912813"/>
            <a:chOff x="2509838" y="4802188"/>
            <a:chExt cx="3986213" cy="912813"/>
          </a:xfrm>
        </p:grpSpPr>
        <p:sp>
          <p:nvSpPr>
            <p:cNvPr id="6" name="Freeform 5">
              <a:extLst>
                <a:ext uri="{FF2B5EF4-FFF2-40B4-BE49-F238E27FC236}">
                  <a16:creationId xmlns:a16="http://schemas.microsoft.com/office/drawing/2014/main" id="{93CF5A24-3C5F-4CC3-8E14-A079D0EDEAFE}"/>
                </a:ext>
              </a:extLst>
            </p:cNvPr>
            <p:cNvSpPr>
              <a:spLocks/>
            </p:cNvSpPr>
            <p:nvPr/>
          </p:nvSpPr>
          <p:spPr bwMode="auto">
            <a:xfrm>
              <a:off x="2509838" y="4802188"/>
              <a:ext cx="3973513" cy="912813"/>
            </a:xfrm>
            <a:custGeom>
              <a:avLst/>
              <a:gdLst>
                <a:gd name="T0" fmla="*/ 1027 w 1034"/>
                <a:gd name="T1" fmla="*/ 104 h 237"/>
                <a:gd name="T2" fmla="*/ 907 w 1034"/>
                <a:gd name="T3" fmla="*/ 5 h 237"/>
                <a:gd name="T4" fmla="*/ 895 w 1034"/>
                <a:gd name="T5" fmla="*/ 0 h 237"/>
                <a:gd name="T6" fmla="*/ 237 w 1034"/>
                <a:gd name="T7" fmla="*/ 0 h 237"/>
                <a:gd name="T8" fmla="*/ 119 w 1034"/>
                <a:gd name="T9" fmla="*/ 119 h 237"/>
                <a:gd name="T10" fmla="*/ 119 w 1034"/>
                <a:gd name="T11" fmla="*/ 119 h 237"/>
                <a:gd name="T12" fmla="*/ 0 w 1034"/>
                <a:gd name="T13" fmla="*/ 237 h 237"/>
                <a:gd name="T14" fmla="*/ 895 w 1034"/>
                <a:gd name="T15" fmla="*/ 237 h 237"/>
                <a:gd name="T16" fmla="*/ 907 w 1034"/>
                <a:gd name="T17" fmla="*/ 233 h 237"/>
                <a:gd name="T18" fmla="*/ 1027 w 1034"/>
                <a:gd name="T19" fmla="*/ 134 h 237"/>
                <a:gd name="T20" fmla="*/ 1034 w 1034"/>
                <a:gd name="T21" fmla="*/ 119 h 237"/>
                <a:gd name="T22" fmla="*/ 1027 w 1034"/>
                <a:gd name="T23" fmla="*/ 10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4" h="237">
                  <a:moveTo>
                    <a:pt x="1027" y="104"/>
                  </a:moveTo>
                  <a:cubicBezTo>
                    <a:pt x="907" y="5"/>
                    <a:pt x="907" y="5"/>
                    <a:pt x="907" y="5"/>
                  </a:cubicBezTo>
                  <a:cubicBezTo>
                    <a:pt x="904" y="2"/>
                    <a:pt x="899" y="0"/>
                    <a:pt x="895" y="0"/>
                  </a:cubicBezTo>
                  <a:cubicBezTo>
                    <a:pt x="237" y="0"/>
                    <a:pt x="237" y="0"/>
                    <a:pt x="237" y="0"/>
                  </a:cubicBezTo>
                  <a:cubicBezTo>
                    <a:pt x="119" y="119"/>
                    <a:pt x="119" y="119"/>
                    <a:pt x="119" y="119"/>
                  </a:cubicBezTo>
                  <a:cubicBezTo>
                    <a:pt x="119" y="119"/>
                    <a:pt x="119" y="119"/>
                    <a:pt x="119" y="119"/>
                  </a:cubicBezTo>
                  <a:cubicBezTo>
                    <a:pt x="0" y="237"/>
                    <a:pt x="0" y="237"/>
                    <a:pt x="0" y="237"/>
                  </a:cubicBezTo>
                  <a:cubicBezTo>
                    <a:pt x="895" y="237"/>
                    <a:pt x="895" y="237"/>
                    <a:pt x="895" y="237"/>
                  </a:cubicBezTo>
                  <a:cubicBezTo>
                    <a:pt x="899" y="237"/>
                    <a:pt x="904" y="236"/>
                    <a:pt x="907" y="233"/>
                  </a:cubicBezTo>
                  <a:cubicBezTo>
                    <a:pt x="1027" y="134"/>
                    <a:pt x="1027" y="134"/>
                    <a:pt x="1027" y="134"/>
                  </a:cubicBezTo>
                  <a:cubicBezTo>
                    <a:pt x="1032" y="130"/>
                    <a:pt x="1034" y="124"/>
                    <a:pt x="1034" y="119"/>
                  </a:cubicBezTo>
                  <a:cubicBezTo>
                    <a:pt x="1034" y="113"/>
                    <a:pt x="1032" y="107"/>
                    <a:pt x="1027" y="10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B6E92B1A-1BAC-4668-AF45-42A2EE6C9AD3}"/>
                </a:ext>
              </a:extLst>
            </p:cNvPr>
            <p:cNvSpPr>
              <a:spLocks/>
            </p:cNvSpPr>
            <p:nvPr/>
          </p:nvSpPr>
          <p:spPr bwMode="auto">
            <a:xfrm>
              <a:off x="2509838" y="5260975"/>
              <a:ext cx="3973513" cy="454025"/>
            </a:xfrm>
            <a:custGeom>
              <a:avLst/>
              <a:gdLst>
                <a:gd name="T0" fmla="*/ 119 w 1034"/>
                <a:gd name="T1" fmla="*/ 0 h 118"/>
                <a:gd name="T2" fmla="*/ 119 w 1034"/>
                <a:gd name="T3" fmla="*/ 0 h 118"/>
                <a:gd name="T4" fmla="*/ 0 w 1034"/>
                <a:gd name="T5" fmla="*/ 118 h 118"/>
                <a:gd name="T6" fmla="*/ 895 w 1034"/>
                <a:gd name="T7" fmla="*/ 118 h 118"/>
                <a:gd name="T8" fmla="*/ 907 w 1034"/>
                <a:gd name="T9" fmla="*/ 114 h 118"/>
                <a:gd name="T10" fmla="*/ 1027 w 1034"/>
                <a:gd name="T11" fmla="*/ 15 h 118"/>
                <a:gd name="T12" fmla="*/ 1034 w 1034"/>
                <a:gd name="T13" fmla="*/ 0 h 118"/>
                <a:gd name="T14" fmla="*/ 119 w 1034"/>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4" h="118">
                  <a:moveTo>
                    <a:pt x="119" y="0"/>
                  </a:moveTo>
                  <a:cubicBezTo>
                    <a:pt x="119" y="0"/>
                    <a:pt x="119" y="0"/>
                    <a:pt x="119" y="0"/>
                  </a:cubicBezTo>
                  <a:cubicBezTo>
                    <a:pt x="0" y="118"/>
                    <a:pt x="0" y="118"/>
                    <a:pt x="0" y="118"/>
                  </a:cubicBezTo>
                  <a:cubicBezTo>
                    <a:pt x="895" y="118"/>
                    <a:pt x="895" y="118"/>
                    <a:pt x="895" y="118"/>
                  </a:cubicBezTo>
                  <a:cubicBezTo>
                    <a:pt x="899" y="118"/>
                    <a:pt x="904" y="117"/>
                    <a:pt x="907" y="114"/>
                  </a:cubicBezTo>
                  <a:cubicBezTo>
                    <a:pt x="1027" y="15"/>
                    <a:pt x="1027" y="15"/>
                    <a:pt x="1027" y="15"/>
                  </a:cubicBezTo>
                  <a:cubicBezTo>
                    <a:pt x="1032" y="11"/>
                    <a:pt x="1034" y="5"/>
                    <a:pt x="1034" y="0"/>
                  </a:cubicBezTo>
                  <a:lnTo>
                    <a:pt x="119" y="0"/>
                  </a:lnTo>
                  <a:close/>
                </a:path>
              </a:pathLst>
            </a:custGeom>
            <a:gradFill flip="none" rotWithShape="1">
              <a:gsLst>
                <a:gs pos="0">
                  <a:schemeClr val="accent5">
                    <a:shade val="30000"/>
                    <a:satMod val="115000"/>
                  </a:schemeClr>
                </a:gs>
                <a:gs pos="50000">
                  <a:schemeClr val="accent5">
                    <a:shade val="67500"/>
                    <a:satMod val="115000"/>
                  </a:schemeClr>
                </a:gs>
                <a:gs pos="100000">
                  <a:schemeClr val="accent5">
                    <a:shade val="100000"/>
                    <a:satMod val="11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13BA6A48-8EF0-474F-8816-0994B3E6A1AD}"/>
                </a:ext>
              </a:extLst>
            </p:cNvPr>
            <p:cNvSpPr>
              <a:spLocks/>
            </p:cNvSpPr>
            <p:nvPr/>
          </p:nvSpPr>
          <p:spPr bwMode="auto">
            <a:xfrm>
              <a:off x="2509838" y="5199063"/>
              <a:ext cx="3973513" cy="515938"/>
            </a:xfrm>
            <a:custGeom>
              <a:avLst/>
              <a:gdLst>
                <a:gd name="T0" fmla="*/ 1030 w 1034"/>
                <a:gd name="T1" fmla="*/ 12 h 134"/>
                <a:gd name="T2" fmla="*/ 1023 w 1034"/>
                <a:gd name="T3" fmla="*/ 27 h 134"/>
                <a:gd name="T4" fmla="*/ 903 w 1034"/>
                <a:gd name="T5" fmla="*/ 126 h 134"/>
                <a:gd name="T6" fmla="*/ 891 w 1034"/>
                <a:gd name="T7" fmla="*/ 130 h 134"/>
                <a:gd name="T8" fmla="*/ 4 w 1034"/>
                <a:gd name="T9" fmla="*/ 130 h 134"/>
                <a:gd name="T10" fmla="*/ 0 w 1034"/>
                <a:gd name="T11" fmla="*/ 134 h 134"/>
                <a:gd name="T12" fmla="*/ 895 w 1034"/>
                <a:gd name="T13" fmla="*/ 134 h 134"/>
                <a:gd name="T14" fmla="*/ 907 w 1034"/>
                <a:gd name="T15" fmla="*/ 130 h 134"/>
                <a:gd name="T16" fmla="*/ 1027 w 1034"/>
                <a:gd name="T17" fmla="*/ 31 h 134"/>
                <a:gd name="T18" fmla="*/ 1034 w 1034"/>
                <a:gd name="T19" fmla="*/ 16 h 134"/>
                <a:gd name="T20" fmla="*/ 1027 w 1034"/>
                <a:gd name="T21" fmla="*/ 1 h 134"/>
                <a:gd name="T22" fmla="*/ 1026 w 1034"/>
                <a:gd name="T23" fmla="*/ 0 h 134"/>
                <a:gd name="T24" fmla="*/ 1030 w 1034"/>
                <a:gd name="T25" fmla="*/ 1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134">
                  <a:moveTo>
                    <a:pt x="1030" y="12"/>
                  </a:moveTo>
                  <a:cubicBezTo>
                    <a:pt x="1030" y="18"/>
                    <a:pt x="1028" y="23"/>
                    <a:pt x="1023" y="27"/>
                  </a:cubicBezTo>
                  <a:cubicBezTo>
                    <a:pt x="903" y="126"/>
                    <a:pt x="903" y="126"/>
                    <a:pt x="903" y="126"/>
                  </a:cubicBezTo>
                  <a:cubicBezTo>
                    <a:pt x="900" y="129"/>
                    <a:pt x="895" y="130"/>
                    <a:pt x="891" y="130"/>
                  </a:cubicBezTo>
                  <a:cubicBezTo>
                    <a:pt x="4" y="130"/>
                    <a:pt x="4" y="130"/>
                    <a:pt x="4" y="130"/>
                  </a:cubicBezTo>
                  <a:cubicBezTo>
                    <a:pt x="0" y="134"/>
                    <a:pt x="0" y="134"/>
                    <a:pt x="0" y="134"/>
                  </a:cubicBezTo>
                  <a:cubicBezTo>
                    <a:pt x="895" y="134"/>
                    <a:pt x="895" y="134"/>
                    <a:pt x="895" y="134"/>
                  </a:cubicBezTo>
                  <a:cubicBezTo>
                    <a:pt x="899" y="134"/>
                    <a:pt x="904" y="133"/>
                    <a:pt x="907" y="130"/>
                  </a:cubicBezTo>
                  <a:cubicBezTo>
                    <a:pt x="1027" y="31"/>
                    <a:pt x="1027" y="31"/>
                    <a:pt x="1027" y="31"/>
                  </a:cubicBezTo>
                  <a:cubicBezTo>
                    <a:pt x="1032" y="27"/>
                    <a:pt x="1034" y="21"/>
                    <a:pt x="1034" y="16"/>
                  </a:cubicBezTo>
                  <a:cubicBezTo>
                    <a:pt x="1034" y="10"/>
                    <a:pt x="1032" y="4"/>
                    <a:pt x="1027" y="1"/>
                  </a:cubicBezTo>
                  <a:cubicBezTo>
                    <a:pt x="1026" y="0"/>
                    <a:pt x="1026" y="0"/>
                    <a:pt x="1026" y="0"/>
                  </a:cubicBezTo>
                  <a:cubicBezTo>
                    <a:pt x="1029" y="3"/>
                    <a:pt x="1030" y="8"/>
                    <a:pt x="1030" y="12"/>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CD6126BF-DA71-491D-991A-90E59C6B5CFF}"/>
                </a:ext>
              </a:extLst>
            </p:cNvPr>
            <p:cNvSpPr>
              <a:spLocks/>
            </p:cNvSpPr>
            <p:nvPr/>
          </p:nvSpPr>
          <p:spPr bwMode="auto">
            <a:xfrm>
              <a:off x="3405188" y="4802188"/>
              <a:ext cx="3090863" cy="520700"/>
            </a:xfrm>
            <a:custGeom>
              <a:avLst/>
              <a:gdLst>
                <a:gd name="T0" fmla="*/ 794 w 804"/>
                <a:gd name="T1" fmla="*/ 104 h 135"/>
                <a:gd name="T2" fmla="*/ 674 w 804"/>
                <a:gd name="T3" fmla="*/ 5 h 135"/>
                <a:gd name="T4" fmla="*/ 662 w 804"/>
                <a:gd name="T5" fmla="*/ 0 h 135"/>
                <a:gd name="T6" fmla="*/ 4 w 804"/>
                <a:gd name="T7" fmla="*/ 0 h 135"/>
                <a:gd name="T8" fmla="*/ 0 w 804"/>
                <a:gd name="T9" fmla="*/ 4 h 135"/>
                <a:gd name="T10" fmla="*/ 658 w 804"/>
                <a:gd name="T11" fmla="*/ 4 h 135"/>
                <a:gd name="T12" fmla="*/ 670 w 804"/>
                <a:gd name="T13" fmla="*/ 9 h 135"/>
                <a:gd name="T14" fmla="*/ 790 w 804"/>
                <a:gd name="T15" fmla="*/ 107 h 135"/>
                <a:gd name="T16" fmla="*/ 793 w 804"/>
                <a:gd name="T17" fmla="*/ 135 h 135"/>
                <a:gd name="T18" fmla="*/ 794 w 804"/>
                <a:gd name="T19" fmla="*/ 134 h 135"/>
                <a:gd name="T20" fmla="*/ 794 w 804"/>
                <a:gd name="T21" fmla="*/ 10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4" h="135">
                  <a:moveTo>
                    <a:pt x="794" y="104"/>
                  </a:moveTo>
                  <a:cubicBezTo>
                    <a:pt x="674" y="5"/>
                    <a:pt x="674" y="5"/>
                    <a:pt x="674" y="5"/>
                  </a:cubicBezTo>
                  <a:cubicBezTo>
                    <a:pt x="671" y="2"/>
                    <a:pt x="666" y="0"/>
                    <a:pt x="662" y="0"/>
                  </a:cubicBezTo>
                  <a:cubicBezTo>
                    <a:pt x="4" y="0"/>
                    <a:pt x="4" y="0"/>
                    <a:pt x="4" y="0"/>
                  </a:cubicBezTo>
                  <a:cubicBezTo>
                    <a:pt x="0" y="4"/>
                    <a:pt x="0" y="4"/>
                    <a:pt x="0" y="4"/>
                  </a:cubicBezTo>
                  <a:cubicBezTo>
                    <a:pt x="658" y="4"/>
                    <a:pt x="658" y="4"/>
                    <a:pt x="658" y="4"/>
                  </a:cubicBezTo>
                  <a:cubicBezTo>
                    <a:pt x="662" y="4"/>
                    <a:pt x="667" y="6"/>
                    <a:pt x="670" y="9"/>
                  </a:cubicBezTo>
                  <a:cubicBezTo>
                    <a:pt x="790" y="107"/>
                    <a:pt x="790" y="107"/>
                    <a:pt x="790" y="107"/>
                  </a:cubicBezTo>
                  <a:cubicBezTo>
                    <a:pt x="798" y="114"/>
                    <a:pt x="800" y="126"/>
                    <a:pt x="793" y="135"/>
                  </a:cubicBezTo>
                  <a:cubicBezTo>
                    <a:pt x="794" y="134"/>
                    <a:pt x="794" y="134"/>
                    <a:pt x="794" y="134"/>
                  </a:cubicBezTo>
                  <a:cubicBezTo>
                    <a:pt x="804" y="126"/>
                    <a:pt x="804" y="111"/>
                    <a:pt x="794" y="104"/>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7" name="Shadow">
            <a:extLst>
              <a:ext uri="{FF2B5EF4-FFF2-40B4-BE49-F238E27FC236}">
                <a16:creationId xmlns:a16="http://schemas.microsoft.com/office/drawing/2014/main" id="{7D0E2E93-2364-4CF1-93C4-43C34FF3E334}"/>
              </a:ext>
            </a:extLst>
          </p:cNvPr>
          <p:cNvSpPr/>
          <p:nvPr/>
        </p:nvSpPr>
        <p:spPr>
          <a:xfrm flipH="1" flipV="1">
            <a:off x="2702651" y="4768592"/>
            <a:ext cx="4317274"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48" name="04">
            <a:extLst>
              <a:ext uri="{FF2B5EF4-FFF2-40B4-BE49-F238E27FC236}">
                <a16:creationId xmlns:a16="http://schemas.microsoft.com/office/drawing/2014/main" id="{2A643E5E-A081-4FD6-A3EF-2DC606E0B86F}"/>
              </a:ext>
            </a:extLst>
          </p:cNvPr>
          <p:cNvGrpSpPr/>
          <p:nvPr/>
        </p:nvGrpSpPr>
        <p:grpSpPr>
          <a:xfrm>
            <a:off x="3873501" y="3935413"/>
            <a:ext cx="3986212" cy="911225"/>
            <a:chOff x="3416301" y="3887788"/>
            <a:chExt cx="3986212" cy="911225"/>
          </a:xfrm>
        </p:grpSpPr>
        <p:sp>
          <p:nvSpPr>
            <p:cNvPr id="8" name="Freeform 7">
              <a:extLst>
                <a:ext uri="{FF2B5EF4-FFF2-40B4-BE49-F238E27FC236}">
                  <a16:creationId xmlns:a16="http://schemas.microsoft.com/office/drawing/2014/main" id="{D696BCCA-CB56-4626-BC66-B1181F7B0222}"/>
                </a:ext>
              </a:extLst>
            </p:cNvPr>
            <p:cNvSpPr>
              <a:spLocks/>
            </p:cNvSpPr>
            <p:nvPr/>
          </p:nvSpPr>
          <p:spPr bwMode="auto">
            <a:xfrm>
              <a:off x="3416301" y="3887788"/>
              <a:ext cx="3978275" cy="911225"/>
            </a:xfrm>
            <a:custGeom>
              <a:avLst/>
              <a:gdLst>
                <a:gd name="T0" fmla="*/ 1027 w 1035"/>
                <a:gd name="T1" fmla="*/ 104 h 237"/>
                <a:gd name="T2" fmla="*/ 907 w 1035"/>
                <a:gd name="T3" fmla="*/ 5 h 237"/>
                <a:gd name="T4" fmla="*/ 895 w 1035"/>
                <a:gd name="T5" fmla="*/ 0 h 237"/>
                <a:gd name="T6" fmla="*/ 237 w 1035"/>
                <a:gd name="T7" fmla="*/ 0 h 237"/>
                <a:gd name="T8" fmla="*/ 119 w 1035"/>
                <a:gd name="T9" fmla="*/ 119 h 237"/>
                <a:gd name="T10" fmla="*/ 119 w 1035"/>
                <a:gd name="T11" fmla="*/ 119 h 237"/>
                <a:gd name="T12" fmla="*/ 0 w 1035"/>
                <a:gd name="T13" fmla="*/ 237 h 237"/>
                <a:gd name="T14" fmla="*/ 895 w 1035"/>
                <a:gd name="T15" fmla="*/ 237 h 237"/>
                <a:gd name="T16" fmla="*/ 907 w 1035"/>
                <a:gd name="T17" fmla="*/ 233 h 237"/>
                <a:gd name="T18" fmla="*/ 1027 w 1035"/>
                <a:gd name="T19" fmla="*/ 134 h 237"/>
                <a:gd name="T20" fmla="*/ 1035 w 1035"/>
                <a:gd name="T21" fmla="*/ 119 h 237"/>
                <a:gd name="T22" fmla="*/ 1027 w 1035"/>
                <a:gd name="T23" fmla="*/ 10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5" h="237">
                  <a:moveTo>
                    <a:pt x="1027" y="104"/>
                  </a:moveTo>
                  <a:cubicBezTo>
                    <a:pt x="907" y="5"/>
                    <a:pt x="907" y="5"/>
                    <a:pt x="907" y="5"/>
                  </a:cubicBezTo>
                  <a:cubicBezTo>
                    <a:pt x="904" y="2"/>
                    <a:pt x="899" y="0"/>
                    <a:pt x="895" y="0"/>
                  </a:cubicBezTo>
                  <a:cubicBezTo>
                    <a:pt x="237" y="0"/>
                    <a:pt x="237" y="0"/>
                    <a:pt x="237" y="0"/>
                  </a:cubicBezTo>
                  <a:cubicBezTo>
                    <a:pt x="119" y="119"/>
                    <a:pt x="119" y="119"/>
                    <a:pt x="119" y="119"/>
                  </a:cubicBezTo>
                  <a:cubicBezTo>
                    <a:pt x="119" y="119"/>
                    <a:pt x="119" y="119"/>
                    <a:pt x="119" y="119"/>
                  </a:cubicBezTo>
                  <a:cubicBezTo>
                    <a:pt x="0" y="237"/>
                    <a:pt x="0" y="237"/>
                    <a:pt x="0" y="237"/>
                  </a:cubicBezTo>
                  <a:cubicBezTo>
                    <a:pt x="895" y="237"/>
                    <a:pt x="895" y="237"/>
                    <a:pt x="895" y="237"/>
                  </a:cubicBezTo>
                  <a:cubicBezTo>
                    <a:pt x="899" y="237"/>
                    <a:pt x="904" y="236"/>
                    <a:pt x="907" y="233"/>
                  </a:cubicBezTo>
                  <a:cubicBezTo>
                    <a:pt x="1027" y="134"/>
                    <a:pt x="1027" y="134"/>
                    <a:pt x="1027" y="134"/>
                  </a:cubicBezTo>
                  <a:cubicBezTo>
                    <a:pt x="1032" y="130"/>
                    <a:pt x="1035" y="125"/>
                    <a:pt x="1035" y="119"/>
                  </a:cubicBezTo>
                  <a:cubicBezTo>
                    <a:pt x="1035" y="113"/>
                    <a:pt x="1032" y="108"/>
                    <a:pt x="1027" y="10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7CFC7721-C738-4627-AC12-881F9AD21E9D}"/>
                </a:ext>
              </a:extLst>
            </p:cNvPr>
            <p:cNvSpPr>
              <a:spLocks/>
            </p:cNvSpPr>
            <p:nvPr/>
          </p:nvSpPr>
          <p:spPr bwMode="auto">
            <a:xfrm>
              <a:off x="3416301" y="4344988"/>
              <a:ext cx="3978275" cy="454025"/>
            </a:xfrm>
            <a:custGeom>
              <a:avLst/>
              <a:gdLst>
                <a:gd name="T0" fmla="*/ 119 w 1035"/>
                <a:gd name="T1" fmla="*/ 0 h 118"/>
                <a:gd name="T2" fmla="*/ 119 w 1035"/>
                <a:gd name="T3" fmla="*/ 0 h 118"/>
                <a:gd name="T4" fmla="*/ 0 w 1035"/>
                <a:gd name="T5" fmla="*/ 118 h 118"/>
                <a:gd name="T6" fmla="*/ 895 w 1035"/>
                <a:gd name="T7" fmla="*/ 118 h 118"/>
                <a:gd name="T8" fmla="*/ 907 w 1035"/>
                <a:gd name="T9" fmla="*/ 114 h 118"/>
                <a:gd name="T10" fmla="*/ 1027 w 1035"/>
                <a:gd name="T11" fmla="*/ 15 h 118"/>
                <a:gd name="T12" fmla="*/ 1035 w 1035"/>
                <a:gd name="T13" fmla="*/ 0 h 118"/>
                <a:gd name="T14" fmla="*/ 119 w 1035"/>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5" h="118">
                  <a:moveTo>
                    <a:pt x="119" y="0"/>
                  </a:moveTo>
                  <a:cubicBezTo>
                    <a:pt x="119" y="0"/>
                    <a:pt x="119" y="0"/>
                    <a:pt x="119" y="0"/>
                  </a:cubicBezTo>
                  <a:cubicBezTo>
                    <a:pt x="0" y="118"/>
                    <a:pt x="0" y="118"/>
                    <a:pt x="0" y="118"/>
                  </a:cubicBezTo>
                  <a:cubicBezTo>
                    <a:pt x="895" y="118"/>
                    <a:pt x="895" y="118"/>
                    <a:pt x="895" y="118"/>
                  </a:cubicBezTo>
                  <a:cubicBezTo>
                    <a:pt x="899" y="118"/>
                    <a:pt x="904" y="117"/>
                    <a:pt x="907" y="114"/>
                  </a:cubicBezTo>
                  <a:cubicBezTo>
                    <a:pt x="1027" y="15"/>
                    <a:pt x="1027" y="15"/>
                    <a:pt x="1027" y="15"/>
                  </a:cubicBezTo>
                  <a:cubicBezTo>
                    <a:pt x="1032" y="11"/>
                    <a:pt x="1035" y="6"/>
                    <a:pt x="1035" y="0"/>
                  </a:cubicBezTo>
                  <a:lnTo>
                    <a:pt x="119" y="0"/>
                  </a:lnTo>
                  <a:close/>
                </a:path>
              </a:pathLst>
            </a:custGeom>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7C9393DD-7F4B-4D2F-B3EC-84ABA70BCCC7}"/>
                </a:ext>
              </a:extLst>
            </p:cNvPr>
            <p:cNvSpPr>
              <a:spLocks/>
            </p:cNvSpPr>
            <p:nvPr/>
          </p:nvSpPr>
          <p:spPr bwMode="auto">
            <a:xfrm>
              <a:off x="3416301" y="4283075"/>
              <a:ext cx="3978275" cy="515938"/>
            </a:xfrm>
            <a:custGeom>
              <a:avLst/>
              <a:gdLst>
                <a:gd name="T0" fmla="*/ 1031 w 1035"/>
                <a:gd name="T1" fmla="*/ 12 h 134"/>
                <a:gd name="T2" fmla="*/ 1023 w 1035"/>
                <a:gd name="T3" fmla="*/ 27 h 134"/>
                <a:gd name="T4" fmla="*/ 903 w 1035"/>
                <a:gd name="T5" fmla="*/ 126 h 134"/>
                <a:gd name="T6" fmla="*/ 891 w 1035"/>
                <a:gd name="T7" fmla="*/ 130 h 134"/>
                <a:gd name="T8" fmla="*/ 4 w 1035"/>
                <a:gd name="T9" fmla="*/ 130 h 134"/>
                <a:gd name="T10" fmla="*/ 0 w 1035"/>
                <a:gd name="T11" fmla="*/ 134 h 134"/>
                <a:gd name="T12" fmla="*/ 895 w 1035"/>
                <a:gd name="T13" fmla="*/ 134 h 134"/>
                <a:gd name="T14" fmla="*/ 907 w 1035"/>
                <a:gd name="T15" fmla="*/ 130 h 134"/>
                <a:gd name="T16" fmla="*/ 1027 w 1035"/>
                <a:gd name="T17" fmla="*/ 31 h 134"/>
                <a:gd name="T18" fmla="*/ 1035 w 1035"/>
                <a:gd name="T19" fmla="*/ 16 h 134"/>
                <a:gd name="T20" fmla="*/ 1027 w 1035"/>
                <a:gd name="T21" fmla="*/ 1 h 134"/>
                <a:gd name="T22" fmla="*/ 1027 w 1035"/>
                <a:gd name="T23" fmla="*/ 0 h 134"/>
                <a:gd name="T24" fmla="*/ 1031 w 1035"/>
                <a:gd name="T25" fmla="*/ 1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34">
                  <a:moveTo>
                    <a:pt x="1031" y="12"/>
                  </a:moveTo>
                  <a:cubicBezTo>
                    <a:pt x="1031" y="18"/>
                    <a:pt x="1028" y="23"/>
                    <a:pt x="1023" y="27"/>
                  </a:cubicBezTo>
                  <a:cubicBezTo>
                    <a:pt x="903" y="126"/>
                    <a:pt x="903" y="126"/>
                    <a:pt x="903" y="126"/>
                  </a:cubicBezTo>
                  <a:cubicBezTo>
                    <a:pt x="900" y="129"/>
                    <a:pt x="895" y="130"/>
                    <a:pt x="891" y="130"/>
                  </a:cubicBezTo>
                  <a:cubicBezTo>
                    <a:pt x="4" y="130"/>
                    <a:pt x="4" y="130"/>
                    <a:pt x="4" y="130"/>
                  </a:cubicBezTo>
                  <a:cubicBezTo>
                    <a:pt x="0" y="134"/>
                    <a:pt x="0" y="134"/>
                    <a:pt x="0" y="134"/>
                  </a:cubicBezTo>
                  <a:cubicBezTo>
                    <a:pt x="895" y="134"/>
                    <a:pt x="895" y="134"/>
                    <a:pt x="895" y="134"/>
                  </a:cubicBezTo>
                  <a:cubicBezTo>
                    <a:pt x="899" y="134"/>
                    <a:pt x="904" y="133"/>
                    <a:pt x="907" y="130"/>
                  </a:cubicBezTo>
                  <a:cubicBezTo>
                    <a:pt x="1027" y="31"/>
                    <a:pt x="1027" y="31"/>
                    <a:pt x="1027" y="31"/>
                  </a:cubicBezTo>
                  <a:cubicBezTo>
                    <a:pt x="1032" y="27"/>
                    <a:pt x="1035" y="22"/>
                    <a:pt x="1035" y="16"/>
                  </a:cubicBezTo>
                  <a:cubicBezTo>
                    <a:pt x="1035" y="10"/>
                    <a:pt x="1032" y="5"/>
                    <a:pt x="1027" y="1"/>
                  </a:cubicBezTo>
                  <a:cubicBezTo>
                    <a:pt x="1027" y="0"/>
                    <a:pt x="1027" y="0"/>
                    <a:pt x="1027" y="0"/>
                  </a:cubicBezTo>
                  <a:cubicBezTo>
                    <a:pt x="1029" y="3"/>
                    <a:pt x="1031" y="8"/>
                    <a:pt x="1031" y="12"/>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C390D20F-8DF6-4926-B13D-9C344CD1F07C}"/>
                </a:ext>
              </a:extLst>
            </p:cNvPr>
            <p:cNvSpPr>
              <a:spLocks/>
            </p:cNvSpPr>
            <p:nvPr/>
          </p:nvSpPr>
          <p:spPr bwMode="auto">
            <a:xfrm>
              <a:off x="4316413" y="3887788"/>
              <a:ext cx="3086100" cy="519113"/>
            </a:xfrm>
            <a:custGeom>
              <a:avLst/>
              <a:gdLst>
                <a:gd name="T0" fmla="*/ 793 w 803"/>
                <a:gd name="T1" fmla="*/ 104 h 135"/>
                <a:gd name="T2" fmla="*/ 673 w 803"/>
                <a:gd name="T3" fmla="*/ 5 h 135"/>
                <a:gd name="T4" fmla="*/ 661 w 803"/>
                <a:gd name="T5" fmla="*/ 0 h 135"/>
                <a:gd name="T6" fmla="*/ 3 w 803"/>
                <a:gd name="T7" fmla="*/ 0 h 135"/>
                <a:gd name="T8" fmla="*/ 0 w 803"/>
                <a:gd name="T9" fmla="*/ 4 h 135"/>
                <a:gd name="T10" fmla="*/ 657 w 803"/>
                <a:gd name="T11" fmla="*/ 4 h 135"/>
                <a:gd name="T12" fmla="*/ 669 w 803"/>
                <a:gd name="T13" fmla="*/ 9 h 135"/>
                <a:gd name="T14" fmla="*/ 789 w 803"/>
                <a:gd name="T15" fmla="*/ 108 h 135"/>
                <a:gd name="T16" fmla="*/ 793 w 803"/>
                <a:gd name="T17" fmla="*/ 135 h 135"/>
                <a:gd name="T18" fmla="*/ 793 w 803"/>
                <a:gd name="T19" fmla="*/ 134 h 135"/>
                <a:gd name="T20" fmla="*/ 793 w 803"/>
                <a:gd name="T21" fmla="*/ 10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3" h="135">
                  <a:moveTo>
                    <a:pt x="793" y="104"/>
                  </a:moveTo>
                  <a:cubicBezTo>
                    <a:pt x="673" y="5"/>
                    <a:pt x="673" y="5"/>
                    <a:pt x="673" y="5"/>
                  </a:cubicBezTo>
                  <a:cubicBezTo>
                    <a:pt x="670" y="2"/>
                    <a:pt x="665" y="0"/>
                    <a:pt x="661" y="0"/>
                  </a:cubicBezTo>
                  <a:cubicBezTo>
                    <a:pt x="3" y="0"/>
                    <a:pt x="3" y="0"/>
                    <a:pt x="3" y="0"/>
                  </a:cubicBezTo>
                  <a:cubicBezTo>
                    <a:pt x="0" y="4"/>
                    <a:pt x="0" y="4"/>
                    <a:pt x="0" y="4"/>
                  </a:cubicBezTo>
                  <a:cubicBezTo>
                    <a:pt x="657" y="4"/>
                    <a:pt x="657" y="4"/>
                    <a:pt x="657" y="4"/>
                  </a:cubicBezTo>
                  <a:cubicBezTo>
                    <a:pt x="661" y="4"/>
                    <a:pt x="666" y="6"/>
                    <a:pt x="669" y="9"/>
                  </a:cubicBezTo>
                  <a:cubicBezTo>
                    <a:pt x="789" y="108"/>
                    <a:pt x="789" y="108"/>
                    <a:pt x="789" y="108"/>
                  </a:cubicBezTo>
                  <a:cubicBezTo>
                    <a:pt x="798" y="114"/>
                    <a:pt x="799" y="127"/>
                    <a:pt x="793" y="135"/>
                  </a:cubicBezTo>
                  <a:cubicBezTo>
                    <a:pt x="793" y="134"/>
                    <a:pt x="793" y="134"/>
                    <a:pt x="793" y="134"/>
                  </a:cubicBezTo>
                  <a:cubicBezTo>
                    <a:pt x="803" y="126"/>
                    <a:pt x="803" y="111"/>
                    <a:pt x="793" y="104"/>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9" name="Shadow">
            <a:extLst>
              <a:ext uri="{FF2B5EF4-FFF2-40B4-BE49-F238E27FC236}">
                <a16:creationId xmlns:a16="http://schemas.microsoft.com/office/drawing/2014/main" id="{795F2DE2-6559-49AC-B50D-8180AEE46DA2}"/>
              </a:ext>
            </a:extLst>
          </p:cNvPr>
          <p:cNvSpPr/>
          <p:nvPr/>
        </p:nvSpPr>
        <p:spPr>
          <a:xfrm flipH="1" flipV="1">
            <a:off x="3681413" y="3830446"/>
            <a:ext cx="4419737"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44" name="03">
            <a:extLst>
              <a:ext uri="{FF2B5EF4-FFF2-40B4-BE49-F238E27FC236}">
                <a16:creationId xmlns:a16="http://schemas.microsoft.com/office/drawing/2014/main" id="{0FAD5BCD-AC20-4B76-AB8B-F71A1C24960E}"/>
              </a:ext>
            </a:extLst>
          </p:cNvPr>
          <p:cNvGrpSpPr/>
          <p:nvPr/>
        </p:nvGrpSpPr>
        <p:grpSpPr>
          <a:xfrm>
            <a:off x="4784726" y="3019425"/>
            <a:ext cx="3986213" cy="911226"/>
            <a:chOff x="4327526" y="2971800"/>
            <a:chExt cx="3986213" cy="911226"/>
          </a:xfrm>
        </p:grpSpPr>
        <p:sp>
          <p:nvSpPr>
            <p:cNvPr id="10" name="Freeform 9">
              <a:extLst>
                <a:ext uri="{FF2B5EF4-FFF2-40B4-BE49-F238E27FC236}">
                  <a16:creationId xmlns:a16="http://schemas.microsoft.com/office/drawing/2014/main" id="{50287F05-D2D4-4418-8E7A-9549F58A18A7}"/>
                </a:ext>
              </a:extLst>
            </p:cNvPr>
            <p:cNvSpPr>
              <a:spLocks/>
            </p:cNvSpPr>
            <p:nvPr/>
          </p:nvSpPr>
          <p:spPr bwMode="auto">
            <a:xfrm>
              <a:off x="4327526" y="2971800"/>
              <a:ext cx="3975100" cy="911225"/>
            </a:xfrm>
            <a:custGeom>
              <a:avLst/>
              <a:gdLst>
                <a:gd name="T0" fmla="*/ 1027 w 1034"/>
                <a:gd name="T1" fmla="*/ 104 h 237"/>
                <a:gd name="T2" fmla="*/ 907 w 1034"/>
                <a:gd name="T3" fmla="*/ 5 h 237"/>
                <a:gd name="T4" fmla="*/ 894 w 1034"/>
                <a:gd name="T5" fmla="*/ 0 h 237"/>
                <a:gd name="T6" fmla="*/ 237 w 1034"/>
                <a:gd name="T7" fmla="*/ 0 h 237"/>
                <a:gd name="T8" fmla="*/ 119 w 1034"/>
                <a:gd name="T9" fmla="*/ 119 h 237"/>
                <a:gd name="T10" fmla="*/ 119 w 1034"/>
                <a:gd name="T11" fmla="*/ 119 h 237"/>
                <a:gd name="T12" fmla="*/ 0 w 1034"/>
                <a:gd name="T13" fmla="*/ 237 h 237"/>
                <a:gd name="T14" fmla="*/ 894 w 1034"/>
                <a:gd name="T15" fmla="*/ 237 h 237"/>
                <a:gd name="T16" fmla="*/ 907 w 1034"/>
                <a:gd name="T17" fmla="*/ 233 h 237"/>
                <a:gd name="T18" fmla="*/ 1027 w 1034"/>
                <a:gd name="T19" fmla="*/ 134 h 237"/>
                <a:gd name="T20" fmla="*/ 1034 w 1034"/>
                <a:gd name="T21" fmla="*/ 119 h 237"/>
                <a:gd name="T22" fmla="*/ 1027 w 1034"/>
                <a:gd name="T23" fmla="*/ 10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4" h="237">
                  <a:moveTo>
                    <a:pt x="1027" y="104"/>
                  </a:moveTo>
                  <a:cubicBezTo>
                    <a:pt x="907" y="5"/>
                    <a:pt x="907" y="5"/>
                    <a:pt x="907" y="5"/>
                  </a:cubicBezTo>
                  <a:cubicBezTo>
                    <a:pt x="903" y="2"/>
                    <a:pt x="899" y="0"/>
                    <a:pt x="894" y="0"/>
                  </a:cubicBezTo>
                  <a:cubicBezTo>
                    <a:pt x="237" y="0"/>
                    <a:pt x="237" y="0"/>
                    <a:pt x="237" y="0"/>
                  </a:cubicBezTo>
                  <a:cubicBezTo>
                    <a:pt x="119" y="119"/>
                    <a:pt x="119" y="119"/>
                    <a:pt x="119" y="119"/>
                  </a:cubicBezTo>
                  <a:cubicBezTo>
                    <a:pt x="119" y="119"/>
                    <a:pt x="119" y="119"/>
                    <a:pt x="119" y="119"/>
                  </a:cubicBezTo>
                  <a:cubicBezTo>
                    <a:pt x="0" y="237"/>
                    <a:pt x="0" y="237"/>
                    <a:pt x="0" y="237"/>
                  </a:cubicBezTo>
                  <a:cubicBezTo>
                    <a:pt x="894" y="237"/>
                    <a:pt x="894" y="237"/>
                    <a:pt x="894" y="237"/>
                  </a:cubicBezTo>
                  <a:cubicBezTo>
                    <a:pt x="899" y="237"/>
                    <a:pt x="903" y="236"/>
                    <a:pt x="907" y="233"/>
                  </a:cubicBezTo>
                  <a:cubicBezTo>
                    <a:pt x="1027" y="134"/>
                    <a:pt x="1027" y="134"/>
                    <a:pt x="1027" y="134"/>
                  </a:cubicBezTo>
                  <a:cubicBezTo>
                    <a:pt x="1032" y="130"/>
                    <a:pt x="1034" y="125"/>
                    <a:pt x="1034" y="119"/>
                  </a:cubicBezTo>
                  <a:cubicBezTo>
                    <a:pt x="1034" y="113"/>
                    <a:pt x="1032" y="108"/>
                    <a:pt x="1027" y="10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163F2C9D-DFA8-4DC1-A2C6-B05894EC6A9F}"/>
                </a:ext>
              </a:extLst>
            </p:cNvPr>
            <p:cNvSpPr>
              <a:spLocks/>
            </p:cNvSpPr>
            <p:nvPr/>
          </p:nvSpPr>
          <p:spPr bwMode="auto">
            <a:xfrm>
              <a:off x="4327526" y="3429000"/>
              <a:ext cx="3975100" cy="454025"/>
            </a:xfrm>
            <a:custGeom>
              <a:avLst/>
              <a:gdLst>
                <a:gd name="T0" fmla="*/ 119 w 1034"/>
                <a:gd name="T1" fmla="*/ 0 h 118"/>
                <a:gd name="T2" fmla="*/ 119 w 1034"/>
                <a:gd name="T3" fmla="*/ 0 h 118"/>
                <a:gd name="T4" fmla="*/ 0 w 1034"/>
                <a:gd name="T5" fmla="*/ 118 h 118"/>
                <a:gd name="T6" fmla="*/ 894 w 1034"/>
                <a:gd name="T7" fmla="*/ 118 h 118"/>
                <a:gd name="T8" fmla="*/ 907 w 1034"/>
                <a:gd name="T9" fmla="*/ 114 h 118"/>
                <a:gd name="T10" fmla="*/ 1027 w 1034"/>
                <a:gd name="T11" fmla="*/ 15 h 118"/>
                <a:gd name="T12" fmla="*/ 1034 w 1034"/>
                <a:gd name="T13" fmla="*/ 0 h 118"/>
                <a:gd name="T14" fmla="*/ 119 w 1034"/>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4" h="118">
                  <a:moveTo>
                    <a:pt x="119" y="0"/>
                  </a:moveTo>
                  <a:cubicBezTo>
                    <a:pt x="119" y="0"/>
                    <a:pt x="119" y="0"/>
                    <a:pt x="119" y="0"/>
                  </a:cubicBezTo>
                  <a:cubicBezTo>
                    <a:pt x="0" y="118"/>
                    <a:pt x="0" y="118"/>
                    <a:pt x="0" y="118"/>
                  </a:cubicBezTo>
                  <a:cubicBezTo>
                    <a:pt x="894" y="118"/>
                    <a:pt x="894" y="118"/>
                    <a:pt x="894" y="118"/>
                  </a:cubicBezTo>
                  <a:cubicBezTo>
                    <a:pt x="899" y="118"/>
                    <a:pt x="903" y="117"/>
                    <a:pt x="907" y="114"/>
                  </a:cubicBezTo>
                  <a:cubicBezTo>
                    <a:pt x="1027" y="15"/>
                    <a:pt x="1027" y="15"/>
                    <a:pt x="1027" y="15"/>
                  </a:cubicBezTo>
                  <a:cubicBezTo>
                    <a:pt x="1032" y="11"/>
                    <a:pt x="1034" y="6"/>
                    <a:pt x="1034" y="0"/>
                  </a:cubicBezTo>
                  <a:lnTo>
                    <a:pt x="119" y="0"/>
                  </a:lnTo>
                  <a:close/>
                </a:path>
              </a:pathLst>
            </a:custGeom>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A50D0770-5EBA-44C2-A8A7-F288818E95A7}"/>
                </a:ext>
              </a:extLst>
            </p:cNvPr>
            <p:cNvSpPr>
              <a:spLocks/>
            </p:cNvSpPr>
            <p:nvPr/>
          </p:nvSpPr>
          <p:spPr bwMode="auto">
            <a:xfrm>
              <a:off x="4327526" y="3367088"/>
              <a:ext cx="3975100" cy="515938"/>
            </a:xfrm>
            <a:custGeom>
              <a:avLst/>
              <a:gdLst>
                <a:gd name="T0" fmla="*/ 1030 w 1034"/>
                <a:gd name="T1" fmla="*/ 12 h 134"/>
                <a:gd name="T2" fmla="*/ 1023 w 1034"/>
                <a:gd name="T3" fmla="*/ 27 h 134"/>
                <a:gd name="T4" fmla="*/ 903 w 1034"/>
                <a:gd name="T5" fmla="*/ 126 h 134"/>
                <a:gd name="T6" fmla="*/ 890 w 1034"/>
                <a:gd name="T7" fmla="*/ 130 h 134"/>
                <a:gd name="T8" fmla="*/ 4 w 1034"/>
                <a:gd name="T9" fmla="*/ 130 h 134"/>
                <a:gd name="T10" fmla="*/ 0 w 1034"/>
                <a:gd name="T11" fmla="*/ 134 h 134"/>
                <a:gd name="T12" fmla="*/ 894 w 1034"/>
                <a:gd name="T13" fmla="*/ 134 h 134"/>
                <a:gd name="T14" fmla="*/ 907 w 1034"/>
                <a:gd name="T15" fmla="*/ 130 h 134"/>
                <a:gd name="T16" fmla="*/ 1027 w 1034"/>
                <a:gd name="T17" fmla="*/ 31 h 134"/>
                <a:gd name="T18" fmla="*/ 1034 w 1034"/>
                <a:gd name="T19" fmla="*/ 16 h 134"/>
                <a:gd name="T20" fmla="*/ 1027 w 1034"/>
                <a:gd name="T21" fmla="*/ 1 h 134"/>
                <a:gd name="T22" fmla="*/ 1026 w 1034"/>
                <a:gd name="T23" fmla="*/ 0 h 134"/>
                <a:gd name="T24" fmla="*/ 1030 w 1034"/>
                <a:gd name="T25" fmla="*/ 1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134">
                  <a:moveTo>
                    <a:pt x="1030" y="12"/>
                  </a:moveTo>
                  <a:cubicBezTo>
                    <a:pt x="1030" y="18"/>
                    <a:pt x="1028" y="23"/>
                    <a:pt x="1023" y="27"/>
                  </a:cubicBezTo>
                  <a:cubicBezTo>
                    <a:pt x="903" y="126"/>
                    <a:pt x="903" y="126"/>
                    <a:pt x="903" y="126"/>
                  </a:cubicBezTo>
                  <a:cubicBezTo>
                    <a:pt x="899" y="129"/>
                    <a:pt x="895" y="130"/>
                    <a:pt x="890" y="130"/>
                  </a:cubicBezTo>
                  <a:cubicBezTo>
                    <a:pt x="4" y="130"/>
                    <a:pt x="4" y="130"/>
                    <a:pt x="4" y="130"/>
                  </a:cubicBezTo>
                  <a:cubicBezTo>
                    <a:pt x="0" y="134"/>
                    <a:pt x="0" y="134"/>
                    <a:pt x="0" y="134"/>
                  </a:cubicBezTo>
                  <a:cubicBezTo>
                    <a:pt x="894" y="134"/>
                    <a:pt x="894" y="134"/>
                    <a:pt x="894" y="134"/>
                  </a:cubicBezTo>
                  <a:cubicBezTo>
                    <a:pt x="899" y="134"/>
                    <a:pt x="903" y="133"/>
                    <a:pt x="907" y="130"/>
                  </a:cubicBezTo>
                  <a:cubicBezTo>
                    <a:pt x="1027" y="31"/>
                    <a:pt x="1027" y="31"/>
                    <a:pt x="1027" y="31"/>
                  </a:cubicBezTo>
                  <a:cubicBezTo>
                    <a:pt x="1032" y="27"/>
                    <a:pt x="1034" y="22"/>
                    <a:pt x="1034" y="16"/>
                  </a:cubicBezTo>
                  <a:cubicBezTo>
                    <a:pt x="1034" y="10"/>
                    <a:pt x="1032" y="5"/>
                    <a:pt x="1027" y="1"/>
                  </a:cubicBezTo>
                  <a:cubicBezTo>
                    <a:pt x="1026" y="0"/>
                    <a:pt x="1026" y="0"/>
                    <a:pt x="1026" y="0"/>
                  </a:cubicBezTo>
                  <a:cubicBezTo>
                    <a:pt x="1029" y="3"/>
                    <a:pt x="1030" y="8"/>
                    <a:pt x="1030" y="12"/>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30">
              <a:extLst>
                <a:ext uri="{FF2B5EF4-FFF2-40B4-BE49-F238E27FC236}">
                  <a16:creationId xmlns:a16="http://schemas.microsoft.com/office/drawing/2014/main" id="{69FF812E-4620-4774-9CD4-162D5F3D4352}"/>
                </a:ext>
              </a:extLst>
            </p:cNvPr>
            <p:cNvSpPr>
              <a:spLocks/>
            </p:cNvSpPr>
            <p:nvPr/>
          </p:nvSpPr>
          <p:spPr bwMode="auto">
            <a:xfrm>
              <a:off x="5222876" y="2971800"/>
              <a:ext cx="3090863" cy="519113"/>
            </a:xfrm>
            <a:custGeom>
              <a:avLst/>
              <a:gdLst>
                <a:gd name="T0" fmla="*/ 794 w 804"/>
                <a:gd name="T1" fmla="*/ 104 h 135"/>
                <a:gd name="T2" fmla="*/ 674 w 804"/>
                <a:gd name="T3" fmla="*/ 5 h 135"/>
                <a:gd name="T4" fmla="*/ 661 w 804"/>
                <a:gd name="T5" fmla="*/ 0 h 135"/>
                <a:gd name="T6" fmla="*/ 4 w 804"/>
                <a:gd name="T7" fmla="*/ 0 h 135"/>
                <a:gd name="T8" fmla="*/ 0 w 804"/>
                <a:gd name="T9" fmla="*/ 4 h 135"/>
                <a:gd name="T10" fmla="*/ 657 w 804"/>
                <a:gd name="T11" fmla="*/ 4 h 135"/>
                <a:gd name="T12" fmla="*/ 670 w 804"/>
                <a:gd name="T13" fmla="*/ 9 h 135"/>
                <a:gd name="T14" fmla="*/ 790 w 804"/>
                <a:gd name="T15" fmla="*/ 108 h 135"/>
                <a:gd name="T16" fmla="*/ 793 w 804"/>
                <a:gd name="T17" fmla="*/ 135 h 135"/>
                <a:gd name="T18" fmla="*/ 794 w 804"/>
                <a:gd name="T19" fmla="*/ 134 h 135"/>
                <a:gd name="T20" fmla="*/ 794 w 804"/>
                <a:gd name="T21" fmla="*/ 10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4" h="135">
                  <a:moveTo>
                    <a:pt x="794" y="104"/>
                  </a:moveTo>
                  <a:cubicBezTo>
                    <a:pt x="674" y="5"/>
                    <a:pt x="674" y="5"/>
                    <a:pt x="674" y="5"/>
                  </a:cubicBezTo>
                  <a:cubicBezTo>
                    <a:pt x="670" y="2"/>
                    <a:pt x="666" y="0"/>
                    <a:pt x="661" y="0"/>
                  </a:cubicBezTo>
                  <a:cubicBezTo>
                    <a:pt x="4" y="0"/>
                    <a:pt x="4" y="0"/>
                    <a:pt x="4" y="0"/>
                  </a:cubicBezTo>
                  <a:cubicBezTo>
                    <a:pt x="0" y="4"/>
                    <a:pt x="0" y="4"/>
                    <a:pt x="0" y="4"/>
                  </a:cubicBezTo>
                  <a:cubicBezTo>
                    <a:pt x="657" y="4"/>
                    <a:pt x="657" y="4"/>
                    <a:pt x="657" y="4"/>
                  </a:cubicBezTo>
                  <a:cubicBezTo>
                    <a:pt x="662" y="4"/>
                    <a:pt x="666" y="6"/>
                    <a:pt x="670" y="9"/>
                  </a:cubicBezTo>
                  <a:cubicBezTo>
                    <a:pt x="790" y="108"/>
                    <a:pt x="790" y="108"/>
                    <a:pt x="790" y="108"/>
                  </a:cubicBezTo>
                  <a:cubicBezTo>
                    <a:pt x="798" y="114"/>
                    <a:pt x="799" y="127"/>
                    <a:pt x="793" y="135"/>
                  </a:cubicBezTo>
                  <a:cubicBezTo>
                    <a:pt x="794" y="134"/>
                    <a:pt x="794" y="134"/>
                    <a:pt x="794" y="134"/>
                  </a:cubicBezTo>
                  <a:cubicBezTo>
                    <a:pt x="804" y="126"/>
                    <a:pt x="804" y="112"/>
                    <a:pt x="794" y="104"/>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0" name="Shadow">
            <a:extLst>
              <a:ext uri="{FF2B5EF4-FFF2-40B4-BE49-F238E27FC236}">
                <a16:creationId xmlns:a16="http://schemas.microsoft.com/office/drawing/2014/main" id="{52C163FA-2F89-44A0-BBC3-4E4D434BA429}"/>
              </a:ext>
            </a:extLst>
          </p:cNvPr>
          <p:cNvSpPr/>
          <p:nvPr/>
        </p:nvSpPr>
        <p:spPr>
          <a:xfrm flipH="1" flipV="1">
            <a:off x="4519476" y="2925930"/>
            <a:ext cx="4419737"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43" name="02">
            <a:extLst>
              <a:ext uri="{FF2B5EF4-FFF2-40B4-BE49-F238E27FC236}">
                <a16:creationId xmlns:a16="http://schemas.microsoft.com/office/drawing/2014/main" id="{1CA13202-4D7B-4800-8546-2AF1B58B4D66}"/>
              </a:ext>
            </a:extLst>
          </p:cNvPr>
          <p:cNvGrpSpPr/>
          <p:nvPr/>
        </p:nvGrpSpPr>
        <p:grpSpPr>
          <a:xfrm>
            <a:off x="5692776" y="2103438"/>
            <a:ext cx="3981450" cy="911225"/>
            <a:chOff x="5235576" y="2055813"/>
            <a:chExt cx="3981450" cy="911225"/>
          </a:xfrm>
        </p:grpSpPr>
        <p:sp>
          <p:nvSpPr>
            <p:cNvPr id="12" name="Freeform 11">
              <a:extLst>
                <a:ext uri="{FF2B5EF4-FFF2-40B4-BE49-F238E27FC236}">
                  <a16:creationId xmlns:a16="http://schemas.microsoft.com/office/drawing/2014/main" id="{9F3FFEFF-A30B-494A-AC48-25A3638441F1}"/>
                </a:ext>
              </a:extLst>
            </p:cNvPr>
            <p:cNvSpPr>
              <a:spLocks/>
            </p:cNvSpPr>
            <p:nvPr/>
          </p:nvSpPr>
          <p:spPr bwMode="auto">
            <a:xfrm>
              <a:off x="5235576" y="2055813"/>
              <a:ext cx="3973513" cy="911225"/>
            </a:xfrm>
            <a:custGeom>
              <a:avLst/>
              <a:gdLst>
                <a:gd name="T0" fmla="*/ 1027 w 1034"/>
                <a:gd name="T1" fmla="*/ 104 h 237"/>
                <a:gd name="T2" fmla="*/ 907 w 1034"/>
                <a:gd name="T3" fmla="*/ 5 h 237"/>
                <a:gd name="T4" fmla="*/ 894 w 1034"/>
                <a:gd name="T5" fmla="*/ 0 h 237"/>
                <a:gd name="T6" fmla="*/ 237 w 1034"/>
                <a:gd name="T7" fmla="*/ 0 h 237"/>
                <a:gd name="T8" fmla="*/ 118 w 1034"/>
                <a:gd name="T9" fmla="*/ 119 h 237"/>
                <a:gd name="T10" fmla="*/ 118 w 1034"/>
                <a:gd name="T11" fmla="*/ 119 h 237"/>
                <a:gd name="T12" fmla="*/ 0 w 1034"/>
                <a:gd name="T13" fmla="*/ 237 h 237"/>
                <a:gd name="T14" fmla="*/ 894 w 1034"/>
                <a:gd name="T15" fmla="*/ 237 h 237"/>
                <a:gd name="T16" fmla="*/ 907 w 1034"/>
                <a:gd name="T17" fmla="*/ 233 h 237"/>
                <a:gd name="T18" fmla="*/ 1027 w 1034"/>
                <a:gd name="T19" fmla="*/ 134 h 237"/>
                <a:gd name="T20" fmla="*/ 1034 w 1034"/>
                <a:gd name="T21" fmla="*/ 119 h 237"/>
                <a:gd name="T22" fmla="*/ 1027 w 1034"/>
                <a:gd name="T23" fmla="*/ 10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4" h="237">
                  <a:moveTo>
                    <a:pt x="1027" y="104"/>
                  </a:moveTo>
                  <a:cubicBezTo>
                    <a:pt x="907" y="5"/>
                    <a:pt x="907" y="5"/>
                    <a:pt x="907" y="5"/>
                  </a:cubicBezTo>
                  <a:cubicBezTo>
                    <a:pt x="903" y="2"/>
                    <a:pt x="899" y="0"/>
                    <a:pt x="894" y="0"/>
                  </a:cubicBezTo>
                  <a:cubicBezTo>
                    <a:pt x="237" y="0"/>
                    <a:pt x="237" y="0"/>
                    <a:pt x="237" y="0"/>
                  </a:cubicBezTo>
                  <a:cubicBezTo>
                    <a:pt x="118" y="119"/>
                    <a:pt x="118" y="119"/>
                    <a:pt x="118" y="119"/>
                  </a:cubicBezTo>
                  <a:cubicBezTo>
                    <a:pt x="118" y="119"/>
                    <a:pt x="118" y="119"/>
                    <a:pt x="118" y="119"/>
                  </a:cubicBezTo>
                  <a:cubicBezTo>
                    <a:pt x="0" y="237"/>
                    <a:pt x="0" y="237"/>
                    <a:pt x="0" y="237"/>
                  </a:cubicBezTo>
                  <a:cubicBezTo>
                    <a:pt x="894" y="237"/>
                    <a:pt x="894" y="237"/>
                    <a:pt x="894" y="237"/>
                  </a:cubicBezTo>
                  <a:cubicBezTo>
                    <a:pt x="899" y="237"/>
                    <a:pt x="903" y="236"/>
                    <a:pt x="907" y="233"/>
                  </a:cubicBezTo>
                  <a:cubicBezTo>
                    <a:pt x="1027" y="134"/>
                    <a:pt x="1027" y="134"/>
                    <a:pt x="1027" y="134"/>
                  </a:cubicBezTo>
                  <a:cubicBezTo>
                    <a:pt x="1032" y="130"/>
                    <a:pt x="1034" y="125"/>
                    <a:pt x="1034" y="119"/>
                  </a:cubicBezTo>
                  <a:cubicBezTo>
                    <a:pt x="1034" y="113"/>
                    <a:pt x="1032" y="108"/>
                    <a:pt x="1027" y="10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5FDA8564-23A2-485B-914D-AC9E8922E114}"/>
                </a:ext>
              </a:extLst>
            </p:cNvPr>
            <p:cNvSpPr>
              <a:spLocks/>
            </p:cNvSpPr>
            <p:nvPr/>
          </p:nvSpPr>
          <p:spPr bwMode="auto">
            <a:xfrm>
              <a:off x="5235576" y="2513013"/>
              <a:ext cx="3973513" cy="454025"/>
            </a:xfrm>
            <a:custGeom>
              <a:avLst/>
              <a:gdLst>
                <a:gd name="T0" fmla="*/ 118 w 1034"/>
                <a:gd name="T1" fmla="*/ 0 h 118"/>
                <a:gd name="T2" fmla="*/ 118 w 1034"/>
                <a:gd name="T3" fmla="*/ 0 h 118"/>
                <a:gd name="T4" fmla="*/ 0 w 1034"/>
                <a:gd name="T5" fmla="*/ 118 h 118"/>
                <a:gd name="T6" fmla="*/ 894 w 1034"/>
                <a:gd name="T7" fmla="*/ 118 h 118"/>
                <a:gd name="T8" fmla="*/ 907 w 1034"/>
                <a:gd name="T9" fmla="*/ 114 h 118"/>
                <a:gd name="T10" fmla="*/ 1027 w 1034"/>
                <a:gd name="T11" fmla="*/ 15 h 118"/>
                <a:gd name="T12" fmla="*/ 1034 w 1034"/>
                <a:gd name="T13" fmla="*/ 0 h 118"/>
                <a:gd name="T14" fmla="*/ 118 w 1034"/>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4" h="118">
                  <a:moveTo>
                    <a:pt x="118" y="0"/>
                  </a:moveTo>
                  <a:cubicBezTo>
                    <a:pt x="118" y="0"/>
                    <a:pt x="118" y="0"/>
                    <a:pt x="118" y="0"/>
                  </a:cubicBezTo>
                  <a:cubicBezTo>
                    <a:pt x="0" y="118"/>
                    <a:pt x="0" y="118"/>
                    <a:pt x="0" y="118"/>
                  </a:cubicBezTo>
                  <a:cubicBezTo>
                    <a:pt x="894" y="118"/>
                    <a:pt x="894" y="118"/>
                    <a:pt x="894" y="118"/>
                  </a:cubicBezTo>
                  <a:cubicBezTo>
                    <a:pt x="899" y="118"/>
                    <a:pt x="903" y="117"/>
                    <a:pt x="907" y="114"/>
                  </a:cubicBezTo>
                  <a:cubicBezTo>
                    <a:pt x="1027" y="15"/>
                    <a:pt x="1027" y="15"/>
                    <a:pt x="1027" y="15"/>
                  </a:cubicBezTo>
                  <a:cubicBezTo>
                    <a:pt x="1032" y="11"/>
                    <a:pt x="1034" y="6"/>
                    <a:pt x="1034" y="0"/>
                  </a:cubicBezTo>
                  <a:lnTo>
                    <a:pt x="118" y="0"/>
                  </a:lnTo>
                  <a:close/>
                </a:path>
              </a:pathLst>
            </a:cu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C6DFB1C5-EE3C-4F19-A8C9-6EF897D0413F}"/>
                </a:ext>
              </a:extLst>
            </p:cNvPr>
            <p:cNvSpPr>
              <a:spLocks/>
            </p:cNvSpPr>
            <p:nvPr/>
          </p:nvSpPr>
          <p:spPr bwMode="auto">
            <a:xfrm>
              <a:off x="5235576" y="2451100"/>
              <a:ext cx="3973513" cy="515938"/>
            </a:xfrm>
            <a:custGeom>
              <a:avLst/>
              <a:gdLst>
                <a:gd name="T0" fmla="*/ 1030 w 1034"/>
                <a:gd name="T1" fmla="*/ 12 h 134"/>
                <a:gd name="T2" fmla="*/ 1023 w 1034"/>
                <a:gd name="T3" fmla="*/ 27 h 134"/>
                <a:gd name="T4" fmla="*/ 903 w 1034"/>
                <a:gd name="T5" fmla="*/ 126 h 134"/>
                <a:gd name="T6" fmla="*/ 890 w 1034"/>
                <a:gd name="T7" fmla="*/ 130 h 134"/>
                <a:gd name="T8" fmla="*/ 4 w 1034"/>
                <a:gd name="T9" fmla="*/ 130 h 134"/>
                <a:gd name="T10" fmla="*/ 0 w 1034"/>
                <a:gd name="T11" fmla="*/ 134 h 134"/>
                <a:gd name="T12" fmla="*/ 894 w 1034"/>
                <a:gd name="T13" fmla="*/ 134 h 134"/>
                <a:gd name="T14" fmla="*/ 907 w 1034"/>
                <a:gd name="T15" fmla="*/ 130 h 134"/>
                <a:gd name="T16" fmla="*/ 1027 w 1034"/>
                <a:gd name="T17" fmla="*/ 31 h 134"/>
                <a:gd name="T18" fmla="*/ 1034 w 1034"/>
                <a:gd name="T19" fmla="*/ 16 h 134"/>
                <a:gd name="T20" fmla="*/ 1027 w 1034"/>
                <a:gd name="T21" fmla="*/ 1 h 134"/>
                <a:gd name="T22" fmla="*/ 1026 w 1034"/>
                <a:gd name="T23" fmla="*/ 0 h 134"/>
                <a:gd name="T24" fmla="*/ 1030 w 1034"/>
                <a:gd name="T25" fmla="*/ 1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134">
                  <a:moveTo>
                    <a:pt x="1030" y="12"/>
                  </a:moveTo>
                  <a:cubicBezTo>
                    <a:pt x="1030" y="18"/>
                    <a:pt x="1028" y="23"/>
                    <a:pt x="1023" y="27"/>
                  </a:cubicBezTo>
                  <a:cubicBezTo>
                    <a:pt x="903" y="126"/>
                    <a:pt x="903" y="126"/>
                    <a:pt x="903" y="126"/>
                  </a:cubicBezTo>
                  <a:cubicBezTo>
                    <a:pt x="899" y="129"/>
                    <a:pt x="895" y="130"/>
                    <a:pt x="890" y="130"/>
                  </a:cubicBezTo>
                  <a:cubicBezTo>
                    <a:pt x="4" y="130"/>
                    <a:pt x="4" y="130"/>
                    <a:pt x="4" y="130"/>
                  </a:cubicBezTo>
                  <a:cubicBezTo>
                    <a:pt x="0" y="134"/>
                    <a:pt x="0" y="134"/>
                    <a:pt x="0" y="134"/>
                  </a:cubicBezTo>
                  <a:cubicBezTo>
                    <a:pt x="894" y="134"/>
                    <a:pt x="894" y="134"/>
                    <a:pt x="894" y="134"/>
                  </a:cubicBezTo>
                  <a:cubicBezTo>
                    <a:pt x="899" y="134"/>
                    <a:pt x="903" y="133"/>
                    <a:pt x="907" y="130"/>
                  </a:cubicBezTo>
                  <a:cubicBezTo>
                    <a:pt x="1027" y="31"/>
                    <a:pt x="1027" y="31"/>
                    <a:pt x="1027" y="31"/>
                  </a:cubicBezTo>
                  <a:cubicBezTo>
                    <a:pt x="1032" y="27"/>
                    <a:pt x="1034" y="22"/>
                    <a:pt x="1034" y="16"/>
                  </a:cubicBezTo>
                  <a:cubicBezTo>
                    <a:pt x="1034" y="10"/>
                    <a:pt x="1032" y="5"/>
                    <a:pt x="1027" y="1"/>
                  </a:cubicBezTo>
                  <a:cubicBezTo>
                    <a:pt x="1026" y="0"/>
                    <a:pt x="1026" y="0"/>
                    <a:pt x="1026" y="0"/>
                  </a:cubicBezTo>
                  <a:cubicBezTo>
                    <a:pt x="1029" y="4"/>
                    <a:pt x="1030" y="8"/>
                    <a:pt x="1030" y="12"/>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DF90EFA1-3A38-4004-8F28-E3B6DE0CE899}"/>
                </a:ext>
              </a:extLst>
            </p:cNvPr>
            <p:cNvSpPr>
              <a:spLocks/>
            </p:cNvSpPr>
            <p:nvPr/>
          </p:nvSpPr>
          <p:spPr bwMode="auto">
            <a:xfrm>
              <a:off x="6130926" y="2055813"/>
              <a:ext cx="3086100" cy="519113"/>
            </a:xfrm>
            <a:custGeom>
              <a:avLst/>
              <a:gdLst>
                <a:gd name="T0" fmla="*/ 794 w 803"/>
                <a:gd name="T1" fmla="*/ 104 h 135"/>
                <a:gd name="T2" fmla="*/ 674 w 803"/>
                <a:gd name="T3" fmla="*/ 5 h 135"/>
                <a:gd name="T4" fmla="*/ 661 w 803"/>
                <a:gd name="T5" fmla="*/ 0 h 135"/>
                <a:gd name="T6" fmla="*/ 4 w 803"/>
                <a:gd name="T7" fmla="*/ 0 h 135"/>
                <a:gd name="T8" fmla="*/ 0 w 803"/>
                <a:gd name="T9" fmla="*/ 4 h 135"/>
                <a:gd name="T10" fmla="*/ 657 w 803"/>
                <a:gd name="T11" fmla="*/ 4 h 135"/>
                <a:gd name="T12" fmla="*/ 670 w 803"/>
                <a:gd name="T13" fmla="*/ 9 h 135"/>
                <a:gd name="T14" fmla="*/ 790 w 803"/>
                <a:gd name="T15" fmla="*/ 108 h 135"/>
                <a:gd name="T16" fmla="*/ 793 w 803"/>
                <a:gd name="T17" fmla="*/ 135 h 135"/>
                <a:gd name="T18" fmla="*/ 794 w 803"/>
                <a:gd name="T19" fmla="*/ 134 h 135"/>
                <a:gd name="T20" fmla="*/ 794 w 803"/>
                <a:gd name="T21" fmla="*/ 10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3" h="135">
                  <a:moveTo>
                    <a:pt x="794" y="104"/>
                  </a:moveTo>
                  <a:cubicBezTo>
                    <a:pt x="674" y="5"/>
                    <a:pt x="674" y="5"/>
                    <a:pt x="674" y="5"/>
                  </a:cubicBezTo>
                  <a:cubicBezTo>
                    <a:pt x="670" y="2"/>
                    <a:pt x="666" y="0"/>
                    <a:pt x="661" y="0"/>
                  </a:cubicBezTo>
                  <a:cubicBezTo>
                    <a:pt x="4" y="0"/>
                    <a:pt x="4" y="0"/>
                    <a:pt x="4" y="0"/>
                  </a:cubicBezTo>
                  <a:cubicBezTo>
                    <a:pt x="0" y="4"/>
                    <a:pt x="0" y="4"/>
                    <a:pt x="0" y="4"/>
                  </a:cubicBezTo>
                  <a:cubicBezTo>
                    <a:pt x="657" y="4"/>
                    <a:pt x="657" y="4"/>
                    <a:pt x="657" y="4"/>
                  </a:cubicBezTo>
                  <a:cubicBezTo>
                    <a:pt x="662" y="4"/>
                    <a:pt x="666" y="6"/>
                    <a:pt x="670" y="9"/>
                  </a:cubicBezTo>
                  <a:cubicBezTo>
                    <a:pt x="790" y="108"/>
                    <a:pt x="790" y="108"/>
                    <a:pt x="790" y="108"/>
                  </a:cubicBezTo>
                  <a:cubicBezTo>
                    <a:pt x="798" y="114"/>
                    <a:pt x="799" y="127"/>
                    <a:pt x="793" y="135"/>
                  </a:cubicBezTo>
                  <a:cubicBezTo>
                    <a:pt x="794" y="134"/>
                    <a:pt x="794" y="134"/>
                    <a:pt x="794" y="134"/>
                  </a:cubicBezTo>
                  <a:cubicBezTo>
                    <a:pt x="803" y="126"/>
                    <a:pt x="803" y="112"/>
                    <a:pt x="794" y="104"/>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1" name="Shadow">
            <a:extLst>
              <a:ext uri="{FF2B5EF4-FFF2-40B4-BE49-F238E27FC236}">
                <a16:creationId xmlns:a16="http://schemas.microsoft.com/office/drawing/2014/main" id="{1E3944CA-907D-496D-813C-307DE362E815}"/>
              </a:ext>
            </a:extLst>
          </p:cNvPr>
          <p:cNvSpPr/>
          <p:nvPr/>
        </p:nvSpPr>
        <p:spPr>
          <a:xfrm flipH="1" flipV="1">
            <a:off x="5461806" y="2021809"/>
            <a:ext cx="4313306"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rgbClr val="080808">
                  <a:alpha val="0"/>
                </a:srgbClr>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42" name="01">
            <a:extLst>
              <a:ext uri="{FF2B5EF4-FFF2-40B4-BE49-F238E27FC236}">
                <a16:creationId xmlns:a16="http://schemas.microsoft.com/office/drawing/2014/main" id="{03D36326-D643-4F92-A14B-4154709CEEE9}"/>
              </a:ext>
            </a:extLst>
          </p:cNvPr>
          <p:cNvGrpSpPr/>
          <p:nvPr/>
        </p:nvGrpSpPr>
        <p:grpSpPr>
          <a:xfrm>
            <a:off x="6607176" y="1187450"/>
            <a:ext cx="3981450" cy="911226"/>
            <a:chOff x="6149976" y="1139825"/>
            <a:chExt cx="3981450" cy="911226"/>
          </a:xfrm>
        </p:grpSpPr>
        <p:sp>
          <p:nvSpPr>
            <p:cNvPr id="14" name="Freeform 13">
              <a:extLst>
                <a:ext uri="{FF2B5EF4-FFF2-40B4-BE49-F238E27FC236}">
                  <a16:creationId xmlns:a16="http://schemas.microsoft.com/office/drawing/2014/main" id="{12169C6A-A8FE-4EAC-BE23-275141150210}"/>
                </a:ext>
              </a:extLst>
            </p:cNvPr>
            <p:cNvSpPr>
              <a:spLocks/>
            </p:cNvSpPr>
            <p:nvPr/>
          </p:nvSpPr>
          <p:spPr bwMode="auto">
            <a:xfrm>
              <a:off x="6149976" y="1139825"/>
              <a:ext cx="3973513" cy="911225"/>
            </a:xfrm>
            <a:custGeom>
              <a:avLst/>
              <a:gdLst>
                <a:gd name="T0" fmla="*/ 1027 w 1034"/>
                <a:gd name="T1" fmla="*/ 104 h 237"/>
                <a:gd name="T2" fmla="*/ 907 w 1034"/>
                <a:gd name="T3" fmla="*/ 5 h 237"/>
                <a:gd name="T4" fmla="*/ 894 w 1034"/>
                <a:gd name="T5" fmla="*/ 0 h 237"/>
                <a:gd name="T6" fmla="*/ 237 w 1034"/>
                <a:gd name="T7" fmla="*/ 0 h 237"/>
                <a:gd name="T8" fmla="*/ 118 w 1034"/>
                <a:gd name="T9" fmla="*/ 119 h 237"/>
                <a:gd name="T10" fmla="*/ 118 w 1034"/>
                <a:gd name="T11" fmla="*/ 119 h 237"/>
                <a:gd name="T12" fmla="*/ 0 w 1034"/>
                <a:gd name="T13" fmla="*/ 237 h 237"/>
                <a:gd name="T14" fmla="*/ 894 w 1034"/>
                <a:gd name="T15" fmla="*/ 237 h 237"/>
                <a:gd name="T16" fmla="*/ 907 w 1034"/>
                <a:gd name="T17" fmla="*/ 233 h 237"/>
                <a:gd name="T18" fmla="*/ 1027 w 1034"/>
                <a:gd name="T19" fmla="*/ 134 h 237"/>
                <a:gd name="T20" fmla="*/ 1034 w 1034"/>
                <a:gd name="T21" fmla="*/ 119 h 237"/>
                <a:gd name="T22" fmla="*/ 1027 w 1034"/>
                <a:gd name="T23" fmla="*/ 10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4" h="237">
                  <a:moveTo>
                    <a:pt x="1027" y="104"/>
                  </a:moveTo>
                  <a:cubicBezTo>
                    <a:pt x="907" y="5"/>
                    <a:pt x="907" y="5"/>
                    <a:pt x="907" y="5"/>
                  </a:cubicBezTo>
                  <a:cubicBezTo>
                    <a:pt x="903" y="2"/>
                    <a:pt x="899" y="0"/>
                    <a:pt x="894" y="0"/>
                  </a:cubicBezTo>
                  <a:cubicBezTo>
                    <a:pt x="237" y="0"/>
                    <a:pt x="237" y="0"/>
                    <a:pt x="237" y="0"/>
                  </a:cubicBezTo>
                  <a:cubicBezTo>
                    <a:pt x="118" y="119"/>
                    <a:pt x="118" y="119"/>
                    <a:pt x="118" y="119"/>
                  </a:cubicBezTo>
                  <a:cubicBezTo>
                    <a:pt x="118" y="119"/>
                    <a:pt x="118" y="119"/>
                    <a:pt x="118" y="119"/>
                  </a:cubicBezTo>
                  <a:cubicBezTo>
                    <a:pt x="0" y="237"/>
                    <a:pt x="0" y="237"/>
                    <a:pt x="0" y="237"/>
                  </a:cubicBezTo>
                  <a:cubicBezTo>
                    <a:pt x="894" y="237"/>
                    <a:pt x="894" y="237"/>
                    <a:pt x="894" y="237"/>
                  </a:cubicBezTo>
                  <a:cubicBezTo>
                    <a:pt x="899" y="237"/>
                    <a:pt x="903" y="236"/>
                    <a:pt x="907" y="233"/>
                  </a:cubicBezTo>
                  <a:cubicBezTo>
                    <a:pt x="1027" y="134"/>
                    <a:pt x="1027" y="134"/>
                    <a:pt x="1027" y="134"/>
                  </a:cubicBezTo>
                  <a:cubicBezTo>
                    <a:pt x="1032" y="130"/>
                    <a:pt x="1034" y="125"/>
                    <a:pt x="1034" y="119"/>
                  </a:cubicBezTo>
                  <a:cubicBezTo>
                    <a:pt x="1034" y="113"/>
                    <a:pt x="1032" y="108"/>
                    <a:pt x="1027" y="10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010F0647-BE18-42D1-B32F-7525B324EECD}"/>
                </a:ext>
              </a:extLst>
            </p:cNvPr>
            <p:cNvSpPr>
              <a:spLocks/>
            </p:cNvSpPr>
            <p:nvPr/>
          </p:nvSpPr>
          <p:spPr bwMode="auto">
            <a:xfrm>
              <a:off x="6149976" y="1597025"/>
              <a:ext cx="3973513" cy="454025"/>
            </a:xfrm>
            <a:custGeom>
              <a:avLst/>
              <a:gdLst>
                <a:gd name="T0" fmla="*/ 118 w 1034"/>
                <a:gd name="T1" fmla="*/ 0 h 118"/>
                <a:gd name="T2" fmla="*/ 118 w 1034"/>
                <a:gd name="T3" fmla="*/ 0 h 118"/>
                <a:gd name="T4" fmla="*/ 0 w 1034"/>
                <a:gd name="T5" fmla="*/ 118 h 118"/>
                <a:gd name="T6" fmla="*/ 894 w 1034"/>
                <a:gd name="T7" fmla="*/ 118 h 118"/>
                <a:gd name="T8" fmla="*/ 907 w 1034"/>
                <a:gd name="T9" fmla="*/ 114 h 118"/>
                <a:gd name="T10" fmla="*/ 1027 w 1034"/>
                <a:gd name="T11" fmla="*/ 15 h 118"/>
                <a:gd name="T12" fmla="*/ 1034 w 1034"/>
                <a:gd name="T13" fmla="*/ 0 h 118"/>
                <a:gd name="T14" fmla="*/ 118 w 1034"/>
                <a:gd name="T15" fmla="*/ 0 h 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4" h="118">
                  <a:moveTo>
                    <a:pt x="118" y="0"/>
                  </a:moveTo>
                  <a:cubicBezTo>
                    <a:pt x="118" y="0"/>
                    <a:pt x="118" y="0"/>
                    <a:pt x="118" y="0"/>
                  </a:cubicBezTo>
                  <a:cubicBezTo>
                    <a:pt x="0" y="118"/>
                    <a:pt x="0" y="118"/>
                    <a:pt x="0" y="118"/>
                  </a:cubicBezTo>
                  <a:cubicBezTo>
                    <a:pt x="894" y="118"/>
                    <a:pt x="894" y="118"/>
                    <a:pt x="894" y="118"/>
                  </a:cubicBezTo>
                  <a:cubicBezTo>
                    <a:pt x="899" y="118"/>
                    <a:pt x="903" y="117"/>
                    <a:pt x="907" y="114"/>
                  </a:cubicBezTo>
                  <a:cubicBezTo>
                    <a:pt x="1027" y="15"/>
                    <a:pt x="1027" y="15"/>
                    <a:pt x="1027" y="15"/>
                  </a:cubicBezTo>
                  <a:cubicBezTo>
                    <a:pt x="1032" y="11"/>
                    <a:pt x="1034" y="6"/>
                    <a:pt x="1034" y="0"/>
                  </a:cubicBezTo>
                  <a:lnTo>
                    <a:pt x="118" y="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2599C799-E2BD-4DE3-9255-216C03EE5ABD}"/>
                </a:ext>
              </a:extLst>
            </p:cNvPr>
            <p:cNvSpPr>
              <a:spLocks/>
            </p:cNvSpPr>
            <p:nvPr/>
          </p:nvSpPr>
          <p:spPr bwMode="auto">
            <a:xfrm>
              <a:off x="6149976" y="1535113"/>
              <a:ext cx="3973513" cy="515938"/>
            </a:xfrm>
            <a:custGeom>
              <a:avLst/>
              <a:gdLst>
                <a:gd name="T0" fmla="*/ 1030 w 1034"/>
                <a:gd name="T1" fmla="*/ 12 h 134"/>
                <a:gd name="T2" fmla="*/ 1023 w 1034"/>
                <a:gd name="T3" fmla="*/ 27 h 134"/>
                <a:gd name="T4" fmla="*/ 903 w 1034"/>
                <a:gd name="T5" fmla="*/ 126 h 134"/>
                <a:gd name="T6" fmla="*/ 890 w 1034"/>
                <a:gd name="T7" fmla="*/ 131 h 134"/>
                <a:gd name="T8" fmla="*/ 4 w 1034"/>
                <a:gd name="T9" fmla="*/ 131 h 134"/>
                <a:gd name="T10" fmla="*/ 0 w 1034"/>
                <a:gd name="T11" fmla="*/ 134 h 134"/>
                <a:gd name="T12" fmla="*/ 894 w 1034"/>
                <a:gd name="T13" fmla="*/ 134 h 134"/>
                <a:gd name="T14" fmla="*/ 907 w 1034"/>
                <a:gd name="T15" fmla="*/ 130 h 134"/>
                <a:gd name="T16" fmla="*/ 1027 w 1034"/>
                <a:gd name="T17" fmla="*/ 31 h 134"/>
                <a:gd name="T18" fmla="*/ 1034 w 1034"/>
                <a:gd name="T19" fmla="*/ 16 h 134"/>
                <a:gd name="T20" fmla="*/ 1027 w 1034"/>
                <a:gd name="T21" fmla="*/ 1 h 134"/>
                <a:gd name="T22" fmla="*/ 1026 w 1034"/>
                <a:gd name="T23" fmla="*/ 0 h 134"/>
                <a:gd name="T24" fmla="*/ 1030 w 1034"/>
                <a:gd name="T25" fmla="*/ 1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134">
                  <a:moveTo>
                    <a:pt x="1030" y="12"/>
                  </a:moveTo>
                  <a:cubicBezTo>
                    <a:pt x="1030" y="18"/>
                    <a:pt x="1028" y="23"/>
                    <a:pt x="1023" y="27"/>
                  </a:cubicBezTo>
                  <a:cubicBezTo>
                    <a:pt x="903" y="126"/>
                    <a:pt x="903" y="126"/>
                    <a:pt x="903" y="126"/>
                  </a:cubicBezTo>
                  <a:cubicBezTo>
                    <a:pt x="899" y="129"/>
                    <a:pt x="895" y="131"/>
                    <a:pt x="890" y="131"/>
                  </a:cubicBezTo>
                  <a:cubicBezTo>
                    <a:pt x="4" y="131"/>
                    <a:pt x="4" y="131"/>
                    <a:pt x="4" y="131"/>
                  </a:cubicBezTo>
                  <a:cubicBezTo>
                    <a:pt x="0" y="134"/>
                    <a:pt x="0" y="134"/>
                    <a:pt x="0" y="134"/>
                  </a:cubicBezTo>
                  <a:cubicBezTo>
                    <a:pt x="894" y="134"/>
                    <a:pt x="894" y="134"/>
                    <a:pt x="894" y="134"/>
                  </a:cubicBezTo>
                  <a:cubicBezTo>
                    <a:pt x="899" y="134"/>
                    <a:pt x="903" y="133"/>
                    <a:pt x="907" y="130"/>
                  </a:cubicBezTo>
                  <a:cubicBezTo>
                    <a:pt x="1027" y="31"/>
                    <a:pt x="1027" y="31"/>
                    <a:pt x="1027" y="31"/>
                  </a:cubicBezTo>
                  <a:cubicBezTo>
                    <a:pt x="1032" y="27"/>
                    <a:pt x="1034" y="22"/>
                    <a:pt x="1034" y="16"/>
                  </a:cubicBezTo>
                  <a:cubicBezTo>
                    <a:pt x="1034" y="10"/>
                    <a:pt x="1032" y="5"/>
                    <a:pt x="1027" y="1"/>
                  </a:cubicBezTo>
                  <a:cubicBezTo>
                    <a:pt x="1026" y="0"/>
                    <a:pt x="1026" y="0"/>
                    <a:pt x="1026" y="0"/>
                  </a:cubicBezTo>
                  <a:cubicBezTo>
                    <a:pt x="1029" y="4"/>
                    <a:pt x="1030" y="8"/>
                    <a:pt x="1030" y="12"/>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8A6D20A3-C96B-458D-B8EC-6A4D10580AD3}"/>
                </a:ext>
              </a:extLst>
            </p:cNvPr>
            <p:cNvSpPr>
              <a:spLocks/>
            </p:cNvSpPr>
            <p:nvPr/>
          </p:nvSpPr>
          <p:spPr bwMode="auto">
            <a:xfrm>
              <a:off x="7045326" y="1139825"/>
              <a:ext cx="3086100" cy="519113"/>
            </a:xfrm>
            <a:custGeom>
              <a:avLst/>
              <a:gdLst>
                <a:gd name="T0" fmla="*/ 794 w 803"/>
                <a:gd name="T1" fmla="*/ 104 h 135"/>
                <a:gd name="T2" fmla="*/ 674 w 803"/>
                <a:gd name="T3" fmla="*/ 5 h 135"/>
                <a:gd name="T4" fmla="*/ 661 w 803"/>
                <a:gd name="T5" fmla="*/ 0 h 135"/>
                <a:gd name="T6" fmla="*/ 4 w 803"/>
                <a:gd name="T7" fmla="*/ 0 h 135"/>
                <a:gd name="T8" fmla="*/ 0 w 803"/>
                <a:gd name="T9" fmla="*/ 4 h 135"/>
                <a:gd name="T10" fmla="*/ 657 w 803"/>
                <a:gd name="T11" fmla="*/ 4 h 135"/>
                <a:gd name="T12" fmla="*/ 670 w 803"/>
                <a:gd name="T13" fmla="*/ 9 h 135"/>
                <a:gd name="T14" fmla="*/ 790 w 803"/>
                <a:gd name="T15" fmla="*/ 108 h 135"/>
                <a:gd name="T16" fmla="*/ 793 w 803"/>
                <a:gd name="T17" fmla="*/ 135 h 135"/>
                <a:gd name="T18" fmla="*/ 794 w 803"/>
                <a:gd name="T19" fmla="*/ 134 h 135"/>
                <a:gd name="T20" fmla="*/ 794 w 803"/>
                <a:gd name="T21" fmla="*/ 10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3" h="135">
                  <a:moveTo>
                    <a:pt x="794" y="104"/>
                  </a:moveTo>
                  <a:cubicBezTo>
                    <a:pt x="674" y="5"/>
                    <a:pt x="674" y="5"/>
                    <a:pt x="674" y="5"/>
                  </a:cubicBezTo>
                  <a:cubicBezTo>
                    <a:pt x="670" y="2"/>
                    <a:pt x="666" y="0"/>
                    <a:pt x="661" y="0"/>
                  </a:cubicBezTo>
                  <a:cubicBezTo>
                    <a:pt x="4" y="0"/>
                    <a:pt x="4" y="0"/>
                    <a:pt x="4" y="0"/>
                  </a:cubicBezTo>
                  <a:cubicBezTo>
                    <a:pt x="0" y="4"/>
                    <a:pt x="0" y="4"/>
                    <a:pt x="0" y="4"/>
                  </a:cubicBezTo>
                  <a:cubicBezTo>
                    <a:pt x="657" y="4"/>
                    <a:pt x="657" y="4"/>
                    <a:pt x="657" y="4"/>
                  </a:cubicBezTo>
                  <a:cubicBezTo>
                    <a:pt x="662" y="4"/>
                    <a:pt x="666" y="6"/>
                    <a:pt x="670" y="9"/>
                  </a:cubicBezTo>
                  <a:cubicBezTo>
                    <a:pt x="790" y="108"/>
                    <a:pt x="790" y="108"/>
                    <a:pt x="790" y="108"/>
                  </a:cubicBezTo>
                  <a:cubicBezTo>
                    <a:pt x="798" y="115"/>
                    <a:pt x="799" y="127"/>
                    <a:pt x="793" y="135"/>
                  </a:cubicBezTo>
                  <a:cubicBezTo>
                    <a:pt x="794" y="134"/>
                    <a:pt x="794" y="134"/>
                    <a:pt x="794" y="134"/>
                  </a:cubicBezTo>
                  <a:cubicBezTo>
                    <a:pt x="803" y="126"/>
                    <a:pt x="803" y="112"/>
                    <a:pt x="794" y="10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1" name="Rectangle 20">
            <a:extLst>
              <a:ext uri="{FF2B5EF4-FFF2-40B4-BE49-F238E27FC236}">
                <a16:creationId xmlns:a16="http://schemas.microsoft.com/office/drawing/2014/main" id="{A34DF742-A939-412E-82FE-E6392FC53924}"/>
              </a:ext>
            </a:extLst>
          </p:cNvPr>
          <p:cNvSpPr>
            <a:spLocks noChangeArrowheads="1"/>
          </p:cNvSpPr>
          <p:nvPr/>
        </p:nvSpPr>
        <p:spPr bwMode="auto">
          <a:xfrm>
            <a:off x="7767638" y="1490663"/>
            <a:ext cx="181620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INFOGRAPHIC 01</a:t>
            </a:r>
            <a:endParaRPr kumimoji="0" lang="ru-UA" altLang="ru-UA" sz="1800" b="0" i="0" u="none" strike="noStrike" cap="none" normalizeH="0" baseline="0">
              <a:ln>
                <a:noFill/>
              </a:ln>
              <a:solidFill>
                <a:schemeClr val="bg2"/>
              </a:solidFill>
              <a:effectLst/>
            </a:endParaRPr>
          </a:p>
        </p:txBody>
      </p:sp>
      <p:sp>
        <p:nvSpPr>
          <p:cNvPr id="22" name="Rectangle 21">
            <a:extLst>
              <a:ext uri="{FF2B5EF4-FFF2-40B4-BE49-F238E27FC236}">
                <a16:creationId xmlns:a16="http://schemas.microsoft.com/office/drawing/2014/main" id="{244190E4-00FB-4DC7-85D5-1064F1DF7233}"/>
              </a:ext>
            </a:extLst>
          </p:cNvPr>
          <p:cNvSpPr>
            <a:spLocks noChangeArrowheads="1"/>
          </p:cNvSpPr>
          <p:nvPr/>
        </p:nvSpPr>
        <p:spPr bwMode="auto">
          <a:xfrm>
            <a:off x="6729413" y="2413000"/>
            <a:ext cx="181620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INFOGRAPHIC 02</a:t>
            </a:r>
            <a:endParaRPr kumimoji="0" lang="ru-UA" altLang="ru-UA" sz="1800" b="0" i="0" u="none" strike="noStrike" cap="none" normalizeH="0" baseline="0">
              <a:ln>
                <a:noFill/>
              </a:ln>
              <a:solidFill>
                <a:schemeClr val="bg2"/>
              </a:solidFill>
              <a:effectLst/>
            </a:endParaRPr>
          </a:p>
        </p:txBody>
      </p:sp>
      <p:sp>
        <p:nvSpPr>
          <p:cNvPr id="23" name="Rectangle 22">
            <a:extLst>
              <a:ext uri="{FF2B5EF4-FFF2-40B4-BE49-F238E27FC236}">
                <a16:creationId xmlns:a16="http://schemas.microsoft.com/office/drawing/2014/main" id="{AD49DCA3-8DE7-4BB6-90F4-2707D60E9BDC}"/>
              </a:ext>
            </a:extLst>
          </p:cNvPr>
          <p:cNvSpPr>
            <a:spLocks noChangeArrowheads="1"/>
          </p:cNvSpPr>
          <p:nvPr/>
        </p:nvSpPr>
        <p:spPr bwMode="auto">
          <a:xfrm>
            <a:off x="5822951" y="3336925"/>
            <a:ext cx="181620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INFOGRAPHIC 03</a:t>
            </a:r>
            <a:endParaRPr kumimoji="0" lang="ru-UA" altLang="ru-UA" sz="1800" b="0" i="0" u="none" strike="noStrike" cap="none" normalizeH="0" baseline="0">
              <a:ln>
                <a:noFill/>
              </a:ln>
              <a:solidFill>
                <a:schemeClr val="bg2"/>
              </a:solidFill>
              <a:effectLst/>
            </a:endParaRPr>
          </a:p>
        </p:txBody>
      </p:sp>
      <p:sp>
        <p:nvSpPr>
          <p:cNvPr id="24" name="Rectangle 23">
            <a:extLst>
              <a:ext uri="{FF2B5EF4-FFF2-40B4-BE49-F238E27FC236}">
                <a16:creationId xmlns:a16="http://schemas.microsoft.com/office/drawing/2014/main" id="{AE541737-3549-4CA7-A99B-0D8A10FF2A7C}"/>
              </a:ext>
            </a:extLst>
          </p:cNvPr>
          <p:cNvSpPr>
            <a:spLocks noChangeArrowheads="1"/>
          </p:cNvSpPr>
          <p:nvPr/>
        </p:nvSpPr>
        <p:spPr bwMode="auto">
          <a:xfrm>
            <a:off x="4965701" y="4252913"/>
            <a:ext cx="181620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INFOGRAPHIC 04</a:t>
            </a:r>
            <a:endParaRPr kumimoji="0" lang="ru-UA" altLang="ru-UA" sz="1800" b="0" i="0" u="none" strike="noStrike" cap="none" normalizeH="0" baseline="0">
              <a:ln>
                <a:noFill/>
              </a:ln>
              <a:solidFill>
                <a:schemeClr val="bg2"/>
              </a:solidFill>
              <a:effectLst/>
            </a:endParaRPr>
          </a:p>
        </p:txBody>
      </p:sp>
      <p:sp>
        <p:nvSpPr>
          <p:cNvPr id="25" name="Rectangle 24">
            <a:extLst>
              <a:ext uri="{FF2B5EF4-FFF2-40B4-BE49-F238E27FC236}">
                <a16:creationId xmlns:a16="http://schemas.microsoft.com/office/drawing/2014/main" id="{D8C9D4C3-F80A-49A6-B232-2034FCAD8F3C}"/>
              </a:ext>
            </a:extLst>
          </p:cNvPr>
          <p:cNvSpPr>
            <a:spLocks noChangeArrowheads="1"/>
          </p:cNvSpPr>
          <p:nvPr/>
        </p:nvSpPr>
        <p:spPr bwMode="auto">
          <a:xfrm>
            <a:off x="4043363" y="5168900"/>
            <a:ext cx="181620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INFOGRAPHIC 05</a:t>
            </a:r>
            <a:endParaRPr kumimoji="0" lang="ru-UA" altLang="ru-UA" sz="1800" b="0" i="0" u="none" strike="noStrike" cap="none" normalizeH="0" baseline="0">
              <a:ln>
                <a:noFill/>
              </a:ln>
              <a:solidFill>
                <a:schemeClr val="bg2"/>
              </a:solidFill>
              <a:effectLst/>
            </a:endParaRPr>
          </a:p>
        </p:txBody>
      </p:sp>
    </p:spTree>
    <p:extLst>
      <p:ext uri="{BB962C8B-B14F-4D97-AF65-F5344CB8AC3E}">
        <p14:creationId xmlns:p14="http://schemas.microsoft.com/office/powerpoint/2010/main" val="393357043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14:bounceEnd="67000">
                                          <p:cBhvr additive="base">
                                            <p:cTn id="7" dur="1000" fill="hold"/>
                                            <p:tgtEl>
                                              <p:spTgt spid="46"/>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7000">
                                      <p:stCondLst>
                                        <p:cond delay="250"/>
                                      </p:stCondLst>
                                      <p:childTnLst>
                                        <p:set>
                                          <p:cBhvr>
                                            <p:cTn id="10" dur="1" fill="hold">
                                              <p:stCondLst>
                                                <p:cond delay="0"/>
                                              </p:stCondLst>
                                            </p:cTn>
                                            <p:tgtEl>
                                              <p:spTgt spid="48"/>
                                            </p:tgtEl>
                                            <p:attrNameLst>
                                              <p:attrName>style.visibility</p:attrName>
                                            </p:attrNameLst>
                                          </p:cBhvr>
                                          <p:to>
                                            <p:strVal val="visible"/>
                                          </p:to>
                                        </p:set>
                                        <p:anim calcmode="lin" valueType="num" p14:bounceEnd="67000">
                                          <p:cBhvr additive="base">
                                            <p:cTn id="11" dur="1000" fill="hold"/>
                                            <p:tgtEl>
                                              <p:spTgt spid="48"/>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67000">
                                      <p:stCondLst>
                                        <p:cond delay="500"/>
                                      </p:stCondLst>
                                      <p:childTnLst>
                                        <p:set>
                                          <p:cBhvr>
                                            <p:cTn id="14" dur="1" fill="hold">
                                              <p:stCondLst>
                                                <p:cond delay="0"/>
                                              </p:stCondLst>
                                            </p:cTn>
                                            <p:tgtEl>
                                              <p:spTgt spid="44"/>
                                            </p:tgtEl>
                                            <p:attrNameLst>
                                              <p:attrName>style.visibility</p:attrName>
                                            </p:attrNameLst>
                                          </p:cBhvr>
                                          <p:to>
                                            <p:strVal val="visible"/>
                                          </p:to>
                                        </p:set>
                                        <p:anim calcmode="lin" valueType="num" p14:bounceEnd="67000">
                                          <p:cBhvr additive="base">
                                            <p:cTn id="15" dur="1000" fill="hold"/>
                                            <p:tgtEl>
                                              <p:spTgt spid="44"/>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4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67000">
                                      <p:stCondLst>
                                        <p:cond delay="750"/>
                                      </p:stCondLst>
                                      <p:childTnLst>
                                        <p:set>
                                          <p:cBhvr>
                                            <p:cTn id="18" dur="1" fill="hold">
                                              <p:stCondLst>
                                                <p:cond delay="0"/>
                                              </p:stCondLst>
                                            </p:cTn>
                                            <p:tgtEl>
                                              <p:spTgt spid="43"/>
                                            </p:tgtEl>
                                            <p:attrNameLst>
                                              <p:attrName>style.visibility</p:attrName>
                                            </p:attrNameLst>
                                          </p:cBhvr>
                                          <p:to>
                                            <p:strVal val="visible"/>
                                          </p:to>
                                        </p:set>
                                        <p:anim calcmode="lin" valueType="num" p14:bounceEnd="67000">
                                          <p:cBhvr additive="base">
                                            <p:cTn id="19" dur="1000" fill="hold"/>
                                            <p:tgtEl>
                                              <p:spTgt spid="43"/>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43"/>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14:presetBounceEnd="67000">
                                      <p:stCondLst>
                                        <p:cond delay="1000"/>
                                      </p:stCondLst>
                                      <p:childTnLst>
                                        <p:set>
                                          <p:cBhvr>
                                            <p:cTn id="22" dur="1" fill="hold">
                                              <p:stCondLst>
                                                <p:cond delay="0"/>
                                              </p:stCondLst>
                                            </p:cTn>
                                            <p:tgtEl>
                                              <p:spTgt spid="42"/>
                                            </p:tgtEl>
                                            <p:attrNameLst>
                                              <p:attrName>style.visibility</p:attrName>
                                            </p:attrNameLst>
                                          </p:cBhvr>
                                          <p:to>
                                            <p:strVal val="visible"/>
                                          </p:to>
                                        </p:set>
                                        <p:anim calcmode="lin" valueType="num" p14:bounceEnd="67000">
                                          <p:cBhvr additive="base">
                                            <p:cTn id="23" dur="1000" fill="hold"/>
                                            <p:tgtEl>
                                              <p:spTgt spid="42"/>
                                            </p:tgtEl>
                                            <p:attrNameLst>
                                              <p:attrName>ppt_x</p:attrName>
                                            </p:attrNameLst>
                                          </p:cBhvr>
                                          <p:tavLst>
                                            <p:tav tm="0">
                                              <p:val>
                                                <p:strVal val="0-#ppt_w/2"/>
                                              </p:val>
                                            </p:tav>
                                            <p:tav tm="100000">
                                              <p:val>
                                                <p:strVal val="#ppt_x"/>
                                              </p:val>
                                            </p:tav>
                                          </p:tavLst>
                                        </p:anim>
                                        <p:anim calcmode="lin" valueType="num" p14:bounceEnd="67000">
                                          <p:cBhvr additive="base">
                                            <p:cTn id="24" dur="1000" fill="hold"/>
                                            <p:tgtEl>
                                              <p:spTgt spid="42"/>
                                            </p:tgtEl>
                                            <p:attrNameLst>
                                              <p:attrName>ppt_y</p:attrName>
                                            </p:attrNameLst>
                                          </p:cBhvr>
                                          <p:tavLst>
                                            <p:tav tm="0">
                                              <p:val>
                                                <p:strVal val="#ppt_y"/>
                                              </p:val>
                                            </p:tav>
                                            <p:tav tm="100000">
                                              <p:val>
                                                <p:strVal val="#ppt_y"/>
                                              </p:val>
                                            </p:tav>
                                          </p:tavLst>
                                        </p:anim>
                                      </p:childTnLst>
                                    </p:cTn>
                                  </p:par>
                                  <p:par>
                                    <p:cTn id="25" presetID="22" presetClass="entr" presetSubtype="8" fill="hold" grpId="0" nodeType="withEffect">
                                      <p:stCondLst>
                                        <p:cond delay="250"/>
                                      </p:stCondLst>
                                      <p:childTnLst>
                                        <p:set>
                                          <p:cBhvr>
                                            <p:cTn id="26" dur="1" fill="hold">
                                              <p:stCondLst>
                                                <p:cond delay="0"/>
                                              </p:stCondLst>
                                            </p:cTn>
                                            <p:tgtEl>
                                              <p:spTgt spid="39"/>
                                            </p:tgtEl>
                                            <p:attrNameLst>
                                              <p:attrName>style.visibility</p:attrName>
                                            </p:attrNameLst>
                                          </p:cBhvr>
                                          <p:to>
                                            <p:strVal val="visible"/>
                                          </p:to>
                                        </p:set>
                                        <p:animEffect transition="in" filter="wipe(left)">
                                          <p:cBhvr>
                                            <p:cTn id="27" dur="750"/>
                                            <p:tgtEl>
                                              <p:spTgt spid="39"/>
                                            </p:tgtEl>
                                          </p:cBhvr>
                                        </p:animEffect>
                                      </p:childTnLst>
                                    </p:cTn>
                                  </p:par>
                                  <p:par>
                                    <p:cTn id="28" presetID="22" presetClass="entr" presetSubtype="8" fill="hold" grpId="0" nodeType="withEffect">
                                      <p:stCondLst>
                                        <p:cond delay="500"/>
                                      </p:stCondLst>
                                      <p:childTnLst>
                                        <p:set>
                                          <p:cBhvr>
                                            <p:cTn id="29" dur="1" fill="hold">
                                              <p:stCondLst>
                                                <p:cond delay="0"/>
                                              </p:stCondLst>
                                            </p:cTn>
                                            <p:tgtEl>
                                              <p:spTgt spid="47"/>
                                            </p:tgtEl>
                                            <p:attrNameLst>
                                              <p:attrName>style.visibility</p:attrName>
                                            </p:attrNameLst>
                                          </p:cBhvr>
                                          <p:to>
                                            <p:strVal val="visible"/>
                                          </p:to>
                                        </p:set>
                                        <p:animEffect transition="in" filter="wipe(left)">
                                          <p:cBhvr>
                                            <p:cTn id="30" dur="750"/>
                                            <p:tgtEl>
                                              <p:spTgt spid="47"/>
                                            </p:tgtEl>
                                          </p:cBhvr>
                                        </p:animEffect>
                                      </p:childTnLst>
                                    </p:cTn>
                                  </p:par>
                                  <p:par>
                                    <p:cTn id="31" presetID="22" presetClass="entr" presetSubtype="8" fill="hold" grpId="0" nodeType="withEffect">
                                      <p:stCondLst>
                                        <p:cond delay="750"/>
                                      </p:stCondLst>
                                      <p:childTnLst>
                                        <p:set>
                                          <p:cBhvr>
                                            <p:cTn id="32" dur="1" fill="hold">
                                              <p:stCondLst>
                                                <p:cond delay="0"/>
                                              </p:stCondLst>
                                            </p:cTn>
                                            <p:tgtEl>
                                              <p:spTgt spid="49"/>
                                            </p:tgtEl>
                                            <p:attrNameLst>
                                              <p:attrName>style.visibility</p:attrName>
                                            </p:attrNameLst>
                                          </p:cBhvr>
                                          <p:to>
                                            <p:strVal val="visible"/>
                                          </p:to>
                                        </p:set>
                                        <p:animEffect transition="in" filter="wipe(left)">
                                          <p:cBhvr>
                                            <p:cTn id="33" dur="750"/>
                                            <p:tgtEl>
                                              <p:spTgt spid="49"/>
                                            </p:tgtEl>
                                          </p:cBhvr>
                                        </p:animEffect>
                                      </p:childTnLst>
                                    </p:cTn>
                                  </p:par>
                                  <p:par>
                                    <p:cTn id="34" presetID="22" presetClass="entr" presetSubtype="8" fill="hold" grpId="0" nodeType="withEffect">
                                      <p:stCondLst>
                                        <p:cond delay="1000"/>
                                      </p:stCondLst>
                                      <p:childTnLst>
                                        <p:set>
                                          <p:cBhvr>
                                            <p:cTn id="35" dur="1" fill="hold">
                                              <p:stCondLst>
                                                <p:cond delay="0"/>
                                              </p:stCondLst>
                                            </p:cTn>
                                            <p:tgtEl>
                                              <p:spTgt spid="50"/>
                                            </p:tgtEl>
                                            <p:attrNameLst>
                                              <p:attrName>style.visibility</p:attrName>
                                            </p:attrNameLst>
                                          </p:cBhvr>
                                          <p:to>
                                            <p:strVal val="visible"/>
                                          </p:to>
                                        </p:set>
                                        <p:animEffect transition="in" filter="wipe(left)">
                                          <p:cBhvr>
                                            <p:cTn id="36" dur="750"/>
                                            <p:tgtEl>
                                              <p:spTgt spid="50"/>
                                            </p:tgtEl>
                                          </p:cBhvr>
                                        </p:animEffect>
                                      </p:childTnLst>
                                    </p:cTn>
                                  </p:par>
                                  <p:par>
                                    <p:cTn id="37" presetID="22" presetClass="entr" presetSubtype="8" fill="hold" grpId="0" nodeType="withEffect">
                                      <p:stCondLst>
                                        <p:cond delay="1250"/>
                                      </p:stCondLst>
                                      <p:childTnLst>
                                        <p:set>
                                          <p:cBhvr>
                                            <p:cTn id="38" dur="1" fill="hold">
                                              <p:stCondLst>
                                                <p:cond delay="0"/>
                                              </p:stCondLst>
                                            </p:cTn>
                                            <p:tgtEl>
                                              <p:spTgt spid="51"/>
                                            </p:tgtEl>
                                            <p:attrNameLst>
                                              <p:attrName>style.visibility</p:attrName>
                                            </p:attrNameLst>
                                          </p:cBhvr>
                                          <p:to>
                                            <p:strVal val="visible"/>
                                          </p:to>
                                        </p:set>
                                        <p:animEffect transition="in" filter="wipe(left)">
                                          <p:cBhvr>
                                            <p:cTn id="39" dur="750"/>
                                            <p:tgtEl>
                                              <p:spTgt spid="51"/>
                                            </p:tgtEl>
                                          </p:cBhvr>
                                        </p:animEffect>
                                      </p:childTnLst>
                                    </p:cTn>
                                  </p:par>
                                  <p:par>
                                    <p:cTn id="40" presetID="22" presetClass="entr" presetSubtype="8" fill="hold" nodeType="with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wipe(left)">
                                          <p:cBhvr>
                                            <p:cTn id="42" dur="500"/>
                                            <p:tgtEl>
                                              <p:spTgt spid="52"/>
                                            </p:tgtEl>
                                          </p:cBhvr>
                                        </p:animEffect>
                                      </p:childTnLst>
                                    </p:cTn>
                                  </p:par>
                                  <p:par>
                                    <p:cTn id="43" presetID="22" presetClass="entr" presetSubtype="8" fill="hold" nodeType="withEffect">
                                      <p:stCondLst>
                                        <p:cond delay="250"/>
                                      </p:stCondLst>
                                      <p:childTnLst>
                                        <p:set>
                                          <p:cBhvr>
                                            <p:cTn id="44" dur="1" fill="hold">
                                              <p:stCondLst>
                                                <p:cond delay="0"/>
                                              </p:stCondLst>
                                            </p:cTn>
                                            <p:tgtEl>
                                              <p:spTgt spid="53"/>
                                            </p:tgtEl>
                                            <p:attrNameLst>
                                              <p:attrName>style.visibility</p:attrName>
                                            </p:attrNameLst>
                                          </p:cBhvr>
                                          <p:to>
                                            <p:strVal val="visible"/>
                                          </p:to>
                                        </p:set>
                                        <p:animEffect transition="in" filter="wipe(left)">
                                          <p:cBhvr>
                                            <p:cTn id="45" dur="500"/>
                                            <p:tgtEl>
                                              <p:spTgt spid="53"/>
                                            </p:tgtEl>
                                          </p:cBhvr>
                                        </p:animEffect>
                                      </p:childTnLst>
                                    </p:cTn>
                                  </p:par>
                                  <p:par>
                                    <p:cTn id="46" presetID="22" presetClass="entr" presetSubtype="8" fill="hold" nodeType="withEffect">
                                      <p:stCondLst>
                                        <p:cond delay="500"/>
                                      </p:stCondLst>
                                      <p:childTnLst>
                                        <p:set>
                                          <p:cBhvr>
                                            <p:cTn id="47" dur="1" fill="hold">
                                              <p:stCondLst>
                                                <p:cond delay="0"/>
                                              </p:stCondLst>
                                            </p:cTn>
                                            <p:tgtEl>
                                              <p:spTgt spid="56"/>
                                            </p:tgtEl>
                                            <p:attrNameLst>
                                              <p:attrName>style.visibility</p:attrName>
                                            </p:attrNameLst>
                                          </p:cBhvr>
                                          <p:to>
                                            <p:strVal val="visible"/>
                                          </p:to>
                                        </p:set>
                                        <p:animEffect transition="in" filter="wipe(left)">
                                          <p:cBhvr>
                                            <p:cTn id="48" dur="500"/>
                                            <p:tgtEl>
                                              <p:spTgt spid="56"/>
                                            </p:tgtEl>
                                          </p:cBhvr>
                                        </p:animEffect>
                                      </p:childTnLst>
                                    </p:cTn>
                                  </p:par>
                                  <p:par>
                                    <p:cTn id="49" presetID="22" presetClass="entr" presetSubtype="8" fill="hold" nodeType="withEffect">
                                      <p:stCondLst>
                                        <p:cond delay="750"/>
                                      </p:stCondLst>
                                      <p:childTnLst>
                                        <p:set>
                                          <p:cBhvr>
                                            <p:cTn id="50" dur="1" fill="hold">
                                              <p:stCondLst>
                                                <p:cond delay="0"/>
                                              </p:stCondLst>
                                            </p:cTn>
                                            <p:tgtEl>
                                              <p:spTgt spid="59"/>
                                            </p:tgtEl>
                                            <p:attrNameLst>
                                              <p:attrName>style.visibility</p:attrName>
                                            </p:attrNameLst>
                                          </p:cBhvr>
                                          <p:to>
                                            <p:strVal val="visible"/>
                                          </p:to>
                                        </p:set>
                                        <p:animEffect transition="in" filter="wipe(left)">
                                          <p:cBhvr>
                                            <p:cTn id="51" dur="500"/>
                                            <p:tgtEl>
                                              <p:spTgt spid="59"/>
                                            </p:tgtEl>
                                          </p:cBhvr>
                                        </p:animEffect>
                                      </p:childTnLst>
                                    </p:cTn>
                                  </p:par>
                                  <p:par>
                                    <p:cTn id="52" presetID="22" presetClass="entr" presetSubtype="8" fill="hold" nodeType="withEffect">
                                      <p:stCondLst>
                                        <p:cond delay="1000"/>
                                      </p:stCondLst>
                                      <p:childTnLst>
                                        <p:set>
                                          <p:cBhvr>
                                            <p:cTn id="53" dur="1" fill="hold">
                                              <p:stCondLst>
                                                <p:cond delay="0"/>
                                              </p:stCondLst>
                                            </p:cTn>
                                            <p:tgtEl>
                                              <p:spTgt spid="62"/>
                                            </p:tgtEl>
                                            <p:attrNameLst>
                                              <p:attrName>style.visibility</p:attrName>
                                            </p:attrNameLst>
                                          </p:cBhvr>
                                          <p:to>
                                            <p:strVal val="visible"/>
                                          </p:to>
                                        </p:set>
                                        <p:animEffect transition="in" filter="wipe(left)">
                                          <p:cBhvr>
                                            <p:cTn id="54" dur="500"/>
                                            <p:tgtEl>
                                              <p:spTgt spid="62"/>
                                            </p:tgtEl>
                                          </p:cBhvr>
                                        </p:animEffect>
                                      </p:childTnLst>
                                    </p:cTn>
                                  </p:par>
                                  <p:par>
                                    <p:cTn id="55" presetID="22" presetClass="entr" presetSubtype="8" fill="hold" nodeType="withEffect">
                                      <p:stCondLst>
                                        <p:cond delay="1250"/>
                                      </p:stCondLst>
                                      <p:childTnLst>
                                        <p:set>
                                          <p:cBhvr>
                                            <p:cTn id="56" dur="1" fill="hold">
                                              <p:stCondLst>
                                                <p:cond delay="0"/>
                                              </p:stCondLst>
                                            </p:cTn>
                                            <p:tgtEl>
                                              <p:spTgt spid="65"/>
                                            </p:tgtEl>
                                            <p:attrNameLst>
                                              <p:attrName>style.visibility</p:attrName>
                                            </p:attrNameLst>
                                          </p:cBhvr>
                                          <p:to>
                                            <p:strVal val="visible"/>
                                          </p:to>
                                        </p:set>
                                        <p:animEffect transition="in" filter="wipe(left)">
                                          <p:cBhvr>
                                            <p:cTn id="57" dur="500"/>
                                            <p:tgtEl>
                                              <p:spTgt spid="65"/>
                                            </p:tgtEl>
                                          </p:cBhvr>
                                        </p:animEffect>
                                      </p:childTnLst>
                                    </p:cTn>
                                  </p:par>
                                  <p:par>
                                    <p:cTn id="58" presetID="2" presetClass="entr" presetSubtype="8" fill="hold" grpId="0" nodeType="withEffect" p14:presetBounceEnd="67000">
                                      <p:stCondLst>
                                        <p:cond delay="500"/>
                                      </p:stCondLst>
                                      <p:childTnLst>
                                        <p:set>
                                          <p:cBhvr>
                                            <p:cTn id="59" dur="1" fill="hold">
                                              <p:stCondLst>
                                                <p:cond delay="0"/>
                                              </p:stCondLst>
                                            </p:cTn>
                                            <p:tgtEl>
                                              <p:spTgt spid="19"/>
                                            </p:tgtEl>
                                            <p:attrNameLst>
                                              <p:attrName>style.visibility</p:attrName>
                                            </p:attrNameLst>
                                          </p:cBhvr>
                                          <p:to>
                                            <p:strVal val="visible"/>
                                          </p:to>
                                        </p:set>
                                        <p:anim calcmode="lin" valueType="num" p14:bounceEnd="67000">
                                          <p:cBhvr additive="base">
                                            <p:cTn id="60" dur="1000" fill="hold"/>
                                            <p:tgtEl>
                                              <p:spTgt spid="19"/>
                                            </p:tgtEl>
                                            <p:attrNameLst>
                                              <p:attrName>ppt_x</p:attrName>
                                            </p:attrNameLst>
                                          </p:cBhvr>
                                          <p:tavLst>
                                            <p:tav tm="0">
                                              <p:val>
                                                <p:strVal val="0-#ppt_w/2"/>
                                              </p:val>
                                            </p:tav>
                                            <p:tav tm="100000">
                                              <p:val>
                                                <p:strVal val="#ppt_x"/>
                                              </p:val>
                                            </p:tav>
                                          </p:tavLst>
                                        </p:anim>
                                        <p:anim calcmode="lin" valueType="num" p14:bounceEnd="67000">
                                          <p:cBhvr additive="base">
                                            <p:cTn id="61" dur="1000" fill="hold"/>
                                            <p:tgtEl>
                                              <p:spTgt spid="19"/>
                                            </p:tgtEl>
                                            <p:attrNameLst>
                                              <p:attrName>ppt_y</p:attrName>
                                            </p:attrNameLst>
                                          </p:cBhvr>
                                          <p:tavLst>
                                            <p:tav tm="0">
                                              <p:val>
                                                <p:strVal val="#ppt_y"/>
                                              </p:val>
                                            </p:tav>
                                            <p:tav tm="100000">
                                              <p:val>
                                                <p:strVal val="#ppt_y"/>
                                              </p:val>
                                            </p:tav>
                                          </p:tavLst>
                                        </p:anim>
                                      </p:childTnLst>
                                    </p:cTn>
                                  </p:par>
                                  <p:par>
                                    <p:cTn id="62" presetID="2" presetClass="entr" presetSubtype="8" fill="hold" grpId="0" nodeType="withEffect" p14:presetBounceEnd="67000">
                                      <p:stCondLst>
                                        <p:cond delay="750"/>
                                      </p:stCondLst>
                                      <p:childTnLst>
                                        <p:set>
                                          <p:cBhvr>
                                            <p:cTn id="63" dur="1" fill="hold">
                                              <p:stCondLst>
                                                <p:cond delay="0"/>
                                              </p:stCondLst>
                                            </p:cTn>
                                            <p:tgtEl>
                                              <p:spTgt spid="16"/>
                                            </p:tgtEl>
                                            <p:attrNameLst>
                                              <p:attrName>style.visibility</p:attrName>
                                            </p:attrNameLst>
                                          </p:cBhvr>
                                          <p:to>
                                            <p:strVal val="visible"/>
                                          </p:to>
                                        </p:set>
                                        <p:anim calcmode="lin" valueType="num" p14:bounceEnd="67000">
                                          <p:cBhvr additive="base">
                                            <p:cTn id="64" dur="1000" fill="hold"/>
                                            <p:tgtEl>
                                              <p:spTgt spid="16"/>
                                            </p:tgtEl>
                                            <p:attrNameLst>
                                              <p:attrName>ppt_x</p:attrName>
                                            </p:attrNameLst>
                                          </p:cBhvr>
                                          <p:tavLst>
                                            <p:tav tm="0">
                                              <p:val>
                                                <p:strVal val="0-#ppt_w/2"/>
                                              </p:val>
                                            </p:tav>
                                            <p:tav tm="100000">
                                              <p:val>
                                                <p:strVal val="#ppt_x"/>
                                              </p:val>
                                            </p:tav>
                                          </p:tavLst>
                                        </p:anim>
                                        <p:anim calcmode="lin" valueType="num" p14:bounceEnd="67000">
                                          <p:cBhvr additive="base">
                                            <p:cTn id="65" dur="1000" fill="hold"/>
                                            <p:tgtEl>
                                              <p:spTgt spid="16"/>
                                            </p:tgtEl>
                                            <p:attrNameLst>
                                              <p:attrName>ppt_y</p:attrName>
                                            </p:attrNameLst>
                                          </p:cBhvr>
                                          <p:tavLst>
                                            <p:tav tm="0">
                                              <p:val>
                                                <p:strVal val="#ppt_y"/>
                                              </p:val>
                                            </p:tav>
                                            <p:tav tm="100000">
                                              <p:val>
                                                <p:strVal val="#ppt_y"/>
                                              </p:val>
                                            </p:tav>
                                          </p:tavLst>
                                        </p:anim>
                                      </p:childTnLst>
                                    </p:cTn>
                                  </p:par>
                                  <p:par>
                                    <p:cTn id="66" presetID="2" presetClass="entr" presetSubtype="8" fill="hold" grpId="0" nodeType="withEffect" p14:presetBounceEnd="67000">
                                      <p:stCondLst>
                                        <p:cond delay="1000"/>
                                      </p:stCondLst>
                                      <p:childTnLst>
                                        <p:set>
                                          <p:cBhvr>
                                            <p:cTn id="67" dur="1" fill="hold">
                                              <p:stCondLst>
                                                <p:cond delay="0"/>
                                              </p:stCondLst>
                                            </p:cTn>
                                            <p:tgtEl>
                                              <p:spTgt spid="18"/>
                                            </p:tgtEl>
                                            <p:attrNameLst>
                                              <p:attrName>style.visibility</p:attrName>
                                            </p:attrNameLst>
                                          </p:cBhvr>
                                          <p:to>
                                            <p:strVal val="visible"/>
                                          </p:to>
                                        </p:set>
                                        <p:anim calcmode="lin" valueType="num" p14:bounceEnd="67000">
                                          <p:cBhvr additive="base">
                                            <p:cTn id="68" dur="1000" fill="hold"/>
                                            <p:tgtEl>
                                              <p:spTgt spid="18"/>
                                            </p:tgtEl>
                                            <p:attrNameLst>
                                              <p:attrName>ppt_x</p:attrName>
                                            </p:attrNameLst>
                                          </p:cBhvr>
                                          <p:tavLst>
                                            <p:tav tm="0">
                                              <p:val>
                                                <p:strVal val="0-#ppt_w/2"/>
                                              </p:val>
                                            </p:tav>
                                            <p:tav tm="100000">
                                              <p:val>
                                                <p:strVal val="#ppt_x"/>
                                              </p:val>
                                            </p:tav>
                                          </p:tavLst>
                                        </p:anim>
                                        <p:anim calcmode="lin" valueType="num" p14:bounceEnd="67000">
                                          <p:cBhvr additive="base">
                                            <p:cTn id="69" dur="1000" fill="hold"/>
                                            <p:tgtEl>
                                              <p:spTgt spid="18"/>
                                            </p:tgtEl>
                                            <p:attrNameLst>
                                              <p:attrName>ppt_y</p:attrName>
                                            </p:attrNameLst>
                                          </p:cBhvr>
                                          <p:tavLst>
                                            <p:tav tm="0">
                                              <p:val>
                                                <p:strVal val="#ppt_y"/>
                                              </p:val>
                                            </p:tav>
                                            <p:tav tm="100000">
                                              <p:val>
                                                <p:strVal val="#ppt_y"/>
                                              </p:val>
                                            </p:tav>
                                          </p:tavLst>
                                        </p:anim>
                                      </p:childTnLst>
                                    </p:cTn>
                                  </p:par>
                                  <p:par>
                                    <p:cTn id="70" presetID="2" presetClass="entr" presetSubtype="8" fill="hold" grpId="0" nodeType="withEffect" p14:presetBounceEnd="67000">
                                      <p:stCondLst>
                                        <p:cond delay="1250"/>
                                      </p:stCondLst>
                                      <p:childTnLst>
                                        <p:set>
                                          <p:cBhvr>
                                            <p:cTn id="71" dur="1" fill="hold">
                                              <p:stCondLst>
                                                <p:cond delay="0"/>
                                              </p:stCondLst>
                                            </p:cTn>
                                            <p:tgtEl>
                                              <p:spTgt spid="17"/>
                                            </p:tgtEl>
                                            <p:attrNameLst>
                                              <p:attrName>style.visibility</p:attrName>
                                            </p:attrNameLst>
                                          </p:cBhvr>
                                          <p:to>
                                            <p:strVal val="visible"/>
                                          </p:to>
                                        </p:set>
                                        <p:anim calcmode="lin" valueType="num" p14:bounceEnd="67000">
                                          <p:cBhvr additive="base">
                                            <p:cTn id="72" dur="1000" fill="hold"/>
                                            <p:tgtEl>
                                              <p:spTgt spid="17"/>
                                            </p:tgtEl>
                                            <p:attrNameLst>
                                              <p:attrName>ppt_x</p:attrName>
                                            </p:attrNameLst>
                                          </p:cBhvr>
                                          <p:tavLst>
                                            <p:tav tm="0">
                                              <p:val>
                                                <p:strVal val="0-#ppt_w/2"/>
                                              </p:val>
                                            </p:tav>
                                            <p:tav tm="100000">
                                              <p:val>
                                                <p:strVal val="#ppt_x"/>
                                              </p:val>
                                            </p:tav>
                                          </p:tavLst>
                                        </p:anim>
                                        <p:anim calcmode="lin" valueType="num" p14:bounceEnd="67000">
                                          <p:cBhvr additive="base">
                                            <p:cTn id="73" dur="1000" fill="hold"/>
                                            <p:tgtEl>
                                              <p:spTgt spid="17"/>
                                            </p:tgtEl>
                                            <p:attrNameLst>
                                              <p:attrName>ppt_y</p:attrName>
                                            </p:attrNameLst>
                                          </p:cBhvr>
                                          <p:tavLst>
                                            <p:tav tm="0">
                                              <p:val>
                                                <p:strVal val="#ppt_y"/>
                                              </p:val>
                                            </p:tav>
                                            <p:tav tm="100000">
                                              <p:val>
                                                <p:strVal val="#ppt_y"/>
                                              </p:val>
                                            </p:tav>
                                          </p:tavLst>
                                        </p:anim>
                                      </p:childTnLst>
                                    </p:cTn>
                                  </p:par>
                                  <p:par>
                                    <p:cTn id="74" presetID="2" presetClass="entr" presetSubtype="8" fill="hold" grpId="0" nodeType="withEffect" p14:presetBounceEnd="67000">
                                      <p:stCondLst>
                                        <p:cond delay="1500"/>
                                      </p:stCondLst>
                                      <p:childTnLst>
                                        <p:set>
                                          <p:cBhvr>
                                            <p:cTn id="75" dur="1" fill="hold">
                                              <p:stCondLst>
                                                <p:cond delay="0"/>
                                              </p:stCondLst>
                                            </p:cTn>
                                            <p:tgtEl>
                                              <p:spTgt spid="20"/>
                                            </p:tgtEl>
                                            <p:attrNameLst>
                                              <p:attrName>style.visibility</p:attrName>
                                            </p:attrNameLst>
                                          </p:cBhvr>
                                          <p:to>
                                            <p:strVal val="visible"/>
                                          </p:to>
                                        </p:set>
                                        <p:anim calcmode="lin" valueType="num" p14:bounceEnd="67000">
                                          <p:cBhvr additive="base">
                                            <p:cTn id="76" dur="1000" fill="hold"/>
                                            <p:tgtEl>
                                              <p:spTgt spid="20"/>
                                            </p:tgtEl>
                                            <p:attrNameLst>
                                              <p:attrName>ppt_x</p:attrName>
                                            </p:attrNameLst>
                                          </p:cBhvr>
                                          <p:tavLst>
                                            <p:tav tm="0">
                                              <p:val>
                                                <p:strVal val="0-#ppt_w/2"/>
                                              </p:val>
                                            </p:tav>
                                            <p:tav tm="100000">
                                              <p:val>
                                                <p:strVal val="#ppt_x"/>
                                              </p:val>
                                            </p:tav>
                                          </p:tavLst>
                                        </p:anim>
                                        <p:anim calcmode="lin" valueType="num" p14:bounceEnd="67000">
                                          <p:cBhvr additive="base">
                                            <p:cTn id="77" dur="1000" fill="hold"/>
                                            <p:tgtEl>
                                              <p:spTgt spid="20"/>
                                            </p:tgtEl>
                                            <p:attrNameLst>
                                              <p:attrName>ppt_y</p:attrName>
                                            </p:attrNameLst>
                                          </p:cBhvr>
                                          <p:tavLst>
                                            <p:tav tm="0">
                                              <p:val>
                                                <p:strVal val="#ppt_y"/>
                                              </p:val>
                                            </p:tav>
                                            <p:tav tm="100000">
                                              <p:val>
                                                <p:strVal val="#ppt_y"/>
                                              </p:val>
                                            </p:tav>
                                          </p:tavLst>
                                        </p:anim>
                                      </p:childTnLst>
                                    </p:cTn>
                                  </p:par>
                                  <p:par>
                                    <p:cTn id="78" presetID="2" presetClass="entr" presetSubtype="2" fill="hold" grpId="0" nodeType="withEffect" p14:presetBounceEnd="67000">
                                      <p:stCondLst>
                                        <p:cond delay="750"/>
                                      </p:stCondLst>
                                      <p:childTnLst>
                                        <p:set>
                                          <p:cBhvr>
                                            <p:cTn id="79" dur="1" fill="hold">
                                              <p:stCondLst>
                                                <p:cond delay="0"/>
                                              </p:stCondLst>
                                            </p:cTn>
                                            <p:tgtEl>
                                              <p:spTgt spid="25"/>
                                            </p:tgtEl>
                                            <p:attrNameLst>
                                              <p:attrName>style.visibility</p:attrName>
                                            </p:attrNameLst>
                                          </p:cBhvr>
                                          <p:to>
                                            <p:strVal val="visible"/>
                                          </p:to>
                                        </p:set>
                                        <p:anim calcmode="lin" valueType="num" p14:bounceEnd="67000">
                                          <p:cBhvr additive="base">
                                            <p:cTn id="80" dur="1000" fill="hold"/>
                                            <p:tgtEl>
                                              <p:spTgt spid="25"/>
                                            </p:tgtEl>
                                            <p:attrNameLst>
                                              <p:attrName>ppt_x</p:attrName>
                                            </p:attrNameLst>
                                          </p:cBhvr>
                                          <p:tavLst>
                                            <p:tav tm="0">
                                              <p:val>
                                                <p:strVal val="1+#ppt_w/2"/>
                                              </p:val>
                                            </p:tav>
                                            <p:tav tm="100000">
                                              <p:val>
                                                <p:strVal val="#ppt_x"/>
                                              </p:val>
                                            </p:tav>
                                          </p:tavLst>
                                        </p:anim>
                                        <p:anim calcmode="lin" valueType="num" p14:bounceEnd="67000">
                                          <p:cBhvr additive="base">
                                            <p:cTn id="81" dur="1000" fill="hold"/>
                                            <p:tgtEl>
                                              <p:spTgt spid="25"/>
                                            </p:tgtEl>
                                            <p:attrNameLst>
                                              <p:attrName>ppt_y</p:attrName>
                                            </p:attrNameLst>
                                          </p:cBhvr>
                                          <p:tavLst>
                                            <p:tav tm="0">
                                              <p:val>
                                                <p:strVal val="#ppt_y"/>
                                              </p:val>
                                            </p:tav>
                                            <p:tav tm="100000">
                                              <p:val>
                                                <p:strVal val="#ppt_y"/>
                                              </p:val>
                                            </p:tav>
                                          </p:tavLst>
                                        </p:anim>
                                      </p:childTnLst>
                                    </p:cTn>
                                  </p:par>
                                  <p:par>
                                    <p:cTn id="82" presetID="2" presetClass="entr" presetSubtype="2" fill="hold" grpId="0" nodeType="withEffect" p14:presetBounceEnd="67000">
                                      <p:stCondLst>
                                        <p:cond delay="1000"/>
                                      </p:stCondLst>
                                      <p:childTnLst>
                                        <p:set>
                                          <p:cBhvr>
                                            <p:cTn id="83" dur="1" fill="hold">
                                              <p:stCondLst>
                                                <p:cond delay="0"/>
                                              </p:stCondLst>
                                            </p:cTn>
                                            <p:tgtEl>
                                              <p:spTgt spid="24"/>
                                            </p:tgtEl>
                                            <p:attrNameLst>
                                              <p:attrName>style.visibility</p:attrName>
                                            </p:attrNameLst>
                                          </p:cBhvr>
                                          <p:to>
                                            <p:strVal val="visible"/>
                                          </p:to>
                                        </p:set>
                                        <p:anim calcmode="lin" valueType="num" p14:bounceEnd="67000">
                                          <p:cBhvr additive="base">
                                            <p:cTn id="84" dur="1000" fill="hold"/>
                                            <p:tgtEl>
                                              <p:spTgt spid="24"/>
                                            </p:tgtEl>
                                            <p:attrNameLst>
                                              <p:attrName>ppt_x</p:attrName>
                                            </p:attrNameLst>
                                          </p:cBhvr>
                                          <p:tavLst>
                                            <p:tav tm="0">
                                              <p:val>
                                                <p:strVal val="1+#ppt_w/2"/>
                                              </p:val>
                                            </p:tav>
                                            <p:tav tm="100000">
                                              <p:val>
                                                <p:strVal val="#ppt_x"/>
                                              </p:val>
                                            </p:tav>
                                          </p:tavLst>
                                        </p:anim>
                                        <p:anim calcmode="lin" valueType="num" p14:bounceEnd="67000">
                                          <p:cBhvr additive="base">
                                            <p:cTn id="85" dur="1000" fill="hold"/>
                                            <p:tgtEl>
                                              <p:spTgt spid="24"/>
                                            </p:tgtEl>
                                            <p:attrNameLst>
                                              <p:attrName>ppt_y</p:attrName>
                                            </p:attrNameLst>
                                          </p:cBhvr>
                                          <p:tavLst>
                                            <p:tav tm="0">
                                              <p:val>
                                                <p:strVal val="#ppt_y"/>
                                              </p:val>
                                            </p:tav>
                                            <p:tav tm="100000">
                                              <p:val>
                                                <p:strVal val="#ppt_y"/>
                                              </p:val>
                                            </p:tav>
                                          </p:tavLst>
                                        </p:anim>
                                      </p:childTnLst>
                                    </p:cTn>
                                  </p:par>
                                  <p:par>
                                    <p:cTn id="86" presetID="2" presetClass="entr" presetSubtype="2" fill="hold" grpId="0" nodeType="withEffect" p14:presetBounceEnd="67000">
                                      <p:stCondLst>
                                        <p:cond delay="1250"/>
                                      </p:stCondLst>
                                      <p:childTnLst>
                                        <p:set>
                                          <p:cBhvr>
                                            <p:cTn id="87" dur="1" fill="hold">
                                              <p:stCondLst>
                                                <p:cond delay="0"/>
                                              </p:stCondLst>
                                            </p:cTn>
                                            <p:tgtEl>
                                              <p:spTgt spid="23"/>
                                            </p:tgtEl>
                                            <p:attrNameLst>
                                              <p:attrName>style.visibility</p:attrName>
                                            </p:attrNameLst>
                                          </p:cBhvr>
                                          <p:to>
                                            <p:strVal val="visible"/>
                                          </p:to>
                                        </p:set>
                                        <p:anim calcmode="lin" valueType="num" p14:bounceEnd="67000">
                                          <p:cBhvr additive="base">
                                            <p:cTn id="88" dur="1000" fill="hold"/>
                                            <p:tgtEl>
                                              <p:spTgt spid="23"/>
                                            </p:tgtEl>
                                            <p:attrNameLst>
                                              <p:attrName>ppt_x</p:attrName>
                                            </p:attrNameLst>
                                          </p:cBhvr>
                                          <p:tavLst>
                                            <p:tav tm="0">
                                              <p:val>
                                                <p:strVal val="1+#ppt_w/2"/>
                                              </p:val>
                                            </p:tav>
                                            <p:tav tm="100000">
                                              <p:val>
                                                <p:strVal val="#ppt_x"/>
                                              </p:val>
                                            </p:tav>
                                          </p:tavLst>
                                        </p:anim>
                                        <p:anim calcmode="lin" valueType="num" p14:bounceEnd="67000">
                                          <p:cBhvr additive="base">
                                            <p:cTn id="89" dur="1000" fill="hold"/>
                                            <p:tgtEl>
                                              <p:spTgt spid="23"/>
                                            </p:tgtEl>
                                            <p:attrNameLst>
                                              <p:attrName>ppt_y</p:attrName>
                                            </p:attrNameLst>
                                          </p:cBhvr>
                                          <p:tavLst>
                                            <p:tav tm="0">
                                              <p:val>
                                                <p:strVal val="#ppt_y"/>
                                              </p:val>
                                            </p:tav>
                                            <p:tav tm="100000">
                                              <p:val>
                                                <p:strVal val="#ppt_y"/>
                                              </p:val>
                                            </p:tav>
                                          </p:tavLst>
                                        </p:anim>
                                      </p:childTnLst>
                                    </p:cTn>
                                  </p:par>
                                  <p:par>
                                    <p:cTn id="90" presetID="2" presetClass="entr" presetSubtype="2" fill="hold" grpId="0" nodeType="withEffect" p14:presetBounceEnd="67000">
                                      <p:stCondLst>
                                        <p:cond delay="1500"/>
                                      </p:stCondLst>
                                      <p:childTnLst>
                                        <p:set>
                                          <p:cBhvr>
                                            <p:cTn id="91" dur="1" fill="hold">
                                              <p:stCondLst>
                                                <p:cond delay="0"/>
                                              </p:stCondLst>
                                            </p:cTn>
                                            <p:tgtEl>
                                              <p:spTgt spid="22"/>
                                            </p:tgtEl>
                                            <p:attrNameLst>
                                              <p:attrName>style.visibility</p:attrName>
                                            </p:attrNameLst>
                                          </p:cBhvr>
                                          <p:to>
                                            <p:strVal val="visible"/>
                                          </p:to>
                                        </p:set>
                                        <p:anim calcmode="lin" valueType="num" p14:bounceEnd="67000">
                                          <p:cBhvr additive="base">
                                            <p:cTn id="92" dur="1000" fill="hold"/>
                                            <p:tgtEl>
                                              <p:spTgt spid="22"/>
                                            </p:tgtEl>
                                            <p:attrNameLst>
                                              <p:attrName>ppt_x</p:attrName>
                                            </p:attrNameLst>
                                          </p:cBhvr>
                                          <p:tavLst>
                                            <p:tav tm="0">
                                              <p:val>
                                                <p:strVal val="1+#ppt_w/2"/>
                                              </p:val>
                                            </p:tav>
                                            <p:tav tm="100000">
                                              <p:val>
                                                <p:strVal val="#ppt_x"/>
                                              </p:val>
                                            </p:tav>
                                          </p:tavLst>
                                        </p:anim>
                                        <p:anim calcmode="lin" valueType="num" p14:bounceEnd="67000">
                                          <p:cBhvr additive="base">
                                            <p:cTn id="93" dur="1000" fill="hold"/>
                                            <p:tgtEl>
                                              <p:spTgt spid="22"/>
                                            </p:tgtEl>
                                            <p:attrNameLst>
                                              <p:attrName>ppt_y</p:attrName>
                                            </p:attrNameLst>
                                          </p:cBhvr>
                                          <p:tavLst>
                                            <p:tav tm="0">
                                              <p:val>
                                                <p:strVal val="#ppt_y"/>
                                              </p:val>
                                            </p:tav>
                                            <p:tav tm="100000">
                                              <p:val>
                                                <p:strVal val="#ppt_y"/>
                                              </p:val>
                                            </p:tav>
                                          </p:tavLst>
                                        </p:anim>
                                      </p:childTnLst>
                                    </p:cTn>
                                  </p:par>
                                  <p:par>
                                    <p:cTn id="94" presetID="2" presetClass="entr" presetSubtype="2" fill="hold" grpId="0" nodeType="withEffect" p14:presetBounceEnd="67000">
                                      <p:stCondLst>
                                        <p:cond delay="1750"/>
                                      </p:stCondLst>
                                      <p:childTnLst>
                                        <p:set>
                                          <p:cBhvr>
                                            <p:cTn id="95" dur="1" fill="hold">
                                              <p:stCondLst>
                                                <p:cond delay="0"/>
                                              </p:stCondLst>
                                            </p:cTn>
                                            <p:tgtEl>
                                              <p:spTgt spid="21"/>
                                            </p:tgtEl>
                                            <p:attrNameLst>
                                              <p:attrName>style.visibility</p:attrName>
                                            </p:attrNameLst>
                                          </p:cBhvr>
                                          <p:to>
                                            <p:strVal val="visible"/>
                                          </p:to>
                                        </p:set>
                                        <p:anim calcmode="lin" valueType="num" p14:bounceEnd="67000">
                                          <p:cBhvr additive="base">
                                            <p:cTn id="96" dur="1000" fill="hold"/>
                                            <p:tgtEl>
                                              <p:spTgt spid="21"/>
                                            </p:tgtEl>
                                            <p:attrNameLst>
                                              <p:attrName>ppt_x</p:attrName>
                                            </p:attrNameLst>
                                          </p:cBhvr>
                                          <p:tavLst>
                                            <p:tav tm="0">
                                              <p:val>
                                                <p:strVal val="1+#ppt_w/2"/>
                                              </p:val>
                                            </p:tav>
                                            <p:tav tm="100000">
                                              <p:val>
                                                <p:strVal val="#ppt_x"/>
                                              </p:val>
                                            </p:tav>
                                          </p:tavLst>
                                        </p:anim>
                                        <p:anim calcmode="lin" valueType="num" p14:bounceEnd="67000">
                                          <p:cBhvr additive="base">
                                            <p:cTn id="97" dur="1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16" grpId="0" animBg="1"/>
          <p:bldP spid="17" grpId="0" animBg="1"/>
          <p:bldP spid="18" grpId="0" animBg="1"/>
          <p:bldP spid="19" grpId="0" animBg="1"/>
          <p:bldP spid="20" grpId="0" animBg="1"/>
          <p:bldP spid="47" grpId="0" animBg="1"/>
          <p:bldP spid="49" grpId="0" animBg="1"/>
          <p:bldP spid="50" grpId="0" animBg="1"/>
          <p:bldP spid="51" grpId="0" animBg="1"/>
          <p:bldP spid="21" grpId="0"/>
          <p:bldP spid="22" grpId="0"/>
          <p:bldP spid="23" grpId="0"/>
          <p:bldP spid="24" grpId="0"/>
          <p:bldP spid="2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1000" fill="hold"/>
                                            <p:tgtEl>
                                              <p:spTgt spid="46"/>
                                            </p:tgtEl>
                                            <p:attrNameLst>
                                              <p:attrName>ppt_x</p:attrName>
                                            </p:attrNameLst>
                                          </p:cBhvr>
                                          <p:tavLst>
                                            <p:tav tm="0">
                                              <p:val>
                                                <p:strVal val="0-#ppt_w/2"/>
                                              </p:val>
                                            </p:tav>
                                            <p:tav tm="100000">
                                              <p:val>
                                                <p:strVal val="#ppt_x"/>
                                              </p:val>
                                            </p:tav>
                                          </p:tavLst>
                                        </p:anim>
                                        <p:anim calcmode="lin" valueType="num">
                                          <p:cBhvr additive="base">
                                            <p:cTn id="8" dur="10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5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000" fill="hold"/>
                                            <p:tgtEl>
                                              <p:spTgt spid="48"/>
                                            </p:tgtEl>
                                            <p:attrNameLst>
                                              <p:attrName>ppt_x</p:attrName>
                                            </p:attrNameLst>
                                          </p:cBhvr>
                                          <p:tavLst>
                                            <p:tav tm="0">
                                              <p:val>
                                                <p:strVal val="0-#ppt_w/2"/>
                                              </p:val>
                                            </p:tav>
                                            <p:tav tm="100000">
                                              <p:val>
                                                <p:strVal val="#ppt_x"/>
                                              </p:val>
                                            </p:tav>
                                          </p:tavLst>
                                        </p:anim>
                                        <p:anim calcmode="lin" valueType="num">
                                          <p:cBhvr additive="base">
                                            <p:cTn id="12" dur="10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500"/>
                                      </p:stCondLst>
                                      <p:childTnLst>
                                        <p:set>
                                          <p:cBhvr>
                                            <p:cTn id="14" dur="1" fill="hold">
                                              <p:stCondLst>
                                                <p:cond delay="0"/>
                                              </p:stCondLst>
                                            </p:cTn>
                                            <p:tgtEl>
                                              <p:spTgt spid="44"/>
                                            </p:tgtEl>
                                            <p:attrNameLst>
                                              <p:attrName>style.visibility</p:attrName>
                                            </p:attrNameLst>
                                          </p:cBhvr>
                                          <p:to>
                                            <p:strVal val="visible"/>
                                          </p:to>
                                        </p:set>
                                        <p:anim calcmode="lin" valueType="num">
                                          <p:cBhvr additive="base">
                                            <p:cTn id="15" dur="1000" fill="hold"/>
                                            <p:tgtEl>
                                              <p:spTgt spid="44"/>
                                            </p:tgtEl>
                                            <p:attrNameLst>
                                              <p:attrName>ppt_x</p:attrName>
                                            </p:attrNameLst>
                                          </p:cBhvr>
                                          <p:tavLst>
                                            <p:tav tm="0">
                                              <p:val>
                                                <p:strVal val="0-#ppt_w/2"/>
                                              </p:val>
                                            </p:tav>
                                            <p:tav tm="100000">
                                              <p:val>
                                                <p:strVal val="#ppt_x"/>
                                              </p:val>
                                            </p:tav>
                                          </p:tavLst>
                                        </p:anim>
                                        <p:anim calcmode="lin" valueType="num">
                                          <p:cBhvr additive="base">
                                            <p:cTn id="16" dur="1000" fill="hold"/>
                                            <p:tgtEl>
                                              <p:spTgt spid="4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75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1000" fill="hold"/>
                                            <p:tgtEl>
                                              <p:spTgt spid="43"/>
                                            </p:tgtEl>
                                            <p:attrNameLst>
                                              <p:attrName>ppt_x</p:attrName>
                                            </p:attrNameLst>
                                          </p:cBhvr>
                                          <p:tavLst>
                                            <p:tav tm="0">
                                              <p:val>
                                                <p:strVal val="0-#ppt_w/2"/>
                                              </p:val>
                                            </p:tav>
                                            <p:tav tm="100000">
                                              <p:val>
                                                <p:strVal val="#ppt_x"/>
                                              </p:val>
                                            </p:tav>
                                          </p:tavLst>
                                        </p:anim>
                                        <p:anim calcmode="lin" valueType="num">
                                          <p:cBhvr additive="base">
                                            <p:cTn id="20" dur="1000" fill="hold"/>
                                            <p:tgtEl>
                                              <p:spTgt spid="43"/>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1000"/>
                                      </p:stCondLst>
                                      <p:childTnLst>
                                        <p:set>
                                          <p:cBhvr>
                                            <p:cTn id="22" dur="1" fill="hold">
                                              <p:stCondLst>
                                                <p:cond delay="0"/>
                                              </p:stCondLst>
                                            </p:cTn>
                                            <p:tgtEl>
                                              <p:spTgt spid="42"/>
                                            </p:tgtEl>
                                            <p:attrNameLst>
                                              <p:attrName>style.visibility</p:attrName>
                                            </p:attrNameLst>
                                          </p:cBhvr>
                                          <p:to>
                                            <p:strVal val="visible"/>
                                          </p:to>
                                        </p:set>
                                        <p:anim calcmode="lin" valueType="num">
                                          <p:cBhvr additive="base">
                                            <p:cTn id="23" dur="1000" fill="hold"/>
                                            <p:tgtEl>
                                              <p:spTgt spid="42"/>
                                            </p:tgtEl>
                                            <p:attrNameLst>
                                              <p:attrName>ppt_x</p:attrName>
                                            </p:attrNameLst>
                                          </p:cBhvr>
                                          <p:tavLst>
                                            <p:tav tm="0">
                                              <p:val>
                                                <p:strVal val="0-#ppt_w/2"/>
                                              </p:val>
                                            </p:tav>
                                            <p:tav tm="100000">
                                              <p:val>
                                                <p:strVal val="#ppt_x"/>
                                              </p:val>
                                            </p:tav>
                                          </p:tavLst>
                                        </p:anim>
                                        <p:anim calcmode="lin" valueType="num">
                                          <p:cBhvr additive="base">
                                            <p:cTn id="24" dur="1000" fill="hold"/>
                                            <p:tgtEl>
                                              <p:spTgt spid="42"/>
                                            </p:tgtEl>
                                            <p:attrNameLst>
                                              <p:attrName>ppt_y</p:attrName>
                                            </p:attrNameLst>
                                          </p:cBhvr>
                                          <p:tavLst>
                                            <p:tav tm="0">
                                              <p:val>
                                                <p:strVal val="#ppt_y"/>
                                              </p:val>
                                            </p:tav>
                                            <p:tav tm="100000">
                                              <p:val>
                                                <p:strVal val="#ppt_y"/>
                                              </p:val>
                                            </p:tav>
                                          </p:tavLst>
                                        </p:anim>
                                      </p:childTnLst>
                                    </p:cTn>
                                  </p:par>
                                  <p:par>
                                    <p:cTn id="25" presetID="22" presetClass="entr" presetSubtype="8" fill="hold" grpId="0" nodeType="withEffect">
                                      <p:stCondLst>
                                        <p:cond delay="250"/>
                                      </p:stCondLst>
                                      <p:childTnLst>
                                        <p:set>
                                          <p:cBhvr>
                                            <p:cTn id="26" dur="1" fill="hold">
                                              <p:stCondLst>
                                                <p:cond delay="0"/>
                                              </p:stCondLst>
                                            </p:cTn>
                                            <p:tgtEl>
                                              <p:spTgt spid="39"/>
                                            </p:tgtEl>
                                            <p:attrNameLst>
                                              <p:attrName>style.visibility</p:attrName>
                                            </p:attrNameLst>
                                          </p:cBhvr>
                                          <p:to>
                                            <p:strVal val="visible"/>
                                          </p:to>
                                        </p:set>
                                        <p:animEffect transition="in" filter="wipe(left)">
                                          <p:cBhvr>
                                            <p:cTn id="27" dur="750"/>
                                            <p:tgtEl>
                                              <p:spTgt spid="39"/>
                                            </p:tgtEl>
                                          </p:cBhvr>
                                        </p:animEffect>
                                      </p:childTnLst>
                                    </p:cTn>
                                  </p:par>
                                  <p:par>
                                    <p:cTn id="28" presetID="22" presetClass="entr" presetSubtype="8" fill="hold" grpId="0" nodeType="withEffect">
                                      <p:stCondLst>
                                        <p:cond delay="500"/>
                                      </p:stCondLst>
                                      <p:childTnLst>
                                        <p:set>
                                          <p:cBhvr>
                                            <p:cTn id="29" dur="1" fill="hold">
                                              <p:stCondLst>
                                                <p:cond delay="0"/>
                                              </p:stCondLst>
                                            </p:cTn>
                                            <p:tgtEl>
                                              <p:spTgt spid="47"/>
                                            </p:tgtEl>
                                            <p:attrNameLst>
                                              <p:attrName>style.visibility</p:attrName>
                                            </p:attrNameLst>
                                          </p:cBhvr>
                                          <p:to>
                                            <p:strVal val="visible"/>
                                          </p:to>
                                        </p:set>
                                        <p:animEffect transition="in" filter="wipe(left)">
                                          <p:cBhvr>
                                            <p:cTn id="30" dur="750"/>
                                            <p:tgtEl>
                                              <p:spTgt spid="47"/>
                                            </p:tgtEl>
                                          </p:cBhvr>
                                        </p:animEffect>
                                      </p:childTnLst>
                                    </p:cTn>
                                  </p:par>
                                  <p:par>
                                    <p:cTn id="31" presetID="22" presetClass="entr" presetSubtype="8" fill="hold" grpId="0" nodeType="withEffect">
                                      <p:stCondLst>
                                        <p:cond delay="750"/>
                                      </p:stCondLst>
                                      <p:childTnLst>
                                        <p:set>
                                          <p:cBhvr>
                                            <p:cTn id="32" dur="1" fill="hold">
                                              <p:stCondLst>
                                                <p:cond delay="0"/>
                                              </p:stCondLst>
                                            </p:cTn>
                                            <p:tgtEl>
                                              <p:spTgt spid="49"/>
                                            </p:tgtEl>
                                            <p:attrNameLst>
                                              <p:attrName>style.visibility</p:attrName>
                                            </p:attrNameLst>
                                          </p:cBhvr>
                                          <p:to>
                                            <p:strVal val="visible"/>
                                          </p:to>
                                        </p:set>
                                        <p:animEffect transition="in" filter="wipe(left)">
                                          <p:cBhvr>
                                            <p:cTn id="33" dur="750"/>
                                            <p:tgtEl>
                                              <p:spTgt spid="49"/>
                                            </p:tgtEl>
                                          </p:cBhvr>
                                        </p:animEffect>
                                      </p:childTnLst>
                                    </p:cTn>
                                  </p:par>
                                  <p:par>
                                    <p:cTn id="34" presetID="22" presetClass="entr" presetSubtype="8" fill="hold" grpId="0" nodeType="withEffect">
                                      <p:stCondLst>
                                        <p:cond delay="1000"/>
                                      </p:stCondLst>
                                      <p:childTnLst>
                                        <p:set>
                                          <p:cBhvr>
                                            <p:cTn id="35" dur="1" fill="hold">
                                              <p:stCondLst>
                                                <p:cond delay="0"/>
                                              </p:stCondLst>
                                            </p:cTn>
                                            <p:tgtEl>
                                              <p:spTgt spid="50"/>
                                            </p:tgtEl>
                                            <p:attrNameLst>
                                              <p:attrName>style.visibility</p:attrName>
                                            </p:attrNameLst>
                                          </p:cBhvr>
                                          <p:to>
                                            <p:strVal val="visible"/>
                                          </p:to>
                                        </p:set>
                                        <p:animEffect transition="in" filter="wipe(left)">
                                          <p:cBhvr>
                                            <p:cTn id="36" dur="750"/>
                                            <p:tgtEl>
                                              <p:spTgt spid="50"/>
                                            </p:tgtEl>
                                          </p:cBhvr>
                                        </p:animEffect>
                                      </p:childTnLst>
                                    </p:cTn>
                                  </p:par>
                                  <p:par>
                                    <p:cTn id="37" presetID="22" presetClass="entr" presetSubtype="8" fill="hold" grpId="0" nodeType="withEffect">
                                      <p:stCondLst>
                                        <p:cond delay="1250"/>
                                      </p:stCondLst>
                                      <p:childTnLst>
                                        <p:set>
                                          <p:cBhvr>
                                            <p:cTn id="38" dur="1" fill="hold">
                                              <p:stCondLst>
                                                <p:cond delay="0"/>
                                              </p:stCondLst>
                                            </p:cTn>
                                            <p:tgtEl>
                                              <p:spTgt spid="51"/>
                                            </p:tgtEl>
                                            <p:attrNameLst>
                                              <p:attrName>style.visibility</p:attrName>
                                            </p:attrNameLst>
                                          </p:cBhvr>
                                          <p:to>
                                            <p:strVal val="visible"/>
                                          </p:to>
                                        </p:set>
                                        <p:animEffect transition="in" filter="wipe(left)">
                                          <p:cBhvr>
                                            <p:cTn id="39" dur="750"/>
                                            <p:tgtEl>
                                              <p:spTgt spid="51"/>
                                            </p:tgtEl>
                                          </p:cBhvr>
                                        </p:animEffect>
                                      </p:childTnLst>
                                    </p:cTn>
                                  </p:par>
                                  <p:par>
                                    <p:cTn id="40" presetID="22" presetClass="entr" presetSubtype="8" fill="hold" nodeType="with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wipe(left)">
                                          <p:cBhvr>
                                            <p:cTn id="42" dur="500"/>
                                            <p:tgtEl>
                                              <p:spTgt spid="52"/>
                                            </p:tgtEl>
                                          </p:cBhvr>
                                        </p:animEffect>
                                      </p:childTnLst>
                                    </p:cTn>
                                  </p:par>
                                  <p:par>
                                    <p:cTn id="43" presetID="22" presetClass="entr" presetSubtype="8" fill="hold" nodeType="withEffect">
                                      <p:stCondLst>
                                        <p:cond delay="250"/>
                                      </p:stCondLst>
                                      <p:childTnLst>
                                        <p:set>
                                          <p:cBhvr>
                                            <p:cTn id="44" dur="1" fill="hold">
                                              <p:stCondLst>
                                                <p:cond delay="0"/>
                                              </p:stCondLst>
                                            </p:cTn>
                                            <p:tgtEl>
                                              <p:spTgt spid="53"/>
                                            </p:tgtEl>
                                            <p:attrNameLst>
                                              <p:attrName>style.visibility</p:attrName>
                                            </p:attrNameLst>
                                          </p:cBhvr>
                                          <p:to>
                                            <p:strVal val="visible"/>
                                          </p:to>
                                        </p:set>
                                        <p:animEffect transition="in" filter="wipe(left)">
                                          <p:cBhvr>
                                            <p:cTn id="45" dur="500"/>
                                            <p:tgtEl>
                                              <p:spTgt spid="53"/>
                                            </p:tgtEl>
                                          </p:cBhvr>
                                        </p:animEffect>
                                      </p:childTnLst>
                                    </p:cTn>
                                  </p:par>
                                  <p:par>
                                    <p:cTn id="46" presetID="22" presetClass="entr" presetSubtype="8" fill="hold" nodeType="withEffect">
                                      <p:stCondLst>
                                        <p:cond delay="500"/>
                                      </p:stCondLst>
                                      <p:childTnLst>
                                        <p:set>
                                          <p:cBhvr>
                                            <p:cTn id="47" dur="1" fill="hold">
                                              <p:stCondLst>
                                                <p:cond delay="0"/>
                                              </p:stCondLst>
                                            </p:cTn>
                                            <p:tgtEl>
                                              <p:spTgt spid="56"/>
                                            </p:tgtEl>
                                            <p:attrNameLst>
                                              <p:attrName>style.visibility</p:attrName>
                                            </p:attrNameLst>
                                          </p:cBhvr>
                                          <p:to>
                                            <p:strVal val="visible"/>
                                          </p:to>
                                        </p:set>
                                        <p:animEffect transition="in" filter="wipe(left)">
                                          <p:cBhvr>
                                            <p:cTn id="48" dur="500"/>
                                            <p:tgtEl>
                                              <p:spTgt spid="56"/>
                                            </p:tgtEl>
                                          </p:cBhvr>
                                        </p:animEffect>
                                      </p:childTnLst>
                                    </p:cTn>
                                  </p:par>
                                  <p:par>
                                    <p:cTn id="49" presetID="22" presetClass="entr" presetSubtype="8" fill="hold" nodeType="withEffect">
                                      <p:stCondLst>
                                        <p:cond delay="750"/>
                                      </p:stCondLst>
                                      <p:childTnLst>
                                        <p:set>
                                          <p:cBhvr>
                                            <p:cTn id="50" dur="1" fill="hold">
                                              <p:stCondLst>
                                                <p:cond delay="0"/>
                                              </p:stCondLst>
                                            </p:cTn>
                                            <p:tgtEl>
                                              <p:spTgt spid="59"/>
                                            </p:tgtEl>
                                            <p:attrNameLst>
                                              <p:attrName>style.visibility</p:attrName>
                                            </p:attrNameLst>
                                          </p:cBhvr>
                                          <p:to>
                                            <p:strVal val="visible"/>
                                          </p:to>
                                        </p:set>
                                        <p:animEffect transition="in" filter="wipe(left)">
                                          <p:cBhvr>
                                            <p:cTn id="51" dur="500"/>
                                            <p:tgtEl>
                                              <p:spTgt spid="59"/>
                                            </p:tgtEl>
                                          </p:cBhvr>
                                        </p:animEffect>
                                      </p:childTnLst>
                                    </p:cTn>
                                  </p:par>
                                  <p:par>
                                    <p:cTn id="52" presetID="22" presetClass="entr" presetSubtype="8" fill="hold" nodeType="withEffect">
                                      <p:stCondLst>
                                        <p:cond delay="1000"/>
                                      </p:stCondLst>
                                      <p:childTnLst>
                                        <p:set>
                                          <p:cBhvr>
                                            <p:cTn id="53" dur="1" fill="hold">
                                              <p:stCondLst>
                                                <p:cond delay="0"/>
                                              </p:stCondLst>
                                            </p:cTn>
                                            <p:tgtEl>
                                              <p:spTgt spid="62"/>
                                            </p:tgtEl>
                                            <p:attrNameLst>
                                              <p:attrName>style.visibility</p:attrName>
                                            </p:attrNameLst>
                                          </p:cBhvr>
                                          <p:to>
                                            <p:strVal val="visible"/>
                                          </p:to>
                                        </p:set>
                                        <p:animEffect transition="in" filter="wipe(left)">
                                          <p:cBhvr>
                                            <p:cTn id="54" dur="500"/>
                                            <p:tgtEl>
                                              <p:spTgt spid="62"/>
                                            </p:tgtEl>
                                          </p:cBhvr>
                                        </p:animEffect>
                                      </p:childTnLst>
                                    </p:cTn>
                                  </p:par>
                                  <p:par>
                                    <p:cTn id="55" presetID="22" presetClass="entr" presetSubtype="8" fill="hold" nodeType="withEffect">
                                      <p:stCondLst>
                                        <p:cond delay="1250"/>
                                      </p:stCondLst>
                                      <p:childTnLst>
                                        <p:set>
                                          <p:cBhvr>
                                            <p:cTn id="56" dur="1" fill="hold">
                                              <p:stCondLst>
                                                <p:cond delay="0"/>
                                              </p:stCondLst>
                                            </p:cTn>
                                            <p:tgtEl>
                                              <p:spTgt spid="65"/>
                                            </p:tgtEl>
                                            <p:attrNameLst>
                                              <p:attrName>style.visibility</p:attrName>
                                            </p:attrNameLst>
                                          </p:cBhvr>
                                          <p:to>
                                            <p:strVal val="visible"/>
                                          </p:to>
                                        </p:set>
                                        <p:animEffect transition="in" filter="wipe(left)">
                                          <p:cBhvr>
                                            <p:cTn id="57" dur="500"/>
                                            <p:tgtEl>
                                              <p:spTgt spid="65"/>
                                            </p:tgtEl>
                                          </p:cBhvr>
                                        </p:animEffect>
                                      </p:childTnLst>
                                    </p:cTn>
                                  </p:par>
                                  <p:par>
                                    <p:cTn id="58" presetID="2" presetClass="entr" presetSubtype="8" fill="hold" grpId="0" nodeType="withEffect">
                                      <p:stCondLst>
                                        <p:cond delay="500"/>
                                      </p:stCondLst>
                                      <p:childTnLst>
                                        <p:set>
                                          <p:cBhvr>
                                            <p:cTn id="59" dur="1" fill="hold">
                                              <p:stCondLst>
                                                <p:cond delay="0"/>
                                              </p:stCondLst>
                                            </p:cTn>
                                            <p:tgtEl>
                                              <p:spTgt spid="19"/>
                                            </p:tgtEl>
                                            <p:attrNameLst>
                                              <p:attrName>style.visibility</p:attrName>
                                            </p:attrNameLst>
                                          </p:cBhvr>
                                          <p:to>
                                            <p:strVal val="visible"/>
                                          </p:to>
                                        </p:set>
                                        <p:anim calcmode="lin" valueType="num">
                                          <p:cBhvr additive="base">
                                            <p:cTn id="60" dur="1000" fill="hold"/>
                                            <p:tgtEl>
                                              <p:spTgt spid="19"/>
                                            </p:tgtEl>
                                            <p:attrNameLst>
                                              <p:attrName>ppt_x</p:attrName>
                                            </p:attrNameLst>
                                          </p:cBhvr>
                                          <p:tavLst>
                                            <p:tav tm="0">
                                              <p:val>
                                                <p:strVal val="0-#ppt_w/2"/>
                                              </p:val>
                                            </p:tav>
                                            <p:tav tm="100000">
                                              <p:val>
                                                <p:strVal val="#ppt_x"/>
                                              </p:val>
                                            </p:tav>
                                          </p:tavLst>
                                        </p:anim>
                                        <p:anim calcmode="lin" valueType="num">
                                          <p:cBhvr additive="base">
                                            <p:cTn id="61" dur="1000" fill="hold"/>
                                            <p:tgtEl>
                                              <p:spTgt spid="19"/>
                                            </p:tgtEl>
                                            <p:attrNameLst>
                                              <p:attrName>ppt_y</p:attrName>
                                            </p:attrNameLst>
                                          </p:cBhvr>
                                          <p:tavLst>
                                            <p:tav tm="0">
                                              <p:val>
                                                <p:strVal val="#ppt_y"/>
                                              </p:val>
                                            </p:tav>
                                            <p:tav tm="100000">
                                              <p:val>
                                                <p:strVal val="#ppt_y"/>
                                              </p:val>
                                            </p:tav>
                                          </p:tavLst>
                                        </p:anim>
                                      </p:childTnLst>
                                    </p:cTn>
                                  </p:par>
                                  <p:par>
                                    <p:cTn id="62" presetID="2" presetClass="entr" presetSubtype="8" fill="hold" grpId="0" nodeType="withEffect">
                                      <p:stCondLst>
                                        <p:cond delay="750"/>
                                      </p:stCondLst>
                                      <p:childTnLst>
                                        <p:set>
                                          <p:cBhvr>
                                            <p:cTn id="63" dur="1" fill="hold">
                                              <p:stCondLst>
                                                <p:cond delay="0"/>
                                              </p:stCondLst>
                                            </p:cTn>
                                            <p:tgtEl>
                                              <p:spTgt spid="16"/>
                                            </p:tgtEl>
                                            <p:attrNameLst>
                                              <p:attrName>style.visibility</p:attrName>
                                            </p:attrNameLst>
                                          </p:cBhvr>
                                          <p:to>
                                            <p:strVal val="visible"/>
                                          </p:to>
                                        </p:set>
                                        <p:anim calcmode="lin" valueType="num">
                                          <p:cBhvr additive="base">
                                            <p:cTn id="64" dur="1000" fill="hold"/>
                                            <p:tgtEl>
                                              <p:spTgt spid="16"/>
                                            </p:tgtEl>
                                            <p:attrNameLst>
                                              <p:attrName>ppt_x</p:attrName>
                                            </p:attrNameLst>
                                          </p:cBhvr>
                                          <p:tavLst>
                                            <p:tav tm="0">
                                              <p:val>
                                                <p:strVal val="0-#ppt_w/2"/>
                                              </p:val>
                                            </p:tav>
                                            <p:tav tm="100000">
                                              <p:val>
                                                <p:strVal val="#ppt_x"/>
                                              </p:val>
                                            </p:tav>
                                          </p:tavLst>
                                        </p:anim>
                                        <p:anim calcmode="lin" valueType="num">
                                          <p:cBhvr additive="base">
                                            <p:cTn id="65" dur="1000" fill="hold"/>
                                            <p:tgtEl>
                                              <p:spTgt spid="16"/>
                                            </p:tgtEl>
                                            <p:attrNameLst>
                                              <p:attrName>ppt_y</p:attrName>
                                            </p:attrNameLst>
                                          </p:cBhvr>
                                          <p:tavLst>
                                            <p:tav tm="0">
                                              <p:val>
                                                <p:strVal val="#ppt_y"/>
                                              </p:val>
                                            </p:tav>
                                            <p:tav tm="100000">
                                              <p:val>
                                                <p:strVal val="#ppt_y"/>
                                              </p:val>
                                            </p:tav>
                                          </p:tavLst>
                                        </p:anim>
                                      </p:childTnLst>
                                    </p:cTn>
                                  </p:par>
                                  <p:par>
                                    <p:cTn id="66" presetID="2" presetClass="entr" presetSubtype="8" fill="hold" grpId="0" nodeType="withEffect">
                                      <p:stCondLst>
                                        <p:cond delay="1000"/>
                                      </p:stCondLst>
                                      <p:childTnLst>
                                        <p:set>
                                          <p:cBhvr>
                                            <p:cTn id="67" dur="1" fill="hold">
                                              <p:stCondLst>
                                                <p:cond delay="0"/>
                                              </p:stCondLst>
                                            </p:cTn>
                                            <p:tgtEl>
                                              <p:spTgt spid="18"/>
                                            </p:tgtEl>
                                            <p:attrNameLst>
                                              <p:attrName>style.visibility</p:attrName>
                                            </p:attrNameLst>
                                          </p:cBhvr>
                                          <p:to>
                                            <p:strVal val="visible"/>
                                          </p:to>
                                        </p:set>
                                        <p:anim calcmode="lin" valueType="num">
                                          <p:cBhvr additive="base">
                                            <p:cTn id="68" dur="1000" fill="hold"/>
                                            <p:tgtEl>
                                              <p:spTgt spid="18"/>
                                            </p:tgtEl>
                                            <p:attrNameLst>
                                              <p:attrName>ppt_x</p:attrName>
                                            </p:attrNameLst>
                                          </p:cBhvr>
                                          <p:tavLst>
                                            <p:tav tm="0">
                                              <p:val>
                                                <p:strVal val="0-#ppt_w/2"/>
                                              </p:val>
                                            </p:tav>
                                            <p:tav tm="100000">
                                              <p:val>
                                                <p:strVal val="#ppt_x"/>
                                              </p:val>
                                            </p:tav>
                                          </p:tavLst>
                                        </p:anim>
                                        <p:anim calcmode="lin" valueType="num">
                                          <p:cBhvr additive="base">
                                            <p:cTn id="69" dur="1000" fill="hold"/>
                                            <p:tgtEl>
                                              <p:spTgt spid="18"/>
                                            </p:tgtEl>
                                            <p:attrNameLst>
                                              <p:attrName>ppt_y</p:attrName>
                                            </p:attrNameLst>
                                          </p:cBhvr>
                                          <p:tavLst>
                                            <p:tav tm="0">
                                              <p:val>
                                                <p:strVal val="#ppt_y"/>
                                              </p:val>
                                            </p:tav>
                                            <p:tav tm="100000">
                                              <p:val>
                                                <p:strVal val="#ppt_y"/>
                                              </p:val>
                                            </p:tav>
                                          </p:tavLst>
                                        </p:anim>
                                      </p:childTnLst>
                                    </p:cTn>
                                  </p:par>
                                  <p:par>
                                    <p:cTn id="70" presetID="2" presetClass="entr" presetSubtype="8" fill="hold" grpId="0" nodeType="withEffect">
                                      <p:stCondLst>
                                        <p:cond delay="1250"/>
                                      </p:stCondLst>
                                      <p:childTnLst>
                                        <p:set>
                                          <p:cBhvr>
                                            <p:cTn id="71" dur="1" fill="hold">
                                              <p:stCondLst>
                                                <p:cond delay="0"/>
                                              </p:stCondLst>
                                            </p:cTn>
                                            <p:tgtEl>
                                              <p:spTgt spid="17"/>
                                            </p:tgtEl>
                                            <p:attrNameLst>
                                              <p:attrName>style.visibility</p:attrName>
                                            </p:attrNameLst>
                                          </p:cBhvr>
                                          <p:to>
                                            <p:strVal val="visible"/>
                                          </p:to>
                                        </p:set>
                                        <p:anim calcmode="lin" valueType="num">
                                          <p:cBhvr additive="base">
                                            <p:cTn id="72" dur="1000" fill="hold"/>
                                            <p:tgtEl>
                                              <p:spTgt spid="17"/>
                                            </p:tgtEl>
                                            <p:attrNameLst>
                                              <p:attrName>ppt_x</p:attrName>
                                            </p:attrNameLst>
                                          </p:cBhvr>
                                          <p:tavLst>
                                            <p:tav tm="0">
                                              <p:val>
                                                <p:strVal val="0-#ppt_w/2"/>
                                              </p:val>
                                            </p:tav>
                                            <p:tav tm="100000">
                                              <p:val>
                                                <p:strVal val="#ppt_x"/>
                                              </p:val>
                                            </p:tav>
                                          </p:tavLst>
                                        </p:anim>
                                        <p:anim calcmode="lin" valueType="num">
                                          <p:cBhvr additive="base">
                                            <p:cTn id="73" dur="1000" fill="hold"/>
                                            <p:tgtEl>
                                              <p:spTgt spid="17"/>
                                            </p:tgtEl>
                                            <p:attrNameLst>
                                              <p:attrName>ppt_y</p:attrName>
                                            </p:attrNameLst>
                                          </p:cBhvr>
                                          <p:tavLst>
                                            <p:tav tm="0">
                                              <p:val>
                                                <p:strVal val="#ppt_y"/>
                                              </p:val>
                                            </p:tav>
                                            <p:tav tm="100000">
                                              <p:val>
                                                <p:strVal val="#ppt_y"/>
                                              </p:val>
                                            </p:tav>
                                          </p:tavLst>
                                        </p:anim>
                                      </p:childTnLst>
                                    </p:cTn>
                                  </p:par>
                                  <p:par>
                                    <p:cTn id="74" presetID="2" presetClass="entr" presetSubtype="8" fill="hold" grpId="0" nodeType="withEffect">
                                      <p:stCondLst>
                                        <p:cond delay="1500"/>
                                      </p:stCondLst>
                                      <p:childTnLst>
                                        <p:set>
                                          <p:cBhvr>
                                            <p:cTn id="75" dur="1" fill="hold">
                                              <p:stCondLst>
                                                <p:cond delay="0"/>
                                              </p:stCondLst>
                                            </p:cTn>
                                            <p:tgtEl>
                                              <p:spTgt spid="20"/>
                                            </p:tgtEl>
                                            <p:attrNameLst>
                                              <p:attrName>style.visibility</p:attrName>
                                            </p:attrNameLst>
                                          </p:cBhvr>
                                          <p:to>
                                            <p:strVal val="visible"/>
                                          </p:to>
                                        </p:set>
                                        <p:anim calcmode="lin" valueType="num">
                                          <p:cBhvr additive="base">
                                            <p:cTn id="76" dur="1000" fill="hold"/>
                                            <p:tgtEl>
                                              <p:spTgt spid="20"/>
                                            </p:tgtEl>
                                            <p:attrNameLst>
                                              <p:attrName>ppt_x</p:attrName>
                                            </p:attrNameLst>
                                          </p:cBhvr>
                                          <p:tavLst>
                                            <p:tav tm="0">
                                              <p:val>
                                                <p:strVal val="0-#ppt_w/2"/>
                                              </p:val>
                                            </p:tav>
                                            <p:tav tm="100000">
                                              <p:val>
                                                <p:strVal val="#ppt_x"/>
                                              </p:val>
                                            </p:tav>
                                          </p:tavLst>
                                        </p:anim>
                                        <p:anim calcmode="lin" valueType="num">
                                          <p:cBhvr additive="base">
                                            <p:cTn id="77" dur="1000" fill="hold"/>
                                            <p:tgtEl>
                                              <p:spTgt spid="20"/>
                                            </p:tgtEl>
                                            <p:attrNameLst>
                                              <p:attrName>ppt_y</p:attrName>
                                            </p:attrNameLst>
                                          </p:cBhvr>
                                          <p:tavLst>
                                            <p:tav tm="0">
                                              <p:val>
                                                <p:strVal val="#ppt_y"/>
                                              </p:val>
                                            </p:tav>
                                            <p:tav tm="100000">
                                              <p:val>
                                                <p:strVal val="#ppt_y"/>
                                              </p:val>
                                            </p:tav>
                                          </p:tavLst>
                                        </p:anim>
                                      </p:childTnLst>
                                    </p:cTn>
                                  </p:par>
                                  <p:par>
                                    <p:cTn id="78" presetID="2" presetClass="entr" presetSubtype="2" fill="hold" grpId="0" nodeType="withEffect">
                                      <p:stCondLst>
                                        <p:cond delay="750"/>
                                      </p:stCondLst>
                                      <p:childTnLst>
                                        <p:set>
                                          <p:cBhvr>
                                            <p:cTn id="79" dur="1" fill="hold">
                                              <p:stCondLst>
                                                <p:cond delay="0"/>
                                              </p:stCondLst>
                                            </p:cTn>
                                            <p:tgtEl>
                                              <p:spTgt spid="25"/>
                                            </p:tgtEl>
                                            <p:attrNameLst>
                                              <p:attrName>style.visibility</p:attrName>
                                            </p:attrNameLst>
                                          </p:cBhvr>
                                          <p:to>
                                            <p:strVal val="visible"/>
                                          </p:to>
                                        </p:set>
                                        <p:anim calcmode="lin" valueType="num">
                                          <p:cBhvr additive="base">
                                            <p:cTn id="80" dur="1000" fill="hold"/>
                                            <p:tgtEl>
                                              <p:spTgt spid="25"/>
                                            </p:tgtEl>
                                            <p:attrNameLst>
                                              <p:attrName>ppt_x</p:attrName>
                                            </p:attrNameLst>
                                          </p:cBhvr>
                                          <p:tavLst>
                                            <p:tav tm="0">
                                              <p:val>
                                                <p:strVal val="1+#ppt_w/2"/>
                                              </p:val>
                                            </p:tav>
                                            <p:tav tm="100000">
                                              <p:val>
                                                <p:strVal val="#ppt_x"/>
                                              </p:val>
                                            </p:tav>
                                          </p:tavLst>
                                        </p:anim>
                                        <p:anim calcmode="lin" valueType="num">
                                          <p:cBhvr additive="base">
                                            <p:cTn id="81" dur="1000" fill="hold"/>
                                            <p:tgtEl>
                                              <p:spTgt spid="25"/>
                                            </p:tgtEl>
                                            <p:attrNameLst>
                                              <p:attrName>ppt_y</p:attrName>
                                            </p:attrNameLst>
                                          </p:cBhvr>
                                          <p:tavLst>
                                            <p:tav tm="0">
                                              <p:val>
                                                <p:strVal val="#ppt_y"/>
                                              </p:val>
                                            </p:tav>
                                            <p:tav tm="100000">
                                              <p:val>
                                                <p:strVal val="#ppt_y"/>
                                              </p:val>
                                            </p:tav>
                                          </p:tavLst>
                                        </p:anim>
                                      </p:childTnLst>
                                    </p:cTn>
                                  </p:par>
                                  <p:par>
                                    <p:cTn id="82" presetID="2" presetClass="entr" presetSubtype="2" fill="hold" grpId="0" nodeType="withEffect">
                                      <p:stCondLst>
                                        <p:cond delay="1000"/>
                                      </p:stCondLst>
                                      <p:childTnLst>
                                        <p:set>
                                          <p:cBhvr>
                                            <p:cTn id="83" dur="1" fill="hold">
                                              <p:stCondLst>
                                                <p:cond delay="0"/>
                                              </p:stCondLst>
                                            </p:cTn>
                                            <p:tgtEl>
                                              <p:spTgt spid="24"/>
                                            </p:tgtEl>
                                            <p:attrNameLst>
                                              <p:attrName>style.visibility</p:attrName>
                                            </p:attrNameLst>
                                          </p:cBhvr>
                                          <p:to>
                                            <p:strVal val="visible"/>
                                          </p:to>
                                        </p:set>
                                        <p:anim calcmode="lin" valueType="num">
                                          <p:cBhvr additive="base">
                                            <p:cTn id="84" dur="1000" fill="hold"/>
                                            <p:tgtEl>
                                              <p:spTgt spid="24"/>
                                            </p:tgtEl>
                                            <p:attrNameLst>
                                              <p:attrName>ppt_x</p:attrName>
                                            </p:attrNameLst>
                                          </p:cBhvr>
                                          <p:tavLst>
                                            <p:tav tm="0">
                                              <p:val>
                                                <p:strVal val="1+#ppt_w/2"/>
                                              </p:val>
                                            </p:tav>
                                            <p:tav tm="100000">
                                              <p:val>
                                                <p:strVal val="#ppt_x"/>
                                              </p:val>
                                            </p:tav>
                                          </p:tavLst>
                                        </p:anim>
                                        <p:anim calcmode="lin" valueType="num">
                                          <p:cBhvr additive="base">
                                            <p:cTn id="85" dur="1000" fill="hold"/>
                                            <p:tgtEl>
                                              <p:spTgt spid="24"/>
                                            </p:tgtEl>
                                            <p:attrNameLst>
                                              <p:attrName>ppt_y</p:attrName>
                                            </p:attrNameLst>
                                          </p:cBhvr>
                                          <p:tavLst>
                                            <p:tav tm="0">
                                              <p:val>
                                                <p:strVal val="#ppt_y"/>
                                              </p:val>
                                            </p:tav>
                                            <p:tav tm="100000">
                                              <p:val>
                                                <p:strVal val="#ppt_y"/>
                                              </p:val>
                                            </p:tav>
                                          </p:tavLst>
                                        </p:anim>
                                      </p:childTnLst>
                                    </p:cTn>
                                  </p:par>
                                  <p:par>
                                    <p:cTn id="86" presetID="2" presetClass="entr" presetSubtype="2" fill="hold" grpId="0" nodeType="withEffect">
                                      <p:stCondLst>
                                        <p:cond delay="1250"/>
                                      </p:stCondLst>
                                      <p:childTnLst>
                                        <p:set>
                                          <p:cBhvr>
                                            <p:cTn id="87" dur="1" fill="hold">
                                              <p:stCondLst>
                                                <p:cond delay="0"/>
                                              </p:stCondLst>
                                            </p:cTn>
                                            <p:tgtEl>
                                              <p:spTgt spid="23"/>
                                            </p:tgtEl>
                                            <p:attrNameLst>
                                              <p:attrName>style.visibility</p:attrName>
                                            </p:attrNameLst>
                                          </p:cBhvr>
                                          <p:to>
                                            <p:strVal val="visible"/>
                                          </p:to>
                                        </p:set>
                                        <p:anim calcmode="lin" valueType="num">
                                          <p:cBhvr additive="base">
                                            <p:cTn id="88" dur="1000" fill="hold"/>
                                            <p:tgtEl>
                                              <p:spTgt spid="23"/>
                                            </p:tgtEl>
                                            <p:attrNameLst>
                                              <p:attrName>ppt_x</p:attrName>
                                            </p:attrNameLst>
                                          </p:cBhvr>
                                          <p:tavLst>
                                            <p:tav tm="0">
                                              <p:val>
                                                <p:strVal val="1+#ppt_w/2"/>
                                              </p:val>
                                            </p:tav>
                                            <p:tav tm="100000">
                                              <p:val>
                                                <p:strVal val="#ppt_x"/>
                                              </p:val>
                                            </p:tav>
                                          </p:tavLst>
                                        </p:anim>
                                        <p:anim calcmode="lin" valueType="num">
                                          <p:cBhvr additive="base">
                                            <p:cTn id="89" dur="1000" fill="hold"/>
                                            <p:tgtEl>
                                              <p:spTgt spid="23"/>
                                            </p:tgtEl>
                                            <p:attrNameLst>
                                              <p:attrName>ppt_y</p:attrName>
                                            </p:attrNameLst>
                                          </p:cBhvr>
                                          <p:tavLst>
                                            <p:tav tm="0">
                                              <p:val>
                                                <p:strVal val="#ppt_y"/>
                                              </p:val>
                                            </p:tav>
                                            <p:tav tm="100000">
                                              <p:val>
                                                <p:strVal val="#ppt_y"/>
                                              </p:val>
                                            </p:tav>
                                          </p:tavLst>
                                        </p:anim>
                                      </p:childTnLst>
                                    </p:cTn>
                                  </p:par>
                                  <p:par>
                                    <p:cTn id="90" presetID="2" presetClass="entr" presetSubtype="2" fill="hold" grpId="0" nodeType="withEffect">
                                      <p:stCondLst>
                                        <p:cond delay="1500"/>
                                      </p:stCondLst>
                                      <p:childTnLst>
                                        <p:set>
                                          <p:cBhvr>
                                            <p:cTn id="91" dur="1" fill="hold">
                                              <p:stCondLst>
                                                <p:cond delay="0"/>
                                              </p:stCondLst>
                                            </p:cTn>
                                            <p:tgtEl>
                                              <p:spTgt spid="22"/>
                                            </p:tgtEl>
                                            <p:attrNameLst>
                                              <p:attrName>style.visibility</p:attrName>
                                            </p:attrNameLst>
                                          </p:cBhvr>
                                          <p:to>
                                            <p:strVal val="visible"/>
                                          </p:to>
                                        </p:set>
                                        <p:anim calcmode="lin" valueType="num">
                                          <p:cBhvr additive="base">
                                            <p:cTn id="92" dur="1000" fill="hold"/>
                                            <p:tgtEl>
                                              <p:spTgt spid="22"/>
                                            </p:tgtEl>
                                            <p:attrNameLst>
                                              <p:attrName>ppt_x</p:attrName>
                                            </p:attrNameLst>
                                          </p:cBhvr>
                                          <p:tavLst>
                                            <p:tav tm="0">
                                              <p:val>
                                                <p:strVal val="1+#ppt_w/2"/>
                                              </p:val>
                                            </p:tav>
                                            <p:tav tm="100000">
                                              <p:val>
                                                <p:strVal val="#ppt_x"/>
                                              </p:val>
                                            </p:tav>
                                          </p:tavLst>
                                        </p:anim>
                                        <p:anim calcmode="lin" valueType="num">
                                          <p:cBhvr additive="base">
                                            <p:cTn id="93" dur="1000" fill="hold"/>
                                            <p:tgtEl>
                                              <p:spTgt spid="22"/>
                                            </p:tgtEl>
                                            <p:attrNameLst>
                                              <p:attrName>ppt_y</p:attrName>
                                            </p:attrNameLst>
                                          </p:cBhvr>
                                          <p:tavLst>
                                            <p:tav tm="0">
                                              <p:val>
                                                <p:strVal val="#ppt_y"/>
                                              </p:val>
                                            </p:tav>
                                            <p:tav tm="100000">
                                              <p:val>
                                                <p:strVal val="#ppt_y"/>
                                              </p:val>
                                            </p:tav>
                                          </p:tavLst>
                                        </p:anim>
                                      </p:childTnLst>
                                    </p:cTn>
                                  </p:par>
                                  <p:par>
                                    <p:cTn id="94" presetID="2" presetClass="entr" presetSubtype="2" fill="hold" grpId="0" nodeType="withEffect">
                                      <p:stCondLst>
                                        <p:cond delay="1750"/>
                                      </p:stCondLst>
                                      <p:childTnLst>
                                        <p:set>
                                          <p:cBhvr>
                                            <p:cTn id="95" dur="1" fill="hold">
                                              <p:stCondLst>
                                                <p:cond delay="0"/>
                                              </p:stCondLst>
                                            </p:cTn>
                                            <p:tgtEl>
                                              <p:spTgt spid="21"/>
                                            </p:tgtEl>
                                            <p:attrNameLst>
                                              <p:attrName>style.visibility</p:attrName>
                                            </p:attrNameLst>
                                          </p:cBhvr>
                                          <p:to>
                                            <p:strVal val="visible"/>
                                          </p:to>
                                        </p:set>
                                        <p:anim calcmode="lin" valueType="num">
                                          <p:cBhvr additive="base">
                                            <p:cTn id="96" dur="1000" fill="hold"/>
                                            <p:tgtEl>
                                              <p:spTgt spid="21"/>
                                            </p:tgtEl>
                                            <p:attrNameLst>
                                              <p:attrName>ppt_x</p:attrName>
                                            </p:attrNameLst>
                                          </p:cBhvr>
                                          <p:tavLst>
                                            <p:tav tm="0">
                                              <p:val>
                                                <p:strVal val="1+#ppt_w/2"/>
                                              </p:val>
                                            </p:tav>
                                            <p:tav tm="100000">
                                              <p:val>
                                                <p:strVal val="#ppt_x"/>
                                              </p:val>
                                            </p:tav>
                                          </p:tavLst>
                                        </p:anim>
                                        <p:anim calcmode="lin" valueType="num">
                                          <p:cBhvr additive="base">
                                            <p:cTn id="97" dur="1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16" grpId="0" animBg="1"/>
          <p:bldP spid="17" grpId="0" animBg="1"/>
          <p:bldP spid="18" grpId="0" animBg="1"/>
          <p:bldP spid="19" grpId="0" animBg="1"/>
          <p:bldP spid="20" grpId="0" animBg="1"/>
          <p:bldP spid="47" grpId="0" animBg="1"/>
          <p:bldP spid="49" grpId="0" animBg="1"/>
          <p:bldP spid="50" grpId="0" animBg="1"/>
          <p:bldP spid="51" grpId="0" animBg="1"/>
          <p:bldP spid="21" grpId="0"/>
          <p:bldP spid="22" grpId="0"/>
          <p:bldP spid="23" grpId="0"/>
          <p:bldP spid="24" grpId="0"/>
          <p:bldP spid="25" grpId="0"/>
        </p:bldLst>
      </p:timing>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Shadow">
            <a:extLst>
              <a:ext uri="{FF2B5EF4-FFF2-40B4-BE49-F238E27FC236}">
                <a16:creationId xmlns:a16="http://schemas.microsoft.com/office/drawing/2014/main" id="{72412F8A-C0B0-4E32-8502-4601AAA30630}"/>
              </a:ext>
            </a:extLst>
          </p:cNvPr>
          <p:cNvSpPr/>
          <p:nvPr/>
        </p:nvSpPr>
        <p:spPr>
          <a:xfrm flipV="1">
            <a:off x="4121150" y="4484787"/>
            <a:ext cx="1358520"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3" name="Shadow">
            <a:extLst>
              <a:ext uri="{FF2B5EF4-FFF2-40B4-BE49-F238E27FC236}">
                <a16:creationId xmlns:a16="http://schemas.microsoft.com/office/drawing/2014/main" id="{2EA2BDE9-C9CA-49D2-9F64-A135D6E52E7D}"/>
              </a:ext>
            </a:extLst>
          </p:cNvPr>
          <p:cNvSpPr/>
          <p:nvPr/>
        </p:nvSpPr>
        <p:spPr>
          <a:xfrm flipV="1">
            <a:off x="4121150" y="5768257"/>
            <a:ext cx="1358520"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1" name="Shadow">
            <a:extLst>
              <a:ext uri="{FF2B5EF4-FFF2-40B4-BE49-F238E27FC236}">
                <a16:creationId xmlns:a16="http://schemas.microsoft.com/office/drawing/2014/main" id="{F103AE83-891B-4488-A047-E5D6DCCF6A26}"/>
              </a:ext>
            </a:extLst>
          </p:cNvPr>
          <p:cNvSpPr/>
          <p:nvPr/>
        </p:nvSpPr>
        <p:spPr>
          <a:xfrm flipV="1">
            <a:off x="4121150" y="3183778"/>
            <a:ext cx="1358520"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0" name="Shadow">
            <a:extLst>
              <a:ext uri="{FF2B5EF4-FFF2-40B4-BE49-F238E27FC236}">
                <a16:creationId xmlns:a16="http://schemas.microsoft.com/office/drawing/2014/main" id="{79864132-30EF-497E-A496-0B749F2AFF85}"/>
              </a:ext>
            </a:extLst>
          </p:cNvPr>
          <p:cNvSpPr/>
          <p:nvPr/>
        </p:nvSpPr>
        <p:spPr>
          <a:xfrm flipV="1">
            <a:off x="4121150" y="1878686"/>
            <a:ext cx="1358520"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9" name="Shadow">
            <a:extLst>
              <a:ext uri="{FF2B5EF4-FFF2-40B4-BE49-F238E27FC236}">
                <a16:creationId xmlns:a16="http://schemas.microsoft.com/office/drawing/2014/main" id="{8300F3B2-FADE-47EC-9065-AA2ABEE182A0}"/>
              </a:ext>
            </a:extLst>
          </p:cNvPr>
          <p:cNvSpPr/>
          <p:nvPr/>
        </p:nvSpPr>
        <p:spPr>
          <a:xfrm flipH="1" flipV="1">
            <a:off x="5287896" y="1910477"/>
            <a:ext cx="2703579"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7" name="Shadow">
            <a:extLst>
              <a:ext uri="{FF2B5EF4-FFF2-40B4-BE49-F238E27FC236}">
                <a16:creationId xmlns:a16="http://schemas.microsoft.com/office/drawing/2014/main" id="{3F8A942E-7092-4F0D-858F-AD25500A7F28}"/>
              </a:ext>
            </a:extLst>
          </p:cNvPr>
          <p:cNvSpPr/>
          <p:nvPr/>
        </p:nvSpPr>
        <p:spPr>
          <a:xfrm flipH="1" flipV="1">
            <a:off x="5287896" y="4485402"/>
            <a:ext cx="2703579"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6" name="Shadow">
            <a:extLst>
              <a:ext uri="{FF2B5EF4-FFF2-40B4-BE49-F238E27FC236}">
                <a16:creationId xmlns:a16="http://schemas.microsoft.com/office/drawing/2014/main" id="{BE75395A-C6D5-4BD2-849C-4D45E9EB26E3}"/>
              </a:ext>
            </a:extLst>
          </p:cNvPr>
          <p:cNvSpPr/>
          <p:nvPr/>
        </p:nvSpPr>
        <p:spPr>
          <a:xfrm flipH="1" flipV="1">
            <a:off x="5287896" y="5776207"/>
            <a:ext cx="2703579"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8" name="Shadow">
            <a:extLst>
              <a:ext uri="{FF2B5EF4-FFF2-40B4-BE49-F238E27FC236}">
                <a16:creationId xmlns:a16="http://schemas.microsoft.com/office/drawing/2014/main" id="{7968DEC0-E45A-4503-AB25-7834623E2905}"/>
              </a:ext>
            </a:extLst>
          </p:cNvPr>
          <p:cNvSpPr/>
          <p:nvPr/>
        </p:nvSpPr>
        <p:spPr>
          <a:xfrm flipH="1" flipV="1">
            <a:off x="5287896" y="3186953"/>
            <a:ext cx="2703579" cy="471748"/>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50812 w 3378199"/>
              <a:gd name="connsiteY0" fmla="*/ 376111 h 376111"/>
              <a:gd name="connsiteX1" fmla="*/ 0 w 3378199"/>
              <a:gd name="connsiteY1" fmla="*/ 0 h 376111"/>
              <a:gd name="connsiteX2" fmla="*/ 3378199 w 3378199"/>
              <a:gd name="connsiteY2" fmla="*/ 376111 h 376111"/>
              <a:gd name="connsiteX3" fmla="*/ 150812 w 3378199"/>
              <a:gd name="connsiteY3" fmla="*/ 376111 h 376111"/>
            </a:gdLst>
            <a:ahLst/>
            <a:cxnLst>
              <a:cxn ang="0">
                <a:pos x="connsiteX0" y="connsiteY0"/>
              </a:cxn>
              <a:cxn ang="0">
                <a:pos x="connsiteX1" y="connsiteY1"/>
              </a:cxn>
              <a:cxn ang="0">
                <a:pos x="connsiteX2" y="connsiteY2"/>
              </a:cxn>
              <a:cxn ang="0">
                <a:pos x="connsiteX3" y="connsiteY3"/>
              </a:cxn>
            </a:cxnLst>
            <a:rect l="l" t="t" r="r" b="b"/>
            <a:pathLst>
              <a:path w="3378199" h="376111">
                <a:moveTo>
                  <a:pt x="150812" y="376111"/>
                </a:moveTo>
                <a:lnTo>
                  <a:pt x="0" y="0"/>
                </a:lnTo>
                <a:lnTo>
                  <a:pt x="3378199" y="376111"/>
                </a:lnTo>
                <a:lnTo>
                  <a:pt x="150812" y="376111"/>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 name="Rectangle 5">
            <a:extLst>
              <a:ext uri="{FF2B5EF4-FFF2-40B4-BE49-F238E27FC236}">
                <a16:creationId xmlns:a16="http://schemas.microsoft.com/office/drawing/2014/main" id="{6F390286-B57F-407A-82D8-E01CE2103956}"/>
              </a:ext>
            </a:extLst>
          </p:cNvPr>
          <p:cNvSpPr>
            <a:spLocks noChangeArrowheads="1"/>
          </p:cNvSpPr>
          <p:nvPr/>
        </p:nvSpPr>
        <p:spPr bwMode="auto">
          <a:xfrm>
            <a:off x="5080000" y="985838"/>
            <a:ext cx="906463" cy="10112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Rectangle 6">
            <a:extLst>
              <a:ext uri="{FF2B5EF4-FFF2-40B4-BE49-F238E27FC236}">
                <a16:creationId xmlns:a16="http://schemas.microsoft.com/office/drawing/2014/main" id="{5591C48B-1948-48CA-8D6D-1D648EB722F4}"/>
              </a:ext>
            </a:extLst>
          </p:cNvPr>
          <p:cNvSpPr>
            <a:spLocks noChangeArrowheads="1"/>
          </p:cNvSpPr>
          <p:nvPr/>
        </p:nvSpPr>
        <p:spPr bwMode="auto">
          <a:xfrm>
            <a:off x="5080000" y="2278063"/>
            <a:ext cx="906463" cy="1008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Rectangle 7">
            <a:extLst>
              <a:ext uri="{FF2B5EF4-FFF2-40B4-BE49-F238E27FC236}">
                <a16:creationId xmlns:a16="http://schemas.microsoft.com/office/drawing/2014/main" id="{653BCFC6-3209-4DFF-B253-F7AF6E6C2169}"/>
              </a:ext>
            </a:extLst>
          </p:cNvPr>
          <p:cNvSpPr>
            <a:spLocks noChangeArrowheads="1"/>
          </p:cNvSpPr>
          <p:nvPr/>
        </p:nvSpPr>
        <p:spPr bwMode="auto">
          <a:xfrm>
            <a:off x="5080000" y="3568701"/>
            <a:ext cx="906463" cy="10112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 name="Rectangle 8">
            <a:extLst>
              <a:ext uri="{FF2B5EF4-FFF2-40B4-BE49-F238E27FC236}">
                <a16:creationId xmlns:a16="http://schemas.microsoft.com/office/drawing/2014/main" id="{24B0C94F-BBA7-4A33-97FA-372BA75BB56A}"/>
              </a:ext>
            </a:extLst>
          </p:cNvPr>
          <p:cNvSpPr>
            <a:spLocks noChangeArrowheads="1"/>
          </p:cNvSpPr>
          <p:nvPr/>
        </p:nvSpPr>
        <p:spPr bwMode="auto">
          <a:xfrm>
            <a:off x="5080000" y="4857751"/>
            <a:ext cx="906463" cy="10112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4" name="Group 43">
            <a:extLst>
              <a:ext uri="{FF2B5EF4-FFF2-40B4-BE49-F238E27FC236}">
                <a16:creationId xmlns:a16="http://schemas.microsoft.com/office/drawing/2014/main" id="{8CE50714-1881-434B-AB89-92B0523E07EF}"/>
              </a:ext>
            </a:extLst>
          </p:cNvPr>
          <p:cNvGrpSpPr/>
          <p:nvPr/>
        </p:nvGrpSpPr>
        <p:grpSpPr>
          <a:xfrm>
            <a:off x="3810000" y="985838"/>
            <a:ext cx="1270000" cy="1011238"/>
            <a:chOff x="3810000" y="985838"/>
            <a:chExt cx="1270000" cy="1011238"/>
          </a:xfrm>
        </p:grpSpPr>
        <p:sp>
          <p:nvSpPr>
            <p:cNvPr id="10" name="Freeform 9">
              <a:extLst>
                <a:ext uri="{FF2B5EF4-FFF2-40B4-BE49-F238E27FC236}">
                  <a16:creationId xmlns:a16="http://schemas.microsoft.com/office/drawing/2014/main" id="{D42B7DE3-652F-4E62-A208-52F10779B3F6}"/>
                </a:ext>
              </a:extLst>
            </p:cNvPr>
            <p:cNvSpPr>
              <a:spLocks/>
            </p:cNvSpPr>
            <p:nvPr/>
          </p:nvSpPr>
          <p:spPr bwMode="auto">
            <a:xfrm>
              <a:off x="3810000" y="985838"/>
              <a:ext cx="1270000" cy="1011238"/>
            </a:xfrm>
            <a:custGeom>
              <a:avLst/>
              <a:gdLst>
                <a:gd name="T0" fmla="*/ 149 w 374"/>
                <a:gd name="T1" fmla="*/ 0 h 298"/>
                <a:gd name="T2" fmla="*/ 0 w 374"/>
                <a:gd name="T3" fmla="*/ 149 h 298"/>
                <a:gd name="T4" fmla="*/ 149 w 374"/>
                <a:gd name="T5" fmla="*/ 298 h 298"/>
                <a:gd name="T6" fmla="*/ 374 w 374"/>
                <a:gd name="T7" fmla="*/ 298 h 298"/>
                <a:gd name="T8" fmla="*/ 374 w 374"/>
                <a:gd name="T9" fmla="*/ 0 h 298"/>
                <a:gd name="T10" fmla="*/ 149 w 374"/>
                <a:gd name="T11" fmla="*/ 0 h 298"/>
              </a:gdLst>
              <a:ahLst/>
              <a:cxnLst>
                <a:cxn ang="0">
                  <a:pos x="T0" y="T1"/>
                </a:cxn>
                <a:cxn ang="0">
                  <a:pos x="T2" y="T3"/>
                </a:cxn>
                <a:cxn ang="0">
                  <a:pos x="T4" y="T5"/>
                </a:cxn>
                <a:cxn ang="0">
                  <a:pos x="T6" y="T7"/>
                </a:cxn>
                <a:cxn ang="0">
                  <a:pos x="T8" y="T9"/>
                </a:cxn>
                <a:cxn ang="0">
                  <a:pos x="T10" y="T11"/>
                </a:cxn>
              </a:cxnLst>
              <a:rect l="0" t="0" r="r" b="b"/>
              <a:pathLst>
                <a:path w="374" h="298">
                  <a:moveTo>
                    <a:pt x="149" y="0"/>
                  </a:moveTo>
                  <a:cubicBezTo>
                    <a:pt x="67" y="0"/>
                    <a:pt x="0" y="67"/>
                    <a:pt x="0" y="149"/>
                  </a:cubicBezTo>
                  <a:cubicBezTo>
                    <a:pt x="0" y="232"/>
                    <a:pt x="67" y="298"/>
                    <a:pt x="149" y="298"/>
                  </a:cubicBezTo>
                  <a:cubicBezTo>
                    <a:pt x="374" y="298"/>
                    <a:pt x="374" y="298"/>
                    <a:pt x="374" y="298"/>
                  </a:cubicBezTo>
                  <a:cubicBezTo>
                    <a:pt x="374" y="0"/>
                    <a:pt x="374" y="0"/>
                    <a:pt x="374" y="0"/>
                  </a:cubicBezTo>
                  <a:lnTo>
                    <a:pt x="149"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A8B6DF8B-AFC4-4703-AF46-68F3F17E5B72}"/>
                </a:ext>
              </a:extLst>
            </p:cNvPr>
            <p:cNvSpPr>
              <a:spLocks/>
            </p:cNvSpPr>
            <p:nvPr/>
          </p:nvSpPr>
          <p:spPr bwMode="auto">
            <a:xfrm>
              <a:off x="3810000" y="1481138"/>
              <a:ext cx="1270000" cy="515938"/>
            </a:xfrm>
            <a:custGeom>
              <a:avLst/>
              <a:gdLst>
                <a:gd name="T0" fmla="*/ 1 w 374"/>
                <a:gd name="T1" fmla="*/ 0 h 152"/>
                <a:gd name="T2" fmla="*/ 0 w 374"/>
                <a:gd name="T3" fmla="*/ 3 h 152"/>
                <a:gd name="T4" fmla="*/ 149 w 374"/>
                <a:gd name="T5" fmla="*/ 152 h 152"/>
                <a:gd name="T6" fmla="*/ 374 w 374"/>
                <a:gd name="T7" fmla="*/ 152 h 152"/>
                <a:gd name="T8" fmla="*/ 374 w 374"/>
                <a:gd name="T9" fmla="*/ 146 h 152"/>
                <a:gd name="T10" fmla="*/ 149 w 374"/>
                <a:gd name="T11" fmla="*/ 146 h 152"/>
                <a:gd name="T12" fmla="*/ 1 w 374"/>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374" h="152">
                  <a:moveTo>
                    <a:pt x="1" y="0"/>
                  </a:moveTo>
                  <a:cubicBezTo>
                    <a:pt x="1" y="1"/>
                    <a:pt x="0" y="2"/>
                    <a:pt x="0" y="3"/>
                  </a:cubicBezTo>
                  <a:cubicBezTo>
                    <a:pt x="0" y="86"/>
                    <a:pt x="67" y="152"/>
                    <a:pt x="149" y="152"/>
                  </a:cubicBezTo>
                  <a:cubicBezTo>
                    <a:pt x="374" y="152"/>
                    <a:pt x="374" y="152"/>
                    <a:pt x="374" y="152"/>
                  </a:cubicBezTo>
                  <a:cubicBezTo>
                    <a:pt x="374" y="146"/>
                    <a:pt x="374" y="146"/>
                    <a:pt x="374" y="146"/>
                  </a:cubicBezTo>
                  <a:cubicBezTo>
                    <a:pt x="149" y="146"/>
                    <a:pt x="149" y="146"/>
                    <a:pt x="149" y="146"/>
                  </a:cubicBezTo>
                  <a:cubicBezTo>
                    <a:pt x="68" y="146"/>
                    <a:pt x="2" y="81"/>
                    <a:pt x="1"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EDC3EBF6-5748-4DAA-85A3-C60AC62E5D56}"/>
                </a:ext>
              </a:extLst>
            </p:cNvPr>
            <p:cNvSpPr>
              <a:spLocks/>
            </p:cNvSpPr>
            <p:nvPr/>
          </p:nvSpPr>
          <p:spPr bwMode="auto">
            <a:xfrm>
              <a:off x="3810000" y="985838"/>
              <a:ext cx="1270000" cy="847725"/>
            </a:xfrm>
            <a:custGeom>
              <a:avLst/>
              <a:gdLst>
                <a:gd name="T0" fmla="*/ 6 w 374"/>
                <a:gd name="T1" fmla="*/ 155 h 250"/>
                <a:gd name="T2" fmla="*/ 155 w 374"/>
                <a:gd name="T3" fmla="*/ 6 h 250"/>
                <a:gd name="T4" fmla="*/ 374 w 374"/>
                <a:gd name="T5" fmla="*/ 6 h 250"/>
                <a:gd name="T6" fmla="*/ 374 w 374"/>
                <a:gd name="T7" fmla="*/ 0 h 250"/>
                <a:gd name="T8" fmla="*/ 149 w 374"/>
                <a:gd name="T9" fmla="*/ 0 h 250"/>
                <a:gd name="T10" fmla="*/ 0 w 374"/>
                <a:gd name="T11" fmla="*/ 149 h 250"/>
                <a:gd name="T12" fmla="*/ 39 w 374"/>
                <a:gd name="T13" fmla="*/ 250 h 250"/>
                <a:gd name="T14" fmla="*/ 6 w 374"/>
                <a:gd name="T15" fmla="*/ 155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50">
                  <a:moveTo>
                    <a:pt x="6" y="155"/>
                  </a:moveTo>
                  <a:cubicBezTo>
                    <a:pt x="6" y="73"/>
                    <a:pt x="72" y="6"/>
                    <a:pt x="155" y="6"/>
                  </a:cubicBezTo>
                  <a:cubicBezTo>
                    <a:pt x="374" y="6"/>
                    <a:pt x="374" y="6"/>
                    <a:pt x="374" y="6"/>
                  </a:cubicBezTo>
                  <a:cubicBezTo>
                    <a:pt x="374" y="0"/>
                    <a:pt x="374" y="0"/>
                    <a:pt x="374" y="0"/>
                  </a:cubicBezTo>
                  <a:cubicBezTo>
                    <a:pt x="149" y="0"/>
                    <a:pt x="149" y="0"/>
                    <a:pt x="149" y="0"/>
                  </a:cubicBezTo>
                  <a:cubicBezTo>
                    <a:pt x="67" y="0"/>
                    <a:pt x="0" y="67"/>
                    <a:pt x="0" y="149"/>
                  </a:cubicBezTo>
                  <a:cubicBezTo>
                    <a:pt x="0" y="188"/>
                    <a:pt x="15" y="223"/>
                    <a:pt x="39" y="250"/>
                  </a:cubicBezTo>
                  <a:cubicBezTo>
                    <a:pt x="18" y="224"/>
                    <a:pt x="6" y="191"/>
                    <a:pt x="6" y="155"/>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5" name="Group 44">
            <a:extLst>
              <a:ext uri="{FF2B5EF4-FFF2-40B4-BE49-F238E27FC236}">
                <a16:creationId xmlns:a16="http://schemas.microsoft.com/office/drawing/2014/main" id="{10D38C75-B19D-410D-A9A7-31D1B735EAEB}"/>
              </a:ext>
            </a:extLst>
          </p:cNvPr>
          <p:cNvGrpSpPr/>
          <p:nvPr/>
        </p:nvGrpSpPr>
        <p:grpSpPr>
          <a:xfrm>
            <a:off x="5986463" y="985838"/>
            <a:ext cx="2395538" cy="1011238"/>
            <a:chOff x="5986463" y="985838"/>
            <a:chExt cx="2395538" cy="1011238"/>
          </a:xfrm>
        </p:grpSpPr>
        <p:sp>
          <p:nvSpPr>
            <p:cNvPr id="13" name="Freeform 12">
              <a:extLst>
                <a:ext uri="{FF2B5EF4-FFF2-40B4-BE49-F238E27FC236}">
                  <a16:creationId xmlns:a16="http://schemas.microsoft.com/office/drawing/2014/main" id="{9E6A44D0-0808-4C0D-92EF-EAEC12B07D3E}"/>
                </a:ext>
              </a:extLst>
            </p:cNvPr>
            <p:cNvSpPr>
              <a:spLocks/>
            </p:cNvSpPr>
            <p:nvPr/>
          </p:nvSpPr>
          <p:spPr bwMode="auto">
            <a:xfrm>
              <a:off x="5986463" y="985838"/>
              <a:ext cx="2395538" cy="1011238"/>
            </a:xfrm>
            <a:custGeom>
              <a:avLst/>
              <a:gdLst>
                <a:gd name="T0" fmla="*/ 557 w 706"/>
                <a:gd name="T1" fmla="*/ 0 h 298"/>
                <a:gd name="T2" fmla="*/ 706 w 706"/>
                <a:gd name="T3" fmla="*/ 149 h 298"/>
                <a:gd name="T4" fmla="*/ 557 w 706"/>
                <a:gd name="T5" fmla="*/ 298 h 298"/>
                <a:gd name="T6" fmla="*/ 0 w 706"/>
                <a:gd name="T7" fmla="*/ 298 h 298"/>
                <a:gd name="T8" fmla="*/ 0 w 706"/>
                <a:gd name="T9" fmla="*/ 0 h 298"/>
                <a:gd name="T10" fmla="*/ 557 w 706"/>
                <a:gd name="T11" fmla="*/ 0 h 298"/>
              </a:gdLst>
              <a:ahLst/>
              <a:cxnLst>
                <a:cxn ang="0">
                  <a:pos x="T0" y="T1"/>
                </a:cxn>
                <a:cxn ang="0">
                  <a:pos x="T2" y="T3"/>
                </a:cxn>
                <a:cxn ang="0">
                  <a:pos x="T4" y="T5"/>
                </a:cxn>
                <a:cxn ang="0">
                  <a:pos x="T6" y="T7"/>
                </a:cxn>
                <a:cxn ang="0">
                  <a:pos x="T8" y="T9"/>
                </a:cxn>
                <a:cxn ang="0">
                  <a:pos x="T10" y="T11"/>
                </a:cxn>
              </a:cxnLst>
              <a:rect l="0" t="0" r="r" b="b"/>
              <a:pathLst>
                <a:path w="706" h="298">
                  <a:moveTo>
                    <a:pt x="557" y="0"/>
                  </a:moveTo>
                  <a:cubicBezTo>
                    <a:pt x="640" y="0"/>
                    <a:pt x="706" y="67"/>
                    <a:pt x="706" y="149"/>
                  </a:cubicBezTo>
                  <a:cubicBezTo>
                    <a:pt x="706" y="232"/>
                    <a:pt x="640" y="298"/>
                    <a:pt x="557" y="298"/>
                  </a:cubicBezTo>
                  <a:cubicBezTo>
                    <a:pt x="0" y="298"/>
                    <a:pt x="0" y="298"/>
                    <a:pt x="0" y="298"/>
                  </a:cubicBezTo>
                  <a:cubicBezTo>
                    <a:pt x="0" y="0"/>
                    <a:pt x="0" y="0"/>
                    <a:pt x="0" y="0"/>
                  </a:cubicBezTo>
                  <a:lnTo>
                    <a:pt x="557"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83283866-2A03-49A7-8771-809D74B274BF}"/>
                </a:ext>
              </a:extLst>
            </p:cNvPr>
            <p:cNvSpPr>
              <a:spLocks/>
            </p:cNvSpPr>
            <p:nvPr/>
          </p:nvSpPr>
          <p:spPr bwMode="auto">
            <a:xfrm>
              <a:off x="5986463" y="1481138"/>
              <a:ext cx="2395538" cy="515938"/>
            </a:xfrm>
            <a:custGeom>
              <a:avLst/>
              <a:gdLst>
                <a:gd name="T0" fmla="*/ 706 w 706"/>
                <a:gd name="T1" fmla="*/ 0 h 152"/>
                <a:gd name="T2" fmla="*/ 706 w 706"/>
                <a:gd name="T3" fmla="*/ 3 h 152"/>
                <a:gd name="T4" fmla="*/ 557 w 706"/>
                <a:gd name="T5" fmla="*/ 152 h 152"/>
                <a:gd name="T6" fmla="*/ 0 w 706"/>
                <a:gd name="T7" fmla="*/ 152 h 152"/>
                <a:gd name="T8" fmla="*/ 0 w 706"/>
                <a:gd name="T9" fmla="*/ 146 h 152"/>
                <a:gd name="T10" fmla="*/ 557 w 706"/>
                <a:gd name="T11" fmla="*/ 146 h 152"/>
                <a:gd name="T12" fmla="*/ 706 w 706"/>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706" h="152">
                  <a:moveTo>
                    <a:pt x="706" y="0"/>
                  </a:moveTo>
                  <a:cubicBezTo>
                    <a:pt x="706" y="1"/>
                    <a:pt x="706" y="2"/>
                    <a:pt x="706" y="3"/>
                  </a:cubicBezTo>
                  <a:cubicBezTo>
                    <a:pt x="706" y="86"/>
                    <a:pt x="640" y="152"/>
                    <a:pt x="557" y="152"/>
                  </a:cubicBezTo>
                  <a:cubicBezTo>
                    <a:pt x="0" y="152"/>
                    <a:pt x="0" y="152"/>
                    <a:pt x="0" y="152"/>
                  </a:cubicBezTo>
                  <a:cubicBezTo>
                    <a:pt x="0" y="146"/>
                    <a:pt x="0" y="146"/>
                    <a:pt x="0" y="146"/>
                  </a:cubicBezTo>
                  <a:cubicBezTo>
                    <a:pt x="557" y="146"/>
                    <a:pt x="557" y="146"/>
                    <a:pt x="557" y="146"/>
                  </a:cubicBezTo>
                  <a:cubicBezTo>
                    <a:pt x="639" y="146"/>
                    <a:pt x="705" y="81"/>
                    <a:pt x="706"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EA56DDD2-0576-4778-814B-357A932B61FD}"/>
                </a:ext>
              </a:extLst>
            </p:cNvPr>
            <p:cNvSpPr>
              <a:spLocks/>
            </p:cNvSpPr>
            <p:nvPr/>
          </p:nvSpPr>
          <p:spPr bwMode="auto">
            <a:xfrm>
              <a:off x="5986463" y="985838"/>
              <a:ext cx="2395538" cy="847725"/>
            </a:xfrm>
            <a:custGeom>
              <a:avLst/>
              <a:gdLst>
                <a:gd name="T0" fmla="*/ 701 w 706"/>
                <a:gd name="T1" fmla="*/ 155 h 250"/>
                <a:gd name="T2" fmla="*/ 552 w 706"/>
                <a:gd name="T3" fmla="*/ 6 h 250"/>
                <a:gd name="T4" fmla="*/ 0 w 706"/>
                <a:gd name="T5" fmla="*/ 6 h 250"/>
                <a:gd name="T6" fmla="*/ 0 w 706"/>
                <a:gd name="T7" fmla="*/ 0 h 250"/>
                <a:gd name="T8" fmla="*/ 557 w 706"/>
                <a:gd name="T9" fmla="*/ 0 h 250"/>
                <a:gd name="T10" fmla="*/ 706 w 706"/>
                <a:gd name="T11" fmla="*/ 149 h 250"/>
                <a:gd name="T12" fmla="*/ 667 w 706"/>
                <a:gd name="T13" fmla="*/ 250 h 250"/>
                <a:gd name="T14" fmla="*/ 701 w 706"/>
                <a:gd name="T15" fmla="*/ 155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250">
                  <a:moveTo>
                    <a:pt x="701" y="155"/>
                  </a:moveTo>
                  <a:cubicBezTo>
                    <a:pt x="701" y="73"/>
                    <a:pt x="634" y="6"/>
                    <a:pt x="552" y="6"/>
                  </a:cubicBezTo>
                  <a:cubicBezTo>
                    <a:pt x="0" y="6"/>
                    <a:pt x="0" y="6"/>
                    <a:pt x="0" y="6"/>
                  </a:cubicBezTo>
                  <a:cubicBezTo>
                    <a:pt x="0" y="0"/>
                    <a:pt x="0" y="0"/>
                    <a:pt x="0" y="0"/>
                  </a:cubicBezTo>
                  <a:cubicBezTo>
                    <a:pt x="557" y="0"/>
                    <a:pt x="557" y="0"/>
                    <a:pt x="557" y="0"/>
                  </a:cubicBezTo>
                  <a:cubicBezTo>
                    <a:pt x="640" y="0"/>
                    <a:pt x="706" y="67"/>
                    <a:pt x="706" y="149"/>
                  </a:cubicBezTo>
                  <a:cubicBezTo>
                    <a:pt x="706" y="188"/>
                    <a:pt x="692" y="223"/>
                    <a:pt x="667" y="250"/>
                  </a:cubicBezTo>
                  <a:cubicBezTo>
                    <a:pt x="689" y="224"/>
                    <a:pt x="701" y="191"/>
                    <a:pt x="701" y="155"/>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7" name="Group 46">
            <a:extLst>
              <a:ext uri="{FF2B5EF4-FFF2-40B4-BE49-F238E27FC236}">
                <a16:creationId xmlns:a16="http://schemas.microsoft.com/office/drawing/2014/main" id="{517DD327-058A-44DA-A128-7198FB57D24E}"/>
              </a:ext>
            </a:extLst>
          </p:cNvPr>
          <p:cNvGrpSpPr/>
          <p:nvPr/>
        </p:nvGrpSpPr>
        <p:grpSpPr>
          <a:xfrm>
            <a:off x="3810000" y="2278063"/>
            <a:ext cx="1270000" cy="1008063"/>
            <a:chOff x="3810000" y="2278063"/>
            <a:chExt cx="1270000" cy="1008063"/>
          </a:xfrm>
        </p:grpSpPr>
        <p:sp>
          <p:nvSpPr>
            <p:cNvPr id="16" name="Freeform 15">
              <a:extLst>
                <a:ext uri="{FF2B5EF4-FFF2-40B4-BE49-F238E27FC236}">
                  <a16:creationId xmlns:a16="http://schemas.microsoft.com/office/drawing/2014/main" id="{A730BC0D-0E16-4567-8BEE-4C0C0345E084}"/>
                </a:ext>
              </a:extLst>
            </p:cNvPr>
            <p:cNvSpPr>
              <a:spLocks/>
            </p:cNvSpPr>
            <p:nvPr/>
          </p:nvSpPr>
          <p:spPr bwMode="auto">
            <a:xfrm>
              <a:off x="3810000" y="2278063"/>
              <a:ext cx="1270000" cy="1008063"/>
            </a:xfrm>
            <a:custGeom>
              <a:avLst/>
              <a:gdLst>
                <a:gd name="T0" fmla="*/ 149 w 374"/>
                <a:gd name="T1" fmla="*/ 0 h 297"/>
                <a:gd name="T2" fmla="*/ 0 w 374"/>
                <a:gd name="T3" fmla="*/ 148 h 297"/>
                <a:gd name="T4" fmla="*/ 149 w 374"/>
                <a:gd name="T5" fmla="*/ 297 h 297"/>
                <a:gd name="T6" fmla="*/ 374 w 374"/>
                <a:gd name="T7" fmla="*/ 297 h 297"/>
                <a:gd name="T8" fmla="*/ 374 w 374"/>
                <a:gd name="T9" fmla="*/ 0 h 297"/>
                <a:gd name="T10" fmla="*/ 149 w 374"/>
                <a:gd name="T11" fmla="*/ 0 h 297"/>
              </a:gdLst>
              <a:ahLst/>
              <a:cxnLst>
                <a:cxn ang="0">
                  <a:pos x="T0" y="T1"/>
                </a:cxn>
                <a:cxn ang="0">
                  <a:pos x="T2" y="T3"/>
                </a:cxn>
                <a:cxn ang="0">
                  <a:pos x="T4" y="T5"/>
                </a:cxn>
                <a:cxn ang="0">
                  <a:pos x="T6" y="T7"/>
                </a:cxn>
                <a:cxn ang="0">
                  <a:pos x="T8" y="T9"/>
                </a:cxn>
                <a:cxn ang="0">
                  <a:pos x="T10" y="T11"/>
                </a:cxn>
              </a:cxnLst>
              <a:rect l="0" t="0" r="r" b="b"/>
              <a:pathLst>
                <a:path w="374" h="297">
                  <a:moveTo>
                    <a:pt x="149" y="0"/>
                  </a:moveTo>
                  <a:cubicBezTo>
                    <a:pt x="67" y="0"/>
                    <a:pt x="0" y="66"/>
                    <a:pt x="0" y="148"/>
                  </a:cubicBezTo>
                  <a:cubicBezTo>
                    <a:pt x="0" y="231"/>
                    <a:pt x="67" y="297"/>
                    <a:pt x="149" y="297"/>
                  </a:cubicBezTo>
                  <a:cubicBezTo>
                    <a:pt x="374" y="297"/>
                    <a:pt x="374" y="297"/>
                    <a:pt x="374" y="297"/>
                  </a:cubicBezTo>
                  <a:cubicBezTo>
                    <a:pt x="374" y="0"/>
                    <a:pt x="374" y="0"/>
                    <a:pt x="374" y="0"/>
                  </a:cubicBezTo>
                  <a:lnTo>
                    <a:pt x="149"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F2BE66E9-3368-4939-83ED-EC70B67A30EB}"/>
                </a:ext>
              </a:extLst>
            </p:cNvPr>
            <p:cNvSpPr>
              <a:spLocks/>
            </p:cNvSpPr>
            <p:nvPr/>
          </p:nvSpPr>
          <p:spPr bwMode="auto">
            <a:xfrm>
              <a:off x="3810000" y="2770188"/>
              <a:ext cx="1270000" cy="515938"/>
            </a:xfrm>
            <a:custGeom>
              <a:avLst/>
              <a:gdLst>
                <a:gd name="T0" fmla="*/ 1 w 374"/>
                <a:gd name="T1" fmla="*/ 0 h 152"/>
                <a:gd name="T2" fmla="*/ 0 w 374"/>
                <a:gd name="T3" fmla="*/ 3 h 152"/>
                <a:gd name="T4" fmla="*/ 149 w 374"/>
                <a:gd name="T5" fmla="*/ 152 h 152"/>
                <a:gd name="T6" fmla="*/ 374 w 374"/>
                <a:gd name="T7" fmla="*/ 152 h 152"/>
                <a:gd name="T8" fmla="*/ 374 w 374"/>
                <a:gd name="T9" fmla="*/ 146 h 152"/>
                <a:gd name="T10" fmla="*/ 149 w 374"/>
                <a:gd name="T11" fmla="*/ 146 h 152"/>
                <a:gd name="T12" fmla="*/ 1 w 374"/>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374" h="152">
                  <a:moveTo>
                    <a:pt x="1" y="0"/>
                  </a:moveTo>
                  <a:cubicBezTo>
                    <a:pt x="1" y="1"/>
                    <a:pt x="0" y="2"/>
                    <a:pt x="0" y="3"/>
                  </a:cubicBezTo>
                  <a:cubicBezTo>
                    <a:pt x="0" y="86"/>
                    <a:pt x="67" y="152"/>
                    <a:pt x="149" y="152"/>
                  </a:cubicBezTo>
                  <a:cubicBezTo>
                    <a:pt x="374" y="152"/>
                    <a:pt x="374" y="152"/>
                    <a:pt x="374" y="152"/>
                  </a:cubicBezTo>
                  <a:cubicBezTo>
                    <a:pt x="374" y="146"/>
                    <a:pt x="374" y="146"/>
                    <a:pt x="374" y="146"/>
                  </a:cubicBezTo>
                  <a:cubicBezTo>
                    <a:pt x="149" y="146"/>
                    <a:pt x="149" y="146"/>
                    <a:pt x="149" y="146"/>
                  </a:cubicBezTo>
                  <a:cubicBezTo>
                    <a:pt x="68" y="146"/>
                    <a:pt x="2" y="81"/>
                    <a:pt x="1"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B545195A-5F09-484C-88B9-912B3F989CFC}"/>
                </a:ext>
              </a:extLst>
            </p:cNvPr>
            <p:cNvSpPr>
              <a:spLocks/>
            </p:cNvSpPr>
            <p:nvPr/>
          </p:nvSpPr>
          <p:spPr bwMode="auto">
            <a:xfrm>
              <a:off x="3810000" y="2278063"/>
              <a:ext cx="1270000" cy="846138"/>
            </a:xfrm>
            <a:custGeom>
              <a:avLst/>
              <a:gdLst>
                <a:gd name="T0" fmla="*/ 6 w 374"/>
                <a:gd name="T1" fmla="*/ 154 h 249"/>
                <a:gd name="T2" fmla="*/ 155 w 374"/>
                <a:gd name="T3" fmla="*/ 5 h 249"/>
                <a:gd name="T4" fmla="*/ 374 w 374"/>
                <a:gd name="T5" fmla="*/ 5 h 249"/>
                <a:gd name="T6" fmla="*/ 374 w 374"/>
                <a:gd name="T7" fmla="*/ 0 h 249"/>
                <a:gd name="T8" fmla="*/ 149 w 374"/>
                <a:gd name="T9" fmla="*/ 0 h 249"/>
                <a:gd name="T10" fmla="*/ 0 w 374"/>
                <a:gd name="T11" fmla="*/ 148 h 249"/>
                <a:gd name="T12" fmla="*/ 39 w 374"/>
                <a:gd name="T13" fmla="*/ 249 h 249"/>
                <a:gd name="T14" fmla="*/ 6 w 374"/>
                <a:gd name="T15" fmla="*/ 154 h 2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49">
                  <a:moveTo>
                    <a:pt x="6" y="154"/>
                  </a:moveTo>
                  <a:cubicBezTo>
                    <a:pt x="6" y="72"/>
                    <a:pt x="72" y="5"/>
                    <a:pt x="155" y="5"/>
                  </a:cubicBezTo>
                  <a:cubicBezTo>
                    <a:pt x="374" y="5"/>
                    <a:pt x="374" y="5"/>
                    <a:pt x="374" y="5"/>
                  </a:cubicBezTo>
                  <a:cubicBezTo>
                    <a:pt x="374" y="0"/>
                    <a:pt x="374" y="0"/>
                    <a:pt x="374" y="0"/>
                  </a:cubicBezTo>
                  <a:cubicBezTo>
                    <a:pt x="149" y="0"/>
                    <a:pt x="149" y="0"/>
                    <a:pt x="149" y="0"/>
                  </a:cubicBezTo>
                  <a:cubicBezTo>
                    <a:pt x="67" y="0"/>
                    <a:pt x="0" y="66"/>
                    <a:pt x="0" y="148"/>
                  </a:cubicBezTo>
                  <a:cubicBezTo>
                    <a:pt x="0" y="187"/>
                    <a:pt x="15" y="222"/>
                    <a:pt x="39" y="249"/>
                  </a:cubicBezTo>
                  <a:cubicBezTo>
                    <a:pt x="18" y="223"/>
                    <a:pt x="6" y="190"/>
                    <a:pt x="6" y="15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6" name="Group 45">
            <a:extLst>
              <a:ext uri="{FF2B5EF4-FFF2-40B4-BE49-F238E27FC236}">
                <a16:creationId xmlns:a16="http://schemas.microsoft.com/office/drawing/2014/main" id="{82C61C48-9237-4F59-9A4D-4E7EACD2507B}"/>
              </a:ext>
            </a:extLst>
          </p:cNvPr>
          <p:cNvGrpSpPr/>
          <p:nvPr/>
        </p:nvGrpSpPr>
        <p:grpSpPr>
          <a:xfrm>
            <a:off x="5986463" y="2278063"/>
            <a:ext cx="2395538" cy="1008063"/>
            <a:chOff x="5986463" y="2278063"/>
            <a:chExt cx="2395538" cy="1008063"/>
          </a:xfrm>
        </p:grpSpPr>
        <p:sp>
          <p:nvSpPr>
            <p:cNvPr id="19" name="Freeform 18">
              <a:extLst>
                <a:ext uri="{FF2B5EF4-FFF2-40B4-BE49-F238E27FC236}">
                  <a16:creationId xmlns:a16="http://schemas.microsoft.com/office/drawing/2014/main" id="{E0CB16D6-0E63-432E-B3A9-CE71D13210F8}"/>
                </a:ext>
              </a:extLst>
            </p:cNvPr>
            <p:cNvSpPr>
              <a:spLocks/>
            </p:cNvSpPr>
            <p:nvPr/>
          </p:nvSpPr>
          <p:spPr bwMode="auto">
            <a:xfrm>
              <a:off x="5986463" y="2278063"/>
              <a:ext cx="2395538" cy="1008063"/>
            </a:xfrm>
            <a:custGeom>
              <a:avLst/>
              <a:gdLst>
                <a:gd name="T0" fmla="*/ 557 w 706"/>
                <a:gd name="T1" fmla="*/ 0 h 297"/>
                <a:gd name="T2" fmla="*/ 706 w 706"/>
                <a:gd name="T3" fmla="*/ 148 h 297"/>
                <a:gd name="T4" fmla="*/ 557 w 706"/>
                <a:gd name="T5" fmla="*/ 297 h 297"/>
                <a:gd name="T6" fmla="*/ 0 w 706"/>
                <a:gd name="T7" fmla="*/ 297 h 297"/>
                <a:gd name="T8" fmla="*/ 0 w 706"/>
                <a:gd name="T9" fmla="*/ 0 h 297"/>
                <a:gd name="T10" fmla="*/ 557 w 706"/>
                <a:gd name="T11" fmla="*/ 0 h 297"/>
              </a:gdLst>
              <a:ahLst/>
              <a:cxnLst>
                <a:cxn ang="0">
                  <a:pos x="T0" y="T1"/>
                </a:cxn>
                <a:cxn ang="0">
                  <a:pos x="T2" y="T3"/>
                </a:cxn>
                <a:cxn ang="0">
                  <a:pos x="T4" y="T5"/>
                </a:cxn>
                <a:cxn ang="0">
                  <a:pos x="T6" y="T7"/>
                </a:cxn>
                <a:cxn ang="0">
                  <a:pos x="T8" y="T9"/>
                </a:cxn>
                <a:cxn ang="0">
                  <a:pos x="T10" y="T11"/>
                </a:cxn>
              </a:cxnLst>
              <a:rect l="0" t="0" r="r" b="b"/>
              <a:pathLst>
                <a:path w="706" h="297">
                  <a:moveTo>
                    <a:pt x="557" y="0"/>
                  </a:moveTo>
                  <a:cubicBezTo>
                    <a:pt x="640" y="0"/>
                    <a:pt x="706" y="66"/>
                    <a:pt x="706" y="148"/>
                  </a:cubicBezTo>
                  <a:cubicBezTo>
                    <a:pt x="706" y="231"/>
                    <a:pt x="640" y="297"/>
                    <a:pt x="557" y="297"/>
                  </a:cubicBezTo>
                  <a:cubicBezTo>
                    <a:pt x="0" y="297"/>
                    <a:pt x="0" y="297"/>
                    <a:pt x="0" y="297"/>
                  </a:cubicBezTo>
                  <a:cubicBezTo>
                    <a:pt x="0" y="0"/>
                    <a:pt x="0" y="0"/>
                    <a:pt x="0" y="0"/>
                  </a:cubicBezTo>
                  <a:lnTo>
                    <a:pt x="55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305FDCCE-68F0-4007-819D-7AB85E9089D0}"/>
                </a:ext>
              </a:extLst>
            </p:cNvPr>
            <p:cNvSpPr>
              <a:spLocks/>
            </p:cNvSpPr>
            <p:nvPr/>
          </p:nvSpPr>
          <p:spPr bwMode="auto">
            <a:xfrm>
              <a:off x="5986463" y="2770188"/>
              <a:ext cx="2395538" cy="515938"/>
            </a:xfrm>
            <a:custGeom>
              <a:avLst/>
              <a:gdLst>
                <a:gd name="T0" fmla="*/ 706 w 706"/>
                <a:gd name="T1" fmla="*/ 0 h 152"/>
                <a:gd name="T2" fmla="*/ 706 w 706"/>
                <a:gd name="T3" fmla="*/ 3 h 152"/>
                <a:gd name="T4" fmla="*/ 557 w 706"/>
                <a:gd name="T5" fmla="*/ 152 h 152"/>
                <a:gd name="T6" fmla="*/ 0 w 706"/>
                <a:gd name="T7" fmla="*/ 152 h 152"/>
                <a:gd name="T8" fmla="*/ 0 w 706"/>
                <a:gd name="T9" fmla="*/ 146 h 152"/>
                <a:gd name="T10" fmla="*/ 557 w 706"/>
                <a:gd name="T11" fmla="*/ 146 h 152"/>
                <a:gd name="T12" fmla="*/ 706 w 706"/>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706" h="152">
                  <a:moveTo>
                    <a:pt x="706" y="0"/>
                  </a:moveTo>
                  <a:cubicBezTo>
                    <a:pt x="706" y="1"/>
                    <a:pt x="706" y="2"/>
                    <a:pt x="706" y="3"/>
                  </a:cubicBezTo>
                  <a:cubicBezTo>
                    <a:pt x="706" y="86"/>
                    <a:pt x="640" y="152"/>
                    <a:pt x="557" y="152"/>
                  </a:cubicBezTo>
                  <a:cubicBezTo>
                    <a:pt x="0" y="152"/>
                    <a:pt x="0" y="152"/>
                    <a:pt x="0" y="152"/>
                  </a:cubicBezTo>
                  <a:cubicBezTo>
                    <a:pt x="0" y="146"/>
                    <a:pt x="0" y="146"/>
                    <a:pt x="0" y="146"/>
                  </a:cubicBezTo>
                  <a:cubicBezTo>
                    <a:pt x="557" y="146"/>
                    <a:pt x="557" y="146"/>
                    <a:pt x="557" y="146"/>
                  </a:cubicBezTo>
                  <a:cubicBezTo>
                    <a:pt x="639" y="146"/>
                    <a:pt x="705" y="81"/>
                    <a:pt x="706"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017CCF8E-15D7-4025-90F4-CEFB68922A6A}"/>
                </a:ext>
              </a:extLst>
            </p:cNvPr>
            <p:cNvSpPr>
              <a:spLocks/>
            </p:cNvSpPr>
            <p:nvPr/>
          </p:nvSpPr>
          <p:spPr bwMode="auto">
            <a:xfrm>
              <a:off x="5986463" y="2278063"/>
              <a:ext cx="2395538" cy="846138"/>
            </a:xfrm>
            <a:custGeom>
              <a:avLst/>
              <a:gdLst>
                <a:gd name="T0" fmla="*/ 701 w 706"/>
                <a:gd name="T1" fmla="*/ 154 h 249"/>
                <a:gd name="T2" fmla="*/ 552 w 706"/>
                <a:gd name="T3" fmla="*/ 5 h 249"/>
                <a:gd name="T4" fmla="*/ 0 w 706"/>
                <a:gd name="T5" fmla="*/ 5 h 249"/>
                <a:gd name="T6" fmla="*/ 0 w 706"/>
                <a:gd name="T7" fmla="*/ 0 h 249"/>
                <a:gd name="T8" fmla="*/ 557 w 706"/>
                <a:gd name="T9" fmla="*/ 0 h 249"/>
                <a:gd name="T10" fmla="*/ 706 w 706"/>
                <a:gd name="T11" fmla="*/ 148 h 249"/>
                <a:gd name="T12" fmla="*/ 667 w 706"/>
                <a:gd name="T13" fmla="*/ 249 h 249"/>
                <a:gd name="T14" fmla="*/ 701 w 706"/>
                <a:gd name="T15" fmla="*/ 154 h 2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249">
                  <a:moveTo>
                    <a:pt x="701" y="154"/>
                  </a:moveTo>
                  <a:cubicBezTo>
                    <a:pt x="701" y="72"/>
                    <a:pt x="634" y="5"/>
                    <a:pt x="552" y="5"/>
                  </a:cubicBezTo>
                  <a:cubicBezTo>
                    <a:pt x="0" y="5"/>
                    <a:pt x="0" y="5"/>
                    <a:pt x="0" y="5"/>
                  </a:cubicBezTo>
                  <a:cubicBezTo>
                    <a:pt x="0" y="0"/>
                    <a:pt x="0" y="0"/>
                    <a:pt x="0" y="0"/>
                  </a:cubicBezTo>
                  <a:cubicBezTo>
                    <a:pt x="557" y="0"/>
                    <a:pt x="557" y="0"/>
                    <a:pt x="557" y="0"/>
                  </a:cubicBezTo>
                  <a:cubicBezTo>
                    <a:pt x="640" y="0"/>
                    <a:pt x="706" y="66"/>
                    <a:pt x="706" y="148"/>
                  </a:cubicBezTo>
                  <a:cubicBezTo>
                    <a:pt x="706" y="187"/>
                    <a:pt x="692" y="222"/>
                    <a:pt x="667" y="249"/>
                  </a:cubicBezTo>
                  <a:cubicBezTo>
                    <a:pt x="689" y="223"/>
                    <a:pt x="701" y="190"/>
                    <a:pt x="701" y="15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8" name="Group 47">
            <a:extLst>
              <a:ext uri="{FF2B5EF4-FFF2-40B4-BE49-F238E27FC236}">
                <a16:creationId xmlns:a16="http://schemas.microsoft.com/office/drawing/2014/main" id="{D91D8FC9-AE6E-43A4-8F9F-46658AF82676}"/>
              </a:ext>
            </a:extLst>
          </p:cNvPr>
          <p:cNvGrpSpPr/>
          <p:nvPr/>
        </p:nvGrpSpPr>
        <p:grpSpPr>
          <a:xfrm>
            <a:off x="3810000" y="3568701"/>
            <a:ext cx="1270000" cy="1011238"/>
            <a:chOff x="3810000" y="3568701"/>
            <a:chExt cx="1270000" cy="1011238"/>
          </a:xfrm>
        </p:grpSpPr>
        <p:sp>
          <p:nvSpPr>
            <p:cNvPr id="22" name="Freeform 21">
              <a:extLst>
                <a:ext uri="{FF2B5EF4-FFF2-40B4-BE49-F238E27FC236}">
                  <a16:creationId xmlns:a16="http://schemas.microsoft.com/office/drawing/2014/main" id="{D91ADE1B-5D07-4AE9-8288-1F1F21BBF002}"/>
                </a:ext>
              </a:extLst>
            </p:cNvPr>
            <p:cNvSpPr>
              <a:spLocks/>
            </p:cNvSpPr>
            <p:nvPr/>
          </p:nvSpPr>
          <p:spPr bwMode="auto">
            <a:xfrm>
              <a:off x="3810000" y="3568701"/>
              <a:ext cx="1270000" cy="1011238"/>
            </a:xfrm>
            <a:custGeom>
              <a:avLst/>
              <a:gdLst>
                <a:gd name="T0" fmla="*/ 149 w 374"/>
                <a:gd name="T1" fmla="*/ 0 h 298"/>
                <a:gd name="T2" fmla="*/ 0 w 374"/>
                <a:gd name="T3" fmla="*/ 149 h 298"/>
                <a:gd name="T4" fmla="*/ 149 w 374"/>
                <a:gd name="T5" fmla="*/ 298 h 298"/>
                <a:gd name="T6" fmla="*/ 374 w 374"/>
                <a:gd name="T7" fmla="*/ 298 h 298"/>
                <a:gd name="T8" fmla="*/ 374 w 374"/>
                <a:gd name="T9" fmla="*/ 0 h 298"/>
                <a:gd name="T10" fmla="*/ 149 w 374"/>
                <a:gd name="T11" fmla="*/ 0 h 298"/>
              </a:gdLst>
              <a:ahLst/>
              <a:cxnLst>
                <a:cxn ang="0">
                  <a:pos x="T0" y="T1"/>
                </a:cxn>
                <a:cxn ang="0">
                  <a:pos x="T2" y="T3"/>
                </a:cxn>
                <a:cxn ang="0">
                  <a:pos x="T4" y="T5"/>
                </a:cxn>
                <a:cxn ang="0">
                  <a:pos x="T6" y="T7"/>
                </a:cxn>
                <a:cxn ang="0">
                  <a:pos x="T8" y="T9"/>
                </a:cxn>
                <a:cxn ang="0">
                  <a:pos x="T10" y="T11"/>
                </a:cxn>
              </a:cxnLst>
              <a:rect l="0" t="0" r="r" b="b"/>
              <a:pathLst>
                <a:path w="374" h="298">
                  <a:moveTo>
                    <a:pt x="149" y="0"/>
                  </a:moveTo>
                  <a:cubicBezTo>
                    <a:pt x="67" y="0"/>
                    <a:pt x="0" y="66"/>
                    <a:pt x="0" y="149"/>
                  </a:cubicBezTo>
                  <a:cubicBezTo>
                    <a:pt x="0" y="231"/>
                    <a:pt x="67" y="298"/>
                    <a:pt x="149" y="298"/>
                  </a:cubicBezTo>
                  <a:cubicBezTo>
                    <a:pt x="374" y="298"/>
                    <a:pt x="374" y="298"/>
                    <a:pt x="374" y="298"/>
                  </a:cubicBezTo>
                  <a:cubicBezTo>
                    <a:pt x="374" y="0"/>
                    <a:pt x="374" y="0"/>
                    <a:pt x="374" y="0"/>
                  </a:cubicBezTo>
                  <a:lnTo>
                    <a:pt x="149"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64AA7EF3-6C54-47DD-8FAD-D058145C8916}"/>
                </a:ext>
              </a:extLst>
            </p:cNvPr>
            <p:cNvSpPr>
              <a:spLocks/>
            </p:cNvSpPr>
            <p:nvPr/>
          </p:nvSpPr>
          <p:spPr bwMode="auto">
            <a:xfrm>
              <a:off x="3810000" y="4060826"/>
              <a:ext cx="1270000" cy="519113"/>
            </a:xfrm>
            <a:custGeom>
              <a:avLst/>
              <a:gdLst>
                <a:gd name="T0" fmla="*/ 1 w 374"/>
                <a:gd name="T1" fmla="*/ 0 h 153"/>
                <a:gd name="T2" fmla="*/ 0 w 374"/>
                <a:gd name="T3" fmla="*/ 4 h 153"/>
                <a:gd name="T4" fmla="*/ 149 w 374"/>
                <a:gd name="T5" fmla="*/ 153 h 153"/>
                <a:gd name="T6" fmla="*/ 374 w 374"/>
                <a:gd name="T7" fmla="*/ 153 h 153"/>
                <a:gd name="T8" fmla="*/ 374 w 374"/>
                <a:gd name="T9" fmla="*/ 146 h 153"/>
                <a:gd name="T10" fmla="*/ 149 w 374"/>
                <a:gd name="T11" fmla="*/ 146 h 153"/>
                <a:gd name="T12" fmla="*/ 1 w 374"/>
                <a:gd name="T13" fmla="*/ 0 h 153"/>
              </a:gdLst>
              <a:ahLst/>
              <a:cxnLst>
                <a:cxn ang="0">
                  <a:pos x="T0" y="T1"/>
                </a:cxn>
                <a:cxn ang="0">
                  <a:pos x="T2" y="T3"/>
                </a:cxn>
                <a:cxn ang="0">
                  <a:pos x="T4" y="T5"/>
                </a:cxn>
                <a:cxn ang="0">
                  <a:pos x="T6" y="T7"/>
                </a:cxn>
                <a:cxn ang="0">
                  <a:pos x="T8" y="T9"/>
                </a:cxn>
                <a:cxn ang="0">
                  <a:pos x="T10" y="T11"/>
                </a:cxn>
                <a:cxn ang="0">
                  <a:pos x="T12" y="T13"/>
                </a:cxn>
              </a:cxnLst>
              <a:rect l="0" t="0" r="r" b="b"/>
              <a:pathLst>
                <a:path w="374" h="153">
                  <a:moveTo>
                    <a:pt x="1" y="0"/>
                  </a:moveTo>
                  <a:cubicBezTo>
                    <a:pt x="1" y="2"/>
                    <a:pt x="0" y="3"/>
                    <a:pt x="0" y="4"/>
                  </a:cubicBezTo>
                  <a:cubicBezTo>
                    <a:pt x="0" y="86"/>
                    <a:pt x="67" y="153"/>
                    <a:pt x="149" y="153"/>
                  </a:cubicBezTo>
                  <a:cubicBezTo>
                    <a:pt x="374" y="153"/>
                    <a:pt x="374" y="153"/>
                    <a:pt x="374" y="153"/>
                  </a:cubicBezTo>
                  <a:cubicBezTo>
                    <a:pt x="374" y="146"/>
                    <a:pt x="374" y="146"/>
                    <a:pt x="374" y="146"/>
                  </a:cubicBezTo>
                  <a:cubicBezTo>
                    <a:pt x="149" y="146"/>
                    <a:pt x="149" y="146"/>
                    <a:pt x="149" y="146"/>
                  </a:cubicBezTo>
                  <a:cubicBezTo>
                    <a:pt x="68" y="146"/>
                    <a:pt x="2" y="81"/>
                    <a:pt x="1"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CF289989-BD52-4EA8-A192-D8AE6179DB84}"/>
                </a:ext>
              </a:extLst>
            </p:cNvPr>
            <p:cNvSpPr>
              <a:spLocks/>
            </p:cNvSpPr>
            <p:nvPr/>
          </p:nvSpPr>
          <p:spPr bwMode="auto">
            <a:xfrm>
              <a:off x="3810000" y="3568701"/>
              <a:ext cx="1270000" cy="844550"/>
            </a:xfrm>
            <a:custGeom>
              <a:avLst/>
              <a:gdLst>
                <a:gd name="T0" fmla="*/ 6 w 374"/>
                <a:gd name="T1" fmla="*/ 155 h 249"/>
                <a:gd name="T2" fmla="*/ 155 w 374"/>
                <a:gd name="T3" fmla="*/ 6 h 249"/>
                <a:gd name="T4" fmla="*/ 374 w 374"/>
                <a:gd name="T5" fmla="*/ 6 h 249"/>
                <a:gd name="T6" fmla="*/ 374 w 374"/>
                <a:gd name="T7" fmla="*/ 0 h 249"/>
                <a:gd name="T8" fmla="*/ 149 w 374"/>
                <a:gd name="T9" fmla="*/ 0 h 249"/>
                <a:gd name="T10" fmla="*/ 0 w 374"/>
                <a:gd name="T11" fmla="*/ 149 h 249"/>
                <a:gd name="T12" fmla="*/ 39 w 374"/>
                <a:gd name="T13" fmla="*/ 249 h 249"/>
                <a:gd name="T14" fmla="*/ 6 w 374"/>
                <a:gd name="T15" fmla="*/ 155 h 2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49">
                  <a:moveTo>
                    <a:pt x="6" y="155"/>
                  </a:moveTo>
                  <a:cubicBezTo>
                    <a:pt x="6" y="72"/>
                    <a:pt x="72" y="6"/>
                    <a:pt x="155" y="6"/>
                  </a:cubicBezTo>
                  <a:cubicBezTo>
                    <a:pt x="374" y="6"/>
                    <a:pt x="374" y="6"/>
                    <a:pt x="374" y="6"/>
                  </a:cubicBezTo>
                  <a:cubicBezTo>
                    <a:pt x="374" y="0"/>
                    <a:pt x="374" y="0"/>
                    <a:pt x="374" y="0"/>
                  </a:cubicBezTo>
                  <a:cubicBezTo>
                    <a:pt x="149" y="0"/>
                    <a:pt x="149" y="0"/>
                    <a:pt x="149" y="0"/>
                  </a:cubicBezTo>
                  <a:cubicBezTo>
                    <a:pt x="67" y="0"/>
                    <a:pt x="0" y="66"/>
                    <a:pt x="0" y="149"/>
                  </a:cubicBezTo>
                  <a:cubicBezTo>
                    <a:pt x="0" y="187"/>
                    <a:pt x="15" y="222"/>
                    <a:pt x="39" y="249"/>
                  </a:cubicBezTo>
                  <a:cubicBezTo>
                    <a:pt x="18" y="223"/>
                    <a:pt x="6" y="190"/>
                    <a:pt x="6" y="15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9" name="Group 48">
            <a:extLst>
              <a:ext uri="{FF2B5EF4-FFF2-40B4-BE49-F238E27FC236}">
                <a16:creationId xmlns:a16="http://schemas.microsoft.com/office/drawing/2014/main" id="{B27A24DC-6000-4864-A565-B9C64E937256}"/>
              </a:ext>
            </a:extLst>
          </p:cNvPr>
          <p:cNvGrpSpPr/>
          <p:nvPr/>
        </p:nvGrpSpPr>
        <p:grpSpPr>
          <a:xfrm>
            <a:off x="5986463" y="3568701"/>
            <a:ext cx="2395538" cy="1011238"/>
            <a:chOff x="5986463" y="3568701"/>
            <a:chExt cx="2395538" cy="1011238"/>
          </a:xfrm>
        </p:grpSpPr>
        <p:sp>
          <p:nvSpPr>
            <p:cNvPr id="25" name="Freeform 24">
              <a:extLst>
                <a:ext uri="{FF2B5EF4-FFF2-40B4-BE49-F238E27FC236}">
                  <a16:creationId xmlns:a16="http://schemas.microsoft.com/office/drawing/2014/main" id="{85A16997-34DD-4047-B095-557AB6DBEC75}"/>
                </a:ext>
              </a:extLst>
            </p:cNvPr>
            <p:cNvSpPr>
              <a:spLocks/>
            </p:cNvSpPr>
            <p:nvPr/>
          </p:nvSpPr>
          <p:spPr bwMode="auto">
            <a:xfrm>
              <a:off x="5986463" y="3568701"/>
              <a:ext cx="2395538" cy="1011238"/>
            </a:xfrm>
            <a:custGeom>
              <a:avLst/>
              <a:gdLst>
                <a:gd name="T0" fmla="*/ 557 w 706"/>
                <a:gd name="T1" fmla="*/ 0 h 298"/>
                <a:gd name="T2" fmla="*/ 706 w 706"/>
                <a:gd name="T3" fmla="*/ 149 h 298"/>
                <a:gd name="T4" fmla="*/ 557 w 706"/>
                <a:gd name="T5" fmla="*/ 298 h 298"/>
                <a:gd name="T6" fmla="*/ 0 w 706"/>
                <a:gd name="T7" fmla="*/ 298 h 298"/>
                <a:gd name="T8" fmla="*/ 0 w 706"/>
                <a:gd name="T9" fmla="*/ 0 h 298"/>
                <a:gd name="T10" fmla="*/ 557 w 706"/>
                <a:gd name="T11" fmla="*/ 0 h 298"/>
              </a:gdLst>
              <a:ahLst/>
              <a:cxnLst>
                <a:cxn ang="0">
                  <a:pos x="T0" y="T1"/>
                </a:cxn>
                <a:cxn ang="0">
                  <a:pos x="T2" y="T3"/>
                </a:cxn>
                <a:cxn ang="0">
                  <a:pos x="T4" y="T5"/>
                </a:cxn>
                <a:cxn ang="0">
                  <a:pos x="T6" y="T7"/>
                </a:cxn>
                <a:cxn ang="0">
                  <a:pos x="T8" y="T9"/>
                </a:cxn>
                <a:cxn ang="0">
                  <a:pos x="T10" y="T11"/>
                </a:cxn>
              </a:cxnLst>
              <a:rect l="0" t="0" r="r" b="b"/>
              <a:pathLst>
                <a:path w="706" h="298">
                  <a:moveTo>
                    <a:pt x="557" y="0"/>
                  </a:moveTo>
                  <a:cubicBezTo>
                    <a:pt x="640" y="0"/>
                    <a:pt x="706" y="66"/>
                    <a:pt x="706" y="149"/>
                  </a:cubicBezTo>
                  <a:cubicBezTo>
                    <a:pt x="706" y="231"/>
                    <a:pt x="640" y="298"/>
                    <a:pt x="557" y="298"/>
                  </a:cubicBezTo>
                  <a:cubicBezTo>
                    <a:pt x="0" y="298"/>
                    <a:pt x="0" y="298"/>
                    <a:pt x="0" y="298"/>
                  </a:cubicBezTo>
                  <a:cubicBezTo>
                    <a:pt x="0" y="0"/>
                    <a:pt x="0" y="0"/>
                    <a:pt x="0" y="0"/>
                  </a:cubicBezTo>
                  <a:lnTo>
                    <a:pt x="557"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E1DF8DFA-5D40-4D8D-AF6C-DFDA282518AE}"/>
                </a:ext>
              </a:extLst>
            </p:cNvPr>
            <p:cNvSpPr>
              <a:spLocks/>
            </p:cNvSpPr>
            <p:nvPr/>
          </p:nvSpPr>
          <p:spPr bwMode="auto">
            <a:xfrm>
              <a:off x="5986463" y="4060826"/>
              <a:ext cx="2395538" cy="519113"/>
            </a:xfrm>
            <a:custGeom>
              <a:avLst/>
              <a:gdLst>
                <a:gd name="T0" fmla="*/ 706 w 706"/>
                <a:gd name="T1" fmla="*/ 0 h 153"/>
                <a:gd name="T2" fmla="*/ 706 w 706"/>
                <a:gd name="T3" fmla="*/ 4 h 153"/>
                <a:gd name="T4" fmla="*/ 557 w 706"/>
                <a:gd name="T5" fmla="*/ 153 h 153"/>
                <a:gd name="T6" fmla="*/ 0 w 706"/>
                <a:gd name="T7" fmla="*/ 153 h 153"/>
                <a:gd name="T8" fmla="*/ 0 w 706"/>
                <a:gd name="T9" fmla="*/ 146 h 153"/>
                <a:gd name="T10" fmla="*/ 557 w 706"/>
                <a:gd name="T11" fmla="*/ 146 h 153"/>
                <a:gd name="T12" fmla="*/ 706 w 706"/>
                <a:gd name="T13" fmla="*/ 0 h 153"/>
              </a:gdLst>
              <a:ahLst/>
              <a:cxnLst>
                <a:cxn ang="0">
                  <a:pos x="T0" y="T1"/>
                </a:cxn>
                <a:cxn ang="0">
                  <a:pos x="T2" y="T3"/>
                </a:cxn>
                <a:cxn ang="0">
                  <a:pos x="T4" y="T5"/>
                </a:cxn>
                <a:cxn ang="0">
                  <a:pos x="T6" y="T7"/>
                </a:cxn>
                <a:cxn ang="0">
                  <a:pos x="T8" y="T9"/>
                </a:cxn>
                <a:cxn ang="0">
                  <a:pos x="T10" y="T11"/>
                </a:cxn>
                <a:cxn ang="0">
                  <a:pos x="T12" y="T13"/>
                </a:cxn>
              </a:cxnLst>
              <a:rect l="0" t="0" r="r" b="b"/>
              <a:pathLst>
                <a:path w="706" h="153">
                  <a:moveTo>
                    <a:pt x="706" y="0"/>
                  </a:moveTo>
                  <a:cubicBezTo>
                    <a:pt x="706" y="2"/>
                    <a:pt x="706" y="3"/>
                    <a:pt x="706" y="4"/>
                  </a:cubicBezTo>
                  <a:cubicBezTo>
                    <a:pt x="706" y="86"/>
                    <a:pt x="640" y="153"/>
                    <a:pt x="557" y="153"/>
                  </a:cubicBezTo>
                  <a:cubicBezTo>
                    <a:pt x="0" y="153"/>
                    <a:pt x="0" y="153"/>
                    <a:pt x="0" y="153"/>
                  </a:cubicBezTo>
                  <a:cubicBezTo>
                    <a:pt x="0" y="146"/>
                    <a:pt x="0" y="146"/>
                    <a:pt x="0" y="146"/>
                  </a:cubicBezTo>
                  <a:cubicBezTo>
                    <a:pt x="557" y="146"/>
                    <a:pt x="557" y="146"/>
                    <a:pt x="557" y="146"/>
                  </a:cubicBezTo>
                  <a:cubicBezTo>
                    <a:pt x="639" y="146"/>
                    <a:pt x="705" y="81"/>
                    <a:pt x="706"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6875C211-0292-48CA-AA57-AFD0C5AB8B3E}"/>
                </a:ext>
              </a:extLst>
            </p:cNvPr>
            <p:cNvSpPr>
              <a:spLocks/>
            </p:cNvSpPr>
            <p:nvPr/>
          </p:nvSpPr>
          <p:spPr bwMode="auto">
            <a:xfrm>
              <a:off x="5986463" y="3568701"/>
              <a:ext cx="2395538" cy="844550"/>
            </a:xfrm>
            <a:custGeom>
              <a:avLst/>
              <a:gdLst>
                <a:gd name="T0" fmla="*/ 701 w 706"/>
                <a:gd name="T1" fmla="*/ 155 h 249"/>
                <a:gd name="T2" fmla="*/ 552 w 706"/>
                <a:gd name="T3" fmla="*/ 6 h 249"/>
                <a:gd name="T4" fmla="*/ 0 w 706"/>
                <a:gd name="T5" fmla="*/ 6 h 249"/>
                <a:gd name="T6" fmla="*/ 0 w 706"/>
                <a:gd name="T7" fmla="*/ 0 h 249"/>
                <a:gd name="T8" fmla="*/ 557 w 706"/>
                <a:gd name="T9" fmla="*/ 0 h 249"/>
                <a:gd name="T10" fmla="*/ 706 w 706"/>
                <a:gd name="T11" fmla="*/ 149 h 249"/>
                <a:gd name="T12" fmla="*/ 667 w 706"/>
                <a:gd name="T13" fmla="*/ 249 h 249"/>
                <a:gd name="T14" fmla="*/ 701 w 706"/>
                <a:gd name="T15" fmla="*/ 155 h 2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249">
                  <a:moveTo>
                    <a:pt x="701" y="155"/>
                  </a:moveTo>
                  <a:cubicBezTo>
                    <a:pt x="701" y="72"/>
                    <a:pt x="634" y="6"/>
                    <a:pt x="552" y="6"/>
                  </a:cubicBezTo>
                  <a:cubicBezTo>
                    <a:pt x="0" y="6"/>
                    <a:pt x="0" y="6"/>
                    <a:pt x="0" y="6"/>
                  </a:cubicBezTo>
                  <a:cubicBezTo>
                    <a:pt x="0" y="0"/>
                    <a:pt x="0" y="0"/>
                    <a:pt x="0" y="0"/>
                  </a:cubicBezTo>
                  <a:cubicBezTo>
                    <a:pt x="557" y="0"/>
                    <a:pt x="557" y="0"/>
                    <a:pt x="557" y="0"/>
                  </a:cubicBezTo>
                  <a:cubicBezTo>
                    <a:pt x="640" y="0"/>
                    <a:pt x="706" y="66"/>
                    <a:pt x="706" y="149"/>
                  </a:cubicBezTo>
                  <a:cubicBezTo>
                    <a:pt x="706" y="187"/>
                    <a:pt x="692" y="222"/>
                    <a:pt x="667" y="249"/>
                  </a:cubicBezTo>
                  <a:cubicBezTo>
                    <a:pt x="689" y="223"/>
                    <a:pt x="701" y="190"/>
                    <a:pt x="701" y="15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1" name="Group 50">
            <a:extLst>
              <a:ext uri="{FF2B5EF4-FFF2-40B4-BE49-F238E27FC236}">
                <a16:creationId xmlns:a16="http://schemas.microsoft.com/office/drawing/2014/main" id="{B8609B83-B272-4A0B-87C0-A644F78D8E8B}"/>
              </a:ext>
            </a:extLst>
          </p:cNvPr>
          <p:cNvGrpSpPr/>
          <p:nvPr/>
        </p:nvGrpSpPr>
        <p:grpSpPr>
          <a:xfrm>
            <a:off x="3810000" y="4857751"/>
            <a:ext cx="1270000" cy="1011238"/>
            <a:chOff x="3810000" y="4857751"/>
            <a:chExt cx="1270000" cy="1011238"/>
          </a:xfrm>
        </p:grpSpPr>
        <p:sp>
          <p:nvSpPr>
            <p:cNvPr id="28" name="Freeform 27">
              <a:extLst>
                <a:ext uri="{FF2B5EF4-FFF2-40B4-BE49-F238E27FC236}">
                  <a16:creationId xmlns:a16="http://schemas.microsoft.com/office/drawing/2014/main" id="{31ABF734-DAB4-42C5-8850-D64C85D48002}"/>
                </a:ext>
              </a:extLst>
            </p:cNvPr>
            <p:cNvSpPr>
              <a:spLocks/>
            </p:cNvSpPr>
            <p:nvPr/>
          </p:nvSpPr>
          <p:spPr bwMode="auto">
            <a:xfrm>
              <a:off x="3810000" y="4857751"/>
              <a:ext cx="1270000" cy="1011238"/>
            </a:xfrm>
            <a:custGeom>
              <a:avLst/>
              <a:gdLst>
                <a:gd name="T0" fmla="*/ 149 w 374"/>
                <a:gd name="T1" fmla="*/ 0 h 298"/>
                <a:gd name="T2" fmla="*/ 0 w 374"/>
                <a:gd name="T3" fmla="*/ 149 h 298"/>
                <a:gd name="T4" fmla="*/ 149 w 374"/>
                <a:gd name="T5" fmla="*/ 298 h 298"/>
                <a:gd name="T6" fmla="*/ 374 w 374"/>
                <a:gd name="T7" fmla="*/ 298 h 298"/>
                <a:gd name="T8" fmla="*/ 374 w 374"/>
                <a:gd name="T9" fmla="*/ 0 h 298"/>
                <a:gd name="T10" fmla="*/ 149 w 374"/>
                <a:gd name="T11" fmla="*/ 0 h 298"/>
              </a:gdLst>
              <a:ahLst/>
              <a:cxnLst>
                <a:cxn ang="0">
                  <a:pos x="T0" y="T1"/>
                </a:cxn>
                <a:cxn ang="0">
                  <a:pos x="T2" y="T3"/>
                </a:cxn>
                <a:cxn ang="0">
                  <a:pos x="T4" y="T5"/>
                </a:cxn>
                <a:cxn ang="0">
                  <a:pos x="T6" y="T7"/>
                </a:cxn>
                <a:cxn ang="0">
                  <a:pos x="T8" y="T9"/>
                </a:cxn>
                <a:cxn ang="0">
                  <a:pos x="T10" y="T11"/>
                </a:cxn>
              </a:cxnLst>
              <a:rect l="0" t="0" r="r" b="b"/>
              <a:pathLst>
                <a:path w="374" h="298">
                  <a:moveTo>
                    <a:pt x="149" y="0"/>
                  </a:moveTo>
                  <a:cubicBezTo>
                    <a:pt x="67" y="0"/>
                    <a:pt x="0" y="67"/>
                    <a:pt x="0" y="149"/>
                  </a:cubicBezTo>
                  <a:cubicBezTo>
                    <a:pt x="0" y="231"/>
                    <a:pt x="67" y="298"/>
                    <a:pt x="149" y="298"/>
                  </a:cubicBezTo>
                  <a:cubicBezTo>
                    <a:pt x="374" y="298"/>
                    <a:pt x="374" y="298"/>
                    <a:pt x="374" y="298"/>
                  </a:cubicBezTo>
                  <a:cubicBezTo>
                    <a:pt x="374" y="0"/>
                    <a:pt x="374" y="0"/>
                    <a:pt x="374" y="0"/>
                  </a:cubicBezTo>
                  <a:lnTo>
                    <a:pt x="149"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55E57059-A725-4063-8414-6873F678FE7B}"/>
                </a:ext>
              </a:extLst>
            </p:cNvPr>
            <p:cNvSpPr>
              <a:spLocks/>
            </p:cNvSpPr>
            <p:nvPr/>
          </p:nvSpPr>
          <p:spPr bwMode="auto">
            <a:xfrm>
              <a:off x="3810000" y="5353051"/>
              <a:ext cx="1270000" cy="515938"/>
            </a:xfrm>
            <a:custGeom>
              <a:avLst/>
              <a:gdLst>
                <a:gd name="T0" fmla="*/ 1 w 374"/>
                <a:gd name="T1" fmla="*/ 0 h 152"/>
                <a:gd name="T2" fmla="*/ 0 w 374"/>
                <a:gd name="T3" fmla="*/ 3 h 152"/>
                <a:gd name="T4" fmla="*/ 149 w 374"/>
                <a:gd name="T5" fmla="*/ 152 h 152"/>
                <a:gd name="T6" fmla="*/ 374 w 374"/>
                <a:gd name="T7" fmla="*/ 152 h 152"/>
                <a:gd name="T8" fmla="*/ 374 w 374"/>
                <a:gd name="T9" fmla="*/ 145 h 152"/>
                <a:gd name="T10" fmla="*/ 149 w 374"/>
                <a:gd name="T11" fmla="*/ 145 h 152"/>
                <a:gd name="T12" fmla="*/ 1 w 374"/>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374" h="152">
                  <a:moveTo>
                    <a:pt x="1" y="0"/>
                  </a:moveTo>
                  <a:cubicBezTo>
                    <a:pt x="1" y="1"/>
                    <a:pt x="0" y="2"/>
                    <a:pt x="0" y="3"/>
                  </a:cubicBezTo>
                  <a:cubicBezTo>
                    <a:pt x="0" y="85"/>
                    <a:pt x="67" y="152"/>
                    <a:pt x="149" y="152"/>
                  </a:cubicBezTo>
                  <a:cubicBezTo>
                    <a:pt x="374" y="152"/>
                    <a:pt x="374" y="152"/>
                    <a:pt x="374" y="152"/>
                  </a:cubicBezTo>
                  <a:cubicBezTo>
                    <a:pt x="374" y="145"/>
                    <a:pt x="374" y="145"/>
                    <a:pt x="374" y="145"/>
                  </a:cubicBezTo>
                  <a:cubicBezTo>
                    <a:pt x="149" y="145"/>
                    <a:pt x="149" y="145"/>
                    <a:pt x="149" y="145"/>
                  </a:cubicBezTo>
                  <a:cubicBezTo>
                    <a:pt x="68" y="145"/>
                    <a:pt x="2" y="80"/>
                    <a:pt x="1"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8B29F330-F83B-460A-A99C-01AFA9DE45C5}"/>
                </a:ext>
              </a:extLst>
            </p:cNvPr>
            <p:cNvSpPr>
              <a:spLocks/>
            </p:cNvSpPr>
            <p:nvPr/>
          </p:nvSpPr>
          <p:spPr bwMode="auto">
            <a:xfrm>
              <a:off x="3810000" y="4857751"/>
              <a:ext cx="1270000" cy="844550"/>
            </a:xfrm>
            <a:custGeom>
              <a:avLst/>
              <a:gdLst>
                <a:gd name="T0" fmla="*/ 6 w 374"/>
                <a:gd name="T1" fmla="*/ 155 h 249"/>
                <a:gd name="T2" fmla="*/ 155 w 374"/>
                <a:gd name="T3" fmla="*/ 6 h 249"/>
                <a:gd name="T4" fmla="*/ 374 w 374"/>
                <a:gd name="T5" fmla="*/ 6 h 249"/>
                <a:gd name="T6" fmla="*/ 374 w 374"/>
                <a:gd name="T7" fmla="*/ 0 h 249"/>
                <a:gd name="T8" fmla="*/ 149 w 374"/>
                <a:gd name="T9" fmla="*/ 0 h 249"/>
                <a:gd name="T10" fmla="*/ 0 w 374"/>
                <a:gd name="T11" fmla="*/ 149 h 249"/>
                <a:gd name="T12" fmla="*/ 39 w 374"/>
                <a:gd name="T13" fmla="*/ 249 h 249"/>
                <a:gd name="T14" fmla="*/ 6 w 374"/>
                <a:gd name="T15" fmla="*/ 155 h 2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49">
                  <a:moveTo>
                    <a:pt x="6" y="155"/>
                  </a:moveTo>
                  <a:cubicBezTo>
                    <a:pt x="6" y="73"/>
                    <a:pt x="72" y="6"/>
                    <a:pt x="155" y="6"/>
                  </a:cubicBezTo>
                  <a:cubicBezTo>
                    <a:pt x="374" y="6"/>
                    <a:pt x="374" y="6"/>
                    <a:pt x="374" y="6"/>
                  </a:cubicBezTo>
                  <a:cubicBezTo>
                    <a:pt x="374" y="0"/>
                    <a:pt x="374" y="0"/>
                    <a:pt x="374" y="0"/>
                  </a:cubicBezTo>
                  <a:cubicBezTo>
                    <a:pt x="149" y="0"/>
                    <a:pt x="149" y="0"/>
                    <a:pt x="149" y="0"/>
                  </a:cubicBezTo>
                  <a:cubicBezTo>
                    <a:pt x="67" y="0"/>
                    <a:pt x="0" y="67"/>
                    <a:pt x="0" y="149"/>
                  </a:cubicBezTo>
                  <a:cubicBezTo>
                    <a:pt x="0" y="188"/>
                    <a:pt x="15" y="223"/>
                    <a:pt x="39" y="249"/>
                  </a:cubicBezTo>
                  <a:cubicBezTo>
                    <a:pt x="18" y="223"/>
                    <a:pt x="6" y="191"/>
                    <a:pt x="6" y="155"/>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992781BD-A925-4AD7-94D4-353600C0BBD9}"/>
              </a:ext>
            </a:extLst>
          </p:cNvPr>
          <p:cNvGrpSpPr/>
          <p:nvPr/>
        </p:nvGrpSpPr>
        <p:grpSpPr>
          <a:xfrm>
            <a:off x="5986463" y="4857751"/>
            <a:ext cx="2395538" cy="1011238"/>
            <a:chOff x="5986463" y="4857751"/>
            <a:chExt cx="2395538" cy="1011238"/>
          </a:xfrm>
        </p:grpSpPr>
        <p:sp>
          <p:nvSpPr>
            <p:cNvPr id="31" name="Freeform 30">
              <a:extLst>
                <a:ext uri="{FF2B5EF4-FFF2-40B4-BE49-F238E27FC236}">
                  <a16:creationId xmlns:a16="http://schemas.microsoft.com/office/drawing/2014/main" id="{E611A8E8-B009-41BB-BCEA-8D2EB751DE83}"/>
                </a:ext>
              </a:extLst>
            </p:cNvPr>
            <p:cNvSpPr>
              <a:spLocks/>
            </p:cNvSpPr>
            <p:nvPr/>
          </p:nvSpPr>
          <p:spPr bwMode="auto">
            <a:xfrm>
              <a:off x="5986463" y="4857751"/>
              <a:ext cx="2395538" cy="1011238"/>
            </a:xfrm>
            <a:custGeom>
              <a:avLst/>
              <a:gdLst>
                <a:gd name="T0" fmla="*/ 557 w 706"/>
                <a:gd name="T1" fmla="*/ 0 h 298"/>
                <a:gd name="T2" fmla="*/ 706 w 706"/>
                <a:gd name="T3" fmla="*/ 149 h 298"/>
                <a:gd name="T4" fmla="*/ 557 w 706"/>
                <a:gd name="T5" fmla="*/ 298 h 298"/>
                <a:gd name="T6" fmla="*/ 0 w 706"/>
                <a:gd name="T7" fmla="*/ 298 h 298"/>
                <a:gd name="T8" fmla="*/ 0 w 706"/>
                <a:gd name="T9" fmla="*/ 0 h 298"/>
                <a:gd name="T10" fmla="*/ 557 w 706"/>
                <a:gd name="T11" fmla="*/ 0 h 298"/>
              </a:gdLst>
              <a:ahLst/>
              <a:cxnLst>
                <a:cxn ang="0">
                  <a:pos x="T0" y="T1"/>
                </a:cxn>
                <a:cxn ang="0">
                  <a:pos x="T2" y="T3"/>
                </a:cxn>
                <a:cxn ang="0">
                  <a:pos x="T4" y="T5"/>
                </a:cxn>
                <a:cxn ang="0">
                  <a:pos x="T6" y="T7"/>
                </a:cxn>
                <a:cxn ang="0">
                  <a:pos x="T8" y="T9"/>
                </a:cxn>
                <a:cxn ang="0">
                  <a:pos x="T10" y="T11"/>
                </a:cxn>
              </a:cxnLst>
              <a:rect l="0" t="0" r="r" b="b"/>
              <a:pathLst>
                <a:path w="706" h="298">
                  <a:moveTo>
                    <a:pt x="557" y="0"/>
                  </a:moveTo>
                  <a:cubicBezTo>
                    <a:pt x="640" y="0"/>
                    <a:pt x="706" y="67"/>
                    <a:pt x="706" y="149"/>
                  </a:cubicBezTo>
                  <a:cubicBezTo>
                    <a:pt x="706" y="231"/>
                    <a:pt x="640" y="298"/>
                    <a:pt x="557" y="298"/>
                  </a:cubicBezTo>
                  <a:cubicBezTo>
                    <a:pt x="0" y="298"/>
                    <a:pt x="0" y="298"/>
                    <a:pt x="0" y="298"/>
                  </a:cubicBezTo>
                  <a:cubicBezTo>
                    <a:pt x="0" y="0"/>
                    <a:pt x="0" y="0"/>
                    <a:pt x="0" y="0"/>
                  </a:cubicBezTo>
                  <a:lnTo>
                    <a:pt x="557"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DBC4869D-009D-440F-BA63-EA1AD01F2E29}"/>
                </a:ext>
              </a:extLst>
            </p:cNvPr>
            <p:cNvSpPr>
              <a:spLocks/>
            </p:cNvSpPr>
            <p:nvPr/>
          </p:nvSpPr>
          <p:spPr bwMode="auto">
            <a:xfrm>
              <a:off x="5986463" y="5353051"/>
              <a:ext cx="2395538" cy="515938"/>
            </a:xfrm>
            <a:custGeom>
              <a:avLst/>
              <a:gdLst>
                <a:gd name="T0" fmla="*/ 706 w 706"/>
                <a:gd name="T1" fmla="*/ 0 h 152"/>
                <a:gd name="T2" fmla="*/ 706 w 706"/>
                <a:gd name="T3" fmla="*/ 3 h 152"/>
                <a:gd name="T4" fmla="*/ 557 w 706"/>
                <a:gd name="T5" fmla="*/ 152 h 152"/>
                <a:gd name="T6" fmla="*/ 0 w 706"/>
                <a:gd name="T7" fmla="*/ 152 h 152"/>
                <a:gd name="T8" fmla="*/ 0 w 706"/>
                <a:gd name="T9" fmla="*/ 145 h 152"/>
                <a:gd name="T10" fmla="*/ 557 w 706"/>
                <a:gd name="T11" fmla="*/ 145 h 152"/>
                <a:gd name="T12" fmla="*/ 706 w 706"/>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706" h="152">
                  <a:moveTo>
                    <a:pt x="706" y="0"/>
                  </a:moveTo>
                  <a:cubicBezTo>
                    <a:pt x="706" y="1"/>
                    <a:pt x="706" y="2"/>
                    <a:pt x="706" y="3"/>
                  </a:cubicBezTo>
                  <a:cubicBezTo>
                    <a:pt x="706" y="85"/>
                    <a:pt x="640" y="152"/>
                    <a:pt x="557" y="152"/>
                  </a:cubicBezTo>
                  <a:cubicBezTo>
                    <a:pt x="0" y="152"/>
                    <a:pt x="0" y="152"/>
                    <a:pt x="0" y="152"/>
                  </a:cubicBezTo>
                  <a:cubicBezTo>
                    <a:pt x="0" y="145"/>
                    <a:pt x="0" y="145"/>
                    <a:pt x="0" y="145"/>
                  </a:cubicBezTo>
                  <a:cubicBezTo>
                    <a:pt x="557" y="145"/>
                    <a:pt x="557" y="145"/>
                    <a:pt x="557" y="145"/>
                  </a:cubicBezTo>
                  <a:cubicBezTo>
                    <a:pt x="639" y="145"/>
                    <a:pt x="705" y="80"/>
                    <a:pt x="706"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F099C395-3AD4-4533-922E-3A1F918072D8}"/>
                </a:ext>
              </a:extLst>
            </p:cNvPr>
            <p:cNvSpPr>
              <a:spLocks/>
            </p:cNvSpPr>
            <p:nvPr/>
          </p:nvSpPr>
          <p:spPr bwMode="auto">
            <a:xfrm>
              <a:off x="5986463" y="4857751"/>
              <a:ext cx="2395538" cy="844550"/>
            </a:xfrm>
            <a:custGeom>
              <a:avLst/>
              <a:gdLst>
                <a:gd name="T0" fmla="*/ 701 w 706"/>
                <a:gd name="T1" fmla="*/ 155 h 249"/>
                <a:gd name="T2" fmla="*/ 552 w 706"/>
                <a:gd name="T3" fmla="*/ 6 h 249"/>
                <a:gd name="T4" fmla="*/ 0 w 706"/>
                <a:gd name="T5" fmla="*/ 6 h 249"/>
                <a:gd name="T6" fmla="*/ 0 w 706"/>
                <a:gd name="T7" fmla="*/ 0 h 249"/>
                <a:gd name="T8" fmla="*/ 557 w 706"/>
                <a:gd name="T9" fmla="*/ 0 h 249"/>
                <a:gd name="T10" fmla="*/ 706 w 706"/>
                <a:gd name="T11" fmla="*/ 149 h 249"/>
                <a:gd name="T12" fmla="*/ 667 w 706"/>
                <a:gd name="T13" fmla="*/ 249 h 249"/>
                <a:gd name="T14" fmla="*/ 701 w 706"/>
                <a:gd name="T15" fmla="*/ 155 h 2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249">
                  <a:moveTo>
                    <a:pt x="701" y="155"/>
                  </a:moveTo>
                  <a:cubicBezTo>
                    <a:pt x="701" y="73"/>
                    <a:pt x="634" y="6"/>
                    <a:pt x="552" y="6"/>
                  </a:cubicBezTo>
                  <a:cubicBezTo>
                    <a:pt x="0" y="6"/>
                    <a:pt x="0" y="6"/>
                    <a:pt x="0" y="6"/>
                  </a:cubicBezTo>
                  <a:cubicBezTo>
                    <a:pt x="0" y="0"/>
                    <a:pt x="0" y="0"/>
                    <a:pt x="0" y="0"/>
                  </a:cubicBezTo>
                  <a:cubicBezTo>
                    <a:pt x="557" y="0"/>
                    <a:pt x="557" y="0"/>
                    <a:pt x="557" y="0"/>
                  </a:cubicBezTo>
                  <a:cubicBezTo>
                    <a:pt x="640" y="0"/>
                    <a:pt x="706" y="67"/>
                    <a:pt x="706" y="149"/>
                  </a:cubicBezTo>
                  <a:cubicBezTo>
                    <a:pt x="706" y="188"/>
                    <a:pt x="692" y="223"/>
                    <a:pt x="667" y="249"/>
                  </a:cubicBezTo>
                  <a:cubicBezTo>
                    <a:pt x="689" y="223"/>
                    <a:pt x="701" y="191"/>
                    <a:pt x="701" y="155"/>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4" name="Rectangle 33">
            <a:extLst>
              <a:ext uri="{FF2B5EF4-FFF2-40B4-BE49-F238E27FC236}">
                <a16:creationId xmlns:a16="http://schemas.microsoft.com/office/drawing/2014/main" id="{58712244-822F-4205-BF54-42F24C056327}"/>
              </a:ext>
            </a:extLst>
          </p:cNvPr>
          <p:cNvSpPr>
            <a:spLocks noChangeArrowheads="1"/>
          </p:cNvSpPr>
          <p:nvPr/>
        </p:nvSpPr>
        <p:spPr bwMode="auto">
          <a:xfrm>
            <a:off x="5219043" y="1187719"/>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2"/>
                </a:solidFill>
                <a:effectLst/>
                <a:latin typeface="Open Sans" panose="020B0606030504020204" pitchFamily="34" charset="0"/>
              </a:rPr>
              <a:t>01</a:t>
            </a:r>
            <a:endParaRPr kumimoji="0" lang="ru-UA" altLang="ru-UA" sz="1800" b="0" i="0" u="none" strike="noStrike" cap="none" normalizeH="0" baseline="0">
              <a:ln>
                <a:noFill/>
              </a:ln>
              <a:solidFill>
                <a:schemeClr val="accent2"/>
              </a:solidFill>
              <a:effectLst/>
            </a:endParaRPr>
          </a:p>
        </p:txBody>
      </p:sp>
      <p:sp>
        <p:nvSpPr>
          <p:cNvPr id="35" name="Rectangle 34">
            <a:extLst>
              <a:ext uri="{FF2B5EF4-FFF2-40B4-BE49-F238E27FC236}">
                <a16:creationId xmlns:a16="http://schemas.microsoft.com/office/drawing/2014/main" id="{93391C5E-ECF2-4B3D-B607-082F85BA869B}"/>
              </a:ext>
            </a:extLst>
          </p:cNvPr>
          <p:cNvSpPr>
            <a:spLocks noChangeArrowheads="1"/>
          </p:cNvSpPr>
          <p:nvPr/>
        </p:nvSpPr>
        <p:spPr bwMode="auto">
          <a:xfrm>
            <a:off x="5219043" y="2465656"/>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1"/>
                </a:solidFill>
                <a:effectLst/>
                <a:latin typeface="Open Sans" panose="020B0606030504020204" pitchFamily="34" charset="0"/>
              </a:rPr>
              <a:t>02</a:t>
            </a:r>
            <a:endParaRPr kumimoji="0" lang="ru-UA" altLang="ru-UA" sz="1800" b="0" i="0" u="none" strike="noStrike" cap="none" normalizeH="0" baseline="0">
              <a:ln>
                <a:noFill/>
              </a:ln>
              <a:solidFill>
                <a:schemeClr val="accent1"/>
              </a:solidFill>
              <a:effectLst/>
            </a:endParaRPr>
          </a:p>
        </p:txBody>
      </p:sp>
      <p:sp>
        <p:nvSpPr>
          <p:cNvPr id="36" name="Rectangle 35">
            <a:extLst>
              <a:ext uri="{FF2B5EF4-FFF2-40B4-BE49-F238E27FC236}">
                <a16:creationId xmlns:a16="http://schemas.microsoft.com/office/drawing/2014/main" id="{321D1205-E0A5-41FC-B877-304AD914B702}"/>
              </a:ext>
            </a:extLst>
          </p:cNvPr>
          <p:cNvSpPr>
            <a:spLocks noChangeArrowheads="1"/>
          </p:cNvSpPr>
          <p:nvPr/>
        </p:nvSpPr>
        <p:spPr bwMode="auto">
          <a:xfrm>
            <a:off x="5219043" y="3751531"/>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3"/>
                </a:solidFill>
                <a:effectLst/>
                <a:latin typeface="Open Sans" panose="020B0606030504020204" pitchFamily="34" charset="0"/>
              </a:rPr>
              <a:t>03</a:t>
            </a:r>
            <a:endParaRPr kumimoji="0" lang="ru-UA" altLang="ru-UA" sz="1800" b="0" i="0" u="none" strike="noStrike" cap="none" normalizeH="0" baseline="0">
              <a:ln>
                <a:noFill/>
              </a:ln>
              <a:solidFill>
                <a:schemeClr val="accent3"/>
              </a:solidFill>
              <a:effectLst/>
            </a:endParaRPr>
          </a:p>
        </p:txBody>
      </p:sp>
      <p:sp>
        <p:nvSpPr>
          <p:cNvPr id="37" name="Rectangle 36">
            <a:extLst>
              <a:ext uri="{FF2B5EF4-FFF2-40B4-BE49-F238E27FC236}">
                <a16:creationId xmlns:a16="http://schemas.microsoft.com/office/drawing/2014/main" id="{58660BD7-B9A8-42C8-86CF-80C28435F443}"/>
              </a:ext>
            </a:extLst>
          </p:cNvPr>
          <p:cNvSpPr>
            <a:spLocks noChangeArrowheads="1"/>
          </p:cNvSpPr>
          <p:nvPr/>
        </p:nvSpPr>
        <p:spPr bwMode="auto">
          <a:xfrm>
            <a:off x="5219043" y="5031056"/>
            <a:ext cx="628377"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300" b="1" i="0" u="none" strike="noStrike" cap="none" normalizeH="0" baseline="0">
                <a:ln>
                  <a:noFill/>
                </a:ln>
                <a:solidFill>
                  <a:schemeClr val="accent5"/>
                </a:solidFill>
                <a:effectLst/>
                <a:latin typeface="Open Sans" panose="020B0606030504020204" pitchFamily="34" charset="0"/>
              </a:rPr>
              <a:t>04</a:t>
            </a:r>
            <a:endParaRPr kumimoji="0" lang="ru-UA" altLang="ru-UA" sz="1800" b="0" i="0" u="none" strike="noStrike" cap="none" normalizeH="0" baseline="0">
              <a:ln>
                <a:noFill/>
              </a:ln>
              <a:solidFill>
                <a:schemeClr val="accent5"/>
              </a:solidFill>
              <a:effectLst/>
            </a:endParaRPr>
          </a:p>
        </p:txBody>
      </p:sp>
      <p:sp>
        <p:nvSpPr>
          <p:cNvPr id="38" name="Freeform 37">
            <a:extLst>
              <a:ext uri="{FF2B5EF4-FFF2-40B4-BE49-F238E27FC236}">
                <a16:creationId xmlns:a16="http://schemas.microsoft.com/office/drawing/2014/main" id="{553564DA-A792-4E39-A4A3-B0ACA5F54ADF}"/>
              </a:ext>
            </a:extLst>
          </p:cNvPr>
          <p:cNvSpPr>
            <a:spLocks noEditPoints="1"/>
          </p:cNvSpPr>
          <p:nvPr/>
        </p:nvSpPr>
        <p:spPr bwMode="auto">
          <a:xfrm>
            <a:off x="4302125" y="3856038"/>
            <a:ext cx="447675" cy="444500"/>
          </a:xfrm>
          <a:custGeom>
            <a:avLst/>
            <a:gdLst>
              <a:gd name="T0" fmla="*/ 51 w 132"/>
              <a:gd name="T1" fmla="*/ 27 h 131"/>
              <a:gd name="T2" fmla="*/ 66 w 132"/>
              <a:gd name="T3" fmla="*/ 12 h 131"/>
              <a:gd name="T4" fmla="*/ 81 w 132"/>
              <a:gd name="T5" fmla="*/ 27 h 131"/>
              <a:gd name="T6" fmla="*/ 66 w 132"/>
              <a:gd name="T7" fmla="*/ 42 h 131"/>
              <a:gd name="T8" fmla="*/ 51 w 132"/>
              <a:gd name="T9" fmla="*/ 27 h 131"/>
              <a:gd name="T10" fmla="*/ 85 w 132"/>
              <a:gd name="T11" fmla="*/ 48 h 131"/>
              <a:gd name="T12" fmla="*/ 47 w 132"/>
              <a:gd name="T13" fmla="*/ 48 h 131"/>
              <a:gd name="T14" fmla="*/ 42 w 132"/>
              <a:gd name="T15" fmla="*/ 53 h 131"/>
              <a:gd name="T16" fmla="*/ 42 w 132"/>
              <a:gd name="T17" fmla="*/ 86 h 131"/>
              <a:gd name="T18" fmla="*/ 47 w 132"/>
              <a:gd name="T19" fmla="*/ 91 h 131"/>
              <a:gd name="T20" fmla="*/ 51 w 132"/>
              <a:gd name="T21" fmla="*/ 91 h 131"/>
              <a:gd name="T22" fmla="*/ 51 w 132"/>
              <a:gd name="T23" fmla="*/ 126 h 131"/>
              <a:gd name="T24" fmla="*/ 56 w 132"/>
              <a:gd name="T25" fmla="*/ 131 h 131"/>
              <a:gd name="T26" fmla="*/ 76 w 132"/>
              <a:gd name="T27" fmla="*/ 131 h 131"/>
              <a:gd name="T28" fmla="*/ 81 w 132"/>
              <a:gd name="T29" fmla="*/ 126 h 131"/>
              <a:gd name="T30" fmla="*/ 81 w 132"/>
              <a:gd name="T31" fmla="*/ 91 h 131"/>
              <a:gd name="T32" fmla="*/ 85 w 132"/>
              <a:gd name="T33" fmla="*/ 91 h 131"/>
              <a:gd name="T34" fmla="*/ 90 w 132"/>
              <a:gd name="T35" fmla="*/ 86 h 131"/>
              <a:gd name="T36" fmla="*/ 90 w 132"/>
              <a:gd name="T37" fmla="*/ 53 h 131"/>
              <a:gd name="T38" fmla="*/ 85 w 132"/>
              <a:gd name="T39" fmla="*/ 48 h 131"/>
              <a:gd name="T40" fmla="*/ 109 w 132"/>
              <a:gd name="T41" fmla="*/ 27 h 131"/>
              <a:gd name="T42" fmla="*/ 123 w 132"/>
              <a:gd name="T43" fmla="*/ 13 h 131"/>
              <a:gd name="T44" fmla="*/ 109 w 132"/>
              <a:gd name="T45" fmla="*/ 0 h 131"/>
              <a:gd name="T46" fmla="*/ 96 w 132"/>
              <a:gd name="T47" fmla="*/ 13 h 131"/>
              <a:gd name="T48" fmla="*/ 109 w 132"/>
              <a:gd name="T49" fmla="*/ 27 h 131"/>
              <a:gd name="T50" fmla="*/ 127 w 132"/>
              <a:gd name="T51" fmla="*/ 33 h 131"/>
              <a:gd name="T52" fmla="*/ 91 w 132"/>
              <a:gd name="T53" fmla="*/ 33 h 131"/>
              <a:gd name="T54" fmla="*/ 87 w 132"/>
              <a:gd name="T55" fmla="*/ 37 h 131"/>
              <a:gd name="T56" fmla="*/ 87 w 132"/>
              <a:gd name="T57" fmla="*/ 38 h 131"/>
              <a:gd name="T58" fmla="*/ 100 w 132"/>
              <a:gd name="T59" fmla="*/ 53 h 131"/>
              <a:gd name="T60" fmla="*/ 100 w 132"/>
              <a:gd name="T61" fmla="*/ 86 h 131"/>
              <a:gd name="T62" fmla="*/ 96 w 132"/>
              <a:gd name="T63" fmla="*/ 97 h 131"/>
              <a:gd name="T64" fmla="*/ 96 w 132"/>
              <a:gd name="T65" fmla="*/ 105 h 131"/>
              <a:gd name="T66" fmla="*/ 100 w 132"/>
              <a:gd name="T67" fmla="*/ 110 h 131"/>
              <a:gd name="T68" fmla="*/ 118 w 132"/>
              <a:gd name="T69" fmla="*/ 110 h 131"/>
              <a:gd name="T70" fmla="*/ 123 w 132"/>
              <a:gd name="T71" fmla="*/ 105 h 131"/>
              <a:gd name="T72" fmla="*/ 123 w 132"/>
              <a:gd name="T73" fmla="*/ 73 h 131"/>
              <a:gd name="T74" fmla="*/ 127 w 132"/>
              <a:gd name="T75" fmla="*/ 73 h 131"/>
              <a:gd name="T76" fmla="*/ 132 w 132"/>
              <a:gd name="T77" fmla="*/ 68 h 131"/>
              <a:gd name="T78" fmla="*/ 132 w 132"/>
              <a:gd name="T79" fmla="*/ 37 h 131"/>
              <a:gd name="T80" fmla="*/ 127 w 132"/>
              <a:gd name="T81" fmla="*/ 33 h 131"/>
              <a:gd name="T82" fmla="*/ 36 w 132"/>
              <a:gd name="T83" fmla="*/ 13 h 131"/>
              <a:gd name="T84" fmla="*/ 23 w 132"/>
              <a:gd name="T85" fmla="*/ 0 h 131"/>
              <a:gd name="T86" fmla="*/ 9 w 132"/>
              <a:gd name="T87" fmla="*/ 13 h 131"/>
              <a:gd name="T88" fmla="*/ 23 w 132"/>
              <a:gd name="T89" fmla="*/ 27 h 131"/>
              <a:gd name="T90" fmla="*/ 36 w 132"/>
              <a:gd name="T91" fmla="*/ 13 h 131"/>
              <a:gd name="T92" fmla="*/ 0 w 132"/>
              <a:gd name="T93" fmla="*/ 37 h 131"/>
              <a:gd name="T94" fmla="*/ 0 w 132"/>
              <a:gd name="T95" fmla="*/ 68 h 131"/>
              <a:gd name="T96" fmla="*/ 4 w 132"/>
              <a:gd name="T97" fmla="*/ 73 h 131"/>
              <a:gd name="T98" fmla="*/ 9 w 132"/>
              <a:gd name="T99" fmla="*/ 73 h 131"/>
              <a:gd name="T100" fmla="*/ 9 w 132"/>
              <a:gd name="T101" fmla="*/ 105 h 131"/>
              <a:gd name="T102" fmla="*/ 13 w 132"/>
              <a:gd name="T103" fmla="*/ 110 h 131"/>
              <a:gd name="T104" fmla="*/ 31 w 132"/>
              <a:gd name="T105" fmla="*/ 110 h 131"/>
              <a:gd name="T106" fmla="*/ 36 w 132"/>
              <a:gd name="T107" fmla="*/ 105 h 131"/>
              <a:gd name="T108" fmla="*/ 36 w 132"/>
              <a:gd name="T109" fmla="*/ 97 h 131"/>
              <a:gd name="T110" fmla="*/ 31 w 132"/>
              <a:gd name="T111" fmla="*/ 86 h 131"/>
              <a:gd name="T112" fmla="*/ 31 w 132"/>
              <a:gd name="T113" fmla="*/ 53 h 131"/>
              <a:gd name="T114" fmla="*/ 45 w 132"/>
              <a:gd name="T115" fmla="*/ 38 h 131"/>
              <a:gd name="T116" fmla="*/ 45 w 132"/>
              <a:gd name="T117" fmla="*/ 37 h 131"/>
              <a:gd name="T118" fmla="*/ 40 w 132"/>
              <a:gd name="T119" fmla="*/ 33 h 131"/>
              <a:gd name="T120" fmla="*/ 4 w 132"/>
              <a:gd name="T121" fmla="*/ 33 h 131"/>
              <a:gd name="T122" fmla="*/ 0 w 132"/>
              <a:gd name="T123" fmla="*/ 3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 h="131">
                <a:moveTo>
                  <a:pt x="51" y="27"/>
                </a:moveTo>
                <a:cubicBezTo>
                  <a:pt x="51" y="19"/>
                  <a:pt x="58" y="12"/>
                  <a:pt x="66" y="12"/>
                </a:cubicBezTo>
                <a:cubicBezTo>
                  <a:pt x="74" y="12"/>
                  <a:pt x="81" y="19"/>
                  <a:pt x="81" y="27"/>
                </a:cubicBezTo>
                <a:cubicBezTo>
                  <a:pt x="81" y="35"/>
                  <a:pt x="74" y="42"/>
                  <a:pt x="66" y="42"/>
                </a:cubicBezTo>
                <a:cubicBezTo>
                  <a:pt x="58" y="42"/>
                  <a:pt x="51" y="35"/>
                  <a:pt x="51" y="27"/>
                </a:cubicBezTo>
                <a:close/>
                <a:moveTo>
                  <a:pt x="85" y="48"/>
                </a:moveTo>
                <a:cubicBezTo>
                  <a:pt x="47" y="48"/>
                  <a:pt x="47" y="48"/>
                  <a:pt x="47" y="48"/>
                </a:cubicBezTo>
                <a:cubicBezTo>
                  <a:pt x="44" y="48"/>
                  <a:pt x="42" y="50"/>
                  <a:pt x="42" y="53"/>
                </a:cubicBezTo>
                <a:cubicBezTo>
                  <a:pt x="42" y="86"/>
                  <a:pt x="42" y="86"/>
                  <a:pt x="42" y="86"/>
                </a:cubicBezTo>
                <a:cubicBezTo>
                  <a:pt x="42" y="89"/>
                  <a:pt x="44" y="91"/>
                  <a:pt x="47" y="91"/>
                </a:cubicBezTo>
                <a:cubicBezTo>
                  <a:pt x="51" y="91"/>
                  <a:pt x="51" y="91"/>
                  <a:pt x="51" y="91"/>
                </a:cubicBezTo>
                <a:cubicBezTo>
                  <a:pt x="51" y="126"/>
                  <a:pt x="51" y="126"/>
                  <a:pt x="51" y="126"/>
                </a:cubicBezTo>
                <a:cubicBezTo>
                  <a:pt x="51" y="129"/>
                  <a:pt x="54" y="131"/>
                  <a:pt x="56" y="131"/>
                </a:cubicBezTo>
                <a:cubicBezTo>
                  <a:pt x="76" y="131"/>
                  <a:pt x="76" y="131"/>
                  <a:pt x="76" y="131"/>
                </a:cubicBezTo>
                <a:cubicBezTo>
                  <a:pt x="79" y="131"/>
                  <a:pt x="81" y="129"/>
                  <a:pt x="81" y="126"/>
                </a:cubicBezTo>
                <a:cubicBezTo>
                  <a:pt x="81" y="91"/>
                  <a:pt x="81" y="91"/>
                  <a:pt x="81" y="91"/>
                </a:cubicBezTo>
                <a:cubicBezTo>
                  <a:pt x="85" y="91"/>
                  <a:pt x="85" y="91"/>
                  <a:pt x="85" y="91"/>
                </a:cubicBezTo>
                <a:cubicBezTo>
                  <a:pt x="88" y="91"/>
                  <a:pt x="90" y="89"/>
                  <a:pt x="90" y="86"/>
                </a:cubicBezTo>
                <a:cubicBezTo>
                  <a:pt x="90" y="53"/>
                  <a:pt x="90" y="53"/>
                  <a:pt x="90" y="53"/>
                </a:cubicBezTo>
                <a:cubicBezTo>
                  <a:pt x="90" y="50"/>
                  <a:pt x="88" y="48"/>
                  <a:pt x="85" y="48"/>
                </a:cubicBezTo>
                <a:close/>
                <a:moveTo>
                  <a:pt x="109" y="27"/>
                </a:moveTo>
                <a:cubicBezTo>
                  <a:pt x="117" y="27"/>
                  <a:pt x="123" y="21"/>
                  <a:pt x="123" y="13"/>
                </a:cubicBezTo>
                <a:cubicBezTo>
                  <a:pt x="123" y="6"/>
                  <a:pt x="117" y="0"/>
                  <a:pt x="109" y="0"/>
                </a:cubicBezTo>
                <a:cubicBezTo>
                  <a:pt x="102" y="0"/>
                  <a:pt x="96" y="6"/>
                  <a:pt x="96" y="13"/>
                </a:cubicBezTo>
                <a:cubicBezTo>
                  <a:pt x="96" y="21"/>
                  <a:pt x="102" y="27"/>
                  <a:pt x="109" y="27"/>
                </a:cubicBezTo>
                <a:close/>
                <a:moveTo>
                  <a:pt x="127" y="33"/>
                </a:moveTo>
                <a:cubicBezTo>
                  <a:pt x="91" y="33"/>
                  <a:pt x="91" y="33"/>
                  <a:pt x="91" y="33"/>
                </a:cubicBezTo>
                <a:cubicBezTo>
                  <a:pt x="89" y="33"/>
                  <a:pt x="87" y="35"/>
                  <a:pt x="87" y="37"/>
                </a:cubicBezTo>
                <a:cubicBezTo>
                  <a:pt x="87" y="38"/>
                  <a:pt x="87" y="38"/>
                  <a:pt x="87" y="38"/>
                </a:cubicBezTo>
                <a:cubicBezTo>
                  <a:pt x="94" y="39"/>
                  <a:pt x="100" y="45"/>
                  <a:pt x="100" y="53"/>
                </a:cubicBezTo>
                <a:cubicBezTo>
                  <a:pt x="100" y="86"/>
                  <a:pt x="100" y="86"/>
                  <a:pt x="100" y="86"/>
                </a:cubicBezTo>
                <a:cubicBezTo>
                  <a:pt x="100" y="90"/>
                  <a:pt x="99" y="94"/>
                  <a:pt x="96" y="97"/>
                </a:cubicBezTo>
                <a:cubicBezTo>
                  <a:pt x="96" y="105"/>
                  <a:pt x="96" y="105"/>
                  <a:pt x="96" y="105"/>
                </a:cubicBezTo>
                <a:cubicBezTo>
                  <a:pt x="96" y="108"/>
                  <a:pt x="98" y="110"/>
                  <a:pt x="100" y="110"/>
                </a:cubicBezTo>
                <a:cubicBezTo>
                  <a:pt x="118" y="110"/>
                  <a:pt x="118" y="110"/>
                  <a:pt x="118" y="110"/>
                </a:cubicBezTo>
                <a:cubicBezTo>
                  <a:pt x="121" y="110"/>
                  <a:pt x="123" y="108"/>
                  <a:pt x="123" y="105"/>
                </a:cubicBezTo>
                <a:cubicBezTo>
                  <a:pt x="123" y="73"/>
                  <a:pt x="123" y="73"/>
                  <a:pt x="123" y="73"/>
                </a:cubicBezTo>
                <a:cubicBezTo>
                  <a:pt x="127" y="73"/>
                  <a:pt x="127" y="73"/>
                  <a:pt x="127" y="73"/>
                </a:cubicBezTo>
                <a:cubicBezTo>
                  <a:pt x="130" y="73"/>
                  <a:pt x="132" y="71"/>
                  <a:pt x="132" y="68"/>
                </a:cubicBezTo>
                <a:cubicBezTo>
                  <a:pt x="132" y="37"/>
                  <a:pt x="132" y="37"/>
                  <a:pt x="132" y="37"/>
                </a:cubicBezTo>
                <a:cubicBezTo>
                  <a:pt x="132" y="35"/>
                  <a:pt x="130" y="33"/>
                  <a:pt x="127" y="33"/>
                </a:cubicBezTo>
                <a:close/>
                <a:moveTo>
                  <a:pt x="36" y="13"/>
                </a:moveTo>
                <a:cubicBezTo>
                  <a:pt x="36" y="6"/>
                  <a:pt x="30" y="0"/>
                  <a:pt x="23" y="0"/>
                </a:cubicBezTo>
                <a:cubicBezTo>
                  <a:pt x="15" y="0"/>
                  <a:pt x="9" y="6"/>
                  <a:pt x="9" y="13"/>
                </a:cubicBezTo>
                <a:cubicBezTo>
                  <a:pt x="9" y="21"/>
                  <a:pt x="15" y="27"/>
                  <a:pt x="23" y="27"/>
                </a:cubicBezTo>
                <a:cubicBezTo>
                  <a:pt x="30" y="27"/>
                  <a:pt x="36" y="21"/>
                  <a:pt x="36" y="13"/>
                </a:cubicBezTo>
                <a:close/>
                <a:moveTo>
                  <a:pt x="0" y="37"/>
                </a:moveTo>
                <a:cubicBezTo>
                  <a:pt x="0" y="68"/>
                  <a:pt x="0" y="68"/>
                  <a:pt x="0" y="68"/>
                </a:cubicBezTo>
                <a:cubicBezTo>
                  <a:pt x="0" y="71"/>
                  <a:pt x="2" y="73"/>
                  <a:pt x="4" y="73"/>
                </a:cubicBezTo>
                <a:cubicBezTo>
                  <a:pt x="9" y="73"/>
                  <a:pt x="9" y="73"/>
                  <a:pt x="9" y="73"/>
                </a:cubicBezTo>
                <a:cubicBezTo>
                  <a:pt x="9" y="105"/>
                  <a:pt x="9" y="105"/>
                  <a:pt x="9" y="105"/>
                </a:cubicBezTo>
                <a:cubicBezTo>
                  <a:pt x="9" y="108"/>
                  <a:pt x="11" y="110"/>
                  <a:pt x="13" y="110"/>
                </a:cubicBezTo>
                <a:cubicBezTo>
                  <a:pt x="31" y="110"/>
                  <a:pt x="31" y="110"/>
                  <a:pt x="31" y="110"/>
                </a:cubicBezTo>
                <a:cubicBezTo>
                  <a:pt x="34" y="110"/>
                  <a:pt x="36" y="108"/>
                  <a:pt x="36" y="105"/>
                </a:cubicBezTo>
                <a:cubicBezTo>
                  <a:pt x="36" y="97"/>
                  <a:pt x="36" y="97"/>
                  <a:pt x="36" y="97"/>
                </a:cubicBezTo>
                <a:cubicBezTo>
                  <a:pt x="33" y="94"/>
                  <a:pt x="31" y="90"/>
                  <a:pt x="31" y="86"/>
                </a:cubicBezTo>
                <a:cubicBezTo>
                  <a:pt x="31" y="53"/>
                  <a:pt x="31" y="53"/>
                  <a:pt x="31" y="53"/>
                </a:cubicBezTo>
                <a:cubicBezTo>
                  <a:pt x="31" y="45"/>
                  <a:pt x="37" y="39"/>
                  <a:pt x="45" y="38"/>
                </a:cubicBezTo>
                <a:cubicBezTo>
                  <a:pt x="45" y="37"/>
                  <a:pt x="45" y="37"/>
                  <a:pt x="45" y="37"/>
                </a:cubicBezTo>
                <a:cubicBezTo>
                  <a:pt x="45" y="35"/>
                  <a:pt x="43" y="33"/>
                  <a:pt x="40" y="33"/>
                </a:cubicBezTo>
                <a:cubicBezTo>
                  <a:pt x="4" y="33"/>
                  <a:pt x="4" y="33"/>
                  <a:pt x="4" y="33"/>
                </a:cubicBezTo>
                <a:cubicBezTo>
                  <a:pt x="2" y="33"/>
                  <a:pt x="0" y="35"/>
                  <a:pt x="0" y="37"/>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solidFill>
                <a:schemeClr val="bg2"/>
              </a:solidFill>
            </a:endParaRPr>
          </a:p>
        </p:txBody>
      </p:sp>
      <p:sp>
        <p:nvSpPr>
          <p:cNvPr id="39" name="Freeform 38">
            <a:extLst>
              <a:ext uri="{FF2B5EF4-FFF2-40B4-BE49-F238E27FC236}">
                <a16:creationId xmlns:a16="http://schemas.microsoft.com/office/drawing/2014/main" id="{CC8E28C4-841B-4CEF-A374-2B820A133689}"/>
              </a:ext>
            </a:extLst>
          </p:cNvPr>
          <p:cNvSpPr>
            <a:spLocks noEditPoints="1"/>
          </p:cNvSpPr>
          <p:nvPr/>
        </p:nvSpPr>
        <p:spPr bwMode="auto">
          <a:xfrm>
            <a:off x="4325938" y="5091113"/>
            <a:ext cx="400050" cy="539750"/>
          </a:xfrm>
          <a:custGeom>
            <a:avLst/>
            <a:gdLst>
              <a:gd name="T0" fmla="*/ 59 w 118"/>
              <a:gd name="T1" fmla="*/ 36 h 159"/>
              <a:gd name="T2" fmla="*/ 35 w 118"/>
              <a:gd name="T3" fmla="*/ 27 h 159"/>
              <a:gd name="T4" fmla="*/ 59 w 118"/>
              <a:gd name="T5" fmla="*/ 0 h 159"/>
              <a:gd name="T6" fmla="*/ 83 w 118"/>
              <a:gd name="T7" fmla="*/ 27 h 159"/>
              <a:gd name="T8" fmla="*/ 59 w 118"/>
              <a:gd name="T9" fmla="*/ 36 h 159"/>
              <a:gd name="T10" fmla="*/ 85 w 118"/>
              <a:gd name="T11" fmla="*/ 120 h 159"/>
              <a:gd name="T12" fmla="*/ 33 w 118"/>
              <a:gd name="T13" fmla="*/ 120 h 159"/>
              <a:gd name="T14" fmla="*/ 38 w 118"/>
              <a:gd name="T15" fmla="*/ 132 h 159"/>
              <a:gd name="T16" fmla="*/ 80 w 118"/>
              <a:gd name="T17" fmla="*/ 132 h 159"/>
              <a:gd name="T18" fmla="*/ 85 w 118"/>
              <a:gd name="T19" fmla="*/ 120 h 159"/>
              <a:gd name="T20" fmla="*/ 44 w 118"/>
              <a:gd name="T21" fmla="*/ 137 h 159"/>
              <a:gd name="T22" fmla="*/ 44 w 118"/>
              <a:gd name="T23" fmla="*/ 138 h 159"/>
              <a:gd name="T24" fmla="*/ 59 w 118"/>
              <a:gd name="T25" fmla="*/ 159 h 159"/>
              <a:gd name="T26" fmla="*/ 74 w 118"/>
              <a:gd name="T27" fmla="*/ 138 h 159"/>
              <a:gd name="T28" fmla="*/ 74 w 118"/>
              <a:gd name="T29" fmla="*/ 137 h 159"/>
              <a:gd name="T30" fmla="*/ 44 w 118"/>
              <a:gd name="T31" fmla="*/ 137 h 159"/>
              <a:gd name="T32" fmla="*/ 59 w 118"/>
              <a:gd name="T33" fmla="*/ 63 h 159"/>
              <a:gd name="T34" fmla="*/ 50 w 118"/>
              <a:gd name="T35" fmla="*/ 73 h 159"/>
              <a:gd name="T36" fmla="*/ 59 w 118"/>
              <a:gd name="T37" fmla="*/ 82 h 159"/>
              <a:gd name="T38" fmla="*/ 68 w 118"/>
              <a:gd name="T39" fmla="*/ 73 h 159"/>
              <a:gd name="T40" fmla="*/ 59 w 118"/>
              <a:gd name="T41" fmla="*/ 63 h 159"/>
              <a:gd name="T42" fmla="*/ 95 w 118"/>
              <a:gd name="T43" fmla="*/ 62 h 159"/>
              <a:gd name="T44" fmla="*/ 88 w 118"/>
              <a:gd name="T45" fmla="*/ 114 h 159"/>
              <a:gd name="T46" fmla="*/ 30 w 118"/>
              <a:gd name="T47" fmla="*/ 114 h 159"/>
              <a:gd name="T48" fmla="*/ 23 w 118"/>
              <a:gd name="T49" fmla="*/ 62 h 159"/>
              <a:gd name="T50" fmla="*/ 31 w 118"/>
              <a:gd name="T51" fmla="*/ 32 h 159"/>
              <a:gd name="T52" fmla="*/ 59 w 118"/>
              <a:gd name="T53" fmla="*/ 42 h 159"/>
              <a:gd name="T54" fmla="*/ 86 w 118"/>
              <a:gd name="T55" fmla="*/ 32 h 159"/>
              <a:gd name="T56" fmla="*/ 95 w 118"/>
              <a:gd name="T57" fmla="*/ 62 h 159"/>
              <a:gd name="T58" fmla="*/ 76 w 118"/>
              <a:gd name="T59" fmla="*/ 73 h 159"/>
              <a:gd name="T60" fmla="*/ 59 w 118"/>
              <a:gd name="T61" fmla="*/ 55 h 159"/>
              <a:gd name="T62" fmla="*/ 42 w 118"/>
              <a:gd name="T63" fmla="*/ 73 h 159"/>
              <a:gd name="T64" fmla="*/ 59 w 118"/>
              <a:gd name="T65" fmla="*/ 90 h 159"/>
              <a:gd name="T66" fmla="*/ 76 w 118"/>
              <a:gd name="T67" fmla="*/ 73 h 159"/>
              <a:gd name="T68" fmla="*/ 18 w 118"/>
              <a:gd name="T69" fmla="*/ 87 h 159"/>
              <a:gd name="T70" fmla="*/ 0 w 118"/>
              <a:gd name="T71" fmla="*/ 128 h 159"/>
              <a:gd name="T72" fmla="*/ 25 w 118"/>
              <a:gd name="T73" fmla="*/ 115 h 159"/>
              <a:gd name="T74" fmla="*/ 18 w 118"/>
              <a:gd name="T75" fmla="*/ 87 h 159"/>
              <a:gd name="T76" fmla="*/ 93 w 118"/>
              <a:gd name="T77" fmla="*/ 115 h 159"/>
              <a:gd name="T78" fmla="*/ 118 w 118"/>
              <a:gd name="T79" fmla="*/ 128 h 159"/>
              <a:gd name="T80" fmla="*/ 99 w 118"/>
              <a:gd name="T81" fmla="*/ 87 h 159"/>
              <a:gd name="T82" fmla="*/ 93 w 118"/>
              <a:gd name="T83" fmla="*/ 11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59">
                <a:moveTo>
                  <a:pt x="59" y="36"/>
                </a:moveTo>
                <a:cubicBezTo>
                  <a:pt x="50" y="36"/>
                  <a:pt x="42" y="33"/>
                  <a:pt x="35" y="27"/>
                </a:cubicBezTo>
                <a:cubicBezTo>
                  <a:pt x="46" y="11"/>
                  <a:pt x="59" y="0"/>
                  <a:pt x="59" y="0"/>
                </a:cubicBezTo>
                <a:cubicBezTo>
                  <a:pt x="59" y="0"/>
                  <a:pt x="72" y="11"/>
                  <a:pt x="83" y="27"/>
                </a:cubicBezTo>
                <a:cubicBezTo>
                  <a:pt x="76" y="33"/>
                  <a:pt x="68" y="36"/>
                  <a:pt x="59" y="36"/>
                </a:cubicBezTo>
                <a:close/>
                <a:moveTo>
                  <a:pt x="85" y="120"/>
                </a:moveTo>
                <a:cubicBezTo>
                  <a:pt x="33" y="120"/>
                  <a:pt x="33" y="120"/>
                  <a:pt x="33" y="120"/>
                </a:cubicBezTo>
                <a:cubicBezTo>
                  <a:pt x="38" y="132"/>
                  <a:pt x="38" y="132"/>
                  <a:pt x="38" y="132"/>
                </a:cubicBezTo>
                <a:cubicBezTo>
                  <a:pt x="80" y="132"/>
                  <a:pt x="80" y="132"/>
                  <a:pt x="80" y="132"/>
                </a:cubicBezTo>
                <a:lnTo>
                  <a:pt x="85" y="120"/>
                </a:lnTo>
                <a:close/>
                <a:moveTo>
                  <a:pt x="44" y="137"/>
                </a:moveTo>
                <a:cubicBezTo>
                  <a:pt x="44" y="137"/>
                  <a:pt x="44" y="137"/>
                  <a:pt x="44" y="138"/>
                </a:cubicBezTo>
                <a:cubicBezTo>
                  <a:pt x="44" y="150"/>
                  <a:pt x="59" y="159"/>
                  <a:pt x="59" y="159"/>
                </a:cubicBezTo>
                <a:cubicBezTo>
                  <a:pt x="59" y="159"/>
                  <a:pt x="74" y="150"/>
                  <a:pt x="74" y="138"/>
                </a:cubicBezTo>
                <a:cubicBezTo>
                  <a:pt x="74" y="137"/>
                  <a:pt x="74" y="137"/>
                  <a:pt x="74" y="137"/>
                </a:cubicBezTo>
                <a:lnTo>
                  <a:pt x="44" y="137"/>
                </a:lnTo>
                <a:close/>
                <a:moveTo>
                  <a:pt x="59" y="63"/>
                </a:moveTo>
                <a:cubicBezTo>
                  <a:pt x="54" y="63"/>
                  <a:pt x="50" y="67"/>
                  <a:pt x="50" y="73"/>
                </a:cubicBezTo>
                <a:cubicBezTo>
                  <a:pt x="50" y="78"/>
                  <a:pt x="54" y="82"/>
                  <a:pt x="59" y="82"/>
                </a:cubicBezTo>
                <a:cubicBezTo>
                  <a:pt x="64" y="82"/>
                  <a:pt x="68" y="78"/>
                  <a:pt x="68" y="73"/>
                </a:cubicBezTo>
                <a:cubicBezTo>
                  <a:pt x="68" y="67"/>
                  <a:pt x="64" y="63"/>
                  <a:pt x="59" y="63"/>
                </a:cubicBezTo>
                <a:close/>
                <a:moveTo>
                  <a:pt x="95" y="62"/>
                </a:moveTo>
                <a:cubicBezTo>
                  <a:pt x="95" y="77"/>
                  <a:pt x="92" y="103"/>
                  <a:pt x="88" y="114"/>
                </a:cubicBezTo>
                <a:cubicBezTo>
                  <a:pt x="30" y="114"/>
                  <a:pt x="30" y="114"/>
                  <a:pt x="30" y="114"/>
                </a:cubicBezTo>
                <a:cubicBezTo>
                  <a:pt x="26" y="103"/>
                  <a:pt x="23" y="77"/>
                  <a:pt x="23" y="62"/>
                </a:cubicBezTo>
                <a:cubicBezTo>
                  <a:pt x="23" y="52"/>
                  <a:pt x="27" y="41"/>
                  <a:pt x="31" y="32"/>
                </a:cubicBezTo>
                <a:cubicBezTo>
                  <a:pt x="39" y="39"/>
                  <a:pt x="48" y="42"/>
                  <a:pt x="59" y="42"/>
                </a:cubicBezTo>
                <a:cubicBezTo>
                  <a:pt x="69" y="42"/>
                  <a:pt x="79" y="39"/>
                  <a:pt x="86" y="32"/>
                </a:cubicBezTo>
                <a:cubicBezTo>
                  <a:pt x="91" y="41"/>
                  <a:pt x="95" y="52"/>
                  <a:pt x="95" y="62"/>
                </a:cubicBezTo>
                <a:close/>
                <a:moveTo>
                  <a:pt x="76" y="73"/>
                </a:moveTo>
                <a:cubicBezTo>
                  <a:pt x="76" y="63"/>
                  <a:pt x="68" y="55"/>
                  <a:pt x="59" y="55"/>
                </a:cubicBezTo>
                <a:cubicBezTo>
                  <a:pt x="50" y="55"/>
                  <a:pt x="42" y="63"/>
                  <a:pt x="42" y="73"/>
                </a:cubicBezTo>
                <a:cubicBezTo>
                  <a:pt x="42" y="82"/>
                  <a:pt x="50" y="90"/>
                  <a:pt x="59" y="90"/>
                </a:cubicBezTo>
                <a:cubicBezTo>
                  <a:pt x="68" y="90"/>
                  <a:pt x="76" y="82"/>
                  <a:pt x="76" y="73"/>
                </a:cubicBezTo>
                <a:close/>
                <a:moveTo>
                  <a:pt x="18" y="87"/>
                </a:moveTo>
                <a:cubicBezTo>
                  <a:pt x="10" y="94"/>
                  <a:pt x="2" y="112"/>
                  <a:pt x="0" y="128"/>
                </a:cubicBezTo>
                <a:cubicBezTo>
                  <a:pt x="25" y="115"/>
                  <a:pt x="25" y="115"/>
                  <a:pt x="25" y="115"/>
                </a:cubicBezTo>
                <a:cubicBezTo>
                  <a:pt x="22" y="106"/>
                  <a:pt x="20" y="97"/>
                  <a:pt x="18" y="87"/>
                </a:cubicBezTo>
                <a:close/>
                <a:moveTo>
                  <a:pt x="93" y="115"/>
                </a:moveTo>
                <a:cubicBezTo>
                  <a:pt x="118" y="128"/>
                  <a:pt x="118" y="128"/>
                  <a:pt x="118" y="128"/>
                </a:cubicBezTo>
                <a:cubicBezTo>
                  <a:pt x="116" y="112"/>
                  <a:pt x="107" y="94"/>
                  <a:pt x="99" y="87"/>
                </a:cubicBezTo>
                <a:cubicBezTo>
                  <a:pt x="98" y="97"/>
                  <a:pt x="96" y="106"/>
                  <a:pt x="93" y="115"/>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solidFill>
                <a:schemeClr val="bg2"/>
              </a:solidFill>
            </a:endParaRPr>
          </a:p>
        </p:txBody>
      </p:sp>
      <p:sp>
        <p:nvSpPr>
          <p:cNvPr id="40" name="Freeform 39">
            <a:extLst>
              <a:ext uri="{FF2B5EF4-FFF2-40B4-BE49-F238E27FC236}">
                <a16:creationId xmlns:a16="http://schemas.microsoft.com/office/drawing/2014/main" id="{ADB5F496-8212-4B5E-9C52-ADB6DD68105C}"/>
              </a:ext>
            </a:extLst>
          </p:cNvPr>
          <p:cNvSpPr>
            <a:spLocks noEditPoints="1"/>
          </p:cNvSpPr>
          <p:nvPr/>
        </p:nvSpPr>
        <p:spPr bwMode="auto">
          <a:xfrm>
            <a:off x="4311650" y="1236663"/>
            <a:ext cx="438150" cy="488950"/>
          </a:xfrm>
          <a:custGeom>
            <a:avLst/>
            <a:gdLst>
              <a:gd name="T0" fmla="*/ 125 w 129"/>
              <a:gd name="T1" fmla="*/ 36 h 144"/>
              <a:gd name="T2" fmla="*/ 32 w 129"/>
              <a:gd name="T3" fmla="*/ 16 h 144"/>
              <a:gd name="T4" fmla="*/ 14 w 129"/>
              <a:gd name="T5" fmla="*/ 62 h 144"/>
              <a:gd name="T6" fmla="*/ 1 w 129"/>
              <a:gd name="T7" fmla="*/ 97 h 144"/>
              <a:gd name="T8" fmla="*/ 17 w 129"/>
              <a:gd name="T9" fmla="*/ 102 h 144"/>
              <a:gd name="T10" fmla="*/ 23 w 129"/>
              <a:gd name="T11" fmla="*/ 130 h 144"/>
              <a:gd name="T12" fmla="*/ 38 w 129"/>
              <a:gd name="T13" fmla="*/ 131 h 144"/>
              <a:gd name="T14" fmla="*/ 106 w 129"/>
              <a:gd name="T15" fmla="*/ 144 h 144"/>
              <a:gd name="T16" fmla="*/ 106 w 129"/>
              <a:gd name="T17" fmla="*/ 120 h 144"/>
              <a:gd name="T18" fmla="*/ 129 w 129"/>
              <a:gd name="T19" fmla="*/ 59 h 144"/>
              <a:gd name="T20" fmla="*/ 129 w 129"/>
              <a:gd name="T21" fmla="*/ 58 h 144"/>
              <a:gd name="T22" fmla="*/ 33 w 129"/>
              <a:gd name="T23" fmla="*/ 58 h 144"/>
              <a:gd name="T24" fmla="*/ 110 w 129"/>
              <a:gd name="T25" fmla="*/ 58 h 144"/>
              <a:gd name="T26" fmla="*/ 103 w 129"/>
              <a:gd name="T27" fmla="*/ 62 h 144"/>
              <a:gd name="T28" fmla="*/ 94 w 129"/>
              <a:gd name="T29" fmla="*/ 50 h 144"/>
              <a:gd name="T30" fmla="*/ 97 w 129"/>
              <a:gd name="T31" fmla="*/ 38 h 144"/>
              <a:gd name="T32" fmla="*/ 82 w 129"/>
              <a:gd name="T33" fmla="*/ 36 h 144"/>
              <a:gd name="T34" fmla="*/ 75 w 129"/>
              <a:gd name="T35" fmla="*/ 26 h 144"/>
              <a:gd name="T36" fmla="*/ 64 w 129"/>
              <a:gd name="T37" fmla="*/ 35 h 144"/>
              <a:gd name="T38" fmla="*/ 52 w 129"/>
              <a:gd name="T39" fmla="*/ 32 h 144"/>
              <a:gd name="T40" fmla="*/ 50 w 129"/>
              <a:gd name="T41" fmla="*/ 47 h 144"/>
              <a:gd name="T42" fmla="*/ 39 w 129"/>
              <a:gd name="T43" fmla="*/ 54 h 144"/>
              <a:gd name="T44" fmla="*/ 49 w 129"/>
              <a:gd name="T45" fmla="*/ 66 h 144"/>
              <a:gd name="T46" fmla="*/ 46 w 129"/>
              <a:gd name="T47" fmla="*/ 78 h 144"/>
              <a:gd name="T48" fmla="*/ 61 w 129"/>
              <a:gd name="T49" fmla="*/ 79 h 144"/>
              <a:gd name="T50" fmla="*/ 67 w 129"/>
              <a:gd name="T51" fmla="*/ 90 h 144"/>
              <a:gd name="T52" fmla="*/ 79 w 129"/>
              <a:gd name="T53" fmla="*/ 81 h 144"/>
              <a:gd name="T54" fmla="*/ 91 w 129"/>
              <a:gd name="T55" fmla="*/ 83 h 144"/>
              <a:gd name="T56" fmla="*/ 93 w 129"/>
              <a:gd name="T57" fmla="*/ 69 h 144"/>
              <a:gd name="T58" fmla="*/ 103 w 129"/>
              <a:gd name="T59" fmla="*/ 62 h 144"/>
              <a:gd name="T60" fmla="*/ 54 w 129"/>
              <a:gd name="T61" fmla="*/ 58 h 144"/>
              <a:gd name="T62" fmla="*/ 89 w 129"/>
              <a:gd name="T63" fmla="*/ 58 h 144"/>
              <a:gd name="T64" fmla="*/ 71 w 129"/>
              <a:gd name="T65" fmla="*/ 67 h 144"/>
              <a:gd name="T66" fmla="*/ 71 w 129"/>
              <a:gd name="T67" fmla="*/ 49 h 144"/>
              <a:gd name="T68" fmla="*/ 71 w 129"/>
              <a:gd name="T69" fmla="*/ 6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9" h="144">
                <a:moveTo>
                  <a:pt x="129" y="58"/>
                </a:moveTo>
                <a:cubicBezTo>
                  <a:pt x="129" y="50"/>
                  <a:pt x="127" y="43"/>
                  <a:pt x="125" y="36"/>
                </a:cubicBezTo>
                <a:cubicBezTo>
                  <a:pt x="116" y="15"/>
                  <a:pt x="95" y="0"/>
                  <a:pt x="71" y="0"/>
                </a:cubicBezTo>
                <a:cubicBezTo>
                  <a:pt x="56" y="0"/>
                  <a:pt x="42" y="6"/>
                  <a:pt x="32" y="16"/>
                </a:cubicBezTo>
                <a:cubicBezTo>
                  <a:pt x="24" y="23"/>
                  <a:pt x="19" y="32"/>
                  <a:pt x="16" y="42"/>
                </a:cubicBezTo>
                <a:cubicBezTo>
                  <a:pt x="14" y="50"/>
                  <a:pt x="14" y="57"/>
                  <a:pt x="14" y="62"/>
                </a:cubicBezTo>
                <a:cubicBezTo>
                  <a:pt x="14" y="65"/>
                  <a:pt x="14" y="66"/>
                  <a:pt x="14" y="66"/>
                </a:cubicBezTo>
                <a:cubicBezTo>
                  <a:pt x="1" y="97"/>
                  <a:pt x="1" y="97"/>
                  <a:pt x="1" y="97"/>
                </a:cubicBezTo>
                <a:cubicBezTo>
                  <a:pt x="0" y="100"/>
                  <a:pt x="2" y="102"/>
                  <a:pt x="5" y="102"/>
                </a:cubicBezTo>
                <a:cubicBezTo>
                  <a:pt x="17" y="102"/>
                  <a:pt x="17" y="102"/>
                  <a:pt x="17" y="102"/>
                </a:cubicBezTo>
                <a:cubicBezTo>
                  <a:pt x="17" y="122"/>
                  <a:pt x="17" y="122"/>
                  <a:pt x="17" y="122"/>
                </a:cubicBezTo>
                <a:cubicBezTo>
                  <a:pt x="17" y="126"/>
                  <a:pt x="20" y="130"/>
                  <a:pt x="23" y="130"/>
                </a:cubicBezTo>
                <a:cubicBezTo>
                  <a:pt x="24" y="131"/>
                  <a:pt x="24" y="131"/>
                  <a:pt x="25" y="131"/>
                </a:cubicBezTo>
                <a:cubicBezTo>
                  <a:pt x="38" y="131"/>
                  <a:pt x="38" y="131"/>
                  <a:pt x="38" y="131"/>
                </a:cubicBezTo>
                <a:cubicBezTo>
                  <a:pt x="38" y="144"/>
                  <a:pt x="38" y="144"/>
                  <a:pt x="38" y="144"/>
                </a:cubicBezTo>
                <a:cubicBezTo>
                  <a:pt x="106" y="144"/>
                  <a:pt x="106" y="144"/>
                  <a:pt x="106" y="144"/>
                </a:cubicBezTo>
                <a:cubicBezTo>
                  <a:pt x="106" y="123"/>
                  <a:pt x="106" y="123"/>
                  <a:pt x="106" y="123"/>
                </a:cubicBezTo>
                <a:cubicBezTo>
                  <a:pt x="106" y="122"/>
                  <a:pt x="106" y="121"/>
                  <a:pt x="106" y="120"/>
                </a:cubicBezTo>
                <a:cubicBezTo>
                  <a:pt x="107" y="116"/>
                  <a:pt x="110" y="112"/>
                  <a:pt x="113" y="107"/>
                </a:cubicBezTo>
                <a:cubicBezTo>
                  <a:pt x="121" y="96"/>
                  <a:pt x="129" y="82"/>
                  <a:pt x="129" y="59"/>
                </a:cubicBezTo>
                <a:cubicBezTo>
                  <a:pt x="129" y="59"/>
                  <a:pt x="129" y="59"/>
                  <a:pt x="129" y="58"/>
                </a:cubicBezTo>
                <a:cubicBezTo>
                  <a:pt x="129" y="58"/>
                  <a:pt x="129" y="58"/>
                  <a:pt x="129" y="58"/>
                </a:cubicBezTo>
                <a:close/>
                <a:moveTo>
                  <a:pt x="71" y="97"/>
                </a:moveTo>
                <a:cubicBezTo>
                  <a:pt x="50" y="97"/>
                  <a:pt x="33" y="79"/>
                  <a:pt x="33" y="58"/>
                </a:cubicBezTo>
                <a:cubicBezTo>
                  <a:pt x="33" y="36"/>
                  <a:pt x="50" y="19"/>
                  <a:pt x="71" y="19"/>
                </a:cubicBezTo>
                <a:cubicBezTo>
                  <a:pt x="93" y="19"/>
                  <a:pt x="110" y="36"/>
                  <a:pt x="110" y="58"/>
                </a:cubicBezTo>
                <a:cubicBezTo>
                  <a:pt x="110" y="79"/>
                  <a:pt x="93" y="97"/>
                  <a:pt x="71" y="97"/>
                </a:cubicBezTo>
                <a:close/>
                <a:moveTo>
                  <a:pt x="103" y="62"/>
                </a:moveTo>
                <a:cubicBezTo>
                  <a:pt x="103" y="54"/>
                  <a:pt x="103" y="54"/>
                  <a:pt x="103" y="54"/>
                </a:cubicBezTo>
                <a:cubicBezTo>
                  <a:pt x="94" y="50"/>
                  <a:pt x="94" y="50"/>
                  <a:pt x="94" y="50"/>
                </a:cubicBezTo>
                <a:cubicBezTo>
                  <a:pt x="94" y="49"/>
                  <a:pt x="93" y="48"/>
                  <a:pt x="93" y="47"/>
                </a:cubicBezTo>
                <a:cubicBezTo>
                  <a:pt x="97" y="38"/>
                  <a:pt x="97" y="38"/>
                  <a:pt x="97" y="38"/>
                </a:cubicBezTo>
                <a:cubicBezTo>
                  <a:pt x="91" y="32"/>
                  <a:pt x="91" y="32"/>
                  <a:pt x="91" y="32"/>
                </a:cubicBezTo>
                <a:cubicBezTo>
                  <a:pt x="82" y="36"/>
                  <a:pt x="82" y="36"/>
                  <a:pt x="82" y="36"/>
                </a:cubicBezTo>
                <a:cubicBezTo>
                  <a:pt x="81" y="36"/>
                  <a:pt x="80" y="35"/>
                  <a:pt x="79" y="35"/>
                </a:cubicBezTo>
                <a:cubicBezTo>
                  <a:pt x="75" y="26"/>
                  <a:pt x="75" y="26"/>
                  <a:pt x="75" y="26"/>
                </a:cubicBezTo>
                <a:cubicBezTo>
                  <a:pt x="67" y="26"/>
                  <a:pt x="67" y="26"/>
                  <a:pt x="67" y="26"/>
                </a:cubicBezTo>
                <a:cubicBezTo>
                  <a:pt x="64" y="35"/>
                  <a:pt x="64" y="35"/>
                  <a:pt x="64" y="35"/>
                </a:cubicBezTo>
                <a:cubicBezTo>
                  <a:pt x="63" y="35"/>
                  <a:pt x="62" y="36"/>
                  <a:pt x="61" y="36"/>
                </a:cubicBezTo>
                <a:cubicBezTo>
                  <a:pt x="52" y="32"/>
                  <a:pt x="52" y="32"/>
                  <a:pt x="52" y="32"/>
                </a:cubicBezTo>
                <a:cubicBezTo>
                  <a:pt x="46" y="38"/>
                  <a:pt x="46" y="38"/>
                  <a:pt x="46" y="38"/>
                </a:cubicBezTo>
                <a:cubicBezTo>
                  <a:pt x="50" y="47"/>
                  <a:pt x="50" y="47"/>
                  <a:pt x="50" y="47"/>
                </a:cubicBezTo>
                <a:cubicBezTo>
                  <a:pt x="49" y="48"/>
                  <a:pt x="49" y="49"/>
                  <a:pt x="49" y="50"/>
                </a:cubicBezTo>
                <a:cubicBezTo>
                  <a:pt x="39" y="54"/>
                  <a:pt x="39" y="54"/>
                  <a:pt x="39" y="54"/>
                </a:cubicBezTo>
                <a:cubicBezTo>
                  <a:pt x="39" y="62"/>
                  <a:pt x="39" y="62"/>
                  <a:pt x="39" y="62"/>
                </a:cubicBezTo>
                <a:cubicBezTo>
                  <a:pt x="49" y="66"/>
                  <a:pt x="49" y="66"/>
                  <a:pt x="49" y="66"/>
                </a:cubicBezTo>
                <a:cubicBezTo>
                  <a:pt x="49" y="67"/>
                  <a:pt x="49" y="68"/>
                  <a:pt x="50" y="69"/>
                </a:cubicBezTo>
                <a:cubicBezTo>
                  <a:pt x="46" y="78"/>
                  <a:pt x="46" y="78"/>
                  <a:pt x="46" y="78"/>
                </a:cubicBezTo>
                <a:cubicBezTo>
                  <a:pt x="52" y="83"/>
                  <a:pt x="52" y="83"/>
                  <a:pt x="52" y="83"/>
                </a:cubicBezTo>
                <a:cubicBezTo>
                  <a:pt x="61" y="79"/>
                  <a:pt x="61" y="79"/>
                  <a:pt x="61" y="79"/>
                </a:cubicBezTo>
                <a:cubicBezTo>
                  <a:pt x="62" y="80"/>
                  <a:pt x="63" y="80"/>
                  <a:pt x="64" y="81"/>
                </a:cubicBezTo>
                <a:cubicBezTo>
                  <a:pt x="67" y="90"/>
                  <a:pt x="67" y="90"/>
                  <a:pt x="67" y="90"/>
                </a:cubicBezTo>
                <a:cubicBezTo>
                  <a:pt x="75" y="90"/>
                  <a:pt x="75" y="90"/>
                  <a:pt x="75" y="90"/>
                </a:cubicBezTo>
                <a:cubicBezTo>
                  <a:pt x="79" y="81"/>
                  <a:pt x="79" y="81"/>
                  <a:pt x="79" y="81"/>
                </a:cubicBezTo>
                <a:cubicBezTo>
                  <a:pt x="80" y="80"/>
                  <a:pt x="81" y="80"/>
                  <a:pt x="82" y="79"/>
                </a:cubicBezTo>
                <a:cubicBezTo>
                  <a:pt x="91" y="83"/>
                  <a:pt x="91" y="83"/>
                  <a:pt x="91" y="83"/>
                </a:cubicBezTo>
                <a:cubicBezTo>
                  <a:pt x="97" y="78"/>
                  <a:pt x="97" y="78"/>
                  <a:pt x="97" y="78"/>
                </a:cubicBezTo>
                <a:cubicBezTo>
                  <a:pt x="93" y="69"/>
                  <a:pt x="93" y="69"/>
                  <a:pt x="93" y="69"/>
                </a:cubicBezTo>
                <a:cubicBezTo>
                  <a:pt x="93" y="68"/>
                  <a:pt x="94" y="67"/>
                  <a:pt x="94" y="66"/>
                </a:cubicBezTo>
                <a:lnTo>
                  <a:pt x="103" y="62"/>
                </a:lnTo>
                <a:close/>
                <a:moveTo>
                  <a:pt x="71" y="76"/>
                </a:moveTo>
                <a:cubicBezTo>
                  <a:pt x="62" y="76"/>
                  <a:pt x="54" y="68"/>
                  <a:pt x="54" y="58"/>
                </a:cubicBezTo>
                <a:cubicBezTo>
                  <a:pt x="54" y="48"/>
                  <a:pt x="62" y="40"/>
                  <a:pt x="71" y="40"/>
                </a:cubicBezTo>
                <a:cubicBezTo>
                  <a:pt x="81" y="40"/>
                  <a:pt x="89" y="48"/>
                  <a:pt x="89" y="58"/>
                </a:cubicBezTo>
                <a:cubicBezTo>
                  <a:pt x="89" y="68"/>
                  <a:pt x="81" y="76"/>
                  <a:pt x="71" y="76"/>
                </a:cubicBezTo>
                <a:close/>
                <a:moveTo>
                  <a:pt x="71" y="67"/>
                </a:moveTo>
                <a:cubicBezTo>
                  <a:pt x="66" y="67"/>
                  <a:pt x="62" y="63"/>
                  <a:pt x="62" y="58"/>
                </a:cubicBezTo>
                <a:cubicBezTo>
                  <a:pt x="62" y="53"/>
                  <a:pt x="66" y="49"/>
                  <a:pt x="71" y="49"/>
                </a:cubicBezTo>
                <a:cubicBezTo>
                  <a:pt x="76" y="49"/>
                  <a:pt x="81" y="53"/>
                  <a:pt x="81" y="58"/>
                </a:cubicBezTo>
                <a:cubicBezTo>
                  <a:pt x="81" y="63"/>
                  <a:pt x="76" y="67"/>
                  <a:pt x="71" y="67"/>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solidFill>
                <a:schemeClr val="bg2"/>
              </a:solidFill>
            </a:endParaRPr>
          </a:p>
        </p:txBody>
      </p:sp>
      <p:sp>
        <p:nvSpPr>
          <p:cNvPr id="41" name="Freeform 40">
            <a:extLst>
              <a:ext uri="{FF2B5EF4-FFF2-40B4-BE49-F238E27FC236}">
                <a16:creationId xmlns:a16="http://schemas.microsoft.com/office/drawing/2014/main" id="{0B2211E2-10A0-42B5-9257-82E7C43A486B}"/>
              </a:ext>
            </a:extLst>
          </p:cNvPr>
          <p:cNvSpPr>
            <a:spLocks noEditPoints="1"/>
          </p:cNvSpPr>
          <p:nvPr/>
        </p:nvSpPr>
        <p:spPr bwMode="auto">
          <a:xfrm>
            <a:off x="4349750" y="2530476"/>
            <a:ext cx="349250" cy="504825"/>
          </a:xfrm>
          <a:custGeom>
            <a:avLst/>
            <a:gdLst>
              <a:gd name="T0" fmla="*/ 47 w 103"/>
              <a:gd name="T1" fmla="*/ 73 h 149"/>
              <a:gd name="T2" fmla="*/ 56 w 103"/>
              <a:gd name="T3" fmla="*/ 73 h 149"/>
              <a:gd name="T4" fmla="*/ 56 w 103"/>
              <a:gd name="T5" fmla="*/ 118 h 149"/>
              <a:gd name="T6" fmla="*/ 47 w 103"/>
              <a:gd name="T7" fmla="*/ 118 h 149"/>
              <a:gd name="T8" fmla="*/ 47 w 103"/>
              <a:gd name="T9" fmla="*/ 73 h 149"/>
              <a:gd name="T10" fmla="*/ 52 w 103"/>
              <a:gd name="T11" fmla="*/ 0 h 149"/>
              <a:gd name="T12" fmla="*/ 0 w 103"/>
              <a:gd name="T13" fmla="*/ 52 h 149"/>
              <a:gd name="T14" fmla="*/ 10 w 103"/>
              <a:gd name="T15" fmla="*/ 83 h 149"/>
              <a:gd name="T16" fmla="*/ 22 w 103"/>
              <a:gd name="T17" fmla="*/ 108 h 149"/>
              <a:gd name="T18" fmla="*/ 33 w 103"/>
              <a:gd name="T19" fmla="*/ 118 h 149"/>
              <a:gd name="T20" fmla="*/ 39 w 103"/>
              <a:gd name="T21" fmla="*/ 118 h 149"/>
              <a:gd name="T22" fmla="*/ 39 w 103"/>
              <a:gd name="T23" fmla="*/ 73 h 149"/>
              <a:gd name="T24" fmla="*/ 31 w 103"/>
              <a:gd name="T25" fmla="*/ 73 h 149"/>
              <a:gd name="T26" fmla="*/ 16 w 103"/>
              <a:gd name="T27" fmla="*/ 58 h 149"/>
              <a:gd name="T28" fmla="*/ 31 w 103"/>
              <a:gd name="T29" fmla="*/ 43 h 149"/>
              <a:gd name="T30" fmla="*/ 46 w 103"/>
              <a:gd name="T31" fmla="*/ 58 h 149"/>
              <a:gd name="T32" fmla="*/ 45 w 103"/>
              <a:gd name="T33" fmla="*/ 65 h 149"/>
              <a:gd name="T34" fmla="*/ 58 w 103"/>
              <a:gd name="T35" fmla="*/ 65 h 149"/>
              <a:gd name="T36" fmla="*/ 57 w 103"/>
              <a:gd name="T37" fmla="*/ 58 h 149"/>
              <a:gd name="T38" fmla="*/ 72 w 103"/>
              <a:gd name="T39" fmla="*/ 43 h 149"/>
              <a:gd name="T40" fmla="*/ 87 w 103"/>
              <a:gd name="T41" fmla="*/ 58 h 149"/>
              <a:gd name="T42" fmla="*/ 72 w 103"/>
              <a:gd name="T43" fmla="*/ 73 h 149"/>
              <a:gd name="T44" fmla="*/ 64 w 103"/>
              <a:gd name="T45" fmla="*/ 73 h 149"/>
              <a:gd name="T46" fmla="*/ 64 w 103"/>
              <a:gd name="T47" fmla="*/ 118 h 149"/>
              <a:gd name="T48" fmla="*/ 70 w 103"/>
              <a:gd name="T49" fmla="*/ 118 h 149"/>
              <a:gd name="T50" fmla="*/ 81 w 103"/>
              <a:gd name="T51" fmla="*/ 108 h 149"/>
              <a:gd name="T52" fmla="*/ 93 w 103"/>
              <a:gd name="T53" fmla="*/ 83 h 149"/>
              <a:gd name="T54" fmla="*/ 103 w 103"/>
              <a:gd name="T55" fmla="*/ 52 h 149"/>
              <a:gd name="T56" fmla="*/ 52 w 103"/>
              <a:gd name="T57" fmla="*/ 0 h 149"/>
              <a:gd name="T58" fmla="*/ 24 w 103"/>
              <a:gd name="T59" fmla="*/ 58 h 149"/>
              <a:gd name="T60" fmla="*/ 31 w 103"/>
              <a:gd name="T61" fmla="*/ 65 h 149"/>
              <a:gd name="T62" fmla="*/ 38 w 103"/>
              <a:gd name="T63" fmla="*/ 58 h 149"/>
              <a:gd name="T64" fmla="*/ 31 w 103"/>
              <a:gd name="T65" fmla="*/ 51 h 149"/>
              <a:gd name="T66" fmla="*/ 24 w 103"/>
              <a:gd name="T67" fmla="*/ 58 h 149"/>
              <a:gd name="T68" fmla="*/ 79 w 103"/>
              <a:gd name="T69" fmla="*/ 58 h 149"/>
              <a:gd name="T70" fmla="*/ 72 w 103"/>
              <a:gd name="T71" fmla="*/ 51 h 149"/>
              <a:gd name="T72" fmla="*/ 65 w 103"/>
              <a:gd name="T73" fmla="*/ 58 h 149"/>
              <a:gd name="T74" fmla="*/ 72 w 103"/>
              <a:gd name="T75" fmla="*/ 65 h 149"/>
              <a:gd name="T76" fmla="*/ 79 w 103"/>
              <a:gd name="T77" fmla="*/ 58 h 149"/>
              <a:gd name="T78" fmla="*/ 76 w 103"/>
              <a:gd name="T79" fmla="*/ 130 h 149"/>
              <a:gd name="T80" fmla="*/ 72 w 103"/>
              <a:gd name="T81" fmla="*/ 126 h 149"/>
              <a:gd name="T82" fmla="*/ 31 w 103"/>
              <a:gd name="T83" fmla="*/ 126 h 149"/>
              <a:gd name="T84" fmla="*/ 27 w 103"/>
              <a:gd name="T85" fmla="*/ 130 h 149"/>
              <a:gd name="T86" fmla="*/ 31 w 103"/>
              <a:gd name="T87" fmla="*/ 134 h 149"/>
              <a:gd name="T88" fmla="*/ 72 w 103"/>
              <a:gd name="T89" fmla="*/ 134 h 149"/>
              <a:gd name="T90" fmla="*/ 76 w 103"/>
              <a:gd name="T91" fmla="*/ 130 h 149"/>
              <a:gd name="T92" fmla="*/ 71 w 103"/>
              <a:gd name="T93" fmla="*/ 145 h 149"/>
              <a:gd name="T94" fmla="*/ 67 w 103"/>
              <a:gd name="T95" fmla="*/ 141 h 149"/>
              <a:gd name="T96" fmla="*/ 36 w 103"/>
              <a:gd name="T97" fmla="*/ 141 h 149"/>
              <a:gd name="T98" fmla="*/ 32 w 103"/>
              <a:gd name="T99" fmla="*/ 145 h 149"/>
              <a:gd name="T100" fmla="*/ 36 w 103"/>
              <a:gd name="T101" fmla="*/ 149 h 149"/>
              <a:gd name="T102" fmla="*/ 67 w 103"/>
              <a:gd name="T103" fmla="*/ 149 h 149"/>
              <a:gd name="T104" fmla="*/ 71 w 103"/>
              <a:gd name="T105" fmla="*/ 14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 h="149">
                <a:moveTo>
                  <a:pt x="47" y="73"/>
                </a:moveTo>
                <a:cubicBezTo>
                  <a:pt x="56" y="73"/>
                  <a:pt x="56" y="73"/>
                  <a:pt x="56" y="73"/>
                </a:cubicBezTo>
                <a:cubicBezTo>
                  <a:pt x="56" y="118"/>
                  <a:pt x="56" y="118"/>
                  <a:pt x="56" y="118"/>
                </a:cubicBezTo>
                <a:cubicBezTo>
                  <a:pt x="47" y="118"/>
                  <a:pt x="47" y="118"/>
                  <a:pt x="47" y="118"/>
                </a:cubicBezTo>
                <a:lnTo>
                  <a:pt x="47" y="73"/>
                </a:lnTo>
                <a:close/>
                <a:moveTo>
                  <a:pt x="52" y="0"/>
                </a:moveTo>
                <a:cubicBezTo>
                  <a:pt x="23" y="0"/>
                  <a:pt x="0" y="23"/>
                  <a:pt x="0" y="52"/>
                </a:cubicBezTo>
                <a:cubicBezTo>
                  <a:pt x="0" y="64"/>
                  <a:pt x="4" y="75"/>
                  <a:pt x="10" y="83"/>
                </a:cubicBezTo>
                <a:cubicBezTo>
                  <a:pt x="20" y="96"/>
                  <a:pt x="22" y="101"/>
                  <a:pt x="22" y="108"/>
                </a:cubicBezTo>
                <a:cubicBezTo>
                  <a:pt x="22" y="113"/>
                  <a:pt x="27" y="118"/>
                  <a:pt x="33" y="118"/>
                </a:cubicBezTo>
                <a:cubicBezTo>
                  <a:pt x="39" y="118"/>
                  <a:pt x="39" y="118"/>
                  <a:pt x="39" y="118"/>
                </a:cubicBezTo>
                <a:cubicBezTo>
                  <a:pt x="39" y="73"/>
                  <a:pt x="39" y="73"/>
                  <a:pt x="39" y="73"/>
                </a:cubicBezTo>
                <a:cubicBezTo>
                  <a:pt x="31" y="73"/>
                  <a:pt x="31" y="73"/>
                  <a:pt x="31" y="73"/>
                </a:cubicBezTo>
                <a:cubicBezTo>
                  <a:pt x="23" y="73"/>
                  <a:pt x="16" y="66"/>
                  <a:pt x="16" y="58"/>
                </a:cubicBezTo>
                <a:cubicBezTo>
                  <a:pt x="16" y="50"/>
                  <a:pt x="23" y="43"/>
                  <a:pt x="31" y="43"/>
                </a:cubicBezTo>
                <a:cubicBezTo>
                  <a:pt x="40" y="43"/>
                  <a:pt x="46" y="50"/>
                  <a:pt x="46" y="58"/>
                </a:cubicBezTo>
                <a:cubicBezTo>
                  <a:pt x="46" y="61"/>
                  <a:pt x="46" y="63"/>
                  <a:pt x="45" y="65"/>
                </a:cubicBezTo>
                <a:cubicBezTo>
                  <a:pt x="58" y="65"/>
                  <a:pt x="58" y="65"/>
                  <a:pt x="58" y="65"/>
                </a:cubicBezTo>
                <a:cubicBezTo>
                  <a:pt x="57" y="63"/>
                  <a:pt x="57" y="61"/>
                  <a:pt x="57" y="58"/>
                </a:cubicBezTo>
                <a:cubicBezTo>
                  <a:pt x="57" y="50"/>
                  <a:pt x="63" y="43"/>
                  <a:pt x="72" y="43"/>
                </a:cubicBezTo>
                <a:cubicBezTo>
                  <a:pt x="80" y="43"/>
                  <a:pt x="87" y="50"/>
                  <a:pt x="87" y="58"/>
                </a:cubicBezTo>
                <a:cubicBezTo>
                  <a:pt x="87" y="66"/>
                  <a:pt x="80" y="73"/>
                  <a:pt x="72" y="73"/>
                </a:cubicBezTo>
                <a:cubicBezTo>
                  <a:pt x="64" y="73"/>
                  <a:pt x="64" y="73"/>
                  <a:pt x="64" y="73"/>
                </a:cubicBezTo>
                <a:cubicBezTo>
                  <a:pt x="64" y="118"/>
                  <a:pt x="64" y="118"/>
                  <a:pt x="64" y="118"/>
                </a:cubicBezTo>
                <a:cubicBezTo>
                  <a:pt x="70" y="118"/>
                  <a:pt x="70" y="118"/>
                  <a:pt x="70" y="118"/>
                </a:cubicBezTo>
                <a:cubicBezTo>
                  <a:pt x="76" y="118"/>
                  <a:pt x="81" y="113"/>
                  <a:pt x="81" y="108"/>
                </a:cubicBezTo>
                <a:cubicBezTo>
                  <a:pt x="81" y="101"/>
                  <a:pt x="83" y="96"/>
                  <a:pt x="93" y="83"/>
                </a:cubicBezTo>
                <a:cubicBezTo>
                  <a:pt x="99" y="75"/>
                  <a:pt x="103" y="64"/>
                  <a:pt x="103" y="52"/>
                </a:cubicBezTo>
                <a:cubicBezTo>
                  <a:pt x="103" y="23"/>
                  <a:pt x="80" y="0"/>
                  <a:pt x="52" y="0"/>
                </a:cubicBezTo>
                <a:close/>
                <a:moveTo>
                  <a:pt x="24" y="58"/>
                </a:moveTo>
                <a:cubicBezTo>
                  <a:pt x="24" y="62"/>
                  <a:pt x="27" y="65"/>
                  <a:pt x="31" y="65"/>
                </a:cubicBezTo>
                <a:cubicBezTo>
                  <a:pt x="35" y="65"/>
                  <a:pt x="38" y="62"/>
                  <a:pt x="38" y="58"/>
                </a:cubicBezTo>
                <a:cubicBezTo>
                  <a:pt x="38" y="54"/>
                  <a:pt x="35" y="51"/>
                  <a:pt x="31" y="51"/>
                </a:cubicBezTo>
                <a:cubicBezTo>
                  <a:pt x="27" y="51"/>
                  <a:pt x="24" y="54"/>
                  <a:pt x="24" y="58"/>
                </a:cubicBezTo>
                <a:close/>
                <a:moveTo>
                  <a:pt x="79" y="58"/>
                </a:moveTo>
                <a:cubicBezTo>
                  <a:pt x="79" y="54"/>
                  <a:pt x="76" y="51"/>
                  <a:pt x="72" y="51"/>
                </a:cubicBezTo>
                <a:cubicBezTo>
                  <a:pt x="68" y="51"/>
                  <a:pt x="65" y="54"/>
                  <a:pt x="65" y="58"/>
                </a:cubicBezTo>
                <a:cubicBezTo>
                  <a:pt x="65" y="62"/>
                  <a:pt x="68" y="65"/>
                  <a:pt x="72" y="65"/>
                </a:cubicBezTo>
                <a:cubicBezTo>
                  <a:pt x="76" y="65"/>
                  <a:pt x="79" y="62"/>
                  <a:pt x="79" y="58"/>
                </a:cubicBezTo>
                <a:close/>
                <a:moveTo>
                  <a:pt x="76" y="130"/>
                </a:moveTo>
                <a:cubicBezTo>
                  <a:pt x="76" y="128"/>
                  <a:pt x="74" y="126"/>
                  <a:pt x="72" y="126"/>
                </a:cubicBezTo>
                <a:cubicBezTo>
                  <a:pt x="31" y="126"/>
                  <a:pt x="31" y="126"/>
                  <a:pt x="31" y="126"/>
                </a:cubicBezTo>
                <a:cubicBezTo>
                  <a:pt x="29" y="126"/>
                  <a:pt x="27" y="128"/>
                  <a:pt x="27" y="130"/>
                </a:cubicBezTo>
                <a:cubicBezTo>
                  <a:pt x="27" y="133"/>
                  <a:pt x="29" y="134"/>
                  <a:pt x="31" y="134"/>
                </a:cubicBezTo>
                <a:cubicBezTo>
                  <a:pt x="72" y="134"/>
                  <a:pt x="72" y="134"/>
                  <a:pt x="72" y="134"/>
                </a:cubicBezTo>
                <a:cubicBezTo>
                  <a:pt x="74" y="134"/>
                  <a:pt x="76" y="133"/>
                  <a:pt x="76" y="130"/>
                </a:cubicBezTo>
                <a:close/>
                <a:moveTo>
                  <a:pt x="71" y="145"/>
                </a:moveTo>
                <a:cubicBezTo>
                  <a:pt x="71" y="143"/>
                  <a:pt x="69" y="141"/>
                  <a:pt x="67" y="141"/>
                </a:cubicBezTo>
                <a:cubicBezTo>
                  <a:pt x="36" y="141"/>
                  <a:pt x="36" y="141"/>
                  <a:pt x="36" y="141"/>
                </a:cubicBezTo>
                <a:cubicBezTo>
                  <a:pt x="34" y="141"/>
                  <a:pt x="32" y="143"/>
                  <a:pt x="32" y="145"/>
                </a:cubicBezTo>
                <a:cubicBezTo>
                  <a:pt x="32" y="147"/>
                  <a:pt x="34" y="149"/>
                  <a:pt x="36" y="149"/>
                </a:cubicBezTo>
                <a:cubicBezTo>
                  <a:pt x="67" y="149"/>
                  <a:pt x="67" y="149"/>
                  <a:pt x="67" y="149"/>
                </a:cubicBezTo>
                <a:cubicBezTo>
                  <a:pt x="69" y="149"/>
                  <a:pt x="71" y="147"/>
                  <a:pt x="71" y="145"/>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solidFill>
                <a:schemeClr val="bg2"/>
              </a:solidFill>
            </a:endParaRPr>
          </a:p>
        </p:txBody>
      </p:sp>
      <p:sp>
        <p:nvSpPr>
          <p:cNvPr id="52" name="Text_02">
            <a:extLst>
              <a:ext uri="{FF2B5EF4-FFF2-40B4-BE49-F238E27FC236}">
                <a16:creationId xmlns:a16="http://schemas.microsoft.com/office/drawing/2014/main" id="{1216F30E-14AC-40AA-9AF6-987FBE4D6991}"/>
              </a:ext>
            </a:extLst>
          </p:cNvPr>
          <p:cNvSpPr txBox="1"/>
          <p:nvPr/>
        </p:nvSpPr>
        <p:spPr>
          <a:xfrm>
            <a:off x="6139795" y="1195171"/>
            <a:ext cx="2065994" cy="584775"/>
          </a:xfrm>
          <a:prstGeom prst="rect">
            <a:avLst/>
          </a:prstGeom>
          <a:noFill/>
        </p:spPr>
        <p:txBody>
          <a:bodyPr wrap="square" rtlCol="0">
            <a:spAutoFit/>
          </a:bodyPr>
          <a:lstStyle/>
          <a:p>
            <a:r>
              <a:rPr lang="en-US" sz="800" dirty="0">
                <a:solidFill>
                  <a:schemeClr val="bg2"/>
                </a:solidFill>
              </a:rPr>
              <a:t>Lorem ipsum dolor sit amet, consectetur adipiscing elit, sed do eiusmod tempor incididunt ut labore et dolore magna aliqua. Ut </a:t>
            </a:r>
            <a:r>
              <a:rPr lang="en-US" sz="800">
                <a:solidFill>
                  <a:schemeClr val="bg2"/>
                </a:solidFill>
              </a:rPr>
              <a:t>enim ad</a:t>
            </a:r>
            <a:endParaRPr lang="ru-RU" sz="800" dirty="0">
              <a:solidFill>
                <a:schemeClr val="bg2"/>
              </a:solidFill>
            </a:endParaRPr>
          </a:p>
        </p:txBody>
      </p:sp>
      <p:sp>
        <p:nvSpPr>
          <p:cNvPr id="53" name="Text_02">
            <a:extLst>
              <a:ext uri="{FF2B5EF4-FFF2-40B4-BE49-F238E27FC236}">
                <a16:creationId xmlns:a16="http://schemas.microsoft.com/office/drawing/2014/main" id="{46FDC4DF-36FF-45E6-925A-64816171C9F1}"/>
              </a:ext>
            </a:extLst>
          </p:cNvPr>
          <p:cNvSpPr txBox="1"/>
          <p:nvPr/>
        </p:nvSpPr>
        <p:spPr>
          <a:xfrm>
            <a:off x="6139795" y="2490571"/>
            <a:ext cx="2065994" cy="584775"/>
          </a:xfrm>
          <a:prstGeom prst="rect">
            <a:avLst/>
          </a:prstGeom>
          <a:noFill/>
        </p:spPr>
        <p:txBody>
          <a:bodyPr wrap="square" rtlCol="0">
            <a:spAutoFit/>
          </a:bodyPr>
          <a:lstStyle/>
          <a:p>
            <a:r>
              <a:rPr lang="en-US" sz="800" dirty="0">
                <a:solidFill>
                  <a:schemeClr val="bg2"/>
                </a:solidFill>
              </a:rPr>
              <a:t>Lorem ipsum dolor sit amet, consectetur adipiscing elit, sed do eiusmod tempor incididunt ut labore et dolore magna aliqua. Ut </a:t>
            </a:r>
            <a:r>
              <a:rPr lang="en-US" sz="800">
                <a:solidFill>
                  <a:schemeClr val="bg2"/>
                </a:solidFill>
              </a:rPr>
              <a:t>enim ad</a:t>
            </a:r>
            <a:endParaRPr lang="ru-RU" sz="800" dirty="0">
              <a:solidFill>
                <a:schemeClr val="bg2"/>
              </a:solidFill>
            </a:endParaRPr>
          </a:p>
        </p:txBody>
      </p:sp>
      <p:sp>
        <p:nvSpPr>
          <p:cNvPr id="54" name="Text_02">
            <a:extLst>
              <a:ext uri="{FF2B5EF4-FFF2-40B4-BE49-F238E27FC236}">
                <a16:creationId xmlns:a16="http://schemas.microsoft.com/office/drawing/2014/main" id="{2FC7B6D9-31E9-485C-86B0-FC285E0DE101}"/>
              </a:ext>
            </a:extLst>
          </p:cNvPr>
          <p:cNvSpPr txBox="1"/>
          <p:nvPr/>
        </p:nvSpPr>
        <p:spPr>
          <a:xfrm>
            <a:off x="6139795" y="3766921"/>
            <a:ext cx="2065994" cy="584775"/>
          </a:xfrm>
          <a:prstGeom prst="rect">
            <a:avLst/>
          </a:prstGeom>
          <a:noFill/>
        </p:spPr>
        <p:txBody>
          <a:bodyPr wrap="square" rtlCol="0">
            <a:spAutoFit/>
          </a:bodyPr>
          <a:lstStyle/>
          <a:p>
            <a:r>
              <a:rPr lang="en-US" sz="800" dirty="0">
                <a:solidFill>
                  <a:schemeClr val="bg2"/>
                </a:solidFill>
              </a:rPr>
              <a:t>Lorem ipsum dolor sit amet, consectetur adipiscing elit, sed do eiusmod tempor incididunt ut labore et dolore magna aliqua. Ut </a:t>
            </a:r>
            <a:r>
              <a:rPr lang="en-US" sz="800">
                <a:solidFill>
                  <a:schemeClr val="bg2"/>
                </a:solidFill>
              </a:rPr>
              <a:t>enim ad</a:t>
            </a:r>
            <a:endParaRPr lang="ru-RU" sz="800" dirty="0">
              <a:solidFill>
                <a:schemeClr val="bg2"/>
              </a:solidFill>
            </a:endParaRPr>
          </a:p>
        </p:txBody>
      </p:sp>
      <p:sp>
        <p:nvSpPr>
          <p:cNvPr id="55" name="Text_02">
            <a:extLst>
              <a:ext uri="{FF2B5EF4-FFF2-40B4-BE49-F238E27FC236}">
                <a16:creationId xmlns:a16="http://schemas.microsoft.com/office/drawing/2014/main" id="{F055B8BF-BF74-4D1F-9C92-9CBF20A1F8B4}"/>
              </a:ext>
            </a:extLst>
          </p:cNvPr>
          <p:cNvSpPr txBox="1"/>
          <p:nvPr/>
        </p:nvSpPr>
        <p:spPr>
          <a:xfrm>
            <a:off x="6139795" y="5076609"/>
            <a:ext cx="2065994" cy="584775"/>
          </a:xfrm>
          <a:prstGeom prst="rect">
            <a:avLst/>
          </a:prstGeom>
          <a:noFill/>
        </p:spPr>
        <p:txBody>
          <a:bodyPr wrap="square" rtlCol="0">
            <a:spAutoFit/>
          </a:bodyPr>
          <a:lstStyle/>
          <a:p>
            <a:r>
              <a:rPr lang="en-US" sz="800" dirty="0">
                <a:solidFill>
                  <a:schemeClr val="bg2"/>
                </a:solidFill>
              </a:rPr>
              <a:t>Lorem ipsum dolor sit amet, consectetur adipiscing elit, sed do eiusmod tempor incididunt ut labore et dolore magna aliqua. Ut </a:t>
            </a:r>
            <a:r>
              <a:rPr lang="en-US" sz="800">
                <a:solidFill>
                  <a:schemeClr val="bg2"/>
                </a:solidFill>
              </a:rPr>
              <a:t>enim ad</a:t>
            </a:r>
            <a:endParaRPr lang="ru-RU" sz="800" dirty="0">
              <a:solidFill>
                <a:schemeClr val="bg2"/>
              </a:solidFill>
            </a:endParaRPr>
          </a:p>
        </p:txBody>
      </p:sp>
    </p:spTree>
    <p:extLst>
      <p:ext uri="{BB962C8B-B14F-4D97-AF65-F5344CB8AC3E}">
        <p14:creationId xmlns:p14="http://schemas.microsoft.com/office/powerpoint/2010/main" val="132575875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14:bounceEnd="67000">
                                          <p:cBhvr additive="base">
                                            <p:cTn id="7" dur="1000" fill="hold"/>
                                            <p:tgtEl>
                                              <p:spTgt spid="44"/>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7000">
                                      <p:stCondLst>
                                        <p:cond delay="250"/>
                                      </p:stCondLst>
                                      <p:childTnLst>
                                        <p:set>
                                          <p:cBhvr>
                                            <p:cTn id="10" dur="1" fill="hold">
                                              <p:stCondLst>
                                                <p:cond delay="0"/>
                                              </p:stCondLst>
                                            </p:cTn>
                                            <p:tgtEl>
                                              <p:spTgt spid="47"/>
                                            </p:tgtEl>
                                            <p:attrNameLst>
                                              <p:attrName>style.visibility</p:attrName>
                                            </p:attrNameLst>
                                          </p:cBhvr>
                                          <p:to>
                                            <p:strVal val="visible"/>
                                          </p:to>
                                        </p:set>
                                        <p:anim calcmode="lin" valueType="num" p14:bounceEnd="67000">
                                          <p:cBhvr additive="base">
                                            <p:cTn id="11" dur="1000" fill="hold"/>
                                            <p:tgtEl>
                                              <p:spTgt spid="47"/>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47"/>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67000">
                                      <p:stCondLst>
                                        <p:cond delay="500"/>
                                      </p:stCondLst>
                                      <p:childTnLst>
                                        <p:set>
                                          <p:cBhvr>
                                            <p:cTn id="14" dur="1" fill="hold">
                                              <p:stCondLst>
                                                <p:cond delay="0"/>
                                              </p:stCondLst>
                                            </p:cTn>
                                            <p:tgtEl>
                                              <p:spTgt spid="48"/>
                                            </p:tgtEl>
                                            <p:attrNameLst>
                                              <p:attrName>style.visibility</p:attrName>
                                            </p:attrNameLst>
                                          </p:cBhvr>
                                          <p:to>
                                            <p:strVal val="visible"/>
                                          </p:to>
                                        </p:set>
                                        <p:anim calcmode="lin" valueType="num" p14:bounceEnd="67000">
                                          <p:cBhvr additive="base">
                                            <p:cTn id="15" dur="1000" fill="hold"/>
                                            <p:tgtEl>
                                              <p:spTgt spid="48"/>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48"/>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67000">
                                      <p:stCondLst>
                                        <p:cond delay="750"/>
                                      </p:stCondLst>
                                      <p:childTnLst>
                                        <p:set>
                                          <p:cBhvr>
                                            <p:cTn id="18" dur="1" fill="hold">
                                              <p:stCondLst>
                                                <p:cond delay="0"/>
                                              </p:stCondLst>
                                            </p:cTn>
                                            <p:tgtEl>
                                              <p:spTgt spid="51"/>
                                            </p:tgtEl>
                                            <p:attrNameLst>
                                              <p:attrName>style.visibility</p:attrName>
                                            </p:attrNameLst>
                                          </p:cBhvr>
                                          <p:to>
                                            <p:strVal val="visible"/>
                                          </p:to>
                                        </p:set>
                                        <p:anim calcmode="lin" valueType="num" p14:bounceEnd="67000">
                                          <p:cBhvr additive="base">
                                            <p:cTn id="19" dur="1000" fill="hold"/>
                                            <p:tgtEl>
                                              <p:spTgt spid="51"/>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51"/>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67000">
                                      <p:stCondLst>
                                        <p:cond delay="0"/>
                                      </p:stCondLst>
                                      <p:childTnLst>
                                        <p:set>
                                          <p:cBhvr>
                                            <p:cTn id="22" dur="1" fill="hold">
                                              <p:stCondLst>
                                                <p:cond delay="0"/>
                                              </p:stCondLst>
                                            </p:cTn>
                                            <p:tgtEl>
                                              <p:spTgt spid="45"/>
                                            </p:tgtEl>
                                            <p:attrNameLst>
                                              <p:attrName>style.visibility</p:attrName>
                                            </p:attrNameLst>
                                          </p:cBhvr>
                                          <p:to>
                                            <p:strVal val="visible"/>
                                          </p:to>
                                        </p:set>
                                        <p:anim calcmode="lin" valueType="num" p14:bounceEnd="67000">
                                          <p:cBhvr additive="base">
                                            <p:cTn id="23" dur="1000" fill="hold"/>
                                            <p:tgtEl>
                                              <p:spTgt spid="45"/>
                                            </p:tgtEl>
                                            <p:attrNameLst>
                                              <p:attrName>ppt_x</p:attrName>
                                            </p:attrNameLst>
                                          </p:cBhvr>
                                          <p:tavLst>
                                            <p:tav tm="0">
                                              <p:val>
                                                <p:strVal val="1+#ppt_w/2"/>
                                              </p:val>
                                            </p:tav>
                                            <p:tav tm="100000">
                                              <p:val>
                                                <p:strVal val="#ppt_x"/>
                                              </p:val>
                                            </p:tav>
                                          </p:tavLst>
                                        </p:anim>
                                        <p:anim calcmode="lin" valueType="num" p14:bounceEnd="67000">
                                          <p:cBhvr additive="base">
                                            <p:cTn id="24" dur="1000" fill="hold"/>
                                            <p:tgtEl>
                                              <p:spTgt spid="45"/>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14:presetBounceEnd="67000">
                                      <p:stCondLst>
                                        <p:cond delay="250"/>
                                      </p:stCondLst>
                                      <p:childTnLst>
                                        <p:set>
                                          <p:cBhvr>
                                            <p:cTn id="26" dur="1" fill="hold">
                                              <p:stCondLst>
                                                <p:cond delay="0"/>
                                              </p:stCondLst>
                                            </p:cTn>
                                            <p:tgtEl>
                                              <p:spTgt spid="46"/>
                                            </p:tgtEl>
                                            <p:attrNameLst>
                                              <p:attrName>style.visibility</p:attrName>
                                            </p:attrNameLst>
                                          </p:cBhvr>
                                          <p:to>
                                            <p:strVal val="visible"/>
                                          </p:to>
                                        </p:set>
                                        <p:anim calcmode="lin" valueType="num" p14:bounceEnd="67000">
                                          <p:cBhvr additive="base">
                                            <p:cTn id="27" dur="1000" fill="hold"/>
                                            <p:tgtEl>
                                              <p:spTgt spid="46"/>
                                            </p:tgtEl>
                                            <p:attrNameLst>
                                              <p:attrName>ppt_x</p:attrName>
                                            </p:attrNameLst>
                                          </p:cBhvr>
                                          <p:tavLst>
                                            <p:tav tm="0">
                                              <p:val>
                                                <p:strVal val="1+#ppt_w/2"/>
                                              </p:val>
                                            </p:tav>
                                            <p:tav tm="100000">
                                              <p:val>
                                                <p:strVal val="#ppt_x"/>
                                              </p:val>
                                            </p:tav>
                                          </p:tavLst>
                                        </p:anim>
                                        <p:anim calcmode="lin" valueType="num" p14:bounceEnd="67000">
                                          <p:cBhvr additive="base">
                                            <p:cTn id="28" dur="1000" fill="hold"/>
                                            <p:tgtEl>
                                              <p:spTgt spid="46"/>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14:presetBounceEnd="67000">
                                      <p:stCondLst>
                                        <p:cond delay="500"/>
                                      </p:stCondLst>
                                      <p:childTnLst>
                                        <p:set>
                                          <p:cBhvr>
                                            <p:cTn id="30" dur="1" fill="hold">
                                              <p:stCondLst>
                                                <p:cond delay="0"/>
                                              </p:stCondLst>
                                            </p:cTn>
                                            <p:tgtEl>
                                              <p:spTgt spid="49"/>
                                            </p:tgtEl>
                                            <p:attrNameLst>
                                              <p:attrName>style.visibility</p:attrName>
                                            </p:attrNameLst>
                                          </p:cBhvr>
                                          <p:to>
                                            <p:strVal val="visible"/>
                                          </p:to>
                                        </p:set>
                                        <p:anim calcmode="lin" valueType="num" p14:bounceEnd="67000">
                                          <p:cBhvr additive="base">
                                            <p:cTn id="31" dur="1000" fill="hold"/>
                                            <p:tgtEl>
                                              <p:spTgt spid="49"/>
                                            </p:tgtEl>
                                            <p:attrNameLst>
                                              <p:attrName>ppt_x</p:attrName>
                                            </p:attrNameLst>
                                          </p:cBhvr>
                                          <p:tavLst>
                                            <p:tav tm="0">
                                              <p:val>
                                                <p:strVal val="1+#ppt_w/2"/>
                                              </p:val>
                                            </p:tav>
                                            <p:tav tm="100000">
                                              <p:val>
                                                <p:strVal val="#ppt_x"/>
                                              </p:val>
                                            </p:tav>
                                          </p:tavLst>
                                        </p:anim>
                                        <p:anim calcmode="lin" valueType="num" p14:bounceEnd="67000">
                                          <p:cBhvr additive="base">
                                            <p:cTn id="32" dur="1000" fill="hold"/>
                                            <p:tgtEl>
                                              <p:spTgt spid="49"/>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14:presetBounceEnd="67000">
                                      <p:stCondLst>
                                        <p:cond delay="750"/>
                                      </p:stCondLst>
                                      <p:childTnLst>
                                        <p:set>
                                          <p:cBhvr>
                                            <p:cTn id="34" dur="1" fill="hold">
                                              <p:stCondLst>
                                                <p:cond delay="0"/>
                                              </p:stCondLst>
                                            </p:cTn>
                                            <p:tgtEl>
                                              <p:spTgt spid="50"/>
                                            </p:tgtEl>
                                            <p:attrNameLst>
                                              <p:attrName>style.visibility</p:attrName>
                                            </p:attrNameLst>
                                          </p:cBhvr>
                                          <p:to>
                                            <p:strVal val="visible"/>
                                          </p:to>
                                        </p:set>
                                        <p:anim calcmode="lin" valueType="num" p14:bounceEnd="67000">
                                          <p:cBhvr additive="base">
                                            <p:cTn id="35" dur="1000" fill="hold"/>
                                            <p:tgtEl>
                                              <p:spTgt spid="50"/>
                                            </p:tgtEl>
                                            <p:attrNameLst>
                                              <p:attrName>ppt_x</p:attrName>
                                            </p:attrNameLst>
                                          </p:cBhvr>
                                          <p:tavLst>
                                            <p:tav tm="0">
                                              <p:val>
                                                <p:strVal val="1+#ppt_w/2"/>
                                              </p:val>
                                            </p:tav>
                                            <p:tav tm="100000">
                                              <p:val>
                                                <p:strVal val="#ppt_x"/>
                                              </p:val>
                                            </p:tav>
                                          </p:tavLst>
                                        </p:anim>
                                        <p:anim calcmode="lin" valueType="num" p14:bounceEnd="67000">
                                          <p:cBhvr additive="base">
                                            <p:cTn id="36" dur="1000" fill="hold"/>
                                            <p:tgtEl>
                                              <p:spTgt spid="50"/>
                                            </p:tgtEl>
                                            <p:attrNameLst>
                                              <p:attrName>ppt_y</p:attrName>
                                            </p:attrNameLst>
                                          </p:cBhvr>
                                          <p:tavLst>
                                            <p:tav tm="0">
                                              <p:val>
                                                <p:strVal val="#ppt_y"/>
                                              </p:val>
                                            </p:tav>
                                            <p:tav tm="100000">
                                              <p:val>
                                                <p:strVal val="#ppt_y"/>
                                              </p:val>
                                            </p:tav>
                                          </p:tavLst>
                                        </p:anim>
                                      </p:childTnLst>
                                    </p:cTn>
                                  </p:par>
                                  <p:par>
                                    <p:cTn id="37" presetID="22" presetClass="entr" presetSubtype="2" fill="hold" grpId="0" nodeType="withEffect">
                                      <p:stCondLst>
                                        <p:cond delay="250"/>
                                      </p:stCondLst>
                                      <p:childTnLst>
                                        <p:set>
                                          <p:cBhvr>
                                            <p:cTn id="38" dur="1" fill="hold">
                                              <p:stCondLst>
                                                <p:cond delay="0"/>
                                              </p:stCondLst>
                                            </p:cTn>
                                            <p:tgtEl>
                                              <p:spTgt spid="60"/>
                                            </p:tgtEl>
                                            <p:attrNameLst>
                                              <p:attrName>style.visibility</p:attrName>
                                            </p:attrNameLst>
                                          </p:cBhvr>
                                          <p:to>
                                            <p:strVal val="visible"/>
                                          </p:to>
                                        </p:set>
                                        <p:animEffect transition="in" filter="wipe(right)">
                                          <p:cBhvr>
                                            <p:cTn id="39" dur="750"/>
                                            <p:tgtEl>
                                              <p:spTgt spid="60"/>
                                            </p:tgtEl>
                                          </p:cBhvr>
                                        </p:animEffect>
                                      </p:childTnLst>
                                    </p:cTn>
                                  </p:par>
                                  <p:par>
                                    <p:cTn id="40" presetID="22" presetClass="entr" presetSubtype="2" fill="hold" grpId="0" nodeType="withEffect">
                                      <p:stCondLst>
                                        <p:cond delay="500"/>
                                      </p:stCondLst>
                                      <p:childTnLst>
                                        <p:set>
                                          <p:cBhvr>
                                            <p:cTn id="41" dur="1" fill="hold">
                                              <p:stCondLst>
                                                <p:cond delay="0"/>
                                              </p:stCondLst>
                                            </p:cTn>
                                            <p:tgtEl>
                                              <p:spTgt spid="61"/>
                                            </p:tgtEl>
                                            <p:attrNameLst>
                                              <p:attrName>style.visibility</p:attrName>
                                            </p:attrNameLst>
                                          </p:cBhvr>
                                          <p:to>
                                            <p:strVal val="visible"/>
                                          </p:to>
                                        </p:set>
                                        <p:animEffect transition="in" filter="wipe(right)">
                                          <p:cBhvr>
                                            <p:cTn id="42" dur="750"/>
                                            <p:tgtEl>
                                              <p:spTgt spid="61"/>
                                            </p:tgtEl>
                                          </p:cBhvr>
                                        </p:animEffect>
                                      </p:childTnLst>
                                    </p:cTn>
                                  </p:par>
                                  <p:par>
                                    <p:cTn id="43" presetID="22" presetClass="entr" presetSubtype="2" fill="hold" grpId="0" nodeType="withEffect">
                                      <p:stCondLst>
                                        <p:cond delay="750"/>
                                      </p:stCondLst>
                                      <p:childTnLst>
                                        <p:set>
                                          <p:cBhvr>
                                            <p:cTn id="44" dur="1" fill="hold">
                                              <p:stCondLst>
                                                <p:cond delay="0"/>
                                              </p:stCondLst>
                                            </p:cTn>
                                            <p:tgtEl>
                                              <p:spTgt spid="62"/>
                                            </p:tgtEl>
                                            <p:attrNameLst>
                                              <p:attrName>style.visibility</p:attrName>
                                            </p:attrNameLst>
                                          </p:cBhvr>
                                          <p:to>
                                            <p:strVal val="visible"/>
                                          </p:to>
                                        </p:set>
                                        <p:animEffect transition="in" filter="wipe(right)">
                                          <p:cBhvr>
                                            <p:cTn id="45" dur="750"/>
                                            <p:tgtEl>
                                              <p:spTgt spid="62"/>
                                            </p:tgtEl>
                                          </p:cBhvr>
                                        </p:animEffect>
                                      </p:childTnLst>
                                    </p:cTn>
                                  </p:par>
                                  <p:par>
                                    <p:cTn id="46" presetID="22" presetClass="entr" presetSubtype="2" fill="hold" grpId="0" nodeType="withEffect">
                                      <p:stCondLst>
                                        <p:cond delay="1000"/>
                                      </p:stCondLst>
                                      <p:childTnLst>
                                        <p:set>
                                          <p:cBhvr>
                                            <p:cTn id="47" dur="1" fill="hold">
                                              <p:stCondLst>
                                                <p:cond delay="0"/>
                                              </p:stCondLst>
                                            </p:cTn>
                                            <p:tgtEl>
                                              <p:spTgt spid="63"/>
                                            </p:tgtEl>
                                            <p:attrNameLst>
                                              <p:attrName>style.visibility</p:attrName>
                                            </p:attrNameLst>
                                          </p:cBhvr>
                                          <p:to>
                                            <p:strVal val="visible"/>
                                          </p:to>
                                        </p:set>
                                        <p:animEffect transition="in" filter="wipe(right)">
                                          <p:cBhvr>
                                            <p:cTn id="48" dur="750"/>
                                            <p:tgtEl>
                                              <p:spTgt spid="63"/>
                                            </p:tgtEl>
                                          </p:cBhvr>
                                        </p:animEffect>
                                      </p:childTnLst>
                                    </p:cTn>
                                  </p:par>
                                  <p:par>
                                    <p:cTn id="49" presetID="22" presetClass="entr" presetSubtype="8" fill="hold" grpId="0" nodeType="withEffect">
                                      <p:stCondLst>
                                        <p:cond delay="250"/>
                                      </p:stCondLst>
                                      <p:childTnLst>
                                        <p:set>
                                          <p:cBhvr>
                                            <p:cTn id="50" dur="1" fill="hold">
                                              <p:stCondLst>
                                                <p:cond delay="0"/>
                                              </p:stCondLst>
                                            </p:cTn>
                                            <p:tgtEl>
                                              <p:spTgt spid="59"/>
                                            </p:tgtEl>
                                            <p:attrNameLst>
                                              <p:attrName>style.visibility</p:attrName>
                                            </p:attrNameLst>
                                          </p:cBhvr>
                                          <p:to>
                                            <p:strVal val="visible"/>
                                          </p:to>
                                        </p:set>
                                        <p:animEffect transition="in" filter="wipe(left)">
                                          <p:cBhvr>
                                            <p:cTn id="51" dur="750"/>
                                            <p:tgtEl>
                                              <p:spTgt spid="59"/>
                                            </p:tgtEl>
                                          </p:cBhvr>
                                        </p:animEffect>
                                      </p:childTnLst>
                                    </p:cTn>
                                  </p:par>
                                  <p:par>
                                    <p:cTn id="52" presetID="22" presetClass="entr" presetSubtype="8" fill="hold" grpId="0" nodeType="withEffect">
                                      <p:stCondLst>
                                        <p:cond delay="500"/>
                                      </p:stCondLst>
                                      <p:childTnLst>
                                        <p:set>
                                          <p:cBhvr>
                                            <p:cTn id="53" dur="1" fill="hold">
                                              <p:stCondLst>
                                                <p:cond delay="0"/>
                                              </p:stCondLst>
                                            </p:cTn>
                                            <p:tgtEl>
                                              <p:spTgt spid="58"/>
                                            </p:tgtEl>
                                            <p:attrNameLst>
                                              <p:attrName>style.visibility</p:attrName>
                                            </p:attrNameLst>
                                          </p:cBhvr>
                                          <p:to>
                                            <p:strVal val="visible"/>
                                          </p:to>
                                        </p:set>
                                        <p:animEffect transition="in" filter="wipe(left)">
                                          <p:cBhvr>
                                            <p:cTn id="54" dur="750"/>
                                            <p:tgtEl>
                                              <p:spTgt spid="58"/>
                                            </p:tgtEl>
                                          </p:cBhvr>
                                        </p:animEffect>
                                      </p:childTnLst>
                                    </p:cTn>
                                  </p:par>
                                  <p:par>
                                    <p:cTn id="55" presetID="22" presetClass="entr" presetSubtype="8" fill="hold" grpId="0" nodeType="withEffect">
                                      <p:stCondLst>
                                        <p:cond delay="750"/>
                                      </p:stCondLst>
                                      <p:childTnLst>
                                        <p:set>
                                          <p:cBhvr>
                                            <p:cTn id="56" dur="1" fill="hold">
                                              <p:stCondLst>
                                                <p:cond delay="0"/>
                                              </p:stCondLst>
                                            </p:cTn>
                                            <p:tgtEl>
                                              <p:spTgt spid="57"/>
                                            </p:tgtEl>
                                            <p:attrNameLst>
                                              <p:attrName>style.visibility</p:attrName>
                                            </p:attrNameLst>
                                          </p:cBhvr>
                                          <p:to>
                                            <p:strVal val="visible"/>
                                          </p:to>
                                        </p:set>
                                        <p:animEffect transition="in" filter="wipe(left)">
                                          <p:cBhvr>
                                            <p:cTn id="57" dur="750"/>
                                            <p:tgtEl>
                                              <p:spTgt spid="57"/>
                                            </p:tgtEl>
                                          </p:cBhvr>
                                        </p:animEffect>
                                      </p:childTnLst>
                                    </p:cTn>
                                  </p:par>
                                  <p:par>
                                    <p:cTn id="58" presetID="22" presetClass="entr" presetSubtype="8" fill="hold" grpId="0" nodeType="withEffect">
                                      <p:stCondLst>
                                        <p:cond delay="1000"/>
                                      </p:stCondLst>
                                      <p:childTnLst>
                                        <p:set>
                                          <p:cBhvr>
                                            <p:cTn id="59" dur="1" fill="hold">
                                              <p:stCondLst>
                                                <p:cond delay="0"/>
                                              </p:stCondLst>
                                            </p:cTn>
                                            <p:tgtEl>
                                              <p:spTgt spid="56"/>
                                            </p:tgtEl>
                                            <p:attrNameLst>
                                              <p:attrName>style.visibility</p:attrName>
                                            </p:attrNameLst>
                                          </p:cBhvr>
                                          <p:to>
                                            <p:strVal val="visible"/>
                                          </p:to>
                                        </p:set>
                                        <p:animEffect transition="in" filter="wipe(left)">
                                          <p:cBhvr>
                                            <p:cTn id="60" dur="750"/>
                                            <p:tgtEl>
                                              <p:spTgt spid="56"/>
                                            </p:tgtEl>
                                          </p:cBhvr>
                                        </p:animEffect>
                                      </p:childTnLst>
                                    </p:cTn>
                                  </p:par>
                                  <p:par>
                                    <p:cTn id="61" presetID="10" presetClass="entr" presetSubtype="0" fill="hold" grpId="0" nodeType="withEffect">
                                      <p:stCondLst>
                                        <p:cond delay="250"/>
                                      </p:stCondLst>
                                      <p:childTnLst>
                                        <p:set>
                                          <p:cBhvr>
                                            <p:cTn id="62" dur="1" fill="hold">
                                              <p:stCondLst>
                                                <p:cond delay="0"/>
                                              </p:stCondLst>
                                            </p:cTn>
                                            <p:tgtEl>
                                              <p:spTgt spid="34"/>
                                            </p:tgtEl>
                                            <p:attrNameLst>
                                              <p:attrName>style.visibility</p:attrName>
                                            </p:attrNameLst>
                                          </p:cBhvr>
                                          <p:to>
                                            <p:strVal val="visible"/>
                                          </p:to>
                                        </p:set>
                                        <p:animEffect transition="in" filter="fade">
                                          <p:cBhvr>
                                            <p:cTn id="63" dur="750"/>
                                            <p:tgtEl>
                                              <p:spTgt spid="34"/>
                                            </p:tgtEl>
                                          </p:cBhvr>
                                        </p:animEffect>
                                      </p:childTnLst>
                                    </p:cTn>
                                  </p:par>
                                  <p:par>
                                    <p:cTn id="64" presetID="10" presetClass="entr" presetSubtype="0" fill="hold" grpId="0" nodeType="withEffect">
                                      <p:stCondLst>
                                        <p:cond delay="500"/>
                                      </p:stCondLst>
                                      <p:childTnLst>
                                        <p:set>
                                          <p:cBhvr>
                                            <p:cTn id="65" dur="1" fill="hold">
                                              <p:stCondLst>
                                                <p:cond delay="0"/>
                                              </p:stCondLst>
                                            </p:cTn>
                                            <p:tgtEl>
                                              <p:spTgt spid="35"/>
                                            </p:tgtEl>
                                            <p:attrNameLst>
                                              <p:attrName>style.visibility</p:attrName>
                                            </p:attrNameLst>
                                          </p:cBhvr>
                                          <p:to>
                                            <p:strVal val="visible"/>
                                          </p:to>
                                        </p:set>
                                        <p:animEffect transition="in" filter="fade">
                                          <p:cBhvr>
                                            <p:cTn id="66" dur="750"/>
                                            <p:tgtEl>
                                              <p:spTgt spid="35"/>
                                            </p:tgtEl>
                                          </p:cBhvr>
                                        </p:animEffect>
                                      </p:childTnLst>
                                    </p:cTn>
                                  </p:par>
                                  <p:par>
                                    <p:cTn id="67" presetID="10" presetClass="entr" presetSubtype="0" fill="hold" grpId="0" nodeType="withEffect">
                                      <p:stCondLst>
                                        <p:cond delay="750"/>
                                      </p:stCondLst>
                                      <p:childTnLst>
                                        <p:set>
                                          <p:cBhvr>
                                            <p:cTn id="68" dur="1" fill="hold">
                                              <p:stCondLst>
                                                <p:cond delay="0"/>
                                              </p:stCondLst>
                                            </p:cTn>
                                            <p:tgtEl>
                                              <p:spTgt spid="36"/>
                                            </p:tgtEl>
                                            <p:attrNameLst>
                                              <p:attrName>style.visibility</p:attrName>
                                            </p:attrNameLst>
                                          </p:cBhvr>
                                          <p:to>
                                            <p:strVal val="visible"/>
                                          </p:to>
                                        </p:set>
                                        <p:animEffect transition="in" filter="fade">
                                          <p:cBhvr>
                                            <p:cTn id="69" dur="750"/>
                                            <p:tgtEl>
                                              <p:spTgt spid="36"/>
                                            </p:tgtEl>
                                          </p:cBhvr>
                                        </p:animEffect>
                                      </p:childTnLst>
                                    </p:cTn>
                                  </p:par>
                                  <p:par>
                                    <p:cTn id="70" presetID="10" presetClass="entr" presetSubtype="0" fill="hold" grpId="0" nodeType="withEffect">
                                      <p:stCondLst>
                                        <p:cond delay="100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750"/>
                                            <p:tgtEl>
                                              <p:spTgt spid="37"/>
                                            </p:tgtEl>
                                          </p:cBhvr>
                                        </p:animEffect>
                                      </p:childTnLst>
                                    </p:cTn>
                                  </p:par>
                                  <p:par>
                                    <p:cTn id="73" presetID="53" presetClass="entr" presetSubtype="16" fill="hold" grpId="0" nodeType="withEffect">
                                      <p:stCondLst>
                                        <p:cond delay="500"/>
                                      </p:stCondLst>
                                      <p:childTnLst>
                                        <p:set>
                                          <p:cBhvr>
                                            <p:cTn id="74" dur="1" fill="hold">
                                              <p:stCondLst>
                                                <p:cond delay="0"/>
                                              </p:stCondLst>
                                            </p:cTn>
                                            <p:tgtEl>
                                              <p:spTgt spid="40"/>
                                            </p:tgtEl>
                                            <p:attrNameLst>
                                              <p:attrName>style.visibility</p:attrName>
                                            </p:attrNameLst>
                                          </p:cBhvr>
                                          <p:to>
                                            <p:strVal val="visible"/>
                                          </p:to>
                                        </p:set>
                                        <p:anim calcmode="lin" valueType="num">
                                          <p:cBhvr>
                                            <p:cTn id="75" dur="500" fill="hold"/>
                                            <p:tgtEl>
                                              <p:spTgt spid="40"/>
                                            </p:tgtEl>
                                            <p:attrNameLst>
                                              <p:attrName>ppt_w</p:attrName>
                                            </p:attrNameLst>
                                          </p:cBhvr>
                                          <p:tavLst>
                                            <p:tav tm="0">
                                              <p:val>
                                                <p:fltVal val="0"/>
                                              </p:val>
                                            </p:tav>
                                            <p:tav tm="100000">
                                              <p:val>
                                                <p:strVal val="#ppt_w"/>
                                              </p:val>
                                            </p:tav>
                                          </p:tavLst>
                                        </p:anim>
                                        <p:anim calcmode="lin" valueType="num">
                                          <p:cBhvr>
                                            <p:cTn id="76" dur="500" fill="hold"/>
                                            <p:tgtEl>
                                              <p:spTgt spid="40"/>
                                            </p:tgtEl>
                                            <p:attrNameLst>
                                              <p:attrName>ppt_h</p:attrName>
                                            </p:attrNameLst>
                                          </p:cBhvr>
                                          <p:tavLst>
                                            <p:tav tm="0">
                                              <p:val>
                                                <p:fltVal val="0"/>
                                              </p:val>
                                            </p:tav>
                                            <p:tav tm="100000">
                                              <p:val>
                                                <p:strVal val="#ppt_h"/>
                                              </p:val>
                                            </p:tav>
                                          </p:tavLst>
                                        </p:anim>
                                        <p:animEffect transition="in" filter="fade">
                                          <p:cBhvr>
                                            <p:cTn id="77" dur="500"/>
                                            <p:tgtEl>
                                              <p:spTgt spid="40"/>
                                            </p:tgtEl>
                                          </p:cBhvr>
                                        </p:animEffect>
                                      </p:childTnLst>
                                    </p:cTn>
                                  </p:par>
                                  <p:par>
                                    <p:cTn id="78" presetID="53" presetClass="entr" presetSubtype="16" fill="hold" grpId="0" nodeType="withEffect">
                                      <p:stCondLst>
                                        <p:cond delay="750"/>
                                      </p:stCondLst>
                                      <p:childTnLst>
                                        <p:set>
                                          <p:cBhvr>
                                            <p:cTn id="79" dur="1" fill="hold">
                                              <p:stCondLst>
                                                <p:cond delay="0"/>
                                              </p:stCondLst>
                                            </p:cTn>
                                            <p:tgtEl>
                                              <p:spTgt spid="41"/>
                                            </p:tgtEl>
                                            <p:attrNameLst>
                                              <p:attrName>style.visibility</p:attrName>
                                            </p:attrNameLst>
                                          </p:cBhvr>
                                          <p:to>
                                            <p:strVal val="visible"/>
                                          </p:to>
                                        </p:set>
                                        <p:anim calcmode="lin" valueType="num">
                                          <p:cBhvr>
                                            <p:cTn id="80" dur="500" fill="hold"/>
                                            <p:tgtEl>
                                              <p:spTgt spid="41"/>
                                            </p:tgtEl>
                                            <p:attrNameLst>
                                              <p:attrName>ppt_w</p:attrName>
                                            </p:attrNameLst>
                                          </p:cBhvr>
                                          <p:tavLst>
                                            <p:tav tm="0">
                                              <p:val>
                                                <p:fltVal val="0"/>
                                              </p:val>
                                            </p:tav>
                                            <p:tav tm="100000">
                                              <p:val>
                                                <p:strVal val="#ppt_w"/>
                                              </p:val>
                                            </p:tav>
                                          </p:tavLst>
                                        </p:anim>
                                        <p:anim calcmode="lin" valueType="num">
                                          <p:cBhvr>
                                            <p:cTn id="81" dur="500" fill="hold"/>
                                            <p:tgtEl>
                                              <p:spTgt spid="41"/>
                                            </p:tgtEl>
                                            <p:attrNameLst>
                                              <p:attrName>ppt_h</p:attrName>
                                            </p:attrNameLst>
                                          </p:cBhvr>
                                          <p:tavLst>
                                            <p:tav tm="0">
                                              <p:val>
                                                <p:fltVal val="0"/>
                                              </p:val>
                                            </p:tav>
                                            <p:tav tm="100000">
                                              <p:val>
                                                <p:strVal val="#ppt_h"/>
                                              </p:val>
                                            </p:tav>
                                          </p:tavLst>
                                        </p:anim>
                                        <p:animEffect transition="in" filter="fade">
                                          <p:cBhvr>
                                            <p:cTn id="82" dur="500"/>
                                            <p:tgtEl>
                                              <p:spTgt spid="41"/>
                                            </p:tgtEl>
                                          </p:cBhvr>
                                        </p:animEffect>
                                      </p:childTnLst>
                                    </p:cTn>
                                  </p:par>
                                  <p:par>
                                    <p:cTn id="83" presetID="53" presetClass="entr" presetSubtype="16" fill="hold" grpId="0" nodeType="withEffect">
                                      <p:stCondLst>
                                        <p:cond delay="1000"/>
                                      </p:stCondLst>
                                      <p:childTnLst>
                                        <p:set>
                                          <p:cBhvr>
                                            <p:cTn id="84" dur="1" fill="hold">
                                              <p:stCondLst>
                                                <p:cond delay="0"/>
                                              </p:stCondLst>
                                            </p:cTn>
                                            <p:tgtEl>
                                              <p:spTgt spid="38"/>
                                            </p:tgtEl>
                                            <p:attrNameLst>
                                              <p:attrName>style.visibility</p:attrName>
                                            </p:attrNameLst>
                                          </p:cBhvr>
                                          <p:to>
                                            <p:strVal val="visible"/>
                                          </p:to>
                                        </p:set>
                                        <p:anim calcmode="lin" valueType="num">
                                          <p:cBhvr>
                                            <p:cTn id="85" dur="500" fill="hold"/>
                                            <p:tgtEl>
                                              <p:spTgt spid="38"/>
                                            </p:tgtEl>
                                            <p:attrNameLst>
                                              <p:attrName>ppt_w</p:attrName>
                                            </p:attrNameLst>
                                          </p:cBhvr>
                                          <p:tavLst>
                                            <p:tav tm="0">
                                              <p:val>
                                                <p:fltVal val="0"/>
                                              </p:val>
                                            </p:tav>
                                            <p:tav tm="100000">
                                              <p:val>
                                                <p:strVal val="#ppt_w"/>
                                              </p:val>
                                            </p:tav>
                                          </p:tavLst>
                                        </p:anim>
                                        <p:anim calcmode="lin" valueType="num">
                                          <p:cBhvr>
                                            <p:cTn id="86" dur="500" fill="hold"/>
                                            <p:tgtEl>
                                              <p:spTgt spid="38"/>
                                            </p:tgtEl>
                                            <p:attrNameLst>
                                              <p:attrName>ppt_h</p:attrName>
                                            </p:attrNameLst>
                                          </p:cBhvr>
                                          <p:tavLst>
                                            <p:tav tm="0">
                                              <p:val>
                                                <p:fltVal val="0"/>
                                              </p:val>
                                            </p:tav>
                                            <p:tav tm="100000">
                                              <p:val>
                                                <p:strVal val="#ppt_h"/>
                                              </p:val>
                                            </p:tav>
                                          </p:tavLst>
                                        </p:anim>
                                        <p:animEffect transition="in" filter="fade">
                                          <p:cBhvr>
                                            <p:cTn id="87" dur="500"/>
                                            <p:tgtEl>
                                              <p:spTgt spid="38"/>
                                            </p:tgtEl>
                                          </p:cBhvr>
                                        </p:animEffect>
                                      </p:childTnLst>
                                    </p:cTn>
                                  </p:par>
                                  <p:par>
                                    <p:cTn id="88" presetID="53" presetClass="entr" presetSubtype="16" fill="hold" grpId="0" nodeType="withEffect">
                                      <p:stCondLst>
                                        <p:cond delay="1250"/>
                                      </p:stCondLst>
                                      <p:childTnLst>
                                        <p:set>
                                          <p:cBhvr>
                                            <p:cTn id="89" dur="1" fill="hold">
                                              <p:stCondLst>
                                                <p:cond delay="0"/>
                                              </p:stCondLst>
                                            </p:cTn>
                                            <p:tgtEl>
                                              <p:spTgt spid="39"/>
                                            </p:tgtEl>
                                            <p:attrNameLst>
                                              <p:attrName>style.visibility</p:attrName>
                                            </p:attrNameLst>
                                          </p:cBhvr>
                                          <p:to>
                                            <p:strVal val="visible"/>
                                          </p:to>
                                        </p:set>
                                        <p:anim calcmode="lin" valueType="num">
                                          <p:cBhvr>
                                            <p:cTn id="90" dur="500" fill="hold"/>
                                            <p:tgtEl>
                                              <p:spTgt spid="39"/>
                                            </p:tgtEl>
                                            <p:attrNameLst>
                                              <p:attrName>ppt_w</p:attrName>
                                            </p:attrNameLst>
                                          </p:cBhvr>
                                          <p:tavLst>
                                            <p:tav tm="0">
                                              <p:val>
                                                <p:fltVal val="0"/>
                                              </p:val>
                                            </p:tav>
                                            <p:tav tm="100000">
                                              <p:val>
                                                <p:strVal val="#ppt_w"/>
                                              </p:val>
                                            </p:tav>
                                          </p:tavLst>
                                        </p:anim>
                                        <p:anim calcmode="lin" valueType="num">
                                          <p:cBhvr>
                                            <p:cTn id="91" dur="500" fill="hold"/>
                                            <p:tgtEl>
                                              <p:spTgt spid="39"/>
                                            </p:tgtEl>
                                            <p:attrNameLst>
                                              <p:attrName>ppt_h</p:attrName>
                                            </p:attrNameLst>
                                          </p:cBhvr>
                                          <p:tavLst>
                                            <p:tav tm="0">
                                              <p:val>
                                                <p:fltVal val="0"/>
                                              </p:val>
                                            </p:tav>
                                            <p:tav tm="100000">
                                              <p:val>
                                                <p:strVal val="#ppt_h"/>
                                              </p:val>
                                            </p:tav>
                                          </p:tavLst>
                                        </p:anim>
                                        <p:animEffect transition="in" filter="fade">
                                          <p:cBhvr>
                                            <p:cTn id="92" dur="500"/>
                                            <p:tgtEl>
                                              <p:spTgt spid="39"/>
                                            </p:tgtEl>
                                          </p:cBhvr>
                                        </p:animEffect>
                                      </p:childTnLst>
                                    </p:cTn>
                                  </p:par>
                                  <p:par>
                                    <p:cTn id="93" presetID="53" presetClass="entr" presetSubtype="16" fill="hold" grpId="0" nodeType="withEffect">
                                      <p:stCondLst>
                                        <p:cond delay="500"/>
                                      </p:stCondLst>
                                      <p:childTnLst>
                                        <p:set>
                                          <p:cBhvr>
                                            <p:cTn id="94" dur="1" fill="hold">
                                              <p:stCondLst>
                                                <p:cond delay="0"/>
                                              </p:stCondLst>
                                            </p:cTn>
                                            <p:tgtEl>
                                              <p:spTgt spid="52"/>
                                            </p:tgtEl>
                                            <p:attrNameLst>
                                              <p:attrName>style.visibility</p:attrName>
                                            </p:attrNameLst>
                                          </p:cBhvr>
                                          <p:to>
                                            <p:strVal val="visible"/>
                                          </p:to>
                                        </p:set>
                                        <p:anim calcmode="lin" valueType="num">
                                          <p:cBhvr>
                                            <p:cTn id="95" dur="500" fill="hold"/>
                                            <p:tgtEl>
                                              <p:spTgt spid="52"/>
                                            </p:tgtEl>
                                            <p:attrNameLst>
                                              <p:attrName>ppt_w</p:attrName>
                                            </p:attrNameLst>
                                          </p:cBhvr>
                                          <p:tavLst>
                                            <p:tav tm="0">
                                              <p:val>
                                                <p:fltVal val="0"/>
                                              </p:val>
                                            </p:tav>
                                            <p:tav tm="100000">
                                              <p:val>
                                                <p:strVal val="#ppt_w"/>
                                              </p:val>
                                            </p:tav>
                                          </p:tavLst>
                                        </p:anim>
                                        <p:anim calcmode="lin" valueType="num">
                                          <p:cBhvr>
                                            <p:cTn id="96" dur="500" fill="hold"/>
                                            <p:tgtEl>
                                              <p:spTgt spid="52"/>
                                            </p:tgtEl>
                                            <p:attrNameLst>
                                              <p:attrName>ppt_h</p:attrName>
                                            </p:attrNameLst>
                                          </p:cBhvr>
                                          <p:tavLst>
                                            <p:tav tm="0">
                                              <p:val>
                                                <p:fltVal val="0"/>
                                              </p:val>
                                            </p:tav>
                                            <p:tav tm="100000">
                                              <p:val>
                                                <p:strVal val="#ppt_h"/>
                                              </p:val>
                                            </p:tav>
                                          </p:tavLst>
                                        </p:anim>
                                        <p:animEffect transition="in" filter="fade">
                                          <p:cBhvr>
                                            <p:cTn id="97" dur="500"/>
                                            <p:tgtEl>
                                              <p:spTgt spid="52"/>
                                            </p:tgtEl>
                                          </p:cBhvr>
                                        </p:animEffect>
                                      </p:childTnLst>
                                    </p:cTn>
                                  </p:par>
                                  <p:par>
                                    <p:cTn id="98" presetID="53" presetClass="entr" presetSubtype="16" fill="hold" grpId="0" nodeType="withEffect">
                                      <p:stCondLst>
                                        <p:cond delay="750"/>
                                      </p:stCondLst>
                                      <p:childTnLst>
                                        <p:set>
                                          <p:cBhvr>
                                            <p:cTn id="99" dur="1" fill="hold">
                                              <p:stCondLst>
                                                <p:cond delay="0"/>
                                              </p:stCondLst>
                                            </p:cTn>
                                            <p:tgtEl>
                                              <p:spTgt spid="53"/>
                                            </p:tgtEl>
                                            <p:attrNameLst>
                                              <p:attrName>style.visibility</p:attrName>
                                            </p:attrNameLst>
                                          </p:cBhvr>
                                          <p:to>
                                            <p:strVal val="visible"/>
                                          </p:to>
                                        </p:set>
                                        <p:anim calcmode="lin" valueType="num">
                                          <p:cBhvr>
                                            <p:cTn id="100" dur="500" fill="hold"/>
                                            <p:tgtEl>
                                              <p:spTgt spid="53"/>
                                            </p:tgtEl>
                                            <p:attrNameLst>
                                              <p:attrName>ppt_w</p:attrName>
                                            </p:attrNameLst>
                                          </p:cBhvr>
                                          <p:tavLst>
                                            <p:tav tm="0">
                                              <p:val>
                                                <p:fltVal val="0"/>
                                              </p:val>
                                            </p:tav>
                                            <p:tav tm="100000">
                                              <p:val>
                                                <p:strVal val="#ppt_w"/>
                                              </p:val>
                                            </p:tav>
                                          </p:tavLst>
                                        </p:anim>
                                        <p:anim calcmode="lin" valueType="num">
                                          <p:cBhvr>
                                            <p:cTn id="101" dur="500" fill="hold"/>
                                            <p:tgtEl>
                                              <p:spTgt spid="53"/>
                                            </p:tgtEl>
                                            <p:attrNameLst>
                                              <p:attrName>ppt_h</p:attrName>
                                            </p:attrNameLst>
                                          </p:cBhvr>
                                          <p:tavLst>
                                            <p:tav tm="0">
                                              <p:val>
                                                <p:fltVal val="0"/>
                                              </p:val>
                                            </p:tav>
                                            <p:tav tm="100000">
                                              <p:val>
                                                <p:strVal val="#ppt_h"/>
                                              </p:val>
                                            </p:tav>
                                          </p:tavLst>
                                        </p:anim>
                                        <p:animEffect transition="in" filter="fade">
                                          <p:cBhvr>
                                            <p:cTn id="102" dur="500"/>
                                            <p:tgtEl>
                                              <p:spTgt spid="53"/>
                                            </p:tgtEl>
                                          </p:cBhvr>
                                        </p:animEffect>
                                      </p:childTnLst>
                                    </p:cTn>
                                  </p:par>
                                  <p:par>
                                    <p:cTn id="103" presetID="53" presetClass="entr" presetSubtype="16" fill="hold" grpId="0" nodeType="withEffect">
                                      <p:stCondLst>
                                        <p:cond delay="1000"/>
                                      </p:stCondLst>
                                      <p:childTnLst>
                                        <p:set>
                                          <p:cBhvr>
                                            <p:cTn id="104" dur="1" fill="hold">
                                              <p:stCondLst>
                                                <p:cond delay="0"/>
                                              </p:stCondLst>
                                            </p:cTn>
                                            <p:tgtEl>
                                              <p:spTgt spid="54"/>
                                            </p:tgtEl>
                                            <p:attrNameLst>
                                              <p:attrName>style.visibility</p:attrName>
                                            </p:attrNameLst>
                                          </p:cBhvr>
                                          <p:to>
                                            <p:strVal val="visible"/>
                                          </p:to>
                                        </p:set>
                                        <p:anim calcmode="lin" valueType="num">
                                          <p:cBhvr>
                                            <p:cTn id="105" dur="500" fill="hold"/>
                                            <p:tgtEl>
                                              <p:spTgt spid="54"/>
                                            </p:tgtEl>
                                            <p:attrNameLst>
                                              <p:attrName>ppt_w</p:attrName>
                                            </p:attrNameLst>
                                          </p:cBhvr>
                                          <p:tavLst>
                                            <p:tav tm="0">
                                              <p:val>
                                                <p:fltVal val="0"/>
                                              </p:val>
                                            </p:tav>
                                            <p:tav tm="100000">
                                              <p:val>
                                                <p:strVal val="#ppt_w"/>
                                              </p:val>
                                            </p:tav>
                                          </p:tavLst>
                                        </p:anim>
                                        <p:anim calcmode="lin" valueType="num">
                                          <p:cBhvr>
                                            <p:cTn id="106" dur="500" fill="hold"/>
                                            <p:tgtEl>
                                              <p:spTgt spid="54"/>
                                            </p:tgtEl>
                                            <p:attrNameLst>
                                              <p:attrName>ppt_h</p:attrName>
                                            </p:attrNameLst>
                                          </p:cBhvr>
                                          <p:tavLst>
                                            <p:tav tm="0">
                                              <p:val>
                                                <p:fltVal val="0"/>
                                              </p:val>
                                            </p:tav>
                                            <p:tav tm="100000">
                                              <p:val>
                                                <p:strVal val="#ppt_h"/>
                                              </p:val>
                                            </p:tav>
                                          </p:tavLst>
                                        </p:anim>
                                        <p:animEffect transition="in" filter="fade">
                                          <p:cBhvr>
                                            <p:cTn id="107" dur="500"/>
                                            <p:tgtEl>
                                              <p:spTgt spid="54"/>
                                            </p:tgtEl>
                                          </p:cBhvr>
                                        </p:animEffect>
                                      </p:childTnLst>
                                    </p:cTn>
                                  </p:par>
                                  <p:par>
                                    <p:cTn id="108" presetID="53" presetClass="entr" presetSubtype="16" fill="hold" grpId="0" nodeType="withEffect">
                                      <p:stCondLst>
                                        <p:cond delay="1250"/>
                                      </p:stCondLst>
                                      <p:childTnLst>
                                        <p:set>
                                          <p:cBhvr>
                                            <p:cTn id="109" dur="1" fill="hold">
                                              <p:stCondLst>
                                                <p:cond delay="0"/>
                                              </p:stCondLst>
                                            </p:cTn>
                                            <p:tgtEl>
                                              <p:spTgt spid="55"/>
                                            </p:tgtEl>
                                            <p:attrNameLst>
                                              <p:attrName>style.visibility</p:attrName>
                                            </p:attrNameLst>
                                          </p:cBhvr>
                                          <p:to>
                                            <p:strVal val="visible"/>
                                          </p:to>
                                        </p:set>
                                        <p:anim calcmode="lin" valueType="num">
                                          <p:cBhvr>
                                            <p:cTn id="110" dur="500" fill="hold"/>
                                            <p:tgtEl>
                                              <p:spTgt spid="55"/>
                                            </p:tgtEl>
                                            <p:attrNameLst>
                                              <p:attrName>ppt_w</p:attrName>
                                            </p:attrNameLst>
                                          </p:cBhvr>
                                          <p:tavLst>
                                            <p:tav tm="0">
                                              <p:val>
                                                <p:fltVal val="0"/>
                                              </p:val>
                                            </p:tav>
                                            <p:tav tm="100000">
                                              <p:val>
                                                <p:strVal val="#ppt_w"/>
                                              </p:val>
                                            </p:tav>
                                          </p:tavLst>
                                        </p:anim>
                                        <p:anim calcmode="lin" valueType="num">
                                          <p:cBhvr>
                                            <p:cTn id="111" dur="500" fill="hold"/>
                                            <p:tgtEl>
                                              <p:spTgt spid="55"/>
                                            </p:tgtEl>
                                            <p:attrNameLst>
                                              <p:attrName>ppt_h</p:attrName>
                                            </p:attrNameLst>
                                          </p:cBhvr>
                                          <p:tavLst>
                                            <p:tav tm="0">
                                              <p:val>
                                                <p:fltVal val="0"/>
                                              </p:val>
                                            </p:tav>
                                            <p:tav tm="100000">
                                              <p:val>
                                                <p:strVal val="#ppt_h"/>
                                              </p:val>
                                            </p:tav>
                                          </p:tavLst>
                                        </p:anim>
                                        <p:animEffect transition="in" filter="fade">
                                          <p:cBhvr>
                                            <p:cTn id="112"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1" grpId="0" animBg="1"/>
          <p:bldP spid="60" grpId="0" animBg="1"/>
          <p:bldP spid="59" grpId="0" animBg="1"/>
          <p:bldP spid="57" grpId="0" animBg="1"/>
          <p:bldP spid="56" grpId="0" animBg="1"/>
          <p:bldP spid="58" grpId="0" animBg="1"/>
          <p:bldP spid="34" grpId="0"/>
          <p:bldP spid="35" grpId="0"/>
          <p:bldP spid="36" grpId="0"/>
          <p:bldP spid="37" grpId="0"/>
          <p:bldP spid="38" grpId="0" animBg="1"/>
          <p:bldP spid="39" grpId="0" animBg="1"/>
          <p:bldP spid="40" grpId="0" animBg="1"/>
          <p:bldP spid="41" grpId="0" animBg="1"/>
          <p:bldP spid="52" grpId="0"/>
          <p:bldP spid="53" grpId="0"/>
          <p:bldP spid="54" grpId="0"/>
          <p:bldP spid="5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1000" fill="hold"/>
                                            <p:tgtEl>
                                              <p:spTgt spid="44"/>
                                            </p:tgtEl>
                                            <p:attrNameLst>
                                              <p:attrName>ppt_x</p:attrName>
                                            </p:attrNameLst>
                                          </p:cBhvr>
                                          <p:tavLst>
                                            <p:tav tm="0">
                                              <p:val>
                                                <p:strVal val="0-#ppt_w/2"/>
                                              </p:val>
                                            </p:tav>
                                            <p:tav tm="100000">
                                              <p:val>
                                                <p:strVal val="#ppt_x"/>
                                              </p:val>
                                            </p:tav>
                                          </p:tavLst>
                                        </p:anim>
                                        <p:anim calcmode="lin" valueType="num">
                                          <p:cBhvr additive="base">
                                            <p:cTn id="8" dur="10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5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1000" fill="hold"/>
                                            <p:tgtEl>
                                              <p:spTgt spid="47"/>
                                            </p:tgtEl>
                                            <p:attrNameLst>
                                              <p:attrName>ppt_x</p:attrName>
                                            </p:attrNameLst>
                                          </p:cBhvr>
                                          <p:tavLst>
                                            <p:tav tm="0">
                                              <p:val>
                                                <p:strVal val="0-#ppt_w/2"/>
                                              </p:val>
                                            </p:tav>
                                            <p:tav tm="100000">
                                              <p:val>
                                                <p:strVal val="#ppt_x"/>
                                              </p:val>
                                            </p:tav>
                                          </p:tavLst>
                                        </p:anim>
                                        <p:anim calcmode="lin" valueType="num">
                                          <p:cBhvr additive="base">
                                            <p:cTn id="12" dur="1000" fill="hold"/>
                                            <p:tgtEl>
                                              <p:spTgt spid="47"/>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5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000" fill="hold"/>
                                            <p:tgtEl>
                                              <p:spTgt spid="48"/>
                                            </p:tgtEl>
                                            <p:attrNameLst>
                                              <p:attrName>ppt_x</p:attrName>
                                            </p:attrNameLst>
                                          </p:cBhvr>
                                          <p:tavLst>
                                            <p:tav tm="0">
                                              <p:val>
                                                <p:strVal val="0-#ppt_w/2"/>
                                              </p:val>
                                            </p:tav>
                                            <p:tav tm="100000">
                                              <p:val>
                                                <p:strVal val="#ppt_x"/>
                                              </p:val>
                                            </p:tav>
                                          </p:tavLst>
                                        </p:anim>
                                        <p:anim calcmode="lin" valueType="num">
                                          <p:cBhvr additive="base">
                                            <p:cTn id="16" dur="1000" fill="hold"/>
                                            <p:tgtEl>
                                              <p:spTgt spid="48"/>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75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1000" fill="hold"/>
                                            <p:tgtEl>
                                              <p:spTgt spid="51"/>
                                            </p:tgtEl>
                                            <p:attrNameLst>
                                              <p:attrName>ppt_x</p:attrName>
                                            </p:attrNameLst>
                                          </p:cBhvr>
                                          <p:tavLst>
                                            <p:tav tm="0">
                                              <p:val>
                                                <p:strVal val="0-#ppt_w/2"/>
                                              </p:val>
                                            </p:tav>
                                            <p:tav tm="100000">
                                              <p:val>
                                                <p:strVal val="#ppt_x"/>
                                              </p:val>
                                            </p:tav>
                                          </p:tavLst>
                                        </p:anim>
                                        <p:anim calcmode="lin" valueType="num">
                                          <p:cBhvr additive="base">
                                            <p:cTn id="20" dur="1000" fill="hold"/>
                                            <p:tgtEl>
                                              <p:spTgt spid="51"/>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45"/>
                                            </p:tgtEl>
                                            <p:attrNameLst>
                                              <p:attrName>style.visibility</p:attrName>
                                            </p:attrNameLst>
                                          </p:cBhvr>
                                          <p:to>
                                            <p:strVal val="visible"/>
                                          </p:to>
                                        </p:set>
                                        <p:anim calcmode="lin" valueType="num">
                                          <p:cBhvr additive="base">
                                            <p:cTn id="23" dur="1000" fill="hold"/>
                                            <p:tgtEl>
                                              <p:spTgt spid="45"/>
                                            </p:tgtEl>
                                            <p:attrNameLst>
                                              <p:attrName>ppt_x</p:attrName>
                                            </p:attrNameLst>
                                          </p:cBhvr>
                                          <p:tavLst>
                                            <p:tav tm="0">
                                              <p:val>
                                                <p:strVal val="1+#ppt_w/2"/>
                                              </p:val>
                                            </p:tav>
                                            <p:tav tm="100000">
                                              <p:val>
                                                <p:strVal val="#ppt_x"/>
                                              </p:val>
                                            </p:tav>
                                          </p:tavLst>
                                        </p:anim>
                                        <p:anim calcmode="lin" valueType="num">
                                          <p:cBhvr additive="base">
                                            <p:cTn id="24" dur="1000" fill="hold"/>
                                            <p:tgtEl>
                                              <p:spTgt spid="45"/>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250"/>
                                      </p:stCondLst>
                                      <p:childTnLst>
                                        <p:set>
                                          <p:cBhvr>
                                            <p:cTn id="26" dur="1" fill="hold">
                                              <p:stCondLst>
                                                <p:cond delay="0"/>
                                              </p:stCondLst>
                                            </p:cTn>
                                            <p:tgtEl>
                                              <p:spTgt spid="46"/>
                                            </p:tgtEl>
                                            <p:attrNameLst>
                                              <p:attrName>style.visibility</p:attrName>
                                            </p:attrNameLst>
                                          </p:cBhvr>
                                          <p:to>
                                            <p:strVal val="visible"/>
                                          </p:to>
                                        </p:set>
                                        <p:anim calcmode="lin" valueType="num">
                                          <p:cBhvr additive="base">
                                            <p:cTn id="27" dur="1000" fill="hold"/>
                                            <p:tgtEl>
                                              <p:spTgt spid="46"/>
                                            </p:tgtEl>
                                            <p:attrNameLst>
                                              <p:attrName>ppt_x</p:attrName>
                                            </p:attrNameLst>
                                          </p:cBhvr>
                                          <p:tavLst>
                                            <p:tav tm="0">
                                              <p:val>
                                                <p:strVal val="1+#ppt_w/2"/>
                                              </p:val>
                                            </p:tav>
                                            <p:tav tm="100000">
                                              <p:val>
                                                <p:strVal val="#ppt_x"/>
                                              </p:val>
                                            </p:tav>
                                          </p:tavLst>
                                        </p:anim>
                                        <p:anim calcmode="lin" valueType="num">
                                          <p:cBhvr additive="base">
                                            <p:cTn id="28" dur="1000" fill="hold"/>
                                            <p:tgtEl>
                                              <p:spTgt spid="46"/>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500"/>
                                      </p:stCondLst>
                                      <p:childTnLst>
                                        <p:set>
                                          <p:cBhvr>
                                            <p:cTn id="30" dur="1" fill="hold">
                                              <p:stCondLst>
                                                <p:cond delay="0"/>
                                              </p:stCondLst>
                                            </p:cTn>
                                            <p:tgtEl>
                                              <p:spTgt spid="49"/>
                                            </p:tgtEl>
                                            <p:attrNameLst>
                                              <p:attrName>style.visibility</p:attrName>
                                            </p:attrNameLst>
                                          </p:cBhvr>
                                          <p:to>
                                            <p:strVal val="visible"/>
                                          </p:to>
                                        </p:set>
                                        <p:anim calcmode="lin" valueType="num">
                                          <p:cBhvr additive="base">
                                            <p:cTn id="31" dur="1000" fill="hold"/>
                                            <p:tgtEl>
                                              <p:spTgt spid="49"/>
                                            </p:tgtEl>
                                            <p:attrNameLst>
                                              <p:attrName>ppt_x</p:attrName>
                                            </p:attrNameLst>
                                          </p:cBhvr>
                                          <p:tavLst>
                                            <p:tav tm="0">
                                              <p:val>
                                                <p:strVal val="1+#ppt_w/2"/>
                                              </p:val>
                                            </p:tav>
                                            <p:tav tm="100000">
                                              <p:val>
                                                <p:strVal val="#ppt_x"/>
                                              </p:val>
                                            </p:tav>
                                          </p:tavLst>
                                        </p:anim>
                                        <p:anim calcmode="lin" valueType="num">
                                          <p:cBhvr additive="base">
                                            <p:cTn id="32" dur="1000" fill="hold"/>
                                            <p:tgtEl>
                                              <p:spTgt spid="49"/>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750"/>
                                      </p:stCondLst>
                                      <p:childTnLst>
                                        <p:set>
                                          <p:cBhvr>
                                            <p:cTn id="34" dur="1" fill="hold">
                                              <p:stCondLst>
                                                <p:cond delay="0"/>
                                              </p:stCondLst>
                                            </p:cTn>
                                            <p:tgtEl>
                                              <p:spTgt spid="50"/>
                                            </p:tgtEl>
                                            <p:attrNameLst>
                                              <p:attrName>style.visibility</p:attrName>
                                            </p:attrNameLst>
                                          </p:cBhvr>
                                          <p:to>
                                            <p:strVal val="visible"/>
                                          </p:to>
                                        </p:set>
                                        <p:anim calcmode="lin" valueType="num">
                                          <p:cBhvr additive="base">
                                            <p:cTn id="35" dur="1000" fill="hold"/>
                                            <p:tgtEl>
                                              <p:spTgt spid="50"/>
                                            </p:tgtEl>
                                            <p:attrNameLst>
                                              <p:attrName>ppt_x</p:attrName>
                                            </p:attrNameLst>
                                          </p:cBhvr>
                                          <p:tavLst>
                                            <p:tav tm="0">
                                              <p:val>
                                                <p:strVal val="1+#ppt_w/2"/>
                                              </p:val>
                                            </p:tav>
                                            <p:tav tm="100000">
                                              <p:val>
                                                <p:strVal val="#ppt_x"/>
                                              </p:val>
                                            </p:tav>
                                          </p:tavLst>
                                        </p:anim>
                                        <p:anim calcmode="lin" valueType="num">
                                          <p:cBhvr additive="base">
                                            <p:cTn id="36" dur="1000" fill="hold"/>
                                            <p:tgtEl>
                                              <p:spTgt spid="50"/>
                                            </p:tgtEl>
                                            <p:attrNameLst>
                                              <p:attrName>ppt_y</p:attrName>
                                            </p:attrNameLst>
                                          </p:cBhvr>
                                          <p:tavLst>
                                            <p:tav tm="0">
                                              <p:val>
                                                <p:strVal val="#ppt_y"/>
                                              </p:val>
                                            </p:tav>
                                            <p:tav tm="100000">
                                              <p:val>
                                                <p:strVal val="#ppt_y"/>
                                              </p:val>
                                            </p:tav>
                                          </p:tavLst>
                                        </p:anim>
                                      </p:childTnLst>
                                    </p:cTn>
                                  </p:par>
                                  <p:par>
                                    <p:cTn id="37" presetID="22" presetClass="entr" presetSubtype="2" fill="hold" grpId="0" nodeType="withEffect">
                                      <p:stCondLst>
                                        <p:cond delay="250"/>
                                      </p:stCondLst>
                                      <p:childTnLst>
                                        <p:set>
                                          <p:cBhvr>
                                            <p:cTn id="38" dur="1" fill="hold">
                                              <p:stCondLst>
                                                <p:cond delay="0"/>
                                              </p:stCondLst>
                                            </p:cTn>
                                            <p:tgtEl>
                                              <p:spTgt spid="60"/>
                                            </p:tgtEl>
                                            <p:attrNameLst>
                                              <p:attrName>style.visibility</p:attrName>
                                            </p:attrNameLst>
                                          </p:cBhvr>
                                          <p:to>
                                            <p:strVal val="visible"/>
                                          </p:to>
                                        </p:set>
                                        <p:animEffect transition="in" filter="wipe(right)">
                                          <p:cBhvr>
                                            <p:cTn id="39" dur="750"/>
                                            <p:tgtEl>
                                              <p:spTgt spid="60"/>
                                            </p:tgtEl>
                                          </p:cBhvr>
                                        </p:animEffect>
                                      </p:childTnLst>
                                    </p:cTn>
                                  </p:par>
                                  <p:par>
                                    <p:cTn id="40" presetID="22" presetClass="entr" presetSubtype="2" fill="hold" grpId="0" nodeType="withEffect">
                                      <p:stCondLst>
                                        <p:cond delay="500"/>
                                      </p:stCondLst>
                                      <p:childTnLst>
                                        <p:set>
                                          <p:cBhvr>
                                            <p:cTn id="41" dur="1" fill="hold">
                                              <p:stCondLst>
                                                <p:cond delay="0"/>
                                              </p:stCondLst>
                                            </p:cTn>
                                            <p:tgtEl>
                                              <p:spTgt spid="61"/>
                                            </p:tgtEl>
                                            <p:attrNameLst>
                                              <p:attrName>style.visibility</p:attrName>
                                            </p:attrNameLst>
                                          </p:cBhvr>
                                          <p:to>
                                            <p:strVal val="visible"/>
                                          </p:to>
                                        </p:set>
                                        <p:animEffect transition="in" filter="wipe(right)">
                                          <p:cBhvr>
                                            <p:cTn id="42" dur="750"/>
                                            <p:tgtEl>
                                              <p:spTgt spid="61"/>
                                            </p:tgtEl>
                                          </p:cBhvr>
                                        </p:animEffect>
                                      </p:childTnLst>
                                    </p:cTn>
                                  </p:par>
                                  <p:par>
                                    <p:cTn id="43" presetID="22" presetClass="entr" presetSubtype="2" fill="hold" grpId="0" nodeType="withEffect">
                                      <p:stCondLst>
                                        <p:cond delay="750"/>
                                      </p:stCondLst>
                                      <p:childTnLst>
                                        <p:set>
                                          <p:cBhvr>
                                            <p:cTn id="44" dur="1" fill="hold">
                                              <p:stCondLst>
                                                <p:cond delay="0"/>
                                              </p:stCondLst>
                                            </p:cTn>
                                            <p:tgtEl>
                                              <p:spTgt spid="62"/>
                                            </p:tgtEl>
                                            <p:attrNameLst>
                                              <p:attrName>style.visibility</p:attrName>
                                            </p:attrNameLst>
                                          </p:cBhvr>
                                          <p:to>
                                            <p:strVal val="visible"/>
                                          </p:to>
                                        </p:set>
                                        <p:animEffect transition="in" filter="wipe(right)">
                                          <p:cBhvr>
                                            <p:cTn id="45" dur="750"/>
                                            <p:tgtEl>
                                              <p:spTgt spid="62"/>
                                            </p:tgtEl>
                                          </p:cBhvr>
                                        </p:animEffect>
                                      </p:childTnLst>
                                    </p:cTn>
                                  </p:par>
                                  <p:par>
                                    <p:cTn id="46" presetID="22" presetClass="entr" presetSubtype="2" fill="hold" grpId="0" nodeType="withEffect">
                                      <p:stCondLst>
                                        <p:cond delay="1000"/>
                                      </p:stCondLst>
                                      <p:childTnLst>
                                        <p:set>
                                          <p:cBhvr>
                                            <p:cTn id="47" dur="1" fill="hold">
                                              <p:stCondLst>
                                                <p:cond delay="0"/>
                                              </p:stCondLst>
                                            </p:cTn>
                                            <p:tgtEl>
                                              <p:spTgt spid="63"/>
                                            </p:tgtEl>
                                            <p:attrNameLst>
                                              <p:attrName>style.visibility</p:attrName>
                                            </p:attrNameLst>
                                          </p:cBhvr>
                                          <p:to>
                                            <p:strVal val="visible"/>
                                          </p:to>
                                        </p:set>
                                        <p:animEffect transition="in" filter="wipe(right)">
                                          <p:cBhvr>
                                            <p:cTn id="48" dur="750"/>
                                            <p:tgtEl>
                                              <p:spTgt spid="63"/>
                                            </p:tgtEl>
                                          </p:cBhvr>
                                        </p:animEffect>
                                      </p:childTnLst>
                                    </p:cTn>
                                  </p:par>
                                  <p:par>
                                    <p:cTn id="49" presetID="22" presetClass="entr" presetSubtype="8" fill="hold" grpId="0" nodeType="withEffect">
                                      <p:stCondLst>
                                        <p:cond delay="250"/>
                                      </p:stCondLst>
                                      <p:childTnLst>
                                        <p:set>
                                          <p:cBhvr>
                                            <p:cTn id="50" dur="1" fill="hold">
                                              <p:stCondLst>
                                                <p:cond delay="0"/>
                                              </p:stCondLst>
                                            </p:cTn>
                                            <p:tgtEl>
                                              <p:spTgt spid="59"/>
                                            </p:tgtEl>
                                            <p:attrNameLst>
                                              <p:attrName>style.visibility</p:attrName>
                                            </p:attrNameLst>
                                          </p:cBhvr>
                                          <p:to>
                                            <p:strVal val="visible"/>
                                          </p:to>
                                        </p:set>
                                        <p:animEffect transition="in" filter="wipe(left)">
                                          <p:cBhvr>
                                            <p:cTn id="51" dur="750"/>
                                            <p:tgtEl>
                                              <p:spTgt spid="59"/>
                                            </p:tgtEl>
                                          </p:cBhvr>
                                        </p:animEffect>
                                      </p:childTnLst>
                                    </p:cTn>
                                  </p:par>
                                  <p:par>
                                    <p:cTn id="52" presetID="22" presetClass="entr" presetSubtype="8" fill="hold" grpId="0" nodeType="withEffect">
                                      <p:stCondLst>
                                        <p:cond delay="500"/>
                                      </p:stCondLst>
                                      <p:childTnLst>
                                        <p:set>
                                          <p:cBhvr>
                                            <p:cTn id="53" dur="1" fill="hold">
                                              <p:stCondLst>
                                                <p:cond delay="0"/>
                                              </p:stCondLst>
                                            </p:cTn>
                                            <p:tgtEl>
                                              <p:spTgt spid="58"/>
                                            </p:tgtEl>
                                            <p:attrNameLst>
                                              <p:attrName>style.visibility</p:attrName>
                                            </p:attrNameLst>
                                          </p:cBhvr>
                                          <p:to>
                                            <p:strVal val="visible"/>
                                          </p:to>
                                        </p:set>
                                        <p:animEffect transition="in" filter="wipe(left)">
                                          <p:cBhvr>
                                            <p:cTn id="54" dur="750"/>
                                            <p:tgtEl>
                                              <p:spTgt spid="58"/>
                                            </p:tgtEl>
                                          </p:cBhvr>
                                        </p:animEffect>
                                      </p:childTnLst>
                                    </p:cTn>
                                  </p:par>
                                  <p:par>
                                    <p:cTn id="55" presetID="22" presetClass="entr" presetSubtype="8" fill="hold" grpId="0" nodeType="withEffect">
                                      <p:stCondLst>
                                        <p:cond delay="750"/>
                                      </p:stCondLst>
                                      <p:childTnLst>
                                        <p:set>
                                          <p:cBhvr>
                                            <p:cTn id="56" dur="1" fill="hold">
                                              <p:stCondLst>
                                                <p:cond delay="0"/>
                                              </p:stCondLst>
                                            </p:cTn>
                                            <p:tgtEl>
                                              <p:spTgt spid="57"/>
                                            </p:tgtEl>
                                            <p:attrNameLst>
                                              <p:attrName>style.visibility</p:attrName>
                                            </p:attrNameLst>
                                          </p:cBhvr>
                                          <p:to>
                                            <p:strVal val="visible"/>
                                          </p:to>
                                        </p:set>
                                        <p:animEffect transition="in" filter="wipe(left)">
                                          <p:cBhvr>
                                            <p:cTn id="57" dur="750"/>
                                            <p:tgtEl>
                                              <p:spTgt spid="57"/>
                                            </p:tgtEl>
                                          </p:cBhvr>
                                        </p:animEffect>
                                      </p:childTnLst>
                                    </p:cTn>
                                  </p:par>
                                  <p:par>
                                    <p:cTn id="58" presetID="22" presetClass="entr" presetSubtype="8" fill="hold" grpId="0" nodeType="withEffect">
                                      <p:stCondLst>
                                        <p:cond delay="1000"/>
                                      </p:stCondLst>
                                      <p:childTnLst>
                                        <p:set>
                                          <p:cBhvr>
                                            <p:cTn id="59" dur="1" fill="hold">
                                              <p:stCondLst>
                                                <p:cond delay="0"/>
                                              </p:stCondLst>
                                            </p:cTn>
                                            <p:tgtEl>
                                              <p:spTgt spid="56"/>
                                            </p:tgtEl>
                                            <p:attrNameLst>
                                              <p:attrName>style.visibility</p:attrName>
                                            </p:attrNameLst>
                                          </p:cBhvr>
                                          <p:to>
                                            <p:strVal val="visible"/>
                                          </p:to>
                                        </p:set>
                                        <p:animEffect transition="in" filter="wipe(left)">
                                          <p:cBhvr>
                                            <p:cTn id="60" dur="750"/>
                                            <p:tgtEl>
                                              <p:spTgt spid="56"/>
                                            </p:tgtEl>
                                          </p:cBhvr>
                                        </p:animEffect>
                                      </p:childTnLst>
                                    </p:cTn>
                                  </p:par>
                                  <p:par>
                                    <p:cTn id="61" presetID="10" presetClass="entr" presetSubtype="0" fill="hold" grpId="0" nodeType="withEffect">
                                      <p:stCondLst>
                                        <p:cond delay="250"/>
                                      </p:stCondLst>
                                      <p:childTnLst>
                                        <p:set>
                                          <p:cBhvr>
                                            <p:cTn id="62" dur="1" fill="hold">
                                              <p:stCondLst>
                                                <p:cond delay="0"/>
                                              </p:stCondLst>
                                            </p:cTn>
                                            <p:tgtEl>
                                              <p:spTgt spid="34"/>
                                            </p:tgtEl>
                                            <p:attrNameLst>
                                              <p:attrName>style.visibility</p:attrName>
                                            </p:attrNameLst>
                                          </p:cBhvr>
                                          <p:to>
                                            <p:strVal val="visible"/>
                                          </p:to>
                                        </p:set>
                                        <p:animEffect transition="in" filter="fade">
                                          <p:cBhvr>
                                            <p:cTn id="63" dur="750"/>
                                            <p:tgtEl>
                                              <p:spTgt spid="34"/>
                                            </p:tgtEl>
                                          </p:cBhvr>
                                        </p:animEffect>
                                      </p:childTnLst>
                                    </p:cTn>
                                  </p:par>
                                  <p:par>
                                    <p:cTn id="64" presetID="10" presetClass="entr" presetSubtype="0" fill="hold" grpId="0" nodeType="withEffect">
                                      <p:stCondLst>
                                        <p:cond delay="500"/>
                                      </p:stCondLst>
                                      <p:childTnLst>
                                        <p:set>
                                          <p:cBhvr>
                                            <p:cTn id="65" dur="1" fill="hold">
                                              <p:stCondLst>
                                                <p:cond delay="0"/>
                                              </p:stCondLst>
                                            </p:cTn>
                                            <p:tgtEl>
                                              <p:spTgt spid="35"/>
                                            </p:tgtEl>
                                            <p:attrNameLst>
                                              <p:attrName>style.visibility</p:attrName>
                                            </p:attrNameLst>
                                          </p:cBhvr>
                                          <p:to>
                                            <p:strVal val="visible"/>
                                          </p:to>
                                        </p:set>
                                        <p:animEffect transition="in" filter="fade">
                                          <p:cBhvr>
                                            <p:cTn id="66" dur="750"/>
                                            <p:tgtEl>
                                              <p:spTgt spid="35"/>
                                            </p:tgtEl>
                                          </p:cBhvr>
                                        </p:animEffect>
                                      </p:childTnLst>
                                    </p:cTn>
                                  </p:par>
                                  <p:par>
                                    <p:cTn id="67" presetID="10" presetClass="entr" presetSubtype="0" fill="hold" grpId="0" nodeType="withEffect">
                                      <p:stCondLst>
                                        <p:cond delay="750"/>
                                      </p:stCondLst>
                                      <p:childTnLst>
                                        <p:set>
                                          <p:cBhvr>
                                            <p:cTn id="68" dur="1" fill="hold">
                                              <p:stCondLst>
                                                <p:cond delay="0"/>
                                              </p:stCondLst>
                                            </p:cTn>
                                            <p:tgtEl>
                                              <p:spTgt spid="36"/>
                                            </p:tgtEl>
                                            <p:attrNameLst>
                                              <p:attrName>style.visibility</p:attrName>
                                            </p:attrNameLst>
                                          </p:cBhvr>
                                          <p:to>
                                            <p:strVal val="visible"/>
                                          </p:to>
                                        </p:set>
                                        <p:animEffect transition="in" filter="fade">
                                          <p:cBhvr>
                                            <p:cTn id="69" dur="750"/>
                                            <p:tgtEl>
                                              <p:spTgt spid="36"/>
                                            </p:tgtEl>
                                          </p:cBhvr>
                                        </p:animEffect>
                                      </p:childTnLst>
                                    </p:cTn>
                                  </p:par>
                                  <p:par>
                                    <p:cTn id="70" presetID="10" presetClass="entr" presetSubtype="0" fill="hold" grpId="0" nodeType="withEffect">
                                      <p:stCondLst>
                                        <p:cond delay="100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750"/>
                                            <p:tgtEl>
                                              <p:spTgt spid="37"/>
                                            </p:tgtEl>
                                          </p:cBhvr>
                                        </p:animEffect>
                                      </p:childTnLst>
                                    </p:cTn>
                                  </p:par>
                                  <p:par>
                                    <p:cTn id="73" presetID="53" presetClass="entr" presetSubtype="16" fill="hold" grpId="0" nodeType="withEffect">
                                      <p:stCondLst>
                                        <p:cond delay="500"/>
                                      </p:stCondLst>
                                      <p:childTnLst>
                                        <p:set>
                                          <p:cBhvr>
                                            <p:cTn id="74" dur="1" fill="hold">
                                              <p:stCondLst>
                                                <p:cond delay="0"/>
                                              </p:stCondLst>
                                            </p:cTn>
                                            <p:tgtEl>
                                              <p:spTgt spid="40"/>
                                            </p:tgtEl>
                                            <p:attrNameLst>
                                              <p:attrName>style.visibility</p:attrName>
                                            </p:attrNameLst>
                                          </p:cBhvr>
                                          <p:to>
                                            <p:strVal val="visible"/>
                                          </p:to>
                                        </p:set>
                                        <p:anim calcmode="lin" valueType="num">
                                          <p:cBhvr>
                                            <p:cTn id="75" dur="500" fill="hold"/>
                                            <p:tgtEl>
                                              <p:spTgt spid="40"/>
                                            </p:tgtEl>
                                            <p:attrNameLst>
                                              <p:attrName>ppt_w</p:attrName>
                                            </p:attrNameLst>
                                          </p:cBhvr>
                                          <p:tavLst>
                                            <p:tav tm="0">
                                              <p:val>
                                                <p:fltVal val="0"/>
                                              </p:val>
                                            </p:tav>
                                            <p:tav tm="100000">
                                              <p:val>
                                                <p:strVal val="#ppt_w"/>
                                              </p:val>
                                            </p:tav>
                                          </p:tavLst>
                                        </p:anim>
                                        <p:anim calcmode="lin" valueType="num">
                                          <p:cBhvr>
                                            <p:cTn id="76" dur="500" fill="hold"/>
                                            <p:tgtEl>
                                              <p:spTgt spid="40"/>
                                            </p:tgtEl>
                                            <p:attrNameLst>
                                              <p:attrName>ppt_h</p:attrName>
                                            </p:attrNameLst>
                                          </p:cBhvr>
                                          <p:tavLst>
                                            <p:tav tm="0">
                                              <p:val>
                                                <p:fltVal val="0"/>
                                              </p:val>
                                            </p:tav>
                                            <p:tav tm="100000">
                                              <p:val>
                                                <p:strVal val="#ppt_h"/>
                                              </p:val>
                                            </p:tav>
                                          </p:tavLst>
                                        </p:anim>
                                        <p:animEffect transition="in" filter="fade">
                                          <p:cBhvr>
                                            <p:cTn id="77" dur="500"/>
                                            <p:tgtEl>
                                              <p:spTgt spid="40"/>
                                            </p:tgtEl>
                                          </p:cBhvr>
                                        </p:animEffect>
                                      </p:childTnLst>
                                    </p:cTn>
                                  </p:par>
                                  <p:par>
                                    <p:cTn id="78" presetID="53" presetClass="entr" presetSubtype="16" fill="hold" grpId="0" nodeType="withEffect">
                                      <p:stCondLst>
                                        <p:cond delay="750"/>
                                      </p:stCondLst>
                                      <p:childTnLst>
                                        <p:set>
                                          <p:cBhvr>
                                            <p:cTn id="79" dur="1" fill="hold">
                                              <p:stCondLst>
                                                <p:cond delay="0"/>
                                              </p:stCondLst>
                                            </p:cTn>
                                            <p:tgtEl>
                                              <p:spTgt spid="41"/>
                                            </p:tgtEl>
                                            <p:attrNameLst>
                                              <p:attrName>style.visibility</p:attrName>
                                            </p:attrNameLst>
                                          </p:cBhvr>
                                          <p:to>
                                            <p:strVal val="visible"/>
                                          </p:to>
                                        </p:set>
                                        <p:anim calcmode="lin" valueType="num">
                                          <p:cBhvr>
                                            <p:cTn id="80" dur="500" fill="hold"/>
                                            <p:tgtEl>
                                              <p:spTgt spid="41"/>
                                            </p:tgtEl>
                                            <p:attrNameLst>
                                              <p:attrName>ppt_w</p:attrName>
                                            </p:attrNameLst>
                                          </p:cBhvr>
                                          <p:tavLst>
                                            <p:tav tm="0">
                                              <p:val>
                                                <p:fltVal val="0"/>
                                              </p:val>
                                            </p:tav>
                                            <p:tav tm="100000">
                                              <p:val>
                                                <p:strVal val="#ppt_w"/>
                                              </p:val>
                                            </p:tav>
                                          </p:tavLst>
                                        </p:anim>
                                        <p:anim calcmode="lin" valueType="num">
                                          <p:cBhvr>
                                            <p:cTn id="81" dur="500" fill="hold"/>
                                            <p:tgtEl>
                                              <p:spTgt spid="41"/>
                                            </p:tgtEl>
                                            <p:attrNameLst>
                                              <p:attrName>ppt_h</p:attrName>
                                            </p:attrNameLst>
                                          </p:cBhvr>
                                          <p:tavLst>
                                            <p:tav tm="0">
                                              <p:val>
                                                <p:fltVal val="0"/>
                                              </p:val>
                                            </p:tav>
                                            <p:tav tm="100000">
                                              <p:val>
                                                <p:strVal val="#ppt_h"/>
                                              </p:val>
                                            </p:tav>
                                          </p:tavLst>
                                        </p:anim>
                                        <p:animEffect transition="in" filter="fade">
                                          <p:cBhvr>
                                            <p:cTn id="82" dur="500"/>
                                            <p:tgtEl>
                                              <p:spTgt spid="41"/>
                                            </p:tgtEl>
                                          </p:cBhvr>
                                        </p:animEffect>
                                      </p:childTnLst>
                                    </p:cTn>
                                  </p:par>
                                  <p:par>
                                    <p:cTn id="83" presetID="53" presetClass="entr" presetSubtype="16" fill="hold" grpId="0" nodeType="withEffect">
                                      <p:stCondLst>
                                        <p:cond delay="1000"/>
                                      </p:stCondLst>
                                      <p:childTnLst>
                                        <p:set>
                                          <p:cBhvr>
                                            <p:cTn id="84" dur="1" fill="hold">
                                              <p:stCondLst>
                                                <p:cond delay="0"/>
                                              </p:stCondLst>
                                            </p:cTn>
                                            <p:tgtEl>
                                              <p:spTgt spid="38"/>
                                            </p:tgtEl>
                                            <p:attrNameLst>
                                              <p:attrName>style.visibility</p:attrName>
                                            </p:attrNameLst>
                                          </p:cBhvr>
                                          <p:to>
                                            <p:strVal val="visible"/>
                                          </p:to>
                                        </p:set>
                                        <p:anim calcmode="lin" valueType="num">
                                          <p:cBhvr>
                                            <p:cTn id="85" dur="500" fill="hold"/>
                                            <p:tgtEl>
                                              <p:spTgt spid="38"/>
                                            </p:tgtEl>
                                            <p:attrNameLst>
                                              <p:attrName>ppt_w</p:attrName>
                                            </p:attrNameLst>
                                          </p:cBhvr>
                                          <p:tavLst>
                                            <p:tav tm="0">
                                              <p:val>
                                                <p:fltVal val="0"/>
                                              </p:val>
                                            </p:tav>
                                            <p:tav tm="100000">
                                              <p:val>
                                                <p:strVal val="#ppt_w"/>
                                              </p:val>
                                            </p:tav>
                                          </p:tavLst>
                                        </p:anim>
                                        <p:anim calcmode="lin" valueType="num">
                                          <p:cBhvr>
                                            <p:cTn id="86" dur="500" fill="hold"/>
                                            <p:tgtEl>
                                              <p:spTgt spid="38"/>
                                            </p:tgtEl>
                                            <p:attrNameLst>
                                              <p:attrName>ppt_h</p:attrName>
                                            </p:attrNameLst>
                                          </p:cBhvr>
                                          <p:tavLst>
                                            <p:tav tm="0">
                                              <p:val>
                                                <p:fltVal val="0"/>
                                              </p:val>
                                            </p:tav>
                                            <p:tav tm="100000">
                                              <p:val>
                                                <p:strVal val="#ppt_h"/>
                                              </p:val>
                                            </p:tav>
                                          </p:tavLst>
                                        </p:anim>
                                        <p:animEffect transition="in" filter="fade">
                                          <p:cBhvr>
                                            <p:cTn id="87" dur="500"/>
                                            <p:tgtEl>
                                              <p:spTgt spid="38"/>
                                            </p:tgtEl>
                                          </p:cBhvr>
                                        </p:animEffect>
                                      </p:childTnLst>
                                    </p:cTn>
                                  </p:par>
                                  <p:par>
                                    <p:cTn id="88" presetID="53" presetClass="entr" presetSubtype="16" fill="hold" grpId="0" nodeType="withEffect">
                                      <p:stCondLst>
                                        <p:cond delay="1250"/>
                                      </p:stCondLst>
                                      <p:childTnLst>
                                        <p:set>
                                          <p:cBhvr>
                                            <p:cTn id="89" dur="1" fill="hold">
                                              <p:stCondLst>
                                                <p:cond delay="0"/>
                                              </p:stCondLst>
                                            </p:cTn>
                                            <p:tgtEl>
                                              <p:spTgt spid="39"/>
                                            </p:tgtEl>
                                            <p:attrNameLst>
                                              <p:attrName>style.visibility</p:attrName>
                                            </p:attrNameLst>
                                          </p:cBhvr>
                                          <p:to>
                                            <p:strVal val="visible"/>
                                          </p:to>
                                        </p:set>
                                        <p:anim calcmode="lin" valueType="num">
                                          <p:cBhvr>
                                            <p:cTn id="90" dur="500" fill="hold"/>
                                            <p:tgtEl>
                                              <p:spTgt spid="39"/>
                                            </p:tgtEl>
                                            <p:attrNameLst>
                                              <p:attrName>ppt_w</p:attrName>
                                            </p:attrNameLst>
                                          </p:cBhvr>
                                          <p:tavLst>
                                            <p:tav tm="0">
                                              <p:val>
                                                <p:fltVal val="0"/>
                                              </p:val>
                                            </p:tav>
                                            <p:tav tm="100000">
                                              <p:val>
                                                <p:strVal val="#ppt_w"/>
                                              </p:val>
                                            </p:tav>
                                          </p:tavLst>
                                        </p:anim>
                                        <p:anim calcmode="lin" valueType="num">
                                          <p:cBhvr>
                                            <p:cTn id="91" dur="500" fill="hold"/>
                                            <p:tgtEl>
                                              <p:spTgt spid="39"/>
                                            </p:tgtEl>
                                            <p:attrNameLst>
                                              <p:attrName>ppt_h</p:attrName>
                                            </p:attrNameLst>
                                          </p:cBhvr>
                                          <p:tavLst>
                                            <p:tav tm="0">
                                              <p:val>
                                                <p:fltVal val="0"/>
                                              </p:val>
                                            </p:tav>
                                            <p:tav tm="100000">
                                              <p:val>
                                                <p:strVal val="#ppt_h"/>
                                              </p:val>
                                            </p:tav>
                                          </p:tavLst>
                                        </p:anim>
                                        <p:animEffect transition="in" filter="fade">
                                          <p:cBhvr>
                                            <p:cTn id="92" dur="500"/>
                                            <p:tgtEl>
                                              <p:spTgt spid="39"/>
                                            </p:tgtEl>
                                          </p:cBhvr>
                                        </p:animEffect>
                                      </p:childTnLst>
                                    </p:cTn>
                                  </p:par>
                                  <p:par>
                                    <p:cTn id="93" presetID="53" presetClass="entr" presetSubtype="16" fill="hold" grpId="0" nodeType="withEffect">
                                      <p:stCondLst>
                                        <p:cond delay="500"/>
                                      </p:stCondLst>
                                      <p:childTnLst>
                                        <p:set>
                                          <p:cBhvr>
                                            <p:cTn id="94" dur="1" fill="hold">
                                              <p:stCondLst>
                                                <p:cond delay="0"/>
                                              </p:stCondLst>
                                            </p:cTn>
                                            <p:tgtEl>
                                              <p:spTgt spid="52"/>
                                            </p:tgtEl>
                                            <p:attrNameLst>
                                              <p:attrName>style.visibility</p:attrName>
                                            </p:attrNameLst>
                                          </p:cBhvr>
                                          <p:to>
                                            <p:strVal val="visible"/>
                                          </p:to>
                                        </p:set>
                                        <p:anim calcmode="lin" valueType="num">
                                          <p:cBhvr>
                                            <p:cTn id="95" dur="500" fill="hold"/>
                                            <p:tgtEl>
                                              <p:spTgt spid="52"/>
                                            </p:tgtEl>
                                            <p:attrNameLst>
                                              <p:attrName>ppt_w</p:attrName>
                                            </p:attrNameLst>
                                          </p:cBhvr>
                                          <p:tavLst>
                                            <p:tav tm="0">
                                              <p:val>
                                                <p:fltVal val="0"/>
                                              </p:val>
                                            </p:tav>
                                            <p:tav tm="100000">
                                              <p:val>
                                                <p:strVal val="#ppt_w"/>
                                              </p:val>
                                            </p:tav>
                                          </p:tavLst>
                                        </p:anim>
                                        <p:anim calcmode="lin" valueType="num">
                                          <p:cBhvr>
                                            <p:cTn id="96" dur="500" fill="hold"/>
                                            <p:tgtEl>
                                              <p:spTgt spid="52"/>
                                            </p:tgtEl>
                                            <p:attrNameLst>
                                              <p:attrName>ppt_h</p:attrName>
                                            </p:attrNameLst>
                                          </p:cBhvr>
                                          <p:tavLst>
                                            <p:tav tm="0">
                                              <p:val>
                                                <p:fltVal val="0"/>
                                              </p:val>
                                            </p:tav>
                                            <p:tav tm="100000">
                                              <p:val>
                                                <p:strVal val="#ppt_h"/>
                                              </p:val>
                                            </p:tav>
                                          </p:tavLst>
                                        </p:anim>
                                        <p:animEffect transition="in" filter="fade">
                                          <p:cBhvr>
                                            <p:cTn id="97" dur="500"/>
                                            <p:tgtEl>
                                              <p:spTgt spid="52"/>
                                            </p:tgtEl>
                                          </p:cBhvr>
                                        </p:animEffect>
                                      </p:childTnLst>
                                    </p:cTn>
                                  </p:par>
                                  <p:par>
                                    <p:cTn id="98" presetID="53" presetClass="entr" presetSubtype="16" fill="hold" grpId="0" nodeType="withEffect">
                                      <p:stCondLst>
                                        <p:cond delay="750"/>
                                      </p:stCondLst>
                                      <p:childTnLst>
                                        <p:set>
                                          <p:cBhvr>
                                            <p:cTn id="99" dur="1" fill="hold">
                                              <p:stCondLst>
                                                <p:cond delay="0"/>
                                              </p:stCondLst>
                                            </p:cTn>
                                            <p:tgtEl>
                                              <p:spTgt spid="53"/>
                                            </p:tgtEl>
                                            <p:attrNameLst>
                                              <p:attrName>style.visibility</p:attrName>
                                            </p:attrNameLst>
                                          </p:cBhvr>
                                          <p:to>
                                            <p:strVal val="visible"/>
                                          </p:to>
                                        </p:set>
                                        <p:anim calcmode="lin" valueType="num">
                                          <p:cBhvr>
                                            <p:cTn id="100" dur="500" fill="hold"/>
                                            <p:tgtEl>
                                              <p:spTgt spid="53"/>
                                            </p:tgtEl>
                                            <p:attrNameLst>
                                              <p:attrName>ppt_w</p:attrName>
                                            </p:attrNameLst>
                                          </p:cBhvr>
                                          <p:tavLst>
                                            <p:tav tm="0">
                                              <p:val>
                                                <p:fltVal val="0"/>
                                              </p:val>
                                            </p:tav>
                                            <p:tav tm="100000">
                                              <p:val>
                                                <p:strVal val="#ppt_w"/>
                                              </p:val>
                                            </p:tav>
                                          </p:tavLst>
                                        </p:anim>
                                        <p:anim calcmode="lin" valueType="num">
                                          <p:cBhvr>
                                            <p:cTn id="101" dur="500" fill="hold"/>
                                            <p:tgtEl>
                                              <p:spTgt spid="53"/>
                                            </p:tgtEl>
                                            <p:attrNameLst>
                                              <p:attrName>ppt_h</p:attrName>
                                            </p:attrNameLst>
                                          </p:cBhvr>
                                          <p:tavLst>
                                            <p:tav tm="0">
                                              <p:val>
                                                <p:fltVal val="0"/>
                                              </p:val>
                                            </p:tav>
                                            <p:tav tm="100000">
                                              <p:val>
                                                <p:strVal val="#ppt_h"/>
                                              </p:val>
                                            </p:tav>
                                          </p:tavLst>
                                        </p:anim>
                                        <p:animEffect transition="in" filter="fade">
                                          <p:cBhvr>
                                            <p:cTn id="102" dur="500"/>
                                            <p:tgtEl>
                                              <p:spTgt spid="53"/>
                                            </p:tgtEl>
                                          </p:cBhvr>
                                        </p:animEffect>
                                      </p:childTnLst>
                                    </p:cTn>
                                  </p:par>
                                  <p:par>
                                    <p:cTn id="103" presetID="53" presetClass="entr" presetSubtype="16" fill="hold" grpId="0" nodeType="withEffect">
                                      <p:stCondLst>
                                        <p:cond delay="1000"/>
                                      </p:stCondLst>
                                      <p:childTnLst>
                                        <p:set>
                                          <p:cBhvr>
                                            <p:cTn id="104" dur="1" fill="hold">
                                              <p:stCondLst>
                                                <p:cond delay="0"/>
                                              </p:stCondLst>
                                            </p:cTn>
                                            <p:tgtEl>
                                              <p:spTgt spid="54"/>
                                            </p:tgtEl>
                                            <p:attrNameLst>
                                              <p:attrName>style.visibility</p:attrName>
                                            </p:attrNameLst>
                                          </p:cBhvr>
                                          <p:to>
                                            <p:strVal val="visible"/>
                                          </p:to>
                                        </p:set>
                                        <p:anim calcmode="lin" valueType="num">
                                          <p:cBhvr>
                                            <p:cTn id="105" dur="500" fill="hold"/>
                                            <p:tgtEl>
                                              <p:spTgt spid="54"/>
                                            </p:tgtEl>
                                            <p:attrNameLst>
                                              <p:attrName>ppt_w</p:attrName>
                                            </p:attrNameLst>
                                          </p:cBhvr>
                                          <p:tavLst>
                                            <p:tav tm="0">
                                              <p:val>
                                                <p:fltVal val="0"/>
                                              </p:val>
                                            </p:tav>
                                            <p:tav tm="100000">
                                              <p:val>
                                                <p:strVal val="#ppt_w"/>
                                              </p:val>
                                            </p:tav>
                                          </p:tavLst>
                                        </p:anim>
                                        <p:anim calcmode="lin" valueType="num">
                                          <p:cBhvr>
                                            <p:cTn id="106" dur="500" fill="hold"/>
                                            <p:tgtEl>
                                              <p:spTgt spid="54"/>
                                            </p:tgtEl>
                                            <p:attrNameLst>
                                              <p:attrName>ppt_h</p:attrName>
                                            </p:attrNameLst>
                                          </p:cBhvr>
                                          <p:tavLst>
                                            <p:tav tm="0">
                                              <p:val>
                                                <p:fltVal val="0"/>
                                              </p:val>
                                            </p:tav>
                                            <p:tav tm="100000">
                                              <p:val>
                                                <p:strVal val="#ppt_h"/>
                                              </p:val>
                                            </p:tav>
                                          </p:tavLst>
                                        </p:anim>
                                        <p:animEffect transition="in" filter="fade">
                                          <p:cBhvr>
                                            <p:cTn id="107" dur="500"/>
                                            <p:tgtEl>
                                              <p:spTgt spid="54"/>
                                            </p:tgtEl>
                                          </p:cBhvr>
                                        </p:animEffect>
                                      </p:childTnLst>
                                    </p:cTn>
                                  </p:par>
                                  <p:par>
                                    <p:cTn id="108" presetID="53" presetClass="entr" presetSubtype="16" fill="hold" grpId="0" nodeType="withEffect">
                                      <p:stCondLst>
                                        <p:cond delay="1250"/>
                                      </p:stCondLst>
                                      <p:childTnLst>
                                        <p:set>
                                          <p:cBhvr>
                                            <p:cTn id="109" dur="1" fill="hold">
                                              <p:stCondLst>
                                                <p:cond delay="0"/>
                                              </p:stCondLst>
                                            </p:cTn>
                                            <p:tgtEl>
                                              <p:spTgt spid="55"/>
                                            </p:tgtEl>
                                            <p:attrNameLst>
                                              <p:attrName>style.visibility</p:attrName>
                                            </p:attrNameLst>
                                          </p:cBhvr>
                                          <p:to>
                                            <p:strVal val="visible"/>
                                          </p:to>
                                        </p:set>
                                        <p:anim calcmode="lin" valueType="num">
                                          <p:cBhvr>
                                            <p:cTn id="110" dur="500" fill="hold"/>
                                            <p:tgtEl>
                                              <p:spTgt spid="55"/>
                                            </p:tgtEl>
                                            <p:attrNameLst>
                                              <p:attrName>ppt_w</p:attrName>
                                            </p:attrNameLst>
                                          </p:cBhvr>
                                          <p:tavLst>
                                            <p:tav tm="0">
                                              <p:val>
                                                <p:fltVal val="0"/>
                                              </p:val>
                                            </p:tav>
                                            <p:tav tm="100000">
                                              <p:val>
                                                <p:strVal val="#ppt_w"/>
                                              </p:val>
                                            </p:tav>
                                          </p:tavLst>
                                        </p:anim>
                                        <p:anim calcmode="lin" valueType="num">
                                          <p:cBhvr>
                                            <p:cTn id="111" dur="500" fill="hold"/>
                                            <p:tgtEl>
                                              <p:spTgt spid="55"/>
                                            </p:tgtEl>
                                            <p:attrNameLst>
                                              <p:attrName>ppt_h</p:attrName>
                                            </p:attrNameLst>
                                          </p:cBhvr>
                                          <p:tavLst>
                                            <p:tav tm="0">
                                              <p:val>
                                                <p:fltVal val="0"/>
                                              </p:val>
                                            </p:tav>
                                            <p:tav tm="100000">
                                              <p:val>
                                                <p:strVal val="#ppt_h"/>
                                              </p:val>
                                            </p:tav>
                                          </p:tavLst>
                                        </p:anim>
                                        <p:animEffect transition="in" filter="fade">
                                          <p:cBhvr>
                                            <p:cTn id="112"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1" grpId="0" animBg="1"/>
          <p:bldP spid="60" grpId="0" animBg="1"/>
          <p:bldP spid="59" grpId="0" animBg="1"/>
          <p:bldP spid="57" grpId="0" animBg="1"/>
          <p:bldP spid="56" grpId="0" animBg="1"/>
          <p:bldP spid="58" grpId="0" animBg="1"/>
          <p:bldP spid="34" grpId="0"/>
          <p:bldP spid="35" grpId="0"/>
          <p:bldP spid="36" grpId="0"/>
          <p:bldP spid="37" grpId="0"/>
          <p:bldP spid="38" grpId="0" animBg="1"/>
          <p:bldP spid="39" grpId="0" animBg="1"/>
          <p:bldP spid="40" grpId="0" animBg="1"/>
          <p:bldP spid="41" grpId="0" animBg="1"/>
          <p:bldP spid="52" grpId="0"/>
          <p:bldP spid="53" grpId="0"/>
          <p:bldP spid="54" grpId="0"/>
          <p:bldP spid="55" grpId="0"/>
        </p:bldLst>
      </p:timing>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42BEB174-DE8D-4368-A3F0-D200918A91C5}"/>
              </a:ext>
            </a:extLst>
          </p:cNvPr>
          <p:cNvGrpSpPr/>
          <p:nvPr/>
        </p:nvGrpSpPr>
        <p:grpSpPr>
          <a:xfrm>
            <a:off x="1043141" y="2251631"/>
            <a:ext cx="1945559" cy="1736564"/>
            <a:chOff x="2052638" y="1637337"/>
            <a:chExt cx="1945559" cy="1736564"/>
          </a:xfrm>
          <a:effectLst>
            <a:outerShdw blurRad="165100" dist="63500" dir="2700000" algn="ctr" rotWithShape="0">
              <a:srgbClr val="000000">
                <a:alpha val="31000"/>
              </a:srgbClr>
            </a:outerShdw>
          </a:effectLst>
        </p:grpSpPr>
        <p:sp>
          <p:nvSpPr>
            <p:cNvPr id="9" name="Freeform 5">
              <a:extLst>
                <a:ext uri="{FF2B5EF4-FFF2-40B4-BE49-F238E27FC236}">
                  <a16:creationId xmlns:a16="http://schemas.microsoft.com/office/drawing/2014/main" id="{A6257F39-6215-4D34-9270-C0FC1137F278}"/>
                </a:ext>
              </a:extLst>
            </p:cNvPr>
            <p:cNvSpPr>
              <a:spLocks noEditPoints="1"/>
            </p:cNvSpPr>
            <p:nvPr/>
          </p:nvSpPr>
          <p:spPr bwMode="auto">
            <a:xfrm>
              <a:off x="2052638" y="1637337"/>
              <a:ext cx="1945559" cy="1736564"/>
            </a:xfrm>
            <a:custGeom>
              <a:avLst/>
              <a:gdLst>
                <a:gd name="T0" fmla="*/ 366 w 509"/>
                <a:gd name="T1" fmla="*/ 69 h 454"/>
                <a:gd name="T2" fmla="*/ 415 w 509"/>
                <a:gd name="T3" fmla="*/ 69 h 454"/>
                <a:gd name="T4" fmla="*/ 415 w 509"/>
                <a:gd name="T5" fmla="*/ 80 h 454"/>
                <a:gd name="T6" fmla="*/ 509 w 509"/>
                <a:gd name="T7" fmla="*/ 40 h 454"/>
                <a:gd name="T8" fmla="*/ 415 w 509"/>
                <a:gd name="T9" fmla="*/ 0 h 454"/>
                <a:gd name="T10" fmla="*/ 415 w 509"/>
                <a:gd name="T11" fmla="*/ 14 h 454"/>
                <a:gd name="T12" fmla="*/ 220 w 509"/>
                <a:gd name="T13" fmla="*/ 14 h 454"/>
                <a:gd name="T14" fmla="*/ 0 w 509"/>
                <a:gd name="T15" fmla="*/ 234 h 454"/>
                <a:gd name="T16" fmla="*/ 220 w 509"/>
                <a:gd name="T17" fmla="*/ 454 h 454"/>
                <a:gd name="T18" fmla="*/ 440 w 509"/>
                <a:gd name="T19" fmla="*/ 234 h 454"/>
                <a:gd name="T20" fmla="*/ 415 w 509"/>
                <a:gd name="T21" fmla="*/ 133 h 454"/>
                <a:gd name="T22" fmla="*/ 366 w 509"/>
                <a:gd name="T23" fmla="*/ 69 h 454"/>
                <a:gd name="T24" fmla="*/ 220 w 509"/>
                <a:gd name="T25" fmla="*/ 399 h 454"/>
                <a:gd name="T26" fmla="*/ 55 w 509"/>
                <a:gd name="T27" fmla="*/ 234 h 454"/>
                <a:gd name="T28" fmla="*/ 220 w 509"/>
                <a:gd name="T29" fmla="*/ 69 h 454"/>
                <a:gd name="T30" fmla="*/ 385 w 509"/>
                <a:gd name="T31" fmla="*/ 234 h 454"/>
                <a:gd name="T32" fmla="*/ 220 w 509"/>
                <a:gd name="T33" fmla="*/ 39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9" h="454">
                  <a:moveTo>
                    <a:pt x="366" y="69"/>
                  </a:moveTo>
                  <a:cubicBezTo>
                    <a:pt x="415" y="69"/>
                    <a:pt x="415" y="69"/>
                    <a:pt x="415" y="69"/>
                  </a:cubicBezTo>
                  <a:cubicBezTo>
                    <a:pt x="415" y="80"/>
                    <a:pt x="415" y="80"/>
                    <a:pt x="415" y="80"/>
                  </a:cubicBezTo>
                  <a:cubicBezTo>
                    <a:pt x="509" y="40"/>
                    <a:pt x="509" y="40"/>
                    <a:pt x="509" y="40"/>
                  </a:cubicBezTo>
                  <a:cubicBezTo>
                    <a:pt x="415" y="0"/>
                    <a:pt x="415" y="0"/>
                    <a:pt x="415" y="0"/>
                  </a:cubicBezTo>
                  <a:cubicBezTo>
                    <a:pt x="415" y="14"/>
                    <a:pt x="415" y="14"/>
                    <a:pt x="415" y="14"/>
                  </a:cubicBezTo>
                  <a:cubicBezTo>
                    <a:pt x="220" y="14"/>
                    <a:pt x="220" y="14"/>
                    <a:pt x="220" y="14"/>
                  </a:cubicBezTo>
                  <a:cubicBezTo>
                    <a:pt x="99" y="14"/>
                    <a:pt x="0" y="112"/>
                    <a:pt x="0" y="234"/>
                  </a:cubicBezTo>
                  <a:cubicBezTo>
                    <a:pt x="0" y="355"/>
                    <a:pt x="99" y="454"/>
                    <a:pt x="220" y="454"/>
                  </a:cubicBezTo>
                  <a:cubicBezTo>
                    <a:pt x="341" y="454"/>
                    <a:pt x="440" y="355"/>
                    <a:pt x="440" y="234"/>
                  </a:cubicBezTo>
                  <a:cubicBezTo>
                    <a:pt x="440" y="197"/>
                    <a:pt x="431" y="163"/>
                    <a:pt x="415" y="133"/>
                  </a:cubicBezTo>
                  <a:cubicBezTo>
                    <a:pt x="403" y="108"/>
                    <a:pt x="386" y="87"/>
                    <a:pt x="366" y="69"/>
                  </a:cubicBezTo>
                  <a:close/>
                  <a:moveTo>
                    <a:pt x="220" y="399"/>
                  </a:moveTo>
                  <a:cubicBezTo>
                    <a:pt x="129" y="399"/>
                    <a:pt x="55" y="325"/>
                    <a:pt x="55" y="234"/>
                  </a:cubicBezTo>
                  <a:cubicBezTo>
                    <a:pt x="55" y="143"/>
                    <a:pt x="129" y="69"/>
                    <a:pt x="220" y="69"/>
                  </a:cubicBezTo>
                  <a:cubicBezTo>
                    <a:pt x="311" y="69"/>
                    <a:pt x="385" y="143"/>
                    <a:pt x="385" y="234"/>
                  </a:cubicBezTo>
                  <a:cubicBezTo>
                    <a:pt x="385" y="325"/>
                    <a:pt x="311" y="399"/>
                    <a:pt x="220" y="39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6">
              <a:extLst>
                <a:ext uri="{FF2B5EF4-FFF2-40B4-BE49-F238E27FC236}">
                  <a16:creationId xmlns:a16="http://schemas.microsoft.com/office/drawing/2014/main" id="{8A0C51DF-ECEB-4094-9E54-3249F1D2CEAD}"/>
                </a:ext>
              </a:extLst>
            </p:cNvPr>
            <p:cNvSpPr>
              <a:spLocks/>
            </p:cNvSpPr>
            <p:nvPr/>
          </p:nvSpPr>
          <p:spPr bwMode="auto">
            <a:xfrm>
              <a:off x="2263534" y="2539819"/>
              <a:ext cx="1259674" cy="638387"/>
            </a:xfrm>
            <a:custGeom>
              <a:avLst/>
              <a:gdLst>
                <a:gd name="T0" fmla="*/ 0 w 330"/>
                <a:gd name="T1" fmla="*/ 0 h 167"/>
                <a:gd name="T2" fmla="*/ 0 w 330"/>
                <a:gd name="T3" fmla="*/ 2 h 167"/>
                <a:gd name="T4" fmla="*/ 165 w 330"/>
                <a:gd name="T5" fmla="*/ 167 h 167"/>
                <a:gd name="T6" fmla="*/ 330 w 330"/>
                <a:gd name="T7" fmla="*/ 2 h 167"/>
                <a:gd name="T8" fmla="*/ 330 w 330"/>
                <a:gd name="T9" fmla="*/ 0 h 167"/>
                <a:gd name="T10" fmla="*/ 165 w 330"/>
                <a:gd name="T11" fmla="*/ 163 h 167"/>
                <a:gd name="T12" fmla="*/ 0 w 330"/>
                <a:gd name="T13" fmla="*/ 0 h 167"/>
              </a:gdLst>
              <a:ahLst/>
              <a:cxnLst>
                <a:cxn ang="0">
                  <a:pos x="T0" y="T1"/>
                </a:cxn>
                <a:cxn ang="0">
                  <a:pos x="T2" y="T3"/>
                </a:cxn>
                <a:cxn ang="0">
                  <a:pos x="T4" y="T5"/>
                </a:cxn>
                <a:cxn ang="0">
                  <a:pos x="T6" y="T7"/>
                </a:cxn>
                <a:cxn ang="0">
                  <a:pos x="T8" y="T9"/>
                </a:cxn>
                <a:cxn ang="0">
                  <a:pos x="T10" y="T11"/>
                </a:cxn>
                <a:cxn ang="0">
                  <a:pos x="T12" y="T13"/>
                </a:cxn>
              </a:cxnLst>
              <a:rect l="0" t="0" r="r" b="b"/>
              <a:pathLst>
                <a:path w="330" h="167">
                  <a:moveTo>
                    <a:pt x="0" y="0"/>
                  </a:moveTo>
                  <a:cubicBezTo>
                    <a:pt x="0" y="1"/>
                    <a:pt x="0" y="1"/>
                    <a:pt x="0" y="2"/>
                  </a:cubicBezTo>
                  <a:cubicBezTo>
                    <a:pt x="0" y="93"/>
                    <a:pt x="74" y="167"/>
                    <a:pt x="165" y="167"/>
                  </a:cubicBezTo>
                  <a:cubicBezTo>
                    <a:pt x="256" y="167"/>
                    <a:pt x="330" y="93"/>
                    <a:pt x="330" y="2"/>
                  </a:cubicBezTo>
                  <a:cubicBezTo>
                    <a:pt x="330" y="1"/>
                    <a:pt x="330" y="1"/>
                    <a:pt x="330" y="0"/>
                  </a:cubicBezTo>
                  <a:cubicBezTo>
                    <a:pt x="329" y="90"/>
                    <a:pt x="255" y="163"/>
                    <a:pt x="165" y="163"/>
                  </a:cubicBezTo>
                  <a:cubicBezTo>
                    <a:pt x="75" y="163"/>
                    <a:pt x="1" y="9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7">
              <a:extLst>
                <a:ext uri="{FF2B5EF4-FFF2-40B4-BE49-F238E27FC236}">
                  <a16:creationId xmlns:a16="http://schemas.microsoft.com/office/drawing/2014/main" id="{FC8B329E-2D75-4668-83F7-C4987AC921E9}"/>
                </a:ext>
              </a:extLst>
            </p:cNvPr>
            <p:cNvSpPr>
              <a:spLocks/>
            </p:cNvSpPr>
            <p:nvPr/>
          </p:nvSpPr>
          <p:spPr bwMode="auto">
            <a:xfrm>
              <a:off x="2894321" y="1901432"/>
              <a:ext cx="813183" cy="423692"/>
            </a:xfrm>
            <a:custGeom>
              <a:avLst/>
              <a:gdLst>
                <a:gd name="T0" fmla="*/ 156 w 213"/>
                <a:gd name="T1" fmla="*/ 111 h 111"/>
                <a:gd name="T2" fmla="*/ 213 w 213"/>
                <a:gd name="T3" fmla="*/ 111 h 111"/>
                <a:gd name="T4" fmla="*/ 146 w 213"/>
                <a:gd name="T5" fmla="*/ 0 h 111"/>
                <a:gd name="T6" fmla="*/ 0 w 213"/>
                <a:gd name="T7" fmla="*/ 0 h 111"/>
                <a:gd name="T8" fmla="*/ 156 w 213"/>
                <a:gd name="T9" fmla="*/ 111 h 111"/>
              </a:gdLst>
              <a:ahLst/>
              <a:cxnLst>
                <a:cxn ang="0">
                  <a:pos x="T0" y="T1"/>
                </a:cxn>
                <a:cxn ang="0">
                  <a:pos x="T2" y="T3"/>
                </a:cxn>
                <a:cxn ang="0">
                  <a:pos x="T4" y="T5"/>
                </a:cxn>
                <a:cxn ang="0">
                  <a:pos x="T6" y="T7"/>
                </a:cxn>
                <a:cxn ang="0">
                  <a:pos x="T8" y="T9"/>
                </a:cxn>
              </a:cxnLst>
              <a:rect l="0" t="0" r="r" b="b"/>
              <a:pathLst>
                <a:path w="213" h="111">
                  <a:moveTo>
                    <a:pt x="156" y="111"/>
                  </a:moveTo>
                  <a:cubicBezTo>
                    <a:pt x="213" y="111"/>
                    <a:pt x="213" y="111"/>
                    <a:pt x="213" y="111"/>
                  </a:cubicBezTo>
                  <a:cubicBezTo>
                    <a:pt x="202" y="67"/>
                    <a:pt x="178" y="29"/>
                    <a:pt x="146" y="0"/>
                  </a:cubicBezTo>
                  <a:cubicBezTo>
                    <a:pt x="0" y="0"/>
                    <a:pt x="0" y="0"/>
                    <a:pt x="0" y="0"/>
                  </a:cubicBezTo>
                  <a:cubicBezTo>
                    <a:pt x="72" y="0"/>
                    <a:pt x="133" y="46"/>
                    <a:pt x="156" y="111"/>
                  </a:cubicBezTo>
                  <a:close/>
                </a:path>
              </a:pathLst>
            </a:custGeom>
            <a:gradFill flip="none" rotWithShape="1">
              <a:gsLst>
                <a:gs pos="2000">
                  <a:schemeClr val="accent1">
                    <a:lumMod val="50000"/>
                  </a:schemeClr>
                </a:gs>
                <a:gs pos="35000">
                  <a:schemeClr val="accent1">
                    <a:lumMod val="50000"/>
                    <a:alpha val="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8">
              <a:extLst>
                <a:ext uri="{FF2B5EF4-FFF2-40B4-BE49-F238E27FC236}">
                  <a16:creationId xmlns:a16="http://schemas.microsoft.com/office/drawing/2014/main" id="{E3B046D6-82DD-431B-9F76-402038452A09}"/>
                </a:ext>
              </a:extLst>
            </p:cNvPr>
            <p:cNvSpPr>
              <a:spLocks/>
            </p:cNvSpPr>
            <p:nvPr/>
          </p:nvSpPr>
          <p:spPr bwMode="auto">
            <a:xfrm>
              <a:off x="3432009" y="1901432"/>
              <a:ext cx="302094" cy="638387"/>
            </a:xfrm>
            <a:custGeom>
              <a:avLst/>
              <a:gdLst>
                <a:gd name="T0" fmla="*/ 79 w 79"/>
                <a:gd name="T1" fmla="*/ 165 h 167"/>
                <a:gd name="T2" fmla="*/ 9 w 79"/>
                <a:gd name="T3" fmla="*/ 4 h 167"/>
                <a:gd name="T4" fmla="*/ 5 w 79"/>
                <a:gd name="T5" fmla="*/ 0 h 167"/>
                <a:gd name="T6" fmla="*/ 0 w 79"/>
                <a:gd name="T7" fmla="*/ 0 h 167"/>
                <a:gd name="T8" fmla="*/ 5 w 79"/>
                <a:gd name="T9" fmla="*/ 4 h 167"/>
                <a:gd name="T10" fmla="*/ 79 w 79"/>
                <a:gd name="T11" fmla="*/ 167 h 167"/>
                <a:gd name="T12" fmla="*/ 79 w 79"/>
                <a:gd name="T13" fmla="*/ 165 h 167"/>
              </a:gdLst>
              <a:ahLst/>
              <a:cxnLst>
                <a:cxn ang="0">
                  <a:pos x="T0" y="T1"/>
                </a:cxn>
                <a:cxn ang="0">
                  <a:pos x="T2" y="T3"/>
                </a:cxn>
                <a:cxn ang="0">
                  <a:pos x="T4" y="T5"/>
                </a:cxn>
                <a:cxn ang="0">
                  <a:pos x="T6" y="T7"/>
                </a:cxn>
                <a:cxn ang="0">
                  <a:pos x="T8" y="T9"/>
                </a:cxn>
                <a:cxn ang="0">
                  <a:pos x="T10" y="T11"/>
                </a:cxn>
                <a:cxn ang="0">
                  <a:pos x="T12" y="T13"/>
                </a:cxn>
              </a:cxnLst>
              <a:rect l="0" t="0" r="r" b="b"/>
              <a:pathLst>
                <a:path w="79" h="167">
                  <a:moveTo>
                    <a:pt x="79" y="165"/>
                  </a:moveTo>
                  <a:cubicBezTo>
                    <a:pt x="79" y="101"/>
                    <a:pt x="52" y="44"/>
                    <a:pt x="9" y="4"/>
                  </a:cubicBezTo>
                  <a:cubicBezTo>
                    <a:pt x="5" y="0"/>
                    <a:pt x="5" y="0"/>
                    <a:pt x="5" y="0"/>
                  </a:cubicBezTo>
                  <a:cubicBezTo>
                    <a:pt x="0" y="0"/>
                    <a:pt x="0" y="0"/>
                    <a:pt x="0" y="0"/>
                  </a:cubicBezTo>
                  <a:cubicBezTo>
                    <a:pt x="5" y="4"/>
                    <a:pt x="5" y="4"/>
                    <a:pt x="5" y="4"/>
                  </a:cubicBezTo>
                  <a:cubicBezTo>
                    <a:pt x="50" y="44"/>
                    <a:pt x="78" y="102"/>
                    <a:pt x="79" y="167"/>
                  </a:cubicBezTo>
                  <a:cubicBezTo>
                    <a:pt x="79" y="166"/>
                    <a:pt x="79" y="165"/>
                    <a:pt x="79" y="16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9">
              <a:extLst>
                <a:ext uri="{FF2B5EF4-FFF2-40B4-BE49-F238E27FC236}">
                  <a16:creationId xmlns:a16="http://schemas.microsoft.com/office/drawing/2014/main" id="{9F7B53F4-B45E-4AD9-BDB4-C1C060F21978}"/>
                </a:ext>
              </a:extLst>
            </p:cNvPr>
            <p:cNvSpPr>
              <a:spLocks/>
            </p:cNvSpPr>
            <p:nvPr/>
          </p:nvSpPr>
          <p:spPr bwMode="auto">
            <a:xfrm>
              <a:off x="2052638" y="1637337"/>
              <a:ext cx="1945559" cy="902482"/>
            </a:xfrm>
            <a:custGeom>
              <a:avLst/>
              <a:gdLst>
                <a:gd name="T0" fmla="*/ 415 w 509"/>
                <a:gd name="T1" fmla="*/ 0 h 236"/>
                <a:gd name="T2" fmla="*/ 415 w 509"/>
                <a:gd name="T3" fmla="*/ 14 h 236"/>
                <a:gd name="T4" fmla="*/ 220 w 509"/>
                <a:gd name="T5" fmla="*/ 14 h 236"/>
                <a:gd name="T6" fmla="*/ 0 w 509"/>
                <a:gd name="T7" fmla="*/ 234 h 236"/>
                <a:gd name="T8" fmla="*/ 0 w 509"/>
                <a:gd name="T9" fmla="*/ 236 h 236"/>
                <a:gd name="T10" fmla="*/ 220 w 509"/>
                <a:gd name="T11" fmla="*/ 18 h 236"/>
                <a:gd name="T12" fmla="*/ 415 w 509"/>
                <a:gd name="T13" fmla="*/ 18 h 236"/>
                <a:gd name="T14" fmla="*/ 415 w 509"/>
                <a:gd name="T15" fmla="*/ 18 h 236"/>
                <a:gd name="T16" fmla="*/ 419 w 509"/>
                <a:gd name="T17" fmla="*/ 18 h 236"/>
                <a:gd name="T18" fmla="*/ 419 w 509"/>
                <a:gd name="T19" fmla="*/ 7 h 236"/>
                <a:gd name="T20" fmla="*/ 509 w 509"/>
                <a:gd name="T21" fmla="*/ 40 h 236"/>
                <a:gd name="T22" fmla="*/ 415 w 509"/>
                <a:gd name="T23"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9" h="236">
                  <a:moveTo>
                    <a:pt x="415" y="0"/>
                  </a:moveTo>
                  <a:cubicBezTo>
                    <a:pt x="415" y="14"/>
                    <a:pt x="415" y="14"/>
                    <a:pt x="415" y="14"/>
                  </a:cubicBezTo>
                  <a:cubicBezTo>
                    <a:pt x="220" y="14"/>
                    <a:pt x="220" y="14"/>
                    <a:pt x="220" y="14"/>
                  </a:cubicBezTo>
                  <a:cubicBezTo>
                    <a:pt x="99" y="14"/>
                    <a:pt x="0" y="112"/>
                    <a:pt x="0" y="234"/>
                  </a:cubicBezTo>
                  <a:cubicBezTo>
                    <a:pt x="0" y="234"/>
                    <a:pt x="0" y="235"/>
                    <a:pt x="0" y="236"/>
                  </a:cubicBezTo>
                  <a:cubicBezTo>
                    <a:pt x="1" y="116"/>
                    <a:pt x="99" y="18"/>
                    <a:pt x="220" y="18"/>
                  </a:cubicBezTo>
                  <a:cubicBezTo>
                    <a:pt x="415" y="18"/>
                    <a:pt x="415" y="18"/>
                    <a:pt x="415" y="18"/>
                  </a:cubicBezTo>
                  <a:cubicBezTo>
                    <a:pt x="415" y="18"/>
                    <a:pt x="415" y="18"/>
                    <a:pt x="415" y="18"/>
                  </a:cubicBezTo>
                  <a:cubicBezTo>
                    <a:pt x="419" y="18"/>
                    <a:pt x="419" y="18"/>
                    <a:pt x="419" y="18"/>
                  </a:cubicBezTo>
                  <a:cubicBezTo>
                    <a:pt x="419" y="7"/>
                    <a:pt x="419" y="7"/>
                    <a:pt x="419" y="7"/>
                  </a:cubicBezTo>
                  <a:cubicBezTo>
                    <a:pt x="509" y="40"/>
                    <a:pt x="509" y="40"/>
                    <a:pt x="509" y="40"/>
                  </a:cubicBezTo>
                  <a:lnTo>
                    <a:pt x="415"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2" name="Group 21">
            <a:extLst>
              <a:ext uri="{FF2B5EF4-FFF2-40B4-BE49-F238E27FC236}">
                <a16:creationId xmlns:a16="http://schemas.microsoft.com/office/drawing/2014/main" id="{EC9D4C21-5DF6-4FE1-9785-7368AB1A56B6}"/>
              </a:ext>
            </a:extLst>
          </p:cNvPr>
          <p:cNvGrpSpPr/>
          <p:nvPr/>
        </p:nvGrpSpPr>
        <p:grpSpPr>
          <a:xfrm>
            <a:off x="3084082" y="2251631"/>
            <a:ext cx="1945559" cy="1736564"/>
            <a:chOff x="2052638" y="1637337"/>
            <a:chExt cx="1945559" cy="1736564"/>
          </a:xfrm>
          <a:effectLst>
            <a:outerShdw blurRad="165100" dist="63500" dir="2700000" algn="ctr" rotWithShape="0">
              <a:srgbClr val="000000">
                <a:alpha val="31000"/>
              </a:srgbClr>
            </a:outerShdw>
          </a:effectLst>
        </p:grpSpPr>
        <p:sp>
          <p:nvSpPr>
            <p:cNvPr id="26" name="Freeform 5">
              <a:extLst>
                <a:ext uri="{FF2B5EF4-FFF2-40B4-BE49-F238E27FC236}">
                  <a16:creationId xmlns:a16="http://schemas.microsoft.com/office/drawing/2014/main" id="{12BBA993-E79F-4DD6-B306-53C3893FB58D}"/>
                </a:ext>
              </a:extLst>
            </p:cNvPr>
            <p:cNvSpPr>
              <a:spLocks noEditPoints="1"/>
            </p:cNvSpPr>
            <p:nvPr/>
          </p:nvSpPr>
          <p:spPr bwMode="auto">
            <a:xfrm>
              <a:off x="2052638" y="1637337"/>
              <a:ext cx="1945559" cy="1736564"/>
            </a:xfrm>
            <a:custGeom>
              <a:avLst/>
              <a:gdLst>
                <a:gd name="T0" fmla="*/ 366 w 509"/>
                <a:gd name="T1" fmla="*/ 69 h 454"/>
                <a:gd name="T2" fmla="*/ 415 w 509"/>
                <a:gd name="T3" fmla="*/ 69 h 454"/>
                <a:gd name="T4" fmla="*/ 415 w 509"/>
                <a:gd name="T5" fmla="*/ 80 h 454"/>
                <a:gd name="T6" fmla="*/ 509 w 509"/>
                <a:gd name="T7" fmla="*/ 40 h 454"/>
                <a:gd name="T8" fmla="*/ 415 w 509"/>
                <a:gd name="T9" fmla="*/ 0 h 454"/>
                <a:gd name="T10" fmla="*/ 415 w 509"/>
                <a:gd name="T11" fmla="*/ 14 h 454"/>
                <a:gd name="T12" fmla="*/ 220 w 509"/>
                <a:gd name="T13" fmla="*/ 14 h 454"/>
                <a:gd name="T14" fmla="*/ 0 w 509"/>
                <a:gd name="T15" fmla="*/ 234 h 454"/>
                <a:gd name="T16" fmla="*/ 220 w 509"/>
                <a:gd name="T17" fmla="*/ 454 h 454"/>
                <a:gd name="T18" fmla="*/ 440 w 509"/>
                <a:gd name="T19" fmla="*/ 234 h 454"/>
                <a:gd name="T20" fmla="*/ 415 w 509"/>
                <a:gd name="T21" fmla="*/ 133 h 454"/>
                <a:gd name="T22" fmla="*/ 366 w 509"/>
                <a:gd name="T23" fmla="*/ 69 h 454"/>
                <a:gd name="T24" fmla="*/ 220 w 509"/>
                <a:gd name="T25" fmla="*/ 399 h 454"/>
                <a:gd name="T26" fmla="*/ 55 w 509"/>
                <a:gd name="T27" fmla="*/ 234 h 454"/>
                <a:gd name="T28" fmla="*/ 220 w 509"/>
                <a:gd name="T29" fmla="*/ 69 h 454"/>
                <a:gd name="T30" fmla="*/ 385 w 509"/>
                <a:gd name="T31" fmla="*/ 234 h 454"/>
                <a:gd name="T32" fmla="*/ 220 w 509"/>
                <a:gd name="T33" fmla="*/ 39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9" h="454">
                  <a:moveTo>
                    <a:pt x="366" y="69"/>
                  </a:moveTo>
                  <a:cubicBezTo>
                    <a:pt x="415" y="69"/>
                    <a:pt x="415" y="69"/>
                    <a:pt x="415" y="69"/>
                  </a:cubicBezTo>
                  <a:cubicBezTo>
                    <a:pt x="415" y="80"/>
                    <a:pt x="415" y="80"/>
                    <a:pt x="415" y="80"/>
                  </a:cubicBezTo>
                  <a:cubicBezTo>
                    <a:pt x="509" y="40"/>
                    <a:pt x="509" y="40"/>
                    <a:pt x="509" y="40"/>
                  </a:cubicBezTo>
                  <a:cubicBezTo>
                    <a:pt x="415" y="0"/>
                    <a:pt x="415" y="0"/>
                    <a:pt x="415" y="0"/>
                  </a:cubicBezTo>
                  <a:cubicBezTo>
                    <a:pt x="415" y="14"/>
                    <a:pt x="415" y="14"/>
                    <a:pt x="415" y="14"/>
                  </a:cubicBezTo>
                  <a:cubicBezTo>
                    <a:pt x="220" y="14"/>
                    <a:pt x="220" y="14"/>
                    <a:pt x="220" y="14"/>
                  </a:cubicBezTo>
                  <a:cubicBezTo>
                    <a:pt x="99" y="14"/>
                    <a:pt x="0" y="112"/>
                    <a:pt x="0" y="234"/>
                  </a:cubicBezTo>
                  <a:cubicBezTo>
                    <a:pt x="0" y="355"/>
                    <a:pt x="99" y="454"/>
                    <a:pt x="220" y="454"/>
                  </a:cubicBezTo>
                  <a:cubicBezTo>
                    <a:pt x="341" y="454"/>
                    <a:pt x="440" y="355"/>
                    <a:pt x="440" y="234"/>
                  </a:cubicBezTo>
                  <a:cubicBezTo>
                    <a:pt x="440" y="197"/>
                    <a:pt x="431" y="163"/>
                    <a:pt x="415" y="133"/>
                  </a:cubicBezTo>
                  <a:cubicBezTo>
                    <a:pt x="403" y="108"/>
                    <a:pt x="386" y="87"/>
                    <a:pt x="366" y="69"/>
                  </a:cubicBezTo>
                  <a:close/>
                  <a:moveTo>
                    <a:pt x="220" y="399"/>
                  </a:moveTo>
                  <a:cubicBezTo>
                    <a:pt x="129" y="399"/>
                    <a:pt x="55" y="325"/>
                    <a:pt x="55" y="234"/>
                  </a:cubicBezTo>
                  <a:cubicBezTo>
                    <a:pt x="55" y="143"/>
                    <a:pt x="129" y="69"/>
                    <a:pt x="220" y="69"/>
                  </a:cubicBezTo>
                  <a:cubicBezTo>
                    <a:pt x="311" y="69"/>
                    <a:pt x="385" y="143"/>
                    <a:pt x="385" y="234"/>
                  </a:cubicBezTo>
                  <a:cubicBezTo>
                    <a:pt x="385" y="325"/>
                    <a:pt x="311" y="399"/>
                    <a:pt x="220" y="3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6">
              <a:extLst>
                <a:ext uri="{FF2B5EF4-FFF2-40B4-BE49-F238E27FC236}">
                  <a16:creationId xmlns:a16="http://schemas.microsoft.com/office/drawing/2014/main" id="{AC58D34E-6B63-4F82-993E-A97234341CCB}"/>
                </a:ext>
              </a:extLst>
            </p:cNvPr>
            <p:cNvSpPr>
              <a:spLocks/>
            </p:cNvSpPr>
            <p:nvPr/>
          </p:nvSpPr>
          <p:spPr bwMode="auto">
            <a:xfrm>
              <a:off x="2263534" y="2539819"/>
              <a:ext cx="1259674" cy="638387"/>
            </a:xfrm>
            <a:custGeom>
              <a:avLst/>
              <a:gdLst>
                <a:gd name="T0" fmla="*/ 0 w 330"/>
                <a:gd name="T1" fmla="*/ 0 h 167"/>
                <a:gd name="T2" fmla="*/ 0 w 330"/>
                <a:gd name="T3" fmla="*/ 2 h 167"/>
                <a:gd name="T4" fmla="*/ 165 w 330"/>
                <a:gd name="T5" fmla="*/ 167 h 167"/>
                <a:gd name="T6" fmla="*/ 330 w 330"/>
                <a:gd name="T7" fmla="*/ 2 h 167"/>
                <a:gd name="T8" fmla="*/ 330 w 330"/>
                <a:gd name="T9" fmla="*/ 0 h 167"/>
                <a:gd name="T10" fmla="*/ 165 w 330"/>
                <a:gd name="T11" fmla="*/ 163 h 167"/>
                <a:gd name="T12" fmla="*/ 0 w 330"/>
                <a:gd name="T13" fmla="*/ 0 h 167"/>
              </a:gdLst>
              <a:ahLst/>
              <a:cxnLst>
                <a:cxn ang="0">
                  <a:pos x="T0" y="T1"/>
                </a:cxn>
                <a:cxn ang="0">
                  <a:pos x="T2" y="T3"/>
                </a:cxn>
                <a:cxn ang="0">
                  <a:pos x="T4" y="T5"/>
                </a:cxn>
                <a:cxn ang="0">
                  <a:pos x="T6" y="T7"/>
                </a:cxn>
                <a:cxn ang="0">
                  <a:pos x="T8" y="T9"/>
                </a:cxn>
                <a:cxn ang="0">
                  <a:pos x="T10" y="T11"/>
                </a:cxn>
                <a:cxn ang="0">
                  <a:pos x="T12" y="T13"/>
                </a:cxn>
              </a:cxnLst>
              <a:rect l="0" t="0" r="r" b="b"/>
              <a:pathLst>
                <a:path w="330" h="167">
                  <a:moveTo>
                    <a:pt x="0" y="0"/>
                  </a:moveTo>
                  <a:cubicBezTo>
                    <a:pt x="0" y="1"/>
                    <a:pt x="0" y="1"/>
                    <a:pt x="0" y="2"/>
                  </a:cubicBezTo>
                  <a:cubicBezTo>
                    <a:pt x="0" y="93"/>
                    <a:pt x="74" y="167"/>
                    <a:pt x="165" y="167"/>
                  </a:cubicBezTo>
                  <a:cubicBezTo>
                    <a:pt x="256" y="167"/>
                    <a:pt x="330" y="93"/>
                    <a:pt x="330" y="2"/>
                  </a:cubicBezTo>
                  <a:cubicBezTo>
                    <a:pt x="330" y="1"/>
                    <a:pt x="330" y="1"/>
                    <a:pt x="330" y="0"/>
                  </a:cubicBezTo>
                  <a:cubicBezTo>
                    <a:pt x="329" y="90"/>
                    <a:pt x="255" y="163"/>
                    <a:pt x="165" y="163"/>
                  </a:cubicBezTo>
                  <a:cubicBezTo>
                    <a:pt x="75" y="163"/>
                    <a:pt x="1" y="90"/>
                    <a:pt x="0" y="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7">
              <a:extLst>
                <a:ext uri="{FF2B5EF4-FFF2-40B4-BE49-F238E27FC236}">
                  <a16:creationId xmlns:a16="http://schemas.microsoft.com/office/drawing/2014/main" id="{D61E62A5-CE34-48BB-813C-87128C145B2B}"/>
                </a:ext>
              </a:extLst>
            </p:cNvPr>
            <p:cNvSpPr>
              <a:spLocks/>
            </p:cNvSpPr>
            <p:nvPr/>
          </p:nvSpPr>
          <p:spPr bwMode="auto">
            <a:xfrm>
              <a:off x="2894321" y="1901432"/>
              <a:ext cx="813183" cy="423692"/>
            </a:xfrm>
            <a:custGeom>
              <a:avLst/>
              <a:gdLst>
                <a:gd name="T0" fmla="*/ 156 w 213"/>
                <a:gd name="T1" fmla="*/ 111 h 111"/>
                <a:gd name="T2" fmla="*/ 213 w 213"/>
                <a:gd name="T3" fmla="*/ 111 h 111"/>
                <a:gd name="T4" fmla="*/ 146 w 213"/>
                <a:gd name="T5" fmla="*/ 0 h 111"/>
                <a:gd name="T6" fmla="*/ 0 w 213"/>
                <a:gd name="T7" fmla="*/ 0 h 111"/>
                <a:gd name="T8" fmla="*/ 156 w 213"/>
                <a:gd name="T9" fmla="*/ 111 h 111"/>
              </a:gdLst>
              <a:ahLst/>
              <a:cxnLst>
                <a:cxn ang="0">
                  <a:pos x="T0" y="T1"/>
                </a:cxn>
                <a:cxn ang="0">
                  <a:pos x="T2" y="T3"/>
                </a:cxn>
                <a:cxn ang="0">
                  <a:pos x="T4" y="T5"/>
                </a:cxn>
                <a:cxn ang="0">
                  <a:pos x="T6" y="T7"/>
                </a:cxn>
                <a:cxn ang="0">
                  <a:pos x="T8" y="T9"/>
                </a:cxn>
              </a:cxnLst>
              <a:rect l="0" t="0" r="r" b="b"/>
              <a:pathLst>
                <a:path w="213" h="111">
                  <a:moveTo>
                    <a:pt x="156" y="111"/>
                  </a:moveTo>
                  <a:cubicBezTo>
                    <a:pt x="213" y="111"/>
                    <a:pt x="213" y="111"/>
                    <a:pt x="213" y="111"/>
                  </a:cubicBezTo>
                  <a:cubicBezTo>
                    <a:pt x="202" y="67"/>
                    <a:pt x="178" y="29"/>
                    <a:pt x="146" y="0"/>
                  </a:cubicBezTo>
                  <a:cubicBezTo>
                    <a:pt x="0" y="0"/>
                    <a:pt x="0" y="0"/>
                    <a:pt x="0" y="0"/>
                  </a:cubicBezTo>
                  <a:cubicBezTo>
                    <a:pt x="72" y="0"/>
                    <a:pt x="133" y="46"/>
                    <a:pt x="156" y="111"/>
                  </a:cubicBezTo>
                  <a:close/>
                </a:path>
              </a:pathLst>
            </a:custGeom>
            <a:gradFill flip="none" rotWithShape="1">
              <a:gsLst>
                <a:gs pos="2000">
                  <a:schemeClr val="accent3">
                    <a:lumMod val="50000"/>
                  </a:schemeClr>
                </a:gs>
                <a:gs pos="35000">
                  <a:schemeClr val="accent3">
                    <a:lumMod val="75000"/>
                    <a:alpha val="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9" name="Freeform 8">
              <a:extLst>
                <a:ext uri="{FF2B5EF4-FFF2-40B4-BE49-F238E27FC236}">
                  <a16:creationId xmlns:a16="http://schemas.microsoft.com/office/drawing/2014/main" id="{4F6BF1DA-17B4-4777-87CD-B5DAE84A7C8A}"/>
                </a:ext>
              </a:extLst>
            </p:cNvPr>
            <p:cNvSpPr>
              <a:spLocks/>
            </p:cNvSpPr>
            <p:nvPr/>
          </p:nvSpPr>
          <p:spPr bwMode="auto">
            <a:xfrm>
              <a:off x="3432009" y="1901432"/>
              <a:ext cx="302094" cy="638387"/>
            </a:xfrm>
            <a:custGeom>
              <a:avLst/>
              <a:gdLst>
                <a:gd name="T0" fmla="*/ 79 w 79"/>
                <a:gd name="T1" fmla="*/ 165 h 167"/>
                <a:gd name="T2" fmla="*/ 9 w 79"/>
                <a:gd name="T3" fmla="*/ 4 h 167"/>
                <a:gd name="T4" fmla="*/ 5 w 79"/>
                <a:gd name="T5" fmla="*/ 0 h 167"/>
                <a:gd name="T6" fmla="*/ 0 w 79"/>
                <a:gd name="T7" fmla="*/ 0 h 167"/>
                <a:gd name="T8" fmla="*/ 5 w 79"/>
                <a:gd name="T9" fmla="*/ 4 h 167"/>
                <a:gd name="T10" fmla="*/ 79 w 79"/>
                <a:gd name="T11" fmla="*/ 167 h 167"/>
                <a:gd name="T12" fmla="*/ 79 w 79"/>
                <a:gd name="T13" fmla="*/ 165 h 167"/>
              </a:gdLst>
              <a:ahLst/>
              <a:cxnLst>
                <a:cxn ang="0">
                  <a:pos x="T0" y="T1"/>
                </a:cxn>
                <a:cxn ang="0">
                  <a:pos x="T2" y="T3"/>
                </a:cxn>
                <a:cxn ang="0">
                  <a:pos x="T4" y="T5"/>
                </a:cxn>
                <a:cxn ang="0">
                  <a:pos x="T6" y="T7"/>
                </a:cxn>
                <a:cxn ang="0">
                  <a:pos x="T8" y="T9"/>
                </a:cxn>
                <a:cxn ang="0">
                  <a:pos x="T10" y="T11"/>
                </a:cxn>
                <a:cxn ang="0">
                  <a:pos x="T12" y="T13"/>
                </a:cxn>
              </a:cxnLst>
              <a:rect l="0" t="0" r="r" b="b"/>
              <a:pathLst>
                <a:path w="79" h="167">
                  <a:moveTo>
                    <a:pt x="79" y="165"/>
                  </a:moveTo>
                  <a:cubicBezTo>
                    <a:pt x="79" y="101"/>
                    <a:pt x="52" y="44"/>
                    <a:pt x="9" y="4"/>
                  </a:cubicBezTo>
                  <a:cubicBezTo>
                    <a:pt x="5" y="0"/>
                    <a:pt x="5" y="0"/>
                    <a:pt x="5" y="0"/>
                  </a:cubicBezTo>
                  <a:cubicBezTo>
                    <a:pt x="0" y="0"/>
                    <a:pt x="0" y="0"/>
                    <a:pt x="0" y="0"/>
                  </a:cubicBezTo>
                  <a:cubicBezTo>
                    <a:pt x="5" y="4"/>
                    <a:pt x="5" y="4"/>
                    <a:pt x="5" y="4"/>
                  </a:cubicBezTo>
                  <a:cubicBezTo>
                    <a:pt x="50" y="44"/>
                    <a:pt x="78" y="102"/>
                    <a:pt x="79" y="167"/>
                  </a:cubicBezTo>
                  <a:cubicBezTo>
                    <a:pt x="79" y="166"/>
                    <a:pt x="79" y="165"/>
                    <a:pt x="79" y="16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9">
              <a:extLst>
                <a:ext uri="{FF2B5EF4-FFF2-40B4-BE49-F238E27FC236}">
                  <a16:creationId xmlns:a16="http://schemas.microsoft.com/office/drawing/2014/main" id="{EDD818B8-1265-4A3C-B927-FE10558817AF}"/>
                </a:ext>
              </a:extLst>
            </p:cNvPr>
            <p:cNvSpPr>
              <a:spLocks/>
            </p:cNvSpPr>
            <p:nvPr/>
          </p:nvSpPr>
          <p:spPr bwMode="auto">
            <a:xfrm>
              <a:off x="2052638" y="1637337"/>
              <a:ext cx="1945559" cy="902482"/>
            </a:xfrm>
            <a:custGeom>
              <a:avLst/>
              <a:gdLst>
                <a:gd name="T0" fmla="*/ 415 w 509"/>
                <a:gd name="T1" fmla="*/ 0 h 236"/>
                <a:gd name="T2" fmla="*/ 415 w 509"/>
                <a:gd name="T3" fmla="*/ 14 h 236"/>
                <a:gd name="T4" fmla="*/ 220 w 509"/>
                <a:gd name="T5" fmla="*/ 14 h 236"/>
                <a:gd name="T6" fmla="*/ 0 w 509"/>
                <a:gd name="T7" fmla="*/ 234 h 236"/>
                <a:gd name="T8" fmla="*/ 0 w 509"/>
                <a:gd name="T9" fmla="*/ 236 h 236"/>
                <a:gd name="T10" fmla="*/ 220 w 509"/>
                <a:gd name="T11" fmla="*/ 18 h 236"/>
                <a:gd name="T12" fmla="*/ 415 w 509"/>
                <a:gd name="T13" fmla="*/ 18 h 236"/>
                <a:gd name="T14" fmla="*/ 415 w 509"/>
                <a:gd name="T15" fmla="*/ 18 h 236"/>
                <a:gd name="T16" fmla="*/ 419 w 509"/>
                <a:gd name="T17" fmla="*/ 18 h 236"/>
                <a:gd name="T18" fmla="*/ 419 w 509"/>
                <a:gd name="T19" fmla="*/ 7 h 236"/>
                <a:gd name="T20" fmla="*/ 509 w 509"/>
                <a:gd name="T21" fmla="*/ 40 h 236"/>
                <a:gd name="T22" fmla="*/ 415 w 509"/>
                <a:gd name="T23"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9" h="236">
                  <a:moveTo>
                    <a:pt x="415" y="0"/>
                  </a:moveTo>
                  <a:cubicBezTo>
                    <a:pt x="415" y="14"/>
                    <a:pt x="415" y="14"/>
                    <a:pt x="415" y="14"/>
                  </a:cubicBezTo>
                  <a:cubicBezTo>
                    <a:pt x="220" y="14"/>
                    <a:pt x="220" y="14"/>
                    <a:pt x="220" y="14"/>
                  </a:cubicBezTo>
                  <a:cubicBezTo>
                    <a:pt x="99" y="14"/>
                    <a:pt x="0" y="112"/>
                    <a:pt x="0" y="234"/>
                  </a:cubicBezTo>
                  <a:cubicBezTo>
                    <a:pt x="0" y="234"/>
                    <a:pt x="0" y="235"/>
                    <a:pt x="0" y="236"/>
                  </a:cubicBezTo>
                  <a:cubicBezTo>
                    <a:pt x="1" y="116"/>
                    <a:pt x="99" y="18"/>
                    <a:pt x="220" y="18"/>
                  </a:cubicBezTo>
                  <a:cubicBezTo>
                    <a:pt x="415" y="18"/>
                    <a:pt x="415" y="18"/>
                    <a:pt x="415" y="18"/>
                  </a:cubicBezTo>
                  <a:cubicBezTo>
                    <a:pt x="415" y="18"/>
                    <a:pt x="415" y="18"/>
                    <a:pt x="415" y="18"/>
                  </a:cubicBezTo>
                  <a:cubicBezTo>
                    <a:pt x="419" y="18"/>
                    <a:pt x="419" y="18"/>
                    <a:pt x="419" y="18"/>
                  </a:cubicBezTo>
                  <a:cubicBezTo>
                    <a:pt x="419" y="7"/>
                    <a:pt x="419" y="7"/>
                    <a:pt x="419" y="7"/>
                  </a:cubicBezTo>
                  <a:cubicBezTo>
                    <a:pt x="509" y="40"/>
                    <a:pt x="509" y="40"/>
                    <a:pt x="509" y="40"/>
                  </a:cubicBezTo>
                  <a:lnTo>
                    <a:pt x="415"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2" name="Group 31">
            <a:extLst>
              <a:ext uri="{FF2B5EF4-FFF2-40B4-BE49-F238E27FC236}">
                <a16:creationId xmlns:a16="http://schemas.microsoft.com/office/drawing/2014/main" id="{A9CB09B0-3DB2-4C32-B4E4-CDA29A61C13F}"/>
              </a:ext>
            </a:extLst>
          </p:cNvPr>
          <p:cNvGrpSpPr/>
          <p:nvPr/>
        </p:nvGrpSpPr>
        <p:grpSpPr>
          <a:xfrm>
            <a:off x="5125023" y="2251631"/>
            <a:ext cx="1945559" cy="1736564"/>
            <a:chOff x="2052638" y="1637337"/>
            <a:chExt cx="1945559" cy="1736564"/>
          </a:xfrm>
          <a:effectLst>
            <a:outerShdw blurRad="165100" dist="63500" dir="2700000" algn="ctr" rotWithShape="0">
              <a:srgbClr val="000000">
                <a:alpha val="31000"/>
              </a:srgbClr>
            </a:outerShdw>
          </a:effectLst>
        </p:grpSpPr>
        <p:sp>
          <p:nvSpPr>
            <p:cNvPr id="36" name="Freeform 5">
              <a:extLst>
                <a:ext uri="{FF2B5EF4-FFF2-40B4-BE49-F238E27FC236}">
                  <a16:creationId xmlns:a16="http://schemas.microsoft.com/office/drawing/2014/main" id="{2C9A3BDD-DE45-4674-9D6B-E8CD8361FBB3}"/>
                </a:ext>
              </a:extLst>
            </p:cNvPr>
            <p:cNvSpPr>
              <a:spLocks noEditPoints="1"/>
            </p:cNvSpPr>
            <p:nvPr/>
          </p:nvSpPr>
          <p:spPr bwMode="auto">
            <a:xfrm>
              <a:off x="2052638" y="1637337"/>
              <a:ext cx="1945559" cy="1736564"/>
            </a:xfrm>
            <a:custGeom>
              <a:avLst/>
              <a:gdLst>
                <a:gd name="T0" fmla="*/ 366 w 509"/>
                <a:gd name="T1" fmla="*/ 69 h 454"/>
                <a:gd name="T2" fmla="*/ 415 w 509"/>
                <a:gd name="T3" fmla="*/ 69 h 454"/>
                <a:gd name="T4" fmla="*/ 415 w 509"/>
                <a:gd name="T5" fmla="*/ 80 h 454"/>
                <a:gd name="T6" fmla="*/ 509 w 509"/>
                <a:gd name="T7" fmla="*/ 40 h 454"/>
                <a:gd name="T8" fmla="*/ 415 w 509"/>
                <a:gd name="T9" fmla="*/ 0 h 454"/>
                <a:gd name="T10" fmla="*/ 415 w 509"/>
                <a:gd name="T11" fmla="*/ 14 h 454"/>
                <a:gd name="T12" fmla="*/ 220 w 509"/>
                <a:gd name="T13" fmla="*/ 14 h 454"/>
                <a:gd name="T14" fmla="*/ 0 w 509"/>
                <a:gd name="T15" fmla="*/ 234 h 454"/>
                <a:gd name="T16" fmla="*/ 220 w 509"/>
                <a:gd name="T17" fmla="*/ 454 h 454"/>
                <a:gd name="T18" fmla="*/ 440 w 509"/>
                <a:gd name="T19" fmla="*/ 234 h 454"/>
                <a:gd name="T20" fmla="*/ 415 w 509"/>
                <a:gd name="T21" fmla="*/ 133 h 454"/>
                <a:gd name="T22" fmla="*/ 366 w 509"/>
                <a:gd name="T23" fmla="*/ 69 h 454"/>
                <a:gd name="T24" fmla="*/ 220 w 509"/>
                <a:gd name="T25" fmla="*/ 399 h 454"/>
                <a:gd name="T26" fmla="*/ 55 w 509"/>
                <a:gd name="T27" fmla="*/ 234 h 454"/>
                <a:gd name="T28" fmla="*/ 220 w 509"/>
                <a:gd name="T29" fmla="*/ 69 h 454"/>
                <a:gd name="T30" fmla="*/ 385 w 509"/>
                <a:gd name="T31" fmla="*/ 234 h 454"/>
                <a:gd name="T32" fmla="*/ 220 w 509"/>
                <a:gd name="T33" fmla="*/ 39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9" h="454">
                  <a:moveTo>
                    <a:pt x="366" y="69"/>
                  </a:moveTo>
                  <a:cubicBezTo>
                    <a:pt x="415" y="69"/>
                    <a:pt x="415" y="69"/>
                    <a:pt x="415" y="69"/>
                  </a:cubicBezTo>
                  <a:cubicBezTo>
                    <a:pt x="415" y="80"/>
                    <a:pt x="415" y="80"/>
                    <a:pt x="415" y="80"/>
                  </a:cubicBezTo>
                  <a:cubicBezTo>
                    <a:pt x="509" y="40"/>
                    <a:pt x="509" y="40"/>
                    <a:pt x="509" y="40"/>
                  </a:cubicBezTo>
                  <a:cubicBezTo>
                    <a:pt x="415" y="0"/>
                    <a:pt x="415" y="0"/>
                    <a:pt x="415" y="0"/>
                  </a:cubicBezTo>
                  <a:cubicBezTo>
                    <a:pt x="415" y="14"/>
                    <a:pt x="415" y="14"/>
                    <a:pt x="415" y="14"/>
                  </a:cubicBezTo>
                  <a:cubicBezTo>
                    <a:pt x="220" y="14"/>
                    <a:pt x="220" y="14"/>
                    <a:pt x="220" y="14"/>
                  </a:cubicBezTo>
                  <a:cubicBezTo>
                    <a:pt x="99" y="14"/>
                    <a:pt x="0" y="112"/>
                    <a:pt x="0" y="234"/>
                  </a:cubicBezTo>
                  <a:cubicBezTo>
                    <a:pt x="0" y="355"/>
                    <a:pt x="99" y="454"/>
                    <a:pt x="220" y="454"/>
                  </a:cubicBezTo>
                  <a:cubicBezTo>
                    <a:pt x="341" y="454"/>
                    <a:pt x="440" y="355"/>
                    <a:pt x="440" y="234"/>
                  </a:cubicBezTo>
                  <a:cubicBezTo>
                    <a:pt x="440" y="197"/>
                    <a:pt x="431" y="163"/>
                    <a:pt x="415" y="133"/>
                  </a:cubicBezTo>
                  <a:cubicBezTo>
                    <a:pt x="403" y="108"/>
                    <a:pt x="386" y="87"/>
                    <a:pt x="366" y="69"/>
                  </a:cubicBezTo>
                  <a:close/>
                  <a:moveTo>
                    <a:pt x="220" y="399"/>
                  </a:moveTo>
                  <a:cubicBezTo>
                    <a:pt x="129" y="399"/>
                    <a:pt x="55" y="325"/>
                    <a:pt x="55" y="234"/>
                  </a:cubicBezTo>
                  <a:cubicBezTo>
                    <a:pt x="55" y="143"/>
                    <a:pt x="129" y="69"/>
                    <a:pt x="220" y="69"/>
                  </a:cubicBezTo>
                  <a:cubicBezTo>
                    <a:pt x="311" y="69"/>
                    <a:pt x="385" y="143"/>
                    <a:pt x="385" y="234"/>
                  </a:cubicBezTo>
                  <a:cubicBezTo>
                    <a:pt x="385" y="325"/>
                    <a:pt x="311" y="399"/>
                    <a:pt x="220" y="39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6">
              <a:extLst>
                <a:ext uri="{FF2B5EF4-FFF2-40B4-BE49-F238E27FC236}">
                  <a16:creationId xmlns:a16="http://schemas.microsoft.com/office/drawing/2014/main" id="{5B344E3C-7114-4EE3-B155-FCD67AF3D13F}"/>
                </a:ext>
              </a:extLst>
            </p:cNvPr>
            <p:cNvSpPr>
              <a:spLocks/>
            </p:cNvSpPr>
            <p:nvPr/>
          </p:nvSpPr>
          <p:spPr bwMode="auto">
            <a:xfrm>
              <a:off x="2263534" y="2539819"/>
              <a:ext cx="1259674" cy="638387"/>
            </a:xfrm>
            <a:custGeom>
              <a:avLst/>
              <a:gdLst>
                <a:gd name="T0" fmla="*/ 0 w 330"/>
                <a:gd name="T1" fmla="*/ 0 h 167"/>
                <a:gd name="T2" fmla="*/ 0 w 330"/>
                <a:gd name="T3" fmla="*/ 2 h 167"/>
                <a:gd name="T4" fmla="*/ 165 w 330"/>
                <a:gd name="T5" fmla="*/ 167 h 167"/>
                <a:gd name="T6" fmla="*/ 330 w 330"/>
                <a:gd name="T7" fmla="*/ 2 h 167"/>
                <a:gd name="T8" fmla="*/ 330 w 330"/>
                <a:gd name="T9" fmla="*/ 0 h 167"/>
                <a:gd name="T10" fmla="*/ 165 w 330"/>
                <a:gd name="T11" fmla="*/ 163 h 167"/>
                <a:gd name="T12" fmla="*/ 0 w 330"/>
                <a:gd name="T13" fmla="*/ 0 h 167"/>
              </a:gdLst>
              <a:ahLst/>
              <a:cxnLst>
                <a:cxn ang="0">
                  <a:pos x="T0" y="T1"/>
                </a:cxn>
                <a:cxn ang="0">
                  <a:pos x="T2" y="T3"/>
                </a:cxn>
                <a:cxn ang="0">
                  <a:pos x="T4" y="T5"/>
                </a:cxn>
                <a:cxn ang="0">
                  <a:pos x="T6" y="T7"/>
                </a:cxn>
                <a:cxn ang="0">
                  <a:pos x="T8" y="T9"/>
                </a:cxn>
                <a:cxn ang="0">
                  <a:pos x="T10" y="T11"/>
                </a:cxn>
                <a:cxn ang="0">
                  <a:pos x="T12" y="T13"/>
                </a:cxn>
              </a:cxnLst>
              <a:rect l="0" t="0" r="r" b="b"/>
              <a:pathLst>
                <a:path w="330" h="167">
                  <a:moveTo>
                    <a:pt x="0" y="0"/>
                  </a:moveTo>
                  <a:cubicBezTo>
                    <a:pt x="0" y="1"/>
                    <a:pt x="0" y="1"/>
                    <a:pt x="0" y="2"/>
                  </a:cubicBezTo>
                  <a:cubicBezTo>
                    <a:pt x="0" y="93"/>
                    <a:pt x="74" y="167"/>
                    <a:pt x="165" y="167"/>
                  </a:cubicBezTo>
                  <a:cubicBezTo>
                    <a:pt x="256" y="167"/>
                    <a:pt x="330" y="93"/>
                    <a:pt x="330" y="2"/>
                  </a:cubicBezTo>
                  <a:cubicBezTo>
                    <a:pt x="330" y="1"/>
                    <a:pt x="330" y="1"/>
                    <a:pt x="330" y="0"/>
                  </a:cubicBezTo>
                  <a:cubicBezTo>
                    <a:pt x="329" y="90"/>
                    <a:pt x="255" y="163"/>
                    <a:pt x="165" y="163"/>
                  </a:cubicBezTo>
                  <a:cubicBezTo>
                    <a:pt x="75" y="163"/>
                    <a:pt x="1" y="90"/>
                    <a:pt x="0" y="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7">
              <a:extLst>
                <a:ext uri="{FF2B5EF4-FFF2-40B4-BE49-F238E27FC236}">
                  <a16:creationId xmlns:a16="http://schemas.microsoft.com/office/drawing/2014/main" id="{2BBC6C5E-7E24-4570-AF20-B0EE6CC34C42}"/>
                </a:ext>
              </a:extLst>
            </p:cNvPr>
            <p:cNvSpPr>
              <a:spLocks/>
            </p:cNvSpPr>
            <p:nvPr/>
          </p:nvSpPr>
          <p:spPr bwMode="auto">
            <a:xfrm>
              <a:off x="2894321" y="1901432"/>
              <a:ext cx="813183" cy="423692"/>
            </a:xfrm>
            <a:custGeom>
              <a:avLst/>
              <a:gdLst>
                <a:gd name="T0" fmla="*/ 156 w 213"/>
                <a:gd name="T1" fmla="*/ 111 h 111"/>
                <a:gd name="T2" fmla="*/ 213 w 213"/>
                <a:gd name="T3" fmla="*/ 111 h 111"/>
                <a:gd name="T4" fmla="*/ 146 w 213"/>
                <a:gd name="T5" fmla="*/ 0 h 111"/>
                <a:gd name="T6" fmla="*/ 0 w 213"/>
                <a:gd name="T7" fmla="*/ 0 h 111"/>
                <a:gd name="T8" fmla="*/ 156 w 213"/>
                <a:gd name="T9" fmla="*/ 111 h 111"/>
              </a:gdLst>
              <a:ahLst/>
              <a:cxnLst>
                <a:cxn ang="0">
                  <a:pos x="T0" y="T1"/>
                </a:cxn>
                <a:cxn ang="0">
                  <a:pos x="T2" y="T3"/>
                </a:cxn>
                <a:cxn ang="0">
                  <a:pos x="T4" y="T5"/>
                </a:cxn>
                <a:cxn ang="0">
                  <a:pos x="T6" y="T7"/>
                </a:cxn>
                <a:cxn ang="0">
                  <a:pos x="T8" y="T9"/>
                </a:cxn>
              </a:cxnLst>
              <a:rect l="0" t="0" r="r" b="b"/>
              <a:pathLst>
                <a:path w="213" h="111">
                  <a:moveTo>
                    <a:pt x="156" y="111"/>
                  </a:moveTo>
                  <a:cubicBezTo>
                    <a:pt x="213" y="111"/>
                    <a:pt x="213" y="111"/>
                    <a:pt x="213" y="111"/>
                  </a:cubicBezTo>
                  <a:cubicBezTo>
                    <a:pt x="202" y="67"/>
                    <a:pt x="178" y="29"/>
                    <a:pt x="146" y="0"/>
                  </a:cubicBezTo>
                  <a:cubicBezTo>
                    <a:pt x="0" y="0"/>
                    <a:pt x="0" y="0"/>
                    <a:pt x="0" y="0"/>
                  </a:cubicBezTo>
                  <a:cubicBezTo>
                    <a:pt x="72" y="0"/>
                    <a:pt x="133" y="46"/>
                    <a:pt x="156" y="111"/>
                  </a:cubicBezTo>
                  <a:close/>
                </a:path>
              </a:pathLst>
            </a:custGeom>
            <a:gradFill flip="none" rotWithShape="1">
              <a:gsLst>
                <a:gs pos="2000">
                  <a:schemeClr val="accent4">
                    <a:lumMod val="50000"/>
                  </a:schemeClr>
                </a:gs>
                <a:gs pos="35000">
                  <a:schemeClr val="accent4">
                    <a:lumMod val="75000"/>
                    <a:alpha val="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9" name="Freeform 8">
              <a:extLst>
                <a:ext uri="{FF2B5EF4-FFF2-40B4-BE49-F238E27FC236}">
                  <a16:creationId xmlns:a16="http://schemas.microsoft.com/office/drawing/2014/main" id="{CAA9AD06-8E2B-4AE7-9570-B3597E1BCC15}"/>
                </a:ext>
              </a:extLst>
            </p:cNvPr>
            <p:cNvSpPr>
              <a:spLocks/>
            </p:cNvSpPr>
            <p:nvPr/>
          </p:nvSpPr>
          <p:spPr bwMode="auto">
            <a:xfrm>
              <a:off x="3432009" y="1901432"/>
              <a:ext cx="302094" cy="638387"/>
            </a:xfrm>
            <a:custGeom>
              <a:avLst/>
              <a:gdLst>
                <a:gd name="T0" fmla="*/ 79 w 79"/>
                <a:gd name="T1" fmla="*/ 165 h 167"/>
                <a:gd name="T2" fmla="*/ 9 w 79"/>
                <a:gd name="T3" fmla="*/ 4 h 167"/>
                <a:gd name="T4" fmla="*/ 5 w 79"/>
                <a:gd name="T5" fmla="*/ 0 h 167"/>
                <a:gd name="T6" fmla="*/ 0 w 79"/>
                <a:gd name="T7" fmla="*/ 0 h 167"/>
                <a:gd name="T8" fmla="*/ 5 w 79"/>
                <a:gd name="T9" fmla="*/ 4 h 167"/>
                <a:gd name="T10" fmla="*/ 79 w 79"/>
                <a:gd name="T11" fmla="*/ 167 h 167"/>
                <a:gd name="T12" fmla="*/ 79 w 79"/>
                <a:gd name="T13" fmla="*/ 165 h 167"/>
              </a:gdLst>
              <a:ahLst/>
              <a:cxnLst>
                <a:cxn ang="0">
                  <a:pos x="T0" y="T1"/>
                </a:cxn>
                <a:cxn ang="0">
                  <a:pos x="T2" y="T3"/>
                </a:cxn>
                <a:cxn ang="0">
                  <a:pos x="T4" y="T5"/>
                </a:cxn>
                <a:cxn ang="0">
                  <a:pos x="T6" y="T7"/>
                </a:cxn>
                <a:cxn ang="0">
                  <a:pos x="T8" y="T9"/>
                </a:cxn>
                <a:cxn ang="0">
                  <a:pos x="T10" y="T11"/>
                </a:cxn>
                <a:cxn ang="0">
                  <a:pos x="T12" y="T13"/>
                </a:cxn>
              </a:cxnLst>
              <a:rect l="0" t="0" r="r" b="b"/>
              <a:pathLst>
                <a:path w="79" h="167">
                  <a:moveTo>
                    <a:pt x="79" y="165"/>
                  </a:moveTo>
                  <a:cubicBezTo>
                    <a:pt x="79" y="101"/>
                    <a:pt x="52" y="44"/>
                    <a:pt x="9" y="4"/>
                  </a:cubicBezTo>
                  <a:cubicBezTo>
                    <a:pt x="5" y="0"/>
                    <a:pt x="5" y="0"/>
                    <a:pt x="5" y="0"/>
                  </a:cubicBezTo>
                  <a:cubicBezTo>
                    <a:pt x="0" y="0"/>
                    <a:pt x="0" y="0"/>
                    <a:pt x="0" y="0"/>
                  </a:cubicBezTo>
                  <a:cubicBezTo>
                    <a:pt x="5" y="4"/>
                    <a:pt x="5" y="4"/>
                    <a:pt x="5" y="4"/>
                  </a:cubicBezTo>
                  <a:cubicBezTo>
                    <a:pt x="50" y="44"/>
                    <a:pt x="78" y="102"/>
                    <a:pt x="79" y="167"/>
                  </a:cubicBezTo>
                  <a:cubicBezTo>
                    <a:pt x="79" y="166"/>
                    <a:pt x="79" y="165"/>
                    <a:pt x="79" y="16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0" name="Freeform 9">
              <a:extLst>
                <a:ext uri="{FF2B5EF4-FFF2-40B4-BE49-F238E27FC236}">
                  <a16:creationId xmlns:a16="http://schemas.microsoft.com/office/drawing/2014/main" id="{D2BBE35A-2E71-40AF-96F5-A35BD27D8548}"/>
                </a:ext>
              </a:extLst>
            </p:cNvPr>
            <p:cNvSpPr>
              <a:spLocks/>
            </p:cNvSpPr>
            <p:nvPr/>
          </p:nvSpPr>
          <p:spPr bwMode="auto">
            <a:xfrm>
              <a:off x="2052638" y="1637337"/>
              <a:ext cx="1945559" cy="902482"/>
            </a:xfrm>
            <a:custGeom>
              <a:avLst/>
              <a:gdLst>
                <a:gd name="T0" fmla="*/ 415 w 509"/>
                <a:gd name="T1" fmla="*/ 0 h 236"/>
                <a:gd name="T2" fmla="*/ 415 w 509"/>
                <a:gd name="T3" fmla="*/ 14 h 236"/>
                <a:gd name="T4" fmla="*/ 220 w 509"/>
                <a:gd name="T5" fmla="*/ 14 h 236"/>
                <a:gd name="T6" fmla="*/ 0 w 509"/>
                <a:gd name="T7" fmla="*/ 234 h 236"/>
                <a:gd name="T8" fmla="*/ 0 w 509"/>
                <a:gd name="T9" fmla="*/ 236 h 236"/>
                <a:gd name="T10" fmla="*/ 220 w 509"/>
                <a:gd name="T11" fmla="*/ 18 h 236"/>
                <a:gd name="T12" fmla="*/ 415 w 509"/>
                <a:gd name="T13" fmla="*/ 18 h 236"/>
                <a:gd name="T14" fmla="*/ 415 w 509"/>
                <a:gd name="T15" fmla="*/ 18 h 236"/>
                <a:gd name="T16" fmla="*/ 419 w 509"/>
                <a:gd name="T17" fmla="*/ 18 h 236"/>
                <a:gd name="T18" fmla="*/ 419 w 509"/>
                <a:gd name="T19" fmla="*/ 7 h 236"/>
                <a:gd name="T20" fmla="*/ 509 w 509"/>
                <a:gd name="T21" fmla="*/ 40 h 236"/>
                <a:gd name="T22" fmla="*/ 415 w 509"/>
                <a:gd name="T23"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9" h="236">
                  <a:moveTo>
                    <a:pt x="415" y="0"/>
                  </a:moveTo>
                  <a:cubicBezTo>
                    <a:pt x="415" y="14"/>
                    <a:pt x="415" y="14"/>
                    <a:pt x="415" y="14"/>
                  </a:cubicBezTo>
                  <a:cubicBezTo>
                    <a:pt x="220" y="14"/>
                    <a:pt x="220" y="14"/>
                    <a:pt x="220" y="14"/>
                  </a:cubicBezTo>
                  <a:cubicBezTo>
                    <a:pt x="99" y="14"/>
                    <a:pt x="0" y="112"/>
                    <a:pt x="0" y="234"/>
                  </a:cubicBezTo>
                  <a:cubicBezTo>
                    <a:pt x="0" y="234"/>
                    <a:pt x="0" y="235"/>
                    <a:pt x="0" y="236"/>
                  </a:cubicBezTo>
                  <a:cubicBezTo>
                    <a:pt x="1" y="116"/>
                    <a:pt x="99" y="18"/>
                    <a:pt x="220" y="18"/>
                  </a:cubicBezTo>
                  <a:cubicBezTo>
                    <a:pt x="415" y="18"/>
                    <a:pt x="415" y="18"/>
                    <a:pt x="415" y="18"/>
                  </a:cubicBezTo>
                  <a:cubicBezTo>
                    <a:pt x="415" y="18"/>
                    <a:pt x="415" y="18"/>
                    <a:pt x="415" y="18"/>
                  </a:cubicBezTo>
                  <a:cubicBezTo>
                    <a:pt x="419" y="18"/>
                    <a:pt x="419" y="18"/>
                    <a:pt x="419" y="18"/>
                  </a:cubicBezTo>
                  <a:cubicBezTo>
                    <a:pt x="419" y="7"/>
                    <a:pt x="419" y="7"/>
                    <a:pt x="419" y="7"/>
                  </a:cubicBezTo>
                  <a:cubicBezTo>
                    <a:pt x="509" y="40"/>
                    <a:pt x="509" y="40"/>
                    <a:pt x="509" y="40"/>
                  </a:cubicBezTo>
                  <a:lnTo>
                    <a:pt x="415" y="0"/>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2" name="Group 41">
            <a:extLst>
              <a:ext uri="{FF2B5EF4-FFF2-40B4-BE49-F238E27FC236}">
                <a16:creationId xmlns:a16="http://schemas.microsoft.com/office/drawing/2014/main" id="{5E250C76-2A41-46D5-BF51-E7D1DA5839BA}"/>
              </a:ext>
            </a:extLst>
          </p:cNvPr>
          <p:cNvGrpSpPr/>
          <p:nvPr/>
        </p:nvGrpSpPr>
        <p:grpSpPr>
          <a:xfrm>
            <a:off x="7136703" y="2251631"/>
            <a:ext cx="1945559" cy="1736564"/>
            <a:chOff x="2052638" y="1637337"/>
            <a:chExt cx="1945559" cy="1736564"/>
          </a:xfrm>
          <a:effectLst>
            <a:outerShdw blurRad="165100" dist="63500" dir="2700000" algn="ctr" rotWithShape="0">
              <a:srgbClr val="000000">
                <a:alpha val="31000"/>
              </a:srgbClr>
            </a:outerShdw>
          </a:effectLst>
        </p:grpSpPr>
        <p:sp>
          <p:nvSpPr>
            <p:cNvPr id="46" name="Freeform 5">
              <a:extLst>
                <a:ext uri="{FF2B5EF4-FFF2-40B4-BE49-F238E27FC236}">
                  <a16:creationId xmlns:a16="http://schemas.microsoft.com/office/drawing/2014/main" id="{77207685-688C-4639-B921-41F881C17C96}"/>
                </a:ext>
              </a:extLst>
            </p:cNvPr>
            <p:cNvSpPr>
              <a:spLocks noEditPoints="1"/>
            </p:cNvSpPr>
            <p:nvPr/>
          </p:nvSpPr>
          <p:spPr bwMode="auto">
            <a:xfrm>
              <a:off x="2052638" y="1637337"/>
              <a:ext cx="1945559" cy="1736564"/>
            </a:xfrm>
            <a:custGeom>
              <a:avLst/>
              <a:gdLst>
                <a:gd name="T0" fmla="*/ 366 w 509"/>
                <a:gd name="T1" fmla="*/ 69 h 454"/>
                <a:gd name="T2" fmla="*/ 415 w 509"/>
                <a:gd name="T3" fmla="*/ 69 h 454"/>
                <a:gd name="T4" fmla="*/ 415 w 509"/>
                <a:gd name="T5" fmla="*/ 80 h 454"/>
                <a:gd name="T6" fmla="*/ 509 w 509"/>
                <a:gd name="T7" fmla="*/ 40 h 454"/>
                <a:gd name="T8" fmla="*/ 415 w 509"/>
                <a:gd name="T9" fmla="*/ 0 h 454"/>
                <a:gd name="T10" fmla="*/ 415 w 509"/>
                <a:gd name="T11" fmla="*/ 14 h 454"/>
                <a:gd name="T12" fmla="*/ 220 w 509"/>
                <a:gd name="T13" fmla="*/ 14 h 454"/>
                <a:gd name="T14" fmla="*/ 0 w 509"/>
                <a:gd name="T15" fmla="*/ 234 h 454"/>
                <a:gd name="T16" fmla="*/ 220 w 509"/>
                <a:gd name="T17" fmla="*/ 454 h 454"/>
                <a:gd name="T18" fmla="*/ 440 w 509"/>
                <a:gd name="T19" fmla="*/ 234 h 454"/>
                <a:gd name="T20" fmla="*/ 415 w 509"/>
                <a:gd name="T21" fmla="*/ 133 h 454"/>
                <a:gd name="T22" fmla="*/ 366 w 509"/>
                <a:gd name="T23" fmla="*/ 69 h 454"/>
                <a:gd name="T24" fmla="*/ 220 w 509"/>
                <a:gd name="T25" fmla="*/ 399 h 454"/>
                <a:gd name="T26" fmla="*/ 55 w 509"/>
                <a:gd name="T27" fmla="*/ 234 h 454"/>
                <a:gd name="T28" fmla="*/ 220 w 509"/>
                <a:gd name="T29" fmla="*/ 69 h 454"/>
                <a:gd name="T30" fmla="*/ 385 w 509"/>
                <a:gd name="T31" fmla="*/ 234 h 454"/>
                <a:gd name="T32" fmla="*/ 220 w 509"/>
                <a:gd name="T33" fmla="*/ 39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9" h="454">
                  <a:moveTo>
                    <a:pt x="366" y="69"/>
                  </a:moveTo>
                  <a:cubicBezTo>
                    <a:pt x="415" y="69"/>
                    <a:pt x="415" y="69"/>
                    <a:pt x="415" y="69"/>
                  </a:cubicBezTo>
                  <a:cubicBezTo>
                    <a:pt x="415" y="80"/>
                    <a:pt x="415" y="80"/>
                    <a:pt x="415" y="80"/>
                  </a:cubicBezTo>
                  <a:cubicBezTo>
                    <a:pt x="509" y="40"/>
                    <a:pt x="509" y="40"/>
                    <a:pt x="509" y="40"/>
                  </a:cubicBezTo>
                  <a:cubicBezTo>
                    <a:pt x="415" y="0"/>
                    <a:pt x="415" y="0"/>
                    <a:pt x="415" y="0"/>
                  </a:cubicBezTo>
                  <a:cubicBezTo>
                    <a:pt x="415" y="14"/>
                    <a:pt x="415" y="14"/>
                    <a:pt x="415" y="14"/>
                  </a:cubicBezTo>
                  <a:cubicBezTo>
                    <a:pt x="220" y="14"/>
                    <a:pt x="220" y="14"/>
                    <a:pt x="220" y="14"/>
                  </a:cubicBezTo>
                  <a:cubicBezTo>
                    <a:pt x="99" y="14"/>
                    <a:pt x="0" y="112"/>
                    <a:pt x="0" y="234"/>
                  </a:cubicBezTo>
                  <a:cubicBezTo>
                    <a:pt x="0" y="355"/>
                    <a:pt x="99" y="454"/>
                    <a:pt x="220" y="454"/>
                  </a:cubicBezTo>
                  <a:cubicBezTo>
                    <a:pt x="341" y="454"/>
                    <a:pt x="440" y="355"/>
                    <a:pt x="440" y="234"/>
                  </a:cubicBezTo>
                  <a:cubicBezTo>
                    <a:pt x="440" y="197"/>
                    <a:pt x="431" y="163"/>
                    <a:pt x="415" y="133"/>
                  </a:cubicBezTo>
                  <a:cubicBezTo>
                    <a:pt x="403" y="108"/>
                    <a:pt x="386" y="87"/>
                    <a:pt x="366" y="69"/>
                  </a:cubicBezTo>
                  <a:close/>
                  <a:moveTo>
                    <a:pt x="220" y="399"/>
                  </a:moveTo>
                  <a:cubicBezTo>
                    <a:pt x="129" y="399"/>
                    <a:pt x="55" y="325"/>
                    <a:pt x="55" y="234"/>
                  </a:cubicBezTo>
                  <a:cubicBezTo>
                    <a:pt x="55" y="143"/>
                    <a:pt x="129" y="69"/>
                    <a:pt x="220" y="69"/>
                  </a:cubicBezTo>
                  <a:cubicBezTo>
                    <a:pt x="311" y="69"/>
                    <a:pt x="385" y="143"/>
                    <a:pt x="385" y="234"/>
                  </a:cubicBezTo>
                  <a:cubicBezTo>
                    <a:pt x="385" y="325"/>
                    <a:pt x="311" y="399"/>
                    <a:pt x="220" y="39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47" name="Freeform 6">
              <a:extLst>
                <a:ext uri="{FF2B5EF4-FFF2-40B4-BE49-F238E27FC236}">
                  <a16:creationId xmlns:a16="http://schemas.microsoft.com/office/drawing/2014/main" id="{44C75C1C-7A8D-49DD-90A8-340FD078B63A}"/>
                </a:ext>
              </a:extLst>
            </p:cNvPr>
            <p:cNvSpPr>
              <a:spLocks/>
            </p:cNvSpPr>
            <p:nvPr/>
          </p:nvSpPr>
          <p:spPr bwMode="auto">
            <a:xfrm>
              <a:off x="2263534" y="2539819"/>
              <a:ext cx="1259674" cy="638387"/>
            </a:xfrm>
            <a:custGeom>
              <a:avLst/>
              <a:gdLst>
                <a:gd name="T0" fmla="*/ 0 w 330"/>
                <a:gd name="T1" fmla="*/ 0 h 167"/>
                <a:gd name="T2" fmla="*/ 0 w 330"/>
                <a:gd name="T3" fmla="*/ 2 h 167"/>
                <a:gd name="T4" fmla="*/ 165 w 330"/>
                <a:gd name="T5" fmla="*/ 167 h 167"/>
                <a:gd name="T6" fmla="*/ 330 w 330"/>
                <a:gd name="T7" fmla="*/ 2 h 167"/>
                <a:gd name="T8" fmla="*/ 330 w 330"/>
                <a:gd name="T9" fmla="*/ 0 h 167"/>
                <a:gd name="T10" fmla="*/ 165 w 330"/>
                <a:gd name="T11" fmla="*/ 163 h 167"/>
                <a:gd name="T12" fmla="*/ 0 w 330"/>
                <a:gd name="T13" fmla="*/ 0 h 167"/>
              </a:gdLst>
              <a:ahLst/>
              <a:cxnLst>
                <a:cxn ang="0">
                  <a:pos x="T0" y="T1"/>
                </a:cxn>
                <a:cxn ang="0">
                  <a:pos x="T2" y="T3"/>
                </a:cxn>
                <a:cxn ang="0">
                  <a:pos x="T4" y="T5"/>
                </a:cxn>
                <a:cxn ang="0">
                  <a:pos x="T6" y="T7"/>
                </a:cxn>
                <a:cxn ang="0">
                  <a:pos x="T8" y="T9"/>
                </a:cxn>
                <a:cxn ang="0">
                  <a:pos x="T10" y="T11"/>
                </a:cxn>
                <a:cxn ang="0">
                  <a:pos x="T12" y="T13"/>
                </a:cxn>
              </a:cxnLst>
              <a:rect l="0" t="0" r="r" b="b"/>
              <a:pathLst>
                <a:path w="330" h="167">
                  <a:moveTo>
                    <a:pt x="0" y="0"/>
                  </a:moveTo>
                  <a:cubicBezTo>
                    <a:pt x="0" y="1"/>
                    <a:pt x="0" y="1"/>
                    <a:pt x="0" y="2"/>
                  </a:cubicBezTo>
                  <a:cubicBezTo>
                    <a:pt x="0" y="93"/>
                    <a:pt x="74" y="167"/>
                    <a:pt x="165" y="167"/>
                  </a:cubicBezTo>
                  <a:cubicBezTo>
                    <a:pt x="256" y="167"/>
                    <a:pt x="330" y="93"/>
                    <a:pt x="330" y="2"/>
                  </a:cubicBezTo>
                  <a:cubicBezTo>
                    <a:pt x="330" y="1"/>
                    <a:pt x="330" y="1"/>
                    <a:pt x="330" y="0"/>
                  </a:cubicBezTo>
                  <a:cubicBezTo>
                    <a:pt x="329" y="90"/>
                    <a:pt x="255" y="163"/>
                    <a:pt x="165" y="163"/>
                  </a:cubicBezTo>
                  <a:cubicBezTo>
                    <a:pt x="75" y="163"/>
                    <a:pt x="1" y="90"/>
                    <a:pt x="0" y="0"/>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8" name="Freeform 7">
              <a:extLst>
                <a:ext uri="{FF2B5EF4-FFF2-40B4-BE49-F238E27FC236}">
                  <a16:creationId xmlns:a16="http://schemas.microsoft.com/office/drawing/2014/main" id="{794CD02C-08A7-4D05-BF18-2F1872969A66}"/>
                </a:ext>
              </a:extLst>
            </p:cNvPr>
            <p:cNvSpPr>
              <a:spLocks/>
            </p:cNvSpPr>
            <p:nvPr/>
          </p:nvSpPr>
          <p:spPr bwMode="auto">
            <a:xfrm>
              <a:off x="2894321" y="1901432"/>
              <a:ext cx="813183" cy="423692"/>
            </a:xfrm>
            <a:custGeom>
              <a:avLst/>
              <a:gdLst>
                <a:gd name="T0" fmla="*/ 156 w 213"/>
                <a:gd name="T1" fmla="*/ 111 h 111"/>
                <a:gd name="T2" fmla="*/ 213 w 213"/>
                <a:gd name="T3" fmla="*/ 111 h 111"/>
                <a:gd name="T4" fmla="*/ 146 w 213"/>
                <a:gd name="T5" fmla="*/ 0 h 111"/>
                <a:gd name="T6" fmla="*/ 0 w 213"/>
                <a:gd name="T7" fmla="*/ 0 h 111"/>
                <a:gd name="T8" fmla="*/ 156 w 213"/>
                <a:gd name="T9" fmla="*/ 111 h 111"/>
              </a:gdLst>
              <a:ahLst/>
              <a:cxnLst>
                <a:cxn ang="0">
                  <a:pos x="T0" y="T1"/>
                </a:cxn>
                <a:cxn ang="0">
                  <a:pos x="T2" y="T3"/>
                </a:cxn>
                <a:cxn ang="0">
                  <a:pos x="T4" y="T5"/>
                </a:cxn>
                <a:cxn ang="0">
                  <a:pos x="T6" y="T7"/>
                </a:cxn>
                <a:cxn ang="0">
                  <a:pos x="T8" y="T9"/>
                </a:cxn>
              </a:cxnLst>
              <a:rect l="0" t="0" r="r" b="b"/>
              <a:pathLst>
                <a:path w="213" h="111">
                  <a:moveTo>
                    <a:pt x="156" y="111"/>
                  </a:moveTo>
                  <a:cubicBezTo>
                    <a:pt x="213" y="111"/>
                    <a:pt x="213" y="111"/>
                    <a:pt x="213" y="111"/>
                  </a:cubicBezTo>
                  <a:cubicBezTo>
                    <a:pt x="202" y="67"/>
                    <a:pt x="178" y="29"/>
                    <a:pt x="146" y="0"/>
                  </a:cubicBezTo>
                  <a:cubicBezTo>
                    <a:pt x="0" y="0"/>
                    <a:pt x="0" y="0"/>
                    <a:pt x="0" y="0"/>
                  </a:cubicBezTo>
                  <a:cubicBezTo>
                    <a:pt x="72" y="0"/>
                    <a:pt x="133" y="46"/>
                    <a:pt x="156" y="111"/>
                  </a:cubicBezTo>
                  <a:close/>
                </a:path>
              </a:pathLst>
            </a:custGeom>
            <a:gradFill flip="none" rotWithShape="1">
              <a:gsLst>
                <a:gs pos="2000">
                  <a:schemeClr val="accent5">
                    <a:lumMod val="50000"/>
                  </a:schemeClr>
                </a:gs>
                <a:gs pos="35000">
                  <a:schemeClr val="accent5">
                    <a:lumMod val="50000"/>
                    <a:alpha val="0"/>
                  </a:schemeClr>
                </a:gs>
              </a:gsLst>
              <a:lin ang="54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9" name="Freeform 8">
              <a:extLst>
                <a:ext uri="{FF2B5EF4-FFF2-40B4-BE49-F238E27FC236}">
                  <a16:creationId xmlns:a16="http://schemas.microsoft.com/office/drawing/2014/main" id="{FC343EF1-A639-4E22-95C3-64A2BE73F4FB}"/>
                </a:ext>
              </a:extLst>
            </p:cNvPr>
            <p:cNvSpPr>
              <a:spLocks/>
            </p:cNvSpPr>
            <p:nvPr/>
          </p:nvSpPr>
          <p:spPr bwMode="auto">
            <a:xfrm>
              <a:off x="3432009" y="1901432"/>
              <a:ext cx="302094" cy="638387"/>
            </a:xfrm>
            <a:custGeom>
              <a:avLst/>
              <a:gdLst>
                <a:gd name="T0" fmla="*/ 79 w 79"/>
                <a:gd name="T1" fmla="*/ 165 h 167"/>
                <a:gd name="T2" fmla="*/ 9 w 79"/>
                <a:gd name="T3" fmla="*/ 4 h 167"/>
                <a:gd name="T4" fmla="*/ 5 w 79"/>
                <a:gd name="T5" fmla="*/ 0 h 167"/>
                <a:gd name="T6" fmla="*/ 0 w 79"/>
                <a:gd name="T7" fmla="*/ 0 h 167"/>
                <a:gd name="T8" fmla="*/ 5 w 79"/>
                <a:gd name="T9" fmla="*/ 4 h 167"/>
                <a:gd name="T10" fmla="*/ 79 w 79"/>
                <a:gd name="T11" fmla="*/ 167 h 167"/>
                <a:gd name="T12" fmla="*/ 79 w 79"/>
                <a:gd name="T13" fmla="*/ 165 h 167"/>
              </a:gdLst>
              <a:ahLst/>
              <a:cxnLst>
                <a:cxn ang="0">
                  <a:pos x="T0" y="T1"/>
                </a:cxn>
                <a:cxn ang="0">
                  <a:pos x="T2" y="T3"/>
                </a:cxn>
                <a:cxn ang="0">
                  <a:pos x="T4" y="T5"/>
                </a:cxn>
                <a:cxn ang="0">
                  <a:pos x="T6" y="T7"/>
                </a:cxn>
                <a:cxn ang="0">
                  <a:pos x="T8" y="T9"/>
                </a:cxn>
                <a:cxn ang="0">
                  <a:pos x="T10" y="T11"/>
                </a:cxn>
                <a:cxn ang="0">
                  <a:pos x="T12" y="T13"/>
                </a:cxn>
              </a:cxnLst>
              <a:rect l="0" t="0" r="r" b="b"/>
              <a:pathLst>
                <a:path w="79" h="167">
                  <a:moveTo>
                    <a:pt x="79" y="165"/>
                  </a:moveTo>
                  <a:cubicBezTo>
                    <a:pt x="79" y="101"/>
                    <a:pt x="52" y="44"/>
                    <a:pt x="9" y="4"/>
                  </a:cubicBezTo>
                  <a:cubicBezTo>
                    <a:pt x="5" y="0"/>
                    <a:pt x="5" y="0"/>
                    <a:pt x="5" y="0"/>
                  </a:cubicBezTo>
                  <a:cubicBezTo>
                    <a:pt x="0" y="0"/>
                    <a:pt x="0" y="0"/>
                    <a:pt x="0" y="0"/>
                  </a:cubicBezTo>
                  <a:cubicBezTo>
                    <a:pt x="5" y="4"/>
                    <a:pt x="5" y="4"/>
                    <a:pt x="5" y="4"/>
                  </a:cubicBezTo>
                  <a:cubicBezTo>
                    <a:pt x="50" y="44"/>
                    <a:pt x="78" y="102"/>
                    <a:pt x="79" y="167"/>
                  </a:cubicBezTo>
                  <a:cubicBezTo>
                    <a:pt x="79" y="166"/>
                    <a:pt x="79" y="165"/>
                    <a:pt x="79" y="165"/>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0" name="Freeform 9">
              <a:extLst>
                <a:ext uri="{FF2B5EF4-FFF2-40B4-BE49-F238E27FC236}">
                  <a16:creationId xmlns:a16="http://schemas.microsoft.com/office/drawing/2014/main" id="{37F2A964-710B-48AD-87DD-A847D86E4CA2}"/>
                </a:ext>
              </a:extLst>
            </p:cNvPr>
            <p:cNvSpPr>
              <a:spLocks/>
            </p:cNvSpPr>
            <p:nvPr/>
          </p:nvSpPr>
          <p:spPr bwMode="auto">
            <a:xfrm>
              <a:off x="2052638" y="1637337"/>
              <a:ext cx="1945559" cy="902482"/>
            </a:xfrm>
            <a:custGeom>
              <a:avLst/>
              <a:gdLst>
                <a:gd name="T0" fmla="*/ 415 w 509"/>
                <a:gd name="T1" fmla="*/ 0 h 236"/>
                <a:gd name="T2" fmla="*/ 415 w 509"/>
                <a:gd name="T3" fmla="*/ 14 h 236"/>
                <a:gd name="T4" fmla="*/ 220 w 509"/>
                <a:gd name="T5" fmla="*/ 14 h 236"/>
                <a:gd name="T6" fmla="*/ 0 w 509"/>
                <a:gd name="T7" fmla="*/ 234 h 236"/>
                <a:gd name="T8" fmla="*/ 0 w 509"/>
                <a:gd name="T9" fmla="*/ 236 h 236"/>
                <a:gd name="T10" fmla="*/ 220 w 509"/>
                <a:gd name="T11" fmla="*/ 18 h 236"/>
                <a:gd name="T12" fmla="*/ 415 w 509"/>
                <a:gd name="T13" fmla="*/ 18 h 236"/>
                <a:gd name="T14" fmla="*/ 415 w 509"/>
                <a:gd name="T15" fmla="*/ 18 h 236"/>
                <a:gd name="T16" fmla="*/ 419 w 509"/>
                <a:gd name="T17" fmla="*/ 18 h 236"/>
                <a:gd name="T18" fmla="*/ 419 w 509"/>
                <a:gd name="T19" fmla="*/ 7 h 236"/>
                <a:gd name="T20" fmla="*/ 509 w 509"/>
                <a:gd name="T21" fmla="*/ 40 h 236"/>
                <a:gd name="T22" fmla="*/ 415 w 509"/>
                <a:gd name="T23"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9" h="236">
                  <a:moveTo>
                    <a:pt x="415" y="0"/>
                  </a:moveTo>
                  <a:cubicBezTo>
                    <a:pt x="415" y="14"/>
                    <a:pt x="415" y="14"/>
                    <a:pt x="415" y="14"/>
                  </a:cubicBezTo>
                  <a:cubicBezTo>
                    <a:pt x="220" y="14"/>
                    <a:pt x="220" y="14"/>
                    <a:pt x="220" y="14"/>
                  </a:cubicBezTo>
                  <a:cubicBezTo>
                    <a:pt x="99" y="14"/>
                    <a:pt x="0" y="112"/>
                    <a:pt x="0" y="234"/>
                  </a:cubicBezTo>
                  <a:cubicBezTo>
                    <a:pt x="0" y="234"/>
                    <a:pt x="0" y="235"/>
                    <a:pt x="0" y="236"/>
                  </a:cubicBezTo>
                  <a:cubicBezTo>
                    <a:pt x="1" y="116"/>
                    <a:pt x="99" y="18"/>
                    <a:pt x="220" y="18"/>
                  </a:cubicBezTo>
                  <a:cubicBezTo>
                    <a:pt x="415" y="18"/>
                    <a:pt x="415" y="18"/>
                    <a:pt x="415" y="18"/>
                  </a:cubicBezTo>
                  <a:cubicBezTo>
                    <a:pt x="415" y="18"/>
                    <a:pt x="415" y="18"/>
                    <a:pt x="415" y="18"/>
                  </a:cubicBezTo>
                  <a:cubicBezTo>
                    <a:pt x="419" y="18"/>
                    <a:pt x="419" y="18"/>
                    <a:pt x="419" y="18"/>
                  </a:cubicBezTo>
                  <a:cubicBezTo>
                    <a:pt x="419" y="7"/>
                    <a:pt x="419" y="7"/>
                    <a:pt x="419" y="7"/>
                  </a:cubicBezTo>
                  <a:cubicBezTo>
                    <a:pt x="509" y="40"/>
                    <a:pt x="509" y="40"/>
                    <a:pt x="509" y="40"/>
                  </a:cubicBezTo>
                  <a:lnTo>
                    <a:pt x="415"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6" name="Group 15">
            <a:extLst>
              <a:ext uri="{FF2B5EF4-FFF2-40B4-BE49-F238E27FC236}">
                <a16:creationId xmlns:a16="http://schemas.microsoft.com/office/drawing/2014/main" id="{22F253AC-791D-468A-BC66-D2B4FF820313}"/>
              </a:ext>
            </a:extLst>
          </p:cNvPr>
          <p:cNvGrpSpPr/>
          <p:nvPr/>
        </p:nvGrpSpPr>
        <p:grpSpPr>
          <a:xfrm>
            <a:off x="9201729" y="2307270"/>
            <a:ext cx="1679326" cy="1680926"/>
            <a:chOff x="9007475" y="4872038"/>
            <a:chExt cx="1665288" cy="1666875"/>
          </a:xfrm>
          <a:effectLst>
            <a:outerShdw blurRad="165100" dist="63500" dir="2700000" algn="ctr" rotWithShape="0">
              <a:srgbClr val="000000">
                <a:alpha val="31000"/>
              </a:srgbClr>
            </a:outerShdw>
          </a:effectLst>
        </p:grpSpPr>
        <p:sp>
          <p:nvSpPr>
            <p:cNvPr id="6" name="Freeform 5">
              <a:extLst>
                <a:ext uri="{FF2B5EF4-FFF2-40B4-BE49-F238E27FC236}">
                  <a16:creationId xmlns:a16="http://schemas.microsoft.com/office/drawing/2014/main" id="{2F90DF3C-408C-42FA-8746-D49A2AC3325F}"/>
                </a:ext>
              </a:extLst>
            </p:cNvPr>
            <p:cNvSpPr>
              <a:spLocks noEditPoints="1"/>
            </p:cNvSpPr>
            <p:nvPr/>
          </p:nvSpPr>
          <p:spPr bwMode="auto">
            <a:xfrm>
              <a:off x="9007475" y="4872038"/>
              <a:ext cx="1665288" cy="1666875"/>
            </a:xfrm>
            <a:custGeom>
              <a:avLst/>
              <a:gdLst>
                <a:gd name="T0" fmla="*/ 220 w 440"/>
                <a:gd name="T1" fmla="*/ 0 h 440"/>
                <a:gd name="T2" fmla="*/ 0 w 440"/>
                <a:gd name="T3" fmla="*/ 220 h 440"/>
                <a:gd name="T4" fmla="*/ 220 w 440"/>
                <a:gd name="T5" fmla="*/ 440 h 440"/>
                <a:gd name="T6" fmla="*/ 440 w 440"/>
                <a:gd name="T7" fmla="*/ 220 h 440"/>
                <a:gd name="T8" fmla="*/ 220 w 440"/>
                <a:gd name="T9" fmla="*/ 0 h 440"/>
                <a:gd name="T10" fmla="*/ 220 w 440"/>
                <a:gd name="T11" fmla="*/ 384 h 440"/>
                <a:gd name="T12" fmla="*/ 55 w 440"/>
                <a:gd name="T13" fmla="*/ 220 h 440"/>
                <a:gd name="T14" fmla="*/ 220 w 440"/>
                <a:gd name="T15" fmla="*/ 55 h 440"/>
                <a:gd name="T16" fmla="*/ 385 w 440"/>
                <a:gd name="T17" fmla="*/ 220 h 440"/>
                <a:gd name="T18" fmla="*/ 220 w 440"/>
                <a:gd name="T19" fmla="*/ 384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0" h="440">
                  <a:moveTo>
                    <a:pt x="220" y="0"/>
                  </a:moveTo>
                  <a:cubicBezTo>
                    <a:pt x="98" y="0"/>
                    <a:pt x="0" y="98"/>
                    <a:pt x="0" y="220"/>
                  </a:cubicBezTo>
                  <a:cubicBezTo>
                    <a:pt x="0" y="341"/>
                    <a:pt x="98" y="440"/>
                    <a:pt x="220" y="440"/>
                  </a:cubicBezTo>
                  <a:cubicBezTo>
                    <a:pt x="341" y="440"/>
                    <a:pt x="440" y="341"/>
                    <a:pt x="440" y="220"/>
                  </a:cubicBezTo>
                  <a:cubicBezTo>
                    <a:pt x="440" y="98"/>
                    <a:pt x="341" y="0"/>
                    <a:pt x="220" y="0"/>
                  </a:cubicBezTo>
                  <a:close/>
                  <a:moveTo>
                    <a:pt x="220" y="384"/>
                  </a:moveTo>
                  <a:cubicBezTo>
                    <a:pt x="129" y="384"/>
                    <a:pt x="55" y="311"/>
                    <a:pt x="55" y="220"/>
                  </a:cubicBezTo>
                  <a:cubicBezTo>
                    <a:pt x="55" y="129"/>
                    <a:pt x="129" y="55"/>
                    <a:pt x="220" y="55"/>
                  </a:cubicBezTo>
                  <a:cubicBezTo>
                    <a:pt x="311" y="55"/>
                    <a:pt x="385" y="129"/>
                    <a:pt x="385" y="220"/>
                  </a:cubicBezTo>
                  <a:cubicBezTo>
                    <a:pt x="385" y="311"/>
                    <a:pt x="311" y="384"/>
                    <a:pt x="220" y="38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787ECFE6-6C97-4B13-B725-1E3442272ECF}"/>
                </a:ext>
              </a:extLst>
            </p:cNvPr>
            <p:cNvSpPr>
              <a:spLocks/>
            </p:cNvSpPr>
            <p:nvPr/>
          </p:nvSpPr>
          <p:spPr bwMode="auto">
            <a:xfrm>
              <a:off x="9007475" y="4872038"/>
              <a:ext cx="1339850" cy="1508125"/>
            </a:xfrm>
            <a:custGeom>
              <a:avLst/>
              <a:gdLst>
                <a:gd name="T0" fmla="*/ 5 w 354"/>
                <a:gd name="T1" fmla="*/ 224 h 398"/>
                <a:gd name="T2" fmla="*/ 225 w 354"/>
                <a:gd name="T3" fmla="*/ 4 h 398"/>
                <a:gd name="T4" fmla="*/ 354 w 354"/>
                <a:gd name="T5" fmla="*/ 46 h 398"/>
                <a:gd name="T6" fmla="*/ 220 w 354"/>
                <a:gd name="T7" fmla="*/ 0 h 398"/>
                <a:gd name="T8" fmla="*/ 0 w 354"/>
                <a:gd name="T9" fmla="*/ 220 h 398"/>
                <a:gd name="T10" fmla="*/ 91 w 354"/>
                <a:gd name="T11" fmla="*/ 398 h 398"/>
                <a:gd name="T12" fmla="*/ 5 w 354"/>
                <a:gd name="T13" fmla="*/ 224 h 398"/>
              </a:gdLst>
              <a:ahLst/>
              <a:cxnLst>
                <a:cxn ang="0">
                  <a:pos x="T0" y="T1"/>
                </a:cxn>
                <a:cxn ang="0">
                  <a:pos x="T2" y="T3"/>
                </a:cxn>
                <a:cxn ang="0">
                  <a:pos x="T4" y="T5"/>
                </a:cxn>
                <a:cxn ang="0">
                  <a:pos x="T6" y="T7"/>
                </a:cxn>
                <a:cxn ang="0">
                  <a:pos x="T8" y="T9"/>
                </a:cxn>
                <a:cxn ang="0">
                  <a:pos x="T10" y="T11"/>
                </a:cxn>
                <a:cxn ang="0">
                  <a:pos x="T12" y="T13"/>
                </a:cxn>
              </a:cxnLst>
              <a:rect l="0" t="0" r="r" b="b"/>
              <a:pathLst>
                <a:path w="354" h="398">
                  <a:moveTo>
                    <a:pt x="5" y="224"/>
                  </a:moveTo>
                  <a:cubicBezTo>
                    <a:pt x="5" y="102"/>
                    <a:pt x="104" y="4"/>
                    <a:pt x="225" y="4"/>
                  </a:cubicBezTo>
                  <a:cubicBezTo>
                    <a:pt x="273" y="4"/>
                    <a:pt x="318" y="19"/>
                    <a:pt x="354" y="46"/>
                  </a:cubicBezTo>
                  <a:cubicBezTo>
                    <a:pt x="317" y="17"/>
                    <a:pt x="270" y="0"/>
                    <a:pt x="220" y="0"/>
                  </a:cubicBezTo>
                  <a:cubicBezTo>
                    <a:pt x="98" y="0"/>
                    <a:pt x="0" y="98"/>
                    <a:pt x="0" y="220"/>
                  </a:cubicBezTo>
                  <a:cubicBezTo>
                    <a:pt x="0" y="293"/>
                    <a:pt x="36" y="358"/>
                    <a:pt x="91" y="398"/>
                  </a:cubicBezTo>
                  <a:cubicBezTo>
                    <a:pt x="39" y="358"/>
                    <a:pt x="5" y="294"/>
                    <a:pt x="5" y="224"/>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2CD30F68-EA21-44FA-A1ED-EA31D3323A93}"/>
                </a:ext>
              </a:extLst>
            </p:cNvPr>
            <p:cNvSpPr>
              <a:spLocks/>
            </p:cNvSpPr>
            <p:nvPr/>
          </p:nvSpPr>
          <p:spPr bwMode="auto">
            <a:xfrm>
              <a:off x="9475788" y="5213351"/>
              <a:ext cx="1008063" cy="1128713"/>
            </a:xfrm>
            <a:custGeom>
              <a:avLst/>
              <a:gdLst>
                <a:gd name="T0" fmla="*/ 197 w 266"/>
                <a:gd name="T1" fmla="*/ 0 h 298"/>
                <a:gd name="T2" fmla="*/ 261 w 266"/>
                <a:gd name="T3" fmla="*/ 130 h 298"/>
                <a:gd name="T4" fmla="*/ 96 w 266"/>
                <a:gd name="T5" fmla="*/ 294 h 298"/>
                <a:gd name="T6" fmla="*/ 0 w 266"/>
                <a:gd name="T7" fmla="*/ 264 h 298"/>
                <a:gd name="T8" fmla="*/ 101 w 266"/>
                <a:gd name="T9" fmla="*/ 298 h 298"/>
                <a:gd name="T10" fmla="*/ 266 w 266"/>
                <a:gd name="T11" fmla="*/ 134 h 298"/>
                <a:gd name="T12" fmla="*/ 197 w 266"/>
                <a:gd name="T13" fmla="*/ 0 h 298"/>
              </a:gdLst>
              <a:ahLst/>
              <a:cxnLst>
                <a:cxn ang="0">
                  <a:pos x="T0" y="T1"/>
                </a:cxn>
                <a:cxn ang="0">
                  <a:pos x="T2" y="T3"/>
                </a:cxn>
                <a:cxn ang="0">
                  <a:pos x="T4" y="T5"/>
                </a:cxn>
                <a:cxn ang="0">
                  <a:pos x="T6" y="T7"/>
                </a:cxn>
                <a:cxn ang="0">
                  <a:pos x="T8" y="T9"/>
                </a:cxn>
                <a:cxn ang="0">
                  <a:pos x="T10" y="T11"/>
                </a:cxn>
                <a:cxn ang="0">
                  <a:pos x="T12" y="T13"/>
                </a:cxn>
              </a:cxnLst>
              <a:rect l="0" t="0" r="r" b="b"/>
              <a:pathLst>
                <a:path w="266" h="298">
                  <a:moveTo>
                    <a:pt x="197" y="0"/>
                  </a:moveTo>
                  <a:cubicBezTo>
                    <a:pt x="236" y="30"/>
                    <a:pt x="261" y="77"/>
                    <a:pt x="261" y="130"/>
                  </a:cubicBezTo>
                  <a:cubicBezTo>
                    <a:pt x="261" y="221"/>
                    <a:pt x="187" y="294"/>
                    <a:pt x="96" y="294"/>
                  </a:cubicBezTo>
                  <a:cubicBezTo>
                    <a:pt x="60" y="294"/>
                    <a:pt x="27" y="283"/>
                    <a:pt x="0" y="264"/>
                  </a:cubicBezTo>
                  <a:cubicBezTo>
                    <a:pt x="28" y="285"/>
                    <a:pt x="63" y="298"/>
                    <a:pt x="101" y="298"/>
                  </a:cubicBezTo>
                  <a:cubicBezTo>
                    <a:pt x="192" y="298"/>
                    <a:pt x="266" y="225"/>
                    <a:pt x="266" y="134"/>
                  </a:cubicBezTo>
                  <a:cubicBezTo>
                    <a:pt x="266" y="79"/>
                    <a:pt x="239" y="30"/>
                    <a:pt x="197" y="0"/>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2" name="01">
            <a:extLst>
              <a:ext uri="{FF2B5EF4-FFF2-40B4-BE49-F238E27FC236}">
                <a16:creationId xmlns:a16="http://schemas.microsoft.com/office/drawing/2014/main" id="{DB90082D-78FF-43D4-A261-A34B43FFA8B4}"/>
              </a:ext>
            </a:extLst>
          </p:cNvPr>
          <p:cNvSpPr>
            <a:spLocks noChangeArrowheads="1"/>
          </p:cNvSpPr>
          <p:nvPr/>
        </p:nvSpPr>
        <p:spPr bwMode="auto">
          <a:xfrm>
            <a:off x="1515789" y="2776365"/>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1"/>
                </a:solidFill>
                <a:effectLst/>
                <a:latin typeface="Open Sans" panose="020B0606030504020204" pitchFamily="34" charset="0"/>
              </a:rPr>
              <a:t>01</a:t>
            </a:r>
            <a:endParaRPr kumimoji="0" lang="ru-UA" altLang="ru-UA" sz="2800" b="0" i="0" u="none" strike="noStrike" cap="none" normalizeH="0" baseline="0">
              <a:ln>
                <a:noFill/>
              </a:ln>
              <a:solidFill>
                <a:schemeClr val="accent1"/>
              </a:solidFill>
              <a:effectLst/>
            </a:endParaRPr>
          </a:p>
        </p:txBody>
      </p:sp>
      <p:sp>
        <p:nvSpPr>
          <p:cNvPr id="63" name="Rectangle 109">
            <a:extLst>
              <a:ext uri="{FF2B5EF4-FFF2-40B4-BE49-F238E27FC236}">
                <a16:creationId xmlns:a16="http://schemas.microsoft.com/office/drawing/2014/main" id="{779E35E2-19C6-48A3-8BC6-B22D9A04E058}"/>
              </a:ext>
            </a:extLst>
          </p:cNvPr>
          <p:cNvSpPr>
            <a:spLocks noChangeArrowheads="1"/>
          </p:cNvSpPr>
          <p:nvPr/>
        </p:nvSpPr>
        <p:spPr bwMode="auto">
          <a:xfrm>
            <a:off x="3507943" y="2755569"/>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3"/>
                </a:solidFill>
                <a:effectLst/>
                <a:latin typeface="Open Sans" panose="020B0606030504020204" pitchFamily="34" charset="0"/>
              </a:rPr>
              <a:t>02</a:t>
            </a:r>
            <a:endParaRPr kumimoji="0" lang="ru-UA" altLang="ru-UA" sz="2800" b="0" i="0" u="none" strike="noStrike" cap="none" normalizeH="0" baseline="0">
              <a:ln>
                <a:noFill/>
              </a:ln>
              <a:solidFill>
                <a:schemeClr val="accent3"/>
              </a:solidFill>
              <a:effectLst/>
            </a:endParaRPr>
          </a:p>
        </p:txBody>
      </p:sp>
      <p:sp>
        <p:nvSpPr>
          <p:cNvPr id="64" name="Rectangle 110">
            <a:extLst>
              <a:ext uri="{FF2B5EF4-FFF2-40B4-BE49-F238E27FC236}">
                <a16:creationId xmlns:a16="http://schemas.microsoft.com/office/drawing/2014/main" id="{069E0F67-10E6-45C6-A44C-013A9E02C6BC}"/>
              </a:ext>
            </a:extLst>
          </p:cNvPr>
          <p:cNvSpPr>
            <a:spLocks noChangeArrowheads="1"/>
          </p:cNvSpPr>
          <p:nvPr/>
        </p:nvSpPr>
        <p:spPr bwMode="auto">
          <a:xfrm>
            <a:off x="5585345" y="2770809"/>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4"/>
                </a:solidFill>
                <a:effectLst/>
                <a:latin typeface="Open Sans" panose="020B0606030504020204" pitchFamily="34" charset="0"/>
              </a:rPr>
              <a:t>03</a:t>
            </a:r>
            <a:endParaRPr kumimoji="0" lang="ru-UA" altLang="ru-UA" sz="2800" b="0" i="0" u="none" strike="noStrike" cap="none" normalizeH="0" baseline="0">
              <a:ln>
                <a:noFill/>
              </a:ln>
              <a:solidFill>
                <a:schemeClr val="accent4"/>
              </a:solidFill>
              <a:effectLst/>
            </a:endParaRPr>
          </a:p>
        </p:txBody>
      </p:sp>
      <p:sp>
        <p:nvSpPr>
          <p:cNvPr id="65" name="Rectangle 111">
            <a:extLst>
              <a:ext uri="{FF2B5EF4-FFF2-40B4-BE49-F238E27FC236}">
                <a16:creationId xmlns:a16="http://schemas.microsoft.com/office/drawing/2014/main" id="{6CF59834-A924-40AE-BE53-FD3066D42108}"/>
              </a:ext>
            </a:extLst>
          </p:cNvPr>
          <p:cNvSpPr>
            <a:spLocks noChangeArrowheads="1"/>
          </p:cNvSpPr>
          <p:nvPr/>
        </p:nvSpPr>
        <p:spPr bwMode="auto">
          <a:xfrm>
            <a:off x="7571308" y="2763189"/>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5"/>
                </a:solidFill>
                <a:effectLst/>
                <a:latin typeface="Open Sans" panose="020B0606030504020204" pitchFamily="34" charset="0"/>
              </a:rPr>
              <a:t>04</a:t>
            </a:r>
            <a:endParaRPr kumimoji="0" lang="ru-UA" altLang="ru-UA" sz="2800" b="0" i="0" u="none" strike="noStrike" cap="none" normalizeH="0" baseline="0">
              <a:ln>
                <a:noFill/>
              </a:ln>
              <a:solidFill>
                <a:schemeClr val="accent5"/>
              </a:solidFill>
              <a:effectLst/>
            </a:endParaRPr>
          </a:p>
        </p:txBody>
      </p:sp>
      <p:sp>
        <p:nvSpPr>
          <p:cNvPr id="66" name="Rectangle 112">
            <a:extLst>
              <a:ext uri="{FF2B5EF4-FFF2-40B4-BE49-F238E27FC236}">
                <a16:creationId xmlns:a16="http://schemas.microsoft.com/office/drawing/2014/main" id="{63A4FA48-0C09-4EB0-8667-6557A8961CF6}"/>
              </a:ext>
            </a:extLst>
          </p:cNvPr>
          <p:cNvSpPr>
            <a:spLocks noChangeArrowheads="1"/>
          </p:cNvSpPr>
          <p:nvPr/>
        </p:nvSpPr>
        <p:spPr bwMode="auto">
          <a:xfrm>
            <a:off x="9630295" y="2770809"/>
            <a:ext cx="7918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400" b="1" i="0" u="none" strike="noStrike" cap="none" normalizeH="0" baseline="0">
                <a:ln>
                  <a:noFill/>
                </a:ln>
                <a:solidFill>
                  <a:schemeClr val="accent6"/>
                </a:solidFill>
                <a:effectLst/>
                <a:latin typeface="Open Sans" panose="020B0606030504020204" pitchFamily="34" charset="0"/>
              </a:rPr>
              <a:t>05</a:t>
            </a:r>
            <a:endParaRPr kumimoji="0" lang="ru-UA" altLang="ru-UA" sz="2800" b="0" i="0" u="none" strike="noStrike" cap="none" normalizeH="0" baseline="0">
              <a:ln>
                <a:noFill/>
              </a:ln>
              <a:solidFill>
                <a:schemeClr val="accent6"/>
              </a:solidFill>
              <a:effectLst/>
            </a:endParaRPr>
          </a:p>
        </p:txBody>
      </p:sp>
      <p:sp>
        <p:nvSpPr>
          <p:cNvPr id="67" name="Freeform 18">
            <a:extLst>
              <a:ext uri="{FF2B5EF4-FFF2-40B4-BE49-F238E27FC236}">
                <a16:creationId xmlns:a16="http://schemas.microsoft.com/office/drawing/2014/main" id="{A3EC2C1D-96C4-496D-84BC-1BF30E28B9AF}"/>
              </a:ext>
            </a:extLst>
          </p:cNvPr>
          <p:cNvSpPr>
            <a:spLocks noEditPoints="1"/>
          </p:cNvSpPr>
          <p:nvPr/>
        </p:nvSpPr>
        <p:spPr bwMode="auto">
          <a:xfrm>
            <a:off x="1623980" y="4516467"/>
            <a:ext cx="538163" cy="617538"/>
          </a:xfrm>
          <a:custGeom>
            <a:avLst/>
            <a:gdLst>
              <a:gd name="T0" fmla="*/ 45 w 140"/>
              <a:gd name="T1" fmla="*/ 123 h 158"/>
              <a:gd name="T2" fmla="*/ 34 w 140"/>
              <a:gd name="T3" fmla="*/ 95 h 158"/>
              <a:gd name="T4" fmla="*/ 27 w 140"/>
              <a:gd name="T5" fmla="*/ 71 h 158"/>
              <a:gd name="T6" fmla="*/ 70 w 140"/>
              <a:gd name="T7" fmla="*/ 27 h 158"/>
              <a:gd name="T8" fmla="*/ 114 w 140"/>
              <a:gd name="T9" fmla="*/ 71 h 158"/>
              <a:gd name="T10" fmla="*/ 107 w 140"/>
              <a:gd name="T11" fmla="*/ 95 h 158"/>
              <a:gd name="T12" fmla="*/ 95 w 140"/>
              <a:gd name="T13" fmla="*/ 118 h 158"/>
              <a:gd name="T14" fmla="*/ 70 w 140"/>
              <a:gd name="T15" fmla="*/ 44 h 158"/>
              <a:gd name="T16" fmla="*/ 44 w 140"/>
              <a:gd name="T17" fmla="*/ 70 h 158"/>
              <a:gd name="T18" fmla="*/ 70 w 140"/>
              <a:gd name="T19" fmla="*/ 96 h 158"/>
              <a:gd name="T20" fmla="*/ 96 w 140"/>
              <a:gd name="T21" fmla="*/ 70 h 158"/>
              <a:gd name="T22" fmla="*/ 70 w 140"/>
              <a:gd name="T23" fmla="*/ 44 h 158"/>
              <a:gd name="T24" fmla="*/ 60 w 140"/>
              <a:gd name="T25" fmla="*/ 74 h 158"/>
              <a:gd name="T26" fmla="*/ 67 w 140"/>
              <a:gd name="T27" fmla="*/ 83 h 158"/>
              <a:gd name="T28" fmla="*/ 80 w 140"/>
              <a:gd name="T29" fmla="*/ 62 h 158"/>
              <a:gd name="T30" fmla="*/ 70 w 140"/>
              <a:gd name="T31" fmla="*/ 13 h 158"/>
              <a:gd name="T32" fmla="*/ 70 w 140"/>
              <a:gd name="T33" fmla="*/ 0 h 158"/>
              <a:gd name="T34" fmla="*/ 42 w 140"/>
              <a:gd name="T35" fmla="*/ 21 h 158"/>
              <a:gd name="T36" fmla="*/ 35 w 140"/>
              <a:gd name="T37" fmla="*/ 9 h 158"/>
              <a:gd name="T38" fmla="*/ 10 w 140"/>
              <a:gd name="T39" fmla="*/ 35 h 158"/>
              <a:gd name="T40" fmla="*/ 21 w 140"/>
              <a:gd name="T41" fmla="*/ 42 h 158"/>
              <a:gd name="T42" fmla="*/ 0 w 140"/>
              <a:gd name="T43" fmla="*/ 70 h 158"/>
              <a:gd name="T44" fmla="*/ 14 w 140"/>
              <a:gd name="T45" fmla="*/ 70 h 158"/>
              <a:gd name="T46" fmla="*/ 105 w 140"/>
              <a:gd name="T47" fmla="*/ 9 h 158"/>
              <a:gd name="T48" fmla="*/ 98 w 140"/>
              <a:gd name="T49" fmla="*/ 21 h 158"/>
              <a:gd name="T50" fmla="*/ 131 w 140"/>
              <a:gd name="T51" fmla="*/ 35 h 158"/>
              <a:gd name="T52" fmla="*/ 119 w 140"/>
              <a:gd name="T53" fmla="*/ 42 h 158"/>
              <a:gd name="T54" fmla="*/ 126 w 140"/>
              <a:gd name="T55" fmla="*/ 70 h 158"/>
              <a:gd name="T56" fmla="*/ 140 w 140"/>
              <a:gd name="T57" fmla="*/ 70 h 158"/>
              <a:gd name="T58" fmla="*/ 86 w 140"/>
              <a:gd name="T59" fmla="*/ 127 h 158"/>
              <a:gd name="T60" fmla="*/ 51 w 140"/>
              <a:gd name="T61" fmla="*/ 136 h 158"/>
              <a:gd name="T62" fmla="*/ 47 w 140"/>
              <a:gd name="T63" fmla="*/ 142 h 158"/>
              <a:gd name="T64" fmla="*/ 53 w 140"/>
              <a:gd name="T65" fmla="*/ 148 h 158"/>
              <a:gd name="T66" fmla="*/ 56 w 140"/>
              <a:gd name="T67" fmla="*/ 147 h 158"/>
              <a:gd name="T68" fmla="*/ 86 w 140"/>
              <a:gd name="T69" fmla="*/ 139 h 158"/>
              <a:gd name="T70" fmla="*/ 86 w 140"/>
              <a:gd name="T71" fmla="*/ 139 h 158"/>
              <a:gd name="T72" fmla="*/ 87 w 140"/>
              <a:gd name="T73" fmla="*/ 139 h 158"/>
              <a:gd name="T74" fmla="*/ 93 w 140"/>
              <a:gd name="T75" fmla="*/ 144 h 158"/>
              <a:gd name="T76" fmla="*/ 89 w 140"/>
              <a:gd name="T77" fmla="*/ 150 h 158"/>
              <a:gd name="T78" fmla="*/ 60 w 140"/>
              <a:gd name="T7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58">
                <a:moveTo>
                  <a:pt x="45" y="123"/>
                </a:moveTo>
                <a:cubicBezTo>
                  <a:pt x="46" y="116"/>
                  <a:pt x="43" y="109"/>
                  <a:pt x="34" y="95"/>
                </a:cubicBezTo>
                <a:cubicBezTo>
                  <a:pt x="29" y="88"/>
                  <a:pt x="27" y="79"/>
                  <a:pt x="27" y="71"/>
                </a:cubicBezTo>
                <a:cubicBezTo>
                  <a:pt x="27" y="47"/>
                  <a:pt x="46" y="27"/>
                  <a:pt x="70" y="27"/>
                </a:cubicBezTo>
                <a:cubicBezTo>
                  <a:pt x="94" y="27"/>
                  <a:pt x="114" y="47"/>
                  <a:pt x="114" y="71"/>
                </a:cubicBezTo>
                <a:cubicBezTo>
                  <a:pt x="114" y="79"/>
                  <a:pt x="111" y="88"/>
                  <a:pt x="107" y="95"/>
                </a:cubicBezTo>
                <a:cubicBezTo>
                  <a:pt x="99" y="106"/>
                  <a:pt x="96" y="113"/>
                  <a:pt x="95" y="118"/>
                </a:cubicBezTo>
                <a:moveTo>
                  <a:pt x="70" y="44"/>
                </a:moveTo>
                <a:cubicBezTo>
                  <a:pt x="56" y="44"/>
                  <a:pt x="44" y="56"/>
                  <a:pt x="44" y="70"/>
                </a:cubicBezTo>
                <a:cubicBezTo>
                  <a:pt x="44" y="85"/>
                  <a:pt x="56" y="96"/>
                  <a:pt x="70" y="96"/>
                </a:cubicBezTo>
                <a:cubicBezTo>
                  <a:pt x="85" y="96"/>
                  <a:pt x="96" y="85"/>
                  <a:pt x="96" y="70"/>
                </a:cubicBezTo>
                <a:cubicBezTo>
                  <a:pt x="96" y="56"/>
                  <a:pt x="85" y="44"/>
                  <a:pt x="70" y="44"/>
                </a:cubicBezTo>
                <a:close/>
                <a:moveTo>
                  <a:pt x="60" y="74"/>
                </a:moveTo>
                <a:cubicBezTo>
                  <a:pt x="67" y="83"/>
                  <a:pt x="67" y="83"/>
                  <a:pt x="67" y="83"/>
                </a:cubicBezTo>
                <a:cubicBezTo>
                  <a:pt x="80" y="62"/>
                  <a:pt x="80" y="62"/>
                  <a:pt x="80" y="62"/>
                </a:cubicBezTo>
                <a:moveTo>
                  <a:pt x="70" y="13"/>
                </a:moveTo>
                <a:cubicBezTo>
                  <a:pt x="70" y="0"/>
                  <a:pt x="70" y="0"/>
                  <a:pt x="70" y="0"/>
                </a:cubicBezTo>
                <a:moveTo>
                  <a:pt x="42" y="21"/>
                </a:moveTo>
                <a:cubicBezTo>
                  <a:pt x="35" y="9"/>
                  <a:pt x="35" y="9"/>
                  <a:pt x="35" y="9"/>
                </a:cubicBezTo>
                <a:moveTo>
                  <a:pt x="10" y="35"/>
                </a:moveTo>
                <a:cubicBezTo>
                  <a:pt x="21" y="42"/>
                  <a:pt x="21" y="42"/>
                  <a:pt x="21" y="42"/>
                </a:cubicBezTo>
                <a:moveTo>
                  <a:pt x="0" y="70"/>
                </a:moveTo>
                <a:cubicBezTo>
                  <a:pt x="14" y="70"/>
                  <a:pt x="14" y="70"/>
                  <a:pt x="14" y="70"/>
                </a:cubicBezTo>
                <a:moveTo>
                  <a:pt x="105" y="9"/>
                </a:moveTo>
                <a:cubicBezTo>
                  <a:pt x="98" y="21"/>
                  <a:pt x="98" y="21"/>
                  <a:pt x="98" y="21"/>
                </a:cubicBezTo>
                <a:moveTo>
                  <a:pt x="131" y="35"/>
                </a:moveTo>
                <a:cubicBezTo>
                  <a:pt x="119" y="42"/>
                  <a:pt x="119" y="42"/>
                  <a:pt x="119" y="42"/>
                </a:cubicBezTo>
                <a:moveTo>
                  <a:pt x="126" y="70"/>
                </a:moveTo>
                <a:cubicBezTo>
                  <a:pt x="140" y="70"/>
                  <a:pt x="140" y="70"/>
                  <a:pt x="140" y="70"/>
                </a:cubicBezTo>
                <a:moveTo>
                  <a:pt x="86" y="127"/>
                </a:moveTo>
                <a:cubicBezTo>
                  <a:pt x="86" y="127"/>
                  <a:pt x="51" y="136"/>
                  <a:pt x="51" y="136"/>
                </a:cubicBezTo>
                <a:cubicBezTo>
                  <a:pt x="49" y="137"/>
                  <a:pt x="47" y="139"/>
                  <a:pt x="47" y="142"/>
                </a:cubicBezTo>
                <a:cubicBezTo>
                  <a:pt x="47" y="145"/>
                  <a:pt x="50" y="148"/>
                  <a:pt x="53" y="148"/>
                </a:cubicBezTo>
                <a:cubicBezTo>
                  <a:pt x="54" y="148"/>
                  <a:pt x="56" y="147"/>
                  <a:pt x="56" y="147"/>
                </a:cubicBezTo>
                <a:cubicBezTo>
                  <a:pt x="86" y="139"/>
                  <a:pt x="86" y="139"/>
                  <a:pt x="86" y="139"/>
                </a:cubicBezTo>
                <a:cubicBezTo>
                  <a:pt x="86" y="139"/>
                  <a:pt x="86" y="139"/>
                  <a:pt x="86" y="139"/>
                </a:cubicBezTo>
                <a:cubicBezTo>
                  <a:pt x="86" y="139"/>
                  <a:pt x="87" y="139"/>
                  <a:pt x="87" y="139"/>
                </a:cubicBezTo>
                <a:cubicBezTo>
                  <a:pt x="90" y="139"/>
                  <a:pt x="93" y="141"/>
                  <a:pt x="93" y="144"/>
                </a:cubicBezTo>
                <a:cubicBezTo>
                  <a:pt x="93" y="147"/>
                  <a:pt x="91" y="149"/>
                  <a:pt x="89" y="150"/>
                </a:cubicBezTo>
                <a:cubicBezTo>
                  <a:pt x="60" y="158"/>
                  <a:pt x="60" y="158"/>
                  <a:pt x="60" y="158"/>
                </a:cubicBez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68" name="Group 67">
            <a:extLst>
              <a:ext uri="{FF2B5EF4-FFF2-40B4-BE49-F238E27FC236}">
                <a16:creationId xmlns:a16="http://schemas.microsoft.com/office/drawing/2014/main" id="{DDE5D897-CBC8-4B2A-A9D8-F34B4112BE91}"/>
              </a:ext>
            </a:extLst>
          </p:cNvPr>
          <p:cNvGrpSpPr/>
          <p:nvPr/>
        </p:nvGrpSpPr>
        <p:grpSpPr>
          <a:xfrm>
            <a:off x="3717013" y="4524405"/>
            <a:ext cx="536576" cy="566738"/>
            <a:chOff x="4295775" y="4714905"/>
            <a:chExt cx="536576" cy="566738"/>
          </a:xfrm>
        </p:grpSpPr>
        <p:sp>
          <p:nvSpPr>
            <p:cNvPr id="69" name="Freeform 19">
              <a:extLst>
                <a:ext uri="{FF2B5EF4-FFF2-40B4-BE49-F238E27FC236}">
                  <a16:creationId xmlns:a16="http://schemas.microsoft.com/office/drawing/2014/main" id="{972D9E4C-B977-46F6-9F0C-C1B1913951DC}"/>
                </a:ext>
              </a:extLst>
            </p:cNvPr>
            <p:cNvSpPr>
              <a:spLocks/>
            </p:cNvSpPr>
            <p:nvPr/>
          </p:nvSpPr>
          <p:spPr bwMode="auto">
            <a:xfrm>
              <a:off x="4494213" y="4714905"/>
              <a:ext cx="338138" cy="566738"/>
            </a:xfrm>
            <a:custGeom>
              <a:avLst/>
              <a:gdLst>
                <a:gd name="T0" fmla="*/ 0 w 88"/>
                <a:gd name="T1" fmla="*/ 15 h 145"/>
                <a:gd name="T2" fmla="*/ 70 w 88"/>
                <a:gd name="T3" fmla="*/ 58 h 145"/>
                <a:gd name="T4" fmla="*/ 88 w 88"/>
                <a:gd name="T5" fmla="*/ 93 h 145"/>
                <a:gd name="T6" fmla="*/ 73 w 88"/>
                <a:gd name="T7" fmla="*/ 93 h 145"/>
                <a:gd name="T8" fmla="*/ 73 w 88"/>
                <a:gd name="T9" fmla="*/ 117 h 145"/>
                <a:gd name="T10" fmla="*/ 66 w 88"/>
                <a:gd name="T11" fmla="*/ 125 h 145"/>
                <a:gd name="T12" fmla="*/ 50 w 88"/>
                <a:gd name="T13" fmla="*/ 125 h 145"/>
                <a:gd name="T14" fmla="*/ 50 w 88"/>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5">
                  <a:moveTo>
                    <a:pt x="0" y="15"/>
                  </a:moveTo>
                  <a:cubicBezTo>
                    <a:pt x="78" y="0"/>
                    <a:pt x="70" y="58"/>
                    <a:pt x="70" y="58"/>
                  </a:cubicBezTo>
                  <a:cubicBezTo>
                    <a:pt x="88" y="93"/>
                    <a:pt x="88" y="93"/>
                    <a:pt x="88" y="93"/>
                  </a:cubicBezTo>
                  <a:cubicBezTo>
                    <a:pt x="73" y="93"/>
                    <a:pt x="73" y="93"/>
                    <a:pt x="73" y="93"/>
                  </a:cubicBezTo>
                  <a:cubicBezTo>
                    <a:pt x="73" y="117"/>
                    <a:pt x="73" y="117"/>
                    <a:pt x="73" y="117"/>
                  </a:cubicBezTo>
                  <a:cubicBezTo>
                    <a:pt x="73" y="121"/>
                    <a:pt x="70" y="125"/>
                    <a:pt x="66" y="125"/>
                  </a:cubicBezTo>
                  <a:cubicBezTo>
                    <a:pt x="50" y="125"/>
                    <a:pt x="50" y="125"/>
                    <a:pt x="50" y="125"/>
                  </a:cubicBezTo>
                  <a:cubicBezTo>
                    <a:pt x="50" y="145"/>
                    <a:pt x="50" y="145"/>
                    <a:pt x="50" y="145"/>
                  </a:cubicBez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0" name="Freeform 20">
              <a:extLst>
                <a:ext uri="{FF2B5EF4-FFF2-40B4-BE49-F238E27FC236}">
                  <a16:creationId xmlns:a16="http://schemas.microsoft.com/office/drawing/2014/main" id="{96439DDB-9E07-4592-92EB-980565253115}"/>
                </a:ext>
              </a:extLst>
            </p:cNvPr>
            <p:cNvSpPr>
              <a:spLocks/>
            </p:cNvSpPr>
            <p:nvPr/>
          </p:nvSpPr>
          <p:spPr bwMode="auto">
            <a:xfrm>
              <a:off x="4410075" y="5140355"/>
              <a:ext cx="26988" cy="141288"/>
            </a:xfrm>
            <a:custGeom>
              <a:avLst/>
              <a:gdLst>
                <a:gd name="T0" fmla="*/ 17 w 17"/>
                <a:gd name="T1" fmla="*/ 89 h 89"/>
                <a:gd name="T2" fmla="*/ 17 w 17"/>
                <a:gd name="T3" fmla="*/ 37 h 89"/>
                <a:gd name="T4" fmla="*/ 0 w 17"/>
                <a:gd name="T5" fmla="*/ 0 h 89"/>
              </a:gdLst>
              <a:ahLst/>
              <a:cxnLst>
                <a:cxn ang="0">
                  <a:pos x="T0" y="T1"/>
                </a:cxn>
                <a:cxn ang="0">
                  <a:pos x="T2" y="T3"/>
                </a:cxn>
                <a:cxn ang="0">
                  <a:pos x="T4" y="T5"/>
                </a:cxn>
              </a:cxnLst>
              <a:rect l="0" t="0" r="r" b="b"/>
              <a:pathLst>
                <a:path w="17" h="89">
                  <a:moveTo>
                    <a:pt x="17" y="89"/>
                  </a:moveTo>
                  <a:lnTo>
                    <a:pt x="17" y="37"/>
                  </a:lnTo>
                  <a:lnTo>
                    <a:pt x="0" y="0"/>
                  </a:ln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1" name="Freeform 21">
              <a:extLst>
                <a:ext uri="{FF2B5EF4-FFF2-40B4-BE49-F238E27FC236}">
                  <a16:creationId xmlns:a16="http://schemas.microsoft.com/office/drawing/2014/main" id="{6E77327C-05EE-426F-A410-93BD8E3247D2}"/>
                </a:ext>
              </a:extLst>
            </p:cNvPr>
            <p:cNvSpPr>
              <a:spLocks/>
            </p:cNvSpPr>
            <p:nvPr/>
          </p:nvSpPr>
          <p:spPr bwMode="auto">
            <a:xfrm>
              <a:off x="4295775" y="4800630"/>
              <a:ext cx="298450" cy="304800"/>
            </a:xfrm>
            <a:custGeom>
              <a:avLst/>
              <a:gdLst>
                <a:gd name="T0" fmla="*/ 78 w 78"/>
                <a:gd name="T1" fmla="*/ 44 h 78"/>
                <a:gd name="T2" fmla="*/ 78 w 78"/>
                <a:gd name="T3" fmla="*/ 34 h 78"/>
                <a:gd name="T4" fmla="*/ 67 w 78"/>
                <a:gd name="T5" fmla="*/ 30 h 78"/>
                <a:gd name="T6" fmla="*/ 65 w 78"/>
                <a:gd name="T7" fmla="*/ 26 h 78"/>
                <a:gd name="T8" fmla="*/ 70 w 78"/>
                <a:gd name="T9" fmla="*/ 15 h 78"/>
                <a:gd name="T10" fmla="*/ 63 w 78"/>
                <a:gd name="T11" fmla="*/ 8 h 78"/>
                <a:gd name="T12" fmla="*/ 52 w 78"/>
                <a:gd name="T13" fmla="*/ 13 h 78"/>
                <a:gd name="T14" fmla="*/ 48 w 78"/>
                <a:gd name="T15" fmla="*/ 11 h 78"/>
                <a:gd name="T16" fmla="*/ 44 w 78"/>
                <a:gd name="T17" fmla="*/ 0 h 78"/>
                <a:gd name="T18" fmla="*/ 34 w 78"/>
                <a:gd name="T19" fmla="*/ 0 h 78"/>
                <a:gd name="T20" fmla="*/ 30 w 78"/>
                <a:gd name="T21" fmla="*/ 11 h 78"/>
                <a:gd name="T22" fmla="*/ 26 w 78"/>
                <a:gd name="T23" fmla="*/ 13 h 78"/>
                <a:gd name="T24" fmla="*/ 15 w 78"/>
                <a:gd name="T25" fmla="*/ 8 h 78"/>
                <a:gd name="T26" fmla="*/ 8 w 78"/>
                <a:gd name="T27" fmla="*/ 15 h 78"/>
                <a:gd name="T28" fmla="*/ 13 w 78"/>
                <a:gd name="T29" fmla="*/ 26 h 78"/>
                <a:gd name="T30" fmla="*/ 11 w 78"/>
                <a:gd name="T31" fmla="*/ 30 h 78"/>
                <a:gd name="T32" fmla="*/ 0 w 78"/>
                <a:gd name="T33" fmla="*/ 34 h 78"/>
                <a:gd name="T34" fmla="*/ 0 w 78"/>
                <a:gd name="T35" fmla="*/ 44 h 78"/>
                <a:gd name="T36" fmla="*/ 11 w 78"/>
                <a:gd name="T37" fmla="*/ 48 h 78"/>
                <a:gd name="T38" fmla="*/ 13 w 78"/>
                <a:gd name="T39" fmla="*/ 52 h 78"/>
                <a:gd name="T40" fmla="*/ 8 w 78"/>
                <a:gd name="T41" fmla="*/ 63 h 78"/>
                <a:gd name="T42" fmla="*/ 15 w 78"/>
                <a:gd name="T43" fmla="*/ 70 h 78"/>
                <a:gd name="T44" fmla="*/ 26 w 78"/>
                <a:gd name="T45" fmla="*/ 65 h 78"/>
                <a:gd name="T46" fmla="*/ 30 w 78"/>
                <a:gd name="T47" fmla="*/ 67 h 78"/>
                <a:gd name="T48" fmla="*/ 34 w 78"/>
                <a:gd name="T49" fmla="*/ 78 h 78"/>
                <a:gd name="T50" fmla="*/ 44 w 78"/>
                <a:gd name="T51" fmla="*/ 78 h 78"/>
                <a:gd name="T52" fmla="*/ 48 w 78"/>
                <a:gd name="T53" fmla="*/ 67 h 78"/>
                <a:gd name="T54" fmla="*/ 52 w 78"/>
                <a:gd name="T55" fmla="*/ 65 h 78"/>
                <a:gd name="T56" fmla="*/ 63 w 78"/>
                <a:gd name="T57" fmla="*/ 70 h 78"/>
                <a:gd name="T58" fmla="*/ 70 w 78"/>
                <a:gd name="T59" fmla="*/ 63 h 78"/>
                <a:gd name="T60" fmla="*/ 65 w 78"/>
                <a:gd name="T61" fmla="*/ 52 h 78"/>
                <a:gd name="T62" fmla="*/ 67 w 78"/>
                <a:gd name="T63" fmla="*/ 48 h 78"/>
                <a:gd name="T64" fmla="*/ 78 w 78"/>
                <a:gd name="T65" fmla="*/ 4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78">
                  <a:moveTo>
                    <a:pt x="78" y="44"/>
                  </a:moveTo>
                  <a:cubicBezTo>
                    <a:pt x="78" y="34"/>
                    <a:pt x="78" y="34"/>
                    <a:pt x="78" y="34"/>
                  </a:cubicBezTo>
                  <a:cubicBezTo>
                    <a:pt x="67" y="30"/>
                    <a:pt x="67" y="30"/>
                    <a:pt x="67" y="30"/>
                  </a:cubicBezTo>
                  <a:cubicBezTo>
                    <a:pt x="66" y="28"/>
                    <a:pt x="66" y="27"/>
                    <a:pt x="65" y="26"/>
                  </a:cubicBezTo>
                  <a:cubicBezTo>
                    <a:pt x="70" y="15"/>
                    <a:pt x="70" y="15"/>
                    <a:pt x="70" y="15"/>
                  </a:cubicBezTo>
                  <a:cubicBezTo>
                    <a:pt x="63" y="8"/>
                    <a:pt x="63" y="8"/>
                    <a:pt x="63" y="8"/>
                  </a:cubicBezTo>
                  <a:cubicBezTo>
                    <a:pt x="52" y="13"/>
                    <a:pt x="52" y="13"/>
                    <a:pt x="52" y="13"/>
                  </a:cubicBezTo>
                  <a:cubicBezTo>
                    <a:pt x="51" y="12"/>
                    <a:pt x="50" y="11"/>
                    <a:pt x="48" y="11"/>
                  </a:cubicBezTo>
                  <a:cubicBezTo>
                    <a:pt x="44" y="0"/>
                    <a:pt x="44" y="0"/>
                    <a:pt x="44" y="0"/>
                  </a:cubicBezTo>
                  <a:cubicBezTo>
                    <a:pt x="34" y="0"/>
                    <a:pt x="34" y="0"/>
                    <a:pt x="34" y="0"/>
                  </a:cubicBezTo>
                  <a:cubicBezTo>
                    <a:pt x="30" y="11"/>
                    <a:pt x="30" y="11"/>
                    <a:pt x="30" y="11"/>
                  </a:cubicBezTo>
                  <a:cubicBezTo>
                    <a:pt x="28" y="11"/>
                    <a:pt x="27" y="12"/>
                    <a:pt x="26" y="13"/>
                  </a:cubicBezTo>
                  <a:cubicBezTo>
                    <a:pt x="15" y="8"/>
                    <a:pt x="15" y="8"/>
                    <a:pt x="15" y="8"/>
                  </a:cubicBezTo>
                  <a:cubicBezTo>
                    <a:pt x="8" y="15"/>
                    <a:pt x="8" y="15"/>
                    <a:pt x="8" y="15"/>
                  </a:cubicBezTo>
                  <a:cubicBezTo>
                    <a:pt x="13" y="26"/>
                    <a:pt x="13" y="26"/>
                    <a:pt x="13" y="26"/>
                  </a:cubicBezTo>
                  <a:cubicBezTo>
                    <a:pt x="12" y="27"/>
                    <a:pt x="11" y="28"/>
                    <a:pt x="11" y="30"/>
                  </a:cubicBezTo>
                  <a:cubicBezTo>
                    <a:pt x="0" y="34"/>
                    <a:pt x="0" y="34"/>
                    <a:pt x="0" y="34"/>
                  </a:cubicBezTo>
                  <a:cubicBezTo>
                    <a:pt x="0" y="44"/>
                    <a:pt x="0" y="44"/>
                    <a:pt x="0" y="44"/>
                  </a:cubicBezTo>
                  <a:cubicBezTo>
                    <a:pt x="11" y="48"/>
                    <a:pt x="11" y="48"/>
                    <a:pt x="11" y="48"/>
                  </a:cubicBezTo>
                  <a:cubicBezTo>
                    <a:pt x="11" y="49"/>
                    <a:pt x="12" y="51"/>
                    <a:pt x="13" y="52"/>
                  </a:cubicBezTo>
                  <a:cubicBezTo>
                    <a:pt x="8" y="63"/>
                    <a:pt x="8" y="63"/>
                    <a:pt x="8" y="63"/>
                  </a:cubicBezTo>
                  <a:cubicBezTo>
                    <a:pt x="15" y="70"/>
                    <a:pt x="15" y="70"/>
                    <a:pt x="15" y="70"/>
                  </a:cubicBezTo>
                  <a:cubicBezTo>
                    <a:pt x="26" y="65"/>
                    <a:pt x="26" y="65"/>
                    <a:pt x="26" y="65"/>
                  </a:cubicBezTo>
                  <a:cubicBezTo>
                    <a:pt x="27" y="66"/>
                    <a:pt x="28" y="66"/>
                    <a:pt x="30" y="67"/>
                  </a:cubicBezTo>
                  <a:cubicBezTo>
                    <a:pt x="34" y="78"/>
                    <a:pt x="34" y="78"/>
                    <a:pt x="34" y="78"/>
                  </a:cubicBezTo>
                  <a:cubicBezTo>
                    <a:pt x="44" y="78"/>
                    <a:pt x="44" y="78"/>
                    <a:pt x="44" y="78"/>
                  </a:cubicBezTo>
                  <a:cubicBezTo>
                    <a:pt x="48" y="67"/>
                    <a:pt x="48" y="67"/>
                    <a:pt x="48" y="67"/>
                  </a:cubicBezTo>
                  <a:cubicBezTo>
                    <a:pt x="50" y="66"/>
                    <a:pt x="51" y="66"/>
                    <a:pt x="52" y="65"/>
                  </a:cubicBezTo>
                  <a:cubicBezTo>
                    <a:pt x="63" y="70"/>
                    <a:pt x="63" y="70"/>
                    <a:pt x="63" y="70"/>
                  </a:cubicBezTo>
                  <a:cubicBezTo>
                    <a:pt x="70" y="63"/>
                    <a:pt x="70" y="63"/>
                    <a:pt x="70" y="63"/>
                  </a:cubicBezTo>
                  <a:cubicBezTo>
                    <a:pt x="65" y="52"/>
                    <a:pt x="65" y="52"/>
                    <a:pt x="65" y="52"/>
                  </a:cubicBezTo>
                  <a:cubicBezTo>
                    <a:pt x="66" y="51"/>
                    <a:pt x="66" y="49"/>
                    <a:pt x="67" y="48"/>
                  </a:cubicBezTo>
                  <a:lnTo>
                    <a:pt x="78" y="44"/>
                  </a:lnTo>
                  <a:close/>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 name="Oval 22">
              <a:extLst>
                <a:ext uri="{FF2B5EF4-FFF2-40B4-BE49-F238E27FC236}">
                  <a16:creationId xmlns:a16="http://schemas.microsoft.com/office/drawing/2014/main" id="{B34C496F-0CAF-4F61-A3C8-EE4F227EF43D}"/>
                </a:ext>
              </a:extLst>
            </p:cNvPr>
            <p:cNvSpPr>
              <a:spLocks noChangeArrowheads="1"/>
            </p:cNvSpPr>
            <p:nvPr/>
          </p:nvSpPr>
          <p:spPr bwMode="auto">
            <a:xfrm>
              <a:off x="4379913" y="4886355"/>
              <a:ext cx="127000" cy="130175"/>
            </a:xfrm>
            <a:prstGeom prst="ellipse">
              <a:avLst/>
            </a:pr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3" name="Line 23">
              <a:extLst>
                <a:ext uri="{FF2B5EF4-FFF2-40B4-BE49-F238E27FC236}">
                  <a16:creationId xmlns:a16="http://schemas.microsoft.com/office/drawing/2014/main" id="{B73F1624-DD17-45AD-B6B4-14C6EF0966D6}"/>
                </a:ext>
              </a:extLst>
            </p:cNvPr>
            <p:cNvSpPr>
              <a:spLocks noChangeShapeType="1"/>
            </p:cNvSpPr>
            <p:nvPr/>
          </p:nvSpPr>
          <p:spPr bwMode="auto">
            <a:xfrm>
              <a:off x="4651375" y="5203855"/>
              <a:ext cx="34925" cy="0"/>
            </a:xfrm>
            <a:prstGeom prst="line">
              <a:avLst/>
            </a:prstGeom>
            <a:noFill/>
            <a:ln w="15875" cap="rnd">
              <a:solidFill>
                <a:srgbClr val="41404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74" name="Freeform 24">
            <a:extLst>
              <a:ext uri="{FF2B5EF4-FFF2-40B4-BE49-F238E27FC236}">
                <a16:creationId xmlns:a16="http://schemas.microsoft.com/office/drawing/2014/main" id="{6E4AF537-6F90-4C89-8182-77F72B5F44D5}"/>
              </a:ext>
            </a:extLst>
          </p:cNvPr>
          <p:cNvSpPr>
            <a:spLocks noEditPoints="1"/>
          </p:cNvSpPr>
          <p:nvPr/>
        </p:nvSpPr>
        <p:spPr bwMode="auto">
          <a:xfrm>
            <a:off x="9935211" y="4575205"/>
            <a:ext cx="431800" cy="515938"/>
          </a:xfrm>
          <a:custGeom>
            <a:avLst/>
            <a:gdLst>
              <a:gd name="T0" fmla="*/ 272 w 272"/>
              <a:gd name="T1" fmla="*/ 135 h 325"/>
              <a:gd name="T2" fmla="*/ 272 w 272"/>
              <a:gd name="T3" fmla="*/ 325 h 325"/>
              <a:gd name="T4" fmla="*/ 0 w 272"/>
              <a:gd name="T5" fmla="*/ 325 h 325"/>
              <a:gd name="T6" fmla="*/ 0 w 272"/>
              <a:gd name="T7" fmla="*/ 135 h 325"/>
              <a:gd name="T8" fmla="*/ 272 w 272"/>
              <a:gd name="T9" fmla="*/ 325 h 325"/>
              <a:gd name="T10" fmla="*/ 135 w 272"/>
              <a:gd name="T11" fmla="*/ 229 h 325"/>
              <a:gd name="T12" fmla="*/ 0 w 272"/>
              <a:gd name="T13" fmla="*/ 325 h 325"/>
              <a:gd name="T14" fmla="*/ 272 w 272"/>
              <a:gd name="T15" fmla="*/ 135 h 325"/>
              <a:gd name="T16" fmla="*/ 181 w 272"/>
              <a:gd name="T17" fmla="*/ 231 h 325"/>
              <a:gd name="T18" fmla="*/ 0 w 272"/>
              <a:gd name="T19" fmla="*/ 135 h 325"/>
              <a:gd name="T20" fmla="*/ 91 w 272"/>
              <a:gd name="T21" fmla="*/ 231 h 325"/>
              <a:gd name="T22" fmla="*/ 239 w 272"/>
              <a:gd name="T23" fmla="*/ 62 h 325"/>
              <a:gd name="T24" fmla="*/ 239 w 272"/>
              <a:gd name="T25" fmla="*/ 128 h 325"/>
              <a:gd name="T26" fmla="*/ 178 w 272"/>
              <a:gd name="T27" fmla="*/ 0 h 325"/>
              <a:gd name="T28" fmla="*/ 33 w 272"/>
              <a:gd name="T29" fmla="*/ 0 h 325"/>
              <a:gd name="T30" fmla="*/ 33 w 272"/>
              <a:gd name="T31" fmla="*/ 128 h 325"/>
              <a:gd name="T32" fmla="*/ 239 w 272"/>
              <a:gd name="T33" fmla="*/ 62 h 325"/>
              <a:gd name="T34" fmla="*/ 178 w 272"/>
              <a:gd name="T35" fmla="*/ 0 h 325"/>
              <a:gd name="T36" fmla="*/ 178 w 272"/>
              <a:gd name="T37" fmla="*/ 62 h 325"/>
              <a:gd name="T38" fmla="*/ 239 w 272"/>
              <a:gd name="T39" fmla="*/ 62 h 325"/>
              <a:gd name="T40" fmla="*/ 91 w 272"/>
              <a:gd name="T41" fmla="*/ 96 h 325"/>
              <a:gd name="T42" fmla="*/ 62 w 272"/>
              <a:gd name="T43" fmla="*/ 96 h 325"/>
              <a:gd name="T44" fmla="*/ 200 w 272"/>
              <a:gd name="T45" fmla="*/ 96 h 325"/>
              <a:gd name="T46" fmla="*/ 120 w 272"/>
              <a:gd name="T47" fmla="*/ 96 h 325"/>
              <a:gd name="T48" fmla="*/ 140 w 272"/>
              <a:gd name="T49" fmla="*/ 126 h 325"/>
              <a:gd name="T50" fmla="*/ 62 w 272"/>
              <a:gd name="T51" fmla="*/ 126 h 325"/>
              <a:gd name="T52" fmla="*/ 200 w 272"/>
              <a:gd name="T53" fmla="*/ 126 h 325"/>
              <a:gd name="T54" fmla="*/ 171 w 272"/>
              <a:gd name="T55" fmla="*/ 12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2" h="325">
                <a:moveTo>
                  <a:pt x="272" y="135"/>
                </a:moveTo>
                <a:lnTo>
                  <a:pt x="272" y="325"/>
                </a:lnTo>
                <a:lnTo>
                  <a:pt x="0" y="325"/>
                </a:lnTo>
                <a:lnTo>
                  <a:pt x="0" y="135"/>
                </a:lnTo>
                <a:moveTo>
                  <a:pt x="272" y="325"/>
                </a:moveTo>
                <a:lnTo>
                  <a:pt x="135" y="229"/>
                </a:lnTo>
                <a:lnTo>
                  <a:pt x="0" y="325"/>
                </a:lnTo>
                <a:moveTo>
                  <a:pt x="272" y="135"/>
                </a:moveTo>
                <a:lnTo>
                  <a:pt x="181" y="231"/>
                </a:lnTo>
                <a:moveTo>
                  <a:pt x="0" y="135"/>
                </a:moveTo>
                <a:lnTo>
                  <a:pt x="91" y="231"/>
                </a:lnTo>
                <a:moveTo>
                  <a:pt x="239" y="62"/>
                </a:moveTo>
                <a:lnTo>
                  <a:pt x="239" y="128"/>
                </a:lnTo>
                <a:moveTo>
                  <a:pt x="178" y="0"/>
                </a:moveTo>
                <a:lnTo>
                  <a:pt x="33" y="0"/>
                </a:lnTo>
                <a:lnTo>
                  <a:pt x="33" y="128"/>
                </a:lnTo>
                <a:moveTo>
                  <a:pt x="239" y="62"/>
                </a:moveTo>
                <a:lnTo>
                  <a:pt x="178" y="0"/>
                </a:lnTo>
                <a:lnTo>
                  <a:pt x="178" y="62"/>
                </a:lnTo>
                <a:lnTo>
                  <a:pt x="239" y="62"/>
                </a:lnTo>
                <a:moveTo>
                  <a:pt x="91" y="96"/>
                </a:moveTo>
                <a:lnTo>
                  <a:pt x="62" y="96"/>
                </a:lnTo>
                <a:moveTo>
                  <a:pt x="200" y="96"/>
                </a:moveTo>
                <a:lnTo>
                  <a:pt x="120" y="96"/>
                </a:lnTo>
                <a:moveTo>
                  <a:pt x="140" y="126"/>
                </a:moveTo>
                <a:lnTo>
                  <a:pt x="62" y="126"/>
                </a:lnTo>
                <a:moveTo>
                  <a:pt x="200" y="126"/>
                </a:moveTo>
                <a:lnTo>
                  <a:pt x="171" y="126"/>
                </a:ln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5" name="Freeform 25">
            <a:extLst>
              <a:ext uri="{FF2B5EF4-FFF2-40B4-BE49-F238E27FC236}">
                <a16:creationId xmlns:a16="http://schemas.microsoft.com/office/drawing/2014/main" id="{650074D4-1ED7-4D6F-85D6-2EBD2A2D5E87}"/>
              </a:ext>
            </a:extLst>
          </p:cNvPr>
          <p:cNvSpPr>
            <a:spLocks noEditPoints="1"/>
          </p:cNvSpPr>
          <p:nvPr/>
        </p:nvSpPr>
        <p:spPr bwMode="auto">
          <a:xfrm>
            <a:off x="5755974" y="4579967"/>
            <a:ext cx="598488" cy="487363"/>
          </a:xfrm>
          <a:custGeom>
            <a:avLst/>
            <a:gdLst>
              <a:gd name="T0" fmla="*/ 156 w 156"/>
              <a:gd name="T1" fmla="*/ 125 h 125"/>
              <a:gd name="T2" fmla="*/ 0 w 156"/>
              <a:gd name="T3" fmla="*/ 125 h 125"/>
              <a:gd name="T4" fmla="*/ 38 w 156"/>
              <a:gd name="T5" fmla="*/ 91 h 125"/>
              <a:gd name="T6" fmla="*/ 17 w 156"/>
              <a:gd name="T7" fmla="*/ 91 h 125"/>
              <a:gd name="T8" fmla="*/ 17 w 156"/>
              <a:gd name="T9" fmla="*/ 125 h 125"/>
              <a:gd name="T10" fmla="*/ 38 w 156"/>
              <a:gd name="T11" fmla="*/ 125 h 125"/>
              <a:gd name="T12" fmla="*/ 38 w 156"/>
              <a:gd name="T13" fmla="*/ 91 h 125"/>
              <a:gd name="T14" fmla="*/ 72 w 156"/>
              <a:gd name="T15" fmla="*/ 58 h 125"/>
              <a:gd name="T16" fmla="*/ 51 w 156"/>
              <a:gd name="T17" fmla="*/ 58 h 125"/>
              <a:gd name="T18" fmla="*/ 51 w 156"/>
              <a:gd name="T19" fmla="*/ 125 h 125"/>
              <a:gd name="T20" fmla="*/ 72 w 156"/>
              <a:gd name="T21" fmla="*/ 125 h 125"/>
              <a:gd name="T22" fmla="*/ 72 w 156"/>
              <a:gd name="T23" fmla="*/ 58 h 125"/>
              <a:gd name="T24" fmla="*/ 105 w 156"/>
              <a:gd name="T25" fmla="*/ 73 h 125"/>
              <a:gd name="T26" fmla="*/ 84 w 156"/>
              <a:gd name="T27" fmla="*/ 73 h 125"/>
              <a:gd name="T28" fmla="*/ 84 w 156"/>
              <a:gd name="T29" fmla="*/ 125 h 125"/>
              <a:gd name="T30" fmla="*/ 105 w 156"/>
              <a:gd name="T31" fmla="*/ 125 h 125"/>
              <a:gd name="T32" fmla="*/ 105 w 156"/>
              <a:gd name="T33" fmla="*/ 73 h 125"/>
              <a:gd name="T34" fmla="*/ 139 w 156"/>
              <a:gd name="T35" fmla="*/ 39 h 125"/>
              <a:gd name="T36" fmla="*/ 118 w 156"/>
              <a:gd name="T37" fmla="*/ 39 h 125"/>
              <a:gd name="T38" fmla="*/ 118 w 156"/>
              <a:gd name="T39" fmla="*/ 125 h 125"/>
              <a:gd name="T40" fmla="*/ 139 w 156"/>
              <a:gd name="T41" fmla="*/ 125 h 125"/>
              <a:gd name="T42" fmla="*/ 139 w 156"/>
              <a:gd name="T43" fmla="*/ 39 h 125"/>
              <a:gd name="T44" fmla="*/ 28 w 156"/>
              <a:gd name="T45" fmla="*/ 54 h 125"/>
              <a:gd name="T46" fmla="*/ 22 w 156"/>
              <a:gd name="T47" fmla="*/ 61 h 125"/>
              <a:gd name="T48" fmla="*/ 28 w 156"/>
              <a:gd name="T49" fmla="*/ 67 h 125"/>
              <a:gd name="T50" fmla="*/ 34 w 156"/>
              <a:gd name="T51" fmla="*/ 61 h 125"/>
              <a:gd name="T52" fmla="*/ 28 w 156"/>
              <a:gd name="T53" fmla="*/ 54 h 125"/>
              <a:gd name="T54" fmla="*/ 61 w 156"/>
              <a:gd name="T55" fmla="*/ 22 h 125"/>
              <a:gd name="T56" fmla="*/ 55 w 156"/>
              <a:gd name="T57" fmla="*/ 29 h 125"/>
              <a:gd name="T58" fmla="*/ 61 w 156"/>
              <a:gd name="T59" fmla="*/ 35 h 125"/>
              <a:gd name="T60" fmla="*/ 67 w 156"/>
              <a:gd name="T61" fmla="*/ 29 h 125"/>
              <a:gd name="T62" fmla="*/ 61 w 156"/>
              <a:gd name="T63" fmla="*/ 22 h 125"/>
              <a:gd name="T64" fmla="*/ 95 w 156"/>
              <a:gd name="T65" fmla="*/ 39 h 125"/>
              <a:gd name="T66" fmla="*/ 89 w 156"/>
              <a:gd name="T67" fmla="*/ 45 h 125"/>
              <a:gd name="T68" fmla="*/ 95 w 156"/>
              <a:gd name="T69" fmla="*/ 51 h 125"/>
              <a:gd name="T70" fmla="*/ 101 w 156"/>
              <a:gd name="T71" fmla="*/ 45 h 125"/>
              <a:gd name="T72" fmla="*/ 95 w 156"/>
              <a:gd name="T73" fmla="*/ 39 h 125"/>
              <a:gd name="T74" fmla="*/ 128 w 156"/>
              <a:gd name="T75" fmla="*/ 0 h 125"/>
              <a:gd name="T76" fmla="*/ 122 w 156"/>
              <a:gd name="T77" fmla="*/ 6 h 125"/>
              <a:gd name="T78" fmla="*/ 128 w 156"/>
              <a:gd name="T79" fmla="*/ 13 h 125"/>
              <a:gd name="T80" fmla="*/ 134 w 156"/>
              <a:gd name="T81" fmla="*/ 6 h 125"/>
              <a:gd name="T82" fmla="*/ 128 w 156"/>
              <a:gd name="T83" fmla="*/ 0 h 125"/>
              <a:gd name="T84" fmla="*/ 99 w 156"/>
              <a:gd name="T85" fmla="*/ 40 h 125"/>
              <a:gd name="T86" fmla="*/ 124 w 156"/>
              <a:gd name="T87" fmla="*/ 11 h 125"/>
              <a:gd name="T88" fmla="*/ 67 w 156"/>
              <a:gd name="T89" fmla="*/ 31 h 125"/>
              <a:gd name="T90" fmla="*/ 89 w 156"/>
              <a:gd name="T91" fmla="*/ 42 h 125"/>
              <a:gd name="T92" fmla="*/ 57 w 156"/>
              <a:gd name="T93" fmla="*/ 33 h 125"/>
              <a:gd name="T94" fmla="*/ 32 w 156"/>
              <a:gd name="T95" fmla="*/ 5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6" h="125">
                <a:moveTo>
                  <a:pt x="156" y="125"/>
                </a:moveTo>
                <a:cubicBezTo>
                  <a:pt x="0" y="125"/>
                  <a:pt x="0" y="125"/>
                  <a:pt x="0" y="125"/>
                </a:cubicBezTo>
                <a:moveTo>
                  <a:pt x="38" y="91"/>
                </a:moveTo>
                <a:cubicBezTo>
                  <a:pt x="17" y="91"/>
                  <a:pt x="17" y="91"/>
                  <a:pt x="17" y="91"/>
                </a:cubicBezTo>
                <a:cubicBezTo>
                  <a:pt x="17" y="125"/>
                  <a:pt x="17" y="125"/>
                  <a:pt x="17" y="125"/>
                </a:cubicBezTo>
                <a:cubicBezTo>
                  <a:pt x="38" y="125"/>
                  <a:pt x="38" y="125"/>
                  <a:pt x="38" y="125"/>
                </a:cubicBezTo>
                <a:lnTo>
                  <a:pt x="38" y="91"/>
                </a:lnTo>
                <a:close/>
                <a:moveTo>
                  <a:pt x="72" y="58"/>
                </a:moveTo>
                <a:cubicBezTo>
                  <a:pt x="51" y="58"/>
                  <a:pt x="51" y="58"/>
                  <a:pt x="51" y="58"/>
                </a:cubicBezTo>
                <a:cubicBezTo>
                  <a:pt x="51" y="125"/>
                  <a:pt x="51" y="125"/>
                  <a:pt x="51" y="125"/>
                </a:cubicBezTo>
                <a:cubicBezTo>
                  <a:pt x="72" y="125"/>
                  <a:pt x="72" y="125"/>
                  <a:pt x="72" y="125"/>
                </a:cubicBezTo>
                <a:lnTo>
                  <a:pt x="72" y="58"/>
                </a:lnTo>
                <a:close/>
                <a:moveTo>
                  <a:pt x="105" y="73"/>
                </a:moveTo>
                <a:cubicBezTo>
                  <a:pt x="84" y="73"/>
                  <a:pt x="84" y="73"/>
                  <a:pt x="84" y="73"/>
                </a:cubicBezTo>
                <a:cubicBezTo>
                  <a:pt x="84" y="125"/>
                  <a:pt x="84" y="125"/>
                  <a:pt x="84" y="125"/>
                </a:cubicBezTo>
                <a:cubicBezTo>
                  <a:pt x="105" y="125"/>
                  <a:pt x="105" y="125"/>
                  <a:pt x="105" y="125"/>
                </a:cubicBezTo>
                <a:lnTo>
                  <a:pt x="105" y="73"/>
                </a:lnTo>
                <a:close/>
                <a:moveTo>
                  <a:pt x="139" y="39"/>
                </a:moveTo>
                <a:cubicBezTo>
                  <a:pt x="118" y="39"/>
                  <a:pt x="118" y="39"/>
                  <a:pt x="118" y="39"/>
                </a:cubicBezTo>
                <a:cubicBezTo>
                  <a:pt x="118" y="125"/>
                  <a:pt x="118" y="125"/>
                  <a:pt x="118" y="125"/>
                </a:cubicBezTo>
                <a:cubicBezTo>
                  <a:pt x="139" y="125"/>
                  <a:pt x="139" y="125"/>
                  <a:pt x="139" y="125"/>
                </a:cubicBezTo>
                <a:lnTo>
                  <a:pt x="139" y="39"/>
                </a:lnTo>
                <a:close/>
                <a:moveTo>
                  <a:pt x="28" y="54"/>
                </a:moveTo>
                <a:cubicBezTo>
                  <a:pt x="24" y="54"/>
                  <a:pt x="22" y="57"/>
                  <a:pt x="22" y="61"/>
                </a:cubicBezTo>
                <a:cubicBezTo>
                  <a:pt x="22" y="64"/>
                  <a:pt x="24" y="67"/>
                  <a:pt x="28" y="67"/>
                </a:cubicBezTo>
                <a:cubicBezTo>
                  <a:pt x="31" y="67"/>
                  <a:pt x="34" y="64"/>
                  <a:pt x="34" y="61"/>
                </a:cubicBezTo>
                <a:cubicBezTo>
                  <a:pt x="34" y="57"/>
                  <a:pt x="31" y="54"/>
                  <a:pt x="28" y="54"/>
                </a:cubicBezTo>
                <a:close/>
                <a:moveTo>
                  <a:pt x="61" y="22"/>
                </a:moveTo>
                <a:cubicBezTo>
                  <a:pt x="58" y="22"/>
                  <a:pt x="55" y="25"/>
                  <a:pt x="55" y="29"/>
                </a:cubicBezTo>
                <a:cubicBezTo>
                  <a:pt x="55" y="32"/>
                  <a:pt x="58" y="35"/>
                  <a:pt x="61" y="35"/>
                </a:cubicBezTo>
                <a:cubicBezTo>
                  <a:pt x="65" y="35"/>
                  <a:pt x="67" y="32"/>
                  <a:pt x="67" y="29"/>
                </a:cubicBezTo>
                <a:cubicBezTo>
                  <a:pt x="67" y="25"/>
                  <a:pt x="65" y="22"/>
                  <a:pt x="61" y="22"/>
                </a:cubicBezTo>
                <a:close/>
                <a:moveTo>
                  <a:pt x="95" y="39"/>
                </a:moveTo>
                <a:cubicBezTo>
                  <a:pt x="91" y="39"/>
                  <a:pt x="89" y="41"/>
                  <a:pt x="89" y="45"/>
                </a:cubicBezTo>
                <a:cubicBezTo>
                  <a:pt x="89" y="48"/>
                  <a:pt x="91" y="51"/>
                  <a:pt x="95" y="51"/>
                </a:cubicBezTo>
                <a:cubicBezTo>
                  <a:pt x="98" y="51"/>
                  <a:pt x="101" y="48"/>
                  <a:pt x="101" y="45"/>
                </a:cubicBezTo>
                <a:cubicBezTo>
                  <a:pt x="101" y="41"/>
                  <a:pt x="98" y="39"/>
                  <a:pt x="95" y="39"/>
                </a:cubicBezTo>
                <a:close/>
                <a:moveTo>
                  <a:pt x="128" y="0"/>
                </a:moveTo>
                <a:cubicBezTo>
                  <a:pt x="125" y="0"/>
                  <a:pt x="122" y="3"/>
                  <a:pt x="122" y="6"/>
                </a:cubicBezTo>
                <a:cubicBezTo>
                  <a:pt x="122" y="10"/>
                  <a:pt x="125" y="13"/>
                  <a:pt x="128" y="13"/>
                </a:cubicBezTo>
                <a:cubicBezTo>
                  <a:pt x="132" y="13"/>
                  <a:pt x="134" y="10"/>
                  <a:pt x="134" y="6"/>
                </a:cubicBezTo>
                <a:cubicBezTo>
                  <a:pt x="134" y="3"/>
                  <a:pt x="132" y="0"/>
                  <a:pt x="128" y="0"/>
                </a:cubicBezTo>
                <a:close/>
                <a:moveTo>
                  <a:pt x="99" y="40"/>
                </a:moveTo>
                <a:cubicBezTo>
                  <a:pt x="124" y="11"/>
                  <a:pt x="124" y="11"/>
                  <a:pt x="124" y="11"/>
                </a:cubicBezTo>
                <a:moveTo>
                  <a:pt x="67" y="31"/>
                </a:moveTo>
                <a:cubicBezTo>
                  <a:pt x="89" y="42"/>
                  <a:pt x="89" y="42"/>
                  <a:pt x="89" y="42"/>
                </a:cubicBezTo>
                <a:moveTo>
                  <a:pt x="57" y="33"/>
                </a:moveTo>
                <a:cubicBezTo>
                  <a:pt x="32" y="56"/>
                  <a:pt x="32" y="56"/>
                  <a:pt x="32" y="56"/>
                </a:cubicBez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6" name="Freeform 26">
            <a:extLst>
              <a:ext uri="{FF2B5EF4-FFF2-40B4-BE49-F238E27FC236}">
                <a16:creationId xmlns:a16="http://schemas.microsoft.com/office/drawing/2014/main" id="{3A9AAF1F-91EA-4E7C-9CFC-C00CF97B5C7C}"/>
              </a:ext>
            </a:extLst>
          </p:cNvPr>
          <p:cNvSpPr>
            <a:spLocks noEditPoints="1"/>
          </p:cNvSpPr>
          <p:nvPr/>
        </p:nvSpPr>
        <p:spPr bwMode="auto">
          <a:xfrm>
            <a:off x="7652471" y="4618067"/>
            <a:ext cx="787400" cy="449263"/>
          </a:xfrm>
          <a:custGeom>
            <a:avLst/>
            <a:gdLst>
              <a:gd name="T0" fmla="*/ 48 w 205"/>
              <a:gd name="T1" fmla="*/ 94 h 115"/>
              <a:gd name="T2" fmla="*/ 48 w 205"/>
              <a:gd name="T3" fmla="*/ 85 h 115"/>
              <a:gd name="T4" fmla="*/ 59 w 205"/>
              <a:gd name="T5" fmla="*/ 74 h 115"/>
              <a:gd name="T6" fmla="*/ 66 w 205"/>
              <a:gd name="T7" fmla="*/ 80 h 115"/>
              <a:gd name="T8" fmla="*/ 57 w 205"/>
              <a:gd name="T9" fmla="*/ 93 h 115"/>
              <a:gd name="T10" fmla="*/ 124 w 205"/>
              <a:gd name="T11" fmla="*/ 83 h 115"/>
              <a:gd name="T12" fmla="*/ 149 w 205"/>
              <a:gd name="T13" fmla="*/ 94 h 115"/>
              <a:gd name="T14" fmla="*/ 150 w 205"/>
              <a:gd name="T15" fmla="*/ 83 h 115"/>
              <a:gd name="T16" fmla="*/ 125 w 205"/>
              <a:gd name="T17" fmla="*/ 102 h 115"/>
              <a:gd name="T18" fmla="*/ 137 w 205"/>
              <a:gd name="T19" fmla="*/ 103 h 115"/>
              <a:gd name="T20" fmla="*/ 139 w 205"/>
              <a:gd name="T21" fmla="*/ 94 h 115"/>
              <a:gd name="T22" fmla="*/ 111 w 205"/>
              <a:gd name="T23" fmla="*/ 110 h 115"/>
              <a:gd name="T24" fmla="*/ 123 w 205"/>
              <a:gd name="T25" fmla="*/ 111 h 115"/>
              <a:gd name="T26" fmla="*/ 125 w 205"/>
              <a:gd name="T27" fmla="*/ 102 h 115"/>
              <a:gd name="T28" fmla="*/ 96 w 205"/>
              <a:gd name="T29" fmla="*/ 113 h 115"/>
              <a:gd name="T30" fmla="*/ 109 w 205"/>
              <a:gd name="T31" fmla="*/ 112 h 115"/>
              <a:gd name="T32" fmla="*/ 65 w 205"/>
              <a:gd name="T33" fmla="*/ 103 h 115"/>
              <a:gd name="T34" fmla="*/ 79 w 205"/>
              <a:gd name="T35" fmla="*/ 78 h 115"/>
              <a:gd name="T36" fmla="*/ 70 w 205"/>
              <a:gd name="T37" fmla="*/ 79 h 115"/>
              <a:gd name="T38" fmla="*/ 56 w 205"/>
              <a:gd name="T39" fmla="*/ 103 h 115"/>
              <a:gd name="T40" fmla="*/ 65 w 205"/>
              <a:gd name="T41" fmla="*/ 103 h 115"/>
              <a:gd name="T42" fmla="*/ 90 w 205"/>
              <a:gd name="T43" fmla="*/ 94 h 115"/>
              <a:gd name="T44" fmla="*/ 84 w 205"/>
              <a:gd name="T45" fmla="*/ 84 h 115"/>
              <a:gd name="T46" fmla="*/ 68 w 205"/>
              <a:gd name="T47" fmla="*/ 100 h 115"/>
              <a:gd name="T48" fmla="*/ 73 w 205"/>
              <a:gd name="T49" fmla="*/ 110 h 115"/>
              <a:gd name="T50" fmla="*/ 94 w 205"/>
              <a:gd name="T51" fmla="*/ 107 h 115"/>
              <a:gd name="T52" fmla="*/ 96 w 205"/>
              <a:gd name="T53" fmla="*/ 96 h 115"/>
              <a:gd name="T54" fmla="*/ 87 w 205"/>
              <a:gd name="T55" fmla="*/ 96 h 115"/>
              <a:gd name="T56" fmla="*/ 80 w 205"/>
              <a:gd name="T57" fmla="*/ 113 h 115"/>
              <a:gd name="T58" fmla="*/ 89 w 205"/>
              <a:gd name="T59" fmla="*/ 113 h 115"/>
              <a:gd name="T60" fmla="*/ 176 w 205"/>
              <a:gd name="T61" fmla="*/ 0 h 115"/>
              <a:gd name="T62" fmla="*/ 172 w 205"/>
              <a:gd name="T63" fmla="*/ 72 h 115"/>
              <a:gd name="T64" fmla="*/ 145 w 205"/>
              <a:gd name="T65" fmla="*/ 26 h 115"/>
              <a:gd name="T66" fmla="*/ 101 w 205"/>
              <a:gd name="T67" fmla="*/ 30 h 115"/>
              <a:gd name="T68" fmla="*/ 98 w 205"/>
              <a:gd name="T69" fmla="*/ 31 h 115"/>
              <a:gd name="T70" fmla="*/ 75 w 205"/>
              <a:gd name="T71" fmla="*/ 60 h 115"/>
              <a:gd name="T72" fmla="*/ 111 w 205"/>
              <a:gd name="T73" fmla="*/ 53 h 115"/>
              <a:gd name="T74" fmla="*/ 168 w 205"/>
              <a:gd name="T75" fmla="*/ 66 h 115"/>
              <a:gd name="T76" fmla="*/ 157 w 205"/>
              <a:gd name="T77" fmla="*/ 76 h 115"/>
              <a:gd name="T78" fmla="*/ 52 w 205"/>
              <a:gd name="T79" fmla="*/ 82 h 115"/>
              <a:gd name="T80" fmla="*/ 0 w 205"/>
              <a:gd name="T81" fmla="*/ 52 h 115"/>
              <a:gd name="T82" fmla="*/ 71 w 205"/>
              <a:gd name="T83" fmla="*/ 24 h 115"/>
              <a:gd name="T84" fmla="*/ 33 w 205"/>
              <a:gd name="T85" fmla="*/ 72 h 115"/>
              <a:gd name="T86" fmla="*/ 88 w 205"/>
              <a:gd name="T87" fmla="*/ 3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5" h="115">
                <a:moveTo>
                  <a:pt x="53" y="95"/>
                </a:moveTo>
                <a:cubicBezTo>
                  <a:pt x="51" y="96"/>
                  <a:pt x="50" y="95"/>
                  <a:pt x="48" y="94"/>
                </a:cubicBezTo>
                <a:cubicBezTo>
                  <a:pt x="47" y="93"/>
                  <a:pt x="46" y="91"/>
                  <a:pt x="46" y="90"/>
                </a:cubicBezTo>
                <a:cubicBezTo>
                  <a:pt x="46" y="88"/>
                  <a:pt x="47" y="86"/>
                  <a:pt x="48" y="85"/>
                </a:cubicBezTo>
                <a:cubicBezTo>
                  <a:pt x="56" y="76"/>
                  <a:pt x="56" y="76"/>
                  <a:pt x="56" y="76"/>
                </a:cubicBezTo>
                <a:cubicBezTo>
                  <a:pt x="57" y="75"/>
                  <a:pt x="58" y="75"/>
                  <a:pt x="59" y="74"/>
                </a:cubicBezTo>
                <a:cubicBezTo>
                  <a:pt x="61" y="74"/>
                  <a:pt x="63" y="75"/>
                  <a:pt x="64" y="76"/>
                </a:cubicBezTo>
                <a:cubicBezTo>
                  <a:pt x="66" y="77"/>
                  <a:pt x="66" y="79"/>
                  <a:pt x="66" y="80"/>
                </a:cubicBezTo>
                <a:cubicBezTo>
                  <a:pt x="67" y="82"/>
                  <a:pt x="66" y="83"/>
                  <a:pt x="65" y="85"/>
                </a:cubicBezTo>
                <a:cubicBezTo>
                  <a:pt x="57" y="93"/>
                  <a:pt x="57" y="93"/>
                  <a:pt x="57" y="93"/>
                </a:cubicBezTo>
                <a:cubicBezTo>
                  <a:pt x="56" y="95"/>
                  <a:pt x="55" y="95"/>
                  <a:pt x="53" y="95"/>
                </a:cubicBezTo>
                <a:close/>
                <a:moveTo>
                  <a:pt x="124" y="83"/>
                </a:moveTo>
                <a:cubicBezTo>
                  <a:pt x="124" y="83"/>
                  <a:pt x="139" y="96"/>
                  <a:pt x="143" y="96"/>
                </a:cubicBezTo>
                <a:cubicBezTo>
                  <a:pt x="146" y="97"/>
                  <a:pt x="148" y="96"/>
                  <a:pt x="149" y="94"/>
                </a:cubicBezTo>
                <a:cubicBezTo>
                  <a:pt x="151" y="93"/>
                  <a:pt x="152" y="90"/>
                  <a:pt x="152" y="88"/>
                </a:cubicBezTo>
                <a:cubicBezTo>
                  <a:pt x="152" y="86"/>
                  <a:pt x="151" y="85"/>
                  <a:pt x="150" y="83"/>
                </a:cubicBezTo>
                <a:moveTo>
                  <a:pt x="112" y="91"/>
                </a:moveTo>
                <a:cubicBezTo>
                  <a:pt x="125" y="102"/>
                  <a:pt x="125" y="102"/>
                  <a:pt x="125" y="102"/>
                </a:cubicBezTo>
                <a:cubicBezTo>
                  <a:pt x="127" y="104"/>
                  <a:pt x="129" y="105"/>
                  <a:pt x="131" y="105"/>
                </a:cubicBezTo>
                <a:cubicBezTo>
                  <a:pt x="133" y="105"/>
                  <a:pt x="135" y="104"/>
                  <a:pt x="137" y="103"/>
                </a:cubicBezTo>
                <a:cubicBezTo>
                  <a:pt x="138" y="101"/>
                  <a:pt x="139" y="99"/>
                  <a:pt x="139" y="97"/>
                </a:cubicBezTo>
                <a:cubicBezTo>
                  <a:pt x="139" y="96"/>
                  <a:pt x="139" y="95"/>
                  <a:pt x="139" y="94"/>
                </a:cubicBezTo>
                <a:moveTo>
                  <a:pt x="105" y="105"/>
                </a:moveTo>
                <a:cubicBezTo>
                  <a:pt x="111" y="110"/>
                  <a:pt x="111" y="110"/>
                  <a:pt x="111" y="110"/>
                </a:cubicBezTo>
                <a:cubicBezTo>
                  <a:pt x="113" y="112"/>
                  <a:pt x="115" y="113"/>
                  <a:pt x="117" y="113"/>
                </a:cubicBezTo>
                <a:cubicBezTo>
                  <a:pt x="119" y="113"/>
                  <a:pt x="121" y="113"/>
                  <a:pt x="123" y="111"/>
                </a:cubicBezTo>
                <a:cubicBezTo>
                  <a:pt x="125" y="109"/>
                  <a:pt x="126" y="107"/>
                  <a:pt x="126" y="105"/>
                </a:cubicBezTo>
                <a:cubicBezTo>
                  <a:pt x="126" y="104"/>
                  <a:pt x="125" y="103"/>
                  <a:pt x="125" y="102"/>
                </a:cubicBezTo>
                <a:moveTo>
                  <a:pt x="91" y="110"/>
                </a:moveTo>
                <a:cubicBezTo>
                  <a:pt x="96" y="113"/>
                  <a:pt x="96" y="113"/>
                  <a:pt x="96" y="113"/>
                </a:cubicBezTo>
                <a:cubicBezTo>
                  <a:pt x="97" y="113"/>
                  <a:pt x="100" y="114"/>
                  <a:pt x="103" y="114"/>
                </a:cubicBezTo>
                <a:cubicBezTo>
                  <a:pt x="105" y="113"/>
                  <a:pt x="107" y="113"/>
                  <a:pt x="109" y="112"/>
                </a:cubicBezTo>
                <a:cubicBezTo>
                  <a:pt x="110" y="111"/>
                  <a:pt x="110" y="110"/>
                  <a:pt x="111" y="110"/>
                </a:cubicBezTo>
                <a:moveTo>
                  <a:pt x="65" y="103"/>
                </a:moveTo>
                <a:cubicBezTo>
                  <a:pt x="79" y="87"/>
                  <a:pt x="79" y="87"/>
                  <a:pt x="79" y="87"/>
                </a:cubicBezTo>
                <a:cubicBezTo>
                  <a:pt x="81" y="85"/>
                  <a:pt x="81" y="81"/>
                  <a:pt x="79" y="78"/>
                </a:cubicBezTo>
                <a:cubicBezTo>
                  <a:pt x="77" y="77"/>
                  <a:pt x="75" y="77"/>
                  <a:pt x="74" y="77"/>
                </a:cubicBezTo>
                <a:cubicBezTo>
                  <a:pt x="72" y="77"/>
                  <a:pt x="71" y="78"/>
                  <a:pt x="70" y="79"/>
                </a:cubicBezTo>
                <a:cubicBezTo>
                  <a:pt x="56" y="94"/>
                  <a:pt x="56" y="94"/>
                  <a:pt x="56" y="94"/>
                </a:cubicBezTo>
                <a:cubicBezTo>
                  <a:pt x="54" y="97"/>
                  <a:pt x="54" y="101"/>
                  <a:pt x="56" y="103"/>
                </a:cubicBezTo>
                <a:cubicBezTo>
                  <a:pt x="58" y="104"/>
                  <a:pt x="60" y="105"/>
                  <a:pt x="61" y="105"/>
                </a:cubicBezTo>
                <a:cubicBezTo>
                  <a:pt x="63" y="104"/>
                  <a:pt x="64" y="104"/>
                  <a:pt x="65" y="103"/>
                </a:cubicBezTo>
                <a:close/>
                <a:moveTo>
                  <a:pt x="77" y="108"/>
                </a:moveTo>
                <a:cubicBezTo>
                  <a:pt x="90" y="94"/>
                  <a:pt x="90" y="94"/>
                  <a:pt x="90" y="94"/>
                </a:cubicBezTo>
                <a:cubicBezTo>
                  <a:pt x="92" y="91"/>
                  <a:pt x="92" y="87"/>
                  <a:pt x="89" y="85"/>
                </a:cubicBezTo>
                <a:cubicBezTo>
                  <a:pt x="88" y="84"/>
                  <a:pt x="86" y="83"/>
                  <a:pt x="84" y="84"/>
                </a:cubicBezTo>
                <a:cubicBezTo>
                  <a:pt x="83" y="84"/>
                  <a:pt x="81" y="85"/>
                  <a:pt x="81" y="86"/>
                </a:cubicBezTo>
                <a:cubicBezTo>
                  <a:pt x="68" y="100"/>
                  <a:pt x="68" y="100"/>
                  <a:pt x="68" y="100"/>
                </a:cubicBezTo>
                <a:cubicBezTo>
                  <a:pt x="65" y="102"/>
                  <a:pt x="66" y="106"/>
                  <a:pt x="68" y="109"/>
                </a:cubicBezTo>
                <a:cubicBezTo>
                  <a:pt x="69" y="110"/>
                  <a:pt x="71" y="110"/>
                  <a:pt x="73" y="110"/>
                </a:cubicBezTo>
                <a:cubicBezTo>
                  <a:pt x="74" y="110"/>
                  <a:pt x="76" y="109"/>
                  <a:pt x="77" y="108"/>
                </a:cubicBezTo>
                <a:close/>
                <a:moveTo>
                  <a:pt x="94" y="107"/>
                </a:moveTo>
                <a:cubicBezTo>
                  <a:pt x="96" y="105"/>
                  <a:pt x="96" y="105"/>
                  <a:pt x="96" y="105"/>
                </a:cubicBezTo>
                <a:cubicBezTo>
                  <a:pt x="98" y="102"/>
                  <a:pt x="98" y="98"/>
                  <a:pt x="96" y="96"/>
                </a:cubicBezTo>
                <a:cubicBezTo>
                  <a:pt x="94" y="95"/>
                  <a:pt x="93" y="94"/>
                  <a:pt x="91" y="95"/>
                </a:cubicBezTo>
                <a:cubicBezTo>
                  <a:pt x="89" y="95"/>
                  <a:pt x="88" y="95"/>
                  <a:pt x="87" y="96"/>
                </a:cubicBezTo>
                <a:cubicBezTo>
                  <a:pt x="80" y="105"/>
                  <a:pt x="80" y="105"/>
                  <a:pt x="80" y="105"/>
                </a:cubicBezTo>
                <a:cubicBezTo>
                  <a:pt x="77" y="107"/>
                  <a:pt x="78" y="111"/>
                  <a:pt x="80" y="113"/>
                </a:cubicBezTo>
                <a:cubicBezTo>
                  <a:pt x="81" y="115"/>
                  <a:pt x="83" y="115"/>
                  <a:pt x="85" y="115"/>
                </a:cubicBezTo>
                <a:cubicBezTo>
                  <a:pt x="87" y="115"/>
                  <a:pt x="88" y="114"/>
                  <a:pt x="89" y="113"/>
                </a:cubicBezTo>
                <a:lnTo>
                  <a:pt x="94" y="107"/>
                </a:lnTo>
                <a:close/>
                <a:moveTo>
                  <a:pt x="176" y="0"/>
                </a:moveTo>
                <a:cubicBezTo>
                  <a:pt x="163" y="7"/>
                  <a:pt x="144" y="17"/>
                  <a:pt x="141" y="19"/>
                </a:cubicBezTo>
                <a:cubicBezTo>
                  <a:pt x="143" y="23"/>
                  <a:pt x="172" y="72"/>
                  <a:pt x="172" y="72"/>
                </a:cubicBezTo>
                <a:cubicBezTo>
                  <a:pt x="205" y="55"/>
                  <a:pt x="205" y="55"/>
                  <a:pt x="205" y="55"/>
                </a:cubicBezTo>
                <a:moveTo>
                  <a:pt x="145" y="26"/>
                </a:moveTo>
                <a:cubicBezTo>
                  <a:pt x="129" y="20"/>
                  <a:pt x="120" y="30"/>
                  <a:pt x="111" y="30"/>
                </a:cubicBezTo>
                <a:cubicBezTo>
                  <a:pt x="106" y="30"/>
                  <a:pt x="103" y="30"/>
                  <a:pt x="101" y="30"/>
                </a:cubicBezTo>
                <a:cubicBezTo>
                  <a:pt x="101" y="30"/>
                  <a:pt x="101" y="30"/>
                  <a:pt x="101" y="30"/>
                </a:cubicBezTo>
                <a:cubicBezTo>
                  <a:pt x="100" y="30"/>
                  <a:pt x="99" y="30"/>
                  <a:pt x="98" y="31"/>
                </a:cubicBezTo>
                <a:cubicBezTo>
                  <a:pt x="70" y="45"/>
                  <a:pt x="70" y="45"/>
                  <a:pt x="70" y="45"/>
                </a:cubicBezTo>
                <a:cubicBezTo>
                  <a:pt x="58" y="51"/>
                  <a:pt x="70" y="61"/>
                  <a:pt x="75" y="60"/>
                </a:cubicBezTo>
                <a:cubicBezTo>
                  <a:pt x="79" y="59"/>
                  <a:pt x="90" y="55"/>
                  <a:pt x="97" y="52"/>
                </a:cubicBezTo>
                <a:cubicBezTo>
                  <a:pt x="102" y="50"/>
                  <a:pt x="107" y="50"/>
                  <a:pt x="111" y="53"/>
                </a:cubicBezTo>
                <a:cubicBezTo>
                  <a:pt x="123" y="62"/>
                  <a:pt x="148" y="81"/>
                  <a:pt x="150" y="83"/>
                </a:cubicBezTo>
                <a:moveTo>
                  <a:pt x="168" y="66"/>
                </a:moveTo>
                <a:cubicBezTo>
                  <a:pt x="166" y="67"/>
                  <a:pt x="161" y="71"/>
                  <a:pt x="159" y="72"/>
                </a:cubicBezTo>
                <a:cubicBezTo>
                  <a:pt x="158" y="73"/>
                  <a:pt x="158" y="74"/>
                  <a:pt x="157" y="76"/>
                </a:cubicBezTo>
                <a:cubicBezTo>
                  <a:pt x="155" y="79"/>
                  <a:pt x="152" y="82"/>
                  <a:pt x="150" y="83"/>
                </a:cubicBezTo>
                <a:moveTo>
                  <a:pt x="52" y="82"/>
                </a:moveTo>
                <a:cubicBezTo>
                  <a:pt x="52" y="82"/>
                  <a:pt x="52" y="82"/>
                  <a:pt x="52" y="82"/>
                </a:cubicBezTo>
                <a:moveTo>
                  <a:pt x="0" y="52"/>
                </a:moveTo>
                <a:cubicBezTo>
                  <a:pt x="30" y="76"/>
                  <a:pt x="30" y="76"/>
                  <a:pt x="30" y="76"/>
                </a:cubicBezTo>
                <a:cubicBezTo>
                  <a:pt x="71" y="24"/>
                  <a:pt x="71" y="24"/>
                  <a:pt x="71" y="24"/>
                </a:cubicBezTo>
                <a:cubicBezTo>
                  <a:pt x="42" y="0"/>
                  <a:pt x="42" y="0"/>
                  <a:pt x="42" y="0"/>
                </a:cubicBezTo>
                <a:moveTo>
                  <a:pt x="33" y="72"/>
                </a:moveTo>
                <a:cubicBezTo>
                  <a:pt x="41" y="79"/>
                  <a:pt x="49" y="84"/>
                  <a:pt x="49" y="84"/>
                </a:cubicBezTo>
                <a:moveTo>
                  <a:pt x="88" y="36"/>
                </a:moveTo>
                <a:cubicBezTo>
                  <a:pt x="84" y="34"/>
                  <a:pt x="75" y="30"/>
                  <a:pt x="68" y="28"/>
                </a:cubicBez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7" name="Text Placeholder 17">
            <a:extLst>
              <a:ext uri="{FF2B5EF4-FFF2-40B4-BE49-F238E27FC236}">
                <a16:creationId xmlns:a16="http://schemas.microsoft.com/office/drawing/2014/main" id="{DE6971F6-2330-486C-AE0E-8B0880886D6F}"/>
              </a:ext>
            </a:extLst>
          </p:cNvPr>
          <p:cNvSpPr txBox="1">
            <a:spLocks/>
          </p:cNvSpPr>
          <p:nvPr/>
        </p:nvSpPr>
        <p:spPr>
          <a:xfrm>
            <a:off x="1097015"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78" name="Text Placeholder 17">
            <a:extLst>
              <a:ext uri="{FF2B5EF4-FFF2-40B4-BE49-F238E27FC236}">
                <a16:creationId xmlns:a16="http://schemas.microsoft.com/office/drawing/2014/main" id="{DA3A29EB-0693-40F0-8AE4-2A51591094EB}"/>
              </a:ext>
            </a:extLst>
          </p:cNvPr>
          <p:cNvSpPr txBox="1">
            <a:spLocks/>
          </p:cNvSpPr>
          <p:nvPr/>
        </p:nvSpPr>
        <p:spPr>
          <a:xfrm>
            <a:off x="3192178"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79" name="Text Placeholder 17">
            <a:extLst>
              <a:ext uri="{FF2B5EF4-FFF2-40B4-BE49-F238E27FC236}">
                <a16:creationId xmlns:a16="http://schemas.microsoft.com/office/drawing/2014/main" id="{82725C3D-BB1F-4612-A919-39F439FCC992}"/>
              </a:ext>
            </a:extLst>
          </p:cNvPr>
          <p:cNvSpPr txBox="1">
            <a:spLocks/>
          </p:cNvSpPr>
          <p:nvPr/>
        </p:nvSpPr>
        <p:spPr>
          <a:xfrm>
            <a:off x="9378015"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80" name="Text Placeholder 17">
            <a:extLst>
              <a:ext uri="{FF2B5EF4-FFF2-40B4-BE49-F238E27FC236}">
                <a16:creationId xmlns:a16="http://schemas.microsoft.com/office/drawing/2014/main" id="{CD8DCEF1-47E1-4A42-BF3B-B93064BCD62A}"/>
              </a:ext>
            </a:extLst>
          </p:cNvPr>
          <p:cNvSpPr txBox="1">
            <a:spLocks/>
          </p:cNvSpPr>
          <p:nvPr/>
        </p:nvSpPr>
        <p:spPr>
          <a:xfrm>
            <a:off x="7254846"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
        <p:nvSpPr>
          <p:cNvPr id="81" name="Text Placeholder 17">
            <a:extLst>
              <a:ext uri="{FF2B5EF4-FFF2-40B4-BE49-F238E27FC236}">
                <a16:creationId xmlns:a16="http://schemas.microsoft.com/office/drawing/2014/main" id="{D5A48EBF-76B5-4360-BD27-E8073AF696A5}"/>
              </a:ext>
            </a:extLst>
          </p:cNvPr>
          <p:cNvSpPr txBox="1">
            <a:spLocks/>
          </p:cNvSpPr>
          <p:nvPr/>
        </p:nvSpPr>
        <p:spPr>
          <a:xfrm>
            <a:off x="5293447" y="5208574"/>
            <a:ext cx="159209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100"/>
              <a:t>Lorem ipsum dolor sit amet, </a:t>
            </a:r>
            <a:r>
              <a:rPr lang="en-US" altLang="ru-UA" sz="1100" err="1"/>
              <a:t>consectetur</a:t>
            </a:r>
            <a:r>
              <a:rPr lang="en-US" altLang="ru-UA" sz="1100"/>
              <a:t> </a:t>
            </a:r>
            <a:r>
              <a:rPr lang="en-US" altLang="ru-UA" sz="1100" err="1"/>
              <a:t>adipiscing</a:t>
            </a:r>
            <a:r>
              <a:rPr lang="en-US" altLang="ru-UA" sz="1100"/>
              <a:t> </a:t>
            </a:r>
            <a:r>
              <a:rPr lang="en-US" altLang="ru-UA" sz="1100" err="1"/>
              <a:t>elit</a:t>
            </a:r>
            <a:r>
              <a:rPr lang="en-US" altLang="ru-UA" sz="1100"/>
              <a:t>, sed do</a:t>
            </a:r>
            <a:endParaRPr lang="ru-RU" altLang="ru-UA" sz="1100"/>
          </a:p>
        </p:txBody>
      </p:sp>
    </p:spTree>
    <p:extLst>
      <p:ext uri="{BB962C8B-B14F-4D97-AF65-F5344CB8AC3E}">
        <p14:creationId xmlns:p14="http://schemas.microsoft.com/office/powerpoint/2010/main" val="330287373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750" fill="hold"/>
                                            <p:tgtEl>
                                              <p:spTgt spid="16"/>
                                            </p:tgtEl>
                                            <p:attrNameLst>
                                              <p:attrName>ppt_w</p:attrName>
                                            </p:attrNameLst>
                                          </p:cBhvr>
                                          <p:tavLst>
                                            <p:tav tm="0">
                                              <p:val>
                                                <p:fltVal val="0"/>
                                              </p:val>
                                            </p:tav>
                                            <p:tav tm="100000">
                                              <p:val>
                                                <p:strVal val="#ppt_w"/>
                                              </p:val>
                                            </p:tav>
                                          </p:tavLst>
                                        </p:anim>
                                        <p:anim calcmode="lin" valueType="num">
                                          <p:cBhvr>
                                            <p:cTn id="8" dur="750" fill="hold"/>
                                            <p:tgtEl>
                                              <p:spTgt spid="16"/>
                                            </p:tgtEl>
                                            <p:attrNameLst>
                                              <p:attrName>ppt_h</p:attrName>
                                            </p:attrNameLst>
                                          </p:cBhvr>
                                          <p:tavLst>
                                            <p:tav tm="0">
                                              <p:val>
                                                <p:fltVal val="0"/>
                                              </p:val>
                                            </p:tav>
                                            <p:tav tm="100000">
                                              <p:val>
                                                <p:strVal val="#ppt_h"/>
                                              </p:val>
                                            </p:tav>
                                          </p:tavLst>
                                        </p:anim>
                                        <p:animEffect transition="in" filter="fade">
                                          <p:cBhvr>
                                            <p:cTn id="9" dur="750"/>
                                            <p:tgtEl>
                                              <p:spTgt spid="16"/>
                                            </p:tgtEl>
                                          </p:cBhvr>
                                        </p:animEffect>
                                      </p:childTnLst>
                                    </p:cTn>
                                  </p:par>
                                  <p:par>
                                    <p:cTn id="10" presetID="2" presetClass="entr" presetSubtype="8" fill="hold" nodeType="withEffect" p14:presetBounceEnd="67000">
                                      <p:stCondLst>
                                        <p:cond delay="250"/>
                                      </p:stCondLst>
                                      <p:childTnLst>
                                        <p:set>
                                          <p:cBhvr>
                                            <p:cTn id="11" dur="1" fill="hold">
                                              <p:stCondLst>
                                                <p:cond delay="0"/>
                                              </p:stCondLst>
                                            </p:cTn>
                                            <p:tgtEl>
                                              <p:spTgt spid="42"/>
                                            </p:tgtEl>
                                            <p:attrNameLst>
                                              <p:attrName>style.visibility</p:attrName>
                                            </p:attrNameLst>
                                          </p:cBhvr>
                                          <p:to>
                                            <p:strVal val="visible"/>
                                          </p:to>
                                        </p:set>
                                        <p:anim calcmode="lin" valueType="num" p14:bounceEnd="67000">
                                          <p:cBhvr additive="base">
                                            <p:cTn id="12" dur="1000" fill="hold"/>
                                            <p:tgtEl>
                                              <p:spTgt spid="42"/>
                                            </p:tgtEl>
                                            <p:attrNameLst>
                                              <p:attrName>ppt_x</p:attrName>
                                            </p:attrNameLst>
                                          </p:cBhvr>
                                          <p:tavLst>
                                            <p:tav tm="0">
                                              <p:val>
                                                <p:strVal val="0-#ppt_w/2"/>
                                              </p:val>
                                            </p:tav>
                                            <p:tav tm="100000">
                                              <p:val>
                                                <p:strVal val="#ppt_x"/>
                                              </p:val>
                                            </p:tav>
                                          </p:tavLst>
                                        </p:anim>
                                        <p:anim calcmode="lin" valueType="num" p14:bounceEnd="67000">
                                          <p:cBhvr additive="base">
                                            <p:cTn id="13" dur="1000" fill="hold"/>
                                            <p:tgtEl>
                                              <p:spTgt spid="42"/>
                                            </p:tgtEl>
                                            <p:attrNameLst>
                                              <p:attrName>ppt_y</p:attrName>
                                            </p:attrNameLst>
                                          </p:cBhvr>
                                          <p:tavLst>
                                            <p:tav tm="0">
                                              <p:val>
                                                <p:strVal val="#ppt_y"/>
                                              </p:val>
                                            </p:tav>
                                            <p:tav tm="100000">
                                              <p:val>
                                                <p:strVal val="#ppt_y"/>
                                              </p:val>
                                            </p:tav>
                                          </p:tavLst>
                                        </p:anim>
                                      </p:childTnLst>
                                    </p:cTn>
                                  </p:par>
                                  <p:par>
                                    <p:cTn id="14" presetID="2" presetClass="entr" presetSubtype="8" fill="hold" nodeType="withEffect" p14:presetBounceEnd="67000">
                                      <p:stCondLst>
                                        <p:cond delay="500"/>
                                      </p:stCondLst>
                                      <p:childTnLst>
                                        <p:set>
                                          <p:cBhvr>
                                            <p:cTn id="15" dur="1" fill="hold">
                                              <p:stCondLst>
                                                <p:cond delay="0"/>
                                              </p:stCondLst>
                                            </p:cTn>
                                            <p:tgtEl>
                                              <p:spTgt spid="32"/>
                                            </p:tgtEl>
                                            <p:attrNameLst>
                                              <p:attrName>style.visibility</p:attrName>
                                            </p:attrNameLst>
                                          </p:cBhvr>
                                          <p:to>
                                            <p:strVal val="visible"/>
                                          </p:to>
                                        </p:set>
                                        <p:anim calcmode="lin" valueType="num" p14:bounceEnd="67000">
                                          <p:cBhvr additive="base">
                                            <p:cTn id="16" dur="1000" fill="hold"/>
                                            <p:tgtEl>
                                              <p:spTgt spid="32"/>
                                            </p:tgtEl>
                                            <p:attrNameLst>
                                              <p:attrName>ppt_x</p:attrName>
                                            </p:attrNameLst>
                                          </p:cBhvr>
                                          <p:tavLst>
                                            <p:tav tm="0">
                                              <p:val>
                                                <p:strVal val="0-#ppt_w/2"/>
                                              </p:val>
                                            </p:tav>
                                            <p:tav tm="100000">
                                              <p:val>
                                                <p:strVal val="#ppt_x"/>
                                              </p:val>
                                            </p:tav>
                                          </p:tavLst>
                                        </p:anim>
                                        <p:anim calcmode="lin" valueType="num" p14:bounceEnd="67000">
                                          <p:cBhvr additive="base">
                                            <p:cTn id="17" dur="1000" fill="hold"/>
                                            <p:tgtEl>
                                              <p:spTgt spid="32"/>
                                            </p:tgtEl>
                                            <p:attrNameLst>
                                              <p:attrName>ppt_y</p:attrName>
                                            </p:attrNameLst>
                                          </p:cBhvr>
                                          <p:tavLst>
                                            <p:tav tm="0">
                                              <p:val>
                                                <p:strVal val="#ppt_y"/>
                                              </p:val>
                                            </p:tav>
                                            <p:tav tm="100000">
                                              <p:val>
                                                <p:strVal val="#ppt_y"/>
                                              </p:val>
                                            </p:tav>
                                          </p:tavLst>
                                        </p:anim>
                                      </p:childTnLst>
                                    </p:cTn>
                                  </p:par>
                                  <p:par>
                                    <p:cTn id="18" presetID="2" presetClass="entr" presetSubtype="8" fill="hold" nodeType="withEffect" p14:presetBounceEnd="67000">
                                      <p:stCondLst>
                                        <p:cond delay="750"/>
                                      </p:stCondLst>
                                      <p:childTnLst>
                                        <p:set>
                                          <p:cBhvr>
                                            <p:cTn id="19" dur="1" fill="hold">
                                              <p:stCondLst>
                                                <p:cond delay="0"/>
                                              </p:stCondLst>
                                            </p:cTn>
                                            <p:tgtEl>
                                              <p:spTgt spid="22"/>
                                            </p:tgtEl>
                                            <p:attrNameLst>
                                              <p:attrName>style.visibility</p:attrName>
                                            </p:attrNameLst>
                                          </p:cBhvr>
                                          <p:to>
                                            <p:strVal val="visible"/>
                                          </p:to>
                                        </p:set>
                                        <p:anim calcmode="lin" valueType="num" p14:bounceEnd="67000">
                                          <p:cBhvr additive="base">
                                            <p:cTn id="20" dur="1000" fill="hold"/>
                                            <p:tgtEl>
                                              <p:spTgt spid="22"/>
                                            </p:tgtEl>
                                            <p:attrNameLst>
                                              <p:attrName>ppt_x</p:attrName>
                                            </p:attrNameLst>
                                          </p:cBhvr>
                                          <p:tavLst>
                                            <p:tav tm="0">
                                              <p:val>
                                                <p:strVal val="0-#ppt_w/2"/>
                                              </p:val>
                                            </p:tav>
                                            <p:tav tm="100000">
                                              <p:val>
                                                <p:strVal val="#ppt_x"/>
                                              </p:val>
                                            </p:tav>
                                          </p:tavLst>
                                        </p:anim>
                                        <p:anim calcmode="lin" valueType="num" p14:bounceEnd="67000">
                                          <p:cBhvr additive="base">
                                            <p:cTn id="21" dur="1000" fill="hold"/>
                                            <p:tgtEl>
                                              <p:spTgt spid="22"/>
                                            </p:tgtEl>
                                            <p:attrNameLst>
                                              <p:attrName>ppt_y</p:attrName>
                                            </p:attrNameLst>
                                          </p:cBhvr>
                                          <p:tavLst>
                                            <p:tav tm="0">
                                              <p:val>
                                                <p:strVal val="#ppt_y"/>
                                              </p:val>
                                            </p:tav>
                                            <p:tav tm="100000">
                                              <p:val>
                                                <p:strVal val="#ppt_y"/>
                                              </p:val>
                                            </p:tav>
                                          </p:tavLst>
                                        </p:anim>
                                      </p:childTnLst>
                                    </p:cTn>
                                  </p:par>
                                  <p:par>
                                    <p:cTn id="22" presetID="2" presetClass="entr" presetSubtype="8" fill="hold" nodeType="withEffect" p14:presetBounceEnd="67000">
                                      <p:stCondLst>
                                        <p:cond delay="1000"/>
                                      </p:stCondLst>
                                      <p:childTnLst>
                                        <p:set>
                                          <p:cBhvr>
                                            <p:cTn id="23" dur="1" fill="hold">
                                              <p:stCondLst>
                                                <p:cond delay="0"/>
                                              </p:stCondLst>
                                            </p:cTn>
                                            <p:tgtEl>
                                              <p:spTgt spid="19"/>
                                            </p:tgtEl>
                                            <p:attrNameLst>
                                              <p:attrName>style.visibility</p:attrName>
                                            </p:attrNameLst>
                                          </p:cBhvr>
                                          <p:to>
                                            <p:strVal val="visible"/>
                                          </p:to>
                                        </p:set>
                                        <p:anim calcmode="lin" valueType="num" p14:bounceEnd="67000">
                                          <p:cBhvr additive="base">
                                            <p:cTn id="24" dur="1000" fill="hold"/>
                                            <p:tgtEl>
                                              <p:spTgt spid="19"/>
                                            </p:tgtEl>
                                            <p:attrNameLst>
                                              <p:attrName>ppt_x</p:attrName>
                                            </p:attrNameLst>
                                          </p:cBhvr>
                                          <p:tavLst>
                                            <p:tav tm="0">
                                              <p:val>
                                                <p:strVal val="0-#ppt_w/2"/>
                                              </p:val>
                                            </p:tav>
                                            <p:tav tm="100000">
                                              <p:val>
                                                <p:strVal val="#ppt_x"/>
                                              </p:val>
                                            </p:tav>
                                          </p:tavLst>
                                        </p:anim>
                                        <p:anim calcmode="lin" valueType="num" p14:bounceEnd="67000">
                                          <p:cBhvr additive="base">
                                            <p:cTn id="25" dur="1000" fill="hold"/>
                                            <p:tgtEl>
                                              <p:spTgt spid="19"/>
                                            </p:tgtEl>
                                            <p:attrNameLst>
                                              <p:attrName>ppt_y</p:attrName>
                                            </p:attrNameLst>
                                          </p:cBhvr>
                                          <p:tavLst>
                                            <p:tav tm="0">
                                              <p:val>
                                                <p:strVal val="#ppt_y"/>
                                              </p:val>
                                            </p:tav>
                                            <p:tav tm="100000">
                                              <p:val>
                                                <p:strVal val="#ppt_y"/>
                                              </p:val>
                                            </p:tav>
                                          </p:tavLst>
                                        </p:anim>
                                      </p:childTnLst>
                                    </p:cTn>
                                  </p:par>
                                  <p:par>
                                    <p:cTn id="26" presetID="53" presetClass="entr" presetSubtype="16" fill="hold" grpId="0" nodeType="withEffect">
                                      <p:stCondLst>
                                        <p:cond delay="250"/>
                                      </p:stCondLst>
                                      <p:childTnLst>
                                        <p:set>
                                          <p:cBhvr>
                                            <p:cTn id="27" dur="1" fill="hold">
                                              <p:stCondLst>
                                                <p:cond delay="0"/>
                                              </p:stCondLst>
                                            </p:cTn>
                                            <p:tgtEl>
                                              <p:spTgt spid="62"/>
                                            </p:tgtEl>
                                            <p:attrNameLst>
                                              <p:attrName>style.visibility</p:attrName>
                                            </p:attrNameLst>
                                          </p:cBhvr>
                                          <p:to>
                                            <p:strVal val="visible"/>
                                          </p:to>
                                        </p:set>
                                        <p:anim calcmode="lin" valueType="num">
                                          <p:cBhvr>
                                            <p:cTn id="28" dur="750" fill="hold"/>
                                            <p:tgtEl>
                                              <p:spTgt spid="62"/>
                                            </p:tgtEl>
                                            <p:attrNameLst>
                                              <p:attrName>ppt_w</p:attrName>
                                            </p:attrNameLst>
                                          </p:cBhvr>
                                          <p:tavLst>
                                            <p:tav tm="0">
                                              <p:val>
                                                <p:fltVal val="0"/>
                                              </p:val>
                                            </p:tav>
                                            <p:tav tm="100000">
                                              <p:val>
                                                <p:strVal val="#ppt_w"/>
                                              </p:val>
                                            </p:tav>
                                          </p:tavLst>
                                        </p:anim>
                                        <p:anim calcmode="lin" valueType="num">
                                          <p:cBhvr>
                                            <p:cTn id="29" dur="750" fill="hold"/>
                                            <p:tgtEl>
                                              <p:spTgt spid="62"/>
                                            </p:tgtEl>
                                            <p:attrNameLst>
                                              <p:attrName>ppt_h</p:attrName>
                                            </p:attrNameLst>
                                          </p:cBhvr>
                                          <p:tavLst>
                                            <p:tav tm="0">
                                              <p:val>
                                                <p:fltVal val="0"/>
                                              </p:val>
                                            </p:tav>
                                            <p:tav tm="100000">
                                              <p:val>
                                                <p:strVal val="#ppt_h"/>
                                              </p:val>
                                            </p:tav>
                                          </p:tavLst>
                                        </p:anim>
                                        <p:animEffect transition="in" filter="fade">
                                          <p:cBhvr>
                                            <p:cTn id="30" dur="750"/>
                                            <p:tgtEl>
                                              <p:spTgt spid="62"/>
                                            </p:tgtEl>
                                          </p:cBhvr>
                                        </p:animEffect>
                                      </p:childTnLst>
                                    </p:cTn>
                                  </p:par>
                                  <p:par>
                                    <p:cTn id="31" presetID="53" presetClass="entr" presetSubtype="16" fill="hold" grpId="0" nodeType="withEffect">
                                      <p:stCondLst>
                                        <p:cond delay="500"/>
                                      </p:stCondLst>
                                      <p:childTnLst>
                                        <p:set>
                                          <p:cBhvr>
                                            <p:cTn id="32" dur="1" fill="hold">
                                              <p:stCondLst>
                                                <p:cond delay="0"/>
                                              </p:stCondLst>
                                            </p:cTn>
                                            <p:tgtEl>
                                              <p:spTgt spid="63"/>
                                            </p:tgtEl>
                                            <p:attrNameLst>
                                              <p:attrName>style.visibility</p:attrName>
                                            </p:attrNameLst>
                                          </p:cBhvr>
                                          <p:to>
                                            <p:strVal val="visible"/>
                                          </p:to>
                                        </p:set>
                                        <p:anim calcmode="lin" valueType="num">
                                          <p:cBhvr>
                                            <p:cTn id="33" dur="750" fill="hold"/>
                                            <p:tgtEl>
                                              <p:spTgt spid="63"/>
                                            </p:tgtEl>
                                            <p:attrNameLst>
                                              <p:attrName>ppt_w</p:attrName>
                                            </p:attrNameLst>
                                          </p:cBhvr>
                                          <p:tavLst>
                                            <p:tav tm="0">
                                              <p:val>
                                                <p:fltVal val="0"/>
                                              </p:val>
                                            </p:tav>
                                            <p:tav tm="100000">
                                              <p:val>
                                                <p:strVal val="#ppt_w"/>
                                              </p:val>
                                            </p:tav>
                                          </p:tavLst>
                                        </p:anim>
                                        <p:anim calcmode="lin" valueType="num">
                                          <p:cBhvr>
                                            <p:cTn id="34" dur="750" fill="hold"/>
                                            <p:tgtEl>
                                              <p:spTgt spid="63"/>
                                            </p:tgtEl>
                                            <p:attrNameLst>
                                              <p:attrName>ppt_h</p:attrName>
                                            </p:attrNameLst>
                                          </p:cBhvr>
                                          <p:tavLst>
                                            <p:tav tm="0">
                                              <p:val>
                                                <p:fltVal val="0"/>
                                              </p:val>
                                            </p:tav>
                                            <p:tav tm="100000">
                                              <p:val>
                                                <p:strVal val="#ppt_h"/>
                                              </p:val>
                                            </p:tav>
                                          </p:tavLst>
                                        </p:anim>
                                        <p:animEffect transition="in" filter="fade">
                                          <p:cBhvr>
                                            <p:cTn id="35" dur="750"/>
                                            <p:tgtEl>
                                              <p:spTgt spid="63"/>
                                            </p:tgtEl>
                                          </p:cBhvr>
                                        </p:animEffect>
                                      </p:childTnLst>
                                    </p:cTn>
                                  </p:par>
                                  <p:par>
                                    <p:cTn id="36" presetID="53" presetClass="entr" presetSubtype="16" fill="hold" grpId="0" nodeType="withEffect">
                                      <p:stCondLst>
                                        <p:cond delay="750"/>
                                      </p:stCondLst>
                                      <p:childTnLst>
                                        <p:set>
                                          <p:cBhvr>
                                            <p:cTn id="37" dur="1" fill="hold">
                                              <p:stCondLst>
                                                <p:cond delay="0"/>
                                              </p:stCondLst>
                                            </p:cTn>
                                            <p:tgtEl>
                                              <p:spTgt spid="64"/>
                                            </p:tgtEl>
                                            <p:attrNameLst>
                                              <p:attrName>style.visibility</p:attrName>
                                            </p:attrNameLst>
                                          </p:cBhvr>
                                          <p:to>
                                            <p:strVal val="visible"/>
                                          </p:to>
                                        </p:set>
                                        <p:anim calcmode="lin" valueType="num">
                                          <p:cBhvr>
                                            <p:cTn id="38" dur="750" fill="hold"/>
                                            <p:tgtEl>
                                              <p:spTgt spid="64"/>
                                            </p:tgtEl>
                                            <p:attrNameLst>
                                              <p:attrName>ppt_w</p:attrName>
                                            </p:attrNameLst>
                                          </p:cBhvr>
                                          <p:tavLst>
                                            <p:tav tm="0">
                                              <p:val>
                                                <p:fltVal val="0"/>
                                              </p:val>
                                            </p:tav>
                                            <p:tav tm="100000">
                                              <p:val>
                                                <p:strVal val="#ppt_w"/>
                                              </p:val>
                                            </p:tav>
                                          </p:tavLst>
                                        </p:anim>
                                        <p:anim calcmode="lin" valueType="num">
                                          <p:cBhvr>
                                            <p:cTn id="39" dur="750" fill="hold"/>
                                            <p:tgtEl>
                                              <p:spTgt spid="64"/>
                                            </p:tgtEl>
                                            <p:attrNameLst>
                                              <p:attrName>ppt_h</p:attrName>
                                            </p:attrNameLst>
                                          </p:cBhvr>
                                          <p:tavLst>
                                            <p:tav tm="0">
                                              <p:val>
                                                <p:fltVal val="0"/>
                                              </p:val>
                                            </p:tav>
                                            <p:tav tm="100000">
                                              <p:val>
                                                <p:strVal val="#ppt_h"/>
                                              </p:val>
                                            </p:tav>
                                          </p:tavLst>
                                        </p:anim>
                                        <p:animEffect transition="in" filter="fade">
                                          <p:cBhvr>
                                            <p:cTn id="40" dur="750"/>
                                            <p:tgtEl>
                                              <p:spTgt spid="64"/>
                                            </p:tgtEl>
                                          </p:cBhvr>
                                        </p:animEffect>
                                      </p:childTnLst>
                                    </p:cTn>
                                  </p:par>
                                  <p:par>
                                    <p:cTn id="41" presetID="53" presetClass="entr" presetSubtype="16" fill="hold" grpId="0" nodeType="withEffect">
                                      <p:stCondLst>
                                        <p:cond delay="1000"/>
                                      </p:stCondLst>
                                      <p:childTnLst>
                                        <p:set>
                                          <p:cBhvr>
                                            <p:cTn id="42" dur="1" fill="hold">
                                              <p:stCondLst>
                                                <p:cond delay="0"/>
                                              </p:stCondLst>
                                            </p:cTn>
                                            <p:tgtEl>
                                              <p:spTgt spid="65"/>
                                            </p:tgtEl>
                                            <p:attrNameLst>
                                              <p:attrName>style.visibility</p:attrName>
                                            </p:attrNameLst>
                                          </p:cBhvr>
                                          <p:to>
                                            <p:strVal val="visible"/>
                                          </p:to>
                                        </p:set>
                                        <p:anim calcmode="lin" valueType="num">
                                          <p:cBhvr>
                                            <p:cTn id="43" dur="750" fill="hold"/>
                                            <p:tgtEl>
                                              <p:spTgt spid="65"/>
                                            </p:tgtEl>
                                            <p:attrNameLst>
                                              <p:attrName>ppt_w</p:attrName>
                                            </p:attrNameLst>
                                          </p:cBhvr>
                                          <p:tavLst>
                                            <p:tav tm="0">
                                              <p:val>
                                                <p:fltVal val="0"/>
                                              </p:val>
                                            </p:tav>
                                            <p:tav tm="100000">
                                              <p:val>
                                                <p:strVal val="#ppt_w"/>
                                              </p:val>
                                            </p:tav>
                                          </p:tavLst>
                                        </p:anim>
                                        <p:anim calcmode="lin" valueType="num">
                                          <p:cBhvr>
                                            <p:cTn id="44" dur="750" fill="hold"/>
                                            <p:tgtEl>
                                              <p:spTgt spid="65"/>
                                            </p:tgtEl>
                                            <p:attrNameLst>
                                              <p:attrName>ppt_h</p:attrName>
                                            </p:attrNameLst>
                                          </p:cBhvr>
                                          <p:tavLst>
                                            <p:tav tm="0">
                                              <p:val>
                                                <p:fltVal val="0"/>
                                              </p:val>
                                            </p:tav>
                                            <p:tav tm="100000">
                                              <p:val>
                                                <p:strVal val="#ppt_h"/>
                                              </p:val>
                                            </p:tav>
                                          </p:tavLst>
                                        </p:anim>
                                        <p:animEffect transition="in" filter="fade">
                                          <p:cBhvr>
                                            <p:cTn id="45" dur="750"/>
                                            <p:tgtEl>
                                              <p:spTgt spid="65"/>
                                            </p:tgtEl>
                                          </p:cBhvr>
                                        </p:animEffect>
                                      </p:childTnLst>
                                    </p:cTn>
                                  </p:par>
                                  <p:par>
                                    <p:cTn id="46" presetID="53" presetClass="entr" presetSubtype="16" fill="hold" grpId="0" nodeType="withEffect">
                                      <p:stCondLst>
                                        <p:cond delay="1250"/>
                                      </p:stCondLst>
                                      <p:childTnLst>
                                        <p:set>
                                          <p:cBhvr>
                                            <p:cTn id="47" dur="1" fill="hold">
                                              <p:stCondLst>
                                                <p:cond delay="0"/>
                                              </p:stCondLst>
                                            </p:cTn>
                                            <p:tgtEl>
                                              <p:spTgt spid="66"/>
                                            </p:tgtEl>
                                            <p:attrNameLst>
                                              <p:attrName>style.visibility</p:attrName>
                                            </p:attrNameLst>
                                          </p:cBhvr>
                                          <p:to>
                                            <p:strVal val="visible"/>
                                          </p:to>
                                        </p:set>
                                        <p:anim calcmode="lin" valueType="num">
                                          <p:cBhvr>
                                            <p:cTn id="48" dur="750" fill="hold"/>
                                            <p:tgtEl>
                                              <p:spTgt spid="66"/>
                                            </p:tgtEl>
                                            <p:attrNameLst>
                                              <p:attrName>ppt_w</p:attrName>
                                            </p:attrNameLst>
                                          </p:cBhvr>
                                          <p:tavLst>
                                            <p:tav tm="0">
                                              <p:val>
                                                <p:fltVal val="0"/>
                                              </p:val>
                                            </p:tav>
                                            <p:tav tm="100000">
                                              <p:val>
                                                <p:strVal val="#ppt_w"/>
                                              </p:val>
                                            </p:tav>
                                          </p:tavLst>
                                        </p:anim>
                                        <p:anim calcmode="lin" valueType="num">
                                          <p:cBhvr>
                                            <p:cTn id="49" dur="750" fill="hold"/>
                                            <p:tgtEl>
                                              <p:spTgt spid="66"/>
                                            </p:tgtEl>
                                            <p:attrNameLst>
                                              <p:attrName>ppt_h</p:attrName>
                                            </p:attrNameLst>
                                          </p:cBhvr>
                                          <p:tavLst>
                                            <p:tav tm="0">
                                              <p:val>
                                                <p:fltVal val="0"/>
                                              </p:val>
                                            </p:tav>
                                            <p:tav tm="100000">
                                              <p:val>
                                                <p:strVal val="#ppt_h"/>
                                              </p:val>
                                            </p:tav>
                                          </p:tavLst>
                                        </p:anim>
                                        <p:animEffect transition="in" filter="fade">
                                          <p:cBhvr>
                                            <p:cTn id="50" dur="750"/>
                                            <p:tgtEl>
                                              <p:spTgt spid="66"/>
                                            </p:tgtEl>
                                          </p:cBhvr>
                                        </p:animEffect>
                                      </p:childTnLst>
                                    </p:cTn>
                                  </p:par>
                                  <p:par>
                                    <p:cTn id="51" presetID="53" presetClass="entr" presetSubtype="16" fill="hold" grpId="0" nodeType="withEffect">
                                      <p:stCondLst>
                                        <p:cond delay="400"/>
                                      </p:stCondLst>
                                      <p:childTnLst>
                                        <p:set>
                                          <p:cBhvr>
                                            <p:cTn id="52" dur="1" fill="hold">
                                              <p:stCondLst>
                                                <p:cond delay="0"/>
                                              </p:stCondLst>
                                            </p:cTn>
                                            <p:tgtEl>
                                              <p:spTgt spid="67"/>
                                            </p:tgtEl>
                                            <p:attrNameLst>
                                              <p:attrName>style.visibility</p:attrName>
                                            </p:attrNameLst>
                                          </p:cBhvr>
                                          <p:to>
                                            <p:strVal val="visible"/>
                                          </p:to>
                                        </p:set>
                                        <p:anim calcmode="lin" valueType="num">
                                          <p:cBhvr>
                                            <p:cTn id="53" dur="750" fill="hold"/>
                                            <p:tgtEl>
                                              <p:spTgt spid="67"/>
                                            </p:tgtEl>
                                            <p:attrNameLst>
                                              <p:attrName>ppt_w</p:attrName>
                                            </p:attrNameLst>
                                          </p:cBhvr>
                                          <p:tavLst>
                                            <p:tav tm="0">
                                              <p:val>
                                                <p:fltVal val="0"/>
                                              </p:val>
                                            </p:tav>
                                            <p:tav tm="100000">
                                              <p:val>
                                                <p:strVal val="#ppt_w"/>
                                              </p:val>
                                            </p:tav>
                                          </p:tavLst>
                                        </p:anim>
                                        <p:anim calcmode="lin" valueType="num">
                                          <p:cBhvr>
                                            <p:cTn id="54" dur="750" fill="hold"/>
                                            <p:tgtEl>
                                              <p:spTgt spid="67"/>
                                            </p:tgtEl>
                                            <p:attrNameLst>
                                              <p:attrName>ppt_h</p:attrName>
                                            </p:attrNameLst>
                                          </p:cBhvr>
                                          <p:tavLst>
                                            <p:tav tm="0">
                                              <p:val>
                                                <p:fltVal val="0"/>
                                              </p:val>
                                            </p:tav>
                                            <p:tav tm="100000">
                                              <p:val>
                                                <p:strVal val="#ppt_h"/>
                                              </p:val>
                                            </p:tav>
                                          </p:tavLst>
                                        </p:anim>
                                        <p:animEffect transition="in" filter="fade">
                                          <p:cBhvr>
                                            <p:cTn id="55" dur="750"/>
                                            <p:tgtEl>
                                              <p:spTgt spid="67"/>
                                            </p:tgtEl>
                                          </p:cBhvr>
                                        </p:animEffect>
                                      </p:childTnLst>
                                    </p:cTn>
                                  </p:par>
                                  <p:par>
                                    <p:cTn id="56" presetID="53" presetClass="entr" presetSubtype="16" fill="hold" grpId="0" nodeType="withEffect">
                                      <p:stCondLst>
                                        <p:cond delay="400"/>
                                      </p:stCondLst>
                                      <p:childTnLst>
                                        <p:set>
                                          <p:cBhvr>
                                            <p:cTn id="57" dur="1" fill="hold">
                                              <p:stCondLst>
                                                <p:cond delay="0"/>
                                              </p:stCondLst>
                                            </p:cTn>
                                            <p:tgtEl>
                                              <p:spTgt spid="77"/>
                                            </p:tgtEl>
                                            <p:attrNameLst>
                                              <p:attrName>style.visibility</p:attrName>
                                            </p:attrNameLst>
                                          </p:cBhvr>
                                          <p:to>
                                            <p:strVal val="visible"/>
                                          </p:to>
                                        </p:set>
                                        <p:anim calcmode="lin" valueType="num">
                                          <p:cBhvr>
                                            <p:cTn id="58" dur="750" fill="hold"/>
                                            <p:tgtEl>
                                              <p:spTgt spid="77"/>
                                            </p:tgtEl>
                                            <p:attrNameLst>
                                              <p:attrName>ppt_w</p:attrName>
                                            </p:attrNameLst>
                                          </p:cBhvr>
                                          <p:tavLst>
                                            <p:tav tm="0">
                                              <p:val>
                                                <p:fltVal val="0"/>
                                              </p:val>
                                            </p:tav>
                                            <p:tav tm="100000">
                                              <p:val>
                                                <p:strVal val="#ppt_w"/>
                                              </p:val>
                                            </p:tav>
                                          </p:tavLst>
                                        </p:anim>
                                        <p:anim calcmode="lin" valueType="num">
                                          <p:cBhvr>
                                            <p:cTn id="59" dur="750" fill="hold"/>
                                            <p:tgtEl>
                                              <p:spTgt spid="77"/>
                                            </p:tgtEl>
                                            <p:attrNameLst>
                                              <p:attrName>ppt_h</p:attrName>
                                            </p:attrNameLst>
                                          </p:cBhvr>
                                          <p:tavLst>
                                            <p:tav tm="0">
                                              <p:val>
                                                <p:fltVal val="0"/>
                                              </p:val>
                                            </p:tav>
                                            <p:tav tm="100000">
                                              <p:val>
                                                <p:strVal val="#ppt_h"/>
                                              </p:val>
                                            </p:tav>
                                          </p:tavLst>
                                        </p:anim>
                                        <p:animEffect transition="in" filter="fade">
                                          <p:cBhvr>
                                            <p:cTn id="60" dur="750"/>
                                            <p:tgtEl>
                                              <p:spTgt spid="77"/>
                                            </p:tgtEl>
                                          </p:cBhvr>
                                        </p:animEffect>
                                      </p:childTnLst>
                                    </p:cTn>
                                  </p:par>
                                  <p:par>
                                    <p:cTn id="61" presetID="53" presetClass="entr" presetSubtype="16" fill="hold" nodeType="withEffect">
                                      <p:stCondLst>
                                        <p:cond delay="600"/>
                                      </p:stCondLst>
                                      <p:childTnLst>
                                        <p:set>
                                          <p:cBhvr>
                                            <p:cTn id="62" dur="1" fill="hold">
                                              <p:stCondLst>
                                                <p:cond delay="0"/>
                                              </p:stCondLst>
                                            </p:cTn>
                                            <p:tgtEl>
                                              <p:spTgt spid="68"/>
                                            </p:tgtEl>
                                            <p:attrNameLst>
                                              <p:attrName>style.visibility</p:attrName>
                                            </p:attrNameLst>
                                          </p:cBhvr>
                                          <p:to>
                                            <p:strVal val="visible"/>
                                          </p:to>
                                        </p:set>
                                        <p:anim calcmode="lin" valueType="num">
                                          <p:cBhvr>
                                            <p:cTn id="63" dur="750" fill="hold"/>
                                            <p:tgtEl>
                                              <p:spTgt spid="68"/>
                                            </p:tgtEl>
                                            <p:attrNameLst>
                                              <p:attrName>ppt_w</p:attrName>
                                            </p:attrNameLst>
                                          </p:cBhvr>
                                          <p:tavLst>
                                            <p:tav tm="0">
                                              <p:val>
                                                <p:fltVal val="0"/>
                                              </p:val>
                                            </p:tav>
                                            <p:tav tm="100000">
                                              <p:val>
                                                <p:strVal val="#ppt_w"/>
                                              </p:val>
                                            </p:tav>
                                          </p:tavLst>
                                        </p:anim>
                                        <p:anim calcmode="lin" valueType="num">
                                          <p:cBhvr>
                                            <p:cTn id="64" dur="750" fill="hold"/>
                                            <p:tgtEl>
                                              <p:spTgt spid="68"/>
                                            </p:tgtEl>
                                            <p:attrNameLst>
                                              <p:attrName>ppt_h</p:attrName>
                                            </p:attrNameLst>
                                          </p:cBhvr>
                                          <p:tavLst>
                                            <p:tav tm="0">
                                              <p:val>
                                                <p:fltVal val="0"/>
                                              </p:val>
                                            </p:tav>
                                            <p:tav tm="100000">
                                              <p:val>
                                                <p:strVal val="#ppt_h"/>
                                              </p:val>
                                            </p:tav>
                                          </p:tavLst>
                                        </p:anim>
                                        <p:animEffect transition="in" filter="fade">
                                          <p:cBhvr>
                                            <p:cTn id="65" dur="750"/>
                                            <p:tgtEl>
                                              <p:spTgt spid="68"/>
                                            </p:tgtEl>
                                          </p:cBhvr>
                                        </p:animEffect>
                                      </p:childTnLst>
                                    </p:cTn>
                                  </p:par>
                                  <p:par>
                                    <p:cTn id="66" presetID="53" presetClass="entr" presetSubtype="16" fill="hold" grpId="0" nodeType="withEffect">
                                      <p:stCondLst>
                                        <p:cond delay="600"/>
                                      </p:stCondLst>
                                      <p:childTnLst>
                                        <p:set>
                                          <p:cBhvr>
                                            <p:cTn id="67" dur="1" fill="hold">
                                              <p:stCondLst>
                                                <p:cond delay="0"/>
                                              </p:stCondLst>
                                            </p:cTn>
                                            <p:tgtEl>
                                              <p:spTgt spid="78"/>
                                            </p:tgtEl>
                                            <p:attrNameLst>
                                              <p:attrName>style.visibility</p:attrName>
                                            </p:attrNameLst>
                                          </p:cBhvr>
                                          <p:to>
                                            <p:strVal val="visible"/>
                                          </p:to>
                                        </p:set>
                                        <p:anim calcmode="lin" valueType="num">
                                          <p:cBhvr>
                                            <p:cTn id="68" dur="750" fill="hold"/>
                                            <p:tgtEl>
                                              <p:spTgt spid="78"/>
                                            </p:tgtEl>
                                            <p:attrNameLst>
                                              <p:attrName>ppt_w</p:attrName>
                                            </p:attrNameLst>
                                          </p:cBhvr>
                                          <p:tavLst>
                                            <p:tav tm="0">
                                              <p:val>
                                                <p:fltVal val="0"/>
                                              </p:val>
                                            </p:tav>
                                            <p:tav tm="100000">
                                              <p:val>
                                                <p:strVal val="#ppt_w"/>
                                              </p:val>
                                            </p:tav>
                                          </p:tavLst>
                                        </p:anim>
                                        <p:anim calcmode="lin" valueType="num">
                                          <p:cBhvr>
                                            <p:cTn id="69" dur="750" fill="hold"/>
                                            <p:tgtEl>
                                              <p:spTgt spid="78"/>
                                            </p:tgtEl>
                                            <p:attrNameLst>
                                              <p:attrName>ppt_h</p:attrName>
                                            </p:attrNameLst>
                                          </p:cBhvr>
                                          <p:tavLst>
                                            <p:tav tm="0">
                                              <p:val>
                                                <p:fltVal val="0"/>
                                              </p:val>
                                            </p:tav>
                                            <p:tav tm="100000">
                                              <p:val>
                                                <p:strVal val="#ppt_h"/>
                                              </p:val>
                                            </p:tav>
                                          </p:tavLst>
                                        </p:anim>
                                        <p:animEffect transition="in" filter="fade">
                                          <p:cBhvr>
                                            <p:cTn id="70" dur="750"/>
                                            <p:tgtEl>
                                              <p:spTgt spid="78"/>
                                            </p:tgtEl>
                                          </p:cBhvr>
                                        </p:animEffect>
                                      </p:childTnLst>
                                    </p:cTn>
                                  </p:par>
                                  <p:par>
                                    <p:cTn id="71" presetID="53" presetClass="entr" presetSubtype="16" fill="hold" grpId="0" nodeType="withEffect">
                                      <p:stCondLst>
                                        <p:cond delay="800"/>
                                      </p:stCondLst>
                                      <p:childTnLst>
                                        <p:set>
                                          <p:cBhvr>
                                            <p:cTn id="72" dur="1" fill="hold">
                                              <p:stCondLst>
                                                <p:cond delay="0"/>
                                              </p:stCondLst>
                                            </p:cTn>
                                            <p:tgtEl>
                                              <p:spTgt spid="75"/>
                                            </p:tgtEl>
                                            <p:attrNameLst>
                                              <p:attrName>style.visibility</p:attrName>
                                            </p:attrNameLst>
                                          </p:cBhvr>
                                          <p:to>
                                            <p:strVal val="visible"/>
                                          </p:to>
                                        </p:set>
                                        <p:anim calcmode="lin" valueType="num">
                                          <p:cBhvr>
                                            <p:cTn id="73" dur="750" fill="hold"/>
                                            <p:tgtEl>
                                              <p:spTgt spid="75"/>
                                            </p:tgtEl>
                                            <p:attrNameLst>
                                              <p:attrName>ppt_w</p:attrName>
                                            </p:attrNameLst>
                                          </p:cBhvr>
                                          <p:tavLst>
                                            <p:tav tm="0">
                                              <p:val>
                                                <p:fltVal val="0"/>
                                              </p:val>
                                            </p:tav>
                                            <p:tav tm="100000">
                                              <p:val>
                                                <p:strVal val="#ppt_w"/>
                                              </p:val>
                                            </p:tav>
                                          </p:tavLst>
                                        </p:anim>
                                        <p:anim calcmode="lin" valueType="num">
                                          <p:cBhvr>
                                            <p:cTn id="74" dur="750" fill="hold"/>
                                            <p:tgtEl>
                                              <p:spTgt spid="75"/>
                                            </p:tgtEl>
                                            <p:attrNameLst>
                                              <p:attrName>ppt_h</p:attrName>
                                            </p:attrNameLst>
                                          </p:cBhvr>
                                          <p:tavLst>
                                            <p:tav tm="0">
                                              <p:val>
                                                <p:fltVal val="0"/>
                                              </p:val>
                                            </p:tav>
                                            <p:tav tm="100000">
                                              <p:val>
                                                <p:strVal val="#ppt_h"/>
                                              </p:val>
                                            </p:tav>
                                          </p:tavLst>
                                        </p:anim>
                                        <p:animEffect transition="in" filter="fade">
                                          <p:cBhvr>
                                            <p:cTn id="75" dur="750"/>
                                            <p:tgtEl>
                                              <p:spTgt spid="75"/>
                                            </p:tgtEl>
                                          </p:cBhvr>
                                        </p:animEffect>
                                      </p:childTnLst>
                                    </p:cTn>
                                  </p:par>
                                  <p:par>
                                    <p:cTn id="76" presetID="53" presetClass="entr" presetSubtype="16" fill="hold" grpId="0" nodeType="withEffect">
                                      <p:stCondLst>
                                        <p:cond delay="800"/>
                                      </p:stCondLst>
                                      <p:childTnLst>
                                        <p:set>
                                          <p:cBhvr>
                                            <p:cTn id="77" dur="1" fill="hold">
                                              <p:stCondLst>
                                                <p:cond delay="0"/>
                                              </p:stCondLst>
                                            </p:cTn>
                                            <p:tgtEl>
                                              <p:spTgt spid="81"/>
                                            </p:tgtEl>
                                            <p:attrNameLst>
                                              <p:attrName>style.visibility</p:attrName>
                                            </p:attrNameLst>
                                          </p:cBhvr>
                                          <p:to>
                                            <p:strVal val="visible"/>
                                          </p:to>
                                        </p:set>
                                        <p:anim calcmode="lin" valueType="num">
                                          <p:cBhvr>
                                            <p:cTn id="78" dur="750" fill="hold"/>
                                            <p:tgtEl>
                                              <p:spTgt spid="81"/>
                                            </p:tgtEl>
                                            <p:attrNameLst>
                                              <p:attrName>ppt_w</p:attrName>
                                            </p:attrNameLst>
                                          </p:cBhvr>
                                          <p:tavLst>
                                            <p:tav tm="0">
                                              <p:val>
                                                <p:fltVal val="0"/>
                                              </p:val>
                                            </p:tav>
                                            <p:tav tm="100000">
                                              <p:val>
                                                <p:strVal val="#ppt_w"/>
                                              </p:val>
                                            </p:tav>
                                          </p:tavLst>
                                        </p:anim>
                                        <p:anim calcmode="lin" valueType="num">
                                          <p:cBhvr>
                                            <p:cTn id="79" dur="750" fill="hold"/>
                                            <p:tgtEl>
                                              <p:spTgt spid="81"/>
                                            </p:tgtEl>
                                            <p:attrNameLst>
                                              <p:attrName>ppt_h</p:attrName>
                                            </p:attrNameLst>
                                          </p:cBhvr>
                                          <p:tavLst>
                                            <p:tav tm="0">
                                              <p:val>
                                                <p:fltVal val="0"/>
                                              </p:val>
                                            </p:tav>
                                            <p:tav tm="100000">
                                              <p:val>
                                                <p:strVal val="#ppt_h"/>
                                              </p:val>
                                            </p:tav>
                                          </p:tavLst>
                                        </p:anim>
                                        <p:animEffect transition="in" filter="fade">
                                          <p:cBhvr>
                                            <p:cTn id="80" dur="750"/>
                                            <p:tgtEl>
                                              <p:spTgt spid="81"/>
                                            </p:tgtEl>
                                          </p:cBhvr>
                                        </p:animEffect>
                                      </p:childTnLst>
                                    </p:cTn>
                                  </p:par>
                                  <p:par>
                                    <p:cTn id="81" presetID="53" presetClass="entr" presetSubtype="16" fill="hold" grpId="0" nodeType="withEffect">
                                      <p:stCondLst>
                                        <p:cond delay="1000"/>
                                      </p:stCondLst>
                                      <p:childTnLst>
                                        <p:set>
                                          <p:cBhvr>
                                            <p:cTn id="82" dur="1" fill="hold">
                                              <p:stCondLst>
                                                <p:cond delay="0"/>
                                              </p:stCondLst>
                                            </p:cTn>
                                            <p:tgtEl>
                                              <p:spTgt spid="80"/>
                                            </p:tgtEl>
                                            <p:attrNameLst>
                                              <p:attrName>style.visibility</p:attrName>
                                            </p:attrNameLst>
                                          </p:cBhvr>
                                          <p:to>
                                            <p:strVal val="visible"/>
                                          </p:to>
                                        </p:set>
                                        <p:anim calcmode="lin" valueType="num">
                                          <p:cBhvr>
                                            <p:cTn id="83" dur="750" fill="hold"/>
                                            <p:tgtEl>
                                              <p:spTgt spid="80"/>
                                            </p:tgtEl>
                                            <p:attrNameLst>
                                              <p:attrName>ppt_w</p:attrName>
                                            </p:attrNameLst>
                                          </p:cBhvr>
                                          <p:tavLst>
                                            <p:tav tm="0">
                                              <p:val>
                                                <p:fltVal val="0"/>
                                              </p:val>
                                            </p:tav>
                                            <p:tav tm="100000">
                                              <p:val>
                                                <p:strVal val="#ppt_w"/>
                                              </p:val>
                                            </p:tav>
                                          </p:tavLst>
                                        </p:anim>
                                        <p:anim calcmode="lin" valueType="num">
                                          <p:cBhvr>
                                            <p:cTn id="84" dur="750" fill="hold"/>
                                            <p:tgtEl>
                                              <p:spTgt spid="80"/>
                                            </p:tgtEl>
                                            <p:attrNameLst>
                                              <p:attrName>ppt_h</p:attrName>
                                            </p:attrNameLst>
                                          </p:cBhvr>
                                          <p:tavLst>
                                            <p:tav tm="0">
                                              <p:val>
                                                <p:fltVal val="0"/>
                                              </p:val>
                                            </p:tav>
                                            <p:tav tm="100000">
                                              <p:val>
                                                <p:strVal val="#ppt_h"/>
                                              </p:val>
                                            </p:tav>
                                          </p:tavLst>
                                        </p:anim>
                                        <p:animEffect transition="in" filter="fade">
                                          <p:cBhvr>
                                            <p:cTn id="85" dur="750"/>
                                            <p:tgtEl>
                                              <p:spTgt spid="80"/>
                                            </p:tgtEl>
                                          </p:cBhvr>
                                        </p:animEffect>
                                      </p:childTnLst>
                                    </p:cTn>
                                  </p:par>
                                  <p:par>
                                    <p:cTn id="86" presetID="53" presetClass="entr" presetSubtype="16" fill="hold" grpId="0" nodeType="withEffect">
                                      <p:stCondLst>
                                        <p:cond delay="1000"/>
                                      </p:stCondLst>
                                      <p:childTnLst>
                                        <p:set>
                                          <p:cBhvr>
                                            <p:cTn id="87" dur="1" fill="hold">
                                              <p:stCondLst>
                                                <p:cond delay="0"/>
                                              </p:stCondLst>
                                            </p:cTn>
                                            <p:tgtEl>
                                              <p:spTgt spid="76"/>
                                            </p:tgtEl>
                                            <p:attrNameLst>
                                              <p:attrName>style.visibility</p:attrName>
                                            </p:attrNameLst>
                                          </p:cBhvr>
                                          <p:to>
                                            <p:strVal val="visible"/>
                                          </p:to>
                                        </p:set>
                                        <p:anim calcmode="lin" valueType="num">
                                          <p:cBhvr>
                                            <p:cTn id="88" dur="750" fill="hold"/>
                                            <p:tgtEl>
                                              <p:spTgt spid="76"/>
                                            </p:tgtEl>
                                            <p:attrNameLst>
                                              <p:attrName>ppt_w</p:attrName>
                                            </p:attrNameLst>
                                          </p:cBhvr>
                                          <p:tavLst>
                                            <p:tav tm="0">
                                              <p:val>
                                                <p:fltVal val="0"/>
                                              </p:val>
                                            </p:tav>
                                            <p:tav tm="100000">
                                              <p:val>
                                                <p:strVal val="#ppt_w"/>
                                              </p:val>
                                            </p:tav>
                                          </p:tavLst>
                                        </p:anim>
                                        <p:anim calcmode="lin" valueType="num">
                                          <p:cBhvr>
                                            <p:cTn id="89" dur="750" fill="hold"/>
                                            <p:tgtEl>
                                              <p:spTgt spid="76"/>
                                            </p:tgtEl>
                                            <p:attrNameLst>
                                              <p:attrName>ppt_h</p:attrName>
                                            </p:attrNameLst>
                                          </p:cBhvr>
                                          <p:tavLst>
                                            <p:tav tm="0">
                                              <p:val>
                                                <p:fltVal val="0"/>
                                              </p:val>
                                            </p:tav>
                                            <p:tav tm="100000">
                                              <p:val>
                                                <p:strVal val="#ppt_h"/>
                                              </p:val>
                                            </p:tav>
                                          </p:tavLst>
                                        </p:anim>
                                        <p:animEffect transition="in" filter="fade">
                                          <p:cBhvr>
                                            <p:cTn id="90" dur="750"/>
                                            <p:tgtEl>
                                              <p:spTgt spid="76"/>
                                            </p:tgtEl>
                                          </p:cBhvr>
                                        </p:animEffect>
                                      </p:childTnLst>
                                    </p:cTn>
                                  </p:par>
                                  <p:par>
                                    <p:cTn id="91" presetID="53" presetClass="entr" presetSubtype="16" fill="hold" grpId="0" nodeType="withEffect">
                                      <p:stCondLst>
                                        <p:cond delay="1200"/>
                                      </p:stCondLst>
                                      <p:childTnLst>
                                        <p:set>
                                          <p:cBhvr>
                                            <p:cTn id="92" dur="1" fill="hold">
                                              <p:stCondLst>
                                                <p:cond delay="0"/>
                                              </p:stCondLst>
                                            </p:cTn>
                                            <p:tgtEl>
                                              <p:spTgt spid="79"/>
                                            </p:tgtEl>
                                            <p:attrNameLst>
                                              <p:attrName>style.visibility</p:attrName>
                                            </p:attrNameLst>
                                          </p:cBhvr>
                                          <p:to>
                                            <p:strVal val="visible"/>
                                          </p:to>
                                        </p:set>
                                        <p:anim calcmode="lin" valueType="num">
                                          <p:cBhvr>
                                            <p:cTn id="93" dur="750" fill="hold"/>
                                            <p:tgtEl>
                                              <p:spTgt spid="79"/>
                                            </p:tgtEl>
                                            <p:attrNameLst>
                                              <p:attrName>ppt_w</p:attrName>
                                            </p:attrNameLst>
                                          </p:cBhvr>
                                          <p:tavLst>
                                            <p:tav tm="0">
                                              <p:val>
                                                <p:fltVal val="0"/>
                                              </p:val>
                                            </p:tav>
                                            <p:tav tm="100000">
                                              <p:val>
                                                <p:strVal val="#ppt_w"/>
                                              </p:val>
                                            </p:tav>
                                          </p:tavLst>
                                        </p:anim>
                                        <p:anim calcmode="lin" valueType="num">
                                          <p:cBhvr>
                                            <p:cTn id="94" dur="750" fill="hold"/>
                                            <p:tgtEl>
                                              <p:spTgt spid="79"/>
                                            </p:tgtEl>
                                            <p:attrNameLst>
                                              <p:attrName>ppt_h</p:attrName>
                                            </p:attrNameLst>
                                          </p:cBhvr>
                                          <p:tavLst>
                                            <p:tav tm="0">
                                              <p:val>
                                                <p:fltVal val="0"/>
                                              </p:val>
                                            </p:tav>
                                            <p:tav tm="100000">
                                              <p:val>
                                                <p:strVal val="#ppt_h"/>
                                              </p:val>
                                            </p:tav>
                                          </p:tavLst>
                                        </p:anim>
                                        <p:animEffect transition="in" filter="fade">
                                          <p:cBhvr>
                                            <p:cTn id="95" dur="750"/>
                                            <p:tgtEl>
                                              <p:spTgt spid="79"/>
                                            </p:tgtEl>
                                          </p:cBhvr>
                                        </p:animEffect>
                                      </p:childTnLst>
                                    </p:cTn>
                                  </p:par>
                                  <p:par>
                                    <p:cTn id="96" presetID="53" presetClass="entr" presetSubtype="16" fill="hold" grpId="0" nodeType="withEffect">
                                      <p:stCondLst>
                                        <p:cond delay="1200"/>
                                      </p:stCondLst>
                                      <p:childTnLst>
                                        <p:set>
                                          <p:cBhvr>
                                            <p:cTn id="97" dur="1" fill="hold">
                                              <p:stCondLst>
                                                <p:cond delay="0"/>
                                              </p:stCondLst>
                                            </p:cTn>
                                            <p:tgtEl>
                                              <p:spTgt spid="74"/>
                                            </p:tgtEl>
                                            <p:attrNameLst>
                                              <p:attrName>style.visibility</p:attrName>
                                            </p:attrNameLst>
                                          </p:cBhvr>
                                          <p:to>
                                            <p:strVal val="visible"/>
                                          </p:to>
                                        </p:set>
                                        <p:anim calcmode="lin" valueType="num">
                                          <p:cBhvr>
                                            <p:cTn id="98" dur="750" fill="hold"/>
                                            <p:tgtEl>
                                              <p:spTgt spid="74"/>
                                            </p:tgtEl>
                                            <p:attrNameLst>
                                              <p:attrName>ppt_w</p:attrName>
                                            </p:attrNameLst>
                                          </p:cBhvr>
                                          <p:tavLst>
                                            <p:tav tm="0">
                                              <p:val>
                                                <p:fltVal val="0"/>
                                              </p:val>
                                            </p:tav>
                                            <p:tav tm="100000">
                                              <p:val>
                                                <p:strVal val="#ppt_w"/>
                                              </p:val>
                                            </p:tav>
                                          </p:tavLst>
                                        </p:anim>
                                        <p:anim calcmode="lin" valueType="num">
                                          <p:cBhvr>
                                            <p:cTn id="99" dur="750" fill="hold"/>
                                            <p:tgtEl>
                                              <p:spTgt spid="74"/>
                                            </p:tgtEl>
                                            <p:attrNameLst>
                                              <p:attrName>ppt_h</p:attrName>
                                            </p:attrNameLst>
                                          </p:cBhvr>
                                          <p:tavLst>
                                            <p:tav tm="0">
                                              <p:val>
                                                <p:fltVal val="0"/>
                                              </p:val>
                                            </p:tav>
                                            <p:tav tm="100000">
                                              <p:val>
                                                <p:strVal val="#ppt_h"/>
                                              </p:val>
                                            </p:tav>
                                          </p:tavLst>
                                        </p:anim>
                                        <p:animEffect transition="in" filter="fade">
                                          <p:cBhvr>
                                            <p:cTn id="100" dur="75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4" grpId="0"/>
          <p:bldP spid="65" grpId="0"/>
          <p:bldP spid="66" grpId="0"/>
          <p:bldP spid="67" grpId="0" animBg="1"/>
          <p:bldP spid="74" grpId="0" animBg="1"/>
          <p:bldP spid="75" grpId="0" animBg="1"/>
          <p:bldP spid="76" grpId="0" animBg="1"/>
          <p:bldP spid="77" grpId="0"/>
          <p:bldP spid="78" grpId="0"/>
          <p:bldP spid="79" grpId="0"/>
          <p:bldP spid="80" grpId="0"/>
          <p:bldP spid="8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750" fill="hold"/>
                                            <p:tgtEl>
                                              <p:spTgt spid="16"/>
                                            </p:tgtEl>
                                            <p:attrNameLst>
                                              <p:attrName>ppt_w</p:attrName>
                                            </p:attrNameLst>
                                          </p:cBhvr>
                                          <p:tavLst>
                                            <p:tav tm="0">
                                              <p:val>
                                                <p:fltVal val="0"/>
                                              </p:val>
                                            </p:tav>
                                            <p:tav tm="100000">
                                              <p:val>
                                                <p:strVal val="#ppt_w"/>
                                              </p:val>
                                            </p:tav>
                                          </p:tavLst>
                                        </p:anim>
                                        <p:anim calcmode="lin" valueType="num">
                                          <p:cBhvr>
                                            <p:cTn id="8" dur="750" fill="hold"/>
                                            <p:tgtEl>
                                              <p:spTgt spid="16"/>
                                            </p:tgtEl>
                                            <p:attrNameLst>
                                              <p:attrName>ppt_h</p:attrName>
                                            </p:attrNameLst>
                                          </p:cBhvr>
                                          <p:tavLst>
                                            <p:tav tm="0">
                                              <p:val>
                                                <p:fltVal val="0"/>
                                              </p:val>
                                            </p:tav>
                                            <p:tav tm="100000">
                                              <p:val>
                                                <p:strVal val="#ppt_h"/>
                                              </p:val>
                                            </p:tav>
                                          </p:tavLst>
                                        </p:anim>
                                        <p:animEffect transition="in" filter="fade">
                                          <p:cBhvr>
                                            <p:cTn id="9" dur="750"/>
                                            <p:tgtEl>
                                              <p:spTgt spid="16"/>
                                            </p:tgtEl>
                                          </p:cBhvr>
                                        </p:animEffect>
                                      </p:childTnLst>
                                    </p:cTn>
                                  </p:par>
                                  <p:par>
                                    <p:cTn id="10" presetID="2" presetClass="entr" presetSubtype="8" fill="hold" nodeType="withEffect">
                                      <p:stCondLst>
                                        <p:cond delay="250"/>
                                      </p:stCondLst>
                                      <p:childTnLst>
                                        <p:set>
                                          <p:cBhvr>
                                            <p:cTn id="11" dur="1" fill="hold">
                                              <p:stCondLst>
                                                <p:cond delay="0"/>
                                              </p:stCondLst>
                                            </p:cTn>
                                            <p:tgtEl>
                                              <p:spTgt spid="42"/>
                                            </p:tgtEl>
                                            <p:attrNameLst>
                                              <p:attrName>style.visibility</p:attrName>
                                            </p:attrNameLst>
                                          </p:cBhvr>
                                          <p:to>
                                            <p:strVal val="visible"/>
                                          </p:to>
                                        </p:set>
                                        <p:anim calcmode="lin" valueType="num">
                                          <p:cBhvr additive="base">
                                            <p:cTn id="12" dur="1000" fill="hold"/>
                                            <p:tgtEl>
                                              <p:spTgt spid="42"/>
                                            </p:tgtEl>
                                            <p:attrNameLst>
                                              <p:attrName>ppt_x</p:attrName>
                                            </p:attrNameLst>
                                          </p:cBhvr>
                                          <p:tavLst>
                                            <p:tav tm="0">
                                              <p:val>
                                                <p:strVal val="0-#ppt_w/2"/>
                                              </p:val>
                                            </p:tav>
                                            <p:tav tm="100000">
                                              <p:val>
                                                <p:strVal val="#ppt_x"/>
                                              </p:val>
                                            </p:tav>
                                          </p:tavLst>
                                        </p:anim>
                                        <p:anim calcmode="lin" valueType="num">
                                          <p:cBhvr additive="base">
                                            <p:cTn id="13" dur="1000" fill="hold"/>
                                            <p:tgtEl>
                                              <p:spTgt spid="42"/>
                                            </p:tgtEl>
                                            <p:attrNameLst>
                                              <p:attrName>ppt_y</p:attrName>
                                            </p:attrNameLst>
                                          </p:cBhvr>
                                          <p:tavLst>
                                            <p:tav tm="0">
                                              <p:val>
                                                <p:strVal val="#ppt_y"/>
                                              </p:val>
                                            </p:tav>
                                            <p:tav tm="100000">
                                              <p:val>
                                                <p:strVal val="#ppt_y"/>
                                              </p:val>
                                            </p:tav>
                                          </p:tavLst>
                                        </p:anim>
                                      </p:childTnLst>
                                    </p:cTn>
                                  </p:par>
                                  <p:par>
                                    <p:cTn id="14" presetID="2" presetClass="entr" presetSubtype="8" fill="hold" nodeType="withEffect">
                                      <p:stCondLst>
                                        <p:cond delay="500"/>
                                      </p:stCondLst>
                                      <p:childTnLst>
                                        <p:set>
                                          <p:cBhvr>
                                            <p:cTn id="15" dur="1" fill="hold">
                                              <p:stCondLst>
                                                <p:cond delay="0"/>
                                              </p:stCondLst>
                                            </p:cTn>
                                            <p:tgtEl>
                                              <p:spTgt spid="32"/>
                                            </p:tgtEl>
                                            <p:attrNameLst>
                                              <p:attrName>style.visibility</p:attrName>
                                            </p:attrNameLst>
                                          </p:cBhvr>
                                          <p:to>
                                            <p:strVal val="visible"/>
                                          </p:to>
                                        </p:set>
                                        <p:anim calcmode="lin" valueType="num">
                                          <p:cBhvr additive="base">
                                            <p:cTn id="16" dur="1000" fill="hold"/>
                                            <p:tgtEl>
                                              <p:spTgt spid="32"/>
                                            </p:tgtEl>
                                            <p:attrNameLst>
                                              <p:attrName>ppt_x</p:attrName>
                                            </p:attrNameLst>
                                          </p:cBhvr>
                                          <p:tavLst>
                                            <p:tav tm="0">
                                              <p:val>
                                                <p:strVal val="0-#ppt_w/2"/>
                                              </p:val>
                                            </p:tav>
                                            <p:tav tm="100000">
                                              <p:val>
                                                <p:strVal val="#ppt_x"/>
                                              </p:val>
                                            </p:tav>
                                          </p:tavLst>
                                        </p:anim>
                                        <p:anim calcmode="lin" valueType="num">
                                          <p:cBhvr additive="base">
                                            <p:cTn id="17" dur="1000" fill="hold"/>
                                            <p:tgtEl>
                                              <p:spTgt spid="32"/>
                                            </p:tgtEl>
                                            <p:attrNameLst>
                                              <p:attrName>ppt_y</p:attrName>
                                            </p:attrNameLst>
                                          </p:cBhvr>
                                          <p:tavLst>
                                            <p:tav tm="0">
                                              <p:val>
                                                <p:strVal val="#ppt_y"/>
                                              </p:val>
                                            </p:tav>
                                            <p:tav tm="100000">
                                              <p:val>
                                                <p:strVal val="#ppt_y"/>
                                              </p:val>
                                            </p:tav>
                                          </p:tavLst>
                                        </p:anim>
                                      </p:childTnLst>
                                    </p:cTn>
                                  </p:par>
                                  <p:par>
                                    <p:cTn id="18" presetID="2" presetClass="entr" presetSubtype="8" fill="hold" nodeType="withEffect">
                                      <p:stCondLst>
                                        <p:cond delay="750"/>
                                      </p:stCondLst>
                                      <p:childTnLst>
                                        <p:set>
                                          <p:cBhvr>
                                            <p:cTn id="19" dur="1" fill="hold">
                                              <p:stCondLst>
                                                <p:cond delay="0"/>
                                              </p:stCondLst>
                                            </p:cTn>
                                            <p:tgtEl>
                                              <p:spTgt spid="22"/>
                                            </p:tgtEl>
                                            <p:attrNameLst>
                                              <p:attrName>style.visibility</p:attrName>
                                            </p:attrNameLst>
                                          </p:cBhvr>
                                          <p:to>
                                            <p:strVal val="visible"/>
                                          </p:to>
                                        </p:set>
                                        <p:anim calcmode="lin" valueType="num">
                                          <p:cBhvr additive="base">
                                            <p:cTn id="20" dur="1000" fill="hold"/>
                                            <p:tgtEl>
                                              <p:spTgt spid="22"/>
                                            </p:tgtEl>
                                            <p:attrNameLst>
                                              <p:attrName>ppt_x</p:attrName>
                                            </p:attrNameLst>
                                          </p:cBhvr>
                                          <p:tavLst>
                                            <p:tav tm="0">
                                              <p:val>
                                                <p:strVal val="0-#ppt_w/2"/>
                                              </p:val>
                                            </p:tav>
                                            <p:tav tm="100000">
                                              <p:val>
                                                <p:strVal val="#ppt_x"/>
                                              </p:val>
                                            </p:tav>
                                          </p:tavLst>
                                        </p:anim>
                                        <p:anim calcmode="lin" valueType="num">
                                          <p:cBhvr additive="base">
                                            <p:cTn id="21" dur="1000" fill="hold"/>
                                            <p:tgtEl>
                                              <p:spTgt spid="22"/>
                                            </p:tgtEl>
                                            <p:attrNameLst>
                                              <p:attrName>ppt_y</p:attrName>
                                            </p:attrNameLst>
                                          </p:cBhvr>
                                          <p:tavLst>
                                            <p:tav tm="0">
                                              <p:val>
                                                <p:strVal val="#ppt_y"/>
                                              </p:val>
                                            </p:tav>
                                            <p:tav tm="100000">
                                              <p:val>
                                                <p:strVal val="#ppt_y"/>
                                              </p:val>
                                            </p:tav>
                                          </p:tavLst>
                                        </p:anim>
                                      </p:childTnLst>
                                    </p:cTn>
                                  </p:par>
                                  <p:par>
                                    <p:cTn id="22" presetID="2" presetClass="entr" presetSubtype="8" fill="hold" nodeType="withEffect">
                                      <p:stCondLst>
                                        <p:cond delay="1000"/>
                                      </p:stCondLst>
                                      <p:childTnLst>
                                        <p:set>
                                          <p:cBhvr>
                                            <p:cTn id="23" dur="1" fill="hold">
                                              <p:stCondLst>
                                                <p:cond delay="0"/>
                                              </p:stCondLst>
                                            </p:cTn>
                                            <p:tgtEl>
                                              <p:spTgt spid="19"/>
                                            </p:tgtEl>
                                            <p:attrNameLst>
                                              <p:attrName>style.visibility</p:attrName>
                                            </p:attrNameLst>
                                          </p:cBhvr>
                                          <p:to>
                                            <p:strVal val="visible"/>
                                          </p:to>
                                        </p:set>
                                        <p:anim calcmode="lin" valueType="num">
                                          <p:cBhvr additive="base">
                                            <p:cTn id="24" dur="1000" fill="hold"/>
                                            <p:tgtEl>
                                              <p:spTgt spid="19"/>
                                            </p:tgtEl>
                                            <p:attrNameLst>
                                              <p:attrName>ppt_x</p:attrName>
                                            </p:attrNameLst>
                                          </p:cBhvr>
                                          <p:tavLst>
                                            <p:tav tm="0">
                                              <p:val>
                                                <p:strVal val="0-#ppt_w/2"/>
                                              </p:val>
                                            </p:tav>
                                            <p:tav tm="100000">
                                              <p:val>
                                                <p:strVal val="#ppt_x"/>
                                              </p:val>
                                            </p:tav>
                                          </p:tavLst>
                                        </p:anim>
                                        <p:anim calcmode="lin" valueType="num">
                                          <p:cBhvr additive="base">
                                            <p:cTn id="25" dur="1000" fill="hold"/>
                                            <p:tgtEl>
                                              <p:spTgt spid="19"/>
                                            </p:tgtEl>
                                            <p:attrNameLst>
                                              <p:attrName>ppt_y</p:attrName>
                                            </p:attrNameLst>
                                          </p:cBhvr>
                                          <p:tavLst>
                                            <p:tav tm="0">
                                              <p:val>
                                                <p:strVal val="#ppt_y"/>
                                              </p:val>
                                            </p:tav>
                                            <p:tav tm="100000">
                                              <p:val>
                                                <p:strVal val="#ppt_y"/>
                                              </p:val>
                                            </p:tav>
                                          </p:tavLst>
                                        </p:anim>
                                      </p:childTnLst>
                                    </p:cTn>
                                  </p:par>
                                  <p:par>
                                    <p:cTn id="26" presetID="53" presetClass="entr" presetSubtype="16" fill="hold" grpId="0" nodeType="withEffect">
                                      <p:stCondLst>
                                        <p:cond delay="250"/>
                                      </p:stCondLst>
                                      <p:childTnLst>
                                        <p:set>
                                          <p:cBhvr>
                                            <p:cTn id="27" dur="1" fill="hold">
                                              <p:stCondLst>
                                                <p:cond delay="0"/>
                                              </p:stCondLst>
                                            </p:cTn>
                                            <p:tgtEl>
                                              <p:spTgt spid="62"/>
                                            </p:tgtEl>
                                            <p:attrNameLst>
                                              <p:attrName>style.visibility</p:attrName>
                                            </p:attrNameLst>
                                          </p:cBhvr>
                                          <p:to>
                                            <p:strVal val="visible"/>
                                          </p:to>
                                        </p:set>
                                        <p:anim calcmode="lin" valueType="num">
                                          <p:cBhvr>
                                            <p:cTn id="28" dur="750" fill="hold"/>
                                            <p:tgtEl>
                                              <p:spTgt spid="62"/>
                                            </p:tgtEl>
                                            <p:attrNameLst>
                                              <p:attrName>ppt_w</p:attrName>
                                            </p:attrNameLst>
                                          </p:cBhvr>
                                          <p:tavLst>
                                            <p:tav tm="0">
                                              <p:val>
                                                <p:fltVal val="0"/>
                                              </p:val>
                                            </p:tav>
                                            <p:tav tm="100000">
                                              <p:val>
                                                <p:strVal val="#ppt_w"/>
                                              </p:val>
                                            </p:tav>
                                          </p:tavLst>
                                        </p:anim>
                                        <p:anim calcmode="lin" valueType="num">
                                          <p:cBhvr>
                                            <p:cTn id="29" dur="750" fill="hold"/>
                                            <p:tgtEl>
                                              <p:spTgt spid="62"/>
                                            </p:tgtEl>
                                            <p:attrNameLst>
                                              <p:attrName>ppt_h</p:attrName>
                                            </p:attrNameLst>
                                          </p:cBhvr>
                                          <p:tavLst>
                                            <p:tav tm="0">
                                              <p:val>
                                                <p:fltVal val="0"/>
                                              </p:val>
                                            </p:tav>
                                            <p:tav tm="100000">
                                              <p:val>
                                                <p:strVal val="#ppt_h"/>
                                              </p:val>
                                            </p:tav>
                                          </p:tavLst>
                                        </p:anim>
                                        <p:animEffect transition="in" filter="fade">
                                          <p:cBhvr>
                                            <p:cTn id="30" dur="750"/>
                                            <p:tgtEl>
                                              <p:spTgt spid="62"/>
                                            </p:tgtEl>
                                          </p:cBhvr>
                                        </p:animEffect>
                                      </p:childTnLst>
                                    </p:cTn>
                                  </p:par>
                                  <p:par>
                                    <p:cTn id="31" presetID="53" presetClass="entr" presetSubtype="16" fill="hold" grpId="0" nodeType="withEffect">
                                      <p:stCondLst>
                                        <p:cond delay="500"/>
                                      </p:stCondLst>
                                      <p:childTnLst>
                                        <p:set>
                                          <p:cBhvr>
                                            <p:cTn id="32" dur="1" fill="hold">
                                              <p:stCondLst>
                                                <p:cond delay="0"/>
                                              </p:stCondLst>
                                            </p:cTn>
                                            <p:tgtEl>
                                              <p:spTgt spid="63"/>
                                            </p:tgtEl>
                                            <p:attrNameLst>
                                              <p:attrName>style.visibility</p:attrName>
                                            </p:attrNameLst>
                                          </p:cBhvr>
                                          <p:to>
                                            <p:strVal val="visible"/>
                                          </p:to>
                                        </p:set>
                                        <p:anim calcmode="lin" valueType="num">
                                          <p:cBhvr>
                                            <p:cTn id="33" dur="750" fill="hold"/>
                                            <p:tgtEl>
                                              <p:spTgt spid="63"/>
                                            </p:tgtEl>
                                            <p:attrNameLst>
                                              <p:attrName>ppt_w</p:attrName>
                                            </p:attrNameLst>
                                          </p:cBhvr>
                                          <p:tavLst>
                                            <p:tav tm="0">
                                              <p:val>
                                                <p:fltVal val="0"/>
                                              </p:val>
                                            </p:tav>
                                            <p:tav tm="100000">
                                              <p:val>
                                                <p:strVal val="#ppt_w"/>
                                              </p:val>
                                            </p:tav>
                                          </p:tavLst>
                                        </p:anim>
                                        <p:anim calcmode="lin" valueType="num">
                                          <p:cBhvr>
                                            <p:cTn id="34" dur="750" fill="hold"/>
                                            <p:tgtEl>
                                              <p:spTgt spid="63"/>
                                            </p:tgtEl>
                                            <p:attrNameLst>
                                              <p:attrName>ppt_h</p:attrName>
                                            </p:attrNameLst>
                                          </p:cBhvr>
                                          <p:tavLst>
                                            <p:tav tm="0">
                                              <p:val>
                                                <p:fltVal val="0"/>
                                              </p:val>
                                            </p:tav>
                                            <p:tav tm="100000">
                                              <p:val>
                                                <p:strVal val="#ppt_h"/>
                                              </p:val>
                                            </p:tav>
                                          </p:tavLst>
                                        </p:anim>
                                        <p:animEffect transition="in" filter="fade">
                                          <p:cBhvr>
                                            <p:cTn id="35" dur="750"/>
                                            <p:tgtEl>
                                              <p:spTgt spid="63"/>
                                            </p:tgtEl>
                                          </p:cBhvr>
                                        </p:animEffect>
                                      </p:childTnLst>
                                    </p:cTn>
                                  </p:par>
                                  <p:par>
                                    <p:cTn id="36" presetID="53" presetClass="entr" presetSubtype="16" fill="hold" grpId="0" nodeType="withEffect">
                                      <p:stCondLst>
                                        <p:cond delay="750"/>
                                      </p:stCondLst>
                                      <p:childTnLst>
                                        <p:set>
                                          <p:cBhvr>
                                            <p:cTn id="37" dur="1" fill="hold">
                                              <p:stCondLst>
                                                <p:cond delay="0"/>
                                              </p:stCondLst>
                                            </p:cTn>
                                            <p:tgtEl>
                                              <p:spTgt spid="64"/>
                                            </p:tgtEl>
                                            <p:attrNameLst>
                                              <p:attrName>style.visibility</p:attrName>
                                            </p:attrNameLst>
                                          </p:cBhvr>
                                          <p:to>
                                            <p:strVal val="visible"/>
                                          </p:to>
                                        </p:set>
                                        <p:anim calcmode="lin" valueType="num">
                                          <p:cBhvr>
                                            <p:cTn id="38" dur="750" fill="hold"/>
                                            <p:tgtEl>
                                              <p:spTgt spid="64"/>
                                            </p:tgtEl>
                                            <p:attrNameLst>
                                              <p:attrName>ppt_w</p:attrName>
                                            </p:attrNameLst>
                                          </p:cBhvr>
                                          <p:tavLst>
                                            <p:tav tm="0">
                                              <p:val>
                                                <p:fltVal val="0"/>
                                              </p:val>
                                            </p:tav>
                                            <p:tav tm="100000">
                                              <p:val>
                                                <p:strVal val="#ppt_w"/>
                                              </p:val>
                                            </p:tav>
                                          </p:tavLst>
                                        </p:anim>
                                        <p:anim calcmode="lin" valueType="num">
                                          <p:cBhvr>
                                            <p:cTn id="39" dur="750" fill="hold"/>
                                            <p:tgtEl>
                                              <p:spTgt spid="64"/>
                                            </p:tgtEl>
                                            <p:attrNameLst>
                                              <p:attrName>ppt_h</p:attrName>
                                            </p:attrNameLst>
                                          </p:cBhvr>
                                          <p:tavLst>
                                            <p:tav tm="0">
                                              <p:val>
                                                <p:fltVal val="0"/>
                                              </p:val>
                                            </p:tav>
                                            <p:tav tm="100000">
                                              <p:val>
                                                <p:strVal val="#ppt_h"/>
                                              </p:val>
                                            </p:tav>
                                          </p:tavLst>
                                        </p:anim>
                                        <p:animEffect transition="in" filter="fade">
                                          <p:cBhvr>
                                            <p:cTn id="40" dur="750"/>
                                            <p:tgtEl>
                                              <p:spTgt spid="64"/>
                                            </p:tgtEl>
                                          </p:cBhvr>
                                        </p:animEffect>
                                      </p:childTnLst>
                                    </p:cTn>
                                  </p:par>
                                  <p:par>
                                    <p:cTn id="41" presetID="53" presetClass="entr" presetSubtype="16" fill="hold" grpId="0" nodeType="withEffect">
                                      <p:stCondLst>
                                        <p:cond delay="1000"/>
                                      </p:stCondLst>
                                      <p:childTnLst>
                                        <p:set>
                                          <p:cBhvr>
                                            <p:cTn id="42" dur="1" fill="hold">
                                              <p:stCondLst>
                                                <p:cond delay="0"/>
                                              </p:stCondLst>
                                            </p:cTn>
                                            <p:tgtEl>
                                              <p:spTgt spid="65"/>
                                            </p:tgtEl>
                                            <p:attrNameLst>
                                              <p:attrName>style.visibility</p:attrName>
                                            </p:attrNameLst>
                                          </p:cBhvr>
                                          <p:to>
                                            <p:strVal val="visible"/>
                                          </p:to>
                                        </p:set>
                                        <p:anim calcmode="lin" valueType="num">
                                          <p:cBhvr>
                                            <p:cTn id="43" dur="750" fill="hold"/>
                                            <p:tgtEl>
                                              <p:spTgt spid="65"/>
                                            </p:tgtEl>
                                            <p:attrNameLst>
                                              <p:attrName>ppt_w</p:attrName>
                                            </p:attrNameLst>
                                          </p:cBhvr>
                                          <p:tavLst>
                                            <p:tav tm="0">
                                              <p:val>
                                                <p:fltVal val="0"/>
                                              </p:val>
                                            </p:tav>
                                            <p:tav tm="100000">
                                              <p:val>
                                                <p:strVal val="#ppt_w"/>
                                              </p:val>
                                            </p:tav>
                                          </p:tavLst>
                                        </p:anim>
                                        <p:anim calcmode="lin" valueType="num">
                                          <p:cBhvr>
                                            <p:cTn id="44" dur="750" fill="hold"/>
                                            <p:tgtEl>
                                              <p:spTgt spid="65"/>
                                            </p:tgtEl>
                                            <p:attrNameLst>
                                              <p:attrName>ppt_h</p:attrName>
                                            </p:attrNameLst>
                                          </p:cBhvr>
                                          <p:tavLst>
                                            <p:tav tm="0">
                                              <p:val>
                                                <p:fltVal val="0"/>
                                              </p:val>
                                            </p:tav>
                                            <p:tav tm="100000">
                                              <p:val>
                                                <p:strVal val="#ppt_h"/>
                                              </p:val>
                                            </p:tav>
                                          </p:tavLst>
                                        </p:anim>
                                        <p:animEffect transition="in" filter="fade">
                                          <p:cBhvr>
                                            <p:cTn id="45" dur="750"/>
                                            <p:tgtEl>
                                              <p:spTgt spid="65"/>
                                            </p:tgtEl>
                                          </p:cBhvr>
                                        </p:animEffect>
                                      </p:childTnLst>
                                    </p:cTn>
                                  </p:par>
                                  <p:par>
                                    <p:cTn id="46" presetID="53" presetClass="entr" presetSubtype="16" fill="hold" grpId="0" nodeType="withEffect">
                                      <p:stCondLst>
                                        <p:cond delay="1250"/>
                                      </p:stCondLst>
                                      <p:childTnLst>
                                        <p:set>
                                          <p:cBhvr>
                                            <p:cTn id="47" dur="1" fill="hold">
                                              <p:stCondLst>
                                                <p:cond delay="0"/>
                                              </p:stCondLst>
                                            </p:cTn>
                                            <p:tgtEl>
                                              <p:spTgt spid="66"/>
                                            </p:tgtEl>
                                            <p:attrNameLst>
                                              <p:attrName>style.visibility</p:attrName>
                                            </p:attrNameLst>
                                          </p:cBhvr>
                                          <p:to>
                                            <p:strVal val="visible"/>
                                          </p:to>
                                        </p:set>
                                        <p:anim calcmode="lin" valueType="num">
                                          <p:cBhvr>
                                            <p:cTn id="48" dur="750" fill="hold"/>
                                            <p:tgtEl>
                                              <p:spTgt spid="66"/>
                                            </p:tgtEl>
                                            <p:attrNameLst>
                                              <p:attrName>ppt_w</p:attrName>
                                            </p:attrNameLst>
                                          </p:cBhvr>
                                          <p:tavLst>
                                            <p:tav tm="0">
                                              <p:val>
                                                <p:fltVal val="0"/>
                                              </p:val>
                                            </p:tav>
                                            <p:tav tm="100000">
                                              <p:val>
                                                <p:strVal val="#ppt_w"/>
                                              </p:val>
                                            </p:tav>
                                          </p:tavLst>
                                        </p:anim>
                                        <p:anim calcmode="lin" valueType="num">
                                          <p:cBhvr>
                                            <p:cTn id="49" dur="750" fill="hold"/>
                                            <p:tgtEl>
                                              <p:spTgt spid="66"/>
                                            </p:tgtEl>
                                            <p:attrNameLst>
                                              <p:attrName>ppt_h</p:attrName>
                                            </p:attrNameLst>
                                          </p:cBhvr>
                                          <p:tavLst>
                                            <p:tav tm="0">
                                              <p:val>
                                                <p:fltVal val="0"/>
                                              </p:val>
                                            </p:tav>
                                            <p:tav tm="100000">
                                              <p:val>
                                                <p:strVal val="#ppt_h"/>
                                              </p:val>
                                            </p:tav>
                                          </p:tavLst>
                                        </p:anim>
                                        <p:animEffect transition="in" filter="fade">
                                          <p:cBhvr>
                                            <p:cTn id="50" dur="750"/>
                                            <p:tgtEl>
                                              <p:spTgt spid="66"/>
                                            </p:tgtEl>
                                          </p:cBhvr>
                                        </p:animEffect>
                                      </p:childTnLst>
                                    </p:cTn>
                                  </p:par>
                                  <p:par>
                                    <p:cTn id="51" presetID="53" presetClass="entr" presetSubtype="16" fill="hold" grpId="0" nodeType="withEffect">
                                      <p:stCondLst>
                                        <p:cond delay="400"/>
                                      </p:stCondLst>
                                      <p:childTnLst>
                                        <p:set>
                                          <p:cBhvr>
                                            <p:cTn id="52" dur="1" fill="hold">
                                              <p:stCondLst>
                                                <p:cond delay="0"/>
                                              </p:stCondLst>
                                            </p:cTn>
                                            <p:tgtEl>
                                              <p:spTgt spid="67"/>
                                            </p:tgtEl>
                                            <p:attrNameLst>
                                              <p:attrName>style.visibility</p:attrName>
                                            </p:attrNameLst>
                                          </p:cBhvr>
                                          <p:to>
                                            <p:strVal val="visible"/>
                                          </p:to>
                                        </p:set>
                                        <p:anim calcmode="lin" valueType="num">
                                          <p:cBhvr>
                                            <p:cTn id="53" dur="750" fill="hold"/>
                                            <p:tgtEl>
                                              <p:spTgt spid="67"/>
                                            </p:tgtEl>
                                            <p:attrNameLst>
                                              <p:attrName>ppt_w</p:attrName>
                                            </p:attrNameLst>
                                          </p:cBhvr>
                                          <p:tavLst>
                                            <p:tav tm="0">
                                              <p:val>
                                                <p:fltVal val="0"/>
                                              </p:val>
                                            </p:tav>
                                            <p:tav tm="100000">
                                              <p:val>
                                                <p:strVal val="#ppt_w"/>
                                              </p:val>
                                            </p:tav>
                                          </p:tavLst>
                                        </p:anim>
                                        <p:anim calcmode="lin" valueType="num">
                                          <p:cBhvr>
                                            <p:cTn id="54" dur="750" fill="hold"/>
                                            <p:tgtEl>
                                              <p:spTgt spid="67"/>
                                            </p:tgtEl>
                                            <p:attrNameLst>
                                              <p:attrName>ppt_h</p:attrName>
                                            </p:attrNameLst>
                                          </p:cBhvr>
                                          <p:tavLst>
                                            <p:tav tm="0">
                                              <p:val>
                                                <p:fltVal val="0"/>
                                              </p:val>
                                            </p:tav>
                                            <p:tav tm="100000">
                                              <p:val>
                                                <p:strVal val="#ppt_h"/>
                                              </p:val>
                                            </p:tav>
                                          </p:tavLst>
                                        </p:anim>
                                        <p:animEffect transition="in" filter="fade">
                                          <p:cBhvr>
                                            <p:cTn id="55" dur="750"/>
                                            <p:tgtEl>
                                              <p:spTgt spid="67"/>
                                            </p:tgtEl>
                                          </p:cBhvr>
                                        </p:animEffect>
                                      </p:childTnLst>
                                    </p:cTn>
                                  </p:par>
                                  <p:par>
                                    <p:cTn id="56" presetID="53" presetClass="entr" presetSubtype="16" fill="hold" grpId="0" nodeType="withEffect">
                                      <p:stCondLst>
                                        <p:cond delay="400"/>
                                      </p:stCondLst>
                                      <p:childTnLst>
                                        <p:set>
                                          <p:cBhvr>
                                            <p:cTn id="57" dur="1" fill="hold">
                                              <p:stCondLst>
                                                <p:cond delay="0"/>
                                              </p:stCondLst>
                                            </p:cTn>
                                            <p:tgtEl>
                                              <p:spTgt spid="77"/>
                                            </p:tgtEl>
                                            <p:attrNameLst>
                                              <p:attrName>style.visibility</p:attrName>
                                            </p:attrNameLst>
                                          </p:cBhvr>
                                          <p:to>
                                            <p:strVal val="visible"/>
                                          </p:to>
                                        </p:set>
                                        <p:anim calcmode="lin" valueType="num">
                                          <p:cBhvr>
                                            <p:cTn id="58" dur="750" fill="hold"/>
                                            <p:tgtEl>
                                              <p:spTgt spid="77"/>
                                            </p:tgtEl>
                                            <p:attrNameLst>
                                              <p:attrName>ppt_w</p:attrName>
                                            </p:attrNameLst>
                                          </p:cBhvr>
                                          <p:tavLst>
                                            <p:tav tm="0">
                                              <p:val>
                                                <p:fltVal val="0"/>
                                              </p:val>
                                            </p:tav>
                                            <p:tav tm="100000">
                                              <p:val>
                                                <p:strVal val="#ppt_w"/>
                                              </p:val>
                                            </p:tav>
                                          </p:tavLst>
                                        </p:anim>
                                        <p:anim calcmode="lin" valueType="num">
                                          <p:cBhvr>
                                            <p:cTn id="59" dur="750" fill="hold"/>
                                            <p:tgtEl>
                                              <p:spTgt spid="77"/>
                                            </p:tgtEl>
                                            <p:attrNameLst>
                                              <p:attrName>ppt_h</p:attrName>
                                            </p:attrNameLst>
                                          </p:cBhvr>
                                          <p:tavLst>
                                            <p:tav tm="0">
                                              <p:val>
                                                <p:fltVal val="0"/>
                                              </p:val>
                                            </p:tav>
                                            <p:tav tm="100000">
                                              <p:val>
                                                <p:strVal val="#ppt_h"/>
                                              </p:val>
                                            </p:tav>
                                          </p:tavLst>
                                        </p:anim>
                                        <p:animEffect transition="in" filter="fade">
                                          <p:cBhvr>
                                            <p:cTn id="60" dur="750"/>
                                            <p:tgtEl>
                                              <p:spTgt spid="77"/>
                                            </p:tgtEl>
                                          </p:cBhvr>
                                        </p:animEffect>
                                      </p:childTnLst>
                                    </p:cTn>
                                  </p:par>
                                  <p:par>
                                    <p:cTn id="61" presetID="53" presetClass="entr" presetSubtype="16" fill="hold" nodeType="withEffect">
                                      <p:stCondLst>
                                        <p:cond delay="600"/>
                                      </p:stCondLst>
                                      <p:childTnLst>
                                        <p:set>
                                          <p:cBhvr>
                                            <p:cTn id="62" dur="1" fill="hold">
                                              <p:stCondLst>
                                                <p:cond delay="0"/>
                                              </p:stCondLst>
                                            </p:cTn>
                                            <p:tgtEl>
                                              <p:spTgt spid="68"/>
                                            </p:tgtEl>
                                            <p:attrNameLst>
                                              <p:attrName>style.visibility</p:attrName>
                                            </p:attrNameLst>
                                          </p:cBhvr>
                                          <p:to>
                                            <p:strVal val="visible"/>
                                          </p:to>
                                        </p:set>
                                        <p:anim calcmode="lin" valueType="num">
                                          <p:cBhvr>
                                            <p:cTn id="63" dur="750" fill="hold"/>
                                            <p:tgtEl>
                                              <p:spTgt spid="68"/>
                                            </p:tgtEl>
                                            <p:attrNameLst>
                                              <p:attrName>ppt_w</p:attrName>
                                            </p:attrNameLst>
                                          </p:cBhvr>
                                          <p:tavLst>
                                            <p:tav tm="0">
                                              <p:val>
                                                <p:fltVal val="0"/>
                                              </p:val>
                                            </p:tav>
                                            <p:tav tm="100000">
                                              <p:val>
                                                <p:strVal val="#ppt_w"/>
                                              </p:val>
                                            </p:tav>
                                          </p:tavLst>
                                        </p:anim>
                                        <p:anim calcmode="lin" valueType="num">
                                          <p:cBhvr>
                                            <p:cTn id="64" dur="750" fill="hold"/>
                                            <p:tgtEl>
                                              <p:spTgt spid="68"/>
                                            </p:tgtEl>
                                            <p:attrNameLst>
                                              <p:attrName>ppt_h</p:attrName>
                                            </p:attrNameLst>
                                          </p:cBhvr>
                                          <p:tavLst>
                                            <p:tav tm="0">
                                              <p:val>
                                                <p:fltVal val="0"/>
                                              </p:val>
                                            </p:tav>
                                            <p:tav tm="100000">
                                              <p:val>
                                                <p:strVal val="#ppt_h"/>
                                              </p:val>
                                            </p:tav>
                                          </p:tavLst>
                                        </p:anim>
                                        <p:animEffect transition="in" filter="fade">
                                          <p:cBhvr>
                                            <p:cTn id="65" dur="750"/>
                                            <p:tgtEl>
                                              <p:spTgt spid="68"/>
                                            </p:tgtEl>
                                          </p:cBhvr>
                                        </p:animEffect>
                                      </p:childTnLst>
                                    </p:cTn>
                                  </p:par>
                                  <p:par>
                                    <p:cTn id="66" presetID="53" presetClass="entr" presetSubtype="16" fill="hold" grpId="0" nodeType="withEffect">
                                      <p:stCondLst>
                                        <p:cond delay="600"/>
                                      </p:stCondLst>
                                      <p:childTnLst>
                                        <p:set>
                                          <p:cBhvr>
                                            <p:cTn id="67" dur="1" fill="hold">
                                              <p:stCondLst>
                                                <p:cond delay="0"/>
                                              </p:stCondLst>
                                            </p:cTn>
                                            <p:tgtEl>
                                              <p:spTgt spid="78"/>
                                            </p:tgtEl>
                                            <p:attrNameLst>
                                              <p:attrName>style.visibility</p:attrName>
                                            </p:attrNameLst>
                                          </p:cBhvr>
                                          <p:to>
                                            <p:strVal val="visible"/>
                                          </p:to>
                                        </p:set>
                                        <p:anim calcmode="lin" valueType="num">
                                          <p:cBhvr>
                                            <p:cTn id="68" dur="750" fill="hold"/>
                                            <p:tgtEl>
                                              <p:spTgt spid="78"/>
                                            </p:tgtEl>
                                            <p:attrNameLst>
                                              <p:attrName>ppt_w</p:attrName>
                                            </p:attrNameLst>
                                          </p:cBhvr>
                                          <p:tavLst>
                                            <p:tav tm="0">
                                              <p:val>
                                                <p:fltVal val="0"/>
                                              </p:val>
                                            </p:tav>
                                            <p:tav tm="100000">
                                              <p:val>
                                                <p:strVal val="#ppt_w"/>
                                              </p:val>
                                            </p:tav>
                                          </p:tavLst>
                                        </p:anim>
                                        <p:anim calcmode="lin" valueType="num">
                                          <p:cBhvr>
                                            <p:cTn id="69" dur="750" fill="hold"/>
                                            <p:tgtEl>
                                              <p:spTgt spid="78"/>
                                            </p:tgtEl>
                                            <p:attrNameLst>
                                              <p:attrName>ppt_h</p:attrName>
                                            </p:attrNameLst>
                                          </p:cBhvr>
                                          <p:tavLst>
                                            <p:tav tm="0">
                                              <p:val>
                                                <p:fltVal val="0"/>
                                              </p:val>
                                            </p:tav>
                                            <p:tav tm="100000">
                                              <p:val>
                                                <p:strVal val="#ppt_h"/>
                                              </p:val>
                                            </p:tav>
                                          </p:tavLst>
                                        </p:anim>
                                        <p:animEffect transition="in" filter="fade">
                                          <p:cBhvr>
                                            <p:cTn id="70" dur="750"/>
                                            <p:tgtEl>
                                              <p:spTgt spid="78"/>
                                            </p:tgtEl>
                                          </p:cBhvr>
                                        </p:animEffect>
                                      </p:childTnLst>
                                    </p:cTn>
                                  </p:par>
                                  <p:par>
                                    <p:cTn id="71" presetID="53" presetClass="entr" presetSubtype="16" fill="hold" grpId="0" nodeType="withEffect">
                                      <p:stCondLst>
                                        <p:cond delay="800"/>
                                      </p:stCondLst>
                                      <p:childTnLst>
                                        <p:set>
                                          <p:cBhvr>
                                            <p:cTn id="72" dur="1" fill="hold">
                                              <p:stCondLst>
                                                <p:cond delay="0"/>
                                              </p:stCondLst>
                                            </p:cTn>
                                            <p:tgtEl>
                                              <p:spTgt spid="75"/>
                                            </p:tgtEl>
                                            <p:attrNameLst>
                                              <p:attrName>style.visibility</p:attrName>
                                            </p:attrNameLst>
                                          </p:cBhvr>
                                          <p:to>
                                            <p:strVal val="visible"/>
                                          </p:to>
                                        </p:set>
                                        <p:anim calcmode="lin" valueType="num">
                                          <p:cBhvr>
                                            <p:cTn id="73" dur="750" fill="hold"/>
                                            <p:tgtEl>
                                              <p:spTgt spid="75"/>
                                            </p:tgtEl>
                                            <p:attrNameLst>
                                              <p:attrName>ppt_w</p:attrName>
                                            </p:attrNameLst>
                                          </p:cBhvr>
                                          <p:tavLst>
                                            <p:tav tm="0">
                                              <p:val>
                                                <p:fltVal val="0"/>
                                              </p:val>
                                            </p:tav>
                                            <p:tav tm="100000">
                                              <p:val>
                                                <p:strVal val="#ppt_w"/>
                                              </p:val>
                                            </p:tav>
                                          </p:tavLst>
                                        </p:anim>
                                        <p:anim calcmode="lin" valueType="num">
                                          <p:cBhvr>
                                            <p:cTn id="74" dur="750" fill="hold"/>
                                            <p:tgtEl>
                                              <p:spTgt spid="75"/>
                                            </p:tgtEl>
                                            <p:attrNameLst>
                                              <p:attrName>ppt_h</p:attrName>
                                            </p:attrNameLst>
                                          </p:cBhvr>
                                          <p:tavLst>
                                            <p:tav tm="0">
                                              <p:val>
                                                <p:fltVal val="0"/>
                                              </p:val>
                                            </p:tav>
                                            <p:tav tm="100000">
                                              <p:val>
                                                <p:strVal val="#ppt_h"/>
                                              </p:val>
                                            </p:tav>
                                          </p:tavLst>
                                        </p:anim>
                                        <p:animEffect transition="in" filter="fade">
                                          <p:cBhvr>
                                            <p:cTn id="75" dur="750"/>
                                            <p:tgtEl>
                                              <p:spTgt spid="75"/>
                                            </p:tgtEl>
                                          </p:cBhvr>
                                        </p:animEffect>
                                      </p:childTnLst>
                                    </p:cTn>
                                  </p:par>
                                  <p:par>
                                    <p:cTn id="76" presetID="53" presetClass="entr" presetSubtype="16" fill="hold" grpId="0" nodeType="withEffect">
                                      <p:stCondLst>
                                        <p:cond delay="800"/>
                                      </p:stCondLst>
                                      <p:childTnLst>
                                        <p:set>
                                          <p:cBhvr>
                                            <p:cTn id="77" dur="1" fill="hold">
                                              <p:stCondLst>
                                                <p:cond delay="0"/>
                                              </p:stCondLst>
                                            </p:cTn>
                                            <p:tgtEl>
                                              <p:spTgt spid="81"/>
                                            </p:tgtEl>
                                            <p:attrNameLst>
                                              <p:attrName>style.visibility</p:attrName>
                                            </p:attrNameLst>
                                          </p:cBhvr>
                                          <p:to>
                                            <p:strVal val="visible"/>
                                          </p:to>
                                        </p:set>
                                        <p:anim calcmode="lin" valueType="num">
                                          <p:cBhvr>
                                            <p:cTn id="78" dur="750" fill="hold"/>
                                            <p:tgtEl>
                                              <p:spTgt spid="81"/>
                                            </p:tgtEl>
                                            <p:attrNameLst>
                                              <p:attrName>ppt_w</p:attrName>
                                            </p:attrNameLst>
                                          </p:cBhvr>
                                          <p:tavLst>
                                            <p:tav tm="0">
                                              <p:val>
                                                <p:fltVal val="0"/>
                                              </p:val>
                                            </p:tav>
                                            <p:tav tm="100000">
                                              <p:val>
                                                <p:strVal val="#ppt_w"/>
                                              </p:val>
                                            </p:tav>
                                          </p:tavLst>
                                        </p:anim>
                                        <p:anim calcmode="lin" valueType="num">
                                          <p:cBhvr>
                                            <p:cTn id="79" dur="750" fill="hold"/>
                                            <p:tgtEl>
                                              <p:spTgt spid="81"/>
                                            </p:tgtEl>
                                            <p:attrNameLst>
                                              <p:attrName>ppt_h</p:attrName>
                                            </p:attrNameLst>
                                          </p:cBhvr>
                                          <p:tavLst>
                                            <p:tav tm="0">
                                              <p:val>
                                                <p:fltVal val="0"/>
                                              </p:val>
                                            </p:tav>
                                            <p:tav tm="100000">
                                              <p:val>
                                                <p:strVal val="#ppt_h"/>
                                              </p:val>
                                            </p:tav>
                                          </p:tavLst>
                                        </p:anim>
                                        <p:animEffect transition="in" filter="fade">
                                          <p:cBhvr>
                                            <p:cTn id="80" dur="750"/>
                                            <p:tgtEl>
                                              <p:spTgt spid="81"/>
                                            </p:tgtEl>
                                          </p:cBhvr>
                                        </p:animEffect>
                                      </p:childTnLst>
                                    </p:cTn>
                                  </p:par>
                                  <p:par>
                                    <p:cTn id="81" presetID="53" presetClass="entr" presetSubtype="16" fill="hold" grpId="0" nodeType="withEffect">
                                      <p:stCondLst>
                                        <p:cond delay="1000"/>
                                      </p:stCondLst>
                                      <p:childTnLst>
                                        <p:set>
                                          <p:cBhvr>
                                            <p:cTn id="82" dur="1" fill="hold">
                                              <p:stCondLst>
                                                <p:cond delay="0"/>
                                              </p:stCondLst>
                                            </p:cTn>
                                            <p:tgtEl>
                                              <p:spTgt spid="80"/>
                                            </p:tgtEl>
                                            <p:attrNameLst>
                                              <p:attrName>style.visibility</p:attrName>
                                            </p:attrNameLst>
                                          </p:cBhvr>
                                          <p:to>
                                            <p:strVal val="visible"/>
                                          </p:to>
                                        </p:set>
                                        <p:anim calcmode="lin" valueType="num">
                                          <p:cBhvr>
                                            <p:cTn id="83" dur="750" fill="hold"/>
                                            <p:tgtEl>
                                              <p:spTgt spid="80"/>
                                            </p:tgtEl>
                                            <p:attrNameLst>
                                              <p:attrName>ppt_w</p:attrName>
                                            </p:attrNameLst>
                                          </p:cBhvr>
                                          <p:tavLst>
                                            <p:tav tm="0">
                                              <p:val>
                                                <p:fltVal val="0"/>
                                              </p:val>
                                            </p:tav>
                                            <p:tav tm="100000">
                                              <p:val>
                                                <p:strVal val="#ppt_w"/>
                                              </p:val>
                                            </p:tav>
                                          </p:tavLst>
                                        </p:anim>
                                        <p:anim calcmode="lin" valueType="num">
                                          <p:cBhvr>
                                            <p:cTn id="84" dur="750" fill="hold"/>
                                            <p:tgtEl>
                                              <p:spTgt spid="80"/>
                                            </p:tgtEl>
                                            <p:attrNameLst>
                                              <p:attrName>ppt_h</p:attrName>
                                            </p:attrNameLst>
                                          </p:cBhvr>
                                          <p:tavLst>
                                            <p:tav tm="0">
                                              <p:val>
                                                <p:fltVal val="0"/>
                                              </p:val>
                                            </p:tav>
                                            <p:tav tm="100000">
                                              <p:val>
                                                <p:strVal val="#ppt_h"/>
                                              </p:val>
                                            </p:tav>
                                          </p:tavLst>
                                        </p:anim>
                                        <p:animEffect transition="in" filter="fade">
                                          <p:cBhvr>
                                            <p:cTn id="85" dur="750"/>
                                            <p:tgtEl>
                                              <p:spTgt spid="80"/>
                                            </p:tgtEl>
                                          </p:cBhvr>
                                        </p:animEffect>
                                      </p:childTnLst>
                                    </p:cTn>
                                  </p:par>
                                  <p:par>
                                    <p:cTn id="86" presetID="53" presetClass="entr" presetSubtype="16" fill="hold" grpId="0" nodeType="withEffect">
                                      <p:stCondLst>
                                        <p:cond delay="1000"/>
                                      </p:stCondLst>
                                      <p:childTnLst>
                                        <p:set>
                                          <p:cBhvr>
                                            <p:cTn id="87" dur="1" fill="hold">
                                              <p:stCondLst>
                                                <p:cond delay="0"/>
                                              </p:stCondLst>
                                            </p:cTn>
                                            <p:tgtEl>
                                              <p:spTgt spid="76"/>
                                            </p:tgtEl>
                                            <p:attrNameLst>
                                              <p:attrName>style.visibility</p:attrName>
                                            </p:attrNameLst>
                                          </p:cBhvr>
                                          <p:to>
                                            <p:strVal val="visible"/>
                                          </p:to>
                                        </p:set>
                                        <p:anim calcmode="lin" valueType="num">
                                          <p:cBhvr>
                                            <p:cTn id="88" dur="750" fill="hold"/>
                                            <p:tgtEl>
                                              <p:spTgt spid="76"/>
                                            </p:tgtEl>
                                            <p:attrNameLst>
                                              <p:attrName>ppt_w</p:attrName>
                                            </p:attrNameLst>
                                          </p:cBhvr>
                                          <p:tavLst>
                                            <p:tav tm="0">
                                              <p:val>
                                                <p:fltVal val="0"/>
                                              </p:val>
                                            </p:tav>
                                            <p:tav tm="100000">
                                              <p:val>
                                                <p:strVal val="#ppt_w"/>
                                              </p:val>
                                            </p:tav>
                                          </p:tavLst>
                                        </p:anim>
                                        <p:anim calcmode="lin" valueType="num">
                                          <p:cBhvr>
                                            <p:cTn id="89" dur="750" fill="hold"/>
                                            <p:tgtEl>
                                              <p:spTgt spid="76"/>
                                            </p:tgtEl>
                                            <p:attrNameLst>
                                              <p:attrName>ppt_h</p:attrName>
                                            </p:attrNameLst>
                                          </p:cBhvr>
                                          <p:tavLst>
                                            <p:tav tm="0">
                                              <p:val>
                                                <p:fltVal val="0"/>
                                              </p:val>
                                            </p:tav>
                                            <p:tav tm="100000">
                                              <p:val>
                                                <p:strVal val="#ppt_h"/>
                                              </p:val>
                                            </p:tav>
                                          </p:tavLst>
                                        </p:anim>
                                        <p:animEffect transition="in" filter="fade">
                                          <p:cBhvr>
                                            <p:cTn id="90" dur="750"/>
                                            <p:tgtEl>
                                              <p:spTgt spid="76"/>
                                            </p:tgtEl>
                                          </p:cBhvr>
                                        </p:animEffect>
                                      </p:childTnLst>
                                    </p:cTn>
                                  </p:par>
                                  <p:par>
                                    <p:cTn id="91" presetID="53" presetClass="entr" presetSubtype="16" fill="hold" grpId="0" nodeType="withEffect">
                                      <p:stCondLst>
                                        <p:cond delay="1200"/>
                                      </p:stCondLst>
                                      <p:childTnLst>
                                        <p:set>
                                          <p:cBhvr>
                                            <p:cTn id="92" dur="1" fill="hold">
                                              <p:stCondLst>
                                                <p:cond delay="0"/>
                                              </p:stCondLst>
                                            </p:cTn>
                                            <p:tgtEl>
                                              <p:spTgt spid="79"/>
                                            </p:tgtEl>
                                            <p:attrNameLst>
                                              <p:attrName>style.visibility</p:attrName>
                                            </p:attrNameLst>
                                          </p:cBhvr>
                                          <p:to>
                                            <p:strVal val="visible"/>
                                          </p:to>
                                        </p:set>
                                        <p:anim calcmode="lin" valueType="num">
                                          <p:cBhvr>
                                            <p:cTn id="93" dur="750" fill="hold"/>
                                            <p:tgtEl>
                                              <p:spTgt spid="79"/>
                                            </p:tgtEl>
                                            <p:attrNameLst>
                                              <p:attrName>ppt_w</p:attrName>
                                            </p:attrNameLst>
                                          </p:cBhvr>
                                          <p:tavLst>
                                            <p:tav tm="0">
                                              <p:val>
                                                <p:fltVal val="0"/>
                                              </p:val>
                                            </p:tav>
                                            <p:tav tm="100000">
                                              <p:val>
                                                <p:strVal val="#ppt_w"/>
                                              </p:val>
                                            </p:tav>
                                          </p:tavLst>
                                        </p:anim>
                                        <p:anim calcmode="lin" valueType="num">
                                          <p:cBhvr>
                                            <p:cTn id="94" dur="750" fill="hold"/>
                                            <p:tgtEl>
                                              <p:spTgt spid="79"/>
                                            </p:tgtEl>
                                            <p:attrNameLst>
                                              <p:attrName>ppt_h</p:attrName>
                                            </p:attrNameLst>
                                          </p:cBhvr>
                                          <p:tavLst>
                                            <p:tav tm="0">
                                              <p:val>
                                                <p:fltVal val="0"/>
                                              </p:val>
                                            </p:tav>
                                            <p:tav tm="100000">
                                              <p:val>
                                                <p:strVal val="#ppt_h"/>
                                              </p:val>
                                            </p:tav>
                                          </p:tavLst>
                                        </p:anim>
                                        <p:animEffect transition="in" filter="fade">
                                          <p:cBhvr>
                                            <p:cTn id="95" dur="750"/>
                                            <p:tgtEl>
                                              <p:spTgt spid="79"/>
                                            </p:tgtEl>
                                          </p:cBhvr>
                                        </p:animEffect>
                                      </p:childTnLst>
                                    </p:cTn>
                                  </p:par>
                                  <p:par>
                                    <p:cTn id="96" presetID="53" presetClass="entr" presetSubtype="16" fill="hold" grpId="0" nodeType="withEffect">
                                      <p:stCondLst>
                                        <p:cond delay="1200"/>
                                      </p:stCondLst>
                                      <p:childTnLst>
                                        <p:set>
                                          <p:cBhvr>
                                            <p:cTn id="97" dur="1" fill="hold">
                                              <p:stCondLst>
                                                <p:cond delay="0"/>
                                              </p:stCondLst>
                                            </p:cTn>
                                            <p:tgtEl>
                                              <p:spTgt spid="74"/>
                                            </p:tgtEl>
                                            <p:attrNameLst>
                                              <p:attrName>style.visibility</p:attrName>
                                            </p:attrNameLst>
                                          </p:cBhvr>
                                          <p:to>
                                            <p:strVal val="visible"/>
                                          </p:to>
                                        </p:set>
                                        <p:anim calcmode="lin" valueType="num">
                                          <p:cBhvr>
                                            <p:cTn id="98" dur="750" fill="hold"/>
                                            <p:tgtEl>
                                              <p:spTgt spid="74"/>
                                            </p:tgtEl>
                                            <p:attrNameLst>
                                              <p:attrName>ppt_w</p:attrName>
                                            </p:attrNameLst>
                                          </p:cBhvr>
                                          <p:tavLst>
                                            <p:tav tm="0">
                                              <p:val>
                                                <p:fltVal val="0"/>
                                              </p:val>
                                            </p:tav>
                                            <p:tav tm="100000">
                                              <p:val>
                                                <p:strVal val="#ppt_w"/>
                                              </p:val>
                                            </p:tav>
                                          </p:tavLst>
                                        </p:anim>
                                        <p:anim calcmode="lin" valueType="num">
                                          <p:cBhvr>
                                            <p:cTn id="99" dur="750" fill="hold"/>
                                            <p:tgtEl>
                                              <p:spTgt spid="74"/>
                                            </p:tgtEl>
                                            <p:attrNameLst>
                                              <p:attrName>ppt_h</p:attrName>
                                            </p:attrNameLst>
                                          </p:cBhvr>
                                          <p:tavLst>
                                            <p:tav tm="0">
                                              <p:val>
                                                <p:fltVal val="0"/>
                                              </p:val>
                                            </p:tav>
                                            <p:tav tm="100000">
                                              <p:val>
                                                <p:strVal val="#ppt_h"/>
                                              </p:val>
                                            </p:tav>
                                          </p:tavLst>
                                        </p:anim>
                                        <p:animEffect transition="in" filter="fade">
                                          <p:cBhvr>
                                            <p:cTn id="100" dur="75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4" grpId="0"/>
          <p:bldP spid="65" grpId="0"/>
          <p:bldP spid="66" grpId="0"/>
          <p:bldP spid="67" grpId="0" animBg="1"/>
          <p:bldP spid="74" grpId="0" animBg="1"/>
          <p:bldP spid="75" grpId="0" animBg="1"/>
          <p:bldP spid="76" grpId="0" animBg="1"/>
          <p:bldP spid="77" grpId="0"/>
          <p:bldP spid="78" grpId="0"/>
          <p:bldP spid="79" grpId="0"/>
          <p:bldP spid="80" grpId="0"/>
          <p:bldP spid="81" grpId="0"/>
        </p:bldLst>
      </p:timing>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1" name="Group 180">
            <a:extLst>
              <a:ext uri="{FF2B5EF4-FFF2-40B4-BE49-F238E27FC236}">
                <a16:creationId xmlns:a16="http://schemas.microsoft.com/office/drawing/2014/main" id="{2D5F3596-EB71-457B-8F04-AFD0AE5FCACC}"/>
              </a:ext>
            </a:extLst>
          </p:cNvPr>
          <p:cNvGrpSpPr/>
          <p:nvPr/>
        </p:nvGrpSpPr>
        <p:grpSpPr>
          <a:xfrm>
            <a:off x="2747169" y="4189831"/>
            <a:ext cx="1787123" cy="1999022"/>
            <a:chOff x="4713288" y="4221163"/>
            <a:chExt cx="1820863" cy="2036762"/>
          </a:xfrm>
        </p:grpSpPr>
        <p:sp>
          <p:nvSpPr>
            <p:cNvPr id="190" name="Freeform 7">
              <a:extLst>
                <a:ext uri="{FF2B5EF4-FFF2-40B4-BE49-F238E27FC236}">
                  <a16:creationId xmlns:a16="http://schemas.microsoft.com/office/drawing/2014/main" id="{2CC7889B-AE8A-4960-8D0B-6BFCD4BF3C4E}"/>
                </a:ext>
              </a:extLst>
            </p:cNvPr>
            <p:cNvSpPr>
              <a:spLocks/>
            </p:cNvSpPr>
            <p:nvPr/>
          </p:nvSpPr>
          <p:spPr bwMode="auto">
            <a:xfrm>
              <a:off x="4803776" y="4394200"/>
              <a:ext cx="1730375" cy="1863725"/>
            </a:xfrm>
            <a:custGeom>
              <a:avLst/>
              <a:gdLst>
                <a:gd name="T0" fmla="*/ 18 w 458"/>
                <a:gd name="T1" fmla="*/ 0 h 494"/>
                <a:gd name="T2" fmla="*/ 86 w 458"/>
                <a:gd name="T3" fmla="*/ 86 h 494"/>
                <a:gd name="T4" fmla="*/ 229 w 458"/>
                <a:gd name="T5" fmla="*/ 36 h 494"/>
                <a:gd name="T6" fmla="*/ 458 w 458"/>
                <a:gd name="T7" fmla="*/ 265 h 494"/>
                <a:gd name="T8" fmla="*/ 229 w 458"/>
                <a:gd name="T9" fmla="*/ 494 h 494"/>
                <a:gd name="T10" fmla="*/ 0 w 458"/>
                <a:gd name="T11" fmla="*/ 265 h 494"/>
                <a:gd name="T12" fmla="*/ 54 w 458"/>
                <a:gd name="T13" fmla="*/ 117 h 494"/>
              </a:gdLst>
              <a:ahLst/>
              <a:cxnLst>
                <a:cxn ang="0">
                  <a:pos x="T0" y="T1"/>
                </a:cxn>
                <a:cxn ang="0">
                  <a:pos x="T2" y="T3"/>
                </a:cxn>
                <a:cxn ang="0">
                  <a:pos x="T4" y="T5"/>
                </a:cxn>
                <a:cxn ang="0">
                  <a:pos x="T6" y="T7"/>
                </a:cxn>
                <a:cxn ang="0">
                  <a:pos x="T8" y="T9"/>
                </a:cxn>
                <a:cxn ang="0">
                  <a:pos x="T10" y="T11"/>
                </a:cxn>
                <a:cxn ang="0">
                  <a:pos x="T12" y="T13"/>
                </a:cxn>
              </a:cxnLst>
              <a:rect l="0" t="0" r="r" b="b"/>
              <a:pathLst>
                <a:path w="458" h="494">
                  <a:moveTo>
                    <a:pt x="18" y="0"/>
                  </a:moveTo>
                  <a:cubicBezTo>
                    <a:pt x="86" y="86"/>
                    <a:pt x="86" y="86"/>
                    <a:pt x="86" y="86"/>
                  </a:cubicBezTo>
                  <a:cubicBezTo>
                    <a:pt x="125" y="55"/>
                    <a:pt x="175" y="36"/>
                    <a:pt x="229" y="36"/>
                  </a:cubicBezTo>
                  <a:cubicBezTo>
                    <a:pt x="355" y="36"/>
                    <a:pt x="458" y="138"/>
                    <a:pt x="458" y="265"/>
                  </a:cubicBezTo>
                  <a:cubicBezTo>
                    <a:pt x="458" y="392"/>
                    <a:pt x="355" y="494"/>
                    <a:pt x="229" y="494"/>
                  </a:cubicBezTo>
                  <a:cubicBezTo>
                    <a:pt x="102" y="494"/>
                    <a:pt x="0" y="392"/>
                    <a:pt x="0" y="265"/>
                  </a:cubicBezTo>
                  <a:cubicBezTo>
                    <a:pt x="0" y="208"/>
                    <a:pt x="20" y="157"/>
                    <a:pt x="54" y="117"/>
                  </a:cubicBezTo>
                </a:path>
              </a:pathLst>
            </a:custGeom>
            <a:noFill/>
            <a:ln w="44450" cap="rnd">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1" name="Oval 190">
              <a:extLst>
                <a:ext uri="{FF2B5EF4-FFF2-40B4-BE49-F238E27FC236}">
                  <a16:creationId xmlns:a16="http://schemas.microsoft.com/office/drawing/2014/main" id="{3BEBCCF9-DBB5-470E-B3AF-1D9B45BD9222}"/>
                </a:ext>
              </a:extLst>
            </p:cNvPr>
            <p:cNvSpPr>
              <a:spLocks noChangeArrowheads="1"/>
            </p:cNvSpPr>
            <p:nvPr/>
          </p:nvSpPr>
          <p:spPr bwMode="auto">
            <a:xfrm>
              <a:off x="4713288" y="4221163"/>
              <a:ext cx="193675" cy="195263"/>
            </a:xfrm>
            <a:prstGeom prst="ellipse">
              <a:avLst/>
            </a:prstGeom>
            <a:noFill/>
            <a:ln w="444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182" name="Group 181">
            <a:extLst>
              <a:ext uri="{FF2B5EF4-FFF2-40B4-BE49-F238E27FC236}">
                <a16:creationId xmlns:a16="http://schemas.microsoft.com/office/drawing/2014/main" id="{F3E14B70-13E7-4DA7-A92C-CE0A6217EE8E}"/>
              </a:ext>
            </a:extLst>
          </p:cNvPr>
          <p:cNvGrpSpPr/>
          <p:nvPr/>
        </p:nvGrpSpPr>
        <p:grpSpPr>
          <a:xfrm>
            <a:off x="3010486" y="2564749"/>
            <a:ext cx="2453983" cy="1695196"/>
            <a:chOff x="4981576" y="2565400"/>
            <a:chExt cx="2500313" cy="1727200"/>
          </a:xfrm>
        </p:grpSpPr>
        <p:sp>
          <p:nvSpPr>
            <p:cNvPr id="187" name="Freeform 5">
              <a:extLst>
                <a:ext uri="{FF2B5EF4-FFF2-40B4-BE49-F238E27FC236}">
                  <a16:creationId xmlns:a16="http://schemas.microsoft.com/office/drawing/2014/main" id="{F7AE2EC6-8C94-4C50-90BF-764865201A81}"/>
                </a:ext>
              </a:extLst>
            </p:cNvPr>
            <p:cNvSpPr>
              <a:spLocks/>
            </p:cNvSpPr>
            <p:nvPr/>
          </p:nvSpPr>
          <p:spPr bwMode="auto">
            <a:xfrm>
              <a:off x="4981576" y="3522663"/>
              <a:ext cx="254000" cy="627063"/>
            </a:xfrm>
            <a:custGeom>
              <a:avLst/>
              <a:gdLst>
                <a:gd name="T0" fmla="*/ 67 w 67"/>
                <a:gd name="T1" fmla="*/ 0 h 166"/>
                <a:gd name="T2" fmla="*/ 0 w 67"/>
                <a:gd name="T3" fmla="*/ 166 h 166"/>
              </a:gdLst>
              <a:ahLst/>
              <a:cxnLst>
                <a:cxn ang="0">
                  <a:pos x="T0" y="T1"/>
                </a:cxn>
                <a:cxn ang="0">
                  <a:pos x="T2" y="T3"/>
                </a:cxn>
              </a:cxnLst>
              <a:rect l="0" t="0" r="r" b="b"/>
              <a:pathLst>
                <a:path w="67" h="166">
                  <a:moveTo>
                    <a:pt x="67" y="0"/>
                  </a:moveTo>
                  <a:cubicBezTo>
                    <a:pt x="62" y="63"/>
                    <a:pt x="37" y="120"/>
                    <a:pt x="0" y="166"/>
                  </a:cubicBezTo>
                </a:path>
              </a:pathLst>
            </a:custGeom>
            <a:noFill/>
            <a:ln w="4445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8" name="Freeform 8">
              <a:extLst>
                <a:ext uri="{FF2B5EF4-FFF2-40B4-BE49-F238E27FC236}">
                  <a16:creationId xmlns:a16="http://schemas.microsoft.com/office/drawing/2014/main" id="{ACC9962C-649F-4B69-B1F7-A4DEB661D808}"/>
                </a:ext>
              </a:extLst>
            </p:cNvPr>
            <p:cNvSpPr>
              <a:spLocks/>
            </p:cNvSpPr>
            <p:nvPr/>
          </p:nvSpPr>
          <p:spPr bwMode="auto">
            <a:xfrm>
              <a:off x="5337176" y="2565400"/>
              <a:ext cx="2144713" cy="1727200"/>
            </a:xfrm>
            <a:custGeom>
              <a:avLst/>
              <a:gdLst>
                <a:gd name="T0" fmla="*/ 0 w 568"/>
                <a:gd name="T1" fmla="*/ 229 h 458"/>
                <a:gd name="T2" fmla="*/ 110 w 568"/>
                <a:gd name="T3" fmla="*/ 229 h 458"/>
                <a:gd name="T4" fmla="*/ 339 w 568"/>
                <a:gd name="T5" fmla="*/ 0 h 458"/>
                <a:gd name="T6" fmla="*/ 568 w 568"/>
                <a:gd name="T7" fmla="*/ 229 h 458"/>
                <a:gd name="T8" fmla="*/ 339 w 568"/>
                <a:gd name="T9" fmla="*/ 458 h 458"/>
                <a:gd name="T10" fmla="*/ 114 w 568"/>
                <a:gd name="T11" fmla="*/ 273 h 458"/>
              </a:gdLst>
              <a:ahLst/>
              <a:cxnLst>
                <a:cxn ang="0">
                  <a:pos x="T0" y="T1"/>
                </a:cxn>
                <a:cxn ang="0">
                  <a:pos x="T2" y="T3"/>
                </a:cxn>
                <a:cxn ang="0">
                  <a:pos x="T4" y="T5"/>
                </a:cxn>
                <a:cxn ang="0">
                  <a:pos x="T6" y="T7"/>
                </a:cxn>
                <a:cxn ang="0">
                  <a:pos x="T8" y="T9"/>
                </a:cxn>
                <a:cxn ang="0">
                  <a:pos x="T10" y="T11"/>
                </a:cxn>
              </a:cxnLst>
              <a:rect l="0" t="0" r="r" b="b"/>
              <a:pathLst>
                <a:path w="568" h="458">
                  <a:moveTo>
                    <a:pt x="0" y="229"/>
                  </a:moveTo>
                  <a:cubicBezTo>
                    <a:pt x="110" y="229"/>
                    <a:pt x="110" y="229"/>
                    <a:pt x="110" y="229"/>
                  </a:cubicBezTo>
                  <a:cubicBezTo>
                    <a:pt x="110" y="102"/>
                    <a:pt x="212" y="0"/>
                    <a:pt x="339" y="0"/>
                  </a:cubicBezTo>
                  <a:cubicBezTo>
                    <a:pt x="465" y="0"/>
                    <a:pt x="568" y="102"/>
                    <a:pt x="568" y="229"/>
                  </a:cubicBezTo>
                  <a:cubicBezTo>
                    <a:pt x="568" y="356"/>
                    <a:pt x="465" y="458"/>
                    <a:pt x="339" y="458"/>
                  </a:cubicBezTo>
                  <a:cubicBezTo>
                    <a:pt x="227" y="458"/>
                    <a:pt x="134" y="378"/>
                    <a:pt x="114" y="273"/>
                  </a:cubicBezTo>
                </a:path>
              </a:pathLst>
            </a:custGeom>
            <a:noFill/>
            <a:ln w="44450" cap="rnd">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9" name="Oval 188">
              <a:extLst>
                <a:ext uri="{FF2B5EF4-FFF2-40B4-BE49-F238E27FC236}">
                  <a16:creationId xmlns:a16="http://schemas.microsoft.com/office/drawing/2014/main" id="{12951D3A-8062-40AC-9FEA-2B6F180C2227}"/>
                </a:ext>
              </a:extLst>
            </p:cNvPr>
            <p:cNvSpPr>
              <a:spLocks noChangeArrowheads="1"/>
            </p:cNvSpPr>
            <p:nvPr/>
          </p:nvSpPr>
          <p:spPr bwMode="auto">
            <a:xfrm>
              <a:off x="5140326" y="3327400"/>
              <a:ext cx="196850" cy="195263"/>
            </a:xfrm>
            <a:prstGeom prst="ellipse">
              <a:avLst/>
            </a:prstGeom>
            <a:noFill/>
            <a:ln w="4445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183" name="Group 182">
            <a:extLst>
              <a:ext uri="{FF2B5EF4-FFF2-40B4-BE49-F238E27FC236}">
                <a16:creationId xmlns:a16="http://schemas.microsoft.com/office/drawing/2014/main" id="{DAB0433C-2417-4284-AF2B-25A15FF78FCF}"/>
              </a:ext>
            </a:extLst>
          </p:cNvPr>
          <p:cNvGrpSpPr/>
          <p:nvPr/>
        </p:nvGrpSpPr>
        <p:grpSpPr>
          <a:xfrm>
            <a:off x="2747169" y="635840"/>
            <a:ext cx="1787123" cy="2550585"/>
            <a:chOff x="4713288" y="600075"/>
            <a:chExt cx="1820863" cy="2598738"/>
          </a:xfrm>
        </p:grpSpPr>
        <p:sp>
          <p:nvSpPr>
            <p:cNvPr id="184" name="Freeform 6">
              <a:extLst>
                <a:ext uri="{FF2B5EF4-FFF2-40B4-BE49-F238E27FC236}">
                  <a16:creationId xmlns:a16="http://schemas.microsoft.com/office/drawing/2014/main" id="{584EE094-F8EA-41AB-95B3-91AC31CAC9E9}"/>
                </a:ext>
              </a:extLst>
            </p:cNvPr>
            <p:cNvSpPr>
              <a:spLocks/>
            </p:cNvSpPr>
            <p:nvPr/>
          </p:nvSpPr>
          <p:spPr bwMode="auto">
            <a:xfrm>
              <a:off x="4883151" y="2603500"/>
              <a:ext cx="333375" cy="595313"/>
            </a:xfrm>
            <a:custGeom>
              <a:avLst/>
              <a:gdLst>
                <a:gd name="T0" fmla="*/ 0 w 88"/>
                <a:gd name="T1" fmla="*/ 0 h 158"/>
                <a:gd name="T2" fmla="*/ 88 w 88"/>
                <a:gd name="T3" fmla="*/ 158 h 158"/>
              </a:gdLst>
              <a:ahLst/>
              <a:cxnLst>
                <a:cxn ang="0">
                  <a:pos x="T0" y="T1"/>
                </a:cxn>
                <a:cxn ang="0">
                  <a:pos x="T2" y="T3"/>
                </a:cxn>
              </a:cxnLst>
              <a:rect l="0" t="0" r="r" b="b"/>
              <a:pathLst>
                <a:path w="88" h="158">
                  <a:moveTo>
                    <a:pt x="0" y="0"/>
                  </a:moveTo>
                  <a:cubicBezTo>
                    <a:pt x="44" y="42"/>
                    <a:pt x="75" y="97"/>
                    <a:pt x="88" y="158"/>
                  </a:cubicBezTo>
                </a:path>
              </a:pathLst>
            </a:custGeom>
            <a:noFill/>
            <a:ln w="444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5" name="Freeform 9">
              <a:extLst>
                <a:ext uri="{FF2B5EF4-FFF2-40B4-BE49-F238E27FC236}">
                  <a16:creationId xmlns:a16="http://schemas.microsoft.com/office/drawing/2014/main" id="{D5658C26-0AAA-4696-BD67-4350014525E1}"/>
                </a:ext>
              </a:extLst>
            </p:cNvPr>
            <p:cNvSpPr>
              <a:spLocks/>
            </p:cNvSpPr>
            <p:nvPr/>
          </p:nvSpPr>
          <p:spPr bwMode="auto">
            <a:xfrm>
              <a:off x="4803776" y="600075"/>
              <a:ext cx="1730375" cy="1863725"/>
            </a:xfrm>
            <a:custGeom>
              <a:avLst/>
              <a:gdLst>
                <a:gd name="T0" fmla="*/ 18 w 458"/>
                <a:gd name="T1" fmla="*/ 494 h 494"/>
                <a:gd name="T2" fmla="*/ 86 w 458"/>
                <a:gd name="T3" fmla="*/ 408 h 494"/>
                <a:gd name="T4" fmla="*/ 0 w 458"/>
                <a:gd name="T5" fmla="*/ 229 h 494"/>
                <a:gd name="T6" fmla="*/ 229 w 458"/>
                <a:gd name="T7" fmla="*/ 0 h 494"/>
                <a:gd name="T8" fmla="*/ 458 w 458"/>
                <a:gd name="T9" fmla="*/ 229 h 494"/>
                <a:gd name="T10" fmla="*/ 229 w 458"/>
                <a:gd name="T11" fmla="*/ 458 h 494"/>
                <a:gd name="T12" fmla="*/ 117 w 458"/>
                <a:gd name="T13" fmla="*/ 429 h 494"/>
              </a:gdLst>
              <a:ahLst/>
              <a:cxnLst>
                <a:cxn ang="0">
                  <a:pos x="T0" y="T1"/>
                </a:cxn>
                <a:cxn ang="0">
                  <a:pos x="T2" y="T3"/>
                </a:cxn>
                <a:cxn ang="0">
                  <a:pos x="T4" y="T5"/>
                </a:cxn>
                <a:cxn ang="0">
                  <a:pos x="T6" y="T7"/>
                </a:cxn>
                <a:cxn ang="0">
                  <a:pos x="T8" y="T9"/>
                </a:cxn>
                <a:cxn ang="0">
                  <a:pos x="T10" y="T11"/>
                </a:cxn>
                <a:cxn ang="0">
                  <a:pos x="T12" y="T13"/>
                </a:cxn>
              </a:cxnLst>
              <a:rect l="0" t="0" r="r" b="b"/>
              <a:pathLst>
                <a:path w="458" h="494">
                  <a:moveTo>
                    <a:pt x="18" y="494"/>
                  </a:moveTo>
                  <a:cubicBezTo>
                    <a:pt x="86" y="408"/>
                    <a:pt x="86" y="408"/>
                    <a:pt x="86" y="408"/>
                  </a:cubicBezTo>
                  <a:cubicBezTo>
                    <a:pt x="33" y="366"/>
                    <a:pt x="0" y="302"/>
                    <a:pt x="0" y="229"/>
                  </a:cubicBezTo>
                  <a:cubicBezTo>
                    <a:pt x="0" y="103"/>
                    <a:pt x="102" y="0"/>
                    <a:pt x="229" y="0"/>
                  </a:cubicBezTo>
                  <a:cubicBezTo>
                    <a:pt x="355" y="0"/>
                    <a:pt x="458" y="103"/>
                    <a:pt x="458" y="229"/>
                  </a:cubicBezTo>
                  <a:cubicBezTo>
                    <a:pt x="458" y="356"/>
                    <a:pt x="355" y="458"/>
                    <a:pt x="229" y="458"/>
                  </a:cubicBezTo>
                  <a:cubicBezTo>
                    <a:pt x="188" y="458"/>
                    <a:pt x="150" y="448"/>
                    <a:pt x="117" y="429"/>
                  </a:cubicBezTo>
                </a:path>
              </a:pathLst>
            </a:custGeom>
            <a:noFill/>
            <a:ln w="44450" cap="rnd">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6" name="Oval 185">
              <a:extLst>
                <a:ext uri="{FF2B5EF4-FFF2-40B4-BE49-F238E27FC236}">
                  <a16:creationId xmlns:a16="http://schemas.microsoft.com/office/drawing/2014/main" id="{7C1EEE39-CBED-481D-83BB-3A7A4A627F5B}"/>
                </a:ext>
              </a:extLst>
            </p:cNvPr>
            <p:cNvSpPr>
              <a:spLocks noChangeArrowheads="1"/>
            </p:cNvSpPr>
            <p:nvPr/>
          </p:nvSpPr>
          <p:spPr bwMode="auto">
            <a:xfrm>
              <a:off x="4713288" y="2441575"/>
              <a:ext cx="193675" cy="195263"/>
            </a:xfrm>
            <a:prstGeom prst="ellipse">
              <a:avLst/>
            </a:prstGeom>
            <a:noFill/>
            <a:ln w="444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2201" name="Group 2200">
            <a:extLst>
              <a:ext uri="{FF2B5EF4-FFF2-40B4-BE49-F238E27FC236}">
                <a16:creationId xmlns:a16="http://schemas.microsoft.com/office/drawing/2014/main" id="{AEE4551B-26A1-4AA4-A819-CCC257AAEB09}"/>
              </a:ext>
            </a:extLst>
          </p:cNvPr>
          <p:cNvGrpSpPr/>
          <p:nvPr/>
        </p:nvGrpSpPr>
        <p:grpSpPr>
          <a:xfrm>
            <a:off x="2992588" y="4644368"/>
            <a:ext cx="1407245" cy="1409419"/>
            <a:chOff x="2992588" y="4644368"/>
            <a:chExt cx="1407245" cy="1409419"/>
          </a:xfrm>
        </p:grpSpPr>
        <p:grpSp>
          <p:nvGrpSpPr>
            <p:cNvPr id="208" name="Group 207">
              <a:extLst>
                <a:ext uri="{FF2B5EF4-FFF2-40B4-BE49-F238E27FC236}">
                  <a16:creationId xmlns:a16="http://schemas.microsoft.com/office/drawing/2014/main" id="{DBC445D3-F8DB-4CA1-BC80-46604CA14BCD}"/>
                </a:ext>
              </a:extLst>
            </p:cNvPr>
            <p:cNvGrpSpPr/>
            <p:nvPr/>
          </p:nvGrpSpPr>
          <p:grpSpPr>
            <a:xfrm>
              <a:off x="2992588" y="4644368"/>
              <a:ext cx="1407245" cy="1409419"/>
              <a:chOff x="6345238" y="4948238"/>
              <a:chExt cx="1027113" cy="1028700"/>
            </a:xfrm>
            <a:effectLst>
              <a:outerShdw blurRad="254000" dist="152400" dir="2700000" sx="102000" sy="102000" algn="tl" rotWithShape="0">
                <a:prstClr val="black">
                  <a:alpha val="40000"/>
                </a:prstClr>
              </a:outerShdw>
            </a:effectLst>
          </p:grpSpPr>
          <p:sp>
            <p:nvSpPr>
              <p:cNvPr id="209" name="Oval 56">
                <a:extLst>
                  <a:ext uri="{FF2B5EF4-FFF2-40B4-BE49-F238E27FC236}">
                    <a16:creationId xmlns:a16="http://schemas.microsoft.com/office/drawing/2014/main" id="{92ADD39B-7D63-4E51-A008-649FE29A91F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10" name="Oval 57">
                <a:extLst>
                  <a:ext uri="{FF2B5EF4-FFF2-40B4-BE49-F238E27FC236}">
                    <a16:creationId xmlns:a16="http://schemas.microsoft.com/office/drawing/2014/main" id="{ECB42991-E3EF-435D-946A-5C52D1CA1523}"/>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178" name="Oval 155">
              <a:extLst>
                <a:ext uri="{FF2B5EF4-FFF2-40B4-BE49-F238E27FC236}">
                  <a16:creationId xmlns:a16="http://schemas.microsoft.com/office/drawing/2014/main" id="{F59358FB-82EB-4E13-8230-617FA0531C4D}"/>
                </a:ext>
              </a:extLst>
            </p:cNvPr>
            <p:cNvSpPr>
              <a:spLocks noChangeArrowheads="1"/>
            </p:cNvSpPr>
            <p:nvPr/>
          </p:nvSpPr>
          <p:spPr bwMode="auto">
            <a:xfrm>
              <a:off x="3081338" y="4740275"/>
              <a:ext cx="1228725" cy="1225550"/>
            </a:xfrm>
            <a:prstGeom prst="ellipse">
              <a:avLst/>
            </a:prstGeom>
            <a:solidFill>
              <a:schemeClr val="accent3"/>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2200" name="Group 2199">
            <a:extLst>
              <a:ext uri="{FF2B5EF4-FFF2-40B4-BE49-F238E27FC236}">
                <a16:creationId xmlns:a16="http://schemas.microsoft.com/office/drawing/2014/main" id="{AC3F9305-F579-4582-BB8E-932749B01D1B}"/>
              </a:ext>
            </a:extLst>
          </p:cNvPr>
          <p:cNvGrpSpPr/>
          <p:nvPr/>
        </p:nvGrpSpPr>
        <p:grpSpPr>
          <a:xfrm>
            <a:off x="3920211" y="2720414"/>
            <a:ext cx="1407245" cy="1409419"/>
            <a:chOff x="3920211" y="2720414"/>
            <a:chExt cx="1407245" cy="1409419"/>
          </a:xfrm>
        </p:grpSpPr>
        <p:grpSp>
          <p:nvGrpSpPr>
            <p:cNvPr id="205" name="Group 204">
              <a:extLst>
                <a:ext uri="{FF2B5EF4-FFF2-40B4-BE49-F238E27FC236}">
                  <a16:creationId xmlns:a16="http://schemas.microsoft.com/office/drawing/2014/main" id="{D1556C94-FE1A-4123-B6EF-65FCB4E0475E}"/>
                </a:ext>
              </a:extLst>
            </p:cNvPr>
            <p:cNvGrpSpPr/>
            <p:nvPr/>
          </p:nvGrpSpPr>
          <p:grpSpPr>
            <a:xfrm>
              <a:off x="3920211" y="2720414"/>
              <a:ext cx="1407245" cy="1409419"/>
              <a:chOff x="6345238" y="4948238"/>
              <a:chExt cx="1027113" cy="1028700"/>
            </a:xfrm>
            <a:effectLst>
              <a:outerShdw blurRad="254000" dist="152400" dir="2700000" sx="102000" sy="102000" algn="tl" rotWithShape="0">
                <a:prstClr val="black">
                  <a:alpha val="40000"/>
                </a:prstClr>
              </a:outerShdw>
            </a:effectLst>
          </p:grpSpPr>
          <p:sp>
            <p:nvSpPr>
              <p:cNvPr id="206" name="Oval 56">
                <a:extLst>
                  <a:ext uri="{FF2B5EF4-FFF2-40B4-BE49-F238E27FC236}">
                    <a16:creationId xmlns:a16="http://schemas.microsoft.com/office/drawing/2014/main" id="{C3DE027E-8117-4B58-BD32-F1DA5D4A75A2}"/>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07" name="Oval 57">
                <a:extLst>
                  <a:ext uri="{FF2B5EF4-FFF2-40B4-BE49-F238E27FC236}">
                    <a16:creationId xmlns:a16="http://schemas.microsoft.com/office/drawing/2014/main" id="{605DCFE0-2C60-45B5-AA4F-F9960BDCDA9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179" name="Oval 156">
              <a:extLst>
                <a:ext uri="{FF2B5EF4-FFF2-40B4-BE49-F238E27FC236}">
                  <a16:creationId xmlns:a16="http://schemas.microsoft.com/office/drawing/2014/main" id="{1717DDAE-EECF-42A1-B8D6-E491325535A3}"/>
                </a:ext>
              </a:extLst>
            </p:cNvPr>
            <p:cNvSpPr>
              <a:spLocks noChangeArrowheads="1"/>
            </p:cNvSpPr>
            <p:nvPr/>
          </p:nvSpPr>
          <p:spPr bwMode="auto">
            <a:xfrm>
              <a:off x="4008438" y="2816225"/>
              <a:ext cx="1228725" cy="1225550"/>
            </a:xfrm>
            <a:prstGeom prst="ellipse">
              <a:avLst/>
            </a:prstGeom>
            <a:solidFill>
              <a:schemeClr val="accent2"/>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2199" name="Group 2198">
            <a:extLst>
              <a:ext uri="{FF2B5EF4-FFF2-40B4-BE49-F238E27FC236}">
                <a16:creationId xmlns:a16="http://schemas.microsoft.com/office/drawing/2014/main" id="{9462B1D9-0705-4814-A0F6-DBBA68E95816}"/>
              </a:ext>
            </a:extLst>
          </p:cNvPr>
          <p:cNvGrpSpPr/>
          <p:nvPr/>
        </p:nvGrpSpPr>
        <p:grpSpPr>
          <a:xfrm>
            <a:off x="2994229" y="805143"/>
            <a:ext cx="1407245" cy="1409419"/>
            <a:chOff x="2994229" y="805143"/>
            <a:chExt cx="1407245" cy="1409419"/>
          </a:xfrm>
        </p:grpSpPr>
        <p:grpSp>
          <p:nvGrpSpPr>
            <p:cNvPr id="202" name="Group 201">
              <a:extLst>
                <a:ext uri="{FF2B5EF4-FFF2-40B4-BE49-F238E27FC236}">
                  <a16:creationId xmlns:a16="http://schemas.microsoft.com/office/drawing/2014/main" id="{E7364891-6900-4F12-893D-9644EC2994BD}"/>
                </a:ext>
              </a:extLst>
            </p:cNvPr>
            <p:cNvGrpSpPr/>
            <p:nvPr/>
          </p:nvGrpSpPr>
          <p:grpSpPr>
            <a:xfrm>
              <a:off x="2994229" y="805143"/>
              <a:ext cx="1407245" cy="1409419"/>
              <a:chOff x="6345238" y="4948238"/>
              <a:chExt cx="1027113" cy="1028700"/>
            </a:xfrm>
            <a:effectLst>
              <a:outerShdw blurRad="254000" dist="152400" dir="2700000" sx="102000" sy="102000" algn="tl" rotWithShape="0">
                <a:prstClr val="black">
                  <a:alpha val="40000"/>
                </a:prstClr>
              </a:outerShdw>
            </a:effectLst>
          </p:grpSpPr>
          <p:sp>
            <p:nvSpPr>
              <p:cNvPr id="203" name="Oval 56">
                <a:extLst>
                  <a:ext uri="{FF2B5EF4-FFF2-40B4-BE49-F238E27FC236}">
                    <a16:creationId xmlns:a16="http://schemas.microsoft.com/office/drawing/2014/main" id="{825ADAF2-EBE7-4B1A-8073-7159FDB4CA6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04" name="Oval 57">
                <a:extLst>
                  <a:ext uri="{FF2B5EF4-FFF2-40B4-BE49-F238E27FC236}">
                    <a16:creationId xmlns:a16="http://schemas.microsoft.com/office/drawing/2014/main" id="{6940E9D4-A689-470B-836F-EA7DA43F8EF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180" name="Oval 157">
              <a:extLst>
                <a:ext uri="{FF2B5EF4-FFF2-40B4-BE49-F238E27FC236}">
                  <a16:creationId xmlns:a16="http://schemas.microsoft.com/office/drawing/2014/main" id="{30815A6A-4F93-4F52-B2AD-7BE5FFA33CE4}"/>
                </a:ext>
              </a:extLst>
            </p:cNvPr>
            <p:cNvSpPr>
              <a:spLocks noChangeArrowheads="1"/>
            </p:cNvSpPr>
            <p:nvPr/>
          </p:nvSpPr>
          <p:spPr bwMode="auto">
            <a:xfrm>
              <a:off x="3081338" y="893763"/>
              <a:ext cx="1228725" cy="1225550"/>
            </a:xfrm>
            <a:prstGeom prst="ellipse">
              <a:avLst/>
            </a:prstGeom>
            <a:solidFill>
              <a:schemeClr val="accent1"/>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852B5C70-7CBF-4A47-AFE2-3B855D5CC3DE}"/>
              </a:ext>
            </a:extLst>
          </p:cNvPr>
          <p:cNvGrpSpPr/>
          <p:nvPr/>
        </p:nvGrpSpPr>
        <p:grpSpPr>
          <a:xfrm>
            <a:off x="1225550" y="2473194"/>
            <a:ext cx="1891096" cy="1894019"/>
            <a:chOff x="1225550" y="2473194"/>
            <a:chExt cx="1891096" cy="1894019"/>
          </a:xfrm>
        </p:grpSpPr>
        <p:grpSp>
          <p:nvGrpSpPr>
            <p:cNvPr id="192" name="Group 191">
              <a:extLst>
                <a:ext uri="{FF2B5EF4-FFF2-40B4-BE49-F238E27FC236}">
                  <a16:creationId xmlns:a16="http://schemas.microsoft.com/office/drawing/2014/main" id="{9304D74B-3DCF-4CD8-BD61-9639805F9ABA}"/>
                </a:ext>
              </a:extLst>
            </p:cNvPr>
            <p:cNvGrpSpPr/>
            <p:nvPr/>
          </p:nvGrpSpPr>
          <p:grpSpPr>
            <a:xfrm>
              <a:off x="1225550" y="2473194"/>
              <a:ext cx="1891096" cy="1894019"/>
              <a:chOff x="6345238" y="4948238"/>
              <a:chExt cx="1027113" cy="1028700"/>
            </a:xfrm>
            <a:effectLst>
              <a:outerShdw blurRad="241300" dist="152400" dir="2700000" sx="102000" sy="102000" algn="tl" rotWithShape="0">
                <a:prstClr val="black">
                  <a:alpha val="22000"/>
                </a:prstClr>
              </a:outerShdw>
            </a:effectLst>
          </p:grpSpPr>
          <p:sp>
            <p:nvSpPr>
              <p:cNvPr id="193" name="Oval 56">
                <a:extLst>
                  <a:ext uri="{FF2B5EF4-FFF2-40B4-BE49-F238E27FC236}">
                    <a16:creationId xmlns:a16="http://schemas.microsoft.com/office/drawing/2014/main" id="{9318D238-1B76-47C2-970A-FF147E0CB9E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4" name="Oval 57">
                <a:extLst>
                  <a:ext uri="{FF2B5EF4-FFF2-40B4-BE49-F238E27FC236}">
                    <a16:creationId xmlns:a16="http://schemas.microsoft.com/office/drawing/2014/main" id="{79E6BBBF-4395-44CC-8FBE-72F7EACF2D7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181" name="Oval 158">
              <a:extLst>
                <a:ext uri="{FF2B5EF4-FFF2-40B4-BE49-F238E27FC236}">
                  <a16:creationId xmlns:a16="http://schemas.microsoft.com/office/drawing/2014/main" id="{0B26BDEA-93D7-4A50-A66F-74163D3F3617}"/>
                </a:ext>
              </a:extLst>
            </p:cNvPr>
            <p:cNvSpPr>
              <a:spLocks noChangeArrowheads="1"/>
            </p:cNvSpPr>
            <p:nvPr/>
          </p:nvSpPr>
          <p:spPr bwMode="auto">
            <a:xfrm>
              <a:off x="1347788" y="2609850"/>
              <a:ext cx="1633538" cy="1638300"/>
            </a:xfrm>
            <a:prstGeom prst="ellipse">
              <a:avLst/>
            </a:prstGeom>
            <a:solidFill>
              <a:schemeClr val="bg2"/>
            </a:solidFill>
            <a:ln>
              <a:noFill/>
            </a:ln>
            <a:effectLst>
              <a:innerShdw blurRad="114300">
                <a:prstClr val="black">
                  <a:alpha val="42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78E97235-774B-4305-AD1D-34E22DD801C6}"/>
              </a:ext>
            </a:extLst>
          </p:cNvPr>
          <p:cNvGrpSpPr/>
          <p:nvPr/>
        </p:nvGrpSpPr>
        <p:grpSpPr>
          <a:xfrm>
            <a:off x="1500089" y="3155950"/>
            <a:ext cx="1333698" cy="498476"/>
            <a:chOff x="1500089" y="3155950"/>
            <a:chExt cx="1333698" cy="498476"/>
          </a:xfrm>
        </p:grpSpPr>
        <p:grpSp>
          <p:nvGrpSpPr>
            <p:cNvPr id="2196" name="Group 2195">
              <a:extLst>
                <a:ext uri="{FF2B5EF4-FFF2-40B4-BE49-F238E27FC236}">
                  <a16:creationId xmlns:a16="http://schemas.microsoft.com/office/drawing/2014/main" id="{8CA7DF22-AD13-46EA-8277-69BBAE49DA13}"/>
                </a:ext>
              </a:extLst>
            </p:cNvPr>
            <p:cNvGrpSpPr/>
            <p:nvPr/>
          </p:nvGrpSpPr>
          <p:grpSpPr>
            <a:xfrm>
              <a:off x="1500089" y="3155950"/>
              <a:ext cx="1333698" cy="392757"/>
              <a:chOff x="1500089" y="3155950"/>
              <a:chExt cx="1333698" cy="392757"/>
            </a:xfrm>
          </p:grpSpPr>
          <p:sp>
            <p:nvSpPr>
              <p:cNvPr id="2182" name="Rectangle 159">
                <a:extLst>
                  <a:ext uri="{FF2B5EF4-FFF2-40B4-BE49-F238E27FC236}">
                    <a16:creationId xmlns:a16="http://schemas.microsoft.com/office/drawing/2014/main" id="{3550A9FD-9ECC-42E3-B1EE-919DD52953DA}"/>
                  </a:ext>
                </a:extLst>
              </p:cNvPr>
              <p:cNvSpPr>
                <a:spLocks noChangeArrowheads="1"/>
              </p:cNvSpPr>
              <p:nvPr/>
            </p:nvSpPr>
            <p:spPr bwMode="auto">
              <a:xfrm>
                <a:off x="1706549" y="3155950"/>
                <a:ext cx="88267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effectLst/>
                    <a:latin typeface="Open Sans" panose="020B0606030504020204" pitchFamily="34" charset="0"/>
                  </a:rPr>
                  <a:t>CREATIVE</a:t>
                </a:r>
                <a:endParaRPr kumimoji="0" lang="ru-UA" altLang="ru-UA" sz="1800" b="0" i="0" u="none" strike="noStrike" cap="none" normalizeH="0" baseline="0">
                  <a:ln>
                    <a:noFill/>
                  </a:ln>
                  <a:effectLst/>
                </a:endParaRPr>
              </a:p>
            </p:txBody>
          </p:sp>
          <p:sp>
            <p:nvSpPr>
              <p:cNvPr id="2183" name="Rectangle 160">
                <a:extLst>
                  <a:ext uri="{FF2B5EF4-FFF2-40B4-BE49-F238E27FC236}">
                    <a16:creationId xmlns:a16="http://schemas.microsoft.com/office/drawing/2014/main" id="{6C104973-30A2-47FC-AB4B-2FCE4C871032}"/>
                  </a:ext>
                </a:extLst>
              </p:cNvPr>
              <p:cNvSpPr>
                <a:spLocks noChangeArrowheads="1"/>
              </p:cNvSpPr>
              <p:nvPr/>
            </p:nvSpPr>
            <p:spPr bwMode="auto">
              <a:xfrm>
                <a:off x="1500089" y="3317875"/>
                <a:ext cx="133369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effectLst/>
                    <a:latin typeface="Open Sans" panose="020B0606030504020204" pitchFamily="34" charset="0"/>
                  </a:rPr>
                  <a:t>INFOGRAPHIC</a:t>
                </a:r>
                <a:endParaRPr kumimoji="0" lang="ru-UA" altLang="ru-UA" sz="1800" b="0" i="0" u="none" strike="noStrike" cap="none" normalizeH="0" baseline="0">
                  <a:ln>
                    <a:noFill/>
                  </a:ln>
                  <a:effectLst/>
                </a:endParaRPr>
              </a:p>
            </p:txBody>
          </p:sp>
        </p:grpSp>
        <p:sp>
          <p:nvSpPr>
            <p:cNvPr id="2184" name="Oval 161">
              <a:extLst>
                <a:ext uri="{FF2B5EF4-FFF2-40B4-BE49-F238E27FC236}">
                  <a16:creationId xmlns:a16="http://schemas.microsoft.com/office/drawing/2014/main" id="{3B8C2970-AB86-48D1-AB14-41C9C5C151F5}"/>
                </a:ext>
              </a:extLst>
            </p:cNvPr>
            <p:cNvSpPr>
              <a:spLocks noChangeArrowheads="1"/>
            </p:cNvSpPr>
            <p:nvPr/>
          </p:nvSpPr>
          <p:spPr bwMode="auto">
            <a:xfrm>
              <a:off x="1660525" y="3579813"/>
              <a:ext cx="74613" cy="7461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185" name="Oval 162">
              <a:extLst>
                <a:ext uri="{FF2B5EF4-FFF2-40B4-BE49-F238E27FC236}">
                  <a16:creationId xmlns:a16="http://schemas.microsoft.com/office/drawing/2014/main" id="{363FAFE8-7EBD-40C4-A36A-B4B9FC863DAF}"/>
                </a:ext>
              </a:extLst>
            </p:cNvPr>
            <p:cNvSpPr>
              <a:spLocks noChangeArrowheads="1"/>
            </p:cNvSpPr>
            <p:nvPr/>
          </p:nvSpPr>
          <p:spPr bwMode="auto">
            <a:xfrm>
              <a:off x="2147888" y="3579813"/>
              <a:ext cx="74613" cy="7461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186" name="Oval 163">
              <a:extLst>
                <a:ext uri="{FF2B5EF4-FFF2-40B4-BE49-F238E27FC236}">
                  <a16:creationId xmlns:a16="http://schemas.microsoft.com/office/drawing/2014/main" id="{22F4978C-5A59-4E31-BE22-6A197ADDBD08}"/>
                </a:ext>
              </a:extLst>
            </p:cNvPr>
            <p:cNvSpPr>
              <a:spLocks noChangeArrowheads="1"/>
            </p:cNvSpPr>
            <p:nvPr/>
          </p:nvSpPr>
          <p:spPr bwMode="auto">
            <a:xfrm>
              <a:off x="2635250" y="3579813"/>
              <a:ext cx="73025" cy="7461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187" name="Rectangle 164">
            <a:extLst>
              <a:ext uri="{FF2B5EF4-FFF2-40B4-BE49-F238E27FC236}">
                <a16:creationId xmlns:a16="http://schemas.microsoft.com/office/drawing/2014/main" id="{FA2845EB-D847-4ABA-9AA2-A0E2C8E5A083}"/>
              </a:ext>
            </a:extLst>
          </p:cNvPr>
          <p:cNvSpPr>
            <a:spLocks noChangeArrowheads="1"/>
          </p:cNvSpPr>
          <p:nvPr/>
        </p:nvSpPr>
        <p:spPr bwMode="auto">
          <a:xfrm>
            <a:off x="3349261" y="1146406"/>
            <a:ext cx="746999"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100" b="1" i="0" u="none" strike="noStrike" cap="none" normalizeH="0" baseline="0">
                <a:ln>
                  <a:noFill/>
                </a:ln>
                <a:solidFill>
                  <a:schemeClr val="bg2"/>
                </a:solidFill>
                <a:effectLst/>
                <a:latin typeface="Open Sans Semibold" panose="020B0706030804020204" pitchFamily="34" charset="0"/>
              </a:rPr>
              <a:t>01</a:t>
            </a:r>
            <a:endParaRPr kumimoji="0" lang="ru-UA" altLang="ru-UA" sz="1800" b="0" i="0" u="none" strike="noStrike" cap="none" normalizeH="0" baseline="0">
              <a:ln>
                <a:noFill/>
              </a:ln>
              <a:solidFill>
                <a:schemeClr val="bg2"/>
              </a:solidFill>
              <a:effectLst/>
            </a:endParaRPr>
          </a:p>
        </p:txBody>
      </p:sp>
      <p:sp>
        <p:nvSpPr>
          <p:cNvPr id="2188" name="Rectangle 165">
            <a:extLst>
              <a:ext uri="{FF2B5EF4-FFF2-40B4-BE49-F238E27FC236}">
                <a16:creationId xmlns:a16="http://schemas.microsoft.com/office/drawing/2014/main" id="{126499A1-EBF5-436F-9FB9-5531D4014121}"/>
              </a:ext>
            </a:extLst>
          </p:cNvPr>
          <p:cNvSpPr>
            <a:spLocks noChangeArrowheads="1"/>
          </p:cNvSpPr>
          <p:nvPr/>
        </p:nvSpPr>
        <p:spPr bwMode="auto">
          <a:xfrm>
            <a:off x="3344499" y="4970694"/>
            <a:ext cx="746999"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100" b="1" i="0" u="none" strike="noStrike" cap="none" normalizeH="0" baseline="0">
                <a:ln>
                  <a:noFill/>
                </a:ln>
                <a:solidFill>
                  <a:schemeClr val="bg2"/>
                </a:solidFill>
                <a:effectLst/>
                <a:latin typeface="Open Sans Semibold" panose="020B0706030804020204" pitchFamily="34" charset="0"/>
              </a:rPr>
              <a:t>03</a:t>
            </a:r>
            <a:endParaRPr kumimoji="0" lang="ru-UA" altLang="ru-UA" sz="1800" b="0" i="0" u="none" strike="noStrike" cap="none" normalizeH="0" baseline="0">
              <a:ln>
                <a:noFill/>
              </a:ln>
              <a:solidFill>
                <a:schemeClr val="bg2"/>
              </a:solidFill>
              <a:effectLst/>
            </a:endParaRPr>
          </a:p>
        </p:txBody>
      </p:sp>
      <p:sp>
        <p:nvSpPr>
          <p:cNvPr id="2189" name="Rectangle 166">
            <a:extLst>
              <a:ext uri="{FF2B5EF4-FFF2-40B4-BE49-F238E27FC236}">
                <a16:creationId xmlns:a16="http://schemas.microsoft.com/office/drawing/2014/main" id="{649F59F1-E2C9-47A5-91A0-62ADDF7E8256}"/>
              </a:ext>
            </a:extLst>
          </p:cNvPr>
          <p:cNvSpPr>
            <a:spLocks noChangeArrowheads="1"/>
          </p:cNvSpPr>
          <p:nvPr/>
        </p:nvSpPr>
        <p:spPr bwMode="auto">
          <a:xfrm>
            <a:off x="4263661" y="3064107"/>
            <a:ext cx="746999"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100" b="1" i="0" u="none" strike="noStrike" cap="none" normalizeH="0" baseline="0">
                <a:ln>
                  <a:noFill/>
                </a:ln>
                <a:solidFill>
                  <a:schemeClr val="bg2"/>
                </a:solidFill>
                <a:effectLst/>
                <a:latin typeface="Open Sans Semibold" panose="020B0706030804020204" pitchFamily="34" charset="0"/>
              </a:rPr>
              <a:t>02</a:t>
            </a:r>
            <a:endParaRPr kumimoji="0" lang="ru-UA" altLang="ru-UA" sz="1800" b="0" i="0" u="none" strike="noStrike" cap="none" normalizeH="0" baseline="0">
              <a:ln>
                <a:noFill/>
              </a:ln>
              <a:solidFill>
                <a:schemeClr val="bg2"/>
              </a:solidFill>
              <a:effectLst/>
            </a:endParaRPr>
          </a:p>
        </p:txBody>
      </p:sp>
      <p:sp>
        <p:nvSpPr>
          <p:cNvPr id="2190" name="Oval 167">
            <a:extLst>
              <a:ext uri="{FF2B5EF4-FFF2-40B4-BE49-F238E27FC236}">
                <a16:creationId xmlns:a16="http://schemas.microsoft.com/office/drawing/2014/main" id="{B285E5B5-F816-4EF6-8E82-9CFE7FAC7B30}"/>
              </a:ext>
            </a:extLst>
          </p:cNvPr>
          <p:cNvSpPr>
            <a:spLocks noChangeArrowheads="1"/>
          </p:cNvSpPr>
          <p:nvPr/>
        </p:nvSpPr>
        <p:spPr bwMode="auto">
          <a:xfrm>
            <a:off x="6594475" y="1236663"/>
            <a:ext cx="657225" cy="6572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191" name="Oval 168">
            <a:extLst>
              <a:ext uri="{FF2B5EF4-FFF2-40B4-BE49-F238E27FC236}">
                <a16:creationId xmlns:a16="http://schemas.microsoft.com/office/drawing/2014/main" id="{A40E7A2C-9661-4E77-B7AE-579D692F57E5}"/>
              </a:ext>
            </a:extLst>
          </p:cNvPr>
          <p:cNvSpPr>
            <a:spLocks noChangeArrowheads="1"/>
          </p:cNvSpPr>
          <p:nvPr/>
        </p:nvSpPr>
        <p:spPr bwMode="auto">
          <a:xfrm>
            <a:off x="6594475" y="3089275"/>
            <a:ext cx="657225" cy="65722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2192" name="Oval 169">
            <a:extLst>
              <a:ext uri="{FF2B5EF4-FFF2-40B4-BE49-F238E27FC236}">
                <a16:creationId xmlns:a16="http://schemas.microsoft.com/office/drawing/2014/main" id="{BA8DA4EB-6BE0-4DCD-B993-E8C0AECC6C25}"/>
              </a:ext>
            </a:extLst>
          </p:cNvPr>
          <p:cNvSpPr>
            <a:spLocks noChangeArrowheads="1"/>
          </p:cNvSpPr>
          <p:nvPr/>
        </p:nvSpPr>
        <p:spPr bwMode="auto">
          <a:xfrm>
            <a:off x="6594475" y="4941888"/>
            <a:ext cx="657225" cy="65722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16" name="Text Placeholder 36">
            <a:extLst>
              <a:ext uri="{FF2B5EF4-FFF2-40B4-BE49-F238E27FC236}">
                <a16:creationId xmlns:a16="http://schemas.microsoft.com/office/drawing/2014/main" id="{5072137D-ED5B-45E3-8306-3E25A6FB4BFA}"/>
              </a:ext>
            </a:extLst>
          </p:cNvPr>
          <p:cNvSpPr txBox="1">
            <a:spLocks/>
          </p:cNvSpPr>
          <p:nvPr/>
        </p:nvSpPr>
        <p:spPr>
          <a:xfrm>
            <a:off x="7628730" y="4592637"/>
            <a:ext cx="2532062" cy="54133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03</a:t>
            </a:r>
          </a:p>
        </p:txBody>
      </p:sp>
      <p:sp>
        <p:nvSpPr>
          <p:cNvPr id="217" name="Text Placeholder 33">
            <a:extLst>
              <a:ext uri="{FF2B5EF4-FFF2-40B4-BE49-F238E27FC236}">
                <a16:creationId xmlns:a16="http://schemas.microsoft.com/office/drawing/2014/main" id="{FFE989F1-E280-41BC-AA80-DD5F343FA2B5}"/>
              </a:ext>
            </a:extLst>
          </p:cNvPr>
          <p:cNvSpPr txBox="1">
            <a:spLocks/>
          </p:cNvSpPr>
          <p:nvPr/>
        </p:nvSpPr>
        <p:spPr>
          <a:xfrm>
            <a:off x="7628731" y="5000625"/>
            <a:ext cx="3856037"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p>
        </p:txBody>
      </p:sp>
      <p:sp>
        <p:nvSpPr>
          <p:cNvPr id="218" name="Text Placeholder 36">
            <a:extLst>
              <a:ext uri="{FF2B5EF4-FFF2-40B4-BE49-F238E27FC236}">
                <a16:creationId xmlns:a16="http://schemas.microsoft.com/office/drawing/2014/main" id="{0634709C-3B23-4EE6-A8F4-C327B41021AC}"/>
              </a:ext>
            </a:extLst>
          </p:cNvPr>
          <p:cNvSpPr txBox="1">
            <a:spLocks/>
          </p:cNvSpPr>
          <p:nvPr/>
        </p:nvSpPr>
        <p:spPr>
          <a:xfrm>
            <a:off x="7628730" y="2797175"/>
            <a:ext cx="2532062" cy="541337"/>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02</a:t>
            </a:r>
          </a:p>
        </p:txBody>
      </p:sp>
      <p:sp>
        <p:nvSpPr>
          <p:cNvPr id="219" name="Text Placeholder 33">
            <a:extLst>
              <a:ext uri="{FF2B5EF4-FFF2-40B4-BE49-F238E27FC236}">
                <a16:creationId xmlns:a16="http://schemas.microsoft.com/office/drawing/2014/main" id="{E901FEE6-81EC-4E7F-A3EA-F4CA6133B340}"/>
              </a:ext>
            </a:extLst>
          </p:cNvPr>
          <p:cNvSpPr txBox="1">
            <a:spLocks/>
          </p:cNvSpPr>
          <p:nvPr/>
        </p:nvSpPr>
        <p:spPr>
          <a:xfrm>
            <a:off x="7628731" y="3205162"/>
            <a:ext cx="3856037"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p>
        </p:txBody>
      </p:sp>
      <p:sp>
        <p:nvSpPr>
          <p:cNvPr id="220" name="Text Placeholder 36">
            <a:extLst>
              <a:ext uri="{FF2B5EF4-FFF2-40B4-BE49-F238E27FC236}">
                <a16:creationId xmlns:a16="http://schemas.microsoft.com/office/drawing/2014/main" id="{732CDAAD-E260-43B5-89D8-31559F42CDA1}"/>
              </a:ext>
            </a:extLst>
          </p:cNvPr>
          <p:cNvSpPr txBox="1">
            <a:spLocks/>
          </p:cNvSpPr>
          <p:nvPr/>
        </p:nvSpPr>
        <p:spPr>
          <a:xfrm>
            <a:off x="7628730" y="1001712"/>
            <a:ext cx="2532062" cy="54133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01</a:t>
            </a:r>
          </a:p>
        </p:txBody>
      </p:sp>
      <p:sp>
        <p:nvSpPr>
          <p:cNvPr id="221" name="Text Placeholder 33">
            <a:extLst>
              <a:ext uri="{FF2B5EF4-FFF2-40B4-BE49-F238E27FC236}">
                <a16:creationId xmlns:a16="http://schemas.microsoft.com/office/drawing/2014/main" id="{EBF040EE-A961-4C5F-95C3-1565B8941C1F}"/>
              </a:ext>
            </a:extLst>
          </p:cNvPr>
          <p:cNvSpPr txBox="1">
            <a:spLocks/>
          </p:cNvSpPr>
          <p:nvPr/>
        </p:nvSpPr>
        <p:spPr>
          <a:xfrm>
            <a:off x="7628731" y="1409700"/>
            <a:ext cx="3856037"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p>
        </p:txBody>
      </p:sp>
      <p:sp>
        <p:nvSpPr>
          <p:cNvPr id="222" name="Freeform 194">
            <a:extLst>
              <a:ext uri="{FF2B5EF4-FFF2-40B4-BE49-F238E27FC236}">
                <a16:creationId xmlns:a16="http://schemas.microsoft.com/office/drawing/2014/main" id="{06EE9197-D5CF-4866-9060-50933174C32D}"/>
              </a:ext>
            </a:extLst>
          </p:cNvPr>
          <p:cNvSpPr>
            <a:spLocks noEditPoints="1"/>
          </p:cNvSpPr>
          <p:nvPr/>
        </p:nvSpPr>
        <p:spPr bwMode="auto">
          <a:xfrm>
            <a:off x="6787880" y="3269370"/>
            <a:ext cx="287239" cy="323797"/>
          </a:xfrm>
          <a:custGeom>
            <a:avLst/>
            <a:gdLst>
              <a:gd name="T0" fmla="*/ 30 w 92"/>
              <a:gd name="T1" fmla="*/ 81 h 103"/>
              <a:gd name="T2" fmla="*/ 22 w 92"/>
              <a:gd name="T3" fmla="*/ 62 h 103"/>
              <a:gd name="T4" fmla="*/ 18 w 92"/>
              <a:gd name="T5" fmla="*/ 46 h 103"/>
              <a:gd name="T6" fmla="*/ 46 w 92"/>
              <a:gd name="T7" fmla="*/ 18 h 103"/>
              <a:gd name="T8" fmla="*/ 74 w 92"/>
              <a:gd name="T9" fmla="*/ 46 h 103"/>
              <a:gd name="T10" fmla="*/ 70 w 92"/>
              <a:gd name="T11" fmla="*/ 62 h 103"/>
              <a:gd name="T12" fmla="*/ 62 w 92"/>
              <a:gd name="T13" fmla="*/ 77 h 103"/>
              <a:gd name="T14" fmla="*/ 46 w 92"/>
              <a:gd name="T15" fmla="*/ 29 h 103"/>
              <a:gd name="T16" fmla="*/ 29 w 92"/>
              <a:gd name="T17" fmla="*/ 46 h 103"/>
              <a:gd name="T18" fmla="*/ 46 w 92"/>
              <a:gd name="T19" fmla="*/ 63 h 103"/>
              <a:gd name="T20" fmla="*/ 63 w 92"/>
              <a:gd name="T21" fmla="*/ 46 h 103"/>
              <a:gd name="T22" fmla="*/ 46 w 92"/>
              <a:gd name="T23" fmla="*/ 29 h 103"/>
              <a:gd name="T24" fmla="*/ 39 w 92"/>
              <a:gd name="T25" fmla="*/ 49 h 103"/>
              <a:gd name="T26" fmla="*/ 44 w 92"/>
              <a:gd name="T27" fmla="*/ 55 h 103"/>
              <a:gd name="T28" fmla="*/ 53 w 92"/>
              <a:gd name="T29" fmla="*/ 41 h 103"/>
              <a:gd name="T30" fmla="*/ 46 w 92"/>
              <a:gd name="T31" fmla="*/ 9 h 103"/>
              <a:gd name="T32" fmla="*/ 46 w 92"/>
              <a:gd name="T33" fmla="*/ 0 h 103"/>
              <a:gd name="T34" fmla="*/ 28 w 92"/>
              <a:gd name="T35" fmla="*/ 14 h 103"/>
              <a:gd name="T36" fmla="*/ 23 w 92"/>
              <a:gd name="T37" fmla="*/ 6 h 103"/>
              <a:gd name="T38" fmla="*/ 6 w 92"/>
              <a:gd name="T39" fmla="*/ 23 h 103"/>
              <a:gd name="T40" fmla="*/ 14 w 92"/>
              <a:gd name="T41" fmla="*/ 27 h 103"/>
              <a:gd name="T42" fmla="*/ 0 w 92"/>
              <a:gd name="T43" fmla="*/ 46 h 103"/>
              <a:gd name="T44" fmla="*/ 9 w 92"/>
              <a:gd name="T45" fmla="*/ 46 h 103"/>
              <a:gd name="T46" fmla="*/ 69 w 92"/>
              <a:gd name="T47" fmla="*/ 6 h 103"/>
              <a:gd name="T48" fmla="*/ 64 w 92"/>
              <a:gd name="T49" fmla="*/ 14 h 103"/>
              <a:gd name="T50" fmla="*/ 85 w 92"/>
              <a:gd name="T51" fmla="*/ 23 h 103"/>
              <a:gd name="T52" fmla="*/ 78 w 92"/>
              <a:gd name="T53" fmla="*/ 27 h 103"/>
              <a:gd name="T54" fmla="*/ 83 w 92"/>
              <a:gd name="T55" fmla="*/ 46 h 103"/>
              <a:gd name="T56" fmla="*/ 92 w 92"/>
              <a:gd name="T57" fmla="*/ 46 h 103"/>
              <a:gd name="T58" fmla="*/ 56 w 92"/>
              <a:gd name="T59" fmla="*/ 83 h 103"/>
              <a:gd name="T60" fmla="*/ 34 w 92"/>
              <a:gd name="T61" fmla="*/ 89 h 103"/>
              <a:gd name="T62" fmla="*/ 31 w 92"/>
              <a:gd name="T63" fmla="*/ 93 h 103"/>
              <a:gd name="T64" fmla="*/ 35 w 92"/>
              <a:gd name="T65" fmla="*/ 97 h 103"/>
              <a:gd name="T66" fmla="*/ 37 w 92"/>
              <a:gd name="T67" fmla="*/ 96 h 103"/>
              <a:gd name="T68" fmla="*/ 56 w 92"/>
              <a:gd name="T69" fmla="*/ 91 h 103"/>
              <a:gd name="T70" fmla="*/ 56 w 92"/>
              <a:gd name="T71" fmla="*/ 91 h 103"/>
              <a:gd name="T72" fmla="*/ 57 w 92"/>
              <a:gd name="T73" fmla="*/ 91 h 103"/>
              <a:gd name="T74" fmla="*/ 61 w 92"/>
              <a:gd name="T75" fmla="*/ 94 h 103"/>
              <a:gd name="T76" fmla="*/ 58 w 92"/>
              <a:gd name="T77" fmla="*/ 98 h 103"/>
              <a:gd name="T78" fmla="*/ 39 w 92"/>
              <a:gd name="T7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2" h="103">
                <a:moveTo>
                  <a:pt x="30" y="81"/>
                </a:moveTo>
                <a:cubicBezTo>
                  <a:pt x="30" y="76"/>
                  <a:pt x="28" y="71"/>
                  <a:pt x="22" y="62"/>
                </a:cubicBezTo>
                <a:cubicBezTo>
                  <a:pt x="19" y="57"/>
                  <a:pt x="18" y="52"/>
                  <a:pt x="18" y="46"/>
                </a:cubicBezTo>
                <a:cubicBezTo>
                  <a:pt x="18" y="31"/>
                  <a:pt x="30" y="18"/>
                  <a:pt x="46" y="18"/>
                </a:cubicBezTo>
                <a:cubicBezTo>
                  <a:pt x="62" y="18"/>
                  <a:pt x="74" y="31"/>
                  <a:pt x="74" y="46"/>
                </a:cubicBezTo>
                <a:cubicBezTo>
                  <a:pt x="74" y="52"/>
                  <a:pt x="73" y="57"/>
                  <a:pt x="70" y="62"/>
                </a:cubicBezTo>
                <a:cubicBezTo>
                  <a:pt x="65" y="69"/>
                  <a:pt x="63" y="74"/>
                  <a:pt x="62" y="77"/>
                </a:cubicBezTo>
                <a:moveTo>
                  <a:pt x="46" y="29"/>
                </a:moveTo>
                <a:cubicBezTo>
                  <a:pt x="37" y="29"/>
                  <a:pt x="29" y="36"/>
                  <a:pt x="29" y="46"/>
                </a:cubicBezTo>
                <a:cubicBezTo>
                  <a:pt x="29" y="55"/>
                  <a:pt x="37" y="63"/>
                  <a:pt x="46" y="63"/>
                </a:cubicBezTo>
                <a:cubicBezTo>
                  <a:pt x="55" y="63"/>
                  <a:pt x="63" y="55"/>
                  <a:pt x="63" y="46"/>
                </a:cubicBezTo>
                <a:cubicBezTo>
                  <a:pt x="63" y="36"/>
                  <a:pt x="55" y="29"/>
                  <a:pt x="46" y="29"/>
                </a:cubicBezTo>
                <a:close/>
                <a:moveTo>
                  <a:pt x="39" y="49"/>
                </a:moveTo>
                <a:cubicBezTo>
                  <a:pt x="44" y="55"/>
                  <a:pt x="44" y="55"/>
                  <a:pt x="44" y="55"/>
                </a:cubicBezTo>
                <a:cubicBezTo>
                  <a:pt x="53" y="41"/>
                  <a:pt x="53" y="41"/>
                  <a:pt x="53" y="41"/>
                </a:cubicBezTo>
                <a:moveTo>
                  <a:pt x="46" y="9"/>
                </a:moveTo>
                <a:cubicBezTo>
                  <a:pt x="46" y="0"/>
                  <a:pt x="46" y="0"/>
                  <a:pt x="46" y="0"/>
                </a:cubicBezTo>
                <a:moveTo>
                  <a:pt x="28" y="14"/>
                </a:moveTo>
                <a:cubicBezTo>
                  <a:pt x="23" y="6"/>
                  <a:pt x="23" y="6"/>
                  <a:pt x="23" y="6"/>
                </a:cubicBezTo>
                <a:moveTo>
                  <a:pt x="6" y="23"/>
                </a:moveTo>
                <a:cubicBezTo>
                  <a:pt x="14" y="27"/>
                  <a:pt x="14" y="27"/>
                  <a:pt x="14" y="27"/>
                </a:cubicBezTo>
                <a:moveTo>
                  <a:pt x="0" y="46"/>
                </a:moveTo>
                <a:cubicBezTo>
                  <a:pt x="9" y="46"/>
                  <a:pt x="9" y="46"/>
                  <a:pt x="9" y="46"/>
                </a:cubicBezTo>
                <a:moveTo>
                  <a:pt x="69" y="6"/>
                </a:moveTo>
                <a:cubicBezTo>
                  <a:pt x="64" y="14"/>
                  <a:pt x="64" y="14"/>
                  <a:pt x="64" y="14"/>
                </a:cubicBezTo>
                <a:moveTo>
                  <a:pt x="85" y="23"/>
                </a:moveTo>
                <a:cubicBezTo>
                  <a:pt x="78" y="27"/>
                  <a:pt x="78" y="27"/>
                  <a:pt x="78" y="27"/>
                </a:cubicBezTo>
                <a:moveTo>
                  <a:pt x="83" y="46"/>
                </a:moveTo>
                <a:cubicBezTo>
                  <a:pt x="92" y="46"/>
                  <a:pt x="92" y="46"/>
                  <a:pt x="92" y="46"/>
                </a:cubicBezTo>
                <a:moveTo>
                  <a:pt x="56" y="83"/>
                </a:moveTo>
                <a:cubicBezTo>
                  <a:pt x="56" y="83"/>
                  <a:pt x="34" y="89"/>
                  <a:pt x="34" y="89"/>
                </a:cubicBezTo>
                <a:cubicBezTo>
                  <a:pt x="32" y="90"/>
                  <a:pt x="31" y="91"/>
                  <a:pt x="31" y="93"/>
                </a:cubicBezTo>
                <a:cubicBezTo>
                  <a:pt x="31" y="95"/>
                  <a:pt x="33" y="97"/>
                  <a:pt x="35" y="97"/>
                </a:cubicBezTo>
                <a:cubicBezTo>
                  <a:pt x="35" y="97"/>
                  <a:pt x="37" y="96"/>
                  <a:pt x="37" y="96"/>
                </a:cubicBezTo>
                <a:cubicBezTo>
                  <a:pt x="56" y="91"/>
                  <a:pt x="56" y="91"/>
                  <a:pt x="56" y="91"/>
                </a:cubicBezTo>
                <a:cubicBezTo>
                  <a:pt x="56" y="91"/>
                  <a:pt x="56" y="91"/>
                  <a:pt x="56" y="91"/>
                </a:cubicBezTo>
                <a:cubicBezTo>
                  <a:pt x="57" y="91"/>
                  <a:pt x="57" y="91"/>
                  <a:pt x="57" y="91"/>
                </a:cubicBezTo>
                <a:cubicBezTo>
                  <a:pt x="59" y="91"/>
                  <a:pt x="61" y="92"/>
                  <a:pt x="61" y="94"/>
                </a:cubicBezTo>
                <a:cubicBezTo>
                  <a:pt x="61" y="96"/>
                  <a:pt x="60" y="97"/>
                  <a:pt x="58" y="98"/>
                </a:cubicBezTo>
                <a:cubicBezTo>
                  <a:pt x="39" y="103"/>
                  <a:pt x="39" y="103"/>
                  <a:pt x="39" y="103"/>
                </a:cubicBezTo>
              </a:path>
            </a:pathLst>
          </a:custGeom>
          <a:noFill/>
          <a:ln w="11113"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3" name="Freeform 196">
            <a:extLst>
              <a:ext uri="{FF2B5EF4-FFF2-40B4-BE49-F238E27FC236}">
                <a16:creationId xmlns:a16="http://schemas.microsoft.com/office/drawing/2014/main" id="{BBF5C931-B5E9-414F-8E7C-1FC427501FE0}"/>
              </a:ext>
            </a:extLst>
          </p:cNvPr>
          <p:cNvSpPr>
            <a:spLocks noEditPoints="1"/>
          </p:cNvSpPr>
          <p:nvPr/>
        </p:nvSpPr>
        <p:spPr bwMode="auto">
          <a:xfrm>
            <a:off x="6730731" y="1465422"/>
            <a:ext cx="419108" cy="235014"/>
          </a:xfrm>
          <a:custGeom>
            <a:avLst/>
            <a:gdLst>
              <a:gd name="T0" fmla="*/ 32 w 134"/>
              <a:gd name="T1" fmla="*/ 61 h 75"/>
              <a:gd name="T2" fmla="*/ 31 w 134"/>
              <a:gd name="T3" fmla="*/ 55 h 75"/>
              <a:gd name="T4" fmla="*/ 39 w 134"/>
              <a:gd name="T5" fmla="*/ 48 h 75"/>
              <a:gd name="T6" fmla="*/ 44 w 134"/>
              <a:gd name="T7" fmla="*/ 52 h 75"/>
              <a:gd name="T8" fmla="*/ 37 w 134"/>
              <a:gd name="T9" fmla="*/ 61 h 75"/>
              <a:gd name="T10" fmla="*/ 81 w 134"/>
              <a:gd name="T11" fmla="*/ 54 h 75"/>
              <a:gd name="T12" fmla="*/ 97 w 134"/>
              <a:gd name="T13" fmla="*/ 61 h 75"/>
              <a:gd name="T14" fmla="*/ 98 w 134"/>
              <a:gd name="T15" fmla="*/ 54 h 75"/>
              <a:gd name="T16" fmla="*/ 82 w 134"/>
              <a:gd name="T17" fmla="*/ 66 h 75"/>
              <a:gd name="T18" fmla="*/ 89 w 134"/>
              <a:gd name="T19" fmla="*/ 67 h 75"/>
              <a:gd name="T20" fmla="*/ 91 w 134"/>
              <a:gd name="T21" fmla="*/ 61 h 75"/>
              <a:gd name="T22" fmla="*/ 73 w 134"/>
              <a:gd name="T23" fmla="*/ 72 h 75"/>
              <a:gd name="T24" fmla="*/ 80 w 134"/>
              <a:gd name="T25" fmla="*/ 72 h 75"/>
              <a:gd name="T26" fmla="*/ 82 w 134"/>
              <a:gd name="T27" fmla="*/ 66 h 75"/>
              <a:gd name="T28" fmla="*/ 63 w 134"/>
              <a:gd name="T29" fmla="*/ 73 h 75"/>
              <a:gd name="T30" fmla="*/ 71 w 134"/>
              <a:gd name="T31" fmla="*/ 72 h 75"/>
              <a:gd name="T32" fmla="*/ 43 w 134"/>
              <a:gd name="T33" fmla="*/ 67 h 75"/>
              <a:gd name="T34" fmla="*/ 52 w 134"/>
              <a:gd name="T35" fmla="*/ 51 h 75"/>
              <a:gd name="T36" fmla="*/ 46 w 134"/>
              <a:gd name="T37" fmla="*/ 51 h 75"/>
              <a:gd name="T38" fmla="*/ 37 w 134"/>
              <a:gd name="T39" fmla="*/ 67 h 75"/>
              <a:gd name="T40" fmla="*/ 43 w 134"/>
              <a:gd name="T41" fmla="*/ 67 h 75"/>
              <a:gd name="T42" fmla="*/ 59 w 134"/>
              <a:gd name="T43" fmla="*/ 61 h 75"/>
              <a:gd name="T44" fmla="*/ 55 w 134"/>
              <a:gd name="T45" fmla="*/ 54 h 75"/>
              <a:gd name="T46" fmla="*/ 44 w 134"/>
              <a:gd name="T47" fmla="*/ 65 h 75"/>
              <a:gd name="T48" fmla="*/ 48 w 134"/>
              <a:gd name="T49" fmla="*/ 71 h 75"/>
              <a:gd name="T50" fmla="*/ 62 w 134"/>
              <a:gd name="T51" fmla="*/ 69 h 75"/>
              <a:gd name="T52" fmla="*/ 63 w 134"/>
              <a:gd name="T53" fmla="*/ 62 h 75"/>
              <a:gd name="T54" fmla="*/ 57 w 134"/>
              <a:gd name="T55" fmla="*/ 63 h 75"/>
              <a:gd name="T56" fmla="*/ 52 w 134"/>
              <a:gd name="T57" fmla="*/ 74 h 75"/>
              <a:gd name="T58" fmla="*/ 58 w 134"/>
              <a:gd name="T59" fmla="*/ 73 h 75"/>
              <a:gd name="T60" fmla="*/ 115 w 134"/>
              <a:gd name="T61" fmla="*/ 0 h 75"/>
              <a:gd name="T62" fmla="*/ 111 w 134"/>
              <a:gd name="T63" fmla="*/ 45 h 75"/>
              <a:gd name="T64" fmla="*/ 134 w 134"/>
              <a:gd name="T65" fmla="*/ 35 h 75"/>
              <a:gd name="T66" fmla="*/ 72 w 134"/>
              <a:gd name="T67" fmla="*/ 19 h 75"/>
              <a:gd name="T68" fmla="*/ 66 w 134"/>
              <a:gd name="T69" fmla="*/ 19 h 75"/>
              <a:gd name="T70" fmla="*/ 46 w 134"/>
              <a:gd name="T71" fmla="*/ 29 h 75"/>
              <a:gd name="T72" fmla="*/ 64 w 134"/>
              <a:gd name="T73" fmla="*/ 33 h 75"/>
              <a:gd name="T74" fmla="*/ 98 w 134"/>
              <a:gd name="T75" fmla="*/ 54 h 75"/>
              <a:gd name="T76" fmla="*/ 104 w 134"/>
              <a:gd name="T77" fmla="*/ 47 h 75"/>
              <a:gd name="T78" fmla="*/ 98 w 134"/>
              <a:gd name="T79" fmla="*/ 54 h 75"/>
              <a:gd name="T80" fmla="*/ 34 w 134"/>
              <a:gd name="T81" fmla="*/ 53 h 75"/>
              <a:gd name="T82" fmla="*/ 20 w 134"/>
              <a:gd name="T83" fmla="*/ 49 h 75"/>
              <a:gd name="T84" fmla="*/ 28 w 134"/>
              <a:gd name="T85" fmla="*/ 0 h 75"/>
              <a:gd name="T86" fmla="*/ 32 w 134"/>
              <a:gd name="T87" fmla="*/ 54 h 75"/>
              <a:gd name="T88" fmla="*/ 44 w 134"/>
              <a:gd name="T89"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4" h="75">
                <a:moveTo>
                  <a:pt x="35" y="62"/>
                </a:moveTo>
                <a:cubicBezTo>
                  <a:pt x="34" y="62"/>
                  <a:pt x="33" y="62"/>
                  <a:pt x="32" y="61"/>
                </a:cubicBezTo>
                <a:cubicBezTo>
                  <a:pt x="31" y="60"/>
                  <a:pt x="30" y="59"/>
                  <a:pt x="30" y="58"/>
                </a:cubicBezTo>
                <a:cubicBezTo>
                  <a:pt x="30" y="57"/>
                  <a:pt x="31" y="56"/>
                  <a:pt x="31" y="55"/>
                </a:cubicBezTo>
                <a:cubicBezTo>
                  <a:pt x="37" y="49"/>
                  <a:pt x="37" y="49"/>
                  <a:pt x="37" y="49"/>
                </a:cubicBezTo>
                <a:cubicBezTo>
                  <a:pt x="37" y="49"/>
                  <a:pt x="38" y="48"/>
                  <a:pt x="39" y="48"/>
                </a:cubicBezTo>
                <a:cubicBezTo>
                  <a:pt x="40" y="48"/>
                  <a:pt x="41" y="48"/>
                  <a:pt x="42" y="49"/>
                </a:cubicBezTo>
                <a:cubicBezTo>
                  <a:pt x="43" y="50"/>
                  <a:pt x="43" y="51"/>
                  <a:pt x="44" y="52"/>
                </a:cubicBezTo>
                <a:cubicBezTo>
                  <a:pt x="44" y="53"/>
                  <a:pt x="43" y="54"/>
                  <a:pt x="43" y="55"/>
                </a:cubicBezTo>
                <a:cubicBezTo>
                  <a:pt x="37" y="61"/>
                  <a:pt x="37" y="61"/>
                  <a:pt x="37" y="61"/>
                </a:cubicBezTo>
                <a:cubicBezTo>
                  <a:pt x="37" y="61"/>
                  <a:pt x="36" y="62"/>
                  <a:pt x="35" y="62"/>
                </a:cubicBezTo>
                <a:close/>
                <a:moveTo>
                  <a:pt x="81" y="54"/>
                </a:moveTo>
                <a:cubicBezTo>
                  <a:pt x="81" y="54"/>
                  <a:pt x="91" y="62"/>
                  <a:pt x="94" y="62"/>
                </a:cubicBezTo>
                <a:cubicBezTo>
                  <a:pt x="96" y="63"/>
                  <a:pt x="96" y="62"/>
                  <a:pt x="97" y="61"/>
                </a:cubicBezTo>
                <a:cubicBezTo>
                  <a:pt x="99" y="60"/>
                  <a:pt x="99" y="58"/>
                  <a:pt x="99" y="57"/>
                </a:cubicBezTo>
                <a:cubicBezTo>
                  <a:pt x="99" y="56"/>
                  <a:pt x="99" y="55"/>
                  <a:pt x="98" y="54"/>
                </a:cubicBezTo>
                <a:moveTo>
                  <a:pt x="73" y="59"/>
                </a:moveTo>
                <a:cubicBezTo>
                  <a:pt x="82" y="66"/>
                  <a:pt x="82" y="66"/>
                  <a:pt x="82" y="66"/>
                </a:cubicBezTo>
                <a:cubicBezTo>
                  <a:pt x="83" y="67"/>
                  <a:pt x="84" y="68"/>
                  <a:pt x="85" y="68"/>
                </a:cubicBezTo>
                <a:cubicBezTo>
                  <a:pt x="87" y="68"/>
                  <a:pt x="88" y="68"/>
                  <a:pt x="89" y="67"/>
                </a:cubicBezTo>
                <a:cubicBezTo>
                  <a:pt x="90" y="66"/>
                  <a:pt x="91" y="64"/>
                  <a:pt x="91" y="63"/>
                </a:cubicBezTo>
                <a:cubicBezTo>
                  <a:pt x="91" y="62"/>
                  <a:pt x="91" y="61"/>
                  <a:pt x="91" y="61"/>
                </a:cubicBezTo>
                <a:moveTo>
                  <a:pt x="69" y="68"/>
                </a:moveTo>
                <a:cubicBezTo>
                  <a:pt x="73" y="72"/>
                  <a:pt x="73" y="72"/>
                  <a:pt x="73" y="72"/>
                </a:cubicBezTo>
                <a:cubicBezTo>
                  <a:pt x="74" y="73"/>
                  <a:pt x="75" y="73"/>
                  <a:pt x="77" y="73"/>
                </a:cubicBezTo>
                <a:cubicBezTo>
                  <a:pt x="78" y="73"/>
                  <a:pt x="79" y="73"/>
                  <a:pt x="80" y="72"/>
                </a:cubicBezTo>
                <a:cubicBezTo>
                  <a:pt x="81" y="71"/>
                  <a:pt x="82" y="69"/>
                  <a:pt x="82" y="68"/>
                </a:cubicBezTo>
                <a:cubicBezTo>
                  <a:pt x="82" y="67"/>
                  <a:pt x="82" y="67"/>
                  <a:pt x="82" y="66"/>
                </a:cubicBezTo>
                <a:moveTo>
                  <a:pt x="60" y="71"/>
                </a:moveTo>
                <a:cubicBezTo>
                  <a:pt x="63" y="73"/>
                  <a:pt x="63" y="73"/>
                  <a:pt x="63" y="73"/>
                </a:cubicBezTo>
                <a:cubicBezTo>
                  <a:pt x="63" y="73"/>
                  <a:pt x="65" y="74"/>
                  <a:pt x="67" y="74"/>
                </a:cubicBezTo>
                <a:cubicBezTo>
                  <a:pt x="69" y="74"/>
                  <a:pt x="70" y="73"/>
                  <a:pt x="71" y="72"/>
                </a:cubicBezTo>
                <a:cubicBezTo>
                  <a:pt x="72" y="72"/>
                  <a:pt x="72" y="72"/>
                  <a:pt x="72" y="71"/>
                </a:cubicBezTo>
                <a:moveTo>
                  <a:pt x="43" y="67"/>
                </a:moveTo>
                <a:cubicBezTo>
                  <a:pt x="52" y="56"/>
                  <a:pt x="52" y="56"/>
                  <a:pt x="52" y="56"/>
                </a:cubicBezTo>
                <a:cubicBezTo>
                  <a:pt x="53" y="55"/>
                  <a:pt x="53" y="52"/>
                  <a:pt x="52" y="51"/>
                </a:cubicBezTo>
                <a:cubicBezTo>
                  <a:pt x="51" y="50"/>
                  <a:pt x="49" y="50"/>
                  <a:pt x="48" y="50"/>
                </a:cubicBezTo>
                <a:cubicBezTo>
                  <a:pt x="47" y="50"/>
                  <a:pt x="47" y="50"/>
                  <a:pt x="46" y="51"/>
                </a:cubicBezTo>
                <a:cubicBezTo>
                  <a:pt x="37" y="61"/>
                  <a:pt x="37" y="61"/>
                  <a:pt x="37" y="61"/>
                </a:cubicBezTo>
                <a:cubicBezTo>
                  <a:pt x="35" y="63"/>
                  <a:pt x="35" y="65"/>
                  <a:pt x="37" y="67"/>
                </a:cubicBezTo>
                <a:cubicBezTo>
                  <a:pt x="38" y="68"/>
                  <a:pt x="39" y="68"/>
                  <a:pt x="40" y="68"/>
                </a:cubicBezTo>
                <a:cubicBezTo>
                  <a:pt x="41" y="68"/>
                  <a:pt x="42" y="67"/>
                  <a:pt x="43" y="67"/>
                </a:cubicBezTo>
                <a:close/>
                <a:moveTo>
                  <a:pt x="50" y="70"/>
                </a:moveTo>
                <a:cubicBezTo>
                  <a:pt x="59" y="61"/>
                  <a:pt x="59" y="61"/>
                  <a:pt x="59" y="61"/>
                </a:cubicBezTo>
                <a:cubicBezTo>
                  <a:pt x="60" y="59"/>
                  <a:pt x="60" y="57"/>
                  <a:pt x="58" y="55"/>
                </a:cubicBezTo>
                <a:cubicBezTo>
                  <a:pt x="57" y="54"/>
                  <a:pt x="56" y="54"/>
                  <a:pt x="55" y="54"/>
                </a:cubicBezTo>
                <a:cubicBezTo>
                  <a:pt x="54" y="54"/>
                  <a:pt x="53" y="55"/>
                  <a:pt x="53" y="55"/>
                </a:cubicBezTo>
                <a:cubicBezTo>
                  <a:pt x="44" y="65"/>
                  <a:pt x="44" y="65"/>
                  <a:pt x="44" y="65"/>
                </a:cubicBezTo>
                <a:cubicBezTo>
                  <a:pt x="43" y="66"/>
                  <a:pt x="43" y="69"/>
                  <a:pt x="45" y="70"/>
                </a:cubicBezTo>
                <a:cubicBezTo>
                  <a:pt x="45" y="71"/>
                  <a:pt x="47" y="72"/>
                  <a:pt x="48" y="71"/>
                </a:cubicBezTo>
                <a:cubicBezTo>
                  <a:pt x="49" y="71"/>
                  <a:pt x="50" y="71"/>
                  <a:pt x="50" y="70"/>
                </a:cubicBezTo>
                <a:close/>
                <a:moveTo>
                  <a:pt x="62" y="69"/>
                </a:moveTo>
                <a:cubicBezTo>
                  <a:pt x="63" y="68"/>
                  <a:pt x="63" y="68"/>
                  <a:pt x="63" y="68"/>
                </a:cubicBezTo>
                <a:cubicBezTo>
                  <a:pt x="64" y="66"/>
                  <a:pt x="64" y="64"/>
                  <a:pt x="63" y="62"/>
                </a:cubicBezTo>
                <a:cubicBezTo>
                  <a:pt x="62" y="61"/>
                  <a:pt x="61" y="61"/>
                  <a:pt x="59" y="61"/>
                </a:cubicBezTo>
                <a:cubicBezTo>
                  <a:pt x="59" y="61"/>
                  <a:pt x="58" y="62"/>
                  <a:pt x="57" y="63"/>
                </a:cubicBezTo>
                <a:cubicBezTo>
                  <a:pt x="52" y="68"/>
                  <a:pt x="52" y="68"/>
                  <a:pt x="52" y="68"/>
                </a:cubicBezTo>
                <a:cubicBezTo>
                  <a:pt x="51" y="70"/>
                  <a:pt x="51" y="72"/>
                  <a:pt x="52" y="74"/>
                </a:cubicBezTo>
                <a:cubicBezTo>
                  <a:pt x="53" y="74"/>
                  <a:pt x="55" y="75"/>
                  <a:pt x="56" y="75"/>
                </a:cubicBezTo>
                <a:cubicBezTo>
                  <a:pt x="57" y="74"/>
                  <a:pt x="57" y="74"/>
                  <a:pt x="58" y="73"/>
                </a:cubicBezTo>
                <a:lnTo>
                  <a:pt x="62" y="69"/>
                </a:lnTo>
                <a:close/>
                <a:moveTo>
                  <a:pt x="115" y="0"/>
                </a:moveTo>
                <a:cubicBezTo>
                  <a:pt x="106" y="4"/>
                  <a:pt x="94" y="11"/>
                  <a:pt x="92" y="12"/>
                </a:cubicBezTo>
                <a:cubicBezTo>
                  <a:pt x="94" y="15"/>
                  <a:pt x="102" y="28"/>
                  <a:pt x="111" y="45"/>
                </a:cubicBezTo>
                <a:cubicBezTo>
                  <a:pt x="112" y="47"/>
                  <a:pt x="112" y="47"/>
                  <a:pt x="112" y="47"/>
                </a:cubicBezTo>
                <a:cubicBezTo>
                  <a:pt x="134" y="35"/>
                  <a:pt x="134" y="35"/>
                  <a:pt x="134" y="35"/>
                </a:cubicBezTo>
                <a:moveTo>
                  <a:pt x="95" y="17"/>
                </a:moveTo>
                <a:cubicBezTo>
                  <a:pt x="84" y="13"/>
                  <a:pt x="79" y="19"/>
                  <a:pt x="72" y="19"/>
                </a:cubicBezTo>
                <a:cubicBezTo>
                  <a:pt x="70" y="19"/>
                  <a:pt x="68" y="19"/>
                  <a:pt x="66" y="19"/>
                </a:cubicBezTo>
                <a:cubicBezTo>
                  <a:pt x="66" y="19"/>
                  <a:pt x="66" y="19"/>
                  <a:pt x="66" y="19"/>
                </a:cubicBezTo>
                <a:cubicBezTo>
                  <a:pt x="65" y="19"/>
                  <a:pt x="65" y="19"/>
                  <a:pt x="64" y="20"/>
                </a:cubicBezTo>
                <a:cubicBezTo>
                  <a:pt x="46" y="29"/>
                  <a:pt x="46" y="29"/>
                  <a:pt x="46" y="29"/>
                </a:cubicBezTo>
                <a:cubicBezTo>
                  <a:pt x="38" y="33"/>
                  <a:pt x="46" y="39"/>
                  <a:pt x="49" y="39"/>
                </a:cubicBezTo>
                <a:cubicBezTo>
                  <a:pt x="52" y="38"/>
                  <a:pt x="59" y="35"/>
                  <a:pt x="64" y="33"/>
                </a:cubicBezTo>
                <a:cubicBezTo>
                  <a:pt x="66" y="32"/>
                  <a:pt x="70" y="33"/>
                  <a:pt x="72" y="34"/>
                </a:cubicBezTo>
                <a:cubicBezTo>
                  <a:pt x="80" y="40"/>
                  <a:pt x="97" y="53"/>
                  <a:pt x="98" y="54"/>
                </a:cubicBezTo>
                <a:moveTo>
                  <a:pt x="110" y="43"/>
                </a:moveTo>
                <a:cubicBezTo>
                  <a:pt x="109" y="44"/>
                  <a:pt x="105" y="46"/>
                  <a:pt x="104" y="47"/>
                </a:cubicBezTo>
                <a:cubicBezTo>
                  <a:pt x="104" y="47"/>
                  <a:pt x="103" y="48"/>
                  <a:pt x="102" y="49"/>
                </a:cubicBezTo>
                <a:cubicBezTo>
                  <a:pt x="101" y="51"/>
                  <a:pt x="100" y="53"/>
                  <a:pt x="98" y="54"/>
                </a:cubicBezTo>
                <a:moveTo>
                  <a:pt x="34" y="53"/>
                </a:moveTo>
                <a:cubicBezTo>
                  <a:pt x="34" y="53"/>
                  <a:pt x="34" y="53"/>
                  <a:pt x="34" y="53"/>
                </a:cubicBezTo>
                <a:moveTo>
                  <a:pt x="0" y="33"/>
                </a:moveTo>
                <a:cubicBezTo>
                  <a:pt x="20" y="49"/>
                  <a:pt x="20" y="49"/>
                  <a:pt x="20" y="49"/>
                </a:cubicBezTo>
                <a:cubicBezTo>
                  <a:pt x="47" y="15"/>
                  <a:pt x="47" y="15"/>
                  <a:pt x="47" y="15"/>
                </a:cubicBezTo>
                <a:cubicBezTo>
                  <a:pt x="28" y="0"/>
                  <a:pt x="28" y="0"/>
                  <a:pt x="28" y="0"/>
                </a:cubicBezTo>
                <a:moveTo>
                  <a:pt x="22" y="47"/>
                </a:moveTo>
                <a:cubicBezTo>
                  <a:pt x="27" y="51"/>
                  <a:pt x="32" y="54"/>
                  <a:pt x="32" y="54"/>
                </a:cubicBezTo>
                <a:moveTo>
                  <a:pt x="58" y="23"/>
                </a:moveTo>
                <a:cubicBezTo>
                  <a:pt x="55" y="22"/>
                  <a:pt x="49" y="19"/>
                  <a:pt x="44" y="18"/>
                </a:cubicBezTo>
              </a:path>
            </a:pathLst>
          </a:custGeom>
          <a:noFill/>
          <a:ln w="11113"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4" name="Freeform 197">
            <a:extLst>
              <a:ext uri="{FF2B5EF4-FFF2-40B4-BE49-F238E27FC236}">
                <a16:creationId xmlns:a16="http://schemas.microsoft.com/office/drawing/2014/main" id="{FBE7E924-40D0-4830-8561-C07FA60B9A21}"/>
              </a:ext>
            </a:extLst>
          </p:cNvPr>
          <p:cNvSpPr>
            <a:spLocks noEditPoints="1"/>
          </p:cNvSpPr>
          <p:nvPr/>
        </p:nvSpPr>
        <p:spPr bwMode="auto">
          <a:xfrm>
            <a:off x="6775181" y="5132684"/>
            <a:ext cx="319880" cy="257210"/>
          </a:xfrm>
          <a:custGeom>
            <a:avLst/>
            <a:gdLst>
              <a:gd name="T0" fmla="*/ 102 w 102"/>
              <a:gd name="T1" fmla="*/ 82 h 82"/>
              <a:gd name="T2" fmla="*/ 0 w 102"/>
              <a:gd name="T3" fmla="*/ 82 h 82"/>
              <a:gd name="T4" fmla="*/ 25 w 102"/>
              <a:gd name="T5" fmla="*/ 60 h 82"/>
              <a:gd name="T6" fmla="*/ 11 w 102"/>
              <a:gd name="T7" fmla="*/ 60 h 82"/>
              <a:gd name="T8" fmla="*/ 11 w 102"/>
              <a:gd name="T9" fmla="*/ 82 h 82"/>
              <a:gd name="T10" fmla="*/ 25 w 102"/>
              <a:gd name="T11" fmla="*/ 82 h 82"/>
              <a:gd name="T12" fmla="*/ 25 w 102"/>
              <a:gd name="T13" fmla="*/ 60 h 82"/>
              <a:gd name="T14" fmla="*/ 47 w 102"/>
              <a:gd name="T15" fmla="*/ 38 h 82"/>
              <a:gd name="T16" fmla="*/ 33 w 102"/>
              <a:gd name="T17" fmla="*/ 38 h 82"/>
              <a:gd name="T18" fmla="*/ 33 w 102"/>
              <a:gd name="T19" fmla="*/ 82 h 82"/>
              <a:gd name="T20" fmla="*/ 47 w 102"/>
              <a:gd name="T21" fmla="*/ 82 h 82"/>
              <a:gd name="T22" fmla="*/ 47 w 102"/>
              <a:gd name="T23" fmla="*/ 38 h 82"/>
              <a:gd name="T24" fmla="*/ 69 w 102"/>
              <a:gd name="T25" fmla="*/ 47 h 82"/>
              <a:gd name="T26" fmla="*/ 55 w 102"/>
              <a:gd name="T27" fmla="*/ 47 h 82"/>
              <a:gd name="T28" fmla="*/ 55 w 102"/>
              <a:gd name="T29" fmla="*/ 82 h 82"/>
              <a:gd name="T30" fmla="*/ 69 w 102"/>
              <a:gd name="T31" fmla="*/ 82 h 82"/>
              <a:gd name="T32" fmla="*/ 69 w 102"/>
              <a:gd name="T33" fmla="*/ 47 h 82"/>
              <a:gd name="T34" fmla="*/ 91 w 102"/>
              <a:gd name="T35" fmla="*/ 25 h 82"/>
              <a:gd name="T36" fmla="*/ 77 w 102"/>
              <a:gd name="T37" fmla="*/ 25 h 82"/>
              <a:gd name="T38" fmla="*/ 77 w 102"/>
              <a:gd name="T39" fmla="*/ 82 h 82"/>
              <a:gd name="T40" fmla="*/ 91 w 102"/>
              <a:gd name="T41" fmla="*/ 82 h 82"/>
              <a:gd name="T42" fmla="*/ 91 w 102"/>
              <a:gd name="T43" fmla="*/ 25 h 82"/>
              <a:gd name="T44" fmla="*/ 18 w 102"/>
              <a:gd name="T45" fmla="*/ 36 h 82"/>
              <a:gd name="T46" fmla="*/ 14 w 102"/>
              <a:gd name="T47" fmla="*/ 40 h 82"/>
              <a:gd name="T48" fmla="*/ 18 w 102"/>
              <a:gd name="T49" fmla="*/ 44 h 82"/>
              <a:gd name="T50" fmla="*/ 22 w 102"/>
              <a:gd name="T51" fmla="*/ 40 h 82"/>
              <a:gd name="T52" fmla="*/ 18 w 102"/>
              <a:gd name="T53" fmla="*/ 36 h 82"/>
              <a:gd name="T54" fmla="*/ 40 w 102"/>
              <a:gd name="T55" fmla="*/ 15 h 82"/>
              <a:gd name="T56" fmla="*/ 36 w 102"/>
              <a:gd name="T57" fmla="*/ 19 h 82"/>
              <a:gd name="T58" fmla="*/ 40 w 102"/>
              <a:gd name="T59" fmla="*/ 23 h 82"/>
              <a:gd name="T60" fmla="*/ 44 w 102"/>
              <a:gd name="T61" fmla="*/ 19 h 82"/>
              <a:gd name="T62" fmla="*/ 40 w 102"/>
              <a:gd name="T63" fmla="*/ 15 h 82"/>
              <a:gd name="T64" fmla="*/ 62 w 102"/>
              <a:gd name="T65" fmla="*/ 25 h 82"/>
              <a:gd name="T66" fmla="*/ 58 w 102"/>
              <a:gd name="T67" fmla="*/ 29 h 82"/>
              <a:gd name="T68" fmla="*/ 62 w 102"/>
              <a:gd name="T69" fmla="*/ 33 h 82"/>
              <a:gd name="T70" fmla="*/ 66 w 102"/>
              <a:gd name="T71" fmla="*/ 29 h 82"/>
              <a:gd name="T72" fmla="*/ 62 w 102"/>
              <a:gd name="T73" fmla="*/ 25 h 82"/>
              <a:gd name="T74" fmla="*/ 84 w 102"/>
              <a:gd name="T75" fmla="*/ 0 h 82"/>
              <a:gd name="T76" fmla="*/ 80 w 102"/>
              <a:gd name="T77" fmla="*/ 4 h 82"/>
              <a:gd name="T78" fmla="*/ 84 w 102"/>
              <a:gd name="T79" fmla="*/ 8 h 82"/>
              <a:gd name="T80" fmla="*/ 88 w 102"/>
              <a:gd name="T81" fmla="*/ 4 h 82"/>
              <a:gd name="T82" fmla="*/ 84 w 102"/>
              <a:gd name="T83" fmla="*/ 0 h 82"/>
              <a:gd name="T84" fmla="*/ 64 w 102"/>
              <a:gd name="T85" fmla="*/ 26 h 82"/>
              <a:gd name="T86" fmla="*/ 81 w 102"/>
              <a:gd name="T87" fmla="*/ 7 h 82"/>
              <a:gd name="T88" fmla="*/ 43 w 102"/>
              <a:gd name="T89" fmla="*/ 20 h 82"/>
              <a:gd name="T90" fmla="*/ 58 w 102"/>
              <a:gd name="T91" fmla="*/ 27 h 82"/>
              <a:gd name="T92" fmla="*/ 37 w 102"/>
              <a:gd name="T93" fmla="*/ 21 h 82"/>
              <a:gd name="T94" fmla="*/ 21 w 102"/>
              <a:gd name="T95"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82">
                <a:moveTo>
                  <a:pt x="102" y="82"/>
                </a:moveTo>
                <a:cubicBezTo>
                  <a:pt x="0" y="82"/>
                  <a:pt x="0" y="82"/>
                  <a:pt x="0" y="82"/>
                </a:cubicBezTo>
                <a:moveTo>
                  <a:pt x="25" y="60"/>
                </a:moveTo>
                <a:cubicBezTo>
                  <a:pt x="11" y="60"/>
                  <a:pt x="11" y="60"/>
                  <a:pt x="11" y="60"/>
                </a:cubicBezTo>
                <a:cubicBezTo>
                  <a:pt x="11" y="82"/>
                  <a:pt x="11" y="82"/>
                  <a:pt x="11" y="82"/>
                </a:cubicBezTo>
                <a:cubicBezTo>
                  <a:pt x="25" y="82"/>
                  <a:pt x="25" y="82"/>
                  <a:pt x="25" y="82"/>
                </a:cubicBezTo>
                <a:lnTo>
                  <a:pt x="25" y="60"/>
                </a:lnTo>
                <a:close/>
                <a:moveTo>
                  <a:pt x="47" y="38"/>
                </a:moveTo>
                <a:cubicBezTo>
                  <a:pt x="33" y="38"/>
                  <a:pt x="33" y="38"/>
                  <a:pt x="33" y="38"/>
                </a:cubicBezTo>
                <a:cubicBezTo>
                  <a:pt x="33" y="82"/>
                  <a:pt x="33" y="82"/>
                  <a:pt x="33" y="82"/>
                </a:cubicBezTo>
                <a:cubicBezTo>
                  <a:pt x="47" y="82"/>
                  <a:pt x="47" y="82"/>
                  <a:pt x="47" y="82"/>
                </a:cubicBezTo>
                <a:lnTo>
                  <a:pt x="47" y="38"/>
                </a:lnTo>
                <a:close/>
                <a:moveTo>
                  <a:pt x="69" y="47"/>
                </a:moveTo>
                <a:cubicBezTo>
                  <a:pt x="55" y="47"/>
                  <a:pt x="55" y="47"/>
                  <a:pt x="55" y="47"/>
                </a:cubicBezTo>
                <a:cubicBezTo>
                  <a:pt x="55" y="82"/>
                  <a:pt x="55" y="82"/>
                  <a:pt x="55" y="82"/>
                </a:cubicBezTo>
                <a:cubicBezTo>
                  <a:pt x="69" y="82"/>
                  <a:pt x="69" y="82"/>
                  <a:pt x="69" y="82"/>
                </a:cubicBezTo>
                <a:lnTo>
                  <a:pt x="69" y="47"/>
                </a:lnTo>
                <a:close/>
                <a:moveTo>
                  <a:pt x="91" y="25"/>
                </a:moveTo>
                <a:cubicBezTo>
                  <a:pt x="77" y="25"/>
                  <a:pt x="77" y="25"/>
                  <a:pt x="77" y="25"/>
                </a:cubicBezTo>
                <a:cubicBezTo>
                  <a:pt x="77" y="82"/>
                  <a:pt x="77" y="82"/>
                  <a:pt x="77" y="82"/>
                </a:cubicBezTo>
                <a:cubicBezTo>
                  <a:pt x="91" y="82"/>
                  <a:pt x="91" y="82"/>
                  <a:pt x="91" y="82"/>
                </a:cubicBezTo>
                <a:lnTo>
                  <a:pt x="91" y="25"/>
                </a:lnTo>
                <a:close/>
                <a:moveTo>
                  <a:pt x="18" y="36"/>
                </a:moveTo>
                <a:cubicBezTo>
                  <a:pt x="16" y="36"/>
                  <a:pt x="14" y="37"/>
                  <a:pt x="14" y="40"/>
                </a:cubicBezTo>
                <a:cubicBezTo>
                  <a:pt x="14" y="42"/>
                  <a:pt x="16" y="44"/>
                  <a:pt x="18" y="44"/>
                </a:cubicBezTo>
                <a:cubicBezTo>
                  <a:pt x="20" y="44"/>
                  <a:pt x="22" y="42"/>
                  <a:pt x="22" y="40"/>
                </a:cubicBezTo>
                <a:cubicBezTo>
                  <a:pt x="22" y="37"/>
                  <a:pt x="20" y="36"/>
                  <a:pt x="18" y="36"/>
                </a:cubicBezTo>
                <a:close/>
                <a:moveTo>
                  <a:pt x="40" y="15"/>
                </a:moveTo>
                <a:cubicBezTo>
                  <a:pt x="38" y="15"/>
                  <a:pt x="36" y="16"/>
                  <a:pt x="36" y="19"/>
                </a:cubicBezTo>
                <a:cubicBezTo>
                  <a:pt x="36" y="21"/>
                  <a:pt x="38" y="23"/>
                  <a:pt x="40" y="23"/>
                </a:cubicBezTo>
                <a:cubicBezTo>
                  <a:pt x="42" y="23"/>
                  <a:pt x="44" y="21"/>
                  <a:pt x="44" y="19"/>
                </a:cubicBezTo>
                <a:cubicBezTo>
                  <a:pt x="44" y="16"/>
                  <a:pt x="42" y="15"/>
                  <a:pt x="40" y="15"/>
                </a:cubicBezTo>
                <a:close/>
                <a:moveTo>
                  <a:pt x="62" y="25"/>
                </a:moveTo>
                <a:cubicBezTo>
                  <a:pt x="60" y="25"/>
                  <a:pt x="58" y="27"/>
                  <a:pt x="58" y="29"/>
                </a:cubicBezTo>
                <a:cubicBezTo>
                  <a:pt x="58" y="31"/>
                  <a:pt x="60" y="33"/>
                  <a:pt x="62" y="33"/>
                </a:cubicBezTo>
                <a:cubicBezTo>
                  <a:pt x="64" y="33"/>
                  <a:pt x="66" y="31"/>
                  <a:pt x="66" y="29"/>
                </a:cubicBezTo>
                <a:cubicBezTo>
                  <a:pt x="66" y="27"/>
                  <a:pt x="64" y="25"/>
                  <a:pt x="62" y="25"/>
                </a:cubicBezTo>
                <a:close/>
                <a:moveTo>
                  <a:pt x="84" y="0"/>
                </a:moveTo>
                <a:cubicBezTo>
                  <a:pt x="82" y="0"/>
                  <a:pt x="80" y="2"/>
                  <a:pt x="80" y="4"/>
                </a:cubicBezTo>
                <a:cubicBezTo>
                  <a:pt x="80" y="6"/>
                  <a:pt x="82" y="8"/>
                  <a:pt x="84" y="8"/>
                </a:cubicBezTo>
                <a:cubicBezTo>
                  <a:pt x="86" y="8"/>
                  <a:pt x="88" y="6"/>
                  <a:pt x="88" y="4"/>
                </a:cubicBezTo>
                <a:cubicBezTo>
                  <a:pt x="88" y="2"/>
                  <a:pt x="86" y="0"/>
                  <a:pt x="84" y="0"/>
                </a:cubicBezTo>
                <a:close/>
                <a:moveTo>
                  <a:pt x="64" y="26"/>
                </a:moveTo>
                <a:cubicBezTo>
                  <a:pt x="81" y="7"/>
                  <a:pt x="81" y="7"/>
                  <a:pt x="81" y="7"/>
                </a:cubicBezTo>
                <a:moveTo>
                  <a:pt x="43" y="20"/>
                </a:moveTo>
                <a:cubicBezTo>
                  <a:pt x="58" y="27"/>
                  <a:pt x="58" y="27"/>
                  <a:pt x="58" y="27"/>
                </a:cubicBezTo>
                <a:moveTo>
                  <a:pt x="37" y="21"/>
                </a:moveTo>
                <a:cubicBezTo>
                  <a:pt x="21" y="37"/>
                  <a:pt x="21" y="37"/>
                  <a:pt x="21" y="37"/>
                </a:cubicBezTo>
              </a:path>
            </a:pathLst>
          </a:custGeom>
          <a:noFill/>
          <a:ln w="11113"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219674684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7000">
                                          <p:cBhvr additive="base">
                                            <p:cTn id="7" dur="1000" fill="hold"/>
                                            <p:tgtEl>
                                              <p:spTgt spid="2"/>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2"/>
                                            </p:tgtEl>
                                            <p:attrNameLst>
                                              <p:attrName>ppt_y</p:attrName>
                                            </p:attrNameLst>
                                          </p:cBhvr>
                                          <p:tavLst>
                                            <p:tav tm="0">
                                              <p:val>
                                                <p:strVal val="#ppt_y"/>
                                              </p:val>
                                            </p:tav>
                                            <p:tav tm="100000">
                                              <p:val>
                                                <p:strVal val="#ppt_y"/>
                                              </p:val>
                                            </p:tav>
                                          </p:tavLst>
                                        </p:anim>
                                      </p:childTnLst>
                                    </p:cTn>
                                  </p:par>
                                  <p:par>
                                    <p:cTn id="9" presetID="22" presetClass="entr" presetSubtype="4" fill="hold" nodeType="withEffect">
                                      <p:stCondLst>
                                        <p:cond delay="250"/>
                                      </p:stCondLst>
                                      <p:childTnLst>
                                        <p:set>
                                          <p:cBhvr>
                                            <p:cTn id="10" dur="1" fill="hold">
                                              <p:stCondLst>
                                                <p:cond delay="0"/>
                                              </p:stCondLst>
                                            </p:cTn>
                                            <p:tgtEl>
                                              <p:spTgt spid="183"/>
                                            </p:tgtEl>
                                            <p:attrNameLst>
                                              <p:attrName>style.visibility</p:attrName>
                                            </p:attrNameLst>
                                          </p:cBhvr>
                                          <p:to>
                                            <p:strVal val="visible"/>
                                          </p:to>
                                        </p:set>
                                        <p:animEffect transition="in" filter="wipe(down)">
                                          <p:cBhvr>
                                            <p:cTn id="11" dur="1000"/>
                                            <p:tgtEl>
                                              <p:spTgt spid="183"/>
                                            </p:tgtEl>
                                          </p:cBhvr>
                                        </p:animEffect>
                                      </p:childTnLst>
                                    </p:cTn>
                                  </p:par>
                                  <p:par>
                                    <p:cTn id="12" presetID="22" presetClass="entr" presetSubtype="8" fill="hold" nodeType="withEffect">
                                      <p:stCondLst>
                                        <p:cond delay="750"/>
                                      </p:stCondLst>
                                      <p:childTnLst>
                                        <p:set>
                                          <p:cBhvr>
                                            <p:cTn id="13" dur="1" fill="hold">
                                              <p:stCondLst>
                                                <p:cond delay="0"/>
                                              </p:stCondLst>
                                            </p:cTn>
                                            <p:tgtEl>
                                              <p:spTgt spid="182"/>
                                            </p:tgtEl>
                                            <p:attrNameLst>
                                              <p:attrName>style.visibility</p:attrName>
                                            </p:attrNameLst>
                                          </p:cBhvr>
                                          <p:to>
                                            <p:strVal val="visible"/>
                                          </p:to>
                                        </p:set>
                                        <p:animEffect transition="in" filter="wipe(left)">
                                          <p:cBhvr>
                                            <p:cTn id="14" dur="1000"/>
                                            <p:tgtEl>
                                              <p:spTgt spid="182"/>
                                            </p:tgtEl>
                                          </p:cBhvr>
                                        </p:animEffect>
                                      </p:childTnLst>
                                    </p:cTn>
                                  </p:par>
                                  <p:par>
                                    <p:cTn id="15" presetID="22" presetClass="entr" presetSubtype="1" fill="hold" nodeType="withEffect">
                                      <p:stCondLst>
                                        <p:cond delay="1250"/>
                                      </p:stCondLst>
                                      <p:childTnLst>
                                        <p:set>
                                          <p:cBhvr>
                                            <p:cTn id="16" dur="1" fill="hold">
                                              <p:stCondLst>
                                                <p:cond delay="0"/>
                                              </p:stCondLst>
                                            </p:cTn>
                                            <p:tgtEl>
                                              <p:spTgt spid="181"/>
                                            </p:tgtEl>
                                            <p:attrNameLst>
                                              <p:attrName>style.visibility</p:attrName>
                                            </p:attrNameLst>
                                          </p:cBhvr>
                                          <p:to>
                                            <p:strVal val="visible"/>
                                          </p:to>
                                        </p:set>
                                        <p:animEffect transition="in" filter="wipe(up)">
                                          <p:cBhvr>
                                            <p:cTn id="17" dur="1000"/>
                                            <p:tgtEl>
                                              <p:spTgt spid="181"/>
                                            </p:tgtEl>
                                          </p:cBhvr>
                                        </p:animEffect>
                                      </p:childTnLst>
                                    </p:cTn>
                                  </p:par>
                                  <p:par>
                                    <p:cTn id="18" presetID="53" presetClass="entr" presetSubtype="16" fill="hold" nodeType="withEffect">
                                      <p:stCondLst>
                                        <p:cond delay="750"/>
                                      </p:stCondLst>
                                      <p:childTnLst>
                                        <p:set>
                                          <p:cBhvr>
                                            <p:cTn id="19" dur="1" fill="hold">
                                              <p:stCondLst>
                                                <p:cond delay="0"/>
                                              </p:stCondLst>
                                            </p:cTn>
                                            <p:tgtEl>
                                              <p:spTgt spid="2199"/>
                                            </p:tgtEl>
                                            <p:attrNameLst>
                                              <p:attrName>style.visibility</p:attrName>
                                            </p:attrNameLst>
                                          </p:cBhvr>
                                          <p:to>
                                            <p:strVal val="visible"/>
                                          </p:to>
                                        </p:set>
                                        <p:anim calcmode="lin" valueType="num">
                                          <p:cBhvr>
                                            <p:cTn id="20" dur="750" fill="hold"/>
                                            <p:tgtEl>
                                              <p:spTgt spid="2199"/>
                                            </p:tgtEl>
                                            <p:attrNameLst>
                                              <p:attrName>ppt_w</p:attrName>
                                            </p:attrNameLst>
                                          </p:cBhvr>
                                          <p:tavLst>
                                            <p:tav tm="0">
                                              <p:val>
                                                <p:fltVal val="0"/>
                                              </p:val>
                                            </p:tav>
                                            <p:tav tm="100000">
                                              <p:val>
                                                <p:strVal val="#ppt_w"/>
                                              </p:val>
                                            </p:tav>
                                          </p:tavLst>
                                        </p:anim>
                                        <p:anim calcmode="lin" valueType="num">
                                          <p:cBhvr>
                                            <p:cTn id="21" dur="750" fill="hold"/>
                                            <p:tgtEl>
                                              <p:spTgt spid="2199"/>
                                            </p:tgtEl>
                                            <p:attrNameLst>
                                              <p:attrName>ppt_h</p:attrName>
                                            </p:attrNameLst>
                                          </p:cBhvr>
                                          <p:tavLst>
                                            <p:tav tm="0">
                                              <p:val>
                                                <p:fltVal val="0"/>
                                              </p:val>
                                            </p:tav>
                                            <p:tav tm="100000">
                                              <p:val>
                                                <p:strVal val="#ppt_h"/>
                                              </p:val>
                                            </p:tav>
                                          </p:tavLst>
                                        </p:anim>
                                        <p:animEffect transition="in" filter="fade">
                                          <p:cBhvr>
                                            <p:cTn id="22" dur="750"/>
                                            <p:tgtEl>
                                              <p:spTgt spid="2199"/>
                                            </p:tgtEl>
                                          </p:cBhvr>
                                        </p:animEffect>
                                      </p:childTnLst>
                                    </p:cTn>
                                  </p:par>
                                  <p:par>
                                    <p:cTn id="23" presetID="53" presetClass="entr" presetSubtype="16" fill="hold" nodeType="withEffect">
                                      <p:stCondLst>
                                        <p:cond delay="1250"/>
                                      </p:stCondLst>
                                      <p:childTnLst>
                                        <p:set>
                                          <p:cBhvr>
                                            <p:cTn id="24" dur="1" fill="hold">
                                              <p:stCondLst>
                                                <p:cond delay="0"/>
                                              </p:stCondLst>
                                            </p:cTn>
                                            <p:tgtEl>
                                              <p:spTgt spid="2200"/>
                                            </p:tgtEl>
                                            <p:attrNameLst>
                                              <p:attrName>style.visibility</p:attrName>
                                            </p:attrNameLst>
                                          </p:cBhvr>
                                          <p:to>
                                            <p:strVal val="visible"/>
                                          </p:to>
                                        </p:set>
                                        <p:anim calcmode="lin" valueType="num">
                                          <p:cBhvr>
                                            <p:cTn id="25" dur="750" fill="hold"/>
                                            <p:tgtEl>
                                              <p:spTgt spid="2200"/>
                                            </p:tgtEl>
                                            <p:attrNameLst>
                                              <p:attrName>ppt_w</p:attrName>
                                            </p:attrNameLst>
                                          </p:cBhvr>
                                          <p:tavLst>
                                            <p:tav tm="0">
                                              <p:val>
                                                <p:fltVal val="0"/>
                                              </p:val>
                                            </p:tav>
                                            <p:tav tm="100000">
                                              <p:val>
                                                <p:strVal val="#ppt_w"/>
                                              </p:val>
                                            </p:tav>
                                          </p:tavLst>
                                        </p:anim>
                                        <p:anim calcmode="lin" valueType="num">
                                          <p:cBhvr>
                                            <p:cTn id="26" dur="750" fill="hold"/>
                                            <p:tgtEl>
                                              <p:spTgt spid="2200"/>
                                            </p:tgtEl>
                                            <p:attrNameLst>
                                              <p:attrName>ppt_h</p:attrName>
                                            </p:attrNameLst>
                                          </p:cBhvr>
                                          <p:tavLst>
                                            <p:tav tm="0">
                                              <p:val>
                                                <p:fltVal val="0"/>
                                              </p:val>
                                            </p:tav>
                                            <p:tav tm="100000">
                                              <p:val>
                                                <p:strVal val="#ppt_h"/>
                                              </p:val>
                                            </p:tav>
                                          </p:tavLst>
                                        </p:anim>
                                        <p:animEffect transition="in" filter="fade">
                                          <p:cBhvr>
                                            <p:cTn id="27" dur="750"/>
                                            <p:tgtEl>
                                              <p:spTgt spid="2200"/>
                                            </p:tgtEl>
                                          </p:cBhvr>
                                        </p:animEffect>
                                      </p:childTnLst>
                                    </p:cTn>
                                  </p:par>
                                  <p:par>
                                    <p:cTn id="28" presetID="53" presetClass="entr" presetSubtype="16" fill="hold" nodeType="withEffect">
                                      <p:stCondLst>
                                        <p:cond delay="1750"/>
                                      </p:stCondLst>
                                      <p:childTnLst>
                                        <p:set>
                                          <p:cBhvr>
                                            <p:cTn id="29" dur="1" fill="hold">
                                              <p:stCondLst>
                                                <p:cond delay="0"/>
                                              </p:stCondLst>
                                            </p:cTn>
                                            <p:tgtEl>
                                              <p:spTgt spid="2201"/>
                                            </p:tgtEl>
                                            <p:attrNameLst>
                                              <p:attrName>style.visibility</p:attrName>
                                            </p:attrNameLst>
                                          </p:cBhvr>
                                          <p:to>
                                            <p:strVal val="visible"/>
                                          </p:to>
                                        </p:set>
                                        <p:anim calcmode="lin" valueType="num">
                                          <p:cBhvr>
                                            <p:cTn id="30" dur="750" fill="hold"/>
                                            <p:tgtEl>
                                              <p:spTgt spid="2201"/>
                                            </p:tgtEl>
                                            <p:attrNameLst>
                                              <p:attrName>ppt_w</p:attrName>
                                            </p:attrNameLst>
                                          </p:cBhvr>
                                          <p:tavLst>
                                            <p:tav tm="0">
                                              <p:val>
                                                <p:fltVal val="0"/>
                                              </p:val>
                                            </p:tav>
                                            <p:tav tm="100000">
                                              <p:val>
                                                <p:strVal val="#ppt_w"/>
                                              </p:val>
                                            </p:tav>
                                          </p:tavLst>
                                        </p:anim>
                                        <p:anim calcmode="lin" valueType="num">
                                          <p:cBhvr>
                                            <p:cTn id="31" dur="750" fill="hold"/>
                                            <p:tgtEl>
                                              <p:spTgt spid="2201"/>
                                            </p:tgtEl>
                                            <p:attrNameLst>
                                              <p:attrName>ppt_h</p:attrName>
                                            </p:attrNameLst>
                                          </p:cBhvr>
                                          <p:tavLst>
                                            <p:tav tm="0">
                                              <p:val>
                                                <p:fltVal val="0"/>
                                              </p:val>
                                            </p:tav>
                                            <p:tav tm="100000">
                                              <p:val>
                                                <p:strVal val="#ppt_h"/>
                                              </p:val>
                                            </p:tav>
                                          </p:tavLst>
                                        </p:anim>
                                        <p:animEffect transition="in" filter="fade">
                                          <p:cBhvr>
                                            <p:cTn id="32" dur="750"/>
                                            <p:tgtEl>
                                              <p:spTgt spid="2201"/>
                                            </p:tgtEl>
                                          </p:cBhvr>
                                        </p:animEffect>
                                      </p:childTnLst>
                                    </p:cTn>
                                  </p:par>
                                  <p:par>
                                    <p:cTn id="33" presetID="10" presetClass="entr" presetSubtype="0" fill="hold" grpId="0" nodeType="withEffect">
                                      <p:stCondLst>
                                        <p:cond delay="1500"/>
                                      </p:stCondLst>
                                      <p:childTnLst>
                                        <p:set>
                                          <p:cBhvr>
                                            <p:cTn id="34" dur="1" fill="hold">
                                              <p:stCondLst>
                                                <p:cond delay="0"/>
                                              </p:stCondLst>
                                            </p:cTn>
                                            <p:tgtEl>
                                              <p:spTgt spid="2187"/>
                                            </p:tgtEl>
                                            <p:attrNameLst>
                                              <p:attrName>style.visibility</p:attrName>
                                            </p:attrNameLst>
                                          </p:cBhvr>
                                          <p:to>
                                            <p:strVal val="visible"/>
                                          </p:to>
                                        </p:set>
                                        <p:animEffect transition="in" filter="fade">
                                          <p:cBhvr>
                                            <p:cTn id="35" dur="750"/>
                                            <p:tgtEl>
                                              <p:spTgt spid="2187"/>
                                            </p:tgtEl>
                                          </p:cBhvr>
                                        </p:animEffect>
                                      </p:childTnLst>
                                    </p:cTn>
                                  </p:par>
                                  <p:par>
                                    <p:cTn id="36" presetID="10" presetClass="entr" presetSubtype="0" fill="hold" grpId="0" nodeType="withEffect">
                                      <p:stCondLst>
                                        <p:cond delay="1750"/>
                                      </p:stCondLst>
                                      <p:childTnLst>
                                        <p:set>
                                          <p:cBhvr>
                                            <p:cTn id="37" dur="1" fill="hold">
                                              <p:stCondLst>
                                                <p:cond delay="0"/>
                                              </p:stCondLst>
                                            </p:cTn>
                                            <p:tgtEl>
                                              <p:spTgt spid="2189"/>
                                            </p:tgtEl>
                                            <p:attrNameLst>
                                              <p:attrName>style.visibility</p:attrName>
                                            </p:attrNameLst>
                                          </p:cBhvr>
                                          <p:to>
                                            <p:strVal val="visible"/>
                                          </p:to>
                                        </p:set>
                                        <p:animEffect transition="in" filter="fade">
                                          <p:cBhvr>
                                            <p:cTn id="38" dur="750"/>
                                            <p:tgtEl>
                                              <p:spTgt spid="2189"/>
                                            </p:tgtEl>
                                          </p:cBhvr>
                                        </p:animEffect>
                                      </p:childTnLst>
                                    </p:cTn>
                                  </p:par>
                                  <p:par>
                                    <p:cTn id="39" presetID="10" presetClass="entr" presetSubtype="0" fill="hold" grpId="0" nodeType="withEffect">
                                      <p:stCondLst>
                                        <p:cond delay="2000"/>
                                      </p:stCondLst>
                                      <p:childTnLst>
                                        <p:set>
                                          <p:cBhvr>
                                            <p:cTn id="40" dur="1" fill="hold">
                                              <p:stCondLst>
                                                <p:cond delay="0"/>
                                              </p:stCondLst>
                                            </p:cTn>
                                            <p:tgtEl>
                                              <p:spTgt spid="2188"/>
                                            </p:tgtEl>
                                            <p:attrNameLst>
                                              <p:attrName>style.visibility</p:attrName>
                                            </p:attrNameLst>
                                          </p:cBhvr>
                                          <p:to>
                                            <p:strVal val="visible"/>
                                          </p:to>
                                        </p:set>
                                        <p:animEffect transition="in" filter="fade">
                                          <p:cBhvr>
                                            <p:cTn id="41" dur="750"/>
                                            <p:tgtEl>
                                              <p:spTgt spid="2188"/>
                                            </p:tgtEl>
                                          </p:cBhvr>
                                        </p:animEffect>
                                      </p:childTnLst>
                                    </p:cTn>
                                  </p:par>
                                  <p:par>
                                    <p:cTn id="42" presetID="2" presetClass="entr" presetSubtype="2" fill="hold" grpId="0" nodeType="withEffect" p14:presetBounceEnd="67000">
                                      <p:stCondLst>
                                        <p:cond delay="750"/>
                                      </p:stCondLst>
                                      <p:childTnLst>
                                        <p:set>
                                          <p:cBhvr>
                                            <p:cTn id="43" dur="1" fill="hold">
                                              <p:stCondLst>
                                                <p:cond delay="0"/>
                                              </p:stCondLst>
                                            </p:cTn>
                                            <p:tgtEl>
                                              <p:spTgt spid="2190"/>
                                            </p:tgtEl>
                                            <p:attrNameLst>
                                              <p:attrName>style.visibility</p:attrName>
                                            </p:attrNameLst>
                                          </p:cBhvr>
                                          <p:to>
                                            <p:strVal val="visible"/>
                                          </p:to>
                                        </p:set>
                                        <p:anim calcmode="lin" valueType="num" p14:bounceEnd="67000">
                                          <p:cBhvr additive="base">
                                            <p:cTn id="44" dur="1000" fill="hold"/>
                                            <p:tgtEl>
                                              <p:spTgt spid="2190"/>
                                            </p:tgtEl>
                                            <p:attrNameLst>
                                              <p:attrName>ppt_x</p:attrName>
                                            </p:attrNameLst>
                                          </p:cBhvr>
                                          <p:tavLst>
                                            <p:tav tm="0">
                                              <p:val>
                                                <p:strVal val="1+#ppt_w/2"/>
                                              </p:val>
                                            </p:tav>
                                            <p:tav tm="100000">
                                              <p:val>
                                                <p:strVal val="#ppt_x"/>
                                              </p:val>
                                            </p:tav>
                                          </p:tavLst>
                                        </p:anim>
                                        <p:anim calcmode="lin" valueType="num" p14:bounceEnd="67000">
                                          <p:cBhvr additive="base">
                                            <p:cTn id="45" dur="1000" fill="hold"/>
                                            <p:tgtEl>
                                              <p:spTgt spid="2190"/>
                                            </p:tgtEl>
                                            <p:attrNameLst>
                                              <p:attrName>ppt_y</p:attrName>
                                            </p:attrNameLst>
                                          </p:cBhvr>
                                          <p:tavLst>
                                            <p:tav tm="0">
                                              <p:val>
                                                <p:strVal val="#ppt_y"/>
                                              </p:val>
                                            </p:tav>
                                            <p:tav tm="100000">
                                              <p:val>
                                                <p:strVal val="#ppt_y"/>
                                              </p:val>
                                            </p:tav>
                                          </p:tavLst>
                                        </p:anim>
                                      </p:childTnLst>
                                    </p:cTn>
                                  </p:par>
                                  <p:par>
                                    <p:cTn id="46" presetID="2" presetClass="entr" presetSubtype="2" fill="hold" grpId="0" nodeType="withEffect" p14:presetBounceEnd="67000">
                                      <p:stCondLst>
                                        <p:cond delay="750"/>
                                      </p:stCondLst>
                                      <p:childTnLst>
                                        <p:set>
                                          <p:cBhvr>
                                            <p:cTn id="47" dur="1" fill="hold">
                                              <p:stCondLst>
                                                <p:cond delay="0"/>
                                              </p:stCondLst>
                                            </p:cTn>
                                            <p:tgtEl>
                                              <p:spTgt spid="220"/>
                                            </p:tgtEl>
                                            <p:attrNameLst>
                                              <p:attrName>style.visibility</p:attrName>
                                            </p:attrNameLst>
                                          </p:cBhvr>
                                          <p:to>
                                            <p:strVal val="visible"/>
                                          </p:to>
                                        </p:set>
                                        <p:anim calcmode="lin" valueType="num" p14:bounceEnd="67000">
                                          <p:cBhvr additive="base">
                                            <p:cTn id="48" dur="1000" fill="hold"/>
                                            <p:tgtEl>
                                              <p:spTgt spid="220"/>
                                            </p:tgtEl>
                                            <p:attrNameLst>
                                              <p:attrName>ppt_x</p:attrName>
                                            </p:attrNameLst>
                                          </p:cBhvr>
                                          <p:tavLst>
                                            <p:tav tm="0">
                                              <p:val>
                                                <p:strVal val="1+#ppt_w/2"/>
                                              </p:val>
                                            </p:tav>
                                            <p:tav tm="100000">
                                              <p:val>
                                                <p:strVal val="#ppt_x"/>
                                              </p:val>
                                            </p:tav>
                                          </p:tavLst>
                                        </p:anim>
                                        <p:anim calcmode="lin" valueType="num" p14:bounceEnd="67000">
                                          <p:cBhvr additive="base">
                                            <p:cTn id="49" dur="1000" fill="hold"/>
                                            <p:tgtEl>
                                              <p:spTgt spid="220"/>
                                            </p:tgtEl>
                                            <p:attrNameLst>
                                              <p:attrName>ppt_y</p:attrName>
                                            </p:attrNameLst>
                                          </p:cBhvr>
                                          <p:tavLst>
                                            <p:tav tm="0">
                                              <p:val>
                                                <p:strVal val="#ppt_y"/>
                                              </p:val>
                                            </p:tav>
                                            <p:tav tm="100000">
                                              <p:val>
                                                <p:strVal val="#ppt_y"/>
                                              </p:val>
                                            </p:tav>
                                          </p:tavLst>
                                        </p:anim>
                                      </p:childTnLst>
                                    </p:cTn>
                                  </p:par>
                                  <p:par>
                                    <p:cTn id="50" presetID="2" presetClass="entr" presetSubtype="2" fill="hold" grpId="0" nodeType="withEffect" p14:presetBounceEnd="67000">
                                      <p:stCondLst>
                                        <p:cond delay="750"/>
                                      </p:stCondLst>
                                      <p:childTnLst>
                                        <p:set>
                                          <p:cBhvr>
                                            <p:cTn id="51" dur="1" fill="hold">
                                              <p:stCondLst>
                                                <p:cond delay="0"/>
                                              </p:stCondLst>
                                            </p:cTn>
                                            <p:tgtEl>
                                              <p:spTgt spid="221"/>
                                            </p:tgtEl>
                                            <p:attrNameLst>
                                              <p:attrName>style.visibility</p:attrName>
                                            </p:attrNameLst>
                                          </p:cBhvr>
                                          <p:to>
                                            <p:strVal val="visible"/>
                                          </p:to>
                                        </p:set>
                                        <p:anim calcmode="lin" valueType="num" p14:bounceEnd="67000">
                                          <p:cBhvr additive="base">
                                            <p:cTn id="52" dur="1000" fill="hold"/>
                                            <p:tgtEl>
                                              <p:spTgt spid="221"/>
                                            </p:tgtEl>
                                            <p:attrNameLst>
                                              <p:attrName>ppt_x</p:attrName>
                                            </p:attrNameLst>
                                          </p:cBhvr>
                                          <p:tavLst>
                                            <p:tav tm="0">
                                              <p:val>
                                                <p:strVal val="1+#ppt_w/2"/>
                                              </p:val>
                                            </p:tav>
                                            <p:tav tm="100000">
                                              <p:val>
                                                <p:strVal val="#ppt_x"/>
                                              </p:val>
                                            </p:tav>
                                          </p:tavLst>
                                        </p:anim>
                                        <p:anim calcmode="lin" valueType="num" p14:bounceEnd="67000">
                                          <p:cBhvr additive="base">
                                            <p:cTn id="53" dur="1000" fill="hold"/>
                                            <p:tgtEl>
                                              <p:spTgt spid="221"/>
                                            </p:tgtEl>
                                            <p:attrNameLst>
                                              <p:attrName>ppt_y</p:attrName>
                                            </p:attrNameLst>
                                          </p:cBhvr>
                                          <p:tavLst>
                                            <p:tav tm="0">
                                              <p:val>
                                                <p:strVal val="#ppt_y"/>
                                              </p:val>
                                            </p:tav>
                                            <p:tav tm="100000">
                                              <p:val>
                                                <p:strVal val="#ppt_y"/>
                                              </p:val>
                                            </p:tav>
                                          </p:tavLst>
                                        </p:anim>
                                      </p:childTnLst>
                                    </p:cTn>
                                  </p:par>
                                  <p:par>
                                    <p:cTn id="54" presetID="2" presetClass="entr" presetSubtype="2" fill="hold" grpId="0" nodeType="withEffect" p14:presetBounceEnd="67000">
                                      <p:stCondLst>
                                        <p:cond delay="750"/>
                                      </p:stCondLst>
                                      <p:childTnLst>
                                        <p:set>
                                          <p:cBhvr>
                                            <p:cTn id="55" dur="1" fill="hold">
                                              <p:stCondLst>
                                                <p:cond delay="0"/>
                                              </p:stCondLst>
                                            </p:cTn>
                                            <p:tgtEl>
                                              <p:spTgt spid="223"/>
                                            </p:tgtEl>
                                            <p:attrNameLst>
                                              <p:attrName>style.visibility</p:attrName>
                                            </p:attrNameLst>
                                          </p:cBhvr>
                                          <p:to>
                                            <p:strVal val="visible"/>
                                          </p:to>
                                        </p:set>
                                        <p:anim calcmode="lin" valueType="num" p14:bounceEnd="67000">
                                          <p:cBhvr additive="base">
                                            <p:cTn id="56" dur="1000" fill="hold"/>
                                            <p:tgtEl>
                                              <p:spTgt spid="223"/>
                                            </p:tgtEl>
                                            <p:attrNameLst>
                                              <p:attrName>ppt_x</p:attrName>
                                            </p:attrNameLst>
                                          </p:cBhvr>
                                          <p:tavLst>
                                            <p:tav tm="0">
                                              <p:val>
                                                <p:strVal val="1+#ppt_w/2"/>
                                              </p:val>
                                            </p:tav>
                                            <p:tav tm="100000">
                                              <p:val>
                                                <p:strVal val="#ppt_x"/>
                                              </p:val>
                                            </p:tav>
                                          </p:tavLst>
                                        </p:anim>
                                        <p:anim calcmode="lin" valueType="num" p14:bounceEnd="67000">
                                          <p:cBhvr additive="base">
                                            <p:cTn id="57" dur="1000" fill="hold"/>
                                            <p:tgtEl>
                                              <p:spTgt spid="223"/>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14:presetBounceEnd="67000">
                                      <p:stCondLst>
                                        <p:cond delay="1000"/>
                                      </p:stCondLst>
                                      <p:childTnLst>
                                        <p:set>
                                          <p:cBhvr>
                                            <p:cTn id="59" dur="1" fill="hold">
                                              <p:stCondLst>
                                                <p:cond delay="0"/>
                                              </p:stCondLst>
                                            </p:cTn>
                                            <p:tgtEl>
                                              <p:spTgt spid="2191"/>
                                            </p:tgtEl>
                                            <p:attrNameLst>
                                              <p:attrName>style.visibility</p:attrName>
                                            </p:attrNameLst>
                                          </p:cBhvr>
                                          <p:to>
                                            <p:strVal val="visible"/>
                                          </p:to>
                                        </p:set>
                                        <p:anim calcmode="lin" valueType="num" p14:bounceEnd="67000">
                                          <p:cBhvr additive="base">
                                            <p:cTn id="60" dur="1000" fill="hold"/>
                                            <p:tgtEl>
                                              <p:spTgt spid="2191"/>
                                            </p:tgtEl>
                                            <p:attrNameLst>
                                              <p:attrName>ppt_x</p:attrName>
                                            </p:attrNameLst>
                                          </p:cBhvr>
                                          <p:tavLst>
                                            <p:tav tm="0">
                                              <p:val>
                                                <p:strVal val="1+#ppt_w/2"/>
                                              </p:val>
                                            </p:tav>
                                            <p:tav tm="100000">
                                              <p:val>
                                                <p:strVal val="#ppt_x"/>
                                              </p:val>
                                            </p:tav>
                                          </p:tavLst>
                                        </p:anim>
                                        <p:anim calcmode="lin" valueType="num" p14:bounceEnd="67000">
                                          <p:cBhvr additive="base">
                                            <p:cTn id="61" dur="1000" fill="hold"/>
                                            <p:tgtEl>
                                              <p:spTgt spid="2191"/>
                                            </p:tgtEl>
                                            <p:attrNameLst>
                                              <p:attrName>ppt_y</p:attrName>
                                            </p:attrNameLst>
                                          </p:cBhvr>
                                          <p:tavLst>
                                            <p:tav tm="0">
                                              <p:val>
                                                <p:strVal val="#ppt_y"/>
                                              </p:val>
                                            </p:tav>
                                            <p:tav tm="100000">
                                              <p:val>
                                                <p:strVal val="#ppt_y"/>
                                              </p:val>
                                            </p:tav>
                                          </p:tavLst>
                                        </p:anim>
                                      </p:childTnLst>
                                    </p:cTn>
                                  </p:par>
                                  <p:par>
                                    <p:cTn id="62" presetID="2" presetClass="entr" presetSubtype="2" fill="hold" grpId="0" nodeType="withEffect" p14:presetBounceEnd="67000">
                                      <p:stCondLst>
                                        <p:cond delay="1000"/>
                                      </p:stCondLst>
                                      <p:childTnLst>
                                        <p:set>
                                          <p:cBhvr>
                                            <p:cTn id="63" dur="1" fill="hold">
                                              <p:stCondLst>
                                                <p:cond delay="0"/>
                                              </p:stCondLst>
                                            </p:cTn>
                                            <p:tgtEl>
                                              <p:spTgt spid="218"/>
                                            </p:tgtEl>
                                            <p:attrNameLst>
                                              <p:attrName>style.visibility</p:attrName>
                                            </p:attrNameLst>
                                          </p:cBhvr>
                                          <p:to>
                                            <p:strVal val="visible"/>
                                          </p:to>
                                        </p:set>
                                        <p:anim calcmode="lin" valueType="num" p14:bounceEnd="67000">
                                          <p:cBhvr additive="base">
                                            <p:cTn id="64" dur="1000" fill="hold"/>
                                            <p:tgtEl>
                                              <p:spTgt spid="218"/>
                                            </p:tgtEl>
                                            <p:attrNameLst>
                                              <p:attrName>ppt_x</p:attrName>
                                            </p:attrNameLst>
                                          </p:cBhvr>
                                          <p:tavLst>
                                            <p:tav tm="0">
                                              <p:val>
                                                <p:strVal val="1+#ppt_w/2"/>
                                              </p:val>
                                            </p:tav>
                                            <p:tav tm="100000">
                                              <p:val>
                                                <p:strVal val="#ppt_x"/>
                                              </p:val>
                                            </p:tav>
                                          </p:tavLst>
                                        </p:anim>
                                        <p:anim calcmode="lin" valueType="num" p14:bounceEnd="67000">
                                          <p:cBhvr additive="base">
                                            <p:cTn id="65" dur="1000" fill="hold"/>
                                            <p:tgtEl>
                                              <p:spTgt spid="218"/>
                                            </p:tgtEl>
                                            <p:attrNameLst>
                                              <p:attrName>ppt_y</p:attrName>
                                            </p:attrNameLst>
                                          </p:cBhvr>
                                          <p:tavLst>
                                            <p:tav tm="0">
                                              <p:val>
                                                <p:strVal val="#ppt_y"/>
                                              </p:val>
                                            </p:tav>
                                            <p:tav tm="100000">
                                              <p:val>
                                                <p:strVal val="#ppt_y"/>
                                              </p:val>
                                            </p:tav>
                                          </p:tavLst>
                                        </p:anim>
                                      </p:childTnLst>
                                    </p:cTn>
                                  </p:par>
                                  <p:par>
                                    <p:cTn id="66" presetID="2" presetClass="entr" presetSubtype="2" fill="hold" grpId="0" nodeType="withEffect" p14:presetBounceEnd="67000">
                                      <p:stCondLst>
                                        <p:cond delay="1000"/>
                                      </p:stCondLst>
                                      <p:childTnLst>
                                        <p:set>
                                          <p:cBhvr>
                                            <p:cTn id="67" dur="1" fill="hold">
                                              <p:stCondLst>
                                                <p:cond delay="0"/>
                                              </p:stCondLst>
                                            </p:cTn>
                                            <p:tgtEl>
                                              <p:spTgt spid="219"/>
                                            </p:tgtEl>
                                            <p:attrNameLst>
                                              <p:attrName>style.visibility</p:attrName>
                                            </p:attrNameLst>
                                          </p:cBhvr>
                                          <p:to>
                                            <p:strVal val="visible"/>
                                          </p:to>
                                        </p:set>
                                        <p:anim calcmode="lin" valueType="num" p14:bounceEnd="67000">
                                          <p:cBhvr additive="base">
                                            <p:cTn id="68" dur="1000" fill="hold"/>
                                            <p:tgtEl>
                                              <p:spTgt spid="219"/>
                                            </p:tgtEl>
                                            <p:attrNameLst>
                                              <p:attrName>ppt_x</p:attrName>
                                            </p:attrNameLst>
                                          </p:cBhvr>
                                          <p:tavLst>
                                            <p:tav tm="0">
                                              <p:val>
                                                <p:strVal val="1+#ppt_w/2"/>
                                              </p:val>
                                            </p:tav>
                                            <p:tav tm="100000">
                                              <p:val>
                                                <p:strVal val="#ppt_x"/>
                                              </p:val>
                                            </p:tav>
                                          </p:tavLst>
                                        </p:anim>
                                        <p:anim calcmode="lin" valueType="num" p14:bounceEnd="67000">
                                          <p:cBhvr additive="base">
                                            <p:cTn id="69" dur="1000" fill="hold"/>
                                            <p:tgtEl>
                                              <p:spTgt spid="219"/>
                                            </p:tgtEl>
                                            <p:attrNameLst>
                                              <p:attrName>ppt_y</p:attrName>
                                            </p:attrNameLst>
                                          </p:cBhvr>
                                          <p:tavLst>
                                            <p:tav tm="0">
                                              <p:val>
                                                <p:strVal val="#ppt_y"/>
                                              </p:val>
                                            </p:tav>
                                            <p:tav tm="100000">
                                              <p:val>
                                                <p:strVal val="#ppt_y"/>
                                              </p:val>
                                            </p:tav>
                                          </p:tavLst>
                                        </p:anim>
                                      </p:childTnLst>
                                    </p:cTn>
                                  </p:par>
                                  <p:par>
                                    <p:cTn id="70" presetID="2" presetClass="entr" presetSubtype="2" fill="hold" grpId="0" nodeType="withEffect" p14:presetBounceEnd="67000">
                                      <p:stCondLst>
                                        <p:cond delay="1000"/>
                                      </p:stCondLst>
                                      <p:childTnLst>
                                        <p:set>
                                          <p:cBhvr>
                                            <p:cTn id="71" dur="1" fill="hold">
                                              <p:stCondLst>
                                                <p:cond delay="0"/>
                                              </p:stCondLst>
                                            </p:cTn>
                                            <p:tgtEl>
                                              <p:spTgt spid="222"/>
                                            </p:tgtEl>
                                            <p:attrNameLst>
                                              <p:attrName>style.visibility</p:attrName>
                                            </p:attrNameLst>
                                          </p:cBhvr>
                                          <p:to>
                                            <p:strVal val="visible"/>
                                          </p:to>
                                        </p:set>
                                        <p:anim calcmode="lin" valueType="num" p14:bounceEnd="67000">
                                          <p:cBhvr additive="base">
                                            <p:cTn id="72" dur="1000" fill="hold"/>
                                            <p:tgtEl>
                                              <p:spTgt spid="222"/>
                                            </p:tgtEl>
                                            <p:attrNameLst>
                                              <p:attrName>ppt_x</p:attrName>
                                            </p:attrNameLst>
                                          </p:cBhvr>
                                          <p:tavLst>
                                            <p:tav tm="0">
                                              <p:val>
                                                <p:strVal val="1+#ppt_w/2"/>
                                              </p:val>
                                            </p:tav>
                                            <p:tav tm="100000">
                                              <p:val>
                                                <p:strVal val="#ppt_x"/>
                                              </p:val>
                                            </p:tav>
                                          </p:tavLst>
                                        </p:anim>
                                        <p:anim calcmode="lin" valueType="num" p14:bounceEnd="67000">
                                          <p:cBhvr additive="base">
                                            <p:cTn id="73" dur="1000" fill="hold"/>
                                            <p:tgtEl>
                                              <p:spTgt spid="222"/>
                                            </p:tgtEl>
                                            <p:attrNameLst>
                                              <p:attrName>ppt_y</p:attrName>
                                            </p:attrNameLst>
                                          </p:cBhvr>
                                          <p:tavLst>
                                            <p:tav tm="0">
                                              <p:val>
                                                <p:strVal val="#ppt_y"/>
                                              </p:val>
                                            </p:tav>
                                            <p:tav tm="100000">
                                              <p:val>
                                                <p:strVal val="#ppt_y"/>
                                              </p:val>
                                            </p:tav>
                                          </p:tavLst>
                                        </p:anim>
                                      </p:childTnLst>
                                    </p:cTn>
                                  </p:par>
                                  <p:par>
                                    <p:cTn id="74" presetID="2" presetClass="entr" presetSubtype="2" fill="hold" grpId="0" nodeType="withEffect" p14:presetBounceEnd="67000">
                                      <p:stCondLst>
                                        <p:cond delay="1250"/>
                                      </p:stCondLst>
                                      <p:childTnLst>
                                        <p:set>
                                          <p:cBhvr>
                                            <p:cTn id="75" dur="1" fill="hold">
                                              <p:stCondLst>
                                                <p:cond delay="0"/>
                                              </p:stCondLst>
                                            </p:cTn>
                                            <p:tgtEl>
                                              <p:spTgt spid="2192"/>
                                            </p:tgtEl>
                                            <p:attrNameLst>
                                              <p:attrName>style.visibility</p:attrName>
                                            </p:attrNameLst>
                                          </p:cBhvr>
                                          <p:to>
                                            <p:strVal val="visible"/>
                                          </p:to>
                                        </p:set>
                                        <p:anim calcmode="lin" valueType="num" p14:bounceEnd="67000">
                                          <p:cBhvr additive="base">
                                            <p:cTn id="76" dur="1000" fill="hold"/>
                                            <p:tgtEl>
                                              <p:spTgt spid="2192"/>
                                            </p:tgtEl>
                                            <p:attrNameLst>
                                              <p:attrName>ppt_x</p:attrName>
                                            </p:attrNameLst>
                                          </p:cBhvr>
                                          <p:tavLst>
                                            <p:tav tm="0">
                                              <p:val>
                                                <p:strVal val="1+#ppt_w/2"/>
                                              </p:val>
                                            </p:tav>
                                            <p:tav tm="100000">
                                              <p:val>
                                                <p:strVal val="#ppt_x"/>
                                              </p:val>
                                            </p:tav>
                                          </p:tavLst>
                                        </p:anim>
                                        <p:anim calcmode="lin" valueType="num" p14:bounceEnd="67000">
                                          <p:cBhvr additive="base">
                                            <p:cTn id="77" dur="1000" fill="hold"/>
                                            <p:tgtEl>
                                              <p:spTgt spid="2192"/>
                                            </p:tgtEl>
                                            <p:attrNameLst>
                                              <p:attrName>ppt_y</p:attrName>
                                            </p:attrNameLst>
                                          </p:cBhvr>
                                          <p:tavLst>
                                            <p:tav tm="0">
                                              <p:val>
                                                <p:strVal val="#ppt_y"/>
                                              </p:val>
                                            </p:tav>
                                            <p:tav tm="100000">
                                              <p:val>
                                                <p:strVal val="#ppt_y"/>
                                              </p:val>
                                            </p:tav>
                                          </p:tavLst>
                                        </p:anim>
                                      </p:childTnLst>
                                    </p:cTn>
                                  </p:par>
                                  <p:par>
                                    <p:cTn id="78" presetID="2" presetClass="entr" presetSubtype="2" fill="hold" grpId="0" nodeType="withEffect" p14:presetBounceEnd="67000">
                                      <p:stCondLst>
                                        <p:cond delay="1250"/>
                                      </p:stCondLst>
                                      <p:childTnLst>
                                        <p:set>
                                          <p:cBhvr>
                                            <p:cTn id="79" dur="1" fill="hold">
                                              <p:stCondLst>
                                                <p:cond delay="0"/>
                                              </p:stCondLst>
                                            </p:cTn>
                                            <p:tgtEl>
                                              <p:spTgt spid="216"/>
                                            </p:tgtEl>
                                            <p:attrNameLst>
                                              <p:attrName>style.visibility</p:attrName>
                                            </p:attrNameLst>
                                          </p:cBhvr>
                                          <p:to>
                                            <p:strVal val="visible"/>
                                          </p:to>
                                        </p:set>
                                        <p:anim calcmode="lin" valueType="num" p14:bounceEnd="67000">
                                          <p:cBhvr additive="base">
                                            <p:cTn id="80" dur="1000" fill="hold"/>
                                            <p:tgtEl>
                                              <p:spTgt spid="216"/>
                                            </p:tgtEl>
                                            <p:attrNameLst>
                                              <p:attrName>ppt_x</p:attrName>
                                            </p:attrNameLst>
                                          </p:cBhvr>
                                          <p:tavLst>
                                            <p:tav tm="0">
                                              <p:val>
                                                <p:strVal val="1+#ppt_w/2"/>
                                              </p:val>
                                            </p:tav>
                                            <p:tav tm="100000">
                                              <p:val>
                                                <p:strVal val="#ppt_x"/>
                                              </p:val>
                                            </p:tav>
                                          </p:tavLst>
                                        </p:anim>
                                        <p:anim calcmode="lin" valueType="num" p14:bounceEnd="67000">
                                          <p:cBhvr additive="base">
                                            <p:cTn id="81" dur="1000" fill="hold"/>
                                            <p:tgtEl>
                                              <p:spTgt spid="216"/>
                                            </p:tgtEl>
                                            <p:attrNameLst>
                                              <p:attrName>ppt_y</p:attrName>
                                            </p:attrNameLst>
                                          </p:cBhvr>
                                          <p:tavLst>
                                            <p:tav tm="0">
                                              <p:val>
                                                <p:strVal val="#ppt_y"/>
                                              </p:val>
                                            </p:tav>
                                            <p:tav tm="100000">
                                              <p:val>
                                                <p:strVal val="#ppt_y"/>
                                              </p:val>
                                            </p:tav>
                                          </p:tavLst>
                                        </p:anim>
                                      </p:childTnLst>
                                    </p:cTn>
                                  </p:par>
                                  <p:par>
                                    <p:cTn id="82" presetID="2" presetClass="entr" presetSubtype="2" fill="hold" grpId="0" nodeType="withEffect" p14:presetBounceEnd="67000">
                                      <p:stCondLst>
                                        <p:cond delay="1250"/>
                                      </p:stCondLst>
                                      <p:childTnLst>
                                        <p:set>
                                          <p:cBhvr>
                                            <p:cTn id="83" dur="1" fill="hold">
                                              <p:stCondLst>
                                                <p:cond delay="0"/>
                                              </p:stCondLst>
                                            </p:cTn>
                                            <p:tgtEl>
                                              <p:spTgt spid="217"/>
                                            </p:tgtEl>
                                            <p:attrNameLst>
                                              <p:attrName>style.visibility</p:attrName>
                                            </p:attrNameLst>
                                          </p:cBhvr>
                                          <p:to>
                                            <p:strVal val="visible"/>
                                          </p:to>
                                        </p:set>
                                        <p:anim calcmode="lin" valueType="num" p14:bounceEnd="67000">
                                          <p:cBhvr additive="base">
                                            <p:cTn id="84" dur="1000" fill="hold"/>
                                            <p:tgtEl>
                                              <p:spTgt spid="217"/>
                                            </p:tgtEl>
                                            <p:attrNameLst>
                                              <p:attrName>ppt_x</p:attrName>
                                            </p:attrNameLst>
                                          </p:cBhvr>
                                          <p:tavLst>
                                            <p:tav tm="0">
                                              <p:val>
                                                <p:strVal val="1+#ppt_w/2"/>
                                              </p:val>
                                            </p:tav>
                                            <p:tav tm="100000">
                                              <p:val>
                                                <p:strVal val="#ppt_x"/>
                                              </p:val>
                                            </p:tav>
                                          </p:tavLst>
                                        </p:anim>
                                        <p:anim calcmode="lin" valueType="num" p14:bounceEnd="67000">
                                          <p:cBhvr additive="base">
                                            <p:cTn id="85" dur="1000" fill="hold"/>
                                            <p:tgtEl>
                                              <p:spTgt spid="217"/>
                                            </p:tgtEl>
                                            <p:attrNameLst>
                                              <p:attrName>ppt_y</p:attrName>
                                            </p:attrNameLst>
                                          </p:cBhvr>
                                          <p:tavLst>
                                            <p:tav tm="0">
                                              <p:val>
                                                <p:strVal val="#ppt_y"/>
                                              </p:val>
                                            </p:tav>
                                            <p:tav tm="100000">
                                              <p:val>
                                                <p:strVal val="#ppt_y"/>
                                              </p:val>
                                            </p:tav>
                                          </p:tavLst>
                                        </p:anim>
                                      </p:childTnLst>
                                    </p:cTn>
                                  </p:par>
                                  <p:par>
                                    <p:cTn id="86" presetID="2" presetClass="entr" presetSubtype="2" fill="hold" grpId="0" nodeType="withEffect" p14:presetBounceEnd="67000">
                                      <p:stCondLst>
                                        <p:cond delay="1250"/>
                                      </p:stCondLst>
                                      <p:childTnLst>
                                        <p:set>
                                          <p:cBhvr>
                                            <p:cTn id="87" dur="1" fill="hold">
                                              <p:stCondLst>
                                                <p:cond delay="0"/>
                                              </p:stCondLst>
                                            </p:cTn>
                                            <p:tgtEl>
                                              <p:spTgt spid="224"/>
                                            </p:tgtEl>
                                            <p:attrNameLst>
                                              <p:attrName>style.visibility</p:attrName>
                                            </p:attrNameLst>
                                          </p:cBhvr>
                                          <p:to>
                                            <p:strVal val="visible"/>
                                          </p:to>
                                        </p:set>
                                        <p:anim calcmode="lin" valueType="num" p14:bounceEnd="67000">
                                          <p:cBhvr additive="base">
                                            <p:cTn id="88" dur="1000" fill="hold"/>
                                            <p:tgtEl>
                                              <p:spTgt spid="224"/>
                                            </p:tgtEl>
                                            <p:attrNameLst>
                                              <p:attrName>ppt_x</p:attrName>
                                            </p:attrNameLst>
                                          </p:cBhvr>
                                          <p:tavLst>
                                            <p:tav tm="0">
                                              <p:val>
                                                <p:strVal val="1+#ppt_w/2"/>
                                              </p:val>
                                            </p:tav>
                                            <p:tav tm="100000">
                                              <p:val>
                                                <p:strVal val="#ppt_x"/>
                                              </p:val>
                                            </p:tav>
                                          </p:tavLst>
                                        </p:anim>
                                        <p:anim calcmode="lin" valueType="num" p14:bounceEnd="67000">
                                          <p:cBhvr additive="base">
                                            <p:cTn id="89" dur="1000" fill="hold"/>
                                            <p:tgtEl>
                                              <p:spTgt spid="224"/>
                                            </p:tgtEl>
                                            <p:attrNameLst>
                                              <p:attrName>ppt_y</p:attrName>
                                            </p:attrNameLst>
                                          </p:cBhvr>
                                          <p:tavLst>
                                            <p:tav tm="0">
                                              <p:val>
                                                <p:strVal val="#ppt_y"/>
                                              </p:val>
                                            </p:tav>
                                            <p:tav tm="100000">
                                              <p:val>
                                                <p:strVal val="#ppt_y"/>
                                              </p:val>
                                            </p:tav>
                                          </p:tavLst>
                                        </p:anim>
                                      </p:childTnLst>
                                    </p:cTn>
                                  </p:par>
                                  <p:par>
                                    <p:cTn id="90" presetID="2" presetClass="entr" presetSubtype="8" fill="hold" nodeType="withEffect" p14:presetBounceEnd="67000">
                                      <p:stCondLst>
                                        <p:cond delay="250"/>
                                      </p:stCondLst>
                                      <p:childTnLst>
                                        <p:set>
                                          <p:cBhvr>
                                            <p:cTn id="91" dur="1" fill="hold">
                                              <p:stCondLst>
                                                <p:cond delay="0"/>
                                              </p:stCondLst>
                                            </p:cTn>
                                            <p:tgtEl>
                                              <p:spTgt spid="3"/>
                                            </p:tgtEl>
                                            <p:attrNameLst>
                                              <p:attrName>style.visibility</p:attrName>
                                            </p:attrNameLst>
                                          </p:cBhvr>
                                          <p:to>
                                            <p:strVal val="visible"/>
                                          </p:to>
                                        </p:set>
                                        <p:anim calcmode="lin" valueType="num" p14:bounceEnd="67000">
                                          <p:cBhvr additive="base">
                                            <p:cTn id="92" dur="1000" fill="hold"/>
                                            <p:tgtEl>
                                              <p:spTgt spid="3"/>
                                            </p:tgtEl>
                                            <p:attrNameLst>
                                              <p:attrName>ppt_x</p:attrName>
                                            </p:attrNameLst>
                                          </p:cBhvr>
                                          <p:tavLst>
                                            <p:tav tm="0">
                                              <p:val>
                                                <p:strVal val="0-#ppt_w/2"/>
                                              </p:val>
                                            </p:tav>
                                            <p:tav tm="100000">
                                              <p:val>
                                                <p:strVal val="#ppt_x"/>
                                              </p:val>
                                            </p:tav>
                                          </p:tavLst>
                                        </p:anim>
                                        <p:anim calcmode="lin" valueType="num" p14:bounceEnd="67000">
                                          <p:cBhvr additive="base">
                                            <p:cTn id="93" dur="1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87" grpId="0"/>
          <p:bldP spid="2188" grpId="0"/>
          <p:bldP spid="2189" grpId="0"/>
          <p:bldP spid="2190" grpId="0" animBg="1"/>
          <p:bldP spid="2191" grpId="0" animBg="1"/>
          <p:bldP spid="2192" grpId="0" animBg="1"/>
          <p:bldP spid="216" grpId="0"/>
          <p:bldP spid="217" grpId="0"/>
          <p:bldP spid="218" grpId="0"/>
          <p:bldP spid="219" grpId="0"/>
          <p:bldP spid="220" grpId="0"/>
          <p:bldP spid="221" grpId="0"/>
          <p:bldP spid="222" grpId="0" animBg="1"/>
          <p:bldP spid="223" grpId="0" animBg="1"/>
          <p:bldP spid="22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par>
                                    <p:cTn id="9" presetID="22" presetClass="entr" presetSubtype="4" fill="hold" nodeType="withEffect">
                                      <p:stCondLst>
                                        <p:cond delay="250"/>
                                      </p:stCondLst>
                                      <p:childTnLst>
                                        <p:set>
                                          <p:cBhvr>
                                            <p:cTn id="10" dur="1" fill="hold">
                                              <p:stCondLst>
                                                <p:cond delay="0"/>
                                              </p:stCondLst>
                                            </p:cTn>
                                            <p:tgtEl>
                                              <p:spTgt spid="183"/>
                                            </p:tgtEl>
                                            <p:attrNameLst>
                                              <p:attrName>style.visibility</p:attrName>
                                            </p:attrNameLst>
                                          </p:cBhvr>
                                          <p:to>
                                            <p:strVal val="visible"/>
                                          </p:to>
                                        </p:set>
                                        <p:animEffect transition="in" filter="wipe(down)">
                                          <p:cBhvr>
                                            <p:cTn id="11" dur="1000"/>
                                            <p:tgtEl>
                                              <p:spTgt spid="183"/>
                                            </p:tgtEl>
                                          </p:cBhvr>
                                        </p:animEffect>
                                      </p:childTnLst>
                                    </p:cTn>
                                  </p:par>
                                  <p:par>
                                    <p:cTn id="12" presetID="22" presetClass="entr" presetSubtype="8" fill="hold" nodeType="withEffect">
                                      <p:stCondLst>
                                        <p:cond delay="750"/>
                                      </p:stCondLst>
                                      <p:childTnLst>
                                        <p:set>
                                          <p:cBhvr>
                                            <p:cTn id="13" dur="1" fill="hold">
                                              <p:stCondLst>
                                                <p:cond delay="0"/>
                                              </p:stCondLst>
                                            </p:cTn>
                                            <p:tgtEl>
                                              <p:spTgt spid="182"/>
                                            </p:tgtEl>
                                            <p:attrNameLst>
                                              <p:attrName>style.visibility</p:attrName>
                                            </p:attrNameLst>
                                          </p:cBhvr>
                                          <p:to>
                                            <p:strVal val="visible"/>
                                          </p:to>
                                        </p:set>
                                        <p:animEffect transition="in" filter="wipe(left)">
                                          <p:cBhvr>
                                            <p:cTn id="14" dur="1000"/>
                                            <p:tgtEl>
                                              <p:spTgt spid="182"/>
                                            </p:tgtEl>
                                          </p:cBhvr>
                                        </p:animEffect>
                                      </p:childTnLst>
                                    </p:cTn>
                                  </p:par>
                                  <p:par>
                                    <p:cTn id="15" presetID="22" presetClass="entr" presetSubtype="1" fill="hold" nodeType="withEffect">
                                      <p:stCondLst>
                                        <p:cond delay="1250"/>
                                      </p:stCondLst>
                                      <p:childTnLst>
                                        <p:set>
                                          <p:cBhvr>
                                            <p:cTn id="16" dur="1" fill="hold">
                                              <p:stCondLst>
                                                <p:cond delay="0"/>
                                              </p:stCondLst>
                                            </p:cTn>
                                            <p:tgtEl>
                                              <p:spTgt spid="181"/>
                                            </p:tgtEl>
                                            <p:attrNameLst>
                                              <p:attrName>style.visibility</p:attrName>
                                            </p:attrNameLst>
                                          </p:cBhvr>
                                          <p:to>
                                            <p:strVal val="visible"/>
                                          </p:to>
                                        </p:set>
                                        <p:animEffect transition="in" filter="wipe(up)">
                                          <p:cBhvr>
                                            <p:cTn id="17" dur="1000"/>
                                            <p:tgtEl>
                                              <p:spTgt spid="181"/>
                                            </p:tgtEl>
                                          </p:cBhvr>
                                        </p:animEffect>
                                      </p:childTnLst>
                                    </p:cTn>
                                  </p:par>
                                  <p:par>
                                    <p:cTn id="18" presetID="53" presetClass="entr" presetSubtype="16" fill="hold" nodeType="withEffect">
                                      <p:stCondLst>
                                        <p:cond delay="750"/>
                                      </p:stCondLst>
                                      <p:childTnLst>
                                        <p:set>
                                          <p:cBhvr>
                                            <p:cTn id="19" dur="1" fill="hold">
                                              <p:stCondLst>
                                                <p:cond delay="0"/>
                                              </p:stCondLst>
                                            </p:cTn>
                                            <p:tgtEl>
                                              <p:spTgt spid="2199"/>
                                            </p:tgtEl>
                                            <p:attrNameLst>
                                              <p:attrName>style.visibility</p:attrName>
                                            </p:attrNameLst>
                                          </p:cBhvr>
                                          <p:to>
                                            <p:strVal val="visible"/>
                                          </p:to>
                                        </p:set>
                                        <p:anim calcmode="lin" valueType="num">
                                          <p:cBhvr>
                                            <p:cTn id="20" dur="750" fill="hold"/>
                                            <p:tgtEl>
                                              <p:spTgt spid="2199"/>
                                            </p:tgtEl>
                                            <p:attrNameLst>
                                              <p:attrName>ppt_w</p:attrName>
                                            </p:attrNameLst>
                                          </p:cBhvr>
                                          <p:tavLst>
                                            <p:tav tm="0">
                                              <p:val>
                                                <p:fltVal val="0"/>
                                              </p:val>
                                            </p:tav>
                                            <p:tav tm="100000">
                                              <p:val>
                                                <p:strVal val="#ppt_w"/>
                                              </p:val>
                                            </p:tav>
                                          </p:tavLst>
                                        </p:anim>
                                        <p:anim calcmode="lin" valueType="num">
                                          <p:cBhvr>
                                            <p:cTn id="21" dur="750" fill="hold"/>
                                            <p:tgtEl>
                                              <p:spTgt spid="2199"/>
                                            </p:tgtEl>
                                            <p:attrNameLst>
                                              <p:attrName>ppt_h</p:attrName>
                                            </p:attrNameLst>
                                          </p:cBhvr>
                                          <p:tavLst>
                                            <p:tav tm="0">
                                              <p:val>
                                                <p:fltVal val="0"/>
                                              </p:val>
                                            </p:tav>
                                            <p:tav tm="100000">
                                              <p:val>
                                                <p:strVal val="#ppt_h"/>
                                              </p:val>
                                            </p:tav>
                                          </p:tavLst>
                                        </p:anim>
                                        <p:animEffect transition="in" filter="fade">
                                          <p:cBhvr>
                                            <p:cTn id="22" dur="750"/>
                                            <p:tgtEl>
                                              <p:spTgt spid="2199"/>
                                            </p:tgtEl>
                                          </p:cBhvr>
                                        </p:animEffect>
                                      </p:childTnLst>
                                    </p:cTn>
                                  </p:par>
                                  <p:par>
                                    <p:cTn id="23" presetID="53" presetClass="entr" presetSubtype="16" fill="hold" nodeType="withEffect">
                                      <p:stCondLst>
                                        <p:cond delay="1250"/>
                                      </p:stCondLst>
                                      <p:childTnLst>
                                        <p:set>
                                          <p:cBhvr>
                                            <p:cTn id="24" dur="1" fill="hold">
                                              <p:stCondLst>
                                                <p:cond delay="0"/>
                                              </p:stCondLst>
                                            </p:cTn>
                                            <p:tgtEl>
                                              <p:spTgt spid="2200"/>
                                            </p:tgtEl>
                                            <p:attrNameLst>
                                              <p:attrName>style.visibility</p:attrName>
                                            </p:attrNameLst>
                                          </p:cBhvr>
                                          <p:to>
                                            <p:strVal val="visible"/>
                                          </p:to>
                                        </p:set>
                                        <p:anim calcmode="lin" valueType="num">
                                          <p:cBhvr>
                                            <p:cTn id="25" dur="750" fill="hold"/>
                                            <p:tgtEl>
                                              <p:spTgt spid="2200"/>
                                            </p:tgtEl>
                                            <p:attrNameLst>
                                              <p:attrName>ppt_w</p:attrName>
                                            </p:attrNameLst>
                                          </p:cBhvr>
                                          <p:tavLst>
                                            <p:tav tm="0">
                                              <p:val>
                                                <p:fltVal val="0"/>
                                              </p:val>
                                            </p:tav>
                                            <p:tav tm="100000">
                                              <p:val>
                                                <p:strVal val="#ppt_w"/>
                                              </p:val>
                                            </p:tav>
                                          </p:tavLst>
                                        </p:anim>
                                        <p:anim calcmode="lin" valueType="num">
                                          <p:cBhvr>
                                            <p:cTn id="26" dur="750" fill="hold"/>
                                            <p:tgtEl>
                                              <p:spTgt spid="2200"/>
                                            </p:tgtEl>
                                            <p:attrNameLst>
                                              <p:attrName>ppt_h</p:attrName>
                                            </p:attrNameLst>
                                          </p:cBhvr>
                                          <p:tavLst>
                                            <p:tav tm="0">
                                              <p:val>
                                                <p:fltVal val="0"/>
                                              </p:val>
                                            </p:tav>
                                            <p:tav tm="100000">
                                              <p:val>
                                                <p:strVal val="#ppt_h"/>
                                              </p:val>
                                            </p:tav>
                                          </p:tavLst>
                                        </p:anim>
                                        <p:animEffect transition="in" filter="fade">
                                          <p:cBhvr>
                                            <p:cTn id="27" dur="750"/>
                                            <p:tgtEl>
                                              <p:spTgt spid="2200"/>
                                            </p:tgtEl>
                                          </p:cBhvr>
                                        </p:animEffect>
                                      </p:childTnLst>
                                    </p:cTn>
                                  </p:par>
                                  <p:par>
                                    <p:cTn id="28" presetID="53" presetClass="entr" presetSubtype="16" fill="hold" nodeType="withEffect">
                                      <p:stCondLst>
                                        <p:cond delay="1750"/>
                                      </p:stCondLst>
                                      <p:childTnLst>
                                        <p:set>
                                          <p:cBhvr>
                                            <p:cTn id="29" dur="1" fill="hold">
                                              <p:stCondLst>
                                                <p:cond delay="0"/>
                                              </p:stCondLst>
                                            </p:cTn>
                                            <p:tgtEl>
                                              <p:spTgt spid="2201"/>
                                            </p:tgtEl>
                                            <p:attrNameLst>
                                              <p:attrName>style.visibility</p:attrName>
                                            </p:attrNameLst>
                                          </p:cBhvr>
                                          <p:to>
                                            <p:strVal val="visible"/>
                                          </p:to>
                                        </p:set>
                                        <p:anim calcmode="lin" valueType="num">
                                          <p:cBhvr>
                                            <p:cTn id="30" dur="750" fill="hold"/>
                                            <p:tgtEl>
                                              <p:spTgt spid="2201"/>
                                            </p:tgtEl>
                                            <p:attrNameLst>
                                              <p:attrName>ppt_w</p:attrName>
                                            </p:attrNameLst>
                                          </p:cBhvr>
                                          <p:tavLst>
                                            <p:tav tm="0">
                                              <p:val>
                                                <p:fltVal val="0"/>
                                              </p:val>
                                            </p:tav>
                                            <p:tav tm="100000">
                                              <p:val>
                                                <p:strVal val="#ppt_w"/>
                                              </p:val>
                                            </p:tav>
                                          </p:tavLst>
                                        </p:anim>
                                        <p:anim calcmode="lin" valueType="num">
                                          <p:cBhvr>
                                            <p:cTn id="31" dur="750" fill="hold"/>
                                            <p:tgtEl>
                                              <p:spTgt spid="2201"/>
                                            </p:tgtEl>
                                            <p:attrNameLst>
                                              <p:attrName>ppt_h</p:attrName>
                                            </p:attrNameLst>
                                          </p:cBhvr>
                                          <p:tavLst>
                                            <p:tav tm="0">
                                              <p:val>
                                                <p:fltVal val="0"/>
                                              </p:val>
                                            </p:tav>
                                            <p:tav tm="100000">
                                              <p:val>
                                                <p:strVal val="#ppt_h"/>
                                              </p:val>
                                            </p:tav>
                                          </p:tavLst>
                                        </p:anim>
                                        <p:animEffect transition="in" filter="fade">
                                          <p:cBhvr>
                                            <p:cTn id="32" dur="750"/>
                                            <p:tgtEl>
                                              <p:spTgt spid="2201"/>
                                            </p:tgtEl>
                                          </p:cBhvr>
                                        </p:animEffect>
                                      </p:childTnLst>
                                    </p:cTn>
                                  </p:par>
                                  <p:par>
                                    <p:cTn id="33" presetID="10" presetClass="entr" presetSubtype="0" fill="hold" grpId="0" nodeType="withEffect">
                                      <p:stCondLst>
                                        <p:cond delay="1500"/>
                                      </p:stCondLst>
                                      <p:childTnLst>
                                        <p:set>
                                          <p:cBhvr>
                                            <p:cTn id="34" dur="1" fill="hold">
                                              <p:stCondLst>
                                                <p:cond delay="0"/>
                                              </p:stCondLst>
                                            </p:cTn>
                                            <p:tgtEl>
                                              <p:spTgt spid="2187"/>
                                            </p:tgtEl>
                                            <p:attrNameLst>
                                              <p:attrName>style.visibility</p:attrName>
                                            </p:attrNameLst>
                                          </p:cBhvr>
                                          <p:to>
                                            <p:strVal val="visible"/>
                                          </p:to>
                                        </p:set>
                                        <p:animEffect transition="in" filter="fade">
                                          <p:cBhvr>
                                            <p:cTn id="35" dur="750"/>
                                            <p:tgtEl>
                                              <p:spTgt spid="2187"/>
                                            </p:tgtEl>
                                          </p:cBhvr>
                                        </p:animEffect>
                                      </p:childTnLst>
                                    </p:cTn>
                                  </p:par>
                                  <p:par>
                                    <p:cTn id="36" presetID="10" presetClass="entr" presetSubtype="0" fill="hold" grpId="0" nodeType="withEffect">
                                      <p:stCondLst>
                                        <p:cond delay="1750"/>
                                      </p:stCondLst>
                                      <p:childTnLst>
                                        <p:set>
                                          <p:cBhvr>
                                            <p:cTn id="37" dur="1" fill="hold">
                                              <p:stCondLst>
                                                <p:cond delay="0"/>
                                              </p:stCondLst>
                                            </p:cTn>
                                            <p:tgtEl>
                                              <p:spTgt spid="2189"/>
                                            </p:tgtEl>
                                            <p:attrNameLst>
                                              <p:attrName>style.visibility</p:attrName>
                                            </p:attrNameLst>
                                          </p:cBhvr>
                                          <p:to>
                                            <p:strVal val="visible"/>
                                          </p:to>
                                        </p:set>
                                        <p:animEffect transition="in" filter="fade">
                                          <p:cBhvr>
                                            <p:cTn id="38" dur="750"/>
                                            <p:tgtEl>
                                              <p:spTgt spid="2189"/>
                                            </p:tgtEl>
                                          </p:cBhvr>
                                        </p:animEffect>
                                      </p:childTnLst>
                                    </p:cTn>
                                  </p:par>
                                  <p:par>
                                    <p:cTn id="39" presetID="10" presetClass="entr" presetSubtype="0" fill="hold" grpId="0" nodeType="withEffect">
                                      <p:stCondLst>
                                        <p:cond delay="2000"/>
                                      </p:stCondLst>
                                      <p:childTnLst>
                                        <p:set>
                                          <p:cBhvr>
                                            <p:cTn id="40" dur="1" fill="hold">
                                              <p:stCondLst>
                                                <p:cond delay="0"/>
                                              </p:stCondLst>
                                            </p:cTn>
                                            <p:tgtEl>
                                              <p:spTgt spid="2188"/>
                                            </p:tgtEl>
                                            <p:attrNameLst>
                                              <p:attrName>style.visibility</p:attrName>
                                            </p:attrNameLst>
                                          </p:cBhvr>
                                          <p:to>
                                            <p:strVal val="visible"/>
                                          </p:to>
                                        </p:set>
                                        <p:animEffect transition="in" filter="fade">
                                          <p:cBhvr>
                                            <p:cTn id="41" dur="750"/>
                                            <p:tgtEl>
                                              <p:spTgt spid="2188"/>
                                            </p:tgtEl>
                                          </p:cBhvr>
                                        </p:animEffect>
                                      </p:childTnLst>
                                    </p:cTn>
                                  </p:par>
                                  <p:par>
                                    <p:cTn id="42" presetID="2" presetClass="entr" presetSubtype="2" fill="hold" grpId="0" nodeType="withEffect">
                                      <p:stCondLst>
                                        <p:cond delay="750"/>
                                      </p:stCondLst>
                                      <p:childTnLst>
                                        <p:set>
                                          <p:cBhvr>
                                            <p:cTn id="43" dur="1" fill="hold">
                                              <p:stCondLst>
                                                <p:cond delay="0"/>
                                              </p:stCondLst>
                                            </p:cTn>
                                            <p:tgtEl>
                                              <p:spTgt spid="2190"/>
                                            </p:tgtEl>
                                            <p:attrNameLst>
                                              <p:attrName>style.visibility</p:attrName>
                                            </p:attrNameLst>
                                          </p:cBhvr>
                                          <p:to>
                                            <p:strVal val="visible"/>
                                          </p:to>
                                        </p:set>
                                        <p:anim calcmode="lin" valueType="num">
                                          <p:cBhvr additive="base">
                                            <p:cTn id="44" dur="1000" fill="hold"/>
                                            <p:tgtEl>
                                              <p:spTgt spid="2190"/>
                                            </p:tgtEl>
                                            <p:attrNameLst>
                                              <p:attrName>ppt_x</p:attrName>
                                            </p:attrNameLst>
                                          </p:cBhvr>
                                          <p:tavLst>
                                            <p:tav tm="0">
                                              <p:val>
                                                <p:strVal val="1+#ppt_w/2"/>
                                              </p:val>
                                            </p:tav>
                                            <p:tav tm="100000">
                                              <p:val>
                                                <p:strVal val="#ppt_x"/>
                                              </p:val>
                                            </p:tav>
                                          </p:tavLst>
                                        </p:anim>
                                        <p:anim calcmode="lin" valueType="num">
                                          <p:cBhvr additive="base">
                                            <p:cTn id="45" dur="1000" fill="hold"/>
                                            <p:tgtEl>
                                              <p:spTgt spid="2190"/>
                                            </p:tgtEl>
                                            <p:attrNameLst>
                                              <p:attrName>ppt_y</p:attrName>
                                            </p:attrNameLst>
                                          </p:cBhvr>
                                          <p:tavLst>
                                            <p:tav tm="0">
                                              <p:val>
                                                <p:strVal val="#ppt_y"/>
                                              </p:val>
                                            </p:tav>
                                            <p:tav tm="100000">
                                              <p:val>
                                                <p:strVal val="#ppt_y"/>
                                              </p:val>
                                            </p:tav>
                                          </p:tavLst>
                                        </p:anim>
                                      </p:childTnLst>
                                    </p:cTn>
                                  </p:par>
                                  <p:par>
                                    <p:cTn id="46" presetID="2" presetClass="entr" presetSubtype="2" fill="hold" grpId="0" nodeType="withEffect">
                                      <p:stCondLst>
                                        <p:cond delay="750"/>
                                      </p:stCondLst>
                                      <p:childTnLst>
                                        <p:set>
                                          <p:cBhvr>
                                            <p:cTn id="47" dur="1" fill="hold">
                                              <p:stCondLst>
                                                <p:cond delay="0"/>
                                              </p:stCondLst>
                                            </p:cTn>
                                            <p:tgtEl>
                                              <p:spTgt spid="220"/>
                                            </p:tgtEl>
                                            <p:attrNameLst>
                                              <p:attrName>style.visibility</p:attrName>
                                            </p:attrNameLst>
                                          </p:cBhvr>
                                          <p:to>
                                            <p:strVal val="visible"/>
                                          </p:to>
                                        </p:set>
                                        <p:anim calcmode="lin" valueType="num">
                                          <p:cBhvr additive="base">
                                            <p:cTn id="48" dur="1000" fill="hold"/>
                                            <p:tgtEl>
                                              <p:spTgt spid="220"/>
                                            </p:tgtEl>
                                            <p:attrNameLst>
                                              <p:attrName>ppt_x</p:attrName>
                                            </p:attrNameLst>
                                          </p:cBhvr>
                                          <p:tavLst>
                                            <p:tav tm="0">
                                              <p:val>
                                                <p:strVal val="1+#ppt_w/2"/>
                                              </p:val>
                                            </p:tav>
                                            <p:tav tm="100000">
                                              <p:val>
                                                <p:strVal val="#ppt_x"/>
                                              </p:val>
                                            </p:tav>
                                          </p:tavLst>
                                        </p:anim>
                                        <p:anim calcmode="lin" valueType="num">
                                          <p:cBhvr additive="base">
                                            <p:cTn id="49" dur="1000" fill="hold"/>
                                            <p:tgtEl>
                                              <p:spTgt spid="220"/>
                                            </p:tgtEl>
                                            <p:attrNameLst>
                                              <p:attrName>ppt_y</p:attrName>
                                            </p:attrNameLst>
                                          </p:cBhvr>
                                          <p:tavLst>
                                            <p:tav tm="0">
                                              <p:val>
                                                <p:strVal val="#ppt_y"/>
                                              </p:val>
                                            </p:tav>
                                            <p:tav tm="100000">
                                              <p:val>
                                                <p:strVal val="#ppt_y"/>
                                              </p:val>
                                            </p:tav>
                                          </p:tavLst>
                                        </p:anim>
                                      </p:childTnLst>
                                    </p:cTn>
                                  </p:par>
                                  <p:par>
                                    <p:cTn id="50" presetID="2" presetClass="entr" presetSubtype="2" fill="hold" grpId="0" nodeType="withEffect">
                                      <p:stCondLst>
                                        <p:cond delay="750"/>
                                      </p:stCondLst>
                                      <p:childTnLst>
                                        <p:set>
                                          <p:cBhvr>
                                            <p:cTn id="51" dur="1" fill="hold">
                                              <p:stCondLst>
                                                <p:cond delay="0"/>
                                              </p:stCondLst>
                                            </p:cTn>
                                            <p:tgtEl>
                                              <p:spTgt spid="221"/>
                                            </p:tgtEl>
                                            <p:attrNameLst>
                                              <p:attrName>style.visibility</p:attrName>
                                            </p:attrNameLst>
                                          </p:cBhvr>
                                          <p:to>
                                            <p:strVal val="visible"/>
                                          </p:to>
                                        </p:set>
                                        <p:anim calcmode="lin" valueType="num">
                                          <p:cBhvr additive="base">
                                            <p:cTn id="52" dur="1000" fill="hold"/>
                                            <p:tgtEl>
                                              <p:spTgt spid="221"/>
                                            </p:tgtEl>
                                            <p:attrNameLst>
                                              <p:attrName>ppt_x</p:attrName>
                                            </p:attrNameLst>
                                          </p:cBhvr>
                                          <p:tavLst>
                                            <p:tav tm="0">
                                              <p:val>
                                                <p:strVal val="1+#ppt_w/2"/>
                                              </p:val>
                                            </p:tav>
                                            <p:tav tm="100000">
                                              <p:val>
                                                <p:strVal val="#ppt_x"/>
                                              </p:val>
                                            </p:tav>
                                          </p:tavLst>
                                        </p:anim>
                                        <p:anim calcmode="lin" valueType="num">
                                          <p:cBhvr additive="base">
                                            <p:cTn id="53" dur="1000" fill="hold"/>
                                            <p:tgtEl>
                                              <p:spTgt spid="221"/>
                                            </p:tgtEl>
                                            <p:attrNameLst>
                                              <p:attrName>ppt_y</p:attrName>
                                            </p:attrNameLst>
                                          </p:cBhvr>
                                          <p:tavLst>
                                            <p:tav tm="0">
                                              <p:val>
                                                <p:strVal val="#ppt_y"/>
                                              </p:val>
                                            </p:tav>
                                            <p:tav tm="100000">
                                              <p:val>
                                                <p:strVal val="#ppt_y"/>
                                              </p:val>
                                            </p:tav>
                                          </p:tavLst>
                                        </p:anim>
                                      </p:childTnLst>
                                    </p:cTn>
                                  </p:par>
                                  <p:par>
                                    <p:cTn id="54" presetID="2" presetClass="entr" presetSubtype="2" fill="hold" grpId="0" nodeType="withEffect">
                                      <p:stCondLst>
                                        <p:cond delay="750"/>
                                      </p:stCondLst>
                                      <p:childTnLst>
                                        <p:set>
                                          <p:cBhvr>
                                            <p:cTn id="55" dur="1" fill="hold">
                                              <p:stCondLst>
                                                <p:cond delay="0"/>
                                              </p:stCondLst>
                                            </p:cTn>
                                            <p:tgtEl>
                                              <p:spTgt spid="223"/>
                                            </p:tgtEl>
                                            <p:attrNameLst>
                                              <p:attrName>style.visibility</p:attrName>
                                            </p:attrNameLst>
                                          </p:cBhvr>
                                          <p:to>
                                            <p:strVal val="visible"/>
                                          </p:to>
                                        </p:set>
                                        <p:anim calcmode="lin" valueType="num">
                                          <p:cBhvr additive="base">
                                            <p:cTn id="56" dur="1000" fill="hold"/>
                                            <p:tgtEl>
                                              <p:spTgt spid="223"/>
                                            </p:tgtEl>
                                            <p:attrNameLst>
                                              <p:attrName>ppt_x</p:attrName>
                                            </p:attrNameLst>
                                          </p:cBhvr>
                                          <p:tavLst>
                                            <p:tav tm="0">
                                              <p:val>
                                                <p:strVal val="1+#ppt_w/2"/>
                                              </p:val>
                                            </p:tav>
                                            <p:tav tm="100000">
                                              <p:val>
                                                <p:strVal val="#ppt_x"/>
                                              </p:val>
                                            </p:tav>
                                          </p:tavLst>
                                        </p:anim>
                                        <p:anim calcmode="lin" valueType="num">
                                          <p:cBhvr additive="base">
                                            <p:cTn id="57" dur="1000" fill="hold"/>
                                            <p:tgtEl>
                                              <p:spTgt spid="223"/>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stCondLst>
                                        <p:cond delay="1000"/>
                                      </p:stCondLst>
                                      <p:childTnLst>
                                        <p:set>
                                          <p:cBhvr>
                                            <p:cTn id="59" dur="1" fill="hold">
                                              <p:stCondLst>
                                                <p:cond delay="0"/>
                                              </p:stCondLst>
                                            </p:cTn>
                                            <p:tgtEl>
                                              <p:spTgt spid="2191"/>
                                            </p:tgtEl>
                                            <p:attrNameLst>
                                              <p:attrName>style.visibility</p:attrName>
                                            </p:attrNameLst>
                                          </p:cBhvr>
                                          <p:to>
                                            <p:strVal val="visible"/>
                                          </p:to>
                                        </p:set>
                                        <p:anim calcmode="lin" valueType="num">
                                          <p:cBhvr additive="base">
                                            <p:cTn id="60" dur="1000" fill="hold"/>
                                            <p:tgtEl>
                                              <p:spTgt spid="2191"/>
                                            </p:tgtEl>
                                            <p:attrNameLst>
                                              <p:attrName>ppt_x</p:attrName>
                                            </p:attrNameLst>
                                          </p:cBhvr>
                                          <p:tavLst>
                                            <p:tav tm="0">
                                              <p:val>
                                                <p:strVal val="1+#ppt_w/2"/>
                                              </p:val>
                                            </p:tav>
                                            <p:tav tm="100000">
                                              <p:val>
                                                <p:strVal val="#ppt_x"/>
                                              </p:val>
                                            </p:tav>
                                          </p:tavLst>
                                        </p:anim>
                                        <p:anim calcmode="lin" valueType="num">
                                          <p:cBhvr additive="base">
                                            <p:cTn id="61" dur="1000" fill="hold"/>
                                            <p:tgtEl>
                                              <p:spTgt spid="2191"/>
                                            </p:tgtEl>
                                            <p:attrNameLst>
                                              <p:attrName>ppt_y</p:attrName>
                                            </p:attrNameLst>
                                          </p:cBhvr>
                                          <p:tavLst>
                                            <p:tav tm="0">
                                              <p:val>
                                                <p:strVal val="#ppt_y"/>
                                              </p:val>
                                            </p:tav>
                                            <p:tav tm="100000">
                                              <p:val>
                                                <p:strVal val="#ppt_y"/>
                                              </p:val>
                                            </p:tav>
                                          </p:tavLst>
                                        </p:anim>
                                      </p:childTnLst>
                                    </p:cTn>
                                  </p:par>
                                  <p:par>
                                    <p:cTn id="62" presetID="2" presetClass="entr" presetSubtype="2" fill="hold" grpId="0" nodeType="withEffect">
                                      <p:stCondLst>
                                        <p:cond delay="1000"/>
                                      </p:stCondLst>
                                      <p:childTnLst>
                                        <p:set>
                                          <p:cBhvr>
                                            <p:cTn id="63" dur="1" fill="hold">
                                              <p:stCondLst>
                                                <p:cond delay="0"/>
                                              </p:stCondLst>
                                            </p:cTn>
                                            <p:tgtEl>
                                              <p:spTgt spid="218"/>
                                            </p:tgtEl>
                                            <p:attrNameLst>
                                              <p:attrName>style.visibility</p:attrName>
                                            </p:attrNameLst>
                                          </p:cBhvr>
                                          <p:to>
                                            <p:strVal val="visible"/>
                                          </p:to>
                                        </p:set>
                                        <p:anim calcmode="lin" valueType="num">
                                          <p:cBhvr additive="base">
                                            <p:cTn id="64" dur="1000" fill="hold"/>
                                            <p:tgtEl>
                                              <p:spTgt spid="218"/>
                                            </p:tgtEl>
                                            <p:attrNameLst>
                                              <p:attrName>ppt_x</p:attrName>
                                            </p:attrNameLst>
                                          </p:cBhvr>
                                          <p:tavLst>
                                            <p:tav tm="0">
                                              <p:val>
                                                <p:strVal val="1+#ppt_w/2"/>
                                              </p:val>
                                            </p:tav>
                                            <p:tav tm="100000">
                                              <p:val>
                                                <p:strVal val="#ppt_x"/>
                                              </p:val>
                                            </p:tav>
                                          </p:tavLst>
                                        </p:anim>
                                        <p:anim calcmode="lin" valueType="num">
                                          <p:cBhvr additive="base">
                                            <p:cTn id="65" dur="1000" fill="hold"/>
                                            <p:tgtEl>
                                              <p:spTgt spid="218"/>
                                            </p:tgtEl>
                                            <p:attrNameLst>
                                              <p:attrName>ppt_y</p:attrName>
                                            </p:attrNameLst>
                                          </p:cBhvr>
                                          <p:tavLst>
                                            <p:tav tm="0">
                                              <p:val>
                                                <p:strVal val="#ppt_y"/>
                                              </p:val>
                                            </p:tav>
                                            <p:tav tm="100000">
                                              <p:val>
                                                <p:strVal val="#ppt_y"/>
                                              </p:val>
                                            </p:tav>
                                          </p:tavLst>
                                        </p:anim>
                                      </p:childTnLst>
                                    </p:cTn>
                                  </p:par>
                                  <p:par>
                                    <p:cTn id="66" presetID="2" presetClass="entr" presetSubtype="2" fill="hold" grpId="0" nodeType="withEffect">
                                      <p:stCondLst>
                                        <p:cond delay="1000"/>
                                      </p:stCondLst>
                                      <p:childTnLst>
                                        <p:set>
                                          <p:cBhvr>
                                            <p:cTn id="67" dur="1" fill="hold">
                                              <p:stCondLst>
                                                <p:cond delay="0"/>
                                              </p:stCondLst>
                                            </p:cTn>
                                            <p:tgtEl>
                                              <p:spTgt spid="219"/>
                                            </p:tgtEl>
                                            <p:attrNameLst>
                                              <p:attrName>style.visibility</p:attrName>
                                            </p:attrNameLst>
                                          </p:cBhvr>
                                          <p:to>
                                            <p:strVal val="visible"/>
                                          </p:to>
                                        </p:set>
                                        <p:anim calcmode="lin" valueType="num">
                                          <p:cBhvr additive="base">
                                            <p:cTn id="68" dur="1000" fill="hold"/>
                                            <p:tgtEl>
                                              <p:spTgt spid="219"/>
                                            </p:tgtEl>
                                            <p:attrNameLst>
                                              <p:attrName>ppt_x</p:attrName>
                                            </p:attrNameLst>
                                          </p:cBhvr>
                                          <p:tavLst>
                                            <p:tav tm="0">
                                              <p:val>
                                                <p:strVal val="1+#ppt_w/2"/>
                                              </p:val>
                                            </p:tav>
                                            <p:tav tm="100000">
                                              <p:val>
                                                <p:strVal val="#ppt_x"/>
                                              </p:val>
                                            </p:tav>
                                          </p:tavLst>
                                        </p:anim>
                                        <p:anim calcmode="lin" valueType="num">
                                          <p:cBhvr additive="base">
                                            <p:cTn id="69" dur="1000" fill="hold"/>
                                            <p:tgtEl>
                                              <p:spTgt spid="219"/>
                                            </p:tgtEl>
                                            <p:attrNameLst>
                                              <p:attrName>ppt_y</p:attrName>
                                            </p:attrNameLst>
                                          </p:cBhvr>
                                          <p:tavLst>
                                            <p:tav tm="0">
                                              <p:val>
                                                <p:strVal val="#ppt_y"/>
                                              </p:val>
                                            </p:tav>
                                            <p:tav tm="100000">
                                              <p:val>
                                                <p:strVal val="#ppt_y"/>
                                              </p:val>
                                            </p:tav>
                                          </p:tavLst>
                                        </p:anim>
                                      </p:childTnLst>
                                    </p:cTn>
                                  </p:par>
                                  <p:par>
                                    <p:cTn id="70" presetID="2" presetClass="entr" presetSubtype="2" fill="hold" grpId="0" nodeType="withEffect">
                                      <p:stCondLst>
                                        <p:cond delay="1000"/>
                                      </p:stCondLst>
                                      <p:childTnLst>
                                        <p:set>
                                          <p:cBhvr>
                                            <p:cTn id="71" dur="1" fill="hold">
                                              <p:stCondLst>
                                                <p:cond delay="0"/>
                                              </p:stCondLst>
                                            </p:cTn>
                                            <p:tgtEl>
                                              <p:spTgt spid="222"/>
                                            </p:tgtEl>
                                            <p:attrNameLst>
                                              <p:attrName>style.visibility</p:attrName>
                                            </p:attrNameLst>
                                          </p:cBhvr>
                                          <p:to>
                                            <p:strVal val="visible"/>
                                          </p:to>
                                        </p:set>
                                        <p:anim calcmode="lin" valueType="num">
                                          <p:cBhvr additive="base">
                                            <p:cTn id="72" dur="1000" fill="hold"/>
                                            <p:tgtEl>
                                              <p:spTgt spid="222"/>
                                            </p:tgtEl>
                                            <p:attrNameLst>
                                              <p:attrName>ppt_x</p:attrName>
                                            </p:attrNameLst>
                                          </p:cBhvr>
                                          <p:tavLst>
                                            <p:tav tm="0">
                                              <p:val>
                                                <p:strVal val="1+#ppt_w/2"/>
                                              </p:val>
                                            </p:tav>
                                            <p:tav tm="100000">
                                              <p:val>
                                                <p:strVal val="#ppt_x"/>
                                              </p:val>
                                            </p:tav>
                                          </p:tavLst>
                                        </p:anim>
                                        <p:anim calcmode="lin" valueType="num">
                                          <p:cBhvr additive="base">
                                            <p:cTn id="73" dur="1000" fill="hold"/>
                                            <p:tgtEl>
                                              <p:spTgt spid="222"/>
                                            </p:tgtEl>
                                            <p:attrNameLst>
                                              <p:attrName>ppt_y</p:attrName>
                                            </p:attrNameLst>
                                          </p:cBhvr>
                                          <p:tavLst>
                                            <p:tav tm="0">
                                              <p:val>
                                                <p:strVal val="#ppt_y"/>
                                              </p:val>
                                            </p:tav>
                                            <p:tav tm="100000">
                                              <p:val>
                                                <p:strVal val="#ppt_y"/>
                                              </p:val>
                                            </p:tav>
                                          </p:tavLst>
                                        </p:anim>
                                      </p:childTnLst>
                                    </p:cTn>
                                  </p:par>
                                  <p:par>
                                    <p:cTn id="74" presetID="2" presetClass="entr" presetSubtype="2" fill="hold" grpId="0" nodeType="withEffect">
                                      <p:stCondLst>
                                        <p:cond delay="1250"/>
                                      </p:stCondLst>
                                      <p:childTnLst>
                                        <p:set>
                                          <p:cBhvr>
                                            <p:cTn id="75" dur="1" fill="hold">
                                              <p:stCondLst>
                                                <p:cond delay="0"/>
                                              </p:stCondLst>
                                            </p:cTn>
                                            <p:tgtEl>
                                              <p:spTgt spid="2192"/>
                                            </p:tgtEl>
                                            <p:attrNameLst>
                                              <p:attrName>style.visibility</p:attrName>
                                            </p:attrNameLst>
                                          </p:cBhvr>
                                          <p:to>
                                            <p:strVal val="visible"/>
                                          </p:to>
                                        </p:set>
                                        <p:anim calcmode="lin" valueType="num">
                                          <p:cBhvr additive="base">
                                            <p:cTn id="76" dur="1000" fill="hold"/>
                                            <p:tgtEl>
                                              <p:spTgt spid="2192"/>
                                            </p:tgtEl>
                                            <p:attrNameLst>
                                              <p:attrName>ppt_x</p:attrName>
                                            </p:attrNameLst>
                                          </p:cBhvr>
                                          <p:tavLst>
                                            <p:tav tm="0">
                                              <p:val>
                                                <p:strVal val="1+#ppt_w/2"/>
                                              </p:val>
                                            </p:tav>
                                            <p:tav tm="100000">
                                              <p:val>
                                                <p:strVal val="#ppt_x"/>
                                              </p:val>
                                            </p:tav>
                                          </p:tavLst>
                                        </p:anim>
                                        <p:anim calcmode="lin" valueType="num">
                                          <p:cBhvr additive="base">
                                            <p:cTn id="77" dur="1000" fill="hold"/>
                                            <p:tgtEl>
                                              <p:spTgt spid="2192"/>
                                            </p:tgtEl>
                                            <p:attrNameLst>
                                              <p:attrName>ppt_y</p:attrName>
                                            </p:attrNameLst>
                                          </p:cBhvr>
                                          <p:tavLst>
                                            <p:tav tm="0">
                                              <p:val>
                                                <p:strVal val="#ppt_y"/>
                                              </p:val>
                                            </p:tav>
                                            <p:tav tm="100000">
                                              <p:val>
                                                <p:strVal val="#ppt_y"/>
                                              </p:val>
                                            </p:tav>
                                          </p:tavLst>
                                        </p:anim>
                                      </p:childTnLst>
                                    </p:cTn>
                                  </p:par>
                                  <p:par>
                                    <p:cTn id="78" presetID="2" presetClass="entr" presetSubtype="2" fill="hold" grpId="0" nodeType="withEffect">
                                      <p:stCondLst>
                                        <p:cond delay="1250"/>
                                      </p:stCondLst>
                                      <p:childTnLst>
                                        <p:set>
                                          <p:cBhvr>
                                            <p:cTn id="79" dur="1" fill="hold">
                                              <p:stCondLst>
                                                <p:cond delay="0"/>
                                              </p:stCondLst>
                                            </p:cTn>
                                            <p:tgtEl>
                                              <p:spTgt spid="216"/>
                                            </p:tgtEl>
                                            <p:attrNameLst>
                                              <p:attrName>style.visibility</p:attrName>
                                            </p:attrNameLst>
                                          </p:cBhvr>
                                          <p:to>
                                            <p:strVal val="visible"/>
                                          </p:to>
                                        </p:set>
                                        <p:anim calcmode="lin" valueType="num">
                                          <p:cBhvr additive="base">
                                            <p:cTn id="80" dur="1000" fill="hold"/>
                                            <p:tgtEl>
                                              <p:spTgt spid="216"/>
                                            </p:tgtEl>
                                            <p:attrNameLst>
                                              <p:attrName>ppt_x</p:attrName>
                                            </p:attrNameLst>
                                          </p:cBhvr>
                                          <p:tavLst>
                                            <p:tav tm="0">
                                              <p:val>
                                                <p:strVal val="1+#ppt_w/2"/>
                                              </p:val>
                                            </p:tav>
                                            <p:tav tm="100000">
                                              <p:val>
                                                <p:strVal val="#ppt_x"/>
                                              </p:val>
                                            </p:tav>
                                          </p:tavLst>
                                        </p:anim>
                                        <p:anim calcmode="lin" valueType="num">
                                          <p:cBhvr additive="base">
                                            <p:cTn id="81" dur="1000" fill="hold"/>
                                            <p:tgtEl>
                                              <p:spTgt spid="216"/>
                                            </p:tgtEl>
                                            <p:attrNameLst>
                                              <p:attrName>ppt_y</p:attrName>
                                            </p:attrNameLst>
                                          </p:cBhvr>
                                          <p:tavLst>
                                            <p:tav tm="0">
                                              <p:val>
                                                <p:strVal val="#ppt_y"/>
                                              </p:val>
                                            </p:tav>
                                            <p:tav tm="100000">
                                              <p:val>
                                                <p:strVal val="#ppt_y"/>
                                              </p:val>
                                            </p:tav>
                                          </p:tavLst>
                                        </p:anim>
                                      </p:childTnLst>
                                    </p:cTn>
                                  </p:par>
                                  <p:par>
                                    <p:cTn id="82" presetID="2" presetClass="entr" presetSubtype="2" fill="hold" grpId="0" nodeType="withEffect">
                                      <p:stCondLst>
                                        <p:cond delay="1250"/>
                                      </p:stCondLst>
                                      <p:childTnLst>
                                        <p:set>
                                          <p:cBhvr>
                                            <p:cTn id="83" dur="1" fill="hold">
                                              <p:stCondLst>
                                                <p:cond delay="0"/>
                                              </p:stCondLst>
                                            </p:cTn>
                                            <p:tgtEl>
                                              <p:spTgt spid="217"/>
                                            </p:tgtEl>
                                            <p:attrNameLst>
                                              <p:attrName>style.visibility</p:attrName>
                                            </p:attrNameLst>
                                          </p:cBhvr>
                                          <p:to>
                                            <p:strVal val="visible"/>
                                          </p:to>
                                        </p:set>
                                        <p:anim calcmode="lin" valueType="num">
                                          <p:cBhvr additive="base">
                                            <p:cTn id="84" dur="1000" fill="hold"/>
                                            <p:tgtEl>
                                              <p:spTgt spid="217"/>
                                            </p:tgtEl>
                                            <p:attrNameLst>
                                              <p:attrName>ppt_x</p:attrName>
                                            </p:attrNameLst>
                                          </p:cBhvr>
                                          <p:tavLst>
                                            <p:tav tm="0">
                                              <p:val>
                                                <p:strVal val="1+#ppt_w/2"/>
                                              </p:val>
                                            </p:tav>
                                            <p:tav tm="100000">
                                              <p:val>
                                                <p:strVal val="#ppt_x"/>
                                              </p:val>
                                            </p:tav>
                                          </p:tavLst>
                                        </p:anim>
                                        <p:anim calcmode="lin" valueType="num">
                                          <p:cBhvr additive="base">
                                            <p:cTn id="85" dur="1000" fill="hold"/>
                                            <p:tgtEl>
                                              <p:spTgt spid="217"/>
                                            </p:tgtEl>
                                            <p:attrNameLst>
                                              <p:attrName>ppt_y</p:attrName>
                                            </p:attrNameLst>
                                          </p:cBhvr>
                                          <p:tavLst>
                                            <p:tav tm="0">
                                              <p:val>
                                                <p:strVal val="#ppt_y"/>
                                              </p:val>
                                            </p:tav>
                                            <p:tav tm="100000">
                                              <p:val>
                                                <p:strVal val="#ppt_y"/>
                                              </p:val>
                                            </p:tav>
                                          </p:tavLst>
                                        </p:anim>
                                      </p:childTnLst>
                                    </p:cTn>
                                  </p:par>
                                  <p:par>
                                    <p:cTn id="86" presetID="2" presetClass="entr" presetSubtype="2" fill="hold" grpId="0" nodeType="withEffect">
                                      <p:stCondLst>
                                        <p:cond delay="1250"/>
                                      </p:stCondLst>
                                      <p:childTnLst>
                                        <p:set>
                                          <p:cBhvr>
                                            <p:cTn id="87" dur="1" fill="hold">
                                              <p:stCondLst>
                                                <p:cond delay="0"/>
                                              </p:stCondLst>
                                            </p:cTn>
                                            <p:tgtEl>
                                              <p:spTgt spid="224"/>
                                            </p:tgtEl>
                                            <p:attrNameLst>
                                              <p:attrName>style.visibility</p:attrName>
                                            </p:attrNameLst>
                                          </p:cBhvr>
                                          <p:to>
                                            <p:strVal val="visible"/>
                                          </p:to>
                                        </p:set>
                                        <p:anim calcmode="lin" valueType="num">
                                          <p:cBhvr additive="base">
                                            <p:cTn id="88" dur="1000" fill="hold"/>
                                            <p:tgtEl>
                                              <p:spTgt spid="224"/>
                                            </p:tgtEl>
                                            <p:attrNameLst>
                                              <p:attrName>ppt_x</p:attrName>
                                            </p:attrNameLst>
                                          </p:cBhvr>
                                          <p:tavLst>
                                            <p:tav tm="0">
                                              <p:val>
                                                <p:strVal val="1+#ppt_w/2"/>
                                              </p:val>
                                            </p:tav>
                                            <p:tav tm="100000">
                                              <p:val>
                                                <p:strVal val="#ppt_x"/>
                                              </p:val>
                                            </p:tav>
                                          </p:tavLst>
                                        </p:anim>
                                        <p:anim calcmode="lin" valueType="num">
                                          <p:cBhvr additive="base">
                                            <p:cTn id="89" dur="1000" fill="hold"/>
                                            <p:tgtEl>
                                              <p:spTgt spid="224"/>
                                            </p:tgtEl>
                                            <p:attrNameLst>
                                              <p:attrName>ppt_y</p:attrName>
                                            </p:attrNameLst>
                                          </p:cBhvr>
                                          <p:tavLst>
                                            <p:tav tm="0">
                                              <p:val>
                                                <p:strVal val="#ppt_y"/>
                                              </p:val>
                                            </p:tav>
                                            <p:tav tm="100000">
                                              <p:val>
                                                <p:strVal val="#ppt_y"/>
                                              </p:val>
                                            </p:tav>
                                          </p:tavLst>
                                        </p:anim>
                                      </p:childTnLst>
                                    </p:cTn>
                                  </p:par>
                                  <p:par>
                                    <p:cTn id="90" presetID="2" presetClass="entr" presetSubtype="8" fill="hold" nodeType="withEffect">
                                      <p:stCondLst>
                                        <p:cond delay="250"/>
                                      </p:stCondLst>
                                      <p:childTnLst>
                                        <p:set>
                                          <p:cBhvr>
                                            <p:cTn id="91" dur="1" fill="hold">
                                              <p:stCondLst>
                                                <p:cond delay="0"/>
                                              </p:stCondLst>
                                            </p:cTn>
                                            <p:tgtEl>
                                              <p:spTgt spid="3"/>
                                            </p:tgtEl>
                                            <p:attrNameLst>
                                              <p:attrName>style.visibility</p:attrName>
                                            </p:attrNameLst>
                                          </p:cBhvr>
                                          <p:to>
                                            <p:strVal val="visible"/>
                                          </p:to>
                                        </p:set>
                                        <p:anim calcmode="lin" valueType="num">
                                          <p:cBhvr additive="base">
                                            <p:cTn id="92" dur="1000" fill="hold"/>
                                            <p:tgtEl>
                                              <p:spTgt spid="3"/>
                                            </p:tgtEl>
                                            <p:attrNameLst>
                                              <p:attrName>ppt_x</p:attrName>
                                            </p:attrNameLst>
                                          </p:cBhvr>
                                          <p:tavLst>
                                            <p:tav tm="0">
                                              <p:val>
                                                <p:strVal val="0-#ppt_w/2"/>
                                              </p:val>
                                            </p:tav>
                                            <p:tav tm="100000">
                                              <p:val>
                                                <p:strVal val="#ppt_x"/>
                                              </p:val>
                                            </p:tav>
                                          </p:tavLst>
                                        </p:anim>
                                        <p:anim calcmode="lin" valueType="num">
                                          <p:cBhvr additive="base">
                                            <p:cTn id="93" dur="1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87" grpId="0"/>
          <p:bldP spid="2188" grpId="0"/>
          <p:bldP spid="2189" grpId="0"/>
          <p:bldP spid="2190" grpId="0" animBg="1"/>
          <p:bldP spid="2191" grpId="0" animBg="1"/>
          <p:bldP spid="2192" grpId="0" animBg="1"/>
          <p:bldP spid="216" grpId="0"/>
          <p:bldP spid="217" grpId="0"/>
          <p:bldP spid="218" grpId="0"/>
          <p:bldP spid="219" grpId="0"/>
          <p:bldP spid="220" grpId="0"/>
          <p:bldP spid="221" grpId="0"/>
          <p:bldP spid="222" grpId="0" animBg="1"/>
          <p:bldP spid="223" grpId="0" animBg="1"/>
          <p:bldP spid="224" grpId="0" animBg="1"/>
        </p:bldLst>
      </p:timing>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9F1332A5-A9C8-4A6D-B057-2C11091CC072}"/>
              </a:ext>
            </a:extLst>
          </p:cNvPr>
          <p:cNvGrpSpPr/>
          <p:nvPr/>
        </p:nvGrpSpPr>
        <p:grpSpPr>
          <a:xfrm>
            <a:off x="7764463" y="2781301"/>
            <a:ext cx="1477963" cy="1287463"/>
            <a:chOff x="7764463" y="2781301"/>
            <a:chExt cx="1477963" cy="1287463"/>
          </a:xfrm>
        </p:grpSpPr>
        <p:sp>
          <p:nvSpPr>
            <p:cNvPr id="6" name="Freeform 5">
              <a:extLst>
                <a:ext uri="{FF2B5EF4-FFF2-40B4-BE49-F238E27FC236}">
                  <a16:creationId xmlns:a16="http://schemas.microsoft.com/office/drawing/2014/main" id="{6148CA2B-4F55-4DDB-8CA8-AEEB8290B532}"/>
                </a:ext>
              </a:extLst>
            </p:cNvPr>
            <p:cNvSpPr>
              <a:spLocks/>
            </p:cNvSpPr>
            <p:nvPr/>
          </p:nvSpPr>
          <p:spPr bwMode="auto">
            <a:xfrm>
              <a:off x="7764463" y="2781301"/>
              <a:ext cx="1477963" cy="1287463"/>
            </a:xfrm>
            <a:custGeom>
              <a:avLst/>
              <a:gdLst>
                <a:gd name="T0" fmla="*/ 0 w 392"/>
                <a:gd name="T1" fmla="*/ 0 h 340"/>
                <a:gd name="T2" fmla="*/ 0 w 392"/>
                <a:gd name="T3" fmla="*/ 170 h 340"/>
                <a:gd name="T4" fmla="*/ 0 w 392"/>
                <a:gd name="T5" fmla="*/ 340 h 340"/>
                <a:gd name="T6" fmla="*/ 392 w 392"/>
                <a:gd name="T7" fmla="*/ 340 h 340"/>
                <a:gd name="T8" fmla="*/ 392 w 392"/>
                <a:gd name="T9" fmla="*/ 170 h 340"/>
                <a:gd name="T10" fmla="*/ 392 w 392"/>
                <a:gd name="T11" fmla="*/ 0 h 340"/>
                <a:gd name="T12" fmla="*/ 0 w 392"/>
                <a:gd name="T13" fmla="*/ 0 h 340"/>
              </a:gdLst>
              <a:ahLst/>
              <a:cxnLst>
                <a:cxn ang="0">
                  <a:pos x="T0" y="T1"/>
                </a:cxn>
                <a:cxn ang="0">
                  <a:pos x="T2" y="T3"/>
                </a:cxn>
                <a:cxn ang="0">
                  <a:pos x="T4" y="T5"/>
                </a:cxn>
                <a:cxn ang="0">
                  <a:pos x="T6" y="T7"/>
                </a:cxn>
                <a:cxn ang="0">
                  <a:pos x="T8" y="T9"/>
                </a:cxn>
                <a:cxn ang="0">
                  <a:pos x="T10" y="T11"/>
                </a:cxn>
                <a:cxn ang="0">
                  <a:pos x="T12" y="T13"/>
                </a:cxn>
              </a:cxnLst>
              <a:rect l="0" t="0" r="r" b="b"/>
              <a:pathLst>
                <a:path w="392" h="340">
                  <a:moveTo>
                    <a:pt x="0" y="0"/>
                  </a:moveTo>
                  <a:cubicBezTo>
                    <a:pt x="0" y="170"/>
                    <a:pt x="0" y="170"/>
                    <a:pt x="0" y="170"/>
                  </a:cubicBezTo>
                  <a:cubicBezTo>
                    <a:pt x="0" y="340"/>
                    <a:pt x="0" y="340"/>
                    <a:pt x="0" y="340"/>
                  </a:cubicBezTo>
                  <a:cubicBezTo>
                    <a:pt x="159" y="225"/>
                    <a:pt x="233" y="225"/>
                    <a:pt x="392" y="340"/>
                  </a:cubicBezTo>
                  <a:cubicBezTo>
                    <a:pt x="392" y="170"/>
                    <a:pt x="392" y="170"/>
                    <a:pt x="392" y="170"/>
                  </a:cubicBezTo>
                  <a:cubicBezTo>
                    <a:pt x="392" y="0"/>
                    <a:pt x="392" y="0"/>
                    <a:pt x="392" y="0"/>
                  </a:cubicBezTo>
                  <a:cubicBezTo>
                    <a:pt x="233" y="115"/>
                    <a:pt x="159" y="115"/>
                    <a:pt x="0"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51B43BD1-DD66-4527-8300-25C3D2994886}"/>
                </a:ext>
              </a:extLst>
            </p:cNvPr>
            <p:cNvSpPr>
              <a:spLocks/>
            </p:cNvSpPr>
            <p:nvPr/>
          </p:nvSpPr>
          <p:spPr bwMode="auto">
            <a:xfrm>
              <a:off x="7764463" y="3425826"/>
              <a:ext cx="1477963" cy="642938"/>
            </a:xfrm>
            <a:custGeom>
              <a:avLst/>
              <a:gdLst>
                <a:gd name="T0" fmla="*/ 392 w 392"/>
                <a:gd name="T1" fmla="*/ 170 h 170"/>
                <a:gd name="T2" fmla="*/ 392 w 392"/>
                <a:gd name="T3" fmla="*/ 0 h 170"/>
                <a:gd name="T4" fmla="*/ 0 w 392"/>
                <a:gd name="T5" fmla="*/ 0 h 170"/>
                <a:gd name="T6" fmla="*/ 0 w 392"/>
                <a:gd name="T7" fmla="*/ 170 h 170"/>
                <a:gd name="T8" fmla="*/ 392 w 392"/>
                <a:gd name="T9" fmla="*/ 170 h 170"/>
              </a:gdLst>
              <a:ahLst/>
              <a:cxnLst>
                <a:cxn ang="0">
                  <a:pos x="T0" y="T1"/>
                </a:cxn>
                <a:cxn ang="0">
                  <a:pos x="T2" y="T3"/>
                </a:cxn>
                <a:cxn ang="0">
                  <a:pos x="T4" y="T5"/>
                </a:cxn>
                <a:cxn ang="0">
                  <a:pos x="T6" y="T7"/>
                </a:cxn>
                <a:cxn ang="0">
                  <a:pos x="T8" y="T9"/>
                </a:cxn>
              </a:cxnLst>
              <a:rect l="0" t="0" r="r" b="b"/>
              <a:pathLst>
                <a:path w="392" h="170">
                  <a:moveTo>
                    <a:pt x="392" y="170"/>
                  </a:moveTo>
                  <a:cubicBezTo>
                    <a:pt x="392" y="0"/>
                    <a:pt x="392" y="0"/>
                    <a:pt x="392" y="0"/>
                  </a:cubicBezTo>
                  <a:cubicBezTo>
                    <a:pt x="0" y="0"/>
                    <a:pt x="0" y="0"/>
                    <a:pt x="0" y="0"/>
                  </a:cubicBezTo>
                  <a:cubicBezTo>
                    <a:pt x="0" y="170"/>
                    <a:pt x="0" y="170"/>
                    <a:pt x="0" y="170"/>
                  </a:cubicBezTo>
                  <a:cubicBezTo>
                    <a:pt x="159" y="55"/>
                    <a:pt x="233" y="55"/>
                    <a:pt x="392" y="17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8" name="Group 37">
            <a:extLst>
              <a:ext uri="{FF2B5EF4-FFF2-40B4-BE49-F238E27FC236}">
                <a16:creationId xmlns:a16="http://schemas.microsoft.com/office/drawing/2014/main" id="{66698067-3496-4134-A75C-FED8AE053D4B}"/>
              </a:ext>
            </a:extLst>
          </p:cNvPr>
          <p:cNvGrpSpPr/>
          <p:nvPr/>
        </p:nvGrpSpPr>
        <p:grpSpPr>
          <a:xfrm>
            <a:off x="5360988" y="2781301"/>
            <a:ext cx="1477963" cy="1287463"/>
            <a:chOff x="5360988" y="2781301"/>
            <a:chExt cx="1477963" cy="1287463"/>
          </a:xfrm>
        </p:grpSpPr>
        <p:sp>
          <p:nvSpPr>
            <p:cNvPr id="7" name="Freeform 6">
              <a:extLst>
                <a:ext uri="{FF2B5EF4-FFF2-40B4-BE49-F238E27FC236}">
                  <a16:creationId xmlns:a16="http://schemas.microsoft.com/office/drawing/2014/main" id="{07D36FAF-2D2D-46BC-96AB-C30D22ECD49C}"/>
                </a:ext>
              </a:extLst>
            </p:cNvPr>
            <p:cNvSpPr>
              <a:spLocks/>
            </p:cNvSpPr>
            <p:nvPr/>
          </p:nvSpPr>
          <p:spPr bwMode="auto">
            <a:xfrm>
              <a:off x="5360988" y="2781301"/>
              <a:ext cx="1477963" cy="1287463"/>
            </a:xfrm>
            <a:custGeom>
              <a:avLst/>
              <a:gdLst>
                <a:gd name="T0" fmla="*/ 0 w 392"/>
                <a:gd name="T1" fmla="*/ 0 h 340"/>
                <a:gd name="T2" fmla="*/ 0 w 392"/>
                <a:gd name="T3" fmla="*/ 170 h 340"/>
                <a:gd name="T4" fmla="*/ 0 w 392"/>
                <a:gd name="T5" fmla="*/ 340 h 340"/>
                <a:gd name="T6" fmla="*/ 392 w 392"/>
                <a:gd name="T7" fmla="*/ 340 h 340"/>
                <a:gd name="T8" fmla="*/ 392 w 392"/>
                <a:gd name="T9" fmla="*/ 170 h 340"/>
                <a:gd name="T10" fmla="*/ 392 w 392"/>
                <a:gd name="T11" fmla="*/ 0 h 340"/>
                <a:gd name="T12" fmla="*/ 0 w 392"/>
                <a:gd name="T13" fmla="*/ 0 h 340"/>
              </a:gdLst>
              <a:ahLst/>
              <a:cxnLst>
                <a:cxn ang="0">
                  <a:pos x="T0" y="T1"/>
                </a:cxn>
                <a:cxn ang="0">
                  <a:pos x="T2" y="T3"/>
                </a:cxn>
                <a:cxn ang="0">
                  <a:pos x="T4" y="T5"/>
                </a:cxn>
                <a:cxn ang="0">
                  <a:pos x="T6" y="T7"/>
                </a:cxn>
                <a:cxn ang="0">
                  <a:pos x="T8" y="T9"/>
                </a:cxn>
                <a:cxn ang="0">
                  <a:pos x="T10" y="T11"/>
                </a:cxn>
                <a:cxn ang="0">
                  <a:pos x="T12" y="T13"/>
                </a:cxn>
              </a:cxnLst>
              <a:rect l="0" t="0" r="r" b="b"/>
              <a:pathLst>
                <a:path w="392" h="340">
                  <a:moveTo>
                    <a:pt x="0" y="0"/>
                  </a:moveTo>
                  <a:cubicBezTo>
                    <a:pt x="0" y="170"/>
                    <a:pt x="0" y="170"/>
                    <a:pt x="0" y="170"/>
                  </a:cubicBezTo>
                  <a:cubicBezTo>
                    <a:pt x="0" y="340"/>
                    <a:pt x="0" y="340"/>
                    <a:pt x="0" y="340"/>
                  </a:cubicBezTo>
                  <a:cubicBezTo>
                    <a:pt x="159" y="225"/>
                    <a:pt x="233" y="225"/>
                    <a:pt x="392" y="340"/>
                  </a:cubicBezTo>
                  <a:cubicBezTo>
                    <a:pt x="392" y="170"/>
                    <a:pt x="392" y="170"/>
                    <a:pt x="392" y="170"/>
                  </a:cubicBezTo>
                  <a:cubicBezTo>
                    <a:pt x="392" y="0"/>
                    <a:pt x="392" y="0"/>
                    <a:pt x="392" y="0"/>
                  </a:cubicBezTo>
                  <a:cubicBezTo>
                    <a:pt x="233" y="115"/>
                    <a:pt x="159" y="115"/>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FE4862E8-7601-49A5-A24A-449FC41E76E7}"/>
                </a:ext>
              </a:extLst>
            </p:cNvPr>
            <p:cNvSpPr>
              <a:spLocks/>
            </p:cNvSpPr>
            <p:nvPr/>
          </p:nvSpPr>
          <p:spPr bwMode="auto">
            <a:xfrm>
              <a:off x="5360988" y="3425826"/>
              <a:ext cx="1477963" cy="642938"/>
            </a:xfrm>
            <a:custGeom>
              <a:avLst/>
              <a:gdLst>
                <a:gd name="T0" fmla="*/ 392 w 392"/>
                <a:gd name="T1" fmla="*/ 170 h 170"/>
                <a:gd name="T2" fmla="*/ 392 w 392"/>
                <a:gd name="T3" fmla="*/ 0 h 170"/>
                <a:gd name="T4" fmla="*/ 0 w 392"/>
                <a:gd name="T5" fmla="*/ 0 h 170"/>
                <a:gd name="T6" fmla="*/ 0 w 392"/>
                <a:gd name="T7" fmla="*/ 170 h 170"/>
                <a:gd name="T8" fmla="*/ 392 w 392"/>
                <a:gd name="T9" fmla="*/ 170 h 170"/>
              </a:gdLst>
              <a:ahLst/>
              <a:cxnLst>
                <a:cxn ang="0">
                  <a:pos x="T0" y="T1"/>
                </a:cxn>
                <a:cxn ang="0">
                  <a:pos x="T2" y="T3"/>
                </a:cxn>
                <a:cxn ang="0">
                  <a:pos x="T4" y="T5"/>
                </a:cxn>
                <a:cxn ang="0">
                  <a:pos x="T6" y="T7"/>
                </a:cxn>
                <a:cxn ang="0">
                  <a:pos x="T8" y="T9"/>
                </a:cxn>
              </a:cxnLst>
              <a:rect l="0" t="0" r="r" b="b"/>
              <a:pathLst>
                <a:path w="392" h="170">
                  <a:moveTo>
                    <a:pt x="392" y="170"/>
                  </a:moveTo>
                  <a:cubicBezTo>
                    <a:pt x="392" y="0"/>
                    <a:pt x="392" y="0"/>
                    <a:pt x="392" y="0"/>
                  </a:cubicBezTo>
                  <a:cubicBezTo>
                    <a:pt x="0" y="0"/>
                    <a:pt x="0" y="0"/>
                    <a:pt x="0" y="0"/>
                  </a:cubicBezTo>
                  <a:cubicBezTo>
                    <a:pt x="0" y="170"/>
                    <a:pt x="0" y="170"/>
                    <a:pt x="0" y="170"/>
                  </a:cubicBezTo>
                  <a:cubicBezTo>
                    <a:pt x="159" y="55"/>
                    <a:pt x="233" y="55"/>
                    <a:pt x="392" y="17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6" name="Group 35">
            <a:extLst>
              <a:ext uri="{FF2B5EF4-FFF2-40B4-BE49-F238E27FC236}">
                <a16:creationId xmlns:a16="http://schemas.microsoft.com/office/drawing/2014/main" id="{BCB866C4-948A-4F3C-B086-7628FFC55074}"/>
              </a:ext>
            </a:extLst>
          </p:cNvPr>
          <p:cNvGrpSpPr/>
          <p:nvPr/>
        </p:nvGrpSpPr>
        <p:grpSpPr>
          <a:xfrm>
            <a:off x="2957513" y="2781301"/>
            <a:ext cx="1476375" cy="1287463"/>
            <a:chOff x="2957513" y="2781301"/>
            <a:chExt cx="1476375" cy="1287463"/>
          </a:xfrm>
        </p:grpSpPr>
        <p:sp>
          <p:nvSpPr>
            <p:cNvPr id="8" name="Freeform 7">
              <a:extLst>
                <a:ext uri="{FF2B5EF4-FFF2-40B4-BE49-F238E27FC236}">
                  <a16:creationId xmlns:a16="http://schemas.microsoft.com/office/drawing/2014/main" id="{D9BACFAE-EAC0-46E9-99F3-0F1A09096398}"/>
                </a:ext>
              </a:extLst>
            </p:cNvPr>
            <p:cNvSpPr>
              <a:spLocks/>
            </p:cNvSpPr>
            <p:nvPr/>
          </p:nvSpPr>
          <p:spPr bwMode="auto">
            <a:xfrm>
              <a:off x="2957513" y="2781301"/>
              <a:ext cx="1476375" cy="1287463"/>
            </a:xfrm>
            <a:custGeom>
              <a:avLst/>
              <a:gdLst>
                <a:gd name="T0" fmla="*/ 0 w 392"/>
                <a:gd name="T1" fmla="*/ 0 h 340"/>
                <a:gd name="T2" fmla="*/ 0 w 392"/>
                <a:gd name="T3" fmla="*/ 170 h 340"/>
                <a:gd name="T4" fmla="*/ 0 w 392"/>
                <a:gd name="T5" fmla="*/ 340 h 340"/>
                <a:gd name="T6" fmla="*/ 392 w 392"/>
                <a:gd name="T7" fmla="*/ 340 h 340"/>
                <a:gd name="T8" fmla="*/ 392 w 392"/>
                <a:gd name="T9" fmla="*/ 170 h 340"/>
                <a:gd name="T10" fmla="*/ 392 w 392"/>
                <a:gd name="T11" fmla="*/ 0 h 340"/>
                <a:gd name="T12" fmla="*/ 0 w 392"/>
                <a:gd name="T13" fmla="*/ 0 h 340"/>
              </a:gdLst>
              <a:ahLst/>
              <a:cxnLst>
                <a:cxn ang="0">
                  <a:pos x="T0" y="T1"/>
                </a:cxn>
                <a:cxn ang="0">
                  <a:pos x="T2" y="T3"/>
                </a:cxn>
                <a:cxn ang="0">
                  <a:pos x="T4" y="T5"/>
                </a:cxn>
                <a:cxn ang="0">
                  <a:pos x="T6" y="T7"/>
                </a:cxn>
                <a:cxn ang="0">
                  <a:pos x="T8" y="T9"/>
                </a:cxn>
                <a:cxn ang="0">
                  <a:pos x="T10" y="T11"/>
                </a:cxn>
                <a:cxn ang="0">
                  <a:pos x="T12" y="T13"/>
                </a:cxn>
              </a:cxnLst>
              <a:rect l="0" t="0" r="r" b="b"/>
              <a:pathLst>
                <a:path w="392" h="340">
                  <a:moveTo>
                    <a:pt x="0" y="0"/>
                  </a:moveTo>
                  <a:cubicBezTo>
                    <a:pt x="0" y="170"/>
                    <a:pt x="0" y="170"/>
                    <a:pt x="0" y="170"/>
                  </a:cubicBezTo>
                  <a:cubicBezTo>
                    <a:pt x="0" y="340"/>
                    <a:pt x="0" y="340"/>
                    <a:pt x="0" y="340"/>
                  </a:cubicBezTo>
                  <a:cubicBezTo>
                    <a:pt x="159" y="225"/>
                    <a:pt x="233" y="225"/>
                    <a:pt x="392" y="340"/>
                  </a:cubicBezTo>
                  <a:cubicBezTo>
                    <a:pt x="392" y="170"/>
                    <a:pt x="392" y="170"/>
                    <a:pt x="392" y="170"/>
                  </a:cubicBezTo>
                  <a:cubicBezTo>
                    <a:pt x="392" y="0"/>
                    <a:pt x="392" y="0"/>
                    <a:pt x="392" y="0"/>
                  </a:cubicBezTo>
                  <a:cubicBezTo>
                    <a:pt x="233" y="115"/>
                    <a:pt x="159" y="115"/>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C2A7F77B-B59B-44F2-8AF0-FD923EAC6664}"/>
                </a:ext>
              </a:extLst>
            </p:cNvPr>
            <p:cNvSpPr>
              <a:spLocks/>
            </p:cNvSpPr>
            <p:nvPr/>
          </p:nvSpPr>
          <p:spPr bwMode="auto">
            <a:xfrm>
              <a:off x="2957513" y="3425826"/>
              <a:ext cx="1476375" cy="642938"/>
            </a:xfrm>
            <a:custGeom>
              <a:avLst/>
              <a:gdLst>
                <a:gd name="T0" fmla="*/ 0 w 392"/>
                <a:gd name="T1" fmla="*/ 170 h 170"/>
                <a:gd name="T2" fmla="*/ 392 w 392"/>
                <a:gd name="T3" fmla="*/ 170 h 170"/>
                <a:gd name="T4" fmla="*/ 392 w 392"/>
                <a:gd name="T5" fmla="*/ 0 h 170"/>
                <a:gd name="T6" fmla="*/ 0 w 392"/>
                <a:gd name="T7" fmla="*/ 0 h 170"/>
                <a:gd name="T8" fmla="*/ 0 w 392"/>
                <a:gd name="T9" fmla="*/ 170 h 170"/>
              </a:gdLst>
              <a:ahLst/>
              <a:cxnLst>
                <a:cxn ang="0">
                  <a:pos x="T0" y="T1"/>
                </a:cxn>
                <a:cxn ang="0">
                  <a:pos x="T2" y="T3"/>
                </a:cxn>
                <a:cxn ang="0">
                  <a:pos x="T4" y="T5"/>
                </a:cxn>
                <a:cxn ang="0">
                  <a:pos x="T6" y="T7"/>
                </a:cxn>
                <a:cxn ang="0">
                  <a:pos x="T8" y="T9"/>
                </a:cxn>
              </a:cxnLst>
              <a:rect l="0" t="0" r="r" b="b"/>
              <a:pathLst>
                <a:path w="392" h="170">
                  <a:moveTo>
                    <a:pt x="0" y="170"/>
                  </a:moveTo>
                  <a:cubicBezTo>
                    <a:pt x="159" y="55"/>
                    <a:pt x="233" y="55"/>
                    <a:pt x="392" y="170"/>
                  </a:cubicBezTo>
                  <a:cubicBezTo>
                    <a:pt x="392" y="0"/>
                    <a:pt x="392" y="0"/>
                    <a:pt x="392" y="0"/>
                  </a:cubicBezTo>
                  <a:cubicBezTo>
                    <a:pt x="0" y="0"/>
                    <a:pt x="0" y="0"/>
                    <a:pt x="0" y="0"/>
                  </a:cubicBezTo>
                  <a:lnTo>
                    <a:pt x="0" y="17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A24E5CAC-0B13-4625-AF5B-15B0D99FF562}"/>
              </a:ext>
            </a:extLst>
          </p:cNvPr>
          <p:cNvGrpSpPr/>
          <p:nvPr/>
        </p:nvGrpSpPr>
        <p:grpSpPr>
          <a:xfrm>
            <a:off x="8913813" y="2630488"/>
            <a:ext cx="1582738" cy="1590676"/>
            <a:chOff x="8913813" y="2630488"/>
            <a:chExt cx="1582738" cy="1590676"/>
          </a:xfrm>
        </p:grpSpPr>
        <p:grpSp>
          <p:nvGrpSpPr>
            <p:cNvPr id="41" name="Group 40">
              <a:extLst>
                <a:ext uri="{FF2B5EF4-FFF2-40B4-BE49-F238E27FC236}">
                  <a16:creationId xmlns:a16="http://schemas.microsoft.com/office/drawing/2014/main" id="{D0CBE1A5-E0FE-4A7A-A44A-22595E0AA52E}"/>
                </a:ext>
              </a:extLst>
            </p:cNvPr>
            <p:cNvGrpSpPr/>
            <p:nvPr/>
          </p:nvGrpSpPr>
          <p:grpSpPr>
            <a:xfrm>
              <a:off x="8913813" y="2630488"/>
              <a:ext cx="1582738" cy="1590676"/>
              <a:chOff x="8913813" y="2630488"/>
              <a:chExt cx="1582738" cy="1590676"/>
            </a:xfrm>
            <a:effectLst>
              <a:outerShdw blurRad="241300" dist="114300" dir="2700000" algn="tl" rotWithShape="0">
                <a:prstClr val="black">
                  <a:alpha val="36000"/>
                </a:prstClr>
              </a:outerShdw>
            </a:effectLst>
          </p:grpSpPr>
          <p:sp>
            <p:nvSpPr>
              <p:cNvPr id="12" name="Oval 11">
                <a:extLst>
                  <a:ext uri="{FF2B5EF4-FFF2-40B4-BE49-F238E27FC236}">
                    <a16:creationId xmlns:a16="http://schemas.microsoft.com/office/drawing/2014/main" id="{EDBFAED6-7439-4702-A786-C9A9BF84AB66}"/>
                  </a:ext>
                </a:extLst>
              </p:cNvPr>
              <p:cNvSpPr>
                <a:spLocks noChangeArrowheads="1"/>
              </p:cNvSpPr>
              <p:nvPr/>
            </p:nvSpPr>
            <p:spPr bwMode="auto">
              <a:xfrm>
                <a:off x="8913813" y="2630488"/>
                <a:ext cx="1582738" cy="159067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6B177DF6-0086-46DC-845D-5747C8D403AE}"/>
                  </a:ext>
                </a:extLst>
              </p:cNvPr>
              <p:cNvSpPr>
                <a:spLocks/>
              </p:cNvSpPr>
              <p:nvPr/>
            </p:nvSpPr>
            <p:spPr bwMode="auto">
              <a:xfrm>
                <a:off x="9140825" y="2857501"/>
                <a:ext cx="1355725" cy="1363663"/>
              </a:xfrm>
              <a:custGeom>
                <a:avLst/>
                <a:gdLst>
                  <a:gd name="T0" fmla="*/ 297 w 360"/>
                  <a:gd name="T1" fmla="*/ 0 h 360"/>
                  <a:gd name="T2" fmla="*/ 356 w 360"/>
                  <a:gd name="T3" fmla="*/ 147 h 360"/>
                  <a:gd name="T4" fmla="*/ 146 w 360"/>
                  <a:gd name="T5" fmla="*/ 357 h 360"/>
                  <a:gd name="T6" fmla="*/ 0 w 360"/>
                  <a:gd name="T7" fmla="*/ 297 h 360"/>
                  <a:gd name="T8" fmla="*/ 150 w 360"/>
                  <a:gd name="T9" fmla="*/ 360 h 360"/>
                  <a:gd name="T10" fmla="*/ 360 w 360"/>
                  <a:gd name="T11" fmla="*/ 150 h 360"/>
                  <a:gd name="T12" fmla="*/ 297 w 360"/>
                  <a:gd name="T13" fmla="*/ 0 h 360"/>
                </a:gdLst>
                <a:ahLst/>
                <a:cxnLst>
                  <a:cxn ang="0">
                    <a:pos x="T0" y="T1"/>
                  </a:cxn>
                  <a:cxn ang="0">
                    <a:pos x="T2" y="T3"/>
                  </a:cxn>
                  <a:cxn ang="0">
                    <a:pos x="T4" y="T5"/>
                  </a:cxn>
                  <a:cxn ang="0">
                    <a:pos x="T6" y="T7"/>
                  </a:cxn>
                  <a:cxn ang="0">
                    <a:pos x="T8" y="T9"/>
                  </a:cxn>
                  <a:cxn ang="0">
                    <a:pos x="T10" y="T11"/>
                  </a:cxn>
                  <a:cxn ang="0">
                    <a:pos x="T12" y="T13"/>
                  </a:cxn>
                </a:cxnLst>
                <a:rect l="0" t="0" r="r" b="b"/>
                <a:pathLst>
                  <a:path w="360" h="360">
                    <a:moveTo>
                      <a:pt x="297" y="0"/>
                    </a:moveTo>
                    <a:cubicBezTo>
                      <a:pt x="334" y="38"/>
                      <a:pt x="356" y="90"/>
                      <a:pt x="356" y="147"/>
                    </a:cubicBezTo>
                    <a:cubicBezTo>
                      <a:pt x="356" y="263"/>
                      <a:pt x="262" y="357"/>
                      <a:pt x="146" y="357"/>
                    </a:cubicBezTo>
                    <a:cubicBezTo>
                      <a:pt x="89" y="357"/>
                      <a:pt x="38" y="334"/>
                      <a:pt x="0" y="297"/>
                    </a:cubicBezTo>
                    <a:cubicBezTo>
                      <a:pt x="38" y="336"/>
                      <a:pt x="91" y="360"/>
                      <a:pt x="150" y="360"/>
                    </a:cubicBezTo>
                    <a:cubicBezTo>
                      <a:pt x="266" y="360"/>
                      <a:pt x="360" y="266"/>
                      <a:pt x="360" y="150"/>
                    </a:cubicBezTo>
                    <a:cubicBezTo>
                      <a:pt x="360" y="91"/>
                      <a:pt x="336" y="38"/>
                      <a:pt x="297" y="0"/>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72621C80-B7B9-4401-A0A1-CA0E4DB2131A}"/>
                  </a:ext>
                </a:extLst>
              </p:cNvPr>
              <p:cNvSpPr>
                <a:spLocks/>
              </p:cNvSpPr>
              <p:nvPr/>
            </p:nvSpPr>
            <p:spPr bwMode="auto">
              <a:xfrm>
                <a:off x="8913813" y="2630488"/>
                <a:ext cx="1360488" cy="1366838"/>
              </a:xfrm>
              <a:custGeom>
                <a:avLst/>
                <a:gdLst>
                  <a:gd name="T0" fmla="*/ 5 w 361"/>
                  <a:gd name="T1" fmla="*/ 215 h 361"/>
                  <a:gd name="T2" fmla="*/ 215 w 361"/>
                  <a:gd name="T3" fmla="*/ 5 h 361"/>
                  <a:gd name="T4" fmla="*/ 361 w 361"/>
                  <a:gd name="T5" fmla="*/ 64 h 361"/>
                  <a:gd name="T6" fmla="*/ 210 w 361"/>
                  <a:gd name="T7" fmla="*/ 0 h 361"/>
                  <a:gd name="T8" fmla="*/ 0 w 361"/>
                  <a:gd name="T9" fmla="*/ 210 h 361"/>
                  <a:gd name="T10" fmla="*/ 64 w 361"/>
                  <a:gd name="T11" fmla="*/ 361 h 361"/>
                  <a:gd name="T12" fmla="*/ 5 w 361"/>
                  <a:gd name="T13" fmla="*/ 215 h 361"/>
                </a:gdLst>
                <a:ahLst/>
                <a:cxnLst>
                  <a:cxn ang="0">
                    <a:pos x="T0" y="T1"/>
                  </a:cxn>
                  <a:cxn ang="0">
                    <a:pos x="T2" y="T3"/>
                  </a:cxn>
                  <a:cxn ang="0">
                    <a:pos x="T4" y="T5"/>
                  </a:cxn>
                  <a:cxn ang="0">
                    <a:pos x="T6" y="T7"/>
                  </a:cxn>
                  <a:cxn ang="0">
                    <a:pos x="T8" y="T9"/>
                  </a:cxn>
                  <a:cxn ang="0">
                    <a:pos x="T10" y="T11"/>
                  </a:cxn>
                  <a:cxn ang="0">
                    <a:pos x="T12" y="T13"/>
                  </a:cxn>
                </a:cxnLst>
                <a:rect l="0" t="0" r="r" b="b"/>
                <a:pathLst>
                  <a:path w="361" h="361">
                    <a:moveTo>
                      <a:pt x="5" y="215"/>
                    </a:moveTo>
                    <a:cubicBezTo>
                      <a:pt x="5" y="99"/>
                      <a:pt x="99" y="5"/>
                      <a:pt x="215" y="5"/>
                    </a:cubicBezTo>
                    <a:cubicBezTo>
                      <a:pt x="272" y="5"/>
                      <a:pt x="323" y="28"/>
                      <a:pt x="361" y="64"/>
                    </a:cubicBezTo>
                    <a:cubicBezTo>
                      <a:pt x="323" y="25"/>
                      <a:pt x="269" y="0"/>
                      <a:pt x="210" y="0"/>
                    </a:cubicBezTo>
                    <a:cubicBezTo>
                      <a:pt x="94" y="0"/>
                      <a:pt x="0" y="94"/>
                      <a:pt x="0" y="210"/>
                    </a:cubicBezTo>
                    <a:cubicBezTo>
                      <a:pt x="0" y="270"/>
                      <a:pt x="25" y="323"/>
                      <a:pt x="64" y="361"/>
                    </a:cubicBezTo>
                    <a:cubicBezTo>
                      <a:pt x="28" y="323"/>
                      <a:pt x="5" y="272"/>
                      <a:pt x="5" y="215"/>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4" name="Oval 23">
              <a:extLst>
                <a:ext uri="{FF2B5EF4-FFF2-40B4-BE49-F238E27FC236}">
                  <a16:creationId xmlns:a16="http://schemas.microsoft.com/office/drawing/2014/main" id="{E4F191BC-FA6F-4AAD-9F09-6ECC13653547}"/>
                </a:ext>
              </a:extLst>
            </p:cNvPr>
            <p:cNvSpPr>
              <a:spLocks noChangeArrowheads="1"/>
            </p:cNvSpPr>
            <p:nvPr/>
          </p:nvSpPr>
          <p:spPr bwMode="auto">
            <a:xfrm>
              <a:off x="9091613" y="2808288"/>
              <a:ext cx="1228725" cy="1233488"/>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353133E2-A4AC-4D9F-A310-ED8D9A2BAA01}"/>
              </a:ext>
            </a:extLst>
          </p:cNvPr>
          <p:cNvGrpSpPr/>
          <p:nvPr/>
        </p:nvGrpSpPr>
        <p:grpSpPr>
          <a:xfrm>
            <a:off x="6510338" y="2630488"/>
            <a:ext cx="1582738" cy="1590676"/>
            <a:chOff x="6510338" y="2630488"/>
            <a:chExt cx="1582738" cy="1590676"/>
          </a:xfrm>
        </p:grpSpPr>
        <p:grpSp>
          <p:nvGrpSpPr>
            <p:cNvPr id="39" name="Group 38">
              <a:extLst>
                <a:ext uri="{FF2B5EF4-FFF2-40B4-BE49-F238E27FC236}">
                  <a16:creationId xmlns:a16="http://schemas.microsoft.com/office/drawing/2014/main" id="{148A4562-A47B-44D0-AB07-CBB3B59E5E19}"/>
                </a:ext>
              </a:extLst>
            </p:cNvPr>
            <p:cNvGrpSpPr/>
            <p:nvPr/>
          </p:nvGrpSpPr>
          <p:grpSpPr>
            <a:xfrm>
              <a:off x="6510338" y="2630488"/>
              <a:ext cx="1582738" cy="1590676"/>
              <a:chOff x="6510338" y="2630488"/>
              <a:chExt cx="1582738" cy="1590676"/>
            </a:xfrm>
            <a:effectLst>
              <a:outerShdw blurRad="241300" dist="114300" dir="2700000" algn="tl" rotWithShape="0">
                <a:prstClr val="black">
                  <a:alpha val="36000"/>
                </a:prstClr>
              </a:outerShdw>
            </a:effectLst>
          </p:grpSpPr>
          <p:sp>
            <p:nvSpPr>
              <p:cNvPr id="18" name="Oval 17">
                <a:extLst>
                  <a:ext uri="{FF2B5EF4-FFF2-40B4-BE49-F238E27FC236}">
                    <a16:creationId xmlns:a16="http://schemas.microsoft.com/office/drawing/2014/main" id="{ED9E5DEB-1B54-4BC0-9455-30A25DB0802E}"/>
                  </a:ext>
                </a:extLst>
              </p:cNvPr>
              <p:cNvSpPr>
                <a:spLocks noChangeArrowheads="1"/>
              </p:cNvSpPr>
              <p:nvPr/>
            </p:nvSpPr>
            <p:spPr bwMode="auto">
              <a:xfrm>
                <a:off x="6510338" y="2630488"/>
                <a:ext cx="1582738" cy="15906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78F0CBC7-0CD6-43AF-B7C6-71E332AB5BE3}"/>
                  </a:ext>
                </a:extLst>
              </p:cNvPr>
              <p:cNvSpPr>
                <a:spLocks/>
              </p:cNvSpPr>
              <p:nvPr/>
            </p:nvSpPr>
            <p:spPr bwMode="auto">
              <a:xfrm>
                <a:off x="6735763" y="2857501"/>
                <a:ext cx="1357313" cy="1363663"/>
              </a:xfrm>
              <a:custGeom>
                <a:avLst/>
                <a:gdLst>
                  <a:gd name="T0" fmla="*/ 297 w 360"/>
                  <a:gd name="T1" fmla="*/ 0 h 360"/>
                  <a:gd name="T2" fmla="*/ 356 w 360"/>
                  <a:gd name="T3" fmla="*/ 147 h 360"/>
                  <a:gd name="T4" fmla="*/ 146 w 360"/>
                  <a:gd name="T5" fmla="*/ 357 h 360"/>
                  <a:gd name="T6" fmla="*/ 0 w 360"/>
                  <a:gd name="T7" fmla="*/ 297 h 360"/>
                  <a:gd name="T8" fmla="*/ 150 w 360"/>
                  <a:gd name="T9" fmla="*/ 360 h 360"/>
                  <a:gd name="T10" fmla="*/ 360 w 360"/>
                  <a:gd name="T11" fmla="*/ 150 h 360"/>
                  <a:gd name="T12" fmla="*/ 297 w 360"/>
                  <a:gd name="T13" fmla="*/ 0 h 360"/>
                </a:gdLst>
                <a:ahLst/>
                <a:cxnLst>
                  <a:cxn ang="0">
                    <a:pos x="T0" y="T1"/>
                  </a:cxn>
                  <a:cxn ang="0">
                    <a:pos x="T2" y="T3"/>
                  </a:cxn>
                  <a:cxn ang="0">
                    <a:pos x="T4" y="T5"/>
                  </a:cxn>
                  <a:cxn ang="0">
                    <a:pos x="T6" y="T7"/>
                  </a:cxn>
                  <a:cxn ang="0">
                    <a:pos x="T8" y="T9"/>
                  </a:cxn>
                  <a:cxn ang="0">
                    <a:pos x="T10" y="T11"/>
                  </a:cxn>
                  <a:cxn ang="0">
                    <a:pos x="T12" y="T13"/>
                  </a:cxn>
                </a:cxnLst>
                <a:rect l="0" t="0" r="r" b="b"/>
                <a:pathLst>
                  <a:path w="360" h="360">
                    <a:moveTo>
                      <a:pt x="297" y="0"/>
                    </a:moveTo>
                    <a:cubicBezTo>
                      <a:pt x="333" y="38"/>
                      <a:pt x="356" y="90"/>
                      <a:pt x="356" y="147"/>
                    </a:cubicBezTo>
                    <a:cubicBezTo>
                      <a:pt x="356" y="263"/>
                      <a:pt x="262" y="357"/>
                      <a:pt x="146" y="357"/>
                    </a:cubicBezTo>
                    <a:cubicBezTo>
                      <a:pt x="89" y="357"/>
                      <a:pt x="38" y="334"/>
                      <a:pt x="0" y="297"/>
                    </a:cubicBezTo>
                    <a:cubicBezTo>
                      <a:pt x="38" y="336"/>
                      <a:pt x="91" y="360"/>
                      <a:pt x="150" y="360"/>
                    </a:cubicBezTo>
                    <a:cubicBezTo>
                      <a:pt x="266" y="360"/>
                      <a:pt x="360" y="266"/>
                      <a:pt x="360" y="150"/>
                    </a:cubicBezTo>
                    <a:cubicBezTo>
                      <a:pt x="360" y="91"/>
                      <a:pt x="336" y="38"/>
                      <a:pt x="297"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EE70DAAA-C62E-45E6-998E-795D0F349BC0}"/>
                  </a:ext>
                </a:extLst>
              </p:cNvPr>
              <p:cNvSpPr>
                <a:spLocks/>
              </p:cNvSpPr>
              <p:nvPr/>
            </p:nvSpPr>
            <p:spPr bwMode="auto">
              <a:xfrm>
                <a:off x="6510338" y="2630488"/>
                <a:ext cx="1360488" cy="1366838"/>
              </a:xfrm>
              <a:custGeom>
                <a:avLst/>
                <a:gdLst>
                  <a:gd name="T0" fmla="*/ 5 w 361"/>
                  <a:gd name="T1" fmla="*/ 215 h 361"/>
                  <a:gd name="T2" fmla="*/ 215 w 361"/>
                  <a:gd name="T3" fmla="*/ 5 h 361"/>
                  <a:gd name="T4" fmla="*/ 361 w 361"/>
                  <a:gd name="T5" fmla="*/ 64 h 361"/>
                  <a:gd name="T6" fmla="*/ 210 w 361"/>
                  <a:gd name="T7" fmla="*/ 0 h 361"/>
                  <a:gd name="T8" fmla="*/ 0 w 361"/>
                  <a:gd name="T9" fmla="*/ 210 h 361"/>
                  <a:gd name="T10" fmla="*/ 64 w 361"/>
                  <a:gd name="T11" fmla="*/ 361 h 361"/>
                  <a:gd name="T12" fmla="*/ 5 w 361"/>
                  <a:gd name="T13" fmla="*/ 215 h 361"/>
                </a:gdLst>
                <a:ahLst/>
                <a:cxnLst>
                  <a:cxn ang="0">
                    <a:pos x="T0" y="T1"/>
                  </a:cxn>
                  <a:cxn ang="0">
                    <a:pos x="T2" y="T3"/>
                  </a:cxn>
                  <a:cxn ang="0">
                    <a:pos x="T4" y="T5"/>
                  </a:cxn>
                  <a:cxn ang="0">
                    <a:pos x="T6" y="T7"/>
                  </a:cxn>
                  <a:cxn ang="0">
                    <a:pos x="T8" y="T9"/>
                  </a:cxn>
                  <a:cxn ang="0">
                    <a:pos x="T10" y="T11"/>
                  </a:cxn>
                  <a:cxn ang="0">
                    <a:pos x="T12" y="T13"/>
                  </a:cxn>
                </a:cxnLst>
                <a:rect l="0" t="0" r="r" b="b"/>
                <a:pathLst>
                  <a:path w="361" h="361">
                    <a:moveTo>
                      <a:pt x="5" y="215"/>
                    </a:moveTo>
                    <a:cubicBezTo>
                      <a:pt x="5" y="99"/>
                      <a:pt x="99" y="5"/>
                      <a:pt x="215" y="5"/>
                    </a:cubicBezTo>
                    <a:cubicBezTo>
                      <a:pt x="272" y="5"/>
                      <a:pt x="323" y="28"/>
                      <a:pt x="361" y="64"/>
                    </a:cubicBezTo>
                    <a:cubicBezTo>
                      <a:pt x="323" y="25"/>
                      <a:pt x="269" y="0"/>
                      <a:pt x="210" y="0"/>
                    </a:cubicBezTo>
                    <a:cubicBezTo>
                      <a:pt x="94" y="0"/>
                      <a:pt x="0" y="94"/>
                      <a:pt x="0" y="210"/>
                    </a:cubicBezTo>
                    <a:cubicBezTo>
                      <a:pt x="0" y="270"/>
                      <a:pt x="25" y="323"/>
                      <a:pt x="64" y="361"/>
                    </a:cubicBezTo>
                    <a:cubicBezTo>
                      <a:pt x="28" y="323"/>
                      <a:pt x="5" y="272"/>
                      <a:pt x="5" y="21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5" name="Oval 24">
              <a:extLst>
                <a:ext uri="{FF2B5EF4-FFF2-40B4-BE49-F238E27FC236}">
                  <a16:creationId xmlns:a16="http://schemas.microsoft.com/office/drawing/2014/main" id="{0A9D2A85-4286-4B0B-8D42-5E7DED59AD90}"/>
                </a:ext>
              </a:extLst>
            </p:cNvPr>
            <p:cNvSpPr>
              <a:spLocks noChangeArrowheads="1"/>
            </p:cNvSpPr>
            <p:nvPr/>
          </p:nvSpPr>
          <p:spPr bwMode="auto">
            <a:xfrm>
              <a:off x="6688138" y="2808288"/>
              <a:ext cx="1227138" cy="1233488"/>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0BD3AF77-105F-41F7-8D0E-774B917C1E92}"/>
              </a:ext>
            </a:extLst>
          </p:cNvPr>
          <p:cNvGrpSpPr/>
          <p:nvPr/>
        </p:nvGrpSpPr>
        <p:grpSpPr>
          <a:xfrm>
            <a:off x="4106863" y="2630488"/>
            <a:ext cx="1582738" cy="1590676"/>
            <a:chOff x="4106863" y="2630488"/>
            <a:chExt cx="1582738" cy="1590676"/>
          </a:xfrm>
        </p:grpSpPr>
        <p:grpSp>
          <p:nvGrpSpPr>
            <p:cNvPr id="37" name="Group 36">
              <a:extLst>
                <a:ext uri="{FF2B5EF4-FFF2-40B4-BE49-F238E27FC236}">
                  <a16:creationId xmlns:a16="http://schemas.microsoft.com/office/drawing/2014/main" id="{92B3408D-F388-46D9-8022-58369EAC44CA}"/>
                </a:ext>
              </a:extLst>
            </p:cNvPr>
            <p:cNvGrpSpPr/>
            <p:nvPr/>
          </p:nvGrpSpPr>
          <p:grpSpPr>
            <a:xfrm>
              <a:off x="4106863" y="2630488"/>
              <a:ext cx="1582738" cy="1590676"/>
              <a:chOff x="4106863" y="2630488"/>
              <a:chExt cx="1582738" cy="1590676"/>
            </a:xfrm>
            <a:effectLst>
              <a:outerShdw blurRad="241300" dist="114300" dir="2700000" algn="tl" rotWithShape="0">
                <a:prstClr val="black">
                  <a:alpha val="36000"/>
                </a:prstClr>
              </a:outerShdw>
            </a:effectLst>
          </p:grpSpPr>
          <p:sp>
            <p:nvSpPr>
              <p:cNvPr id="15" name="Oval 14">
                <a:extLst>
                  <a:ext uri="{FF2B5EF4-FFF2-40B4-BE49-F238E27FC236}">
                    <a16:creationId xmlns:a16="http://schemas.microsoft.com/office/drawing/2014/main" id="{629912E8-FCDB-40FC-A685-5E77B5C763A2}"/>
                  </a:ext>
                </a:extLst>
              </p:cNvPr>
              <p:cNvSpPr>
                <a:spLocks noChangeArrowheads="1"/>
              </p:cNvSpPr>
              <p:nvPr/>
            </p:nvSpPr>
            <p:spPr bwMode="auto">
              <a:xfrm>
                <a:off x="4106863" y="2630488"/>
                <a:ext cx="1582738" cy="15906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A2C333C3-C9E2-4A7E-BEBE-FC3A9869763F}"/>
                  </a:ext>
                </a:extLst>
              </p:cNvPr>
              <p:cNvSpPr>
                <a:spLocks/>
              </p:cNvSpPr>
              <p:nvPr/>
            </p:nvSpPr>
            <p:spPr bwMode="auto">
              <a:xfrm>
                <a:off x="4332288" y="2857501"/>
                <a:ext cx="1357313" cy="1363663"/>
              </a:xfrm>
              <a:custGeom>
                <a:avLst/>
                <a:gdLst>
                  <a:gd name="T0" fmla="*/ 297 w 360"/>
                  <a:gd name="T1" fmla="*/ 0 h 360"/>
                  <a:gd name="T2" fmla="*/ 356 w 360"/>
                  <a:gd name="T3" fmla="*/ 147 h 360"/>
                  <a:gd name="T4" fmla="*/ 146 w 360"/>
                  <a:gd name="T5" fmla="*/ 357 h 360"/>
                  <a:gd name="T6" fmla="*/ 0 w 360"/>
                  <a:gd name="T7" fmla="*/ 297 h 360"/>
                  <a:gd name="T8" fmla="*/ 150 w 360"/>
                  <a:gd name="T9" fmla="*/ 360 h 360"/>
                  <a:gd name="T10" fmla="*/ 360 w 360"/>
                  <a:gd name="T11" fmla="*/ 150 h 360"/>
                  <a:gd name="T12" fmla="*/ 297 w 360"/>
                  <a:gd name="T13" fmla="*/ 0 h 360"/>
                </a:gdLst>
                <a:ahLst/>
                <a:cxnLst>
                  <a:cxn ang="0">
                    <a:pos x="T0" y="T1"/>
                  </a:cxn>
                  <a:cxn ang="0">
                    <a:pos x="T2" y="T3"/>
                  </a:cxn>
                  <a:cxn ang="0">
                    <a:pos x="T4" y="T5"/>
                  </a:cxn>
                  <a:cxn ang="0">
                    <a:pos x="T6" y="T7"/>
                  </a:cxn>
                  <a:cxn ang="0">
                    <a:pos x="T8" y="T9"/>
                  </a:cxn>
                  <a:cxn ang="0">
                    <a:pos x="T10" y="T11"/>
                  </a:cxn>
                  <a:cxn ang="0">
                    <a:pos x="T12" y="T13"/>
                  </a:cxn>
                </a:cxnLst>
                <a:rect l="0" t="0" r="r" b="b"/>
                <a:pathLst>
                  <a:path w="360" h="360">
                    <a:moveTo>
                      <a:pt x="297" y="0"/>
                    </a:moveTo>
                    <a:cubicBezTo>
                      <a:pt x="333" y="38"/>
                      <a:pt x="356" y="90"/>
                      <a:pt x="356" y="147"/>
                    </a:cubicBezTo>
                    <a:cubicBezTo>
                      <a:pt x="356" y="263"/>
                      <a:pt x="262" y="357"/>
                      <a:pt x="146" y="357"/>
                    </a:cubicBezTo>
                    <a:cubicBezTo>
                      <a:pt x="89" y="357"/>
                      <a:pt x="38" y="334"/>
                      <a:pt x="0" y="297"/>
                    </a:cubicBezTo>
                    <a:cubicBezTo>
                      <a:pt x="38" y="336"/>
                      <a:pt x="91" y="360"/>
                      <a:pt x="150" y="360"/>
                    </a:cubicBezTo>
                    <a:cubicBezTo>
                      <a:pt x="266" y="360"/>
                      <a:pt x="360" y="266"/>
                      <a:pt x="360" y="150"/>
                    </a:cubicBezTo>
                    <a:cubicBezTo>
                      <a:pt x="360" y="91"/>
                      <a:pt x="336" y="38"/>
                      <a:pt x="297"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7DFBC2DC-DDDA-4269-88A9-B2963A3F598C}"/>
                  </a:ext>
                </a:extLst>
              </p:cNvPr>
              <p:cNvSpPr>
                <a:spLocks/>
              </p:cNvSpPr>
              <p:nvPr/>
            </p:nvSpPr>
            <p:spPr bwMode="auto">
              <a:xfrm>
                <a:off x="4106863" y="2630488"/>
                <a:ext cx="1360488" cy="1366838"/>
              </a:xfrm>
              <a:custGeom>
                <a:avLst/>
                <a:gdLst>
                  <a:gd name="T0" fmla="*/ 5 w 361"/>
                  <a:gd name="T1" fmla="*/ 215 h 361"/>
                  <a:gd name="T2" fmla="*/ 215 w 361"/>
                  <a:gd name="T3" fmla="*/ 5 h 361"/>
                  <a:gd name="T4" fmla="*/ 361 w 361"/>
                  <a:gd name="T5" fmla="*/ 64 h 361"/>
                  <a:gd name="T6" fmla="*/ 210 w 361"/>
                  <a:gd name="T7" fmla="*/ 0 h 361"/>
                  <a:gd name="T8" fmla="*/ 0 w 361"/>
                  <a:gd name="T9" fmla="*/ 210 h 361"/>
                  <a:gd name="T10" fmla="*/ 64 w 361"/>
                  <a:gd name="T11" fmla="*/ 361 h 361"/>
                  <a:gd name="T12" fmla="*/ 5 w 361"/>
                  <a:gd name="T13" fmla="*/ 215 h 361"/>
                </a:gdLst>
                <a:ahLst/>
                <a:cxnLst>
                  <a:cxn ang="0">
                    <a:pos x="T0" y="T1"/>
                  </a:cxn>
                  <a:cxn ang="0">
                    <a:pos x="T2" y="T3"/>
                  </a:cxn>
                  <a:cxn ang="0">
                    <a:pos x="T4" y="T5"/>
                  </a:cxn>
                  <a:cxn ang="0">
                    <a:pos x="T6" y="T7"/>
                  </a:cxn>
                  <a:cxn ang="0">
                    <a:pos x="T8" y="T9"/>
                  </a:cxn>
                  <a:cxn ang="0">
                    <a:pos x="T10" y="T11"/>
                  </a:cxn>
                  <a:cxn ang="0">
                    <a:pos x="T12" y="T13"/>
                  </a:cxn>
                </a:cxnLst>
                <a:rect l="0" t="0" r="r" b="b"/>
                <a:pathLst>
                  <a:path w="361" h="361">
                    <a:moveTo>
                      <a:pt x="5" y="215"/>
                    </a:moveTo>
                    <a:cubicBezTo>
                      <a:pt x="5" y="99"/>
                      <a:pt x="99" y="5"/>
                      <a:pt x="215" y="5"/>
                    </a:cubicBezTo>
                    <a:cubicBezTo>
                      <a:pt x="272" y="5"/>
                      <a:pt x="323" y="28"/>
                      <a:pt x="361" y="64"/>
                    </a:cubicBezTo>
                    <a:cubicBezTo>
                      <a:pt x="323" y="25"/>
                      <a:pt x="269" y="0"/>
                      <a:pt x="210" y="0"/>
                    </a:cubicBezTo>
                    <a:cubicBezTo>
                      <a:pt x="94" y="0"/>
                      <a:pt x="0" y="94"/>
                      <a:pt x="0" y="210"/>
                    </a:cubicBezTo>
                    <a:cubicBezTo>
                      <a:pt x="0" y="270"/>
                      <a:pt x="25" y="323"/>
                      <a:pt x="64" y="361"/>
                    </a:cubicBezTo>
                    <a:cubicBezTo>
                      <a:pt x="28" y="323"/>
                      <a:pt x="5" y="272"/>
                      <a:pt x="5" y="215"/>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6" name="Oval 25">
              <a:extLst>
                <a:ext uri="{FF2B5EF4-FFF2-40B4-BE49-F238E27FC236}">
                  <a16:creationId xmlns:a16="http://schemas.microsoft.com/office/drawing/2014/main" id="{70E817D0-DD13-4BCE-9FD1-C91D3CBFA2BA}"/>
                </a:ext>
              </a:extLst>
            </p:cNvPr>
            <p:cNvSpPr>
              <a:spLocks noChangeArrowheads="1"/>
            </p:cNvSpPr>
            <p:nvPr/>
          </p:nvSpPr>
          <p:spPr bwMode="auto">
            <a:xfrm>
              <a:off x="4283075" y="2808288"/>
              <a:ext cx="1228725" cy="1233488"/>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A3DD05D7-625F-462C-A0BB-D1C88126F52A}"/>
              </a:ext>
            </a:extLst>
          </p:cNvPr>
          <p:cNvGrpSpPr/>
          <p:nvPr/>
        </p:nvGrpSpPr>
        <p:grpSpPr>
          <a:xfrm>
            <a:off x="1701800" y="2630488"/>
            <a:ext cx="1582738" cy="1590676"/>
            <a:chOff x="1701800" y="2630488"/>
            <a:chExt cx="1582738" cy="1590676"/>
          </a:xfrm>
        </p:grpSpPr>
        <p:grpSp>
          <p:nvGrpSpPr>
            <p:cNvPr id="35" name="Group 34">
              <a:extLst>
                <a:ext uri="{FF2B5EF4-FFF2-40B4-BE49-F238E27FC236}">
                  <a16:creationId xmlns:a16="http://schemas.microsoft.com/office/drawing/2014/main" id="{109D3B07-A97B-4774-922B-97FE67AB23DA}"/>
                </a:ext>
              </a:extLst>
            </p:cNvPr>
            <p:cNvGrpSpPr/>
            <p:nvPr/>
          </p:nvGrpSpPr>
          <p:grpSpPr>
            <a:xfrm>
              <a:off x="1701800" y="2630488"/>
              <a:ext cx="1582738" cy="1590676"/>
              <a:chOff x="1701800" y="2630488"/>
              <a:chExt cx="1582738" cy="1590676"/>
            </a:xfrm>
            <a:effectLst>
              <a:outerShdw blurRad="241300" dist="114300" dir="2700000" algn="tl" rotWithShape="0">
                <a:prstClr val="black">
                  <a:alpha val="36000"/>
                </a:prstClr>
              </a:outerShdw>
            </a:effectLst>
          </p:grpSpPr>
          <p:sp>
            <p:nvSpPr>
              <p:cNvPr id="21" name="Oval 20">
                <a:extLst>
                  <a:ext uri="{FF2B5EF4-FFF2-40B4-BE49-F238E27FC236}">
                    <a16:creationId xmlns:a16="http://schemas.microsoft.com/office/drawing/2014/main" id="{95EC4488-11A7-4CB8-9962-8313BE0B3C9C}"/>
                  </a:ext>
                </a:extLst>
              </p:cNvPr>
              <p:cNvSpPr>
                <a:spLocks noChangeArrowheads="1"/>
              </p:cNvSpPr>
              <p:nvPr/>
            </p:nvSpPr>
            <p:spPr bwMode="auto">
              <a:xfrm>
                <a:off x="1701800" y="2630488"/>
                <a:ext cx="1582738" cy="15906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DEEDAA8A-2934-42AA-938A-DD2D062319FA}"/>
                  </a:ext>
                </a:extLst>
              </p:cNvPr>
              <p:cNvSpPr>
                <a:spLocks/>
              </p:cNvSpPr>
              <p:nvPr/>
            </p:nvSpPr>
            <p:spPr bwMode="auto">
              <a:xfrm>
                <a:off x="1928813" y="2857501"/>
                <a:ext cx="1355725" cy="1363663"/>
              </a:xfrm>
              <a:custGeom>
                <a:avLst/>
                <a:gdLst>
                  <a:gd name="T0" fmla="*/ 297 w 360"/>
                  <a:gd name="T1" fmla="*/ 0 h 360"/>
                  <a:gd name="T2" fmla="*/ 356 w 360"/>
                  <a:gd name="T3" fmla="*/ 147 h 360"/>
                  <a:gd name="T4" fmla="*/ 146 w 360"/>
                  <a:gd name="T5" fmla="*/ 357 h 360"/>
                  <a:gd name="T6" fmla="*/ 0 w 360"/>
                  <a:gd name="T7" fmla="*/ 297 h 360"/>
                  <a:gd name="T8" fmla="*/ 150 w 360"/>
                  <a:gd name="T9" fmla="*/ 360 h 360"/>
                  <a:gd name="T10" fmla="*/ 360 w 360"/>
                  <a:gd name="T11" fmla="*/ 150 h 360"/>
                  <a:gd name="T12" fmla="*/ 297 w 360"/>
                  <a:gd name="T13" fmla="*/ 0 h 360"/>
                </a:gdLst>
                <a:ahLst/>
                <a:cxnLst>
                  <a:cxn ang="0">
                    <a:pos x="T0" y="T1"/>
                  </a:cxn>
                  <a:cxn ang="0">
                    <a:pos x="T2" y="T3"/>
                  </a:cxn>
                  <a:cxn ang="0">
                    <a:pos x="T4" y="T5"/>
                  </a:cxn>
                  <a:cxn ang="0">
                    <a:pos x="T6" y="T7"/>
                  </a:cxn>
                  <a:cxn ang="0">
                    <a:pos x="T8" y="T9"/>
                  </a:cxn>
                  <a:cxn ang="0">
                    <a:pos x="T10" y="T11"/>
                  </a:cxn>
                  <a:cxn ang="0">
                    <a:pos x="T12" y="T13"/>
                  </a:cxn>
                </a:cxnLst>
                <a:rect l="0" t="0" r="r" b="b"/>
                <a:pathLst>
                  <a:path w="360" h="360">
                    <a:moveTo>
                      <a:pt x="297" y="0"/>
                    </a:moveTo>
                    <a:cubicBezTo>
                      <a:pt x="333" y="38"/>
                      <a:pt x="356" y="90"/>
                      <a:pt x="356" y="147"/>
                    </a:cubicBezTo>
                    <a:cubicBezTo>
                      <a:pt x="356" y="263"/>
                      <a:pt x="262" y="357"/>
                      <a:pt x="146" y="357"/>
                    </a:cubicBezTo>
                    <a:cubicBezTo>
                      <a:pt x="89" y="357"/>
                      <a:pt x="38" y="334"/>
                      <a:pt x="0" y="297"/>
                    </a:cubicBezTo>
                    <a:cubicBezTo>
                      <a:pt x="38" y="336"/>
                      <a:pt x="91" y="360"/>
                      <a:pt x="150" y="360"/>
                    </a:cubicBezTo>
                    <a:cubicBezTo>
                      <a:pt x="266" y="360"/>
                      <a:pt x="360" y="266"/>
                      <a:pt x="360" y="150"/>
                    </a:cubicBezTo>
                    <a:cubicBezTo>
                      <a:pt x="360" y="91"/>
                      <a:pt x="336" y="38"/>
                      <a:pt x="297"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FCA5A399-ECFB-4D20-8E11-1036EE63B60F}"/>
                  </a:ext>
                </a:extLst>
              </p:cNvPr>
              <p:cNvSpPr>
                <a:spLocks/>
              </p:cNvSpPr>
              <p:nvPr/>
            </p:nvSpPr>
            <p:spPr bwMode="auto">
              <a:xfrm>
                <a:off x="1701800" y="2630488"/>
                <a:ext cx="1360488" cy="1366838"/>
              </a:xfrm>
              <a:custGeom>
                <a:avLst/>
                <a:gdLst>
                  <a:gd name="T0" fmla="*/ 5 w 361"/>
                  <a:gd name="T1" fmla="*/ 215 h 361"/>
                  <a:gd name="T2" fmla="*/ 215 w 361"/>
                  <a:gd name="T3" fmla="*/ 5 h 361"/>
                  <a:gd name="T4" fmla="*/ 361 w 361"/>
                  <a:gd name="T5" fmla="*/ 64 h 361"/>
                  <a:gd name="T6" fmla="*/ 210 w 361"/>
                  <a:gd name="T7" fmla="*/ 0 h 361"/>
                  <a:gd name="T8" fmla="*/ 0 w 361"/>
                  <a:gd name="T9" fmla="*/ 210 h 361"/>
                  <a:gd name="T10" fmla="*/ 64 w 361"/>
                  <a:gd name="T11" fmla="*/ 361 h 361"/>
                  <a:gd name="T12" fmla="*/ 5 w 361"/>
                  <a:gd name="T13" fmla="*/ 215 h 361"/>
                </a:gdLst>
                <a:ahLst/>
                <a:cxnLst>
                  <a:cxn ang="0">
                    <a:pos x="T0" y="T1"/>
                  </a:cxn>
                  <a:cxn ang="0">
                    <a:pos x="T2" y="T3"/>
                  </a:cxn>
                  <a:cxn ang="0">
                    <a:pos x="T4" y="T5"/>
                  </a:cxn>
                  <a:cxn ang="0">
                    <a:pos x="T6" y="T7"/>
                  </a:cxn>
                  <a:cxn ang="0">
                    <a:pos x="T8" y="T9"/>
                  </a:cxn>
                  <a:cxn ang="0">
                    <a:pos x="T10" y="T11"/>
                  </a:cxn>
                  <a:cxn ang="0">
                    <a:pos x="T12" y="T13"/>
                  </a:cxn>
                </a:cxnLst>
                <a:rect l="0" t="0" r="r" b="b"/>
                <a:pathLst>
                  <a:path w="361" h="361">
                    <a:moveTo>
                      <a:pt x="5" y="215"/>
                    </a:moveTo>
                    <a:cubicBezTo>
                      <a:pt x="5" y="99"/>
                      <a:pt x="99" y="5"/>
                      <a:pt x="215" y="5"/>
                    </a:cubicBezTo>
                    <a:cubicBezTo>
                      <a:pt x="272" y="5"/>
                      <a:pt x="323" y="28"/>
                      <a:pt x="361" y="64"/>
                    </a:cubicBezTo>
                    <a:cubicBezTo>
                      <a:pt x="323" y="25"/>
                      <a:pt x="269" y="0"/>
                      <a:pt x="210" y="0"/>
                    </a:cubicBezTo>
                    <a:cubicBezTo>
                      <a:pt x="94" y="0"/>
                      <a:pt x="0" y="94"/>
                      <a:pt x="0" y="210"/>
                    </a:cubicBezTo>
                    <a:cubicBezTo>
                      <a:pt x="0" y="270"/>
                      <a:pt x="25" y="323"/>
                      <a:pt x="64" y="361"/>
                    </a:cubicBezTo>
                    <a:cubicBezTo>
                      <a:pt x="28" y="323"/>
                      <a:pt x="5" y="272"/>
                      <a:pt x="5" y="2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7" name="Oval 26">
              <a:extLst>
                <a:ext uri="{FF2B5EF4-FFF2-40B4-BE49-F238E27FC236}">
                  <a16:creationId xmlns:a16="http://schemas.microsoft.com/office/drawing/2014/main" id="{C9E7FA08-509D-488B-80C0-C1B0F81DF588}"/>
                </a:ext>
              </a:extLst>
            </p:cNvPr>
            <p:cNvSpPr>
              <a:spLocks noChangeArrowheads="1"/>
            </p:cNvSpPr>
            <p:nvPr/>
          </p:nvSpPr>
          <p:spPr bwMode="auto">
            <a:xfrm>
              <a:off x="1879600" y="2808288"/>
              <a:ext cx="1228725" cy="1233488"/>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28" name="Freeform 27">
            <a:extLst>
              <a:ext uri="{FF2B5EF4-FFF2-40B4-BE49-F238E27FC236}">
                <a16:creationId xmlns:a16="http://schemas.microsoft.com/office/drawing/2014/main" id="{52643B05-B662-4674-AACB-BFBCEAF552A7}"/>
              </a:ext>
            </a:extLst>
          </p:cNvPr>
          <p:cNvSpPr>
            <a:spLocks noEditPoints="1"/>
          </p:cNvSpPr>
          <p:nvPr/>
        </p:nvSpPr>
        <p:spPr bwMode="auto">
          <a:xfrm>
            <a:off x="4633913" y="3125788"/>
            <a:ext cx="527050" cy="601663"/>
          </a:xfrm>
          <a:custGeom>
            <a:avLst/>
            <a:gdLst>
              <a:gd name="T0" fmla="*/ 45 w 140"/>
              <a:gd name="T1" fmla="*/ 124 h 159"/>
              <a:gd name="T2" fmla="*/ 33 w 140"/>
              <a:gd name="T3" fmla="*/ 95 h 159"/>
              <a:gd name="T4" fmla="*/ 26 w 140"/>
              <a:gd name="T5" fmla="*/ 71 h 159"/>
              <a:gd name="T6" fmla="*/ 70 w 140"/>
              <a:gd name="T7" fmla="*/ 27 h 159"/>
              <a:gd name="T8" fmla="*/ 114 w 140"/>
              <a:gd name="T9" fmla="*/ 71 h 159"/>
              <a:gd name="T10" fmla="*/ 107 w 140"/>
              <a:gd name="T11" fmla="*/ 95 h 159"/>
              <a:gd name="T12" fmla="*/ 95 w 140"/>
              <a:gd name="T13" fmla="*/ 119 h 159"/>
              <a:gd name="T14" fmla="*/ 70 w 140"/>
              <a:gd name="T15" fmla="*/ 44 h 159"/>
              <a:gd name="T16" fmla="*/ 44 w 140"/>
              <a:gd name="T17" fmla="*/ 70 h 159"/>
              <a:gd name="T18" fmla="*/ 70 w 140"/>
              <a:gd name="T19" fmla="*/ 97 h 159"/>
              <a:gd name="T20" fmla="*/ 96 w 140"/>
              <a:gd name="T21" fmla="*/ 70 h 159"/>
              <a:gd name="T22" fmla="*/ 70 w 140"/>
              <a:gd name="T23" fmla="*/ 44 h 159"/>
              <a:gd name="T24" fmla="*/ 60 w 140"/>
              <a:gd name="T25" fmla="*/ 75 h 159"/>
              <a:gd name="T26" fmla="*/ 67 w 140"/>
              <a:gd name="T27" fmla="*/ 84 h 159"/>
              <a:gd name="T28" fmla="*/ 80 w 140"/>
              <a:gd name="T29" fmla="*/ 62 h 159"/>
              <a:gd name="T30" fmla="*/ 70 w 140"/>
              <a:gd name="T31" fmla="*/ 14 h 159"/>
              <a:gd name="T32" fmla="*/ 70 w 140"/>
              <a:gd name="T33" fmla="*/ 0 h 159"/>
              <a:gd name="T34" fmla="*/ 42 w 140"/>
              <a:gd name="T35" fmla="*/ 21 h 159"/>
              <a:gd name="T36" fmla="*/ 35 w 140"/>
              <a:gd name="T37" fmla="*/ 9 h 159"/>
              <a:gd name="T38" fmla="*/ 9 w 140"/>
              <a:gd name="T39" fmla="*/ 35 h 159"/>
              <a:gd name="T40" fmla="*/ 21 w 140"/>
              <a:gd name="T41" fmla="*/ 42 h 159"/>
              <a:gd name="T42" fmla="*/ 0 w 140"/>
              <a:gd name="T43" fmla="*/ 70 h 159"/>
              <a:gd name="T44" fmla="*/ 14 w 140"/>
              <a:gd name="T45" fmla="*/ 70 h 159"/>
              <a:gd name="T46" fmla="*/ 105 w 140"/>
              <a:gd name="T47" fmla="*/ 9 h 159"/>
              <a:gd name="T48" fmla="*/ 98 w 140"/>
              <a:gd name="T49" fmla="*/ 21 h 159"/>
              <a:gd name="T50" fmla="*/ 131 w 140"/>
              <a:gd name="T51" fmla="*/ 35 h 159"/>
              <a:gd name="T52" fmla="*/ 119 w 140"/>
              <a:gd name="T53" fmla="*/ 42 h 159"/>
              <a:gd name="T54" fmla="*/ 126 w 140"/>
              <a:gd name="T55" fmla="*/ 70 h 159"/>
              <a:gd name="T56" fmla="*/ 140 w 140"/>
              <a:gd name="T57" fmla="*/ 70 h 159"/>
              <a:gd name="T58" fmla="*/ 86 w 140"/>
              <a:gd name="T59" fmla="*/ 127 h 159"/>
              <a:gd name="T60" fmla="*/ 51 w 140"/>
              <a:gd name="T61" fmla="*/ 137 h 159"/>
              <a:gd name="T62" fmla="*/ 47 w 140"/>
              <a:gd name="T63" fmla="*/ 143 h 159"/>
              <a:gd name="T64" fmla="*/ 53 w 140"/>
              <a:gd name="T65" fmla="*/ 148 h 159"/>
              <a:gd name="T66" fmla="*/ 56 w 140"/>
              <a:gd name="T67" fmla="*/ 148 h 159"/>
              <a:gd name="T68" fmla="*/ 86 w 140"/>
              <a:gd name="T69" fmla="*/ 139 h 159"/>
              <a:gd name="T70" fmla="*/ 86 w 140"/>
              <a:gd name="T71" fmla="*/ 139 h 159"/>
              <a:gd name="T72" fmla="*/ 87 w 140"/>
              <a:gd name="T73" fmla="*/ 139 h 159"/>
              <a:gd name="T74" fmla="*/ 93 w 140"/>
              <a:gd name="T75" fmla="*/ 145 h 159"/>
              <a:gd name="T76" fmla="*/ 89 w 140"/>
              <a:gd name="T77" fmla="*/ 150 h 159"/>
              <a:gd name="T78" fmla="*/ 60 w 140"/>
              <a:gd name="T79"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59">
                <a:moveTo>
                  <a:pt x="45" y="124"/>
                </a:moveTo>
                <a:cubicBezTo>
                  <a:pt x="46" y="117"/>
                  <a:pt x="43" y="110"/>
                  <a:pt x="33" y="95"/>
                </a:cubicBezTo>
                <a:cubicBezTo>
                  <a:pt x="29" y="88"/>
                  <a:pt x="26" y="80"/>
                  <a:pt x="26" y="71"/>
                </a:cubicBezTo>
                <a:cubicBezTo>
                  <a:pt x="26" y="47"/>
                  <a:pt x="46" y="27"/>
                  <a:pt x="70" y="27"/>
                </a:cubicBezTo>
                <a:cubicBezTo>
                  <a:pt x="94" y="27"/>
                  <a:pt x="114" y="47"/>
                  <a:pt x="114" y="71"/>
                </a:cubicBezTo>
                <a:cubicBezTo>
                  <a:pt x="114" y="80"/>
                  <a:pt x="111" y="88"/>
                  <a:pt x="107" y="95"/>
                </a:cubicBezTo>
                <a:cubicBezTo>
                  <a:pt x="99" y="106"/>
                  <a:pt x="96" y="113"/>
                  <a:pt x="95" y="119"/>
                </a:cubicBezTo>
                <a:moveTo>
                  <a:pt x="70" y="44"/>
                </a:moveTo>
                <a:cubicBezTo>
                  <a:pt x="56" y="44"/>
                  <a:pt x="44" y="56"/>
                  <a:pt x="44" y="70"/>
                </a:cubicBezTo>
                <a:cubicBezTo>
                  <a:pt x="44" y="85"/>
                  <a:pt x="56" y="97"/>
                  <a:pt x="70" y="97"/>
                </a:cubicBezTo>
                <a:cubicBezTo>
                  <a:pt x="85" y="97"/>
                  <a:pt x="96" y="85"/>
                  <a:pt x="96" y="70"/>
                </a:cubicBezTo>
                <a:cubicBezTo>
                  <a:pt x="96" y="56"/>
                  <a:pt x="85" y="44"/>
                  <a:pt x="70" y="44"/>
                </a:cubicBezTo>
                <a:close/>
                <a:moveTo>
                  <a:pt x="60" y="75"/>
                </a:moveTo>
                <a:cubicBezTo>
                  <a:pt x="67" y="84"/>
                  <a:pt x="67" y="84"/>
                  <a:pt x="67" y="84"/>
                </a:cubicBezTo>
                <a:cubicBezTo>
                  <a:pt x="80" y="62"/>
                  <a:pt x="80" y="62"/>
                  <a:pt x="80" y="62"/>
                </a:cubicBezTo>
                <a:moveTo>
                  <a:pt x="70" y="14"/>
                </a:moveTo>
                <a:cubicBezTo>
                  <a:pt x="70" y="0"/>
                  <a:pt x="70" y="0"/>
                  <a:pt x="70" y="0"/>
                </a:cubicBezTo>
                <a:moveTo>
                  <a:pt x="42" y="21"/>
                </a:moveTo>
                <a:cubicBezTo>
                  <a:pt x="35" y="9"/>
                  <a:pt x="35" y="9"/>
                  <a:pt x="35" y="9"/>
                </a:cubicBezTo>
                <a:moveTo>
                  <a:pt x="9" y="35"/>
                </a:moveTo>
                <a:cubicBezTo>
                  <a:pt x="21" y="42"/>
                  <a:pt x="21" y="42"/>
                  <a:pt x="21" y="42"/>
                </a:cubicBezTo>
                <a:moveTo>
                  <a:pt x="0" y="70"/>
                </a:moveTo>
                <a:cubicBezTo>
                  <a:pt x="14" y="70"/>
                  <a:pt x="14" y="70"/>
                  <a:pt x="14" y="70"/>
                </a:cubicBezTo>
                <a:moveTo>
                  <a:pt x="105" y="9"/>
                </a:moveTo>
                <a:cubicBezTo>
                  <a:pt x="98" y="21"/>
                  <a:pt x="98" y="21"/>
                  <a:pt x="98" y="21"/>
                </a:cubicBezTo>
                <a:moveTo>
                  <a:pt x="131" y="35"/>
                </a:moveTo>
                <a:cubicBezTo>
                  <a:pt x="119" y="42"/>
                  <a:pt x="119" y="42"/>
                  <a:pt x="119" y="42"/>
                </a:cubicBezTo>
                <a:moveTo>
                  <a:pt x="126" y="70"/>
                </a:moveTo>
                <a:cubicBezTo>
                  <a:pt x="140" y="70"/>
                  <a:pt x="140" y="70"/>
                  <a:pt x="140" y="70"/>
                </a:cubicBezTo>
                <a:moveTo>
                  <a:pt x="86" y="127"/>
                </a:moveTo>
                <a:cubicBezTo>
                  <a:pt x="86" y="127"/>
                  <a:pt x="51" y="137"/>
                  <a:pt x="51" y="137"/>
                </a:cubicBezTo>
                <a:cubicBezTo>
                  <a:pt x="49" y="138"/>
                  <a:pt x="47" y="140"/>
                  <a:pt x="47" y="143"/>
                </a:cubicBezTo>
                <a:cubicBezTo>
                  <a:pt x="47" y="146"/>
                  <a:pt x="50" y="148"/>
                  <a:pt x="53" y="148"/>
                </a:cubicBezTo>
                <a:cubicBezTo>
                  <a:pt x="54" y="148"/>
                  <a:pt x="56" y="148"/>
                  <a:pt x="56" y="148"/>
                </a:cubicBezTo>
                <a:cubicBezTo>
                  <a:pt x="86" y="139"/>
                  <a:pt x="86" y="139"/>
                  <a:pt x="86" y="139"/>
                </a:cubicBezTo>
                <a:cubicBezTo>
                  <a:pt x="86" y="139"/>
                  <a:pt x="86" y="139"/>
                  <a:pt x="86" y="139"/>
                </a:cubicBezTo>
                <a:cubicBezTo>
                  <a:pt x="86" y="139"/>
                  <a:pt x="87" y="139"/>
                  <a:pt x="87" y="139"/>
                </a:cubicBezTo>
                <a:cubicBezTo>
                  <a:pt x="90" y="139"/>
                  <a:pt x="93" y="142"/>
                  <a:pt x="93" y="145"/>
                </a:cubicBezTo>
                <a:cubicBezTo>
                  <a:pt x="93" y="147"/>
                  <a:pt x="91" y="150"/>
                  <a:pt x="89" y="150"/>
                </a:cubicBezTo>
                <a:cubicBezTo>
                  <a:pt x="60" y="159"/>
                  <a:pt x="60" y="159"/>
                  <a:pt x="60" y="159"/>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E1F111BA-D709-48F9-BAA2-CD6C1F799E45}"/>
              </a:ext>
            </a:extLst>
          </p:cNvPr>
          <p:cNvSpPr>
            <a:spLocks noEditPoints="1"/>
          </p:cNvSpPr>
          <p:nvPr/>
        </p:nvSpPr>
        <p:spPr bwMode="auto">
          <a:xfrm>
            <a:off x="2214563" y="3106738"/>
            <a:ext cx="557213" cy="587375"/>
          </a:xfrm>
          <a:custGeom>
            <a:avLst/>
            <a:gdLst>
              <a:gd name="T0" fmla="*/ 55 w 148"/>
              <a:gd name="T1" fmla="*/ 16 h 155"/>
              <a:gd name="T2" fmla="*/ 130 w 148"/>
              <a:gd name="T3" fmla="*/ 62 h 155"/>
              <a:gd name="T4" fmla="*/ 148 w 148"/>
              <a:gd name="T5" fmla="*/ 99 h 155"/>
              <a:gd name="T6" fmla="*/ 133 w 148"/>
              <a:gd name="T7" fmla="*/ 99 h 155"/>
              <a:gd name="T8" fmla="*/ 133 w 148"/>
              <a:gd name="T9" fmla="*/ 125 h 155"/>
              <a:gd name="T10" fmla="*/ 125 w 148"/>
              <a:gd name="T11" fmla="*/ 133 h 155"/>
              <a:gd name="T12" fmla="*/ 108 w 148"/>
              <a:gd name="T13" fmla="*/ 133 h 155"/>
              <a:gd name="T14" fmla="*/ 108 w 148"/>
              <a:gd name="T15" fmla="*/ 155 h 155"/>
              <a:gd name="T16" fmla="*/ 39 w 148"/>
              <a:gd name="T17" fmla="*/ 155 h 155"/>
              <a:gd name="T18" fmla="*/ 39 w 148"/>
              <a:gd name="T19" fmla="*/ 132 h 155"/>
              <a:gd name="T20" fmla="*/ 32 w 148"/>
              <a:gd name="T21" fmla="*/ 117 h 155"/>
              <a:gd name="T22" fmla="*/ 83 w 148"/>
              <a:gd name="T23" fmla="*/ 70 h 155"/>
              <a:gd name="T24" fmla="*/ 83 w 148"/>
              <a:gd name="T25" fmla="*/ 60 h 155"/>
              <a:gd name="T26" fmla="*/ 71 w 148"/>
              <a:gd name="T27" fmla="*/ 55 h 155"/>
              <a:gd name="T28" fmla="*/ 69 w 148"/>
              <a:gd name="T29" fmla="*/ 51 h 155"/>
              <a:gd name="T30" fmla="*/ 74 w 148"/>
              <a:gd name="T31" fmla="*/ 39 h 155"/>
              <a:gd name="T32" fmla="*/ 67 w 148"/>
              <a:gd name="T33" fmla="*/ 32 h 155"/>
              <a:gd name="T34" fmla="*/ 55 w 148"/>
              <a:gd name="T35" fmla="*/ 37 h 155"/>
              <a:gd name="T36" fmla="*/ 51 w 148"/>
              <a:gd name="T37" fmla="*/ 35 h 155"/>
              <a:gd name="T38" fmla="*/ 46 w 148"/>
              <a:gd name="T39" fmla="*/ 23 h 155"/>
              <a:gd name="T40" fmla="*/ 36 w 148"/>
              <a:gd name="T41" fmla="*/ 23 h 155"/>
              <a:gd name="T42" fmla="*/ 31 w 148"/>
              <a:gd name="T43" fmla="*/ 35 h 155"/>
              <a:gd name="T44" fmla="*/ 27 w 148"/>
              <a:gd name="T45" fmla="*/ 37 h 155"/>
              <a:gd name="T46" fmla="*/ 15 w 148"/>
              <a:gd name="T47" fmla="*/ 32 h 155"/>
              <a:gd name="T48" fmla="*/ 8 w 148"/>
              <a:gd name="T49" fmla="*/ 39 h 155"/>
              <a:gd name="T50" fmla="*/ 13 w 148"/>
              <a:gd name="T51" fmla="*/ 51 h 155"/>
              <a:gd name="T52" fmla="*/ 11 w 148"/>
              <a:gd name="T53" fmla="*/ 55 h 155"/>
              <a:gd name="T54" fmla="*/ 0 w 148"/>
              <a:gd name="T55" fmla="*/ 60 h 155"/>
              <a:gd name="T56" fmla="*/ 0 w 148"/>
              <a:gd name="T57" fmla="*/ 70 h 155"/>
              <a:gd name="T58" fmla="*/ 11 w 148"/>
              <a:gd name="T59" fmla="*/ 75 h 155"/>
              <a:gd name="T60" fmla="*/ 13 w 148"/>
              <a:gd name="T61" fmla="*/ 79 h 155"/>
              <a:gd name="T62" fmla="*/ 8 w 148"/>
              <a:gd name="T63" fmla="*/ 91 h 155"/>
              <a:gd name="T64" fmla="*/ 15 w 148"/>
              <a:gd name="T65" fmla="*/ 98 h 155"/>
              <a:gd name="T66" fmla="*/ 27 w 148"/>
              <a:gd name="T67" fmla="*/ 93 h 155"/>
              <a:gd name="T68" fmla="*/ 31 w 148"/>
              <a:gd name="T69" fmla="*/ 95 h 155"/>
              <a:gd name="T70" fmla="*/ 36 w 148"/>
              <a:gd name="T71" fmla="*/ 107 h 155"/>
              <a:gd name="T72" fmla="*/ 46 w 148"/>
              <a:gd name="T73" fmla="*/ 107 h 155"/>
              <a:gd name="T74" fmla="*/ 51 w 148"/>
              <a:gd name="T75" fmla="*/ 95 h 155"/>
              <a:gd name="T76" fmla="*/ 55 w 148"/>
              <a:gd name="T77" fmla="*/ 93 h 155"/>
              <a:gd name="T78" fmla="*/ 67 w 148"/>
              <a:gd name="T79" fmla="*/ 98 h 155"/>
              <a:gd name="T80" fmla="*/ 74 w 148"/>
              <a:gd name="T81" fmla="*/ 91 h 155"/>
              <a:gd name="T82" fmla="*/ 69 w 148"/>
              <a:gd name="T83" fmla="*/ 79 h 155"/>
              <a:gd name="T84" fmla="*/ 71 w 148"/>
              <a:gd name="T85" fmla="*/ 75 h 155"/>
              <a:gd name="T86" fmla="*/ 83 w 148"/>
              <a:gd name="T87" fmla="*/ 70 h 155"/>
              <a:gd name="T88" fmla="*/ 41 w 148"/>
              <a:gd name="T89" fmla="*/ 48 h 155"/>
              <a:gd name="T90" fmla="*/ 24 w 148"/>
              <a:gd name="T91" fmla="*/ 65 h 155"/>
              <a:gd name="T92" fmla="*/ 41 w 148"/>
              <a:gd name="T93" fmla="*/ 83 h 155"/>
              <a:gd name="T94" fmla="*/ 59 w 148"/>
              <a:gd name="T95" fmla="*/ 65 h 155"/>
              <a:gd name="T96" fmla="*/ 41 w 148"/>
              <a:gd name="T97" fmla="*/ 48 h 155"/>
              <a:gd name="T98" fmla="*/ 108 w 148"/>
              <a:gd name="T99" fmla="*/ 133 h 155"/>
              <a:gd name="T100" fmla="*/ 98 w 148"/>
              <a:gd name="T101" fmla="*/ 13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 h="155">
                <a:moveTo>
                  <a:pt x="55" y="16"/>
                </a:moveTo>
                <a:cubicBezTo>
                  <a:pt x="138" y="0"/>
                  <a:pt x="130" y="62"/>
                  <a:pt x="130" y="62"/>
                </a:cubicBezTo>
                <a:cubicBezTo>
                  <a:pt x="148" y="99"/>
                  <a:pt x="148" y="99"/>
                  <a:pt x="148" y="99"/>
                </a:cubicBezTo>
                <a:cubicBezTo>
                  <a:pt x="133" y="99"/>
                  <a:pt x="133" y="99"/>
                  <a:pt x="133" y="99"/>
                </a:cubicBezTo>
                <a:cubicBezTo>
                  <a:pt x="133" y="125"/>
                  <a:pt x="133" y="125"/>
                  <a:pt x="133" y="125"/>
                </a:cubicBezTo>
                <a:cubicBezTo>
                  <a:pt x="133" y="130"/>
                  <a:pt x="129" y="133"/>
                  <a:pt x="125" y="133"/>
                </a:cubicBezTo>
                <a:cubicBezTo>
                  <a:pt x="108" y="133"/>
                  <a:pt x="108" y="133"/>
                  <a:pt x="108" y="133"/>
                </a:cubicBezTo>
                <a:cubicBezTo>
                  <a:pt x="108" y="155"/>
                  <a:pt x="108" y="155"/>
                  <a:pt x="108" y="155"/>
                </a:cubicBezTo>
                <a:moveTo>
                  <a:pt x="39" y="155"/>
                </a:moveTo>
                <a:cubicBezTo>
                  <a:pt x="39" y="132"/>
                  <a:pt x="39" y="132"/>
                  <a:pt x="39" y="132"/>
                </a:cubicBezTo>
                <a:cubicBezTo>
                  <a:pt x="32" y="117"/>
                  <a:pt x="32" y="117"/>
                  <a:pt x="32" y="117"/>
                </a:cubicBezTo>
                <a:moveTo>
                  <a:pt x="83" y="70"/>
                </a:moveTo>
                <a:cubicBezTo>
                  <a:pt x="83" y="60"/>
                  <a:pt x="83" y="60"/>
                  <a:pt x="83" y="60"/>
                </a:cubicBezTo>
                <a:cubicBezTo>
                  <a:pt x="71" y="55"/>
                  <a:pt x="71" y="55"/>
                  <a:pt x="71" y="55"/>
                </a:cubicBezTo>
                <a:cubicBezTo>
                  <a:pt x="70" y="54"/>
                  <a:pt x="70" y="52"/>
                  <a:pt x="69" y="51"/>
                </a:cubicBezTo>
                <a:cubicBezTo>
                  <a:pt x="74" y="39"/>
                  <a:pt x="74" y="39"/>
                  <a:pt x="74" y="39"/>
                </a:cubicBezTo>
                <a:cubicBezTo>
                  <a:pt x="67" y="32"/>
                  <a:pt x="67" y="32"/>
                  <a:pt x="67" y="32"/>
                </a:cubicBezTo>
                <a:cubicBezTo>
                  <a:pt x="55" y="37"/>
                  <a:pt x="55" y="37"/>
                  <a:pt x="55" y="37"/>
                </a:cubicBezTo>
                <a:cubicBezTo>
                  <a:pt x="54" y="36"/>
                  <a:pt x="53" y="36"/>
                  <a:pt x="51" y="35"/>
                </a:cubicBezTo>
                <a:cubicBezTo>
                  <a:pt x="46" y="23"/>
                  <a:pt x="46" y="23"/>
                  <a:pt x="46" y="23"/>
                </a:cubicBezTo>
                <a:cubicBezTo>
                  <a:pt x="36" y="23"/>
                  <a:pt x="36" y="23"/>
                  <a:pt x="36" y="23"/>
                </a:cubicBezTo>
                <a:cubicBezTo>
                  <a:pt x="31" y="35"/>
                  <a:pt x="31" y="35"/>
                  <a:pt x="31" y="35"/>
                </a:cubicBezTo>
                <a:cubicBezTo>
                  <a:pt x="30" y="36"/>
                  <a:pt x="28" y="36"/>
                  <a:pt x="27" y="37"/>
                </a:cubicBezTo>
                <a:cubicBezTo>
                  <a:pt x="15" y="32"/>
                  <a:pt x="15" y="32"/>
                  <a:pt x="15" y="32"/>
                </a:cubicBezTo>
                <a:cubicBezTo>
                  <a:pt x="8" y="39"/>
                  <a:pt x="8" y="39"/>
                  <a:pt x="8" y="39"/>
                </a:cubicBezTo>
                <a:cubicBezTo>
                  <a:pt x="13" y="51"/>
                  <a:pt x="13" y="51"/>
                  <a:pt x="13" y="51"/>
                </a:cubicBezTo>
                <a:cubicBezTo>
                  <a:pt x="12" y="52"/>
                  <a:pt x="12" y="54"/>
                  <a:pt x="11" y="55"/>
                </a:cubicBezTo>
                <a:cubicBezTo>
                  <a:pt x="0" y="60"/>
                  <a:pt x="0" y="60"/>
                  <a:pt x="0" y="60"/>
                </a:cubicBezTo>
                <a:cubicBezTo>
                  <a:pt x="0" y="70"/>
                  <a:pt x="0" y="70"/>
                  <a:pt x="0" y="70"/>
                </a:cubicBezTo>
                <a:cubicBezTo>
                  <a:pt x="11" y="75"/>
                  <a:pt x="11" y="75"/>
                  <a:pt x="11" y="75"/>
                </a:cubicBezTo>
                <a:cubicBezTo>
                  <a:pt x="12" y="76"/>
                  <a:pt x="12" y="78"/>
                  <a:pt x="13" y="79"/>
                </a:cubicBezTo>
                <a:cubicBezTo>
                  <a:pt x="8" y="91"/>
                  <a:pt x="8" y="91"/>
                  <a:pt x="8" y="91"/>
                </a:cubicBezTo>
                <a:cubicBezTo>
                  <a:pt x="15" y="98"/>
                  <a:pt x="15" y="98"/>
                  <a:pt x="15" y="98"/>
                </a:cubicBezTo>
                <a:cubicBezTo>
                  <a:pt x="27" y="93"/>
                  <a:pt x="27" y="93"/>
                  <a:pt x="27" y="93"/>
                </a:cubicBezTo>
                <a:cubicBezTo>
                  <a:pt x="28" y="94"/>
                  <a:pt x="30" y="94"/>
                  <a:pt x="31" y="95"/>
                </a:cubicBezTo>
                <a:cubicBezTo>
                  <a:pt x="36" y="107"/>
                  <a:pt x="36" y="107"/>
                  <a:pt x="36" y="107"/>
                </a:cubicBezTo>
                <a:cubicBezTo>
                  <a:pt x="46" y="107"/>
                  <a:pt x="46" y="107"/>
                  <a:pt x="46" y="107"/>
                </a:cubicBezTo>
                <a:cubicBezTo>
                  <a:pt x="51" y="95"/>
                  <a:pt x="51" y="95"/>
                  <a:pt x="51" y="95"/>
                </a:cubicBezTo>
                <a:cubicBezTo>
                  <a:pt x="53" y="94"/>
                  <a:pt x="54" y="94"/>
                  <a:pt x="55" y="93"/>
                </a:cubicBezTo>
                <a:cubicBezTo>
                  <a:pt x="67" y="98"/>
                  <a:pt x="67" y="98"/>
                  <a:pt x="67" y="98"/>
                </a:cubicBezTo>
                <a:cubicBezTo>
                  <a:pt x="74" y="91"/>
                  <a:pt x="74" y="91"/>
                  <a:pt x="74" y="91"/>
                </a:cubicBezTo>
                <a:cubicBezTo>
                  <a:pt x="69" y="79"/>
                  <a:pt x="69" y="79"/>
                  <a:pt x="69" y="79"/>
                </a:cubicBezTo>
                <a:cubicBezTo>
                  <a:pt x="70" y="78"/>
                  <a:pt x="70" y="76"/>
                  <a:pt x="71" y="75"/>
                </a:cubicBezTo>
                <a:lnTo>
                  <a:pt x="83" y="70"/>
                </a:lnTo>
                <a:close/>
                <a:moveTo>
                  <a:pt x="41" y="48"/>
                </a:moveTo>
                <a:cubicBezTo>
                  <a:pt x="31" y="48"/>
                  <a:pt x="24" y="55"/>
                  <a:pt x="24" y="65"/>
                </a:cubicBezTo>
                <a:cubicBezTo>
                  <a:pt x="24" y="75"/>
                  <a:pt x="31" y="83"/>
                  <a:pt x="41" y="83"/>
                </a:cubicBezTo>
                <a:cubicBezTo>
                  <a:pt x="51" y="83"/>
                  <a:pt x="59" y="75"/>
                  <a:pt x="59" y="65"/>
                </a:cubicBezTo>
                <a:cubicBezTo>
                  <a:pt x="59" y="55"/>
                  <a:pt x="51" y="48"/>
                  <a:pt x="41" y="48"/>
                </a:cubicBezTo>
                <a:close/>
                <a:moveTo>
                  <a:pt x="108" y="133"/>
                </a:moveTo>
                <a:cubicBezTo>
                  <a:pt x="98" y="133"/>
                  <a:pt x="98" y="133"/>
                  <a:pt x="98" y="133"/>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918D9293-E8C0-4CDA-99B2-E83FD8F2C671}"/>
              </a:ext>
            </a:extLst>
          </p:cNvPr>
          <p:cNvSpPr>
            <a:spLocks noEditPoints="1"/>
          </p:cNvSpPr>
          <p:nvPr/>
        </p:nvSpPr>
        <p:spPr bwMode="auto">
          <a:xfrm>
            <a:off x="9461500" y="3128963"/>
            <a:ext cx="549275" cy="549275"/>
          </a:xfrm>
          <a:custGeom>
            <a:avLst/>
            <a:gdLst>
              <a:gd name="T0" fmla="*/ 125 w 146"/>
              <a:gd name="T1" fmla="*/ 40 h 145"/>
              <a:gd name="T2" fmla="*/ 136 w 146"/>
              <a:gd name="T3" fmla="*/ 77 h 145"/>
              <a:gd name="T4" fmla="*/ 68 w 146"/>
              <a:gd name="T5" fmla="*/ 145 h 145"/>
              <a:gd name="T6" fmla="*/ 0 w 146"/>
              <a:gd name="T7" fmla="*/ 77 h 145"/>
              <a:gd name="T8" fmla="*/ 68 w 146"/>
              <a:gd name="T9" fmla="*/ 9 h 145"/>
              <a:gd name="T10" fmla="*/ 106 w 146"/>
              <a:gd name="T11" fmla="*/ 20 h 145"/>
              <a:gd name="T12" fmla="*/ 94 w 146"/>
              <a:gd name="T13" fmla="*/ 33 h 145"/>
              <a:gd name="T14" fmla="*/ 68 w 146"/>
              <a:gd name="T15" fmla="*/ 26 h 145"/>
              <a:gd name="T16" fmla="*/ 17 w 146"/>
              <a:gd name="T17" fmla="*/ 77 h 145"/>
              <a:gd name="T18" fmla="*/ 68 w 146"/>
              <a:gd name="T19" fmla="*/ 129 h 145"/>
              <a:gd name="T20" fmla="*/ 119 w 146"/>
              <a:gd name="T21" fmla="*/ 77 h 145"/>
              <a:gd name="T22" fmla="*/ 112 w 146"/>
              <a:gd name="T23" fmla="*/ 51 h 145"/>
              <a:gd name="T24" fmla="*/ 81 w 146"/>
              <a:gd name="T25" fmla="*/ 46 h 145"/>
              <a:gd name="T26" fmla="*/ 68 w 146"/>
              <a:gd name="T27" fmla="*/ 44 h 145"/>
              <a:gd name="T28" fmla="*/ 35 w 146"/>
              <a:gd name="T29" fmla="*/ 77 h 145"/>
              <a:gd name="T30" fmla="*/ 68 w 146"/>
              <a:gd name="T31" fmla="*/ 111 h 145"/>
              <a:gd name="T32" fmla="*/ 102 w 146"/>
              <a:gd name="T33" fmla="*/ 77 h 145"/>
              <a:gd name="T34" fmla="*/ 98 w 146"/>
              <a:gd name="T35" fmla="*/ 62 h 145"/>
              <a:gd name="T36" fmla="*/ 68 w 146"/>
              <a:gd name="T37" fmla="*/ 77 h 145"/>
              <a:gd name="T38" fmla="*/ 142 w 146"/>
              <a:gd name="T39" fmla="*/ 4 h 145"/>
              <a:gd name="T40" fmla="*/ 124 w 146"/>
              <a:gd name="T41" fmla="*/ 0 h 145"/>
              <a:gd name="T42" fmla="*/ 124 w 146"/>
              <a:gd name="T43" fmla="*/ 21 h 145"/>
              <a:gd name="T44" fmla="*/ 146 w 146"/>
              <a:gd name="T45" fmla="*/ 21 h 145"/>
              <a:gd name="T46" fmla="*/ 12 w 146"/>
              <a:gd name="T47" fmla="*/ 145 h 145"/>
              <a:gd name="T48" fmla="*/ 25 w 146"/>
              <a:gd name="T49" fmla="*/ 130 h 145"/>
              <a:gd name="T50" fmla="*/ 111 w 146"/>
              <a:gd name="T51" fmla="*/ 130 h 145"/>
              <a:gd name="T52" fmla="*/ 125 w 146"/>
              <a:gd name="T5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6" h="145">
                <a:moveTo>
                  <a:pt x="125" y="40"/>
                </a:moveTo>
                <a:cubicBezTo>
                  <a:pt x="132" y="50"/>
                  <a:pt x="136" y="63"/>
                  <a:pt x="136" y="77"/>
                </a:cubicBezTo>
                <a:cubicBezTo>
                  <a:pt x="136" y="115"/>
                  <a:pt x="106" y="145"/>
                  <a:pt x="68" y="145"/>
                </a:cubicBezTo>
                <a:cubicBezTo>
                  <a:pt x="31" y="145"/>
                  <a:pt x="0" y="115"/>
                  <a:pt x="0" y="77"/>
                </a:cubicBezTo>
                <a:cubicBezTo>
                  <a:pt x="0" y="40"/>
                  <a:pt x="31" y="9"/>
                  <a:pt x="68" y="9"/>
                </a:cubicBezTo>
                <a:cubicBezTo>
                  <a:pt x="82" y="9"/>
                  <a:pt x="95" y="13"/>
                  <a:pt x="106" y="20"/>
                </a:cubicBezTo>
                <a:moveTo>
                  <a:pt x="94" y="33"/>
                </a:moveTo>
                <a:cubicBezTo>
                  <a:pt x="87" y="28"/>
                  <a:pt x="78" y="26"/>
                  <a:pt x="68" y="26"/>
                </a:cubicBezTo>
                <a:cubicBezTo>
                  <a:pt x="40" y="26"/>
                  <a:pt x="17" y="49"/>
                  <a:pt x="17" y="77"/>
                </a:cubicBezTo>
                <a:cubicBezTo>
                  <a:pt x="17" y="106"/>
                  <a:pt x="40" y="129"/>
                  <a:pt x="68" y="129"/>
                </a:cubicBezTo>
                <a:cubicBezTo>
                  <a:pt x="96" y="129"/>
                  <a:pt x="119" y="106"/>
                  <a:pt x="119" y="77"/>
                </a:cubicBezTo>
                <a:cubicBezTo>
                  <a:pt x="119" y="68"/>
                  <a:pt x="117" y="59"/>
                  <a:pt x="112" y="51"/>
                </a:cubicBezTo>
                <a:moveTo>
                  <a:pt x="81" y="46"/>
                </a:moveTo>
                <a:cubicBezTo>
                  <a:pt x="77" y="44"/>
                  <a:pt x="73" y="44"/>
                  <a:pt x="68" y="44"/>
                </a:cubicBezTo>
                <a:cubicBezTo>
                  <a:pt x="50" y="44"/>
                  <a:pt x="35" y="59"/>
                  <a:pt x="35" y="77"/>
                </a:cubicBezTo>
                <a:cubicBezTo>
                  <a:pt x="35" y="96"/>
                  <a:pt x="50" y="111"/>
                  <a:pt x="68" y="111"/>
                </a:cubicBezTo>
                <a:cubicBezTo>
                  <a:pt x="87" y="111"/>
                  <a:pt x="102" y="96"/>
                  <a:pt x="102" y="77"/>
                </a:cubicBezTo>
                <a:cubicBezTo>
                  <a:pt x="102" y="72"/>
                  <a:pt x="100" y="67"/>
                  <a:pt x="98" y="62"/>
                </a:cubicBezTo>
                <a:moveTo>
                  <a:pt x="68" y="77"/>
                </a:moveTo>
                <a:cubicBezTo>
                  <a:pt x="142" y="4"/>
                  <a:pt x="142" y="4"/>
                  <a:pt x="142" y="4"/>
                </a:cubicBezTo>
                <a:moveTo>
                  <a:pt x="124" y="0"/>
                </a:moveTo>
                <a:cubicBezTo>
                  <a:pt x="124" y="21"/>
                  <a:pt x="124" y="21"/>
                  <a:pt x="124" y="21"/>
                </a:cubicBezTo>
                <a:cubicBezTo>
                  <a:pt x="146" y="21"/>
                  <a:pt x="146" y="21"/>
                  <a:pt x="146" y="21"/>
                </a:cubicBezTo>
                <a:moveTo>
                  <a:pt x="12" y="145"/>
                </a:moveTo>
                <a:cubicBezTo>
                  <a:pt x="25" y="130"/>
                  <a:pt x="25" y="130"/>
                  <a:pt x="25" y="130"/>
                </a:cubicBezTo>
                <a:moveTo>
                  <a:pt x="111" y="130"/>
                </a:moveTo>
                <a:cubicBezTo>
                  <a:pt x="125" y="145"/>
                  <a:pt x="125" y="145"/>
                  <a:pt x="125" y="145"/>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1" name="Freeform 30">
            <a:extLst>
              <a:ext uri="{FF2B5EF4-FFF2-40B4-BE49-F238E27FC236}">
                <a16:creationId xmlns:a16="http://schemas.microsoft.com/office/drawing/2014/main" id="{637B2318-A0F7-4818-B7C5-0BFB6EDA20CB}"/>
              </a:ext>
            </a:extLst>
          </p:cNvPr>
          <p:cNvSpPr>
            <a:spLocks noEditPoints="1"/>
          </p:cNvSpPr>
          <p:nvPr/>
        </p:nvSpPr>
        <p:spPr bwMode="auto">
          <a:xfrm>
            <a:off x="7004050" y="3186113"/>
            <a:ext cx="598488" cy="481013"/>
          </a:xfrm>
          <a:custGeom>
            <a:avLst/>
            <a:gdLst>
              <a:gd name="T0" fmla="*/ 159 w 159"/>
              <a:gd name="T1" fmla="*/ 127 h 127"/>
              <a:gd name="T2" fmla="*/ 0 w 159"/>
              <a:gd name="T3" fmla="*/ 127 h 127"/>
              <a:gd name="T4" fmla="*/ 38 w 159"/>
              <a:gd name="T5" fmla="*/ 93 h 127"/>
              <a:gd name="T6" fmla="*/ 16 w 159"/>
              <a:gd name="T7" fmla="*/ 93 h 127"/>
              <a:gd name="T8" fmla="*/ 16 w 159"/>
              <a:gd name="T9" fmla="*/ 127 h 127"/>
              <a:gd name="T10" fmla="*/ 38 w 159"/>
              <a:gd name="T11" fmla="*/ 127 h 127"/>
              <a:gd name="T12" fmla="*/ 38 w 159"/>
              <a:gd name="T13" fmla="*/ 93 h 127"/>
              <a:gd name="T14" fmla="*/ 73 w 159"/>
              <a:gd name="T15" fmla="*/ 59 h 127"/>
              <a:gd name="T16" fmla="*/ 51 w 159"/>
              <a:gd name="T17" fmla="*/ 59 h 127"/>
              <a:gd name="T18" fmla="*/ 51 w 159"/>
              <a:gd name="T19" fmla="*/ 127 h 127"/>
              <a:gd name="T20" fmla="*/ 73 w 159"/>
              <a:gd name="T21" fmla="*/ 127 h 127"/>
              <a:gd name="T22" fmla="*/ 73 w 159"/>
              <a:gd name="T23" fmla="*/ 59 h 127"/>
              <a:gd name="T24" fmla="*/ 107 w 159"/>
              <a:gd name="T25" fmla="*/ 74 h 127"/>
              <a:gd name="T26" fmla="*/ 85 w 159"/>
              <a:gd name="T27" fmla="*/ 74 h 127"/>
              <a:gd name="T28" fmla="*/ 85 w 159"/>
              <a:gd name="T29" fmla="*/ 127 h 127"/>
              <a:gd name="T30" fmla="*/ 107 w 159"/>
              <a:gd name="T31" fmla="*/ 127 h 127"/>
              <a:gd name="T32" fmla="*/ 107 w 159"/>
              <a:gd name="T33" fmla="*/ 74 h 127"/>
              <a:gd name="T34" fmla="*/ 141 w 159"/>
              <a:gd name="T35" fmla="*/ 39 h 127"/>
              <a:gd name="T36" fmla="*/ 119 w 159"/>
              <a:gd name="T37" fmla="*/ 39 h 127"/>
              <a:gd name="T38" fmla="*/ 119 w 159"/>
              <a:gd name="T39" fmla="*/ 127 h 127"/>
              <a:gd name="T40" fmla="*/ 141 w 159"/>
              <a:gd name="T41" fmla="*/ 127 h 127"/>
              <a:gd name="T42" fmla="*/ 141 w 159"/>
              <a:gd name="T43" fmla="*/ 39 h 127"/>
              <a:gd name="T44" fmla="*/ 27 w 159"/>
              <a:gd name="T45" fmla="*/ 55 h 127"/>
              <a:gd name="T46" fmla="*/ 21 w 159"/>
              <a:gd name="T47" fmla="*/ 61 h 127"/>
              <a:gd name="T48" fmla="*/ 27 w 159"/>
              <a:gd name="T49" fmla="*/ 68 h 127"/>
              <a:gd name="T50" fmla="*/ 34 w 159"/>
              <a:gd name="T51" fmla="*/ 61 h 127"/>
              <a:gd name="T52" fmla="*/ 27 w 159"/>
              <a:gd name="T53" fmla="*/ 55 h 127"/>
              <a:gd name="T54" fmla="*/ 62 w 159"/>
              <a:gd name="T55" fmla="*/ 22 h 127"/>
              <a:gd name="T56" fmla="*/ 55 w 159"/>
              <a:gd name="T57" fmla="*/ 29 h 127"/>
              <a:gd name="T58" fmla="*/ 62 w 159"/>
              <a:gd name="T59" fmla="*/ 35 h 127"/>
              <a:gd name="T60" fmla="*/ 68 w 159"/>
              <a:gd name="T61" fmla="*/ 29 h 127"/>
              <a:gd name="T62" fmla="*/ 62 w 159"/>
              <a:gd name="T63" fmla="*/ 22 h 127"/>
              <a:gd name="T64" fmla="*/ 96 w 159"/>
              <a:gd name="T65" fmla="*/ 39 h 127"/>
              <a:gd name="T66" fmla="*/ 90 w 159"/>
              <a:gd name="T67" fmla="*/ 45 h 127"/>
              <a:gd name="T68" fmla="*/ 96 w 159"/>
              <a:gd name="T69" fmla="*/ 51 h 127"/>
              <a:gd name="T70" fmla="*/ 102 w 159"/>
              <a:gd name="T71" fmla="*/ 45 h 127"/>
              <a:gd name="T72" fmla="*/ 96 w 159"/>
              <a:gd name="T73" fmla="*/ 39 h 127"/>
              <a:gd name="T74" fmla="*/ 130 w 159"/>
              <a:gd name="T75" fmla="*/ 0 h 127"/>
              <a:gd name="T76" fmla="*/ 124 w 159"/>
              <a:gd name="T77" fmla="*/ 6 h 127"/>
              <a:gd name="T78" fmla="*/ 130 w 159"/>
              <a:gd name="T79" fmla="*/ 12 h 127"/>
              <a:gd name="T80" fmla="*/ 136 w 159"/>
              <a:gd name="T81" fmla="*/ 6 h 127"/>
              <a:gd name="T82" fmla="*/ 130 w 159"/>
              <a:gd name="T83" fmla="*/ 0 h 127"/>
              <a:gd name="T84" fmla="*/ 100 w 159"/>
              <a:gd name="T85" fmla="*/ 40 h 127"/>
              <a:gd name="T86" fmla="*/ 126 w 159"/>
              <a:gd name="T87" fmla="*/ 11 h 127"/>
              <a:gd name="T88" fmla="*/ 67 w 159"/>
              <a:gd name="T89" fmla="*/ 31 h 127"/>
              <a:gd name="T90" fmla="*/ 90 w 159"/>
              <a:gd name="T91" fmla="*/ 42 h 127"/>
              <a:gd name="T92" fmla="*/ 57 w 159"/>
              <a:gd name="T93" fmla="*/ 33 h 127"/>
              <a:gd name="T94" fmla="*/ 32 w 159"/>
              <a:gd name="T95" fmla="*/ 5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9" h="127">
                <a:moveTo>
                  <a:pt x="159" y="127"/>
                </a:moveTo>
                <a:cubicBezTo>
                  <a:pt x="0" y="127"/>
                  <a:pt x="0" y="127"/>
                  <a:pt x="0" y="127"/>
                </a:cubicBezTo>
                <a:moveTo>
                  <a:pt x="38" y="93"/>
                </a:moveTo>
                <a:cubicBezTo>
                  <a:pt x="16" y="93"/>
                  <a:pt x="16" y="93"/>
                  <a:pt x="16" y="93"/>
                </a:cubicBezTo>
                <a:cubicBezTo>
                  <a:pt x="16" y="127"/>
                  <a:pt x="16" y="127"/>
                  <a:pt x="16" y="127"/>
                </a:cubicBezTo>
                <a:cubicBezTo>
                  <a:pt x="38" y="127"/>
                  <a:pt x="38" y="127"/>
                  <a:pt x="38" y="127"/>
                </a:cubicBezTo>
                <a:lnTo>
                  <a:pt x="38" y="93"/>
                </a:lnTo>
                <a:close/>
                <a:moveTo>
                  <a:pt x="73" y="59"/>
                </a:moveTo>
                <a:cubicBezTo>
                  <a:pt x="51" y="59"/>
                  <a:pt x="51" y="59"/>
                  <a:pt x="51" y="59"/>
                </a:cubicBezTo>
                <a:cubicBezTo>
                  <a:pt x="51" y="127"/>
                  <a:pt x="51" y="127"/>
                  <a:pt x="51" y="127"/>
                </a:cubicBezTo>
                <a:cubicBezTo>
                  <a:pt x="73" y="127"/>
                  <a:pt x="73" y="127"/>
                  <a:pt x="73" y="127"/>
                </a:cubicBezTo>
                <a:lnTo>
                  <a:pt x="73" y="59"/>
                </a:lnTo>
                <a:close/>
                <a:moveTo>
                  <a:pt x="107" y="74"/>
                </a:moveTo>
                <a:cubicBezTo>
                  <a:pt x="85" y="74"/>
                  <a:pt x="85" y="74"/>
                  <a:pt x="85" y="74"/>
                </a:cubicBezTo>
                <a:cubicBezTo>
                  <a:pt x="85" y="127"/>
                  <a:pt x="85" y="127"/>
                  <a:pt x="85" y="127"/>
                </a:cubicBezTo>
                <a:cubicBezTo>
                  <a:pt x="107" y="127"/>
                  <a:pt x="107" y="127"/>
                  <a:pt x="107" y="127"/>
                </a:cubicBezTo>
                <a:lnTo>
                  <a:pt x="107" y="74"/>
                </a:lnTo>
                <a:close/>
                <a:moveTo>
                  <a:pt x="141" y="39"/>
                </a:moveTo>
                <a:cubicBezTo>
                  <a:pt x="119" y="39"/>
                  <a:pt x="119" y="39"/>
                  <a:pt x="119" y="39"/>
                </a:cubicBezTo>
                <a:cubicBezTo>
                  <a:pt x="119" y="127"/>
                  <a:pt x="119" y="127"/>
                  <a:pt x="119" y="127"/>
                </a:cubicBezTo>
                <a:cubicBezTo>
                  <a:pt x="141" y="127"/>
                  <a:pt x="141" y="127"/>
                  <a:pt x="141" y="127"/>
                </a:cubicBezTo>
                <a:lnTo>
                  <a:pt x="141" y="39"/>
                </a:lnTo>
                <a:close/>
                <a:moveTo>
                  <a:pt x="27" y="55"/>
                </a:moveTo>
                <a:cubicBezTo>
                  <a:pt x="24" y="55"/>
                  <a:pt x="21" y="58"/>
                  <a:pt x="21" y="61"/>
                </a:cubicBezTo>
                <a:cubicBezTo>
                  <a:pt x="21" y="65"/>
                  <a:pt x="24" y="68"/>
                  <a:pt x="27" y="68"/>
                </a:cubicBezTo>
                <a:cubicBezTo>
                  <a:pt x="31" y="68"/>
                  <a:pt x="34" y="65"/>
                  <a:pt x="34" y="61"/>
                </a:cubicBezTo>
                <a:cubicBezTo>
                  <a:pt x="34" y="58"/>
                  <a:pt x="31" y="55"/>
                  <a:pt x="27" y="55"/>
                </a:cubicBezTo>
                <a:close/>
                <a:moveTo>
                  <a:pt x="62" y="22"/>
                </a:moveTo>
                <a:cubicBezTo>
                  <a:pt x="58" y="22"/>
                  <a:pt x="55" y="25"/>
                  <a:pt x="55" y="29"/>
                </a:cubicBezTo>
                <a:cubicBezTo>
                  <a:pt x="55" y="32"/>
                  <a:pt x="58" y="35"/>
                  <a:pt x="62" y="35"/>
                </a:cubicBezTo>
                <a:cubicBezTo>
                  <a:pt x="65" y="35"/>
                  <a:pt x="68" y="32"/>
                  <a:pt x="68" y="29"/>
                </a:cubicBezTo>
                <a:cubicBezTo>
                  <a:pt x="68" y="25"/>
                  <a:pt x="65" y="22"/>
                  <a:pt x="62" y="22"/>
                </a:cubicBezTo>
                <a:close/>
                <a:moveTo>
                  <a:pt x="96" y="39"/>
                </a:moveTo>
                <a:cubicBezTo>
                  <a:pt x="92" y="39"/>
                  <a:pt x="90" y="42"/>
                  <a:pt x="90" y="45"/>
                </a:cubicBezTo>
                <a:cubicBezTo>
                  <a:pt x="90" y="49"/>
                  <a:pt x="92" y="51"/>
                  <a:pt x="96" y="51"/>
                </a:cubicBezTo>
                <a:cubicBezTo>
                  <a:pt x="99" y="51"/>
                  <a:pt x="102" y="49"/>
                  <a:pt x="102" y="45"/>
                </a:cubicBezTo>
                <a:cubicBezTo>
                  <a:pt x="102" y="42"/>
                  <a:pt x="99" y="39"/>
                  <a:pt x="96" y="39"/>
                </a:cubicBezTo>
                <a:close/>
                <a:moveTo>
                  <a:pt x="130" y="0"/>
                </a:moveTo>
                <a:cubicBezTo>
                  <a:pt x="127" y="0"/>
                  <a:pt x="124" y="3"/>
                  <a:pt x="124" y="6"/>
                </a:cubicBezTo>
                <a:cubicBezTo>
                  <a:pt x="124" y="9"/>
                  <a:pt x="127" y="12"/>
                  <a:pt x="130" y="12"/>
                </a:cubicBezTo>
                <a:cubicBezTo>
                  <a:pt x="134" y="12"/>
                  <a:pt x="136" y="9"/>
                  <a:pt x="136" y="6"/>
                </a:cubicBezTo>
                <a:cubicBezTo>
                  <a:pt x="136" y="3"/>
                  <a:pt x="134" y="0"/>
                  <a:pt x="130" y="0"/>
                </a:cubicBezTo>
                <a:close/>
                <a:moveTo>
                  <a:pt x="100" y="40"/>
                </a:moveTo>
                <a:cubicBezTo>
                  <a:pt x="126" y="11"/>
                  <a:pt x="126" y="11"/>
                  <a:pt x="126" y="11"/>
                </a:cubicBezTo>
                <a:moveTo>
                  <a:pt x="67" y="31"/>
                </a:moveTo>
                <a:cubicBezTo>
                  <a:pt x="90" y="42"/>
                  <a:pt x="90" y="42"/>
                  <a:pt x="90" y="42"/>
                </a:cubicBezTo>
                <a:moveTo>
                  <a:pt x="57" y="33"/>
                </a:moveTo>
                <a:cubicBezTo>
                  <a:pt x="32" y="57"/>
                  <a:pt x="32" y="57"/>
                  <a:pt x="32" y="57"/>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2" name="Text Placeholder 17">
            <a:extLst>
              <a:ext uri="{FF2B5EF4-FFF2-40B4-BE49-F238E27FC236}">
                <a16:creationId xmlns:a16="http://schemas.microsoft.com/office/drawing/2014/main" id="{95B21F58-5E76-495F-9A2E-49CE2E8F987F}"/>
              </a:ext>
            </a:extLst>
          </p:cNvPr>
          <p:cNvSpPr txBox="1">
            <a:spLocks/>
          </p:cNvSpPr>
          <p:nvPr/>
        </p:nvSpPr>
        <p:spPr>
          <a:xfrm>
            <a:off x="1728987"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43" name="Text Placeholder 21">
            <a:extLst>
              <a:ext uri="{FF2B5EF4-FFF2-40B4-BE49-F238E27FC236}">
                <a16:creationId xmlns:a16="http://schemas.microsoft.com/office/drawing/2014/main" id="{9A6BF3A5-6E83-4EE7-971B-2241BFAE5754}"/>
              </a:ext>
            </a:extLst>
          </p:cNvPr>
          <p:cNvSpPr txBox="1">
            <a:spLocks/>
          </p:cNvSpPr>
          <p:nvPr/>
        </p:nvSpPr>
        <p:spPr>
          <a:xfrm>
            <a:off x="1701800"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01</a:t>
            </a:r>
          </a:p>
        </p:txBody>
      </p:sp>
      <p:sp>
        <p:nvSpPr>
          <p:cNvPr id="44" name="Text Placeholder 17">
            <a:extLst>
              <a:ext uri="{FF2B5EF4-FFF2-40B4-BE49-F238E27FC236}">
                <a16:creationId xmlns:a16="http://schemas.microsoft.com/office/drawing/2014/main" id="{D0EE9292-F9E0-4C24-B59B-D3A6D15F91CA}"/>
              </a:ext>
            </a:extLst>
          </p:cNvPr>
          <p:cNvSpPr txBox="1">
            <a:spLocks/>
          </p:cNvSpPr>
          <p:nvPr/>
        </p:nvSpPr>
        <p:spPr>
          <a:xfrm>
            <a:off x="4066413"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45" name="Text Placeholder 21">
            <a:extLst>
              <a:ext uri="{FF2B5EF4-FFF2-40B4-BE49-F238E27FC236}">
                <a16:creationId xmlns:a16="http://schemas.microsoft.com/office/drawing/2014/main" id="{3642688F-553F-476E-A1D1-EDF8577B460A}"/>
              </a:ext>
            </a:extLst>
          </p:cNvPr>
          <p:cNvSpPr txBox="1">
            <a:spLocks/>
          </p:cNvSpPr>
          <p:nvPr/>
        </p:nvSpPr>
        <p:spPr>
          <a:xfrm>
            <a:off x="4039226"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02</a:t>
            </a:r>
          </a:p>
        </p:txBody>
      </p:sp>
      <p:sp>
        <p:nvSpPr>
          <p:cNvPr id="46" name="Text Placeholder 17">
            <a:extLst>
              <a:ext uri="{FF2B5EF4-FFF2-40B4-BE49-F238E27FC236}">
                <a16:creationId xmlns:a16="http://schemas.microsoft.com/office/drawing/2014/main" id="{AEAC7B55-AFB3-4EE9-AD16-C9735657C461}"/>
              </a:ext>
            </a:extLst>
          </p:cNvPr>
          <p:cNvSpPr txBox="1">
            <a:spLocks/>
          </p:cNvSpPr>
          <p:nvPr/>
        </p:nvSpPr>
        <p:spPr>
          <a:xfrm>
            <a:off x="6473564"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47" name="Text Placeholder 21">
            <a:extLst>
              <a:ext uri="{FF2B5EF4-FFF2-40B4-BE49-F238E27FC236}">
                <a16:creationId xmlns:a16="http://schemas.microsoft.com/office/drawing/2014/main" id="{CE95BF34-EAAE-4AC1-A83A-57955E77B2AC}"/>
              </a:ext>
            </a:extLst>
          </p:cNvPr>
          <p:cNvSpPr txBox="1">
            <a:spLocks/>
          </p:cNvSpPr>
          <p:nvPr/>
        </p:nvSpPr>
        <p:spPr>
          <a:xfrm>
            <a:off x="6446377"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03</a:t>
            </a:r>
          </a:p>
        </p:txBody>
      </p:sp>
      <p:sp>
        <p:nvSpPr>
          <p:cNvPr id="48" name="Text Placeholder 17">
            <a:extLst>
              <a:ext uri="{FF2B5EF4-FFF2-40B4-BE49-F238E27FC236}">
                <a16:creationId xmlns:a16="http://schemas.microsoft.com/office/drawing/2014/main" id="{D30D3FCE-02E0-4C2E-86E2-A6C1C660116F}"/>
              </a:ext>
            </a:extLst>
          </p:cNvPr>
          <p:cNvSpPr txBox="1">
            <a:spLocks/>
          </p:cNvSpPr>
          <p:nvPr/>
        </p:nvSpPr>
        <p:spPr>
          <a:xfrm>
            <a:off x="8794949" y="5354037"/>
            <a:ext cx="1716952" cy="74303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49" name="Text Placeholder 21">
            <a:extLst>
              <a:ext uri="{FF2B5EF4-FFF2-40B4-BE49-F238E27FC236}">
                <a16:creationId xmlns:a16="http://schemas.microsoft.com/office/drawing/2014/main" id="{09E100DE-55B1-452A-BDED-55B36C24CF8C}"/>
              </a:ext>
            </a:extLst>
          </p:cNvPr>
          <p:cNvSpPr txBox="1">
            <a:spLocks/>
          </p:cNvSpPr>
          <p:nvPr/>
        </p:nvSpPr>
        <p:spPr>
          <a:xfrm>
            <a:off x="8767762" y="5064916"/>
            <a:ext cx="1728788" cy="3778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1800"/>
              <a:t>STEP 04</a:t>
            </a:r>
          </a:p>
        </p:txBody>
      </p:sp>
    </p:spTree>
    <p:extLst>
      <p:ext uri="{BB962C8B-B14F-4D97-AF65-F5344CB8AC3E}">
        <p14:creationId xmlns:p14="http://schemas.microsoft.com/office/powerpoint/2010/main" val="206367602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750" fill="hold"/>
                                            <p:tgtEl>
                                              <p:spTgt spid="5"/>
                                            </p:tgtEl>
                                            <p:attrNameLst>
                                              <p:attrName>ppt_w</p:attrName>
                                            </p:attrNameLst>
                                          </p:cBhvr>
                                          <p:tavLst>
                                            <p:tav tm="0">
                                              <p:val>
                                                <p:fltVal val="0"/>
                                              </p:val>
                                            </p:tav>
                                            <p:tav tm="100000">
                                              <p:val>
                                                <p:strVal val="#ppt_w"/>
                                              </p:val>
                                            </p:tav>
                                          </p:tavLst>
                                        </p:anim>
                                        <p:anim calcmode="lin" valueType="num">
                                          <p:cBhvr>
                                            <p:cTn id="8" dur="750" fill="hold"/>
                                            <p:tgtEl>
                                              <p:spTgt spid="5"/>
                                            </p:tgtEl>
                                            <p:attrNameLst>
                                              <p:attrName>ppt_h</p:attrName>
                                            </p:attrNameLst>
                                          </p:cBhvr>
                                          <p:tavLst>
                                            <p:tav tm="0">
                                              <p:val>
                                                <p:fltVal val="0"/>
                                              </p:val>
                                            </p:tav>
                                            <p:tav tm="100000">
                                              <p:val>
                                                <p:strVal val="#ppt_h"/>
                                              </p:val>
                                            </p:tav>
                                          </p:tavLst>
                                        </p:anim>
                                        <p:animEffect transition="in" filter="fade">
                                          <p:cBhvr>
                                            <p:cTn id="9" dur="750"/>
                                            <p:tgtEl>
                                              <p:spTgt spid="5"/>
                                            </p:tgtEl>
                                          </p:cBhvr>
                                        </p:animEffect>
                                      </p:childTnLst>
                                    </p:cTn>
                                  </p:par>
                                  <p:par>
                                    <p:cTn id="10" presetID="53" presetClass="entr" presetSubtype="16" fill="hold" nodeType="withEffect">
                                      <p:stCondLst>
                                        <p:cond delay="500"/>
                                      </p:stCondLst>
                                      <p:childTnLst>
                                        <p:set>
                                          <p:cBhvr>
                                            <p:cTn id="11" dur="1" fill="hold">
                                              <p:stCondLst>
                                                <p:cond delay="0"/>
                                              </p:stCondLst>
                                            </p:cTn>
                                            <p:tgtEl>
                                              <p:spTgt spid="2"/>
                                            </p:tgtEl>
                                            <p:attrNameLst>
                                              <p:attrName>style.visibility</p:attrName>
                                            </p:attrNameLst>
                                          </p:cBhvr>
                                          <p:to>
                                            <p:strVal val="visible"/>
                                          </p:to>
                                        </p:set>
                                        <p:anim calcmode="lin" valueType="num">
                                          <p:cBhvr>
                                            <p:cTn id="12" dur="750" fill="hold"/>
                                            <p:tgtEl>
                                              <p:spTgt spid="2"/>
                                            </p:tgtEl>
                                            <p:attrNameLst>
                                              <p:attrName>ppt_w</p:attrName>
                                            </p:attrNameLst>
                                          </p:cBhvr>
                                          <p:tavLst>
                                            <p:tav tm="0">
                                              <p:val>
                                                <p:fltVal val="0"/>
                                              </p:val>
                                            </p:tav>
                                            <p:tav tm="100000">
                                              <p:val>
                                                <p:strVal val="#ppt_w"/>
                                              </p:val>
                                            </p:tav>
                                          </p:tavLst>
                                        </p:anim>
                                        <p:anim calcmode="lin" valueType="num">
                                          <p:cBhvr>
                                            <p:cTn id="13" dur="750" fill="hold"/>
                                            <p:tgtEl>
                                              <p:spTgt spid="2"/>
                                            </p:tgtEl>
                                            <p:attrNameLst>
                                              <p:attrName>ppt_h</p:attrName>
                                            </p:attrNameLst>
                                          </p:cBhvr>
                                          <p:tavLst>
                                            <p:tav tm="0">
                                              <p:val>
                                                <p:fltVal val="0"/>
                                              </p:val>
                                            </p:tav>
                                            <p:tav tm="100000">
                                              <p:val>
                                                <p:strVal val="#ppt_h"/>
                                              </p:val>
                                            </p:tav>
                                          </p:tavLst>
                                        </p:anim>
                                        <p:animEffect transition="in" filter="fade">
                                          <p:cBhvr>
                                            <p:cTn id="14" dur="750"/>
                                            <p:tgtEl>
                                              <p:spTgt spid="2"/>
                                            </p:tgtEl>
                                          </p:cBhvr>
                                        </p:animEffect>
                                      </p:childTnLst>
                                    </p:cTn>
                                  </p:par>
                                  <p:par>
                                    <p:cTn id="15" presetID="53" presetClass="entr" presetSubtype="16"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 calcmode="lin" valueType="num">
                                          <p:cBhvr>
                                            <p:cTn id="17" dur="750" fill="hold"/>
                                            <p:tgtEl>
                                              <p:spTgt spid="3"/>
                                            </p:tgtEl>
                                            <p:attrNameLst>
                                              <p:attrName>ppt_w</p:attrName>
                                            </p:attrNameLst>
                                          </p:cBhvr>
                                          <p:tavLst>
                                            <p:tav tm="0">
                                              <p:val>
                                                <p:fltVal val="0"/>
                                              </p:val>
                                            </p:tav>
                                            <p:tav tm="100000">
                                              <p:val>
                                                <p:strVal val="#ppt_w"/>
                                              </p:val>
                                            </p:tav>
                                          </p:tavLst>
                                        </p:anim>
                                        <p:anim calcmode="lin" valueType="num">
                                          <p:cBhvr>
                                            <p:cTn id="18" dur="750" fill="hold"/>
                                            <p:tgtEl>
                                              <p:spTgt spid="3"/>
                                            </p:tgtEl>
                                            <p:attrNameLst>
                                              <p:attrName>ppt_h</p:attrName>
                                            </p:attrNameLst>
                                          </p:cBhvr>
                                          <p:tavLst>
                                            <p:tav tm="0">
                                              <p:val>
                                                <p:fltVal val="0"/>
                                              </p:val>
                                            </p:tav>
                                            <p:tav tm="100000">
                                              <p:val>
                                                <p:strVal val="#ppt_h"/>
                                              </p:val>
                                            </p:tav>
                                          </p:tavLst>
                                        </p:anim>
                                        <p:animEffect transition="in" filter="fade">
                                          <p:cBhvr>
                                            <p:cTn id="19" dur="750"/>
                                            <p:tgtEl>
                                              <p:spTgt spid="3"/>
                                            </p:tgtEl>
                                          </p:cBhvr>
                                        </p:animEffect>
                                      </p:childTnLst>
                                    </p:cTn>
                                  </p:par>
                                  <p:par>
                                    <p:cTn id="20" presetID="53" presetClass="entr" presetSubtype="16" fill="hold" nodeType="withEffect">
                                      <p:stCondLst>
                                        <p:cond delay="1500"/>
                                      </p:stCondLst>
                                      <p:childTnLst>
                                        <p:set>
                                          <p:cBhvr>
                                            <p:cTn id="21" dur="1" fill="hold">
                                              <p:stCondLst>
                                                <p:cond delay="0"/>
                                              </p:stCondLst>
                                            </p:cTn>
                                            <p:tgtEl>
                                              <p:spTgt spid="4"/>
                                            </p:tgtEl>
                                            <p:attrNameLst>
                                              <p:attrName>style.visibility</p:attrName>
                                            </p:attrNameLst>
                                          </p:cBhvr>
                                          <p:to>
                                            <p:strVal val="visible"/>
                                          </p:to>
                                        </p:set>
                                        <p:anim calcmode="lin" valueType="num">
                                          <p:cBhvr>
                                            <p:cTn id="22" dur="750" fill="hold"/>
                                            <p:tgtEl>
                                              <p:spTgt spid="4"/>
                                            </p:tgtEl>
                                            <p:attrNameLst>
                                              <p:attrName>ppt_w</p:attrName>
                                            </p:attrNameLst>
                                          </p:cBhvr>
                                          <p:tavLst>
                                            <p:tav tm="0">
                                              <p:val>
                                                <p:fltVal val="0"/>
                                              </p:val>
                                            </p:tav>
                                            <p:tav tm="100000">
                                              <p:val>
                                                <p:strVal val="#ppt_w"/>
                                              </p:val>
                                            </p:tav>
                                          </p:tavLst>
                                        </p:anim>
                                        <p:anim calcmode="lin" valueType="num">
                                          <p:cBhvr>
                                            <p:cTn id="23" dur="750" fill="hold"/>
                                            <p:tgtEl>
                                              <p:spTgt spid="4"/>
                                            </p:tgtEl>
                                            <p:attrNameLst>
                                              <p:attrName>ppt_h</p:attrName>
                                            </p:attrNameLst>
                                          </p:cBhvr>
                                          <p:tavLst>
                                            <p:tav tm="0">
                                              <p:val>
                                                <p:fltVal val="0"/>
                                              </p:val>
                                            </p:tav>
                                            <p:tav tm="100000">
                                              <p:val>
                                                <p:strVal val="#ppt_h"/>
                                              </p:val>
                                            </p:tav>
                                          </p:tavLst>
                                        </p:anim>
                                        <p:animEffect transition="in" filter="fade">
                                          <p:cBhvr>
                                            <p:cTn id="24" dur="750"/>
                                            <p:tgtEl>
                                              <p:spTgt spid="4"/>
                                            </p:tgtEl>
                                          </p:cBhvr>
                                        </p:animEffect>
                                      </p:childTnLst>
                                    </p:cTn>
                                  </p:par>
                                  <p:par>
                                    <p:cTn id="25" presetID="22" presetClass="entr" presetSubtype="8" fill="hold" nodeType="withEffect">
                                      <p:stCondLst>
                                        <p:cond delay="250"/>
                                      </p:stCondLst>
                                      <p:childTnLst>
                                        <p:set>
                                          <p:cBhvr>
                                            <p:cTn id="26" dur="1" fill="hold">
                                              <p:stCondLst>
                                                <p:cond delay="0"/>
                                              </p:stCondLst>
                                            </p:cTn>
                                            <p:tgtEl>
                                              <p:spTgt spid="36"/>
                                            </p:tgtEl>
                                            <p:attrNameLst>
                                              <p:attrName>style.visibility</p:attrName>
                                            </p:attrNameLst>
                                          </p:cBhvr>
                                          <p:to>
                                            <p:strVal val="visible"/>
                                          </p:to>
                                        </p:set>
                                        <p:animEffect transition="in" filter="wipe(left)">
                                          <p:cBhvr>
                                            <p:cTn id="27" dur="1000"/>
                                            <p:tgtEl>
                                              <p:spTgt spid="36"/>
                                            </p:tgtEl>
                                          </p:cBhvr>
                                        </p:animEffect>
                                      </p:childTnLst>
                                    </p:cTn>
                                  </p:par>
                                  <p:par>
                                    <p:cTn id="28" presetID="22" presetClass="entr" presetSubtype="8" fill="hold" nodeType="withEffect">
                                      <p:stCondLst>
                                        <p:cond delay="750"/>
                                      </p:stCondLst>
                                      <p:childTnLst>
                                        <p:set>
                                          <p:cBhvr>
                                            <p:cTn id="29" dur="1" fill="hold">
                                              <p:stCondLst>
                                                <p:cond delay="0"/>
                                              </p:stCondLst>
                                            </p:cTn>
                                            <p:tgtEl>
                                              <p:spTgt spid="38"/>
                                            </p:tgtEl>
                                            <p:attrNameLst>
                                              <p:attrName>style.visibility</p:attrName>
                                            </p:attrNameLst>
                                          </p:cBhvr>
                                          <p:to>
                                            <p:strVal val="visible"/>
                                          </p:to>
                                        </p:set>
                                        <p:animEffect transition="in" filter="wipe(left)">
                                          <p:cBhvr>
                                            <p:cTn id="30" dur="1000"/>
                                            <p:tgtEl>
                                              <p:spTgt spid="38"/>
                                            </p:tgtEl>
                                          </p:cBhvr>
                                        </p:animEffect>
                                      </p:childTnLst>
                                    </p:cTn>
                                  </p:par>
                                  <p:par>
                                    <p:cTn id="31" presetID="22" presetClass="entr" presetSubtype="8" fill="hold" nodeType="withEffect">
                                      <p:stCondLst>
                                        <p:cond delay="1250"/>
                                      </p:stCondLst>
                                      <p:childTnLst>
                                        <p:set>
                                          <p:cBhvr>
                                            <p:cTn id="32" dur="1" fill="hold">
                                              <p:stCondLst>
                                                <p:cond delay="0"/>
                                              </p:stCondLst>
                                            </p:cTn>
                                            <p:tgtEl>
                                              <p:spTgt spid="40"/>
                                            </p:tgtEl>
                                            <p:attrNameLst>
                                              <p:attrName>style.visibility</p:attrName>
                                            </p:attrNameLst>
                                          </p:cBhvr>
                                          <p:to>
                                            <p:strVal val="visible"/>
                                          </p:to>
                                        </p:set>
                                        <p:animEffect transition="in" filter="wipe(left)">
                                          <p:cBhvr>
                                            <p:cTn id="33" dur="1000"/>
                                            <p:tgtEl>
                                              <p:spTgt spid="40"/>
                                            </p:tgtEl>
                                          </p:cBhvr>
                                        </p:animEffect>
                                      </p:childTnLst>
                                    </p:cTn>
                                  </p:par>
                                  <p:par>
                                    <p:cTn id="34" presetID="53" presetClass="entr" presetSubtype="16" fill="hold" grpId="0" nodeType="withEffect">
                                      <p:stCondLst>
                                        <p:cond delay="250"/>
                                      </p:stCondLst>
                                      <p:childTnLst>
                                        <p:set>
                                          <p:cBhvr>
                                            <p:cTn id="35" dur="1" fill="hold">
                                              <p:stCondLst>
                                                <p:cond delay="0"/>
                                              </p:stCondLst>
                                            </p:cTn>
                                            <p:tgtEl>
                                              <p:spTgt spid="29"/>
                                            </p:tgtEl>
                                            <p:attrNameLst>
                                              <p:attrName>style.visibility</p:attrName>
                                            </p:attrNameLst>
                                          </p:cBhvr>
                                          <p:to>
                                            <p:strVal val="visible"/>
                                          </p:to>
                                        </p:set>
                                        <p:anim calcmode="lin" valueType="num">
                                          <p:cBhvr>
                                            <p:cTn id="36" dur="750" fill="hold"/>
                                            <p:tgtEl>
                                              <p:spTgt spid="29"/>
                                            </p:tgtEl>
                                            <p:attrNameLst>
                                              <p:attrName>ppt_w</p:attrName>
                                            </p:attrNameLst>
                                          </p:cBhvr>
                                          <p:tavLst>
                                            <p:tav tm="0">
                                              <p:val>
                                                <p:fltVal val="0"/>
                                              </p:val>
                                            </p:tav>
                                            <p:tav tm="100000">
                                              <p:val>
                                                <p:strVal val="#ppt_w"/>
                                              </p:val>
                                            </p:tav>
                                          </p:tavLst>
                                        </p:anim>
                                        <p:anim calcmode="lin" valueType="num">
                                          <p:cBhvr>
                                            <p:cTn id="37" dur="750" fill="hold"/>
                                            <p:tgtEl>
                                              <p:spTgt spid="29"/>
                                            </p:tgtEl>
                                            <p:attrNameLst>
                                              <p:attrName>ppt_h</p:attrName>
                                            </p:attrNameLst>
                                          </p:cBhvr>
                                          <p:tavLst>
                                            <p:tav tm="0">
                                              <p:val>
                                                <p:fltVal val="0"/>
                                              </p:val>
                                            </p:tav>
                                            <p:tav tm="100000">
                                              <p:val>
                                                <p:strVal val="#ppt_h"/>
                                              </p:val>
                                            </p:tav>
                                          </p:tavLst>
                                        </p:anim>
                                        <p:animEffect transition="in" filter="fade">
                                          <p:cBhvr>
                                            <p:cTn id="38" dur="750"/>
                                            <p:tgtEl>
                                              <p:spTgt spid="29"/>
                                            </p:tgtEl>
                                          </p:cBhvr>
                                        </p:animEffect>
                                      </p:childTnLst>
                                    </p:cTn>
                                  </p:par>
                                  <p:par>
                                    <p:cTn id="39" presetID="53" presetClass="entr" presetSubtype="16" fill="hold" grpId="0" nodeType="withEffect">
                                      <p:stCondLst>
                                        <p:cond delay="750"/>
                                      </p:stCondLst>
                                      <p:childTnLst>
                                        <p:set>
                                          <p:cBhvr>
                                            <p:cTn id="40" dur="1" fill="hold">
                                              <p:stCondLst>
                                                <p:cond delay="0"/>
                                              </p:stCondLst>
                                            </p:cTn>
                                            <p:tgtEl>
                                              <p:spTgt spid="28"/>
                                            </p:tgtEl>
                                            <p:attrNameLst>
                                              <p:attrName>style.visibility</p:attrName>
                                            </p:attrNameLst>
                                          </p:cBhvr>
                                          <p:to>
                                            <p:strVal val="visible"/>
                                          </p:to>
                                        </p:set>
                                        <p:anim calcmode="lin" valueType="num">
                                          <p:cBhvr>
                                            <p:cTn id="41" dur="750" fill="hold"/>
                                            <p:tgtEl>
                                              <p:spTgt spid="28"/>
                                            </p:tgtEl>
                                            <p:attrNameLst>
                                              <p:attrName>ppt_w</p:attrName>
                                            </p:attrNameLst>
                                          </p:cBhvr>
                                          <p:tavLst>
                                            <p:tav tm="0">
                                              <p:val>
                                                <p:fltVal val="0"/>
                                              </p:val>
                                            </p:tav>
                                            <p:tav tm="100000">
                                              <p:val>
                                                <p:strVal val="#ppt_w"/>
                                              </p:val>
                                            </p:tav>
                                          </p:tavLst>
                                        </p:anim>
                                        <p:anim calcmode="lin" valueType="num">
                                          <p:cBhvr>
                                            <p:cTn id="42" dur="750" fill="hold"/>
                                            <p:tgtEl>
                                              <p:spTgt spid="28"/>
                                            </p:tgtEl>
                                            <p:attrNameLst>
                                              <p:attrName>ppt_h</p:attrName>
                                            </p:attrNameLst>
                                          </p:cBhvr>
                                          <p:tavLst>
                                            <p:tav tm="0">
                                              <p:val>
                                                <p:fltVal val="0"/>
                                              </p:val>
                                            </p:tav>
                                            <p:tav tm="100000">
                                              <p:val>
                                                <p:strVal val="#ppt_h"/>
                                              </p:val>
                                            </p:tav>
                                          </p:tavLst>
                                        </p:anim>
                                        <p:animEffect transition="in" filter="fade">
                                          <p:cBhvr>
                                            <p:cTn id="43" dur="750"/>
                                            <p:tgtEl>
                                              <p:spTgt spid="28"/>
                                            </p:tgtEl>
                                          </p:cBhvr>
                                        </p:animEffect>
                                      </p:childTnLst>
                                    </p:cTn>
                                  </p:par>
                                  <p:par>
                                    <p:cTn id="44" presetID="53" presetClass="entr" presetSubtype="16" fill="hold" grpId="0" nodeType="withEffect">
                                      <p:stCondLst>
                                        <p:cond delay="1250"/>
                                      </p:stCondLst>
                                      <p:childTnLst>
                                        <p:set>
                                          <p:cBhvr>
                                            <p:cTn id="45" dur="1" fill="hold">
                                              <p:stCondLst>
                                                <p:cond delay="0"/>
                                              </p:stCondLst>
                                            </p:cTn>
                                            <p:tgtEl>
                                              <p:spTgt spid="31"/>
                                            </p:tgtEl>
                                            <p:attrNameLst>
                                              <p:attrName>style.visibility</p:attrName>
                                            </p:attrNameLst>
                                          </p:cBhvr>
                                          <p:to>
                                            <p:strVal val="visible"/>
                                          </p:to>
                                        </p:set>
                                        <p:anim calcmode="lin" valueType="num">
                                          <p:cBhvr>
                                            <p:cTn id="46" dur="750" fill="hold"/>
                                            <p:tgtEl>
                                              <p:spTgt spid="31"/>
                                            </p:tgtEl>
                                            <p:attrNameLst>
                                              <p:attrName>ppt_w</p:attrName>
                                            </p:attrNameLst>
                                          </p:cBhvr>
                                          <p:tavLst>
                                            <p:tav tm="0">
                                              <p:val>
                                                <p:fltVal val="0"/>
                                              </p:val>
                                            </p:tav>
                                            <p:tav tm="100000">
                                              <p:val>
                                                <p:strVal val="#ppt_w"/>
                                              </p:val>
                                            </p:tav>
                                          </p:tavLst>
                                        </p:anim>
                                        <p:anim calcmode="lin" valueType="num">
                                          <p:cBhvr>
                                            <p:cTn id="47" dur="750" fill="hold"/>
                                            <p:tgtEl>
                                              <p:spTgt spid="31"/>
                                            </p:tgtEl>
                                            <p:attrNameLst>
                                              <p:attrName>ppt_h</p:attrName>
                                            </p:attrNameLst>
                                          </p:cBhvr>
                                          <p:tavLst>
                                            <p:tav tm="0">
                                              <p:val>
                                                <p:fltVal val="0"/>
                                              </p:val>
                                            </p:tav>
                                            <p:tav tm="100000">
                                              <p:val>
                                                <p:strVal val="#ppt_h"/>
                                              </p:val>
                                            </p:tav>
                                          </p:tavLst>
                                        </p:anim>
                                        <p:animEffect transition="in" filter="fade">
                                          <p:cBhvr>
                                            <p:cTn id="48" dur="750"/>
                                            <p:tgtEl>
                                              <p:spTgt spid="31"/>
                                            </p:tgtEl>
                                          </p:cBhvr>
                                        </p:animEffect>
                                      </p:childTnLst>
                                    </p:cTn>
                                  </p:par>
                                  <p:par>
                                    <p:cTn id="49" presetID="53" presetClass="entr" presetSubtype="16" fill="hold" grpId="0" nodeType="withEffect">
                                      <p:stCondLst>
                                        <p:cond delay="1750"/>
                                      </p:stCondLst>
                                      <p:childTnLst>
                                        <p:set>
                                          <p:cBhvr>
                                            <p:cTn id="50" dur="1" fill="hold">
                                              <p:stCondLst>
                                                <p:cond delay="0"/>
                                              </p:stCondLst>
                                            </p:cTn>
                                            <p:tgtEl>
                                              <p:spTgt spid="30"/>
                                            </p:tgtEl>
                                            <p:attrNameLst>
                                              <p:attrName>style.visibility</p:attrName>
                                            </p:attrNameLst>
                                          </p:cBhvr>
                                          <p:to>
                                            <p:strVal val="visible"/>
                                          </p:to>
                                        </p:set>
                                        <p:anim calcmode="lin" valueType="num">
                                          <p:cBhvr>
                                            <p:cTn id="51" dur="750" fill="hold"/>
                                            <p:tgtEl>
                                              <p:spTgt spid="30"/>
                                            </p:tgtEl>
                                            <p:attrNameLst>
                                              <p:attrName>ppt_w</p:attrName>
                                            </p:attrNameLst>
                                          </p:cBhvr>
                                          <p:tavLst>
                                            <p:tav tm="0">
                                              <p:val>
                                                <p:fltVal val="0"/>
                                              </p:val>
                                            </p:tav>
                                            <p:tav tm="100000">
                                              <p:val>
                                                <p:strVal val="#ppt_w"/>
                                              </p:val>
                                            </p:tav>
                                          </p:tavLst>
                                        </p:anim>
                                        <p:anim calcmode="lin" valueType="num">
                                          <p:cBhvr>
                                            <p:cTn id="52" dur="750" fill="hold"/>
                                            <p:tgtEl>
                                              <p:spTgt spid="30"/>
                                            </p:tgtEl>
                                            <p:attrNameLst>
                                              <p:attrName>ppt_h</p:attrName>
                                            </p:attrNameLst>
                                          </p:cBhvr>
                                          <p:tavLst>
                                            <p:tav tm="0">
                                              <p:val>
                                                <p:fltVal val="0"/>
                                              </p:val>
                                            </p:tav>
                                            <p:tav tm="100000">
                                              <p:val>
                                                <p:strVal val="#ppt_h"/>
                                              </p:val>
                                            </p:tav>
                                          </p:tavLst>
                                        </p:anim>
                                        <p:animEffect transition="in" filter="fade">
                                          <p:cBhvr>
                                            <p:cTn id="53" dur="750"/>
                                            <p:tgtEl>
                                              <p:spTgt spid="30"/>
                                            </p:tgtEl>
                                          </p:cBhvr>
                                        </p:animEffect>
                                      </p:childTnLst>
                                    </p:cTn>
                                  </p:par>
                                  <p:par>
                                    <p:cTn id="54" presetID="2" presetClass="entr" presetSubtype="4" fill="hold" grpId="0" nodeType="withEffect" p14:presetBounceEnd="67000">
                                      <p:stCondLst>
                                        <p:cond delay="500"/>
                                      </p:stCondLst>
                                      <p:childTnLst>
                                        <p:set>
                                          <p:cBhvr>
                                            <p:cTn id="55" dur="1" fill="hold">
                                              <p:stCondLst>
                                                <p:cond delay="0"/>
                                              </p:stCondLst>
                                            </p:cTn>
                                            <p:tgtEl>
                                              <p:spTgt spid="42"/>
                                            </p:tgtEl>
                                            <p:attrNameLst>
                                              <p:attrName>style.visibility</p:attrName>
                                            </p:attrNameLst>
                                          </p:cBhvr>
                                          <p:to>
                                            <p:strVal val="visible"/>
                                          </p:to>
                                        </p:set>
                                        <p:anim calcmode="lin" valueType="num" p14:bounceEnd="67000">
                                          <p:cBhvr additive="base">
                                            <p:cTn id="56" dur="1000" fill="hold"/>
                                            <p:tgtEl>
                                              <p:spTgt spid="42"/>
                                            </p:tgtEl>
                                            <p:attrNameLst>
                                              <p:attrName>ppt_x</p:attrName>
                                            </p:attrNameLst>
                                          </p:cBhvr>
                                          <p:tavLst>
                                            <p:tav tm="0">
                                              <p:val>
                                                <p:strVal val="#ppt_x"/>
                                              </p:val>
                                            </p:tav>
                                            <p:tav tm="100000">
                                              <p:val>
                                                <p:strVal val="#ppt_x"/>
                                              </p:val>
                                            </p:tav>
                                          </p:tavLst>
                                        </p:anim>
                                        <p:anim calcmode="lin" valueType="num" p14:bounceEnd="67000">
                                          <p:cBhvr additive="base">
                                            <p:cTn id="57" dur="1000" fill="hold"/>
                                            <p:tgtEl>
                                              <p:spTgt spid="42"/>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14:presetBounceEnd="67000">
                                      <p:stCondLst>
                                        <p:cond delay="500"/>
                                      </p:stCondLst>
                                      <p:childTnLst>
                                        <p:set>
                                          <p:cBhvr>
                                            <p:cTn id="59" dur="1" fill="hold">
                                              <p:stCondLst>
                                                <p:cond delay="0"/>
                                              </p:stCondLst>
                                            </p:cTn>
                                            <p:tgtEl>
                                              <p:spTgt spid="43"/>
                                            </p:tgtEl>
                                            <p:attrNameLst>
                                              <p:attrName>style.visibility</p:attrName>
                                            </p:attrNameLst>
                                          </p:cBhvr>
                                          <p:to>
                                            <p:strVal val="visible"/>
                                          </p:to>
                                        </p:set>
                                        <p:anim calcmode="lin" valueType="num" p14:bounceEnd="67000">
                                          <p:cBhvr additive="base">
                                            <p:cTn id="60" dur="1000" fill="hold"/>
                                            <p:tgtEl>
                                              <p:spTgt spid="43"/>
                                            </p:tgtEl>
                                            <p:attrNameLst>
                                              <p:attrName>ppt_x</p:attrName>
                                            </p:attrNameLst>
                                          </p:cBhvr>
                                          <p:tavLst>
                                            <p:tav tm="0">
                                              <p:val>
                                                <p:strVal val="#ppt_x"/>
                                              </p:val>
                                            </p:tav>
                                            <p:tav tm="100000">
                                              <p:val>
                                                <p:strVal val="#ppt_x"/>
                                              </p:val>
                                            </p:tav>
                                          </p:tavLst>
                                        </p:anim>
                                        <p:anim calcmode="lin" valueType="num" p14:bounceEnd="67000">
                                          <p:cBhvr additive="base">
                                            <p:cTn id="61" dur="1000" fill="hold"/>
                                            <p:tgtEl>
                                              <p:spTgt spid="43"/>
                                            </p:tgtEl>
                                            <p:attrNameLst>
                                              <p:attrName>ppt_y</p:attrName>
                                            </p:attrNameLst>
                                          </p:cBhvr>
                                          <p:tavLst>
                                            <p:tav tm="0">
                                              <p:val>
                                                <p:strVal val="1+#ppt_h/2"/>
                                              </p:val>
                                            </p:tav>
                                            <p:tav tm="100000">
                                              <p:val>
                                                <p:strVal val="#ppt_y"/>
                                              </p:val>
                                            </p:tav>
                                          </p:tavLst>
                                        </p:anim>
                                      </p:childTnLst>
                                    </p:cTn>
                                  </p:par>
                                  <p:par>
                                    <p:cTn id="62" presetID="2" presetClass="entr" presetSubtype="4" fill="hold" grpId="0" nodeType="withEffect" p14:presetBounceEnd="67000">
                                      <p:stCondLst>
                                        <p:cond delay="750"/>
                                      </p:stCondLst>
                                      <p:childTnLst>
                                        <p:set>
                                          <p:cBhvr>
                                            <p:cTn id="63" dur="1" fill="hold">
                                              <p:stCondLst>
                                                <p:cond delay="0"/>
                                              </p:stCondLst>
                                            </p:cTn>
                                            <p:tgtEl>
                                              <p:spTgt spid="44"/>
                                            </p:tgtEl>
                                            <p:attrNameLst>
                                              <p:attrName>style.visibility</p:attrName>
                                            </p:attrNameLst>
                                          </p:cBhvr>
                                          <p:to>
                                            <p:strVal val="visible"/>
                                          </p:to>
                                        </p:set>
                                        <p:anim calcmode="lin" valueType="num" p14:bounceEnd="67000">
                                          <p:cBhvr additive="base">
                                            <p:cTn id="64" dur="1000" fill="hold"/>
                                            <p:tgtEl>
                                              <p:spTgt spid="44"/>
                                            </p:tgtEl>
                                            <p:attrNameLst>
                                              <p:attrName>ppt_x</p:attrName>
                                            </p:attrNameLst>
                                          </p:cBhvr>
                                          <p:tavLst>
                                            <p:tav tm="0">
                                              <p:val>
                                                <p:strVal val="#ppt_x"/>
                                              </p:val>
                                            </p:tav>
                                            <p:tav tm="100000">
                                              <p:val>
                                                <p:strVal val="#ppt_x"/>
                                              </p:val>
                                            </p:tav>
                                          </p:tavLst>
                                        </p:anim>
                                        <p:anim calcmode="lin" valueType="num" p14:bounceEnd="67000">
                                          <p:cBhvr additive="base">
                                            <p:cTn id="65" dur="1000" fill="hold"/>
                                            <p:tgtEl>
                                              <p:spTgt spid="44"/>
                                            </p:tgtEl>
                                            <p:attrNameLst>
                                              <p:attrName>ppt_y</p:attrName>
                                            </p:attrNameLst>
                                          </p:cBhvr>
                                          <p:tavLst>
                                            <p:tav tm="0">
                                              <p:val>
                                                <p:strVal val="1+#ppt_h/2"/>
                                              </p:val>
                                            </p:tav>
                                            <p:tav tm="100000">
                                              <p:val>
                                                <p:strVal val="#ppt_y"/>
                                              </p:val>
                                            </p:tav>
                                          </p:tavLst>
                                        </p:anim>
                                      </p:childTnLst>
                                    </p:cTn>
                                  </p:par>
                                  <p:par>
                                    <p:cTn id="66" presetID="2" presetClass="entr" presetSubtype="4" fill="hold" grpId="0" nodeType="withEffect" p14:presetBounceEnd="67000">
                                      <p:stCondLst>
                                        <p:cond delay="750"/>
                                      </p:stCondLst>
                                      <p:childTnLst>
                                        <p:set>
                                          <p:cBhvr>
                                            <p:cTn id="67" dur="1" fill="hold">
                                              <p:stCondLst>
                                                <p:cond delay="0"/>
                                              </p:stCondLst>
                                            </p:cTn>
                                            <p:tgtEl>
                                              <p:spTgt spid="45"/>
                                            </p:tgtEl>
                                            <p:attrNameLst>
                                              <p:attrName>style.visibility</p:attrName>
                                            </p:attrNameLst>
                                          </p:cBhvr>
                                          <p:to>
                                            <p:strVal val="visible"/>
                                          </p:to>
                                        </p:set>
                                        <p:anim calcmode="lin" valueType="num" p14:bounceEnd="67000">
                                          <p:cBhvr additive="base">
                                            <p:cTn id="68" dur="1000" fill="hold"/>
                                            <p:tgtEl>
                                              <p:spTgt spid="45"/>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45"/>
                                            </p:tgtEl>
                                            <p:attrNameLst>
                                              <p:attrName>ppt_y</p:attrName>
                                            </p:attrNameLst>
                                          </p:cBhvr>
                                          <p:tavLst>
                                            <p:tav tm="0">
                                              <p:val>
                                                <p:strVal val="1+#ppt_h/2"/>
                                              </p:val>
                                            </p:tav>
                                            <p:tav tm="100000">
                                              <p:val>
                                                <p:strVal val="#ppt_y"/>
                                              </p:val>
                                            </p:tav>
                                          </p:tavLst>
                                        </p:anim>
                                      </p:childTnLst>
                                    </p:cTn>
                                  </p:par>
                                  <p:par>
                                    <p:cTn id="70" presetID="2" presetClass="entr" presetSubtype="4" fill="hold" grpId="0" nodeType="withEffect" p14:presetBounceEnd="67000">
                                      <p:stCondLst>
                                        <p:cond delay="1000"/>
                                      </p:stCondLst>
                                      <p:childTnLst>
                                        <p:set>
                                          <p:cBhvr>
                                            <p:cTn id="71" dur="1" fill="hold">
                                              <p:stCondLst>
                                                <p:cond delay="0"/>
                                              </p:stCondLst>
                                            </p:cTn>
                                            <p:tgtEl>
                                              <p:spTgt spid="46"/>
                                            </p:tgtEl>
                                            <p:attrNameLst>
                                              <p:attrName>style.visibility</p:attrName>
                                            </p:attrNameLst>
                                          </p:cBhvr>
                                          <p:to>
                                            <p:strVal val="visible"/>
                                          </p:to>
                                        </p:set>
                                        <p:anim calcmode="lin" valueType="num" p14:bounceEnd="67000">
                                          <p:cBhvr additive="base">
                                            <p:cTn id="72" dur="1000" fill="hold"/>
                                            <p:tgtEl>
                                              <p:spTgt spid="46"/>
                                            </p:tgtEl>
                                            <p:attrNameLst>
                                              <p:attrName>ppt_x</p:attrName>
                                            </p:attrNameLst>
                                          </p:cBhvr>
                                          <p:tavLst>
                                            <p:tav tm="0">
                                              <p:val>
                                                <p:strVal val="#ppt_x"/>
                                              </p:val>
                                            </p:tav>
                                            <p:tav tm="100000">
                                              <p:val>
                                                <p:strVal val="#ppt_x"/>
                                              </p:val>
                                            </p:tav>
                                          </p:tavLst>
                                        </p:anim>
                                        <p:anim calcmode="lin" valueType="num" p14:bounceEnd="67000">
                                          <p:cBhvr additive="base">
                                            <p:cTn id="73" dur="1000" fill="hold"/>
                                            <p:tgtEl>
                                              <p:spTgt spid="46"/>
                                            </p:tgtEl>
                                            <p:attrNameLst>
                                              <p:attrName>ppt_y</p:attrName>
                                            </p:attrNameLst>
                                          </p:cBhvr>
                                          <p:tavLst>
                                            <p:tav tm="0">
                                              <p:val>
                                                <p:strVal val="1+#ppt_h/2"/>
                                              </p:val>
                                            </p:tav>
                                            <p:tav tm="100000">
                                              <p:val>
                                                <p:strVal val="#ppt_y"/>
                                              </p:val>
                                            </p:tav>
                                          </p:tavLst>
                                        </p:anim>
                                      </p:childTnLst>
                                    </p:cTn>
                                  </p:par>
                                  <p:par>
                                    <p:cTn id="74" presetID="2" presetClass="entr" presetSubtype="4" fill="hold" grpId="0" nodeType="withEffect" p14:presetBounceEnd="67000">
                                      <p:stCondLst>
                                        <p:cond delay="1000"/>
                                      </p:stCondLst>
                                      <p:childTnLst>
                                        <p:set>
                                          <p:cBhvr>
                                            <p:cTn id="75" dur="1" fill="hold">
                                              <p:stCondLst>
                                                <p:cond delay="0"/>
                                              </p:stCondLst>
                                            </p:cTn>
                                            <p:tgtEl>
                                              <p:spTgt spid="47"/>
                                            </p:tgtEl>
                                            <p:attrNameLst>
                                              <p:attrName>style.visibility</p:attrName>
                                            </p:attrNameLst>
                                          </p:cBhvr>
                                          <p:to>
                                            <p:strVal val="visible"/>
                                          </p:to>
                                        </p:set>
                                        <p:anim calcmode="lin" valueType="num" p14:bounceEnd="67000">
                                          <p:cBhvr additive="base">
                                            <p:cTn id="76" dur="1000" fill="hold"/>
                                            <p:tgtEl>
                                              <p:spTgt spid="47"/>
                                            </p:tgtEl>
                                            <p:attrNameLst>
                                              <p:attrName>ppt_x</p:attrName>
                                            </p:attrNameLst>
                                          </p:cBhvr>
                                          <p:tavLst>
                                            <p:tav tm="0">
                                              <p:val>
                                                <p:strVal val="#ppt_x"/>
                                              </p:val>
                                            </p:tav>
                                            <p:tav tm="100000">
                                              <p:val>
                                                <p:strVal val="#ppt_x"/>
                                              </p:val>
                                            </p:tav>
                                          </p:tavLst>
                                        </p:anim>
                                        <p:anim calcmode="lin" valueType="num" p14:bounceEnd="67000">
                                          <p:cBhvr additive="base">
                                            <p:cTn id="77" dur="1000" fill="hold"/>
                                            <p:tgtEl>
                                              <p:spTgt spid="47"/>
                                            </p:tgtEl>
                                            <p:attrNameLst>
                                              <p:attrName>ppt_y</p:attrName>
                                            </p:attrNameLst>
                                          </p:cBhvr>
                                          <p:tavLst>
                                            <p:tav tm="0">
                                              <p:val>
                                                <p:strVal val="1+#ppt_h/2"/>
                                              </p:val>
                                            </p:tav>
                                            <p:tav tm="100000">
                                              <p:val>
                                                <p:strVal val="#ppt_y"/>
                                              </p:val>
                                            </p:tav>
                                          </p:tavLst>
                                        </p:anim>
                                      </p:childTnLst>
                                    </p:cTn>
                                  </p:par>
                                  <p:par>
                                    <p:cTn id="78" presetID="2" presetClass="entr" presetSubtype="4" fill="hold" grpId="0" nodeType="withEffect" p14:presetBounceEnd="67000">
                                      <p:stCondLst>
                                        <p:cond delay="1250"/>
                                      </p:stCondLst>
                                      <p:childTnLst>
                                        <p:set>
                                          <p:cBhvr>
                                            <p:cTn id="79" dur="1" fill="hold">
                                              <p:stCondLst>
                                                <p:cond delay="0"/>
                                              </p:stCondLst>
                                            </p:cTn>
                                            <p:tgtEl>
                                              <p:spTgt spid="48"/>
                                            </p:tgtEl>
                                            <p:attrNameLst>
                                              <p:attrName>style.visibility</p:attrName>
                                            </p:attrNameLst>
                                          </p:cBhvr>
                                          <p:to>
                                            <p:strVal val="visible"/>
                                          </p:to>
                                        </p:set>
                                        <p:anim calcmode="lin" valueType="num" p14:bounceEnd="67000">
                                          <p:cBhvr additive="base">
                                            <p:cTn id="80" dur="1000" fill="hold"/>
                                            <p:tgtEl>
                                              <p:spTgt spid="48"/>
                                            </p:tgtEl>
                                            <p:attrNameLst>
                                              <p:attrName>ppt_x</p:attrName>
                                            </p:attrNameLst>
                                          </p:cBhvr>
                                          <p:tavLst>
                                            <p:tav tm="0">
                                              <p:val>
                                                <p:strVal val="#ppt_x"/>
                                              </p:val>
                                            </p:tav>
                                            <p:tav tm="100000">
                                              <p:val>
                                                <p:strVal val="#ppt_x"/>
                                              </p:val>
                                            </p:tav>
                                          </p:tavLst>
                                        </p:anim>
                                        <p:anim calcmode="lin" valueType="num" p14:bounceEnd="67000">
                                          <p:cBhvr additive="base">
                                            <p:cTn id="81" dur="1000" fill="hold"/>
                                            <p:tgtEl>
                                              <p:spTgt spid="48"/>
                                            </p:tgtEl>
                                            <p:attrNameLst>
                                              <p:attrName>ppt_y</p:attrName>
                                            </p:attrNameLst>
                                          </p:cBhvr>
                                          <p:tavLst>
                                            <p:tav tm="0">
                                              <p:val>
                                                <p:strVal val="1+#ppt_h/2"/>
                                              </p:val>
                                            </p:tav>
                                            <p:tav tm="100000">
                                              <p:val>
                                                <p:strVal val="#ppt_y"/>
                                              </p:val>
                                            </p:tav>
                                          </p:tavLst>
                                        </p:anim>
                                      </p:childTnLst>
                                    </p:cTn>
                                  </p:par>
                                  <p:par>
                                    <p:cTn id="82" presetID="2" presetClass="entr" presetSubtype="4" fill="hold" grpId="0" nodeType="withEffect" p14:presetBounceEnd="67000">
                                      <p:stCondLst>
                                        <p:cond delay="1250"/>
                                      </p:stCondLst>
                                      <p:childTnLst>
                                        <p:set>
                                          <p:cBhvr>
                                            <p:cTn id="83" dur="1" fill="hold">
                                              <p:stCondLst>
                                                <p:cond delay="0"/>
                                              </p:stCondLst>
                                            </p:cTn>
                                            <p:tgtEl>
                                              <p:spTgt spid="49"/>
                                            </p:tgtEl>
                                            <p:attrNameLst>
                                              <p:attrName>style.visibility</p:attrName>
                                            </p:attrNameLst>
                                          </p:cBhvr>
                                          <p:to>
                                            <p:strVal val="visible"/>
                                          </p:to>
                                        </p:set>
                                        <p:anim calcmode="lin" valueType="num" p14:bounceEnd="67000">
                                          <p:cBhvr additive="base">
                                            <p:cTn id="84" dur="1000" fill="hold"/>
                                            <p:tgtEl>
                                              <p:spTgt spid="49"/>
                                            </p:tgtEl>
                                            <p:attrNameLst>
                                              <p:attrName>ppt_x</p:attrName>
                                            </p:attrNameLst>
                                          </p:cBhvr>
                                          <p:tavLst>
                                            <p:tav tm="0">
                                              <p:val>
                                                <p:strVal val="#ppt_x"/>
                                              </p:val>
                                            </p:tav>
                                            <p:tav tm="100000">
                                              <p:val>
                                                <p:strVal val="#ppt_x"/>
                                              </p:val>
                                            </p:tav>
                                          </p:tavLst>
                                        </p:anim>
                                        <p:anim calcmode="lin" valueType="num" p14:bounceEnd="67000">
                                          <p:cBhvr additive="base">
                                            <p:cTn id="85" dur="10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animBg="1"/>
          <p:bldP spid="42" grpId="0"/>
          <p:bldP spid="43" grpId="0"/>
          <p:bldP spid="44" grpId="0"/>
          <p:bldP spid="45" grpId="0"/>
          <p:bldP spid="46" grpId="0"/>
          <p:bldP spid="47" grpId="0"/>
          <p:bldP spid="48" grpId="0"/>
          <p:bldP spid="4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750" fill="hold"/>
                                            <p:tgtEl>
                                              <p:spTgt spid="5"/>
                                            </p:tgtEl>
                                            <p:attrNameLst>
                                              <p:attrName>ppt_w</p:attrName>
                                            </p:attrNameLst>
                                          </p:cBhvr>
                                          <p:tavLst>
                                            <p:tav tm="0">
                                              <p:val>
                                                <p:fltVal val="0"/>
                                              </p:val>
                                            </p:tav>
                                            <p:tav tm="100000">
                                              <p:val>
                                                <p:strVal val="#ppt_w"/>
                                              </p:val>
                                            </p:tav>
                                          </p:tavLst>
                                        </p:anim>
                                        <p:anim calcmode="lin" valueType="num">
                                          <p:cBhvr>
                                            <p:cTn id="8" dur="750" fill="hold"/>
                                            <p:tgtEl>
                                              <p:spTgt spid="5"/>
                                            </p:tgtEl>
                                            <p:attrNameLst>
                                              <p:attrName>ppt_h</p:attrName>
                                            </p:attrNameLst>
                                          </p:cBhvr>
                                          <p:tavLst>
                                            <p:tav tm="0">
                                              <p:val>
                                                <p:fltVal val="0"/>
                                              </p:val>
                                            </p:tav>
                                            <p:tav tm="100000">
                                              <p:val>
                                                <p:strVal val="#ppt_h"/>
                                              </p:val>
                                            </p:tav>
                                          </p:tavLst>
                                        </p:anim>
                                        <p:animEffect transition="in" filter="fade">
                                          <p:cBhvr>
                                            <p:cTn id="9" dur="750"/>
                                            <p:tgtEl>
                                              <p:spTgt spid="5"/>
                                            </p:tgtEl>
                                          </p:cBhvr>
                                        </p:animEffect>
                                      </p:childTnLst>
                                    </p:cTn>
                                  </p:par>
                                  <p:par>
                                    <p:cTn id="10" presetID="53" presetClass="entr" presetSubtype="16" fill="hold" nodeType="withEffect">
                                      <p:stCondLst>
                                        <p:cond delay="500"/>
                                      </p:stCondLst>
                                      <p:childTnLst>
                                        <p:set>
                                          <p:cBhvr>
                                            <p:cTn id="11" dur="1" fill="hold">
                                              <p:stCondLst>
                                                <p:cond delay="0"/>
                                              </p:stCondLst>
                                            </p:cTn>
                                            <p:tgtEl>
                                              <p:spTgt spid="2"/>
                                            </p:tgtEl>
                                            <p:attrNameLst>
                                              <p:attrName>style.visibility</p:attrName>
                                            </p:attrNameLst>
                                          </p:cBhvr>
                                          <p:to>
                                            <p:strVal val="visible"/>
                                          </p:to>
                                        </p:set>
                                        <p:anim calcmode="lin" valueType="num">
                                          <p:cBhvr>
                                            <p:cTn id="12" dur="750" fill="hold"/>
                                            <p:tgtEl>
                                              <p:spTgt spid="2"/>
                                            </p:tgtEl>
                                            <p:attrNameLst>
                                              <p:attrName>ppt_w</p:attrName>
                                            </p:attrNameLst>
                                          </p:cBhvr>
                                          <p:tavLst>
                                            <p:tav tm="0">
                                              <p:val>
                                                <p:fltVal val="0"/>
                                              </p:val>
                                            </p:tav>
                                            <p:tav tm="100000">
                                              <p:val>
                                                <p:strVal val="#ppt_w"/>
                                              </p:val>
                                            </p:tav>
                                          </p:tavLst>
                                        </p:anim>
                                        <p:anim calcmode="lin" valueType="num">
                                          <p:cBhvr>
                                            <p:cTn id="13" dur="750" fill="hold"/>
                                            <p:tgtEl>
                                              <p:spTgt spid="2"/>
                                            </p:tgtEl>
                                            <p:attrNameLst>
                                              <p:attrName>ppt_h</p:attrName>
                                            </p:attrNameLst>
                                          </p:cBhvr>
                                          <p:tavLst>
                                            <p:tav tm="0">
                                              <p:val>
                                                <p:fltVal val="0"/>
                                              </p:val>
                                            </p:tav>
                                            <p:tav tm="100000">
                                              <p:val>
                                                <p:strVal val="#ppt_h"/>
                                              </p:val>
                                            </p:tav>
                                          </p:tavLst>
                                        </p:anim>
                                        <p:animEffect transition="in" filter="fade">
                                          <p:cBhvr>
                                            <p:cTn id="14" dur="750"/>
                                            <p:tgtEl>
                                              <p:spTgt spid="2"/>
                                            </p:tgtEl>
                                          </p:cBhvr>
                                        </p:animEffect>
                                      </p:childTnLst>
                                    </p:cTn>
                                  </p:par>
                                  <p:par>
                                    <p:cTn id="15" presetID="53" presetClass="entr" presetSubtype="16"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 calcmode="lin" valueType="num">
                                          <p:cBhvr>
                                            <p:cTn id="17" dur="750" fill="hold"/>
                                            <p:tgtEl>
                                              <p:spTgt spid="3"/>
                                            </p:tgtEl>
                                            <p:attrNameLst>
                                              <p:attrName>ppt_w</p:attrName>
                                            </p:attrNameLst>
                                          </p:cBhvr>
                                          <p:tavLst>
                                            <p:tav tm="0">
                                              <p:val>
                                                <p:fltVal val="0"/>
                                              </p:val>
                                            </p:tav>
                                            <p:tav tm="100000">
                                              <p:val>
                                                <p:strVal val="#ppt_w"/>
                                              </p:val>
                                            </p:tav>
                                          </p:tavLst>
                                        </p:anim>
                                        <p:anim calcmode="lin" valueType="num">
                                          <p:cBhvr>
                                            <p:cTn id="18" dur="750" fill="hold"/>
                                            <p:tgtEl>
                                              <p:spTgt spid="3"/>
                                            </p:tgtEl>
                                            <p:attrNameLst>
                                              <p:attrName>ppt_h</p:attrName>
                                            </p:attrNameLst>
                                          </p:cBhvr>
                                          <p:tavLst>
                                            <p:tav tm="0">
                                              <p:val>
                                                <p:fltVal val="0"/>
                                              </p:val>
                                            </p:tav>
                                            <p:tav tm="100000">
                                              <p:val>
                                                <p:strVal val="#ppt_h"/>
                                              </p:val>
                                            </p:tav>
                                          </p:tavLst>
                                        </p:anim>
                                        <p:animEffect transition="in" filter="fade">
                                          <p:cBhvr>
                                            <p:cTn id="19" dur="750"/>
                                            <p:tgtEl>
                                              <p:spTgt spid="3"/>
                                            </p:tgtEl>
                                          </p:cBhvr>
                                        </p:animEffect>
                                      </p:childTnLst>
                                    </p:cTn>
                                  </p:par>
                                  <p:par>
                                    <p:cTn id="20" presetID="53" presetClass="entr" presetSubtype="16" fill="hold" nodeType="withEffect">
                                      <p:stCondLst>
                                        <p:cond delay="1500"/>
                                      </p:stCondLst>
                                      <p:childTnLst>
                                        <p:set>
                                          <p:cBhvr>
                                            <p:cTn id="21" dur="1" fill="hold">
                                              <p:stCondLst>
                                                <p:cond delay="0"/>
                                              </p:stCondLst>
                                            </p:cTn>
                                            <p:tgtEl>
                                              <p:spTgt spid="4"/>
                                            </p:tgtEl>
                                            <p:attrNameLst>
                                              <p:attrName>style.visibility</p:attrName>
                                            </p:attrNameLst>
                                          </p:cBhvr>
                                          <p:to>
                                            <p:strVal val="visible"/>
                                          </p:to>
                                        </p:set>
                                        <p:anim calcmode="lin" valueType="num">
                                          <p:cBhvr>
                                            <p:cTn id="22" dur="750" fill="hold"/>
                                            <p:tgtEl>
                                              <p:spTgt spid="4"/>
                                            </p:tgtEl>
                                            <p:attrNameLst>
                                              <p:attrName>ppt_w</p:attrName>
                                            </p:attrNameLst>
                                          </p:cBhvr>
                                          <p:tavLst>
                                            <p:tav tm="0">
                                              <p:val>
                                                <p:fltVal val="0"/>
                                              </p:val>
                                            </p:tav>
                                            <p:tav tm="100000">
                                              <p:val>
                                                <p:strVal val="#ppt_w"/>
                                              </p:val>
                                            </p:tav>
                                          </p:tavLst>
                                        </p:anim>
                                        <p:anim calcmode="lin" valueType="num">
                                          <p:cBhvr>
                                            <p:cTn id="23" dur="750" fill="hold"/>
                                            <p:tgtEl>
                                              <p:spTgt spid="4"/>
                                            </p:tgtEl>
                                            <p:attrNameLst>
                                              <p:attrName>ppt_h</p:attrName>
                                            </p:attrNameLst>
                                          </p:cBhvr>
                                          <p:tavLst>
                                            <p:tav tm="0">
                                              <p:val>
                                                <p:fltVal val="0"/>
                                              </p:val>
                                            </p:tav>
                                            <p:tav tm="100000">
                                              <p:val>
                                                <p:strVal val="#ppt_h"/>
                                              </p:val>
                                            </p:tav>
                                          </p:tavLst>
                                        </p:anim>
                                        <p:animEffect transition="in" filter="fade">
                                          <p:cBhvr>
                                            <p:cTn id="24" dur="750"/>
                                            <p:tgtEl>
                                              <p:spTgt spid="4"/>
                                            </p:tgtEl>
                                          </p:cBhvr>
                                        </p:animEffect>
                                      </p:childTnLst>
                                    </p:cTn>
                                  </p:par>
                                  <p:par>
                                    <p:cTn id="25" presetID="22" presetClass="entr" presetSubtype="8" fill="hold" nodeType="withEffect">
                                      <p:stCondLst>
                                        <p:cond delay="250"/>
                                      </p:stCondLst>
                                      <p:childTnLst>
                                        <p:set>
                                          <p:cBhvr>
                                            <p:cTn id="26" dur="1" fill="hold">
                                              <p:stCondLst>
                                                <p:cond delay="0"/>
                                              </p:stCondLst>
                                            </p:cTn>
                                            <p:tgtEl>
                                              <p:spTgt spid="36"/>
                                            </p:tgtEl>
                                            <p:attrNameLst>
                                              <p:attrName>style.visibility</p:attrName>
                                            </p:attrNameLst>
                                          </p:cBhvr>
                                          <p:to>
                                            <p:strVal val="visible"/>
                                          </p:to>
                                        </p:set>
                                        <p:animEffect transition="in" filter="wipe(left)">
                                          <p:cBhvr>
                                            <p:cTn id="27" dur="1000"/>
                                            <p:tgtEl>
                                              <p:spTgt spid="36"/>
                                            </p:tgtEl>
                                          </p:cBhvr>
                                        </p:animEffect>
                                      </p:childTnLst>
                                    </p:cTn>
                                  </p:par>
                                  <p:par>
                                    <p:cTn id="28" presetID="22" presetClass="entr" presetSubtype="8" fill="hold" nodeType="withEffect">
                                      <p:stCondLst>
                                        <p:cond delay="750"/>
                                      </p:stCondLst>
                                      <p:childTnLst>
                                        <p:set>
                                          <p:cBhvr>
                                            <p:cTn id="29" dur="1" fill="hold">
                                              <p:stCondLst>
                                                <p:cond delay="0"/>
                                              </p:stCondLst>
                                            </p:cTn>
                                            <p:tgtEl>
                                              <p:spTgt spid="38"/>
                                            </p:tgtEl>
                                            <p:attrNameLst>
                                              <p:attrName>style.visibility</p:attrName>
                                            </p:attrNameLst>
                                          </p:cBhvr>
                                          <p:to>
                                            <p:strVal val="visible"/>
                                          </p:to>
                                        </p:set>
                                        <p:animEffect transition="in" filter="wipe(left)">
                                          <p:cBhvr>
                                            <p:cTn id="30" dur="1000"/>
                                            <p:tgtEl>
                                              <p:spTgt spid="38"/>
                                            </p:tgtEl>
                                          </p:cBhvr>
                                        </p:animEffect>
                                      </p:childTnLst>
                                    </p:cTn>
                                  </p:par>
                                  <p:par>
                                    <p:cTn id="31" presetID="22" presetClass="entr" presetSubtype="8" fill="hold" nodeType="withEffect">
                                      <p:stCondLst>
                                        <p:cond delay="1250"/>
                                      </p:stCondLst>
                                      <p:childTnLst>
                                        <p:set>
                                          <p:cBhvr>
                                            <p:cTn id="32" dur="1" fill="hold">
                                              <p:stCondLst>
                                                <p:cond delay="0"/>
                                              </p:stCondLst>
                                            </p:cTn>
                                            <p:tgtEl>
                                              <p:spTgt spid="40"/>
                                            </p:tgtEl>
                                            <p:attrNameLst>
                                              <p:attrName>style.visibility</p:attrName>
                                            </p:attrNameLst>
                                          </p:cBhvr>
                                          <p:to>
                                            <p:strVal val="visible"/>
                                          </p:to>
                                        </p:set>
                                        <p:animEffect transition="in" filter="wipe(left)">
                                          <p:cBhvr>
                                            <p:cTn id="33" dur="1000"/>
                                            <p:tgtEl>
                                              <p:spTgt spid="40"/>
                                            </p:tgtEl>
                                          </p:cBhvr>
                                        </p:animEffect>
                                      </p:childTnLst>
                                    </p:cTn>
                                  </p:par>
                                  <p:par>
                                    <p:cTn id="34" presetID="53" presetClass="entr" presetSubtype="16" fill="hold" grpId="0" nodeType="withEffect">
                                      <p:stCondLst>
                                        <p:cond delay="250"/>
                                      </p:stCondLst>
                                      <p:childTnLst>
                                        <p:set>
                                          <p:cBhvr>
                                            <p:cTn id="35" dur="1" fill="hold">
                                              <p:stCondLst>
                                                <p:cond delay="0"/>
                                              </p:stCondLst>
                                            </p:cTn>
                                            <p:tgtEl>
                                              <p:spTgt spid="29"/>
                                            </p:tgtEl>
                                            <p:attrNameLst>
                                              <p:attrName>style.visibility</p:attrName>
                                            </p:attrNameLst>
                                          </p:cBhvr>
                                          <p:to>
                                            <p:strVal val="visible"/>
                                          </p:to>
                                        </p:set>
                                        <p:anim calcmode="lin" valueType="num">
                                          <p:cBhvr>
                                            <p:cTn id="36" dur="750" fill="hold"/>
                                            <p:tgtEl>
                                              <p:spTgt spid="29"/>
                                            </p:tgtEl>
                                            <p:attrNameLst>
                                              <p:attrName>ppt_w</p:attrName>
                                            </p:attrNameLst>
                                          </p:cBhvr>
                                          <p:tavLst>
                                            <p:tav tm="0">
                                              <p:val>
                                                <p:fltVal val="0"/>
                                              </p:val>
                                            </p:tav>
                                            <p:tav tm="100000">
                                              <p:val>
                                                <p:strVal val="#ppt_w"/>
                                              </p:val>
                                            </p:tav>
                                          </p:tavLst>
                                        </p:anim>
                                        <p:anim calcmode="lin" valueType="num">
                                          <p:cBhvr>
                                            <p:cTn id="37" dur="750" fill="hold"/>
                                            <p:tgtEl>
                                              <p:spTgt spid="29"/>
                                            </p:tgtEl>
                                            <p:attrNameLst>
                                              <p:attrName>ppt_h</p:attrName>
                                            </p:attrNameLst>
                                          </p:cBhvr>
                                          <p:tavLst>
                                            <p:tav tm="0">
                                              <p:val>
                                                <p:fltVal val="0"/>
                                              </p:val>
                                            </p:tav>
                                            <p:tav tm="100000">
                                              <p:val>
                                                <p:strVal val="#ppt_h"/>
                                              </p:val>
                                            </p:tav>
                                          </p:tavLst>
                                        </p:anim>
                                        <p:animEffect transition="in" filter="fade">
                                          <p:cBhvr>
                                            <p:cTn id="38" dur="750"/>
                                            <p:tgtEl>
                                              <p:spTgt spid="29"/>
                                            </p:tgtEl>
                                          </p:cBhvr>
                                        </p:animEffect>
                                      </p:childTnLst>
                                    </p:cTn>
                                  </p:par>
                                  <p:par>
                                    <p:cTn id="39" presetID="53" presetClass="entr" presetSubtype="16" fill="hold" grpId="0" nodeType="withEffect">
                                      <p:stCondLst>
                                        <p:cond delay="750"/>
                                      </p:stCondLst>
                                      <p:childTnLst>
                                        <p:set>
                                          <p:cBhvr>
                                            <p:cTn id="40" dur="1" fill="hold">
                                              <p:stCondLst>
                                                <p:cond delay="0"/>
                                              </p:stCondLst>
                                            </p:cTn>
                                            <p:tgtEl>
                                              <p:spTgt spid="28"/>
                                            </p:tgtEl>
                                            <p:attrNameLst>
                                              <p:attrName>style.visibility</p:attrName>
                                            </p:attrNameLst>
                                          </p:cBhvr>
                                          <p:to>
                                            <p:strVal val="visible"/>
                                          </p:to>
                                        </p:set>
                                        <p:anim calcmode="lin" valueType="num">
                                          <p:cBhvr>
                                            <p:cTn id="41" dur="750" fill="hold"/>
                                            <p:tgtEl>
                                              <p:spTgt spid="28"/>
                                            </p:tgtEl>
                                            <p:attrNameLst>
                                              <p:attrName>ppt_w</p:attrName>
                                            </p:attrNameLst>
                                          </p:cBhvr>
                                          <p:tavLst>
                                            <p:tav tm="0">
                                              <p:val>
                                                <p:fltVal val="0"/>
                                              </p:val>
                                            </p:tav>
                                            <p:tav tm="100000">
                                              <p:val>
                                                <p:strVal val="#ppt_w"/>
                                              </p:val>
                                            </p:tav>
                                          </p:tavLst>
                                        </p:anim>
                                        <p:anim calcmode="lin" valueType="num">
                                          <p:cBhvr>
                                            <p:cTn id="42" dur="750" fill="hold"/>
                                            <p:tgtEl>
                                              <p:spTgt spid="28"/>
                                            </p:tgtEl>
                                            <p:attrNameLst>
                                              <p:attrName>ppt_h</p:attrName>
                                            </p:attrNameLst>
                                          </p:cBhvr>
                                          <p:tavLst>
                                            <p:tav tm="0">
                                              <p:val>
                                                <p:fltVal val="0"/>
                                              </p:val>
                                            </p:tav>
                                            <p:tav tm="100000">
                                              <p:val>
                                                <p:strVal val="#ppt_h"/>
                                              </p:val>
                                            </p:tav>
                                          </p:tavLst>
                                        </p:anim>
                                        <p:animEffect transition="in" filter="fade">
                                          <p:cBhvr>
                                            <p:cTn id="43" dur="750"/>
                                            <p:tgtEl>
                                              <p:spTgt spid="28"/>
                                            </p:tgtEl>
                                          </p:cBhvr>
                                        </p:animEffect>
                                      </p:childTnLst>
                                    </p:cTn>
                                  </p:par>
                                  <p:par>
                                    <p:cTn id="44" presetID="53" presetClass="entr" presetSubtype="16" fill="hold" grpId="0" nodeType="withEffect">
                                      <p:stCondLst>
                                        <p:cond delay="1250"/>
                                      </p:stCondLst>
                                      <p:childTnLst>
                                        <p:set>
                                          <p:cBhvr>
                                            <p:cTn id="45" dur="1" fill="hold">
                                              <p:stCondLst>
                                                <p:cond delay="0"/>
                                              </p:stCondLst>
                                            </p:cTn>
                                            <p:tgtEl>
                                              <p:spTgt spid="31"/>
                                            </p:tgtEl>
                                            <p:attrNameLst>
                                              <p:attrName>style.visibility</p:attrName>
                                            </p:attrNameLst>
                                          </p:cBhvr>
                                          <p:to>
                                            <p:strVal val="visible"/>
                                          </p:to>
                                        </p:set>
                                        <p:anim calcmode="lin" valueType="num">
                                          <p:cBhvr>
                                            <p:cTn id="46" dur="750" fill="hold"/>
                                            <p:tgtEl>
                                              <p:spTgt spid="31"/>
                                            </p:tgtEl>
                                            <p:attrNameLst>
                                              <p:attrName>ppt_w</p:attrName>
                                            </p:attrNameLst>
                                          </p:cBhvr>
                                          <p:tavLst>
                                            <p:tav tm="0">
                                              <p:val>
                                                <p:fltVal val="0"/>
                                              </p:val>
                                            </p:tav>
                                            <p:tav tm="100000">
                                              <p:val>
                                                <p:strVal val="#ppt_w"/>
                                              </p:val>
                                            </p:tav>
                                          </p:tavLst>
                                        </p:anim>
                                        <p:anim calcmode="lin" valueType="num">
                                          <p:cBhvr>
                                            <p:cTn id="47" dur="750" fill="hold"/>
                                            <p:tgtEl>
                                              <p:spTgt spid="31"/>
                                            </p:tgtEl>
                                            <p:attrNameLst>
                                              <p:attrName>ppt_h</p:attrName>
                                            </p:attrNameLst>
                                          </p:cBhvr>
                                          <p:tavLst>
                                            <p:tav tm="0">
                                              <p:val>
                                                <p:fltVal val="0"/>
                                              </p:val>
                                            </p:tav>
                                            <p:tav tm="100000">
                                              <p:val>
                                                <p:strVal val="#ppt_h"/>
                                              </p:val>
                                            </p:tav>
                                          </p:tavLst>
                                        </p:anim>
                                        <p:animEffect transition="in" filter="fade">
                                          <p:cBhvr>
                                            <p:cTn id="48" dur="750"/>
                                            <p:tgtEl>
                                              <p:spTgt spid="31"/>
                                            </p:tgtEl>
                                          </p:cBhvr>
                                        </p:animEffect>
                                      </p:childTnLst>
                                    </p:cTn>
                                  </p:par>
                                  <p:par>
                                    <p:cTn id="49" presetID="53" presetClass="entr" presetSubtype="16" fill="hold" grpId="0" nodeType="withEffect">
                                      <p:stCondLst>
                                        <p:cond delay="1750"/>
                                      </p:stCondLst>
                                      <p:childTnLst>
                                        <p:set>
                                          <p:cBhvr>
                                            <p:cTn id="50" dur="1" fill="hold">
                                              <p:stCondLst>
                                                <p:cond delay="0"/>
                                              </p:stCondLst>
                                            </p:cTn>
                                            <p:tgtEl>
                                              <p:spTgt spid="30"/>
                                            </p:tgtEl>
                                            <p:attrNameLst>
                                              <p:attrName>style.visibility</p:attrName>
                                            </p:attrNameLst>
                                          </p:cBhvr>
                                          <p:to>
                                            <p:strVal val="visible"/>
                                          </p:to>
                                        </p:set>
                                        <p:anim calcmode="lin" valueType="num">
                                          <p:cBhvr>
                                            <p:cTn id="51" dur="750" fill="hold"/>
                                            <p:tgtEl>
                                              <p:spTgt spid="30"/>
                                            </p:tgtEl>
                                            <p:attrNameLst>
                                              <p:attrName>ppt_w</p:attrName>
                                            </p:attrNameLst>
                                          </p:cBhvr>
                                          <p:tavLst>
                                            <p:tav tm="0">
                                              <p:val>
                                                <p:fltVal val="0"/>
                                              </p:val>
                                            </p:tav>
                                            <p:tav tm="100000">
                                              <p:val>
                                                <p:strVal val="#ppt_w"/>
                                              </p:val>
                                            </p:tav>
                                          </p:tavLst>
                                        </p:anim>
                                        <p:anim calcmode="lin" valueType="num">
                                          <p:cBhvr>
                                            <p:cTn id="52" dur="750" fill="hold"/>
                                            <p:tgtEl>
                                              <p:spTgt spid="30"/>
                                            </p:tgtEl>
                                            <p:attrNameLst>
                                              <p:attrName>ppt_h</p:attrName>
                                            </p:attrNameLst>
                                          </p:cBhvr>
                                          <p:tavLst>
                                            <p:tav tm="0">
                                              <p:val>
                                                <p:fltVal val="0"/>
                                              </p:val>
                                            </p:tav>
                                            <p:tav tm="100000">
                                              <p:val>
                                                <p:strVal val="#ppt_h"/>
                                              </p:val>
                                            </p:tav>
                                          </p:tavLst>
                                        </p:anim>
                                        <p:animEffect transition="in" filter="fade">
                                          <p:cBhvr>
                                            <p:cTn id="53" dur="750"/>
                                            <p:tgtEl>
                                              <p:spTgt spid="30"/>
                                            </p:tgtEl>
                                          </p:cBhvr>
                                        </p:animEffect>
                                      </p:childTnLst>
                                    </p:cTn>
                                  </p:par>
                                  <p:par>
                                    <p:cTn id="54" presetID="2" presetClass="entr" presetSubtype="4" fill="hold" grpId="0" nodeType="withEffect">
                                      <p:stCondLst>
                                        <p:cond delay="500"/>
                                      </p:stCondLst>
                                      <p:childTnLst>
                                        <p:set>
                                          <p:cBhvr>
                                            <p:cTn id="55" dur="1" fill="hold">
                                              <p:stCondLst>
                                                <p:cond delay="0"/>
                                              </p:stCondLst>
                                            </p:cTn>
                                            <p:tgtEl>
                                              <p:spTgt spid="42"/>
                                            </p:tgtEl>
                                            <p:attrNameLst>
                                              <p:attrName>style.visibility</p:attrName>
                                            </p:attrNameLst>
                                          </p:cBhvr>
                                          <p:to>
                                            <p:strVal val="visible"/>
                                          </p:to>
                                        </p:set>
                                        <p:anim calcmode="lin" valueType="num">
                                          <p:cBhvr additive="base">
                                            <p:cTn id="56" dur="1000" fill="hold"/>
                                            <p:tgtEl>
                                              <p:spTgt spid="42"/>
                                            </p:tgtEl>
                                            <p:attrNameLst>
                                              <p:attrName>ppt_x</p:attrName>
                                            </p:attrNameLst>
                                          </p:cBhvr>
                                          <p:tavLst>
                                            <p:tav tm="0">
                                              <p:val>
                                                <p:strVal val="#ppt_x"/>
                                              </p:val>
                                            </p:tav>
                                            <p:tav tm="100000">
                                              <p:val>
                                                <p:strVal val="#ppt_x"/>
                                              </p:val>
                                            </p:tav>
                                          </p:tavLst>
                                        </p:anim>
                                        <p:anim calcmode="lin" valueType="num">
                                          <p:cBhvr additive="base">
                                            <p:cTn id="57" dur="1000" fill="hold"/>
                                            <p:tgtEl>
                                              <p:spTgt spid="42"/>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500"/>
                                      </p:stCondLst>
                                      <p:childTnLst>
                                        <p:set>
                                          <p:cBhvr>
                                            <p:cTn id="59" dur="1" fill="hold">
                                              <p:stCondLst>
                                                <p:cond delay="0"/>
                                              </p:stCondLst>
                                            </p:cTn>
                                            <p:tgtEl>
                                              <p:spTgt spid="43"/>
                                            </p:tgtEl>
                                            <p:attrNameLst>
                                              <p:attrName>style.visibility</p:attrName>
                                            </p:attrNameLst>
                                          </p:cBhvr>
                                          <p:to>
                                            <p:strVal val="visible"/>
                                          </p:to>
                                        </p:set>
                                        <p:anim calcmode="lin" valueType="num">
                                          <p:cBhvr additive="base">
                                            <p:cTn id="60" dur="1000" fill="hold"/>
                                            <p:tgtEl>
                                              <p:spTgt spid="43"/>
                                            </p:tgtEl>
                                            <p:attrNameLst>
                                              <p:attrName>ppt_x</p:attrName>
                                            </p:attrNameLst>
                                          </p:cBhvr>
                                          <p:tavLst>
                                            <p:tav tm="0">
                                              <p:val>
                                                <p:strVal val="#ppt_x"/>
                                              </p:val>
                                            </p:tav>
                                            <p:tav tm="100000">
                                              <p:val>
                                                <p:strVal val="#ppt_x"/>
                                              </p:val>
                                            </p:tav>
                                          </p:tavLst>
                                        </p:anim>
                                        <p:anim calcmode="lin" valueType="num">
                                          <p:cBhvr additive="base">
                                            <p:cTn id="61" dur="1000" fill="hold"/>
                                            <p:tgtEl>
                                              <p:spTgt spid="43"/>
                                            </p:tgtEl>
                                            <p:attrNameLst>
                                              <p:attrName>ppt_y</p:attrName>
                                            </p:attrNameLst>
                                          </p:cBhvr>
                                          <p:tavLst>
                                            <p:tav tm="0">
                                              <p:val>
                                                <p:strVal val="1+#ppt_h/2"/>
                                              </p:val>
                                            </p:tav>
                                            <p:tav tm="100000">
                                              <p:val>
                                                <p:strVal val="#ppt_y"/>
                                              </p:val>
                                            </p:tav>
                                          </p:tavLst>
                                        </p:anim>
                                      </p:childTnLst>
                                    </p:cTn>
                                  </p:par>
                                  <p:par>
                                    <p:cTn id="62" presetID="2" presetClass="entr" presetSubtype="4" fill="hold" grpId="0" nodeType="withEffect">
                                      <p:stCondLst>
                                        <p:cond delay="750"/>
                                      </p:stCondLst>
                                      <p:childTnLst>
                                        <p:set>
                                          <p:cBhvr>
                                            <p:cTn id="63" dur="1" fill="hold">
                                              <p:stCondLst>
                                                <p:cond delay="0"/>
                                              </p:stCondLst>
                                            </p:cTn>
                                            <p:tgtEl>
                                              <p:spTgt spid="44"/>
                                            </p:tgtEl>
                                            <p:attrNameLst>
                                              <p:attrName>style.visibility</p:attrName>
                                            </p:attrNameLst>
                                          </p:cBhvr>
                                          <p:to>
                                            <p:strVal val="visible"/>
                                          </p:to>
                                        </p:set>
                                        <p:anim calcmode="lin" valueType="num">
                                          <p:cBhvr additive="base">
                                            <p:cTn id="64" dur="1000" fill="hold"/>
                                            <p:tgtEl>
                                              <p:spTgt spid="44"/>
                                            </p:tgtEl>
                                            <p:attrNameLst>
                                              <p:attrName>ppt_x</p:attrName>
                                            </p:attrNameLst>
                                          </p:cBhvr>
                                          <p:tavLst>
                                            <p:tav tm="0">
                                              <p:val>
                                                <p:strVal val="#ppt_x"/>
                                              </p:val>
                                            </p:tav>
                                            <p:tav tm="100000">
                                              <p:val>
                                                <p:strVal val="#ppt_x"/>
                                              </p:val>
                                            </p:tav>
                                          </p:tavLst>
                                        </p:anim>
                                        <p:anim calcmode="lin" valueType="num">
                                          <p:cBhvr additive="base">
                                            <p:cTn id="65" dur="1000" fill="hold"/>
                                            <p:tgtEl>
                                              <p:spTgt spid="44"/>
                                            </p:tgtEl>
                                            <p:attrNameLst>
                                              <p:attrName>ppt_y</p:attrName>
                                            </p:attrNameLst>
                                          </p:cBhvr>
                                          <p:tavLst>
                                            <p:tav tm="0">
                                              <p:val>
                                                <p:strVal val="1+#ppt_h/2"/>
                                              </p:val>
                                            </p:tav>
                                            <p:tav tm="100000">
                                              <p:val>
                                                <p:strVal val="#ppt_y"/>
                                              </p:val>
                                            </p:tav>
                                          </p:tavLst>
                                        </p:anim>
                                      </p:childTnLst>
                                    </p:cTn>
                                  </p:par>
                                  <p:par>
                                    <p:cTn id="66" presetID="2" presetClass="entr" presetSubtype="4" fill="hold" grpId="0" nodeType="withEffect">
                                      <p:stCondLst>
                                        <p:cond delay="750"/>
                                      </p:stCondLst>
                                      <p:childTnLst>
                                        <p:set>
                                          <p:cBhvr>
                                            <p:cTn id="67" dur="1" fill="hold">
                                              <p:stCondLst>
                                                <p:cond delay="0"/>
                                              </p:stCondLst>
                                            </p:cTn>
                                            <p:tgtEl>
                                              <p:spTgt spid="45"/>
                                            </p:tgtEl>
                                            <p:attrNameLst>
                                              <p:attrName>style.visibility</p:attrName>
                                            </p:attrNameLst>
                                          </p:cBhvr>
                                          <p:to>
                                            <p:strVal val="visible"/>
                                          </p:to>
                                        </p:set>
                                        <p:anim calcmode="lin" valueType="num">
                                          <p:cBhvr additive="base">
                                            <p:cTn id="68" dur="1000" fill="hold"/>
                                            <p:tgtEl>
                                              <p:spTgt spid="45"/>
                                            </p:tgtEl>
                                            <p:attrNameLst>
                                              <p:attrName>ppt_x</p:attrName>
                                            </p:attrNameLst>
                                          </p:cBhvr>
                                          <p:tavLst>
                                            <p:tav tm="0">
                                              <p:val>
                                                <p:strVal val="#ppt_x"/>
                                              </p:val>
                                            </p:tav>
                                            <p:tav tm="100000">
                                              <p:val>
                                                <p:strVal val="#ppt_x"/>
                                              </p:val>
                                            </p:tav>
                                          </p:tavLst>
                                        </p:anim>
                                        <p:anim calcmode="lin" valueType="num">
                                          <p:cBhvr additive="base">
                                            <p:cTn id="69" dur="1000" fill="hold"/>
                                            <p:tgtEl>
                                              <p:spTgt spid="45"/>
                                            </p:tgtEl>
                                            <p:attrNameLst>
                                              <p:attrName>ppt_y</p:attrName>
                                            </p:attrNameLst>
                                          </p:cBhvr>
                                          <p:tavLst>
                                            <p:tav tm="0">
                                              <p:val>
                                                <p:strVal val="1+#ppt_h/2"/>
                                              </p:val>
                                            </p:tav>
                                            <p:tav tm="100000">
                                              <p:val>
                                                <p:strVal val="#ppt_y"/>
                                              </p:val>
                                            </p:tav>
                                          </p:tavLst>
                                        </p:anim>
                                      </p:childTnLst>
                                    </p:cTn>
                                  </p:par>
                                  <p:par>
                                    <p:cTn id="70" presetID="2" presetClass="entr" presetSubtype="4" fill="hold" grpId="0" nodeType="withEffect">
                                      <p:stCondLst>
                                        <p:cond delay="1000"/>
                                      </p:stCondLst>
                                      <p:childTnLst>
                                        <p:set>
                                          <p:cBhvr>
                                            <p:cTn id="71" dur="1" fill="hold">
                                              <p:stCondLst>
                                                <p:cond delay="0"/>
                                              </p:stCondLst>
                                            </p:cTn>
                                            <p:tgtEl>
                                              <p:spTgt spid="46"/>
                                            </p:tgtEl>
                                            <p:attrNameLst>
                                              <p:attrName>style.visibility</p:attrName>
                                            </p:attrNameLst>
                                          </p:cBhvr>
                                          <p:to>
                                            <p:strVal val="visible"/>
                                          </p:to>
                                        </p:set>
                                        <p:anim calcmode="lin" valueType="num">
                                          <p:cBhvr additive="base">
                                            <p:cTn id="72" dur="1000" fill="hold"/>
                                            <p:tgtEl>
                                              <p:spTgt spid="46"/>
                                            </p:tgtEl>
                                            <p:attrNameLst>
                                              <p:attrName>ppt_x</p:attrName>
                                            </p:attrNameLst>
                                          </p:cBhvr>
                                          <p:tavLst>
                                            <p:tav tm="0">
                                              <p:val>
                                                <p:strVal val="#ppt_x"/>
                                              </p:val>
                                            </p:tav>
                                            <p:tav tm="100000">
                                              <p:val>
                                                <p:strVal val="#ppt_x"/>
                                              </p:val>
                                            </p:tav>
                                          </p:tavLst>
                                        </p:anim>
                                        <p:anim calcmode="lin" valueType="num">
                                          <p:cBhvr additive="base">
                                            <p:cTn id="73" dur="1000" fill="hold"/>
                                            <p:tgtEl>
                                              <p:spTgt spid="46"/>
                                            </p:tgtEl>
                                            <p:attrNameLst>
                                              <p:attrName>ppt_y</p:attrName>
                                            </p:attrNameLst>
                                          </p:cBhvr>
                                          <p:tavLst>
                                            <p:tav tm="0">
                                              <p:val>
                                                <p:strVal val="1+#ppt_h/2"/>
                                              </p:val>
                                            </p:tav>
                                            <p:tav tm="100000">
                                              <p:val>
                                                <p:strVal val="#ppt_y"/>
                                              </p:val>
                                            </p:tav>
                                          </p:tavLst>
                                        </p:anim>
                                      </p:childTnLst>
                                    </p:cTn>
                                  </p:par>
                                  <p:par>
                                    <p:cTn id="74" presetID="2" presetClass="entr" presetSubtype="4" fill="hold" grpId="0" nodeType="withEffect">
                                      <p:stCondLst>
                                        <p:cond delay="1000"/>
                                      </p:stCondLst>
                                      <p:childTnLst>
                                        <p:set>
                                          <p:cBhvr>
                                            <p:cTn id="75" dur="1" fill="hold">
                                              <p:stCondLst>
                                                <p:cond delay="0"/>
                                              </p:stCondLst>
                                            </p:cTn>
                                            <p:tgtEl>
                                              <p:spTgt spid="47"/>
                                            </p:tgtEl>
                                            <p:attrNameLst>
                                              <p:attrName>style.visibility</p:attrName>
                                            </p:attrNameLst>
                                          </p:cBhvr>
                                          <p:to>
                                            <p:strVal val="visible"/>
                                          </p:to>
                                        </p:set>
                                        <p:anim calcmode="lin" valueType="num">
                                          <p:cBhvr additive="base">
                                            <p:cTn id="76" dur="1000" fill="hold"/>
                                            <p:tgtEl>
                                              <p:spTgt spid="47"/>
                                            </p:tgtEl>
                                            <p:attrNameLst>
                                              <p:attrName>ppt_x</p:attrName>
                                            </p:attrNameLst>
                                          </p:cBhvr>
                                          <p:tavLst>
                                            <p:tav tm="0">
                                              <p:val>
                                                <p:strVal val="#ppt_x"/>
                                              </p:val>
                                            </p:tav>
                                            <p:tav tm="100000">
                                              <p:val>
                                                <p:strVal val="#ppt_x"/>
                                              </p:val>
                                            </p:tav>
                                          </p:tavLst>
                                        </p:anim>
                                        <p:anim calcmode="lin" valueType="num">
                                          <p:cBhvr additive="base">
                                            <p:cTn id="77" dur="1000" fill="hold"/>
                                            <p:tgtEl>
                                              <p:spTgt spid="47"/>
                                            </p:tgtEl>
                                            <p:attrNameLst>
                                              <p:attrName>ppt_y</p:attrName>
                                            </p:attrNameLst>
                                          </p:cBhvr>
                                          <p:tavLst>
                                            <p:tav tm="0">
                                              <p:val>
                                                <p:strVal val="1+#ppt_h/2"/>
                                              </p:val>
                                            </p:tav>
                                            <p:tav tm="100000">
                                              <p:val>
                                                <p:strVal val="#ppt_y"/>
                                              </p:val>
                                            </p:tav>
                                          </p:tavLst>
                                        </p:anim>
                                      </p:childTnLst>
                                    </p:cTn>
                                  </p:par>
                                  <p:par>
                                    <p:cTn id="78" presetID="2" presetClass="entr" presetSubtype="4" fill="hold" grpId="0" nodeType="withEffect">
                                      <p:stCondLst>
                                        <p:cond delay="1250"/>
                                      </p:stCondLst>
                                      <p:childTnLst>
                                        <p:set>
                                          <p:cBhvr>
                                            <p:cTn id="79" dur="1" fill="hold">
                                              <p:stCondLst>
                                                <p:cond delay="0"/>
                                              </p:stCondLst>
                                            </p:cTn>
                                            <p:tgtEl>
                                              <p:spTgt spid="48"/>
                                            </p:tgtEl>
                                            <p:attrNameLst>
                                              <p:attrName>style.visibility</p:attrName>
                                            </p:attrNameLst>
                                          </p:cBhvr>
                                          <p:to>
                                            <p:strVal val="visible"/>
                                          </p:to>
                                        </p:set>
                                        <p:anim calcmode="lin" valueType="num">
                                          <p:cBhvr additive="base">
                                            <p:cTn id="80" dur="1000" fill="hold"/>
                                            <p:tgtEl>
                                              <p:spTgt spid="48"/>
                                            </p:tgtEl>
                                            <p:attrNameLst>
                                              <p:attrName>ppt_x</p:attrName>
                                            </p:attrNameLst>
                                          </p:cBhvr>
                                          <p:tavLst>
                                            <p:tav tm="0">
                                              <p:val>
                                                <p:strVal val="#ppt_x"/>
                                              </p:val>
                                            </p:tav>
                                            <p:tav tm="100000">
                                              <p:val>
                                                <p:strVal val="#ppt_x"/>
                                              </p:val>
                                            </p:tav>
                                          </p:tavLst>
                                        </p:anim>
                                        <p:anim calcmode="lin" valueType="num">
                                          <p:cBhvr additive="base">
                                            <p:cTn id="81" dur="1000" fill="hold"/>
                                            <p:tgtEl>
                                              <p:spTgt spid="48"/>
                                            </p:tgtEl>
                                            <p:attrNameLst>
                                              <p:attrName>ppt_y</p:attrName>
                                            </p:attrNameLst>
                                          </p:cBhvr>
                                          <p:tavLst>
                                            <p:tav tm="0">
                                              <p:val>
                                                <p:strVal val="1+#ppt_h/2"/>
                                              </p:val>
                                            </p:tav>
                                            <p:tav tm="100000">
                                              <p:val>
                                                <p:strVal val="#ppt_y"/>
                                              </p:val>
                                            </p:tav>
                                          </p:tavLst>
                                        </p:anim>
                                      </p:childTnLst>
                                    </p:cTn>
                                  </p:par>
                                  <p:par>
                                    <p:cTn id="82" presetID="2" presetClass="entr" presetSubtype="4" fill="hold" grpId="0" nodeType="withEffect">
                                      <p:stCondLst>
                                        <p:cond delay="1250"/>
                                      </p:stCondLst>
                                      <p:childTnLst>
                                        <p:set>
                                          <p:cBhvr>
                                            <p:cTn id="83" dur="1" fill="hold">
                                              <p:stCondLst>
                                                <p:cond delay="0"/>
                                              </p:stCondLst>
                                            </p:cTn>
                                            <p:tgtEl>
                                              <p:spTgt spid="49"/>
                                            </p:tgtEl>
                                            <p:attrNameLst>
                                              <p:attrName>style.visibility</p:attrName>
                                            </p:attrNameLst>
                                          </p:cBhvr>
                                          <p:to>
                                            <p:strVal val="visible"/>
                                          </p:to>
                                        </p:set>
                                        <p:anim calcmode="lin" valueType="num">
                                          <p:cBhvr additive="base">
                                            <p:cTn id="84" dur="1000" fill="hold"/>
                                            <p:tgtEl>
                                              <p:spTgt spid="49"/>
                                            </p:tgtEl>
                                            <p:attrNameLst>
                                              <p:attrName>ppt_x</p:attrName>
                                            </p:attrNameLst>
                                          </p:cBhvr>
                                          <p:tavLst>
                                            <p:tav tm="0">
                                              <p:val>
                                                <p:strVal val="#ppt_x"/>
                                              </p:val>
                                            </p:tav>
                                            <p:tav tm="100000">
                                              <p:val>
                                                <p:strVal val="#ppt_x"/>
                                              </p:val>
                                            </p:tav>
                                          </p:tavLst>
                                        </p:anim>
                                        <p:anim calcmode="lin" valueType="num">
                                          <p:cBhvr additive="base">
                                            <p:cTn id="85" dur="10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animBg="1"/>
          <p:bldP spid="42" grpId="0"/>
          <p:bldP spid="43" grpId="0"/>
          <p:bldP spid="44" grpId="0"/>
          <p:bldP spid="45" grpId="0"/>
          <p:bldP spid="46" grpId="0"/>
          <p:bldP spid="47" grpId="0"/>
          <p:bldP spid="48" grpId="0"/>
          <p:bldP spid="49" grpId="0"/>
        </p:bldLst>
      </p:timing>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4" name="Group 193">
            <a:extLst>
              <a:ext uri="{FF2B5EF4-FFF2-40B4-BE49-F238E27FC236}">
                <a16:creationId xmlns:a16="http://schemas.microsoft.com/office/drawing/2014/main" id="{35F3BFFE-FC20-4AC0-9404-DF8D4714CAF1}"/>
              </a:ext>
            </a:extLst>
          </p:cNvPr>
          <p:cNvGrpSpPr/>
          <p:nvPr/>
        </p:nvGrpSpPr>
        <p:grpSpPr>
          <a:xfrm>
            <a:off x="9310688" y="1816101"/>
            <a:ext cx="1543050" cy="1543050"/>
            <a:chOff x="9310688" y="1816101"/>
            <a:chExt cx="1543050" cy="1543050"/>
          </a:xfrm>
          <a:effectLst>
            <a:outerShdw blurRad="88900" dist="63500" dir="2700000" algn="ctr" rotWithShape="0">
              <a:srgbClr val="000000">
                <a:alpha val="29000"/>
              </a:srgbClr>
            </a:outerShdw>
          </a:effectLst>
        </p:grpSpPr>
        <p:sp>
          <p:nvSpPr>
            <p:cNvPr id="69" name="Oval 67">
              <a:extLst>
                <a:ext uri="{FF2B5EF4-FFF2-40B4-BE49-F238E27FC236}">
                  <a16:creationId xmlns:a16="http://schemas.microsoft.com/office/drawing/2014/main" id="{37319FDB-279E-41B1-91B6-97494D5C31BC}"/>
                </a:ext>
              </a:extLst>
            </p:cNvPr>
            <p:cNvSpPr>
              <a:spLocks noChangeArrowheads="1"/>
            </p:cNvSpPr>
            <p:nvPr/>
          </p:nvSpPr>
          <p:spPr bwMode="auto">
            <a:xfrm>
              <a:off x="9380538" y="1881188"/>
              <a:ext cx="1403350" cy="1408113"/>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70" name="Freeform 68">
              <a:extLst>
                <a:ext uri="{FF2B5EF4-FFF2-40B4-BE49-F238E27FC236}">
                  <a16:creationId xmlns:a16="http://schemas.microsoft.com/office/drawing/2014/main" id="{479BE8CB-7A7E-4264-A4A2-0E25E73D07A3}"/>
                </a:ext>
              </a:extLst>
            </p:cNvPr>
            <p:cNvSpPr>
              <a:spLocks/>
            </p:cNvSpPr>
            <p:nvPr/>
          </p:nvSpPr>
          <p:spPr bwMode="auto">
            <a:xfrm>
              <a:off x="9580563" y="2085976"/>
              <a:ext cx="1273175" cy="1273175"/>
            </a:xfrm>
            <a:custGeom>
              <a:avLst/>
              <a:gdLst>
                <a:gd name="T0" fmla="*/ 259 w 331"/>
                <a:gd name="T1" fmla="*/ 1 h 330"/>
                <a:gd name="T2" fmla="*/ 258 w 331"/>
                <a:gd name="T3" fmla="*/ 0 h 330"/>
                <a:gd name="T4" fmla="*/ 257 w 331"/>
                <a:gd name="T5" fmla="*/ 257 h 330"/>
                <a:gd name="T6" fmla="*/ 0 w 331"/>
                <a:gd name="T7" fmla="*/ 258 h 330"/>
                <a:gd name="T8" fmla="*/ 1 w 331"/>
                <a:gd name="T9" fmla="*/ 259 h 330"/>
                <a:gd name="T10" fmla="*/ 259 w 331"/>
                <a:gd name="T11" fmla="*/ 259 h 330"/>
                <a:gd name="T12" fmla="*/ 259 w 331"/>
                <a:gd name="T13" fmla="*/ 1 h 330"/>
              </a:gdLst>
              <a:ahLst/>
              <a:cxnLst>
                <a:cxn ang="0">
                  <a:pos x="T0" y="T1"/>
                </a:cxn>
                <a:cxn ang="0">
                  <a:pos x="T2" y="T3"/>
                </a:cxn>
                <a:cxn ang="0">
                  <a:pos x="T4" y="T5"/>
                </a:cxn>
                <a:cxn ang="0">
                  <a:pos x="T6" y="T7"/>
                </a:cxn>
                <a:cxn ang="0">
                  <a:pos x="T8" y="T9"/>
                </a:cxn>
                <a:cxn ang="0">
                  <a:pos x="T10" y="T11"/>
                </a:cxn>
                <a:cxn ang="0">
                  <a:pos x="T12" y="T13"/>
                </a:cxn>
              </a:cxnLst>
              <a:rect l="0" t="0" r="r" b="b"/>
              <a:pathLst>
                <a:path w="331" h="330">
                  <a:moveTo>
                    <a:pt x="259" y="1"/>
                  </a:moveTo>
                  <a:cubicBezTo>
                    <a:pt x="258" y="0"/>
                    <a:pt x="258" y="0"/>
                    <a:pt x="258" y="0"/>
                  </a:cubicBezTo>
                  <a:cubicBezTo>
                    <a:pt x="329" y="71"/>
                    <a:pt x="328" y="186"/>
                    <a:pt x="257" y="257"/>
                  </a:cubicBezTo>
                  <a:cubicBezTo>
                    <a:pt x="187" y="328"/>
                    <a:pt x="72" y="328"/>
                    <a:pt x="0" y="258"/>
                  </a:cubicBezTo>
                  <a:cubicBezTo>
                    <a:pt x="1" y="259"/>
                    <a:pt x="1" y="259"/>
                    <a:pt x="1" y="259"/>
                  </a:cubicBezTo>
                  <a:cubicBezTo>
                    <a:pt x="73" y="330"/>
                    <a:pt x="188" y="330"/>
                    <a:pt x="259" y="259"/>
                  </a:cubicBezTo>
                  <a:cubicBezTo>
                    <a:pt x="331" y="188"/>
                    <a:pt x="331" y="72"/>
                    <a:pt x="259" y="1"/>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1" name="Freeform 69">
              <a:extLst>
                <a:ext uri="{FF2B5EF4-FFF2-40B4-BE49-F238E27FC236}">
                  <a16:creationId xmlns:a16="http://schemas.microsoft.com/office/drawing/2014/main" id="{314957D1-CDA1-4821-BC24-EE374EF2DBB2}"/>
                </a:ext>
              </a:extLst>
            </p:cNvPr>
            <p:cNvSpPr>
              <a:spLocks/>
            </p:cNvSpPr>
            <p:nvPr/>
          </p:nvSpPr>
          <p:spPr bwMode="auto">
            <a:xfrm>
              <a:off x="9310688" y="1816101"/>
              <a:ext cx="1273175" cy="1276350"/>
            </a:xfrm>
            <a:custGeom>
              <a:avLst/>
              <a:gdLst>
                <a:gd name="T0" fmla="*/ 75 w 331"/>
                <a:gd name="T1" fmla="*/ 75 h 331"/>
                <a:gd name="T2" fmla="*/ 331 w 331"/>
                <a:gd name="T3" fmla="*/ 73 h 331"/>
                <a:gd name="T4" fmla="*/ 329 w 331"/>
                <a:gd name="T5" fmla="*/ 71 h 331"/>
                <a:gd name="T6" fmla="*/ 71 w 331"/>
                <a:gd name="T7" fmla="*/ 71 h 331"/>
                <a:gd name="T8" fmla="*/ 71 w 331"/>
                <a:gd name="T9" fmla="*/ 329 h 331"/>
                <a:gd name="T10" fmla="*/ 73 w 331"/>
                <a:gd name="T11" fmla="*/ 331 h 331"/>
                <a:gd name="T12" fmla="*/ 75 w 331"/>
                <a:gd name="T13" fmla="*/ 75 h 331"/>
              </a:gdLst>
              <a:ahLst/>
              <a:cxnLst>
                <a:cxn ang="0">
                  <a:pos x="T0" y="T1"/>
                </a:cxn>
                <a:cxn ang="0">
                  <a:pos x="T2" y="T3"/>
                </a:cxn>
                <a:cxn ang="0">
                  <a:pos x="T4" y="T5"/>
                </a:cxn>
                <a:cxn ang="0">
                  <a:pos x="T6" y="T7"/>
                </a:cxn>
                <a:cxn ang="0">
                  <a:pos x="T8" y="T9"/>
                </a:cxn>
                <a:cxn ang="0">
                  <a:pos x="T10" y="T11"/>
                </a:cxn>
                <a:cxn ang="0">
                  <a:pos x="T12" y="T13"/>
                </a:cxn>
              </a:cxnLst>
              <a:rect l="0" t="0" r="r" b="b"/>
              <a:pathLst>
                <a:path w="331" h="331">
                  <a:moveTo>
                    <a:pt x="75" y="75"/>
                  </a:moveTo>
                  <a:cubicBezTo>
                    <a:pt x="146" y="4"/>
                    <a:pt x="260" y="4"/>
                    <a:pt x="331" y="73"/>
                  </a:cubicBezTo>
                  <a:cubicBezTo>
                    <a:pt x="331" y="72"/>
                    <a:pt x="330" y="72"/>
                    <a:pt x="329" y="71"/>
                  </a:cubicBezTo>
                  <a:cubicBezTo>
                    <a:pt x="258" y="0"/>
                    <a:pt x="143" y="0"/>
                    <a:pt x="71" y="71"/>
                  </a:cubicBezTo>
                  <a:cubicBezTo>
                    <a:pt x="0" y="142"/>
                    <a:pt x="0" y="258"/>
                    <a:pt x="71" y="329"/>
                  </a:cubicBezTo>
                  <a:cubicBezTo>
                    <a:pt x="72" y="330"/>
                    <a:pt x="73" y="330"/>
                    <a:pt x="73" y="331"/>
                  </a:cubicBezTo>
                  <a:cubicBezTo>
                    <a:pt x="4" y="259"/>
                    <a:pt x="5" y="145"/>
                    <a:pt x="75" y="75"/>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32" name="Group 131">
            <a:extLst>
              <a:ext uri="{FF2B5EF4-FFF2-40B4-BE49-F238E27FC236}">
                <a16:creationId xmlns:a16="http://schemas.microsoft.com/office/drawing/2014/main" id="{81EC37DF-96D7-4B48-AA9B-AC43F0D997F9}"/>
              </a:ext>
            </a:extLst>
          </p:cNvPr>
          <p:cNvGrpSpPr/>
          <p:nvPr/>
        </p:nvGrpSpPr>
        <p:grpSpPr>
          <a:xfrm>
            <a:off x="1354138" y="1881188"/>
            <a:ext cx="1992313" cy="1477963"/>
            <a:chOff x="1354138" y="1881188"/>
            <a:chExt cx="1992313" cy="1477963"/>
          </a:xfrm>
          <a:effectLst>
            <a:outerShdw blurRad="88900" dist="63500" dir="2700000" algn="tl" rotWithShape="0">
              <a:prstClr val="black">
                <a:alpha val="29000"/>
              </a:prstClr>
            </a:outerShdw>
          </a:effectLst>
        </p:grpSpPr>
        <p:sp>
          <p:nvSpPr>
            <p:cNvPr id="89" name="Freeform 87">
              <a:extLst>
                <a:ext uri="{FF2B5EF4-FFF2-40B4-BE49-F238E27FC236}">
                  <a16:creationId xmlns:a16="http://schemas.microsoft.com/office/drawing/2014/main" id="{6CC2DCBA-CB76-4E76-A978-74C9DBB52A39}"/>
                </a:ext>
              </a:extLst>
            </p:cNvPr>
            <p:cNvSpPr>
              <a:spLocks/>
            </p:cNvSpPr>
            <p:nvPr/>
          </p:nvSpPr>
          <p:spPr bwMode="auto">
            <a:xfrm>
              <a:off x="2516188" y="2016126"/>
              <a:ext cx="830263" cy="1143000"/>
            </a:xfrm>
            <a:custGeom>
              <a:avLst/>
              <a:gdLst>
                <a:gd name="T0" fmla="*/ 76 w 216"/>
                <a:gd name="T1" fmla="*/ 148 h 296"/>
                <a:gd name="T2" fmla="*/ 0 w 216"/>
                <a:gd name="T3" fmla="*/ 0 h 296"/>
                <a:gd name="T4" fmla="*/ 216 w 216"/>
                <a:gd name="T5" fmla="*/ 148 h 296"/>
                <a:gd name="T6" fmla="*/ 0 w 216"/>
                <a:gd name="T7" fmla="*/ 296 h 296"/>
                <a:gd name="T8" fmla="*/ 76 w 216"/>
                <a:gd name="T9" fmla="*/ 148 h 296"/>
              </a:gdLst>
              <a:ahLst/>
              <a:cxnLst>
                <a:cxn ang="0">
                  <a:pos x="T0" y="T1"/>
                </a:cxn>
                <a:cxn ang="0">
                  <a:pos x="T2" y="T3"/>
                </a:cxn>
                <a:cxn ang="0">
                  <a:pos x="T4" y="T5"/>
                </a:cxn>
                <a:cxn ang="0">
                  <a:pos x="T6" y="T7"/>
                </a:cxn>
                <a:cxn ang="0">
                  <a:pos x="T8" y="T9"/>
                </a:cxn>
              </a:cxnLst>
              <a:rect l="0" t="0" r="r" b="b"/>
              <a:pathLst>
                <a:path w="216" h="296">
                  <a:moveTo>
                    <a:pt x="76" y="148"/>
                  </a:moveTo>
                  <a:cubicBezTo>
                    <a:pt x="76" y="87"/>
                    <a:pt x="46" y="33"/>
                    <a:pt x="0" y="0"/>
                  </a:cubicBezTo>
                  <a:cubicBezTo>
                    <a:pt x="102" y="53"/>
                    <a:pt x="216" y="148"/>
                    <a:pt x="216" y="148"/>
                  </a:cubicBezTo>
                  <a:cubicBezTo>
                    <a:pt x="216" y="148"/>
                    <a:pt x="102" y="243"/>
                    <a:pt x="0" y="296"/>
                  </a:cubicBezTo>
                  <a:cubicBezTo>
                    <a:pt x="46" y="263"/>
                    <a:pt x="76" y="209"/>
                    <a:pt x="76" y="148"/>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90" name="Freeform 88">
              <a:extLst>
                <a:ext uri="{FF2B5EF4-FFF2-40B4-BE49-F238E27FC236}">
                  <a16:creationId xmlns:a16="http://schemas.microsoft.com/office/drawing/2014/main" id="{2069597D-286C-4EF6-8223-F8A8FB3E2A0A}"/>
                </a:ext>
              </a:extLst>
            </p:cNvPr>
            <p:cNvSpPr>
              <a:spLocks/>
            </p:cNvSpPr>
            <p:nvPr/>
          </p:nvSpPr>
          <p:spPr bwMode="auto">
            <a:xfrm>
              <a:off x="2516188" y="2016126"/>
              <a:ext cx="830263" cy="571500"/>
            </a:xfrm>
            <a:custGeom>
              <a:avLst/>
              <a:gdLst>
                <a:gd name="T0" fmla="*/ 17 w 216"/>
                <a:gd name="T1" fmla="*/ 13 h 148"/>
                <a:gd name="T2" fmla="*/ 0 w 216"/>
                <a:gd name="T3" fmla="*/ 0 h 148"/>
                <a:gd name="T4" fmla="*/ 216 w 216"/>
                <a:gd name="T5" fmla="*/ 148 h 148"/>
                <a:gd name="T6" fmla="*/ 17 w 216"/>
                <a:gd name="T7" fmla="*/ 13 h 148"/>
              </a:gdLst>
              <a:ahLst/>
              <a:cxnLst>
                <a:cxn ang="0">
                  <a:pos x="T0" y="T1"/>
                </a:cxn>
                <a:cxn ang="0">
                  <a:pos x="T2" y="T3"/>
                </a:cxn>
                <a:cxn ang="0">
                  <a:pos x="T4" y="T5"/>
                </a:cxn>
                <a:cxn ang="0">
                  <a:pos x="T6" y="T7"/>
                </a:cxn>
              </a:cxnLst>
              <a:rect l="0" t="0" r="r" b="b"/>
              <a:pathLst>
                <a:path w="216" h="148">
                  <a:moveTo>
                    <a:pt x="17" y="13"/>
                  </a:moveTo>
                  <a:cubicBezTo>
                    <a:pt x="12" y="8"/>
                    <a:pt x="6" y="4"/>
                    <a:pt x="0" y="0"/>
                  </a:cubicBezTo>
                  <a:cubicBezTo>
                    <a:pt x="102" y="53"/>
                    <a:pt x="216" y="148"/>
                    <a:pt x="216" y="148"/>
                  </a:cubicBezTo>
                  <a:cubicBezTo>
                    <a:pt x="216" y="148"/>
                    <a:pt x="111" y="68"/>
                    <a:pt x="17" y="13"/>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2" name="Freeform 90">
              <a:extLst>
                <a:ext uri="{FF2B5EF4-FFF2-40B4-BE49-F238E27FC236}">
                  <a16:creationId xmlns:a16="http://schemas.microsoft.com/office/drawing/2014/main" id="{DFACA224-2202-4881-9D33-D8F2FAFB9C9B}"/>
                </a:ext>
              </a:extLst>
            </p:cNvPr>
            <p:cNvSpPr>
              <a:spLocks/>
            </p:cNvSpPr>
            <p:nvPr/>
          </p:nvSpPr>
          <p:spPr bwMode="auto">
            <a:xfrm>
              <a:off x="2516188" y="2587626"/>
              <a:ext cx="830263" cy="571500"/>
            </a:xfrm>
            <a:custGeom>
              <a:avLst/>
              <a:gdLst>
                <a:gd name="T0" fmla="*/ 76 w 216"/>
                <a:gd name="T1" fmla="*/ 0 h 148"/>
                <a:gd name="T2" fmla="*/ 216 w 216"/>
                <a:gd name="T3" fmla="*/ 0 h 148"/>
                <a:gd name="T4" fmla="*/ 0 w 216"/>
                <a:gd name="T5" fmla="*/ 148 h 148"/>
                <a:gd name="T6" fmla="*/ 76 w 216"/>
                <a:gd name="T7" fmla="*/ 0 h 148"/>
              </a:gdLst>
              <a:ahLst/>
              <a:cxnLst>
                <a:cxn ang="0">
                  <a:pos x="T0" y="T1"/>
                </a:cxn>
                <a:cxn ang="0">
                  <a:pos x="T2" y="T3"/>
                </a:cxn>
                <a:cxn ang="0">
                  <a:pos x="T4" y="T5"/>
                </a:cxn>
                <a:cxn ang="0">
                  <a:pos x="T6" y="T7"/>
                </a:cxn>
              </a:cxnLst>
              <a:rect l="0" t="0" r="r" b="b"/>
              <a:pathLst>
                <a:path w="216" h="148">
                  <a:moveTo>
                    <a:pt x="76" y="0"/>
                  </a:moveTo>
                  <a:cubicBezTo>
                    <a:pt x="216" y="0"/>
                    <a:pt x="216" y="0"/>
                    <a:pt x="216" y="0"/>
                  </a:cubicBezTo>
                  <a:cubicBezTo>
                    <a:pt x="216" y="0"/>
                    <a:pt x="102" y="95"/>
                    <a:pt x="0" y="148"/>
                  </a:cubicBezTo>
                  <a:cubicBezTo>
                    <a:pt x="46" y="115"/>
                    <a:pt x="76" y="61"/>
                    <a:pt x="76"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1" name="Freeform 89">
              <a:extLst>
                <a:ext uri="{FF2B5EF4-FFF2-40B4-BE49-F238E27FC236}">
                  <a16:creationId xmlns:a16="http://schemas.microsoft.com/office/drawing/2014/main" id="{7C004D46-6E7C-4A29-A206-96A72696B631}"/>
                </a:ext>
              </a:extLst>
            </p:cNvPr>
            <p:cNvSpPr>
              <a:spLocks/>
            </p:cNvSpPr>
            <p:nvPr/>
          </p:nvSpPr>
          <p:spPr bwMode="auto">
            <a:xfrm>
              <a:off x="2516188" y="2587626"/>
              <a:ext cx="830263" cy="571500"/>
            </a:xfrm>
            <a:custGeom>
              <a:avLst/>
              <a:gdLst>
                <a:gd name="T0" fmla="*/ 17 w 216"/>
                <a:gd name="T1" fmla="*/ 135 h 148"/>
                <a:gd name="T2" fmla="*/ 216 w 216"/>
                <a:gd name="T3" fmla="*/ 0 h 148"/>
                <a:gd name="T4" fmla="*/ 0 w 216"/>
                <a:gd name="T5" fmla="*/ 148 h 148"/>
                <a:gd name="T6" fmla="*/ 17 w 216"/>
                <a:gd name="T7" fmla="*/ 135 h 148"/>
              </a:gdLst>
              <a:ahLst/>
              <a:cxnLst>
                <a:cxn ang="0">
                  <a:pos x="T0" y="T1"/>
                </a:cxn>
                <a:cxn ang="0">
                  <a:pos x="T2" y="T3"/>
                </a:cxn>
                <a:cxn ang="0">
                  <a:pos x="T4" y="T5"/>
                </a:cxn>
                <a:cxn ang="0">
                  <a:pos x="T6" y="T7"/>
                </a:cxn>
              </a:cxnLst>
              <a:rect l="0" t="0" r="r" b="b"/>
              <a:pathLst>
                <a:path w="216" h="148">
                  <a:moveTo>
                    <a:pt x="17" y="135"/>
                  </a:moveTo>
                  <a:cubicBezTo>
                    <a:pt x="111" y="80"/>
                    <a:pt x="216" y="0"/>
                    <a:pt x="216" y="0"/>
                  </a:cubicBezTo>
                  <a:cubicBezTo>
                    <a:pt x="216" y="0"/>
                    <a:pt x="102" y="95"/>
                    <a:pt x="0" y="148"/>
                  </a:cubicBezTo>
                  <a:cubicBezTo>
                    <a:pt x="6" y="144"/>
                    <a:pt x="12" y="139"/>
                    <a:pt x="17" y="135"/>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3" name="Oval 91">
              <a:extLst>
                <a:ext uri="{FF2B5EF4-FFF2-40B4-BE49-F238E27FC236}">
                  <a16:creationId xmlns:a16="http://schemas.microsoft.com/office/drawing/2014/main" id="{1D2E67A4-4097-4088-9F6E-1D27EB664615}"/>
                </a:ext>
              </a:extLst>
            </p:cNvPr>
            <p:cNvSpPr>
              <a:spLocks noChangeArrowheads="1"/>
            </p:cNvSpPr>
            <p:nvPr/>
          </p:nvSpPr>
          <p:spPr bwMode="auto">
            <a:xfrm>
              <a:off x="1403350" y="1881188"/>
              <a:ext cx="1404938" cy="1408113"/>
            </a:xfrm>
            <a:prstGeom prst="ellipse">
              <a:avLst/>
            </a:prstGeom>
            <a:solidFill>
              <a:schemeClr val="accent1"/>
            </a:solidFill>
            <a:ln>
              <a:noFill/>
            </a:ln>
            <a:effectLst>
              <a:outerShdw blurRad="88900" dist="76200" sx="96000" sy="960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94" name="Freeform 92">
              <a:extLst>
                <a:ext uri="{FF2B5EF4-FFF2-40B4-BE49-F238E27FC236}">
                  <a16:creationId xmlns:a16="http://schemas.microsoft.com/office/drawing/2014/main" id="{88943FD3-9B88-4EB4-B2D4-F2C6AEC8BFD7}"/>
                </a:ext>
              </a:extLst>
            </p:cNvPr>
            <p:cNvSpPr>
              <a:spLocks/>
            </p:cNvSpPr>
            <p:nvPr/>
          </p:nvSpPr>
          <p:spPr bwMode="auto">
            <a:xfrm>
              <a:off x="1608138" y="2085976"/>
              <a:ext cx="1268413" cy="1273175"/>
            </a:xfrm>
            <a:custGeom>
              <a:avLst/>
              <a:gdLst>
                <a:gd name="T0" fmla="*/ 259 w 330"/>
                <a:gd name="T1" fmla="*/ 1 h 330"/>
                <a:gd name="T2" fmla="*/ 258 w 330"/>
                <a:gd name="T3" fmla="*/ 0 h 330"/>
                <a:gd name="T4" fmla="*/ 257 w 330"/>
                <a:gd name="T5" fmla="*/ 257 h 330"/>
                <a:gd name="T6" fmla="*/ 0 w 330"/>
                <a:gd name="T7" fmla="*/ 258 h 330"/>
                <a:gd name="T8" fmla="*/ 1 w 330"/>
                <a:gd name="T9" fmla="*/ 259 h 330"/>
                <a:gd name="T10" fmla="*/ 259 w 330"/>
                <a:gd name="T11" fmla="*/ 259 h 330"/>
                <a:gd name="T12" fmla="*/ 259 w 330"/>
                <a:gd name="T13" fmla="*/ 1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259" y="1"/>
                  </a:moveTo>
                  <a:cubicBezTo>
                    <a:pt x="258" y="0"/>
                    <a:pt x="258" y="0"/>
                    <a:pt x="258" y="0"/>
                  </a:cubicBezTo>
                  <a:cubicBezTo>
                    <a:pt x="328" y="71"/>
                    <a:pt x="328" y="186"/>
                    <a:pt x="257" y="257"/>
                  </a:cubicBezTo>
                  <a:cubicBezTo>
                    <a:pt x="186" y="328"/>
                    <a:pt x="71" y="328"/>
                    <a:pt x="0" y="258"/>
                  </a:cubicBezTo>
                  <a:cubicBezTo>
                    <a:pt x="1" y="259"/>
                    <a:pt x="1" y="259"/>
                    <a:pt x="1" y="259"/>
                  </a:cubicBezTo>
                  <a:cubicBezTo>
                    <a:pt x="72" y="330"/>
                    <a:pt x="188" y="330"/>
                    <a:pt x="259" y="259"/>
                  </a:cubicBezTo>
                  <a:cubicBezTo>
                    <a:pt x="330" y="188"/>
                    <a:pt x="330" y="72"/>
                    <a:pt x="259" y="1"/>
                  </a:cubicBezTo>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5" name="Freeform 93">
              <a:extLst>
                <a:ext uri="{FF2B5EF4-FFF2-40B4-BE49-F238E27FC236}">
                  <a16:creationId xmlns:a16="http://schemas.microsoft.com/office/drawing/2014/main" id="{1D69A9D7-C290-4FD6-9DFB-63AABD2B3258}"/>
                </a:ext>
              </a:extLst>
            </p:cNvPr>
            <p:cNvSpPr>
              <a:spLocks noEditPoints="1"/>
            </p:cNvSpPr>
            <p:nvPr/>
          </p:nvSpPr>
          <p:spPr bwMode="auto">
            <a:xfrm>
              <a:off x="1457325" y="1935163"/>
              <a:ext cx="1062038" cy="1150938"/>
            </a:xfrm>
            <a:custGeom>
              <a:avLst/>
              <a:gdLst>
                <a:gd name="T0" fmla="*/ 0 w 276"/>
                <a:gd name="T1" fmla="*/ 239 h 298"/>
                <a:gd name="T2" fmla="*/ 40 w 276"/>
                <a:gd name="T3" fmla="*/ 298 h 298"/>
                <a:gd name="T4" fmla="*/ 40 w 276"/>
                <a:gd name="T5" fmla="*/ 298 h 298"/>
                <a:gd name="T6" fmla="*/ 0 w 276"/>
                <a:gd name="T7" fmla="*/ 239 h 298"/>
                <a:gd name="T8" fmla="*/ 99 w 276"/>
                <a:gd name="T9" fmla="*/ 0 h 298"/>
                <a:gd name="T10" fmla="*/ 40 w 276"/>
                <a:gd name="T11" fmla="*/ 40 h 298"/>
                <a:gd name="T12" fmla="*/ 0 w 276"/>
                <a:gd name="T13" fmla="*/ 99 h 298"/>
                <a:gd name="T14" fmla="*/ 99 w 276"/>
                <a:gd name="T15" fmla="*/ 0 h 298"/>
                <a:gd name="T16" fmla="*/ 239 w 276"/>
                <a:gd name="T17" fmla="*/ 0 h 298"/>
                <a:gd name="T18" fmla="*/ 275 w 276"/>
                <a:gd name="T19" fmla="*/ 21 h 298"/>
                <a:gd name="T20" fmla="*/ 276 w 276"/>
                <a:gd name="T21" fmla="*/ 21 h 298"/>
                <a:gd name="T22" fmla="*/ 239 w 276"/>
                <a:gd name="T23"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 h="298">
                  <a:moveTo>
                    <a:pt x="0" y="239"/>
                  </a:moveTo>
                  <a:cubicBezTo>
                    <a:pt x="9" y="260"/>
                    <a:pt x="22" y="280"/>
                    <a:pt x="40" y="298"/>
                  </a:cubicBezTo>
                  <a:cubicBezTo>
                    <a:pt x="40" y="298"/>
                    <a:pt x="40" y="298"/>
                    <a:pt x="40" y="298"/>
                  </a:cubicBezTo>
                  <a:cubicBezTo>
                    <a:pt x="23" y="281"/>
                    <a:pt x="9" y="261"/>
                    <a:pt x="0" y="239"/>
                  </a:cubicBezTo>
                  <a:moveTo>
                    <a:pt x="99" y="0"/>
                  </a:moveTo>
                  <a:cubicBezTo>
                    <a:pt x="77" y="9"/>
                    <a:pt x="57" y="22"/>
                    <a:pt x="40" y="40"/>
                  </a:cubicBezTo>
                  <a:cubicBezTo>
                    <a:pt x="22" y="57"/>
                    <a:pt x="9" y="77"/>
                    <a:pt x="0" y="99"/>
                  </a:cubicBezTo>
                  <a:cubicBezTo>
                    <a:pt x="19" y="54"/>
                    <a:pt x="55" y="19"/>
                    <a:pt x="99" y="0"/>
                  </a:cubicBezTo>
                  <a:moveTo>
                    <a:pt x="239" y="0"/>
                  </a:moveTo>
                  <a:cubicBezTo>
                    <a:pt x="252" y="6"/>
                    <a:pt x="264" y="13"/>
                    <a:pt x="275" y="21"/>
                  </a:cubicBezTo>
                  <a:cubicBezTo>
                    <a:pt x="275" y="21"/>
                    <a:pt x="276" y="21"/>
                    <a:pt x="276" y="21"/>
                  </a:cubicBezTo>
                  <a:cubicBezTo>
                    <a:pt x="264" y="13"/>
                    <a:pt x="252" y="6"/>
                    <a:pt x="239"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6" name="Freeform 94">
              <a:extLst>
                <a:ext uri="{FF2B5EF4-FFF2-40B4-BE49-F238E27FC236}">
                  <a16:creationId xmlns:a16="http://schemas.microsoft.com/office/drawing/2014/main" id="{A9E01F64-07A2-4EA1-8593-BA9270DEAF78}"/>
                </a:ext>
              </a:extLst>
            </p:cNvPr>
            <p:cNvSpPr>
              <a:spLocks noEditPoints="1"/>
            </p:cNvSpPr>
            <p:nvPr/>
          </p:nvSpPr>
          <p:spPr bwMode="auto">
            <a:xfrm>
              <a:off x="2516188" y="2016126"/>
              <a:ext cx="87313" cy="74613"/>
            </a:xfrm>
            <a:custGeom>
              <a:avLst/>
              <a:gdLst>
                <a:gd name="T0" fmla="*/ 17 w 23"/>
                <a:gd name="T1" fmla="*/ 13 h 19"/>
                <a:gd name="T2" fmla="*/ 23 w 23"/>
                <a:gd name="T3" fmla="*/ 19 h 19"/>
                <a:gd name="T4" fmla="*/ 23 w 23"/>
                <a:gd name="T5" fmla="*/ 19 h 19"/>
                <a:gd name="T6" fmla="*/ 23 w 23"/>
                <a:gd name="T7" fmla="*/ 19 h 19"/>
                <a:gd name="T8" fmla="*/ 23 w 23"/>
                <a:gd name="T9" fmla="*/ 19 h 19"/>
                <a:gd name="T10" fmla="*/ 17 w 23"/>
                <a:gd name="T11" fmla="*/ 13 h 19"/>
                <a:gd name="T12" fmla="*/ 17 w 23"/>
                <a:gd name="T13" fmla="*/ 13 h 19"/>
                <a:gd name="T14" fmla="*/ 0 w 23"/>
                <a:gd name="T15" fmla="*/ 0 h 19"/>
                <a:gd name="T16" fmla="*/ 0 w 23"/>
                <a:gd name="T17" fmla="*/ 0 h 19"/>
                <a:gd name="T18" fmla="*/ 1 w 23"/>
                <a:gd name="T19" fmla="*/ 0 h 19"/>
                <a:gd name="T20" fmla="*/ 1 w 23"/>
                <a:gd name="T21" fmla="*/ 0 h 19"/>
                <a:gd name="T22" fmla="*/ 0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17" y="13"/>
                  </a:moveTo>
                  <a:cubicBezTo>
                    <a:pt x="19" y="15"/>
                    <a:pt x="21" y="17"/>
                    <a:pt x="23" y="19"/>
                  </a:cubicBezTo>
                  <a:cubicBezTo>
                    <a:pt x="23" y="19"/>
                    <a:pt x="23" y="19"/>
                    <a:pt x="23" y="19"/>
                  </a:cubicBezTo>
                  <a:cubicBezTo>
                    <a:pt x="23" y="19"/>
                    <a:pt x="23" y="19"/>
                    <a:pt x="23" y="19"/>
                  </a:cubicBezTo>
                  <a:cubicBezTo>
                    <a:pt x="23" y="19"/>
                    <a:pt x="23" y="19"/>
                    <a:pt x="23" y="19"/>
                  </a:cubicBezTo>
                  <a:cubicBezTo>
                    <a:pt x="21" y="17"/>
                    <a:pt x="19" y="15"/>
                    <a:pt x="17" y="13"/>
                  </a:cubicBezTo>
                  <a:cubicBezTo>
                    <a:pt x="17" y="13"/>
                    <a:pt x="17" y="13"/>
                    <a:pt x="17" y="13"/>
                  </a:cubicBezTo>
                  <a:moveTo>
                    <a:pt x="0" y="0"/>
                  </a:moveTo>
                  <a:cubicBezTo>
                    <a:pt x="0" y="0"/>
                    <a:pt x="0" y="0"/>
                    <a:pt x="0" y="0"/>
                  </a:cubicBezTo>
                  <a:cubicBezTo>
                    <a:pt x="0" y="0"/>
                    <a:pt x="1" y="0"/>
                    <a:pt x="1" y="0"/>
                  </a:cubicBezTo>
                  <a:cubicBezTo>
                    <a:pt x="1" y="0"/>
                    <a:pt x="1" y="0"/>
                    <a:pt x="1" y="0"/>
                  </a:cubicBezTo>
                  <a:cubicBezTo>
                    <a:pt x="1" y="0"/>
                    <a:pt x="0" y="0"/>
                    <a:pt x="0" y="0"/>
                  </a:cubicBezTo>
                </a:path>
              </a:pathLst>
            </a:custGeom>
            <a:solidFill>
              <a:srgbClr val="FFA8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7" name="Freeform 95">
              <a:extLst>
                <a:ext uri="{FF2B5EF4-FFF2-40B4-BE49-F238E27FC236}">
                  <a16:creationId xmlns:a16="http://schemas.microsoft.com/office/drawing/2014/main" id="{C9DF02F8-F3A7-44D9-BBB3-37B6281AE560}"/>
                </a:ext>
              </a:extLst>
            </p:cNvPr>
            <p:cNvSpPr>
              <a:spLocks/>
            </p:cNvSpPr>
            <p:nvPr/>
          </p:nvSpPr>
          <p:spPr bwMode="auto">
            <a:xfrm>
              <a:off x="2516188" y="2016126"/>
              <a:ext cx="65088" cy="50800"/>
            </a:xfrm>
            <a:custGeom>
              <a:avLst/>
              <a:gdLst>
                <a:gd name="T0" fmla="*/ 0 w 17"/>
                <a:gd name="T1" fmla="*/ 0 h 13"/>
                <a:gd name="T2" fmla="*/ 17 w 17"/>
                <a:gd name="T3" fmla="*/ 13 h 13"/>
                <a:gd name="T4" fmla="*/ 17 w 17"/>
                <a:gd name="T5" fmla="*/ 13 h 13"/>
                <a:gd name="T6" fmla="*/ 1 w 17"/>
                <a:gd name="T7" fmla="*/ 0 h 13"/>
                <a:gd name="T8" fmla="*/ 0 w 17"/>
                <a:gd name="T9" fmla="*/ 0 h 13"/>
              </a:gdLst>
              <a:ahLst/>
              <a:cxnLst>
                <a:cxn ang="0">
                  <a:pos x="T0" y="T1"/>
                </a:cxn>
                <a:cxn ang="0">
                  <a:pos x="T2" y="T3"/>
                </a:cxn>
                <a:cxn ang="0">
                  <a:pos x="T4" y="T5"/>
                </a:cxn>
                <a:cxn ang="0">
                  <a:pos x="T6" y="T7"/>
                </a:cxn>
                <a:cxn ang="0">
                  <a:pos x="T8" y="T9"/>
                </a:cxn>
              </a:cxnLst>
              <a:rect l="0" t="0" r="r" b="b"/>
              <a:pathLst>
                <a:path w="17" h="13">
                  <a:moveTo>
                    <a:pt x="0" y="0"/>
                  </a:moveTo>
                  <a:cubicBezTo>
                    <a:pt x="6" y="4"/>
                    <a:pt x="12" y="9"/>
                    <a:pt x="17" y="13"/>
                  </a:cubicBezTo>
                  <a:cubicBezTo>
                    <a:pt x="17" y="13"/>
                    <a:pt x="17" y="13"/>
                    <a:pt x="17" y="13"/>
                  </a:cubicBezTo>
                  <a:cubicBezTo>
                    <a:pt x="12" y="9"/>
                    <a:pt x="6" y="4"/>
                    <a:pt x="1" y="0"/>
                  </a:cubicBezTo>
                  <a:cubicBezTo>
                    <a:pt x="1" y="0"/>
                    <a:pt x="0" y="0"/>
                    <a:pt x="0" y="0"/>
                  </a:cubicBezTo>
                </a:path>
              </a:pathLst>
            </a:custGeom>
            <a:solidFill>
              <a:srgbClr val="D6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8" name="Freeform 96">
              <a:extLst>
                <a:ext uri="{FF2B5EF4-FFF2-40B4-BE49-F238E27FC236}">
                  <a16:creationId xmlns:a16="http://schemas.microsoft.com/office/drawing/2014/main" id="{83EABD2F-017E-49AB-8ACC-7E16700ECC90}"/>
                </a:ext>
              </a:extLst>
            </p:cNvPr>
            <p:cNvSpPr>
              <a:spLocks/>
            </p:cNvSpPr>
            <p:nvPr/>
          </p:nvSpPr>
          <p:spPr bwMode="auto">
            <a:xfrm>
              <a:off x="1354138" y="1881188"/>
              <a:ext cx="1254125" cy="1208088"/>
            </a:xfrm>
            <a:custGeom>
              <a:avLst/>
              <a:gdLst>
                <a:gd name="T0" fmla="*/ 196 w 326"/>
                <a:gd name="T1" fmla="*/ 0 h 313"/>
                <a:gd name="T2" fmla="*/ 126 w 326"/>
                <a:gd name="T3" fmla="*/ 14 h 313"/>
                <a:gd name="T4" fmla="*/ 27 w 326"/>
                <a:gd name="T5" fmla="*/ 113 h 313"/>
                <a:gd name="T6" fmla="*/ 27 w 326"/>
                <a:gd name="T7" fmla="*/ 253 h 313"/>
                <a:gd name="T8" fmla="*/ 67 w 326"/>
                <a:gd name="T9" fmla="*/ 312 h 313"/>
                <a:gd name="T10" fmla="*/ 66 w 326"/>
                <a:gd name="T11" fmla="*/ 311 h 313"/>
                <a:gd name="T12" fmla="*/ 68 w 326"/>
                <a:gd name="T13" fmla="*/ 313 h 313"/>
                <a:gd name="T14" fmla="*/ 71 w 326"/>
                <a:gd name="T15" fmla="*/ 58 h 313"/>
                <a:gd name="T16" fmla="*/ 200 w 326"/>
                <a:gd name="T17" fmla="*/ 4 h 313"/>
                <a:gd name="T18" fmla="*/ 326 w 326"/>
                <a:gd name="T19" fmla="*/ 55 h 313"/>
                <a:gd name="T20" fmla="*/ 324 w 326"/>
                <a:gd name="T21" fmla="*/ 53 h 313"/>
                <a:gd name="T22" fmla="*/ 325 w 326"/>
                <a:gd name="T23" fmla="*/ 54 h 313"/>
                <a:gd name="T24" fmla="*/ 319 w 326"/>
                <a:gd name="T25" fmla="*/ 48 h 313"/>
                <a:gd name="T26" fmla="*/ 302 w 326"/>
                <a:gd name="T27" fmla="*/ 35 h 313"/>
                <a:gd name="T28" fmla="*/ 302 w 326"/>
                <a:gd name="T29" fmla="*/ 35 h 313"/>
                <a:gd name="T30" fmla="*/ 266 w 326"/>
                <a:gd name="T31" fmla="*/ 14 h 313"/>
                <a:gd name="T32" fmla="*/ 196 w 326"/>
                <a:gd name="T33"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6" h="313">
                  <a:moveTo>
                    <a:pt x="196" y="0"/>
                  </a:moveTo>
                  <a:cubicBezTo>
                    <a:pt x="172" y="0"/>
                    <a:pt x="148" y="5"/>
                    <a:pt x="126" y="14"/>
                  </a:cubicBezTo>
                  <a:cubicBezTo>
                    <a:pt x="82" y="33"/>
                    <a:pt x="46" y="68"/>
                    <a:pt x="27" y="113"/>
                  </a:cubicBezTo>
                  <a:cubicBezTo>
                    <a:pt x="9" y="157"/>
                    <a:pt x="9" y="208"/>
                    <a:pt x="27" y="253"/>
                  </a:cubicBezTo>
                  <a:cubicBezTo>
                    <a:pt x="36" y="275"/>
                    <a:pt x="50" y="295"/>
                    <a:pt x="67" y="312"/>
                  </a:cubicBezTo>
                  <a:cubicBezTo>
                    <a:pt x="66" y="311"/>
                    <a:pt x="66" y="311"/>
                    <a:pt x="66" y="311"/>
                  </a:cubicBezTo>
                  <a:cubicBezTo>
                    <a:pt x="67" y="312"/>
                    <a:pt x="68" y="313"/>
                    <a:pt x="68" y="313"/>
                  </a:cubicBezTo>
                  <a:cubicBezTo>
                    <a:pt x="0" y="242"/>
                    <a:pt x="0" y="128"/>
                    <a:pt x="71" y="58"/>
                  </a:cubicBezTo>
                  <a:cubicBezTo>
                    <a:pt x="106" y="22"/>
                    <a:pt x="153" y="4"/>
                    <a:pt x="200" y="4"/>
                  </a:cubicBezTo>
                  <a:cubicBezTo>
                    <a:pt x="245" y="4"/>
                    <a:pt x="291" y="21"/>
                    <a:pt x="326" y="55"/>
                  </a:cubicBezTo>
                  <a:cubicBezTo>
                    <a:pt x="325" y="55"/>
                    <a:pt x="325" y="54"/>
                    <a:pt x="324" y="53"/>
                  </a:cubicBezTo>
                  <a:cubicBezTo>
                    <a:pt x="325" y="54"/>
                    <a:pt x="325" y="54"/>
                    <a:pt x="325" y="54"/>
                  </a:cubicBezTo>
                  <a:cubicBezTo>
                    <a:pt x="323" y="52"/>
                    <a:pt x="321" y="50"/>
                    <a:pt x="319" y="48"/>
                  </a:cubicBezTo>
                  <a:cubicBezTo>
                    <a:pt x="314" y="44"/>
                    <a:pt x="308" y="39"/>
                    <a:pt x="302" y="35"/>
                  </a:cubicBezTo>
                  <a:cubicBezTo>
                    <a:pt x="302" y="35"/>
                    <a:pt x="302" y="35"/>
                    <a:pt x="302" y="35"/>
                  </a:cubicBezTo>
                  <a:cubicBezTo>
                    <a:pt x="291" y="27"/>
                    <a:pt x="279" y="20"/>
                    <a:pt x="266" y="14"/>
                  </a:cubicBezTo>
                  <a:cubicBezTo>
                    <a:pt x="243" y="5"/>
                    <a:pt x="220" y="0"/>
                    <a:pt x="196" y="0"/>
                  </a:cubicBezTo>
                </a:path>
              </a:pathLst>
            </a:custGeom>
            <a:solidFill>
              <a:srgbClr val="FFA8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9" name="Freeform 97">
              <a:extLst>
                <a:ext uri="{FF2B5EF4-FFF2-40B4-BE49-F238E27FC236}">
                  <a16:creationId xmlns:a16="http://schemas.microsoft.com/office/drawing/2014/main" id="{BA143B88-CB8F-4DA9-8213-55CF381BD1B5}"/>
                </a:ext>
              </a:extLst>
            </p:cNvPr>
            <p:cNvSpPr>
              <a:spLocks noEditPoints="1"/>
            </p:cNvSpPr>
            <p:nvPr/>
          </p:nvSpPr>
          <p:spPr bwMode="auto">
            <a:xfrm>
              <a:off x="1608138" y="2085976"/>
              <a:ext cx="1003300" cy="1006475"/>
            </a:xfrm>
            <a:custGeom>
              <a:avLst/>
              <a:gdLst>
                <a:gd name="T0" fmla="*/ 0 w 261"/>
                <a:gd name="T1" fmla="*/ 258 h 261"/>
                <a:gd name="T2" fmla="*/ 1 w 261"/>
                <a:gd name="T3" fmla="*/ 259 h 261"/>
                <a:gd name="T4" fmla="*/ 1 w 261"/>
                <a:gd name="T5" fmla="*/ 259 h 261"/>
                <a:gd name="T6" fmla="*/ 1 w 261"/>
                <a:gd name="T7" fmla="*/ 259 h 261"/>
                <a:gd name="T8" fmla="*/ 3 w 261"/>
                <a:gd name="T9" fmla="*/ 261 h 261"/>
                <a:gd name="T10" fmla="*/ 2 w 261"/>
                <a:gd name="T11" fmla="*/ 260 h 261"/>
                <a:gd name="T12" fmla="*/ 0 w 261"/>
                <a:gd name="T13" fmla="*/ 258 h 261"/>
                <a:gd name="T14" fmla="*/ 258 w 261"/>
                <a:gd name="T15" fmla="*/ 0 h 261"/>
                <a:gd name="T16" fmla="*/ 260 w 261"/>
                <a:gd name="T17" fmla="*/ 2 h 261"/>
                <a:gd name="T18" fmla="*/ 261 w 261"/>
                <a:gd name="T19" fmla="*/ 3 h 261"/>
                <a:gd name="T20" fmla="*/ 259 w 261"/>
                <a:gd name="T21" fmla="*/ 1 h 261"/>
                <a:gd name="T22" fmla="*/ 259 w 261"/>
                <a:gd name="T23" fmla="*/ 1 h 261"/>
                <a:gd name="T24" fmla="*/ 259 w 261"/>
                <a:gd name="T25" fmla="*/ 1 h 261"/>
                <a:gd name="T26" fmla="*/ 258 w 261"/>
                <a:gd name="T2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261">
                  <a:moveTo>
                    <a:pt x="0" y="258"/>
                  </a:moveTo>
                  <a:cubicBezTo>
                    <a:pt x="1" y="259"/>
                    <a:pt x="1" y="259"/>
                    <a:pt x="1" y="259"/>
                  </a:cubicBezTo>
                  <a:cubicBezTo>
                    <a:pt x="1" y="259"/>
                    <a:pt x="1" y="259"/>
                    <a:pt x="1" y="259"/>
                  </a:cubicBezTo>
                  <a:cubicBezTo>
                    <a:pt x="1" y="259"/>
                    <a:pt x="1" y="259"/>
                    <a:pt x="1" y="259"/>
                  </a:cubicBezTo>
                  <a:cubicBezTo>
                    <a:pt x="2" y="260"/>
                    <a:pt x="2" y="260"/>
                    <a:pt x="3" y="261"/>
                  </a:cubicBezTo>
                  <a:cubicBezTo>
                    <a:pt x="3" y="261"/>
                    <a:pt x="3" y="260"/>
                    <a:pt x="2" y="260"/>
                  </a:cubicBezTo>
                  <a:cubicBezTo>
                    <a:pt x="2" y="260"/>
                    <a:pt x="1" y="259"/>
                    <a:pt x="0" y="258"/>
                  </a:cubicBezTo>
                  <a:moveTo>
                    <a:pt x="258" y="0"/>
                  </a:moveTo>
                  <a:cubicBezTo>
                    <a:pt x="259" y="1"/>
                    <a:pt x="259" y="2"/>
                    <a:pt x="260" y="2"/>
                  </a:cubicBezTo>
                  <a:cubicBezTo>
                    <a:pt x="260" y="3"/>
                    <a:pt x="261" y="3"/>
                    <a:pt x="261" y="3"/>
                  </a:cubicBezTo>
                  <a:cubicBezTo>
                    <a:pt x="260" y="2"/>
                    <a:pt x="259" y="2"/>
                    <a:pt x="259" y="1"/>
                  </a:cubicBezTo>
                  <a:cubicBezTo>
                    <a:pt x="259" y="1"/>
                    <a:pt x="259" y="1"/>
                    <a:pt x="259" y="1"/>
                  </a:cubicBezTo>
                  <a:cubicBezTo>
                    <a:pt x="259" y="1"/>
                    <a:pt x="259" y="1"/>
                    <a:pt x="259" y="1"/>
                  </a:cubicBezTo>
                  <a:cubicBezTo>
                    <a:pt x="258" y="0"/>
                    <a:pt x="258" y="0"/>
                    <a:pt x="258" y="0"/>
                  </a:cubicBezTo>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 name="Group 5">
            <a:extLst>
              <a:ext uri="{FF2B5EF4-FFF2-40B4-BE49-F238E27FC236}">
                <a16:creationId xmlns:a16="http://schemas.microsoft.com/office/drawing/2014/main" id="{A0D86C98-0956-4411-B7C0-45BE8045B406}"/>
              </a:ext>
            </a:extLst>
          </p:cNvPr>
          <p:cNvGrpSpPr/>
          <p:nvPr/>
        </p:nvGrpSpPr>
        <p:grpSpPr>
          <a:xfrm>
            <a:off x="1449388" y="3297238"/>
            <a:ext cx="1316038" cy="1100138"/>
            <a:chOff x="1449388" y="3297238"/>
            <a:chExt cx="1316038" cy="1100138"/>
          </a:xfrm>
        </p:grpSpPr>
        <p:sp>
          <p:nvSpPr>
            <p:cNvPr id="113" name="Freeform 111">
              <a:extLst>
                <a:ext uri="{FF2B5EF4-FFF2-40B4-BE49-F238E27FC236}">
                  <a16:creationId xmlns:a16="http://schemas.microsoft.com/office/drawing/2014/main" id="{AA16D41C-D814-4A45-9C21-AE0253D5B8E8}"/>
                </a:ext>
              </a:extLst>
            </p:cNvPr>
            <p:cNvSpPr>
              <a:spLocks noEditPoints="1"/>
            </p:cNvSpPr>
            <p:nvPr/>
          </p:nvSpPr>
          <p:spPr bwMode="auto">
            <a:xfrm>
              <a:off x="1449388" y="3297238"/>
              <a:ext cx="1316038" cy="919163"/>
            </a:xfrm>
            <a:custGeom>
              <a:avLst/>
              <a:gdLst>
                <a:gd name="T0" fmla="*/ 1 w 342"/>
                <a:gd name="T1" fmla="*/ 10 h 238"/>
                <a:gd name="T2" fmla="*/ 0 w 342"/>
                <a:gd name="T3" fmla="*/ 5 h 238"/>
                <a:gd name="T4" fmla="*/ 1 w 342"/>
                <a:gd name="T5" fmla="*/ 2 h 238"/>
                <a:gd name="T6" fmla="*/ 9 w 342"/>
                <a:gd name="T7" fmla="*/ 1 h 238"/>
                <a:gd name="T8" fmla="*/ 11 w 342"/>
                <a:gd name="T9" fmla="*/ 4 h 238"/>
                <a:gd name="T10" fmla="*/ 11 w 342"/>
                <a:gd name="T11" fmla="*/ 8 h 238"/>
                <a:gd name="T12" fmla="*/ 159 w 342"/>
                <a:gd name="T13" fmla="*/ 76 h 238"/>
                <a:gd name="T14" fmla="*/ 159 w 342"/>
                <a:gd name="T15" fmla="*/ 64 h 238"/>
                <a:gd name="T16" fmla="*/ 183 w 342"/>
                <a:gd name="T17" fmla="*/ 76 h 238"/>
                <a:gd name="T18" fmla="*/ 189 w 342"/>
                <a:gd name="T19" fmla="*/ 70 h 238"/>
                <a:gd name="T20" fmla="*/ 183 w 342"/>
                <a:gd name="T21" fmla="*/ 76 h 238"/>
                <a:gd name="T22" fmla="*/ 141 w 342"/>
                <a:gd name="T23" fmla="*/ 69 h 238"/>
                <a:gd name="T24" fmla="*/ 134 w 342"/>
                <a:gd name="T25" fmla="*/ 74 h 238"/>
                <a:gd name="T26" fmla="*/ 207 w 342"/>
                <a:gd name="T27" fmla="*/ 73 h 238"/>
                <a:gd name="T28" fmla="*/ 206 w 342"/>
                <a:gd name="T29" fmla="*/ 61 h 238"/>
                <a:gd name="T30" fmla="*/ 111 w 342"/>
                <a:gd name="T31" fmla="*/ 69 h 238"/>
                <a:gd name="T32" fmla="*/ 113 w 342"/>
                <a:gd name="T33" fmla="*/ 57 h 238"/>
                <a:gd name="T34" fmla="*/ 110 w 342"/>
                <a:gd name="T35" fmla="*/ 68 h 238"/>
                <a:gd name="T36" fmla="*/ 231 w 342"/>
                <a:gd name="T37" fmla="*/ 68 h 238"/>
                <a:gd name="T38" fmla="*/ 229 w 342"/>
                <a:gd name="T39" fmla="*/ 57 h 238"/>
                <a:gd name="T40" fmla="*/ 254 w 342"/>
                <a:gd name="T41" fmla="*/ 61 h 238"/>
                <a:gd name="T42" fmla="*/ 259 w 342"/>
                <a:gd name="T43" fmla="*/ 53 h 238"/>
                <a:gd name="T44" fmla="*/ 254 w 342"/>
                <a:gd name="T45" fmla="*/ 61 h 238"/>
                <a:gd name="T46" fmla="*/ 94 w 342"/>
                <a:gd name="T47" fmla="*/ 57 h 238"/>
                <a:gd name="T48" fmla="*/ 83 w 342"/>
                <a:gd name="T49" fmla="*/ 53 h 238"/>
                <a:gd name="T50" fmla="*/ 276 w 342"/>
                <a:gd name="T51" fmla="*/ 52 h 238"/>
                <a:gd name="T52" fmla="*/ 281 w 342"/>
                <a:gd name="T53" fmla="*/ 43 h 238"/>
                <a:gd name="T54" fmla="*/ 276 w 342"/>
                <a:gd name="T55" fmla="*/ 52 h 238"/>
                <a:gd name="T56" fmla="*/ 72 w 342"/>
                <a:gd name="T57" fmla="*/ 48 h 238"/>
                <a:gd name="T58" fmla="*/ 64 w 342"/>
                <a:gd name="T59" fmla="*/ 50 h 238"/>
                <a:gd name="T60" fmla="*/ 297 w 342"/>
                <a:gd name="T61" fmla="*/ 41 h 238"/>
                <a:gd name="T62" fmla="*/ 302 w 342"/>
                <a:gd name="T63" fmla="*/ 31 h 238"/>
                <a:gd name="T64" fmla="*/ 297 w 342"/>
                <a:gd name="T65" fmla="*/ 41 h 238"/>
                <a:gd name="T66" fmla="*/ 50 w 342"/>
                <a:gd name="T67" fmla="*/ 37 h 238"/>
                <a:gd name="T68" fmla="*/ 42 w 342"/>
                <a:gd name="T69" fmla="*/ 39 h 238"/>
                <a:gd name="T70" fmla="*/ 317 w 342"/>
                <a:gd name="T71" fmla="*/ 27 h 238"/>
                <a:gd name="T72" fmla="*/ 322 w 342"/>
                <a:gd name="T73" fmla="*/ 18 h 238"/>
                <a:gd name="T74" fmla="*/ 317 w 342"/>
                <a:gd name="T75" fmla="*/ 27 h 238"/>
                <a:gd name="T76" fmla="*/ 30 w 342"/>
                <a:gd name="T77" fmla="*/ 24 h 238"/>
                <a:gd name="T78" fmla="*/ 22 w 342"/>
                <a:gd name="T79" fmla="*/ 25 h 238"/>
                <a:gd name="T80" fmla="*/ 342 w 342"/>
                <a:gd name="T81" fmla="*/ 8 h 238"/>
                <a:gd name="T82" fmla="*/ 342 w 342"/>
                <a:gd name="T83" fmla="*/ 4 h 238"/>
                <a:gd name="T84" fmla="*/ 339 w 342"/>
                <a:gd name="T85" fmla="*/ 1 h 238"/>
                <a:gd name="T86" fmla="*/ 335 w 342"/>
                <a:gd name="T87" fmla="*/ 0 h 238"/>
                <a:gd name="T88" fmla="*/ 332 w 342"/>
                <a:gd name="T89" fmla="*/ 2 h 238"/>
                <a:gd name="T90" fmla="*/ 330 w 342"/>
                <a:gd name="T91" fmla="*/ 5 h 238"/>
                <a:gd name="T92" fmla="*/ 332 w 342"/>
                <a:gd name="T93" fmla="*/ 10 h 238"/>
                <a:gd name="T94" fmla="*/ 340 w 342"/>
                <a:gd name="T95" fmla="*/ 10 h 238"/>
                <a:gd name="T96" fmla="*/ 177 w 342"/>
                <a:gd name="T97" fmla="*/ 232 h 238"/>
                <a:gd name="T98" fmla="*/ 171 w 342"/>
                <a:gd name="T99" fmla="*/ 238 h 238"/>
                <a:gd name="T100" fmla="*/ 177 w 342"/>
                <a:gd name="T101" fmla="*/ 209 h 238"/>
                <a:gd name="T102" fmla="*/ 171 w 342"/>
                <a:gd name="T103" fmla="*/ 215 h 238"/>
                <a:gd name="T104" fmla="*/ 177 w 342"/>
                <a:gd name="T105" fmla="*/ 187 h 238"/>
                <a:gd name="T106" fmla="*/ 171 w 342"/>
                <a:gd name="T107" fmla="*/ 193 h 238"/>
                <a:gd name="T108" fmla="*/ 177 w 342"/>
                <a:gd name="T109" fmla="*/ 164 h 238"/>
                <a:gd name="T110" fmla="*/ 171 w 342"/>
                <a:gd name="T111" fmla="*/ 170 h 238"/>
                <a:gd name="T112" fmla="*/ 177 w 342"/>
                <a:gd name="T113" fmla="*/ 141 h 238"/>
                <a:gd name="T114" fmla="*/ 171 w 342"/>
                <a:gd name="T115" fmla="*/ 147 h 238"/>
                <a:gd name="T116" fmla="*/ 177 w 342"/>
                <a:gd name="T117" fmla="*/ 118 h 238"/>
                <a:gd name="T118" fmla="*/ 171 w 342"/>
                <a:gd name="T119" fmla="*/ 124 h 238"/>
                <a:gd name="T120" fmla="*/ 177 w 342"/>
                <a:gd name="T121" fmla="*/ 95 h 238"/>
                <a:gd name="T122" fmla="*/ 171 w 342"/>
                <a:gd name="T123" fmla="*/ 10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2" h="238">
                  <a:moveTo>
                    <a:pt x="6" y="12"/>
                  </a:moveTo>
                  <a:cubicBezTo>
                    <a:pt x="5" y="12"/>
                    <a:pt x="4" y="12"/>
                    <a:pt x="3" y="12"/>
                  </a:cubicBezTo>
                  <a:cubicBezTo>
                    <a:pt x="3" y="11"/>
                    <a:pt x="2" y="11"/>
                    <a:pt x="1" y="10"/>
                  </a:cubicBezTo>
                  <a:cubicBezTo>
                    <a:pt x="1" y="10"/>
                    <a:pt x="0" y="9"/>
                    <a:pt x="0" y="8"/>
                  </a:cubicBezTo>
                  <a:cubicBezTo>
                    <a:pt x="0" y="8"/>
                    <a:pt x="0" y="7"/>
                    <a:pt x="0" y="6"/>
                  </a:cubicBezTo>
                  <a:cubicBezTo>
                    <a:pt x="0" y="6"/>
                    <a:pt x="0" y="5"/>
                    <a:pt x="0" y="5"/>
                  </a:cubicBezTo>
                  <a:cubicBezTo>
                    <a:pt x="0" y="5"/>
                    <a:pt x="0" y="4"/>
                    <a:pt x="0" y="4"/>
                  </a:cubicBezTo>
                  <a:cubicBezTo>
                    <a:pt x="1" y="3"/>
                    <a:pt x="1" y="3"/>
                    <a:pt x="1" y="3"/>
                  </a:cubicBezTo>
                  <a:cubicBezTo>
                    <a:pt x="1" y="2"/>
                    <a:pt x="1" y="2"/>
                    <a:pt x="1" y="2"/>
                  </a:cubicBezTo>
                  <a:cubicBezTo>
                    <a:pt x="3" y="0"/>
                    <a:pt x="5" y="0"/>
                    <a:pt x="7" y="0"/>
                  </a:cubicBezTo>
                  <a:cubicBezTo>
                    <a:pt x="7" y="0"/>
                    <a:pt x="8" y="0"/>
                    <a:pt x="8" y="1"/>
                  </a:cubicBezTo>
                  <a:cubicBezTo>
                    <a:pt x="9" y="1"/>
                    <a:pt x="9" y="1"/>
                    <a:pt x="9" y="1"/>
                  </a:cubicBezTo>
                  <a:cubicBezTo>
                    <a:pt x="10" y="2"/>
                    <a:pt x="10" y="2"/>
                    <a:pt x="10" y="2"/>
                  </a:cubicBezTo>
                  <a:cubicBezTo>
                    <a:pt x="11" y="3"/>
                    <a:pt x="11" y="3"/>
                    <a:pt x="11" y="3"/>
                  </a:cubicBezTo>
                  <a:cubicBezTo>
                    <a:pt x="11" y="4"/>
                    <a:pt x="11" y="4"/>
                    <a:pt x="11" y="4"/>
                  </a:cubicBezTo>
                  <a:cubicBezTo>
                    <a:pt x="11" y="4"/>
                    <a:pt x="11" y="5"/>
                    <a:pt x="12" y="5"/>
                  </a:cubicBezTo>
                  <a:cubicBezTo>
                    <a:pt x="12" y="5"/>
                    <a:pt x="12" y="6"/>
                    <a:pt x="12" y="6"/>
                  </a:cubicBezTo>
                  <a:cubicBezTo>
                    <a:pt x="12" y="7"/>
                    <a:pt x="12" y="8"/>
                    <a:pt x="11" y="8"/>
                  </a:cubicBezTo>
                  <a:cubicBezTo>
                    <a:pt x="11" y="9"/>
                    <a:pt x="10" y="10"/>
                    <a:pt x="10" y="10"/>
                  </a:cubicBezTo>
                  <a:cubicBezTo>
                    <a:pt x="9" y="11"/>
                    <a:pt x="7" y="12"/>
                    <a:pt x="6" y="12"/>
                  </a:cubicBezTo>
                  <a:close/>
                  <a:moveTo>
                    <a:pt x="159" y="76"/>
                  </a:moveTo>
                  <a:cubicBezTo>
                    <a:pt x="159" y="76"/>
                    <a:pt x="159" y="76"/>
                    <a:pt x="159" y="76"/>
                  </a:cubicBezTo>
                  <a:cubicBezTo>
                    <a:pt x="162" y="76"/>
                    <a:pt x="165" y="74"/>
                    <a:pt x="165" y="70"/>
                  </a:cubicBezTo>
                  <a:cubicBezTo>
                    <a:pt x="165" y="67"/>
                    <a:pt x="162" y="64"/>
                    <a:pt x="159" y="64"/>
                  </a:cubicBezTo>
                  <a:cubicBezTo>
                    <a:pt x="156" y="64"/>
                    <a:pt x="153" y="67"/>
                    <a:pt x="153" y="70"/>
                  </a:cubicBezTo>
                  <a:cubicBezTo>
                    <a:pt x="153" y="73"/>
                    <a:pt x="155" y="76"/>
                    <a:pt x="159" y="76"/>
                  </a:cubicBezTo>
                  <a:close/>
                  <a:moveTo>
                    <a:pt x="183" y="76"/>
                  </a:moveTo>
                  <a:cubicBezTo>
                    <a:pt x="183" y="76"/>
                    <a:pt x="183" y="76"/>
                    <a:pt x="183" y="76"/>
                  </a:cubicBezTo>
                  <a:cubicBezTo>
                    <a:pt x="183" y="76"/>
                    <a:pt x="183" y="76"/>
                    <a:pt x="183" y="76"/>
                  </a:cubicBezTo>
                  <a:cubicBezTo>
                    <a:pt x="187" y="76"/>
                    <a:pt x="189" y="73"/>
                    <a:pt x="189" y="70"/>
                  </a:cubicBezTo>
                  <a:cubicBezTo>
                    <a:pt x="189" y="66"/>
                    <a:pt x="186" y="64"/>
                    <a:pt x="183" y="64"/>
                  </a:cubicBezTo>
                  <a:cubicBezTo>
                    <a:pt x="179" y="64"/>
                    <a:pt x="177" y="67"/>
                    <a:pt x="177" y="70"/>
                  </a:cubicBezTo>
                  <a:cubicBezTo>
                    <a:pt x="177" y="73"/>
                    <a:pt x="180" y="76"/>
                    <a:pt x="183" y="76"/>
                  </a:cubicBezTo>
                  <a:close/>
                  <a:moveTo>
                    <a:pt x="135" y="74"/>
                  </a:moveTo>
                  <a:cubicBezTo>
                    <a:pt x="135" y="74"/>
                    <a:pt x="135" y="74"/>
                    <a:pt x="135" y="74"/>
                  </a:cubicBezTo>
                  <a:cubicBezTo>
                    <a:pt x="138" y="74"/>
                    <a:pt x="140" y="72"/>
                    <a:pt x="141" y="69"/>
                  </a:cubicBezTo>
                  <a:cubicBezTo>
                    <a:pt x="141" y="65"/>
                    <a:pt x="139" y="62"/>
                    <a:pt x="136" y="62"/>
                  </a:cubicBezTo>
                  <a:cubicBezTo>
                    <a:pt x="133" y="61"/>
                    <a:pt x="129" y="63"/>
                    <a:pt x="129" y="67"/>
                  </a:cubicBezTo>
                  <a:cubicBezTo>
                    <a:pt x="128" y="70"/>
                    <a:pt x="131" y="73"/>
                    <a:pt x="134" y="74"/>
                  </a:cubicBezTo>
                  <a:lnTo>
                    <a:pt x="135" y="74"/>
                  </a:lnTo>
                  <a:close/>
                  <a:moveTo>
                    <a:pt x="207" y="73"/>
                  </a:moveTo>
                  <a:cubicBezTo>
                    <a:pt x="207" y="73"/>
                    <a:pt x="207" y="73"/>
                    <a:pt x="207" y="73"/>
                  </a:cubicBezTo>
                  <a:cubicBezTo>
                    <a:pt x="208" y="73"/>
                    <a:pt x="208" y="73"/>
                    <a:pt x="208" y="73"/>
                  </a:cubicBezTo>
                  <a:cubicBezTo>
                    <a:pt x="211" y="73"/>
                    <a:pt x="213" y="70"/>
                    <a:pt x="213" y="66"/>
                  </a:cubicBezTo>
                  <a:cubicBezTo>
                    <a:pt x="212" y="63"/>
                    <a:pt x="209" y="61"/>
                    <a:pt x="206" y="61"/>
                  </a:cubicBezTo>
                  <a:cubicBezTo>
                    <a:pt x="203" y="62"/>
                    <a:pt x="200" y="65"/>
                    <a:pt x="201" y="68"/>
                  </a:cubicBezTo>
                  <a:cubicBezTo>
                    <a:pt x="201" y="71"/>
                    <a:pt x="204" y="73"/>
                    <a:pt x="207" y="73"/>
                  </a:cubicBezTo>
                  <a:close/>
                  <a:moveTo>
                    <a:pt x="111" y="69"/>
                  </a:moveTo>
                  <a:cubicBezTo>
                    <a:pt x="111" y="69"/>
                    <a:pt x="111" y="69"/>
                    <a:pt x="111" y="69"/>
                  </a:cubicBezTo>
                  <a:cubicBezTo>
                    <a:pt x="114" y="69"/>
                    <a:pt x="116" y="67"/>
                    <a:pt x="117" y="64"/>
                  </a:cubicBezTo>
                  <a:cubicBezTo>
                    <a:pt x="118" y="61"/>
                    <a:pt x="116" y="58"/>
                    <a:pt x="113" y="57"/>
                  </a:cubicBezTo>
                  <a:cubicBezTo>
                    <a:pt x="113" y="57"/>
                    <a:pt x="113" y="57"/>
                    <a:pt x="113" y="57"/>
                  </a:cubicBezTo>
                  <a:cubicBezTo>
                    <a:pt x="110" y="56"/>
                    <a:pt x="106" y="58"/>
                    <a:pt x="106" y="61"/>
                  </a:cubicBezTo>
                  <a:cubicBezTo>
                    <a:pt x="105" y="64"/>
                    <a:pt x="107" y="67"/>
                    <a:pt x="110" y="68"/>
                  </a:cubicBezTo>
                  <a:cubicBezTo>
                    <a:pt x="110" y="68"/>
                    <a:pt x="111" y="69"/>
                    <a:pt x="111" y="69"/>
                  </a:cubicBezTo>
                  <a:close/>
                  <a:moveTo>
                    <a:pt x="231" y="68"/>
                  </a:moveTo>
                  <a:cubicBezTo>
                    <a:pt x="231" y="68"/>
                    <a:pt x="231" y="68"/>
                    <a:pt x="231" y="68"/>
                  </a:cubicBezTo>
                  <a:cubicBezTo>
                    <a:pt x="231" y="68"/>
                    <a:pt x="232" y="68"/>
                    <a:pt x="232" y="68"/>
                  </a:cubicBezTo>
                  <a:cubicBezTo>
                    <a:pt x="235" y="67"/>
                    <a:pt x="237" y="64"/>
                    <a:pt x="236" y="61"/>
                  </a:cubicBezTo>
                  <a:cubicBezTo>
                    <a:pt x="236" y="58"/>
                    <a:pt x="232" y="56"/>
                    <a:pt x="229" y="57"/>
                  </a:cubicBezTo>
                  <a:cubicBezTo>
                    <a:pt x="226" y="57"/>
                    <a:pt x="224" y="61"/>
                    <a:pt x="225" y="64"/>
                  </a:cubicBezTo>
                  <a:cubicBezTo>
                    <a:pt x="225" y="67"/>
                    <a:pt x="228" y="68"/>
                    <a:pt x="231" y="68"/>
                  </a:cubicBezTo>
                  <a:close/>
                  <a:moveTo>
                    <a:pt x="254" y="61"/>
                  </a:moveTo>
                  <a:cubicBezTo>
                    <a:pt x="254" y="61"/>
                    <a:pt x="254" y="61"/>
                    <a:pt x="254" y="61"/>
                  </a:cubicBezTo>
                  <a:cubicBezTo>
                    <a:pt x="254" y="61"/>
                    <a:pt x="255" y="61"/>
                    <a:pt x="256" y="61"/>
                  </a:cubicBezTo>
                  <a:cubicBezTo>
                    <a:pt x="259" y="60"/>
                    <a:pt x="260" y="56"/>
                    <a:pt x="259" y="53"/>
                  </a:cubicBezTo>
                  <a:cubicBezTo>
                    <a:pt x="258" y="50"/>
                    <a:pt x="255" y="48"/>
                    <a:pt x="252" y="50"/>
                  </a:cubicBezTo>
                  <a:cubicBezTo>
                    <a:pt x="248" y="51"/>
                    <a:pt x="247" y="54"/>
                    <a:pt x="248" y="57"/>
                  </a:cubicBezTo>
                  <a:cubicBezTo>
                    <a:pt x="249" y="60"/>
                    <a:pt x="251" y="61"/>
                    <a:pt x="254" y="61"/>
                  </a:cubicBezTo>
                  <a:close/>
                  <a:moveTo>
                    <a:pt x="88" y="61"/>
                  </a:moveTo>
                  <a:cubicBezTo>
                    <a:pt x="88" y="61"/>
                    <a:pt x="88" y="61"/>
                    <a:pt x="88" y="61"/>
                  </a:cubicBezTo>
                  <a:cubicBezTo>
                    <a:pt x="91" y="61"/>
                    <a:pt x="93" y="59"/>
                    <a:pt x="94" y="57"/>
                  </a:cubicBezTo>
                  <a:cubicBezTo>
                    <a:pt x="95" y="54"/>
                    <a:pt x="94" y="51"/>
                    <a:pt x="91" y="49"/>
                  </a:cubicBezTo>
                  <a:cubicBezTo>
                    <a:pt x="91" y="49"/>
                    <a:pt x="91" y="49"/>
                    <a:pt x="91" y="49"/>
                  </a:cubicBezTo>
                  <a:cubicBezTo>
                    <a:pt x="88" y="48"/>
                    <a:pt x="84" y="50"/>
                    <a:pt x="83" y="53"/>
                  </a:cubicBezTo>
                  <a:cubicBezTo>
                    <a:pt x="82" y="56"/>
                    <a:pt x="83" y="59"/>
                    <a:pt x="86" y="60"/>
                  </a:cubicBezTo>
                  <a:cubicBezTo>
                    <a:pt x="87" y="61"/>
                    <a:pt x="88" y="61"/>
                    <a:pt x="88" y="61"/>
                  </a:cubicBezTo>
                  <a:close/>
                  <a:moveTo>
                    <a:pt x="276" y="52"/>
                  </a:moveTo>
                  <a:cubicBezTo>
                    <a:pt x="276" y="52"/>
                    <a:pt x="276" y="52"/>
                    <a:pt x="276" y="52"/>
                  </a:cubicBezTo>
                  <a:cubicBezTo>
                    <a:pt x="277" y="52"/>
                    <a:pt x="278" y="52"/>
                    <a:pt x="278" y="51"/>
                  </a:cubicBezTo>
                  <a:cubicBezTo>
                    <a:pt x="281" y="50"/>
                    <a:pt x="283" y="46"/>
                    <a:pt x="281" y="43"/>
                  </a:cubicBezTo>
                  <a:cubicBezTo>
                    <a:pt x="280" y="40"/>
                    <a:pt x="276" y="39"/>
                    <a:pt x="273" y="41"/>
                  </a:cubicBezTo>
                  <a:cubicBezTo>
                    <a:pt x="270" y="42"/>
                    <a:pt x="269" y="46"/>
                    <a:pt x="270" y="49"/>
                  </a:cubicBezTo>
                  <a:cubicBezTo>
                    <a:pt x="271" y="51"/>
                    <a:pt x="274" y="52"/>
                    <a:pt x="276" y="52"/>
                  </a:cubicBezTo>
                  <a:close/>
                  <a:moveTo>
                    <a:pt x="66" y="51"/>
                  </a:moveTo>
                  <a:cubicBezTo>
                    <a:pt x="66" y="51"/>
                    <a:pt x="66" y="51"/>
                    <a:pt x="66" y="51"/>
                  </a:cubicBezTo>
                  <a:cubicBezTo>
                    <a:pt x="69" y="51"/>
                    <a:pt x="71" y="50"/>
                    <a:pt x="72" y="48"/>
                  </a:cubicBezTo>
                  <a:cubicBezTo>
                    <a:pt x="73" y="45"/>
                    <a:pt x="72" y="41"/>
                    <a:pt x="69" y="40"/>
                  </a:cubicBezTo>
                  <a:cubicBezTo>
                    <a:pt x="66" y="38"/>
                    <a:pt x="63" y="39"/>
                    <a:pt x="61" y="42"/>
                  </a:cubicBezTo>
                  <a:cubicBezTo>
                    <a:pt x="60" y="45"/>
                    <a:pt x="61" y="49"/>
                    <a:pt x="64" y="50"/>
                  </a:cubicBezTo>
                  <a:cubicBezTo>
                    <a:pt x="65" y="51"/>
                    <a:pt x="66" y="51"/>
                    <a:pt x="66" y="51"/>
                  </a:cubicBezTo>
                  <a:close/>
                  <a:moveTo>
                    <a:pt x="297" y="41"/>
                  </a:moveTo>
                  <a:cubicBezTo>
                    <a:pt x="297" y="41"/>
                    <a:pt x="297" y="41"/>
                    <a:pt x="297" y="41"/>
                  </a:cubicBezTo>
                  <a:cubicBezTo>
                    <a:pt x="298" y="41"/>
                    <a:pt x="299" y="40"/>
                    <a:pt x="300" y="40"/>
                  </a:cubicBezTo>
                  <a:cubicBezTo>
                    <a:pt x="300" y="40"/>
                    <a:pt x="300" y="40"/>
                    <a:pt x="300" y="40"/>
                  </a:cubicBezTo>
                  <a:cubicBezTo>
                    <a:pt x="303" y="38"/>
                    <a:pt x="304" y="34"/>
                    <a:pt x="302" y="31"/>
                  </a:cubicBezTo>
                  <a:cubicBezTo>
                    <a:pt x="300" y="29"/>
                    <a:pt x="297" y="28"/>
                    <a:pt x="294" y="29"/>
                  </a:cubicBezTo>
                  <a:cubicBezTo>
                    <a:pt x="291" y="31"/>
                    <a:pt x="290" y="35"/>
                    <a:pt x="292" y="38"/>
                  </a:cubicBezTo>
                  <a:cubicBezTo>
                    <a:pt x="293" y="40"/>
                    <a:pt x="295" y="41"/>
                    <a:pt x="297" y="41"/>
                  </a:cubicBezTo>
                  <a:close/>
                  <a:moveTo>
                    <a:pt x="45" y="39"/>
                  </a:moveTo>
                  <a:cubicBezTo>
                    <a:pt x="45" y="39"/>
                    <a:pt x="45" y="39"/>
                    <a:pt x="45" y="39"/>
                  </a:cubicBezTo>
                  <a:cubicBezTo>
                    <a:pt x="47" y="39"/>
                    <a:pt x="49" y="38"/>
                    <a:pt x="50" y="37"/>
                  </a:cubicBezTo>
                  <a:cubicBezTo>
                    <a:pt x="52" y="34"/>
                    <a:pt x="51" y="30"/>
                    <a:pt x="48" y="28"/>
                  </a:cubicBezTo>
                  <a:cubicBezTo>
                    <a:pt x="46" y="27"/>
                    <a:pt x="42" y="28"/>
                    <a:pt x="40" y="30"/>
                  </a:cubicBezTo>
                  <a:cubicBezTo>
                    <a:pt x="38" y="33"/>
                    <a:pt x="39" y="37"/>
                    <a:pt x="42" y="39"/>
                  </a:cubicBezTo>
                  <a:cubicBezTo>
                    <a:pt x="42" y="39"/>
                    <a:pt x="42" y="39"/>
                    <a:pt x="42" y="39"/>
                  </a:cubicBezTo>
                  <a:cubicBezTo>
                    <a:pt x="43" y="39"/>
                    <a:pt x="44" y="39"/>
                    <a:pt x="45" y="39"/>
                  </a:cubicBezTo>
                  <a:close/>
                  <a:moveTo>
                    <a:pt x="317" y="27"/>
                  </a:moveTo>
                  <a:cubicBezTo>
                    <a:pt x="317" y="27"/>
                    <a:pt x="317" y="27"/>
                    <a:pt x="317" y="27"/>
                  </a:cubicBezTo>
                  <a:cubicBezTo>
                    <a:pt x="318" y="27"/>
                    <a:pt x="320" y="27"/>
                    <a:pt x="321" y="26"/>
                  </a:cubicBezTo>
                  <a:cubicBezTo>
                    <a:pt x="323" y="24"/>
                    <a:pt x="324" y="20"/>
                    <a:pt x="322" y="18"/>
                  </a:cubicBezTo>
                  <a:cubicBezTo>
                    <a:pt x="320" y="15"/>
                    <a:pt x="316" y="14"/>
                    <a:pt x="314" y="16"/>
                  </a:cubicBezTo>
                  <a:cubicBezTo>
                    <a:pt x="311" y="18"/>
                    <a:pt x="310" y="22"/>
                    <a:pt x="312" y="25"/>
                  </a:cubicBezTo>
                  <a:cubicBezTo>
                    <a:pt x="313" y="26"/>
                    <a:pt x="315" y="27"/>
                    <a:pt x="317" y="27"/>
                  </a:cubicBezTo>
                  <a:close/>
                  <a:moveTo>
                    <a:pt x="25" y="26"/>
                  </a:moveTo>
                  <a:cubicBezTo>
                    <a:pt x="25" y="26"/>
                    <a:pt x="25" y="26"/>
                    <a:pt x="25" y="26"/>
                  </a:cubicBezTo>
                  <a:cubicBezTo>
                    <a:pt x="27" y="26"/>
                    <a:pt x="29" y="25"/>
                    <a:pt x="30" y="24"/>
                  </a:cubicBezTo>
                  <a:cubicBezTo>
                    <a:pt x="32" y="21"/>
                    <a:pt x="31" y="17"/>
                    <a:pt x="29" y="15"/>
                  </a:cubicBezTo>
                  <a:cubicBezTo>
                    <a:pt x="26" y="14"/>
                    <a:pt x="22" y="14"/>
                    <a:pt x="20" y="17"/>
                  </a:cubicBezTo>
                  <a:cubicBezTo>
                    <a:pt x="18" y="20"/>
                    <a:pt x="19" y="23"/>
                    <a:pt x="22" y="25"/>
                  </a:cubicBezTo>
                  <a:cubicBezTo>
                    <a:pt x="23" y="26"/>
                    <a:pt x="24" y="26"/>
                    <a:pt x="25" y="26"/>
                  </a:cubicBezTo>
                  <a:close/>
                  <a:moveTo>
                    <a:pt x="340" y="10"/>
                  </a:moveTo>
                  <a:cubicBezTo>
                    <a:pt x="341" y="10"/>
                    <a:pt x="341" y="9"/>
                    <a:pt x="342" y="8"/>
                  </a:cubicBezTo>
                  <a:cubicBezTo>
                    <a:pt x="342" y="8"/>
                    <a:pt x="342" y="7"/>
                    <a:pt x="342" y="6"/>
                  </a:cubicBezTo>
                  <a:cubicBezTo>
                    <a:pt x="342" y="6"/>
                    <a:pt x="342" y="5"/>
                    <a:pt x="342" y="5"/>
                  </a:cubicBezTo>
                  <a:cubicBezTo>
                    <a:pt x="342" y="5"/>
                    <a:pt x="342" y="4"/>
                    <a:pt x="342" y="4"/>
                  </a:cubicBezTo>
                  <a:cubicBezTo>
                    <a:pt x="341" y="3"/>
                    <a:pt x="341" y="3"/>
                    <a:pt x="341" y="3"/>
                  </a:cubicBezTo>
                  <a:cubicBezTo>
                    <a:pt x="340" y="2"/>
                    <a:pt x="340" y="2"/>
                    <a:pt x="340" y="2"/>
                  </a:cubicBezTo>
                  <a:cubicBezTo>
                    <a:pt x="339" y="1"/>
                    <a:pt x="339" y="1"/>
                    <a:pt x="339" y="1"/>
                  </a:cubicBezTo>
                  <a:cubicBezTo>
                    <a:pt x="339" y="1"/>
                    <a:pt x="339" y="1"/>
                    <a:pt x="338" y="1"/>
                  </a:cubicBezTo>
                  <a:cubicBezTo>
                    <a:pt x="337" y="0"/>
                    <a:pt x="337" y="0"/>
                    <a:pt x="337" y="0"/>
                  </a:cubicBezTo>
                  <a:cubicBezTo>
                    <a:pt x="336" y="0"/>
                    <a:pt x="336" y="0"/>
                    <a:pt x="335" y="0"/>
                  </a:cubicBezTo>
                  <a:cubicBezTo>
                    <a:pt x="334" y="0"/>
                    <a:pt x="334" y="0"/>
                    <a:pt x="334" y="1"/>
                  </a:cubicBezTo>
                  <a:cubicBezTo>
                    <a:pt x="333" y="1"/>
                    <a:pt x="333" y="1"/>
                    <a:pt x="333" y="1"/>
                  </a:cubicBezTo>
                  <a:cubicBezTo>
                    <a:pt x="332" y="2"/>
                    <a:pt x="332" y="2"/>
                    <a:pt x="332" y="2"/>
                  </a:cubicBezTo>
                  <a:cubicBezTo>
                    <a:pt x="331" y="3"/>
                    <a:pt x="331" y="3"/>
                    <a:pt x="331" y="3"/>
                  </a:cubicBezTo>
                  <a:cubicBezTo>
                    <a:pt x="330" y="4"/>
                    <a:pt x="330" y="4"/>
                    <a:pt x="330" y="4"/>
                  </a:cubicBezTo>
                  <a:cubicBezTo>
                    <a:pt x="330" y="4"/>
                    <a:pt x="330" y="5"/>
                    <a:pt x="330" y="5"/>
                  </a:cubicBezTo>
                  <a:cubicBezTo>
                    <a:pt x="330" y="5"/>
                    <a:pt x="330" y="6"/>
                    <a:pt x="330" y="6"/>
                  </a:cubicBezTo>
                  <a:cubicBezTo>
                    <a:pt x="330" y="7"/>
                    <a:pt x="330" y="8"/>
                    <a:pt x="330" y="8"/>
                  </a:cubicBezTo>
                  <a:cubicBezTo>
                    <a:pt x="331" y="9"/>
                    <a:pt x="331" y="10"/>
                    <a:pt x="332" y="10"/>
                  </a:cubicBezTo>
                  <a:cubicBezTo>
                    <a:pt x="332" y="11"/>
                    <a:pt x="333" y="11"/>
                    <a:pt x="334" y="12"/>
                  </a:cubicBezTo>
                  <a:cubicBezTo>
                    <a:pt x="334" y="12"/>
                    <a:pt x="335" y="12"/>
                    <a:pt x="336" y="12"/>
                  </a:cubicBezTo>
                  <a:cubicBezTo>
                    <a:pt x="338" y="12"/>
                    <a:pt x="339" y="11"/>
                    <a:pt x="340" y="10"/>
                  </a:cubicBezTo>
                  <a:close/>
                  <a:moveTo>
                    <a:pt x="171" y="238"/>
                  </a:moveTo>
                  <a:cubicBezTo>
                    <a:pt x="171" y="238"/>
                    <a:pt x="171" y="238"/>
                    <a:pt x="171" y="238"/>
                  </a:cubicBezTo>
                  <a:cubicBezTo>
                    <a:pt x="174" y="238"/>
                    <a:pt x="177" y="235"/>
                    <a:pt x="177" y="232"/>
                  </a:cubicBezTo>
                  <a:cubicBezTo>
                    <a:pt x="177" y="229"/>
                    <a:pt x="174" y="226"/>
                    <a:pt x="171" y="226"/>
                  </a:cubicBezTo>
                  <a:cubicBezTo>
                    <a:pt x="168" y="226"/>
                    <a:pt x="165" y="229"/>
                    <a:pt x="165" y="232"/>
                  </a:cubicBezTo>
                  <a:cubicBezTo>
                    <a:pt x="165" y="235"/>
                    <a:pt x="168" y="238"/>
                    <a:pt x="171" y="238"/>
                  </a:cubicBezTo>
                  <a:close/>
                  <a:moveTo>
                    <a:pt x="171" y="215"/>
                  </a:moveTo>
                  <a:cubicBezTo>
                    <a:pt x="171" y="215"/>
                    <a:pt x="171" y="215"/>
                    <a:pt x="171" y="215"/>
                  </a:cubicBezTo>
                  <a:cubicBezTo>
                    <a:pt x="174" y="215"/>
                    <a:pt x="177" y="213"/>
                    <a:pt x="177" y="209"/>
                  </a:cubicBezTo>
                  <a:cubicBezTo>
                    <a:pt x="177" y="206"/>
                    <a:pt x="174" y="203"/>
                    <a:pt x="171" y="203"/>
                  </a:cubicBezTo>
                  <a:cubicBezTo>
                    <a:pt x="168" y="203"/>
                    <a:pt x="165" y="206"/>
                    <a:pt x="165" y="209"/>
                  </a:cubicBezTo>
                  <a:cubicBezTo>
                    <a:pt x="165" y="213"/>
                    <a:pt x="168" y="215"/>
                    <a:pt x="171" y="215"/>
                  </a:cubicBezTo>
                  <a:close/>
                  <a:moveTo>
                    <a:pt x="171" y="193"/>
                  </a:moveTo>
                  <a:cubicBezTo>
                    <a:pt x="171" y="193"/>
                    <a:pt x="171" y="193"/>
                    <a:pt x="171" y="193"/>
                  </a:cubicBezTo>
                  <a:cubicBezTo>
                    <a:pt x="174" y="193"/>
                    <a:pt x="177" y="190"/>
                    <a:pt x="177" y="187"/>
                  </a:cubicBezTo>
                  <a:cubicBezTo>
                    <a:pt x="177" y="183"/>
                    <a:pt x="174" y="181"/>
                    <a:pt x="171" y="181"/>
                  </a:cubicBezTo>
                  <a:cubicBezTo>
                    <a:pt x="168" y="181"/>
                    <a:pt x="165" y="183"/>
                    <a:pt x="165" y="187"/>
                  </a:cubicBezTo>
                  <a:cubicBezTo>
                    <a:pt x="165" y="190"/>
                    <a:pt x="168" y="193"/>
                    <a:pt x="171" y="193"/>
                  </a:cubicBezTo>
                  <a:close/>
                  <a:moveTo>
                    <a:pt x="171" y="170"/>
                  </a:moveTo>
                  <a:cubicBezTo>
                    <a:pt x="171" y="170"/>
                    <a:pt x="171" y="170"/>
                    <a:pt x="171" y="170"/>
                  </a:cubicBezTo>
                  <a:cubicBezTo>
                    <a:pt x="174" y="170"/>
                    <a:pt x="177" y="167"/>
                    <a:pt x="177" y="164"/>
                  </a:cubicBezTo>
                  <a:cubicBezTo>
                    <a:pt x="177" y="161"/>
                    <a:pt x="174" y="158"/>
                    <a:pt x="171" y="158"/>
                  </a:cubicBezTo>
                  <a:cubicBezTo>
                    <a:pt x="168" y="158"/>
                    <a:pt x="165" y="161"/>
                    <a:pt x="165" y="164"/>
                  </a:cubicBezTo>
                  <a:cubicBezTo>
                    <a:pt x="165" y="167"/>
                    <a:pt x="168" y="170"/>
                    <a:pt x="171" y="170"/>
                  </a:cubicBezTo>
                  <a:close/>
                  <a:moveTo>
                    <a:pt x="171" y="147"/>
                  </a:moveTo>
                  <a:cubicBezTo>
                    <a:pt x="171" y="147"/>
                    <a:pt x="171" y="147"/>
                    <a:pt x="171" y="147"/>
                  </a:cubicBezTo>
                  <a:cubicBezTo>
                    <a:pt x="174" y="147"/>
                    <a:pt x="177" y="144"/>
                    <a:pt x="177" y="141"/>
                  </a:cubicBezTo>
                  <a:cubicBezTo>
                    <a:pt x="177" y="138"/>
                    <a:pt x="174" y="135"/>
                    <a:pt x="171" y="135"/>
                  </a:cubicBezTo>
                  <a:cubicBezTo>
                    <a:pt x="168" y="135"/>
                    <a:pt x="165" y="138"/>
                    <a:pt x="165" y="141"/>
                  </a:cubicBezTo>
                  <a:cubicBezTo>
                    <a:pt x="165" y="144"/>
                    <a:pt x="168" y="147"/>
                    <a:pt x="171" y="147"/>
                  </a:cubicBezTo>
                  <a:close/>
                  <a:moveTo>
                    <a:pt x="171" y="124"/>
                  </a:moveTo>
                  <a:cubicBezTo>
                    <a:pt x="171" y="124"/>
                    <a:pt x="171" y="124"/>
                    <a:pt x="171" y="124"/>
                  </a:cubicBezTo>
                  <a:cubicBezTo>
                    <a:pt x="174" y="124"/>
                    <a:pt x="177" y="122"/>
                    <a:pt x="177" y="118"/>
                  </a:cubicBezTo>
                  <a:cubicBezTo>
                    <a:pt x="177" y="115"/>
                    <a:pt x="174" y="112"/>
                    <a:pt x="171" y="112"/>
                  </a:cubicBezTo>
                  <a:cubicBezTo>
                    <a:pt x="168" y="112"/>
                    <a:pt x="165" y="115"/>
                    <a:pt x="165" y="118"/>
                  </a:cubicBezTo>
                  <a:cubicBezTo>
                    <a:pt x="165" y="122"/>
                    <a:pt x="168" y="124"/>
                    <a:pt x="171" y="124"/>
                  </a:cubicBezTo>
                  <a:close/>
                  <a:moveTo>
                    <a:pt x="171" y="101"/>
                  </a:moveTo>
                  <a:cubicBezTo>
                    <a:pt x="171" y="101"/>
                    <a:pt x="171" y="101"/>
                    <a:pt x="171" y="101"/>
                  </a:cubicBezTo>
                  <a:cubicBezTo>
                    <a:pt x="174" y="101"/>
                    <a:pt x="177" y="99"/>
                    <a:pt x="177" y="95"/>
                  </a:cubicBezTo>
                  <a:cubicBezTo>
                    <a:pt x="177" y="92"/>
                    <a:pt x="174" y="89"/>
                    <a:pt x="171" y="89"/>
                  </a:cubicBezTo>
                  <a:cubicBezTo>
                    <a:pt x="168" y="89"/>
                    <a:pt x="165" y="92"/>
                    <a:pt x="165" y="95"/>
                  </a:cubicBezTo>
                  <a:cubicBezTo>
                    <a:pt x="165" y="99"/>
                    <a:pt x="168" y="101"/>
                    <a:pt x="171" y="10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14" name="Freeform 112">
              <a:extLst>
                <a:ext uri="{FF2B5EF4-FFF2-40B4-BE49-F238E27FC236}">
                  <a16:creationId xmlns:a16="http://schemas.microsoft.com/office/drawing/2014/main" id="{67004A7F-4E68-4173-8EB4-E5058609489E}"/>
                </a:ext>
              </a:extLst>
            </p:cNvPr>
            <p:cNvSpPr>
              <a:spLocks/>
            </p:cNvSpPr>
            <p:nvPr/>
          </p:nvSpPr>
          <p:spPr bwMode="auto">
            <a:xfrm>
              <a:off x="1957388" y="4176713"/>
              <a:ext cx="284163" cy="220663"/>
            </a:xfrm>
            <a:custGeom>
              <a:avLst/>
              <a:gdLst>
                <a:gd name="T0" fmla="*/ 37 w 74"/>
                <a:gd name="T1" fmla="*/ 57 h 57"/>
                <a:gd name="T2" fmla="*/ 32 w 74"/>
                <a:gd name="T3" fmla="*/ 55 h 57"/>
                <a:gd name="T4" fmla="*/ 2 w 74"/>
                <a:gd name="T5" fmla="*/ 10 h 57"/>
                <a:gd name="T6" fmla="*/ 4 w 74"/>
                <a:gd name="T7" fmla="*/ 2 h 57"/>
                <a:gd name="T8" fmla="*/ 12 w 74"/>
                <a:gd name="T9" fmla="*/ 3 h 57"/>
                <a:gd name="T10" fmla="*/ 37 w 74"/>
                <a:gd name="T11" fmla="*/ 41 h 57"/>
                <a:gd name="T12" fmla="*/ 63 w 74"/>
                <a:gd name="T13" fmla="*/ 3 h 57"/>
                <a:gd name="T14" fmla="*/ 71 w 74"/>
                <a:gd name="T15" fmla="*/ 2 h 57"/>
                <a:gd name="T16" fmla="*/ 73 w 74"/>
                <a:gd name="T17" fmla="*/ 10 h 57"/>
                <a:gd name="T18" fmla="*/ 42 w 74"/>
                <a:gd name="T19" fmla="*/ 55 h 57"/>
                <a:gd name="T20" fmla="*/ 37 w 74"/>
                <a:gd name="T2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57">
                  <a:moveTo>
                    <a:pt x="37" y="57"/>
                  </a:moveTo>
                  <a:cubicBezTo>
                    <a:pt x="35" y="57"/>
                    <a:pt x="34" y="56"/>
                    <a:pt x="32" y="55"/>
                  </a:cubicBezTo>
                  <a:cubicBezTo>
                    <a:pt x="2" y="10"/>
                    <a:pt x="2" y="10"/>
                    <a:pt x="2" y="10"/>
                  </a:cubicBezTo>
                  <a:cubicBezTo>
                    <a:pt x="0" y="7"/>
                    <a:pt x="1" y="3"/>
                    <a:pt x="4" y="2"/>
                  </a:cubicBezTo>
                  <a:cubicBezTo>
                    <a:pt x="7" y="0"/>
                    <a:pt x="10" y="0"/>
                    <a:pt x="12" y="3"/>
                  </a:cubicBezTo>
                  <a:cubicBezTo>
                    <a:pt x="37" y="41"/>
                    <a:pt x="37" y="41"/>
                    <a:pt x="37" y="41"/>
                  </a:cubicBezTo>
                  <a:cubicBezTo>
                    <a:pt x="63" y="3"/>
                    <a:pt x="63" y="3"/>
                    <a:pt x="63" y="3"/>
                  </a:cubicBezTo>
                  <a:cubicBezTo>
                    <a:pt x="65" y="0"/>
                    <a:pt x="68" y="0"/>
                    <a:pt x="71" y="2"/>
                  </a:cubicBezTo>
                  <a:cubicBezTo>
                    <a:pt x="74" y="3"/>
                    <a:pt x="74" y="7"/>
                    <a:pt x="73" y="10"/>
                  </a:cubicBezTo>
                  <a:cubicBezTo>
                    <a:pt x="42" y="55"/>
                    <a:pt x="42" y="55"/>
                    <a:pt x="42" y="55"/>
                  </a:cubicBezTo>
                  <a:cubicBezTo>
                    <a:pt x="41" y="56"/>
                    <a:pt x="39" y="57"/>
                    <a:pt x="37" y="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F115B0F5-0DFA-465F-8517-C1ED2C0747C9}"/>
              </a:ext>
            </a:extLst>
          </p:cNvPr>
          <p:cNvGrpSpPr/>
          <p:nvPr/>
        </p:nvGrpSpPr>
        <p:grpSpPr>
          <a:xfrm>
            <a:off x="3435350" y="3297238"/>
            <a:ext cx="1319213" cy="1100138"/>
            <a:chOff x="3435350" y="3297238"/>
            <a:chExt cx="1319213" cy="1100138"/>
          </a:xfrm>
        </p:grpSpPr>
        <p:sp>
          <p:nvSpPr>
            <p:cNvPr id="112" name="Freeform 110">
              <a:extLst>
                <a:ext uri="{FF2B5EF4-FFF2-40B4-BE49-F238E27FC236}">
                  <a16:creationId xmlns:a16="http://schemas.microsoft.com/office/drawing/2014/main" id="{0B60210F-25E2-4FBF-BB21-817955FA4A11}"/>
                </a:ext>
              </a:extLst>
            </p:cNvPr>
            <p:cNvSpPr>
              <a:spLocks noEditPoints="1"/>
            </p:cNvSpPr>
            <p:nvPr/>
          </p:nvSpPr>
          <p:spPr bwMode="auto">
            <a:xfrm>
              <a:off x="3435350" y="3297238"/>
              <a:ext cx="1319213" cy="919163"/>
            </a:xfrm>
            <a:custGeom>
              <a:avLst/>
              <a:gdLst>
                <a:gd name="T0" fmla="*/ 2 w 343"/>
                <a:gd name="T1" fmla="*/ 10 h 238"/>
                <a:gd name="T2" fmla="*/ 1 w 343"/>
                <a:gd name="T3" fmla="*/ 5 h 238"/>
                <a:gd name="T4" fmla="*/ 2 w 343"/>
                <a:gd name="T5" fmla="*/ 2 h 238"/>
                <a:gd name="T6" fmla="*/ 10 w 343"/>
                <a:gd name="T7" fmla="*/ 1 h 238"/>
                <a:gd name="T8" fmla="*/ 12 w 343"/>
                <a:gd name="T9" fmla="*/ 4 h 238"/>
                <a:gd name="T10" fmla="*/ 12 w 343"/>
                <a:gd name="T11" fmla="*/ 8 h 238"/>
                <a:gd name="T12" fmla="*/ 160 w 343"/>
                <a:gd name="T13" fmla="*/ 76 h 238"/>
                <a:gd name="T14" fmla="*/ 160 w 343"/>
                <a:gd name="T15" fmla="*/ 64 h 238"/>
                <a:gd name="T16" fmla="*/ 160 w 343"/>
                <a:gd name="T17" fmla="*/ 76 h 238"/>
                <a:gd name="T18" fmla="*/ 184 w 343"/>
                <a:gd name="T19" fmla="*/ 76 h 238"/>
                <a:gd name="T20" fmla="*/ 178 w 343"/>
                <a:gd name="T21" fmla="*/ 70 h 238"/>
                <a:gd name="T22" fmla="*/ 136 w 343"/>
                <a:gd name="T23" fmla="*/ 74 h 238"/>
                <a:gd name="T24" fmla="*/ 130 w 343"/>
                <a:gd name="T25" fmla="*/ 67 h 238"/>
                <a:gd name="T26" fmla="*/ 208 w 343"/>
                <a:gd name="T27" fmla="*/ 73 h 238"/>
                <a:gd name="T28" fmla="*/ 214 w 343"/>
                <a:gd name="T29" fmla="*/ 66 h 238"/>
                <a:gd name="T30" fmla="*/ 208 w 343"/>
                <a:gd name="T31" fmla="*/ 73 h 238"/>
                <a:gd name="T32" fmla="*/ 118 w 343"/>
                <a:gd name="T33" fmla="*/ 64 h 238"/>
                <a:gd name="T34" fmla="*/ 106 w 343"/>
                <a:gd name="T35" fmla="*/ 61 h 238"/>
                <a:gd name="T36" fmla="*/ 231 w 343"/>
                <a:gd name="T37" fmla="*/ 68 h 238"/>
                <a:gd name="T38" fmla="*/ 237 w 343"/>
                <a:gd name="T39" fmla="*/ 61 h 238"/>
                <a:gd name="T40" fmla="*/ 231 w 343"/>
                <a:gd name="T41" fmla="*/ 68 h 238"/>
                <a:gd name="T42" fmla="*/ 256 w 343"/>
                <a:gd name="T43" fmla="*/ 61 h 238"/>
                <a:gd name="T44" fmla="*/ 249 w 343"/>
                <a:gd name="T45" fmla="*/ 57 h 238"/>
                <a:gd name="T46" fmla="*/ 89 w 343"/>
                <a:gd name="T47" fmla="*/ 61 h 238"/>
                <a:gd name="T48" fmla="*/ 84 w 343"/>
                <a:gd name="T49" fmla="*/ 53 h 238"/>
                <a:gd name="T50" fmla="*/ 277 w 343"/>
                <a:gd name="T51" fmla="*/ 52 h 238"/>
                <a:gd name="T52" fmla="*/ 282 w 343"/>
                <a:gd name="T53" fmla="*/ 43 h 238"/>
                <a:gd name="T54" fmla="*/ 277 w 343"/>
                <a:gd name="T55" fmla="*/ 52 h 238"/>
                <a:gd name="T56" fmla="*/ 73 w 343"/>
                <a:gd name="T57" fmla="*/ 48 h 238"/>
                <a:gd name="T58" fmla="*/ 64 w 343"/>
                <a:gd name="T59" fmla="*/ 50 h 238"/>
                <a:gd name="T60" fmla="*/ 298 w 343"/>
                <a:gd name="T61" fmla="*/ 41 h 238"/>
                <a:gd name="T62" fmla="*/ 295 w 343"/>
                <a:gd name="T63" fmla="*/ 29 h 238"/>
                <a:gd name="T64" fmla="*/ 46 w 343"/>
                <a:gd name="T65" fmla="*/ 39 h 238"/>
                <a:gd name="T66" fmla="*/ 49 w 343"/>
                <a:gd name="T67" fmla="*/ 28 h 238"/>
                <a:gd name="T68" fmla="*/ 46 w 343"/>
                <a:gd name="T69" fmla="*/ 39 h 238"/>
                <a:gd name="T70" fmla="*/ 321 w 343"/>
                <a:gd name="T71" fmla="*/ 26 h 238"/>
                <a:gd name="T72" fmla="*/ 313 w 343"/>
                <a:gd name="T73" fmla="*/ 25 h 238"/>
                <a:gd name="T74" fmla="*/ 26 w 343"/>
                <a:gd name="T75" fmla="*/ 26 h 238"/>
                <a:gd name="T76" fmla="*/ 21 w 343"/>
                <a:gd name="T77" fmla="*/ 17 h 238"/>
                <a:gd name="T78" fmla="*/ 26 w 343"/>
                <a:gd name="T79" fmla="*/ 26 h 238"/>
                <a:gd name="T80" fmla="*/ 343 w 343"/>
                <a:gd name="T81" fmla="*/ 6 h 238"/>
                <a:gd name="T82" fmla="*/ 342 w 343"/>
                <a:gd name="T83" fmla="*/ 3 h 238"/>
                <a:gd name="T84" fmla="*/ 339 w 343"/>
                <a:gd name="T85" fmla="*/ 1 h 238"/>
                <a:gd name="T86" fmla="*/ 332 w 343"/>
                <a:gd name="T87" fmla="*/ 3 h 238"/>
                <a:gd name="T88" fmla="*/ 331 w 343"/>
                <a:gd name="T89" fmla="*/ 6 h 238"/>
                <a:gd name="T90" fmla="*/ 334 w 343"/>
                <a:gd name="T91" fmla="*/ 12 h 238"/>
                <a:gd name="T92" fmla="*/ 172 w 343"/>
                <a:gd name="T93" fmla="*/ 238 h 238"/>
                <a:gd name="T94" fmla="*/ 172 w 343"/>
                <a:gd name="T95" fmla="*/ 226 h 238"/>
                <a:gd name="T96" fmla="*/ 172 w 343"/>
                <a:gd name="T97" fmla="*/ 215 h 238"/>
                <a:gd name="T98" fmla="*/ 172 w 343"/>
                <a:gd name="T99" fmla="*/ 203 h 238"/>
                <a:gd name="T100" fmla="*/ 172 w 343"/>
                <a:gd name="T101" fmla="*/ 193 h 238"/>
                <a:gd name="T102" fmla="*/ 172 w 343"/>
                <a:gd name="T103" fmla="*/ 181 h 238"/>
                <a:gd name="T104" fmla="*/ 172 w 343"/>
                <a:gd name="T105" fmla="*/ 170 h 238"/>
                <a:gd name="T106" fmla="*/ 172 w 343"/>
                <a:gd name="T107" fmla="*/ 158 h 238"/>
                <a:gd name="T108" fmla="*/ 172 w 343"/>
                <a:gd name="T109" fmla="*/ 147 h 238"/>
                <a:gd name="T110" fmla="*/ 172 w 343"/>
                <a:gd name="T111" fmla="*/ 135 h 238"/>
                <a:gd name="T112" fmla="*/ 172 w 343"/>
                <a:gd name="T113" fmla="*/ 124 h 238"/>
                <a:gd name="T114" fmla="*/ 172 w 343"/>
                <a:gd name="T115" fmla="*/ 112 h 238"/>
                <a:gd name="T116" fmla="*/ 172 w 343"/>
                <a:gd name="T117" fmla="*/ 101 h 238"/>
                <a:gd name="T118" fmla="*/ 172 w 343"/>
                <a:gd name="T119" fmla="*/ 8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3" h="238">
                  <a:moveTo>
                    <a:pt x="6" y="12"/>
                  </a:moveTo>
                  <a:cubicBezTo>
                    <a:pt x="6" y="12"/>
                    <a:pt x="5" y="12"/>
                    <a:pt x="4" y="12"/>
                  </a:cubicBezTo>
                  <a:cubicBezTo>
                    <a:pt x="3" y="11"/>
                    <a:pt x="3" y="11"/>
                    <a:pt x="2" y="10"/>
                  </a:cubicBezTo>
                  <a:cubicBezTo>
                    <a:pt x="2" y="10"/>
                    <a:pt x="1" y="9"/>
                    <a:pt x="1" y="8"/>
                  </a:cubicBezTo>
                  <a:cubicBezTo>
                    <a:pt x="1" y="8"/>
                    <a:pt x="0" y="7"/>
                    <a:pt x="0" y="6"/>
                  </a:cubicBezTo>
                  <a:cubicBezTo>
                    <a:pt x="0" y="6"/>
                    <a:pt x="0" y="5"/>
                    <a:pt x="1" y="5"/>
                  </a:cubicBezTo>
                  <a:cubicBezTo>
                    <a:pt x="1" y="5"/>
                    <a:pt x="1" y="4"/>
                    <a:pt x="1" y="4"/>
                  </a:cubicBezTo>
                  <a:cubicBezTo>
                    <a:pt x="1" y="3"/>
                    <a:pt x="1" y="3"/>
                    <a:pt x="1" y="3"/>
                  </a:cubicBezTo>
                  <a:cubicBezTo>
                    <a:pt x="2" y="2"/>
                    <a:pt x="2" y="2"/>
                    <a:pt x="2" y="2"/>
                  </a:cubicBezTo>
                  <a:cubicBezTo>
                    <a:pt x="4" y="0"/>
                    <a:pt x="6" y="0"/>
                    <a:pt x="8" y="0"/>
                  </a:cubicBezTo>
                  <a:cubicBezTo>
                    <a:pt x="9" y="1"/>
                    <a:pt x="9" y="1"/>
                    <a:pt x="9" y="1"/>
                  </a:cubicBezTo>
                  <a:cubicBezTo>
                    <a:pt x="9" y="1"/>
                    <a:pt x="9" y="1"/>
                    <a:pt x="10" y="1"/>
                  </a:cubicBezTo>
                  <a:cubicBezTo>
                    <a:pt x="11" y="2"/>
                    <a:pt x="11" y="2"/>
                    <a:pt x="11" y="2"/>
                  </a:cubicBezTo>
                  <a:cubicBezTo>
                    <a:pt x="11" y="3"/>
                    <a:pt x="11" y="3"/>
                    <a:pt x="11" y="3"/>
                  </a:cubicBezTo>
                  <a:cubicBezTo>
                    <a:pt x="12" y="4"/>
                    <a:pt x="12" y="4"/>
                    <a:pt x="12" y="4"/>
                  </a:cubicBezTo>
                  <a:cubicBezTo>
                    <a:pt x="12" y="4"/>
                    <a:pt x="12" y="5"/>
                    <a:pt x="12" y="5"/>
                  </a:cubicBezTo>
                  <a:cubicBezTo>
                    <a:pt x="12" y="5"/>
                    <a:pt x="12" y="6"/>
                    <a:pt x="12" y="6"/>
                  </a:cubicBezTo>
                  <a:cubicBezTo>
                    <a:pt x="12" y="7"/>
                    <a:pt x="12" y="8"/>
                    <a:pt x="12" y="8"/>
                  </a:cubicBezTo>
                  <a:cubicBezTo>
                    <a:pt x="12" y="9"/>
                    <a:pt x="11" y="10"/>
                    <a:pt x="11" y="10"/>
                  </a:cubicBezTo>
                  <a:cubicBezTo>
                    <a:pt x="10" y="11"/>
                    <a:pt x="8" y="12"/>
                    <a:pt x="6" y="12"/>
                  </a:cubicBezTo>
                  <a:close/>
                  <a:moveTo>
                    <a:pt x="160" y="76"/>
                  </a:moveTo>
                  <a:cubicBezTo>
                    <a:pt x="160" y="76"/>
                    <a:pt x="160" y="76"/>
                    <a:pt x="160" y="76"/>
                  </a:cubicBezTo>
                  <a:cubicBezTo>
                    <a:pt x="163" y="76"/>
                    <a:pt x="165" y="74"/>
                    <a:pt x="166" y="70"/>
                  </a:cubicBezTo>
                  <a:cubicBezTo>
                    <a:pt x="166" y="67"/>
                    <a:pt x="163" y="64"/>
                    <a:pt x="160" y="64"/>
                  </a:cubicBezTo>
                  <a:cubicBezTo>
                    <a:pt x="157" y="64"/>
                    <a:pt x="154" y="67"/>
                    <a:pt x="154" y="70"/>
                  </a:cubicBezTo>
                  <a:cubicBezTo>
                    <a:pt x="153" y="73"/>
                    <a:pt x="156" y="76"/>
                    <a:pt x="159" y="76"/>
                  </a:cubicBezTo>
                  <a:lnTo>
                    <a:pt x="160" y="76"/>
                  </a:lnTo>
                  <a:close/>
                  <a:moveTo>
                    <a:pt x="184" y="76"/>
                  </a:moveTo>
                  <a:cubicBezTo>
                    <a:pt x="184" y="76"/>
                    <a:pt x="184" y="76"/>
                    <a:pt x="184" y="76"/>
                  </a:cubicBezTo>
                  <a:cubicBezTo>
                    <a:pt x="184" y="76"/>
                    <a:pt x="184" y="76"/>
                    <a:pt x="184" y="76"/>
                  </a:cubicBezTo>
                  <a:cubicBezTo>
                    <a:pt x="187" y="76"/>
                    <a:pt x="190" y="73"/>
                    <a:pt x="190" y="70"/>
                  </a:cubicBezTo>
                  <a:cubicBezTo>
                    <a:pt x="189" y="66"/>
                    <a:pt x="187" y="64"/>
                    <a:pt x="183" y="64"/>
                  </a:cubicBezTo>
                  <a:cubicBezTo>
                    <a:pt x="180" y="64"/>
                    <a:pt x="178" y="67"/>
                    <a:pt x="178" y="70"/>
                  </a:cubicBezTo>
                  <a:cubicBezTo>
                    <a:pt x="178" y="73"/>
                    <a:pt x="181" y="76"/>
                    <a:pt x="184" y="76"/>
                  </a:cubicBezTo>
                  <a:close/>
                  <a:moveTo>
                    <a:pt x="136" y="74"/>
                  </a:moveTo>
                  <a:cubicBezTo>
                    <a:pt x="136" y="74"/>
                    <a:pt x="136" y="74"/>
                    <a:pt x="136" y="74"/>
                  </a:cubicBezTo>
                  <a:cubicBezTo>
                    <a:pt x="139" y="74"/>
                    <a:pt x="141" y="72"/>
                    <a:pt x="142" y="69"/>
                  </a:cubicBezTo>
                  <a:cubicBezTo>
                    <a:pt x="142" y="65"/>
                    <a:pt x="140" y="62"/>
                    <a:pt x="137" y="62"/>
                  </a:cubicBezTo>
                  <a:cubicBezTo>
                    <a:pt x="133" y="61"/>
                    <a:pt x="130" y="63"/>
                    <a:pt x="130" y="67"/>
                  </a:cubicBezTo>
                  <a:cubicBezTo>
                    <a:pt x="129" y="70"/>
                    <a:pt x="131" y="73"/>
                    <a:pt x="135" y="74"/>
                  </a:cubicBezTo>
                  <a:lnTo>
                    <a:pt x="136" y="74"/>
                  </a:lnTo>
                  <a:close/>
                  <a:moveTo>
                    <a:pt x="208" y="73"/>
                  </a:moveTo>
                  <a:cubicBezTo>
                    <a:pt x="208" y="73"/>
                    <a:pt x="208" y="73"/>
                    <a:pt x="208" y="73"/>
                  </a:cubicBezTo>
                  <a:cubicBezTo>
                    <a:pt x="209" y="73"/>
                    <a:pt x="209" y="73"/>
                    <a:pt x="209" y="73"/>
                  </a:cubicBezTo>
                  <a:cubicBezTo>
                    <a:pt x="212" y="73"/>
                    <a:pt x="214" y="70"/>
                    <a:pt x="214" y="66"/>
                  </a:cubicBezTo>
                  <a:cubicBezTo>
                    <a:pt x="213" y="63"/>
                    <a:pt x="210" y="61"/>
                    <a:pt x="207" y="61"/>
                  </a:cubicBezTo>
                  <a:cubicBezTo>
                    <a:pt x="203" y="62"/>
                    <a:pt x="201" y="65"/>
                    <a:pt x="202" y="68"/>
                  </a:cubicBezTo>
                  <a:cubicBezTo>
                    <a:pt x="202" y="71"/>
                    <a:pt x="205" y="73"/>
                    <a:pt x="208" y="73"/>
                  </a:cubicBezTo>
                  <a:close/>
                  <a:moveTo>
                    <a:pt x="112" y="69"/>
                  </a:moveTo>
                  <a:cubicBezTo>
                    <a:pt x="112" y="69"/>
                    <a:pt x="112" y="69"/>
                    <a:pt x="112" y="69"/>
                  </a:cubicBezTo>
                  <a:cubicBezTo>
                    <a:pt x="115" y="69"/>
                    <a:pt x="117" y="67"/>
                    <a:pt x="118" y="64"/>
                  </a:cubicBezTo>
                  <a:cubicBezTo>
                    <a:pt x="119" y="61"/>
                    <a:pt x="117" y="58"/>
                    <a:pt x="114" y="57"/>
                  </a:cubicBezTo>
                  <a:cubicBezTo>
                    <a:pt x="114" y="57"/>
                    <a:pt x="114" y="57"/>
                    <a:pt x="114" y="57"/>
                  </a:cubicBezTo>
                  <a:cubicBezTo>
                    <a:pt x="110" y="56"/>
                    <a:pt x="107" y="58"/>
                    <a:pt x="106" y="61"/>
                  </a:cubicBezTo>
                  <a:cubicBezTo>
                    <a:pt x="105" y="64"/>
                    <a:pt x="107" y="67"/>
                    <a:pt x="110" y="68"/>
                  </a:cubicBezTo>
                  <a:cubicBezTo>
                    <a:pt x="111" y="68"/>
                    <a:pt x="112" y="69"/>
                    <a:pt x="112" y="69"/>
                  </a:cubicBezTo>
                  <a:close/>
                  <a:moveTo>
                    <a:pt x="231" y="68"/>
                  </a:moveTo>
                  <a:cubicBezTo>
                    <a:pt x="231" y="68"/>
                    <a:pt x="231" y="68"/>
                    <a:pt x="231" y="68"/>
                  </a:cubicBezTo>
                  <a:cubicBezTo>
                    <a:pt x="232" y="68"/>
                    <a:pt x="232" y="68"/>
                    <a:pt x="233" y="68"/>
                  </a:cubicBezTo>
                  <a:cubicBezTo>
                    <a:pt x="236" y="67"/>
                    <a:pt x="238" y="64"/>
                    <a:pt x="237" y="61"/>
                  </a:cubicBezTo>
                  <a:cubicBezTo>
                    <a:pt x="236" y="58"/>
                    <a:pt x="233" y="56"/>
                    <a:pt x="230" y="57"/>
                  </a:cubicBezTo>
                  <a:cubicBezTo>
                    <a:pt x="227" y="57"/>
                    <a:pt x="225" y="61"/>
                    <a:pt x="225" y="64"/>
                  </a:cubicBezTo>
                  <a:cubicBezTo>
                    <a:pt x="226" y="67"/>
                    <a:pt x="229" y="68"/>
                    <a:pt x="231" y="68"/>
                  </a:cubicBezTo>
                  <a:close/>
                  <a:moveTo>
                    <a:pt x="254" y="61"/>
                  </a:moveTo>
                  <a:cubicBezTo>
                    <a:pt x="254" y="61"/>
                    <a:pt x="254" y="61"/>
                    <a:pt x="254" y="61"/>
                  </a:cubicBezTo>
                  <a:cubicBezTo>
                    <a:pt x="255" y="61"/>
                    <a:pt x="256" y="61"/>
                    <a:pt x="256" y="61"/>
                  </a:cubicBezTo>
                  <a:cubicBezTo>
                    <a:pt x="259" y="60"/>
                    <a:pt x="261" y="56"/>
                    <a:pt x="260" y="53"/>
                  </a:cubicBezTo>
                  <a:cubicBezTo>
                    <a:pt x="259" y="50"/>
                    <a:pt x="255" y="48"/>
                    <a:pt x="252" y="50"/>
                  </a:cubicBezTo>
                  <a:cubicBezTo>
                    <a:pt x="249" y="51"/>
                    <a:pt x="248" y="54"/>
                    <a:pt x="249" y="57"/>
                  </a:cubicBezTo>
                  <a:cubicBezTo>
                    <a:pt x="250" y="60"/>
                    <a:pt x="252" y="61"/>
                    <a:pt x="254" y="61"/>
                  </a:cubicBezTo>
                  <a:close/>
                  <a:moveTo>
                    <a:pt x="89" y="61"/>
                  </a:moveTo>
                  <a:cubicBezTo>
                    <a:pt x="89" y="61"/>
                    <a:pt x="89" y="61"/>
                    <a:pt x="89" y="61"/>
                  </a:cubicBezTo>
                  <a:cubicBezTo>
                    <a:pt x="92" y="61"/>
                    <a:pt x="94" y="59"/>
                    <a:pt x="95" y="57"/>
                  </a:cubicBezTo>
                  <a:cubicBezTo>
                    <a:pt x="96" y="54"/>
                    <a:pt x="94" y="51"/>
                    <a:pt x="91" y="49"/>
                  </a:cubicBezTo>
                  <a:cubicBezTo>
                    <a:pt x="88" y="48"/>
                    <a:pt x="85" y="50"/>
                    <a:pt x="84" y="53"/>
                  </a:cubicBezTo>
                  <a:cubicBezTo>
                    <a:pt x="82" y="56"/>
                    <a:pt x="84" y="59"/>
                    <a:pt x="87" y="60"/>
                  </a:cubicBezTo>
                  <a:cubicBezTo>
                    <a:pt x="88" y="61"/>
                    <a:pt x="88" y="61"/>
                    <a:pt x="89" y="61"/>
                  </a:cubicBezTo>
                  <a:close/>
                  <a:moveTo>
                    <a:pt x="277" y="52"/>
                  </a:moveTo>
                  <a:cubicBezTo>
                    <a:pt x="277" y="52"/>
                    <a:pt x="277" y="52"/>
                    <a:pt x="277" y="52"/>
                  </a:cubicBezTo>
                  <a:cubicBezTo>
                    <a:pt x="277" y="52"/>
                    <a:pt x="278" y="52"/>
                    <a:pt x="279" y="51"/>
                  </a:cubicBezTo>
                  <a:cubicBezTo>
                    <a:pt x="282" y="50"/>
                    <a:pt x="283" y="46"/>
                    <a:pt x="282" y="43"/>
                  </a:cubicBezTo>
                  <a:cubicBezTo>
                    <a:pt x="281" y="40"/>
                    <a:pt x="277" y="39"/>
                    <a:pt x="274" y="41"/>
                  </a:cubicBezTo>
                  <a:cubicBezTo>
                    <a:pt x="271" y="42"/>
                    <a:pt x="270" y="46"/>
                    <a:pt x="271" y="49"/>
                  </a:cubicBezTo>
                  <a:cubicBezTo>
                    <a:pt x="272" y="51"/>
                    <a:pt x="274" y="52"/>
                    <a:pt x="277" y="52"/>
                  </a:cubicBezTo>
                  <a:close/>
                  <a:moveTo>
                    <a:pt x="67" y="51"/>
                  </a:moveTo>
                  <a:cubicBezTo>
                    <a:pt x="67" y="51"/>
                    <a:pt x="67" y="51"/>
                    <a:pt x="67" y="51"/>
                  </a:cubicBezTo>
                  <a:cubicBezTo>
                    <a:pt x="69" y="51"/>
                    <a:pt x="71" y="50"/>
                    <a:pt x="73" y="48"/>
                  </a:cubicBezTo>
                  <a:cubicBezTo>
                    <a:pt x="74" y="45"/>
                    <a:pt x="73" y="41"/>
                    <a:pt x="70" y="40"/>
                  </a:cubicBezTo>
                  <a:cubicBezTo>
                    <a:pt x="67" y="38"/>
                    <a:pt x="63" y="39"/>
                    <a:pt x="62" y="42"/>
                  </a:cubicBezTo>
                  <a:cubicBezTo>
                    <a:pt x="60" y="45"/>
                    <a:pt x="62" y="49"/>
                    <a:pt x="64" y="50"/>
                  </a:cubicBezTo>
                  <a:cubicBezTo>
                    <a:pt x="65" y="51"/>
                    <a:pt x="66" y="51"/>
                    <a:pt x="67" y="51"/>
                  </a:cubicBezTo>
                  <a:close/>
                  <a:moveTo>
                    <a:pt x="298" y="41"/>
                  </a:moveTo>
                  <a:cubicBezTo>
                    <a:pt x="298" y="41"/>
                    <a:pt x="298" y="41"/>
                    <a:pt x="298" y="41"/>
                  </a:cubicBezTo>
                  <a:cubicBezTo>
                    <a:pt x="299" y="41"/>
                    <a:pt x="300" y="40"/>
                    <a:pt x="301" y="40"/>
                  </a:cubicBezTo>
                  <a:cubicBezTo>
                    <a:pt x="304" y="38"/>
                    <a:pt x="305" y="34"/>
                    <a:pt x="303" y="31"/>
                  </a:cubicBezTo>
                  <a:cubicBezTo>
                    <a:pt x="301" y="29"/>
                    <a:pt x="298" y="28"/>
                    <a:pt x="295" y="29"/>
                  </a:cubicBezTo>
                  <a:cubicBezTo>
                    <a:pt x="292" y="31"/>
                    <a:pt x="291" y="35"/>
                    <a:pt x="293" y="38"/>
                  </a:cubicBezTo>
                  <a:cubicBezTo>
                    <a:pt x="294" y="40"/>
                    <a:pt x="296" y="41"/>
                    <a:pt x="298" y="41"/>
                  </a:cubicBezTo>
                  <a:close/>
                  <a:moveTo>
                    <a:pt x="46" y="39"/>
                  </a:moveTo>
                  <a:cubicBezTo>
                    <a:pt x="46" y="39"/>
                    <a:pt x="46" y="39"/>
                    <a:pt x="46" y="39"/>
                  </a:cubicBezTo>
                  <a:cubicBezTo>
                    <a:pt x="48" y="39"/>
                    <a:pt x="50" y="38"/>
                    <a:pt x="51" y="37"/>
                  </a:cubicBezTo>
                  <a:cubicBezTo>
                    <a:pt x="53" y="34"/>
                    <a:pt x="52" y="30"/>
                    <a:pt x="49" y="28"/>
                  </a:cubicBezTo>
                  <a:cubicBezTo>
                    <a:pt x="46" y="27"/>
                    <a:pt x="43" y="28"/>
                    <a:pt x="41" y="30"/>
                  </a:cubicBezTo>
                  <a:cubicBezTo>
                    <a:pt x="39" y="33"/>
                    <a:pt x="40" y="37"/>
                    <a:pt x="43" y="39"/>
                  </a:cubicBezTo>
                  <a:cubicBezTo>
                    <a:pt x="44" y="39"/>
                    <a:pt x="45" y="39"/>
                    <a:pt x="46" y="39"/>
                  </a:cubicBezTo>
                  <a:close/>
                  <a:moveTo>
                    <a:pt x="318" y="27"/>
                  </a:moveTo>
                  <a:cubicBezTo>
                    <a:pt x="318" y="27"/>
                    <a:pt x="318" y="27"/>
                    <a:pt x="318" y="27"/>
                  </a:cubicBezTo>
                  <a:cubicBezTo>
                    <a:pt x="319" y="27"/>
                    <a:pt x="320" y="27"/>
                    <a:pt x="321" y="26"/>
                  </a:cubicBezTo>
                  <a:cubicBezTo>
                    <a:pt x="324" y="24"/>
                    <a:pt x="325" y="20"/>
                    <a:pt x="323" y="18"/>
                  </a:cubicBezTo>
                  <a:cubicBezTo>
                    <a:pt x="321" y="15"/>
                    <a:pt x="317" y="14"/>
                    <a:pt x="314" y="16"/>
                  </a:cubicBezTo>
                  <a:cubicBezTo>
                    <a:pt x="312" y="18"/>
                    <a:pt x="311" y="22"/>
                    <a:pt x="313" y="25"/>
                  </a:cubicBezTo>
                  <a:cubicBezTo>
                    <a:pt x="314" y="26"/>
                    <a:pt x="316" y="27"/>
                    <a:pt x="318" y="27"/>
                  </a:cubicBezTo>
                  <a:close/>
                  <a:moveTo>
                    <a:pt x="26" y="26"/>
                  </a:moveTo>
                  <a:cubicBezTo>
                    <a:pt x="26" y="26"/>
                    <a:pt x="26" y="26"/>
                    <a:pt x="26" y="26"/>
                  </a:cubicBezTo>
                  <a:cubicBezTo>
                    <a:pt x="28" y="26"/>
                    <a:pt x="30" y="25"/>
                    <a:pt x="31" y="24"/>
                  </a:cubicBezTo>
                  <a:cubicBezTo>
                    <a:pt x="33" y="21"/>
                    <a:pt x="32" y="17"/>
                    <a:pt x="29" y="15"/>
                  </a:cubicBezTo>
                  <a:cubicBezTo>
                    <a:pt x="27" y="14"/>
                    <a:pt x="23" y="14"/>
                    <a:pt x="21" y="17"/>
                  </a:cubicBezTo>
                  <a:cubicBezTo>
                    <a:pt x="19" y="20"/>
                    <a:pt x="20" y="23"/>
                    <a:pt x="22" y="25"/>
                  </a:cubicBezTo>
                  <a:cubicBezTo>
                    <a:pt x="22" y="25"/>
                    <a:pt x="22" y="25"/>
                    <a:pt x="22" y="25"/>
                  </a:cubicBezTo>
                  <a:cubicBezTo>
                    <a:pt x="23" y="26"/>
                    <a:pt x="25" y="26"/>
                    <a:pt x="26" y="26"/>
                  </a:cubicBezTo>
                  <a:close/>
                  <a:moveTo>
                    <a:pt x="341" y="10"/>
                  </a:moveTo>
                  <a:cubicBezTo>
                    <a:pt x="342" y="10"/>
                    <a:pt x="342" y="9"/>
                    <a:pt x="342" y="8"/>
                  </a:cubicBezTo>
                  <a:cubicBezTo>
                    <a:pt x="343" y="8"/>
                    <a:pt x="343" y="7"/>
                    <a:pt x="343" y="6"/>
                  </a:cubicBezTo>
                  <a:cubicBezTo>
                    <a:pt x="343" y="6"/>
                    <a:pt x="343" y="5"/>
                    <a:pt x="343" y="5"/>
                  </a:cubicBezTo>
                  <a:cubicBezTo>
                    <a:pt x="343" y="5"/>
                    <a:pt x="342" y="4"/>
                    <a:pt x="342" y="4"/>
                  </a:cubicBezTo>
                  <a:cubicBezTo>
                    <a:pt x="342" y="3"/>
                    <a:pt x="342" y="3"/>
                    <a:pt x="342" y="3"/>
                  </a:cubicBezTo>
                  <a:cubicBezTo>
                    <a:pt x="341" y="2"/>
                    <a:pt x="341" y="2"/>
                    <a:pt x="341" y="2"/>
                  </a:cubicBezTo>
                  <a:cubicBezTo>
                    <a:pt x="340" y="1"/>
                    <a:pt x="340" y="1"/>
                    <a:pt x="340" y="1"/>
                  </a:cubicBezTo>
                  <a:cubicBezTo>
                    <a:pt x="339" y="1"/>
                    <a:pt x="339" y="1"/>
                    <a:pt x="339" y="1"/>
                  </a:cubicBezTo>
                  <a:cubicBezTo>
                    <a:pt x="339" y="0"/>
                    <a:pt x="338" y="0"/>
                    <a:pt x="338" y="0"/>
                  </a:cubicBezTo>
                  <a:cubicBezTo>
                    <a:pt x="336" y="0"/>
                    <a:pt x="334" y="0"/>
                    <a:pt x="333" y="2"/>
                  </a:cubicBezTo>
                  <a:cubicBezTo>
                    <a:pt x="332" y="3"/>
                    <a:pt x="332" y="3"/>
                    <a:pt x="332" y="3"/>
                  </a:cubicBezTo>
                  <a:cubicBezTo>
                    <a:pt x="331" y="4"/>
                    <a:pt x="331" y="4"/>
                    <a:pt x="331" y="4"/>
                  </a:cubicBezTo>
                  <a:cubicBezTo>
                    <a:pt x="331" y="4"/>
                    <a:pt x="331" y="5"/>
                    <a:pt x="331" y="5"/>
                  </a:cubicBezTo>
                  <a:cubicBezTo>
                    <a:pt x="331" y="5"/>
                    <a:pt x="331" y="6"/>
                    <a:pt x="331" y="6"/>
                  </a:cubicBezTo>
                  <a:cubicBezTo>
                    <a:pt x="331" y="7"/>
                    <a:pt x="331" y="8"/>
                    <a:pt x="331" y="8"/>
                  </a:cubicBezTo>
                  <a:cubicBezTo>
                    <a:pt x="332" y="9"/>
                    <a:pt x="332" y="10"/>
                    <a:pt x="333" y="10"/>
                  </a:cubicBezTo>
                  <a:cubicBezTo>
                    <a:pt x="333" y="11"/>
                    <a:pt x="334" y="11"/>
                    <a:pt x="334" y="12"/>
                  </a:cubicBezTo>
                  <a:cubicBezTo>
                    <a:pt x="335" y="12"/>
                    <a:pt x="336" y="12"/>
                    <a:pt x="337" y="12"/>
                  </a:cubicBezTo>
                  <a:cubicBezTo>
                    <a:pt x="338" y="12"/>
                    <a:pt x="340" y="11"/>
                    <a:pt x="341" y="10"/>
                  </a:cubicBezTo>
                  <a:close/>
                  <a:moveTo>
                    <a:pt x="172" y="238"/>
                  </a:moveTo>
                  <a:cubicBezTo>
                    <a:pt x="172" y="238"/>
                    <a:pt x="172" y="238"/>
                    <a:pt x="172" y="238"/>
                  </a:cubicBezTo>
                  <a:cubicBezTo>
                    <a:pt x="175" y="238"/>
                    <a:pt x="178" y="235"/>
                    <a:pt x="178" y="232"/>
                  </a:cubicBezTo>
                  <a:cubicBezTo>
                    <a:pt x="178" y="229"/>
                    <a:pt x="175" y="226"/>
                    <a:pt x="172" y="226"/>
                  </a:cubicBezTo>
                  <a:cubicBezTo>
                    <a:pt x="168" y="226"/>
                    <a:pt x="166" y="229"/>
                    <a:pt x="166" y="232"/>
                  </a:cubicBezTo>
                  <a:cubicBezTo>
                    <a:pt x="166" y="235"/>
                    <a:pt x="168" y="238"/>
                    <a:pt x="172" y="238"/>
                  </a:cubicBezTo>
                  <a:close/>
                  <a:moveTo>
                    <a:pt x="172" y="215"/>
                  </a:moveTo>
                  <a:cubicBezTo>
                    <a:pt x="172" y="215"/>
                    <a:pt x="172" y="215"/>
                    <a:pt x="172" y="215"/>
                  </a:cubicBezTo>
                  <a:cubicBezTo>
                    <a:pt x="175" y="215"/>
                    <a:pt x="178" y="213"/>
                    <a:pt x="178" y="209"/>
                  </a:cubicBezTo>
                  <a:cubicBezTo>
                    <a:pt x="178" y="206"/>
                    <a:pt x="175" y="203"/>
                    <a:pt x="172" y="203"/>
                  </a:cubicBezTo>
                  <a:cubicBezTo>
                    <a:pt x="168" y="203"/>
                    <a:pt x="166" y="206"/>
                    <a:pt x="166" y="209"/>
                  </a:cubicBezTo>
                  <a:cubicBezTo>
                    <a:pt x="166" y="213"/>
                    <a:pt x="168" y="215"/>
                    <a:pt x="172" y="215"/>
                  </a:cubicBezTo>
                  <a:close/>
                  <a:moveTo>
                    <a:pt x="172" y="193"/>
                  </a:moveTo>
                  <a:cubicBezTo>
                    <a:pt x="172" y="193"/>
                    <a:pt x="172" y="193"/>
                    <a:pt x="172" y="193"/>
                  </a:cubicBezTo>
                  <a:cubicBezTo>
                    <a:pt x="175" y="193"/>
                    <a:pt x="178" y="190"/>
                    <a:pt x="178" y="187"/>
                  </a:cubicBezTo>
                  <a:cubicBezTo>
                    <a:pt x="178" y="183"/>
                    <a:pt x="175" y="181"/>
                    <a:pt x="172" y="181"/>
                  </a:cubicBezTo>
                  <a:cubicBezTo>
                    <a:pt x="168" y="181"/>
                    <a:pt x="166" y="183"/>
                    <a:pt x="166" y="187"/>
                  </a:cubicBezTo>
                  <a:cubicBezTo>
                    <a:pt x="166" y="190"/>
                    <a:pt x="168" y="193"/>
                    <a:pt x="172" y="193"/>
                  </a:cubicBezTo>
                  <a:close/>
                  <a:moveTo>
                    <a:pt x="172" y="170"/>
                  </a:moveTo>
                  <a:cubicBezTo>
                    <a:pt x="172" y="170"/>
                    <a:pt x="172" y="170"/>
                    <a:pt x="172" y="170"/>
                  </a:cubicBezTo>
                  <a:cubicBezTo>
                    <a:pt x="175" y="170"/>
                    <a:pt x="178" y="167"/>
                    <a:pt x="178" y="164"/>
                  </a:cubicBezTo>
                  <a:cubicBezTo>
                    <a:pt x="178" y="161"/>
                    <a:pt x="175" y="158"/>
                    <a:pt x="172" y="158"/>
                  </a:cubicBezTo>
                  <a:cubicBezTo>
                    <a:pt x="168" y="158"/>
                    <a:pt x="166" y="161"/>
                    <a:pt x="166" y="164"/>
                  </a:cubicBezTo>
                  <a:cubicBezTo>
                    <a:pt x="166" y="167"/>
                    <a:pt x="168" y="170"/>
                    <a:pt x="172" y="170"/>
                  </a:cubicBezTo>
                  <a:close/>
                  <a:moveTo>
                    <a:pt x="172" y="147"/>
                  </a:moveTo>
                  <a:cubicBezTo>
                    <a:pt x="172" y="147"/>
                    <a:pt x="172" y="147"/>
                    <a:pt x="172" y="147"/>
                  </a:cubicBezTo>
                  <a:cubicBezTo>
                    <a:pt x="175" y="147"/>
                    <a:pt x="178" y="144"/>
                    <a:pt x="178" y="141"/>
                  </a:cubicBezTo>
                  <a:cubicBezTo>
                    <a:pt x="178" y="138"/>
                    <a:pt x="175" y="135"/>
                    <a:pt x="172" y="135"/>
                  </a:cubicBezTo>
                  <a:cubicBezTo>
                    <a:pt x="168" y="135"/>
                    <a:pt x="166" y="138"/>
                    <a:pt x="166" y="141"/>
                  </a:cubicBezTo>
                  <a:cubicBezTo>
                    <a:pt x="166" y="144"/>
                    <a:pt x="168" y="147"/>
                    <a:pt x="172" y="147"/>
                  </a:cubicBezTo>
                  <a:close/>
                  <a:moveTo>
                    <a:pt x="172" y="124"/>
                  </a:moveTo>
                  <a:cubicBezTo>
                    <a:pt x="172" y="124"/>
                    <a:pt x="172" y="124"/>
                    <a:pt x="172" y="124"/>
                  </a:cubicBezTo>
                  <a:cubicBezTo>
                    <a:pt x="175" y="124"/>
                    <a:pt x="178" y="122"/>
                    <a:pt x="178" y="118"/>
                  </a:cubicBezTo>
                  <a:cubicBezTo>
                    <a:pt x="178" y="115"/>
                    <a:pt x="175" y="112"/>
                    <a:pt x="172" y="112"/>
                  </a:cubicBezTo>
                  <a:cubicBezTo>
                    <a:pt x="168" y="112"/>
                    <a:pt x="166" y="115"/>
                    <a:pt x="166" y="118"/>
                  </a:cubicBezTo>
                  <a:cubicBezTo>
                    <a:pt x="166" y="122"/>
                    <a:pt x="168" y="124"/>
                    <a:pt x="172" y="124"/>
                  </a:cubicBezTo>
                  <a:close/>
                  <a:moveTo>
                    <a:pt x="172" y="101"/>
                  </a:moveTo>
                  <a:cubicBezTo>
                    <a:pt x="172" y="101"/>
                    <a:pt x="172" y="101"/>
                    <a:pt x="172" y="101"/>
                  </a:cubicBezTo>
                  <a:cubicBezTo>
                    <a:pt x="175" y="101"/>
                    <a:pt x="178" y="99"/>
                    <a:pt x="178" y="95"/>
                  </a:cubicBezTo>
                  <a:cubicBezTo>
                    <a:pt x="178" y="92"/>
                    <a:pt x="175" y="89"/>
                    <a:pt x="172" y="89"/>
                  </a:cubicBezTo>
                  <a:cubicBezTo>
                    <a:pt x="168" y="89"/>
                    <a:pt x="166" y="92"/>
                    <a:pt x="166" y="95"/>
                  </a:cubicBezTo>
                  <a:cubicBezTo>
                    <a:pt x="166" y="99"/>
                    <a:pt x="168" y="101"/>
                    <a:pt x="172" y="10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15" name="Freeform 113">
              <a:extLst>
                <a:ext uri="{FF2B5EF4-FFF2-40B4-BE49-F238E27FC236}">
                  <a16:creationId xmlns:a16="http://schemas.microsoft.com/office/drawing/2014/main" id="{D8FC0184-B278-4389-881A-28B837417EF8}"/>
                </a:ext>
              </a:extLst>
            </p:cNvPr>
            <p:cNvSpPr>
              <a:spLocks/>
            </p:cNvSpPr>
            <p:nvPr/>
          </p:nvSpPr>
          <p:spPr bwMode="auto">
            <a:xfrm>
              <a:off x="3951288" y="4176713"/>
              <a:ext cx="284163" cy="220663"/>
            </a:xfrm>
            <a:custGeom>
              <a:avLst/>
              <a:gdLst>
                <a:gd name="T0" fmla="*/ 37 w 74"/>
                <a:gd name="T1" fmla="*/ 57 h 57"/>
                <a:gd name="T2" fmla="*/ 32 w 74"/>
                <a:gd name="T3" fmla="*/ 55 h 57"/>
                <a:gd name="T4" fmla="*/ 1 w 74"/>
                <a:gd name="T5" fmla="*/ 10 h 57"/>
                <a:gd name="T6" fmla="*/ 3 w 74"/>
                <a:gd name="T7" fmla="*/ 2 h 57"/>
                <a:gd name="T8" fmla="*/ 11 w 74"/>
                <a:gd name="T9" fmla="*/ 3 h 57"/>
                <a:gd name="T10" fmla="*/ 37 w 74"/>
                <a:gd name="T11" fmla="*/ 41 h 57"/>
                <a:gd name="T12" fmla="*/ 62 w 74"/>
                <a:gd name="T13" fmla="*/ 3 h 57"/>
                <a:gd name="T14" fmla="*/ 70 w 74"/>
                <a:gd name="T15" fmla="*/ 2 h 57"/>
                <a:gd name="T16" fmla="*/ 72 w 74"/>
                <a:gd name="T17" fmla="*/ 10 h 57"/>
                <a:gd name="T18" fmla="*/ 42 w 74"/>
                <a:gd name="T19" fmla="*/ 55 h 57"/>
                <a:gd name="T20" fmla="*/ 37 w 74"/>
                <a:gd name="T2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57">
                  <a:moveTo>
                    <a:pt x="37" y="57"/>
                  </a:moveTo>
                  <a:cubicBezTo>
                    <a:pt x="35" y="57"/>
                    <a:pt x="33" y="56"/>
                    <a:pt x="32" y="55"/>
                  </a:cubicBezTo>
                  <a:cubicBezTo>
                    <a:pt x="1" y="10"/>
                    <a:pt x="1" y="10"/>
                    <a:pt x="1" y="10"/>
                  </a:cubicBezTo>
                  <a:cubicBezTo>
                    <a:pt x="0" y="7"/>
                    <a:pt x="0" y="3"/>
                    <a:pt x="3" y="2"/>
                  </a:cubicBezTo>
                  <a:cubicBezTo>
                    <a:pt x="6" y="0"/>
                    <a:pt x="9" y="0"/>
                    <a:pt x="11" y="3"/>
                  </a:cubicBezTo>
                  <a:cubicBezTo>
                    <a:pt x="37" y="41"/>
                    <a:pt x="37" y="41"/>
                    <a:pt x="37" y="41"/>
                  </a:cubicBezTo>
                  <a:cubicBezTo>
                    <a:pt x="62" y="3"/>
                    <a:pt x="62" y="3"/>
                    <a:pt x="62" y="3"/>
                  </a:cubicBezTo>
                  <a:cubicBezTo>
                    <a:pt x="64" y="0"/>
                    <a:pt x="67" y="0"/>
                    <a:pt x="70" y="2"/>
                  </a:cubicBezTo>
                  <a:cubicBezTo>
                    <a:pt x="73" y="3"/>
                    <a:pt x="74" y="7"/>
                    <a:pt x="72" y="10"/>
                  </a:cubicBezTo>
                  <a:cubicBezTo>
                    <a:pt x="42" y="55"/>
                    <a:pt x="42" y="55"/>
                    <a:pt x="42" y="55"/>
                  </a:cubicBezTo>
                  <a:cubicBezTo>
                    <a:pt x="40" y="56"/>
                    <a:pt x="39" y="57"/>
                    <a:pt x="37" y="5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AFACFBDB-AF04-4C40-BF3A-CB3576BC1882}"/>
              </a:ext>
            </a:extLst>
          </p:cNvPr>
          <p:cNvGrpSpPr/>
          <p:nvPr/>
        </p:nvGrpSpPr>
        <p:grpSpPr>
          <a:xfrm>
            <a:off x="5443538" y="3297238"/>
            <a:ext cx="1316038" cy="1100138"/>
            <a:chOff x="5443538" y="3297238"/>
            <a:chExt cx="1316038" cy="1100138"/>
          </a:xfrm>
        </p:grpSpPr>
        <p:sp>
          <p:nvSpPr>
            <p:cNvPr id="103" name="Freeform 101">
              <a:extLst>
                <a:ext uri="{FF2B5EF4-FFF2-40B4-BE49-F238E27FC236}">
                  <a16:creationId xmlns:a16="http://schemas.microsoft.com/office/drawing/2014/main" id="{0C8DCC59-ED70-4E18-BC8E-AC2EE92EA75A}"/>
                </a:ext>
              </a:extLst>
            </p:cNvPr>
            <p:cNvSpPr>
              <a:spLocks noEditPoints="1"/>
            </p:cNvSpPr>
            <p:nvPr/>
          </p:nvSpPr>
          <p:spPr bwMode="auto">
            <a:xfrm>
              <a:off x="5443538" y="3297238"/>
              <a:ext cx="1316038" cy="919163"/>
            </a:xfrm>
            <a:custGeom>
              <a:avLst/>
              <a:gdLst>
                <a:gd name="T0" fmla="*/ 0 w 342"/>
                <a:gd name="T1" fmla="*/ 6 h 238"/>
                <a:gd name="T2" fmla="*/ 1 w 342"/>
                <a:gd name="T3" fmla="*/ 3 h 238"/>
                <a:gd name="T4" fmla="*/ 4 w 342"/>
                <a:gd name="T5" fmla="*/ 1 h 238"/>
                <a:gd name="T6" fmla="*/ 8 w 342"/>
                <a:gd name="T7" fmla="*/ 1 h 238"/>
                <a:gd name="T8" fmla="*/ 11 w 342"/>
                <a:gd name="T9" fmla="*/ 3 h 238"/>
                <a:gd name="T10" fmla="*/ 12 w 342"/>
                <a:gd name="T11" fmla="*/ 6 h 238"/>
                <a:gd name="T12" fmla="*/ 8 w 342"/>
                <a:gd name="T13" fmla="*/ 12 h 238"/>
                <a:gd name="T14" fmla="*/ 159 w 342"/>
                <a:gd name="T15" fmla="*/ 76 h 238"/>
                <a:gd name="T16" fmla="*/ 153 w 342"/>
                <a:gd name="T17" fmla="*/ 70 h 238"/>
                <a:gd name="T18" fmla="*/ 183 w 342"/>
                <a:gd name="T19" fmla="*/ 76 h 238"/>
                <a:gd name="T20" fmla="*/ 183 w 342"/>
                <a:gd name="T21" fmla="*/ 64 h 238"/>
                <a:gd name="T22" fmla="*/ 135 w 342"/>
                <a:gd name="T23" fmla="*/ 74 h 238"/>
                <a:gd name="T24" fmla="*/ 136 w 342"/>
                <a:gd name="T25" fmla="*/ 62 h 238"/>
                <a:gd name="T26" fmla="*/ 135 w 342"/>
                <a:gd name="T27" fmla="*/ 74 h 238"/>
                <a:gd name="T28" fmla="*/ 208 w 342"/>
                <a:gd name="T29" fmla="*/ 73 h 238"/>
                <a:gd name="T30" fmla="*/ 201 w 342"/>
                <a:gd name="T31" fmla="*/ 68 h 238"/>
                <a:gd name="T32" fmla="*/ 112 w 342"/>
                <a:gd name="T33" fmla="*/ 69 h 238"/>
                <a:gd name="T34" fmla="*/ 106 w 342"/>
                <a:gd name="T35" fmla="*/ 61 h 238"/>
                <a:gd name="T36" fmla="*/ 231 w 342"/>
                <a:gd name="T37" fmla="*/ 68 h 238"/>
                <a:gd name="T38" fmla="*/ 232 w 342"/>
                <a:gd name="T39" fmla="*/ 68 h 238"/>
                <a:gd name="T40" fmla="*/ 225 w 342"/>
                <a:gd name="T41" fmla="*/ 64 h 238"/>
                <a:gd name="T42" fmla="*/ 254 w 342"/>
                <a:gd name="T43" fmla="*/ 61 h 238"/>
                <a:gd name="T44" fmla="*/ 252 w 342"/>
                <a:gd name="T45" fmla="*/ 50 h 238"/>
                <a:gd name="T46" fmla="*/ 89 w 342"/>
                <a:gd name="T47" fmla="*/ 61 h 238"/>
                <a:gd name="T48" fmla="*/ 91 w 342"/>
                <a:gd name="T49" fmla="*/ 49 h 238"/>
                <a:gd name="T50" fmla="*/ 89 w 342"/>
                <a:gd name="T51" fmla="*/ 61 h 238"/>
                <a:gd name="T52" fmla="*/ 279 w 342"/>
                <a:gd name="T53" fmla="*/ 51 h 238"/>
                <a:gd name="T54" fmla="*/ 271 w 342"/>
                <a:gd name="T55" fmla="*/ 49 h 238"/>
                <a:gd name="T56" fmla="*/ 67 w 342"/>
                <a:gd name="T57" fmla="*/ 51 h 238"/>
                <a:gd name="T58" fmla="*/ 61 w 342"/>
                <a:gd name="T59" fmla="*/ 42 h 238"/>
                <a:gd name="T60" fmla="*/ 297 w 342"/>
                <a:gd name="T61" fmla="*/ 41 h 238"/>
                <a:gd name="T62" fmla="*/ 300 w 342"/>
                <a:gd name="T63" fmla="*/ 40 h 238"/>
                <a:gd name="T64" fmla="*/ 292 w 342"/>
                <a:gd name="T65" fmla="*/ 38 h 238"/>
                <a:gd name="T66" fmla="*/ 46 w 342"/>
                <a:gd name="T67" fmla="*/ 39 h 238"/>
                <a:gd name="T68" fmla="*/ 40 w 342"/>
                <a:gd name="T69" fmla="*/ 30 h 238"/>
                <a:gd name="T70" fmla="*/ 317 w 342"/>
                <a:gd name="T71" fmla="*/ 27 h 238"/>
                <a:gd name="T72" fmla="*/ 321 w 342"/>
                <a:gd name="T73" fmla="*/ 26 h 238"/>
                <a:gd name="T74" fmla="*/ 314 w 342"/>
                <a:gd name="T75" fmla="*/ 16 h 238"/>
                <a:gd name="T76" fmla="*/ 25 w 342"/>
                <a:gd name="T77" fmla="*/ 26 h 238"/>
                <a:gd name="T78" fmla="*/ 29 w 342"/>
                <a:gd name="T79" fmla="*/ 15 h 238"/>
                <a:gd name="T80" fmla="*/ 22 w 342"/>
                <a:gd name="T81" fmla="*/ 25 h 238"/>
                <a:gd name="T82" fmla="*/ 342 w 342"/>
                <a:gd name="T83" fmla="*/ 6 h 238"/>
                <a:gd name="T84" fmla="*/ 341 w 342"/>
                <a:gd name="T85" fmla="*/ 3 h 238"/>
                <a:gd name="T86" fmla="*/ 331 w 342"/>
                <a:gd name="T87" fmla="*/ 3 h 238"/>
                <a:gd name="T88" fmla="*/ 330 w 342"/>
                <a:gd name="T89" fmla="*/ 6 h 238"/>
                <a:gd name="T90" fmla="*/ 341 w 342"/>
                <a:gd name="T91" fmla="*/ 10 h 238"/>
                <a:gd name="T92" fmla="*/ 177 w 342"/>
                <a:gd name="T93" fmla="*/ 232 h 238"/>
                <a:gd name="T94" fmla="*/ 171 w 342"/>
                <a:gd name="T95" fmla="*/ 238 h 238"/>
                <a:gd name="T96" fmla="*/ 177 w 342"/>
                <a:gd name="T97" fmla="*/ 209 h 238"/>
                <a:gd name="T98" fmla="*/ 171 w 342"/>
                <a:gd name="T99" fmla="*/ 215 h 238"/>
                <a:gd name="T100" fmla="*/ 177 w 342"/>
                <a:gd name="T101" fmla="*/ 187 h 238"/>
                <a:gd name="T102" fmla="*/ 171 w 342"/>
                <a:gd name="T103" fmla="*/ 193 h 238"/>
                <a:gd name="T104" fmla="*/ 177 w 342"/>
                <a:gd name="T105" fmla="*/ 164 h 238"/>
                <a:gd name="T106" fmla="*/ 171 w 342"/>
                <a:gd name="T107" fmla="*/ 170 h 238"/>
                <a:gd name="T108" fmla="*/ 177 w 342"/>
                <a:gd name="T109" fmla="*/ 141 h 238"/>
                <a:gd name="T110" fmla="*/ 171 w 342"/>
                <a:gd name="T111" fmla="*/ 147 h 238"/>
                <a:gd name="T112" fmla="*/ 177 w 342"/>
                <a:gd name="T113" fmla="*/ 118 h 238"/>
                <a:gd name="T114" fmla="*/ 171 w 342"/>
                <a:gd name="T115" fmla="*/ 124 h 238"/>
                <a:gd name="T116" fmla="*/ 177 w 342"/>
                <a:gd name="T117" fmla="*/ 95 h 238"/>
                <a:gd name="T118" fmla="*/ 171 w 342"/>
                <a:gd name="T119" fmla="*/ 10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2" h="238">
                  <a:moveTo>
                    <a:pt x="6" y="12"/>
                  </a:moveTo>
                  <a:cubicBezTo>
                    <a:pt x="4" y="12"/>
                    <a:pt x="3" y="11"/>
                    <a:pt x="2" y="10"/>
                  </a:cubicBezTo>
                  <a:cubicBezTo>
                    <a:pt x="1" y="9"/>
                    <a:pt x="0" y="8"/>
                    <a:pt x="0" y="6"/>
                  </a:cubicBezTo>
                  <a:cubicBezTo>
                    <a:pt x="0" y="6"/>
                    <a:pt x="0" y="5"/>
                    <a:pt x="0" y="5"/>
                  </a:cubicBezTo>
                  <a:cubicBezTo>
                    <a:pt x="0" y="5"/>
                    <a:pt x="0" y="4"/>
                    <a:pt x="0" y="4"/>
                  </a:cubicBezTo>
                  <a:cubicBezTo>
                    <a:pt x="1" y="3"/>
                    <a:pt x="1" y="3"/>
                    <a:pt x="1" y="3"/>
                  </a:cubicBezTo>
                  <a:cubicBezTo>
                    <a:pt x="2" y="2"/>
                    <a:pt x="2" y="2"/>
                    <a:pt x="2" y="2"/>
                  </a:cubicBezTo>
                  <a:cubicBezTo>
                    <a:pt x="3" y="1"/>
                    <a:pt x="3" y="1"/>
                    <a:pt x="3" y="1"/>
                  </a:cubicBezTo>
                  <a:cubicBezTo>
                    <a:pt x="3" y="1"/>
                    <a:pt x="3" y="1"/>
                    <a:pt x="4" y="1"/>
                  </a:cubicBezTo>
                  <a:cubicBezTo>
                    <a:pt x="5" y="0"/>
                    <a:pt x="5" y="0"/>
                    <a:pt x="5" y="0"/>
                  </a:cubicBezTo>
                  <a:cubicBezTo>
                    <a:pt x="6" y="0"/>
                    <a:pt x="6" y="0"/>
                    <a:pt x="7" y="0"/>
                  </a:cubicBezTo>
                  <a:cubicBezTo>
                    <a:pt x="8" y="1"/>
                    <a:pt x="8" y="1"/>
                    <a:pt x="8" y="1"/>
                  </a:cubicBezTo>
                  <a:cubicBezTo>
                    <a:pt x="9" y="1"/>
                    <a:pt x="9" y="1"/>
                    <a:pt x="9" y="1"/>
                  </a:cubicBezTo>
                  <a:cubicBezTo>
                    <a:pt x="10" y="2"/>
                    <a:pt x="10" y="2"/>
                    <a:pt x="10" y="2"/>
                  </a:cubicBezTo>
                  <a:cubicBezTo>
                    <a:pt x="11" y="3"/>
                    <a:pt x="11" y="3"/>
                    <a:pt x="11" y="3"/>
                  </a:cubicBezTo>
                  <a:cubicBezTo>
                    <a:pt x="12" y="4"/>
                    <a:pt x="12" y="4"/>
                    <a:pt x="12" y="4"/>
                  </a:cubicBezTo>
                  <a:cubicBezTo>
                    <a:pt x="12" y="4"/>
                    <a:pt x="12" y="5"/>
                    <a:pt x="12" y="5"/>
                  </a:cubicBezTo>
                  <a:cubicBezTo>
                    <a:pt x="12" y="5"/>
                    <a:pt x="12" y="6"/>
                    <a:pt x="12" y="6"/>
                  </a:cubicBezTo>
                  <a:cubicBezTo>
                    <a:pt x="12" y="7"/>
                    <a:pt x="12" y="8"/>
                    <a:pt x="12" y="8"/>
                  </a:cubicBezTo>
                  <a:cubicBezTo>
                    <a:pt x="11" y="9"/>
                    <a:pt x="11" y="10"/>
                    <a:pt x="10" y="10"/>
                  </a:cubicBezTo>
                  <a:cubicBezTo>
                    <a:pt x="10" y="11"/>
                    <a:pt x="9" y="11"/>
                    <a:pt x="8" y="12"/>
                  </a:cubicBezTo>
                  <a:cubicBezTo>
                    <a:pt x="8" y="12"/>
                    <a:pt x="7" y="12"/>
                    <a:pt x="6" y="12"/>
                  </a:cubicBezTo>
                  <a:close/>
                  <a:moveTo>
                    <a:pt x="159" y="76"/>
                  </a:moveTo>
                  <a:cubicBezTo>
                    <a:pt x="159" y="76"/>
                    <a:pt x="159" y="76"/>
                    <a:pt x="159" y="76"/>
                  </a:cubicBezTo>
                  <a:cubicBezTo>
                    <a:pt x="162" y="76"/>
                    <a:pt x="165" y="74"/>
                    <a:pt x="165" y="70"/>
                  </a:cubicBezTo>
                  <a:cubicBezTo>
                    <a:pt x="165" y="67"/>
                    <a:pt x="163" y="64"/>
                    <a:pt x="159" y="64"/>
                  </a:cubicBezTo>
                  <a:cubicBezTo>
                    <a:pt x="156" y="64"/>
                    <a:pt x="153" y="67"/>
                    <a:pt x="153" y="70"/>
                  </a:cubicBezTo>
                  <a:cubicBezTo>
                    <a:pt x="153" y="73"/>
                    <a:pt x="156" y="76"/>
                    <a:pt x="159" y="76"/>
                  </a:cubicBezTo>
                  <a:close/>
                  <a:moveTo>
                    <a:pt x="183" y="76"/>
                  </a:moveTo>
                  <a:cubicBezTo>
                    <a:pt x="183" y="76"/>
                    <a:pt x="183" y="76"/>
                    <a:pt x="183" y="76"/>
                  </a:cubicBezTo>
                  <a:cubicBezTo>
                    <a:pt x="184" y="76"/>
                    <a:pt x="184" y="76"/>
                    <a:pt x="184" y="76"/>
                  </a:cubicBezTo>
                  <a:cubicBezTo>
                    <a:pt x="187" y="76"/>
                    <a:pt x="189" y="73"/>
                    <a:pt x="189" y="70"/>
                  </a:cubicBezTo>
                  <a:cubicBezTo>
                    <a:pt x="189" y="66"/>
                    <a:pt x="186" y="64"/>
                    <a:pt x="183" y="64"/>
                  </a:cubicBezTo>
                  <a:cubicBezTo>
                    <a:pt x="180" y="64"/>
                    <a:pt x="177" y="67"/>
                    <a:pt x="177" y="70"/>
                  </a:cubicBezTo>
                  <a:cubicBezTo>
                    <a:pt x="177" y="73"/>
                    <a:pt x="180" y="76"/>
                    <a:pt x="183" y="76"/>
                  </a:cubicBezTo>
                  <a:close/>
                  <a:moveTo>
                    <a:pt x="135" y="74"/>
                  </a:moveTo>
                  <a:cubicBezTo>
                    <a:pt x="135" y="74"/>
                    <a:pt x="135" y="74"/>
                    <a:pt x="135" y="74"/>
                  </a:cubicBezTo>
                  <a:cubicBezTo>
                    <a:pt x="138" y="74"/>
                    <a:pt x="141" y="72"/>
                    <a:pt x="141" y="69"/>
                  </a:cubicBezTo>
                  <a:cubicBezTo>
                    <a:pt x="142" y="65"/>
                    <a:pt x="139" y="62"/>
                    <a:pt x="136" y="62"/>
                  </a:cubicBezTo>
                  <a:cubicBezTo>
                    <a:pt x="133" y="61"/>
                    <a:pt x="130" y="63"/>
                    <a:pt x="129" y="67"/>
                  </a:cubicBezTo>
                  <a:cubicBezTo>
                    <a:pt x="129" y="70"/>
                    <a:pt x="131" y="73"/>
                    <a:pt x="134" y="74"/>
                  </a:cubicBezTo>
                  <a:lnTo>
                    <a:pt x="135" y="74"/>
                  </a:lnTo>
                  <a:close/>
                  <a:moveTo>
                    <a:pt x="207" y="73"/>
                  </a:moveTo>
                  <a:cubicBezTo>
                    <a:pt x="207" y="73"/>
                    <a:pt x="207" y="73"/>
                    <a:pt x="207" y="73"/>
                  </a:cubicBezTo>
                  <a:cubicBezTo>
                    <a:pt x="208" y="73"/>
                    <a:pt x="208" y="73"/>
                    <a:pt x="208" y="73"/>
                  </a:cubicBezTo>
                  <a:cubicBezTo>
                    <a:pt x="211" y="73"/>
                    <a:pt x="214" y="70"/>
                    <a:pt x="213" y="66"/>
                  </a:cubicBezTo>
                  <a:cubicBezTo>
                    <a:pt x="213" y="63"/>
                    <a:pt x="210" y="61"/>
                    <a:pt x="206" y="61"/>
                  </a:cubicBezTo>
                  <a:cubicBezTo>
                    <a:pt x="203" y="62"/>
                    <a:pt x="201" y="65"/>
                    <a:pt x="201" y="68"/>
                  </a:cubicBezTo>
                  <a:cubicBezTo>
                    <a:pt x="202" y="71"/>
                    <a:pt x="204" y="73"/>
                    <a:pt x="207" y="73"/>
                  </a:cubicBezTo>
                  <a:close/>
                  <a:moveTo>
                    <a:pt x="112" y="69"/>
                  </a:moveTo>
                  <a:cubicBezTo>
                    <a:pt x="112" y="69"/>
                    <a:pt x="112" y="69"/>
                    <a:pt x="112" y="69"/>
                  </a:cubicBezTo>
                  <a:cubicBezTo>
                    <a:pt x="114" y="69"/>
                    <a:pt x="117" y="67"/>
                    <a:pt x="117" y="64"/>
                  </a:cubicBezTo>
                  <a:cubicBezTo>
                    <a:pt x="118" y="61"/>
                    <a:pt x="116" y="58"/>
                    <a:pt x="113" y="57"/>
                  </a:cubicBezTo>
                  <a:cubicBezTo>
                    <a:pt x="110" y="56"/>
                    <a:pt x="107" y="58"/>
                    <a:pt x="106" y="61"/>
                  </a:cubicBezTo>
                  <a:cubicBezTo>
                    <a:pt x="105" y="64"/>
                    <a:pt x="107" y="67"/>
                    <a:pt x="110" y="68"/>
                  </a:cubicBezTo>
                  <a:cubicBezTo>
                    <a:pt x="111" y="68"/>
                    <a:pt x="111" y="69"/>
                    <a:pt x="112" y="69"/>
                  </a:cubicBezTo>
                  <a:close/>
                  <a:moveTo>
                    <a:pt x="231" y="68"/>
                  </a:moveTo>
                  <a:cubicBezTo>
                    <a:pt x="231" y="68"/>
                    <a:pt x="231" y="68"/>
                    <a:pt x="231" y="68"/>
                  </a:cubicBezTo>
                  <a:cubicBezTo>
                    <a:pt x="231" y="68"/>
                    <a:pt x="232" y="68"/>
                    <a:pt x="232" y="68"/>
                  </a:cubicBezTo>
                  <a:cubicBezTo>
                    <a:pt x="232" y="68"/>
                    <a:pt x="232" y="68"/>
                    <a:pt x="232" y="68"/>
                  </a:cubicBezTo>
                  <a:cubicBezTo>
                    <a:pt x="236" y="67"/>
                    <a:pt x="237" y="64"/>
                    <a:pt x="237" y="61"/>
                  </a:cubicBezTo>
                  <a:cubicBezTo>
                    <a:pt x="236" y="58"/>
                    <a:pt x="233" y="56"/>
                    <a:pt x="229" y="57"/>
                  </a:cubicBezTo>
                  <a:cubicBezTo>
                    <a:pt x="226" y="57"/>
                    <a:pt x="224" y="61"/>
                    <a:pt x="225" y="64"/>
                  </a:cubicBezTo>
                  <a:cubicBezTo>
                    <a:pt x="226" y="67"/>
                    <a:pt x="228" y="68"/>
                    <a:pt x="231" y="68"/>
                  </a:cubicBezTo>
                  <a:close/>
                  <a:moveTo>
                    <a:pt x="254" y="61"/>
                  </a:moveTo>
                  <a:cubicBezTo>
                    <a:pt x="254" y="61"/>
                    <a:pt x="254" y="61"/>
                    <a:pt x="254" y="61"/>
                  </a:cubicBezTo>
                  <a:cubicBezTo>
                    <a:pt x="255" y="61"/>
                    <a:pt x="255" y="61"/>
                    <a:pt x="256" y="61"/>
                  </a:cubicBezTo>
                  <a:cubicBezTo>
                    <a:pt x="259" y="60"/>
                    <a:pt x="261" y="56"/>
                    <a:pt x="259" y="53"/>
                  </a:cubicBezTo>
                  <a:cubicBezTo>
                    <a:pt x="258" y="50"/>
                    <a:pt x="255" y="49"/>
                    <a:pt x="252" y="50"/>
                  </a:cubicBezTo>
                  <a:cubicBezTo>
                    <a:pt x="249" y="51"/>
                    <a:pt x="247" y="54"/>
                    <a:pt x="248" y="57"/>
                  </a:cubicBezTo>
                  <a:cubicBezTo>
                    <a:pt x="249" y="60"/>
                    <a:pt x="251" y="61"/>
                    <a:pt x="254" y="61"/>
                  </a:cubicBezTo>
                  <a:close/>
                  <a:moveTo>
                    <a:pt x="89" y="61"/>
                  </a:moveTo>
                  <a:cubicBezTo>
                    <a:pt x="89" y="61"/>
                    <a:pt x="89" y="61"/>
                    <a:pt x="89" y="61"/>
                  </a:cubicBezTo>
                  <a:cubicBezTo>
                    <a:pt x="91" y="61"/>
                    <a:pt x="93" y="59"/>
                    <a:pt x="94" y="57"/>
                  </a:cubicBezTo>
                  <a:cubicBezTo>
                    <a:pt x="96" y="54"/>
                    <a:pt x="94" y="51"/>
                    <a:pt x="91" y="49"/>
                  </a:cubicBezTo>
                  <a:cubicBezTo>
                    <a:pt x="88" y="48"/>
                    <a:pt x="84" y="50"/>
                    <a:pt x="83" y="53"/>
                  </a:cubicBezTo>
                  <a:cubicBezTo>
                    <a:pt x="82" y="56"/>
                    <a:pt x="83" y="59"/>
                    <a:pt x="87" y="60"/>
                  </a:cubicBezTo>
                  <a:cubicBezTo>
                    <a:pt x="87" y="61"/>
                    <a:pt x="88" y="61"/>
                    <a:pt x="89" y="61"/>
                  </a:cubicBezTo>
                  <a:close/>
                  <a:moveTo>
                    <a:pt x="276" y="52"/>
                  </a:moveTo>
                  <a:cubicBezTo>
                    <a:pt x="276" y="52"/>
                    <a:pt x="276" y="52"/>
                    <a:pt x="276" y="52"/>
                  </a:cubicBezTo>
                  <a:cubicBezTo>
                    <a:pt x="277" y="52"/>
                    <a:pt x="278" y="52"/>
                    <a:pt x="279" y="51"/>
                  </a:cubicBezTo>
                  <a:cubicBezTo>
                    <a:pt x="282" y="50"/>
                    <a:pt x="283" y="46"/>
                    <a:pt x="282" y="43"/>
                  </a:cubicBezTo>
                  <a:cubicBezTo>
                    <a:pt x="280" y="40"/>
                    <a:pt x="277" y="39"/>
                    <a:pt x="274" y="41"/>
                  </a:cubicBezTo>
                  <a:cubicBezTo>
                    <a:pt x="271" y="42"/>
                    <a:pt x="269" y="46"/>
                    <a:pt x="271" y="49"/>
                  </a:cubicBezTo>
                  <a:cubicBezTo>
                    <a:pt x="272" y="51"/>
                    <a:pt x="274" y="52"/>
                    <a:pt x="276" y="52"/>
                  </a:cubicBezTo>
                  <a:close/>
                  <a:moveTo>
                    <a:pt x="67" y="51"/>
                  </a:moveTo>
                  <a:cubicBezTo>
                    <a:pt x="67" y="51"/>
                    <a:pt x="67" y="51"/>
                    <a:pt x="67" y="51"/>
                  </a:cubicBezTo>
                  <a:cubicBezTo>
                    <a:pt x="69" y="51"/>
                    <a:pt x="71" y="50"/>
                    <a:pt x="72" y="48"/>
                  </a:cubicBezTo>
                  <a:cubicBezTo>
                    <a:pt x="74" y="45"/>
                    <a:pt x="72" y="41"/>
                    <a:pt x="69" y="40"/>
                  </a:cubicBezTo>
                  <a:cubicBezTo>
                    <a:pt x="66" y="38"/>
                    <a:pt x="63" y="39"/>
                    <a:pt x="61" y="42"/>
                  </a:cubicBezTo>
                  <a:cubicBezTo>
                    <a:pt x="60" y="45"/>
                    <a:pt x="61" y="49"/>
                    <a:pt x="64" y="50"/>
                  </a:cubicBezTo>
                  <a:cubicBezTo>
                    <a:pt x="65" y="51"/>
                    <a:pt x="66" y="51"/>
                    <a:pt x="67" y="51"/>
                  </a:cubicBezTo>
                  <a:close/>
                  <a:moveTo>
                    <a:pt x="297" y="41"/>
                  </a:moveTo>
                  <a:cubicBezTo>
                    <a:pt x="297" y="41"/>
                    <a:pt x="297" y="41"/>
                    <a:pt x="297" y="41"/>
                  </a:cubicBezTo>
                  <a:cubicBezTo>
                    <a:pt x="298" y="41"/>
                    <a:pt x="299" y="40"/>
                    <a:pt x="300" y="40"/>
                  </a:cubicBezTo>
                  <a:cubicBezTo>
                    <a:pt x="300" y="40"/>
                    <a:pt x="300" y="40"/>
                    <a:pt x="300" y="40"/>
                  </a:cubicBezTo>
                  <a:cubicBezTo>
                    <a:pt x="303" y="38"/>
                    <a:pt x="304" y="34"/>
                    <a:pt x="302" y="31"/>
                  </a:cubicBezTo>
                  <a:cubicBezTo>
                    <a:pt x="301" y="29"/>
                    <a:pt x="297" y="28"/>
                    <a:pt x="294" y="29"/>
                  </a:cubicBezTo>
                  <a:cubicBezTo>
                    <a:pt x="291" y="31"/>
                    <a:pt x="290" y="35"/>
                    <a:pt x="292" y="38"/>
                  </a:cubicBezTo>
                  <a:cubicBezTo>
                    <a:pt x="293" y="40"/>
                    <a:pt x="295" y="41"/>
                    <a:pt x="297" y="41"/>
                  </a:cubicBezTo>
                  <a:close/>
                  <a:moveTo>
                    <a:pt x="46" y="39"/>
                  </a:moveTo>
                  <a:cubicBezTo>
                    <a:pt x="46" y="39"/>
                    <a:pt x="46" y="39"/>
                    <a:pt x="46" y="39"/>
                  </a:cubicBezTo>
                  <a:cubicBezTo>
                    <a:pt x="48" y="39"/>
                    <a:pt x="50" y="38"/>
                    <a:pt x="51" y="37"/>
                  </a:cubicBezTo>
                  <a:cubicBezTo>
                    <a:pt x="52" y="34"/>
                    <a:pt x="52" y="30"/>
                    <a:pt x="49" y="28"/>
                  </a:cubicBezTo>
                  <a:cubicBezTo>
                    <a:pt x="46" y="27"/>
                    <a:pt x="42" y="28"/>
                    <a:pt x="40" y="30"/>
                  </a:cubicBezTo>
                  <a:cubicBezTo>
                    <a:pt x="39" y="33"/>
                    <a:pt x="40" y="37"/>
                    <a:pt x="43" y="39"/>
                  </a:cubicBezTo>
                  <a:cubicBezTo>
                    <a:pt x="43" y="39"/>
                    <a:pt x="45" y="39"/>
                    <a:pt x="46" y="39"/>
                  </a:cubicBezTo>
                  <a:close/>
                  <a:moveTo>
                    <a:pt x="317" y="27"/>
                  </a:moveTo>
                  <a:cubicBezTo>
                    <a:pt x="317" y="27"/>
                    <a:pt x="317" y="27"/>
                    <a:pt x="317" y="27"/>
                  </a:cubicBezTo>
                  <a:cubicBezTo>
                    <a:pt x="319" y="27"/>
                    <a:pt x="320" y="27"/>
                    <a:pt x="321" y="26"/>
                  </a:cubicBezTo>
                  <a:cubicBezTo>
                    <a:pt x="321" y="26"/>
                    <a:pt x="321" y="26"/>
                    <a:pt x="321" y="26"/>
                  </a:cubicBezTo>
                  <a:cubicBezTo>
                    <a:pt x="324" y="24"/>
                    <a:pt x="324" y="20"/>
                    <a:pt x="322" y="18"/>
                  </a:cubicBezTo>
                  <a:cubicBezTo>
                    <a:pt x="320" y="15"/>
                    <a:pt x="317" y="14"/>
                    <a:pt x="314" y="16"/>
                  </a:cubicBezTo>
                  <a:cubicBezTo>
                    <a:pt x="314" y="16"/>
                    <a:pt x="314" y="16"/>
                    <a:pt x="314" y="16"/>
                  </a:cubicBezTo>
                  <a:cubicBezTo>
                    <a:pt x="311" y="18"/>
                    <a:pt x="311" y="22"/>
                    <a:pt x="313" y="25"/>
                  </a:cubicBezTo>
                  <a:cubicBezTo>
                    <a:pt x="314" y="26"/>
                    <a:pt x="316" y="27"/>
                    <a:pt x="317" y="27"/>
                  </a:cubicBezTo>
                  <a:close/>
                  <a:moveTo>
                    <a:pt x="25" y="26"/>
                  </a:moveTo>
                  <a:cubicBezTo>
                    <a:pt x="25" y="26"/>
                    <a:pt x="25" y="26"/>
                    <a:pt x="25" y="26"/>
                  </a:cubicBezTo>
                  <a:cubicBezTo>
                    <a:pt x="27" y="26"/>
                    <a:pt x="29" y="25"/>
                    <a:pt x="30" y="24"/>
                  </a:cubicBezTo>
                  <a:cubicBezTo>
                    <a:pt x="32" y="21"/>
                    <a:pt x="32" y="17"/>
                    <a:pt x="29" y="15"/>
                  </a:cubicBezTo>
                  <a:cubicBezTo>
                    <a:pt x="26" y="14"/>
                    <a:pt x="22" y="14"/>
                    <a:pt x="20" y="17"/>
                  </a:cubicBezTo>
                  <a:cubicBezTo>
                    <a:pt x="19" y="20"/>
                    <a:pt x="19" y="23"/>
                    <a:pt x="22" y="25"/>
                  </a:cubicBezTo>
                  <a:cubicBezTo>
                    <a:pt x="22" y="25"/>
                    <a:pt x="22" y="25"/>
                    <a:pt x="22" y="25"/>
                  </a:cubicBezTo>
                  <a:cubicBezTo>
                    <a:pt x="23" y="26"/>
                    <a:pt x="24" y="26"/>
                    <a:pt x="25" y="26"/>
                  </a:cubicBezTo>
                  <a:close/>
                  <a:moveTo>
                    <a:pt x="341" y="10"/>
                  </a:moveTo>
                  <a:cubicBezTo>
                    <a:pt x="342" y="9"/>
                    <a:pt x="342" y="8"/>
                    <a:pt x="342" y="6"/>
                  </a:cubicBezTo>
                  <a:cubicBezTo>
                    <a:pt x="342" y="6"/>
                    <a:pt x="342" y="5"/>
                    <a:pt x="342" y="5"/>
                  </a:cubicBezTo>
                  <a:cubicBezTo>
                    <a:pt x="342" y="5"/>
                    <a:pt x="342" y="4"/>
                    <a:pt x="342" y="4"/>
                  </a:cubicBezTo>
                  <a:cubicBezTo>
                    <a:pt x="341" y="3"/>
                    <a:pt x="341" y="3"/>
                    <a:pt x="341" y="3"/>
                  </a:cubicBezTo>
                  <a:cubicBezTo>
                    <a:pt x="341" y="2"/>
                    <a:pt x="341" y="2"/>
                    <a:pt x="341" y="2"/>
                  </a:cubicBezTo>
                  <a:cubicBezTo>
                    <a:pt x="338" y="0"/>
                    <a:pt x="334" y="0"/>
                    <a:pt x="332" y="2"/>
                  </a:cubicBezTo>
                  <a:cubicBezTo>
                    <a:pt x="331" y="3"/>
                    <a:pt x="331" y="3"/>
                    <a:pt x="331" y="3"/>
                  </a:cubicBezTo>
                  <a:cubicBezTo>
                    <a:pt x="331" y="4"/>
                    <a:pt x="331" y="4"/>
                    <a:pt x="331" y="4"/>
                  </a:cubicBezTo>
                  <a:cubicBezTo>
                    <a:pt x="331" y="4"/>
                    <a:pt x="331" y="5"/>
                    <a:pt x="330" y="5"/>
                  </a:cubicBezTo>
                  <a:cubicBezTo>
                    <a:pt x="330" y="5"/>
                    <a:pt x="330" y="6"/>
                    <a:pt x="330" y="6"/>
                  </a:cubicBezTo>
                  <a:cubicBezTo>
                    <a:pt x="330" y="8"/>
                    <a:pt x="331" y="9"/>
                    <a:pt x="332" y="10"/>
                  </a:cubicBezTo>
                  <a:cubicBezTo>
                    <a:pt x="333" y="11"/>
                    <a:pt x="335" y="12"/>
                    <a:pt x="336" y="12"/>
                  </a:cubicBezTo>
                  <a:cubicBezTo>
                    <a:pt x="338" y="12"/>
                    <a:pt x="339" y="11"/>
                    <a:pt x="341" y="10"/>
                  </a:cubicBezTo>
                  <a:close/>
                  <a:moveTo>
                    <a:pt x="171" y="238"/>
                  </a:moveTo>
                  <a:cubicBezTo>
                    <a:pt x="171" y="238"/>
                    <a:pt x="171" y="238"/>
                    <a:pt x="171" y="238"/>
                  </a:cubicBezTo>
                  <a:cubicBezTo>
                    <a:pt x="174" y="238"/>
                    <a:pt x="177" y="235"/>
                    <a:pt x="177" y="232"/>
                  </a:cubicBezTo>
                  <a:cubicBezTo>
                    <a:pt x="177" y="229"/>
                    <a:pt x="174" y="226"/>
                    <a:pt x="171" y="226"/>
                  </a:cubicBezTo>
                  <a:cubicBezTo>
                    <a:pt x="168" y="226"/>
                    <a:pt x="165" y="229"/>
                    <a:pt x="165" y="232"/>
                  </a:cubicBezTo>
                  <a:cubicBezTo>
                    <a:pt x="165" y="235"/>
                    <a:pt x="168" y="238"/>
                    <a:pt x="171" y="238"/>
                  </a:cubicBezTo>
                  <a:close/>
                  <a:moveTo>
                    <a:pt x="171" y="215"/>
                  </a:moveTo>
                  <a:cubicBezTo>
                    <a:pt x="171" y="215"/>
                    <a:pt x="171" y="215"/>
                    <a:pt x="171" y="215"/>
                  </a:cubicBezTo>
                  <a:cubicBezTo>
                    <a:pt x="174" y="215"/>
                    <a:pt x="177" y="213"/>
                    <a:pt x="177" y="209"/>
                  </a:cubicBezTo>
                  <a:cubicBezTo>
                    <a:pt x="177" y="206"/>
                    <a:pt x="174" y="203"/>
                    <a:pt x="171" y="203"/>
                  </a:cubicBezTo>
                  <a:cubicBezTo>
                    <a:pt x="168" y="203"/>
                    <a:pt x="165" y="206"/>
                    <a:pt x="165" y="209"/>
                  </a:cubicBezTo>
                  <a:cubicBezTo>
                    <a:pt x="165" y="213"/>
                    <a:pt x="168" y="215"/>
                    <a:pt x="171" y="215"/>
                  </a:cubicBezTo>
                  <a:close/>
                  <a:moveTo>
                    <a:pt x="171" y="193"/>
                  </a:moveTo>
                  <a:cubicBezTo>
                    <a:pt x="171" y="193"/>
                    <a:pt x="171" y="193"/>
                    <a:pt x="171" y="193"/>
                  </a:cubicBezTo>
                  <a:cubicBezTo>
                    <a:pt x="174" y="193"/>
                    <a:pt x="177" y="190"/>
                    <a:pt x="177" y="187"/>
                  </a:cubicBezTo>
                  <a:cubicBezTo>
                    <a:pt x="177" y="183"/>
                    <a:pt x="174" y="181"/>
                    <a:pt x="171" y="181"/>
                  </a:cubicBezTo>
                  <a:cubicBezTo>
                    <a:pt x="168" y="181"/>
                    <a:pt x="165" y="183"/>
                    <a:pt x="165" y="187"/>
                  </a:cubicBezTo>
                  <a:cubicBezTo>
                    <a:pt x="165" y="190"/>
                    <a:pt x="168" y="193"/>
                    <a:pt x="171" y="193"/>
                  </a:cubicBezTo>
                  <a:close/>
                  <a:moveTo>
                    <a:pt x="171" y="170"/>
                  </a:moveTo>
                  <a:cubicBezTo>
                    <a:pt x="171" y="170"/>
                    <a:pt x="171" y="170"/>
                    <a:pt x="171" y="170"/>
                  </a:cubicBezTo>
                  <a:cubicBezTo>
                    <a:pt x="174" y="170"/>
                    <a:pt x="177" y="167"/>
                    <a:pt x="177" y="164"/>
                  </a:cubicBezTo>
                  <a:cubicBezTo>
                    <a:pt x="177" y="161"/>
                    <a:pt x="174" y="158"/>
                    <a:pt x="171" y="158"/>
                  </a:cubicBezTo>
                  <a:cubicBezTo>
                    <a:pt x="168" y="158"/>
                    <a:pt x="165" y="161"/>
                    <a:pt x="165" y="164"/>
                  </a:cubicBezTo>
                  <a:cubicBezTo>
                    <a:pt x="165" y="167"/>
                    <a:pt x="168" y="170"/>
                    <a:pt x="171" y="170"/>
                  </a:cubicBezTo>
                  <a:close/>
                  <a:moveTo>
                    <a:pt x="171" y="147"/>
                  </a:moveTo>
                  <a:cubicBezTo>
                    <a:pt x="171" y="147"/>
                    <a:pt x="171" y="147"/>
                    <a:pt x="171" y="147"/>
                  </a:cubicBezTo>
                  <a:cubicBezTo>
                    <a:pt x="174" y="147"/>
                    <a:pt x="177" y="144"/>
                    <a:pt x="177" y="141"/>
                  </a:cubicBezTo>
                  <a:cubicBezTo>
                    <a:pt x="177" y="138"/>
                    <a:pt x="174" y="135"/>
                    <a:pt x="171" y="135"/>
                  </a:cubicBezTo>
                  <a:cubicBezTo>
                    <a:pt x="168" y="135"/>
                    <a:pt x="165" y="138"/>
                    <a:pt x="165" y="141"/>
                  </a:cubicBezTo>
                  <a:cubicBezTo>
                    <a:pt x="165" y="144"/>
                    <a:pt x="168" y="147"/>
                    <a:pt x="171" y="147"/>
                  </a:cubicBezTo>
                  <a:close/>
                  <a:moveTo>
                    <a:pt x="171" y="124"/>
                  </a:moveTo>
                  <a:cubicBezTo>
                    <a:pt x="171" y="124"/>
                    <a:pt x="171" y="124"/>
                    <a:pt x="171" y="124"/>
                  </a:cubicBezTo>
                  <a:cubicBezTo>
                    <a:pt x="174" y="124"/>
                    <a:pt x="177" y="122"/>
                    <a:pt x="177" y="118"/>
                  </a:cubicBezTo>
                  <a:cubicBezTo>
                    <a:pt x="177" y="115"/>
                    <a:pt x="174" y="112"/>
                    <a:pt x="171" y="112"/>
                  </a:cubicBezTo>
                  <a:cubicBezTo>
                    <a:pt x="168" y="112"/>
                    <a:pt x="165" y="115"/>
                    <a:pt x="165" y="118"/>
                  </a:cubicBezTo>
                  <a:cubicBezTo>
                    <a:pt x="165" y="122"/>
                    <a:pt x="168" y="124"/>
                    <a:pt x="171" y="124"/>
                  </a:cubicBezTo>
                  <a:close/>
                  <a:moveTo>
                    <a:pt x="171" y="101"/>
                  </a:moveTo>
                  <a:cubicBezTo>
                    <a:pt x="171" y="101"/>
                    <a:pt x="171" y="101"/>
                    <a:pt x="171" y="101"/>
                  </a:cubicBezTo>
                  <a:cubicBezTo>
                    <a:pt x="174" y="101"/>
                    <a:pt x="177" y="99"/>
                    <a:pt x="177" y="95"/>
                  </a:cubicBezTo>
                  <a:cubicBezTo>
                    <a:pt x="177" y="92"/>
                    <a:pt x="174" y="89"/>
                    <a:pt x="171" y="89"/>
                  </a:cubicBezTo>
                  <a:cubicBezTo>
                    <a:pt x="168" y="89"/>
                    <a:pt x="165" y="92"/>
                    <a:pt x="165" y="95"/>
                  </a:cubicBezTo>
                  <a:cubicBezTo>
                    <a:pt x="165" y="99"/>
                    <a:pt x="168" y="101"/>
                    <a:pt x="171" y="10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6" name="Freeform 114">
              <a:extLst>
                <a:ext uri="{FF2B5EF4-FFF2-40B4-BE49-F238E27FC236}">
                  <a16:creationId xmlns:a16="http://schemas.microsoft.com/office/drawing/2014/main" id="{C6B073AA-FBA1-494F-99CF-A4BEE6C81690}"/>
                </a:ext>
              </a:extLst>
            </p:cNvPr>
            <p:cNvSpPr>
              <a:spLocks/>
            </p:cNvSpPr>
            <p:nvPr/>
          </p:nvSpPr>
          <p:spPr bwMode="auto">
            <a:xfrm>
              <a:off x="5959475" y="4176713"/>
              <a:ext cx="284163" cy="220663"/>
            </a:xfrm>
            <a:custGeom>
              <a:avLst/>
              <a:gdLst>
                <a:gd name="T0" fmla="*/ 37 w 74"/>
                <a:gd name="T1" fmla="*/ 57 h 57"/>
                <a:gd name="T2" fmla="*/ 37 w 74"/>
                <a:gd name="T3" fmla="*/ 57 h 57"/>
                <a:gd name="T4" fmla="*/ 32 w 74"/>
                <a:gd name="T5" fmla="*/ 55 h 57"/>
                <a:gd name="T6" fmla="*/ 1 w 74"/>
                <a:gd name="T7" fmla="*/ 10 h 57"/>
                <a:gd name="T8" fmla="*/ 3 w 74"/>
                <a:gd name="T9" fmla="*/ 2 h 57"/>
                <a:gd name="T10" fmla="*/ 11 w 74"/>
                <a:gd name="T11" fmla="*/ 3 h 57"/>
                <a:gd name="T12" fmla="*/ 37 w 74"/>
                <a:gd name="T13" fmla="*/ 41 h 57"/>
                <a:gd name="T14" fmla="*/ 62 w 74"/>
                <a:gd name="T15" fmla="*/ 3 h 57"/>
                <a:gd name="T16" fmla="*/ 70 w 74"/>
                <a:gd name="T17" fmla="*/ 2 h 57"/>
                <a:gd name="T18" fmla="*/ 72 w 74"/>
                <a:gd name="T19" fmla="*/ 10 h 57"/>
                <a:gd name="T20" fmla="*/ 42 w 74"/>
                <a:gd name="T21" fmla="*/ 55 h 57"/>
                <a:gd name="T22" fmla="*/ 37 w 74"/>
                <a:gd name="T23"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57">
                  <a:moveTo>
                    <a:pt x="37" y="57"/>
                  </a:moveTo>
                  <a:cubicBezTo>
                    <a:pt x="37" y="57"/>
                    <a:pt x="37" y="57"/>
                    <a:pt x="37" y="57"/>
                  </a:cubicBezTo>
                  <a:cubicBezTo>
                    <a:pt x="35" y="57"/>
                    <a:pt x="33" y="56"/>
                    <a:pt x="32" y="55"/>
                  </a:cubicBezTo>
                  <a:cubicBezTo>
                    <a:pt x="1" y="10"/>
                    <a:pt x="1" y="10"/>
                    <a:pt x="1" y="10"/>
                  </a:cubicBezTo>
                  <a:cubicBezTo>
                    <a:pt x="0" y="7"/>
                    <a:pt x="0" y="3"/>
                    <a:pt x="3" y="2"/>
                  </a:cubicBezTo>
                  <a:cubicBezTo>
                    <a:pt x="6" y="0"/>
                    <a:pt x="10" y="0"/>
                    <a:pt x="11" y="3"/>
                  </a:cubicBezTo>
                  <a:cubicBezTo>
                    <a:pt x="37" y="41"/>
                    <a:pt x="37" y="41"/>
                    <a:pt x="37" y="41"/>
                  </a:cubicBezTo>
                  <a:cubicBezTo>
                    <a:pt x="62" y="3"/>
                    <a:pt x="62" y="3"/>
                    <a:pt x="62" y="3"/>
                  </a:cubicBezTo>
                  <a:cubicBezTo>
                    <a:pt x="64" y="0"/>
                    <a:pt x="68" y="0"/>
                    <a:pt x="70" y="2"/>
                  </a:cubicBezTo>
                  <a:cubicBezTo>
                    <a:pt x="73" y="3"/>
                    <a:pt x="74" y="7"/>
                    <a:pt x="72" y="10"/>
                  </a:cubicBezTo>
                  <a:cubicBezTo>
                    <a:pt x="42" y="55"/>
                    <a:pt x="42" y="55"/>
                    <a:pt x="42" y="55"/>
                  </a:cubicBezTo>
                  <a:cubicBezTo>
                    <a:pt x="41" y="56"/>
                    <a:pt x="39" y="57"/>
                    <a:pt x="37" y="5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1EA71126-B042-41D3-86FE-F77C183A31DE}"/>
              </a:ext>
            </a:extLst>
          </p:cNvPr>
          <p:cNvGrpSpPr/>
          <p:nvPr/>
        </p:nvGrpSpPr>
        <p:grpSpPr>
          <a:xfrm>
            <a:off x="7432675" y="3297238"/>
            <a:ext cx="1316038" cy="1100138"/>
            <a:chOff x="7432675" y="3297238"/>
            <a:chExt cx="1316038" cy="1100138"/>
          </a:xfrm>
        </p:grpSpPr>
        <p:sp>
          <p:nvSpPr>
            <p:cNvPr id="102" name="Freeform 100">
              <a:extLst>
                <a:ext uri="{FF2B5EF4-FFF2-40B4-BE49-F238E27FC236}">
                  <a16:creationId xmlns:a16="http://schemas.microsoft.com/office/drawing/2014/main" id="{EDBC5830-1932-4036-A5FA-A420B7852810}"/>
                </a:ext>
              </a:extLst>
            </p:cNvPr>
            <p:cNvSpPr>
              <a:spLocks noEditPoints="1"/>
            </p:cNvSpPr>
            <p:nvPr/>
          </p:nvSpPr>
          <p:spPr bwMode="auto">
            <a:xfrm>
              <a:off x="7432675" y="3297238"/>
              <a:ext cx="1316038" cy="919163"/>
            </a:xfrm>
            <a:custGeom>
              <a:avLst/>
              <a:gdLst>
                <a:gd name="T0" fmla="*/ 0 w 342"/>
                <a:gd name="T1" fmla="*/ 6 h 238"/>
                <a:gd name="T2" fmla="*/ 1 w 342"/>
                <a:gd name="T3" fmla="*/ 3 h 238"/>
                <a:gd name="T4" fmla="*/ 11 w 342"/>
                <a:gd name="T5" fmla="*/ 3 h 238"/>
                <a:gd name="T6" fmla="*/ 12 w 342"/>
                <a:gd name="T7" fmla="*/ 6 h 238"/>
                <a:gd name="T8" fmla="*/ 159 w 342"/>
                <a:gd name="T9" fmla="*/ 76 h 238"/>
                <a:gd name="T10" fmla="*/ 159 w 342"/>
                <a:gd name="T11" fmla="*/ 64 h 238"/>
                <a:gd name="T12" fmla="*/ 183 w 342"/>
                <a:gd name="T13" fmla="*/ 76 h 238"/>
                <a:gd name="T14" fmla="*/ 189 w 342"/>
                <a:gd name="T15" fmla="*/ 70 h 238"/>
                <a:gd name="T16" fmla="*/ 183 w 342"/>
                <a:gd name="T17" fmla="*/ 76 h 238"/>
                <a:gd name="T18" fmla="*/ 141 w 342"/>
                <a:gd name="T19" fmla="*/ 69 h 238"/>
                <a:gd name="T20" fmla="*/ 134 w 342"/>
                <a:gd name="T21" fmla="*/ 74 h 238"/>
                <a:gd name="T22" fmla="*/ 207 w 342"/>
                <a:gd name="T23" fmla="*/ 73 h 238"/>
                <a:gd name="T24" fmla="*/ 213 w 342"/>
                <a:gd name="T25" fmla="*/ 66 h 238"/>
                <a:gd name="T26" fmla="*/ 207 w 342"/>
                <a:gd name="T27" fmla="*/ 73 h 238"/>
                <a:gd name="T28" fmla="*/ 117 w 342"/>
                <a:gd name="T29" fmla="*/ 64 h 238"/>
                <a:gd name="T30" fmla="*/ 110 w 342"/>
                <a:gd name="T31" fmla="*/ 68 h 238"/>
                <a:gd name="T32" fmla="*/ 231 w 342"/>
                <a:gd name="T33" fmla="*/ 68 h 238"/>
                <a:gd name="T34" fmla="*/ 229 w 342"/>
                <a:gd name="T35" fmla="*/ 57 h 238"/>
                <a:gd name="T36" fmla="*/ 254 w 342"/>
                <a:gd name="T37" fmla="*/ 61 h 238"/>
                <a:gd name="T38" fmla="*/ 260 w 342"/>
                <a:gd name="T39" fmla="*/ 53 h 238"/>
                <a:gd name="T40" fmla="*/ 254 w 342"/>
                <a:gd name="T41" fmla="*/ 61 h 238"/>
                <a:gd name="T42" fmla="*/ 94 w 342"/>
                <a:gd name="T43" fmla="*/ 57 h 238"/>
                <a:gd name="T44" fmla="*/ 87 w 342"/>
                <a:gd name="T45" fmla="*/ 60 h 238"/>
                <a:gd name="T46" fmla="*/ 276 w 342"/>
                <a:gd name="T47" fmla="*/ 52 h 238"/>
                <a:gd name="T48" fmla="*/ 274 w 342"/>
                <a:gd name="T49" fmla="*/ 41 h 238"/>
                <a:gd name="T50" fmla="*/ 67 w 342"/>
                <a:gd name="T51" fmla="*/ 51 h 238"/>
                <a:gd name="T52" fmla="*/ 69 w 342"/>
                <a:gd name="T53" fmla="*/ 40 h 238"/>
                <a:gd name="T54" fmla="*/ 67 w 342"/>
                <a:gd name="T55" fmla="*/ 51 h 238"/>
                <a:gd name="T56" fmla="*/ 300 w 342"/>
                <a:gd name="T57" fmla="*/ 40 h 238"/>
                <a:gd name="T58" fmla="*/ 292 w 342"/>
                <a:gd name="T59" fmla="*/ 38 h 238"/>
                <a:gd name="T60" fmla="*/ 46 w 342"/>
                <a:gd name="T61" fmla="*/ 39 h 238"/>
                <a:gd name="T62" fmla="*/ 41 w 342"/>
                <a:gd name="T63" fmla="*/ 30 h 238"/>
                <a:gd name="T64" fmla="*/ 318 w 342"/>
                <a:gd name="T65" fmla="*/ 27 h 238"/>
                <a:gd name="T66" fmla="*/ 322 w 342"/>
                <a:gd name="T67" fmla="*/ 18 h 238"/>
                <a:gd name="T68" fmla="*/ 318 w 342"/>
                <a:gd name="T69" fmla="*/ 27 h 238"/>
                <a:gd name="T70" fmla="*/ 30 w 342"/>
                <a:gd name="T71" fmla="*/ 24 h 238"/>
                <a:gd name="T72" fmla="*/ 22 w 342"/>
                <a:gd name="T73" fmla="*/ 25 h 238"/>
                <a:gd name="T74" fmla="*/ 342 w 342"/>
                <a:gd name="T75" fmla="*/ 6 h 238"/>
                <a:gd name="T76" fmla="*/ 341 w 342"/>
                <a:gd name="T77" fmla="*/ 3 h 238"/>
                <a:gd name="T78" fmla="*/ 339 w 342"/>
                <a:gd name="T79" fmla="*/ 1 h 238"/>
                <a:gd name="T80" fmla="*/ 331 w 342"/>
                <a:gd name="T81" fmla="*/ 3 h 238"/>
                <a:gd name="T82" fmla="*/ 330 w 342"/>
                <a:gd name="T83" fmla="*/ 6 h 238"/>
                <a:gd name="T84" fmla="*/ 341 w 342"/>
                <a:gd name="T85" fmla="*/ 10 h 238"/>
                <a:gd name="T86" fmla="*/ 177 w 342"/>
                <a:gd name="T87" fmla="*/ 232 h 238"/>
                <a:gd name="T88" fmla="*/ 171 w 342"/>
                <a:gd name="T89" fmla="*/ 238 h 238"/>
                <a:gd name="T90" fmla="*/ 177 w 342"/>
                <a:gd name="T91" fmla="*/ 209 h 238"/>
                <a:gd name="T92" fmla="*/ 171 w 342"/>
                <a:gd name="T93" fmla="*/ 215 h 238"/>
                <a:gd name="T94" fmla="*/ 177 w 342"/>
                <a:gd name="T95" fmla="*/ 187 h 238"/>
                <a:gd name="T96" fmla="*/ 171 w 342"/>
                <a:gd name="T97" fmla="*/ 193 h 238"/>
                <a:gd name="T98" fmla="*/ 177 w 342"/>
                <a:gd name="T99" fmla="*/ 164 h 238"/>
                <a:gd name="T100" fmla="*/ 171 w 342"/>
                <a:gd name="T101" fmla="*/ 170 h 238"/>
                <a:gd name="T102" fmla="*/ 177 w 342"/>
                <a:gd name="T103" fmla="*/ 141 h 238"/>
                <a:gd name="T104" fmla="*/ 171 w 342"/>
                <a:gd name="T105" fmla="*/ 147 h 238"/>
                <a:gd name="T106" fmla="*/ 177 w 342"/>
                <a:gd name="T107" fmla="*/ 118 h 238"/>
                <a:gd name="T108" fmla="*/ 171 w 342"/>
                <a:gd name="T109" fmla="*/ 124 h 238"/>
                <a:gd name="T110" fmla="*/ 177 w 342"/>
                <a:gd name="T111" fmla="*/ 95 h 238"/>
                <a:gd name="T112" fmla="*/ 171 w 342"/>
                <a:gd name="T113" fmla="*/ 10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2" h="238">
                  <a:moveTo>
                    <a:pt x="6" y="12"/>
                  </a:moveTo>
                  <a:cubicBezTo>
                    <a:pt x="4" y="12"/>
                    <a:pt x="3" y="11"/>
                    <a:pt x="2" y="10"/>
                  </a:cubicBezTo>
                  <a:cubicBezTo>
                    <a:pt x="1" y="9"/>
                    <a:pt x="0" y="8"/>
                    <a:pt x="0" y="6"/>
                  </a:cubicBezTo>
                  <a:cubicBezTo>
                    <a:pt x="0" y="6"/>
                    <a:pt x="0" y="5"/>
                    <a:pt x="0" y="5"/>
                  </a:cubicBezTo>
                  <a:cubicBezTo>
                    <a:pt x="0" y="5"/>
                    <a:pt x="0" y="4"/>
                    <a:pt x="1" y="4"/>
                  </a:cubicBezTo>
                  <a:cubicBezTo>
                    <a:pt x="1" y="3"/>
                    <a:pt x="1" y="3"/>
                    <a:pt x="1" y="3"/>
                  </a:cubicBezTo>
                  <a:cubicBezTo>
                    <a:pt x="2" y="2"/>
                    <a:pt x="2" y="2"/>
                    <a:pt x="2" y="2"/>
                  </a:cubicBezTo>
                  <a:cubicBezTo>
                    <a:pt x="4" y="0"/>
                    <a:pt x="8" y="0"/>
                    <a:pt x="10" y="2"/>
                  </a:cubicBezTo>
                  <a:cubicBezTo>
                    <a:pt x="11" y="3"/>
                    <a:pt x="11" y="3"/>
                    <a:pt x="11" y="3"/>
                  </a:cubicBezTo>
                  <a:cubicBezTo>
                    <a:pt x="12" y="4"/>
                    <a:pt x="12" y="4"/>
                    <a:pt x="12" y="4"/>
                  </a:cubicBezTo>
                  <a:cubicBezTo>
                    <a:pt x="12" y="4"/>
                    <a:pt x="12" y="5"/>
                    <a:pt x="12" y="5"/>
                  </a:cubicBezTo>
                  <a:cubicBezTo>
                    <a:pt x="12" y="5"/>
                    <a:pt x="12" y="6"/>
                    <a:pt x="12" y="6"/>
                  </a:cubicBezTo>
                  <a:cubicBezTo>
                    <a:pt x="12" y="8"/>
                    <a:pt x="11" y="9"/>
                    <a:pt x="10" y="10"/>
                  </a:cubicBezTo>
                  <a:cubicBezTo>
                    <a:pt x="9" y="11"/>
                    <a:pt x="8" y="12"/>
                    <a:pt x="6" y="12"/>
                  </a:cubicBezTo>
                  <a:close/>
                  <a:moveTo>
                    <a:pt x="159" y="76"/>
                  </a:moveTo>
                  <a:cubicBezTo>
                    <a:pt x="159" y="76"/>
                    <a:pt x="159" y="76"/>
                    <a:pt x="159" y="76"/>
                  </a:cubicBezTo>
                  <a:cubicBezTo>
                    <a:pt x="162" y="76"/>
                    <a:pt x="165" y="74"/>
                    <a:pt x="165" y="70"/>
                  </a:cubicBezTo>
                  <a:cubicBezTo>
                    <a:pt x="165" y="67"/>
                    <a:pt x="163" y="64"/>
                    <a:pt x="159" y="64"/>
                  </a:cubicBezTo>
                  <a:cubicBezTo>
                    <a:pt x="156" y="64"/>
                    <a:pt x="153" y="67"/>
                    <a:pt x="153" y="70"/>
                  </a:cubicBezTo>
                  <a:cubicBezTo>
                    <a:pt x="153" y="73"/>
                    <a:pt x="156" y="76"/>
                    <a:pt x="159" y="76"/>
                  </a:cubicBezTo>
                  <a:close/>
                  <a:moveTo>
                    <a:pt x="183" y="76"/>
                  </a:moveTo>
                  <a:cubicBezTo>
                    <a:pt x="183" y="76"/>
                    <a:pt x="183" y="76"/>
                    <a:pt x="183" y="76"/>
                  </a:cubicBezTo>
                  <a:cubicBezTo>
                    <a:pt x="184" y="76"/>
                    <a:pt x="184" y="76"/>
                    <a:pt x="184" y="76"/>
                  </a:cubicBezTo>
                  <a:cubicBezTo>
                    <a:pt x="187" y="76"/>
                    <a:pt x="190" y="73"/>
                    <a:pt x="189" y="70"/>
                  </a:cubicBezTo>
                  <a:cubicBezTo>
                    <a:pt x="189" y="66"/>
                    <a:pt x="186" y="64"/>
                    <a:pt x="183" y="64"/>
                  </a:cubicBezTo>
                  <a:cubicBezTo>
                    <a:pt x="180" y="64"/>
                    <a:pt x="177" y="67"/>
                    <a:pt x="177" y="70"/>
                  </a:cubicBezTo>
                  <a:cubicBezTo>
                    <a:pt x="178" y="73"/>
                    <a:pt x="180" y="76"/>
                    <a:pt x="183" y="76"/>
                  </a:cubicBezTo>
                  <a:close/>
                  <a:moveTo>
                    <a:pt x="135" y="74"/>
                  </a:moveTo>
                  <a:cubicBezTo>
                    <a:pt x="135" y="74"/>
                    <a:pt x="135" y="74"/>
                    <a:pt x="135" y="74"/>
                  </a:cubicBezTo>
                  <a:cubicBezTo>
                    <a:pt x="138" y="74"/>
                    <a:pt x="141" y="72"/>
                    <a:pt x="141" y="69"/>
                  </a:cubicBezTo>
                  <a:cubicBezTo>
                    <a:pt x="142" y="65"/>
                    <a:pt x="139" y="62"/>
                    <a:pt x="136" y="62"/>
                  </a:cubicBezTo>
                  <a:cubicBezTo>
                    <a:pt x="133" y="61"/>
                    <a:pt x="130" y="63"/>
                    <a:pt x="129" y="67"/>
                  </a:cubicBezTo>
                  <a:cubicBezTo>
                    <a:pt x="129" y="70"/>
                    <a:pt x="131" y="73"/>
                    <a:pt x="134" y="74"/>
                  </a:cubicBezTo>
                  <a:lnTo>
                    <a:pt x="135" y="74"/>
                  </a:lnTo>
                  <a:close/>
                  <a:moveTo>
                    <a:pt x="207" y="73"/>
                  </a:moveTo>
                  <a:cubicBezTo>
                    <a:pt x="207" y="73"/>
                    <a:pt x="207" y="73"/>
                    <a:pt x="207" y="73"/>
                  </a:cubicBezTo>
                  <a:cubicBezTo>
                    <a:pt x="208" y="73"/>
                    <a:pt x="208" y="73"/>
                    <a:pt x="208" y="73"/>
                  </a:cubicBezTo>
                  <a:cubicBezTo>
                    <a:pt x="208" y="73"/>
                    <a:pt x="208" y="73"/>
                    <a:pt x="208" y="73"/>
                  </a:cubicBezTo>
                  <a:cubicBezTo>
                    <a:pt x="211" y="73"/>
                    <a:pt x="214" y="70"/>
                    <a:pt x="213" y="66"/>
                  </a:cubicBezTo>
                  <a:cubicBezTo>
                    <a:pt x="213" y="63"/>
                    <a:pt x="210" y="61"/>
                    <a:pt x="206" y="61"/>
                  </a:cubicBezTo>
                  <a:cubicBezTo>
                    <a:pt x="203" y="62"/>
                    <a:pt x="201" y="65"/>
                    <a:pt x="201" y="68"/>
                  </a:cubicBezTo>
                  <a:cubicBezTo>
                    <a:pt x="202" y="71"/>
                    <a:pt x="204" y="73"/>
                    <a:pt x="207" y="73"/>
                  </a:cubicBezTo>
                  <a:close/>
                  <a:moveTo>
                    <a:pt x="112" y="69"/>
                  </a:moveTo>
                  <a:cubicBezTo>
                    <a:pt x="112" y="69"/>
                    <a:pt x="112" y="69"/>
                    <a:pt x="112" y="69"/>
                  </a:cubicBezTo>
                  <a:cubicBezTo>
                    <a:pt x="114" y="69"/>
                    <a:pt x="117" y="67"/>
                    <a:pt x="117" y="64"/>
                  </a:cubicBezTo>
                  <a:cubicBezTo>
                    <a:pt x="118" y="61"/>
                    <a:pt x="116" y="58"/>
                    <a:pt x="113" y="57"/>
                  </a:cubicBezTo>
                  <a:cubicBezTo>
                    <a:pt x="110" y="56"/>
                    <a:pt x="107" y="58"/>
                    <a:pt x="106" y="61"/>
                  </a:cubicBezTo>
                  <a:cubicBezTo>
                    <a:pt x="105" y="64"/>
                    <a:pt x="107" y="67"/>
                    <a:pt x="110" y="68"/>
                  </a:cubicBezTo>
                  <a:cubicBezTo>
                    <a:pt x="111" y="68"/>
                    <a:pt x="111" y="69"/>
                    <a:pt x="112" y="69"/>
                  </a:cubicBezTo>
                  <a:close/>
                  <a:moveTo>
                    <a:pt x="231" y="68"/>
                  </a:moveTo>
                  <a:cubicBezTo>
                    <a:pt x="231" y="68"/>
                    <a:pt x="231" y="68"/>
                    <a:pt x="231" y="68"/>
                  </a:cubicBezTo>
                  <a:cubicBezTo>
                    <a:pt x="231" y="68"/>
                    <a:pt x="232" y="68"/>
                    <a:pt x="232" y="68"/>
                  </a:cubicBezTo>
                  <a:cubicBezTo>
                    <a:pt x="236" y="67"/>
                    <a:pt x="238" y="64"/>
                    <a:pt x="237" y="61"/>
                  </a:cubicBezTo>
                  <a:cubicBezTo>
                    <a:pt x="236" y="58"/>
                    <a:pt x="233" y="56"/>
                    <a:pt x="229" y="57"/>
                  </a:cubicBezTo>
                  <a:cubicBezTo>
                    <a:pt x="226" y="57"/>
                    <a:pt x="224" y="61"/>
                    <a:pt x="225" y="64"/>
                  </a:cubicBezTo>
                  <a:cubicBezTo>
                    <a:pt x="226" y="67"/>
                    <a:pt x="228" y="68"/>
                    <a:pt x="231" y="68"/>
                  </a:cubicBezTo>
                  <a:close/>
                  <a:moveTo>
                    <a:pt x="254" y="61"/>
                  </a:moveTo>
                  <a:cubicBezTo>
                    <a:pt x="254" y="61"/>
                    <a:pt x="254" y="61"/>
                    <a:pt x="254" y="61"/>
                  </a:cubicBezTo>
                  <a:cubicBezTo>
                    <a:pt x="255" y="61"/>
                    <a:pt x="255" y="61"/>
                    <a:pt x="256" y="61"/>
                  </a:cubicBezTo>
                  <a:cubicBezTo>
                    <a:pt x="259" y="60"/>
                    <a:pt x="261" y="56"/>
                    <a:pt x="260" y="53"/>
                  </a:cubicBezTo>
                  <a:cubicBezTo>
                    <a:pt x="258" y="50"/>
                    <a:pt x="255" y="49"/>
                    <a:pt x="252" y="50"/>
                  </a:cubicBezTo>
                  <a:cubicBezTo>
                    <a:pt x="249" y="51"/>
                    <a:pt x="247" y="54"/>
                    <a:pt x="248" y="57"/>
                  </a:cubicBezTo>
                  <a:cubicBezTo>
                    <a:pt x="249" y="60"/>
                    <a:pt x="251" y="61"/>
                    <a:pt x="254" y="61"/>
                  </a:cubicBezTo>
                  <a:close/>
                  <a:moveTo>
                    <a:pt x="89" y="61"/>
                  </a:moveTo>
                  <a:cubicBezTo>
                    <a:pt x="89" y="61"/>
                    <a:pt x="89" y="61"/>
                    <a:pt x="89" y="61"/>
                  </a:cubicBezTo>
                  <a:cubicBezTo>
                    <a:pt x="91" y="61"/>
                    <a:pt x="93" y="59"/>
                    <a:pt x="94" y="57"/>
                  </a:cubicBezTo>
                  <a:cubicBezTo>
                    <a:pt x="96" y="54"/>
                    <a:pt x="94" y="51"/>
                    <a:pt x="91" y="49"/>
                  </a:cubicBezTo>
                  <a:cubicBezTo>
                    <a:pt x="88" y="48"/>
                    <a:pt x="84" y="50"/>
                    <a:pt x="83" y="53"/>
                  </a:cubicBezTo>
                  <a:cubicBezTo>
                    <a:pt x="82" y="56"/>
                    <a:pt x="84" y="59"/>
                    <a:pt x="87" y="60"/>
                  </a:cubicBezTo>
                  <a:cubicBezTo>
                    <a:pt x="87" y="61"/>
                    <a:pt x="88" y="61"/>
                    <a:pt x="89" y="61"/>
                  </a:cubicBezTo>
                  <a:close/>
                  <a:moveTo>
                    <a:pt x="276" y="52"/>
                  </a:moveTo>
                  <a:cubicBezTo>
                    <a:pt x="276" y="52"/>
                    <a:pt x="276" y="52"/>
                    <a:pt x="276" y="52"/>
                  </a:cubicBezTo>
                  <a:cubicBezTo>
                    <a:pt x="277" y="52"/>
                    <a:pt x="278" y="52"/>
                    <a:pt x="279" y="51"/>
                  </a:cubicBezTo>
                  <a:cubicBezTo>
                    <a:pt x="282" y="50"/>
                    <a:pt x="283" y="46"/>
                    <a:pt x="282" y="43"/>
                  </a:cubicBezTo>
                  <a:cubicBezTo>
                    <a:pt x="280" y="40"/>
                    <a:pt x="277" y="39"/>
                    <a:pt x="274" y="41"/>
                  </a:cubicBezTo>
                  <a:cubicBezTo>
                    <a:pt x="271" y="42"/>
                    <a:pt x="269" y="46"/>
                    <a:pt x="271" y="49"/>
                  </a:cubicBezTo>
                  <a:cubicBezTo>
                    <a:pt x="272" y="51"/>
                    <a:pt x="274" y="52"/>
                    <a:pt x="276" y="52"/>
                  </a:cubicBezTo>
                  <a:close/>
                  <a:moveTo>
                    <a:pt x="67" y="51"/>
                  </a:moveTo>
                  <a:cubicBezTo>
                    <a:pt x="67" y="51"/>
                    <a:pt x="67" y="51"/>
                    <a:pt x="67" y="51"/>
                  </a:cubicBezTo>
                  <a:cubicBezTo>
                    <a:pt x="69" y="51"/>
                    <a:pt x="71" y="50"/>
                    <a:pt x="72" y="48"/>
                  </a:cubicBezTo>
                  <a:cubicBezTo>
                    <a:pt x="74" y="45"/>
                    <a:pt x="72" y="41"/>
                    <a:pt x="69" y="40"/>
                  </a:cubicBezTo>
                  <a:cubicBezTo>
                    <a:pt x="67" y="38"/>
                    <a:pt x="63" y="39"/>
                    <a:pt x="61" y="42"/>
                  </a:cubicBezTo>
                  <a:cubicBezTo>
                    <a:pt x="60" y="45"/>
                    <a:pt x="61" y="49"/>
                    <a:pt x="64" y="50"/>
                  </a:cubicBezTo>
                  <a:cubicBezTo>
                    <a:pt x="65" y="51"/>
                    <a:pt x="66" y="51"/>
                    <a:pt x="67" y="51"/>
                  </a:cubicBezTo>
                  <a:close/>
                  <a:moveTo>
                    <a:pt x="297" y="41"/>
                  </a:moveTo>
                  <a:cubicBezTo>
                    <a:pt x="297" y="41"/>
                    <a:pt x="297" y="41"/>
                    <a:pt x="297" y="41"/>
                  </a:cubicBezTo>
                  <a:cubicBezTo>
                    <a:pt x="298" y="41"/>
                    <a:pt x="300" y="40"/>
                    <a:pt x="300" y="40"/>
                  </a:cubicBezTo>
                  <a:cubicBezTo>
                    <a:pt x="303" y="38"/>
                    <a:pt x="304" y="34"/>
                    <a:pt x="303" y="31"/>
                  </a:cubicBezTo>
                  <a:cubicBezTo>
                    <a:pt x="301" y="29"/>
                    <a:pt x="297" y="28"/>
                    <a:pt x="294" y="29"/>
                  </a:cubicBezTo>
                  <a:cubicBezTo>
                    <a:pt x="291" y="31"/>
                    <a:pt x="291" y="35"/>
                    <a:pt x="292" y="38"/>
                  </a:cubicBezTo>
                  <a:cubicBezTo>
                    <a:pt x="293" y="40"/>
                    <a:pt x="295" y="41"/>
                    <a:pt x="297" y="41"/>
                  </a:cubicBezTo>
                  <a:close/>
                  <a:moveTo>
                    <a:pt x="46" y="39"/>
                  </a:moveTo>
                  <a:cubicBezTo>
                    <a:pt x="46" y="39"/>
                    <a:pt x="46" y="39"/>
                    <a:pt x="46" y="39"/>
                  </a:cubicBezTo>
                  <a:cubicBezTo>
                    <a:pt x="48" y="39"/>
                    <a:pt x="50" y="38"/>
                    <a:pt x="51" y="37"/>
                  </a:cubicBezTo>
                  <a:cubicBezTo>
                    <a:pt x="53" y="34"/>
                    <a:pt x="52" y="30"/>
                    <a:pt x="49" y="28"/>
                  </a:cubicBezTo>
                  <a:cubicBezTo>
                    <a:pt x="46" y="27"/>
                    <a:pt x="42" y="28"/>
                    <a:pt x="41" y="30"/>
                  </a:cubicBezTo>
                  <a:cubicBezTo>
                    <a:pt x="39" y="33"/>
                    <a:pt x="40" y="37"/>
                    <a:pt x="43" y="39"/>
                  </a:cubicBezTo>
                  <a:cubicBezTo>
                    <a:pt x="44" y="39"/>
                    <a:pt x="45" y="39"/>
                    <a:pt x="46" y="39"/>
                  </a:cubicBezTo>
                  <a:close/>
                  <a:moveTo>
                    <a:pt x="318" y="27"/>
                  </a:moveTo>
                  <a:cubicBezTo>
                    <a:pt x="318" y="27"/>
                    <a:pt x="318" y="27"/>
                    <a:pt x="318" y="27"/>
                  </a:cubicBezTo>
                  <a:cubicBezTo>
                    <a:pt x="319" y="27"/>
                    <a:pt x="320" y="27"/>
                    <a:pt x="321" y="26"/>
                  </a:cubicBezTo>
                  <a:cubicBezTo>
                    <a:pt x="324" y="24"/>
                    <a:pt x="324" y="20"/>
                    <a:pt x="322" y="18"/>
                  </a:cubicBezTo>
                  <a:cubicBezTo>
                    <a:pt x="320" y="15"/>
                    <a:pt x="317" y="14"/>
                    <a:pt x="314" y="16"/>
                  </a:cubicBezTo>
                  <a:cubicBezTo>
                    <a:pt x="311" y="18"/>
                    <a:pt x="311" y="22"/>
                    <a:pt x="313" y="25"/>
                  </a:cubicBezTo>
                  <a:cubicBezTo>
                    <a:pt x="314" y="26"/>
                    <a:pt x="316" y="27"/>
                    <a:pt x="318" y="27"/>
                  </a:cubicBezTo>
                  <a:close/>
                  <a:moveTo>
                    <a:pt x="25" y="26"/>
                  </a:moveTo>
                  <a:cubicBezTo>
                    <a:pt x="25" y="26"/>
                    <a:pt x="25" y="26"/>
                    <a:pt x="25" y="26"/>
                  </a:cubicBezTo>
                  <a:cubicBezTo>
                    <a:pt x="27" y="26"/>
                    <a:pt x="29" y="25"/>
                    <a:pt x="30" y="24"/>
                  </a:cubicBezTo>
                  <a:cubicBezTo>
                    <a:pt x="32" y="21"/>
                    <a:pt x="32" y="17"/>
                    <a:pt x="29" y="15"/>
                  </a:cubicBezTo>
                  <a:cubicBezTo>
                    <a:pt x="26" y="14"/>
                    <a:pt x="22" y="14"/>
                    <a:pt x="21" y="17"/>
                  </a:cubicBezTo>
                  <a:cubicBezTo>
                    <a:pt x="19" y="20"/>
                    <a:pt x="19" y="23"/>
                    <a:pt x="22" y="25"/>
                  </a:cubicBezTo>
                  <a:cubicBezTo>
                    <a:pt x="23" y="26"/>
                    <a:pt x="24" y="26"/>
                    <a:pt x="25" y="26"/>
                  </a:cubicBezTo>
                  <a:close/>
                  <a:moveTo>
                    <a:pt x="341" y="10"/>
                  </a:moveTo>
                  <a:cubicBezTo>
                    <a:pt x="342" y="9"/>
                    <a:pt x="342" y="8"/>
                    <a:pt x="342" y="6"/>
                  </a:cubicBezTo>
                  <a:cubicBezTo>
                    <a:pt x="342" y="6"/>
                    <a:pt x="342" y="5"/>
                    <a:pt x="342" y="5"/>
                  </a:cubicBezTo>
                  <a:cubicBezTo>
                    <a:pt x="342" y="5"/>
                    <a:pt x="342" y="4"/>
                    <a:pt x="342" y="4"/>
                  </a:cubicBezTo>
                  <a:cubicBezTo>
                    <a:pt x="341" y="3"/>
                    <a:pt x="341" y="3"/>
                    <a:pt x="341" y="3"/>
                  </a:cubicBezTo>
                  <a:cubicBezTo>
                    <a:pt x="341" y="2"/>
                    <a:pt x="341" y="2"/>
                    <a:pt x="341" y="2"/>
                  </a:cubicBezTo>
                  <a:cubicBezTo>
                    <a:pt x="340" y="1"/>
                    <a:pt x="340" y="1"/>
                    <a:pt x="340" y="1"/>
                  </a:cubicBezTo>
                  <a:cubicBezTo>
                    <a:pt x="339" y="1"/>
                    <a:pt x="339" y="1"/>
                    <a:pt x="339" y="1"/>
                  </a:cubicBezTo>
                  <a:cubicBezTo>
                    <a:pt x="338" y="0"/>
                    <a:pt x="338" y="0"/>
                    <a:pt x="338" y="0"/>
                  </a:cubicBezTo>
                  <a:cubicBezTo>
                    <a:pt x="336" y="0"/>
                    <a:pt x="334" y="0"/>
                    <a:pt x="332" y="2"/>
                  </a:cubicBezTo>
                  <a:cubicBezTo>
                    <a:pt x="331" y="3"/>
                    <a:pt x="331" y="3"/>
                    <a:pt x="331" y="3"/>
                  </a:cubicBezTo>
                  <a:cubicBezTo>
                    <a:pt x="331" y="4"/>
                    <a:pt x="331" y="4"/>
                    <a:pt x="331" y="4"/>
                  </a:cubicBezTo>
                  <a:cubicBezTo>
                    <a:pt x="331" y="4"/>
                    <a:pt x="331" y="5"/>
                    <a:pt x="331" y="5"/>
                  </a:cubicBezTo>
                  <a:cubicBezTo>
                    <a:pt x="330" y="5"/>
                    <a:pt x="330" y="6"/>
                    <a:pt x="330" y="6"/>
                  </a:cubicBezTo>
                  <a:cubicBezTo>
                    <a:pt x="330" y="8"/>
                    <a:pt x="331" y="9"/>
                    <a:pt x="332" y="10"/>
                  </a:cubicBezTo>
                  <a:cubicBezTo>
                    <a:pt x="333" y="11"/>
                    <a:pt x="335" y="12"/>
                    <a:pt x="336" y="12"/>
                  </a:cubicBezTo>
                  <a:cubicBezTo>
                    <a:pt x="338" y="12"/>
                    <a:pt x="339" y="11"/>
                    <a:pt x="341" y="10"/>
                  </a:cubicBezTo>
                  <a:close/>
                  <a:moveTo>
                    <a:pt x="171" y="238"/>
                  </a:moveTo>
                  <a:cubicBezTo>
                    <a:pt x="171" y="238"/>
                    <a:pt x="171" y="238"/>
                    <a:pt x="171" y="238"/>
                  </a:cubicBezTo>
                  <a:cubicBezTo>
                    <a:pt x="175" y="238"/>
                    <a:pt x="177" y="235"/>
                    <a:pt x="177" y="232"/>
                  </a:cubicBezTo>
                  <a:cubicBezTo>
                    <a:pt x="177" y="229"/>
                    <a:pt x="175" y="226"/>
                    <a:pt x="171" y="226"/>
                  </a:cubicBezTo>
                  <a:cubicBezTo>
                    <a:pt x="168" y="226"/>
                    <a:pt x="165" y="229"/>
                    <a:pt x="165" y="232"/>
                  </a:cubicBezTo>
                  <a:cubicBezTo>
                    <a:pt x="165" y="235"/>
                    <a:pt x="168" y="238"/>
                    <a:pt x="171" y="238"/>
                  </a:cubicBezTo>
                  <a:close/>
                  <a:moveTo>
                    <a:pt x="171" y="215"/>
                  </a:moveTo>
                  <a:cubicBezTo>
                    <a:pt x="171" y="215"/>
                    <a:pt x="171" y="215"/>
                    <a:pt x="171" y="215"/>
                  </a:cubicBezTo>
                  <a:cubicBezTo>
                    <a:pt x="175" y="215"/>
                    <a:pt x="177" y="213"/>
                    <a:pt x="177" y="209"/>
                  </a:cubicBezTo>
                  <a:cubicBezTo>
                    <a:pt x="177" y="206"/>
                    <a:pt x="175" y="203"/>
                    <a:pt x="171" y="203"/>
                  </a:cubicBezTo>
                  <a:cubicBezTo>
                    <a:pt x="168" y="203"/>
                    <a:pt x="165" y="206"/>
                    <a:pt x="165" y="209"/>
                  </a:cubicBezTo>
                  <a:cubicBezTo>
                    <a:pt x="165" y="213"/>
                    <a:pt x="168" y="215"/>
                    <a:pt x="171" y="215"/>
                  </a:cubicBezTo>
                  <a:close/>
                  <a:moveTo>
                    <a:pt x="171" y="193"/>
                  </a:moveTo>
                  <a:cubicBezTo>
                    <a:pt x="171" y="193"/>
                    <a:pt x="171" y="193"/>
                    <a:pt x="171" y="193"/>
                  </a:cubicBezTo>
                  <a:cubicBezTo>
                    <a:pt x="175" y="193"/>
                    <a:pt x="177" y="190"/>
                    <a:pt x="177" y="187"/>
                  </a:cubicBezTo>
                  <a:cubicBezTo>
                    <a:pt x="177" y="183"/>
                    <a:pt x="175" y="181"/>
                    <a:pt x="171" y="181"/>
                  </a:cubicBezTo>
                  <a:cubicBezTo>
                    <a:pt x="168" y="181"/>
                    <a:pt x="165" y="183"/>
                    <a:pt x="165" y="187"/>
                  </a:cubicBezTo>
                  <a:cubicBezTo>
                    <a:pt x="165" y="190"/>
                    <a:pt x="168" y="193"/>
                    <a:pt x="171" y="193"/>
                  </a:cubicBezTo>
                  <a:close/>
                  <a:moveTo>
                    <a:pt x="171" y="170"/>
                  </a:moveTo>
                  <a:cubicBezTo>
                    <a:pt x="171" y="170"/>
                    <a:pt x="171" y="170"/>
                    <a:pt x="171" y="170"/>
                  </a:cubicBezTo>
                  <a:cubicBezTo>
                    <a:pt x="175" y="170"/>
                    <a:pt x="177" y="167"/>
                    <a:pt x="177" y="164"/>
                  </a:cubicBezTo>
                  <a:cubicBezTo>
                    <a:pt x="177" y="161"/>
                    <a:pt x="175" y="158"/>
                    <a:pt x="171" y="158"/>
                  </a:cubicBezTo>
                  <a:cubicBezTo>
                    <a:pt x="168" y="158"/>
                    <a:pt x="165" y="161"/>
                    <a:pt x="165" y="164"/>
                  </a:cubicBezTo>
                  <a:cubicBezTo>
                    <a:pt x="165" y="167"/>
                    <a:pt x="168" y="170"/>
                    <a:pt x="171" y="170"/>
                  </a:cubicBezTo>
                  <a:close/>
                  <a:moveTo>
                    <a:pt x="171" y="147"/>
                  </a:moveTo>
                  <a:cubicBezTo>
                    <a:pt x="171" y="147"/>
                    <a:pt x="171" y="147"/>
                    <a:pt x="171" y="147"/>
                  </a:cubicBezTo>
                  <a:cubicBezTo>
                    <a:pt x="175" y="147"/>
                    <a:pt x="177" y="144"/>
                    <a:pt x="177" y="141"/>
                  </a:cubicBezTo>
                  <a:cubicBezTo>
                    <a:pt x="177" y="138"/>
                    <a:pt x="175" y="135"/>
                    <a:pt x="171" y="135"/>
                  </a:cubicBezTo>
                  <a:cubicBezTo>
                    <a:pt x="168" y="135"/>
                    <a:pt x="165" y="138"/>
                    <a:pt x="165" y="141"/>
                  </a:cubicBezTo>
                  <a:cubicBezTo>
                    <a:pt x="165" y="144"/>
                    <a:pt x="168" y="147"/>
                    <a:pt x="171" y="147"/>
                  </a:cubicBezTo>
                  <a:close/>
                  <a:moveTo>
                    <a:pt x="171" y="124"/>
                  </a:moveTo>
                  <a:cubicBezTo>
                    <a:pt x="171" y="124"/>
                    <a:pt x="171" y="124"/>
                    <a:pt x="171" y="124"/>
                  </a:cubicBezTo>
                  <a:cubicBezTo>
                    <a:pt x="175" y="124"/>
                    <a:pt x="177" y="122"/>
                    <a:pt x="177" y="118"/>
                  </a:cubicBezTo>
                  <a:cubicBezTo>
                    <a:pt x="177" y="115"/>
                    <a:pt x="175" y="112"/>
                    <a:pt x="171" y="112"/>
                  </a:cubicBezTo>
                  <a:cubicBezTo>
                    <a:pt x="168" y="112"/>
                    <a:pt x="165" y="115"/>
                    <a:pt x="165" y="118"/>
                  </a:cubicBezTo>
                  <a:cubicBezTo>
                    <a:pt x="165" y="122"/>
                    <a:pt x="168" y="124"/>
                    <a:pt x="171" y="124"/>
                  </a:cubicBezTo>
                  <a:close/>
                  <a:moveTo>
                    <a:pt x="171" y="101"/>
                  </a:moveTo>
                  <a:cubicBezTo>
                    <a:pt x="171" y="101"/>
                    <a:pt x="171" y="101"/>
                    <a:pt x="171" y="101"/>
                  </a:cubicBezTo>
                  <a:cubicBezTo>
                    <a:pt x="175" y="101"/>
                    <a:pt x="177" y="99"/>
                    <a:pt x="177" y="95"/>
                  </a:cubicBezTo>
                  <a:cubicBezTo>
                    <a:pt x="177" y="92"/>
                    <a:pt x="175" y="89"/>
                    <a:pt x="171" y="89"/>
                  </a:cubicBezTo>
                  <a:cubicBezTo>
                    <a:pt x="168" y="89"/>
                    <a:pt x="165" y="92"/>
                    <a:pt x="165" y="95"/>
                  </a:cubicBezTo>
                  <a:cubicBezTo>
                    <a:pt x="165" y="99"/>
                    <a:pt x="168" y="101"/>
                    <a:pt x="171" y="10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17" name="Freeform 115">
              <a:extLst>
                <a:ext uri="{FF2B5EF4-FFF2-40B4-BE49-F238E27FC236}">
                  <a16:creationId xmlns:a16="http://schemas.microsoft.com/office/drawing/2014/main" id="{01E08DC5-0BA7-4B10-9CFD-ED6DF7AF8DB0}"/>
                </a:ext>
              </a:extLst>
            </p:cNvPr>
            <p:cNvSpPr>
              <a:spLocks/>
            </p:cNvSpPr>
            <p:nvPr/>
          </p:nvSpPr>
          <p:spPr bwMode="auto">
            <a:xfrm>
              <a:off x="7948613" y="4176713"/>
              <a:ext cx="284163" cy="220663"/>
            </a:xfrm>
            <a:custGeom>
              <a:avLst/>
              <a:gdLst>
                <a:gd name="T0" fmla="*/ 37 w 74"/>
                <a:gd name="T1" fmla="*/ 57 h 57"/>
                <a:gd name="T2" fmla="*/ 32 w 74"/>
                <a:gd name="T3" fmla="*/ 55 h 57"/>
                <a:gd name="T4" fmla="*/ 2 w 74"/>
                <a:gd name="T5" fmla="*/ 10 h 57"/>
                <a:gd name="T6" fmla="*/ 4 w 74"/>
                <a:gd name="T7" fmla="*/ 2 h 57"/>
                <a:gd name="T8" fmla="*/ 12 w 74"/>
                <a:gd name="T9" fmla="*/ 3 h 57"/>
                <a:gd name="T10" fmla="*/ 37 w 74"/>
                <a:gd name="T11" fmla="*/ 41 h 57"/>
                <a:gd name="T12" fmla="*/ 62 w 74"/>
                <a:gd name="T13" fmla="*/ 3 h 57"/>
                <a:gd name="T14" fmla="*/ 71 w 74"/>
                <a:gd name="T15" fmla="*/ 2 h 57"/>
                <a:gd name="T16" fmla="*/ 72 w 74"/>
                <a:gd name="T17" fmla="*/ 10 h 57"/>
                <a:gd name="T18" fmla="*/ 42 w 74"/>
                <a:gd name="T19" fmla="*/ 55 h 57"/>
                <a:gd name="T20" fmla="*/ 37 w 74"/>
                <a:gd name="T2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57">
                  <a:moveTo>
                    <a:pt x="37" y="57"/>
                  </a:moveTo>
                  <a:cubicBezTo>
                    <a:pt x="35" y="57"/>
                    <a:pt x="33" y="56"/>
                    <a:pt x="32" y="55"/>
                  </a:cubicBezTo>
                  <a:cubicBezTo>
                    <a:pt x="2" y="10"/>
                    <a:pt x="2" y="10"/>
                    <a:pt x="2" y="10"/>
                  </a:cubicBezTo>
                  <a:cubicBezTo>
                    <a:pt x="0" y="7"/>
                    <a:pt x="1" y="3"/>
                    <a:pt x="4" y="2"/>
                  </a:cubicBezTo>
                  <a:cubicBezTo>
                    <a:pt x="6" y="0"/>
                    <a:pt x="10" y="0"/>
                    <a:pt x="12" y="3"/>
                  </a:cubicBezTo>
                  <a:cubicBezTo>
                    <a:pt x="37" y="41"/>
                    <a:pt x="37" y="41"/>
                    <a:pt x="37" y="41"/>
                  </a:cubicBezTo>
                  <a:cubicBezTo>
                    <a:pt x="62" y="3"/>
                    <a:pt x="62" y="3"/>
                    <a:pt x="62" y="3"/>
                  </a:cubicBezTo>
                  <a:cubicBezTo>
                    <a:pt x="64" y="0"/>
                    <a:pt x="68" y="0"/>
                    <a:pt x="71" y="2"/>
                  </a:cubicBezTo>
                  <a:cubicBezTo>
                    <a:pt x="74" y="3"/>
                    <a:pt x="74" y="7"/>
                    <a:pt x="72" y="10"/>
                  </a:cubicBezTo>
                  <a:cubicBezTo>
                    <a:pt x="42" y="55"/>
                    <a:pt x="42" y="55"/>
                    <a:pt x="42" y="55"/>
                  </a:cubicBezTo>
                  <a:cubicBezTo>
                    <a:pt x="41" y="56"/>
                    <a:pt x="39" y="57"/>
                    <a:pt x="37" y="5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BC7EAA1A-C618-4CC8-9714-F772642852D1}"/>
              </a:ext>
            </a:extLst>
          </p:cNvPr>
          <p:cNvGrpSpPr/>
          <p:nvPr/>
        </p:nvGrpSpPr>
        <p:grpSpPr>
          <a:xfrm>
            <a:off x="9429750" y="3297238"/>
            <a:ext cx="1316038" cy="1100138"/>
            <a:chOff x="9429750" y="3297238"/>
            <a:chExt cx="1316038" cy="1100138"/>
          </a:xfrm>
        </p:grpSpPr>
        <p:sp>
          <p:nvSpPr>
            <p:cNvPr id="101" name="Freeform 99">
              <a:extLst>
                <a:ext uri="{FF2B5EF4-FFF2-40B4-BE49-F238E27FC236}">
                  <a16:creationId xmlns:a16="http://schemas.microsoft.com/office/drawing/2014/main" id="{C3AD82B8-0750-4E16-AD6E-E259634AA8EF}"/>
                </a:ext>
              </a:extLst>
            </p:cNvPr>
            <p:cNvSpPr>
              <a:spLocks noEditPoints="1"/>
            </p:cNvSpPr>
            <p:nvPr/>
          </p:nvSpPr>
          <p:spPr bwMode="auto">
            <a:xfrm>
              <a:off x="9429750" y="3297238"/>
              <a:ext cx="1316038" cy="919163"/>
            </a:xfrm>
            <a:custGeom>
              <a:avLst/>
              <a:gdLst>
                <a:gd name="T0" fmla="*/ 1 w 342"/>
                <a:gd name="T1" fmla="*/ 10 h 238"/>
                <a:gd name="T2" fmla="*/ 0 w 342"/>
                <a:gd name="T3" fmla="*/ 4 h 238"/>
                <a:gd name="T4" fmla="*/ 7 w 342"/>
                <a:gd name="T5" fmla="*/ 0 h 238"/>
                <a:gd name="T6" fmla="*/ 10 w 342"/>
                <a:gd name="T7" fmla="*/ 2 h 238"/>
                <a:gd name="T8" fmla="*/ 11 w 342"/>
                <a:gd name="T9" fmla="*/ 5 h 238"/>
                <a:gd name="T10" fmla="*/ 6 w 342"/>
                <a:gd name="T11" fmla="*/ 12 h 238"/>
                <a:gd name="T12" fmla="*/ 165 w 342"/>
                <a:gd name="T13" fmla="*/ 70 h 238"/>
                <a:gd name="T14" fmla="*/ 158 w 342"/>
                <a:gd name="T15" fmla="*/ 76 h 238"/>
                <a:gd name="T16" fmla="*/ 183 w 342"/>
                <a:gd name="T17" fmla="*/ 76 h 238"/>
                <a:gd name="T18" fmla="*/ 182 w 342"/>
                <a:gd name="T19" fmla="*/ 64 h 238"/>
                <a:gd name="T20" fmla="*/ 135 w 342"/>
                <a:gd name="T21" fmla="*/ 74 h 238"/>
                <a:gd name="T22" fmla="*/ 136 w 342"/>
                <a:gd name="T23" fmla="*/ 62 h 238"/>
                <a:gd name="T24" fmla="*/ 135 w 342"/>
                <a:gd name="T25" fmla="*/ 74 h 238"/>
                <a:gd name="T26" fmla="*/ 208 w 342"/>
                <a:gd name="T27" fmla="*/ 73 h 238"/>
                <a:gd name="T28" fmla="*/ 201 w 342"/>
                <a:gd name="T29" fmla="*/ 68 h 238"/>
                <a:gd name="T30" fmla="*/ 111 w 342"/>
                <a:gd name="T31" fmla="*/ 69 h 238"/>
                <a:gd name="T32" fmla="*/ 105 w 342"/>
                <a:gd name="T33" fmla="*/ 61 h 238"/>
                <a:gd name="T34" fmla="*/ 111 w 342"/>
                <a:gd name="T35" fmla="*/ 69 h 238"/>
                <a:gd name="T36" fmla="*/ 232 w 342"/>
                <a:gd name="T37" fmla="*/ 68 h 238"/>
                <a:gd name="T38" fmla="*/ 225 w 342"/>
                <a:gd name="T39" fmla="*/ 64 h 238"/>
                <a:gd name="T40" fmla="*/ 253 w 342"/>
                <a:gd name="T41" fmla="*/ 61 h 238"/>
                <a:gd name="T42" fmla="*/ 251 w 342"/>
                <a:gd name="T43" fmla="*/ 50 h 238"/>
                <a:gd name="T44" fmla="*/ 88 w 342"/>
                <a:gd name="T45" fmla="*/ 61 h 238"/>
                <a:gd name="T46" fmla="*/ 90 w 342"/>
                <a:gd name="T47" fmla="*/ 49 h 238"/>
                <a:gd name="T48" fmla="*/ 88 w 342"/>
                <a:gd name="T49" fmla="*/ 61 h 238"/>
                <a:gd name="T50" fmla="*/ 278 w 342"/>
                <a:gd name="T51" fmla="*/ 51 h 238"/>
                <a:gd name="T52" fmla="*/ 270 w 342"/>
                <a:gd name="T53" fmla="*/ 49 h 238"/>
                <a:gd name="T54" fmla="*/ 66 w 342"/>
                <a:gd name="T55" fmla="*/ 51 h 238"/>
                <a:gd name="T56" fmla="*/ 61 w 342"/>
                <a:gd name="T57" fmla="*/ 42 h 238"/>
                <a:gd name="T58" fmla="*/ 297 w 342"/>
                <a:gd name="T59" fmla="*/ 41 h 238"/>
                <a:gd name="T60" fmla="*/ 302 w 342"/>
                <a:gd name="T61" fmla="*/ 31 h 238"/>
                <a:gd name="T62" fmla="*/ 297 w 342"/>
                <a:gd name="T63" fmla="*/ 41 h 238"/>
                <a:gd name="T64" fmla="*/ 50 w 342"/>
                <a:gd name="T65" fmla="*/ 37 h 238"/>
                <a:gd name="T66" fmla="*/ 42 w 342"/>
                <a:gd name="T67" fmla="*/ 39 h 238"/>
                <a:gd name="T68" fmla="*/ 317 w 342"/>
                <a:gd name="T69" fmla="*/ 27 h 238"/>
                <a:gd name="T70" fmla="*/ 313 w 342"/>
                <a:gd name="T71" fmla="*/ 16 h 238"/>
                <a:gd name="T72" fmla="*/ 25 w 342"/>
                <a:gd name="T73" fmla="*/ 26 h 238"/>
                <a:gd name="T74" fmla="*/ 28 w 342"/>
                <a:gd name="T75" fmla="*/ 15 h 238"/>
                <a:gd name="T76" fmla="*/ 22 w 342"/>
                <a:gd name="T77" fmla="*/ 25 h 238"/>
                <a:gd name="T78" fmla="*/ 342 w 342"/>
                <a:gd name="T79" fmla="*/ 6 h 238"/>
                <a:gd name="T80" fmla="*/ 334 w 342"/>
                <a:gd name="T81" fmla="*/ 1 h 238"/>
                <a:gd name="T82" fmla="*/ 330 w 342"/>
                <a:gd name="T83" fmla="*/ 6 h 238"/>
                <a:gd name="T84" fmla="*/ 334 w 342"/>
                <a:gd name="T85" fmla="*/ 12 h 238"/>
                <a:gd name="T86" fmla="*/ 171 w 342"/>
                <a:gd name="T87" fmla="*/ 238 h 238"/>
                <a:gd name="T88" fmla="*/ 171 w 342"/>
                <a:gd name="T89" fmla="*/ 226 h 238"/>
                <a:gd name="T90" fmla="*/ 171 w 342"/>
                <a:gd name="T91" fmla="*/ 215 h 238"/>
                <a:gd name="T92" fmla="*/ 171 w 342"/>
                <a:gd name="T93" fmla="*/ 203 h 238"/>
                <a:gd name="T94" fmla="*/ 171 w 342"/>
                <a:gd name="T95" fmla="*/ 193 h 238"/>
                <a:gd name="T96" fmla="*/ 171 w 342"/>
                <a:gd name="T97" fmla="*/ 181 h 238"/>
                <a:gd name="T98" fmla="*/ 171 w 342"/>
                <a:gd name="T99" fmla="*/ 170 h 238"/>
                <a:gd name="T100" fmla="*/ 171 w 342"/>
                <a:gd name="T101" fmla="*/ 158 h 238"/>
                <a:gd name="T102" fmla="*/ 171 w 342"/>
                <a:gd name="T103" fmla="*/ 147 h 238"/>
                <a:gd name="T104" fmla="*/ 171 w 342"/>
                <a:gd name="T105" fmla="*/ 135 h 238"/>
                <a:gd name="T106" fmla="*/ 171 w 342"/>
                <a:gd name="T107" fmla="*/ 124 h 238"/>
                <a:gd name="T108" fmla="*/ 171 w 342"/>
                <a:gd name="T109" fmla="*/ 112 h 238"/>
                <a:gd name="T110" fmla="*/ 171 w 342"/>
                <a:gd name="T111" fmla="*/ 101 h 238"/>
                <a:gd name="T112" fmla="*/ 171 w 342"/>
                <a:gd name="T113" fmla="*/ 8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2" h="238">
                  <a:moveTo>
                    <a:pt x="6" y="12"/>
                  </a:moveTo>
                  <a:cubicBezTo>
                    <a:pt x="5" y="12"/>
                    <a:pt x="4" y="12"/>
                    <a:pt x="3" y="12"/>
                  </a:cubicBezTo>
                  <a:cubicBezTo>
                    <a:pt x="3" y="11"/>
                    <a:pt x="2" y="11"/>
                    <a:pt x="1" y="10"/>
                  </a:cubicBezTo>
                  <a:cubicBezTo>
                    <a:pt x="0" y="9"/>
                    <a:pt x="0" y="8"/>
                    <a:pt x="0" y="6"/>
                  </a:cubicBezTo>
                  <a:cubicBezTo>
                    <a:pt x="0" y="6"/>
                    <a:pt x="0" y="5"/>
                    <a:pt x="0" y="5"/>
                  </a:cubicBezTo>
                  <a:cubicBezTo>
                    <a:pt x="0" y="5"/>
                    <a:pt x="0" y="4"/>
                    <a:pt x="0" y="4"/>
                  </a:cubicBezTo>
                  <a:cubicBezTo>
                    <a:pt x="1" y="3"/>
                    <a:pt x="1" y="3"/>
                    <a:pt x="1" y="3"/>
                  </a:cubicBezTo>
                  <a:cubicBezTo>
                    <a:pt x="1" y="2"/>
                    <a:pt x="1" y="2"/>
                    <a:pt x="1" y="2"/>
                  </a:cubicBezTo>
                  <a:cubicBezTo>
                    <a:pt x="3" y="0"/>
                    <a:pt x="5" y="0"/>
                    <a:pt x="7" y="0"/>
                  </a:cubicBezTo>
                  <a:cubicBezTo>
                    <a:pt x="8" y="1"/>
                    <a:pt x="8" y="1"/>
                    <a:pt x="8" y="1"/>
                  </a:cubicBezTo>
                  <a:cubicBezTo>
                    <a:pt x="9" y="1"/>
                    <a:pt x="9" y="1"/>
                    <a:pt x="9" y="1"/>
                  </a:cubicBezTo>
                  <a:cubicBezTo>
                    <a:pt x="10" y="2"/>
                    <a:pt x="10" y="2"/>
                    <a:pt x="10" y="2"/>
                  </a:cubicBezTo>
                  <a:cubicBezTo>
                    <a:pt x="11" y="3"/>
                    <a:pt x="11" y="3"/>
                    <a:pt x="11" y="3"/>
                  </a:cubicBezTo>
                  <a:cubicBezTo>
                    <a:pt x="11" y="4"/>
                    <a:pt x="11" y="4"/>
                    <a:pt x="11" y="4"/>
                  </a:cubicBezTo>
                  <a:cubicBezTo>
                    <a:pt x="11" y="4"/>
                    <a:pt x="11" y="5"/>
                    <a:pt x="11" y="5"/>
                  </a:cubicBezTo>
                  <a:cubicBezTo>
                    <a:pt x="11" y="5"/>
                    <a:pt x="12" y="6"/>
                    <a:pt x="12" y="6"/>
                  </a:cubicBezTo>
                  <a:cubicBezTo>
                    <a:pt x="12" y="8"/>
                    <a:pt x="11" y="9"/>
                    <a:pt x="10" y="10"/>
                  </a:cubicBezTo>
                  <a:cubicBezTo>
                    <a:pt x="9" y="11"/>
                    <a:pt x="7" y="12"/>
                    <a:pt x="6" y="12"/>
                  </a:cubicBezTo>
                  <a:close/>
                  <a:moveTo>
                    <a:pt x="158" y="76"/>
                  </a:moveTo>
                  <a:cubicBezTo>
                    <a:pt x="158" y="76"/>
                    <a:pt x="158" y="76"/>
                    <a:pt x="158" y="76"/>
                  </a:cubicBezTo>
                  <a:cubicBezTo>
                    <a:pt x="162" y="76"/>
                    <a:pt x="165" y="74"/>
                    <a:pt x="165" y="70"/>
                  </a:cubicBezTo>
                  <a:cubicBezTo>
                    <a:pt x="165" y="67"/>
                    <a:pt x="162" y="64"/>
                    <a:pt x="159" y="64"/>
                  </a:cubicBezTo>
                  <a:cubicBezTo>
                    <a:pt x="156" y="64"/>
                    <a:pt x="153" y="67"/>
                    <a:pt x="153" y="70"/>
                  </a:cubicBezTo>
                  <a:cubicBezTo>
                    <a:pt x="153" y="73"/>
                    <a:pt x="155" y="76"/>
                    <a:pt x="158" y="76"/>
                  </a:cubicBezTo>
                  <a:close/>
                  <a:moveTo>
                    <a:pt x="183" y="76"/>
                  </a:moveTo>
                  <a:cubicBezTo>
                    <a:pt x="183" y="76"/>
                    <a:pt x="183" y="76"/>
                    <a:pt x="183" y="76"/>
                  </a:cubicBezTo>
                  <a:cubicBezTo>
                    <a:pt x="183" y="76"/>
                    <a:pt x="183" y="76"/>
                    <a:pt x="183" y="76"/>
                  </a:cubicBezTo>
                  <a:cubicBezTo>
                    <a:pt x="186" y="76"/>
                    <a:pt x="189" y="73"/>
                    <a:pt x="189" y="70"/>
                  </a:cubicBezTo>
                  <a:cubicBezTo>
                    <a:pt x="189" y="66"/>
                    <a:pt x="186" y="64"/>
                    <a:pt x="182" y="64"/>
                  </a:cubicBezTo>
                  <a:cubicBezTo>
                    <a:pt x="182" y="64"/>
                    <a:pt x="182" y="64"/>
                    <a:pt x="182" y="64"/>
                  </a:cubicBezTo>
                  <a:cubicBezTo>
                    <a:pt x="179" y="64"/>
                    <a:pt x="177" y="67"/>
                    <a:pt x="177" y="70"/>
                  </a:cubicBezTo>
                  <a:cubicBezTo>
                    <a:pt x="177" y="73"/>
                    <a:pt x="180" y="76"/>
                    <a:pt x="183" y="76"/>
                  </a:cubicBezTo>
                  <a:close/>
                  <a:moveTo>
                    <a:pt x="135" y="74"/>
                  </a:moveTo>
                  <a:cubicBezTo>
                    <a:pt x="135" y="74"/>
                    <a:pt x="135" y="74"/>
                    <a:pt x="135" y="74"/>
                  </a:cubicBezTo>
                  <a:cubicBezTo>
                    <a:pt x="138" y="74"/>
                    <a:pt x="140" y="72"/>
                    <a:pt x="141" y="69"/>
                  </a:cubicBezTo>
                  <a:cubicBezTo>
                    <a:pt x="141" y="65"/>
                    <a:pt x="139" y="62"/>
                    <a:pt x="136" y="62"/>
                  </a:cubicBezTo>
                  <a:cubicBezTo>
                    <a:pt x="132" y="61"/>
                    <a:pt x="129" y="63"/>
                    <a:pt x="129" y="67"/>
                  </a:cubicBezTo>
                  <a:cubicBezTo>
                    <a:pt x="128" y="70"/>
                    <a:pt x="130" y="73"/>
                    <a:pt x="134" y="74"/>
                  </a:cubicBezTo>
                  <a:lnTo>
                    <a:pt x="135" y="74"/>
                  </a:lnTo>
                  <a:close/>
                  <a:moveTo>
                    <a:pt x="207" y="73"/>
                  </a:moveTo>
                  <a:cubicBezTo>
                    <a:pt x="207" y="73"/>
                    <a:pt x="207" y="73"/>
                    <a:pt x="207" y="73"/>
                  </a:cubicBezTo>
                  <a:cubicBezTo>
                    <a:pt x="208" y="73"/>
                    <a:pt x="208" y="73"/>
                    <a:pt x="208" y="73"/>
                  </a:cubicBezTo>
                  <a:cubicBezTo>
                    <a:pt x="211" y="73"/>
                    <a:pt x="213" y="70"/>
                    <a:pt x="213" y="66"/>
                  </a:cubicBezTo>
                  <a:cubicBezTo>
                    <a:pt x="212" y="63"/>
                    <a:pt x="209" y="61"/>
                    <a:pt x="206" y="61"/>
                  </a:cubicBezTo>
                  <a:cubicBezTo>
                    <a:pt x="203" y="62"/>
                    <a:pt x="200" y="65"/>
                    <a:pt x="201" y="68"/>
                  </a:cubicBezTo>
                  <a:cubicBezTo>
                    <a:pt x="201" y="71"/>
                    <a:pt x="204" y="73"/>
                    <a:pt x="207" y="73"/>
                  </a:cubicBezTo>
                  <a:close/>
                  <a:moveTo>
                    <a:pt x="111" y="69"/>
                  </a:moveTo>
                  <a:cubicBezTo>
                    <a:pt x="111" y="69"/>
                    <a:pt x="111" y="69"/>
                    <a:pt x="111" y="69"/>
                  </a:cubicBezTo>
                  <a:cubicBezTo>
                    <a:pt x="114" y="69"/>
                    <a:pt x="116" y="67"/>
                    <a:pt x="117" y="64"/>
                  </a:cubicBezTo>
                  <a:cubicBezTo>
                    <a:pt x="118" y="61"/>
                    <a:pt x="116" y="58"/>
                    <a:pt x="113" y="57"/>
                  </a:cubicBezTo>
                  <a:cubicBezTo>
                    <a:pt x="110" y="56"/>
                    <a:pt x="106" y="58"/>
                    <a:pt x="105" y="61"/>
                  </a:cubicBezTo>
                  <a:cubicBezTo>
                    <a:pt x="105" y="64"/>
                    <a:pt x="106" y="67"/>
                    <a:pt x="110" y="68"/>
                  </a:cubicBezTo>
                  <a:cubicBezTo>
                    <a:pt x="110" y="68"/>
                    <a:pt x="110" y="68"/>
                    <a:pt x="110" y="68"/>
                  </a:cubicBezTo>
                  <a:cubicBezTo>
                    <a:pt x="110" y="68"/>
                    <a:pt x="111" y="69"/>
                    <a:pt x="111" y="69"/>
                  </a:cubicBezTo>
                  <a:close/>
                  <a:moveTo>
                    <a:pt x="230" y="68"/>
                  </a:moveTo>
                  <a:cubicBezTo>
                    <a:pt x="230" y="68"/>
                    <a:pt x="230" y="68"/>
                    <a:pt x="230" y="68"/>
                  </a:cubicBezTo>
                  <a:cubicBezTo>
                    <a:pt x="231" y="68"/>
                    <a:pt x="231" y="68"/>
                    <a:pt x="232" y="68"/>
                  </a:cubicBezTo>
                  <a:cubicBezTo>
                    <a:pt x="235" y="67"/>
                    <a:pt x="237" y="64"/>
                    <a:pt x="236" y="61"/>
                  </a:cubicBezTo>
                  <a:cubicBezTo>
                    <a:pt x="235" y="58"/>
                    <a:pt x="232" y="56"/>
                    <a:pt x="229" y="57"/>
                  </a:cubicBezTo>
                  <a:cubicBezTo>
                    <a:pt x="226" y="57"/>
                    <a:pt x="224" y="61"/>
                    <a:pt x="225" y="64"/>
                  </a:cubicBezTo>
                  <a:cubicBezTo>
                    <a:pt x="225" y="67"/>
                    <a:pt x="228" y="68"/>
                    <a:pt x="230" y="68"/>
                  </a:cubicBezTo>
                  <a:close/>
                  <a:moveTo>
                    <a:pt x="253" y="61"/>
                  </a:moveTo>
                  <a:cubicBezTo>
                    <a:pt x="253" y="61"/>
                    <a:pt x="253" y="61"/>
                    <a:pt x="253" y="61"/>
                  </a:cubicBezTo>
                  <a:cubicBezTo>
                    <a:pt x="254" y="61"/>
                    <a:pt x="255" y="61"/>
                    <a:pt x="255" y="61"/>
                  </a:cubicBezTo>
                  <a:cubicBezTo>
                    <a:pt x="259" y="60"/>
                    <a:pt x="260" y="56"/>
                    <a:pt x="259" y="53"/>
                  </a:cubicBezTo>
                  <a:cubicBezTo>
                    <a:pt x="258" y="50"/>
                    <a:pt x="254" y="48"/>
                    <a:pt x="251" y="50"/>
                  </a:cubicBezTo>
                  <a:cubicBezTo>
                    <a:pt x="248" y="51"/>
                    <a:pt x="247" y="54"/>
                    <a:pt x="248" y="57"/>
                  </a:cubicBezTo>
                  <a:cubicBezTo>
                    <a:pt x="249" y="60"/>
                    <a:pt x="251" y="61"/>
                    <a:pt x="253" y="61"/>
                  </a:cubicBezTo>
                  <a:close/>
                  <a:moveTo>
                    <a:pt x="88" y="61"/>
                  </a:moveTo>
                  <a:cubicBezTo>
                    <a:pt x="88" y="61"/>
                    <a:pt x="88" y="61"/>
                    <a:pt x="88" y="61"/>
                  </a:cubicBezTo>
                  <a:cubicBezTo>
                    <a:pt x="91" y="61"/>
                    <a:pt x="93" y="59"/>
                    <a:pt x="94" y="57"/>
                  </a:cubicBezTo>
                  <a:cubicBezTo>
                    <a:pt x="95" y="54"/>
                    <a:pt x="94" y="51"/>
                    <a:pt x="90" y="49"/>
                  </a:cubicBezTo>
                  <a:cubicBezTo>
                    <a:pt x="87" y="48"/>
                    <a:pt x="84" y="50"/>
                    <a:pt x="83" y="53"/>
                  </a:cubicBezTo>
                  <a:cubicBezTo>
                    <a:pt x="81" y="56"/>
                    <a:pt x="83" y="59"/>
                    <a:pt x="86" y="60"/>
                  </a:cubicBezTo>
                  <a:cubicBezTo>
                    <a:pt x="87" y="61"/>
                    <a:pt x="88" y="61"/>
                    <a:pt x="88" y="61"/>
                  </a:cubicBezTo>
                  <a:close/>
                  <a:moveTo>
                    <a:pt x="276" y="52"/>
                  </a:moveTo>
                  <a:cubicBezTo>
                    <a:pt x="276" y="52"/>
                    <a:pt x="276" y="52"/>
                    <a:pt x="276" y="52"/>
                  </a:cubicBezTo>
                  <a:cubicBezTo>
                    <a:pt x="277" y="52"/>
                    <a:pt x="277" y="52"/>
                    <a:pt x="278" y="51"/>
                  </a:cubicBezTo>
                  <a:cubicBezTo>
                    <a:pt x="281" y="50"/>
                    <a:pt x="282" y="46"/>
                    <a:pt x="281" y="43"/>
                  </a:cubicBezTo>
                  <a:cubicBezTo>
                    <a:pt x="280" y="40"/>
                    <a:pt x="276" y="39"/>
                    <a:pt x="273" y="41"/>
                  </a:cubicBezTo>
                  <a:cubicBezTo>
                    <a:pt x="270" y="42"/>
                    <a:pt x="269" y="46"/>
                    <a:pt x="270" y="49"/>
                  </a:cubicBezTo>
                  <a:cubicBezTo>
                    <a:pt x="271" y="51"/>
                    <a:pt x="273" y="52"/>
                    <a:pt x="276" y="52"/>
                  </a:cubicBezTo>
                  <a:close/>
                  <a:moveTo>
                    <a:pt x="66" y="51"/>
                  </a:moveTo>
                  <a:cubicBezTo>
                    <a:pt x="66" y="51"/>
                    <a:pt x="66" y="51"/>
                    <a:pt x="66" y="51"/>
                  </a:cubicBezTo>
                  <a:cubicBezTo>
                    <a:pt x="68" y="51"/>
                    <a:pt x="71" y="50"/>
                    <a:pt x="72" y="48"/>
                  </a:cubicBezTo>
                  <a:cubicBezTo>
                    <a:pt x="73" y="45"/>
                    <a:pt x="72" y="41"/>
                    <a:pt x="69" y="40"/>
                  </a:cubicBezTo>
                  <a:cubicBezTo>
                    <a:pt x="66" y="38"/>
                    <a:pt x="62" y="39"/>
                    <a:pt x="61" y="42"/>
                  </a:cubicBezTo>
                  <a:cubicBezTo>
                    <a:pt x="59" y="45"/>
                    <a:pt x="61" y="49"/>
                    <a:pt x="64" y="50"/>
                  </a:cubicBezTo>
                  <a:cubicBezTo>
                    <a:pt x="64" y="51"/>
                    <a:pt x="65" y="51"/>
                    <a:pt x="66" y="51"/>
                  </a:cubicBezTo>
                  <a:close/>
                  <a:moveTo>
                    <a:pt x="297" y="41"/>
                  </a:moveTo>
                  <a:cubicBezTo>
                    <a:pt x="297" y="41"/>
                    <a:pt x="297" y="41"/>
                    <a:pt x="297" y="41"/>
                  </a:cubicBezTo>
                  <a:cubicBezTo>
                    <a:pt x="298" y="41"/>
                    <a:pt x="299" y="40"/>
                    <a:pt x="300" y="40"/>
                  </a:cubicBezTo>
                  <a:cubicBezTo>
                    <a:pt x="303" y="38"/>
                    <a:pt x="304" y="34"/>
                    <a:pt x="302" y="31"/>
                  </a:cubicBezTo>
                  <a:cubicBezTo>
                    <a:pt x="300" y="29"/>
                    <a:pt x="297" y="28"/>
                    <a:pt x="294" y="29"/>
                  </a:cubicBezTo>
                  <a:cubicBezTo>
                    <a:pt x="291" y="31"/>
                    <a:pt x="290" y="35"/>
                    <a:pt x="292" y="38"/>
                  </a:cubicBezTo>
                  <a:cubicBezTo>
                    <a:pt x="293" y="40"/>
                    <a:pt x="295" y="41"/>
                    <a:pt x="297" y="41"/>
                  </a:cubicBezTo>
                  <a:close/>
                  <a:moveTo>
                    <a:pt x="45" y="39"/>
                  </a:moveTo>
                  <a:cubicBezTo>
                    <a:pt x="45" y="39"/>
                    <a:pt x="45" y="39"/>
                    <a:pt x="45" y="39"/>
                  </a:cubicBezTo>
                  <a:cubicBezTo>
                    <a:pt x="47" y="39"/>
                    <a:pt x="49" y="38"/>
                    <a:pt x="50" y="37"/>
                  </a:cubicBezTo>
                  <a:cubicBezTo>
                    <a:pt x="52" y="34"/>
                    <a:pt x="51" y="30"/>
                    <a:pt x="48" y="28"/>
                  </a:cubicBezTo>
                  <a:cubicBezTo>
                    <a:pt x="45" y="27"/>
                    <a:pt x="42" y="28"/>
                    <a:pt x="40" y="30"/>
                  </a:cubicBezTo>
                  <a:cubicBezTo>
                    <a:pt x="38" y="33"/>
                    <a:pt x="39" y="37"/>
                    <a:pt x="42" y="39"/>
                  </a:cubicBezTo>
                  <a:cubicBezTo>
                    <a:pt x="43" y="39"/>
                    <a:pt x="44" y="39"/>
                    <a:pt x="45" y="39"/>
                  </a:cubicBezTo>
                  <a:close/>
                  <a:moveTo>
                    <a:pt x="317" y="27"/>
                  </a:moveTo>
                  <a:cubicBezTo>
                    <a:pt x="317" y="27"/>
                    <a:pt x="317" y="27"/>
                    <a:pt x="317" y="27"/>
                  </a:cubicBezTo>
                  <a:cubicBezTo>
                    <a:pt x="318" y="27"/>
                    <a:pt x="319" y="27"/>
                    <a:pt x="321" y="26"/>
                  </a:cubicBezTo>
                  <a:cubicBezTo>
                    <a:pt x="323" y="24"/>
                    <a:pt x="324" y="20"/>
                    <a:pt x="322" y="18"/>
                  </a:cubicBezTo>
                  <a:cubicBezTo>
                    <a:pt x="320" y="15"/>
                    <a:pt x="316" y="14"/>
                    <a:pt x="313" y="16"/>
                  </a:cubicBezTo>
                  <a:cubicBezTo>
                    <a:pt x="311" y="18"/>
                    <a:pt x="310" y="22"/>
                    <a:pt x="312" y="25"/>
                  </a:cubicBezTo>
                  <a:cubicBezTo>
                    <a:pt x="313" y="26"/>
                    <a:pt x="315" y="27"/>
                    <a:pt x="317" y="27"/>
                  </a:cubicBezTo>
                  <a:close/>
                  <a:moveTo>
                    <a:pt x="25" y="26"/>
                  </a:moveTo>
                  <a:cubicBezTo>
                    <a:pt x="25" y="26"/>
                    <a:pt x="25" y="26"/>
                    <a:pt x="25" y="26"/>
                  </a:cubicBezTo>
                  <a:cubicBezTo>
                    <a:pt x="27" y="26"/>
                    <a:pt x="29" y="25"/>
                    <a:pt x="30" y="24"/>
                  </a:cubicBezTo>
                  <a:cubicBezTo>
                    <a:pt x="32" y="21"/>
                    <a:pt x="31" y="17"/>
                    <a:pt x="28" y="15"/>
                  </a:cubicBezTo>
                  <a:cubicBezTo>
                    <a:pt x="26" y="14"/>
                    <a:pt x="22" y="14"/>
                    <a:pt x="20" y="17"/>
                  </a:cubicBezTo>
                  <a:cubicBezTo>
                    <a:pt x="18" y="20"/>
                    <a:pt x="19" y="23"/>
                    <a:pt x="22" y="25"/>
                  </a:cubicBezTo>
                  <a:cubicBezTo>
                    <a:pt x="22" y="25"/>
                    <a:pt x="22" y="25"/>
                    <a:pt x="22" y="25"/>
                  </a:cubicBezTo>
                  <a:cubicBezTo>
                    <a:pt x="23" y="26"/>
                    <a:pt x="24" y="26"/>
                    <a:pt x="25" y="26"/>
                  </a:cubicBezTo>
                  <a:close/>
                  <a:moveTo>
                    <a:pt x="340" y="10"/>
                  </a:moveTo>
                  <a:cubicBezTo>
                    <a:pt x="341" y="9"/>
                    <a:pt x="342" y="8"/>
                    <a:pt x="342" y="6"/>
                  </a:cubicBezTo>
                  <a:cubicBezTo>
                    <a:pt x="342" y="4"/>
                    <a:pt x="341" y="3"/>
                    <a:pt x="340" y="2"/>
                  </a:cubicBezTo>
                  <a:cubicBezTo>
                    <a:pt x="339" y="0"/>
                    <a:pt x="337" y="0"/>
                    <a:pt x="335" y="0"/>
                  </a:cubicBezTo>
                  <a:cubicBezTo>
                    <a:pt x="334" y="0"/>
                    <a:pt x="334" y="0"/>
                    <a:pt x="334" y="1"/>
                  </a:cubicBezTo>
                  <a:cubicBezTo>
                    <a:pt x="333" y="1"/>
                    <a:pt x="333" y="1"/>
                    <a:pt x="333" y="1"/>
                  </a:cubicBezTo>
                  <a:cubicBezTo>
                    <a:pt x="332" y="2"/>
                    <a:pt x="332" y="2"/>
                    <a:pt x="332" y="2"/>
                  </a:cubicBezTo>
                  <a:cubicBezTo>
                    <a:pt x="331" y="3"/>
                    <a:pt x="330" y="4"/>
                    <a:pt x="330" y="6"/>
                  </a:cubicBezTo>
                  <a:cubicBezTo>
                    <a:pt x="330" y="7"/>
                    <a:pt x="330" y="8"/>
                    <a:pt x="330" y="8"/>
                  </a:cubicBezTo>
                  <a:cubicBezTo>
                    <a:pt x="331" y="9"/>
                    <a:pt x="331" y="10"/>
                    <a:pt x="332" y="10"/>
                  </a:cubicBezTo>
                  <a:cubicBezTo>
                    <a:pt x="332" y="11"/>
                    <a:pt x="333" y="11"/>
                    <a:pt x="334" y="12"/>
                  </a:cubicBezTo>
                  <a:cubicBezTo>
                    <a:pt x="334" y="12"/>
                    <a:pt x="335" y="12"/>
                    <a:pt x="336" y="12"/>
                  </a:cubicBezTo>
                  <a:cubicBezTo>
                    <a:pt x="337" y="12"/>
                    <a:pt x="339" y="11"/>
                    <a:pt x="340" y="10"/>
                  </a:cubicBezTo>
                  <a:close/>
                  <a:moveTo>
                    <a:pt x="171" y="238"/>
                  </a:moveTo>
                  <a:cubicBezTo>
                    <a:pt x="171" y="238"/>
                    <a:pt x="171" y="238"/>
                    <a:pt x="171" y="238"/>
                  </a:cubicBezTo>
                  <a:cubicBezTo>
                    <a:pt x="174" y="238"/>
                    <a:pt x="177" y="235"/>
                    <a:pt x="177" y="232"/>
                  </a:cubicBezTo>
                  <a:cubicBezTo>
                    <a:pt x="177" y="229"/>
                    <a:pt x="174" y="226"/>
                    <a:pt x="171" y="226"/>
                  </a:cubicBezTo>
                  <a:cubicBezTo>
                    <a:pt x="167" y="226"/>
                    <a:pt x="165" y="229"/>
                    <a:pt x="165" y="232"/>
                  </a:cubicBezTo>
                  <a:cubicBezTo>
                    <a:pt x="165" y="235"/>
                    <a:pt x="167" y="238"/>
                    <a:pt x="171" y="238"/>
                  </a:cubicBezTo>
                  <a:close/>
                  <a:moveTo>
                    <a:pt x="171" y="215"/>
                  </a:moveTo>
                  <a:cubicBezTo>
                    <a:pt x="171" y="215"/>
                    <a:pt x="171" y="215"/>
                    <a:pt x="171" y="215"/>
                  </a:cubicBezTo>
                  <a:cubicBezTo>
                    <a:pt x="174" y="215"/>
                    <a:pt x="177" y="213"/>
                    <a:pt x="177" y="209"/>
                  </a:cubicBezTo>
                  <a:cubicBezTo>
                    <a:pt x="177" y="206"/>
                    <a:pt x="174" y="203"/>
                    <a:pt x="171" y="203"/>
                  </a:cubicBezTo>
                  <a:cubicBezTo>
                    <a:pt x="167" y="203"/>
                    <a:pt x="165" y="206"/>
                    <a:pt x="165" y="209"/>
                  </a:cubicBezTo>
                  <a:cubicBezTo>
                    <a:pt x="165" y="213"/>
                    <a:pt x="167" y="215"/>
                    <a:pt x="171" y="215"/>
                  </a:cubicBezTo>
                  <a:close/>
                  <a:moveTo>
                    <a:pt x="171" y="193"/>
                  </a:moveTo>
                  <a:cubicBezTo>
                    <a:pt x="171" y="193"/>
                    <a:pt x="171" y="193"/>
                    <a:pt x="171" y="193"/>
                  </a:cubicBezTo>
                  <a:cubicBezTo>
                    <a:pt x="174" y="193"/>
                    <a:pt x="177" y="190"/>
                    <a:pt x="177" y="187"/>
                  </a:cubicBezTo>
                  <a:cubicBezTo>
                    <a:pt x="177" y="183"/>
                    <a:pt x="174" y="181"/>
                    <a:pt x="171" y="181"/>
                  </a:cubicBezTo>
                  <a:cubicBezTo>
                    <a:pt x="167" y="181"/>
                    <a:pt x="165" y="183"/>
                    <a:pt x="165" y="187"/>
                  </a:cubicBezTo>
                  <a:cubicBezTo>
                    <a:pt x="165" y="190"/>
                    <a:pt x="167" y="193"/>
                    <a:pt x="171" y="193"/>
                  </a:cubicBezTo>
                  <a:close/>
                  <a:moveTo>
                    <a:pt x="171" y="170"/>
                  </a:moveTo>
                  <a:cubicBezTo>
                    <a:pt x="171" y="170"/>
                    <a:pt x="171" y="170"/>
                    <a:pt x="171" y="170"/>
                  </a:cubicBezTo>
                  <a:cubicBezTo>
                    <a:pt x="174" y="170"/>
                    <a:pt x="177" y="167"/>
                    <a:pt x="177" y="164"/>
                  </a:cubicBezTo>
                  <a:cubicBezTo>
                    <a:pt x="177" y="161"/>
                    <a:pt x="174" y="158"/>
                    <a:pt x="171" y="158"/>
                  </a:cubicBezTo>
                  <a:cubicBezTo>
                    <a:pt x="167" y="158"/>
                    <a:pt x="165" y="161"/>
                    <a:pt x="165" y="164"/>
                  </a:cubicBezTo>
                  <a:cubicBezTo>
                    <a:pt x="165" y="167"/>
                    <a:pt x="167" y="170"/>
                    <a:pt x="171" y="170"/>
                  </a:cubicBezTo>
                  <a:close/>
                  <a:moveTo>
                    <a:pt x="171" y="147"/>
                  </a:moveTo>
                  <a:cubicBezTo>
                    <a:pt x="171" y="147"/>
                    <a:pt x="171" y="147"/>
                    <a:pt x="171" y="147"/>
                  </a:cubicBezTo>
                  <a:cubicBezTo>
                    <a:pt x="174" y="147"/>
                    <a:pt x="177" y="144"/>
                    <a:pt x="177" y="141"/>
                  </a:cubicBezTo>
                  <a:cubicBezTo>
                    <a:pt x="177" y="138"/>
                    <a:pt x="174" y="135"/>
                    <a:pt x="171" y="135"/>
                  </a:cubicBezTo>
                  <a:cubicBezTo>
                    <a:pt x="167" y="135"/>
                    <a:pt x="165" y="138"/>
                    <a:pt x="165" y="141"/>
                  </a:cubicBezTo>
                  <a:cubicBezTo>
                    <a:pt x="165" y="144"/>
                    <a:pt x="167" y="147"/>
                    <a:pt x="171" y="147"/>
                  </a:cubicBezTo>
                  <a:close/>
                  <a:moveTo>
                    <a:pt x="171" y="124"/>
                  </a:moveTo>
                  <a:cubicBezTo>
                    <a:pt x="171" y="124"/>
                    <a:pt x="171" y="124"/>
                    <a:pt x="171" y="124"/>
                  </a:cubicBezTo>
                  <a:cubicBezTo>
                    <a:pt x="174" y="124"/>
                    <a:pt x="177" y="122"/>
                    <a:pt x="177" y="118"/>
                  </a:cubicBezTo>
                  <a:cubicBezTo>
                    <a:pt x="177" y="115"/>
                    <a:pt x="174" y="112"/>
                    <a:pt x="171" y="112"/>
                  </a:cubicBezTo>
                  <a:cubicBezTo>
                    <a:pt x="167" y="112"/>
                    <a:pt x="165" y="115"/>
                    <a:pt x="165" y="118"/>
                  </a:cubicBezTo>
                  <a:cubicBezTo>
                    <a:pt x="165" y="122"/>
                    <a:pt x="167" y="124"/>
                    <a:pt x="171" y="124"/>
                  </a:cubicBezTo>
                  <a:close/>
                  <a:moveTo>
                    <a:pt x="171" y="101"/>
                  </a:moveTo>
                  <a:cubicBezTo>
                    <a:pt x="171" y="101"/>
                    <a:pt x="171" y="101"/>
                    <a:pt x="171" y="101"/>
                  </a:cubicBezTo>
                  <a:cubicBezTo>
                    <a:pt x="174" y="101"/>
                    <a:pt x="177" y="99"/>
                    <a:pt x="177" y="95"/>
                  </a:cubicBezTo>
                  <a:cubicBezTo>
                    <a:pt x="177" y="92"/>
                    <a:pt x="174" y="89"/>
                    <a:pt x="171" y="89"/>
                  </a:cubicBezTo>
                  <a:cubicBezTo>
                    <a:pt x="167" y="89"/>
                    <a:pt x="165" y="92"/>
                    <a:pt x="165" y="95"/>
                  </a:cubicBezTo>
                  <a:cubicBezTo>
                    <a:pt x="165" y="99"/>
                    <a:pt x="167" y="101"/>
                    <a:pt x="171" y="10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18" name="Freeform 116">
              <a:extLst>
                <a:ext uri="{FF2B5EF4-FFF2-40B4-BE49-F238E27FC236}">
                  <a16:creationId xmlns:a16="http://schemas.microsoft.com/office/drawing/2014/main" id="{5307E855-4723-425A-800F-0F3874BE8EB4}"/>
                </a:ext>
              </a:extLst>
            </p:cNvPr>
            <p:cNvSpPr>
              <a:spLocks/>
            </p:cNvSpPr>
            <p:nvPr/>
          </p:nvSpPr>
          <p:spPr bwMode="auto">
            <a:xfrm>
              <a:off x="9945688" y="4176713"/>
              <a:ext cx="284163" cy="220663"/>
            </a:xfrm>
            <a:custGeom>
              <a:avLst/>
              <a:gdLst>
                <a:gd name="T0" fmla="*/ 37 w 74"/>
                <a:gd name="T1" fmla="*/ 57 h 57"/>
                <a:gd name="T2" fmla="*/ 37 w 74"/>
                <a:gd name="T3" fmla="*/ 57 h 57"/>
                <a:gd name="T4" fmla="*/ 32 w 74"/>
                <a:gd name="T5" fmla="*/ 55 h 57"/>
                <a:gd name="T6" fmla="*/ 2 w 74"/>
                <a:gd name="T7" fmla="*/ 10 h 57"/>
                <a:gd name="T8" fmla="*/ 3 w 74"/>
                <a:gd name="T9" fmla="*/ 2 h 57"/>
                <a:gd name="T10" fmla="*/ 11 w 74"/>
                <a:gd name="T11" fmla="*/ 3 h 57"/>
                <a:gd name="T12" fmla="*/ 37 w 74"/>
                <a:gd name="T13" fmla="*/ 41 h 57"/>
                <a:gd name="T14" fmla="*/ 62 w 74"/>
                <a:gd name="T15" fmla="*/ 3 h 57"/>
                <a:gd name="T16" fmla="*/ 70 w 74"/>
                <a:gd name="T17" fmla="*/ 2 h 57"/>
                <a:gd name="T18" fmla="*/ 72 w 74"/>
                <a:gd name="T19" fmla="*/ 10 h 57"/>
                <a:gd name="T20" fmla="*/ 42 w 74"/>
                <a:gd name="T21" fmla="*/ 55 h 57"/>
                <a:gd name="T22" fmla="*/ 37 w 74"/>
                <a:gd name="T23"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57">
                  <a:moveTo>
                    <a:pt x="37" y="57"/>
                  </a:moveTo>
                  <a:cubicBezTo>
                    <a:pt x="37" y="57"/>
                    <a:pt x="37" y="57"/>
                    <a:pt x="37" y="57"/>
                  </a:cubicBezTo>
                  <a:cubicBezTo>
                    <a:pt x="35" y="57"/>
                    <a:pt x="33" y="56"/>
                    <a:pt x="32" y="55"/>
                  </a:cubicBezTo>
                  <a:cubicBezTo>
                    <a:pt x="2" y="10"/>
                    <a:pt x="2" y="10"/>
                    <a:pt x="2" y="10"/>
                  </a:cubicBezTo>
                  <a:cubicBezTo>
                    <a:pt x="0" y="7"/>
                    <a:pt x="0" y="3"/>
                    <a:pt x="3" y="2"/>
                  </a:cubicBezTo>
                  <a:cubicBezTo>
                    <a:pt x="6" y="0"/>
                    <a:pt x="10" y="0"/>
                    <a:pt x="11" y="3"/>
                  </a:cubicBezTo>
                  <a:cubicBezTo>
                    <a:pt x="37" y="41"/>
                    <a:pt x="37" y="41"/>
                    <a:pt x="37" y="41"/>
                  </a:cubicBezTo>
                  <a:cubicBezTo>
                    <a:pt x="62" y="3"/>
                    <a:pt x="62" y="3"/>
                    <a:pt x="62" y="3"/>
                  </a:cubicBezTo>
                  <a:cubicBezTo>
                    <a:pt x="64" y="0"/>
                    <a:pt x="68" y="0"/>
                    <a:pt x="70" y="2"/>
                  </a:cubicBezTo>
                  <a:cubicBezTo>
                    <a:pt x="73" y="3"/>
                    <a:pt x="74" y="7"/>
                    <a:pt x="72" y="10"/>
                  </a:cubicBezTo>
                  <a:cubicBezTo>
                    <a:pt x="42" y="55"/>
                    <a:pt x="42" y="55"/>
                    <a:pt x="42" y="55"/>
                  </a:cubicBezTo>
                  <a:cubicBezTo>
                    <a:pt x="41" y="56"/>
                    <a:pt x="39" y="57"/>
                    <a:pt x="37" y="5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29" name="Group 128">
            <a:extLst>
              <a:ext uri="{FF2B5EF4-FFF2-40B4-BE49-F238E27FC236}">
                <a16:creationId xmlns:a16="http://schemas.microsoft.com/office/drawing/2014/main" id="{66232252-D863-44E0-857F-6A4B7E10FDEA}"/>
              </a:ext>
            </a:extLst>
          </p:cNvPr>
          <p:cNvGrpSpPr/>
          <p:nvPr/>
        </p:nvGrpSpPr>
        <p:grpSpPr>
          <a:xfrm>
            <a:off x="1576004" y="2058990"/>
            <a:ext cx="1062421" cy="1064062"/>
            <a:chOff x="6345238" y="4948238"/>
            <a:chExt cx="1027113" cy="1028700"/>
          </a:xfrm>
          <a:effectLst>
            <a:outerShdw blurRad="114300" dist="76200" dir="2700000" sx="102000" sy="102000" algn="tl" rotWithShape="0">
              <a:prstClr val="black">
                <a:alpha val="25000"/>
              </a:prstClr>
            </a:outerShdw>
          </a:effectLst>
        </p:grpSpPr>
        <p:sp>
          <p:nvSpPr>
            <p:cNvPr id="130" name="Oval 56">
              <a:extLst>
                <a:ext uri="{FF2B5EF4-FFF2-40B4-BE49-F238E27FC236}">
                  <a16:creationId xmlns:a16="http://schemas.microsoft.com/office/drawing/2014/main" id="{5D9457BB-FFF1-44C9-8FAA-AE5F5E8D263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31" name="Oval 57">
              <a:extLst>
                <a:ext uri="{FF2B5EF4-FFF2-40B4-BE49-F238E27FC236}">
                  <a16:creationId xmlns:a16="http://schemas.microsoft.com/office/drawing/2014/main" id="{0AD36696-A5D7-4AA8-B1C6-9A5EF34C501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35" name="Group 134">
            <a:extLst>
              <a:ext uri="{FF2B5EF4-FFF2-40B4-BE49-F238E27FC236}">
                <a16:creationId xmlns:a16="http://schemas.microsoft.com/office/drawing/2014/main" id="{C78EF272-5C9D-4E61-8312-1AE67A484EAD}"/>
              </a:ext>
            </a:extLst>
          </p:cNvPr>
          <p:cNvGrpSpPr/>
          <p:nvPr/>
        </p:nvGrpSpPr>
        <p:grpSpPr>
          <a:xfrm>
            <a:off x="3341688" y="1881188"/>
            <a:ext cx="1992313" cy="1477963"/>
            <a:chOff x="1354138" y="1881188"/>
            <a:chExt cx="1992313" cy="1477963"/>
          </a:xfrm>
          <a:effectLst>
            <a:outerShdw blurRad="88900" dist="63500" dir="2700000" algn="tl" rotWithShape="0">
              <a:prstClr val="black">
                <a:alpha val="29000"/>
              </a:prstClr>
            </a:outerShdw>
          </a:effectLst>
        </p:grpSpPr>
        <p:sp>
          <p:nvSpPr>
            <p:cNvPr id="136" name="Freeform 87">
              <a:extLst>
                <a:ext uri="{FF2B5EF4-FFF2-40B4-BE49-F238E27FC236}">
                  <a16:creationId xmlns:a16="http://schemas.microsoft.com/office/drawing/2014/main" id="{7F0FC7A1-416C-4C8C-9139-0655E441377B}"/>
                </a:ext>
              </a:extLst>
            </p:cNvPr>
            <p:cNvSpPr>
              <a:spLocks/>
            </p:cNvSpPr>
            <p:nvPr/>
          </p:nvSpPr>
          <p:spPr bwMode="auto">
            <a:xfrm>
              <a:off x="2516188" y="2016126"/>
              <a:ext cx="830263" cy="1143000"/>
            </a:xfrm>
            <a:custGeom>
              <a:avLst/>
              <a:gdLst>
                <a:gd name="T0" fmla="*/ 76 w 216"/>
                <a:gd name="T1" fmla="*/ 148 h 296"/>
                <a:gd name="T2" fmla="*/ 0 w 216"/>
                <a:gd name="T3" fmla="*/ 0 h 296"/>
                <a:gd name="T4" fmla="*/ 216 w 216"/>
                <a:gd name="T5" fmla="*/ 148 h 296"/>
                <a:gd name="T6" fmla="*/ 0 w 216"/>
                <a:gd name="T7" fmla="*/ 296 h 296"/>
                <a:gd name="T8" fmla="*/ 76 w 216"/>
                <a:gd name="T9" fmla="*/ 148 h 296"/>
              </a:gdLst>
              <a:ahLst/>
              <a:cxnLst>
                <a:cxn ang="0">
                  <a:pos x="T0" y="T1"/>
                </a:cxn>
                <a:cxn ang="0">
                  <a:pos x="T2" y="T3"/>
                </a:cxn>
                <a:cxn ang="0">
                  <a:pos x="T4" y="T5"/>
                </a:cxn>
                <a:cxn ang="0">
                  <a:pos x="T6" y="T7"/>
                </a:cxn>
                <a:cxn ang="0">
                  <a:pos x="T8" y="T9"/>
                </a:cxn>
              </a:cxnLst>
              <a:rect l="0" t="0" r="r" b="b"/>
              <a:pathLst>
                <a:path w="216" h="296">
                  <a:moveTo>
                    <a:pt x="76" y="148"/>
                  </a:moveTo>
                  <a:cubicBezTo>
                    <a:pt x="76" y="87"/>
                    <a:pt x="46" y="33"/>
                    <a:pt x="0" y="0"/>
                  </a:cubicBezTo>
                  <a:cubicBezTo>
                    <a:pt x="102" y="53"/>
                    <a:pt x="216" y="148"/>
                    <a:pt x="216" y="148"/>
                  </a:cubicBezTo>
                  <a:cubicBezTo>
                    <a:pt x="216" y="148"/>
                    <a:pt x="102" y="243"/>
                    <a:pt x="0" y="296"/>
                  </a:cubicBezTo>
                  <a:cubicBezTo>
                    <a:pt x="46" y="263"/>
                    <a:pt x="76" y="209"/>
                    <a:pt x="76" y="14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37" name="Freeform 88">
              <a:extLst>
                <a:ext uri="{FF2B5EF4-FFF2-40B4-BE49-F238E27FC236}">
                  <a16:creationId xmlns:a16="http://schemas.microsoft.com/office/drawing/2014/main" id="{E14988E9-042D-468C-B777-25B8867FB95E}"/>
                </a:ext>
              </a:extLst>
            </p:cNvPr>
            <p:cNvSpPr>
              <a:spLocks/>
            </p:cNvSpPr>
            <p:nvPr/>
          </p:nvSpPr>
          <p:spPr bwMode="auto">
            <a:xfrm>
              <a:off x="2516188" y="2016126"/>
              <a:ext cx="830263" cy="571500"/>
            </a:xfrm>
            <a:custGeom>
              <a:avLst/>
              <a:gdLst>
                <a:gd name="T0" fmla="*/ 17 w 216"/>
                <a:gd name="T1" fmla="*/ 13 h 148"/>
                <a:gd name="T2" fmla="*/ 0 w 216"/>
                <a:gd name="T3" fmla="*/ 0 h 148"/>
                <a:gd name="T4" fmla="*/ 216 w 216"/>
                <a:gd name="T5" fmla="*/ 148 h 148"/>
                <a:gd name="T6" fmla="*/ 17 w 216"/>
                <a:gd name="T7" fmla="*/ 13 h 148"/>
              </a:gdLst>
              <a:ahLst/>
              <a:cxnLst>
                <a:cxn ang="0">
                  <a:pos x="T0" y="T1"/>
                </a:cxn>
                <a:cxn ang="0">
                  <a:pos x="T2" y="T3"/>
                </a:cxn>
                <a:cxn ang="0">
                  <a:pos x="T4" y="T5"/>
                </a:cxn>
                <a:cxn ang="0">
                  <a:pos x="T6" y="T7"/>
                </a:cxn>
              </a:cxnLst>
              <a:rect l="0" t="0" r="r" b="b"/>
              <a:pathLst>
                <a:path w="216" h="148">
                  <a:moveTo>
                    <a:pt x="17" y="13"/>
                  </a:moveTo>
                  <a:cubicBezTo>
                    <a:pt x="12" y="8"/>
                    <a:pt x="6" y="4"/>
                    <a:pt x="0" y="0"/>
                  </a:cubicBezTo>
                  <a:cubicBezTo>
                    <a:pt x="102" y="53"/>
                    <a:pt x="216" y="148"/>
                    <a:pt x="216" y="148"/>
                  </a:cubicBezTo>
                  <a:cubicBezTo>
                    <a:pt x="216" y="148"/>
                    <a:pt x="111" y="68"/>
                    <a:pt x="17" y="13"/>
                  </a:cubicBezTo>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38" name="Freeform 90">
              <a:extLst>
                <a:ext uri="{FF2B5EF4-FFF2-40B4-BE49-F238E27FC236}">
                  <a16:creationId xmlns:a16="http://schemas.microsoft.com/office/drawing/2014/main" id="{AFB42532-47A9-4168-BD24-52FEE90CBDBB}"/>
                </a:ext>
              </a:extLst>
            </p:cNvPr>
            <p:cNvSpPr>
              <a:spLocks/>
            </p:cNvSpPr>
            <p:nvPr/>
          </p:nvSpPr>
          <p:spPr bwMode="auto">
            <a:xfrm>
              <a:off x="2516188" y="2587626"/>
              <a:ext cx="830263" cy="571500"/>
            </a:xfrm>
            <a:custGeom>
              <a:avLst/>
              <a:gdLst>
                <a:gd name="T0" fmla="*/ 76 w 216"/>
                <a:gd name="T1" fmla="*/ 0 h 148"/>
                <a:gd name="T2" fmla="*/ 216 w 216"/>
                <a:gd name="T3" fmla="*/ 0 h 148"/>
                <a:gd name="T4" fmla="*/ 0 w 216"/>
                <a:gd name="T5" fmla="*/ 148 h 148"/>
                <a:gd name="T6" fmla="*/ 76 w 216"/>
                <a:gd name="T7" fmla="*/ 0 h 148"/>
              </a:gdLst>
              <a:ahLst/>
              <a:cxnLst>
                <a:cxn ang="0">
                  <a:pos x="T0" y="T1"/>
                </a:cxn>
                <a:cxn ang="0">
                  <a:pos x="T2" y="T3"/>
                </a:cxn>
                <a:cxn ang="0">
                  <a:pos x="T4" y="T5"/>
                </a:cxn>
                <a:cxn ang="0">
                  <a:pos x="T6" y="T7"/>
                </a:cxn>
              </a:cxnLst>
              <a:rect l="0" t="0" r="r" b="b"/>
              <a:pathLst>
                <a:path w="216" h="148">
                  <a:moveTo>
                    <a:pt x="76" y="0"/>
                  </a:moveTo>
                  <a:cubicBezTo>
                    <a:pt x="216" y="0"/>
                    <a:pt x="216" y="0"/>
                    <a:pt x="216" y="0"/>
                  </a:cubicBezTo>
                  <a:cubicBezTo>
                    <a:pt x="216" y="0"/>
                    <a:pt x="102" y="95"/>
                    <a:pt x="0" y="148"/>
                  </a:cubicBezTo>
                  <a:cubicBezTo>
                    <a:pt x="46" y="115"/>
                    <a:pt x="76" y="61"/>
                    <a:pt x="76"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39" name="Freeform 89">
              <a:extLst>
                <a:ext uri="{FF2B5EF4-FFF2-40B4-BE49-F238E27FC236}">
                  <a16:creationId xmlns:a16="http://schemas.microsoft.com/office/drawing/2014/main" id="{EE8EA280-5BF9-4075-802D-ADB1F71FDC96}"/>
                </a:ext>
              </a:extLst>
            </p:cNvPr>
            <p:cNvSpPr>
              <a:spLocks/>
            </p:cNvSpPr>
            <p:nvPr/>
          </p:nvSpPr>
          <p:spPr bwMode="auto">
            <a:xfrm>
              <a:off x="2516188" y="2587626"/>
              <a:ext cx="830263" cy="571500"/>
            </a:xfrm>
            <a:custGeom>
              <a:avLst/>
              <a:gdLst>
                <a:gd name="T0" fmla="*/ 17 w 216"/>
                <a:gd name="T1" fmla="*/ 135 h 148"/>
                <a:gd name="T2" fmla="*/ 216 w 216"/>
                <a:gd name="T3" fmla="*/ 0 h 148"/>
                <a:gd name="T4" fmla="*/ 0 w 216"/>
                <a:gd name="T5" fmla="*/ 148 h 148"/>
                <a:gd name="T6" fmla="*/ 17 w 216"/>
                <a:gd name="T7" fmla="*/ 135 h 148"/>
              </a:gdLst>
              <a:ahLst/>
              <a:cxnLst>
                <a:cxn ang="0">
                  <a:pos x="T0" y="T1"/>
                </a:cxn>
                <a:cxn ang="0">
                  <a:pos x="T2" y="T3"/>
                </a:cxn>
                <a:cxn ang="0">
                  <a:pos x="T4" y="T5"/>
                </a:cxn>
                <a:cxn ang="0">
                  <a:pos x="T6" y="T7"/>
                </a:cxn>
              </a:cxnLst>
              <a:rect l="0" t="0" r="r" b="b"/>
              <a:pathLst>
                <a:path w="216" h="148">
                  <a:moveTo>
                    <a:pt x="17" y="135"/>
                  </a:moveTo>
                  <a:cubicBezTo>
                    <a:pt x="111" y="80"/>
                    <a:pt x="216" y="0"/>
                    <a:pt x="216" y="0"/>
                  </a:cubicBezTo>
                  <a:cubicBezTo>
                    <a:pt x="216" y="0"/>
                    <a:pt x="102" y="95"/>
                    <a:pt x="0" y="148"/>
                  </a:cubicBezTo>
                  <a:cubicBezTo>
                    <a:pt x="6" y="144"/>
                    <a:pt x="12" y="139"/>
                    <a:pt x="17" y="13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0" name="Oval 91">
              <a:extLst>
                <a:ext uri="{FF2B5EF4-FFF2-40B4-BE49-F238E27FC236}">
                  <a16:creationId xmlns:a16="http://schemas.microsoft.com/office/drawing/2014/main" id="{551D5350-BB3D-464F-82F6-1554BCE1D3EA}"/>
                </a:ext>
              </a:extLst>
            </p:cNvPr>
            <p:cNvSpPr>
              <a:spLocks noChangeArrowheads="1"/>
            </p:cNvSpPr>
            <p:nvPr/>
          </p:nvSpPr>
          <p:spPr bwMode="auto">
            <a:xfrm>
              <a:off x="1403350" y="1881188"/>
              <a:ext cx="1404938" cy="1408113"/>
            </a:xfrm>
            <a:prstGeom prst="ellipse">
              <a:avLst/>
            </a:prstGeom>
            <a:solidFill>
              <a:schemeClr val="accent2"/>
            </a:solidFill>
            <a:ln>
              <a:noFill/>
            </a:ln>
            <a:effectLst>
              <a:outerShdw blurRad="88900" dist="76200" sx="96000" sy="960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41" name="Freeform 92">
              <a:extLst>
                <a:ext uri="{FF2B5EF4-FFF2-40B4-BE49-F238E27FC236}">
                  <a16:creationId xmlns:a16="http://schemas.microsoft.com/office/drawing/2014/main" id="{49F06A4A-BC71-4AE9-99FB-F9688E721C9C}"/>
                </a:ext>
              </a:extLst>
            </p:cNvPr>
            <p:cNvSpPr>
              <a:spLocks/>
            </p:cNvSpPr>
            <p:nvPr/>
          </p:nvSpPr>
          <p:spPr bwMode="auto">
            <a:xfrm>
              <a:off x="1608138" y="2085976"/>
              <a:ext cx="1268413" cy="1273175"/>
            </a:xfrm>
            <a:custGeom>
              <a:avLst/>
              <a:gdLst>
                <a:gd name="T0" fmla="*/ 259 w 330"/>
                <a:gd name="T1" fmla="*/ 1 h 330"/>
                <a:gd name="T2" fmla="*/ 258 w 330"/>
                <a:gd name="T3" fmla="*/ 0 h 330"/>
                <a:gd name="T4" fmla="*/ 257 w 330"/>
                <a:gd name="T5" fmla="*/ 257 h 330"/>
                <a:gd name="T6" fmla="*/ 0 w 330"/>
                <a:gd name="T7" fmla="*/ 258 h 330"/>
                <a:gd name="T8" fmla="*/ 1 w 330"/>
                <a:gd name="T9" fmla="*/ 259 h 330"/>
                <a:gd name="T10" fmla="*/ 259 w 330"/>
                <a:gd name="T11" fmla="*/ 259 h 330"/>
                <a:gd name="T12" fmla="*/ 259 w 330"/>
                <a:gd name="T13" fmla="*/ 1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259" y="1"/>
                  </a:moveTo>
                  <a:cubicBezTo>
                    <a:pt x="258" y="0"/>
                    <a:pt x="258" y="0"/>
                    <a:pt x="258" y="0"/>
                  </a:cubicBezTo>
                  <a:cubicBezTo>
                    <a:pt x="328" y="71"/>
                    <a:pt x="328" y="186"/>
                    <a:pt x="257" y="257"/>
                  </a:cubicBezTo>
                  <a:cubicBezTo>
                    <a:pt x="186" y="328"/>
                    <a:pt x="71" y="328"/>
                    <a:pt x="0" y="258"/>
                  </a:cubicBezTo>
                  <a:cubicBezTo>
                    <a:pt x="1" y="259"/>
                    <a:pt x="1" y="259"/>
                    <a:pt x="1" y="259"/>
                  </a:cubicBezTo>
                  <a:cubicBezTo>
                    <a:pt x="72" y="330"/>
                    <a:pt x="188" y="330"/>
                    <a:pt x="259" y="259"/>
                  </a:cubicBezTo>
                  <a:cubicBezTo>
                    <a:pt x="330" y="188"/>
                    <a:pt x="330" y="72"/>
                    <a:pt x="259" y="1"/>
                  </a:cubicBezTo>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2" name="Freeform 93">
              <a:extLst>
                <a:ext uri="{FF2B5EF4-FFF2-40B4-BE49-F238E27FC236}">
                  <a16:creationId xmlns:a16="http://schemas.microsoft.com/office/drawing/2014/main" id="{8FA22139-8131-4937-958A-89E201C937D8}"/>
                </a:ext>
              </a:extLst>
            </p:cNvPr>
            <p:cNvSpPr>
              <a:spLocks noEditPoints="1"/>
            </p:cNvSpPr>
            <p:nvPr/>
          </p:nvSpPr>
          <p:spPr bwMode="auto">
            <a:xfrm>
              <a:off x="1457325" y="1935163"/>
              <a:ext cx="1062038" cy="1150938"/>
            </a:xfrm>
            <a:custGeom>
              <a:avLst/>
              <a:gdLst>
                <a:gd name="T0" fmla="*/ 0 w 276"/>
                <a:gd name="T1" fmla="*/ 239 h 298"/>
                <a:gd name="T2" fmla="*/ 40 w 276"/>
                <a:gd name="T3" fmla="*/ 298 h 298"/>
                <a:gd name="T4" fmla="*/ 40 w 276"/>
                <a:gd name="T5" fmla="*/ 298 h 298"/>
                <a:gd name="T6" fmla="*/ 0 w 276"/>
                <a:gd name="T7" fmla="*/ 239 h 298"/>
                <a:gd name="T8" fmla="*/ 99 w 276"/>
                <a:gd name="T9" fmla="*/ 0 h 298"/>
                <a:gd name="T10" fmla="*/ 40 w 276"/>
                <a:gd name="T11" fmla="*/ 40 h 298"/>
                <a:gd name="T12" fmla="*/ 0 w 276"/>
                <a:gd name="T13" fmla="*/ 99 h 298"/>
                <a:gd name="T14" fmla="*/ 99 w 276"/>
                <a:gd name="T15" fmla="*/ 0 h 298"/>
                <a:gd name="T16" fmla="*/ 239 w 276"/>
                <a:gd name="T17" fmla="*/ 0 h 298"/>
                <a:gd name="T18" fmla="*/ 275 w 276"/>
                <a:gd name="T19" fmla="*/ 21 h 298"/>
                <a:gd name="T20" fmla="*/ 276 w 276"/>
                <a:gd name="T21" fmla="*/ 21 h 298"/>
                <a:gd name="T22" fmla="*/ 239 w 276"/>
                <a:gd name="T23"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 h="298">
                  <a:moveTo>
                    <a:pt x="0" y="239"/>
                  </a:moveTo>
                  <a:cubicBezTo>
                    <a:pt x="9" y="260"/>
                    <a:pt x="22" y="280"/>
                    <a:pt x="40" y="298"/>
                  </a:cubicBezTo>
                  <a:cubicBezTo>
                    <a:pt x="40" y="298"/>
                    <a:pt x="40" y="298"/>
                    <a:pt x="40" y="298"/>
                  </a:cubicBezTo>
                  <a:cubicBezTo>
                    <a:pt x="23" y="281"/>
                    <a:pt x="9" y="261"/>
                    <a:pt x="0" y="239"/>
                  </a:cubicBezTo>
                  <a:moveTo>
                    <a:pt x="99" y="0"/>
                  </a:moveTo>
                  <a:cubicBezTo>
                    <a:pt x="77" y="9"/>
                    <a:pt x="57" y="22"/>
                    <a:pt x="40" y="40"/>
                  </a:cubicBezTo>
                  <a:cubicBezTo>
                    <a:pt x="22" y="57"/>
                    <a:pt x="9" y="77"/>
                    <a:pt x="0" y="99"/>
                  </a:cubicBezTo>
                  <a:cubicBezTo>
                    <a:pt x="19" y="54"/>
                    <a:pt x="55" y="19"/>
                    <a:pt x="99" y="0"/>
                  </a:cubicBezTo>
                  <a:moveTo>
                    <a:pt x="239" y="0"/>
                  </a:moveTo>
                  <a:cubicBezTo>
                    <a:pt x="252" y="6"/>
                    <a:pt x="264" y="13"/>
                    <a:pt x="275" y="21"/>
                  </a:cubicBezTo>
                  <a:cubicBezTo>
                    <a:pt x="275" y="21"/>
                    <a:pt x="276" y="21"/>
                    <a:pt x="276" y="21"/>
                  </a:cubicBezTo>
                  <a:cubicBezTo>
                    <a:pt x="264" y="13"/>
                    <a:pt x="252" y="6"/>
                    <a:pt x="239"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43" name="Freeform 94">
              <a:extLst>
                <a:ext uri="{FF2B5EF4-FFF2-40B4-BE49-F238E27FC236}">
                  <a16:creationId xmlns:a16="http://schemas.microsoft.com/office/drawing/2014/main" id="{1CDF7069-4F99-4EA5-8CBF-9ECE36FDEF00}"/>
                </a:ext>
              </a:extLst>
            </p:cNvPr>
            <p:cNvSpPr>
              <a:spLocks noEditPoints="1"/>
            </p:cNvSpPr>
            <p:nvPr/>
          </p:nvSpPr>
          <p:spPr bwMode="auto">
            <a:xfrm>
              <a:off x="2516188" y="2016126"/>
              <a:ext cx="87313" cy="74613"/>
            </a:xfrm>
            <a:custGeom>
              <a:avLst/>
              <a:gdLst>
                <a:gd name="T0" fmla="*/ 17 w 23"/>
                <a:gd name="T1" fmla="*/ 13 h 19"/>
                <a:gd name="T2" fmla="*/ 23 w 23"/>
                <a:gd name="T3" fmla="*/ 19 h 19"/>
                <a:gd name="T4" fmla="*/ 23 w 23"/>
                <a:gd name="T5" fmla="*/ 19 h 19"/>
                <a:gd name="T6" fmla="*/ 23 w 23"/>
                <a:gd name="T7" fmla="*/ 19 h 19"/>
                <a:gd name="T8" fmla="*/ 23 w 23"/>
                <a:gd name="T9" fmla="*/ 19 h 19"/>
                <a:gd name="T10" fmla="*/ 17 w 23"/>
                <a:gd name="T11" fmla="*/ 13 h 19"/>
                <a:gd name="T12" fmla="*/ 17 w 23"/>
                <a:gd name="T13" fmla="*/ 13 h 19"/>
                <a:gd name="T14" fmla="*/ 0 w 23"/>
                <a:gd name="T15" fmla="*/ 0 h 19"/>
                <a:gd name="T16" fmla="*/ 0 w 23"/>
                <a:gd name="T17" fmla="*/ 0 h 19"/>
                <a:gd name="T18" fmla="*/ 1 w 23"/>
                <a:gd name="T19" fmla="*/ 0 h 19"/>
                <a:gd name="T20" fmla="*/ 1 w 23"/>
                <a:gd name="T21" fmla="*/ 0 h 19"/>
                <a:gd name="T22" fmla="*/ 0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17" y="13"/>
                  </a:moveTo>
                  <a:cubicBezTo>
                    <a:pt x="19" y="15"/>
                    <a:pt x="21" y="17"/>
                    <a:pt x="23" y="19"/>
                  </a:cubicBezTo>
                  <a:cubicBezTo>
                    <a:pt x="23" y="19"/>
                    <a:pt x="23" y="19"/>
                    <a:pt x="23" y="19"/>
                  </a:cubicBezTo>
                  <a:cubicBezTo>
                    <a:pt x="23" y="19"/>
                    <a:pt x="23" y="19"/>
                    <a:pt x="23" y="19"/>
                  </a:cubicBezTo>
                  <a:cubicBezTo>
                    <a:pt x="23" y="19"/>
                    <a:pt x="23" y="19"/>
                    <a:pt x="23" y="19"/>
                  </a:cubicBezTo>
                  <a:cubicBezTo>
                    <a:pt x="21" y="17"/>
                    <a:pt x="19" y="15"/>
                    <a:pt x="17" y="13"/>
                  </a:cubicBezTo>
                  <a:cubicBezTo>
                    <a:pt x="17" y="13"/>
                    <a:pt x="17" y="13"/>
                    <a:pt x="17" y="13"/>
                  </a:cubicBezTo>
                  <a:moveTo>
                    <a:pt x="0" y="0"/>
                  </a:moveTo>
                  <a:cubicBezTo>
                    <a:pt x="0" y="0"/>
                    <a:pt x="0" y="0"/>
                    <a:pt x="0" y="0"/>
                  </a:cubicBezTo>
                  <a:cubicBezTo>
                    <a:pt x="0" y="0"/>
                    <a:pt x="1" y="0"/>
                    <a:pt x="1" y="0"/>
                  </a:cubicBezTo>
                  <a:cubicBezTo>
                    <a:pt x="1" y="0"/>
                    <a:pt x="1" y="0"/>
                    <a:pt x="1" y="0"/>
                  </a:cubicBezTo>
                  <a:cubicBezTo>
                    <a:pt x="1" y="0"/>
                    <a:pt x="0" y="0"/>
                    <a:pt x="0" y="0"/>
                  </a:cubicBezTo>
                </a:path>
              </a:pathLst>
            </a:custGeom>
            <a:solidFill>
              <a:srgbClr val="FFA8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4" name="Freeform 95">
              <a:extLst>
                <a:ext uri="{FF2B5EF4-FFF2-40B4-BE49-F238E27FC236}">
                  <a16:creationId xmlns:a16="http://schemas.microsoft.com/office/drawing/2014/main" id="{9B2DB692-6C2F-4DB1-94CB-BE8223C6049F}"/>
                </a:ext>
              </a:extLst>
            </p:cNvPr>
            <p:cNvSpPr>
              <a:spLocks/>
            </p:cNvSpPr>
            <p:nvPr/>
          </p:nvSpPr>
          <p:spPr bwMode="auto">
            <a:xfrm>
              <a:off x="2516188" y="2016126"/>
              <a:ext cx="65088" cy="50800"/>
            </a:xfrm>
            <a:custGeom>
              <a:avLst/>
              <a:gdLst>
                <a:gd name="T0" fmla="*/ 0 w 17"/>
                <a:gd name="T1" fmla="*/ 0 h 13"/>
                <a:gd name="T2" fmla="*/ 17 w 17"/>
                <a:gd name="T3" fmla="*/ 13 h 13"/>
                <a:gd name="T4" fmla="*/ 17 w 17"/>
                <a:gd name="T5" fmla="*/ 13 h 13"/>
                <a:gd name="T6" fmla="*/ 1 w 17"/>
                <a:gd name="T7" fmla="*/ 0 h 13"/>
                <a:gd name="T8" fmla="*/ 0 w 17"/>
                <a:gd name="T9" fmla="*/ 0 h 13"/>
              </a:gdLst>
              <a:ahLst/>
              <a:cxnLst>
                <a:cxn ang="0">
                  <a:pos x="T0" y="T1"/>
                </a:cxn>
                <a:cxn ang="0">
                  <a:pos x="T2" y="T3"/>
                </a:cxn>
                <a:cxn ang="0">
                  <a:pos x="T4" y="T5"/>
                </a:cxn>
                <a:cxn ang="0">
                  <a:pos x="T6" y="T7"/>
                </a:cxn>
                <a:cxn ang="0">
                  <a:pos x="T8" y="T9"/>
                </a:cxn>
              </a:cxnLst>
              <a:rect l="0" t="0" r="r" b="b"/>
              <a:pathLst>
                <a:path w="17" h="13">
                  <a:moveTo>
                    <a:pt x="0" y="0"/>
                  </a:moveTo>
                  <a:cubicBezTo>
                    <a:pt x="6" y="4"/>
                    <a:pt x="12" y="9"/>
                    <a:pt x="17" y="13"/>
                  </a:cubicBezTo>
                  <a:cubicBezTo>
                    <a:pt x="17" y="13"/>
                    <a:pt x="17" y="13"/>
                    <a:pt x="17" y="13"/>
                  </a:cubicBezTo>
                  <a:cubicBezTo>
                    <a:pt x="12" y="9"/>
                    <a:pt x="6" y="4"/>
                    <a:pt x="1" y="0"/>
                  </a:cubicBezTo>
                  <a:cubicBezTo>
                    <a:pt x="1" y="0"/>
                    <a:pt x="0" y="0"/>
                    <a:pt x="0" y="0"/>
                  </a:cubicBezTo>
                </a:path>
              </a:pathLst>
            </a:custGeom>
            <a:solidFill>
              <a:srgbClr val="D6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5" name="Freeform 96">
              <a:extLst>
                <a:ext uri="{FF2B5EF4-FFF2-40B4-BE49-F238E27FC236}">
                  <a16:creationId xmlns:a16="http://schemas.microsoft.com/office/drawing/2014/main" id="{B979CB9F-6E9E-4DFE-9985-7DCBAB3EF069}"/>
                </a:ext>
              </a:extLst>
            </p:cNvPr>
            <p:cNvSpPr>
              <a:spLocks/>
            </p:cNvSpPr>
            <p:nvPr/>
          </p:nvSpPr>
          <p:spPr bwMode="auto">
            <a:xfrm>
              <a:off x="1354138" y="1881188"/>
              <a:ext cx="1254125" cy="1208088"/>
            </a:xfrm>
            <a:custGeom>
              <a:avLst/>
              <a:gdLst>
                <a:gd name="T0" fmla="*/ 196 w 326"/>
                <a:gd name="T1" fmla="*/ 0 h 313"/>
                <a:gd name="T2" fmla="*/ 126 w 326"/>
                <a:gd name="T3" fmla="*/ 14 h 313"/>
                <a:gd name="T4" fmla="*/ 27 w 326"/>
                <a:gd name="T5" fmla="*/ 113 h 313"/>
                <a:gd name="T6" fmla="*/ 27 w 326"/>
                <a:gd name="T7" fmla="*/ 253 h 313"/>
                <a:gd name="T8" fmla="*/ 67 w 326"/>
                <a:gd name="T9" fmla="*/ 312 h 313"/>
                <a:gd name="T10" fmla="*/ 66 w 326"/>
                <a:gd name="T11" fmla="*/ 311 h 313"/>
                <a:gd name="T12" fmla="*/ 68 w 326"/>
                <a:gd name="T13" fmla="*/ 313 h 313"/>
                <a:gd name="T14" fmla="*/ 71 w 326"/>
                <a:gd name="T15" fmla="*/ 58 h 313"/>
                <a:gd name="T16" fmla="*/ 200 w 326"/>
                <a:gd name="T17" fmla="*/ 4 h 313"/>
                <a:gd name="T18" fmla="*/ 326 w 326"/>
                <a:gd name="T19" fmla="*/ 55 h 313"/>
                <a:gd name="T20" fmla="*/ 324 w 326"/>
                <a:gd name="T21" fmla="*/ 53 h 313"/>
                <a:gd name="T22" fmla="*/ 325 w 326"/>
                <a:gd name="T23" fmla="*/ 54 h 313"/>
                <a:gd name="T24" fmla="*/ 319 w 326"/>
                <a:gd name="T25" fmla="*/ 48 h 313"/>
                <a:gd name="T26" fmla="*/ 302 w 326"/>
                <a:gd name="T27" fmla="*/ 35 h 313"/>
                <a:gd name="T28" fmla="*/ 302 w 326"/>
                <a:gd name="T29" fmla="*/ 35 h 313"/>
                <a:gd name="T30" fmla="*/ 266 w 326"/>
                <a:gd name="T31" fmla="*/ 14 h 313"/>
                <a:gd name="T32" fmla="*/ 196 w 326"/>
                <a:gd name="T33"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6" h="313">
                  <a:moveTo>
                    <a:pt x="196" y="0"/>
                  </a:moveTo>
                  <a:cubicBezTo>
                    <a:pt x="172" y="0"/>
                    <a:pt x="148" y="5"/>
                    <a:pt x="126" y="14"/>
                  </a:cubicBezTo>
                  <a:cubicBezTo>
                    <a:pt x="82" y="33"/>
                    <a:pt x="46" y="68"/>
                    <a:pt x="27" y="113"/>
                  </a:cubicBezTo>
                  <a:cubicBezTo>
                    <a:pt x="9" y="157"/>
                    <a:pt x="9" y="208"/>
                    <a:pt x="27" y="253"/>
                  </a:cubicBezTo>
                  <a:cubicBezTo>
                    <a:pt x="36" y="275"/>
                    <a:pt x="50" y="295"/>
                    <a:pt x="67" y="312"/>
                  </a:cubicBezTo>
                  <a:cubicBezTo>
                    <a:pt x="66" y="311"/>
                    <a:pt x="66" y="311"/>
                    <a:pt x="66" y="311"/>
                  </a:cubicBezTo>
                  <a:cubicBezTo>
                    <a:pt x="67" y="312"/>
                    <a:pt x="68" y="313"/>
                    <a:pt x="68" y="313"/>
                  </a:cubicBezTo>
                  <a:cubicBezTo>
                    <a:pt x="0" y="242"/>
                    <a:pt x="0" y="128"/>
                    <a:pt x="71" y="58"/>
                  </a:cubicBezTo>
                  <a:cubicBezTo>
                    <a:pt x="106" y="22"/>
                    <a:pt x="153" y="4"/>
                    <a:pt x="200" y="4"/>
                  </a:cubicBezTo>
                  <a:cubicBezTo>
                    <a:pt x="245" y="4"/>
                    <a:pt x="291" y="21"/>
                    <a:pt x="326" y="55"/>
                  </a:cubicBezTo>
                  <a:cubicBezTo>
                    <a:pt x="325" y="55"/>
                    <a:pt x="325" y="54"/>
                    <a:pt x="324" y="53"/>
                  </a:cubicBezTo>
                  <a:cubicBezTo>
                    <a:pt x="325" y="54"/>
                    <a:pt x="325" y="54"/>
                    <a:pt x="325" y="54"/>
                  </a:cubicBezTo>
                  <a:cubicBezTo>
                    <a:pt x="323" y="52"/>
                    <a:pt x="321" y="50"/>
                    <a:pt x="319" y="48"/>
                  </a:cubicBezTo>
                  <a:cubicBezTo>
                    <a:pt x="314" y="44"/>
                    <a:pt x="308" y="39"/>
                    <a:pt x="302" y="35"/>
                  </a:cubicBezTo>
                  <a:cubicBezTo>
                    <a:pt x="302" y="35"/>
                    <a:pt x="302" y="35"/>
                    <a:pt x="302" y="35"/>
                  </a:cubicBezTo>
                  <a:cubicBezTo>
                    <a:pt x="291" y="27"/>
                    <a:pt x="279" y="20"/>
                    <a:pt x="266" y="14"/>
                  </a:cubicBezTo>
                  <a:cubicBezTo>
                    <a:pt x="243" y="5"/>
                    <a:pt x="220" y="0"/>
                    <a:pt x="196" y="0"/>
                  </a:cubicBezTo>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6" name="Freeform 97">
              <a:extLst>
                <a:ext uri="{FF2B5EF4-FFF2-40B4-BE49-F238E27FC236}">
                  <a16:creationId xmlns:a16="http://schemas.microsoft.com/office/drawing/2014/main" id="{AB61623C-E329-4070-BFFB-57CA7D56C6B9}"/>
                </a:ext>
              </a:extLst>
            </p:cNvPr>
            <p:cNvSpPr>
              <a:spLocks noEditPoints="1"/>
            </p:cNvSpPr>
            <p:nvPr/>
          </p:nvSpPr>
          <p:spPr bwMode="auto">
            <a:xfrm>
              <a:off x="1608138" y="2085976"/>
              <a:ext cx="1003300" cy="1006475"/>
            </a:xfrm>
            <a:custGeom>
              <a:avLst/>
              <a:gdLst>
                <a:gd name="T0" fmla="*/ 0 w 261"/>
                <a:gd name="T1" fmla="*/ 258 h 261"/>
                <a:gd name="T2" fmla="*/ 1 w 261"/>
                <a:gd name="T3" fmla="*/ 259 h 261"/>
                <a:gd name="T4" fmla="*/ 1 w 261"/>
                <a:gd name="T5" fmla="*/ 259 h 261"/>
                <a:gd name="T6" fmla="*/ 1 w 261"/>
                <a:gd name="T7" fmla="*/ 259 h 261"/>
                <a:gd name="T8" fmla="*/ 3 w 261"/>
                <a:gd name="T9" fmla="*/ 261 h 261"/>
                <a:gd name="T10" fmla="*/ 2 w 261"/>
                <a:gd name="T11" fmla="*/ 260 h 261"/>
                <a:gd name="T12" fmla="*/ 0 w 261"/>
                <a:gd name="T13" fmla="*/ 258 h 261"/>
                <a:gd name="T14" fmla="*/ 258 w 261"/>
                <a:gd name="T15" fmla="*/ 0 h 261"/>
                <a:gd name="T16" fmla="*/ 260 w 261"/>
                <a:gd name="T17" fmla="*/ 2 h 261"/>
                <a:gd name="T18" fmla="*/ 261 w 261"/>
                <a:gd name="T19" fmla="*/ 3 h 261"/>
                <a:gd name="T20" fmla="*/ 259 w 261"/>
                <a:gd name="T21" fmla="*/ 1 h 261"/>
                <a:gd name="T22" fmla="*/ 259 w 261"/>
                <a:gd name="T23" fmla="*/ 1 h 261"/>
                <a:gd name="T24" fmla="*/ 259 w 261"/>
                <a:gd name="T25" fmla="*/ 1 h 261"/>
                <a:gd name="T26" fmla="*/ 258 w 261"/>
                <a:gd name="T2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261">
                  <a:moveTo>
                    <a:pt x="0" y="258"/>
                  </a:moveTo>
                  <a:cubicBezTo>
                    <a:pt x="1" y="259"/>
                    <a:pt x="1" y="259"/>
                    <a:pt x="1" y="259"/>
                  </a:cubicBezTo>
                  <a:cubicBezTo>
                    <a:pt x="1" y="259"/>
                    <a:pt x="1" y="259"/>
                    <a:pt x="1" y="259"/>
                  </a:cubicBezTo>
                  <a:cubicBezTo>
                    <a:pt x="1" y="259"/>
                    <a:pt x="1" y="259"/>
                    <a:pt x="1" y="259"/>
                  </a:cubicBezTo>
                  <a:cubicBezTo>
                    <a:pt x="2" y="260"/>
                    <a:pt x="2" y="260"/>
                    <a:pt x="3" y="261"/>
                  </a:cubicBezTo>
                  <a:cubicBezTo>
                    <a:pt x="3" y="261"/>
                    <a:pt x="3" y="260"/>
                    <a:pt x="2" y="260"/>
                  </a:cubicBezTo>
                  <a:cubicBezTo>
                    <a:pt x="2" y="260"/>
                    <a:pt x="1" y="259"/>
                    <a:pt x="0" y="258"/>
                  </a:cubicBezTo>
                  <a:moveTo>
                    <a:pt x="258" y="0"/>
                  </a:moveTo>
                  <a:cubicBezTo>
                    <a:pt x="259" y="1"/>
                    <a:pt x="259" y="2"/>
                    <a:pt x="260" y="2"/>
                  </a:cubicBezTo>
                  <a:cubicBezTo>
                    <a:pt x="260" y="3"/>
                    <a:pt x="261" y="3"/>
                    <a:pt x="261" y="3"/>
                  </a:cubicBezTo>
                  <a:cubicBezTo>
                    <a:pt x="260" y="2"/>
                    <a:pt x="259" y="2"/>
                    <a:pt x="259" y="1"/>
                  </a:cubicBezTo>
                  <a:cubicBezTo>
                    <a:pt x="259" y="1"/>
                    <a:pt x="259" y="1"/>
                    <a:pt x="259" y="1"/>
                  </a:cubicBezTo>
                  <a:cubicBezTo>
                    <a:pt x="259" y="1"/>
                    <a:pt x="259" y="1"/>
                    <a:pt x="259" y="1"/>
                  </a:cubicBezTo>
                  <a:cubicBezTo>
                    <a:pt x="258" y="0"/>
                    <a:pt x="258" y="0"/>
                    <a:pt x="258" y="0"/>
                  </a:cubicBezTo>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47" name="Group 146">
            <a:extLst>
              <a:ext uri="{FF2B5EF4-FFF2-40B4-BE49-F238E27FC236}">
                <a16:creationId xmlns:a16="http://schemas.microsoft.com/office/drawing/2014/main" id="{F147A480-8508-44B7-8CC4-A09BA7B2652D}"/>
              </a:ext>
            </a:extLst>
          </p:cNvPr>
          <p:cNvGrpSpPr/>
          <p:nvPr/>
        </p:nvGrpSpPr>
        <p:grpSpPr>
          <a:xfrm>
            <a:off x="3563554" y="2058990"/>
            <a:ext cx="1062421" cy="1064062"/>
            <a:chOff x="6345238" y="4948238"/>
            <a:chExt cx="1027113" cy="1028700"/>
          </a:xfrm>
          <a:effectLst>
            <a:outerShdw blurRad="114300" dist="76200" dir="2700000" sx="102000" sy="102000" algn="tl" rotWithShape="0">
              <a:prstClr val="black">
                <a:alpha val="25000"/>
              </a:prstClr>
            </a:outerShdw>
          </a:effectLst>
        </p:grpSpPr>
        <p:sp>
          <p:nvSpPr>
            <p:cNvPr id="148" name="Oval 56">
              <a:extLst>
                <a:ext uri="{FF2B5EF4-FFF2-40B4-BE49-F238E27FC236}">
                  <a16:creationId xmlns:a16="http://schemas.microsoft.com/office/drawing/2014/main" id="{D2A97637-0BFE-42E3-AB4C-7A8F0D9CE60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49" name="Oval 57">
              <a:extLst>
                <a:ext uri="{FF2B5EF4-FFF2-40B4-BE49-F238E27FC236}">
                  <a16:creationId xmlns:a16="http://schemas.microsoft.com/office/drawing/2014/main" id="{7D1C2C64-B86A-4F0E-85DD-09CE066B33C1}"/>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50" name="Group 149">
            <a:extLst>
              <a:ext uri="{FF2B5EF4-FFF2-40B4-BE49-F238E27FC236}">
                <a16:creationId xmlns:a16="http://schemas.microsoft.com/office/drawing/2014/main" id="{FB82CE80-40D6-4811-9C36-9EF82E7AB34C}"/>
              </a:ext>
            </a:extLst>
          </p:cNvPr>
          <p:cNvGrpSpPr/>
          <p:nvPr/>
        </p:nvGrpSpPr>
        <p:grpSpPr>
          <a:xfrm>
            <a:off x="5354684" y="1881188"/>
            <a:ext cx="1992313" cy="1477963"/>
            <a:chOff x="1354138" y="1881188"/>
            <a:chExt cx="1992313" cy="1477963"/>
          </a:xfrm>
          <a:effectLst>
            <a:outerShdw blurRad="88900" dist="63500" dir="2700000" algn="tl" rotWithShape="0">
              <a:prstClr val="black">
                <a:alpha val="29000"/>
              </a:prstClr>
            </a:outerShdw>
          </a:effectLst>
        </p:grpSpPr>
        <p:sp>
          <p:nvSpPr>
            <p:cNvPr id="151" name="Freeform 87">
              <a:extLst>
                <a:ext uri="{FF2B5EF4-FFF2-40B4-BE49-F238E27FC236}">
                  <a16:creationId xmlns:a16="http://schemas.microsoft.com/office/drawing/2014/main" id="{2105A656-7188-4774-A7FB-5DB1F43C2850}"/>
                </a:ext>
              </a:extLst>
            </p:cNvPr>
            <p:cNvSpPr>
              <a:spLocks/>
            </p:cNvSpPr>
            <p:nvPr/>
          </p:nvSpPr>
          <p:spPr bwMode="auto">
            <a:xfrm>
              <a:off x="2516188" y="2016126"/>
              <a:ext cx="830263" cy="1143000"/>
            </a:xfrm>
            <a:custGeom>
              <a:avLst/>
              <a:gdLst>
                <a:gd name="T0" fmla="*/ 76 w 216"/>
                <a:gd name="T1" fmla="*/ 148 h 296"/>
                <a:gd name="T2" fmla="*/ 0 w 216"/>
                <a:gd name="T3" fmla="*/ 0 h 296"/>
                <a:gd name="T4" fmla="*/ 216 w 216"/>
                <a:gd name="T5" fmla="*/ 148 h 296"/>
                <a:gd name="T6" fmla="*/ 0 w 216"/>
                <a:gd name="T7" fmla="*/ 296 h 296"/>
                <a:gd name="T8" fmla="*/ 76 w 216"/>
                <a:gd name="T9" fmla="*/ 148 h 296"/>
              </a:gdLst>
              <a:ahLst/>
              <a:cxnLst>
                <a:cxn ang="0">
                  <a:pos x="T0" y="T1"/>
                </a:cxn>
                <a:cxn ang="0">
                  <a:pos x="T2" y="T3"/>
                </a:cxn>
                <a:cxn ang="0">
                  <a:pos x="T4" y="T5"/>
                </a:cxn>
                <a:cxn ang="0">
                  <a:pos x="T6" y="T7"/>
                </a:cxn>
                <a:cxn ang="0">
                  <a:pos x="T8" y="T9"/>
                </a:cxn>
              </a:cxnLst>
              <a:rect l="0" t="0" r="r" b="b"/>
              <a:pathLst>
                <a:path w="216" h="296">
                  <a:moveTo>
                    <a:pt x="76" y="148"/>
                  </a:moveTo>
                  <a:cubicBezTo>
                    <a:pt x="76" y="87"/>
                    <a:pt x="46" y="33"/>
                    <a:pt x="0" y="0"/>
                  </a:cubicBezTo>
                  <a:cubicBezTo>
                    <a:pt x="102" y="53"/>
                    <a:pt x="216" y="148"/>
                    <a:pt x="216" y="148"/>
                  </a:cubicBezTo>
                  <a:cubicBezTo>
                    <a:pt x="216" y="148"/>
                    <a:pt x="102" y="243"/>
                    <a:pt x="0" y="296"/>
                  </a:cubicBezTo>
                  <a:cubicBezTo>
                    <a:pt x="46" y="263"/>
                    <a:pt x="76" y="209"/>
                    <a:pt x="76" y="148"/>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52" name="Freeform 88">
              <a:extLst>
                <a:ext uri="{FF2B5EF4-FFF2-40B4-BE49-F238E27FC236}">
                  <a16:creationId xmlns:a16="http://schemas.microsoft.com/office/drawing/2014/main" id="{69252191-152D-4375-8246-EC44BCE86073}"/>
                </a:ext>
              </a:extLst>
            </p:cNvPr>
            <p:cNvSpPr>
              <a:spLocks/>
            </p:cNvSpPr>
            <p:nvPr/>
          </p:nvSpPr>
          <p:spPr bwMode="auto">
            <a:xfrm>
              <a:off x="2516188" y="2016126"/>
              <a:ext cx="830263" cy="571500"/>
            </a:xfrm>
            <a:custGeom>
              <a:avLst/>
              <a:gdLst>
                <a:gd name="T0" fmla="*/ 17 w 216"/>
                <a:gd name="T1" fmla="*/ 13 h 148"/>
                <a:gd name="T2" fmla="*/ 0 w 216"/>
                <a:gd name="T3" fmla="*/ 0 h 148"/>
                <a:gd name="T4" fmla="*/ 216 w 216"/>
                <a:gd name="T5" fmla="*/ 148 h 148"/>
                <a:gd name="T6" fmla="*/ 17 w 216"/>
                <a:gd name="T7" fmla="*/ 13 h 148"/>
              </a:gdLst>
              <a:ahLst/>
              <a:cxnLst>
                <a:cxn ang="0">
                  <a:pos x="T0" y="T1"/>
                </a:cxn>
                <a:cxn ang="0">
                  <a:pos x="T2" y="T3"/>
                </a:cxn>
                <a:cxn ang="0">
                  <a:pos x="T4" y="T5"/>
                </a:cxn>
                <a:cxn ang="0">
                  <a:pos x="T6" y="T7"/>
                </a:cxn>
              </a:cxnLst>
              <a:rect l="0" t="0" r="r" b="b"/>
              <a:pathLst>
                <a:path w="216" h="148">
                  <a:moveTo>
                    <a:pt x="17" y="13"/>
                  </a:moveTo>
                  <a:cubicBezTo>
                    <a:pt x="12" y="8"/>
                    <a:pt x="6" y="4"/>
                    <a:pt x="0" y="0"/>
                  </a:cubicBezTo>
                  <a:cubicBezTo>
                    <a:pt x="102" y="53"/>
                    <a:pt x="216" y="148"/>
                    <a:pt x="216" y="148"/>
                  </a:cubicBezTo>
                  <a:cubicBezTo>
                    <a:pt x="216" y="148"/>
                    <a:pt x="111" y="68"/>
                    <a:pt x="17" y="13"/>
                  </a:cubicBezTo>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3" name="Freeform 90">
              <a:extLst>
                <a:ext uri="{FF2B5EF4-FFF2-40B4-BE49-F238E27FC236}">
                  <a16:creationId xmlns:a16="http://schemas.microsoft.com/office/drawing/2014/main" id="{E79089DF-77EA-4D1D-9340-999F8B841541}"/>
                </a:ext>
              </a:extLst>
            </p:cNvPr>
            <p:cNvSpPr>
              <a:spLocks/>
            </p:cNvSpPr>
            <p:nvPr/>
          </p:nvSpPr>
          <p:spPr bwMode="auto">
            <a:xfrm>
              <a:off x="2516188" y="2587626"/>
              <a:ext cx="830263" cy="571500"/>
            </a:xfrm>
            <a:custGeom>
              <a:avLst/>
              <a:gdLst>
                <a:gd name="T0" fmla="*/ 76 w 216"/>
                <a:gd name="T1" fmla="*/ 0 h 148"/>
                <a:gd name="T2" fmla="*/ 216 w 216"/>
                <a:gd name="T3" fmla="*/ 0 h 148"/>
                <a:gd name="T4" fmla="*/ 0 w 216"/>
                <a:gd name="T5" fmla="*/ 148 h 148"/>
                <a:gd name="T6" fmla="*/ 76 w 216"/>
                <a:gd name="T7" fmla="*/ 0 h 148"/>
              </a:gdLst>
              <a:ahLst/>
              <a:cxnLst>
                <a:cxn ang="0">
                  <a:pos x="T0" y="T1"/>
                </a:cxn>
                <a:cxn ang="0">
                  <a:pos x="T2" y="T3"/>
                </a:cxn>
                <a:cxn ang="0">
                  <a:pos x="T4" y="T5"/>
                </a:cxn>
                <a:cxn ang="0">
                  <a:pos x="T6" y="T7"/>
                </a:cxn>
              </a:cxnLst>
              <a:rect l="0" t="0" r="r" b="b"/>
              <a:pathLst>
                <a:path w="216" h="148">
                  <a:moveTo>
                    <a:pt x="76" y="0"/>
                  </a:moveTo>
                  <a:cubicBezTo>
                    <a:pt x="216" y="0"/>
                    <a:pt x="216" y="0"/>
                    <a:pt x="216" y="0"/>
                  </a:cubicBezTo>
                  <a:cubicBezTo>
                    <a:pt x="216" y="0"/>
                    <a:pt x="102" y="95"/>
                    <a:pt x="0" y="148"/>
                  </a:cubicBezTo>
                  <a:cubicBezTo>
                    <a:pt x="46" y="115"/>
                    <a:pt x="76" y="61"/>
                    <a:pt x="76"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4" name="Freeform 89">
              <a:extLst>
                <a:ext uri="{FF2B5EF4-FFF2-40B4-BE49-F238E27FC236}">
                  <a16:creationId xmlns:a16="http://schemas.microsoft.com/office/drawing/2014/main" id="{B95A23D9-291C-4A7D-B3A8-8E5FE3369FFB}"/>
                </a:ext>
              </a:extLst>
            </p:cNvPr>
            <p:cNvSpPr>
              <a:spLocks/>
            </p:cNvSpPr>
            <p:nvPr/>
          </p:nvSpPr>
          <p:spPr bwMode="auto">
            <a:xfrm>
              <a:off x="2516188" y="2587626"/>
              <a:ext cx="830263" cy="571500"/>
            </a:xfrm>
            <a:custGeom>
              <a:avLst/>
              <a:gdLst>
                <a:gd name="T0" fmla="*/ 17 w 216"/>
                <a:gd name="T1" fmla="*/ 135 h 148"/>
                <a:gd name="T2" fmla="*/ 216 w 216"/>
                <a:gd name="T3" fmla="*/ 0 h 148"/>
                <a:gd name="T4" fmla="*/ 0 w 216"/>
                <a:gd name="T5" fmla="*/ 148 h 148"/>
                <a:gd name="T6" fmla="*/ 17 w 216"/>
                <a:gd name="T7" fmla="*/ 135 h 148"/>
              </a:gdLst>
              <a:ahLst/>
              <a:cxnLst>
                <a:cxn ang="0">
                  <a:pos x="T0" y="T1"/>
                </a:cxn>
                <a:cxn ang="0">
                  <a:pos x="T2" y="T3"/>
                </a:cxn>
                <a:cxn ang="0">
                  <a:pos x="T4" y="T5"/>
                </a:cxn>
                <a:cxn ang="0">
                  <a:pos x="T6" y="T7"/>
                </a:cxn>
              </a:cxnLst>
              <a:rect l="0" t="0" r="r" b="b"/>
              <a:pathLst>
                <a:path w="216" h="148">
                  <a:moveTo>
                    <a:pt x="17" y="135"/>
                  </a:moveTo>
                  <a:cubicBezTo>
                    <a:pt x="111" y="80"/>
                    <a:pt x="216" y="0"/>
                    <a:pt x="216" y="0"/>
                  </a:cubicBezTo>
                  <a:cubicBezTo>
                    <a:pt x="216" y="0"/>
                    <a:pt x="102" y="95"/>
                    <a:pt x="0" y="148"/>
                  </a:cubicBezTo>
                  <a:cubicBezTo>
                    <a:pt x="6" y="144"/>
                    <a:pt x="12" y="139"/>
                    <a:pt x="17" y="135"/>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5" name="Oval 91">
              <a:extLst>
                <a:ext uri="{FF2B5EF4-FFF2-40B4-BE49-F238E27FC236}">
                  <a16:creationId xmlns:a16="http://schemas.microsoft.com/office/drawing/2014/main" id="{7A5E6149-4E4C-40AD-87BF-F72525A93392}"/>
                </a:ext>
              </a:extLst>
            </p:cNvPr>
            <p:cNvSpPr>
              <a:spLocks noChangeArrowheads="1"/>
            </p:cNvSpPr>
            <p:nvPr/>
          </p:nvSpPr>
          <p:spPr bwMode="auto">
            <a:xfrm>
              <a:off x="1403350" y="1881188"/>
              <a:ext cx="1404938" cy="1408113"/>
            </a:xfrm>
            <a:prstGeom prst="ellipse">
              <a:avLst/>
            </a:prstGeom>
            <a:solidFill>
              <a:schemeClr val="accent3"/>
            </a:solidFill>
            <a:ln>
              <a:noFill/>
            </a:ln>
            <a:effectLst>
              <a:outerShdw blurRad="88900" dist="76200" sx="96000" sy="960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56" name="Freeform 92">
              <a:extLst>
                <a:ext uri="{FF2B5EF4-FFF2-40B4-BE49-F238E27FC236}">
                  <a16:creationId xmlns:a16="http://schemas.microsoft.com/office/drawing/2014/main" id="{E47B400C-1BD8-41E5-874F-707FD78CEB11}"/>
                </a:ext>
              </a:extLst>
            </p:cNvPr>
            <p:cNvSpPr>
              <a:spLocks/>
            </p:cNvSpPr>
            <p:nvPr/>
          </p:nvSpPr>
          <p:spPr bwMode="auto">
            <a:xfrm>
              <a:off x="1608138" y="2085976"/>
              <a:ext cx="1268413" cy="1273175"/>
            </a:xfrm>
            <a:custGeom>
              <a:avLst/>
              <a:gdLst>
                <a:gd name="T0" fmla="*/ 259 w 330"/>
                <a:gd name="T1" fmla="*/ 1 h 330"/>
                <a:gd name="T2" fmla="*/ 258 w 330"/>
                <a:gd name="T3" fmla="*/ 0 h 330"/>
                <a:gd name="T4" fmla="*/ 257 w 330"/>
                <a:gd name="T5" fmla="*/ 257 h 330"/>
                <a:gd name="T6" fmla="*/ 0 w 330"/>
                <a:gd name="T7" fmla="*/ 258 h 330"/>
                <a:gd name="T8" fmla="*/ 1 w 330"/>
                <a:gd name="T9" fmla="*/ 259 h 330"/>
                <a:gd name="T10" fmla="*/ 259 w 330"/>
                <a:gd name="T11" fmla="*/ 259 h 330"/>
                <a:gd name="T12" fmla="*/ 259 w 330"/>
                <a:gd name="T13" fmla="*/ 1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259" y="1"/>
                  </a:moveTo>
                  <a:cubicBezTo>
                    <a:pt x="258" y="0"/>
                    <a:pt x="258" y="0"/>
                    <a:pt x="258" y="0"/>
                  </a:cubicBezTo>
                  <a:cubicBezTo>
                    <a:pt x="328" y="71"/>
                    <a:pt x="328" y="186"/>
                    <a:pt x="257" y="257"/>
                  </a:cubicBezTo>
                  <a:cubicBezTo>
                    <a:pt x="186" y="328"/>
                    <a:pt x="71" y="328"/>
                    <a:pt x="0" y="258"/>
                  </a:cubicBezTo>
                  <a:cubicBezTo>
                    <a:pt x="1" y="259"/>
                    <a:pt x="1" y="259"/>
                    <a:pt x="1" y="259"/>
                  </a:cubicBezTo>
                  <a:cubicBezTo>
                    <a:pt x="72" y="330"/>
                    <a:pt x="188" y="330"/>
                    <a:pt x="259" y="259"/>
                  </a:cubicBezTo>
                  <a:cubicBezTo>
                    <a:pt x="330" y="188"/>
                    <a:pt x="330" y="72"/>
                    <a:pt x="259" y="1"/>
                  </a:cubicBezTo>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7" name="Freeform 93">
              <a:extLst>
                <a:ext uri="{FF2B5EF4-FFF2-40B4-BE49-F238E27FC236}">
                  <a16:creationId xmlns:a16="http://schemas.microsoft.com/office/drawing/2014/main" id="{F7158F09-3987-416F-A0FE-E831B20D4E0D}"/>
                </a:ext>
              </a:extLst>
            </p:cNvPr>
            <p:cNvSpPr>
              <a:spLocks noEditPoints="1"/>
            </p:cNvSpPr>
            <p:nvPr/>
          </p:nvSpPr>
          <p:spPr bwMode="auto">
            <a:xfrm>
              <a:off x="1457325" y="1935163"/>
              <a:ext cx="1062038" cy="1150938"/>
            </a:xfrm>
            <a:custGeom>
              <a:avLst/>
              <a:gdLst>
                <a:gd name="T0" fmla="*/ 0 w 276"/>
                <a:gd name="T1" fmla="*/ 239 h 298"/>
                <a:gd name="T2" fmla="*/ 40 w 276"/>
                <a:gd name="T3" fmla="*/ 298 h 298"/>
                <a:gd name="T4" fmla="*/ 40 w 276"/>
                <a:gd name="T5" fmla="*/ 298 h 298"/>
                <a:gd name="T6" fmla="*/ 0 w 276"/>
                <a:gd name="T7" fmla="*/ 239 h 298"/>
                <a:gd name="T8" fmla="*/ 99 w 276"/>
                <a:gd name="T9" fmla="*/ 0 h 298"/>
                <a:gd name="T10" fmla="*/ 40 w 276"/>
                <a:gd name="T11" fmla="*/ 40 h 298"/>
                <a:gd name="T12" fmla="*/ 0 w 276"/>
                <a:gd name="T13" fmla="*/ 99 h 298"/>
                <a:gd name="T14" fmla="*/ 99 w 276"/>
                <a:gd name="T15" fmla="*/ 0 h 298"/>
                <a:gd name="T16" fmla="*/ 239 w 276"/>
                <a:gd name="T17" fmla="*/ 0 h 298"/>
                <a:gd name="T18" fmla="*/ 275 w 276"/>
                <a:gd name="T19" fmla="*/ 21 h 298"/>
                <a:gd name="T20" fmla="*/ 276 w 276"/>
                <a:gd name="T21" fmla="*/ 21 h 298"/>
                <a:gd name="T22" fmla="*/ 239 w 276"/>
                <a:gd name="T23"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 h="298">
                  <a:moveTo>
                    <a:pt x="0" y="239"/>
                  </a:moveTo>
                  <a:cubicBezTo>
                    <a:pt x="9" y="260"/>
                    <a:pt x="22" y="280"/>
                    <a:pt x="40" y="298"/>
                  </a:cubicBezTo>
                  <a:cubicBezTo>
                    <a:pt x="40" y="298"/>
                    <a:pt x="40" y="298"/>
                    <a:pt x="40" y="298"/>
                  </a:cubicBezTo>
                  <a:cubicBezTo>
                    <a:pt x="23" y="281"/>
                    <a:pt x="9" y="261"/>
                    <a:pt x="0" y="239"/>
                  </a:cubicBezTo>
                  <a:moveTo>
                    <a:pt x="99" y="0"/>
                  </a:moveTo>
                  <a:cubicBezTo>
                    <a:pt x="77" y="9"/>
                    <a:pt x="57" y="22"/>
                    <a:pt x="40" y="40"/>
                  </a:cubicBezTo>
                  <a:cubicBezTo>
                    <a:pt x="22" y="57"/>
                    <a:pt x="9" y="77"/>
                    <a:pt x="0" y="99"/>
                  </a:cubicBezTo>
                  <a:cubicBezTo>
                    <a:pt x="19" y="54"/>
                    <a:pt x="55" y="19"/>
                    <a:pt x="99" y="0"/>
                  </a:cubicBezTo>
                  <a:moveTo>
                    <a:pt x="239" y="0"/>
                  </a:moveTo>
                  <a:cubicBezTo>
                    <a:pt x="252" y="6"/>
                    <a:pt x="264" y="13"/>
                    <a:pt x="275" y="21"/>
                  </a:cubicBezTo>
                  <a:cubicBezTo>
                    <a:pt x="275" y="21"/>
                    <a:pt x="276" y="21"/>
                    <a:pt x="276" y="21"/>
                  </a:cubicBezTo>
                  <a:cubicBezTo>
                    <a:pt x="264" y="13"/>
                    <a:pt x="252" y="6"/>
                    <a:pt x="239"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8" name="Freeform 94">
              <a:extLst>
                <a:ext uri="{FF2B5EF4-FFF2-40B4-BE49-F238E27FC236}">
                  <a16:creationId xmlns:a16="http://schemas.microsoft.com/office/drawing/2014/main" id="{D5A26E71-3EDB-4ECE-81B5-746952EAFCEC}"/>
                </a:ext>
              </a:extLst>
            </p:cNvPr>
            <p:cNvSpPr>
              <a:spLocks noEditPoints="1"/>
            </p:cNvSpPr>
            <p:nvPr/>
          </p:nvSpPr>
          <p:spPr bwMode="auto">
            <a:xfrm>
              <a:off x="2516188" y="2016126"/>
              <a:ext cx="87313" cy="74613"/>
            </a:xfrm>
            <a:custGeom>
              <a:avLst/>
              <a:gdLst>
                <a:gd name="T0" fmla="*/ 17 w 23"/>
                <a:gd name="T1" fmla="*/ 13 h 19"/>
                <a:gd name="T2" fmla="*/ 23 w 23"/>
                <a:gd name="T3" fmla="*/ 19 h 19"/>
                <a:gd name="T4" fmla="*/ 23 w 23"/>
                <a:gd name="T5" fmla="*/ 19 h 19"/>
                <a:gd name="T6" fmla="*/ 23 w 23"/>
                <a:gd name="T7" fmla="*/ 19 h 19"/>
                <a:gd name="T8" fmla="*/ 23 w 23"/>
                <a:gd name="T9" fmla="*/ 19 h 19"/>
                <a:gd name="T10" fmla="*/ 17 w 23"/>
                <a:gd name="T11" fmla="*/ 13 h 19"/>
                <a:gd name="T12" fmla="*/ 17 w 23"/>
                <a:gd name="T13" fmla="*/ 13 h 19"/>
                <a:gd name="T14" fmla="*/ 0 w 23"/>
                <a:gd name="T15" fmla="*/ 0 h 19"/>
                <a:gd name="T16" fmla="*/ 0 w 23"/>
                <a:gd name="T17" fmla="*/ 0 h 19"/>
                <a:gd name="T18" fmla="*/ 1 w 23"/>
                <a:gd name="T19" fmla="*/ 0 h 19"/>
                <a:gd name="T20" fmla="*/ 1 w 23"/>
                <a:gd name="T21" fmla="*/ 0 h 19"/>
                <a:gd name="T22" fmla="*/ 0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17" y="13"/>
                  </a:moveTo>
                  <a:cubicBezTo>
                    <a:pt x="19" y="15"/>
                    <a:pt x="21" y="17"/>
                    <a:pt x="23" y="19"/>
                  </a:cubicBezTo>
                  <a:cubicBezTo>
                    <a:pt x="23" y="19"/>
                    <a:pt x="23" y="19"/>
                    <a:pt x="23" y="19"/>
                  </a:cubicBezTo>
                  <a:cubicBezTo>
                    <a:pt x="23" y="19"/>
                    <a:pt x="23" y="19"/>
                    <a:pt x="23" y="19"/>
                  </a:cubicBezTo>
                  <a:cubicBezTo>
                    <a:pt x="23" y="19"/>
                    <a:pt x="23" y="19"/>
                    <a:pt x="23" y="19"/>
                  </a:cubicBezTo>
                  <a:cubicBezTo>
                    <a:pt x="21" y="17"/>
                    <a:pt x="19" y="15"/>
                    <a:pt x="17" y="13"/>
                  </a:cubicBezTo>
                  <a:cubicBezTo>
                    <a:pt x="17" y="13"/>
                    <a:pt x="17" y="13"/>
                    <a:pt x="17" y="13"/>
                  </a:cubicBezTo>
                  <a:moveTo>
                    <a:pt x="0" y="0"/>
                  </a:moveTo>
                  <a:cubicBezTo>
                    <a:pt x="0" y="0"/>
                    <a:pt x="0" y="0"/>
                    <a:pt x="0" y="0"/>
                  </a:cubicBezTo>
                  <a:cubicBezTo>
                    <a:pt x="0" y="0"/>
                    <a:pt x="1" y="0"/>
                    <a:pt x="1" y="0"/>
                  </a:cubicBezTo>
                  <a:cubicBezTo>
                    <a:pt x="1" y="0"/>
                    <a:pt x="1" y="0"/>
                    <a:pt x="1" y="0"/>
                  </a:cubicBezTo>
                  <a:cubicBezTo>
                    <a:pt x="1" y="0"/>
                    <a:pt x="0" y="0"/>
                    <a:pt x="0" y="0"/>
                  </a:cubicBezTo>
                </a:path>
              </a:pathLst>
            </a:custGeom>
            <a:solidFill>
              <a:srgbClr val="FFA8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9" name="Freeform 95">
              <a:extLst>
                <a:ext uri="{FF2B5EF4-FFF2-40B4-BE49-F238E27FC236}">
                  <a16:creationId xmlns:a16="http://schemas.microsoft.com/office/drawing/2014/main" id="{5B2B5AC2-0998-40B0-8220-A8122CAE3B9E}"/>
                </a:ext>
              </a:extLst>
            </p:cNvPr>
            <p:cNvSpPr>
              <a:spLocks/>
            </p:cNvSpPr>
            <p:nvPr/>
          </p:nvSpPr>
          <p:spPr bwMode="auto">
            <a:xfrm>
              <a:off x="2516188" y="2016126"/>
              <a:ext cx="65088" cy="50800"/>
            </a:xfrm>
            <a:custGeom>
              <a:avLst/>
              <a:gdLst>
                <a:gd name="T0" fmla="*/ 0 w 17"/>
                <a:gd name="T1" fmla="*/ 0 h 13"/>
                <a:gd name="T2" fmla="*/ 17 w 17"/>
                <a:gd name="T3" fmla="*/ 13 h 13"/>
                <a:gd name="T4" fmla="*/ 17 w 17"/>
                <a:gd name="T5" fmla="*/ 13 h 13"/>
                <a:gd name="T6" fmla="*/ 1 w 17"/>
                <a:gd name="T7" fmla="*/ 0 h 13"/>
                <a:gd name="T8" fmla="*/ 0 w 17"/>
                <a:gd name="T9" fmla="*/ 0 h 13"/>
              </a:gdLst>
              <a:ahLst/>
              <a:cxnLst>
                <a:cxn ang="0">
                  <a:pos x="T0" y="T1"/>
                </a:cxn>
                <a:cxn ang="0">
                  <a:pos x="T2" y="T3"/>
                </a:cxn>
                <a:cxn ang="0">
                  <a:pos x="T4" y="T5"/>
                </a:cxn>
                <a:cxn ang="0">
                  <a:pos x="T6" y="T7"/>
                </a:cxn>
                <a:cxn ang="0">
                  <a:pos x="T8" y="T9"/>
                </a:cxn>
              </a:cxnLst>
              <a:rect l="0" t="0" r="r" b="b"/>
              <a:pathLst>
                <a:path w="17" h="13">
                  <a:moveTo>
                    <a:pt x="0" y="0"/>
                  </a:moveTo>
                  <a:cubicBezTo>
                    <a:pt x="6" y="4"/>
                    <a:pt x="12" y="9"/>
                    <a:pt x="17" y="13"/>
                  </a:cubicBezTo>
                  <a:cubicBezTo>
                    <a:pt x="17" y="13"/>
                    <a:pt x="17" y="13"/>
                    <a:pt x="17" y="13"/>
                  </a:cubicBezTo>
                  <a:cubicBezTo>
                    <a:pt x="12" y="9"/>
                    <a:pt x="6" y="4"/>
                    <a:pt x="1" y="0"/>
                  </a:cubicBezTo>
                  <a:cubicBezTo>
                    <a:pt x="1" y="0"/>
                    <a:pt x="0" y="0"/>
                    <a:pt x="0" y="0"/>
                  </a:cubicBezTo>
                </a:path>
              </a:pathLst>
            </a:custGeom>
            <a:solidFill>
              <a:srgbClr val="D6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0" name="Freeform 96">
              <a:extLst>
                <a:ext uri="{FF2B5EF4-FFF2-40B4-BE49-F238E27FC236}">
                  <a16:creationId xmlns:a16="http://schemas.microsoft.com/office/drawing/2014/main" id="{8EF487FE-8618-4BA3-95D9-3A119508A1E2}"/>
                </a:ext>
              </a:extLst>
            </p:cNvPr>
            <p:cNvSpPr>
              <a:spLocks/>
            </p:cNvSpPr>
            <p:nvPr/>
          </p:nvSpPr>
          <p:spPr bwMode="auto">
            <a:xfrm>
              <a:off x="1354138" y="1881188"/>
              <a:ext cx="1254125" cy="1208088"/>
            </a:xfrm>
            <a:custGeom>
              <a:avLst/>
              <a:gdLst>
                <a:gd name="T0" fmla="*/ 196 w 326"/>
                <a:gd name="T1" fmla="*/ 0 h 313"/>
                <a:gd name="T2" fmla="*/ 126 w 326"/>
                <a:gd name="T3" fmla="*/ 14 h 313"/>
                <a:gd name="T4" fmla="*/ 27 w 326"/>
                <a:gd name="T5" fmla="*/ 113 h 313"/>
                <a:gd name="T6" fmla="*/ 27 w 326"/>
                <a:gd name="T7" fmla="*/ 253 h 313"/>
                <a:gd name="T8" fmla="*/ 67 w 326"/>
                <a:gd name="T9" fmla="*/ 312 h 313"/>
                <a:gd name="T10" fmla="*/ 66 w 326"/>
                <a:gd name="T11" fmla="*/ 311 h 313"/>
                <a:gd name="T12" fmla="*/ 68 w 326"/>
                <a:gd name="T13" fmla="*/ 313 h 313"/>
                <a:gd name="T14" fmla="*/ 71 w 326"/>
                <a:gd name="T15" fmla="*/ 58 h 313"/>
                <a:gd name="T16" fmla="*/ 200 w 326"/>
                <a:gd name="T17" fmla="*/ 4 h 313"/>
                <a:gd name="T18" fmla="*/ 326 w 326"/>
                <a:gd name="T19" fmla="*/ 55 h 313"/>
                <a:gd name="T20" fmla="*/ 324 w 326"/>
                <a:gd name="T21" fmla="*/ 53 h 313"/>
                <a:gd name="T22" fmla="*/ 325 w 326"/>
                <a:gd name="T23" fmla="*/ 54 h 313"/>
                <a:gd name="T24" fmla="*/ 319 w 326"/>
                <a:gd name="T25" fmla="*/ 48 h 313"/>
                <a:gd name="T26" fmla="*/ 302 w 326"/>
                <a:gd name="T27" fmla="*/ 35 h 313"/>
                <a:gd name="T28" fmla="*/ 302 w 326"/>
                <a:gd name="T29" fmla="*/ 35 h 313"/>
                <a:gd name="T30" fmla="*/ 266 w 326"/>
                <a:gd name="T31" fmla="*/ 14 h 313"/>
                <a:gd name="T32" fmla="*/ 196 w 326"/>
                <a:gd name="T33"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6" h="313">
                  <a:moveTo>
                    <a:pt x="196" y="0"/>
                  </a:moveTo>
                  <a:cubicBezTo>
                    <a:pt x="172" y="0"/>
                    <a:pt x="148" y="5"/>
                    <a:pt x="126" y="14"/>
                  </a:cubicBezTo>
                  <a:cubicBezTo>
                    <a:pt x="82" y="33"/>
                    <a:pt x="46" y="68"/>
                    <a:pt x="27" y="113"/>
                  </a:cubicBezTo>
                  <a:cubicBezTo>
                    <a:pt x="9" y="157"/>
                    <a:pt x="9" y="208"/>
                    <a:pt x="27" y="253"/>
                  </a:cubicBezTo>
                  <a:cubicBezTo>
                    <a:pt x="36" y="275"/>
                    <a:pt x="50" y="295"/>
                    <a:pt x="67" y="312"/>
                  </a:cubicBezTo>
                  <a:cubicBezTo>
                    <a:pt x="66" y="311"/>
                    <a:pt x="66" y="311"/>
                    <a:pt x="66" y="311"/>
                  </a:cubicBezTo>
                  <a:cubicBezTo>
                    <a:pt x="67" y="312"/>
                    <a:pt x="68" y="313"/>
                    <a:pt x="68" y="313"/>
                  </a:cubicBezTo>
                  <a:cubicBezTo>
                    <a:pt x="0" y="242"/>
                    <a:pt x="0" y="128"/>
                    <a:pt x="71" y="58"/>
                  </a:cubicBezTo>
                  <a:cubicBezTo>
                    <a:pt x="106" y="22"/>
                    <a:pt x="153" y="4"/>
                    <a:pt x="200" y="4"/>
                  </a:cubicBezTo>
                  <a:cubicBezTo>
                    <a:pt x="245" y="4"/>
                    <a:pt x="291" y="21"/>
                    <a:pt x="326" y="55"/>
                  </a:cubicBezTo>
                  <a:cubicBezTo>
                    <a:pt x="325" y="55"/>
                    <a:pt x="325" y="54"/>
                    <a:pt x="324" y="53"/>
                  </a:cubicBezTo>
                  <a:cubicBezTo>
                    <a:pt x="325" y="54"/>
                    <a:pt x="325" y="54"/>
                    <a:pt x="325" y="54"/>
                  </a:cubicBezTo>
                  <a:cubicBezTo>
                    <a:pt x="323" y="52"/>
                    <a:pt x="321" y="50"/>
                    <a:pt x="319" y="48"/>
                  </a:cubicBezTo>
                  <a:cubicBezTo>
                    <a:pt x="314" y="44"/>
                    <a:pt x="308" y="39"/>
                    <a:pt x="302" y="35"/>
                  </a:cubicBezTo>
                  <a:cubicBezTo>
                    <a:pt x="302" y="35"/>
                    <a:pt x="302" y="35"/>
                    <a:pt x="302" y="35"/>
                  </a:cubicBezTo>
                  <a:cubicBezTo>
                    <a:pt x="291" y="27"/>
                    <a:pt x="279" y="20"/>
                    <a:pt x="266" y="14"/>
                  </a:cubicBezTo>
                  <a:cubicBezTo>
                    <a:pt x="243" y="5"/>
                    <a:pt x="220" y="0"/>
                    <a:pt x="196" y="0"/>
                  </a:cubicBezTo>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1" name="Freeform 97">
              <a:extLst>
                <a:ext uri="{FF2B5EF4-FFF2-40B4-BE49-F238E27FC236}">
                  <a16:creationId xmlns:a16="http://schemas.microsoft.com/office/drawing/2014/main" id="{D60E700B-F8F1-47FC-8F36-32D357FFE126}"/>
                </a:ext>
              </a:extLst>
            </p:cNvPr>
            <p:cNvSpPr>
              <a:spLocks noEditPoints="1"/>
            </p:cNvSpPr>
            <p:nvPr/>
          </p:nvSpPr>
          <p:spPr bwMode="auto">
            <a:xfrm>
              <a:off x="1608138" y="2085976"/>
              <a:ext cx="1003300" cy="1006475"/>
            </a:xfrm>
            <a:custGeom>
              <a:avLst/>
              <a:gdLst>
                <a:gd name="T0" fmla="*/ 0 w 261"/>
                <a:gd name="T1" fmla="*/ 258 h 261"/>
                <a:gd name="T2" fmla="*/ 1 w 261"/>
                <a:gd name="T3" fmla="*/ 259 h 261"/>
                <a:gd name="T4" fmla="*/ 1 w 261"/>
                <a:gd name="T5" fmla="*/ 259 h 261"/>
                <a:gd name="T6" fmla="*/ 1 w 261"/>
                <a:gd name="T7" fmla="*/ 259 h 261"/>
                <a:gd name="T8" fmla="*/ 3 w 261"/>
                <a:gd name="T9" fmla="*/ 261 h 261"/>
                <a:gd name="T10" fmla="*/ 2 w 261"/>
                <a:gd name="T11" fmla="*/ 260 h 261"/>
                <a:gd name="T12" fmla="*/ 0 w 261"/>
                <a:gd name="T13" fmla="*/ 258 h 261"/>
                <a:gd name="T14" fmla="*/ 258 w 261"/>
                <a:gd name="T15" fmla="*/ 0 h 261"/>
                <a:gd name="T16" fmla="*/ 260 w 261"/>
                <a:gd name="T17" fmla="*/ 2 h 261"/>
                <a:gd name="T18" fmla="*/ 261 w 261"/>
                <a:gd name="T19" fmla="*/ 3 h 261"/>
                <a:gd name="T20" fmla="*/ 259 w 261"/>
                <a:gd name="T21" fmla="*/ 1 h 261"/>
                <a:gd name="T22" fmla="*/ 259 w 261"/>
                <a:gd name="T23" fmla="*/ 1 h 261"/>
                <a:gd name="T24" fmla="*/ 259 w 261"/>
                <a:gd name="T25" fmla="*/ 1 h 261"/>
                <a:gd name="T26" fmla="*/ 258 w 261"/>
                <a:gd name="T2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261">
                  <a:moveTo>
                    <a:pt x="0" y="258"/>
                  </a:moveTo>
                  <a:cubicBezTo>
                    <a:pt x="1" y="259"/>
                    <a:pt x="1" y="259"/>
                    <a:pt x="1" y="259"/>
                  </a:cubicBezTo>
                  <a:cubicBezTo>
                    <a:pt x="1" y="259"/>
                    <a:pt x="1" y="259"/>
                    <a:pt x="1" y="259"/>
                  </a:cubicBezTo>
                  <a:cubicBezTo>
                    <a:pt x="1" y="259"/>
                    <a:pt x="1" y="259"/>
                    <a:pt x="1" y="259"/>
                  </a:cubicBezTo>
                  <a:cubicBezTo>
                    <a:pt x="2" y="260"/>
                    <a:pt x="2" y="260"/>
                    <a:pt x="3" y="261"/>
                  </a:cubicBezTo>
                  <a:cubicBezTo>
                    <a:pt x="3" y="261"/>
                    <a:pt x="3" y="260"/>
                    <a:pt x="2" y="260"/>
                  </a:cubicBezTo>
                  <a:cubicBezTo>
                    <a:pt x="2" y="260"/>
                    <a:pt x="1" y="259"/>
                    <a:pt x="0" y="258"/>
                  </a:cubicBezTo>
                  <a:moveTo>
                    <a:pt x="258" y="0"/>
                  </a:moveTo>
                  <a:cubicBezTo>
                    <a:pt x="259" y="1"/>
                    <a:pt x="259" y="2"/>
                    <a:pt x="260" y="2"/>
                  </a:cubicBezTo>
                  <a:cubicBezTo>
                    <a:pt x="260" y="3"/>
                    <a:pt x="261" y="3"/>
                    <a:pt x="261" y="3"/>
                  </a:cubicBezTo>
                  <a:cubicBezTo>
                    <a:pt x="260" y="2"/>
                    <a:pt x="259" y="2"/>
                    <a:pt x="259" y="1"/>
                  </a:cubicBezTo>
                  <a:cubicBezTo>
                    <a:pt x="259" y="1"/>
                    <a:pt x="259" y="1"/>
                    <a:pt x="259" y="1"/>
                  </a:cubicBezTo>
                  <a:cubicBezTo>
                    <a:pt x="259" y="1"/>
                    <a:pt x="259" y="1"/>
                    <a:pt x="259" y="1"/>
                  </a:cubicBezTo>
                  <a:cubicBezTo>
                    <a:pt x="258" y="0"/>
                    <a:pt x="258" y="0"/>
                    <a:pt x="258" y="0"/>
                  </a:cubicBezTo>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62" name="Group 161">
            <a:extLst>
              <a:ext uri="{FF2B5EF4-FFF2-40B4-BE49-F238E27FC236}">
                <a16:creationId xmlns:a16="http://schemas.microsoft.com/office/drawing/2014/main" id="{DADBC2D1-8430-4D8A-9B0F-24B9B69A4951}"/>
              </a:ext>
            </a:extLst>
          </p:cNvPr>
          <p:cNvGrpSpPr/>
          <p:nvPr/>
        </p:nvGrpSpPr>
        <p:grpSpPr>
          <a:xfrm>
            <a:off x="5576550" y="2058990"/>
            <a:ext cx="1062421" cy="1064062"/>
            <a:chOff x="6345238" y="4948238"/>
            <a:chExt cx="1027113" cy="1028700"/>
          </a:xfrm>
          <a:effectLst>
            <a:outerShdw blurRad="114300" dist="76200" dir="2700000" sx="102000" sy="102000" algn="tl" rotWithShape="0">
              <a:prstClr val="black">
                <a:alpha val="25000"/>
              </a:prstClr>
            </a:outerShdw>
          </a:effectLst>
        </p:grpSpPr>
        <p:sp>
          <p:nvSpPr>
            <p:cNvPr id="163" name="Oval 56">
              <a:extLst>
                <a:ext uri="{FF2B5EF4-FFF2-40B4-BE49-F238E27FC236}">
                  <a16:creationId xmlns:a16="http://schemas.microsoft.com/office/drawing/2014/main" id="{68BAEC56-4A56-49B9-B11F-97F28ADB5837}"/>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64" name="Oval 57">
              <a:extLst>
                <a:ext uri="{FF2B5EF4-FFF2-40B4-BE49-F238E27FC236}">
                  <a16:creationId xmlns:a16="http://schemas.microsoft.com/office/drawing/2014/main" id="{B842521C-E18C-482C-93AF-B38F0A01F46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65" name="Group 164">
            <a:extLst>
              <a:ext uri="{FF2B5EF4-FFF2-40B4-BE49-F238E27FC236}">
                <a16:creationId xmlns:a16="http://schemas.microsoft.com/office/drawing/2014/main" id="{57EEB482-7AE3-4A60-BF84-0743ABAA1659}"/>
              </a:ext>
            </a:extLst>
          </p:cNvPr>
          <p:cNvGrpSpPr/>
          <p:nvPr/>
        </p:nvGrpSpPr>
        <p:grpSpPr>
          <a:xfrm>
            <a:off x="7341366" y="1881188"/>
            <a:ext cx="1992313" cy="1477963"/>
            <a:chOff x="1354138" y="1881188"/>
            <a:chExt cx="1992313" cy="1477963"/>
          </a:xfrm>
          <a:effectLst>
            <a:outerShdw blurRad="88900" dist="63500" dir="2700000" algn="tl" rotWithShape="0">
              <a:prstClr val="black">
                <a:alpha val="29000"/>
              </a:prstClr>
            </a:outerShdw>
          </a:effectLst>
        </p:grpSpPr>
        <p:sp>
          <p:nvSpPr>
            <p:cNvPr id="166" name="Freeform 87">
              <a:extLst>
                <a:ext uri="{FF2B5EF4-FFF2-40B4-BE49-F238E27FC236}">
                  <a16:creationId xmlns:a16="http://schemas.microsoft.com/office/drawing/2014/main" id="{453752E3-C1B6-42D4-8FAF-04E32CD60D8F}"/>
                </a:ext>
              </a:extLst>
            </p:cNvPr>
            <p:cNvSpPr>
              <a:spLocks/>
            </p:cNvSpPr>
            <p:nvPr/>
          </p:nvSpPr>
          <p:spPr bwMode="auto">
            <a:xfrm>
              <a:off x="2516188" y="2016126"/>
              <a:ext cx="830263" cy="1143000"/>
            </a:xfrm>
            <a:custGeom>
              <a:avLst/>
              <a:gdLst>
                <a:gd name="T0" fmla="*/ 76 w 216"/>
                <a:gd name="T1" fmla="*/ 148 h 296"/>
                <a:gd name="T2" fmla="*/ 0 w 216"/>
                <a:gd name="T3" fmla="*/ 0 h 296"/>
                <a:gd name="T4" fmla="*/ 216 w 216"/>
                <a:gd name="T5" fmla="*/ 148 h 296"/>
                <a:gd name="T6" fmla="*/ 0 w 216"/>
                <a:gd name="T7" fmla="*/ 296 h 296"/>
                <a:gd name="T8" fmla="*/ 76 w 216"/>
                <a:gd name="T9" fmla="*/ 148 h 296"/>
              </a:gdLst>
              <a:ahLst/>
              <a:cxnLst>
                <a:cxn ang="0">
                  <a:pos x="T0" y="T1"/>
                </a:cxn>
                <a:cxn ang="0">
                  <a:pos x="T2" y="T3"/>
                </a:cxn>
                <a:cxn ang="0">
                  <a:pos x="T4" y="T5"/>
                </a:cxn>
                <a:cxn ang="0">
                  <a:pos x="T6" y="T7"/>
                </a:cxn>
                <a:cxn ang="0">
                  <a:pos x="T8" y="T9"/>
                </a:cxn>
              </a:cxnLst>
              <a:rect l="0" t="0" r="r" b="b"/>
              <a:pathLst>
                <a:path w="216" h="296">
                  <a:moveTo>
                    <a:pt x="76" y="148"/>
                  </a:moveTo>
                  <a:cubicBezTo>
                    <a:pt x="76" y="87"/>
                    <a:pt x="46" y="33"/>
                    <a:pt x="0" y="0"/>
                  </a:cubicBezTo>
                  <a:cubicBezTo>
                    <a:pt x="102" y="53"/>
                    <a:pt x="216" y="148"/>
                    <a:pt x="216" y="148"/>
                  </a:cubicBezTo>
                  <a:cubicBezTo>
                    <a:pt x="216" y="148"/>
                    <a:pt x="102" y="243"/>
                    <a:pt x="0" y="296"/>
                  </a:cubicBezTo>
                  <a:cubicBezTo>
                    <a:pt x="46" y="263"/>
                    <a:pt x="76" y="209"/>
                    <a:pt x="76" y="148"/>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67" name="Freeform 88">
              <a:extLst>
                <a:ext uri="{FF2B5EF4-FFF2-40B4-BE49-F238E27FC236}">
                  <a16:creationId xmlns:a16="http://schemas.microsoft.com/office/drawing/2014/main" id="{47426ECD-153C-4B1B-876D-71D0E4C07B14}"/>
                </a:ext>
              </a:extLst>
            </p:cNvPr>
            <p:cNvSpPr>
              <a:spLocks/>
            </p:cNvSpPr>
            <p:nvPr/>
          </p:nvSpPr>
          <p:spPr bwMode="auto">
            <a:xfrm>
              <a:off x="2516188" y="2016126"/>
              <a:ext cx="830263" cy="571500"/>
            </a:xfrm>
            <a:custGeom>
              <a:avLst/>
              <a:gdLst>
                <a:gd name="T0" fmla="*/ 17 w 216"/>
                <a:gd name="T1" fmla="*/ 13 h 148"/>
                <a:gd name="T2" fmla="*/ 0 w 216"/>
                <a:gd name="T3" fmla="*/ 0 h 148"/>
                <a:gd name="T4" fmla="*/ 216 w 216"/>
                <a:gd name="T5" fmla="*/ 148 h 148"/>
                <a:gd name="T6" fmla="*/ 17 w 216"/>
                <a:gd name="T7" fmla="*/ 13 h 148"/>
              </a:gdLst>
              <a:ahLst/>
              <a:cxnLst>
                <a:cxn ang="0">
                  <a:pos x="T0" y="T1"/>
                </a:cxn>
                <a:cxn ang="0">
                  <a:pos x="T2" y="T3"/>
                </a:cxn>
                <a:cxn ang="0">
                  <a:pos x="T4" y="T5"/>
                </a:cxn>
                <a:cxn ang="0">
                  <a:pos x="T6" y="T7"/>
                </a:cxn>
              </a:cxnLst>
              <a:rect l="0" t="0" r="r" b="b"/>
              <a:pathLst>
                <a:path w="216" h="148">
                  <a:moveTo>
                    <a:pt x="17" y="13"/>
                  </a:moveTo>
                  <a:cubicBezTo>
                    <a:pt x="12" y="8"/>
                    <a:pt x="6" y="4"/>
                    <a:pt x="0" y="0"/>
                  </a:cubicBezTo>
                  <a:cubicBezTo>
                    <a:pt x="102" y="53"/>
                    <a:pt x="216" y="148"/>
                    <a:pt x="216" y="148"/>
                  </a:cubicBezTo>
                  <a:cubicBezTo>
                    <a:pt x="216" y="148"/>
                    <a:pt x="111" y="68"/>
                    <a:pt x="17" y="13"/>
                  </a:cubicBezTo>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8" name="Freeform 90">
              <a:extLst>
                <a:ext uri="{FF2B5EF4-FFF2-40B4-BE49-F238E27FC236}">
                  <a16:creationId xmlns:a16="http://schemas.microsoft.com/office/drawing/2014/main" id="{68C1504E-A82F-4D97-82B1-CC151A6A9009}"/>
                </a:ext>
              </a:extLst>
            </p:cNvPr>
            <p:cNvSpPr>
              <a:spLocks/>
            </p:cNvSpPr>
            <p:nvPr/>
          </p:nvSpPr>
          <p:spPr bwMode="auto">
            <a:xfrm>
              <a:off x="2516188" y="2587626"/>
              <a:ext cx="830263" cy="571500"/>
            </a:xfrm>
            <a:custGeom>
              <a:avLst/>
              <a:gdLst>
                <a:gd name="T0" fmla="*/ 76 w 216"/>
                <a:gd name="T1" fmla="*/ 0 h 148"/>
                <a:gd name="T2" fmla="*/ 216 w 216"/>
                <a:gd name="T3" fmla="*/ 0 h 148"/>
                <a:gd name="T4" fmla="*/ 0 w 216"/>
                <a:gd name="T5" fmla="*/ 148 h 148"/>
                <a:gd name="T6" fmla="*/ 76 w 216"/>
                <a:gd name="T7" fmla="*/ 0 h 148"/>
              </a:gdLst>
              <a:ahLst/>
              <a:cxnLst>
                <a:cxn ang="0">
                  <a:pos x="T0" y="T1"/>
                </a:cxn>
                <a:cxn ang="0">
                  <a:pos x="T2" y="T3"/>
                </a:cxn>
                <a:cxn ang="0">
                  <a:pos x="T4" y="T5"/>
                </a:cxn>
                <a:cxn ang="0">
                  <a:pos x="T6" y="T7"/>
                </a:cxn>
              </a:cxnLst>
              <a:rect l="0" t="0" r="r" b="b"/>
              <a:pathLst>
                <a:path w="216" h="148">
                  <a:moveTo>
                    <a:pt x="76" y="0"/>
                  </a:moveTo>
                  <a:cubicBezTo>
                    <a:pt x="216" y="0"/>
                    <a:pt x="216" y="0"/>
                    <a:pt x="216" y="0"/>
                  </a:cubicBezTo>
                  <a:cubicBezTo>
                    <a:pt x="216" y="0"/>
                    <a:pt x="102" y="95"/>
                    <a:pt x="0" y="148"/>
                  </a:cubicBezTo>
                  <a:cubicBezTo>
                    <a:pt x="46" y="115"/>
                    <a:pt x="76" y="61"/>
                    <a:pt x="76"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9" name="Freeform 89">
              <a:extLst>
                <a:ext uri="{FF2B5EF4-FFF2-40B4-BE49-F238E27FC236}">
                  <a16:creationId xmlns:a16="http://schemas.microsoft.com/office/drawing/2014/main" id="{4779E064-4CAA-457D-8314-3C3D745DD147}"/>
                </a:ext>
              </a:extLst>
            </p:cNvPr>
            <p:cNvSpPr>
              <a:spLocks/>
            </p:cNvSpPr>
            <p:nvPr/>
          </p:nvSpPr>
          <p:spPr bwMode="auto">
            <a:xfrm>
              <a:off x="2516188" y="2587626"/>
              <a:ext cx="830263" cy="571500"/>
            </a:xfrm>
            <a:custGeom>
              <a:avLst/>
              <a:gdLst>
                <a:gd name="T0" fmla="*/ 17 w 216"/>
                <a:gd name="T1" fmla="*/ 135 h 148"/>
                <a:gd name="T2" fmla="*/ 216 w 216"/>
                <a:gd name="T3" fmla="*/ 0 h 148"/>
                <a:gd name="T4" fmla="*/ 0 w 216"/>
                <a:gd name="T5" fmla="*/ 148 h 148"/>
                <a:gd name="T6" fmla="*/ 17 w 216"/>
                <a:gd name="T7" fmla="*/ 135 h 148"/>
              </a:gdLst>
              <a:ahLst/>
              <a:cxnLst>
                <a:cxn ang="0">
                  <a:pos x="T0" y="T1"/>
                </a:cxn>
                <a:cxn ang="0">
                  <a:pos x="T2" y="T3"/>
                </a:cxn>
                <a:cxn ang="0">
                  <a:pos x="T4" y="T5"/>
                </a:cxn>
                <a:cxn ang="0">
                  <a:pos x="T6" y="T7"/>
                </a:cxn>
              </a:cxnLst>
              <a:rect l="0" t="0" r="r" b="b"/>
              <a:pathLst>
                <a:path w="216" h="148">
                  <a:moveTo>
                    <a:pt x="17" y="135"/>
                  </a:moveTo>
                  <a:cubicBezTo>
                    <a:pt x="111" y="80"/>
                    <a:pt x="216" y="0"/>
                    <a:pt x="216" y="0"/>
                  </a:cubicBezTo>
                  <a:cubicBezTo>
                    <a:pt x="216" y="0"/>
                    <a:pt x="102" y="95"/>
                    <a:pt x="0" y="148"/>
                  </a:cubicBezTo>
                  <a:cubicBezTo>
                    <a:pt x="6" y="144"/>
                    <a:pt x="12" y="139"/>
                    <a:pt x="17" y="135"/>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0" name="Oval 91">
              <a:extLst>
                <a:ext uri="{FF2B5EF4-FFF2-40B4-BE49-F238E27FC236}">
                  <a16:creationId xmlns:a16="http://schemas.microsoft.com/office/drawing/2014/main" id="{E130F13C-6F33-4E40-A5D9-6C6F90929F27}"/>
                </a:ext>
              </a:extLst>
            </p:cNvPr>
            <p:cNvSpPr>
              <a:spLocks noChangeArrowheads="1"/>
            </p:cNvSpPr>
            <p:nvPr/>
          </p:nvSpPr>
          <p:spPr bwMode="auto">
            <a:xfrm>
              <a:off x="1403350" y="1881188"/>
              <a:ext cx="1404938" cy="1408113"/>
            </a:xfrm>
            <a:prstGeom prst="ellipse">
              <a:avLst/>
            </a:prstGeom>
            <a:solidFill>
              <a:schemeClr val="accent4"/>
            </a:solidFill>
            <a:ln>
              <a:noFill/>
            </a:ln>
            <a:effectLst>
              <a:outerShdw blurRad="88900" dist="76200" sx="96000" sy="96000" algn="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71" name="Freeform 92">
              <a:extLst>
                <a:ext uri="{FF2B5EF4-FFF2-40B4-BE49-F238E27FC236}">
                  <a16:creationId xmlns:a16="http://schemas.microsoft.com/office/drawing/2014/main" id="{F161E93B-CD7A-43FC-82C1-FEFB27962ABC}"/>
                </a:ext>
              </a:extLst>
            </p:cNvPr>
            <p:cNvSpPr>
              <a:spLocks/>
            </p:cNvSpPr>
            <p:nvPr/>
          </p:nvSpPr>
          <p:spPr bwMode="auto">
            <a:xfrm>
              <a:off x="1608138" y="2085976"/>
              <a:ext cx="1268413" cy="1273175"/>
            </a:xfrm>
            <a:custGeom>
              <a:avLst/>
              <a:gdLst>
                <a:gd name="T0" fmla="*/ 259 w 330"/>
                <a:gd name="T1" fmla="*/ 1 h 330"/>
                <a:gd name="T2" fmla="*/ 258 w 330"/>
                <a:gd name="T3" fmla="*/ 0 h 330"/>
                <a:gd name="T4" fmla="*/ 257 w 330"/>
                <a:gd name="T5" fmla="*/ 257 h 330"/>
                <a:gd name="T6" fmla="*/ 0 w 330"/>
                <a:gd name="T7" fmla="*/ 258 h 330"/>
                <a:gd name="T8" fmla="*/ 1 w 330"/>
                <a:gd name="T9" fmla="*/ 259 h 330"/>
                <a:gd name="T10" fmla="*/ 259 w 330"/>
                <a:gd name="T11" fmla="*/ 259 h 330"/>
                <a:gd name="T12" fmla="*/ 259 w 330"/>
                <a:gd name="T13" fmla="*/ 1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259" y="1"/>
                  </a:moveTo>
                  <a:cubicBezTo>
                    <a:pt x="258" y="0"/>
                    <a:pt x="258" y="0"/>
                    <a:pt x="258" y="0"/>
                  </a:cubicBezTo>
                  <a:cubicBezTo>
                    <a:pt x="328" y="71"/>
                    <a:pt x="328" y="186"/>
                    <a:pt x="257" y="257"/>
                  </a:cubicBezTo>
                  <a:cubicBezTo>
                    <a:pt x="186" y="328"/>
                    <a:pt x="71" y="328"/>
                    <a:pt x="0" y="258"/>
                  </a:cubicBezTo>
                  <a:cubicBezTo>
                    <a:pt x="1" y="259"/>
                    <a:pt x="1" y="259"/>
                    <a:pt x="1" y="259"/>
                  </a:cubicBezTo>
                  <a:cubicBezTo>
                    <a:pt x="72" y="330"/>
                    <a:pt x="188" y="330"/>
                    <a:pt x="259" y="259"/>
                  </a:cubicBezTo>
                  <a:cubicBezTo>
                    <a:pt x="330" y="188"/>
                    <a:pt x="330" y="72"/>
                    <a:pt x="259" y="1"/>
                  </a:cubicBezTo>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2" name="Freeform 93">
              <a:extLst>
                <a:ext uri="{FF2B5EF4-FFF2-40B4-BE49-F238E27FC236}">
                  <a16:creationId xmlns:a16="http://schemas.microsoft.com/office/drawing/2014/main" id="{0BF043F5-C215-425C-B881-94B6CF2A8FB3}"/>
                </a:ext>
              </a:extLst>
            </p:cNvPr>
            <p:cNvSpPr>
              <a:spLocks noEditPoints="1"/>
            </p:cNvSpPr>
            <p:nvPr/>
          </p:nvSpPr>
          <p:spPr bwMode="auto">
            <a:xfrm>
              <a:off x="1457325" y="1935163"/>
              <a:ext cx="1062038" cy="1150938"/>
            </a:xfrm>
            <a:custGeom>
              <a:avLst/>
              <a:gdLst>
                <a:gd name="T0" fmla="*/ 0 w 276"/>
                <a:gd name="T1" fmla="*/ 239 h 298"/>
                <a:gd name="T2" fmla="*/ 40 w 276"/>
                <a:gd name="T3" fmla="*/ 298 h 298"/>
                <a:gd name="T4" fmla="*/ 40 w 276"/>
                <a:gd name="T5" fmla="*/ 298 h 298"/>
                <a:gd name="T6" fmla="*/ 0 w 276"/>
                <a:gd name="T7" fmla="*/ 239 h 298"/>
                <a:gd name="T8" fmla="*/ 99 w 276"/>
                <a:gd name="T9" fmla="*/ 0 h 298"/>
                <a:gd name="T10" fmla="*/ 40 w 276"/>
                <a:gd name="T11" fmla="*/ 40 h 298"/>
                <a:gd name="T12" fmla="*/ 0 w 276"/>
                <a:gd name="T13" fmla="*/ 99 h 298"/>
                <a:gd name="T14" fmla="*/ 99 w 276"/>
                <a:gd name="T15" fmla="*/ 0 h 298"/>
                <a:gd name="T16" fmla="*/ 239 w 276"/>
                <a:gd name="T17" fmla="*/ 0 h 298"/>
                <a:gd name="T18" fmla="*/ 275 w 276"/>
                <a:gd name="T19" fmla="*/ 21 h 298"/>
                <a:gd name="T20" fmla="*/ 276 w 276"/>
                <a:gd name="T21" fmla="*/ 21 h 298"/>
                <a:gd name="T22" fmla="*/ 239 w 276"/>
                <a:gd name="T23"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 h="298">
                  <a:moveTo>
                    <a:pt x="0" y="239"/>
                  </a:moveTo>
                  <a:cubicBezTo>
                    <a:pt x="9" y="260"/>
                    <a:pt x="22" y="280"/>
                    <a:pt x="40" y="298"/>
                  </a:cubicBezTo>
                  <a:cubicBezTo>
                    <a:pt x="40" y="298"/>
                    <a:pt x="40" y="298"/>
                    <a:pt x="40" y="298"/>
                  </a:cubicBezTo>
                  <a:cubicBezTo>
                    <a:pt x="23" y="281"/>
                    <a:pt x="9" y="261"/>
                    <a:pt x="0" y="239"/>
                  </a:cubicBezTo>
                  <a:moveTo>
                    <a:pt x="99" y="0"/>
                  </a:moveTo>
                  <a:cubicBezTo>
                    <a:pt x="77" y="9"/>
                    <a:pt x="57" y="22"/>
                    <a:pt x="40" y="40"/>
                  </a:cubicBezTo>
                  <a:cubicBezTo>
                    <a:pt x="22" y="57"/>
                    <a:pt x="9" y="77"/>
                    <a:pt x="0" y="99"/>
                  </a:cubicBezTo>
                  <a:cubicBezTo>
                    <a:pt x="19" y="54"/>
                    <a:pt x="55" y="19"/>
                    <a:pt x="99" y="0"/>
                  </a:cubicBezTo>
                  <a:moveTo>
                    <a:pt x="239" y="0"/>
                  </a:moveTo>
                  <a:cubicBezTo>
                    <a:pt x="252" y="6"/>
                    <a:pt x="264" y="13"/>
                    <a:pt x="275" y="21"/>
                  </a:cubicBezTo>
                  <a:cubicBezTo>
                    <a:pt x="275" y="21"/>
                    <a:pt x="276" y="21"/>
                    <a:pt x="276" y="21"/>
                  </a:cubicBezTo>
                  <a:cubicBezTo>
                    <a:pt x="264" y="13"/>
                    <a:pt x="252" y="6"/>
                    <a:pt x="239"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3" name="Freeform 94">
              <a:extLst>
                <a:ext uri="{FF2B5EF4-FFF2-40B4-BE49-F238E27FC236}">
                  <a16:creationId xmlns:a16="http://schemas.microsoft.com/office/drawing/2014/main" id="{CD4FA8EA-A386-4DA2-93B6-710653A223F3}"/>
                </a:ext>
              </a:extLst>
            </p:cNvPr>
            <p:cNvSpPr>
              <a:spLocks noEditPoints="1"/>
            </p:cNvSpPr>
            <p:nvPr/>
          </p:nvSpPr>
          <p:spPr bwMode="auto">
            <a:xfrm>
              <a:off x="2516188" y="2016126"/>
              <a:ext cx="87313" cy="74613"/>
            </a:xfrm>
            <a:custGeom>
              <a:avLst/>
              <a:gdLst>
                <a:gd name="T0" fmla="*/ 17 w 23"/>
                <a:gd name="T1" fmla="*/ 13 h 19"/>
                <a:gd name="T2" fmla="*/ 23 w 23"/>
                <a:gd name="T3" fmla="*/ 19 h 19"/>
                <a:gd name="T4" fmla="*/ 23 w 23"/>
                <a:gd name="T5" fmla="*/ 19 h 19"/>
                <a:gd name="T6" fmla="*/ 23 w 23"/>
                <a:gd name="T7" fmla="*/ 19 h 19"/>
                <a:gd name="T8" fmla="*/ 23 w 23"/>
                <a:gd name="T9" fmla="*/ 19 h 19"/>
                <a:gd name="T10" fmla="*/ 17 w 23"/>
                <a:gd name="T11" fmla="*/ 13 h 19"/>
                <a:gd name="T12" fmla="*/ 17 w 23"/>
                <a:gd name="T13" fmla="*/ 13 h 19"/>
                <a:gd name="T14" fmla="*/ 0 w 23"/>
                <a:gd name="T15" fmla="*/ 0 h 19"/>
                <a:gd name="T16" fmla="*/ 0 w 23"/>
                <a:gd name="T17" fmla="*/ 0 h 19"/>
                <a:gd name="T18" fmla="*/ 1 w 23"/>
                <a:gd name="T19" fmla="*/ 0 h 19"/>
                <a:gd name="T20" fmla="*/ 1 w 23"/>
                <a:gd name="T21" fmla="*/ 0 h 19"/>
                <a:gd name="T22" fmla="*/ 0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17" y="13"/>
                  </a:moveTo>
                  <a:cubicBezTo>
                    <a:pt x="19" y="15"/>
                    <a:pt x="21" y="17"/>
                    <a:pt x="23" y="19"/>
                  </a:cubicBezTo>
                  <a:cubicBezTo>
                    <a:pt x="23" y="19"/>
                    <a:pt x="23" y="19"/>
                    <a:pt x="23" y="19"/>
                  </a:cubicBezTo>
                  <a:cubicBezTo>
                    <a:pt x="23" y="19"/>
                    <a:pt x="23" y="19"/>
                    <a:pt x="23" y="19"/>
                  </a:cubicBezTo>
                  <a:cubicBezTo>
                    <a:pt x="23" y="19"/>
                    <a:pt x="23" y="19"/>
                    <a:pt x="23" y="19"/>
                  </a:cubicBezTo>
                  <a:cubicBezTo>
                    <a:pt x="21" y="17"/>
                    <a:pt x="19" y="15"/>
                    <a:pt x="17" y="13"/>
                  </a:cubicBezTo>
                  <a:cubicBezTo>
                    <a:pt x="17" y="13"/>
                    <a:pt x="17" y="13"/>
                    <a:pt x="17" y="13"/>
                  </a:cubicBezTo>
                  <a:moveTo>
                    <a:pt x="0" y="0"/>
                  </a:moveTo>
                  <a:cubicBezTo>
                    <a:pt x="0" y="0"/>
                    <a:pt x="0" y="0"/>
                    <a:pt x="0" y="0"/>
                  </a:cubicBezTo>
                  <a:cubicBezTo>
                    <a:pt x="0" y="0"/>
                    <a:pt x="1" y="0"/>
                    <a:pt x="1" y="0"/>
                  </a:cubicBezTo>
                  <a:cubicBezTo>
                    <a:pt x="1" y="0"/>
                    <a:pt x="1" y="0"/>
                    <a:pt x="1" y="0"/>
                  </a:cubicBezTo>
                  <a:cubicBezTo>
                    <a:pt x="1" y="0"/>
                    <a:pt x="0" y="0"/>
                    <a:pt x="0" y="0"/>
                  </a:cubicBezTo>
                </a:path>
              </a:pathLst>
            </a:custGeom>
            <a:solidFill>
              <a:srgbClr val="FFA8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4" name="Freeform 95">
              <a:extLst>
                <a:ext uri="{FF2B5EF4-FFF2-40B4-BE49-F238E27FC236}">
                  <a16:creationId xmlns:a16="http://schemas.microsoft.com/office/drawing/2014/main" id="{A59CBB12-BFE8-4A5F-91F4-B1E78E5476DF}"/>
                </a:ext>
              </a:extLst>
            </p:cNvPr>
            <p:cNvSpPr>
              <a:spLocks/>
            </p:cNvSpPr>
            <p:nvPr/>
          </p:nvSpPr>
          <p:spPr bwMode="auto">
            <a:xfrm>
              <a:off x="2516188" y="2016126"/>
              <a:ext cx="65088" cy="50800"/>
            </a:xfrm>
            <a:custGeom>
              <a:avLst/>
              <a:gdLst>
                <a:gd name="T0" fmla="*/ 0 w 17"/>
                <a:gd name="T1" fmla="*/ 0 h 13"/>
                <a:gd name="T2" fmla="*/ 17 w 17"/>
                <a:gd name="T3" fmla="*/ 13 h 13"/>
                <a:gd name="T4" fmla="*/ 17 w 17"/>
                <a:gd name="T5" fmla="*/ 13 h 13"/>
                <a:gd name="T6" fmla="*/ 1 w 17"/>
                <a:gd name="T7" fmla="*/ 0 h 13"/>
                <a:gd name="T8" fmla="*/ 0 w 17"/>
                <a:gd name="T9" fmla="*/ 0 h 13"/>
              </a:gdLst>
              <a:ahLst/>
              <a:cxnLst>
                <a:cxn ang="0">
                  <a:pos x="T0" y="T1"/>
                </a:cxn>
                <a:cxn ang="0">
                  <a:pos x="T2" y="T3"/>
                </a:cxn>
                <a:cxn ang="0">
                  <a:pos x="T4" y="T5"/>
                </a:cxn>
                <a:cxn ang="0">
                  <a:pos x="T6" y="T7"/>
                </a:cxn>
                <a:cxn ang="0">
                  <a:pos x="T8" y="T9"/>
                </a:cxn>
              </a:cxnLst>
              <a:rect l="0" t="0" r="r" b="b"/>
              <a:pathLst>
                <a:path w="17" h="13">
                  <a:moveTo>
                    <a:pt x="0" y="0"/>
                  </a:moveTo>
                  <a:cubicBezTo>
                    <a:pt x="6" y="4"/>
                    <a:pt x="12" y="9"/>
                    <a:pt x="17" y="13"/>
                  </a:cubicBezTo>
                  <a:cubicBezTo>
                    <a:pt x="17" y="13"/>
                    <a:pt x="17" y="13"/>
                    <a:pt x="17" y="13"/>
                  </a:cubicBezTo>
                  <a:cubicBezTo>
                    <a:pt x="12" y="9"/>
                    <a:pt x="6" y="4"/>
                    <a:pt x="1" y="0"/>
                  </a:cubicBezTo>
                  <a:cubicBezTo>
                    <a:pt x="1" y="0"/>
                    <a:pt x="0" y="0"/>
                    <a:pt x="0" y="0"/>
                  </a:cubicBezTo>
                </a:path>
              </a:pathLst>
            </a:custGeom>
            <a:solidFill>
              <a:srgbClr val="D6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5" name="Freeform 96">
              <a:extLst>
                <a:ext uri="{FF2B5EF4-FFF2-40B4-BE49-F238E27FC236}">
                  <a16:creationId xmlns:a16="http://schemas.microsoft.com/office/drawing/2014/main" id="{64D11E54-AAC6-4D56-8CA9-ACEB61A3FD1A}"/>
                </a:ext>
              </a:extLst>
            </p:cNvPr>
            <p:cNvSpPr>
              <a:spLocks/>
            </p:cNvSpPr>
            <p:nvPr/>
          </p:nvSpPr>
          <p:spPr bwMode="auto">
            <a:xfrm>
              <a:off x="1354138" y="1881188"/>
              <a:ext cx="1254125" cy="1208088"/>
            </a:xfrm>
            <a:custGeom>
              <a:avLst/>
              <a:gdLst>
                <a:gd name="T0" fmla="*/ 196 w 326"/>
                <a:gd name="T1" fmla="*/ 0 h 313"/>
                <a:gd name="T2" fmla="*/ 126 w 326"/>
                <a:gd name="T3" fmla="*/ 14 h 313"/>
                <a:gd name="T4" fmla="*/ 27 w 326"/>
                <a:gd name="T5" fmla="*/ 113 h 313"/>
                <a:gd name="T6" fmla="*/ 27 w 326"/>
                <a:gd name="T7" fmla="*/ 253 h 313"/>
                <a:gd name="T8" fmla="*/ 67 w 326"/>
                <a:gd name="T9" fmla="*/ 312 h 313"/>
                <a:gd name="T10" fmla="*/ 66 w 326"/>
                <a:gd name="T11" fmla="*/ 311 h 313"/>
                <a:gd name="T12" fmla="*/ 68 w 326"/>
                <a:gd name="T13" fmla="*/ 313 h 313"/>
                <a:gd name="T14" fmla="*/ 71 w 326"/>
                <a:gd name="T15" fmla="*/ 58 h 313"/>
                <a:gd name="T16" fmla="*/ 200 w 326"/>
                <a:gd name="T17" fmla="*/ 4 h 313"/>
                <a:gd name="T18" fmla="*/ 326 w 326"/>
                <a:gd name="T19" fmla="*/ 55 h 313"/>
                <a:gd name="T20" fmla="*/ 324 w 326"/>
                <a:gd name="T21" fmla="*/ 53 h 313"/>
                <a:gd name="T22" fmla="*/ 325 w 326"/>
                <a:gd name="T23" fmla="*/ 54 h 313"/>
                <a:gd name="T24" fmla="*/ 319 w 326"/>
                <a:gd name="T25" fmla="*/ 48 h 313"/>
                <a:gd name="T26" fmla="*/ 302 w 326"/>
                <a:gd name="T27" fmla="*/ 35 h 313"/>
                <a:gd name="T28" fmla="*/ 302 w 326"/>
                <a:gd name="T29" fmla="*/ 35 h 313"/>
                <a:gd name="T30" fmla="*/ 266 w 326"/>
                <a:gd name="T31" fmla="*/ 14 h 313"/>
                <a:gd name="T32" fmla="*/ 196 w 326"/>
                <a:gd name="T33"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6" h="313">
                  <a:moveTo>
                    <a:pt x="196" y="0"/>
                  </a:moveTo>
                  <a:cubicBezTo>
                    <a:pt x="172" y="0"/>
                    <a:pt x="148" y="5"/>
                    <a:pt x="126" y="14"/>
                  </a:cubicBezTo>
                  <a:cubicBezTo>
                    <a:pt x="82" y="33"/>
                    <a:pt x="46" y="68"/>
                    <a:pt x="27" y="113"/>
                  </a:cubicBezTo>
                  <a:cubicBezTo>
                    <a:pt x="9" y="157"/>
                    <a:pt x="9" y="208"/>
                    <a:pt x="27" y="253"/>
                  </a:cubicBezTo>
                  <a:cubicBezTo>
                    <a:pt x="36" y="275"/>
                    <a:pt x="50" y="295"/>
                    <a:pt x="67" y="312"/>
                  </a:cubicBezTo>
                  <a:cubicBezTo>
                    <a:pt x="66" y="311"/>
                    <a:pt x="66" y="311"/>
                    <a:pt x="66" y="311"/>
                  </a:cubicBezTo>
                  <a:cubicBezTo>
                    <a:pt x="67" y="312"/>
                    <a:pt x="68" y="313"/>
                    <a:pt x="68" y="313"/>
                  </a:cubicBezTo>
                  <a:cubicBezTo>
                    <a:pt x="0" y="242"/>
                    <a:pt x="0" y="128"/>
                    <a:pt x="71" y="58"/>
                  </a:cubicBezTo>
                  <a:cubicBezTo>
                    <a:pt x="106" y="22"/>
                    <a:pt x="153" y="4"/>
                    <a:pt x="200" y="4"/>
                  </a:cubicBezTo>
                  <a:cubicBezTo>
                    <a:pt x="245" y="4"/>
                    <a:pt x="291" y="21"/>
                    <a:pt x="326" y="55"/>
                  </a:cubicBezTo>
                  <a:cubicBezTo>
                    <a:pt x="325" y="55"/>
                    <a:pt x="325" y="54"/>
                    <a:pt x="324" y="53"/>
                  </a:cubicBezTo>
                  <a:cubicBezTo>
                    <a:pt x="325" y="54"/>
                    <a:pt x="325" y="54"/>
                    <a:pt x="325" y="54"/>
                  </a:cubicBezTo>
                  <a:cubicBezTo>
                    <a:pt x="323" y="52"/>
                    <a:pt x="321" y="50"/>
                    <a:pt x="319" y="48"/>
                  </a:cubicBezTo>
                  <a:cubicBezTo>
                    <a:pt x="314" y="44"/>
                    <a:pt x="308" y="39"/>
                    <a:pt x="302" y="35"/>
                  </a:cubicBezTo>
                  <a:cubicBezTo>
                    <a:pt x="302" y="35"/>
                    <a:pt x="302" y="35"/>
                    <a:pt x="302" y="35"/>
                  </a:cubicBezTo>
                  <a:cubicBezTo>
                    <a:pt x="291" y="27"/>
                    <a:pt x="279" y="20"/>
                    <a:pt x="266" y="14"/>
                  </a:cubicBezTo>
                  <a:cubicBezTo>
                    <a:pt x="243" y="5"/>
                    <a:pt x="220" y="0"/>
                    <a:pt x="196" y="0"/>
                  </a:cubicBezTo>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6" name="Freeform 97">
              <a:extLst>
                <a:ext uri="{FF2B5EF4-FFF2-40B4-BE49-F238E27FC236}">
                  <a16:creationId xmlns:a16="http://schemas.microsoft.com/office/drawing/2014/main" id="{7FDAA5A2-1558-45C6-BF35-3B4F9CB16FA2}"/>
                </a:ext>
              </a:extLst>
            </p:cNvPr>
            <p:cNvSpPr>
              <a:spLocks noEditPoints="1"/>
            </p:cNvSpPr>
            <p:nvPr/>
          </p:nvSpPr>
          <p:spPr bwMode="auto">
            <a:xfrm>
              <a:off x="1608138" y="2085976"/>
              <a:ext cx="1003300" cy="1006475"/>
            </a:xfrm>
            <a:custGeom>
              <a:avLst/>
              <a:gdLst>
                <a:gd name="T0" fmla="*/ 0 w 261"/>
                <a:gd name="T1" fmla="*/ 258 h 261"/>
                <a:gd name="T2" fmla="*/ 1 w 261"/>
                <a:gd name="T3" fmla="*/ 259 h 261"/>
                <a:gd name="T4" fmla="*/ 1 w 261"/>
                <a:gd name="T5" fmla="*/ 259 h 261"/>
                <a:gd name="T6" fmla="*/ 1 w 261"/>
                <a:gd name="T7" fmla="*/ 259 h 261"/>
                <a:gd name="T8" fmla="*/ 3 w 261"/>
                <a:gd name="T9" fmla="*/ 261 h 261"/>
                <a:gd name="T10" fmla="*/ 2 w 261"/>
                <a:gd name="T11" fmla="*/ 260 h 261"/>
                <a:gd name="T12" fmla="*/ 0 w 261"/>
                <a:gd name="T13" fmla="*/ 258 h 261"/>
                <a:gd name="T14" fmla="*/ 258 w 261"/>
                <a:gd name="T15" fmla="*/ 0 h 261"/>
                <a:gd name="T16" fmla="*/ 260 w 261"/>
                <a:gd name="T17" fmla="*/ 2 h 261"/>
                <a:gd name="T18" fmla="*/ 261 w 261"/>
                <a:gd name="T19" fmla="*/ 3 h 261"/>
                <a:gd name="T20" fmla="*/ 259 w 261"/>
                <a:gd name="T21" fmla="*/ 1 h 261"/>
                <a:gd name="T22" fmla="*/ 259 w 261"/>
                <a:gd name="T23" fmla="*/ 1 h 261"/>
                <a:gd name="T24" fmla="*/ 259 w 261"/>
                <a:gd name="T25" fmla="*/ 1 h 261"/>
                <a:gd name="T26" fmla="*/ 258 w 261"/>
                <a:gd name="T2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261">
                  <a:moveTo>
                    <a:pt x="0" y="258"/>
                  </a:moveTo>
                  <a:cubicBezTo>
                    <a:pt x="1" y="259"/>
                    <a:pt x="1" y="259"/>
                    <a:pt x="1" y="259"/>
                  </a:cubicBezTo>
                  <a:cubicBezTo>
                    <a:pt x="1" y="259"/>
                    <a:pt x="1" y="259"/>
                    <a:pt x="1" y="259"/>
                  </a:cubicBezTo>
                  <a:cubicBezTo>
                    <a:pt x="1" y="259"/>
                    <a:pt x="1" y="259"/>
                    <a:pt x="1" y="259"/>
                  </a:cubicBezTo>
                  <a:cubicBezTo>
                    <a:pt x="2" y="260"/>
                    <a:pt x="2" y="260"/>
                    <a:pt x="3" y="261"/>
                  </a:cubicBezTo>
                  <a:cubicBezTo>
                    <a:pt x="3" y="261"/>
                    <a:pt x="3" y="260"/>
                    <a:pt x="2" y="260"/>
                  </a:cubicBezTo>
                  <a:cubicBezTo>
                    <a:pt x="2" y="260"/>
                    <a:pt x="1" y="259"/>
                    <a:pt x="0" y="258"/>
                  </a:cubicBezTo>
                  <a:moveTo>
                    <a:pt x="258" y="0"/>
                  </a:moveTo>
                  <a:cubicBezTo>
                    <a:pt x="259" y="1"/>
                    <a:pt x="259" y="2"/>
                    <a:pt x="260" y="2"/>
                  </a:cubicBezTo>
                  <a:cubicBezTo>
                    <a:pt x="260" y="3"/>
                    <a:pt x="261" y="3"/>
                    <a:pt x="261" y="3"/>
                  </a:cubicBezTo>
                  <a:cubicBezTo>
                    <a:pt x="260" y="2"/>
                    <a:pt x="259" y="2"/>
                    <a:pt x="259" y="1"/>
                  </a:cubicBezTo>
                  <a:cubicBezTo>
                    <a:pt x="259" y="1"/>
                    <a:pt x="259" y="1"/>
                    <a:pt x="259" y="1"/>
                  </a:cubicBezTo>
                  <a:cubicBezTo>
                    <a:pt x="259" y="1"/>
                    <a:pt x="259" y="1"/>
                    <a:pt x="259" y="1"/>
                  </a:cubicBezTo>
                  <a:cubicBezTo>
                    <a:pt x="258" y="0"/>
                    <a:pt x="258" y="0"/>
                    <a:pt x="258" y="0"/>
                  </a:cubicBezTo>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77" name="Group 176">
            <a:extLst>
              <a:ext uri="{FF2B5EF4-FFF2-40B4-BE49-F238E27FC236}">
                <a16:creationId xmlns:a16="http://schemas.microsoft.com/office/drawing/2014/main" id="{1C559565-493E-47CF-B105-47DDADC8A218}"/>
              </a:ext>
            </a:extLst>
          </p:cNvPr>
          <p:cNvGrpSpPr/>
          <p:nvPr/>
        </p:nvGrpSpPr>
        <p:grpSpPr>
          <a:xfrm>
            <a:off x="7563232" y="2058990"/>
            <a:ext cx="1062421" cy="1064062"/>
            <a:chOff x="6345238" y="4948238"/>
            <a:chExt cx="1027113" cy="1028700"/>
          </a:xfrm>
          <a:effectLst>
            <a:outerShdw blurRad="114300" dist="76200" dir="2700000" sx="102000" sy="102000" algn="tl" rotWithShape="0">
              <a:prstClr val="black">
                <a:alpha val="25000"/>
              </a:prstClr>
            </a:outerShdw>
          </a:effectLst>
        </p:grpSpPr>
        <p:sp>
          <p:nvSpPr>
            <p:cNvPr id="178" name="Oval 56">
              <a:extLst>
                <a:ext uri="{FF2B5EF4-FFF2-40B4-BE49-F238E27FC236}">
                  <a16:creationId xmlns:a16="http://schemas.microsoft.com/office/drawing/2014/main" id="{4EB6AF07-F739-47E8-930F-8DE2DA7A83F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79" name="Oval 57">
              <a:extLst>
                <a:ext uri="{FF2B5EF4-FFF2-40B4-BE49-F238E27FC236}">
                  <a16:creationId xmlns:a16="http://schemas.microsoft.com/office/drawing/2014/main" id="{AE2ED540-BC76-44A2-83E3-700FBAAB4D3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95" name="Group 194">
            <a:extLst>
              <a:ext uri="{FF2B5EF4-FFF2-40B4-BE49-F238E27FC236}">
                <a16:creationId xmlns:a16="http://schemas.microsoft.com/office/drawing/2014/main" id="{F1569D3F-5B02-480A-B471-CCA37E33CDE0}"/>
              </a:ext>
            </a:extLst>
          </p:cNvPr>
          <p:cNvGrpSpPr/>
          <p:nvPr/>
        </p:nvGrpSpPr>
        <p:grpSpPr>
          <a:xfrm>
            <a:off x="9550782" y="2058990"/>
            <a:ext cx="1062421" cy="1064062"/>
            <a:chOff x="6345238" y="4948238"/>
            <a:chExt cx="1027113" cy="1028700"/>
          </a:xfrm>
          <a:effectLst>
            <a:outerShdw blurRad="114300" dist="76200" dir="2700000" sx="102000" sy="102000" algn="tl" rotWithShape="0">
              <a:prstClr val="black">
                <a:alpha val="25000"/>
              </a:prstClr>
            </a:outerShdw>
          </a:effectLst>
        </p:grpSpPr>
        <p:sp>
          <p:nvSpPr>
            <p:cNvPr id="196" name="Oval 56">
              <a:extLst>
                <a:ext uri="{FF2B5EF4-FFF2-40B4-BE49-F238E27FC236}">
                  <a16:creationId xmlns:a16="http://schemas.microsoft.com/office/drawing/2014/main" id="{0A0D8D14-5B17-4768-8EC9-3742FA81A2C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97" name="Oval 57">
              <a:extLst>
                <a:ext uri="{FF2B5EF4-FFF2-40B4-BE49-F238E27FC236}">
                  <a16:creationId xmlns:a16="http://schemas.microsoft.com/office/drawing/2014/main" id="{42BF1C24-15E3-44FA-B8BF-5E5EB9EA855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 name="Group 10">
            <a:extLst>
              <a:ext uri="{FF2B5EF4-FFF2-40B4-BE49-F238E27FC236}">
                <a16:creationId xmlns:a16="http://schemas.microsoft.com/office/drawing/2014/main" id="{14F2EFD0-EBB2-489C-B981-1A80D8629CAB}"/>
              </a:ext>
            </a:extLst>
          </p:cNvPr>
          <p:cNvGrpSpPr/>
          <p:nvPr/>
        </p:nvGrpSpPr>
        <p:grpSpPr>
          <a:xfrm>
            <a:off x="1346189" y="4662488"/>
            <a:ext cx="1506560" cy="1009580"/>
            <a:chOff x="1346189" y="4662488"/>
            <a:chExt cx="1506560" cy="1009580"/>
          </a:xfrm>
        </p:grpSpPr>
        <p:sp>
          <p:nvSpPr>
            <p:cNvPr id="124" name="Rectangle 122">
              <a:extLst>
                <a:ext uri="{FF2B5EF4-FFF2-40B4-BE49-F238E27FC236}">
                  <a16:creationId xmlns:a16="http://schemas.microsoft.com/office/drawing/2014/main" id="{78C7376E-74A4-404D-89C7-D17F6AC23BE7}"/>
                </a:ext>
              </a:extLst>
            </p:cNvPr>
            <p:cNvSpPr>
              <a:spLocks noChangeArrowheads="1"/>
            </p:cNvSpPr>
            <p:nvPr/>
          </p:nvSpPr>
          <p:spPr bwMode="auto">
            <a:xfrm>
              <a:off x="1677817" y="466248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1"/>
                  </a:solidFill>
                  <a:effectLst/>
                  <a:latin typeface="Open Sans" panose="020B0606030504020204" pitchFamily="34" charset="0"/>
                </a:rPr>
                <a:t>STEP 01</a:t>
              </a:r>
              <a:endParaRPr kumimoji="0" lang="ru-UA" altLang="ru-UA" sz="1800" b="0" i="0" u="none" strike="noStrike" cap="none" normalizeH="0" baseline="0">
                <a:ln>
                  <a:noFill/>
                </a:ln>
                <a:solidFill>
                  <a:schemeClr val="accent1"/>
                </a:solidFill>
                <a:effectLst/>
              </a:endParaRPr>
            </a:p>
          </p:txBody>
        </p:sp>
        <p:sp>
          <p:nvSpPr>
            <p:cNvPr id="198" name="Text_02">
              <a:extLst>
                <a:ext uri="{FF2B5EF4-FFF2-40B4-BE49-F238E27FC236}">
                  <a16:creationId xmlns:a16="http://schemas.microsoft.com/office/drawing/2014/main" id="{8289A4CA-63B2-4F4B-A6BD-0F444BA69E90}"/>
                </a:ext>
              </a:extLst>
            </p:cNvPr>
            <p:cNvSpPr txBox="1"/>
            <p:nvPr/>
          </p:nvSpPr>
          <p:spPr>
            <a:xfrm>
              <a:off x="1346189" y="4964182"/>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10" name="Group 9">
            <a:extLst>
              <a:ext uri="{FF2B5EF4-FFF2-40B4-BE49-F238E27FC236}">
                <a16:creationId xmlns:a16="http://schemas.microsoft.com/office/drawing/2014/main" id="{57C37B65-64EA-45F0-BE9B-3A38335CC2B4}"/>
              </a:ext>
            </a:extLst>
          </p:cNvPr>
          <p:cNvGrpSpPr/>
          <p:nvPr/>
        </p:nvGrpSpPr>
        <p:grpSpPr>
          <a:xfrm>
            <a:off x="3332871" y="4662488"/>
            <a:ext cx="1506560" cy="1009580"/>
            <a:chOff x="3332871" y="4662488"/>
            <a:chExt cx="1506560" cy="1009580"/>
          </a:xfrm>
        </p:grpSpPr>
        <p:sp>
          <p:nvSpPr>
            <p:cNvPr id="125" name="Rectangle 123">
              <a:extLst>
                <a:ext uri="{FF2B5EF4-FFF2-40B4-BE49-F238E27FC236}">
                  <a16:creationId xmlns:a16="http://schemas.microsoft.com/office/drawing/2014/main" id="{3CC7DB8D-4C78-4B79-8305-3F080174E2EC}"/>
                </a:ext>
              </a:extLst>
            </p:cNvPr>
            <p:cNvSpPr>
              <a:spLocks noChangeArrowheads="1"/>
            </p:cNvSpPr>
            <p:nvPr/>
          </p:nvSpPr>
          <p:spPr bwMode="auto">
            <a:xfrm>
              <a:off x="3671717" y="466248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2"/>
                  </a:solidFill>
                  <a:effectLst/>
                  <a:latin typeface="Open Sans" panose="020B0606030504020204" pitchFamily="34" charset="0"/>
                </a:rPr>
                <a:t>STEP 02</a:t>
              </a:r>
              <a:endParaRPr kumimoji="0" lang="ru-UA" altLang="ru-UA" sz="1800" b="0" i="0" u="none" strike="noStrike" cap="none" normalizeH="0" baseline="0">
                <a:ln>
                  <a:noFill/>
                </a:ln>
                <a:solidFill>
                  <a:schemeClr val="accent2"/>
                </a:solidFill>
                <a:effectLst/>
              </a:endParaRPr>
            </a:p>
          </p:txBody>
        </p:sp>
        <p:sp>
          <p:nvSpPr>
            <p:cNvPr id="199" name="Text_02">
              <a:extLst>
                <a:ext uri="{FF2B5EF4-FFF2-40B4-BE49-F238E27FC236}">
                  <a16:creationId xmlns:a16="http://schemas.microsoft.com/office/drawing/2014/main" id="{A34E80E2-ABDD-47C7-A534-492A660331D1}"/>
                </a:ext>
              </a:extLst>
            </p:cNvPr>
            <p:cNvSpPr txBox="1"/>
            <p:nvPr/>
          </p:nvSpPr>
          <p:spPr>
            <a:xfrm>
              <a:off x="3332871" y="4964182"/>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9" name="Group 8">
            <a:extLst>
              <a:ext uri="{FF2B5EF4-FFF2-40B4-BE49-F238E27FC236}">
                <a16:creationId xmlns:a16="http://schemas.microsoft.com/office/drawing/2014/main" id="{8433053D-35CC-4BF5-B6F5-18FFE293C2A1}"/>
              </a:ext>
            </a:extLst>
          </p:cNvPr>
          <p:cNvGrpSpPr/>
          <p:nvPr/>
        </p:nvGrpSpPr>
        <p:grpSpPr>
          <a:xfrm>
            <a:off x="5332710" y="4662488"/>
            <a:ext cx="1506560" cy="1009580"/>
            <a:chOff x="5332710" y="4662488"/>
            <a:chExt cx="1506560" cy="1009580"/>
          </a:xfrm>
        </p:grpSpPr>
        <p:sp>
          <p:nvSpPr>
            <p:cNvPr id="126" name="Rectangle 124">
              <a:extLst>
                <a:ext uri="{FF2B5EF4-FFF2-40B4-BE49-F238E27FC236}">
                  <a16:creationId xmlns:a16="http://schemas.microsoft.com/office/drawing/2014/main" id="{D5BD7A65-BE08-47BC-896F-250CA8E42F06}"/>
                </a:ext>
              </a:extLst>
            </p:cNvPr>
            <p:cNvSpPr>
              <a:spLocks noChangeArrowheads="1"/>
            </p:cNvSpPr>
            <p:nvPr/>
          </p:nvSpPr>
          <p:spPr bwMode="auto">
            <a:xfrm>
              <a:off x="5668792" y="466248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3"/>
                  </a:solidFill>
                  <a:effectLst/>
                  <a:latin typeface="Open Sans" panose="020B0606030504020204" pitchFamily="34" charset="0"/>
                </a:rPr>
                <a:t>STEP 03</a:t>
              </a:r>
              <a:endParaRPr kumimoji="0" lang="ru-UA" altLang="ru-UA" sz="1800" b="0" i="0" u="none" strike="noStrike" cap="none" normalizeH="0" baseline="0">
                <a:ln>
                  <a:noFill/>
                </a:ln>
                <a:solidFill>
                  <a:schemeClr val="accent3"/>
                </a:solidFill>
                <a:effectLst/>
              </a:endParaRPr>
            </a:p>
          </p:txBody>
        </p:sp>
        <p:sp>
          <p:nvSpPr>
            <p:cNvPr id="200" name="Text_02">
              <a:extLst>
                <a:ext uri="{FF2B5EF4-FFF2-40B4-BE49-F238E27FC236}">
                  <a16:creationId xmlns:a16="http://schemas.microsoft.com/office/drawing/2014/main" id="{64D27FD2-076D-4A40-9716-DC04FF38CDA2}"/>
                </a:ext>
              </a:extLst>
            </p:cNvPr>
            <p:cNvSpPr txBox="1"/>
            <p:nvPr/>
          </p:nvSpPr>
          <p:spPr>
            <a:xfrm>
              <a:off x="5332710" y="4964182"/>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12" name="Group 11">
            <a:extLst>
              <a:ext uri="{FF2B5EF4-FFF2-40B4-BE49-F238E27FC236}">
                <a16:creationId xmlns:a16="http://schemas.microsoft.com/office/drawing/2014/main" id="{FDF32360-9F53-480F-B98C-F6A0D4934509}"/>
              </a:ext>
            </a:extLst>
          </p:cNvPr>
          <p:cNvGrpSpPr/>
          <p:nvPr/>
        </p:nvGrpSpPr>
        <p:grpSpPr>
          <a:xfrm>
            <a:off x="7332549" y="4662488"/>
            <a:ext cx="1506560" cy="1009580"/>
            <a:chOff x="7332549" y="4662488"/>
            <a:chExt cx="1506560" cy="1009580"/>
          </a:xfrm>
        </p:grpSpPr>
        <p:sp>
          <p:nvSpPr>
            <p:cNvPr id="127" name="Rectangle 125">
              <a:extLst>
                <a:ext uri="{FF2B5EF4-FFF2-40B4-BE49-F238E27FC236}">
                  <a16:creationId xmlns:a16="http://schemas.microsoft.com/office/drawing/2014/main" id="{78216B80-C3BF-4735-9E5A-A2739C2AC7E2}"/>
                </a:ext>
              </a:extLst>
            </p:cNvPr>
            <p:cNvSpPr>
              <a:spLocks noChangeArrowheads="1"/>
            </p:cNvSpPr>
            <p:nvPr/>
          </p:nvSpPr>
          <p:spPr bwMode="auto">
            <a:xfrm>
              <a:off x="7661105" y="466248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4"/>
                  </a:solidFill>
                  <a:effectLst/>
                  <a:latin typeface="Open Sans" panose="020B0606030504020204" pitchFamily="34" charset="0"/>
                </a:rPr>
                <a:t>STEP 04</a:t>
              </a:r>
              <a:endParaRPr kumimoji="0" lang="ru-UA" altLang="ru-UA" sz="1800" b="0" i="0" u="none" strike="noStrike" cap="none" normalizeH="0" baseline="0">
                <a:ln>
                  <a:noFill/>
                </a:ln>
                <a:solidFill>
                  <a:schemeClr val="accent4"/>
                </a:solidFill>
                <a:effectLst/>
              </a:endParaRPr>
            </a:p>
          </p:txBody>
        </p:sp>
        <p:sp>
          <p:nvSpPr>
            <p:cNvPr id="201" name="Text_02">
              <a:extLst>
                <a:ext uri="{FF2B5EF4-FFF2-40B4-BE49-F238E27FC236}">
                  <a16:creationId xmlns:a16="http://schemas.microsoft.com/office/drawing/2014/main" id="{20BD0AC9-CD05-4DB9-82BF-4D9F37F21EDA}"/>
                </a:ext>
              </a:extLst>
            </p:cNvPr>
            <p:cNvSpPr txBox="1"/>
            <p:nvPr/>
          </p:nvSpPr>
          <p:spPr>
            <a:xfrm>
              <a:off x="7332549" y="4964182"/>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7" name="Group 6">
            <a:extLst>
              <a:ext uri="{FF2B5EF4-FFF2-40B4-BE49-F238E27FC236}">
                <a16:creationId xmlns:a16="http://schemas.microsoft.com/office/drawing/2014/main" id="{05001CB4-99CD-49CF-94EF-256244B7375D}"/>
              </a:ext>
            </a:extLst>
          </p:cNvPr>
          <p:cNvGrpSpPr/>
          <p:nvPr/>
        </p:nvGrpSpPr>
        <p:grpSpPr>
          <a:xfrm>
            <a:off x="9338966" y="4662488"/>
            <a:ext cx="1506560" cy="1009580"/>
            <a:chOff x="9338966" y="4662488"/>
            <a:chExt cx="1506560" cy="1009580"/>
          </a:xfrm>
        </p:grpSpPr>
        <p:sp>
          <p:nvSpPr>
            <p:cNvPr id="128" name="Rectangle 126">
              <a:extLst>
                <a:ext uri="{FF2B5EF4-FFF2-40B4-BE49-F238E27FC236}">
                  <a16:creationId xmlns:a16="http://schemas.microsoft.com/office/drawing/2014/main" id="{D9D97003-BD79-4AD2-A1F6-B7053A8EC8AD}"/>
                </a:ext>
              </a:extLst>
            </p:cNvPr>
            <p:cNvSpPr>
              <a:spLocks noChangeArrowheads="1"/>
            </p:cNvSpPr>
            <p:nvPr/>
          </p:nvSpPr>
          <p:spPr bwMode="auto">
            <a:xfrm>
              <a:off x="9658180" y="466248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5"/>
                  </a:solidFill>
                  <a:effectLst/>
                  <a:latin typeface="Open Sans" panose="020B0606030504020204" pitchFamily="34" charset="0"/>
                </a:rPr>
                <a:t>STEP 05</a:t>
              </a:r>
              <a:endParaRPr kumimoji="0" lang="ru-UA" altLang="ru-UA" sz="1800" b="0" i="0" u="none" strike="noStrike" cap="none" normalizeH="0" baseline="0">
                <a:ln>
                  <a:noFill/>
                </a:ln>
                <a:solidFill>
                  <a:schemeClr val="accent5"/>
                </a:solidFill>
                <a:effectLst/>
              </a:endParaRPr>
            </a:p>
          </p:txBody>
        </p:sp>
        <p:sp>
          <p:nvSpPr>
            <p:cNvPr id="202" name="Text_02">
              <a:extLst>
                <a:ext uri="{FF2B5EF4-FFF2-40B4-BE49-F238E27FC236}">
                  <a16:creationId xmlns:a16="http://schemas.microsoft.com/office/drawing/2014/main" id="{8DFC91A3-8118-4AB4-970E-D5C96C57BFE4}"/>
                </a:ext>
              </a:extLst>
            </p:cNvPr>
            <p:cNvSpPr txBox="1"/>
            <p:nvPr/>
          </p:nvSpPr>
          <p:spPr>
            <a:xfrm>
              <a:off x="9338966" y="4964182"/>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sp>
        <p:nvSpPr>
          <p:cNvPr id="203" name="Freeform 44">
            <a:extLst>
              <a:ext uri="{FF2B5EF4-FFF2-40B4-BE49-F238E27FC236}">
                <a16:creationId xmlns:a16="http://schemas.microsoft.com/office/drawing/2014/main" id="{5045B3C3-B6B2-4CC4-8A3C-986BD79B1095}"/>
              </a:ext>
            </a:extLst>
          </p:cNvPr>
          <p:cNvSpPr>
            <a:spLocks noEditPoints="1"/>
          </p:cNvSpPr>
          <p:nvPr/>
        </p:nvSpPr>
        <p:spPr bwMode="auto">
          <a:xfrm>
            <a:off x="5878513" y="2317883"/>
            <a:ext cx="481793" cy="498344"/>
          </a:xfrm>
          <a:custGeom>
            <a:avLst/>
            <a:gdLst>
              <a:gd name="T0" fmla="*/ 42 w 112"/>
              <a:gd name="T1" fmla="*/ 12 h 116"/>
              <a:gd name="T2" fmla="*/ 98 w 112"/>
              <a:gd name="T3" fmla="*/ 47 h 116"/>
              <a:gd name="T4" fmla="*/ 112 w 112"/>
              <a:gd name="T5" fmla="*/ 74 h 116"/>
              <a:gd name="T6" fmla="*/ 100 w 112"/>
              <a:gd name="T7" fmla="*/ 74 h 116"/>
              <a:gd name="T8" fmla="*/ 100 w 112"/>
              <a:gd name="T9" fmla="*/ 94 h 116"/>
              <a:gd name="T10" fmla="*/ 94 w 112"/>
              <a:gd name="T11" fmla="*/ 100 h 116"/>
              <a:gd name="T12" fmla="*/ 82 w 112"/>
              <a:gd name="T13" fmla="*/ 100 h 116"/>
              <a:gd name="T14" fmla="*/ 82 w 112"/>
              <a:gd name="T15" fmla="*/ 116 h 116"/>
              <a:gd name="T16" fmla="*/ 30 w 112"/>
              <a:gd name="T17" fmla="*/ 116 h 116"/>
              <a:gd name="T18" fmla="*/ 30 w 112"/>
              <a:gd name="T19" fmla="*/ 99 h 116"/>
              <a:gd name="T20" fmla="*/ 25 w 112"/>
              <a:gd name="T21" fmla="*/ 87 h 116"/>
              <a:gd name="T22" fmla="*/ 63 w 112"/>
              <a:gd name="T23" fmla="*/ 53 h 116"/>
              <a:gd name="T24" fmla="*/ 63 w 112"/>
              <a:gd name="T25" fmla="*/ 45 h 116"/>
              <a:gd name="T26" fmla="*/ 54 w 112"/>
              <a:gd name="T27" fmla="*/ 41 h 116"/>
              <a:gd name="T28" fmla="*/ 53 w 112"/>
              <a:gd name="T29" fmla="*/ 38 h 116"/>
              <a:gd name="T30" fmla="*/ 56 w 112"/>
              <a:gd name="T31" fmla="*/ 29 h 116"/>
              <a:gd name="T32" fmla="*/ 51 w 112"/>
              <a:gd name="T33" fmla="*/ 24 h 116"/>
              <a:gd name="T34" fmla="*/ 42 w 112"/>
              <a:gd name="T35" fmla="*/ 28 h 116"/>
              <a:gd name="T36" fmla="*/ 39 w 112"/>
              <a:gd name="T37" fmla="*/ 26 h 116"/>
              <a:gd name="T38" fmla="*/ 36 w 112"/>
              <a:gd name="T39" fmla="*/ 17 h 116"/>
              <a:gd name="T40" fmla="*/ 28 w 112"/>
              <a:gd name="T41" fmla="*/ 17 h 116"/>
              <a:gd name="T42" fmla="*/ 24 w 112"/>
              <a:gd name="T43" fmla="*/ 26 h 116"/>
              <a:gd name="T44" fmla="*/ 21 w 112"/>
              <a:gd name="T45" fmla="*/ 28 h 116"/>
              <a:gd name="T46" fmla="*/ 12 w 112"/>
              <a:gd name="T47" fmla="*/ 24 h 116"/>
              <a:gd name="T48" fmla="*/ 7 w 112"/>
              <a:gd name="T49" fmla="*/ 29 h 116"/>
              <a:gd name="T50" fmla="*/ 11 w 112"/>
              <a:gd name="T51" fmla="*/ 38 h 116"/>
              <a:gd name="T52" fmla="*/ 9 w 112"/>
              <a:gd name="T53" fmla="*/ 41 h 116"/>
              <a:gd name="T54" fmla="*/ 0 w 112"/>
              <a:gd name="T55" fmla="*/ 45 h 116"/>
              <a:gd name="T56" fmla="*/ 0 w 112"/>
              <a:gd name="T57" fmla="*/ 53 h 116"/>
              <a:gd name="T58" fmla="*/ 9 w 112"/>
              <a:gd name="T59" fmla="*/ 56 h 116"/>
              <a:gd name="T60" fmla="*/ 11 w 112"/>
              <a:gd name="T61" fmla="*/ 59 h 116"/>
              <a:gd name="T62" fmla="*/ 7 w 112"/>
              <a:gd name="T63" fmla="*/ 68 h 116"/>
              <a:gd name="T64" fmla="*/ 12 w 112"/>
              <a:gd name="T65" fmla="*/ 73 h 116"/>
              <a:gd name="T66" fmla="*/ 21 w 112"/>
              <a:gd name="T67" fmla="*/ 70 h 116"/>
              <a:gd name="T68" fmla="*/ 24 w 112"/>
              <a:gd name="T69" fmla="*/ 71 h 116"/>
              <a:gd name="T70" fmla="*/ 28 w 112"/>
              <a:gd name="T71" fmla="*/ 80 h 116"/>
              <a:gd name="T72" fmla="*/ 36 w 112"/>
              <a:gd name="T73" fmla="*/ 80 h 116"/>
              <a:gd name="T74" fmla="*/ 39 w 112"/>
              <a:gd name="T75" fmla="*/ 71 h 116"/>
              <a:gd name="T76" fmla="*/ 42 w 112"/>
              <a:gd name="T77" fmla="*/ 70 h 116"/>
              <a:gd name="T78" fmla="*/ 51 w 112"/>
              <a:gd name="T79" fmla="*/ 73 h 116"/>
              <a:gd name="T80" fmla="*/ 56 w 112"/>
              <a:gd name="T81" fmla="*/ 68 h 116"/>
              <a:gd name="T82" fmla="*/ 53 w 112"/>
              <a:gd name="T83" fmla="*/ 59 h 116"/>
              <a:gd name="T84" fmla="*/ 54 w 112"/>
              <a:gd name="T85" fmla="*/ 56 h 116"/>
              <a:gd name="T86" fmla="*/ 63 w 112"/>
              <a:gd name="T87" fmla="*/ 53 h 116"/>
              <a:gd name="T88" fmla="*/ 32 w 112"/>
              <a:gd name="T89" fmla="*/ 35 h 116"/>
              <a:gd name="T90" fmla="*/ 19 w 112"/>
              <a:gd name="T91" fmla="*/ 49 h 116"/>
              <a:gd name="T92" fmla="*/ 32 w 112"/>
              <a:gd name="T93" fmla="*/ 62 h 116"/>
              <a:gd name="T94" fmla="*/ 45 w 112"/>
              <a:gd name="T95" fmla="*/ 49 h 116"/>
              <a:gd name="T96" fmla="*/ 32 w 112"/>
              <a:gd name="T97" fmla="*/ 35 h 116"/>
              <a:gd name="T98" fmla="*/ 82 w 112"/>
              <a:gd name="T99" fmla="*/ 100 h 116"/>
              <a:gd name="T100" fmla="*/ 74 w 112"/>
              <a:gd name="T101" fmla="*/ 10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116">
                <a:moveTo>
                  <a:pt x="42" y="12"/>
                </a:moveTo>
                <a:cubicBezTo>
                  <a:pt x="104" y="0"/>
                  <a:pt x="98" y="47"/>
                  <a:pt x="98" y="47"/>
                </a:cubicBezTo>
                <a:cubicBezTo>
                  <a:pt x="112" y="74"/>
                  <a:pt x="112" y="74"/>
                  <a:pt x="112" y="74"/>
                </a:cubicBezTo>
                <a:cubicBezTo>
                  <a:pt x="100" y="74"/>
                  <a:pt x="100" y="74"/>
                  <a:pt x="100" y="74"/>
                </a:cubicBezTo>
                <a:cubicBezTo>
                  <a:pt x="100" y="94"/>
                  <a:pt x="100" y="94"/>
                  <a:pt x="100" y="94"/>
                </a:cubicBezTo>
                <a:cubicBezTo>
                  <a:pt x="100" y="97"/>
                  <a:pt x="98" y="100"/>
                  <a:pt x="94" y="100"/>
                </a:cubicBezTo>
                <a:cubicBezTo>
                  <a:pt x="82" y="100"/>
                  <a:pt x="82" y="100"/>
                  <a:pt x="82" y="100"/>
                </a:cubicBezTo>
                <a:cubicBezTo>
                  <a:pt x="82" y="116"/>
                  <a:pt x="82" y="116"/>
                  <a:pt x="82" y="116"/>
                </a:cubicBezTo>
                <a:moveTo>
                  <a:pt x="30" y="116"/>
                </a:moveTo>
                <a:cubicBezTo>
                  <a:pt x="30" y="99"/>
                  <a:pt x="30" y="99"/>
                  <a:pt x="30" y="99"/>
                </a:cubicBezTo>
                <a:cubicBezTo>
                  <a:pt x="25" y="87"/>
                  <a:pt x="25" y="87"/>
                  <a:pt x="25" y="87"/>
                </a:cubicBezTo>
                <a:moveTo>
                  <a:pt x="63" y="53"/>
                </a:moveTo>
                <a:cubicBezTo>
                  <a:pt x="63" y="45"/>
                  <a:pt x="63" y="45"/>
                  <a:pt x="63" y="45"/>
                </a:cubicBezTo>
                <a:cubicBezTo>
                  <a:pt x="54" y="41"/>
                  <a:pt x="54" y="41"/>
                  <a:pt x="54" y="41"/>
                </a:cubicBezTo>
                <a:cubicBezTo>
                  <a:pt x="54" y="40"/>
                  <a:pt x="53" y="39"/>
                  <a:pt x="53" y="38"/>
                </a:cubicBezTo>
                <a:cubicBezTo>
                  <a:pt x="56" y="29"/>
                  <a:pt x="56" y="29"/>
                  <a:pt x="56" y="29"/>
                </a:cubicBezTo>
                <a:cubicBezTo>
                  <a:pt x="51" y="24"/>
                  <a:pt x="51" y="24"/>
                  <a:pt x="51" y="24"/>
                </a:cubicBezTo>
                <a:cubicBezTo>
                  <a:pt x="42" y="28"/>
                  <a:pt x="42" y="28"/>
                  <a:pt x="42" y="28"/>
                </a:cubicBezTo>
                <a:cubicBezTo>
                  <a:pt x="41" y="27"/>
                  <a:pt x="40" y="27"/>
                  <a:pt x="39" y="26"/>
                </a:cubicBezTo>
                <a:cubicBezTo>
                  <a:pt x="36" y="17"/>
                  <a:pt x="36" y="17"/>
                  <a:pt x="36" y="17"/>
                </a:cubicBezTo>
                <a:cubicBezTo>
                  <a:pt x="28" y="17"/>
                  <a:pt x="28" y="17"/>
                  <a:pt x="28" y="17"/>
                </a:cubicBezTo>
                <a:cubicBezTo>
                  <a:pt x="24" y="26"/>
                  <a:pt x="24" y="26"/>
                  <a:pt x="24" y="26"/>
                </a:cubicBezTo>
                <a:cubicBezTo>
                  <a:pt x="23" y="27"/>
                  <a:pt x="22" y="27"/>
                  <a:pt x="21" y="28"/>
                </a:cubicBezTo>
                <a:cubicBezTo>
                  <a:pt x="12" y="24"/>
                  <a:pt x="12" y="24"/>
                  <a:pt x="12" y="24"/>
                </a:cubicBezTo>
                <a:cubicBezTo>
                  <a:pt x="7" y="29"/>
                  <a:pt x="7" y="29"/>
                  <a:pt x="7" y="29"/>
                </a:cubicBezTo>
                <a:cubicBezTo>
                  <a:pt x="11" y="38"/>
                  <a:pt x="11" y="38"/>
                  <a:pt x="11" y="38"/>
                </a:cubicBezTo>
                <a:cubicBezTo>
                  <a:pt x="10" y="39"/>
                  <a:pt x="10" y="40"/>
                  <a:pt x="9" y="41"/>
                </a:cubicBezTo>
                <a:cubicBezTo>
                  <a:pt x="0" y="45"/>
                  <a:pt x="0" y="45"/>
                  <a:pt x="0" y="45"/>
                </a:cubicBezTo>
                <a:cubicBezTo>
                  <a:pt x="0" y="53"/>
                  <a:pt x="0" y="53"/>
                  <a:pt x="0" y="53"/>
                </a:cubicBezTo>
                <a:cubicBezTo>
                  <a:pt x="9" y="56"/>
                  <a:pt x="9" y="56"/>
                  <a:pt x="9" y="56"/>
                </a:cubicBezTo>
                <a:cubicBezTo>
                  <a:pt x="10" y="57"/>
                  <a:pt x="10" y="58"/>
                  <a:pt x="11" y="59"/>
                </a:cubicBezTo>
                <a:cubicBezTo>
                  <a:pt x="7" y="68"/>
                  <a:pt x="7" y="68"/>
                  <a:pt x="7" y="68"/>
                </a:cubicBezTo>
                <a:cubicBezTo>
                  <a:pt x="12" y="73"/>
                  <a:pt x="12" y="73"/>
                  <a:pt x="12" y="73"/>
                </a:cubicBezTo>
                <a:cubicBezTo>
                  <a:pt x="21" y="70"/>
                  <a:pt x="21" y="70"/>
                  <a:pt x="21" y="70"/>
                </a:cubicBezTo>
                <a:cubicBezTo>
                  <a:pt x="22" y="70"/>
                  <a:pt x="23" y="71"/>
                  <a:pt x="24" y="71"/>
                </a:cubicBezTo>
                <a:cubicBezTo>
                  <a:pt x="28" y="80"/>
                  <a:pt x="28" y="80"/>
                  <a:pt x="28" y="80"/>
                </a:cubicBezTo>
                <a:cubicBezTo>
                  <a:pt x="36" y="80"/>
                  <a:pt x="36" y="80"/>
                  <a:pt x="36" y="80"/>
                </a:cubicBezTo>
                <a:cubicBezTo>
                  <a:pt x="39" y="71"/>
                  <a:pt x="39" y="71"/>
                  <a:pt x="39" y="71"/>
                </a:cubicBezTo>
                <a:cubicBezTo>
                  <a:pt x="40" y="71"/>
                  <a:pt x="41" y="70"/>
                  <a:pt x="42" y="70"/>
                </a:cubicBezTo>
                <a:cubicBezTo>
                  <a:pt x="51" y="73"/>
                  <a:pt x="51" y="73"/>
                  <a:pt x="51" y="73"/>
                </a:cubicBezTo>
                <a:cubicBezTo>
                  <a:pt x="56" y="68"/>
                  <a:pt x="56" y="68"/>
                  <a:pt x="56" y="68"/>
                </a:cubicBezTo>
                <a:cubicBezTo>
                  <a:pt x="53" y="59"/>
                  <a:pt x="53" y="59"/>
                  <a:pt x="53" y="59"/>
                </a:cubicBezTo>
                <a:cubicBezTo>
                  <a:pt x="53" y="58"/>
                  <a:pt x="54" y="57"/>
                  <a:pt x="54" y="56"/>
                </a:cubicBezTo>
                <a:lnTo>
                  <a:pt x="63" y="53"/>
                </a:lnTo>
                <a:close/>
                <a:moveTo>
                  <a:pt x="32" y="35"/>
                </a:moveTo>
                <a:cubicBezTo>
                  <a:pt x="24" y="35"/>
                  <a:pt x="19" y="41"/>
                  <a:pt x="19" y="49"/>
                </a:cubicBezTo>
                <a:cubicBezTo>
                  <a:pt x="19" y="56"/>
                  <a:pt x="24" y="62"/>
                  <a:pt x="32" y="62"/>
                </a:cubicBezTo>
                <a:cubicBezTo>
                  <a:pt x="39" y="62"/>
                  <a:pt x="45" y="56"/>
                  <a:pt x="45" y="49"/>
                </a:cubicBezTo>
                <a:cubicBezTo>
                  <a:pt x="45" y="41"/>
                  <a:pt x="39" y="35"/>
                  <a:pt x="32" y="35"/>
                </a:cubicBezTo>
                <a:close/>
                <a:moveTo>
                  <a:pt x="82" y="100"/>
                </a:moveTo>
                <a:cubicBezTo>
                  <a:pt x="74" y="100"/>
                  <a:pt x="74" y="100"/>
                  <a:pt x="74" y="10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4" name="Freeform 45">
            <a:extLst>
              <a:ext uri="{FF2B5EF4-FFF2-40B4-BE49-F238E27FC236}">
                <a16:creationId xmlns:a16="http://schemas.microsoft.com/office/drawing/2014/main" id="{A0B72203-5177-44FD-B2A7-2CC74A13A970}"/>
              </a:ext>
            </a:extLst>
          </p:cNvPr>
          <p:cNvSpPr>
            <a:spLocks noEditPoints="1"/>
          </p:cNvSpPr>
          <p:nvPr/>
        </p:nvSpPr>
        <p:spPr bwMode="auto">
          <a:xfrm>
            <a:off x="3798888" y="2432993"/>
            <a:ext cx="627068" cy="353070"/>
          </a:xfrm>
          <a:custGeom>
            <a:avLst/>
            <a:gdLst>
              <a:gd name="T0" fmla="*/ 34 w 146"/>
              <a:gd name="T1" fmla="*/ 67 h 82"/>
              <a:gd name="T2" fmla="*/ 34 w 146"/>
              <a:gd name="T3" fmla="*/ 61 h 82"/>
              <a:gd name="T4" fmla="*/ 42 w 146"/>
              <a:gd name="T5" fmla="*/ 53 h 82"/>
              <a:gd name="T6" fmla="*/ 47 w 146"/>
              <a:gd name="T7" fmla="*/ 57 h 82"/>
              <a:gd name="T8" fmla="*/ 40 w 146"/>
              <a:gd name="T9" fmla="*/ 67 h 82"/>
              <a:gd name="T10" fmla="*/ 88 w 146"/>
              <a:gd name="T11" fmla="*/ 60 h 82"/>
              <a:gd name="T12" fmla="*/ 106 w 146"/>
              <a:gd name="T13" fmla="*/ 67 h 82"/>
              <a:gd name="T14" fmla="*/ 107 w 146"/>
              <a:gd name="T15" fmla="*/ 60 h 82"/>
              <a:gd name="T16" fmla="*/ 89 w 146"/>
              <a:gd name="T17" fmla="*/ 73 h 82"/>
              <a:gd name="T18" fmla="*/ 97 w 146"/>
              <a:gd name="T19" fmla="*/ 73 h 82"/>
              <a:gd name="T20" fmla="*/ 99 w 146"/>
              <a:gd name="T21" fmla="*/ 67 h 82"/>
              <a:gd name="T22" fmla="*/ 79 w 146"/>
              <a:gd name="T23" fmla="*/ 79 h 82"/>
              <a:gd name="T24" fmla="*/ 87 w 146"/>
              <a:gd name="T25" fmla="*/ 79 h 82"/>
              <a:gd name="T26" fmla="*/ 89 w 146"/>
              <a:gd name="T27" fmla="*/ 73 h 82"/>
              <a:gd name="T28" fmla="*/ 68 w 146"/>
              <a:gd name="T29" fmla="*/ 80 h 82"/>
              <a:gd name="T30" fmla="*/ 77 w 146"/>
              <a:gd name="T31" fmla="*/ 80 h 82"/>
              <a:gd name="T32" fmla="*/ 46 w 146"/>
              <a:gd name="T33" fmla="*/ 73 h 82"/>
              <a:gd name="T34" fmla="*/ 56 w 146"/>
              <a:gd name="T35" fmla="*/ 56 h 82"/>
              <a:gd name="T36" fmla="*/ 50 w 146"/>
              <a:gd name="T37" fmla="*/ 56 h 82"/>
              <a:gd name="T38" fmla="*/ 40 w 146"/>
              <a:gd name="T39" fmla="*/ 74 h 82"/>
              <a:gd name="T40" fmla="*/ 46 w 146"/>
              <a:gd name="T41" fmla="*/ 73 h 82"/>
              <a:gd name="T42" fmla="*/ 64 w 146"/>
              <a:gd name="T43" fmla="*/ 67 h 82"/>
              <a:gd name="T44" fmla="*/ 60 w 146"/>
              <a:gd name="T45" fmla="*/ 60 h 82"/>
              <a:gd name="T46" fmla="*/ 48 w 146"/>
              <a:gd name="T47" fmla="*/ 71 h 82"/>
              <a:gd name="T48" fmla="*/ 52 w 146"/>
              <a:gd name="T49" fmla="*/ 79 h 82"/>
              <a:gd name="T50" fmla="*/ 67 w 146"/>
              <a:gd name="T51" fmla="*/ 76 h 82"/>
              <a:gd name="T52" fmla="*/ 68 w 146"/>
              <a:gd name="T53" fmla="*/ 69 h 82"/>
              <a:gd name="T54" fmla="*/ 62 w 146"/>
              <a:gd name="T55" fmla="*/ 69 h 82"/>
              <a:gd name="T56" fmla="*/ 57 w 146"/>
              <a:gd name="T57" fmla="*/ 81 h 82"/>
              <a:gd name="T58" fmla="*/ 63 w 146"/>
              <a:gd name="T59" fmla="*/ 81 h 82"/>
              <a:gd name="T60" fmla="*/ 125 w 146"/>
              <a:gd name="T61" fmla="*/ 0 h 82"/>
              <a:gd name="T62" fmla="*/ 121 w 146"/>
              <a:gd name="T63" fmla="*/ 49 h 82"/>
              <a:gd name="T64" fmla="*/ 146 w 146"/>
              <a:gd name="T65" fmla="*/ 39 h 82"/>
              <a:gd name="T66" fmla="*/ 79 w 146"/>
              <a:gd name="T67" fmla="*/ 21 h 82"/>
              <a:gd name="T68" fmla="*/ 72 w 146"/>
              <a:gd name="T69" fmla="*/ 21 h 82"/>
              <a:gd name="T70" fmla="*/ 50 w 146"/>
              <a:gd name="T71" fmla="*/ 32 h 82"/>
              <a:gd name="T72" fmla="*/ 69 w 146"/>
              <a:gd name="T73" fmla="*/ 37 h 82"/>
              <a:gd name="T74" fmla="*/ 107 w 146"/>
              <a:gd name="T75" fmla="*/ 60 h 82"/>
              <a:gd name="T76" fmla="*/ 113 w 146"/>
              <a:gd name="T77" fmla="*/ 51 h 82"/>
              <a:gd name="T78" fmla="*/ 107 w 146"/>
              <a:gd name="T79" fmla="*/ 60 h 82"/>
              <a:gd name="T80" fmla="*/ 37 w 146"/>
              <a:gd name="T81" fmla="*/ 58 h 82"/>
              <a:gd name="T82" fmla="*/ 21 w 146"/>
              <a:gd name="T83" fmla="*/ 54 h 82"/>
              <a:gd name="T84" fmla="*/ 30 w 146"/>
              <a:gd name="T85" fmla="*/ 0 h 82"/>
              <a:gd name="T86" fmla="*/ 35 w 146"/>
              <a:gd name="T87" fmla="*/ 60 h 82"/>
              <a:gd name="T88" fmla="*/ 48 w 146"/>
              <a:gd name="T89" fmla="*/ 2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6" h="82">
                <a:moveTo>
                  <a:pt x="38" y="68"/>
                </a:moveTo>
                <a:cubicBezTo>
                  <a:pt x="36" y="68"/>
                  <a:pt x="35" y="68"/>
                  <a:pt x="34" y="67"/>
                </a:cubicBezTo>
                <a:cubicBezTo>
                  <a:pt x="33" y="66"/>
                  <a:pt x="33" y="65"/>
                  <a:pt x="33" y="64"/>
                </a:cubicBezTo>
                <a:cubicBezTo>
                  <a:pt x="33" y="63"/>
                  <a:pt x="33" y="62"/>
                  <a:pt x="34" y="61"/>
                </a:cubicBezTo>
                <a:cubicBezTo>
                  <a:pt x="40" y="55"/>
                  <a:pt x="40" y="55"/>
                  <a:pt x="40" y="55"/>
                </a:cubicBezTo>
                <a:cubicBezTo>
                  <a:pt x="40" y="54"/>
                  <a:pt x="41" y="53"/>
                  <a:pt x="42" y="53"/>
                </a:cubicBezTo>
                <a:cubicBezTo>
                  <a:pt x="43" y="53"/>
                  <a:pt x="45" y="53"/>
                  <a:pt x="46" y="54"/>
                </a:cubicBezTo>
                <a:cubicBezTo>
                  <a:pt x="47" y="55"/>
                  <a:pt x="47" y="56"/>
                  <a:pt x="47" y="57"/>
                </a:cubicBezTo>
                <a:cubicBezTo>
                  <a:pt x="47" y="58"/>
                  <a:pt x="47" y="60"/>
                  <a:pt x="46" y="60"/>
                </a:cubicBezTo>
                <a:cubicBezTo>
                  <a:pt x="40" y="67"/>
                  <a:pt x="40" y="67"/>
                  <a:pt x="40" y="67"/>
                </a:cubicBezTo>
                <a:cubicBezTo>
                  <a:pt x="40" y="67"/>
                  <a:pt x="39" y="68"/>
                  <a:pt x="38" y="68"/>
                </a:cubicBezTo>
                <a:close/>
                <a:moveTo>
                  <a:pt x="88" y="60"/>
                </a:moveTo>
                <a:cubicBezTo>
                  <a:pt x="88" y="60"/>
                  <a:pt x="99" y="68"/>
                  <a:pt x="102" y="69"/>
                </a:cubicBezTo>
                <a:cubicBezTo>
                  <a:pt x="104" y="69"/>
                  <a:pt x="105" y="68"/>
                  <a:pt x="106" y="67"/>
                </a:cubicBezTo>
                <a:cubicBezTo>
                  <a:pt x="107" y="66"/>
                  <a:pt x="108" y="64"/>
                  <a:pt x="108" y="63"/>
                </a:cubicBezTo>
                <a:cubicBezTo>
                  <a:pt x="108" y="62"/>
                  <a:pt x="108" y="60"/>
                  <a:pt x="107" y="60"/>
                </a:cubicBezTo>
                <a:moveTo>
                  <a:pt x="80" y="65"/>
                </a:moveTo>
                <a:cubicBezTo>
                  <a:pt x="89" y="73"/>
                  <a:pt x="89" y="73"/>
                  <a:pt x="89" y="73"/>
                </a:cubicBezTo>
                <a:cubicBezTo>
                  <a:pt x="90" y="74"/>
                  <a:pt x="91" y="75"/>
                  <a:pt x="93" y="75"/>
                </a:cubicBezTo>
                <a:cubicBezTo>
                  <a:pt x="94" y="75"/>
                  <a:pt x="96" y="75"/>
                  <a:pt x="97" y="73"/>
                </a:cubicBezTo>
                <a:cubicBezTo>
                  <a:pt x="98" y="72"/>
                  <a:pt x="99" y="71"/>
                  <a:pt x="99" y="69"/>
                </a:cubicBezTo>
                <a:cubicBezTo>
                  <a:pt x="99" y="68"/>
                  <a:pt x="99" y="68"/>
                  <a:pt x="99" y="67"/>
                </a:cubicBezTo>
                <a:moveTo>
                  <a:pt x="75" y="75"/>
                </a:moveTo>
                <a:cubicBezTo>
                  <a:pt x="79" y="79"/>
                  <a:pt x="79" y="79"/>
                  <a:pt x="79" y="79"/>
                </a:cubicBezTo>
                <a:cubicBezTo>
                  <a:pt x="80" y="80"/>
                  <a:pt x="82" y="81"/>
                  <a:pt x="83" y="81"/>
                </a:cubicBezTo>
                <a:cubicBezTo>
                  <a:pt x="85" y="81"/>
                  <a:pt x="86" y="80"/>
                  <a:pt x="87" y="79"/>
                </a:cubicBezTo>
                <a:cubicBezTo>
                  <a:pt x="89" y="78"/>
                  <a:pt x="89" y="76"/>
                  <a:pt x="89" y="75"/>
                </a:cubicBezTo>
                <a:cubicBezTo>
                  <a:pt x="89" y="74"/>
                  <a:pt x="89" y="74"/>
                  <a:pt x="89" y="73"/>
                </a:cubicBezTo>
                <a:moveTo>
                  <a:pt x="65" y="79"/>
                </a:moveTo>
                <a:cubicBezTo>
                  <a:pt x="68" y="80"/>
                  <a:pt x="68" y="80"/>
                  <a:pt x="68" y="80"/>
                </a:cubicBezTo>
                <a:cubicBezTo>
                  <a:pt x="69" y="81"/>
                  <a:pt x="71" y="81"/>
                  <a:pt x="73" y="81"/>
                </a:cubicBezTo>
                <a:cubicBezTo>
                  <a:pt x="75" y="81"/>
                  <a:pt x="76" y="81"/>
                  <a:pt x="77" y="80"/>
                </a:cubicBezTo>
                <a:cubicBezTo>
                  <a:pt x="78" y="79"/>
                  <a:pt x="78" y="79"/>
                  <a:pt x="79" y="78"/>
                </a:cubicBezTo>
                <a:moveTo>
                  <a:pt x="46" y="73"/>
                </a:moveTo>
                <a:cubicBezTo>
                  <a:pt x="56" y="62"/>
                  <a:pt x="56" y="62"/>
                  <a:pt x="56" y="62"/>
                </a:cubicBezTo>
                <a:cubicBezTo>
                  <a:pt x="58" y="60"/>
                  <a:pt x="58" y="58"/>
                  <a:pt x="56" y="56"/>
                </a:cubicBezTo>
                <a:cubicBezTo>
                  <a:pt x="55" y="55"/>
                  <a:pt x="54" y="55"/>
                  <a:pt x="52" y="55"/>
                </a:cubicBezTo>
                <a:cubicBezTo>
                  <a:pt x="51" y="55"/>
                  <a:pt x="50" y="56"/>
                  <a:pt x="50" y="56"/>
                </a:cubicBezTo>
                <a:cubicBezTo>
                  <a:pt x="40" y="67"/>
                  <a:pt x="40" y="67"/>
                  <a:pt x="40" y="67"/>
                </a:cubicBezTo>
                <a:cubicBezTo>
                  <a:pt x="38" y="69"/>
                  <a:pt x="38" y="72"/>
                  <a:pt x="40" y="74"/>
                </a:cubicBezTo>
                <a:cubicBezTo>
                  <a:pt x="41" y="74"/>
                  <a:pt x="42" y="75"/>
                  <a:pt x="44" y="75"/>
                </a:cubicBezTo>
                <a:cubicBezTo>
                  <a:pt x="45" y="75"/>
                  <a:pt x="46" y="74"/>
                  <a:pt x="46" y="73"/>
                </a:cubicBezTo>
                <a:close/>
                <a:moveTo>
                  <a:pt x="54" y="77"/>
                </a:moveTo>
                <a:cubicBezTo>
                  <a:pt x="64" y="67"/>
                  <a:pt x="64" y="67"/>
                  <a:pt x="64" y="67"/>
                </a:cubicBezTo>
                <a:cubicBezTo>
                  <a:pt x="65" y="65"/>
                  <a:pt x="65" y="62"/>
                  <a:pt x="63" y="61"/>
                </a:cubicBezTo>
                <a:cubicBezTo>
                  <a:pt x="62" y="60"/>
                  <a:pt x="61" y="59"/>
                  <a:pt x="60" y="60"/>
                </a:cubicBezTo>
                <a:cubicBezTo>
                  <a:pt x="59" y="60"/>
                  <a:pt x="58" y="60"/>
                  <a:pt x="57" y="61"/>
                </a:cubicBezTo>
                <a:cubicBezTo>
                  <a:pt x="48" y="71"/>
                  <a:pt x="48" y="71"/>
                  <a:pt x="48" y="71"/>
                </a:cubicBezTo>
                <a:cubicBezTo>
                  <a:pt x="46" y="73"/>
                  <a:pt x="47" y="76"/>
                  <a:pt x="48" y="77"/>
                </a:cubicBezTo>
                <a:cubicBezTo>
                  <a:pt x="49" y="78"/>
                  <a:pt x="51" y="79"/>
                  <a:pt x="52" y="79"/>
                </a:cubicBezTo>
                <a:cubicBezTo>
                  <a:pt x="53" y="78"/>
                  <a:pt x="54" y="78"/>
                  <a:pt x="54" y="77"/>
                </a:cubicBezTo>
                <a:close/>
                <a:moveTo>
                  <a:pt x="67" y="76"/>
                </a:moveTo>
                <a:cubicBezTo>
                  <a:pt x="68" y="75"/>
                  <a:pt x="68" y="75"/>
                  <a:pt x="68" y="75"/>
                </a:cubicBezTo>
                <a:cubicBezTo>
                  <a:pt x="70" y="73"/>
                  <a:pt x="70" y="70"/>
                  <a:pt x="68" y="69"/>
                </a:cubicBezTo>
                <a:cubicBezTo>
                  <a:pt x="67" y="68"/>
                  <a:pt x="66" y="67"/>
                  <a:pt x="65" y="67"/>
                </a:cubicBezTo>
                <a:cubicBezTo>
                  <a:pt x="64" y="68"/>
                  <a:pt x="63" y="68"/>
                  <a:pt x="62" y="69"/>
                </a:cubicBezTo>
                <a:cubicBezTo>
                  <a:pt x="57" y="75"/>
                  <a:pt x="57" y="75"/>
                  <a:pt x="57" y="75"/>
                </a:cubicBezTo>
                <a:cubicBezTo>
                  <a:pt x="55" y="77"/>
                  <a:pt x="55" y="79"/>
                  <a:pt x="57" y="81"/>
                </a:cubicBezTo>
                <a:cubicBezTo>
                  <a:pt x="58" y="82"/>
                  <a:pt x="59" y="82"/>
                  <a:pt x="60" y="82"/>
                </a:cubicBezTo>
                <a:cubicBezTo>
                  <a:pt x="61" y="82"/>
                  <a:pt x="62" y="81"/>
                  <a:pt x="63" y="81"/>
                </a:cubicBezTo>
                <a:lnTo>
                  <a:pt x="67" y="76"/>
                </a:lnTo>
                <a:close/>
                <a:moveTo>
                  <a:pt x="125" y="0"/>
                </a:moveTo>
                <a:cubicBezTo>
                  <a:pt x="116" y="5"/>
                  <a:pt x="102" y="12"/>
                  <a:pt x="100" y="14"/>
                </a:cubicBezTo>
                <a:cubicBezTo>
                  <a:pt x="102" y="17"/>
                  <a:pt x="111" y="31"/>
                  <a:pt x="121" y="49"/>
                </a:cubicBezTo>
                <a:cubicBezTo>
                  <a:pt x="122" y="51"/>
                  <a:pt x="122" y="51"/>
                  <a:pt x="122" y="51"/>
                </a:cubicBezTo>
                <a:cubicBezTo>
                  <a:pt x="146" y="39"/>
                  <a:pt x="146" y="39"/>
                  <a:pt x="146" y="39"/>
                </a:cubicBezTo>
                <a:moveTo>
                  <a:pt x="103" y="19"/>
                </a:moveTo>
                <a:cubicBezTo>
                  <a:pt x="92" y="14"/>
                  <a:pt x="86" y="21"/>
                  <a:pt x="79" y="21"/>
                </a:cubicBezTo>
                <a:cubicBezTo>
                  <a:pt x="76" y="21"/>
                  <a:pt x="73" y="21"/>
                  <a:pt x="72" y="21"/>
                </a:cubicBezTo>
                <a:cubicBezTo>
                  <a:pt x="72" y="21"/>
                  <a:pt x="72" y="21"/>
                  <a:pt x="72" y="21"/>
                </a:cubicBezTo>
                <a:cubicBezTo>
                  <a:pt x="71" y="21"/>
                  <a:pt x="70" y="22"/>
                  <a:pt x="70" y="22"/>
                </a:cubicBezTo>
                <a:cubicBezTo>
                  <a:pt x="50" y="32"/>
                  <a:pt x="50" y="32"/>
                  <a:pt x="50" y="32"/>
                </a:cubicBezTo>
                <a:cubicBezTo>
                  <a:pt x="41" y="37"/>
                  <a:pt x="50" y="44"/>
                  <a:pt x="53" y="43"/>
                </a:cubicBezTo>
                <a:cubicBezTo>
                  <a:pt x="56" y="42"/>
                  <a:pt x="64" y="39"/>
                  <a:pt x="69" y="37"/>
                </a:cubicBezTo>
                <a:cubicBezTo>
                  <a:pt x="72" y="36"/>
                  <a:pt x="76" y="36"/>
                  <a:pt x="79" y="38"/>
                </a:cubicBezTo>
                <a:cubicBezTo>
                  <a:pt x="87" y="44"/>
                  <a:pt x="106" y="58"/>
                  <a:pt x="107" y="60"/>
                </a:cubicBezTo>
                <a:moveTo>
                  <a:pt x="120" y="47"/>
                </a:moveTo>
                <a:cubicBezTo>
                  <a:pt x="118" y="48"/>
                  <a:pt x="114" y="50"/>
                  <a:pt x="113" y="51"/>
                </a:cubicBezTo>
                <a:cubicBezTo>
                  <a:pt x="113" y="52"/>
                  <a:pt x="112" y="53"/>
                  <a:pt x="111" y="54"/>
                </a:cubicBezTo>
                <a:cubicBezTo>
                  <a:pt x="110" y="56"/>
                  <a:pt x="108" y="59"/>
                  <a:pt x="107" y="60"/>
                </a:cubicBezTo>
                <a:moveTo>
                  <a:pt x="37" y="58"/>
                </a:moveTo>
                <a:cubicBezTo>
                  <a:pt x="37" y="58"/>
                  <a:pt x="37" y="58"/>
                  <a:pt x="37" y="58"/>
                </a:cubicBezTo>
                <a:moveTo>
                  <a:pt x="0" y="37"/>
                </a:moveTo>
                <a:cubicBezTo>
                  <a:pt x="21" y="54"/>
                  <a:pt x="21" y="54"/>
                  <a:pt x="21" y="54"/>
                </a:cubicBezTo>
                <a:cubicBezTo>
                  <a:pt x="51" y="17"/>
                  <a:pt x="51" y="17"/>
                  <a:pt x="51" y="17"/>
                </a:cubicBezTo>
                <a:cubicBezTo>
                  <a:pt x="30" y="0"/>
                  <a:pt x="30" y="0"/>
                  <a:pt x="30" y="0"/>
                </a:cubicBezTo>
                <a:moveTo>
                  <a:pt x="23" y="52"/>
                </a:moveTo>
                <a:cubicBezTo>
                  <a:pt x="29" y="56"/>
                  <a:pt x="35" y="60"/>
                  <a:pt x="35" y="60"/>
                </a:cubicBezTo>
                <a:moveTo>
                  <a:pt x="62" y="26"/>
                </a:moveTo>
                <a:cubicBezTo>
                  <a:pt x="60" y="24"/>
                  <a:pt x="54" y="22"/>
                  <a:pt x="48" y="2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5" name="Freeform 46">
            <a:extLst>
              <a:ext uri="{FF2B5EF4-FFF2-40B4-BE49-F238E27FC236}">
                <a16:creationId xmlns:a16="http://schemas.microsoft.com/office/drawing/2014/main" id="{FB1284A4-CEA0-4940-9DB6-BDF53E263E1B}"/>
              </a:ext>
            </a:extLst>
          </p:cNvPr>
          <p:cNvSpPr>
            <a:spLocks noEditPoints="1"/>
          </p:cNvSpPr>
          <p:nvPr/>
        </p:nvSpPr>
        <p:spPr bwMode="auto">
          <a:xfrm>
            <a:off x="1873250" y="2386942"/>
            <a:ext cx="479955" cy="388010"/>
          </a:xfrm>
          <a:custGeom>
            <a:avLst/>
            <a:gdLst>
              <a:gd name="T0" fmla="*/ 112 w 112"/>
              <a:gd name="T1" fmla="*/ 90 h 90"/>
              <a:gd name="T2" fmla="*/ 0 w 112"/>
              <a:gd name="T3" fmla="*/ 90 h 90"/>
              <a:gd name="T4" fmla="*/ 28 w 112"/>
              <a:gd name="T5" fmla="*/ 66 h 90"/>
              <a:gd name="T6" fmla="*/ 12 w 112"/>
              <a:gd name="T7" fmla="*/ 66 h 90"/>
              <a:gd name="T8" fmla="*/ 12 w 112"/>
              <a:gd name="T9" fmla="*/ 90 h 90"/>
              <a:gd name="T10" fmla="*/ 28 w 112"/>
              <a:gd name="T11" fmla="*/ 90 h 90"/>
              <a:gd name="T12" fmla="*/ 28 w 112"/>
              <a:gd name="T13" fmla="*/ 66 h 90"/>
              <a:gd name="T14" fmla="*/ 52 w 112"/>
              <a:gd name="T15" fmla="*/ 42 h 90"/>
              <a:gd name="T16" fmla="*/ 36 w 112"/>
              <a:gd name="T17" fmla="*/ 42 h 90"/>
              <a:gd name="T18" fmla="*/ 36 w 112"/>
              <a:gd name="T19" fmla="*/ 90 h 90"/>
              <a:gd name="T20" fmla="*/ 52 w 112"/>
              <a:gd name="T21" fmla="*/ 90 h 90"/>
              <a:gd name="T22" fmla="*/ 52 w 112"/>
              <a:gd name="T23" fmla="*/ 42 h 90"/>
              <a:gd name="T24" fmla="*/ 76 w 112"/>
              <a:gd name="T25" fmla="*/ 52 h 90"/>
              <a:gd name="T26" fmla="*/ 60 w 112"/>
              <a:gd name="T27" fmla="*/ 52 h 90"/>
              <a:gd name="T28" fmla="*/ 60 w 112"/>
              <a:gd name="T29" fmla="*/ 90 h 90"/>
              <a:gd name="T30" fmla="*/ 76 w 112"/>
              <a:gd name="T31" fmla="*/ 90 h 90"/>
              <a:gd name="T32" fmla="*/ 76 w 112"/>
              <a:gd name="T33" fmla="*/ 52 h 90"/>
              <a:gd name="T34" fmla="*/ 100 w 112"/>
              <a:gd name="T35" fmla="*/ 28 h 90"/>
              <a:gd name="T36" fmla="*/ 85 w 112"/>
              <a:gd name="T37" fmla="*/ 28 h 90"/>
              <a:gd name="T38" fmla="*/ 85 w 112"/>
              <a:gd name="T39" fmla="*/ 90 h 90"/>
              <a:gd name="T40" fmla="*/ 100 w 112"/>
              <a:gd name="T41" fmla="*/ 90 h 90"/>
              <a:gd name="T42" fmla="*/ 100 w 112"/>
              <a:gd name="T43" fmla="*/ 28 h 90"/>
              <a:gd name="T44" fmla="*/ 20 w 112"/>
              <a:gd name="T45" fmla="*/ 39 h 90"/>
              <a:gd name="T46" fmla="*/ 16 w 112"/>
              <a:gd name="T47" fmla="*/ 44 h 90"/>
              <a:gd name="T48" fmla="*/ 20 w 112"/>
              <a:gd name="T49" fmla="*/ 48 h 90"/>
              <a:gd name="T50" fmla="*/ 24 w 112"/>
              <a:gd name="T51" fmla="*/ 44 h 90"/>
              <a:gd name="T52" fmla="*/ 20 w 112"/>
              <a:gd name="T53" fmla="*/ 39 h 90"/>
              <a:gd name="T54" fmla="*/ 44 w 112"/>
              <a:gd name="T55" fmla="*/ 16 h 90"/>
              <a:gd name="T56" fmla="*/ 40 w 112"/>
              <a:gd name="T57" fmla="*/ 21 h 90"/>
              <a:gd name="T58" fmla="*/ 44 w 112"/>
              <a:gd name="T59" fmla="*/ 25 h 90"/>
              <a:gd name="T60" fmla="*/ 48 w 112"/>
              <a:gd name="T61" fmla="*/ 21 h 90"/>
              <a:gd name="T62" fmla="*/ 44 w 112"/>
              <a:gd name="T63" fmla="*/ 16 h 90"/>
              <a:gd name="T64" fmla="*/ 68 w 112"/>
              <a:gd name="T65" fmla="*/ 28 h 90"/>
              <a:gd name="T66" fmla="*/ 64 w 112"/>
              <a:gd name="T67" fmla="*/ 32 h 90"/>
              <a:gd name="T68" fmla="*/ 68 w 112"/>
              <a:gd name="T69" fmla="*/ 37 h 90"/>
              <a:gd name="T70" fmla="*/ 73 w 112"/>
              <a:gd name="T71" fmla="*/ 32 h 90"/>
              <a:gd name="T72" fmla="*/ 68 w 112"/>
              <a:gd name="T73" fmla="*/ 28 h 90"/>
              <a:gd name="T74" fmla="*/ 92 w 112"/>
              <a:gd name="T75" fmla="*/ 0 h 90"/>
              <a:gd name="T76" fmla="*/ 88 w 112"/>
              <a:gd name="T77" fmla="*/ 5 h 90"/>
              <a:gd name="T78" fmla="*/ 92 w 112"/>
              <a:gd name="T79" fmla="*/ 9 h 90"/>
              <a:gd name="T80" fmla="*/ 97 w 112"/>
              <a:gd name="T81" fmla="*/ 5 h 90"/>
              <a:gd name="T82" fmla="*/ 92 w 112"/>
              <a:gd name="T83" fmla="*/ 0 h 90"/>
              <a:gd name="T84" fmla="*/ 71 w 112"/>
              <a:gd name="T85" fmla="*/ 29 h 90"/>
              <a:gd name="T86" fmla="*/ 89 w 112"/>
              <a:gd name="T87" fmla="*/ 8 h 90"/>
              <a:gd name="T88" fmla="*/ 48 w 112"/>
              <a:gd name="T89" fmla="*/ 23 h 90"/>
              <a:gd name="T90" fmla="*/ 64 w 112"/>
              <a:gd name="T91" fmla="*/ 30 h 90"/>
              <a:gd name="T92" fmla="*/ 41 w 112"/>
              <a:gd name="T93" fmla="*/ 24 h 90"/>
              <a:gd name="T94" fmla="*/ 23 w 112"/>
              <a:gd name="T95" fmla="*/ 4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90">
                <a:moveTo>
                  <a:pt x="112" y="90"/>
                </a:moveTo>
                <a:cubicBezTo>
                  <a:pt x="0" y="90"/>
                  <a:pt x="0" y="90"/>
                  <a:pt x="0" y="90"/>
                </a:cubicBezTo>
                <a:moveTo>
                  <a:pt x="28" y="66"/>
                </a:moveTo>
                <a:cubicBezTo>
                  <a:pt x="12" y="66"/>
                  <a:pt x="12" y="66"/>
                  <a:pt x="12" y="66"/>
                </a:cubicBezTo>
                <a:cubicBezTo>
                  <a:pt x="12" y="90"/>
                  <a:pt x="12" y="90"/>
                  <a:pt x="12" y="90"/>
                </a:cubicBezTo>
                <a:cubicBezTo>
                  <a:pt x="28" y="90"/>
                  <a:pt x="28" y="90"/>
                  <a:pt x="28" y="90"/>
                </a:cubicBezTo>
                <a:lnTo>
                  <a:pt x="28" y="66"/>
                </a:lnTo>
                <a:close/>
                <a:moveTo>
                  <a:pt x="52" y="42"/>
                </a:moveTo>
                <a:cubicBezTo>
                  <a:pt x="36" y="42"/>
                  <a:pt x="36" y="42"/>
                  <a:pt x="36" y="42"/>
                </a:cubicBezTo>
                <a:cubicBezTo>
                  <a:pt x="36" y="90"/>
                  <a:pt x="36" y="90"/>
                  <a:pt x="36" y="90"/>
                </a:cubicBezTo>
                <a:cubicBezTo>
                  <a:pt x="52" y="90"/>
                  <a:pt x="52" y="90"/>
                  <a:pt x="52" y="90"/>
                </a:cubicBezTo>
                <a:lnTo>
                  <a:pt x="52" y="42"/>
                </a:lnTo>
                <a:close/>
                <a:moveTo>
                  <a:pt x="76" y="52"/>
                </a:moveTo>
                <a:cubicBezTo>
                  <a:pt x="60" y="52"/>
                  <a:pt x="60" y="52"/>
                  <a:pt x="60" y="52"/>
                </a:cubicBezTo>
                <a:cubicBezTo>
                  <a:pt x="60" y="90"/>
                  <a:pt x="60" y="90"/>
                  <a:pt x="60" y="90"/>
                </a:cubicBezTo>
                <a:cubicBezTo>
                  <a:pt x="76" y="90"/>
                  <a:pt x="76" y="90"/>
                  <a:pt x="76" y="90"/>
                </a:cubicBezTo>
                <a:lnTo>
                  <a:pt x="76" y="52"/>
                </a:lnTo>
                <a:close/>
                <a:moveTo>
                  <a:pt x="100" y="28"/>
                </a:moveTo>
                <a:cubicBezTo>
                  <a:pt x="85" y="28"/>
                  <a:pt x="85" y="28"/>
                  <a:pt x="85" y="28"/>
                </a:cubicBezTo>
                <a:cubicBezTo>
                  <a:pt x="85" y="90"/>
                  <a:pt x="85" y="90"/>
                  <a:pt x="85" y="90"/>
                </a:cubicBezTo>
                <a:cubicBezTo>
                  <a:pt x="100" y="90"/>
                  <a:pt x="100" y="90"/>
                  <a:pt x="100" y="90"/>
                </a:cubicBezTo>
                <a:lnTo>
                  <a:pt x="100" y="28"/>
                </a:lnTo>
                <a:close/>
                <a:moveTo>
                  <a:pt x="20" y="39"/>
                </a:moveTo>
                <a:cubicBezTo>
                  <a:pt x="18" y="39"/>
                  <a:pt x="16" y="41"/>
                  <a:pt x="16" y="44"/>
                </a:cubicBezTo>
                <a:cubicBezTo>
                  <a:pt x="16" y="46"/>
                  <a:pt x="18" y="48"/>
                  <a:pt x="20" y="48"/>
                </a:cubicBezTo>
                <a:cubicBezTo>
                  <a:pt x="22" y="48"/>
                  <a:pt x="24" y="46"/>
                  <a:pt x="24" y="44"/>
                </a:cubicBezTo>
                <a:cubicBezTo>
                  <a:pt x="24" y="41"/>
                  <a:pt x="22" y="39"/>
                  <a:pt x="20" y="39"/>
                </a:cubicBezTo>
                <a:close/>
                <a:moveTo>
                  <a:pt x="44" y="16"/>
                </a:moveTo>
                <a:cubicBezTo>
                  <a:pt x="42" y="16"/>
                  <a:pt x="40" y="18"/>
                  <a:pt x="40" y="21"/>
                </a:cubicBezTo>
                <a:cubicBezTo>
                  <a:pt x="40" y="23"/>
                  <a:pt x="42" y="25"/>
                  <a:pt x="44" y="25"/>
                </a:cubicBezTo>
                <a:cubicBezTo>
                  <a:pt x="47" y="25"/>
                  <a:pt x="48" y="23"/>
                  <a:pt x="48" y="21"/>
                </a:cubicBezTo>
                <a:cubicBezTo>
                  <a:pt x="48" y="18"/>
                  <a:pt x="47" y="16"/>
                  <a:pt x="44" y="16"/>
                </a:cubicBezTo>
                <a:close/>
                <a:moveTo>
                  <a:pt x="68" y="28"/>
                </a:moveTo>
                <a:cubicBezTo>
                  <a:pt x="66" y="28"/>
                  <a:pt x="64" y="30"/>
                  <a:pt x="64" y="32"/>
                </a:cubicBezTo>
                <a:cubicBezTo>
                  <a:pt x="64" y="35"/>
                  <a:pt x="66" y="37"/>
                  <a:pt x="68" y="37"/>
                </a:cubicBezTo>
                <a:cubicBezTo>
                  <a:pt x="71" y="37"/>
                  <a:pt x="73" y="35"/>
                  <a:pt x="73" y="32"/>
                </a:cubicBezTo>
                <a:cubicBezTo>
                  <a:pt x="73" y="30"/>
                  <a:pt x="71" y="28"/>
                  <a:pt x="68" y="28"/>
                </a:cubicBezTo>
                <a:close/>
                <a:moveTo>
                  <a:pt x="92" y="0"/>
                </a:moveTo>
                <a:cubicBezTo>
                  <a:pt x="90" y="0"/>
                  <a:pt x="88" y="2"/>
                  <a:pt x="88" y="5"/>
                </a:cubicBezTo>
                <a:cubicBezTo>
                  <a:pt x="88" y="7"/>
                  <a:pt x="90" y="9"/>
                  <a:pt x="92" y="9"/>
                </a:cubicBezTo>
                <a:cubicBezTo>
                  <a:pt x="95" y="9"/>
                  <a:pt x="97" y="7"/>
                  <a:pt x="97" y="5"/>
                </a:cubicBezTo>
                <a:cubicBezTo>
                  <a:pt x="97" y="2"/>
                  <a:pt x="95" y="0"/>
                  <a:pt x="92" y="0"/>
                </a:cubicBezTo>
                <a:close/>
                <a:moveTo>
                  <a:pt x="71" y="29"/>
                </a:moveTo>
                <a:cubicBezTo>
                  <a:pt x="89" y="8"/>
                  <a:pt x="89" y="8"/>
                  <a:pt x="89" y="8"/>
                </a:cubicBezTo>
                <a:moveTo>
                  <a:pt x="48" y="23"/>
                </a:moveTo>
                <a:cubicBezTo>
                  <a:pt x="64" y="30"/>
                  <a:pt x="64" y="30"/>
                  <a:pt x="64" y="30"/>
                </a:cubicBezTo>
                <a:moveTo>
                  <a:pt x="41" y="24"/>
                </a:moveTo>
                <a:cubicBezTo>
                  <a:pt x="23" y="41"/>
                  <a:pt x="23" y="41"/>
                  <a:pt x="23" y="41"/>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6" name="Freeform 47">
            <a:extLst>
              <a:ext uri="{FF2B5EF4-FFF2-40B4-BE49-F238E27FC236}">
                <a16:creationId xmlns:a16="http://schemas.microsoft.com/office/drawing/2014/main" id="{7DBE6D4B-FDC0-41DB-AF06-3A3909926A60}"/>
              </a:ext>
            </a:extLst>
          </p:cNvPr>
          <p:cNvSpPr>
            <a:spLocks noEditPoints="1"/>
          </p:cNvSpPr>
          <p:nvPr/>
        </p:nvSpPr>
        <p:spPr bwMode="auto">
          <a:xfrm>
            <a:off x="7918450" y="2370377"/>
            <a:ext cx="369621" cy="439499"/>
          </a:xfrm>
          <a:custGeom>
            <a:avLst/>
            <a:gdLst>
              <a:gd name="T0" fmla="*/ 201 w 201"/>
              <a:gd name="T1" fmla="*/ 98 h 239"/>
              <a:gd name="T2" fmla="*/ 201 w 201"/>
              <a:gd name="T3" fmla="*/ 239 h 239"/>
              <a:gd name="T4" fmla="*/ 0 w 201"/>
              <a:gd name="T5" fmla="*/ 239 h 239"/>
              <a:gd name="T6" fmla="*/ 0 w 201"/>
              <a:gd name="T7" fmla="*/ 98 h 239"/>
              <a:gd name="T8" fmla="*/ 201 w 201"/>
              <a:gd name="T9" fmla="*/ 239 h 239"/>
              <a:gd name="T10" fmla="*/ 101 w 201"/>
              <a:gd name="T11" fmla="*/ 168 h 239"/>
              <a:gd name="T12" fmla="*/ 0 w 201"/>
              <a:gd name="T13" fmla="*/ 239 h 239"/>
              <a:gd name="T14" fmla="*/ 201 w 201"/>
              <a:gd name="T15" fmla="*/ 98 h 239"/>
              <a:gd name="T16" fmla="*/ 133 w 201"/>
              <a:gd name="T17" fmla="*/ 168 h 239"/>
              <a:gd name="T18" fmla="*/ 0 w 201"/>
              <a:gd name="T19" fmla="*/ 98 h 239"/>
              <a:gd name="T20" fmla="*/ 68 w 201"/>
              <a:gd name="T21" fmla="*/ 168 h 239"/>
              <a:gd name="T22" fmla="*/ 175 w 201"/>
              <a:gd name="T23" fmla="*/ 93 h 239"/>
              <a:gd name="T24" fmla="*/ 175 w 201"/>
              <a:gd name="T25" fmla="*/ 44 h 239"/>
              <a:gd name="T26" fmla="*/ 131 w 201"/>
              <a:gd name="T27" fmla="*/ 0 h 239"/>
              <a:gd name="T28" fmla="*/ 23 w 201"/>
              <a:gd name="T29" fmla="*/ 0 h 239"/>
              <a:gd name="T30" fmla="*/ 23 w 201"/>
              <a:gd name="T31" fmla="*/ 93 h 239"/>
              <a:gd name="T32" fmla="*/ 175 w 201"/>
              <a:gd name="T33" fmla="*/ 44 h 239"/>
              <a:gd name="T34" fmla="*/ 131 w 201"/>
              <a:gd name="T35" fmla="*/ 0 h 239"/>
              <a:gd name="T36" fmla="*/ 131 w 201"/>
              <a:gd name="T37" fmla="*/ 44 h 239"/>
              <a:gd name="T38" fmla="*/ 175 w 201"/>
              <a:gd name="T39" fmla="*/ 44 h 239"/>
              <a:gd name="T40" fmla="*/ 65 w 201"/>
              <a:gd name="T41" fmla="*/ 70 h 239"/>
              <a:gd name="T42" fmla="*/ 44 w 201"/>
              <a:gd name="T43" fmla="*/ 70 h 239"/>
              <a:gd name="T44" fmla="*/ 150 w 201"/>
              <a:gd name="T45" fmla="*/ 70 h 239"/>
              <a:gd name="T46" fmla="*/ 89 w 201"/>
              <a:gd name="T47" fmla="*/ 70 h 239"/>
              <a:gd name="T48" fmla="*/ 44 w 201"/>
              <a:gd name="T49" fmla="*/ 91 h 239"/>
              <a:gd name="T50" fmla="*/ 103 w 201"/>
              <a:gd name="T51" fmla="*/ 91 h 239"/>
              <a:gd name="T52" fmla="*/ 150 w 201"/>
              <a:gd name="T53" fmla="*/ 91 h 239"/>
              <a:gd name="T54" fmla="*/ 126 w 201"/>
              <a:gd name="T55" fmla="*/ 9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239">
                <a:moveTo>
                  <a:pt x="201" y="98"/>
                </a:moveTo>
                <a:lnTo>
                  <a:pt x="201" y="239"/>
                </a:lnTo>
                <a:lnTo>
                  <a:pt x="0" y="239"/>
                </a:lnTo>
                <a:lnTo>
                  <a:pt x="0" y="98"/>
                </a:lnTo>
                <a:moveTo>
                  <a:pt x="201" y="239"/>
                </a:moveTo>
                <a:lnTo>
                  <a:pt x="101" y="168"/>
                </a:lnTo>
                <a:lnTo>
                  <a:pt x="0" y="239"/>
                </a:lnTo>
                <a:moveTo>
                  <a:pt x="201" y="98"/>
                </a:moveTo>
                <a:lnTo>
                  <a:pt x="133" y="168"/>
                </a:lnTo>
                <a:moveTo>
                  <a:pt x="0" y="98"/>
                </a:moveTo>
                <a:lnTo>
                  <a:pt x="68" y="168"/>
                </a:lnTo>
                <a:moveTo>
                  <a:pt x="175" y="93"/>
                </a:moveTo>
                <a:lnTo>
                  <a:pt x="175" y="44"/>
                </a:lnTo>
                <a:moveTo>
                  <a:pt x="131" y="0"/>
                </a:moveTo>
                <a:lnTo>
                  <a:pt x="23" y="0"/>
                </a:lnTo>
                <a:lnTo>
                  <a:pt x="23" y="93"/>
                </a:lnTo>
                <a:moveTo>
                  <a:pt x="175" y="44"/>
                </a:moveTo>
                <a:lnTo>
                  <a:pt x="131" y="0"/>
                </a:lnTo>
                <a:lnTo>
                  <a:pt x="131" y="44"/>
                </a:lnTo>
                <a:lnTo>
                  <a:pt x="175" y="44"/>
                </a:lnTo>
                <a:moveTo>
                  <a:pt x="65" y="70"/>
                </a:moveTo>
                <a:lnTo>
                  <a:pt x="44" y="70"/>
                </a:lnTo>
                <a:moveTo>
                  <a:pt x="150" y="70"/>
                </a:moveTo>
                <a:lnTo>
                  <a:pt x="89" y="70"/>
                </a:lnTo>
                <a:moveTo>
                  <a:pt x="44" y="91"/>
                </a:moveTo>
                <a:lnTo>
                  <a:pt x="103" y="91"/>
                </a:lnTo>
                <a:moveTo>
                  <a:pt x="150" y="91"/>
                </a:moveTo>
                <a:lnTo>
                  <a:pt x="126" y="91"/>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7" name="Freeform 48">
            <a:extLst>
              <a:ext uri="{FF2B5EF4-FFF2-40B4-BE49-F238E27FC236}">
                <a16:creationId xmlns:a16="http://schemas.microsoft.com/office/drawing/2014/main" id="{5CB29E42-6F3B-4258-B67B-D71BD5B39E1A}"/>
              </a:ext>
            </a:extLst>
          </p:cNvPr>
          <p:cNvSpPr>
            <a:spLocks noEditPoints="1"/>
          </p:cNvSpPr>
          <p:nvPr/>
        </p:nvSpPr>
        <p:spPr bwMode="auto">
          <a:xfrm>
            <a:off x="9882188" y="2360522"/>
            <a:ext cx="430304" cy="430304"/>
          </a:xfrm>
          <a:custGeom>
            <a:avLst/>
            <a:gdLst>
              <a:gd name="T0" fmla="*/ 86 w 100"/>
              <a:gd name="T1" fmla="*/ 27 h 100"/>
              <a:gd name="T2" fmla="*/ 93 w 100"/>
              <a:gd name="T3" fmla="*/ 53 h 100"/>
              <a:gd name="T4" fmla="*/ 47 w 100"/>
              <a:gd name="T5" fmla="*/ 100 h 100"/>
              <a:gd name="T6" fmla="*/ 0 w 100"/>
              <a:gd name="T7" fmla="*/ 53 h 100"/>
              <a:gd name="T8" fmla="*/ 47 w 100"/>
              <a:gd name="T9" fmla="*/ 6 h 100"/>
              <a:gd name="T10" fmla="*/ 72 w 100"/>
              <a:gd name="T11" fmla="*/ 14 h 100"/>
              <a:gd name="T12" fmla="*/ 65 w 100"/>
              <a:gd name="T13" fmla="*/ 23 h 100"/>
              <a:gd name="T14" fmla="*/ 47 w 100"/>
              <a:gd name="T15" fmla="*/ 18 h 100"/>
              <a:gd name="T16" fmla="*/ 11 w 100"/>
              <a:gd name="T17" fmla="*/ 53 h 100"/>
              <a:gd name="T18" fmla="*/ 47 w 100"/>
              <a:gd name="T19" fmla="*/ 89 h 100"/>
              <a:gd name="T20" fmla="*/ 82 w 100"/>
              <a:gd name="T21" fmla="*/ 53 h 100"/>
              <a:gd name="T22" fmla="*/ 77 w 100"/>
              <a:gd name="T23" fmla="*/ 35 h 100"/>
              <a:gd name="T24" fmla="*/ 55 w 100"/>
              <a:gd name="T25" fmla="*/ 32 h 100"/>
              <a:gd name="T26" fmla="*/ 47 w 100"/>
              <a:gd name="T27" fmla="*/ 30 h 100"/>
              <a:gd name="T28" fmla="*/ 24 w 100"/>
              <a:gd name="T29" fmla="*/ 53 h 100"/>
              <a:gd name="T30" fmla="*/ 47 w 100"/>
              <a:gd name="T31" fmla="*/ 76 h 100"/>
              <a:gd name="T32" fmla="*/ 70 w 100"/>
              <a:gd name="T33" fmla="*/ 53 h 100"/>
              <a:gd name="T34" fmla="*/ 67 w 100"/>
              <a:gd name="T35" fmla="*/ 43 h 100"/>
              <a:gd name="T36" fmla="*/ 47 w 100"/>
              <a:gd name="T37" fmla="*/ 53 h 100"/>
              <a:gd name="T38" fmla="*/ 97 w 100"/>
              <a:gd name="T39" fmla="*/ 2 h 100"/>
              <a:gd name="T40" fmla="*/ 85 w 100"/>
              <a:gd name="T41" fmla="*/ 0 h 100"/>
              <a:gd name="T42" fmla="*/ 85 w 100"/>
              <a:gd name="T43" fmla="*/ 15 h 100"/>
              <a:gd name="T44" fmla="*/ 100 w 100"/>
              <a:gd name="T45" fmla="*/ 15 h 100"/>
              <a:gd name="T46" fmla="*/ 8 w 100"/>
              <a:gd name="T47" fmla="*/ 100 h 100"/>
              <a:gd name="T48" fmla="*/ 17 w 100"/>
              <a:gd name="T49" fmla="*/ 90 h 100"/>
              <a:gd name="T50" fmla="*/ 76 w 100"/>
              <a:gd name="T51" fmla="*/ 90 h 100"/>
              <a:gd name="T52" fmla="*/ 86 w 100"/>
              <a:gd name="T53"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00">
                <a:moveTo>
                  <a:pt x="86" y="27"/>
                </a:moveTo>
                <a:cubicBezTo>
                  <a:pt x="91" y="35"/>
                  <a:pt x="93" y="44"/>
                  <a:pt x="93" y="53"/>
                </a:cubicBezTo>
                <a:cubicBezTo>
                  <a:pt x="93" y="79"/>
                  <a:pt x="72" y="100"/>
                  <a:pt x="47" y="100"/>
                </a:cubicBezTo>
                <a:cubicBezTo>
                  <a:pt x="21" y="100"/>
                  <a:pt x="0" y="79"/>
                  <a:pt x="0" y="53"/>
                </a:cubicBezTo>
                <a:cubicBezTo>
                  <a:pt x="0" y="27"/>
                  <a:pt x="21" y="6"/>
                  <a:pt x="47" y="6"/>
                </a:cubicBezTo>
                <a:cubicBezTo>
                  <a:pt x="56" y="6"/>
                  <a:pt x="65" y="9"/>
                  <a:pt x="72" y="14"/>
                </a:cubicBezTo>
                <a:moveTo>
                  <a:pt x="65" y="23"/>
                </a:moveTo>
                <a:cubicBezTo>
                  <a:pt x="59" y="20"/>
                  <a:pt x="53" y="18"/>
                  <a:pt x="47" y="18"/>
                </a:cubicBezTo>
                <a:cubicBezTo>
                  <a:pt x="27" y="18"/>
                  <a:pt x="11" y="34"/>
                  <a:pt x="11" y="53"/>
                </a:cubicBezTo>
                <a:cubicBezTo>
                  <a:pt x="11" y="73"/>
                  <a:pt x="27" y="89"/>
                  <a:pt x="47" y="89"/>
                </a:cubicBezTo>
                <a:cubicBezTo>
                  <a:pt x="66" y="89"/>
                  <a:pt x="82" y="73"/>
                  <a:pt x="82" y="53"/>
                </a:cubicBezTo>
                <a:cubicBezTo>
                  <a:pt x="82" y="47"/>
                  <a:pt x="80" y="41"/>
                  <a:pt x="77" y="35"/>
                </a:cubicBezTo>
                <a:moveTo>
                  <a:pt x="55" y="32"/>
                </a:moveTo>
                <a:cubicBezTo>
                  <a:pt x="53" y="31"/>
                  <a:pt x="50" y="30"/>
                  <a:pt x="47" y="30"/>
                </a:cubicBezTo>
                <a:cubicBezTo>
                  <a:pt x="34" y="30"/>
                  <a:pt x="24" y="40"/>
                  <a:pt x="24" y="53"/>
                </a:cubicBezTo>
                <a:cubicBezTo>
                  <a:pt x="24" y="66"/>
                  <a:pt x="34" y="76"/>
                  <a:pt x="47" y="76"/>
                </a:cubicBezTo>
                <a:cubicBezTo>
                  <a:pt x="59" y="76"/>
                  <a:pt x="70" y="66"/>
                  <a:pt x="70" y="53"/>
                </a:cubicBezTo>
                <a:cubicBezTo>
                  <a:pt x="70" y="50"/>
                  <a:pt x="69" y="46"/>
                  <a:pt x="67" y="43"/>
                </a:cubicBezTo>
                <a:moveTo>
                  <a:pt x="47" y="53"/>
                </a:moveTo>
                <a:cubicBezTo>
                  <a:pt x="97" y="2"/>
                  <a:pt x="97" y="2"/>
                  <a:pt x="97" y="2"/>
                </a:cubicBezTo>
                <a:moveTo>
                  <a:pt x="85" y="0"/>
                </a:moveTo>
                <a:cubicBezTo>
                  <a:pt x="85" y="15"/>
                  <a:pt x="85" y="15"/>
                  <a:pt x="85" y="15"/>
                </a:cubicBezTo>
                <a:cubicBezTo>
                  <a:pt x="100" y="15"/>
                  <a:pt x="100" y="15"/>
                  <a:pt x="100" y="15"/>
                </a:cubicBezTo>
                <a:moveTo>
                  <a:pt x="8" y="100"/>
                </a:moveTo>
                <a:cubicBezTo>
                  <a:pt x="17" y="90"/>
                  <a:pt x="17" y="90"/>
                  <a:pt x="17" y="90"/>
                </a:cubicBezTo>
                <a:moveTo>
                  <a:pt x="76" y="90"/>
                </a:moveTo>
                <a:cubicBezTo>
                  <a:pt x="86" y="100"/>
                  <a:pt x="86" y="100"/>
                  <a:pt x="86" y="10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205798740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94"/>
                                            </p:tgtEl>
                                            <p:attrNameLst>
                                              <p:attrName>style.visibility</p:attrName>
                                            </p:attrNameLst>
                                          </p:cBhvr>
                                          <p:to>
                                            <p:strVal val="visible"/>
                                          </p:to>
                                        </p:set>
                                        <p:anim calcmode="lin" valueType="num">
                                          <p:cBhvr>
                                            <p:cTn id="7" dur="500" fill="hold"/>
                                            <p:tgtEl>
                                              <p:spTgt spid="194"/>
                                            </p:tgtEl>
                                            <p:attrNameLst>
                                              <p:attrName>ppt_w</p:attrName>
                                            </p:attrNameLst>
                                          </p:cBhvr>
                                          <p:tavLst>
                                            <p:tav tm="0">
                                              <p:val>
                                                <p:fltVal val="0"/>
                                              </p:val>
                                            </p:tav>
                                            <p:tav tm="100000">
                                              <p:val>
                                                <p:strVal val="#ppt_w"/>
                                              </p:val>
                                            </p:tav>
                                          </p:tavLst>
                                        </p:anim>
                                        <p:anim calcmode="lin" valueType="num">
                                          <p:cBhvr>
                                            <p:cTn id="8" dur="500" fill="hold"/>
                                            <p:tgtEl>
                                              <p:spTgt spid="194"/>
                                            </p:tgtEl>
                                            <p:attrNameLst>
                                              <p:attrName>ppt_h</p:attrName>
                                            </p:attrNameLst>
                                          </p:cBhvr>
                                          <p:tavLst>
                                            <p:tav tm="0">
                                              <p:val>
                                                <p:fltVal val="0"/>
                                              </p:val>
                                            </p:tav>
                                            <p:tav tm="100000">
                                              <p:val>
                                                <p:strVal val="#ppt_h"/>
                                              </p:val>
                                            </p:tav>
                                          </p:tavLst>
                                        </p:anim>
                                        <p:animEffect transition="in" filter="fade">
                                          <p:cBhvr>
                                            <p:cTn id="9" dur="500"/>
                                            <p:tgtEl>
                                              <p:spTgt spid="194"/>
                                            </p:tgtEl>
                                          </p:cBhvr>
                                        </p:animEffect>
                                      </p:childTnLst>
                                    </p:cTn>
                                  </p:par>
                                  <p:par>
                                    <p:cTn id="10" presetID="53" presetClass="entr" presetSubtype="16" fill="hold" nodeType="withEffect">
                                      <p:stCondLst>
                                        <p:cond delay="250"/>
                                      </p:stCondLst>
                                      <p:childTnLst>
                                        <p:set>
                                          <p:cBhvr>
                                            <p:cTn id="11" dur="1" fill="hold">
                                              <p:stCondLst>
                                                <p:cond delay="0"/>
                                              </p:stCondLst>
                                            </p:cTn>
                                            <p:tgtEl>
                                              <p:spTgt spid="195"/>
                                            </p:tgtEl>
                                            <p:attrNameLst>
                                              <p:attrName>style.visibility</p:attrName>
                                            </p:attrNameLst>
                                          </p:cBhvr>
                                          <p:to>
                                            <p:strVal val="visible"/>
                                          </p:to>
                                        </p:set>
                                        <p:anim calcmode="lin" valueType="num">
                                          <p:cBhvr>
                                            <p:cTn id="12" dur="750" fill="hold"/>
                                            <p:tgtEl>
                                              <p:spTgt spid="195"/>
                                            </p:tgtEl>
                                            <p:attrNameLst>
                                              <p:attrName>ppt_w</p:attrName>
                                            </p:attrNameLst>
                                          </p:cBhvr>
                                          <p:tavLst>
                                            <p:tav tm="0">
                                              <p:val>
                                                <p:fltVal val="0"/>
                                              </p:val>
                                            </p:tav>
                                            <p:tav tm="100000">
                                              <p:val>
                                                <p:strVal val="#ppt_w"/>
                                              </p:val>
                                            </p:tav>
                                          </p:tavLst>
                                        </p:anim>
                                        <p:anim calcmode="lin" valueType="num">
                                          <p:cBhvr>
                                            <p:cTn id="13" dur="750" fill="hold"/>
                                            <p:tgtEl>
                                              <p:spTgt spid="195"/>
                                            </p:tgtEl>
                                            <p:attrNameLst>
                                              <p:attrName>ppt_h</p:attrName>
                                            </p:attrNameLst>
                                          </p:cBhvr>
                                          <p:tavLst>
                                            <p:tav tm="0">
                                              <p:val>
                                                <p:fltVal val="0"/>
                                              </p:val>
                                            </p:tav>
                                            <p:tav tm="100000">
                                              <p:val>
                                                <p:strVal val="#ppt_h"/>
                                              </p:val>
                                            </p:tav>
                                          </p:tavLst>
                                        </p:anim>
                                        <p:animEffect transition="in" filter="fade">
                                          <p:cBhvr>
                                            <p:cTn id="14" dur="750"/>
                                            <p:tgtEl>
                                              <p:spTgt spid="195"/>
                                            </p:tgtEl>
                                          </p:cBhvr>
                                        </p:animEffect>
                                      </p:childTnLst>
                                    </p:cTn>
                                  </p:par>
                                  <p:par>
                                    <p:cTn id="15" presetID="2" presetClass="entr" presetSubtype="8" fill="hold" nodeType="withEffect" p14:presetBounceEnd="67000">
                                      <p:stCondLst>
                                        <p:cond delay="250"/>
                                      </p:stCondLst>
                                      <p:childTnLst>
                                        <p:set>
                                          <p:cBhvr>
                                            <p:cTn id="16" dur="1" fill="hold">
                                              <p:stCondLst>
                                                <p:cond delay="0"/>
                                              </p:stCondLst>
                                            </p:cTn>
                                            <p:tgtEl>
                                              <p:spTgt spid="165"/>
                                            </p:tgtEl>
                                            <p:attrNameLst>
                                              <p:attrName>style.visibility</p:attrName>
                                            </p:attrNameLst>
                                          </p:cBhvr>
                                          <p:to>
                                            <p:strVal val="visible"/>
                                          </p:to>
                                        </p:set>
                                        <p:anim calcmode="lin" valueType="num" p14:bounceEnd="67000">
                                          <p:cBhvr additive="base">
                                            <p:cTn id="17" dur="1000" fill="hold"/>
                                            <p:tgtEl>
                                              <p:spTgt spid="165"/>
                                            </p:tgtEl>
                                            <p:attrNameLst>
                                              <p:attrName>ppt_x</p:attrName>
                                            </p:attrNameLst>
                                          </p:cBhvr>
                                          <p:tavLst>
                                            <p:tav tm="0">
                                              <p:val>
                                                <p:strVal val="0-#ppt_w/2"/>
                                              </p:val>
                                            </p:tav>
                                            <p:tav tm="100000">
                                              <p:val>
                                                <p:strVal val="#ppt_x"/>
                                              </p:val>
                                            </p:tav>
                                          </p:tavLst>
                                        </p:anim>
                                        <p:anim calcmode="lin" valueType="num" p14:bounceEnd="67000">
                                          <p:cBhvr additive="base">
                                            <p:cTn id="18" dur="1000" fill="hold"/>
                                            <p:tgtEl>
                                              <p:spTgt spid="165"/>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14:presetBounceEnd="67000">
                                      <p:stCondLst>
                                        <p:cond delay="750"/>
                                      </p:stCondLst>
                                      <p:childTnLst>
                                        <p:set>
                                          <p:cBhvr>
                                            <p:cTn id="20" dur="1" fill="hold">
                                              <p:stCondLst>
                                                <p:cond delay="0"/>
                                              </p:stCondLst>
                                            </p:cTn>
                                            <p:tgtEl>
                                              <p:spTgt spid="150"/>
                                            </p:tgtEl>
                                            <p:attrNameLst>
                                              <p:attrName>style.visibility</p:attrName>
                                            </p:attrNameLst>
                                          </p:cBhvr>
                                          <p:to>
                                            <p:strVal val="visible"/>
                                          </p:to>
                                        </p:set>
                                        <p:anim calcmode="lin" valueType="num" p14:bounceEnd="67000">
                                          <p:cBhvr additive="base">
                                            <p:cTn id="21" dur="1000" fill="hold"/>
                                            <p:tgtEl>
                                              <p:spTgt spid="150"/>
                                            </p:tgtEl>
                                            <p:attrNameLst>
                                              <p:attrName>ppt_x</p:attrName>
                                            </p:attrNameLst>
                                          </p:cBhvr>
                                          <p:tavLst>
                                            <p:tav tm="0">
                                              <p:val>
                                                <p:strVal val="0-#ppt_w/2"/>
                                              </p:val>
                                            </p:tav>
                                            <p:tav tm="100000">
                                              <p:val>
                                                <p:strVal val="#ppt_x"/>
                                              </p:val>
                                            </p:tav>
                                          </p:tavLst>
                                        </p:anim>
                                        <p:anim calcmode="lin" valueType="num" p14:bounceEnd="67000">
                                          <p:cBhvr additive="base">
                                            <p:cTn id="22" dur="1000" fill="hold"/>
                                            <p:tgtEl>
                                              <p:spTgt spid="150"/>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14:presetBounceEnd="67000">
                                      <p:stCondLst>
                                        <p:cond delay="1250"/>
                                      </p:stCondLst>
                                      <p:childTnLst>
                                        <p:set>
                                          <p:cBhvr>
                                            <p:cTn id="24" dur="1" fill="hold">
                                              <p:stCondLst>
                                                <p:cond delay="0"/>
                                              </p:stCondLst>
                                            </p:cTn>
                                            <p:tgtEl>
                                              <p:spTgt spid="135"/>
                                            </p:tgtEl>
                                            <p:attrNameLst>
                                              <p:attrName>style.visibility</p:attrName>
                                            </p:attrNameLst>
                                          </p:cBhvr>
                                          <p:to>
                                            <p:strVal val="visible"/>
                                          </p:to>
                                        </p:set>
                                        <p:anim calcmode="lin" valueType="num" p14:bounceEnd="67000">
                                          <p:cBhvr additive="base">
                                            <p:cTn id="25" dur="1000" fill="hold"/>
                                            <p:tgtEl>
                                              <p:spTgt spid="135"/>
                                            </p:tgtEl>
                                            <p:attrNameLst>
                                              <p:attrName>ppt_x</p:attrName>
                                            </p:attrNameLst>
                                          </p:cBhvr>
                                          <p:tavLst>
                                            <p:tav tm="0">
                                              <p:val>
                                                <p:strVal val="0-#ppt_w/2"/>
                                              </p:val>
                                            </p:tav>
                                            <p:tav tm="100000">
                                              <p:val>
                                                <p:strVal val="#ppt_x"/>
                                              </p:val>
                                            </p:tav>
                                          </p:tavLst>
                                        </p:anim>
                                        <p:anim calcmode="lin" valueType="num" p14:bounceEnd="67000">
                                          <p:cBhvr additive="base">
                                            <p:cTn id="26" dur="1000" fill="hold"/>
                                            <p:tgtEl>
                                              <p:spTgt spid="135"/>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14:presetBounceEnd="67000">
                                      <p:stCondLst>
                                        <p:cond delay="1750"/>
                                      </p:stCondLst>
                                      <p:childTnLst>
                                        <p:set>
                                          <p:cBhvr>
                                            <p:cTn id="28" dur="1" fill="hold">
                                              <p:stCondLst>
                                                <p:cond delay="0"/>
                                              </p:stCondLst>
                                            </p:cTn>
                                            <p:tgtEl>
                                              <p:spTgt spid="132"/>
                                            </p:tgtEl>
                                            <p:attrNameLst>
                                              <p:attrName>style.visibility</p:attrName>
                                            </p:attrNameLst>
                                          </p:cBhvr>
                                          <p:to>
                                            <p:strVal val="visible"/>
                                          </p:to>
                                        </p:set>
                                        <p:anim calcmode="lin" valueType="num" p14:bounceEnd="67000">
                                          <p:cBhvr additive="base">
                                            <p:cTn id="29" dur="1000" fill="hold"/>
                                            <p:tgtEl>
                                              <p:spTgt spid="132"/>
                                            </p:tgtEl>
                                            <p:attrNameLst>
                                              <p:attrName>ppt_x</p:attrName>
                                            </p:attrNameLst>
                                          </p:cBhvr>
                                          <p:tavLst>
                                            <p:tav tm="0">
                                              <p:val>
                                                <p:strVal val="0-#ppt_w/2"/>
                                              </p:val>
                                            </p:tav>
                                            <p:tav tm="100000">
                                              <p:val>
                                                <p:strVal val="#ppt_x"/>
                                              </p:val>
                                            </p:tav>
                                          </p:tavLst>
                                        </p:anim>
                                        <p:anim calcmode="lin" valueType="num" p14:bounceEnd="67000">
                                          <p:cBhvr additive="base">
                                            <p:cTn id="30" dur="1000" fill="hold"/>
                                            <p:tgtEl>
                                              <p:spTgt spid="132"/>
                                            </p:tgtEl>
                                            <p:attrNameLst>
                                              <p:attrName>ppt_y</p:attrName>
                                            </p:attrNameLst>
                                          </p:cBhvr>
                                          <p:tavLst>
                                            <p:tav tm="0">
                                              <p:val>
                                                <p:strVal val="#ppt_y"/>
                                              </p:val>
                                            </p:tav>
                                            <p:tav tm="100000">
                                              <p:val>
                                                <p:strVal val="#ppt_y"/>
                                              </p:val>
                                            </p:tav>
                                          </p:tavLst>
                                        </p:anim>
                                      </p:childTnLst>
                                    </p:cTn>
                                  </p:par>
                                  <p:par>
                                    <p:cTn id="31" presetID="53" presetClass="entr" presetSubtype="16" fill="hold" nodeType="withEffect">
                                      <p:stCondLst>
                                        <p:cond delay="500"/>
                                      </p:stCondLst>
                                      <p:childTnLst>
                                        <p:set>
                                          <p:cBhvr>
                                            <p:cTn id="32" dur="1" fill="hold">
                                              <p:stCondLst>
                                                <p:cond delay="0"/>
                                              </p:stCondLst>
                                            </p:cTn>
                                            <p:tgtEl>
                                              <p:spTgt spid="177"/>
                                            </p:tgtEl>
                                            <p:attrNameLst>
                                              <p:attrName>style.visibility</p:attrName>
                                            </p:attrNameLst>
                                          </p:cBhvr>
                                          <p:to>
                                            <p:strVal val="visible"/>
                                          </p:to>
                                        </p:set>
                                        <p:anim calcmode="lin" valueType="num">
                                          <p:cBhvr>
                                            <p:cTn id="33" dur="750" fill="hold"/>
                                            <p:tgtEl>
                                              <p:spTgt spid="177"/>
                                            </p:tgtEl>
                                            <p:attrNameLst>
                                              <p:attrName>ppt_w</p:attrName>
                                            </p:attrNameLst>
                                          </p:cBhvr>
                                          <p:tavLst>
                                            <p:tav tm="0">
                                              <p:val>
                                                <p:fltVal val="0"/>
                                              </p:val>
                                            </p:tav>
                                            <p:tav tm="100000">
                                              <p:val>
                                                <p:strVal val="#ppt_w"/>
                                              </p:val>
                                            </p:tav>
                                          </p:tavLst>
                                        </p:anim>
                                        <p:anim calcmode="lin" valueType="num">
                                          <p:cBhvr>
                                            <p:cTn id="34" dur="750" fill="hold"/>
                                            <p:tgtEl>
                                              <p:spTgt spid="177"/>
                                            </p:tgtEl>
                                            <p:attrNameLst>
                                              <p:attrName>ppt_h</p:attrName>
                                            </p:attrNameLst>
                                          </p:cBhvr>
                                          <p:tavLst>
                                            <p:tav tm="0">
                                              <p:val>
                                                <p:fltVal val="0"/>
                                              </p:val>
                                            </p:tav>
                                            <p:tav tm="100000">
                                              <p:val>
                                                <p:strVal val="#ppt_h"/>
                                              </p:val>
                                            </p:tav>
                                          </p:tavLst>
                                        </p:anim>
                                        <p:animEffect transition="in" filter="fade">
                                          <p:cBhvr>
                                            <p:cTn id="35" dur="750"/>
                                            <p:tgtEl>
                                              <p:spTgt spid="177"/>
                                            </p:tgtEl>
                                          </p:cBhvr>
                                        </p:animEffect>
                                      </p:childTnLst>
                                    </p:cTn>
                                  </p:par>
                                  <p:par>
                                    <p:cTn id="36" presetID="53" presetClass="entr" presetSubtype="16" fill="hold" nodeType="withEffect">
                                      <p:stCondLst>
                                        <p:cond delay="1000"/>
                                      </p:stCondLst>
                                      <p:childTnLst>
                                        <p:set>
                                          <p:cBhvr>
                                            <p:cTn id="37" dur="1" fill="hold">
                                              <p:stCondLst>
                                                <p:cond delay="0"/>
                                              </p:stCondLst>
                                            </p:cTn>
                                            <p:tgtEl>
                                              <p:spTgt spid="162"/>
                                            </p:tgtEl>
                                            <p:attrNameLst>
                                              <p:attrName>style.visibility</p:attrName>
                                            </p:attrNameLst>
                                          </p:cBhvr>
                                          <p:to>
                                            <p:strVal val="visible"/>
                                          </p:to>
                                        </p:set>
                                        <p:anim calcmode="lin" valueType="num">
                                          <p:cBhvr>
                                            <p:cTn id="38" dur="750" fill="hold"/>
                                            <p:tgtEl>
                                              <p:spTgt spid="162"/>
                                            </p:tgtEl>
                                            <p:attrNameLst>
                                              <p:attrName>ppt_w</p:attrName>
                                            </p:attrNameLst>
                                          </p:cBhvr>
                                          <p:tavLst>
                                            <p:tav tm="0">
                                              <p:val>
                                                <p:fltVal val="0"/>
                                              </p:val>
                                            </p:tav>
                                            <p:tav tm="100000">
                                              <p:val>
                                                <p:strVal val="#ppt_w"/>
                                              </p:val>
                                            </p:tav>
                                          </p:tavLst>
                                        </p:anim>
                                        <p:anim calcmode="lin" valueType="num">
                                          <p:cBhvr>
                                            <p:cTn id="39" dur="750" fill="hold"/>
                                            <p:tgtEl>
                                              <p:spTgt spid="162"/>
                                            </p:tgtEl>
                                            <p:attrNameLst>
                                              <p:attrName>ppt_h</p:attrName>
                                            </p:attrNameLst>
                                          </p:cBhvr>
                                          <p:tavLst>
                                            <p:tav tm="0">
                                              <p:val>
                                                <p:fltVal val="0"/>
                                              </p:val>
                                            </p:tav>
                                            <p:tav tm="100000">
                                              <p:val>
                                                <p:strVal val="#ppt_h"/>
                                              </p:val>
                                            </p:tav>
                                          </p:tavLst>
                                        </p:anim>
                                        <p:animEffect transition="in" filter="fade">
                                          <p:cBhvr>
                                            <p:cTn id="40" dur="750"/>
                                            <p:tgtEl>
                                              <p:spTgt spid="162"/>
                                            </p:tgtEl>
                                          </p:cBhvr>
                                        </p:animEffect>
                                      </p:childTnLst>
                                    </p:cTn>
                                  </p:par>
                                  <p:par>
                                    <p:cTn id="41" presetID="53" presetClass="entr" presetSubtype="16" fill="hold" nodeType="withEffect">
                                      <p:stCondLst>
                                        <p:cond delay="1500"/>
                                      </p:stCondLst>
                                      <p:childTnLst>
                                        <p:set>
                                          <p:cBhvr>
                                            <p:cTn id="42" dur="1" fill="hold">
                                              <p:stCondLst>
                                                <p:cond delay="0"/>
                                              </p:stCondLst>
                                            </p:cTn>
                                            <p:tgtEl>
                                              <p:spTgt spid="147"/>
                                            </p:tgtEl>
                                            <p:attrNameLst>
                                              <p:attrName>style.visibility</p:attrName>
                                            </p:attrNameLst>
                                          </p:cBhvr>
                                          <p:to>
                                            <p:strVal val="visible"/>
                                          </p:to>
                                        </p:set>
                                        <p:anim calcmode="lin" valueType="num">
                                          <p:cBhvr>
                                            <p:cTn id="43" dur="750" fill="hold"/>
                                            <p:tgtEl>
                                              <p:spTgt spid="147"/>
                                            </p:tgtEl>
                                            <p:attrNameLst>
                                              <p:attrName>ppt_w</p:attrName>
                                            </p:attrNameLst>
                                          </p:cBhvr>
                                          <p:tavLst>
                                            <p:tav tm="0">
                                              <p:val>
                                                <p:fltVal val="0"/>
                                              </p:val>
                                            </p:tav>
                                            <p:tav tm="100000">
                                              <p:val>
                                                <p:strVal val="#ppt_w"/>
                                              </p:val>
                                            </p:tav>
                                          </p:tavLst>
                                        </p:anim>
                                        <p:anim calcmode="lin" valueType="num">
                                          <p:cBhvr>
                                            <p:cTn id="44" dur="750" fill="hold"/>
                                            <p:tgtEl>
                                              <p:spTgt spid="147"/>
                                            </p:tgtEl>
                                            <p:attrNameLst>
                                              <p:attrName>ppt_h</p:attrName>
                                            </p:attrNameLst>
                                          </p:cBhvr>
                                          <p:tavLst>
                                            <p:tav tm="0">
                                              <p:val>
                                                <p:fltVal val="0"/>
                                              </p:val>
                                            </p:tav>
                                            <p:tav tm="100000">
                                              <p:val>
                                                <p:strVal val="#ppt_h"/>
                                              </p:val>
                                            </p:tav>
                                          </p:tavLst>
                                        </p:anim>
                                        <p:animEffect transition="in" filter="fade">
                                          <p:cBhvr>
                                            <p:cTn id="45" dur="750"/>
                                            <p:tgtEl>
                                              <p:spTgt spid="147"/>
                                            </p:tgtEl>
                                          </p:cBhvr>
                                        </p:animEffect>
                                      </p:childTnLst>
                                    </p:cTn>
                                  </p:par>
                                  <p:par>
                                    <p:cTn id="46" presetID="53" presetClass="entr" presetSubtype="16" fill="hold" nodeType="withEffect">
                                      <p:stCondLst>
                                        <p:cond delay="2000"/>
                                      </p:stCondLst>
                                      <p:childTnLst>
                                        <p:set>
                                          <p:cBhvr>
                                            <p:cTn id="47" dur="1" fill="hold">
                                              <p:stCondLst>
                                                <p:cond delay="0"/>
                                              </p:stCondLst>
                                            </p:cTn>
                                            <p:tgtEl>
                                              <p:spTgt spid="129"/>
                                            </p:tgtEl>
                                            <p:attrNameLst>
                                              <p:attrName>style.visibility</p:attrName>
                                            </p:attrNameLst>
                                          </p:cBhvr>
                                          <p:to>
                                            <p:strVal val="visible"/>
                                          </p:to>
                                        </p:set>
                                        <p:anim calcmode="lin" valueType="num">
                                          <p:cBhvr>
                                            <p:cTn id="48" dur="750" fill="hold"/>
                                            <p:tgtEl>
                                              <p:spTgt spid="129"/>
                                            </p:tgtEl>
                                            <p:attrNameLst>
                                              <p:attrName>ppt_w</p:attrName>
                                            </p:attrNameLst>
                                          </p:cBhvr>
                                          <p:tavLst>
                                            <p:tav tm="0">
                                              <p:val>
                                                <p:fltVal val="0"/>
                                              </p:val>
                                            </p:tav>
                                            <p:tav tm="100000">
                                              <p:val>
                                                <p:strVal val="#ppt_w"/>
                                              </p:val>
                                            </p:tav>
                                          </p:tavLst>
                                        </p:anim>
                                        <p:anim calcmode="lin" valueType="num">
                                          <p:cBhvr>
                                            <p:cTn id="49" dur="750" fill="hold"/>
                                            <p:tgtEl>
                                              <p:spTgt spid="129"/>
                                            </p:tgtEl>
                                            <p:attrNameLst>
                                              <p:attrName>ppt_h</p:attrName>
                                            </p:attrNameLst>
                                          </p:cBhvr>
                                          <p:tavLst>
                                            <p:tav tm="0">
                                              <p:val>
                                                <p:fltVal val="0"/>
                                              </p:val>
                                            </p:tav>
                                            <p:tav tm="100000">
                                              <p:val>
                                                <p:strVal val="#ppt_h"/>
                                              </p:val>
                                            </p:tav>
                                          </p:tavLst>
                                        </p:anim>
                                        <p:animEffect transition="in" filter="fade">
                                          <p:cBhvr>
                                            <p:cTn id="50" dur="750"/>
                                            <p:tgtEl>
                                              <p:spTgt spid="129"/>
                                            </p:tgtEl>
                                          </p:cBhvr>
                                        </p:animEffect>
                                      </p:childTnLst>
                                    </p:cTn>
                                  </p:par>
                                  <p:par>
                                    <p:cTn id="51" presetID="22" presetClass="entr" presetSubtype="1" fill="hold" nodeType="withEffect">
                                      <p:stCondLst>
                                        <p:cond delay="500"/>
                                      </p:stCondLst>
                                      <p:childTnLst>
                                        <p:set>
                                          <p:cBhvr>
                                            <p:cTn id="52" dur="1" fill="hold">
                                              <p:stCondLst>
                                                <p:cond delay="0"/>
                                              </p:stCondLst>
                                            </p:cTn>
                                            <p:tgtEl>
                                              <p:spTgt spid="2"/>
                                            </p:tgtEl>
                                            <p:attrNameLst>
                                              <p:attrName>style.visibility</p:attrName>
                                            </p:attrNameLst>
                                          </p:cBhvr>
                                          <p:to>
                                            <p:strVal val="visible"/>
                                          </p:to>
                                        </p:set>
                                        <p:animEffect transition="in" filter="wipe(up)">
                                          <p:cBhvr>
                                            <p:cTn id="53" dur="750"/>
                                            <p:tgtEl>
                                              <p:spTgt spid="2"/>
                                            </p:tgtEl>
                                          </p:cBhvr>
                                        </p:animEffect>
                                      </p:childTnLst>
                                    </p:cTn>
                                  </p:par>
                                  <p:par>
                                    <p:cTn id="54" presetID="22" presetClass="entr" presetSubtype="1" fill="hold" nodeType="withEffect">
                                      <p:stCondLst>
                                        <p:cond delay="750"/>
                                      </p:stCondLst>
                                      <p:childTnLst>
                                        <p:set>
                                          <p:cBhvr>
                                            <p:cTn id="55" dur="1" fill="hold">
                                              <p:stCondLst>
                                                <p:cond delay="0"/>
                                              </p:stCondLst>
                                            </p:cTn>
                                            <p:tgtEl>
                                              <p:spTgt spid="3"/>
                                            </p:tgtEl>
                                            <p:attrNameLst>
                                              <p:attrName>style.visibility</p:attrName>
                                            </p:attrNameLst>
                                          </p:cBhvr>
                                          <p:to>
                                            <p:strVal val="visible"/>
                                          </p:to>
                                        </p:set>
                                        <p:animEffect transition="in" filter="wipe(up)">
                                          <p:cBhvr>
                                            <p:cTn id="56" dur="750"/>
                                            <p:tgtEl>
                                              <p:spTgt spid="3"/>
                                            </p:tgtEl>
                                          </p:cBhvr>
                                        </p:animEffect>
                                      </p:childTnLst>
                                    </p:cTn>
                                  </p:par>
                                  <p:par>
                                    <p:cTn id="57" presetID="22" presetClass="entr" presetSubtype="1" fill="hold" nodeType="withEffect">
                                      <p:stCondLst>
                                        <p:cond delay="1000"/>
                                      </p:stCondLst>
                                      <p:childTnLst>
                                        <p:set>
                                          <p:cBhvr>
                                            <p:cTn id="58" dur="1" fill="hold">
                                              <p:stCondLst>
                                                <p:cond delay="0"/>
                                              </p:stCondLst>
                                            </p:cTn>
                                            <p:tgtEl>
                                              <p:spTgt spid="4"/>
                                            </p:tgtEl>
                                            <p:attrNameLst>
                                              <p:attrName>style.visibility</p:attrName>
                                            </p:attrNameLst>
                                          </p:cBhvr>
                                          <p:to>
                                            <p:strVal val="visible"/>
                                          </p:to>
                                        </p:set>
                                        <p:animEffect transition="in" filter="wipe(up)">
                                          <p:cBhvr>
                                            <p:cTn id="59" dur="750"/>
                                            <p:tgtEl>
                                              <p:spTgt spid="4"/>
                                            </p:tgtEl>
                                          </p:cBhvr>
                                        </p:animEffect>
                                      </p:childTnLst>
                                    </p:cTn>
                                  </p:par>
                                  <p:par>
                                    <p:cTn id="60" presetID="22" presetClass="entr" presetSubtype="1" fill="hold" nodeType="withEffect">
                                      <p:stCondLst>
                                        <p:cond delay="1250"/>
                                      </p:stCondLst>
                                      <p:childTnLst>
                                        <p:set>
                                          <p:cBhvr>
                                            <p:cTn id="61" dur="1" fill="hold">
                                              <p:stCondLst>
                                                <p:cond delay="0"/>
                                              </p:stCondLst>
                                            </p:cTn>
                                            <p:tgtEl>
                                              <p:spTgt spid="5"/>
                                            </p:tgtEl>
                                            <p:attrNameLst>
                                              <p:attrName>style.visibility</p:attrName>
                                            </p:attrNameLst>
                                          </p:cBhvr>
                                          <p:to>
                                            <p:strVal val="visible"/>
                                          </p:to>
                                        </p:set>
                                        <p:animEffect transition="in" filter="wipe(up)">
                                          <p:cBhvr>
                                            <p:cTn id="62" dur="750"/>
                                            <p:tgtEl>
                                              <p:spTgt spid="5"/>
                                            </p:tgtEl>
                                          </p:cBhvr>
                                        </p:animEffect>
                                      </p:childTnLst>
                                    </p:cTn>
                                  </p:par>
                                  <p:par>
                                    <p:cTn id="63" presetID="22" presetClass="entr" presetSubtype="1" fill="hold" nodeType="withEffect">
                                      <p:stCondLst>
                                        <p:cond delay="1500"/>
                                      </p:stCondLst>
                                      <p:childTnLst>
                                        <p:set>
                                          <p:cBhvr>
                                            <p:cTn id="64" dur="1" fill="hold">
                                              <p:stCondLst>
                                                <p:cond delay="0"/>
                                              </p:stCondLst>
                                            </p:cTn>
                                            <p:tgtEl>
                                              <p:spTgt spid="6"/>
                                            </p:tgtEl>
                                            <p:attrNameLst>
                                              <p:attrName>style.visibility</p:attrName>
                                            </p:attrNameLst>
                                          </p:cBhvr>
                                          <p:to>
                                            <p:strVal val="visible"/>
                                          </p:to>
                                        </p:set>
                                        <p:animEffect transition="in" filter="wipe(up)">
                                          <p:cBhvr>
                                            <p:cTn id="65" dur="750"/>
                                            <p:tgtEl>
                                              <p:spTgt spid="6"/>
                                            </p:tgtEl>
                                          </p:cBhvr>
                                        </p:animEffect>
                                      </p:childTnLst>
                                    </p:cTn>
                                  </p:par>
                                  <p:par>
                                    <p:cTn id="66" presetID="2" presetClass="entr" presetSubtype="4" fill="hold" nodeType="withEffect" p14:presetBounceEnd="67000">
                                      <p:stCondLst>
                                        <p:cond delay="500"/>
                                      </p:stCondLst>
                                      <p:childTnLst>
                                        <p:set>
                                          <p:cBhvr>
                                            <p:cTn id="67" dur="1" fill="hold">
                                              <p:stCondLst>
                                                <p:cond delay="0"/>
                                              </p:stCondLst>
                                            </p:cTn>
                                            <p:tgtEl>
                                              <p:spTgt spid="7"/>
                                            </p:tgtEl>
                                            <p:attrNameLst>
                                              <p:attrName>style.visibility</p:attrName>
                                            </p:attrNameLst>
                                          </p:cBhvr>
                                          <p:to>
                                            <p:strVal val="visible"/>
                                          </p:to>
                                        </p:set>
                                        <p:anim calcmode="lin" valueType="num" p14:bounceEnd="67000">
                                          <p:cBhvr additive="base">
                                            <p:cTn id="68" dur="1000" fill="hold"/>
                                            <p:tgtEl>
                                              <p:spTgt spid="7"/>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7"/>
                                            </p:tgtEl>
                                            <p:attrNameLst>
                                              <p:attrName>ppt_y</p:attrName>
                                            </p:attrNameLst>
                                          </p:cBhvr>
                                          <p:tavLst>
                                            <p:tav tm="0">
                                              <p:val>
                                                <p:strVal val="1+#ppt_h/2"/>
                                              </p:val>
                                            </p:tav>
                                            <p:tav tm="100000">
                                              <p:val>
                                                <p:strVal val="#ppt_y"/>
                                              </p:val>
                                            </p:tav>
                                          </p:tavLst>
                                        </p:anim>
                                      </p:childTnLst>
                                    </p:cTn>
                                  </p:par>
                                  <p:par>
                                    <p:cTn id="70" presetID="2" presetClass="entr" presetSubtype="4" fill="hold" nodeType="withEffect" p14:presetBounceEnd="67000">
                                      <p:stCondLst>
                                        <p:cond delay="750"/>
                                      </p:stCondLst>
                                      <p:childTnLst>
                                        <p:set>
                                          <p:cBhvr>
                                            <p:cTn id="71" dur="1" fill="hold">
                                              <p:stCondLst>
                                                <p:cond delay="0"/>
                                              </p:stCondLst>
                                            </p:cTn>
                                            <p:tgtEl>
                                              <p:spTgt spid="12"/>
                                            </p:tgtEl>
                                            <p:attrNameLst>
                                              <p:attrName>style.visibility</p:attrName>
                                            </p:attrNameLst>
                                          </p:cBhvr>
                                          <p:to>
                                            <p:strVal val="visible"/>
                                          </p:to>
                                        </p:set>
                                        <p:anim calcmode="lin" valueType="num" p14:bounceEnd="67000">
                                          <p:cBhvr additive="base">
                                            <p:cTn id="72" dur="1000" fill="hold"/>
                                            <p:tgtEl>
                                              <p:spTgt spid="12"/>
                                            </p:tgtEl>
                                            <p:attrNameLst>
                                              <p:attrName>ppt_x</p:attrName>
                                            </p:attrNameLst>
                                          </p:cBhvr>
                                          <p:tavLst>
                                            <p:tav tm="0">
                                              <p:val>
                                                <p:strVal val="#ppt_x"/>
                                              </p:val>
                                            </p:tav>
                                            <p:tav tm="100000">
                                              <p:val>
                                                <p:strVal val="#ppt_x"/>
                                              </p:val>
                                            </p:tav>
                                          </p:tavLst>
                                        </p:anim>
                                        <p:anim calcmode="lin" valueType="num" p14:bounceEnd="67000">
                                          <p:cBhvr additive="base">
                                            <p:cTn id="73" dur="1000" fill="hold"/>
                                            <p:tgtEl>
                                              <p:spTgt spid="12"/>
                                            </p:tgtEl>
                                            <p:attrNameLst>
                                              <p:attrName>ppt_y</p:attrName>
                                            </p:attrNameLst>
                                          </p:cBhvr>
                                          <p:tavLst>
                                            <p:tav tm="0">
                                              <p:val>
                                                <p:strVal val="1+#ppt_h/2"/>
                                              </p:val>
                                            </p:tav>
                                            <p:tav tm="100000">
                                              <p:val>
                                                <p:strVal val="#ppt_y"/>
                                              </p:val>
                                            </p:tav>
                                          </p:tavLst>
                                        </p:anim>
                                      </p:childTnLst>
                                    </p:cTn>
                                  </p:par>
                                  <p:par>
                                    <p:cTn id="74" presetID="2" presetClass="entr" presetSubtype="4" fill="hold" nodeType="withEffect" p14:presetBounceEnd="67000">
                                      <p:stCondLst>
                                        <p:cond delay="1000"/>
                                      </p:stCondLst>
                                      <p:childTnLst>
                                        <p:set>
                                          <p:cBhvr>
                                            <p:cTn id="75" dur="1" fill="hold">
                                              <p:stCondLst>
                                                <p:cond delay="0"/>
                                              </p:stCondLst>
                                            </p:cTn>
                                            <p:tgtEl>
                                              <p:spTgt spid="9"/>
                                            </p:tgtEl>
                                            <p:attrNameLst>
                                              <p:attrName>style.visibility</p:attrName>
                                            </p:attrNameLst>
                                          </p:cBhvr>
                                          <p:to>
                                            <p:strVal val="visible"/>
                                          </p:to>
                                        </p:set>
                                        <p:anim calcmode="lin" valueType="num" p14:bounceEnd="67000">
                                          <p:cBhvr additive="base">
                                            <p:cTn id="76" dur="1000" fill="hold"/>
                                            <p:tgtEl>
                                              <p:spTgt spid="9"/>
                                            </p:tgtEl>
                                            <p:attrNameLst>
                                              <p:attrName>ppt_x</p:attrName>
                                            </p:attrNameLst>
                                          </p:cBhvr>
                                          <p:tavLst>
                                            <p:tav tm="0">
                                              <p:val>
                                                <p:strVal val="#ppt_x"/>
                                              </p:val>
                                            </p:tav>
                                            <p:tav tm="100000">
                                              <p:val>
                                                <p:strVal val="#ppt_x"/>
                                              </p:val>
                                            </p:tav>
                                          </p:tavLst>
                                        </p:anim>
                                        <p:anim calcmode="lin" valueType="num" p14:bounceEnd="67000">
                                          <p:cBhvr additive="base">
                                            <p:cTn id="77" dur="1000" fill="hold"/>
                                            <p:tgtEl>
                                              <p:spTgt spid="9"/>
                                            </p:tgtEl>
                                            <p:attrNameLst>
                                              <p:attrName>ppt_y</p:attrName>
                                            </p:attrNameLst>
                                          </p:cBhvr>
                                          <p:tavLst>
                                            <p:tav tm="0">
                                              <p:val>
                                                <p:strVal val="1+#ppt_h/2"/>
                                              </p:val>
                                            </p:tav>
                                            <p:tav tm="100000">
                                              <p:val>
                                                <p:strVal val="#ppt_y"/>
                                              </p:val>
                                            </p:tav>
                                          </p:tavLst>
                                        </p:anim>
                                      </p:childTnLst>
                                    </p:cTn>
                                  </p:par>
                                  <p:par>
                                    <p:cTn id="78" presetID="2" presetClass="entr" presetSubtype="4" fill="hold" nodeType="withEffect" p14:presetBounceEnd="67000">
                                      <p:stCondLst>
                                        <p:cond delay="1250"/>
                                      </p:stCondLst>
                                      <p:childTnLst>
                                        <p:set>
                                          <p:cBhvr>
                                            <p:cTn id="79" dur="1" fill="hold">
                                              <p:stCondLst>
                                                <p:cond delay="0"/>
                                              </p:stCondLst>
                                            </p:cTn>
                                            <p:tgtEl>
                                              <p:spTgt spid="10"/>
                                            </p:tgtEl>
                                            <p:attrNameLst>
                                              <p:attrName>style.visibility</p:attrName>
                                            </p:attrNameLst>
                                          </p:cBhvr>
                                          <p:to>
                                            <p:strVal val="visible"/>
                                          </p:to>
                                        </p:set>
                                        <p:anim calcmode="lin" valueType="num" p14:bounceEnd="67000">
                                          <p:cBhvr additive="base">
                                            <p:cTn id="80" dur="1000" fill="hold"/>
                                            <p:tgtEl>
                                              <p:spTgt spid="10"/>
                                            </p:tgtEl>
                                            <p:attrNameLst>
                                              <p:attrName>ppt_x</p:attrName>
                                            </p:attrNameLst>
                                          </p:cBhvr>
                                          <p:tavLst>
                                            <p:tav tm="0">
                                              <p:val>
                                                <p:strVal val="#ppt_x"/>
                                              </p:val>
                                            </p:tav>
                                            <p:tav tm="100000">
                                              <p:val>
                                                <p:strVal val="#ppt_x"/>
                                              </p:val>
                                            </p:tav>
                                          </p:tavLst>
                                        </p:anim>
                                        <p:anim calcmode="lin" valueType="num" p14:bounceEnd="67000">
                                          <p:cBhvr additive="base">
                                            <p:cTn id="81" dur="1000" fill="hold"/>
                                            <p:tgtEl>
                                              <p:spTgt spid="10"/>
                                            </p:tgtEl>
                                            <p:attrNameLst>
                                              <p:attrName>ppt_y</p:attrName>
                                            </p:attrNameLst>
                                          </p:cBhvr>
                                          <p:tavLst>
                                            <p:tav tm="0">
                                              <p:val>
                                                <p:strVal val="1+#ppt_h/2"/>
                                              </p:val>
                                            </p:tav>
                                            <p:tav tm="100000">
                                              <p:val>
                                                <p:strVal val="#ppt_y"/>
                                              </p:val>
                                            </p:tav>
                                          </p:tavLst>
                                        </p:anim>
                                      </p:childTnLst>
                                    </p:cTn>
                                  </p:par>
                                  <p:par>
                                    <p:cTn id="82" presetID="2" presetClass="entr" presetSubtype="4" fill="hold" nodeType="withEffect" p14:presetBounceEnd="67000">
                                      <p:stCondLst>
                                        <p:cond delay="1500"/>
                                      </p:stCondLst>
                                      <p:childTnLst>
                                        <p:set>
                                          <p:cBhvr>
                                            <p:cTn id="83" dur="1" fill="hold">
                                              <p:stCondLst>
                                                <p:cond delay="0"/>
                                              </p:stCondLst>
                                            </p:cTn>
                                            <p:tgtEl>
                                              <p:spTgt spid="11"/>
                                            </p:tgtEl>
                                            <p:attrNameLst>
                                              <p:attrName>style.visibility</p:attrName>
                                            </p:attrNameLst>
                                          </p:cBhvr>
                                          <p:to>
                                            <p:strVal val="visible"/>
                                          </p:to>
                                        </p:set>
                                        <p:anim calcmode="lin" valueType="num" p14:bounceEnd="67000">
                                          <p:cBhvr additive="base">
                                            <p:cTn id="84"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85" dur="1000" fill="hold"/>
                                            <p:tgtEl>
                                              <p:spTgt spid="11"/>
                                            </p:tgtEl>
                                            <p:attrNameLst>
                                              <p:attrName>ppt_y</p:attrName>
                                            </p:attrNameLst>
                                          </p:cBhvr>
                                          <p:tavLst>
                                            <p:tav tm="0">
                                              <p:val>
                                                <p:strVal val="1+#ppt_h/2"/>
                                              </p:val>
                                            </p:tav>
                                            <p:tav tm="100000">
                                              <p:val>
                                                <p:strVal val="#ppt_y"/>
                                              </p:val>
                                            </p:tav>
                                          </p:tavLst>
                                        </p:anim>
                                      </p:childTnLst>
                                    </p:cTn>
                                  </p:par>
                                  <p:par>
                                    <p:cTn id="86" presetID="53" presetClass="entr" presetSubtype="16" fill="hold" grpId="0" nodeType="withEffect">
                                      <p:stCondLst>
                                        <p:cond delay="750"/>
                                      </p:stCondLst>
                                      <p:childTnLst>
                                        <p:set>
                                          <p:cBhvr>
                                            <p:cTn id="87" dur="1" fill="hold">
                                              <p:stCondLst>
                                                <p:cond delay="0"/>
                                              </p:stCondLst>
                                            </p:cTn>
                                            <p:tgtEl>
                                              <p:spTgt spid="207"/>
                                            </p:tgtEl>
                                            <p:attrNameLst>
                                              <p:attrName>style.visibility</p:attrName>
                                            </p:attrNameLst>
                                          </p:cBhvr>
                                          <p:to>
                                            <p:strVal val="visible"/>
                                          </p:to>
                                        </p:set>
                                        <p:anim calcmode="lin" valueType="num">
                                          <p:cBhvr>
                                            <p:cTn id="88" dur="750" fill="hold"/>
                                            <p:tgtEl>
                                              <p:spTgt spid="207"/>
                                            </p:tgtEl>
                                            <p:attrNameLst>
                                              <p:attrName>ppt_w</p:attrName>
                                            </p:attrNameLst>
                                          </p:cBhvr>
                                          <p:tavLst>
                                            <p:tav tm="0">
                                              <p:val>
                                                <p:fltVal val="0"/>
                                              </p:val>
                                            </p:tav>
                                            <p:tav tm="100000">
                                              <p:val>
                                                <p:strVal val="#ppt_w"/>
                                              </p:val>
                                            </p:tav>
                                          </p:tavLst>
                                        </p:anim>
                                        <p:anim calcmode="lin" valueType="num">
                                          <p:cBhvr>
                                            <p:cTn id="89" dur="750" fill="hold"/>
                                            <p:tgtEl>
                                              <p:spTgt spid="207"/>
                                            </p:tgtEl>
                                            <p:attrNameLst>
                                              <p:attrName>ppt_h</p:attrName>
                                            </p:attrNameLst>
                                          </p:cBhvr>
                                          <p:tavLst>
                                            <p:tav tm="0">
                                              <p:val>
                                                <p:fltVal val="0"/>
                                              </p:val>
                                            </p:tav>
                                            <p:tav tm="100000">
                                              <p:val>
                                                <p:strVal val="#ppt_h"/>
                                              </p:val>
                                            </p:tav>
                                          </p:tavLst>
                                        </p:anim>
                                        <p:animEffect transition="in" filter="fade">
                                          <p:cBhvr>
                                            <p:cTn id="90" dur="750"/>
                                            <p:tgtEl>
                                              <p:spTgt spid="207"/>
                                            </p:tgtEl>
                                          </p:cBhvr>
                                        </p:animEffect>
                                      </p:childTnLst>
                                    </p:cTn>
                                  </p:par>
                                  <p:par>
                                    <p:cTn id="91" presetID="53" presetClass="entr" presetSubtype="16" fill="hold" grpId="0" nodeType="withEffect">
                                      <p:stCondLst>
                                        <p:cond delay="1000"/>
                                      </p:stCondLst>
                                      <p:childTnLst>
                                        <p:set>
                                          <p:cBhvr>
                                            <p:cTn id="92" dur="1" fill="hold">
                                              <p:stCondLst>
                                                <p:cond delay="0"/>
                                              </p:stCondLst>
                                            </p:cTn>
                                            <p:tgtEl>
                                              <p:spTgt spid="206"/>
                                            </p:tgtEl>
                                            <p:attrNameLst>
                                              <p:attrName>style.visibility</p:attrName>
                                            </p:attrNameLst>
                                          </p:cBhvr>
                                          <p:to>
                                            <p:strVal val="visible"/>
                                          </p:to>
                                        </p:set>
                                        <p:anim calcmode="lin" valueType="num">
                                          <p:cBhvr>
                                            <p:cTn id="93" dur="750" fill="hold"/>
                                            <p:tgtEl>
                                              <p:spTgt spid="206"/>
                                            </p:tgtEl>
                                            <p:attrNameLst>
                                              <p:attrName>ppt_w</p:attrName>
                                            </p:attrNameLst>
                                          </p:cBhvr>
                                          <p:tavLst>
                                            <p:tav tm="0">
                                              <p:val>
                                                <p:fltVal val="0"/>
                                              </p:val>
                                            </p:tav>
                                            <p:tav tm="100000">
                                              <p:val>
                                                <p:strVal val="#ppt_w"/>
                                              </p:val>
                                            </p:tav>
                                          </p:tavLst>
                                        </p:anim>
                                        <p:anim calcmode="lin" valueType="num">
                                          <p:cBhvr>
                                            <p:cTn id="94" dur="750" fill="hold"/>
                                            <p:tgtEl>
                                              <p:spTgt spid="206"/>
                                            </p:tgtEl>
                                            <p:attrNameLst>
                                              <p:attrName>ppt_h</p:attrName>
                                            </p:attrNameLst>
                                          </p:cBhvr>
                                          <p:tavLst>
                                            <p:tav tm="0">
                                              <p:val>
                                                <p:fltVal val="0"/>
                                              </p:val>
                                            </p:tav>
                                            <p:tav tm="100000">
                                              <p:val>
                                                <p:strVal val="#ppt_h"/>
                                              </p:val>
                                            </p:tav>
                                          </p:tavLst>
                                        </p:anim>
                                        <p:animEffect transition="in" filter="fade">
                                          <p:cBhvr>
                                            <p:cTn id="95" dur="750"/>
                                            <p:tgtEl>
                                              <p:spTgt spid="206"/>
                                            </p:tgtEl>
                                          </p:cBhvr>
                                        </p:animEffect>
                                      </p:childTnLst>
                                    </p:cTn>
                                  </p:par>
                                  <p:par>
                                    <p:cTn id="96" presetID="53" presetClass="entr" presetSubtype="16" fill="hold" grpId="0" nodeType="withEffect">
                                      <p:stCondLst>
                                        <p:cond delay="1250"/>
                                      </p:stCondLst>
                                      <p:childTnLst>
                                        <p:set>
                                          <p:cBhvr>
                                            <p:cTn id="97" dur="1" fill="hold">
                                              <p:stCondLst>
                                                <p:cond delay="0"/>
                                              </p:stCondLst>
                                            </p:cTn>
                                            <p:tgtEl>
                                              <p:spTgt spid="203"/>
                                            </p:tgtEl>
                                            <p:attrNameLst>
                                              <p:attrName>style.visibility</p:attrName>
                                            </p:attrNameLst>
                                          </p:cBhvr>
                                          <p:to>
                                            <p:strVal val="visible"/>
                                          </p:to>
                                        </p:set>
                                        <p:anim calcmode="lin" valueType="num">
                                          <p:cBhvr>
                                            <p:cTn id="98" dur="750" fill="hold"/>
                                            <p:tgtEl>
                                              <p:spTgt spid="203"/>
                                            </p:tgtEl>
                                            <p:attrNameLst>
                                              <p:attrName>ppt_w</p:attrName>
                                            </p:attrNameLst>
                                          </p:cBhvr>
                                          <p:tavLst>
                                            <p:tav tm="0">
                                              <p:val>
                                                <p:fltVal val="0"/>
                                              </p:val>
                                            </p:tav>
                                            <p:tav tm="100000">
                                              <p:val>
                                                <p:strVal val="#ppt_w"/>
                                              </p:val>
                                            </p:tav>
                                          </p:tavLst>
                                        </p:anim>
                                        <p:anim calcmode="lin" valueType="num">
                                          <p:cBhvr>
                                            <p:cTn id="99" dur="750" fill="hold"/>
                                            <p:tgtEl>
                                              <p:spTgt spid="203"/>
                                            </p:tgtEl>
                                            <p:attrNameLst>
                                              <p:attrName>ppt_h</p:attrName>
                                            </p:attrNameLst>
                                          </p:cBhvr>
                                          <p:tavLst>
                                            <p:tav tm="0">
                                              <p:val>
                                                <p:fltVal val="0"/>
                                              </p:val>
                                            </p:tav>
                                            <p:tav tm="100000">
                                              <p:val>
                                                <p:strVal val="#ppt_h"/>
                                              </p:val>
                                            </p:tav>
                                          </p:tavLst>
                                        </p:anim>
                                        <p:animEffect transition="in" filter="fade">
                                          <p:cBhvr>
                                            <p:cTn id="100" dur="750"/>
                                            <p:tgtEl>
                                              <p:spTgt spid="203"/>
                                            </p:tgtEl>
                                          </p:cBhvr>
                                        </p:animEffect>
                                      </p:childTnLst>
                                    </p:cTn>
                                  </p:par>
                                  <p:par>
                                    <p:cTn id="101" presetID="53" presetClass="entr" presetSubtype="16" fill="hold" grpId="0" nodeType="withEffect">
                                      <p:stCondLst>
                                        <p:cond delay="1500"/>
                                      </p:stCondLst>
                                      <p:childTnLst>
                                        <p:set>
                                          <p:cBhvr>
                                            <p:cTn id="102" dur="1" fill="hold">
                                              <p:stCondLst>
                                                <p:cond delay="0"/>
                                              </p:stCondLst>
                                            </p:cTn>
                                            <p:tgtEl>
                                              <p:spTgt spid="204"/>
                                            </p:tgtEl>
                                            <p:attrNameLst>
                                              <p:attrName>style.visibility</p:attrName>
                                            </p:attrNameLst>
                                          </p:cBhvr>
                                          <p:to>
                                            <p:strVal val="visible"/>
                                          </p:to>
                                        </p:set>
                                        <p:anim calcmode="lin" valueType="num">
                                          <p:cBhvr>
                                            <p:cTn id="103" dur="750" fill="hold"/>
                                            <p:tgtEl>
                                              <p:spTgt spid="204"/>
                                            </p:tgtEl>
                                            <p:attrNameLst>
                                              <p:attrName>ppt_w</p:attrName>
                                            </p:attrNameLst>
                                          </p:cBhvr>
                                          <p:tavLst>
                                            <p:tav tm="0">
                                              <p:val>
                                                <p:fltVal val="0"/>
                                              </p:val>
                                            </p:tav>
                                            <p:tav tm="100000">
                                              <p:val>
                                                <p:strVal val="#ppt_w"/>
                                              </p:val>
                                            </p:tav>
                                          </p:tavLst>
                                        </p:anim>
                                        <p:anim calcmode="lin" valueType="num">
                                          <p:cBhvr>
                                            <p:cTn id="104" dur="750" fill="hold"/>
                                            <p:tgtEl>
                                              <p:spTgt spid="204"/>
                                            </p:tgtEl>
                                            <p:attrNameLst>
                                              <p:attrName>ppt_h</p:attrName>
                                            </p:attrNameLst>
                                          </p:cBhvr>
                                          <p:tavLst>
                                            <p:tav tm="0">
                                              <p:val>
                                                <p:fltVal val="0"/>
                                              </p:val>
                                            </p:tav>
                                            <p:tav tm="100000">
                                              <p:val>
                                                <p:strVal val="#ppt_h"/>
                                              </p:val>
                                            </p:tav>
                                          </p:tavLst>
                                        </p:anim>
                                        <p:animEffect transition="in" filter="fade">
                                          <p:cBhvr>
                                            <p:cTn id="105" dur="750"/>
                                            <p:tgtEl>
                                              <p:spTgt spid="204"/>
                                            </p:tgtEl>
                                          </p:cBhvr>
                                        </p:animEffect>
                                      </p:childTnLst>
                                    </p:cTn>
                                  </p:par>
                                  <p:par>
                                    <p:cTn id="106" presetID="53" presetClass="entr" presetSubtype="16" fill="hold" grpId="0" nodeType="withEffect">
                                      <p:stCondLst>
                                        <p:cond delay="1750"/>
                                      </p:stCondLst>
                                      <p:childTnLst>
                                        <p:set>
                                          <p:cBhvr>
                                            <p:cTn id="107" dur="1" fill="hold">
                                              <p:stCondLst>
                                                <p:cond delay="0"/>
                                              </p:stCondLst>
                                            </p:cTn>
                                            <p:tgtEl>
                                              <p:spTgt spid="205"/>
                                            </p:tgtEl>
                                            <p:attrNameLst>
                                              <p:attrName>style.visibility</p:attrName>
                                            </p:attrNameLst>
                                          </p:cBhvr>
                                          <p:to>
                                            <p:strVal val="visible"/>
                                          </p:to>
                                        </p:set>
                                        <p:anim calcmode="lin" valueType="num">
                                          <p:cBhvr>
                                            <p:cTn id="108" dur="750" fill="hold"/>
                                            <p:tgtEl>
                                              <p:spTgt spid="205"/>
                                            </p:tgtEl>
                                            <p:attrNameLst>
                                              <p:attrName>ppt_w</p:attrName>
                                            </p:attrNameLst>
                                          </p:cBhvr>
                                          <p:tavLst>
                                            <p:tav tm="0">
                                              <p:val>
                                                <p:fltVal val="0"/>
                                              </p:val>
                                            </p:tav>
                                            <p:tav tm="100000">
                                              <p:val>
                                                <p:strVal val="#ppt_w"/>
                                              </p:val>
                                            </p:tav>
                                          </p:tavLst>
                                        </p:anim>
                                        <p:anim calcmode="lin" valueType="num">
                                          <p:cBhvr>
                                            <p:cTn id="109" dur="750" fill="hold"/>
                                            <p:tgtEl>
                                              <p:spTgt spid="205"/>
                                            </p:tgtEl>
                                            <p:attrNameLst>
                                              <p:attrName>ppt_h</p:attrName>
                                            </p:attrNameLst>
                                          </p:cBhvr>
                                          <p:tavLst>
                                            <p:tav tm="0">
                                              <p:val>
                                                <p:fltVal val="0"/>
                                              </p:val>
                                            </p:tav>
                                            <p:tav tm="100000">
                                              <p:val>
                                                <p:strVal val="#ppt_h"/>
                                              </p:val>
                                            </p:tav>
                                          </p:tavLst>
                                        </p:anim>
                                        <p:animEffect transition="in" filter="fade">
                                          <p:cBhvr>
                                            <p:cTn id="110" dur="750"/>
                                            <p:tgtEl>
                                              <p:spTgt spid="2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P spid="204" grpId="0" animBg="1"/>
          <p:bldP spid="205" grpId="0" animBg="1"/>
          <p:bldP spid="206" grpId="0" animBg="1"/>
          <p:bldP spid="20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94"/>
                                            </p:tgtEl>
                                            <p:attrNameLst>
                                              <p:attrName>style.visibility</p:attrName>
                                            </p:attrNameLst>
                                          </p:cBhvr>
                                          <p:to>
                                            <p:strVal val="visible"/>
                                          </p:to>
                                        </p:set>
                                        <p:anim calcmode="lin" valueType="num">
                                          <p:cBhvr>
                                            <p:cTn id="7" dur="500" fill="hold"/>
                                            <p:tgtEl>
                                              <p:spTgt spid="194"/>
                                            </p:tgtEl>
                                            <p:attrNameLst>
                                              <p:attrName>ppt_w</p:attrName>
                                            </p:attrNameLst>
                                          </p:cBhvr>
                                          <p:tavLst>
                                            <p:tav tm="0">
                                              <p:val>
                                                <p:fltVal val="0"/>
                                              </p:val>
                                            </p:tav>
                                            <p:tav tm="100000">
                                              <p:val>
                                                <p:strVal val="#ppt_w"/>
                                              </p:val>
                                            </p:tav>
                                          </p:tavLst>
                                        </p:anim>
                                        <p:anim calcmode="lin" valueType="num">
                                          <p:cBhvr>
                                            <p:cTn id="8" dur="500" fill="hold"/>
                                            <p:tgtEl>
                                              <p:spTgt spid="194"/>
                                            </p:tgtEl>
                                            <p:attrNameLst>
                                              <p:attrName>ppt_h</p:attrName>
                                            </p:attrNameLst>
                                          </p:cBhvr>
                                          <p:tavLst>
                                            <p:tav tm="0">
                                              <p:val>
                                                <p:fltVal val="0"/>
                                              </p:val>
                                            </p:tav>
                                            <p:tav tm="100000">
                                              <p:val>
                                                <p:strVal val="#ppt_h"/>
                                              </p:val>
                                            </p:tav>
                                          </p:tavLst>
                                        </p:anim>
                                        <p:animEffect transition="in" filter="fade">
                                          <p:cBhvr>
                                            <p:cTn id="9" dur="500"/>
                                            <p:tgtEl>
                                              <p:spTgt spid="194"/>
                                            </p:tgtEl>
                                          </p:cBhvr>
                                        </p:animEffect>
                                      </p:childTnLst>
                                    </p:cTn>
                                  </p:par>
                                  <p:par>
                                    <p:cTn id="10" presetID="53" presetClass="entr" presetSubtype="16" fill="hold" nodeType="withEffect">
                                      <p:stCondLst>
                                        <p:cond delay="250"/>
                                      </p:stCondLst>
                                      <p:childTnLst>
                                        <p:set>
                                          <p:cBhvr>
                                            <p:cTn id="11" dur="1" fill="hold">
                                              <p:stCondLst>
                                                <p:cond delay="0"/>
                                              </p:stCondLst>
                                            </p:cTn>
                                            <p:tgtEl>
                                              <p:spTgt spid="195"/>
                                            </p:tgtEl>
                                            <p:attrNameLst>
                                              <p:attrName>style.visibility</p:attrName>
                                            </p:attrNameLst>
                                          </p:cBhvr>
                                          <p:to>
                                            <p:strVal val="visible"/>
                                          </p:to>
                                        </p:set>
                                        <p:anim calcmode="lin" valueType="num">
                                          <p:cBhvr>
                                            <p:cTn id="12" dur="750" fill="hold"/>
                                            <p:tgtEl>
                                              <p:spTgt spid="195"/>
                                            </p:tgtEl>
                                            <p:attrNameLst>
                                              <p:attrName>ppt_w</p:attrName>
                                            </p:attrNameLst>
                                          </p:cBhvr>
                                          <p:tavLst>
                                            <p:tav tm="0">
                                              <p:val>
                                                <p:fltVal val="0"/>
                                              </p:val>
                                            </p:tav>
                                            <p:tav tm="100000">
                                              <p:val>
                                                <p:strVal val="#ppt_w"/>
                                              </p:val>
                                            </p:tav>
                                          </p:tavLst>
                                        </p:anim>
                                        <p:anim calcmode="lin" valueType="num">
                                          <p:cBhvr>
                                            <p:cTn id="13" dur="750" fill="hold"/>
                                            <p:tgtEl>
                                              <p:spTgt spid="195"/>
                                            </p:tgtEl>
                                            <p:attrNameLst>
                                              <p:attrName>ppt_h</p:attrName>
                                            </p:attrNameLst>
                                          </p:cBhvr>
                                          <p:tavLst>
                                            <p:tav tm="0">
                                              <p:val>
                                                <p:fltVal val="0"/>
                                              </p:val>
                                            </p:tav>
                                            <p:tav tm="100000">
                                              <p:val>
                                                <p:strVal val="#ppt_h"/>
                                              </p:val>
                                            </p:tav>
                                          </p:tavLst>
                                        </p:anim>
                                        <p:animEffect transition="in" filter="fade">
                                          <p:cBhvr>
                                            <p:cTn id="14" dur="750"/>
                                            <p:tgtEl>
                                              <p:spTgt spid="195"/>
                                            </p:tgtEl>
                                          </p:cBhvr>
                                        </p:animEffect>
                                      </p:childTnLst>
                                    </p:cTn>
                                  </p:par>
                                  <p:par>
                                    <p:cTn id="15" presetID="2" presetClass="entr" presetSubtype="8" fill="hold" nodeType="withEffect">
                                      <p:stCondLst>
                                        <p:cond delay="250"/>
                                      </p:stCondLst>
                                      <p:childTnLst>
                                        <p:set>
                                          <p:cBhvr>
                                            <p:cTn id="16" dur="1" fill="hold">
                                              <p:stCondLst>
                                                <p:cond delay="0"/>
                                              </p:stCondLst>
                                            </p:cTn>
                                            <p:tgtEl>
                                              <p:spTgt spid="165"/>
                                            </p:tgtEl>
                                            <p:attrNameLst>
                                              <p:attrName>style.visibility</p:attrName>
                                            </p:attrNameLst>
                                          </p:cBhvr>
                                          <p:to>
                                            <p:strVal val="visible"/>
                                          </p:to>
                                        </p:set>
                                        <p:anim calcmode="lin" valueType="num">
                                          <p:cBhvr additive="base">
                                            <p:cTn id="17" dur="1000" fill="hold"/>
                                            <p:tgtEl>
                                              <p:spTgt spid="165"/>
                                            </p:tgtEl>
                                            <p:attrNameLst>
                                              <p:attrName>ppt_x</p:attrName>
                                            </p:attrNameLst>
                                          </p:cBhvr>
                                          <p:tavLst>
                                            <p:tav tm="0">
                                              <p:val>
                                                <p:strVal val="0-#ppt_w/2"/>
                                              </p:val>
                                            </p:tav>
                                            <p:tav tm="100000">
                                              <p:val>
                                                <p:strVal val="#ppt_x"/>
                                              </p:val>
                                            </p:tav>
                                          </p:tavLst>
                                        </p:anim>
                                        <p:anim calcmode="lin" valueType="num">
                                          <p:cBhvr additive="base">
                                            <p:cTn id="18" dur="1000" fill="hold"/>
                                            <p:tgtEl>
                                              <p:spTgt spid="165"/>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750"/>
                                      </p:stCondLst>
                                      <p:childTnLst>
                                        <p:set>
                                          <p:cBhvr>
                                            <p:cTn id="20" dur="1" fill="hold">
                                              <p:stCondLst>
                                                <p:cond delay="0"/>
                                              </p:stCondLst>
                                            </p:cTn>
                                            <p:tgtEl>
                                              <p:spTgt spid="150"/>
                                            </p:tgtEl>
                                            <p:attrNameLst>
                                              <p:attrName>style.visibility</p:attrName>
                                            </p:attrNameLst>
                                          </p:cBhvr>
                                          <p:to>
                                            <p:strVal val="visible"/>
                                          </p:to>
                                        </p:set>
                                        <p:anim calcmode="lin" valueType="num">
                                          <p:cBhvr additive="base">
                                            <p:cTn id="21" dur="1000" fill="hold"/>
                                            <p:tgtEl>
                                              <p:spTgt spid="150"/>
                                            </p:tgtEl>
                                            <p:attrNameLst>
                                              <p:attrName>ppt_x</p:attrName>
                                            </p:attrNameLst>
                                          </p:cBhvr>
                                          <p:tavLst>
                                            <p:tav tm="0">
                                              <p:val>
                                                <p:strVal val="0-#ppt_w/2"/>
                                              </p:val>
                                            </p:tav>
                                            <p:tav tm="100000">
                                              <p:val>
                                                <p:strVal val="#ppt_x"/>
                                              </p:val>
                                            </p:tav>
                                          </p:tavLst>
                                        </p:anim>
                                        <p:anim calcmode="lin" valueType="num">
                                          <p:cBhvr additive="base">
                                            <p:cTn id="22" dur="1000" fill="hold"/>
                                            <p:tgtEl>
                                              <p:spTgt spid="150"/>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1250"/>
                                      </p:stCondLst>
                                      <p:childTnLst>
                                        <p:set>
                                          <p:cBhvr>
                                            <p:cTn id="24" dur="1" fill="hold">
                                              <p:stCondLst>
                                                <p:cond delay="0"/>
                                              </p:stCondLst>
                                            </p:cTn>
                                            <p:tgtEl>
                                              <p:spTgt spid="135"/>
                                            </p:tgtEl>
                                            <p:attrNameLst>
                                              <p:attrName>style.visibility</p:attrName>
                                            </p:attrNameLst>
                                          </p:cBhvr>
                                          <p:to>
                                            <p:strVal val="visible"/>
                                          </p:to>
                                        </p:set>
                                        <p:anim calcmode="lin" valueType="num">
                                          <p:cBhvr additive="base">
                                            <p:cTn id="25" dur="1000" fill="hold"/>
                                            <p:tgtEl>
                                              <p:spTgt spid="135"/>
                                            </p:tgtEl>
                                            <p:attrNameLst>
                                              <p:attrName>ppt_x</p:attrName>
                                            </p:attrNameLst>
                                          </p:cBhvr>
                                          <p:tavLst>
                                            <p:tav tm="0">
                                              <p:val>
                                                <p:strVal val="0-#ppt_w/2"/>
                                              </p:val>
                                            </p:tav>
                                            <p:tav tm="100000">
                                              <p:val>
                                                <p:strVal val="#ppt_x"/>
                                              </p:val>
                                            </p:tav>
                                          </p:tavLst>
                                        </p:anim>
                                        <p:anim calcmode="lin" valueType="num">
                                          <p:cBhvr additive="base">
                                            <p:cTn id="26" dur="1000" fill="hold"/>
                                            <p:tgtEl>
                                              <p:spTgt spid="135"/>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1750"/>
                                      </p:stCondLst>
                                      <p:childTnLst>
                                        <p:set>
                                          <p:cBhvr>
                                            <p:cTn id="28" dur="1" fill="hold">
                                              <p:stCondLst>
                                                <p:cond delay="0"/>
                                              </p:stCondLst>
                                            </p:cTn>
                                            <p:tgtEl>
                                              <p:spTgt spid="132"/>
                                            </p:tgtEl>
                                            <p:attrNameLst>
                                              <p:attrName>style.visibility</p:attrName>
                                            </p:attrNameLst>
                                          </p:cBhvr>
                                          <p:to>
                                            <p:strVal val="visible"/>
                                          </p:to>
                                        </p:set>
                                        <p:anim calcmode="lin" valueType="num">
                                          <p:cBhvr additive="base">
                                            <p:cTn id="29" dur="1000" fill="hold"/>
                                            <p:tgtEl>
                                              <p:spTgt spid="132"/>
                                            </p:tgtEl>
                                            <p:attrNameLst>
                                              <p:attrName>ppt_x</p:attrName>
                                            </p:attrNameLst>
                                          </p:cBhvr>
                                          <p:tavLst>
                                            <p:tav tm="0">
                                              <p:val>
                                                <p:strVal val="0-#ppt_w/2"/>
                                              </p:val>
                                            </p:tav>
                                            <p:tav tm="100000">
                                              <p:val>
                                                <p:strVal val="#ppt_x"/>
                                              </p:val>
                                            </p:tav>
                                          </p:tavLst>
                                        </p:anim>
                                        <p:anim calcmode="lin" valueType="num">
                                          <p:cBhvr additive="base">
                                            <p:cTn id="30" dur="1000" fill="hold"/>
                                            <p:tgtEl>
                                              <p:spTgt spid="132"/>
                                            </p:tgtEl>
                                            <p:attrNameLst>
                                              <p:attrName>ppt_y</p:attrName>
                                            </p:attrNameLst>
                                          </p:cBhvr>
                                          <p:tavLst>
                                            <p:tav tm="0">
                                              <p:val>
                                                <p:strVal val="#ppt_y"/>
                                              </p:val>
                                            </p:tav>
                                            <p:tav tm="100000">
                                              <p:val>
                                                <p:strVal val="#ppt_y"/>
                                              </p:val>
                                            </p:tav>
                                          </p:tavLst>
                                        </p:anim>
                                      </p:childTnLst>
                                    </p:cTn>
                                  </p:par>
                                  <p:par>
                                    <p:cTn id="31" presetID="53" presetClass="entr" presetSubtype="16" fill="hold" nodeType="withEffect">
                                      <p:stCondLst>
                                        <p:cond delay="500"/>
                                      </p:stCondLst>
                                      <p:childTnLst>
                                        <p:set>
                                          <p:cBhvr>
                                            <p:cTn id="32" dur="1" fill="hold">
                                              <p:stCondLst>
                                                <p:cond delay="0"/>
                                              </p:stCondLst>
                                            </p:cTn>
                                            <p:tgtEl>
                                              <p:spTgt spid="177"/>
                                            </p:tgtEl>
                                            <p:attrNameLst>
                                              <p:attrName>style.visibility</p:attrName>
                                            </p:attrNameLst>
                                          </p:cBhvr>
                                          <p:to>
                                            <p:strVal val="visible"/>
                                          </p:to>
                                        </p:set>
                                        <p:anim calcmode="lin" valueType="num">
                                          <p:cBhvr>
                                            <p:cTn id="33" dur="750" fill="hold"/>
                                            <p:tgtEl>
                                              <p:spTgt spid="177"/>
                                            </p:tgtEl>
                                            <p:attrNameLst>
                                              <p:attrName>ppt_w</p:attrName>
                                            </p:attrNameLst>
                                          </p:cBhvr>
                                          <p:tavLst>
                                            <p:tav tm="0">
                                              <p:val>
                                                <p:fltVal val="0"/>
                                              </p:val>
                                            </p:tav>
                                            <p:tav tm="100000">
                                              <p:val>
                                                <p:strVal val="#ppt_w"/>
                                              </p:val>
                                            </p:tav>
                                          </p:tavLst>
                                        </p:anim>
                                        <p:anim calcmode="lin" valueType="num">
                                          <p:cBhvr>
                                            <p:cTn id="34" dur="750" fill="hold"/>
                                            <p:tgtEl>
                                              <p:spTgt spid="177"/>
                                            </p:tgtEl>
                                            <p:attrNameLst>
                                              <p:attrName>ppt_h</p:attrName>
                                            </p:attrNameLst>
                                          </p:cBhvr>
                                          <p:tavLst>
                                            <p:tav tm="0">
                                              <p:val>
                                                <p:fltVal val="0"/>
                                              </p:val>
                                            </p:tav>
                                            <p:tav tm="100000">
                                              <p:val>
                                                <p:strVal val="#ppt_h"/>
                                              </p:val>
                                            </p:tav>
                                          </p:tavLst>
                                        </p:anim>
                                        <p:animEffect transition="in" filter="fade">
                                          <p:cBhvr>
                                            <p:cTn id="35" dur="750"/>
                                            <p:tgtEl>
                                              <p:spTgt spid="177"/>
                                            </p:tgtEl>
                                          </p:cBhvr>
                                        </p:animEffect>
                                      </p:childTnLst>
                                    </p:cTn>
                                  </p:par>
                                  <p:par>
                                    <p:cTn id="36" presetID="53" presetClass="entr" presetSubtype="16" fill="hold" nodeType="withEffect">
                                      <p:stCondLst>
                                        <p:cond delay="1000"/>
                                      </p:stCondLst>
                                      <p:childTnLst>
                                        <p:set>
                                          <p:cBhvr>
                                            <p:cTn id="37" dur="1" fill="hold">
                                              <p:stCondLst>
                                                <p:cond delay="0"/>
                                              </p:stCondLst>
                                            </p:cTn>
                                            <p:tgtEl>
                                              <p:spTgt spid="162"/>
                                            </p:tgtEl>
                                            <p:attrNameLst>
                                              <p:attrName>style.visibility</p:attrName>
                                            </p:attrNameLst>
                                          </p:cBhvr>
                                          <p:to>
                                            <p:strVal val="visible"/>
                                          </p:to>
                                        </p:set>
                                        <p:anim calcmode="lin" valueType="num">
                                          <p:cBhvr>
                                            <p:cTn id="38" dur="750" fill="hold"/>
                                            <p:tgtEl>
                                              <p:spTgt spid="162"/>
                                            </p:tgtEl>
                                            <p:attrNameLst>
                                              <p:attrName>ppt_w</p:attrName>
                                            </p:attrNameLst>
                                          </p:cBhvr>
                                          <p:tavLst>
                                            <p:tav tm="0">
                                              <p:val>
                                                <p:fltVal val="0"/>
                                              </p:val>
                                            </p:tav>
                                            <p:tav tm="100000">
                                              <p:val>
                                                <p:strVal val="#ppt_w"/>
                                              </p:val>
                                            </p:tav>
                                          </p:tavLst>
                                        </p:anim>
                                        <p:anim calcmode="lin" valueType="num">
                                          <p:cBhvr>
                                            <p:cTn id="39" dur="750" fill="hold"/>
                                            <p:tgtEl>
                                              <p:spTgt spid="162"/>
                                            </p:tgtEl>
                                            <p:attrNameLst>
                                              <p:attrName>ppt_h</p:attrName>
                                            </p:attrNameLst>
                                          </p:cBhvr>
                                          <p:tavLst>
                                            <p:tav tm="0">
                                              <p:val>
                                                <p:fltVal val="0"/>
                                              </p:val>
                                            </p:tav>
                                            <p:tav tm="100000">
                                              <p:val>
                                                <p:strVal val="#ppt_h"/>
                                              </p:val>
                                            </p:tav>
                                          </p:tavLst>
                                        </p:anim>
                                        <p:animEffect transition="in" filter="fade">
                                          <p:cBhvr>
                                            <p:cTn id="40" dur="750"/>
                                            <p:tgtEl>
                                              <p:spTgt spid="162"/>
                                            </p:tgtEl>
                                          </p:cBhvr>
                                        </p:animEffect>
                                      </p:childTnLst>
                                    </p:cTn>
                                  </p:par>
                                  <p:par>
                                    <p:cTn id="41" presetID="53" presetClass="entr" presetSubtype="16" fill="hold" nodeType="withEffect">
                                      <p:stCondLst>
                                        <p:cond delay="1500"/>
                                      </p:stCondLst>
                                      <p:childTnLst>
                                        <p:set>
                                          <p:cBhvr>
                                            <p:cTn id="42" dur="1" fill="hold">
                                              <p:stCondLst>
                                                <p:cond delay="0"/>
                                              </p:stCondLst>
                                            </p:cTn>
                                            <p:tgtEl>
                                              <p:spTgt spid="147"/>
                                            </p:tgtEl>
                                            <p:attrNameLst>
                                              <p:attrName>style.visibility</p:attrName>
                                            </p:attrNameLst>
                                          </p:cBhvr>
                                          <p:to>
                                            <p:strVal val="visible"/>
                                          </p:to>
                                        </p:set>
                                        <p:anim calcmode="lin" valueType="num">
                                          <p:cBhvr>
                                            <p:cTn id="43" dur="750" fill="hold"/>
                                            <p:tgtEl>
                                              <p:spTgt spid="147"/>
                                            </p:tgtEl>
                                            <p:attrNameLst>
                                              <p:attrName>ppt_w</p:attrName>
                                            </p:attrNameLst>
                                          </p:cBhvr>
                                          <p:tavLst>
                                            <p:tav tm="0">
                                              <p:val>
                                                <p:fltVal val="0"/>
                                              </p:val>
                                            </p:tav>
                                            <p:tav tm="100000">
                                              <p:val>
                                                <p:strVal val="#ppt_w"/>
                                              </p:val>
                                            </p:tav>
                                          </p:tavLst>
                                        </p:anim>
                                        <p:anim calcmode="lin" valueType="num">
                                          <p:cBhvr>
                                            <p:cTn id="44" dur="750" fill="hold"/>
                                            <p:tgtEl>
                                              <p:spTgt spid="147"/>
                                            </p:tgtEl>
                                            <p:attrNameLst>
                                              <p:attrName>ppt_h</p:attrName>
                                            </p:attrNameLst>
                                          </p:cBhvr>
                                          <p:tavLst>
                                            <p:tav tm="0">
                                              <p:val>
                                                <p:fltVal val="0"/>
                                              </p:val>
                                            </p:tav>
                                            <p:tav tm="100000">
                                              <p:val>
                                                <p:strVal val="#ppt_h"/>
                                              </p:val>
                                            </p:tav>
                                          </p:tavLst>
                                        </p:anim>
                                        <p:animEffect transition="in" filter="fade">
                                          <p:cBhvr>
                                            <p:cTn id="45" dur="750"/>
                                            <p:tgtEl>
                                              <p:spTgt spid="147"/>
                                            </p:tgtEl>
                                          </p:cBhvr>
                                        </p:animEffect>
                                      </p:childTnLst>
                                    </p:cTn>
                                  </p:par>
                                  <p:par>
                                    <p:cTn id="46" presetID="53" presetClass="entr" presetSubtype="16" fill="hold" nodeType="withEffect">
                                      <p:stCondLst>
                                        <p:cond delay="2000"/>
                                      </p:stCondLst>
                                      <p:childTnLst>
                                        <p:set>
                                          <p:cBhvr>
                                            <p:cTn id="47" dur="1" fill="hold">
                                              <p:stCondLst>
                                                <p:cond delay="0"/>
                                              </p:stCondLst>
                                            </p:cTn>
                                            <p:tgtEl>
                                              <p:spTgt spid="129"/>
                                            </p:tgtEl>
                                            <p:attrNameLst>
                                              <p:attrName>style.visibility</p:attrName>
                                            </p:attrNameLst>
                                          </p:cBhvr>
                                          <p:to>
                                            <p:strVal val="visible"/>
                                          </p:to>
                                        </p:set>
                                        <p:anim calcmode="lin" valueType="num">
                                          <p:cBhvr>
                                            <p:cTn id="48" dur="750" fill="hold"/>
                                            <p:tgtEl>
                                              <p:spTgt spid="129"/>
                                            </p:tgtEl>
                                            <p:attrNameLst>
                                              <p:attrName>ppt_w</p:attrName>
                                            </p:attrNameLst>
                                          </p:cBhvr>
                                          <p:tavLst>
                                            <p:tav tm="0">
                                              <p:val>
                                                <p:fltVal val="0"/>
                                              </p:val>
                                            </p:tav>
                                            <p:tav tm="100000">
                                              <p:val>
                                                <p:strVal val="#ppt_w"/>
                                              </p:val>
                                            </p:tav>
                                          </p:tavLst>
                                        </p:anim>
                                        <p:anim calcmode="lin" valueType="num">
                                          <p:cBhvr>
                                            <p:cTn id="49" dur="750" fill="hold"/>
                                            <p:tgtEl>
                                              <p:spTgt spid="129"/>
                                            </p:tgtEl>
                                            <p:attrNameLst>
                                              <p:attrName>ppt_h</p:attrName>
                                            </p:attrNameLst>
                                          </p:cBhvr>
                                          <p:tavLst>
                                            <p:tav tm="0">
                                              <p:val>
                                                <p:fltVal val="0"/>
                                              </p:val>
                                            </p:tav>
                                            <p:tav tm="100000">
                                              <p:val>
                                                <p:strVal val="#ppt_h"/>
                                              </p:val>
                                            </p:tav>
                                          </p:tavLst>
                                        </p:anim>
                                        <p:animEffect transition="in" filter="fade">
                                          <p:cBhvr>
                                            <p:cTn id="50" dur="750"/>
                                            <p:tgtEl>
                                              <p:spTgt spid="129"/>
                                            </p:tgtEl>
                                          </p:cBhvr>
                                        </p:animEffect>
                                      </p:childTnLst>
                                    </p:cTn>
                                  </p:par>
                                  <p:par>
                                    <p:cTn id="51" presetID="22" presetClass="entr" presetSubtype="1" fill="hold" nodeType="withEffect">
                                      <p:stCondLst>
                                        <p:cond delay="500"/>
                                      </p:stCondLst>
                                      <p:childTnLst>
                                        <p:set>
                                          <p:cBhvr>
                                            <p:cTn id="52" dur="1" fill="hold">
                                              <p:stCondLst>
                                                <p:cond delay="0"/>
                                              </p:stCondLst>
                                            </p:cTn>
                                            <p:tgtEl>
                                              <p:spTgt spid="2"/>
                                            </p:tgtEl>
                                            <p:attrNameLst>
                                              <p:attrName>style.visibility</p:attrName>
                                            </p:attrNameLst>
                                          </p:cBhvr>
                                          <p:to>
                                            <p:strVal val="visible"/>
                                          </p:to>
                                        </p:set>
                                        <p:animEffect transition="in" filter="wipe(up)">
                                          <p:cBhvr>
                                            <p:cTn id="53" dur="750"/>
                                            <p:tgtEl>
                                              <p:spTgt spid="2"/>
                                            </p:tgtEl>
                                          </p:cBhvr>
                                        </p:animEffect>
                                      </p:childTnLst>
                                    </p:cTn>
                                  </p:par>
                                  <p:par>
                                    <p:cTn id="54" presetID="22" presetClass="entr" presetSubtype="1" fill="hold" nodeType="withEffect">
                                      <p:stCondLst>
                                        <p:cond delay="750"/>
                                      </p:stCondLst>
                                      <p:childTnLst>
                                        <p:set>
                                          <p:cBhvr>
                                            <p:cTn id="55" dur="1" fill="hold">
                                              <p:stCondLst>
                                                <p:cond delay="0"/>
                                              </p:stCondLst>
                                            </p:cTn>
                                            <p:tgtEl>
                                              <p:spTgt spid="3"/>
                                            </p:tgtEl>
                                            <p:attrNameLst>
                                              <p:attrName>style.visibility</p:attrName>
                                            </p:attrNameLst>
                                          </p:cBhvr>
                                          <p:to>
                                            <p:strVal val="visible"/>
                                          </p:to>
                                        </p:set>
                                        <p:animEffect transition="in" filter="wipe(up)">
                                          <p:cBhvr>
                                            <p:cTn id="56" dur="750"/>
                                            <p:tgtEl>
                                              <p:spTgt spid="3"/>
                                            </p:tgtEl>
                                          </p:cBhvr>
                                        </p:animEffect>
                                      </p:childTnLst>
                                    </p:cTn>
                                  </p:par>
                                  <p:par>
                                    <p:cTn id="57" presetID="22" presetClass="entr" presetSubtype="1" fill="hold" nodeType="withEffect">
                                      <p:stCondLst>
                                        <p:cond delay="1000"/>
                                      </p:stCondLst>
                                      <p:childTnLst>
                                        <p:set>
                                          <p:cBhvr>
                                            <p:cTn id="58" dur="1" fill="hold">
                                              <p:stCondLst>
                                                <p:cond delay="0"/>
                                              </p:stCondLst>
                                            </p:cTn>
                                            <p:tgtEl>
                                              <p:spTgt spid="4"/>
                                            </p:tgtEl>
                                            <p:attrNameLst>
                                              <p:attrName>style.visibility</p:attrName>
                                            </p:attrNameLst>
                                          </p:cBhvr>
                                          <p:to>
                                            <p:strVal val="visible"/>
                                          </p:to>
                                        </p:set>
                                        <p:animEffect transition="in" filter="wipe(up)">
                                          <p:cBhvr>
                                            <p:cTn id="59" dur="750"/>
                                            <p:tgtEl>
                                              <p:spTgt spid="4"/>
                                            </p:tgtEl>
                                          </p:cBhvr>
                                        </p:animEffect>
                                      </p:childTnLst>
                                    </p:cTn>
                                  </p:par>
                                  <p:par>
                                    <p:cTn id="60" presetID="22" presetClass="entr" presetSubtype="1" fill="hold" nodeType="withEffect">
                                      <p:stCondLst>
                                        <p:cond delay="1250"/>
                                      </p:stCondLst>
                                      <p:childTnLst>
                                        <p:set>
                                          <p:cBhvr>
                                            <p:cTn id="61" dur="1" fill="hold">
                                              <p:stCondLst>
                                                <p:cond delay="0"/>
                                              </p:stCondLst>
                                            </p:cTn>
                                            <p:tgtEl>
                                              <p:spTgt spid="5"/>
                                            </p:tgtEl>
                                            <p:attrNameLst>
                                              <p:attrName>style.visibility</p:attrName>
                                            </p:attrNameLst>
                                          </p:cBhvr>
                                          <p:to>
                                            <p:strVal val="visible"/>
                                          </p:to>
                                        </p:set>
                                        <p:animEffect transition="in" filter="wipe(up)">
                                          <p:cBhvr>
                                            <p:cTn id="62" dur="750"/>
                                            <p:tgtEl>
                                              <p:spTgt spid="5"/>
                                            </p:tgtEl>
                                          </p:cBhvr>
                                        </p:animEffect>
                                      </p:childTnLst>
                                    </p:cTn>
                                  </p:par>
                                  <p:par>
                                    <p:cTn id="63" presetID="22" presetClass="entr" presetSubtype="1" fill="hold" nodeType="withEffect">
                                      <p:stCondLst>
                                        <p:cond delay="1500"/>
                                      </p:stCondLst>
                                      <p:childTnLst>
                                        <p:set>
                                          <p:cBhvr>
                                            <p:cTn id="64" dur="1" fill="hold">
                                              <p:stCondLst>
                                                <p:cond delay="0"/>
                                              </p:stCondLst>
                                            </p:cTn>
                                            <p:tgtEl>
                                              <p:spTgt spid="6"/>
                                            </p:tgtEl>
                                            <p:attrNameLst>
                                              <p:attrName>style.visibility</p:attrName>
                                            </p:attrNameLst>
                                          </p:cBhvr>
                                          <p:to>
                                            <p:strVal val="visible"/>
                                          </p:to>
                                        </p:set>
                                        <p:animEffect transition="in" filter="wipe(up)">
                                          <p:cBhvr>
                                            <p:cTn id="65" dur="750"/>
                                            <p:tgtEl>
                                              <p:spTgt spid="6"/>
                                            </p:tgtEl>
                                          </p:cBhvr>
                                        </p:animEffect>
                                      </p:childTnLst>
                                    </p:cTn>
                                  </p:par>
                                  <p:par>
                                    <p:cTn id="66" presetID="2" presetClass="entr" presetSubtype="4" fill="hold" nodeType="withEffect">
                                      <p:stCondLst>
                                        <p:cond delay="500"/>
                                      </p:stCondLst>
                                      <p:childTnLst>
                                        <p:set>
                                          <p:cBhvr>
                                            <p:cTn id="67" dur="1" fill="hold">
                                              <p:stCondLst>
                                                <p:cond delay="0"/>
                                              </p:stCondLst>
                                            </p:cTn>
                                            <p:tgtEl>
                                              <p:spTgt spid="7"/>
                                            </p:tgtEl>
                                            <p:attrNameLst>
                                              <p:attrName>style.visibility</p:attrName>
                                            </p:attrNameLst>
                                          </p:cBhvr>
                                          <p:to>
                                            <p:strVal val="visible"/>
                                          </p:to>
                                        </p:set>
                                        <p:anim calcmode="lin" valueType="num">
                                          <p:cBhvr additive="base">
                                            <p:cTn id="68" dur="1000" fill="hold"/>
                                            <p:tgtEl>
                                              <p:spTgt spid="7"/>
                                            </p:tgtEl>
                                            <p:attrNameLst>
                                              <p:attrName>ppt_x</p:attrName>
                                            </p:attrNameLst>
                                          </p:cBhvr>
                                          <p:tavLst>
                                            <p:tav tm="0">
                                              <p:val>
                                                <p:strVal val="#ppt_x"/>
                                              </p:val>
                                            </p:tav>
                                            <p:tav tm="100000">
                                              <p:val>
                                                <p:strVal val="#ppt_x"/>
                                              </p:val>
                                            </p:tav>
                                          </p:tavLst>
                                        </p:anim>
                                        <p:anim calcmode="lin" valueType="num">
                                          <p:cBhvr additive="base">
                                            <p:cTn id="69" dur="1000" fill="hold"/>
                                            <p:tgtEl>
                                              <p:spTgt spid="7"/>
                                            </p:tgtEl>
                                            <p:attrNameLst>
                                              <p:attrName>ppt_y</p:attrName>
                                            </p:attrNameLst>
                                          </p:cBhvr>
                                          <p:tavLst>
                                            <p:tav tm="0">
                                              <p:val>
                                                <p:strVal val="1+#ppt_h/2"/>
                                              </p:val>
                                            </p:tav>
                                            <p:tav tm="100000">
                                              <p:val>
                                                <p:strVal val="#ppt_y"/>
                                              </p:val>
                                            </p:tav>
                                          </p:tavLst>
                                        </p:anim>
                                      </p:childTnLst>
                                    </p:cTn>
                                  </p:par>
                                  <p:par>
                                    <p:cTn id="70" presetID="2" presetClass="entr" presetSubtype="4" fill="hold" nodeType="withEffect">
                                      <p:stCondLst>
                                        <p:cond delay="750"/>
                                      </p:stCondLst>
                                      <p:childTnLst>
                                        <p:set>
                                          <p:cBhvr>
                                            <p:cTn id="71" dur="1" fill="hold">
                                              <p:stCondLst>
                                                <p:cond delay="0"/>
                                              </p:stCondLst>
                                            </p:cTn>
                                            <p:tgtEl>
                                              <p:spTgt spid="12"/>
                                            </p:tgtEl>
                                            <p:attrNameLst>
                                              <p:attrName>style.visibility</p:attrName>
                                            </p:attrNameLst>
                                          </p:cBhvr>
                                          <p:to>
                                            <p:strVal val="visible"/>
                                          </p:to>
                                        </p:set>
                                        <p:anim calcmode="lin" valueType="num">
                                          <p:cBhvr additive="base">
                                            <p:cTn id="72" dur="1000" fill="hold"/>
                                            <p:tgtEl>
                                              <p:spTgt spid="12"/>
                                            </p:tgtEl>
                                            <p:attrNameLst>
                                              <p:attrName>ppt_x</p:attrName>
                                            </p:attrNameLst>
                                          </p:cBhvr>
                                          <p:tavLst>
                                            <p:tav tm="0">
                                              <p:val>
                                                <p:strVal val="#ppt_x"/>
                                              </p:val>
                                            </p:tav>
                                            <p:tav tm="100000">
                                              <p:val>
                                                <p:strVal val="#ppt_x"/>
                                              </p:val>
                                            </p:tav>
                                          </p:tavLst>
                                        </p:anim>
                                        <p:anim calcmode="lin" valueType="num">
                                          <p:cBhvr additive="base">
                                            <p:cTn id="73" dur="1000" fill="hold"/>
                                            <p:tgtEl>
                                              <p:spTgt spid="12"/>
                                            </p:tgtEl>
                                            <p:attrNameLst>
                                              <p:attrName>ppt_y</p:attrName>
                                            </p:attrNameLst>
                                          </p:cBhvr>
                                          <p:tavLst>
                                            <p:tav tm="0">
                                              <p:val>
                                                <p:strVal val="1+#ppt_h/2"/>
                                              </p:val>
                                            </p:tav>
                                            <p:tav tm="100000">
                                              <p:val>
                                                <p:strVal val="#ppt_y"/>
                                              </p:val>
                                            </p:tav>
                                          </p:tavLst>
                                        </p:anim>
                                      </p:childTnLst>
                                    </p:cTn>
                                  </p:par>
                                  <p:par>
                                    <p:cTn id="74" presetID="2" presetClass="entr" presetSubtype="4" fill="hold" nodeType="withEffect">
                                      <p:stCondLst>
                                        <p:cond delay="1000"/>
                                      </p:stCondLst>
                                      <p:childTnLst>
                                        <p:set>
                                          <p:cBhvr>
                                            <p:cTn id="75" dur="1" fill="hold">
                                              <p:stCondLst>
                                                <p:cond delay="0"/>
                                              </p:stCondLst>
                                            </p:cTn>
                                            <p:tgtEl>
                                              <p:spTgt spid="9"/>
                                            </p:tgtEl>
                                            <p:attrNameLst>
                                              <p:attrName>style.visibility</p:attrName>
                                            </p:attrNameLst>
                                          </p:cBhvr>
                                          <p:to>
                                            <p:strVal val="visible"/>
                                          </p:to>
                                        </p:set>
                                        <p:anim calcmode="lin" valueType="num">
                                          <p:cBhvr additive="base">
                                            <p:cTn id="76" dur="1000" fill="hold"/>
                                            <p:tgtEl>
                                              <p:spTgt spid="9"/>
                                            </p:tgtEl>
                                            <p:attrNameLst>
                                              <p:attrName>ppt_x</p:attrName>
                                            </p:attrNameLst>
                                          </p:cBhvr>
                                          <p:tavLst>
                                            <p:tav tm="0">
                                              <p:val>
                                                <p:strVal val="#ppt_x"/>
                                              </p:val>
                                            </p:tav>
                                            <p:tav tm="100000">
                                              <p:val>
                                                <p:strVal val="#ppt_x"/>
                                              </p:val>
                                            </p:tav>
                                          </p:tavLst>
                                        </p:anim>
                                        <p:anim calcmode="lin" valueType="num">
                                          <p:cBhvr additive="base">
                                            <p:cTn id="77" dur="1000" fill="hold"/>
                                            <p:tgtEl>
                                              <p:spTgt spid="9"/>
                                            </p:tgtEl>
                                            <p:attrNameLst>
                                              <p:attrName>ppt_y</p:attrName>
                                            </p:attrNameLst>
                                          </p:cBhvr>
                                          <p:tavLst>
                                            <p:tav tm="0">
                                              <p:val>
                                                <p:strVal val="1+#ppt_h/2"/>
                                              </p:val>
                                            </p:tav>
                                            <p:tav tm="100000">
                                              <p:val>
                                                <p:strVal val="#ppt_y"/>
                                              </p:val>
                                            </p:tav>
                                          </p:tavLst>
                                        </p:anim>
                                      </p:childTnLst>
                                    </p:cTn>
                                  </p:par>
                                  <p:par>
                                    <p:cTn id="78" presetID="2" presetClass="entr" presetSubtype="4" fill="hold" nodeType="withEffect">
                                      <p:stCondLst>
                                        <p:cond delay="1250"/>
                                      </p:stCondLst>
                                      <p:childTnLst>
                                        <p:set>
                                          <p:cBhvr>
                                            <p:cTn id="79" dur="1" fill="hold">
                                              <p:stCondLst>
                                                <p:cond delay="0"/>
                                              </p:stCondLst>
                                            </p:cTn>
                                            <p:tgtEl>
                                              <p:spTgt spid="10"/>
                                            </p:tgtEl>
                                            <p:attrNameLst>
                                              <p:attrName>style.visibility</p:attrName>
                                            </p:attrNameLst>
                                          </p:cBhvr>
                                          <p:to>
                                            <p:strVal val="visible"/>
                                          </p:to>
                                        </p:set>
                                        <p:anim calcmode="lin" valueType="num">
                                          <p:cBhvr additive="base">
                                            <p:cTn id="80" dur="1000" fill="hold"/>
                                            <p:tgtEl>
                                              <p:spTgt spid="10"/>
                                            </p:tgtEl>
                                            <p:attrNameLst>
                                              <p:attrName>ppt_x</p:attrName>
                                            </p:attrNameLst>
                                          </p:cBhvr>
                                          <p:tavLst>
                                            <p:tav tm="0">
                                              <p:val>
                                                <p:strVal val="#ppt_x"/>
                                              </p:val>
                                            </p:tav>
                                            <p:tav tm="100000">
                                              <p:val>
                                                <p:strVal val="#ppt_x"/>
                                              </p:val>
                                            </p:tav>
                                          </p:tavLst>
                                        </p:anim>
                                        <p:anim calcmode="lin" valueType="num">
                                          <p:cBhvr additive="base">
                                            <p:cTn id="81" dur="1000" fill="hold"/>
                                            <p:tgtEl>
                                              <p:spTgt spid="10"/>
                                            </p:tgtEl>
                                            <p:attrNameLst>
                                              <p:attrName>ppt_y</p:attrName>
                                            </p:attrNameLst>
                                          </p:cBhvr>
                                          <p:tavLst>
                                            <p:tav tm="0">
                                              <p:val>
                                                <p:strVal val="1+#ppt_h/2"/>
                                              </p:val>
                                            </p:tav>
                                            <p:tav tm="100000">
                                              <p:val>
                                                <p:strVal val="#ppt_y"/>
                                              </p:val>
                                            </p:tav>
                                          </p:tavLst>
                                        </p:anim>
                                      </p:childTnLst>
                                    </p:cTn>
                                  </p:par>
                                  <p:par>
                                    <p:cTn id="82" presetID="2" presetClass="entr" presetSubtype="4" fill="hold" nodeType="withEffect">
                                      <p:stCondLst>
                                        <p:cond delay="1500"/>
                                      </p:stCondLst>
                                      <p:childTnLst>
                                        <p:set>
                                          <p:cBhvr>
                                            <p:cTn id="83" dur="1" fill="hold">
                                              <p:stCondLst>
                                                <p:cond delay="0"/>
                                              </p:stCondLst>
                                            </p:cTn>
                                            <p:tgtEl>
                                              <p:spTgt spid="11"/>
                                            </p:tgtEl>
                                            <p:attrNameLst>
                                              <p:attrName>style.visibility</p:attrName>
                                            </p:attrNameLst>
                                          </p:cBhvr>
                                          <p:to>
                                            <p:strVal val="visible"/>
                                          </p:to>
                                        </p:set>
                                        <p:anim calcmode="lin" valueType="num">
                                          <p:cBhvr additive="base">
                                            <p:cTn id="84" dur="1000" fill="hold"/>
                                            <p:tgtEl>
                                              <p:spTgt spid="11"/>
                                            </p:tgtEl>
                                            <p:attrNameLst>
                                              <p:attrName>ppt_x</p:attrName>
                                            </p:attrNameLst>
                                          </p:cBhvr>
                                          <p:tavLst>
                                            <p:tav tm="0">
                                              <p:val>
                                                <p:strVal val="#ppt_x"/>
                                              </p:val>
                                            </p:tav>
                                            <p:tav tm="100000">
                                              <p:val>
                                                <p:strVal val="#ppt_x"/>
                                              </p:val>
                                            </p:tav>
                                          </p:tavLst>
                                        </p:anim>
                                        <p:anim calcmode="lin" valueType="num">
                                          <p:cBhvr additive="base">
                                            <p:cTn id="85" dur="1000" fill="hold"/>
                                            <p:tgtEl>
                                              <p:spTgt spid="11"/>
                                            </p:tgtEl>
                                            <p:attrNameLst>
                                              <p:attrName>ppt_y</p:attrName>
                                            </p:attrNameLst>
                                          </p:cBhvr>
                                          <p:tavLst>
                                            <p:tav tm="0">
                                              <p:val>
                                                <p:strVal val="1+#ppt_h/2"/>
                                              </p:val>
                                            </p:tav>
                                            <p:tav tm="100000">
                                              <p:val>
                                                <p:strVal val="#ppt_y"/>
                                              </p:val>
                                            </p:tav>
                                          </p:tavLst>
                                        </p:anim>
                                      </p:childTnLst>
                                    </p:cTn>
                                  </p:par>
                                  <p:par>
                                    <p:cTn id="86" presetID="53" presetClass="entr" presetSubtype="16" fill="hold" grpId="0" nodeType="withEffect">
                                      <p:stCondLst>
                                        <p:cond delay="750"/>
                                      </p:stCondLst>
                                      <p:childTnLst>
                                        <p:set>
                                          <p:cBhvr>
                                            <p:cTn id="87" dur="1" fill="hold">
                                              <p:stCondLst>
                                                <p:cond delay="0"/>
                                              </p:stCondLst>
                                            </p:cTn>
                                            <p:tgtEl>
                                              <p:spTgt spid="207"/>
                                            </p:tgtEl>
                                            <p:attrNameLst>
                                              <p:attrName>style.visibility</p:attrName>
                                            </p:attrNameLst>
                                          </p:cBhvr>
                                          <p:to>
                                            <p:strVal val="visible"/>
                                          </p:to>
                                        </p:set>
                                        <p:anim calcmode="lin" valueType="num">
                                          <p:cBhvr>
                                            <p:cTn id="88" dur="750" fill="hold"/>
                                            <p:tgtEl>
                                              <p:spTgt spid="207"/>
                                            </p:tgtEl>
                                            <p:attrNameLst>
                                              <p:attrName>ppt_w</p:attrName>
                                            </p:attrNameLst>
                                          </p:cBhvr>
                                          <p:tavLst>
                                            <p:tav tm="0">
                                              <p:val>
                                                <p:fltVal val="0"/>
                                              </p:val>
                                            </p:tav>
                                            <p:tav tm="100000">
                                              <p:val>
                                                <p:strVal val="#ppt_w"/>
                                              </p:val>
                                            </p:tav>
                                          </p:tavLst>
                                        </p:anim>
                                        <p:anim calcmode="lin" valueType="num">
                                          <p:cBhvr>
                                            <p:cTn id="89" dur="750" fill="hold"/>
                                            <p:tgtEl>
                                              <p:spTgt spid="207"/>
                                            </p:tgtEl>
                                            <p:attrNameLst>
                                              <p:attrName>ppt_h</p:attrName>
                                            </p:attrNameLst>
                                          </p:cBhvr>
                                          <p:tavLst>
                                            <p:tav tm="0">
                                              <p:val>
                                                <p:fltVal val="0"/>
                                              </p:val>
                                            </p:tav>
                                            <p:tav tm="100000">
                                              <p:val>
                                                <p:strVal val="#ppt_h"/>
                                              </p:val>
                                            </p:tav>
                                          </p:tavLst>
                                        </p:anim>
                                        <p:animEffect transition="in" filter="fade">
                                          <p:cBhvr>
                                            <p:cTn id="90" dur="750"/>
                                            <p:tgtEl>
                                              <p:spTgt spid="207"/>
                                            </p:tgtEl>
                                          </p:cBhvr>
                                        </p:animEffect>
                                      </p:childTnLst>
                                    </p:cTn>
                                  </p:par>
                                  <p:par>
                                    <p:cTn id="91" presetID="53" presetClass="entr" presetSubtype="16" fill="hold" grpId="0" nodeType="withEffect">
                                      <p:stCondLst>
                                        <p:cond delay="1000"/>
                                      </p:stCondLst>
                                      <p:childTnLst>
                                        <p:set>
                                          <p:cBhvr>
                                            <p:cTn id="92" dur="1" fill="hold">
                                              <p:stCondLst>
                                                <p:cond delay="0"/>
                                              </p:stCondLst>
                                            </p:cTn>
                                            <p:tgtEl>
                                              <p:spTgt spid="206"/>
                                            </p:tgtEl>
                                            <p:attrNameLst>
                                              <p:attrName>style.visibility</p:attrName>
                                            </p:attrNameLst>
                                          </p:cBhvr>
                                          <p:to>
                                            <p:strVal val="visible"/>
                                          </p:to>
                                        </p:set>
                                        <p:anim calcmode="lin" valueType="num">
                                          <p:cBhvr>
                                            <p:cTn id="93" dur="750" fill="hold"/>
                                            <p:tgtEl>
                                              <p:spTgt spid="206"/>
                                            </p:tgtEl>
                                            <p:attrNameLst>
                                              <p:attrName>ppt_w</p:attrName>
                                            </p:attrNameLst>
                                          </p:cBhvr>
                                          <p:tavLst>
                                            <p:tav tm="0">
                                              <p:val>
                                                <p:fltVal val="0"/>
                                              </p:val>
                                            </p:tav>
                                            <p:tav tm="100000">
                                              <p:val>
                                                <p:strVal val="#ppt_w"/>
                                              </p:val>
                                            </p:tav>
                                          </p:tavLst>
                                        </p:anim>
                                        <p:anim calcmode="lin" valueType="num">
                                          <p:cBhvr>
                                            <p:cTn id="94" dur="750" fill="hold"/>
                                            <p:tgtEl>
                                              <p:spTgt spid="206"/>
                                            </p:tgtEl>
                                            <p:attrNameLst>
                                              <p:attrName>ppt_h</p:attrName>
                                            </p:attrNameLst>
                                          </p:cBhvr>
                                          <p:tavLst>
                                            <p:tav tm="0">
                                              <p:val>
                                                <p:fltVal val="0"/>
                                              </p:val>
                                            </p:tav>
                                            <p:tav tm="100000">
                                              <p:val>
                                                <p:strVal val="#ppt_h"/>
                                              </p:val>
                                            </p:tav>
                                          </p:tavLst>
                                        </p:anim>
                                        <p:animEffect transition="in" filter="fade">
                                          <p:cBhvr>
                                            <p:cTn id="95" dur="750"/>
                                            <p:tgtEl>
                                              <p:spTgt spid="206"/>
                                            </p:tgtEl>
                                          </p:cBhvr>
                                        </p:animEffect>
                                      </p:childTnLst>
                                    </p:cTn>
                                  </p:par>
                                  <p:par>
                                    <p:cTn id="96" presetID="53" presetClass="entr" presetSubtype="16" fill="hold" grpId="0" nodeType="withEffect">
                                      <p:stCondLst>
                                        <p:cond delay="1250"/>
                                      </p:stCondLst>
                                      <p:childTnLst>
                                        <p:set>
                                          <p:cBhvr>
                                            <p:cTn id="97" dur="1" fill="hold">
                                              <p:stCondLst>
                                                <p:cond delay="0"/>
                                              </p:stCondLst>
                                            </p:cTn>
                                            <p:tgtEl>
                                              <p:spTgt spid="203"/>
                                            </p:tgtEl>
                                            <p:attrNameLst>
                                              <p:attrName>style.visibility</p:attrName>
                                            </p:attrNameLst>
                                          </p:cBhvr>
                                          <p:to>
                                            <p:strVal val="visible"/>
                                          </p:to>
                                        </p:set>
                                        <p:anim calcmode="lin" valueType="num">
                                          <p:cBhvr>
                                            <p:cTn id="98" dur="750" fill="hold"/>
                                            <p:tgtEl>
                                              <p:spTgt spid="203"/>
                                            </p:tgtEl>
                                            <p:attrNameLst>
                                              <p:attrName>ppt_w</p:attrName>
                                            </p:attrNameLst>
                                          </p:cBhvr>
                                          <p:tavLst>
                                            <p:tav tm="0">
                                              <p:val>
                                                <p:fltVal val="0"/>
                                              </p:val>
                                            </p:tav>
                                            <p:tav tm="100000">
                                              <p:val>
                                                <p:strVal val="#ppt_w"/>
                                              </p:val>
                                            </p:tav>
                                          </p:tavLst>
                                        </p:anim>
                                        <p:anim calcmode="lin" valueType="num">
                                          <p:cBhvr>
                                            <p:cTn id="99" dur="750" fill="hold"/>
                                            <p:tgtEl>
                                              <p:spTgt spid="203"/>
                                            </p:tgtEl>
                                            <p:attrNameLst>
                                              <p:attrName>ppt_h</p:attrName>
                                            </p:attrNameLst>
                                          </p:cBhvr>
                                          <p:tavLst>
                                            <p:tav tm="0">
                                              <p:val>
                                                <p:fltVal val="0"/>
                                              </p:val>
                                            </p:tav>
                                            <p:tav tm="100000">
                                              <p:val>
                                                <p:strVal val="#ppt_h"/>
                                              </p:val>
                                            </p:tav>
                                          </p:tavLst>
                                        </p:anim>
                                        <p:animEffect transition="in" filter="fade">
                                          <p:cBhvr>
                                            <p:cTn id="100" dur="750"/>
                                            <p:tgtEl>
                                              <p:spTgt spid="203"/>
                                            </p:tgtEl>
                                          </p:cBhvr>
                                        </p:animEffect>
                                      </p:childTnLst>
                                    </p:cTn>
                                  </p:par>
                                  <p:par>
                                    <p:cTn id="101" presetID="53" presetClass="entr" presetSubtype="16" fill="hold" grpId="0" nodeType="withEffect">
                                      <p:stCondLst>
                                        <p:cond delay="1500"/>
                                      </p:stCondLst>
                                      <p:childTnLst>
                                        <p:set>
                                          <p:cBhvr>
                                            <p:cTn id="102" dur="1" fill="hold">
                                              <p:stCondLst>
                                                <p:cond delay="0"/>
                                              </p:stCondLst>
                                            </p:cTn>
                                            <p:tgtEl>
                                              <p:spTgt spid="204"/>
                                            </p:tgtEl>
                                            <p:attrNameLst>
                                              <p:attrName>style.visibility</p:attrName>
                                            </p:attrNameLst>
                                          </p:cBhvr>
                                          <p:to>
                                            <p:strVal val="visible"/>
                                          </p:to>
                                        </p:set>
                                        <p:anim calcmode="lin" valueType="num">
                                          <p:cBhvr>
                                            <p:cTn id="103" dur="750" fill="hold"/>
                                            <p:tgtEl>
                                              <p:spTgt spid="204"/>
                                            </p:tgtEl>
                                            <p:attrNameLst>
                                              <p:attrName>ppt_w</p:attrName>
                                            </p:attrNameLst>
                                          </p:cBhvr>
                                          <p:tavLst>
                                            <p:tav tm="0">
                                              <p:val>
                                                <p:fltVal val="0"/>
                                              </p:val>
                                            </p:tav>
                                            <p:tav tm="100000">
                                              <p:val>
                                                <p:strVal val="#ppt_w"/>
                                              </p:val>
                                            </p:tav>
                                          </p:tavLst>
                                        </p:anim>
                                        <p:anim calcmode="lin" valueType="num">
                                          <p:cBhvr>
                                            <p:cTn id="104" dur="750" fill="hold"/>
                                            <p:tgtEl>
                                              <p:spTgt spid="204"/>
                                            </p:tgtEl>
                                            <p:attrNameLst>
                                              <p:attrName>ppt_h</p:attrName>
                                            </p:attrNameLst>
                                          </p:cBhvr>
                                          <p:tavLst>
                                            <p:tav tm="0">
                                              <p:val>
                                                <p:fltVal val="0"/>
                                              </p:val>
                                            </p:tav>
                                            <p:tav tm="100000">
                                              <p:val>
                                                <p:strVal val="#ppt_h"/>
                                              </p:val>
                                            </p:tav>
                                          </p:tavLst>
                                        </p:anim>
                                        <p:animEffect transition="in" filter="fade">
                                          <p:cBhvr>
                                            <p:cTn id="105" dur="750"/>
                                            <p:tgtEl>
                                              <p:spTgt spid="204"/>
                                            </p:tgtEl>
                                          </p:cBhvr>
                                        </p:animEffect>
                                      </p:childTnLst>
                                    </p:cTn>
                                  </p:par>
                                  <p:par>
                                    <p:cTn id="106" presetID="53" presetClass="entr" presetSubtype="16" fill="hold" grpId="0" nodeType="withEffect">
                                      <p:stCondLst>
                                        <p:cond delay="1750"/>
                                      </p:stCondLst>
                                      <p:childTnLst>
                                        <p:set>
                                          <p:cBhvr>
                                            <p:cTn id="107" dur="1" fill="hold">
                                              <p:stCondLst>
                                                <p:cond delay="0"/>
                                              </p:stCondLst>
                                            </p:cTn>
                                            <p:tgtEl>
                                              <p:spTgt spid="205"/>
                                            </p:tgtEl>
                                            <p:attrNameLst>
                                              <p:attrName>style.visibility</p:attrName>
                                            </p:attrNameLst>
                                          </p:cBhvr>
                                          <p:to>
                                            <p:strVal val="visible"/>
                                          </p:to>
                                        </p:set>
                                        <p:anim calcmode="lin" valueType="num">
                                          <p:cBhvr>
                                            <p:cTn id="108" dur="750" fill="hold"/>
                                            <p:tgtEl>
                                              <p:spTgt spid="205"/>
                                            </p:tgtEl>
                                            <p:attrNameLst>
                                              <p:attrName>ppt_w</p:attrName>
                                            </p:attrNameLst>
                                          </p:cBhvr>
                                          <p:tavLst>
                                            <p:tav tm="0">
                                              <p:val>
                                                <p:fltVal val="0"/>
                                              </p:val>
                                            </p:tav>
                                            <p:tav tm="100000">
                                              <p:val>
                                                <p:strVal val="#ppt_w"/>
                                              </p:val>
                                            </p:tav>
                                          </p:tavLst>
                                        </p:anim>
                                        <p:anim calcmode="lin" valueType="num">
                                          <p:cBhvr>
                                            <p:cTn id="109" dur="750" fill="hold"/>
                                            <p:tgtEl>
                                              <p:spTgt spid="205"/>
                                            </p:tgtEl>
                                            <p:attrNameLst>
                                              <p:attrName>ppt_h</p:attrName>
                                            </p:attrNameLst>
                                          </p:cBhvr>
                                          <p:tavLst>
                                            <p:tav tm="0">
                                              <p:val>
                                                <p:fltVal val="0"/>
                                              </p:val>
                                            </p:tav>
                                            <p:tav tm="100000">
                                              <p:val>
                                                <p:strVal val="#ppt_h"/>
                                              </p:val>
                                            </p:tav>
                                          </p:tavLst>
                                        </p:anim>
                                        <p:animEffect transition="in" filter="fade">
                                          <p:cBhvr>
                                            <p:cTn id="110" dur="750"/>
                                            <p:tgtEl>
                                              <p:spTgt spid="2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P spid="204" grpId="0" animBg="1"/>
          <p:bldP spid="205" grpId="0" animBg="1"/>
          <p:bldP spid="206" grpId="0" animBg="1"/>
          <p:bldP spid="207" grpId="0" animBg="1"/>
        </p:bldLst>
      </p:timing>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19" name="Group 7318">
            <a:extLst>
              <a:ext uri="{FF2B5EF4-FFF2-40B4-BE49-F238E27FC236}">
                <a16:creationId xmlns:a16="http://schemas.microsoft.com/office/drawing/2014/main" id="{C0124BFC-ABF8-46BD-AD16-6022ED8947E2}"/>
              </a:ext>
            </a:extLst>
          </p:cNvPr>
          <p:cNvGrpSpPr/>
          <p:nvPr/>
        </p:nvGrpSpPr>
        <p:grpSpPr>
          <a:xfrm>
            <a:off x="4135438" y="638176"/>
            <a:ext cx="2439988" cy="2301875"/>
            <a:chOff x="4135438" y="638176"/>
            <a:chExt cx="2439988" cy="2301875"/>
          </a:xfrm>
        </p:grpSpPr>
        <p:sp>
          <p:nvSpPr>
            <p:cNvPr id="7272" name="Freeform 164">
              <a:extLst>
                <a:ext uri="{FF2B5EF4-FFF2-40B4-BE49-F238E27FC236}">
                  <a16:creationId xmlns:a16="http://schemas.microsoft.com/office/drawing/2014/main" id="{831892DE-A58D-4086-8F6C-FD85A02049EB}"/>
                </a:ext>
              </a:extLst>
            </p:cNvPr>
            <p:cNvSpPr>
              <a:spLocks/>
            </p:cNvSpPr>
            <p:nvPr/>
          </p:nvSpPr>
          <p:spPr bwMode="auto">
            <a:xfrm>
              <a:off x="4286251" y="2398713"/>
              <a:ext cx="393700" cy="541338"/>
            </a:xfrm>
            <a:custGeom>
              <a:avLst/>
              <a:gdLst>
                <a:gd name="T0" fmla="*/ 0 w 106"/>
                <a:gd name="T1" fmla="*/ 0 h 146"/>
                <a:gd name="T2" fmla="*/ 106 w 106"/>
                <a:gd name="T3" fmla="*/ 146 h 146"/>
              </a:gdLst>
              <a:ahLst/>
              <a:cxnLst>
                <a:cxn ang="0">
                  <a:pos x="T0" y="T1"/>
                </a:cxn>
                <a:cxn ang="0">
                  <a:pos x="T2" y="T3"/>
                </a:cxn>
              </a:cxnLst>
              <a:rect l="0" t="0" r="r" b="b"/>
              <a:pathLst>
                <a:path w="106" h="146">
                  <a:moveTo>
                    <a:pt x="0" y="0"/>
                  </a:moveTo>
                  <a:cubicBezTo>
                    <a:pt x="47" y="39"/>
                    <a:pt x="84" y="89"/>
                    <a:pt x="106" y="146"/>
                  </a:cubicBezTo>
                </a:path>
              </a:pathLst>
            </a:custGeom>
            <a:noFill/>
            <a:ln w="3651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76" name="Line 168">
              <a:extLst>
                <a:ext uri="{FF2B5EF4-FFF2-40B4-BE49-F238E27FC236}">
                  <a16:creationId xmlns:a16="http://schemas.microsoft.com/office/drawing/2014/main" id="{D3A82805-925F-47A3-9D7C-3C79F6B7300A}"/>
                </a:ext>
              </a:extLst>
            </p:cNvPr>
            <p:cNvSpPr>
              <a:spLocks noChangeShapeType="1"/>
            </p:cNvSpPr>
            <p:nvPr/>
          </p:nvSpPr>
          <p:spPr bwMode="auto">
            <a:xfrm flipV="1">
              <a:off x="4294188" y="1793876"/>
              <a:ext cx="874713" cy="515938"/>
            </a:xfrm>
            <a:prstGeom prst="line">
              <a:avLst/>
            </a:prstGeom>
            <a:noFill/>
            <a:ln w="36513"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81" name="Freeform 172">
              <a:extLst>
                <a:ext uri="{FF2B5EF4-FFF2-40B4-BE49-F238E27FC236}">
                  <a16:creationId xmlns:a16="http://schemas.microsoft.com/office/drawing/2014/main" id="{BBA8CF78-8AD8-4B58-BB9B-328A7BA92CF4}"/>
                </a:ext>
              </a:extLst>
            </p:cNvPr>
            <p:cNvSpPr>
              <a:spLocks/>
            </p:cNvSpPr>
            <p:nvPr/>
          </p:nvSpPr>
          <p:spPr bwMode="auto">
            <a:xfrm>
              <a:off x="4135438" y="2257426"/>
              <a:ext cx="180975" cy="182563"/>
            </a:xfrm>
            <a:custGeom>
              <a:avLst/>
              <a:gdLst>
                <a:gd name="T0" fmla="*/ 7 w 49"/>
                <a:gd name="T1" fmla="*/ 12 h 49"/>
                <a:gd name="T2" fmla="*/ 37 w 49"/>
                <a:gd name="T3" fmla="*/ 7 h 49"/>
                <a:gd name="T4" fmla="*/ 41 w 49"/>
                <a:gd name="T5" fmla="*/ 37 h 49"/>
                <a:gd name="T6" fmla="*/ 11 w 49"/>
                <a:gd name="T7" fmla="*/ 42 h 49"/>
                <a:gd name="T8" fmla="*/ 7 w 49"/>
                <a:gd name="T9" fmla="*/ 12 h 49"/>
              </a:gdLst>
              <a:ahLst/>
              <a:cxnLst>
                <a:cxn ang="0">
                  <a:pos x="T0" y="T1"/>
                </a:cxn>
                <a:cxn ang="0">
                  <a:pos x="T2" y="T3"/>
                </a:cxn>
                <a:cxn ang="0">
                  <a:pos x="T4" y="T5"/>
                </a:cxn>
                <a:cxn ang="0">
                  <a:pos x="T6" y="T7"/>
                </a:cxn>
                <a:cxn ang="0">
                  <a:pos x="T8" y="T9"/>
                </a:cxn>
              </a:cxnLst>
              <a:rect l="0" t="0" r="r" b="b"/>
              <a:pathLst>
                <a:path w="49" h="49">
                  <a:moveTo>
                    <a:pt x="7" y="12"/>
                  </a:moveTo>
                  <a:cubicBezTo>
                    <a:pt x="14" y="2"/>
                    <a:pt x="27" y="0"/>
                    <a:pt x="37" y="7"/>
                  </a:cubicBezTo>
                  <a:cubicBezTo>
                    <a:pt x="46" y="14"/>
                    <a:pt x="49" y="28"/>
                    <a:pt x="41" y="37"/>
                  </a:cubicBezTo>
                  <a:cubicBezTo>
                    <a:pt x="34" y="47"/>
                    <a:pt x="21" y="49"/>
                    <a:pt x="11" y="42"/>
                  </a:cubicBezTo>
                  <a:cubicBezTo>
                    <a:pt x="2" y="35"/>
                    <a:pt x="0" y="22"/>
                    <a:pt x="7" y="12"/>
                  </a:cubicBezTo>
                  <a:close/>
                </a:path>
              </a:pathLst>
            </a:custGeom>
            <a:noFill/>
            <a:ln w="36513"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90" name="Freeform 180">
              <a:extLst>
                <a:ext uri="{FF2B5EF4-FFF2-40B4-BE49-F238E27FC236}">
                  <a16:creationId xmlns:a16="http://schemas.microsoft.com/office/drawing/2014/main" id="{ED7A8252-FEAD-4D9D-BB2D-97B2D650836F}"/>
                </a:ext>
              </a:extLst>
            </p:cNvPr>
            <p:cNvSpPr>
              <a:spLocks/>
            </p:cNvSpPr>
            <p:nvPr/>
          </p:nvSpPr>
          <p:spPr bwMode="auto">
            <a:xfrm>
              <a:off x="4979988" y="638176"/>
              <a:ext cx="1595438" cy="1597025"/>
            </a:xfrm>
            <a:custGeom>
              <a:avLst/>
              <a:gdLst>
                <a:gd name="T0" fmla="*/ 62 w 431"/>
                <a:gd name="T1" fmla="*/ 104 h 431"/>
                <a:gd name="T2" fmla="*/ 327 w 431"/>
                <a:gd name="T3" fmla="*/ 62 h 431"/>
                <a:gd name="T4" fmla="*/ 369 w 431"/>
                <a:gd name="T5" fmla="*/ 327 h 431"/>
                <a:gd name="T6" fmla="*/ 104 w 431"/>
                <a:gd name="T7" fmla="*/ 369 h 431"/>
                <a:gd name="T8" fmla="*/ 62 w 431"/>
                <a:gd name="T9" fmla="*/ 104 h 431"/>
              </a:gdLst>
              <a:ahLst/>
              <a:cxnLst>
                <a:cxn ang="0">
                  <a:pos x="T0" y="T1"/>
                </a:cxn>
                <a:cxn ang="0">
                  <a:pos x="T2" y="T3"/>
                </a:cxn>
                <a:cxn ang="0">
                  <a:pos x="T4" y="T5"/>
                </a:cxn>
                <a:cxn ang="0">
                  <a:pos x="T6" y="T7"/>
                </a:cxn>
                <a:cxn ang="0">
                  <a:pos x="T8" y="T9"/>
                </a:cxn>
              </a:cxnLst>
              <a:rect l="0" t="0" r="r" b="b"/>
              <a:pathLst>
                <a:path w="431" h="431">
                  <a:moveTo>
                    <a:pt x="62" y="104"/>
                  </a:moveTo>
                  <a:cubicBezTo>
                    <a:pt x="123" y="19"/>
                    <a:pt x="242" y="0"/>
                    <a:pt x="327" y="62"/>
                  </a:cubicBezTo>
                  <a:cubicBezTo>
                    <a:pt x="412" y="123"/>
                    <a:pt x="431" y="242"/>
                    <a:pt x="369" y="327"/>
                  </a:cubicBezTo>
                  <a:cubicBezTo>
                    <a:pt x="307" y="412"/>
                    <a:pt x="189" y="431"/>
                    <a:pt x="104" y="369"/>
                  </a:cubicBezTo>
                  <a:cubicBezTo>
                    <a:pt x="19" y="308"/>
                    <a:pt x="0" y="189"/>
                    <a:pt x="62" y="104"/>
                  </a:cubicBezTo>
                  <a:close/>
                </a:path>
              </a:pathLst>
            </a:custGeom>
            <a:noFill/>
            <a:ln w="36513"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7320" name="Group 7319">
            <a:extLst>
              <a:ext uri="{FF2B5EF4-FFF2-40B4-BE49-F238E27FC236}">
                <a16:creationId xmlns:a16="http://schemas.microsoft.com/office/drawing/2014/main" id="{86C6CA03-73AE-45FA-9F8E-BE3DD5417B55}"/>
              </a:ext>
            </a:extLst>
          </p:cNvPr>
          <p:cNvGrpSpPr/>
          <p:nvPr/>
        </p:nvGrpSpPr>
        <p:grpSpPr>
          <a:xfrm>
            <a:off x="4619626" y="1868488"/>
            <a:ext cx="2847975" cy="1893888"/>
            <a:chOff x="4619626" y="1868488"/>
            <a:chExt cx="2847975" cy="1893888"/>
          </a:xfrm>
        </p:grpSpPr>
        <p:sp>
          <p:nvSpPr>
            <p:cNvPr id="7271" name="Freeform 163">
              <a:extLst>
                <a:ext uri="{FF2B5EF4-FFF2-40B4-BE49-F238E27FC236}">
                  <a16:creationId xmlns:a16="http://schemas.microsoft.com/office/drawing/2014/main" id="{E9505DC6-A757-4E14-913D-5808969F9EFF}"/>
                </a:ext>
              </a:extLst>
            </p:cNvPr>
            <p:cNvSpPr>
              <a:spLocks/>
            </p:cNvSpPr>
            <p:nvPr/>
          </p:nvSpPr>
          <p:spPr bwMode="auto">
            <a:xfrm>
              <a:off x="4730751" y="3095626"/>
              <a:ext cx="41275" cy="666750"/>
            </a:xfrm>
            <a:custGeom>
              <a:avLst/>
              <a:gdLst>
                <a:gd name="T0" fmla="*/ 0 w 11"/>
                <a:gd name="T1" fmla="*/ 0 h 180"/>
                <a:gd name="T2" fmla="*/ 11 w 11"/>
                <a:gd name="T3" fmla="*/ 90 h 180"/>
                <a:gd name="T4" fmla="*/ 0 w 11"/>
                <a:gd name="T5" fmla="*/ 180 h 180"/>
              </a:gdLst>
              <a:ahLst/>
              <a:cxnLst>
                <a:cxn ang="0">
                  <a:pos x="T0" y="T1"/>
                </a:cxn>
                <a:cxn ang="0">
                  <a:pos x="T2" y="T3"/>
                </a:cxn>
                <a:cxn ang="0">
                  <a:pos x="T4" y="T5"/>
                </a:cxn>
              </a:cxnLst>
              <a:rect l="0" t="0" r="r" b="b"/>
              <a:pathLst>
                <a:path w="11" h="180">
                  <a:moveTo>
                    <a:pt x="0" y="0"/>
                  </a:moveTo>
                  <a:cubicBezTo>
                    <a:pt x="7" y="29"/>
                    <a:pt x="11" y="59"/>
                    <a:pt x="11" y="90"/>
                  </a:cubicBezTo>
                  <a:cubicBezTo>
                    <a:pt x="11" y="121"/>
                    <a:pt x="7" y="152"/>
                    <a:pt x="0" y="180"/>
                  </a:cubicBezTo>
                </a:path>
              </a:pathLst>
            </a:custGeom>
            <a:noFill/>
            <a:ln w="36513"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75" name="Line 167">
              <a:extLst>
                <a:ext uri="{FF2B5EF4-FFF2-40B4-BE49-F238E27FC236}">
                  <a16:creationId xmlns:a16="http://schemas.microsoft.com/office/drawing/2014/main" id="{9B89AB8D-5575-48C1-B19D-2096490C6B29}"/>
                </a:ext>
              </a:extLst>
            </p:cNvPr>
            <p:cNvSpPr>
              <a:spLocks noChangeShapeType="1"/>
            </p:cNvSpPr>
            <p:nvPr/>
          </p:nvSpPr>
          <p:spPr bwMode="auto">
            <a:xfrm flipV="1">
              <a:off x="4786313" y="2790826"/>
              <a:ext cx="1192213" cy="211138"/>
            </a:xfrm>
            <a:prstGeom prst="line">
              <a:avLst/>
            </a:prstGeom>
            <a:noFill/>
            <a:ln w="36513" cap="rnd">
              <a:solidFill>
                <a:schemeClr val="accent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79" name="Freeform 171">
              <a:extLst>
                <a:ext uri="{FF2B5EF4-FFF2-40B4-BE49-F238E27FC236}">
                  <a16:creationId xmlns:a16="http://schemas.microsoft.com/office/drawing/2014/main" id="{BB1736D6-7DC0-4655-9412-A9BCC9F34132}"/>
                </a:ext>
              </a:extLst>
            </p:cNvPr>
            <p:cNvSpPr>
              <a:spLocks/>
            </p:cNvSpPr>
            <p:nvPr/>
          </p:nvSpPr>
          <p:spPr bwMode="auto">
            <a:xfrm>
              <a:off x="4619626" y="2928938"/>
              <a:ext cx="177800" cy="177800"/>
            </a:xfrm>
            <a:custGeom>
              <a:avLst/>
              <a:gdLst>
                <a:gd name="T0" fmla="*/ 17 w 48"/>
                <a:gd name="T1" fmla="*/ 3 h 48"/>
                <a:gd name="T2" fmla="*/ 44 w 48"/>
                <a:gd name="T3" fmla="*/ 17 h 48"/>
                <a:gd name="T4" fmla="*/ 30 w 48"/>
                <a:gd name="T5" fmla="*/ 44 h 48"/>
                <a:gd name="T6" fmla="*/ 3 w 48"/>
                <a:gd name="T7" fmla="*/ 30 h 48"/>
                <a:gd name="T8" fmla="*/ 17 w 48"/>
                <a:gd name="T9" fmla="*/ 3 h 48"/>
              </a:gdLst>
              <a:ahLst/>
              <a:cxnLst>
                <a:cxn ang="0">
                  <a:pos x="T0" y="T1"/>
                </a:cxn>
                <a:cxn ang="0">
                  <a:pos x="T2" y="T3"/>
                </a:cxn>
                <a:cxn ang="0">
                  <a:pos x="T4" y="T5"/>
                </a:cxn>
                <a:cxn ang="0">
                  <a:pos x="T6" y="T7"/>
                </a:cxn>
                <a:cxn ang="0">
                  <a:pos x="T8" y="T9"/>
                </a:cxn>
              </a:cxnLst>
              <a:rect l="0" t="0" r="r" b="b"/>
              <a:pathLst>
                <a:path w="48" h="48">
                  <a:moveTo>
                    <a:pt x="17" y="3"/>
                  </a:moveTo>
                  <a:cubicBezTo>
                    <a:pt x="28" y="0"/>
                    <a:pt x="41" y="6"/>
                    <a:pt x="44" y="17"/>
                  </a:cubicBezTo>
                  <a:cubicBezTo>
                    <a:pt x="48" y="28"/>
                    <a:pt x="42" y="41"/>
                    <a:pt x="30" y="44"/>
                  </a:cubicBezTo>
                  <a:cubicBezTo>
                    <a:pt x="19" y="48"/>
                    <a:pt x="7" y="42"/>
                    <a:pt x="3" y="30"/>
                  </a:cubicBezTo>
                  <a:cubicBezTo>
                    <a:pt x="0" y="19"/>
                    <a:pt x="6" y="7"/>
                    <a:pt x="17" y="3"/>
                  </a:cubicBezTo>
                  <a:close/>
                </a:path>
              </a:pathLst>
            </a:custGeom>
            <a:noFill/>
            <a:ln w="36513"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89" name="Freeform 179">
              <a:extLst>
                <a:ext uri="{FF2B5EF4-FFF2-40B4-BE49-F238E27FC236}">
                  <a16:creationId xmlns:a16="http://schemas.microsoft.com/office/drawing/2014/main" id="{FE091AFF-E8A8-4F96-8996-FFA4F998E1E5}"/>
                </a:ext>
              </a:extLst>
            </p:cNvPr>
            <p:cNvSpPr>
              <a:spLocks/>
            </p:cNvSpPr>
            <p:nvPr/>
          </p:nvSpPr>
          <p:spPr bwMode="auto">
            <a:xfrm>
              <a:off x="5872163" y="1868488"/>
              <a:ext cx="1595438" cy="1597025"/>
            </a:xfrm>
            <a:custGeom>
              <a:avLst/>
              <a:gdLst>
                <a:gd name="T0" fmla="*/ 62 w 431"/>
                <a:gd name="T1" fmla="*/ 104 h 431"/>
                <a:gd name="T2" fmla="*/ 327 w 431"/>
                <a:gd name="T3" fmla="*/ 62 h 431"/>
                <a:gd name="T4" fmla="*/ 370 w 431"/>
                <a:gd name="T5" fmla="*/ 327 h 431"/>
                <a:gd name="T6" fmla="*/ 104 w 431"/>
                <a:gd name="T7" fmla="*/ 369 h 431"/>
                <a:gd name="T8" fmla="*/ 62 w 431"/>
                <a:gd name="T9" fmla="*/ 104 h 431"/>
              </a:gdLst>
              <a:ahLst/>
              <a:cxnLst>
                <a:cxn ang="0">
                  <a:pos x="T0" y="T1"/>
                </a:cxn>
                <a:cxn ang="0">
                  <a:pos x="T2" y="T3"/>
                </a:cxn>
                <a:cxn ang="0">
                  <a:pos x="T4" y="T5"/>
                </a:cxn>
                <a:cxn ang="0">
                  <a:pos x="T6" y="T7"/>
                </a:cxn>
                <a:cxn ang="0">
                  <a:pos x="T8" y="T9"/>
                </a:cxn>
              </a:cxnLst>
              <a:rect l="0" t="0" r="r" b="b"/>
              <a:pathLst>
                <a:path w="431" h="431">
                  <a:moveTo>
                    <a:pt x="62" y="104"/>
                  </a:moveTo>
                  <a:cubicBezTo>
                    <a:pt x="124" y="19"/>
                    <a:pt x="243" y="0"/>
                    <a:pt x="327" y="62"/>
                  </a:cubicBezTo>
                  <a:cubicBezTo>
                    <a:pt x="412" y="124"/>
                    <a:pt x="431" y="242"/>
                    <a:pt x="370" y="327"/>
                  </a:cubicBezTo>
                  <a:cubicBezTo>
                    <a:pt x="308" y="412"/>
                    <a:pt x="189" y="431"/>
                    <a:pt x="104" y="369"/>
                  </a:cubicBezTo>
                  <a:cubicBezTo>
                    <a:pt x="19" y="308"/>
                    <a:pt x="0" y="189"/>
                    <a:pt x="62" y="104"/>
                  </a:cubicBezTo>
                  <a:close/>
                </a:path>
              </a:pathLst>
            </a:custGeom>
            <a:noFill/>
            <a:ln w="36513"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7321" name="Group 7320">
            <a:extLst>
              <a:ext uri="{FF2B5EF4-FFF2-40B4-BE49-F238E27FC236}">
                <a16:creationId xmlns:a16="http://schemas.microsoft.com/office/drawing/2014/main" id="{C07119EE-D902-4294-AC8E-4785001BB52F}"/>
              </a:ext>
            </a:extLst>
          </p:cNvPr>
          <p:cNvGrpSpPr/>
          <p:nvPr/>
        </p:nvGrpSpPr>
        <p:grpSpPr>
          <a:xfrm>
            <a:off x="4286251" y="3392488"/>
            <a:ext cx="3181350" cy="1597025"/>
            <a:chOff x="4286251" y="3392488"/>
            <a:chExt cx="3181350" cy="1597025"/>
          </a:xfrm>
        </p:grpSpPr>
        <p:sp>
          <p:nvSpPr>
            <p:cNvPr id="7270" name="Freeform 162">
              <a:extLst>
                <a:ext uri="{FF2B5EF4-FFF2-40B4-BE49-F238E27FC236}">
                  <a16:creationId xmlns:a16="http://schemas.microsoft.com/office/drawing/2014/main" id="{38AE05A2-9970-4A84-A485-5E1835FA6E3D}"/>
                </a:ext>
              </a:extLst>
            </p:cNvPr>
            <p:cNvSpPr>
              <a:spLocks/>
            </p:cNvSpPr>
            <p:nvPr/>
          </p:nvSpPr>
          <p:spPr bwMode="auto">
            <a:xfrm>
              <a:off x="4286251" y="3917951"/>
              <a:ext cx="393700" cy="541338"/>
            </a:xfrm>
            <a:custGeom>
              <a:avLst/>
              <a:gdLst>
                <a:gd name="T0" fmla="*/ 106 w 106"/>
                <a:gd name="T1" fmla="*/ 0 h 146"/>
                <a:gd name="T2" fmla="*/ 0 w 106"/>
                <a:gd name="T3" fmla="*/ 146 h 146"/>
              </a:gdLst>
              <a:ahLst/>
              <a:cxnLst>
                <a:cxn ang="0">
                  <a:pos x="T0" y="T1"/>
                </a:cxn>
                <a:cxn ang="0">
                  <a:pos x="T2" y="T3"/>
                </a:cxn>
              </a:cxnLst>
              <a:rect l="0" t="0" r="r" b="b"/>
              <a:pathLst>
                <a:path w="106" h="146">
                  <a:moveTo>
                    <a:pt x="106" y="0"/>
                  </a:moveTo>
                  <a:cubicBezTo>
                    <a:pt x="84" y="57"/>
                    <a:pt x="47" y="107"/>
                    <a:pt x="0" y="146"/>
                  </a:cubicBezTo>
                </a:path>
              </a:pathLst>
            </a:custGeom>
            <a:noFill/>
            <a:ln w="36513"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74" name="Line 166">
              <a:extLst>
                <a:ext uri="{FF2B5EF4-FFF2-40B4-BE49-F238E27FC236}">
                  <a16:creationId xmlns:a16="http://schemas.microsoft.com/office/drawing/2014/main" id="{E97C71D1-523A-449F-B826-E2BBC03092F4}"/>
                </a:ext>
              </a:extLst>
            </p:cNvPr>
            <p:cNvSpPr>
              <a:spLocks noChangeShapeType="1"/>
            </p:cNvSpPr>
            <p:nvPr/>
          </p:nvSpPr>
          <p:spPr bwMode="auto">
            <a:xfrm>
              <a:off x="4786313" y="3862388"/>
              <a:ext cx="1192213" cy="204788"/>
            </a:xfrm>
            <a:prstGeom prst="line">
              <a:avLst/>
            </a:prstGeom>
            <a:noFill/>
            <a:ln w="36513"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78" name="Freeform 170">
              <a:extLst>
                <a:ext uri="{FF2B5EF4-FFF2-40B4-BE49-F238E27FC236}">
                  <a16:creationId xmlns:a16="http://schemas.microsoft.com/office/drawing/2014/main" id="{855F3B5E-5AFC-4CD6-970A-C65777879127}"/>
                </a:ext>
              </a:extLst>
            </p:cNvPr>
            <p:cNvSpPr>
              <a:spLocks/>
            </p:cNvSpPr>
            <p:nvPr/>
          </p:nvSpPr>
          <p:spPr bwMode="auto">
            <a:xfrm>
              <a:off x="4619626" y="3751263"/>
              <a:ext cx="177800" cy="177800"/>
            </a:xfrm>
            <a:custGeom>
              <a:avLst/>
              <a:gdLst>
                <a:gd name="T0" fmla="*/ 30 w 48"/>
                <a:gd name="T1" fmla="*/ 4 h 48"/>
                <a:gd name="T2" fmla="*/ 44 w 48"/>
                <a:gd name="T3" fmla="*/ 31 h 48"/>
                <a:gd name="T4" fmla="*/ 17 w 48"/>
                <a:gd name="T5" fmla="*/ 45 h 48"/>
                <a:gd name="T6" fmla="*/ 3 w 48"/>
                <a:gd name="T7" fmla="*/ 18 h 48"/>
                <a:gd name="T8" fmla="*/ 30 w 48"/>
                <a:gd name="T9" fmla="*/ 4 h 48"/>
              </a:gdLst>
              <a:ahLst/>
              <a:cxnLst>
                <a:cxn ang="0">
                  <a:pos x="T0" y="T1"/>
                </a:cxn>
                <a:cxn ang="0">
                  <a:pos x="T2" y="T3"/>
                </a:cxn>
                <a:cxn ang="0">
                  <a:pos x="T4" y="T5"/>
                </a:cxn>
                <a:cxn ang="0">
                  <a:pos x="T6" y="T7"/>
                </a:cxn>
                <a:cxn ang="0">
                  <a:pos x="T8" y="T9"/>
                </a:cxn>
              </a:cxnLst>
              <a:rect l="0" t="0" r="r" b="b"/>
              <a:pathLst>
                <a:path w="48" h="48">
                  <a:moveTo>
                    <a:pt x="30" y="4"/>
                  </a:moveTo>
                  <a:cubicBezTo>
                    <a:pt x="42" y="7"/>
                    <a:pt x="48" y="20"/>
                    <a:pt x="44" y="31"/>
                  </a:cubicBezTo>
                  <a:cubicBezTo>
                    <a:pt x="41" y="42"/>
                    <a:pt x="28" y="48"/>
                    <a:pt x="17" y="45"/>
                  </a:cubicBezTo>
                  <a:cubicBezTo>
                    <a:pt x="6" y="41"/>
                    <a:pt x="0" y="29"/>
                    <a:pt x="3" y="18"/>
                  </a:cubicBezTo>
                  <a:cubicBezTo>
                    <a:pt x="7" y="6"/>
                    <a:pt x="19" y="0"/>
                    <a:pt x="30" y="4"/>
                  </a:cubicBezTo>
                </a:path>
              </a:pathLst>
            </a:custGeom>
            <a:noFill/>
            <a:ln w="36513"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88" name="Freeform 178">
              <a:extLst>
                <a:ext uri="{FF2B5EF4-FFF2-40B4-BE49-F238E27FC236}">
                  <a16:creationId xmlns:a16="http://schemas.microsoft.com/office/drawing/2014/main" id="{3786EB1D-E253-41AF-88B2-EEC43BCE0B41}"/>
                </a:ext>
              </a:extLst>
            </p:cNvPr>
            <p:cNvSpPr>
              <a:spLocks/>
            </p:cNvSpPr>
            <p:nvPr/>
          </p:nvSpPr>
          <p:spPr bwMode="auto">
            <a:xfrm>
              <a:off x="5872163" y="3392488"/>
              <a:ext cx="1595438" cy="1597025"/>
            </a:xfrm>
            <a:custGeom>
              <a:avLst/>
              <a:gdLst>
                <a:gd name="T0" fmla="*/ 62 w 431"/>
                <a:gd name="T1" fmla="*/ 104 h 431"/>
                <a:gd name="T2" fmla="*/ 327 w 431"/>
                <a:gd name="T3" fmla="*/ 62 h 431"/>
                <a:gd name="T4" fmla="*/ 370 w 431"/>
                <a:gd name="T5" fmla="*/ 327 h 431"/>
                <a:gd name="T6" fmla="*/ 104 w 431"/>
                <a:gd name="T7" fmla="*/ 369 h 431"/>
                <a:gd name="T8" fmla="*/ 62 w 431"/>
                <a:gd name="T9" fmla="*/ 104 h 431"/>
              </a:gdLst>
              <a:ahLst/>
              <a:cxnLst>
                <a:cxn ang="0">
                  <a:pos x="T0" y="T1"/>
                </a:cxn>
                <a:cxn ang="0">
                  <a:pos x="T2" y="T3"/>
                </a:cxn>
                <a:cxn ang="0">
                  <a:pos x="T4" y="T5"/>
                </a:cxn>
                <a:cxn ang="0">
                  <a:pos x="T6" y="T7"/>
                </a:cxn>
                <a:cxn ang="0">
                  <a:pos x="T8" y="T9"/>
                </a:cxn>
              </a:cxnLst>
              <a:rect l="0" t="0" r="r" b="b"/>
              <a:pathLst>
                <a:path w="431" h="431">
                  <a:moveTo>
                    <a:pt x="62" y="104"/>
                  </a:moveTo>
                  <a:cubicBezTo>
                    <a:pt x="124" y="19"/>
                    <a:pt x="243" y="0"/>
                    <a:pt x="327" y="62"/>
                  </a:cubicBezTo>
                  <a:cubicBezTo>
                    <a:pt x="412" y="123"/>
                    <a:pt x="431" y="242"/>
                    <a:pt x="370" y="327"/>
                  </a:cubicBezTo>
                  <a:cubicBezTo>
                    <a:pt x="308" y="412"/>
                    <a:pt x="189" y="431"/>
                    <a:pt x="104" y="369"/>
                  </a:cubicBezTo>
                  <a:cubicBezTo>
                    <a:pt x="19" y="307"/>
                    <a:pt x="0" y="189"/>
                    <a:pt x="62" y="104"/>
                  </a:cubicBezTo>
                  <a:close/>
                </a:path>
              </a:pathLst>
            </a:custGeom>
            <a:noFill/>
            <a:ln w="36513"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7322" name="Group 7321">
            <a:extLst>
              <a:ext uri="{FF2B5EF4-FFF2-40B4-BE49-F238E27FC236}">
                <a16:creationId xmlns:a16="http://schemas.microsoft.com/office/drawing/2014/main" id="{3E9EE8BA-5122-4996-B7AD-76BBCFEC6416}"/>
              </a:ext>
            </a:extLst>
          </p:cNvPr>
          <p:cNvGrpSpPr/>
          <p:nvPr/>
        </p:nvGrpSpPr>
        <p:grpSpPr>
          <a:xfrm>
            <a:off x="4135438" y="4418013"/>
            <a:ext cx="2439988" cy="1801813"/>
            <a:chOff x="4135438" y="4418013"/>
            <a:chExt cx="2439988" cy="1801813"/>
          </a:xfrm>
        </p:grpSpPr>
        <p:sp>
          <p:nvSpPr>
            <p:cNvPr id="7273" name="Line 165">
              <a:extLst>
                <a:ext uri="{FF2B5EF4-FFF2-40B4-BE49-F238E27FC236}">
                  <a16:creationId xmlns:a16="http://schemas.microsoft.com/office/drawing/2014/main" id="{B4EB0FF1-5A3D-4A29-9B21-ADCA674B5440}"/>
                </a:ext>
              </a:extLst>
            </p:cNvPr>
            <p:cNvSpPr>
              <a:spLocks noChangeShapeType="1"/>
            </p:cNvSpPr>
            <p:nvPr/>
          </p:nvSpPr>
          <p:spPr bwMode="auto">
            <a:xfrm>
              <a:off x="4294188" y="4548188"/>
              <a:ext cx="874713" cy="515938"/>
            </a:xfrm>
            <a:prstGeom prst="line">
              <a:avLst/>
            </a:prstGeom>
            <a:noFill/>
            <a:ln w="36513"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77" name="Freeform 169">
              <a:extLst>
                <a:ext uri="{FF2B5EF4-FFF2-40B4-BE49-F238E27FC236}">
                  <a16:creationId xmlns:a16="http://schemas.microsoft.com/office/drawing/2014/main" id="{439E7772-EDAE-45D4-A910-AAD4EA6F1A9E}"/>
                </a:ext>
              </a:extLst>
            </p:cNvPr>
            <p:cNvSpPr>
              <a:spLocks/>
            </p:cNvSpPr>
            <p:nvPr/>
          </p:nvSpPr>
          <p:spPr bwMode="auto">
            <a:xfrm>
              <a:off x="4135438" y="4418013"/>
              <a:ext cx="180975" cy="182563"/>
            </a:xfrm>
            <a:custGeom>
              <a:avLst/>
              <a:gdLst>
                <a:gd name="T0" fmla="*/ 41 w 49"/>
                <a:gd name="T1" fmla="*/ 12 h 49"/>
                <a:gd name="T2" fmla="*/ 37 w 49"/>
                <a:gd name="T3" fmla="*/ 42 h 49"/>
                <a:gd name="T4" fmla="*/ 7 w 49"/>
                <a:gd name="T5" fmla="*/ 37 h 49"/>
                <a:gd name="T6" fmla="*/ 11 w 49"/>
                <a:gd name="T7" fmla="*/ 7 h 49"/>
                <a:gd name="T8" fmla="*/ 41 w 49"/>
                <a:gd name="T9" fmla="*/ 12 h 49"/>
              </a:gdLst>
              <a:ahLst/>
              <a:cxnLst>
                <a:cxn ang="0">
                  <a:pos x="T0" y="T1"/>
                </a:cxn>
                <a:cxn ang="0">
                  <a:pos x="T2" y="T3"/>
                </a:cxn>
                <a:cxn ang="0">
                  <a:pos x="T4" y="T5"/>
                </a:cxn>
                <a:cxn ang="0">
                  <a:pos x="T6" y="T7"/>
                </a:cxn>
                <a:cxn ang="0">
                  <a:pos x="T8" y="T9"/>
                </a:cxn>
              </a:cxnLst>
              <a:rect l="0" t="0" r="r" b="b"/>
              <a:pathLst>
                <a:path w="49" h="49">
                  <a:moveTo>
                    <a:pt x="41" y="12"/>
                  </a:moveTo>
                  <a:cubicBezTo>
                    <a:pt x="49" y="21"/>
                    <a:pt x="46" y="35"/>
                    <a:pt x="37" y="42"/>
                  </a:cubicBezTo>
                  <a:cubicBezTo>
                    <a:pt x="27" y="49"/>
                    <a:pt x="14" y="47"/>
                    <a:pt x="7" y="37"/>
                  </a:cubicBezTo>
                  <a:cubicBezTo>
                    <a:pt x="0" y="27"/>
                    <a:pt x="2" y="14"/>
                    <a:pt x="11" y="7"/>
                  </a:cubicBezTo>
                  <a:cubicBezTo>
                    <a:pt x="21" y="0"/>
                    <a:pt x="34" y="2"/>
                    <a:pt x="41" y="12"/>
                  </a:cubicBezTo>
                  <a:close/>
                </a:path>
              </a:pathLst>
            </a:custGeom>
            <a:noFill/>
            <a:ln w="36513" cap="flat">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87" name="Freeform 177">
              <a:extLst>
                <a:ext uri="{FF2B5EF4-FFF2-40B4-BE49-F238E27FC236}">
                  <a16:creationId xmlns:a16="http://schemas.microsoft.com/office/drawing/2014/main" id="{5C12E5B7-4512-4C41-B8EC-6FACB7FFD961}"/>
                </a:ext>
              </a:extLst>
            </p:cNvPr>
            <p:cNvSpPr>
              <a:spLocks/>
            </p:cNvSpPr>
            <p:nvPr/>
          </p:nvSpPr>
          <p:spPr bwMode="auto">
            <a:xfrm>
              <a:off x="4979988" y="4622801"/>
              <a:ext cx="1595438" cy="1597025"/>
            </a:xfrm>
            <a:custGeom>
              <a:avLst/>
              <a:gdLst>
                <a:gd name="T0" fmla="*/ 62 w 431"/>
                <a:gd name="T1" fmla="*/ 104 h 431"/>
                <a:gd name="T2" fmla="*/ 327 w 431"/>
                <a:gd name="T3" fmla="*/ 62 h 431"/>
                <a:gd name="T4" fmla="*/ 369 w 431"/>
                <a:gd name="T5" fmla="*/ 327 h 431"/>
                <a:gd name="T6" fmla="*/ 104 w 431"/>
                <a:gd name="T7" fmla="*/ 369 h 431"/>
                <a:gd name="T8" fmla="*/ 62 w 431"/>
                <a:gd name="T9" fmla="*/ 104 h 431"/>
              </a:gdLst>
              <a:ahLst/>
              <a:cxnLst>
                <a:cxn ang="0">
                  <a:pos x="T0" y="T1"/>
                </a:cxn>
                <a:cxn ang="0">
                  <a:pos x="T2" y="T3"/>
                </a:cxn>
                <a:cxn ang="0">
                  <a:pos x="T4" y="T5"/>
                </a:cxn>
                <a:cxn ang="0">
                  <a:pos x="T6" y="T7"/>
                </a:cxn>
                <a:cxn ang="0">
                  <a:pos x="T8" y="T9"/>
                </a:cxn>
              </a:cxnLst>
              <a:rect l="0" t="0" r="r" b="b"/>
              <a:pathLst>
                <a:path w="431" h="431">
                  <a:moveTo>
                    <a:pt x="62" y="104"/>
                  </a:moveTo>
                  <a:cubicBezTo>
                    <a:pt x="123" y="19"/>
                    <a:pt x="242" y="0"/>
                    <a:pt x="327" y="62"/>
                  </a:cubicBezTo>
                  <a:cubicBezTo>
                    <a:pt x="412" y="123"/>
                    <a:pt x="431" y="242"/>
                    <a:pt x="369" y="327"/>
                  </a:cubicBezTo>
                  <a:cubicBezTo>
                    <a:pt x="307" y="412"/>
                    <a:pt x="189" y="431"/>
                    <a:pt x="104" y="369"/>
                  </a:cubicBezTo>
                  <a:cubicBezTo>
                    <a:pt x="19" y="308"/>
                    <a:pt x="0" y="189"/>
                    <a:pt x="62" y="104"/>
                  </a:cubicBezTo>
                  <a:close/>
                </a:path>
              </a:pathLst>
            </a:custGeom>
            <a:noFill/>
            <a:ln w="36513"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222" name="Group 221">
            <a:extLst>
              <a:ext uri="{FF2B5EF4-FFF2-40B4-BE49-F238E27FC236}">
                <a16:creationId xmlns:a16="http://schemas.microsoft.com/office/drawing/2014/main" id="{0C11655D-500B-40AE-A503-C17BD2F77392}"/>
              </a:ext>
            </a:extLst>
          </p:cNvPr>
          <p:cNvGrpSpPr/>
          <p:nvPr/>
        </p:nvGrpSpPr>
        <p:grpSpPr>
          <a:xfrm>
            <a:off x="2288790" y="2281239"/>
            <a:ext cx="2292735" cy="2296278"/>
            <a:chOff x="1225550" y="2473194"/>
            <a:chExt cx="1891096" cy="1894019"/>
          </a:xfrm>
        </p:grpSpPr>
        <p:grpSp>
          <p:nvGrpSpPr>
            <p:cNvPr id="223" name="Group 222">
              <a:extLst>
                <a:ext uri="{FF2B5EF4-FFF2-40B4-BE49-F238E27FC236}">
                  <a16:creationId xmlns:a16="http://schemas.microsoft.com/office/drawing/2014/main" id="{1F06F97B-ADB1-4C5E-8E1C-E029B0C8CBF9}"/>
                </a:ext>
              </a:extLst>
            </p:cNvPr>
            <p:cNvGrpSpPr/>
            <p:nvPr/>
          </p:nvGrpSpPr>
          <p:grpSpPr>
            <a:xfrm>
              <a:off x="1225550" y="2473194"/>
              <a:ext cx="1891096" cy="1894019"/>
              <a:chOff x="6345238" y="4948238"/>
              <a:chExt cx="1027113" cy="1028700"/>
            </a:xfrm>
            <a:effectLst>
              <a:outerShdw blurRad="241300" dist="152400" dir="2700000" sx="102000" sy="102000" algn="tl" rotWithShape="0">
                <a:prstClr val="black">
                  <a:alpha val="22000"/>
                </a:prstClr>
              </a:outerShdw>
            </a:effectLst>
          </p:grpSpPr>
          <p:sp>
            <p:nvSpPr>
              <p:cNvPr id="225" name="Oval 56">
                <a:extLst>
                  <a:ext uri="{FF2B5EF4-FFF2-40B4-BE49-F238E27FC236}">
                    <a16:creationId xmlns:a16="http://schemas.microsoft.com/office/drawing/2014/main" id="{0C7CBF73-AC9E-4BC5-BD49-13B5C610D1E0}"/>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26" name="Oval 57">
                <a:extLst>
                  <a:ext uri="{FF2B5EF4-FFF2-40B4-BE49-F238E27FC236}">
                    <a16:creationId xmlns:a16="http://schemas.microsoft.com/office/drawing/2014/main" id="{A3A9CDF9-79CF-40D7-A818-DD828955D4EA}"/>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24" name="Oval 158">
              <a:extLst>
                <a:ext uri="{FF2B5EF4-FFF2-40B4-BE49-F238E27FC236}">
                  <a16:creationId xmlns:a16="http://schemas.microsoft.com/office/drawing/2014/main" id="{5605DD97-264E-4B5C-BA2E-5AD6F08237B5}"/>
                </a:ext>
              </a:extLst>
            </p:cNvPr>
            <p:cNvSpPr>
              <a:spLocks noChangeArrowheads="1"/>
            </p:cNvSpPr>
            <p:nvPr/>
          </p:nvSpPr>
          <p:spPr bwMode="auto">
            <a:xfrm>
              <a:off x="1347788" y="2609850"/>
              <a:ext cx="1633538" cy="1638300"/>
            </a:xfrm>
            <a:prstGeom prst="ellipse">
              <a:avLst/>
            </a:prstGeom>
            <a:solidFill>
              <a:schemeClr val="bg2"/>
            </a:solidFill>
            <a:ln>
              <a:noFill/>
            </a:ln>
            <a:effectLst>
              <a:innerShdw blurRad="114300">
                <a:prstClr val="black">
                  <a:alpha val="42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7324" name="Group 7323">
            <a:extLst>
              <a:ext uri="{FF2B5EF4-FFF2-40B4-BE49-F238E27FC236}">
                <a16:creationId xmlns:a16="http://schemas.microsoft.com/office/drawing/2014/main" id="{ED2B64B8-F784-4259-8F6B-43D042B6793D}"/>
              </a:ext>
            </a:extLst>
          </p:cNvPr>
          <p:cNvGrpSpPr/>
          <p:nvPr/>
        </p:nvGrpSpPr>
        <p:grpSpPr>
          <a:xfrm>
            <a:off x="2590801" y="3070226"/>
            <a:ext cx="1774525" cy="655638"/>
            <a:chOff x="2590801" y="3070226"/>
            <a:chExt cx="1774525" cy="655638"/>
          </a:xfrm>
        </p:grpSpPr>
        <p:sp>
          <p:nvSpPr>
            <p:cNvPr id="7305" name="Rectangle 195">
              <a:extLst>
                <a:ext uri="{FF2B5EF4-FFF2-40B4-BE49-F238E27FC236}">
                  <a16:creationId xmlns:a16="http://schemas.microsoft.com/office/drawing/2014/main" id="{9AEA36E7-AD3C-4FB3-A28C-9152CFC27617}"/>
                </a:ext>
              </a:extLst>
            </p:cNvPr>
            <p:cNvSpPr>
              <a:spLocks noChangeArrowheads="1"/>
            </p:cNvSpPr>
            <p:nvPr/>
          </p:nvSpPr>
          <p:spPr bwMode="auto">
            <a:xfrm>
              <a:off x="2868613" y="3070226"/>
              <a:ext cx="11811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effectLst/>
                  <a:latin typeface="Open Sans" panose="020B0606030504020204" pitchFamily="34" charset="0"/>
                </a:rPr>
                <a:t>CREATIVE</a:t>
              </a:r>
              <a:endParaRPr kumimoji="0" lang="ru-UA" altLang="ru-UA" sz="1800" b="0" i="0" u="none" strike="noStrike" cap="none" normalizeH="0" baseline="0">
                <a:ln>
                  <a:noFill/>
                </a:ln>
                <a:effectLst/>
              </a:endParaRPr>
            </a:p>
          </p:txBody>
        </p:sp>
        <p:sp>
          <p:nvSpPr>
            <p:cNvPr id="7306" name="Rectangle 196">
              <a:extLst>
                <a:ext uri="{FF2B5EF4-FFF2-40B4-BE49-F238E27FC236}">
                  <a16:creationId xmlns:a16="http://schemas.microsoft.com/office/drawing/2014/main" id="{04BAECEF-9DEC-4007-8246-4B419C541FED}"/>
                </a:ext>
              </a:extLst>
            </p:cNvPr>
            <p:cNvSpPr>
              <a:spLocks noChangeArrowheads="1"/>
            </p:cNvSpPr>
            <p:nvPr/>
          </p:nvSpPr>
          <p:spPr bwMode="auto">
            <a:xfrm>
              <a:off x="2590801" y="3281363"/>
              <a:ext cx="17745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2000" b="1" i="0" u="none" strike="noStrike" cap="none" normalizeH="0" baseline="0">
                  <a:ln>
                    <a:noFill/>
                  </a:ln>
                  <a:effectLst/>
                  <a:latin typeface="Open Sans" panose="020B0606030504020204" pitchFamily="34" charset="0"/>
                </a:rPr>
                <a:t>INFOGRAPHIC</a:t>
              </a:r>
              <a:endParaRPr kumimoji="0" lang="ru-UA" altLang="ru-UA" sz="1800" b="0" i="0" u="none" strike="noStrike" cap="none" normalizeH="0" baseline="0">
                <a:ln>
                  <a:noFill/>
                </a:ln>
                <a:effectLst/>
              </a:endParaRPr>
            </a:p>
          </p:txBody>
        </p:sp>
        <p:sp>
          <p:nvSpPr>
            <p:cNvPr id="7307" name="Oval 197">
              <a:extLst>
                <a:ext uri="{FF2B5EF4-FFF2-40B4-BE49-F238E27FC236}">
                  <a16:creationId xmlns:a16="http://schemas.microsoft.com/office/drawing/2014/main" id="{D126C74C-D36B-43D2-A26D-D2AACE3490EF}"/>
                </a:ext>
              </a:extLst>
            </p:cNvPr>
            <p:cNvSpPr>
              <a:spLocks noChangeArrowheads="1"/>
            </p:cNvSpPr>
            <p:nvPr/>
          </p:nvSpPr>
          <p:spPr bwMode="auto">
            <a:xfrm>
              <a:off x="2779713" y="3629026"/>
              <a:ext cx="100013" cy="968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7308" name="Oval 198">
              <a:extLst>
                <a:ext uri="{FF2B5EF4-FFF2-40B4-BE49-F238E27FC236}">
                  <a16:creationId xmlns:a16="http://schemas.microsoft.com/office/drawing/2014/main" id="{1BA227B3-15E9-476A-8226-409CB4BC4CCF}"/>
                </a:ext>
              </a:extLst>
            </p:cNvPr>
            <p:cNvSpPr>
              <a:spLocks noChangeArrowheads="1"/>
            </p:cNvSpPr>
            <p:nvPr/>
          </p:nvSpPr>
          <p:spPr bwMode="auto">
            <a:xfrm>
              <a:off x="3205163" y="3629026"/>
              <a:ext cx="96838" cy="96838"/>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7309" name="Oval 199">
              <a:extLst>
                <a:ext uri="{FF2B5EF4-FFF2-40B4-BE49-F238E27FC236}">
                  <a16:creationId xmlns:a16="http://schemas.microsoft.com/office/drawing/2014/main" id="{1EB24813-81D9-4E97-93ED-75E817BBB618}"/>
                </a:ext>
              </a:extLst>
            </p:cNvPr>
            <p:cNvSpPr>
              <a:spLocks noChangeArrowheads="1"/>
            </p:cNvSpPr>
            <p:nvPr/>
          </p:nvSpPr>
          <p:spPr bwMode="auto">
            <a:xfrm>
              <a:off x="3630613" y="3629026"/>
              <a:ext cx="96838" cy="9683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7310" name="Oval 200">
              <a:extLst>
                <a:ext uri="{FF2B5EF4-FFF2-40B4-BE49-F238E27FC236}">
                  <a16:creationId xmlns:a16="http://schemas.microsoft.com/office/drawing/2014/main" id="{33A2877C-7302-44FF-95F1-6DE09D0EB2E4}"/>
                </a:ext>
              </a:extLst>
            </p:cNvPr>
            <p:cNvSpPr>
              <a:spLocks noChangeArrowheads="1"/>
            </p:cNvSpPr>
            <p:nvPr/>
          </p:nvSpPr>
          <p:spPr bwMode="auto">
            <a:xfrm>
              <a:off x="4057651" y="3629026"/>
              <a:ext cx="95250" cy="9683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27" name="Group 226">
            <a:extLst>
              <a:ext uri="{FF2B5EF4-FFF2-40B4-BE49-F238E27FC236}">
                <a16:creationId xmlns:a16="http://schemas.microsoft.com/office/drawing/2014/main" id="{D6F1F5BB-8DED-4DD3-B56D-81B3C126EDB3}"/>
              </a:ext>
            </a:extLst>
          </p:cNvPr>
          <p:cNvGrpSpPr/>
          <p:nvPr/>
        </p:nvGrpSpPr>
        <p:grpSpPr>
          <a:xfrm>
            <a:off x="5220210" y="867992"/>
            <a:ext cx="1123378" cy="1125114"/>
            <a:chOff x="2994229" y="805143"/>
            <a:chExt cx="1407245" cy="1409419"/>
          </a:xfrm>
        </p:grpSpPr>
        <p:grpSp>
          <p:nvGrpSpPr>
            <p:cNvPr id="228" name="Group 227">
              <a:extLst>
                <a:ext uri="{FF2B5EF4-FFF2-40B4-BE49-F238E27FC236}">
                  <a16:creationId xmlns:a16="http://schemas.microsoft.com/office/drawing/2014/main" id="{C6D7524D-40AD-4050-BE41-CE74C498E0D2}"/>
                </a:ext>
              </a:extLst>
            </p:cNvPr>
            <p:cNvGrpSpPr/>
            <p:nvPr/>
          </p:nvGrpSpPr>
          <p:grpSpPr>
            <a:xfrm>
              <a:off x="2994229" y="805143"/>
              <a:ext cx="1407245" cy="1409419"/>
              <a:chOff x="6345238" y="4948238"/>
              <a:chExt cx="1027113" cy="1028700"/>
            </a:xfrm>
            <a:effectLst>
              <a:outerShdw blurRad="254000" dist="152400" dir="2700000" sx="102000" sy="102000" algn="tl" rotWithShape="0">
                <a:prstClr val="black">
                  <a:alpha val="40000"/>
                </a:prstClr>
              </a:outerShdw>
            </a:effectLst>
          </p:grpSpPr>
          <p:sp>
            <p:nvSpPr>
              <p:cNvPr id="230" name="Oval 56">
                <a:extLst>
                  <a:ext uri="{FF2B5EF4-FFF2-40B4-BE49-F238E27FC236}">
                    <a16:creationId xmlns:a16="http://schemas.microsoft.com/office/drawing/2014/main" id="{F1FBB045-CD47-4941-887F-024C42B5974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31" name="Oval 57">
                <a:extLst>
                  <a:ext uri="{FF2B5EF4-FFF2-40B4-BE49-F238E27FC236}">
                    <a16:creationId xmlns:a16="http://schemas.microsoft.com/office/drawing/2014/main" id="{A7E6BB6C-DC40-4BC4-8A7C-2DF47414EBC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29" name="Oval 157">
              <a:extLst>
                <a:ext uri="{FF2B5EF4-FFF2-40B4-BE49-F238E27FC236}">
                  <a16:creationId xmlns:a16="http://schemas.microsoft.com/office/drawing/2014/main" id="{F873761A-E599-4081-81B6-54FAD47F8D69}"/>
                </a:ext>
              </a:extLst>
            </p:cNvPr>
            <p:cNvSpPr>
              <a:spLocks noChangeArrowheads="1"/>
            </p:cNvSpPr>
            <p:nvPr/>
          </p:nvSpPr>
          <p:spPr bwMode="auto">
            <a:xfrm>
              <a:off x="3081338" y="893763"/>
              <a:ext cx="1228725" cy="1225550"/>
            </a:xfrm>
            <a:prstGeom prst="ellipse">
              <a:avLst/>
            </a:prstGeom>
            <a:solidFill>
              <a:schemeClr val="accent1"/>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D9FEECBA-23D9-491F-B9D3-317D76B78C77}"/>
              </a:ext>
            </a:extLst>
          </p:cNvPr>
          <p:cNvGrpSpPr/>
          <p:nvPr/>
        </p:nvGrpSpPr>
        <p:grpSpPr>
          <a:xfrm>
            <a:off x="6109210" y="2106242"/>
            <a:ext cx="1123378" cy="1125114"/>
            <a:chOff x="6109210" y="2106242"/>
            <a:chExt cx="1123378" cy="1125114"/>
          </a:xfrm>
        </p:grpSpPr>
        <p:grpSp>
          <p:nvGrpSpPr>
            <p:cNvPr id="233" name="Group 232">
              <a:extLst>
                <a:ext uri="{FF2B5EF4-FFF2-40B4-BE49-F238E27FC236}">
                  <a16:creationId xmlns:a16="http://schemas.microsoft.com/office/drawing/2014/main" id="{52D5C96A-A053-47E7-BD83-B48AA0AFCDF0}"/>
                </a:ext>
              </a:extLst>
            </p:cNvPr>
            <p:cNvGrpSpPr/>
            <p:nvPr/>
          </p:nvGrpSpPr>
          <p:grpSpPr>
            <a:xfrm>
              <a:off x="6109210" y="2106242"/>
              <a:ext cx="1123378" cy="1125114"/>
              <a:chOff x="6345238" y="4948238"/>
              <a:chExt cx="1027113" cy="1028700"/>
            </a:xfrm>
            <a:effectLst>
              <a:outerShdw blurRad="254000" dist="152400" dir="2700000" sx="102000" sy="102000" algn="tl" rotWithShape="0">
                <a:prstClr val="black">
                  <a:alpha val="40000"/>
                </a:prstClr>
              </a:outerShdw>
            </a:effectLst>
          </p:grpSpPr>
          <p:sp>
            <p:nvSpPr>
              <p:cNvPr id="235" name="Oval 56">
                <a:extLst>
                  <a:ext uri="{FF2B5EF4-FFF2-40B4-BE49-F238E27FC236}">
                    <a16:creationId xmlns:a16="http://schemas.microsoft.com/office/drawing/2014/main" id="{641BEAEB-2F14-40B7-B614-617B70129B9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36" name="Oval 57">
                <a:extLst>
                  <a:ext uri="{FF2B5EF4-FFF2-40B4-BE49-F238E27FC236}">
                    <a16:creationId xmlns:a16="http://schemas.microsoft.com/office/drawing/2014/main" id="{F8F963A0-D627-4251-86FE-5A5FDD2AC00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34" name="Oval 157">
              <a:extLst>
                <a:ext uri="{FF2B5EF4-FFF2-40B4-BE49-F238E27FC236}">
                  <a16:creationId xmlns:a16="http://schemas.microsoft.com/office/drawing/2014/main" id="{D3E42232-CC0C-40C3-8462-5966BF64E86C}"/>
                </a:ext>
              </a:extLst>
            </p:cNvPr>
            <p:cNvSpPr>
              <a:spLocks noChangeArrowheads="1"/>
            </p:cNvSpPr>
            <p:nvPr/>
          </p:nvSpPr>
          <p:spPr bwMode="auto">
            <a:xfrm>
              <a:off x="6202498" y="2186618"/>
              <a:ext cx="980869" cy="978335"/>
            </a:xfrm>
            <a:prstGeom prst="ellipse">
              <a:avLst/>
            </a:prstGeom>
            <a:solidFill>
              <a:schemeClr val="accent2"/>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4590ADE1-F129-445A-8171-E598D237B422}"/>
              </a:ext>
            </a:extLst>
          </p:cNvPr>
          <p:cNvGrpSpPr/>
          <p:nvPr/>
        </p:nvGrpSpPr>
        <p:grpSpPr>
          <a:xfrm>
            <a:off x="6107685" y="3620931"/>
            <a:ext cx="1123378" cy="1125114"/>
            <a:chOff x="6107685" y="3620931"/>
            <a:chExt cx="1123378" cy="1125114"/>
          </a:xfrm>
        </p:grpSpPr>
        <p:grpSp>
          <p:nvGrpSpPr>
            <p:cNvPr id="238" name="Group 237">
              <a:extLst>
                <a:ext uri="{FF2B5EF4-FFF2-40B4-BE49-F238E27FC236}">
                  <a16:creationId xmlns:a16="http://schemas.microsoft.com/office/drawing/2014/main" id="{6D3383EF-02D3-404C-914F-31ABD209113A}"/>
                </a:ext>
              </a:extLst>
            </p:cNvPr>
            <p:cNvGrpSpPr/>
            <p:nvPr/>
          </p:nvGrpSpPr>
          <p:grpSpPr>
            <a:xfrm>
              <a:off x="6107685" y="3620931"/>
              <a:ext cx="1123378" cy="1125114"/>
              <a:chOff x="6345238" y="4948238"/>
              <a:chExt cx="1027113" cy="1028700"/>
            </a:xfrm>
            <a:effectLst>
              <a:outerShdw blurRad="254000" dist="152400" dir="2700000" sx="102000" sy="102000" algn="tl" rotWithShape="0">
                <a:prstClr val="black">
                  <a:alpha val="40000"/>
                </a:prstClr>
              </a:outerShdw>
            </a:effectLst>
          </p:grpSpPr>
          <p:sp>
            <p:nvSpPr>
              <p:cNvPr id="240" name="Oval 56">
                <a:extLst>
                  <a:ext uri="{FF2B5EF4-FFF2-40B4-BE49-F238E27FC236}">
                    <a16:creationId xmlns:a16="http://schemas.microsoft.com/office/drawing/2014/main" id="{84F998FA-F7A3-40EB-9283-D43863614AF6}"/>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41" name="Oval 57">
                <a:extLst>
                  <a:ext uri="{FF2B5EF4-FFF2-40B4-BE49-F238E27FC236}">
                    <a16:creationId xmlns:a16="http://schemas.microsoft.com/office/drawing/2014/main" id="{4BD2B524-38EE-4E10-ACD9-C54AC1A88DB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39" name="Oval 157">
              <a:extLst>
                <a:ext uri="{FF2B5EF4-FFF2-40B4-BE49-F238E27FC236}">
                  <a16:creationId xmlns:a16="http://schemas.microsoft.com/office/drawing/2014/main" id="{9A347214-441E-4944-818A-FB5DA392B3CD}"/>
                </a:ext>
              </a:extLst>
            </p:cNvPr>
            <p:cNvSpPr>
              <a:spLocks noChangeArrowheads="1"/>
            </p:cNvSpPr>
            <p:nvPr/>
          </p:nvSpPr>
          <p:spPr bwMode="auto">
            <a:xfrm>
              <a:off x="6177223" y="3691675"/>
              <a:ext cx="980869" cy="978335"/>
            </a:xfrm>
            <a:prstGeom prst="ellipse">
              <a:avLst/>
            </a:prstGeom>
            <a:solidFill>
              <a:schemeClr val="accent3"/>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B27D204F-3B99-47C1-BCA9-32CCDE71A6DE}"/>
              </a:ext>
            </a:extLst>
          </p:cNvPr>
          <p:cNvGrpSpPr/>
          <p:nvPr/>
        </p:nvGrpSpPr>
        <p:grpSpPr>
          <a:xfrm>
            <a:off x="5217098" y="4855369"/>
            <a:ext cx="1123378" cy="1125114"/>
            <a:chOff x="5217098" y="4855369"/>
            <a:chExt cx="1123378" cy="1125114"/>
          </a:xfrm>
        </p:grpSpPr>
        <p:grpSp>
          <p:nvGrpSpPr>
            <p:cNvPr id="243" name="Group 242">
              <a:extLst>
                <a:ext uri="{FF2B5EF4-FFF2-40B4-BE49-F238E27FC236}">
                  <a16:creationId xmlns:a16="http://schemas.microsoft.com/office/drawing/2014/main" id="{4E37D5E0-F79C-4EB1-BBDE-B301EFE54FEF}"/>
                </a:ext>
              </a:extLst>
            </p:cNvPr>
            <p:cNvGrpSpPr/>
            <p:nvPr/>
          </p:nvGrpSpPr>
          <p:grpSpPr>
            <a:xfrm>
              <a:off x="5217098" y="4855369"/>
              <a:ext cx="1123378" cy="1125114"/>
              <a:chOff x="6345238" y="4948238"/>
              <a:chExt cx="1027113" cy="1028700"/>
            </a:xfrm>
            <a:effectLst>
              <a:outerShdw blurRad="254000" dist="152400" dir="2700000" sx="102000" sy="102000" algn="tl" rotWithShape="0">
                <a:prstClr val="black">
                  <a:alpha val="40000"/>
                </a:prstClr>
              </a:outerShdw>
            </a:effectLst>
          </p:grpSpPr>
          <p:sp>
            <p:nvSpPr>
              <p:cNvPr id="245" name="Oval 56">
                <a:extLst>
                  <a:ext uri="{FF2B5EF4-FFF2-40B4-BE49-F238E27FC236}">
                    <a16:creationId xmlns:a16="http://schemas.microsoft.com/office/drawing/2014/main" id="{9666AD2A-4A22-4FB1-BE09-8CB43721988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46" name="Oval 57">
                <a:extLst>
                  <a:ext uri="{FF2B5EF4-FFF2-40B4-BE49-F238E27FC236}">
                    <a16:creationId xmlns:a16="http://schemas.microsoft.com/office/drawing/2014/main" id="{B0A4076D-1672-4D80-8809-7989DB975E4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44" name="Oval 157">
              <a:extLst>
                <a:ext uri="{FF2B5EF4-FFF2-40B4-BE49-F238E27FC236}">
                  <a16:creationId xmlns:a16="http://schemas.microsoft.com/office/drawing/2014/main" id="{D8486627-4BA6-4222-9ED4-022EDBA2E639}"/>
                </a:ext>
              </a:extLst>
            </p:cNvPr>
            <p:cNvSpPr>
              <a:spLocks noChangeArrowheads="1"/>
            </p:cNvSpPr>
            <p:nvPr/>
          </p:nvSpPr>
          <p:spPr bwMode="auto">
            <a:xfrm>
              <a:off x="5286636" y="4926113"/>
              <a:ext cx="980869" cy="978335"/>
            </a:xfrm>
            <a:prstGeom prst="ellipse">
              <a:avLst/>
            </a:prstGeom>
            <a:solidFill>
              <a:schemeClr val="accent4"/>
            </a:solidFill>
            <a:ln>
              <a:noFill/>
            </a:ln>
            <a:effectLst>
              <a:innerShdw blurRad="114300">
                <a:prstClr val="black">
                  <a:alpha val="54000"/>
                </a:prstClr>
              </a:innerShdw>
            </a:effectLst>
          </p:spPr>
          <p:txBody>
            <a:bodyPr vert="horz" wrap="square" lIns="91440" tIns="45720" rIns="91440" bIns="45720" numCol="1" anchor="t" anchorCtr="0" compatLnSpc="1">
              <a:prstTxWarp prst="textNoShape">
                <a:avLst/>
              </a:prstTxWarp>
            </a:bodyPr>
            <a:lstStyle/>
            <a:p>
              <a:endParaRPr lang="ru-UA"/>
            </a:p>
          </p:txBody>
        </p:sp>
      </p:grpSp>
      <p:sp>
        <p:nvSpPr>
          <p:cNvPr id="7311" name="Rectangle 201">
            <a:extLst>
              <a:ext uri="{FF2B5EF4-FFF2-40B4-BE49-F238E27FC236}">
                <a16:creationId xmlns:a16="http://schemas.microsoft.com/office/drawing/2014/main" id="{7E523668-3958-45BF-B134-DE7AD4438282}"/>
              </a:ext>
            </a:extLst>
          </p:cNvPr>
          <p:cNvSpPr>
            <a:spLocks noChangeArrowheads="1"/>
          </p:cNvSpPr>
          <p:nvPr/>
        </p:nvSpPr>
        <p:spPr bwMode="auto">
          <a:xfrm>
            <a:off x="5511800" y="1160464"/>
            <a:ext cx="541815" cy="56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700" b="1" i="0" u="none" strike="noStrike" cap="none" normalizeH="0" baseline="0">
                <a:ln>
                  <a:noFill/>
                </a:ln>
                <a:solidFill>
                  <a:schemeClr val="bg2"/>
                </a:solidFill>
                <a:effectLst/>
                <a:latin typeface="Open Sans Semibold" panose="020B0706030804020204" pitchFamily="34" charset="0"/>
              </a:rPr>
              <a:t>01</a:t>
            </a:r>
            <a:endParaRPr kumimoji="0" lang="ru-UA" altLang="ru-UA" sz="1800" b="0" i="0" u="none" strike="noStrike" cap="none" normalizeH="0" baseline="0">
              <a:ln>
                <a:noFill/>
              </a:ln>
              <a:solidFill>
                <a:schemeClr val="bg2"/>
              </a:solidFill>
              <a:effectLst/>
            </a:endParaRPr>
          </a:p>
        </p:txBody>
      </p:sp>
      <p:sp>
        <p:nvSpPr>
          <p:cNvPr id="7312" name="Rectangle 202">
            <a:extLst>
              <a:ext uri="{FF2B5EF4-FFF2-40B4-BE49-F238E27FC236}">
                <a16:creationId xmlns:a16="http://schemas.microsoft.com/office/drawing/2014/main" id="{0F992906-06D8-4B9D-B353-6EFB1C4004BB}"/>
              </a:ext>
            </a:extLst>
          </p:cNvPr>
          <p:cNvSpPr>
            <a:spLocks noChangeArrowheads="1"/>
          </p:cNvSpPr>
          <p:nvPr/>
        </p:nvSpPr>
        <p:spPr bwMode="auto">
          <a:xfrm>
            <a:off x="6411913" y="2393951"/>
            <a:ext cx="541815" cy="56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700" b="1" i="0" u="none" strike="noStrike" cap="none" normalizeH="0" baseline="0">
                <a:ln>
                  <a:noFill/>
                </a:ln>
                <a:solidFill>
                  <a:schemeClr val="bg2"/>
                </a:solidFill>
                <a:effectLst/>
                <a:latin typeface="Open Sans Semibold" panose="020B0706030804020204" pitchFamily="34" charset="0"/>
              </a:rPr>
              <a:t>02</a:t>
            </a:r>
            <a:endParaRPr kumimoji="0" lang="ru-UA" altLang="ru-UA" sz="1800" b="0" i="0" u="none" strike="noStrike" cap="none" normalizeH="0" baseline="0">
              <a:ln>
                <a:noFill/>
              </a:ln>
              <a:solidFill>
                <a:schemeClr val="bg2"/>
              </a:solidFill>
              <a:effectLst/>
            </a:endParaRPr>
          </a:p>
        </p:txBody>
      </p:sp>
      <p:sp>
        <p:nvSpPr>
          <p:cNvPr id="7313" name="Rectangle 203">
            <a:extLst>
              <a:ext uri="{FF2B5EF4-FFF2-40B4-BE49-F238E27FC236}">
                <a16:creationId xmlns:a16="http://schemas.microsoft.com/office/drawing/2014/main" id="{77362BCA-D1DD-4E5D-AF07-CD918BF4DADD}"/>
              </a:ext>
            </a:extLst>
          </p:cNvPr>
          <p:cNvSpPr>
            <a:spLocks noChangeArrowheads="1"/>
          </p:cNvSpPr>
          <p:nvPr/>
        </p:nvSpPr>
        <p:spPr bwMode="auto">
          <a:xfrm>
            <a:off x="6411913" y="3906839"/>
            <a:ext cx="541815" cy="56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700" b="1" i="0" u="none" strike="noStrike" cap="none" normalizeH="0" baseline="0">
                <a:ln>
                  <a:noFill/>
                </a:ln>
                <a:solidFill>
                  <a:schemeClr val="bg2"/>
                </a:solidFill>
                <a:effectLst/>
                <a:latin typeface="Open Sans Semibold" panose="020B0706030804020204" pitchFamily="34" charset="0"/>
              </a:rPr>
              <a:t>03</a:t>
            </a:r>
            <a:endParaRPr kumimoji="0" lang="ru-UA" altLang="ru-UA" sz="1800" b="0" i="0" u="none" strike="noStrike" cap="none" normalizeH="0" baseline="0">
              <a:ln>
                <a:noFill/>
              </a:ln>
              <a:solidFill>
                <a:schemeClr val="bg2"/>
              </a:solidFill>
              <a:effectLst/>
            </a:endParaRPr>
          </a:p>
        </p:txBody>
      </p:sp>
      <p:sp>
        <p:nvSpPr>
          <p:cNvPr id="7314" name="Rectangle 204">
            <a:extLst>
              <a:ext uri="{FF2B5EF4-FFF2-40B4-BE49-F238E27FC236}">
                <a16:creationId xmlns:a16="http://schemas.microsoft.com/office/drawing/2014/main" id="{CA108563-D299-41ED-8B8F-8840A22BA09D}"/>
              </a:ext>
            </a:extLst>
          </p:cNvPr>
          <p:cNvSpPr>
            <a:spLocks noChangeArrowheads="1"/>
          </p:cNvSpPr>
          <p:nvPr/>
        </p:nvSpPr>
        <p:spPr bwMode="auto">
          <a:xfrm>
            <a:off x="5511800" y="5140326"/>
            <a:ext cx="541815" cy="56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3700" b="1" i="0" u="none" strike="noStrike" cap="none" normalizeH="0" baseline="0">
                <a:ln>
                  <a:noFill/>
                </a:ln>
                <a:solidFill>
                  <a:schemeClr val="bg2"/>
                </a:solidFill>
                <a:effectLst/>
                <a:latin typeface="Open Sans Semibold" panose="020B0706030804020204" pitchFamily="34" charset="0"/>
              </a:rPr>
              <a:t>04</a:t>
            </a:r>
            <a:endParaRPr kumimoji="0" lang="ru-UA" altLang="ru-UA" sz="1800" b="0" i="0" u="none" strike="noStrike" cap="none" normalizeH="0" baseline="0">
              <a:ln>
                <a:noFill/>
              </a:ln>
              <a:solidFill>
                <a:schemeClr val="bg2"/>
              </a:solidFill>
              <a:effectLst/>
            </a:endParaRPr>
          </a:p>
        </p:txBody>
      </p:sp>
      <p:grpSp>
        <p:nvGrpSpPr>
          <p:cNvPr id="6" name="Group 5">
            <a:extLst>
              <a:ext uri="{FF2B5EF4-FFF2-40B4-BE49-F238E27FC236}">
                <a16:creationId xmlns:a16="http://schemas.microsoft.com/office/drawing/2014/main" id="{F0B156BC-65EF-48E9-9DB3-7AFF9FD32E17}"/>
              </a:ext>
            </a:extLst>
          </p:cNvPr>
          <p:cNvGrpSpPr/>
          <p:nvPr/>
        </p:nvGrpSpPr>
        <p:grpSpPr>
          <a:xfrm>
            <a:off x="8289131" y="1054101"/>
            <a:ext cx="2836069" cy="862970"/>
            <a:chOff x="8289131" y="1054101"/>
            <a:chExt cx="2836069" cy="862970"/>
          </a:xfrm>
        </p:grpSpPr>
        <p:sp>
          <p:nvSpPr>
            <p:cNvPr id="7315" name="Rectangle 205">
              <a:extLst>
                <a:ext uri="{FF2B5EF4-FFF2-40B4-BE49-F238E27FC236}">
                  <a16:creationId xmlns:a16="http://schemas.microsoft.com/office/drawing/2014/main" id="{277413C9-8CE8-40D2-AEC1-E40C6643DE87}"/>
                </a:ext>
              </a:extLst>
            </p:cNvPr>
            <p:cNvSpPr>
              <a:spLocks noChangeArrowheads="1"/>
            </p:cNvSpPr>
            <p:nvPr/>
          </p:nvSpPr>
          <p:spPr bwMode="auto">
            <a:xfrm>
              <a:off x="8342313" y="1054101"/>
              <a:ext cx="11676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accent1"/>
                  </a:solidFill>
                  <a:effectLst/>
                  <a:latin typeface="Open Sans" panose="020B0606030504020204" pitchFamily="34" charset="0"/>
                </a:rPr>
                <a:t>YOUR TITLE</a:t>
              </a:r>
              <a:endParaRPr kumimoji="0" lang="ru-UA" altLang="ru-UA" sz="1800" b="0" i="0" u="none" strike="noStrike" cap="none" normalizeH="0" baseline="0">
                <a:ln>
                  <a:noFill/>
                </a:ln>
                <a:solidFill>
                  <a:schemeClr val="accent1"/>
                </a:solidFill>
                <a:effectLst/>
              </a:endParaRPr>
            </a:p>
          </p:txBody>
        </p:sp>
        <p:sp>
          <p:nvSpPr>
            <p:cNvPr id="247" name="Text Placeholder 33">
              <a:extLst>
                <a:ext uri="{FF2B5EF4-FFF2-40B4-BE49-F238E27FC236}">
                  <a16:creationId xmlns:a16="http://schemas.microsoft.com/office/drawing/2014/main" id="{36FECFC7-E1B4-4594-8B2D-7A072E8C43DA}"/>
                </a:ext>
              </a:extLst>
            </p:cNvPr>
            <p:cNvSpPr txBox="1">
              <a:spLocks/>
            </p:cNvSpPr>
            <p:nvPr/>
          </p:nvSpPr>
          <p:spPr>
            <a:xfrm>
              <a:off x="8289131" y="1282700"/>
              <a:ext cx="2836069" cy="63437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a:t>
              </a:r>
            </a:p>
          </p:txBody>
        </p:sp>
      </p:grpSp>
      <p:grpSp>
        <p:nvGrpSpPr>
          <p:cNvPr id="7" name="Group 6">
            <a:extLst>
              <a:ext uri="{FF2B5EF4-FFF2-40B4-BE49-F238E27FC236}">
                <a16:creationId xmlns:a16="http://schemas.microsoft.com/office/drawing/2014/main" id="{D7586AFB-6870-48A0-ACAA-C4A8676076BD}"/>
              </a:ext>
            </a:extLst>
          </p:cNvPr>
          <p:cNvGrpSpPr/>
          <p:nvPr/>
        </p:nvGrpSpPr>
        <p:grpSpPr>
          <a:xfrm>
            <a:off x="8625681" y="2373313"/>
            <a:ext cx="2836069" cy="883608"/>
            <a:chOff x="8625681" y="2373313"/>
            <a:chExt cx="2836069" cy="883608"/>
          </a:xfrm>
        </p:grpSpPr>
        <p:sp>
          <p:nvSpPr>
            <p:cNvPr id="7316" name="Rectangle 206">
              <a:extLst>
                <a:ext uri="{FF2B5EF4-FFF2-40B4-BE49-F238E27FC236}">
                  <a16:creationId xmlns:a16="http://schemas.microsoft.com/office/drawing/2014/main" id="{8ABA3B27-16F9-44D6-992A-D10F77A1BF1B}"/>
                </a:ext>
              </a:extLst>
            </p:cNvPr>
            <p:cNvSpPr>
              <a:spLocks noChangeArrowheads="1"/>
            </p:cNvSpPr>
            <p:nvPr/>
          </p:nvSpPr>
          <p:spPr bwMode="auto">
            <a:xfrm>
              <a:off x="8715376" y="2373313"/>
              <a:ext cx="11676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accent2"/>
                  </a:solidFill>
                  <a:effectLst/>
                  <a:latin typeface="Open Sans" panose="020B0606030504020204" pitchFamily="34" charset="0"/>
                </a:rPr>
                <a:t>YOUR TITLE</a:t>
              </a:r>
              <a:endParaRPr kumimoji="0" lang="ru-UA" altLang="ru-UA" sz="1800" b="0" i="0" u="none" strike="noStrike" cap="none" normalizeH="0" baseline="0">
                <a:ln>
                  <a:noFill/>
                </a:ln>
                <a:solidFill>
                  <a:schemeClr val="accent2"/>
                </a:solidFill>
                <a:effectLst/>
              </a:endParaRPr>
            </a:p>
          </p:txBody>
        </p:sp>
        <p:sp>
          <p:nvSpPr>
            <p:cNvPr id="248" name="Text Placeholder 33">
              <a:extLst>
                <a:ext uri="{FF2B5EF4-FFF2-40B4-BE49-F238E27FC236}">
                  <a16:creationId xmlns:a16="http://schemas.microsoft.com/office/drawing/2014/main" id="{A7402CF1-6B9F-490A-8FFB-F58267ED7D71}"/>
                </a:ext>
              </a:extLst>
            </p:cNvPr>
            <p:cNvSpPr txBox="1">
              <a:spLocks/>
            </p:cNvSpPr>
            <p:nvPr/>
          </p:nvSpPr>
          <p:spPr>
            <a:xfrm>
              <a:off x="8625681" y="2622550"/>
              <a:ext cx="2836069" cy="63437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a:t>
              </a:r>
            </a:p>
          </p:txBody>
        </p:sp>
      </p:grpSp>
      <p:grpSp>
        <p:nvGrpSpPr>
          <p:cNvPr id="8" name="Group 7">
            <a:extLst>
              <a:ext uri="{FF2B5EF4-FFF2-40B4-BE49-F238E27FC236}">
                <a16:creationId xmlns:a16="http://schemas.microsoft.com/office/drawing/2014/main" id="{85DA4440-98ED-432E-8F4E-1FA9D67406AD}"/>
              </a:ext>
            </a:extLst>
          </p:cNvPr>
          <p:cNvGrpSpPr/>
          <p:nvPr/>
        </p:nvGrpSpPr>
        <p:grpSpPr>
          <a:xfrm>
            <a:off x="8625681" y="3692526"/>
            <a:ext cx="2836069" cy="840608"/>
            <a:chOff x="8625681" y="3692526"/>
            <a:chExt cx="2836069" cy="840608"/>
          </a:xfrm>
        </p:grpSpPr>
        <p:sp>
          <p:nvSpPr>
            <p:cNvPr id="7317" name="Rectangle 207">
              <a:extLst>
                <a:ext uri="{FF2B5EF4-FFF2-40B4-BE49-F238E27FC236}">
                  <a16:creationId xmlns:a16="http://schemas.microsoft.com/office/drawing/2014/main" id="{2DDF8343-CF74-4A15-8A78-5B2259E0CF13}"/>
                </a:ext>
              </a:extLst>
            </p:cNvPr>
            <p:cNvSpPr>
              <a:spLocks noChangeArrowheads="1"/>
            </p:cNvSpPr>
            <p:nvPr/>
          </p:nvSpPr>
          <p:spPr bwMode="auto">
            <a:xfrm>
              <a:off x="8715376" y="3692526"/>
              <a:ext cx="11676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accent3"/>
                  </a:solidFill>
                  <a:effectLst/>
                  <a:latin typeface="Open Sans" panose="020B0606030504020204" pitchFamily="34" charset="0"/>
                </a:rPr>
                <a:t>YOUR TITLE</a:t>
              </a:r>
              <a:endParaRPr kumimoji="0" lang="ru-UA" altLang="ru-UA" sz="1800" b="0" i="0" u="none" strike="noStrike" cap="none" normalizeH="0" baseline="0">
                <a:ln>
                  <a:noFill/>
                </a:ln>
                <a:solidFill>
                  <a:schemeClr val="accent3"/>
                </a:solidFill>
                <a:effectLst/>
              </a:endParaRPr>
            </a:p>
          </p:txBody>
        </p:sp>
        <p:sp>
          <p:nvSpPr>
            <p:cNvPr id="249" name="Text Placeholder 33">
              <a:extLst>
                <a:ext uri="{FF2B5EF4-FFF2-40B4-BE49-F238E27FC236}">
                  <a16:creationId xmlns:a16="http://schemas.microsoft.com/office/drawing/2014/main" id="{7A41EF54-4809-47FA-9B7F-F9143EF72C33}"/>
                </a:ext>
              </a:extLst>
            </p:cNvPr>
            <p:cNvSpPr txBox="1">
              <a:spLocks/>
            </p:cNvSpPr>
            <p:nvPr/>
          </p:nvSpPr>
          <p:spPr>
            <a:xfrm>
              <a:off x="8625681" y="3898763"/>
              <a:ext cx="2836069" cy="63437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a:t>
              </a:r>
            </a:p>
          </p:txBody>
        </p:sp>
      </p:grpSp>
      <p:grpSp>
        <p:nvGrpSpPr>
          <p:cNvPr id="9" name="Group 8">
            <a:extLst>
              <a:ext uri="{FF2B5EF4-FFF2-40B4-BE49-F238E27FC236}">
                <a16:creationId xmlns:a16="http://schemas.microsoft.com/office/drawing/2014/main" id="{9DCC33A7-44A6-4CB1-9372-DF7D9B59F3AD}"/>
              </a:ext>
            </a:extLst>
          </p:cNvPr>
          <p:cNvGrpSpPr/>
          <p:nvPr/>
        </p:nvGrpSpPr>
        <p:grpSpPr>
          <a:xfrm>
            <a:off x="8289131" y="5011738"/>
            <a:ext cx="2836069" cy="885275"/>
            <a:chOff x="8289131" y="5011738"/>
            <a:chExt cx="2836069" cy="885275"/>
          </a:xfrm>
        </p:grpSpPr>
        <p:sp>
          <p:nvSpPr>
            <p:cNvPr id="7318" name="Rectangle 208">
              <a:extLst>
                <a:ext uri="{FF2B5EF4-FFF2-40B4-BE49-F238E27FC236}">
                  <a16:creationId xmlns:a16="http://schemas.microsoft.com/office/drawing/2014/main" id="{C05FABAF-AA30-4E44-9717-1D9CACA85A8B}"/>
                </a:ext>
              </a:extLst>
            </p:cNvPr>
            <p:cNvSpPr>
              <a:spLocks noChangeArrowheads="1"/>
            </p:cNvSpPr>
            <p:nvPr/>
          </p:nvSpPr>
          <p:spPr bwMode="auto">
            <a:xfrm>
              <a:off x="8342313" y="5011738"/>
              <a:ext cx="11676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accent4"/>
                  </a:solidFill>
                  <a:effectLst/>
                  <a:latin typeface="Open Sans" panose="020B0606030504020204" pitchFamily="34" charset="0"/>
                </a:rPr>
                <a:t>YOUR TITLE</a:t>
              </a:r>
              <a:endParaRPr kumimoji="0" lang="ru-UA" altLang="ru-UA" sz="1800" b="0" i="0" u="none" strike="noStrike" cap="none" normalizeH="0" baseline="0">
                <a:ln>
                  <a:noFill/>
                </a:ln>
                <a:solidFill>
                  <a:schemeClr val="accent4"/>
                </a:solidFill>
                <a:effectLst/>
              </a:endParaRPr>
            </a:p>
          </p:txBody>
        </p:sp>
        <p:sp>
          <p:nvSpPr>
            <p:cNvPr id="250" name="Text Placeholder 33">
              <a:extLst>
                <a:ext uri="{FF2B5EF4-FFF2-40B4-BE49-F238E27FC236}">
                  <a16:creationId xmlns:a16="http://schemas.microsoft.com/office/drawing/2014/main" id="{0292A9B5-D01E-4B61-89A0-81EA71B82519}"/>
                </a:ext>
              </a:extLst>
            </p:cNvPr>
            <p:cNvSpPr txBox="1">
              <a:spLocks/>
            </p:cNvSpPr>
            <p:nvPr/>
          </p:nvSpPr>
          <p:spPr>
            <a:xfrm>
              <a:off x="8289131" y="5262642"/>
              <a:ext cx="2836069" cy="634371"/>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a:t>
              </a:r>
            </a:p>
          </p:txBody>
        </p:sp>
      </p:grpSp>
    </p:spTree>
    <p:extLst>
      <p:ext uri="{BB962C8B-B14F-4D97-AF65-F5344CB8AC3E}">
        <p14:creationId xmlns:p14="http://schemas.microsoft.com/office/powerpoint/2010/main" val="192777265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22"/>
                                            </p:tgtEl>
                                            <p:attrNameLst>
                                              <p:attrName>style.visibility</p:attrName>
                                            </p:attrNameLst>
                                          </p:cBhvr>
                                          <p:to>
                                            <p:strVal val="visible"/>
                                          </p:to>
                                        </p:set>
                                        <p:anim calcmode="lin" valueType="num">
                                          <p:cBhvr>
                                            <p:cTn id="7" dur="750" fill="hold"/>
                                            <p:tgtEl>
                                              <p:spTgt spid="222"/>
                                            </p:tgtEl>
                                            <p:attrNameLst>
                                              <p:attrName>ppt_w</p:attrName>
                                            </p:attrNameLst>
                                          </p:cBhvr>
                                          <p:tavLst>
                                            <p:tav tm="0">
                                              <p:val>
                                                <p:fltVal val="0"/>
                                              </p:val>
                                            </p:tav>
                                            <p:tav tm="100000">
                                              <p:val>
                                                <p:strVal val="#ppt_w"/>
                                              </p:val>
                                            </p:tav>
                                          </p:tavLst>
                                        </p:anim>
                                        <p:anim calcmode="lin" valueType="num">
                                          <p:cBhvr>
                                            <p:cTn id="8" dur="750" fill="hold"/>
                                            <p:tgtEl>
                                              <p:spTgt spid="222"/>
                                            </p:tgtEl>
                                            <p:attrNameLst>
                                              <p:attrName>ppt_h</p:attrName>
                                            </p:attrNameLst>
                                          </p:cBhvr>
                                          <p:tavLst>
                                            <p:tav tm="0">
                                              <p:val>
                                                <p:fltVal val="0"/>
                                              </p:val>
                                            </p:tav>
                                            <p:tav tm="100000">
                                              <p:val>
                                                <p:strVal val="#ppt_h"/>
                                              </p:val>
                                            </p:tav>
                                          </p:tavLst>
                                        </p:anim>
                                        <p:animEffect transition="in" filter="fade">
                                          <p:cBhvr>
                                            <p:cTn id="9" dur="750"/>
                                            <p:tgtEl>
                                              <p:spTgt spid="222"/>
                                            </p:tgtEl>
                                          </p:cBhvr>
                                        </p:animEffect>
                                      </p:childTnLst>
                                    </p:cTn>
                                  </p:par>
                                  <p:par>
                                    <p:cTn id="10" presetID="2" presetClass="entr" presetSubtype="3" fill="hold" nodeType="withEffect" p14:presetBounceEnd="67000">
                                      <p:stCondLst>
                                        <p:cond delay="250"/>
                                      </p:stCondLst>
                                      <p:childTnLst>
                                        <p:set>
                                          <p:cBhvr>
                                            <p:cTn id="11" dur="1" fill="hold">
                                              <p:stCondLst>
                                                <p:cond delay="0"/>
                                              </p:stCondLst>
                                            </p:cTn>
                                            <p:tgtEl>
                                              <p:spTgt spid="7319"/>
                                            </p:tgtEl>
                                            <p:attrNameLst>
                                              <p:attrName>style.visibility</p:attrName>
                                            </p:attrNameLst>
                                          </p:cBhvr>
                                          <p:to>
                                            <p:strVal val="visible"/>
                                          </p:to>
                                        </p:set>
                                        <p:anim calcmode="lin" valueType="num" p14:bounceEnd="67000">
                                          <p:cBhvr additive="base">
                                            <p:cTn id="12" dur="1000" fill="hold"/>
                                            <p:tgtEl>
                                              <p:spTgt spid="7319"/>
                                            </p:tgtEl>
                                            <p:attrNameLst>
                                              <p:attrName>ppt_x</p:attrName>
                                            </p:attrNameLst>
                                          </p:cBhvr>
                                          <p:tavLst>
                                            <p:tav tm="0">
                                              <p:val>
                                                <p:strVal val="1+#ppt_w/2"/>
                                              </p:val>
                                            </p:tav>
                                            <p:tav tm="100000">
                                              <p:val>
                                                <p:strVal val="#ppt_x"/>
                                              </p:val>
                                            </p:tav>
                                          </p:tavLst>
                                        </p:anim>
                                        <p:anim calcmode="lin" valueType="num" p14:bounceEnd="67000">
                                          <p:cBhvr additive="base">
                                            <p:cTn id="13" dur="1000" fill="hold"/>
                                            <p:tgtEl>
                                              <p:spTgt spid="7319"/>
                                            </p:tgtEl>
                                            <p:attrNameLst>
                                              <p:attrName>ppt_y</p:attrName>
                                            </p:attrNameLst>
                                          </p:cBhvr>
                                          <p:tavLst>
                                            <p:tav tm="0">
                                              <p:val>
                                                <p:strVal val="0-#ppt_h/2"/>
                                              </p:val>
                                            </p:tav>
                                            <p:tav tm="100000">
                                              <p:val>
                                                <p:strVal val="#ppt_y"/>
                                              </p:val>
                                            </p:tav>
                                          </p:tavLst>
                                        </p:anim>
                                      </p:childTnLst>
                                    </p:cTn>
                                  </p:par>
                                  <p:par>
                                    <p:cTn id="14" presetID="2" presetClass="entr" presetSubtype="2" fill="hold" nodeType="withEffect" p14:presetBounceEnd="67000">
                                      <p:stCondLst>
                                        <p:cond delay="750"/>
                                      </p:stCondLst>
                                      <p:childTnLst>
                                        <p:set>
                                          <p:cBhvr>
                                            <p:cTn id="15" dur="1" fill="hold">
                                              <p:stCondLst>
                                                <p:cond delay="0"/>
                                              </p:stCondLst>
                                            </p:cTn>
                                            <p:tgtEl>
                                              <p:spTgt spid="7320"/>
                                            </p:tgtEl>
                                            <p:attrNameLst>
                                              <p:attrName>style.visibility</p:attrName>
                                            </p:attrNameLst>
                                          </p:cBhvr>
                                          <p:to>
                                            <p:strVal val="visible"/>
                                          </p:to>
                                        </p:set>
                                        <p:anim calcmode="lin" valueType="num" p14:bounceEnd="67000">
                                          <p:cBhvr additive="base">
                                            <p:cTn id="16" dur="1000" fill="hold"/>
                                            <p:tgtEl>
                                              <p:spTgt spid="7320"/>
                                            </p:tgtEl>
                                            <p:attrNameLst>
                                              <p:attrName>ppt_x</p:attrName>
                                            </p:attrNameLst>
                                          </p:cBhvr>
                                          <p:tavLst>
                                            <p:tav tm="0">
                                              <p:val>
                                                <p:strVal val="1+#ppt_w/2"/>
                                              </p:val>
                                            </p:tav>
                                            <p:tav tm="100000">
                                              <p:val>
                                                <p:strVal val="#ppt_x"/>
                                              </p:val>
                                            </p:tav>
                                          </p:tavLst>
                                        </p:anim>
                                        <p:anim calcmode="lin" valueType="num" p14:bounceEnd="67000">
                                          <p:cBhvr additive="base">
                                            <p:cTn id="17" dur="1000" fill="hold"/>
                                            <p:tgtEl>
                                              <p:spTgt spid="7320"/>
                                            </p:tgtEl>
                                            <p:attrNameLst>
                                              <p:attrName>ppt_y</p:attrName>
                                            </p:attrNameLst>
                                          </p:cBhvr>
                                          <p:tavLst>
                                            <p:tav tm="0">
                                              <p:val>
                                                <p:strVal val="#ppt_y"/>
                                              </p:val>
                                            </p:tav>
                                            <p:tav tm="100000">
                                              <p:val>
                                                <p:strVal val="#ppt_y"/>
                                              </p:val>
                                            </p:tav>
                                          </p:tavLst>
                                        </p:anim>
                                      </p:childTnLst>
                                    </p:cTn>
                                  </p:par>
                                  <p:par>
                                    <p:cTn id="18" presetID="2" presetClass="entr" presetSubtype="2" fill="hold" nodeType="withEffect" p14:presetBounceEnd="67000">
                                      <p:stCondLst>
                                        <p:cond delay="1250"/>
                                      </p:stCondLst>
                                      <p:childTnLst>
                                        <p:set>
                                          <p:cBhvr>
                                            <p:cTn id="19" dur="1" fill="hold">
                                              <p:stCondLst>
                                                <p:cond delay="0"/>
                                              </p:stCondLst>
                                            </p:cTn>
                                            <p:tgtEl>
                                              <p:spTgt spid="7321"/>
                                            </p:tgtEl>
                                            <p:attrNameLst>
                                              <p:attrName>style.visibility</p:attrName>
                                            </p:attrNameLst>
                                          </p:cBhvr>
                                          <p:to>
                                            <p:strVal val="visible"/>
                                          </p:to>
                                        </p:set>
                                        <p:anim calcmode="lin" valueType="num" p14:bounceEnd="67000">
                                          <p:cBhvr additive="base">
                                            <p:cTn id="20" dur="1000" fill="hold"/>
                                            <p:tgtEl>
                                              <p:spTgt spid="7321"/>
                                            </p:tgtEl>
                                            <p:attrNameLst>
                                              <p:attrName>ppt_x</p:attrName>
                                            </p:attrNameLst>
                                          </p:cBhvr>
                                          <p:tavLst>
                                            <p:tav tm="0">
                                              <p:val>
                                                <p:strVal val="1+#ppt_w/2"/>
                                              </p:val>
                                            </p:tav>
                                            <p:tav tm="100000">
                                              <p:val>
                                                <p:strVal val="#ppt_x"/>
                                              </p:val>
                                            </p:tav>
                                          </p:tavLst>
                                        </p:anim>
                                        <p:anim calcmode="lin" valueType="num" p14:bounceEnd="67000">
                                          <p:cBhvr additive="base">
                                            <p:cTn id="21" dur="1000" fill="hold"/>
                                            <p:tgtEl>
                                              <p:spTgt spid="7321"/>
                                            </p:tgtEl>
                                            <p:attrNameLst>
                                              <p:attrName>ppt_y</p:attrName>
                                            </p:attrNameLst>
                                          </p:cBhvr>
                                          <p:tavLst>
                                            <p:tav tm="0">
                                              <p:val>
                                                <p:strVal val="#ppt_y"/>
                                              </p:val>
                                            </p:tav>
                                            <p:tav tm="100000">
                                              <p:val>
                                                <p:strVal val="#ppt_y"/>
                                              </p:val>
                                            </p:tav>
                                          </p:tavLst>
                                        </p:anim>
                                      </p:childTnLst>
                                    </p:cTn>
                                  </p:par>
                                  <p:par>
                                    <p:cTn id="22" presetID="2" presetClass="entr" presetSubtype="6" fill="hold" nodeType="withEffect" p14:presetBounceEnd="67000">
                                      <p:stCondLst>
                                        <p:cond delay="1750"/>
                                      </p:stCondLst>
                                      <p:childTnLst>
                                        <p:set>
                                          <p:cBhvr>
                                            <p:cTn id="23" dur="1" fill="hold">
                                              <p:stCondLst>
                                                <p:cond delay="0"/>
                                              </p:stCondLst>
                                            </p:cTn>
                                            <p:tgtEl>
                                              <p:spTgt spid="7322"/>
                                            </p:tgtEl>
                                            <p:attrNameLst>
                                              <p:attrName>style.visibility</p:attrName>
                                            </p:attrNameLst>
                                          </p:cBhvr>
                                          <p:to>
                                            <p:strVal val="visible"/>
                                          </p:to>
                                        </p:set>
                                        <p:anim calcmode="lin" valueType="num" p14:bounceEnd="67000">
                                          <p:cBhvr additive="base">
                                            <p:cTn id="24" dur="1000" fill="hold"/>
                                            <p:tgtEl>
                                              <p:spTgt spid="7322"/>
                                            </p:tgtEl>
                                            <p:attrNameLst>
                                              <p:attrName>ppt_x</p:attrName>
                                            </p:attrNameLst>
                                          </p:cBhvr>
                                          <p:tavLst>
                                            <p:tav tm="0">
                                              <p:val>
                                                <p:strVal val="1+#ppt_w/2"/>
                                              </p:val>
                                            </p:tav>
                                            <p:tav tm="100000">
                                              <p:val>
                                                <p:strVal val="#ppt_x"/>
                                              </p:val>
                                            </p:tav>
                                          </p:tavLst>
                                        </p:anim>
                                        <p:anim calcmode="lin" valueType="num" p14:bounceEnd="67000">
                                          <p:cBhvr additive="base">
                                            <p:cTn id="25" dur="1000" fill="hold"/>
                                            <p:tgtEl>
                                              <p:spTgt spid="7322"/>
                                            </p:tgtEl>
                                            <p:attrNameLst>
                                              <p:attrName>ppt_y</p:attrName>
                                            </p:attrNameLst>
                                          </p:cBhvr>
                                          <p:tavLst>
                                            <p:tav tm="0">
                                              <p:val>
                                                <p:strVal val="1+#ppt_h/2"/>
                                              </p:val>
                                            </p:tav>
                                            <p:tav tm="100000">
                                              <p:val>
                                                <p:strVal val="#ppt_y"/>
                                              </p:val>
                                            </p:tav>
                                          </p:tavLst>
                                        </p:anim>
                                      </p:childTnLst>
                                    </p:cTn>
                                  </p:par>
                                  <p:par>
                                    <p:cTn id="26" presetID="53" presetClass="entr" presetSubtype="16" fill="hold" nodeType="withEffect">
                                      <p:stCondLst>
                                        <p:cond delay="500"/>
                                      </p:stCondLst>
                                      <p:childTnLst>
                                        <p:set>
                                          <p:cBhvr>
                                            <p:cTn id="27" dur="1" fill="hold">
                                              <p:stCondLst>
                                                <p:cond delay="0"/>
                                              </p:stCondLst>
                                            </p:cTn>
                                            <p:tgtEl>
                                              <p:spTgt spid="227"/>
                                            </p:tgtEl>
                                            <p:attrNameLst>
                                              <p:attrName>style.visibility</p:attrName>
                                            </p:attrNameLst>
                                          </p:cBhvr>
                                          <p:to>
                                            <p:strVal val="visible"/>
                                          </p:to>
                                        </p:set>
                                        <p:anim calcmode="lin" valueType="num">
                                          <p:cBhvr>
                                            <p:cTn id="28" dur="750" fill="hold"/>
                                            <p:tgtEl>
                                              <p:spTgt spid="227"/>
                                            </p:tgtEl>
                                            <p:attrNameLst>
                                              <p:attrName>ppt_w</p:attrName>
                                            </p:attrNameLst>
                                          </p:cBhvr>
                                          <p:tavLst>
                                            <p:tav tm="0">
                                              <p:val>
                                                <p:fltVal val="0"/>
                                              </p:val>
                                            </p:tav>
                                            <p:tav tm="100000">
                                              <p:val>
                                                <p:strVal val="#ppt_w"/>
                                              </p:val>
                                            </p:tav>
                                          </p:tavLst>
                                        </p:anim>
                                        <p:anim calcmode="lin" valueType="num">
                                          <p:cBhvr>
                                            <p:cTn id="29" dur="750" fill="hold"/>
                                            <p:tgtEl>
                                              <p:spTgt spid="227"/>
                                            </p:tgtEl>
                                            <p:attrNameLst>
                                              <p:attrName>ppt_h</p:attrName>
                                            </p:attrNameLst>
                                          </p:cBhvr>
                                          <p:tavLst>
                                            <p:tav tm="0">
                                              <p:val>
                                                <p:fltVal val="0"/>
                                              </p:val>
                                            </p:tav>
                                            <p:tav tm="100000">
                                              <p:val>
                                                <p:strVal val="#ppt_h"/>
                                              </p:val>
                                            </p:tav>
                                          </p:tavLst>
                                        </p:anim>
                                        <p:animEffect transition="in" filter="fade">
                                          <p:cBhvr>
                                            <p:cTn id="30" dur="750"/>
                                            <p:tgtEl>
                                              <p:spTgt spid="227"/>
                                            </p:tgtEl>
                                          </p:cBhvr>
                                        </p:animEffect>
                                      </p:childTnLst>
                                    </p:cTn>
                                  </p:par>
                                  <p:par>
                                    <p:cTn id="31" presetID="53" presetClass="entr" presetSubtype="16" fill="hold" nodeType="withEffect">
                                      <p:stCondLst>
                                        <p:cond delay="1000"/>
                                      </p:stCondLst>
                                      <p:childTnLst>
                                        <p:set>
                                          <p:cBhvr>
                                            <p:cTn id="32" dur="1" fill="hold">
                                              <p:stCondLst>
                                                <p:cond delay="0"/>
                                              </p:stCondLst>
                                            </p:cTn>
                                            <p:tgtEl>
                                              <p:spTgt spid="3"/>
                                            </p:tgtEl>
                                            <p:attrNameLst>
                                              <p:attrName>style.visibility</p:attrName>
                                            </p:attrNameLst>
                                          </p:cBhvr>
                                          <p:to>
                                            <p:strVal val="visible"/>
                                          </p:to>
                                        </p:set>
                                        <p:anim calcmode="lin" valueType="num">
                                          <p:cBhvr>
                                            <p:cTn id="33" dur="750" fill="hold"/>
                                            <p:tgtEl>
                                              <p:spTgt spid="3"/>
                                            </p:tgtEl>
                                            <p:attrNameLst>
                                              <p:attrName>ppt_w</p:attrName>
                                            </p:attrNameLst>
                                          </p:cBhvr>
                                          <p:tavLst>
                                            <p:tav tm="0">
                                              <p:val>
                                                <p:fltVal val="0"/>
                                              </p:val>
                                            </p:tav>
                                            <p:tav tm="100000">
                                              <p:val>
                                                <p:strVal val="#ppt_w"/>
                                              </p:val>
                                            </p:tav>
                                          </p:tavLst>
                                        </p:anim>
                                        <p:anim calcmode="lin" valueType="num">
                                          <p:cBhvr>
                                            <p:cTn id="34" dur="750" fill="hold"/>
                                            <p:tgtEl>
                                              <p:spTgt spid="3"/>
                                            </p:tgtEl>
                                            <p:attrNameLst>
                                              <p:attrName>ppt_h</p:attrName>
                                            </p:attrNameLst>
                                          </p:cBhvr>
                                          <p:tavLst>
                                            <p:tav tm="0">
                                              <p:val>
                                                <p:fltVal val="0"/>
                                              </p:val>
                                            </p:tav>
                                            <p:tav tm="100000">
                                              <p:val>
                                                <p:strVal val="#ppt_h"/>
                                              </p:val>
                                            </p:tav>
                                          </p:tavLst>
                                        </p:anim>
                                        <p:animEffect transition="in" filter="fade">
                                          <p:cBhvr>
                                            <p:cTn id="35" dur="750"/>
                                            <p:tgtEl>
                                              <p:spTgt spid="3"/>
                                            </p:tgtEl>
                                          </p:cBhvr>
                                        </p:animEffect>
                                      </p:childTnLst>
                                    </p:cTn>
                                  </p:par>
                                  <p:par>
                                    <p:cTn id="36" presetID="53" presetClass="entr" presetSubtype="16" fill="hold" nodeType="withEffect">
                                      <p:stCondLst>
                                        <p:cond delay="1500"/>
                                      </p:stCondLst>
                                      <p:childTnLst>
                                        <p:set>
                                          <p:cBhvr>
                                            <p:cTn id="37" dur="1" fill="hold">
                                              <p:stCondLst>
                                                <p:cond delay="0"/>
                                              </p:stCondLst>
                                            </p:cTn>
                                            <p:tgtEl>
                                              <p:spTgt spid="4"/>
                                            </p:tgtEl>
                                            <p:attrNameLst>
                                              <p:attrName>style.visibility</p:attrName>
                                            </p:attrNameLst>
                                          </p:cBhvr>
                                          <p:to>
                                            <p:strVal val="visible"/>
                                          </p:to>
                                        </p:set>
                                        <p:anim calcmode="lin" valueType="num">
                                          <p:cBhvr>
                                            <p:cTn id="38" dur="750" fill="hold"/>
                                            <p:tgtEl>
                                              <p:spTgt spid="4"/>
                                            </p:tgtEl>
                                            <p:attrNameLst>
                                              <p:attrName>ppt_w</p:attrName>
                                            </p:attrNameLst>
                                          </p:cBhvr>
                                          <p:tavLst>
                                            <p:tav tm="0">
                                              <p:val>
                                                <p:fltVal val="0"/>
                                              </p:val>
                                            </p:tav>
                                            <p:tav tm="100000">
                                              <p:val>
                                                <p:strVal val="#ppt_w"/>
                                              </p:val>
                                            </p:tav>
                                          </p:tavLst>
                                        </p:anim>
                                        <p:anim calcmode="lin" valueType="num">
                                          <p:cBhvr>
                                            <p:cTn id="39" dur="750" fill="hold"/>
                                            <p:tgtEl>
                                              <p:spTgt spid="4"/>
                                            </p:tgtEl>
                                            <p:attrNameLst>
                                              <p:attrName>ppt_h</p:attrName>
                                            </p:attrNameLst>
                                          </p:cBhvr>
                                          <p:tavLst>
                                            <p:tav tm="0">
                                              <p:val>
                                                <p:fltVal val="0"/>
                                              </p:val>
                                            </p:tav>
                                            <p:tav tm="100000">
                                              <p:val>
                                                <p:strVal val="#ppt_h"/>
                                              </p:val>
                                            </p:tav>
                                          </p:tavLst>
                                        </p:anim>
                                        <p:animEffect transition="in" filter="fade">
                                          <p:cBhvr>
                                            <p:cTn id="40" dur="750"/>
                                            <p:tgtEl>
                                              <p:spTgt spid="4"/>
                                            </p:tgtEl>
                                          </p:cBhvr>
                                        </p:animEffect>
                                      </p:childTnLst>
                                    </p:cTn>
                                  </p:par>
                                  <p:par>
                                    <p:cTn id="41" presetID="53" presetClass="entr" presetSubtype="16" fill="hold" nodeType="withEffect">
                                      <p:stCondLst>
                                        <p:cond delay="2000"/>
                                      </p:stCondLst>
                                      <p:childTnLst>
                                        <p:set>
                                          <p:cBhvr>
                                            <p:cTn id="42" dur="1" fill="hold">
                                              <p:stCondLst>
                                                <p:cond delay="0"/>
                                              </p:stCondLst>
                                            </p:cTn>
                                            <p:tgtEl>
                                              <p:spTgt spid="5"/>
                                            </p:tgtEl>
                                            <p:attrNameLst>
                                              <p:attrName>style.visibility</p:attrName>
                                            </p:attrNameLst>
                                          </p:cBhvr>
                                          <p:to>
                                            <p:strVal val="visible"/>
                                          </p:to>
                                        </p:set>
                                        <p:anim calcmode="lin" valueType="num">
                                          <p:cBhvr>
                                            <p:cTn id="43" dur="750" fill="hold"/>
                                            <p:tgtEl>
                                              <p:spTgt spid="5"/>
                                            </p:tgtEl>
                                            <p:attrNameLst>
                                              <p:attrName>ppt_w</p:attrName>
                                            </p:attrNameLst>
                                          </p:cBhvr>
                                          <p:tavLst>
                                            <p:tav tm="0">
                                              <p:val>
                                                <p:fltVal val="0"/>
                                              </p:val>
                                            </p:tav>
                                            <p:tav tm="100000">
                                              <p:val>
                                                <p:strVal val="#ppt_w"/>
                                              </p:val>
                                            </p:tav>
                                          </p:tavLst>
                                        </p:anim>
                                        <p:anim calcmode="lin" valueType="num">
                                          <p:cBhvr>
                                            <p:cTn id="44" dur="750" fill="hold"/>
                                            <p:tgtEl>
                                              <p:spTgt spid="5"/>
                                            </p:tgtEl>
                                            <p:attrNameLst>
                                              <p:attrName>ppt_h</p:attrName>
                                            </p:attrNameLst>
                                          </p:cBhvr>
                                          <p:tavLst>
                                            <p:tav tm="0">
                                              <p:val>
                                                <p:fltVal val="0"/>
                                              </p:val>
                                            </p:tav>
                                            <p:tav tm="100000">
                                              <p:val>
                                                <p:strVal val="#ppt_h"/>
                                              </p:val>
                                            </p:tav>
                                          </p:tavLst>
                                        </p:anim>
                                        <p:animEffect transition="in" filter="fade">
                                          <p:cBhvr>
                                            <p:cTn id="45" dur="750"/>
                                            <p:tgtEl>
                                              <p:spTgt spid="5"/>
                                            </p:tgtEl>
                                          </p:cBhvr>
                                        </p:animEffect>
                                      </p:childTnLst>
                                    </p:cTn>
                                  </p:par>
                                  <p:par>
                                    <p:cTn id="46" presetID="53" presetClass="entr" presetSubtype="16" fill="hold" grpId="0" nodeType="withEffect">
                                      <p:stCondLst>
                                        <p:cond delay="1000"/>
                                      </p:stCondLst>
                                      <p:childTnLst>
                                        <p:set>
                                          <p:cBhvr>
                                            <p:cTn id="47" dur="1" fill="hold">
                                              <p:stCondLst>
                                                <p:cond delay="0"/>
                                              </p:stCondLst>
                                            </p:cTn>
                                            <p:tgtEl>
                                              <p:spTgt spid="7311"/>
                                            </p:tgtEl>
                                            <p:attrNameLst>
                                              <p:attrName>style.visibility</p:attrName>
                                            </p:attrNameLst>
                                          </p:cBhvr>
                                          <p:to>
                                            <p:strVal val="visible"/>
                                          </p:to>
                                        </p:set>
                                        <p:anim calcmode="lin" valueType="num">
                                          <p:cBhvr>
                                            <p:cTn id="48" dur="500" fill="hold"/>
                                            <p:tgtEl>
                                              <p:spTgt spid="7311"/>
                                            </p:tgtEl>
                                            <p:attrNameLst>
                                              <p:attrName>ppt_w</p:attrName>
                                            </p:attrNameLst>
                                          </p:cBhvr>
                                          <p:tavLst>
                                            <p:tav tm="0">
                                              <p:val>
                                                <p:fltVal val="0"/>
                                              </p:val>
                                            </p:tav>
                                            <p:tav tm="100000">
                                              <p:val>
                                                <p:strVal val="#ppt_w"/>
                                              </p:val>
                                            </p:tav>
                                          </p:tavLst>
                                        </p:anim>
                                        <p:anim calcmode="lin" valueType="num">
                                          <p:cBhvr>
                                            <p:cTn id="49" dur="500" fill="hold"/>
                                            <p:tgtEl>
                                              <p:spTgt spid="7311"/>
                                            </p:tgtEl>
                                            <p:attrNameLst>
                                              <p:attrName>ppt_h</p:attrName>
                                            </p:attrNameLst>
                                          </p:cBhvr>
                                          <p:tavLst>
                                            <p:tav tm="0">
                                              <p:val>
                                                <p:fltVal val="0"/>
                                              </p:val>
                                            </p:tav>
                                            <p:tav tm="100000">
                                              <p:val>
                                                <p:strVal val="#ppt_h"/>
                                              </p:val>
                                            </p:tav>
                                          </p:tavLst>
                                        </p:anim>
                                        <p:animEffect transition="in" filter="fade">
                                          <p:cBhvr>
                                            <p:cTn id="50" dur="500"/>
                                            <p:tgtEl>
                                              <p:spTgt spid="7311"/>
                                            </p:tgtEl>
                                          </p:cBhvr>
                                        </p:animEffect>
                                      </p:childTnLst>
                                    </p:cTn>
                                  </p:par>
                                  <p:par>
                                    <p:cTn id="51" presetID="53" presetClass="entr" presetSubtype="16" fill="hold" grpId="0" nodeType="withEffect">
                                      <p:stCondLst>
                                        <p:cond delay="1500"/>
                                      </p:stCondLst>
                                      <p:childTnLst>
                                        <p:set>
                                          <p:cBhvr>
                                            <p:cTn id="52" dur="1" fill="hold">
                                              <p:stCondLst>
                                                <p:cond delay="0"/>
                                              </p:stCondLst>
                                            </p:cTn>
                                            <p:tgtEl>
                                              <p:spTgt spid="7312"/>
                                            </p:tgtEl>
                                            <p:attrNameLst>
                                              <p:attrName>style.visibility</p:attrName>
                                            </p:attrNameLst>
                                          </p:cBhvr>
                                          <p:to>
                                            <p:strVal val="visible"/>
                                          </p:to>
                                        </p:set>
                                        <p:anim calcmode="lin" valueType="num">
                                          <p:cBhvr>
                                            <p:cTn id="53" dur="500" fill="hold"/>
                                            <p:tgtEl>
                                              <p:spTgt spid="7312"/>
                                            </p:tgtEl>
                                            <p:attrNameLst>
                                              <p:attrName>ppt_w</p:attrName>
                                            </p:attrNameLst>
                                          </p:cBhvr>
                                          <p:tavLst>
                                            <p:tav tm="0">
                                              <p:val>
                                                <p:fltVal val="0"/>
                                              </p:val>
                                            </p:tav>
                                            <p:tav tm="100000">
                                              <p:val>
                                                <p:strVal val="#ppt_w"/>
                                              </p:val>
                                            </p:tav>
                                          </p:tavLst>
                                        </p:anim>
                                        <p:anim calcmode="lin" valueType="num">
                                          <p:cBhvr>
                                            <p:cTn id="54" dur="500" fill="hold"/>
                                            <p:tgtEl>
                                              <p:spTgt spid="7312"/>
                                            </p:tgtEl>
                                            <p:attrNameLst>
                                              <p:attrName>ppt_h</p:attrName>
                                            </p:attrNameLst>
                                          </p:cBhvr>
                                          <p:tavLst>
                                            <p:tav tm="0">
                                              <p:val>
                                                <p:fltVal val="0"/>
                                              </p:val>
                                            </p:tav>
                                            <p:tav tm="100000">
                                              <p:val>
                                                <p:strVal val="#ppt_h"/>
                                              </p:val>
                                            </p:tav>
                                          </p:tavLst>
                                        </p:anim>
                                        <p:animEffect transition="in" filter="fade">
                                          <p:cBhvr>
                                            <p:cTn id="55" dur="500"/>
                                            <p:tgtEl>
                                              <p:spTgt spid="7312"/>
                                            </p:tgtEl>
                                          </p:cBhvr>
                                        </p:animEffect>
                                      </p:childTnLst>
                                    </p:cTn>
                                  </p:par>
                                  <p:par>
                                    <p:cTn id="56" presetID="53" presetClass="entr" presetSubtype="16" fill="hold" grpId="0" nodeType="withEffect">
                                      <p:stCondLst>
                                        <p:cond delay="2000"/>
                                      </p:stCondLst>
                                      <p:childTnLst>
                                        <p:set>
                                          <p:cBhvr>
                                            <p:cTn id="57" dur="1" fill="hold">
                                              <p:stCondLst>
                                                <p:cond delay="0"/>
                                              </p:stCondLst>
                                            </p:cTn>
                                            <p:tgtEl>
                                              <p:spTgt spid="7313"/>
                                            </p:tgtEl>
                                            <p:attrNameLst>
                                              <p:attrName>style.visibility</p:attrName>
                                            </p:attrNameLst>
                                          </p:cBhvr>
                                          <p:to>
                                            <p:strVal val="visible"/>
                                          </p:to>
                                        </p:set>
                                        <p:anim calcmode="lin" valueType="num">
                                          <p:cBhvr>
                                            <p:cTn id="58" dur="500" fill="hold"/>
                                            <p:tgtEl>
                                              <p:spTgt spid="7313"/>
                                            </p:tgtEl>
                                            <p:attrNameLst>
                                              <p:attrName>ppt_w</p:attrName>
                                            </p:attrNameLst>
                                          </p:cBhvr>
                                          <p:tavLst>
                                            <p:tav tm="0">
                                              <p:val>
                                                <p:fltVal val="0"/>
                                              </p:val>
                                            </p:tav>
                                            <p:tav tm="100000">
                                              <p:val>
                                                <p:strVal val="#ppt_w"/>
                                              </p:val>
                                            </p:tav>
                                          </p:tavLst>
                                        </p:anim>
                                        <p:anim calcmode="lin" valueType="num">
                                          <p:cBhvr>
                                            <p:cTn id="59" dur="500" fill="hold"/>
                                            <p:tgtEl>
                                              <p:spTgt spid="7313"/>
                                            </p:tgtEl>
                                            <p:attrNameLst>
                                              <p:attrName>ppt_h</p:attrName>
                                            </p:attrNameLst>
                                          </p:cBhvr>
                                          <p:tavLst>
                                            <p:tav tm="0">
                                              <p:val>
                                                <p:fltVal val="0"/>
                                              </p:val>
                                            </p:tav>
                                            <p:tav tm="100000">
                                              <p:val>
                                                <p:strVal val="#ppt_h"/>
                                              </p:val>
                                            </p:tav>
                                          </p:tavLst>
                                        </p:anim>
                                        <p:animEffect transition="in" filter="fade">
                                          <p:cBhvr>
                                            <p:cTn id="60" dur="500"/>
                                            <p:tgtEl>
                                              <p:spTgt spid="7313"/>
                                            </p:tgtEl>
                                          </p:cBhvr>
                                        </p:animEffect>
                                      </p:childTnLst>
                                    </p:cTn>
                                  </p:par>
                                  <p:par>
                                    <p:cTn id="61" presetID="53" presetClass="entr" presetSubtype="16" fill="hold" grpId="0" nodeType="withEffect">
                                      <p:stCondLst>
                                        <p:cond delay="2500"/>
                                      </p:stCondLst>
                                      <p:childTnLst>
                                        <p:set>
                                          <p:cBhvr>
                                            <p:cTn id="62" dur="1" fill="hold">
                                              <p:stCondLst>
                                                <p:cond delay="0"/>
                                              </p:stCondLst>
                                            </p:cTn>
                                            <p:tgtEl>
                                              <p:spTgt spid="7314"/>
                                            </p:tgtEl>
                                            <p:attrNameLst>
                                              <p:attrName>style.visibility</p:attrName>
                                            </p:attrNameLst>
                                          </p:cBhvr>
                                          <p:to>
                                            <p:strVal val="visible"/>
                                          </p:to>
                                        </p:set>
                                        <p:anim calcmode="lin" valueType="num">
                                          <p:cBhvr>
                                            <p:cTn id="63" dur="500" fill="hold"/>
                                            <p:tgtEl>
                                              <p:spTgt spid="7314"/>
                                            </p:tgtEl>
                                            <p:attrNameLst>
                                              <p:attrName>ppt_w</p:attrName>
                                            </p:attrNameLst>
                                          </p:cBhvr>
                                          <p:tavLst>
                                            <p:tav tm="0">
                                              <p:val>
                                                <p:fltVal val="0"/>
                                              </p:val>
                                            </p:tav>
                                            <p:tav tm="100000">
                                              <p:val>
                                                <p:strVal val="#ppt_w"/>
                                              </p:val>
                                            </p:tav>
                                          </p:tavLst>
                                        </p:anim>
                                        <p:anim calcmode="lin" valueType="num">
                                          <p:cBhvr>
                                            <p:cTn id="64" dur="500" fill="hold"/>
                                            <p:tgtEl>
                                              <p:spTgt spid="7314"/>
                                            </p:tgtEl>
                                            <p:attrNameLst>
                                              <p:attrName>ppt_h</p:attrName>
                                            </p:attrNameLst>
                                          </p:cBhvr>
                                          <p:tavLst>
                                            <p:tav tm="0">
                                              <p:val>
                                                <p:fltVal val="0"/>
                                              </p:val>
                                            </p:tav>
                                            <p:tav tm="100000">
                                              <p:val>
                                                <p:strVal val="#ppt_h"/>
                                              </p:val>
                                            </p:tav>
                                          </p:tavLst>
                                        </p:anim>
                                        <p:animEffect transition="in" filter="fade">
                                          <p:cBhvr>
                                            <p:cTn id="65" dur="500"/>
                                            <p:tgtEl>
                                              <p:spTgt spid="7314"/>
                                            </p:tgtEl>
                                          </p:cBhvr>
                                        </p:animEffect>
                                      </p:childTnLst>
                                    </p:cTn>
                                  </p:par>
                                  <p:par>
                                    <p:cTn id="66" presetID="2" presetClass="entr" presetSubtype="2" fill="hold" nodeType="withEffect" p14:presetBounceEnd="67000">
                                      <p:stCondLst>
                                        <p:cond delay="1000"/>
                                      </p:stCondLst>
                                      <p:childTnLst>
                                        <p:set>
                                          <p:cBhvr>
                                            <p:cTn id="67" dur="1" fill="hold">
                                              <p:stCondLst>
                                                <p:cond delay="0"/>
                                              </p:stCondLst>
                                            </p:cTn>
                                            <p:tgtEl>
                                              <p:spTgt spid="6"/>
                                            </p:tgtEl>
                                            <p:attrNameLst>
                                              <p:attrName>style.visibility</p:attrName>
                                            </p:attrNameLst>
                                          </p:cBhvr>
                                          <p:to>
                                            <p:strVal val="visible"/>
                                          </p:to>
                                        </p:set>
                                        <p:anim calcmode="lin" valueType="num" p14:bounceEnd="67000">
                                          <p:cBhvr additive="base">
                                            <p:cTn id="68" dur="1000" fill="hold"/>
                                            <p:tgtEl>
                                              <p:spTgt spid="6"/>
                                            </p:tgtEl>
                                            <p:attrNameLst>
                                              <p:attrName>ppt_x</p:attrName>
                                            </p:attrNameLst>
                                          </p:cBhvr>
                                          <p:tavLst>
                                            <p:tav tm="0">
                                              <p:val>
                                                <p:strVal val="1+#ppt_w/2"/>
                                              </p:val>
                                            </p:tav>
                                            <p:tav tm="100000">
                                              <p:val>
                                                <p:strVal val="#ppt_x"/>
                                              </p:val>
                                            </p:tav>
                                          </p:tavLst>
                                        </p:anim>
                                        <p:anim calcmode="lin" valueType="num" p14:bounceEnd="67000">
                                          <p:cBhvr additive="base">
                                            <p:cTn id="69" dur="1000" fill="hold"/>
                                            <p:tgtEl>
                                              <p:spTgt spid="6"/>
                                            </p:tgtEl>
                                            <p:attrNameLst>
                                              <p:attrName>ppt_y</p:attrName>
                                            </p:attrNameLst>
                                          </p:cBhvr>
                                          <p:tavLst>
                                            <p:tav tm="0">
                                              <p:val>
                                                <p:strVal val="#ppt_y"/>
                                              </p:val>
                                            </p:tav>
                                            <p:tav tm="100000">
                                              <p:val>
                                                <p:strVal val="#ppt_y"/>
                                              </p:val>
                                            </p:tav>
                                          </p:tavLst>
                                        </p:anim>
                                      </p:childTnLst>
                                    </p:cTn>
                                  </p:par>
                                  <p:par>
                                    <p:cTn id="70" presetID="2" presetClass="entr" presetSubtype="2" fill="hold" nodeType="withEffect" p14:presetBounceEnd="67000">
                                      <p:stCondLst>
                                        <p:cond delay="1500"/>
                                      </p:stCondLst>
                                      <p:childTnLst>
                                        <p:set>
                                          <p:cBhvr>
                                            <p:cTn id="71" dur="1" fill="hold">
                                              <p:stCondLst>
                                                <p:cond delay="0"/>
                                              </p:stCondLst>
                                            </p:cTn>
                                            <p:tgtEl>
                                              <p:spTgt spid="7"/>
                                            </p:tgtEl>
                                            <p:attrNameLst>
                                              <p:attrName>style.visibility</p:attrName>
                                            </p:attrNameLst>
                                          </p:cBhvr>
                                          <p:to>
                                            <p:strVal val="visible"/>
                                          </p:to>
                                        </p:set>
                                        <p:anim calcmode="lin" valueType="num" p14:bounceEnd="67000">
                                          <p:cBhvr additive="base">
                                            <p:cTn id="72" dur="1000" fill="hold"/>
                                            <p:tgtEl>
                                              <p:spTgt spid="7"/>
                                            </p:tgtEl>
                                            <p:attrNameLst>
                                              <p:attrName>ppt_x</p:attrName>
                                            </p:attrNameLst>
                                          </p:cBhvr>
                                          <p:tavLst>
                                            <p:tav tm="0">
                                              <p:val>
                                                <p:strVal val="1+#ppt_w/2"/>
                                              </p:val>
                                            </p:tav>
                                            <p:tav tm="100000">
                                              <p:val>
                                                <p:strVal val="#ppt_x"/>
                                              </p:val>
                                            </p:tav>
                                          </p:tavLst>
                                        </p:anim>
                                        <p:anim calcmode="lin" valueType="num" p14:bounceEnd="67000">
                                          <p:cBhvr additive="base">
                                            <p:cTn id="73" dur="1000" fill="hold"/>
                                            <p:tgtEl>
                                              <p:spTgt spid="7"/>
                                            </p:tgtEl>
                                            <p:attrNameLst>
                                              <p:attrName>ppt_y</p:attrName>
                                            </p:attrNameLst>
                                          </p:cBhvr>
                                          <p:tavLst>
                                            <p:tav tm="0">
                                              <p:val>
                                                <p:strVal val="#ppt_y"/>
                                              </p:val>
                                            </p:tav>
                                            <p:tav tm="100000">
                                              <p:val>
                                                <p:strVal val="#ppt_y"/>
                                              </p:val>
                                            </p:tav>
                                          </p:tavLst>
                                        </p:anim>
                                      </p:childTnLst>
                                    </p:cTn>
                                  </p:par>
                                  <p:par>
                                    <p:cTn id="74" presetID="2" presetClass="entr" presetSubtype="2" fill="hold" nodeType="withEffect" p14:presetBounceEnd="67000">
                                      <p:stCondLst>
                                        <p:cond delay="2000"/>
                                      </p:stCondLst>
                                      <p:childTnLst>
                                        <p:set>
                                          <p:cBhvr>
                                            <p:cTn id="75" dur="1" fill="hold">
                                              <p:stCondLst>
                                                <p:cond delay="0"/>
                                              </p:stCondLst>
                                            </p:cTn>
                                            <p:tgtEl>
                                              <p:spTgt spid="8"/>
                                            </p:tgtEl>
                                            <p:attrNameLst>
                                              <p:attrName>style.visibility</p:attrName>
                                            </p:attrNameLst>
                                          </p:cBhvr>
                                          <p:to>
                                            <p:strVal val="visible"/>
                                          </p:to>
                                        </p:set>
                                        <p:anim calcmode="lin" valueType="num" p14:bounceEnd="67000">
                                          <p:cBhvr additive="base">
                                            <p:cTn id="76" dur="1000" fill="hold"/>
                                            <p:tgtEl>
                                              <p:spTgt spid="8"/>
                                            </p:tgtEl>
                                            <p:attrNameLst>
                                              <p:attrName>ppt_x</p:attrName>
                                            </p:attrNameLst>
                                          </p:cBhvr>
                                          <p:tavLst>
                                            <p:tav tm="0">
                                              <p:val>
                                                <p:strVal val="1+#ppt_w/2"/>
                                              </p:val>
                                            </p:tav>
                                            <p:tav tm="100000">
                                              <p:val>
                                                <p:strVal val="#ppt_x"/>
                                              </p:val>
                                            </p:tav>
                                          </p:tavLst>
                                        </p:anim>
                                        <p:anim calcmode="lin" valueType="num" p14:bounceEnd="67000">
                                          <p:cBhvr additive="base">
                                            <p:cTn id="77" dur="1000" fill="hold"/>
                                            <p:tgtEl>
                                              <p:spTgt spid="8"/>
                                            </p:tgtEl>
                                            <p:attrNameLst>
                                              <p:attrName>ppt_y</p:attrName>
                                            </p:attrNameLst>
                                          </p:cBhvr>
                                          <p:tavLst>
                                            <p:tav tm="0">
                                              <p:val>
                                                <p:strVal val="#ppt_y"/>
                                              </p:val>
                                            </p:tav>
                                            <p:tav tm="100000">
                                              <p:val>
                                                <p:strVal val="#ppt_y"/>
                                              </p:val>
                                            </p:tav>
                                          </p:tavLst>
                                        </p:anim>
                                      </p:childTnLst>
                                    </p:cTn>
                                  </p:par>
                                  <p:par>
                                    <p:cTn id="78" presetID="2" presetClass="entr" presetSubtype="2" fill="hold" nodeType="withEffect" p14:presetBounceEnd="67000">
                                      <p:stCondLst>
                                        <p:cond delay="2500"/>
                                      </p:stCondLst>
                                      <p:childTnLst>
                                        <p:set>
                                          <p:cBhvr>
                                            <p:cTn id="79" dur="1" fill="hold">
                                              <p:stCondLst>
                                                <p:cond delay="0"/>
                                              </p:stCondLst>
                                            </p:cTn>
                                            <p:tgtEl>
                                              <p:spTgt spid="9"/>
                                            </p:tgtEl>
                                            <p:attrNameLst>
                                              <p:attrName>style.visibility</p:attrName>
                                            </p:attrNameLst>
                                          </p:cBhvr>
                                          <p:to>
                                            <p:strVal val="visible"/>
                                          </p:to>
                                        </p:set>
                                        <p:anim calcmode="lin" valueType="num" p14:bounceEnd="67000">
                                          <p:cBhvr additive="base">
                                            <p:cTn id="80" dur="1000" fill="hold"/>
                                            <p:tgtEl>
                                              <p:spTgt spid="9"/>
                                            </p:tgtEl>
                                            <p:attrNameLst>
                                              <p:attrName>ppt_x</p:attrName>
                                            </p:attrNameLst>
                                          </p:cBhvr>
                                          <p:tavLst>
                                            <p:tav tm="0">
                                              <p:val>
                                                <p:strVal val="1+#ppt_w/2"/>
                                              </p:val>
                                            </p:tav>
                                            <p:tav tm="100000">
                                              <p:val>
                                                <p:strVal val="#ppt_x"/>
                                              </p:val>
                                            </p:tav>
                                          </p:tavLst>
                                        </p:anim>
                                        <p:anim calcmode="lin" valueType="num" p14:bounceEnd="67000">
                                          <p:cBhvr additive="base">
                                            <p:cTn id="81" dur="1000" fill="hold"/>
                                            <p:tgtEl>
                                              <p:spTgt spid="9"/>
                                            </p:tgtEl>
                                            <p:attrNameLst>
                                              <p:attrName>ppt_y</p:attrName>
                                            </p:attrNameLst>
                                          </p:cBhvr>
                                          <p:tavLst>
                                            <p:tav tm="0">
                                              <p:val>
                                                <p:strVal val="#ppt_y"/>
                                              </p:val>
                                            </p:tav>
                                            <p:tav tm="100000">
                                              <p:val>
                                                <p:strVal val="#ppt_y"/>
                                              </p:val>
                                            </p:tav>
                                          </p:tavLst>
                                        </p:anim>
                                      </p:childTnLst>
                                    </p:cTn>
                                  </p:par>
                                  <p:par>
                                    <p:cTn id="82" presetID="53" presetClass="entr" presetSubtype="16" fill="hold" nodeType="withEffect">
                                      <p:stCondLst>
                                        <p:cond delay="500"/>
                                      </p:stCondLst>
                                      <p:childTnLst>
                                        <p:set>
                                          <p:cBhvr>
                                            <p:cTn id="83" dur="1" fill="hold">
                                              <p:stCondLst>
                                                <p:cond delay="0"/>
                                              </p:stCondLst>
                                            </p:cTn>
                                            <p:tgtEl>
                                              <p:spTgt spid="7324"/>
                                            </p:tgtEl>
                                            <p:attrNameLst>
                                              <p:attrName>style.visibility</p:attrName>
                                            </p:attrNameLst>
                                          </p:cBhvr>
                                          <p:to>
                                            <p:strVal val="visible"/>
                                          </p:to>
                                        </p:set>
                                        <p:anim calcmode="lin" valueType="num">
                                          <p:cBhvr>
                                            <p:cTn id="84" dur="750" fill="hold"/>
                                            <p:tgtEl>
                                              <p:spTgt spid="7324"/>
                                            </p:tgtEl>
                                            <p:attrNameLst>
                                              <p:attrName>ppt_w</p:attrName>
                                            </p:attrNameLst>
                                          </p:cBhvr>
                                          <p:tavLst>
                                            <p:tav tm="0">
                                              <p:val>
                                                <p:fltVal val="0"/>
                                              </p:val>
                                            </p:tav>
                                            <p:tav tm="100000">
                                              <p:val>
                                                <p:strVal val="#ppt_w"/>
                                              </p:val>
                                            </p:tav>
                                          </p:tavLst>
                                        </p:anim>
                                        <p:anim calcmode="lin" valueType="num">
                                          <p:cBhvr>
                                            <p:cTn id="85" dur="750" fill="hold"/>
                                            <p:tgtEl>
                                              <p:spTgt spid="7324"/>
                                            </p:tgtEl>
                                            <p:attrNameLst>
                                              <p:attrName>ppt_h</p:attrName>
                                            </p:attrNameLst>
                                          </p:cBhvr>
                                          <p:tavLst>
                                            <p:tav tm="0">
                                              <p:val>
                                                <p:fltVal val="0"/>
                                              </p:val>
                                            </p:tav>
                                            <p:tav tm="100000">
                                              <p:val>
                                                <p:strVal val="#ppt_h"/>
                                              </p:val>
                                            </p:tav>
                                          </p:tavLst>
                                        </p:anim>
                                        <p:animEffect transition="in" filter="fade">
                                          <p:cBhvr>
                                            <p:cTn id="86" dur="750"/>
                                            <p:tgtEl>
                                              <p:spTgt spid="73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11" grpId="0"/>
          <p:bldP spid="7312" grpId="0"/>
          <p:bldP spid="7313" grpId="0"/>
          <p:bldP spid="731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22"/>
                                            </p:tgtEl>
                                            <p:attrNameLst>
                                              <p:attrName>style.visibility</p:attrName>
                                            </p:attrNameLst>
                                          </p:cBhvr>
                                          <p:to>
                                            <p:strVal val="visible"/>
                                          </p:to>
                                        </p:set>
                                        <p:anim calcmode="lin" valueType="num">
                                          <p:cBhvr>
                                            <p:cTn id="7" dur="750" fill="hold"/>
                                            <p:tgtEl>
                                              <p:spTgt spid="222"/>
                                            </p:tgtEl>
                                            <p:attrNameLst>
                                              <p:attrName>ppt_w</p:attrName>
                                            </p:attrNameLst>
                                          </p:cBhvr>
                                          <p:tavLst>
                                            <p:tav tm="0">
                                              <p:val>
                                                <p:fltVal val="0"/>
                                              </p:val>
                                            </p:tav>
                                            <p:tav tm="100000">
                                              <p:val>
                                                <p:strVal val="#ppt_w"/>
                                              </p:val>
                                            </p:tav>
                                          </p:tavLst>
                                        </p:anim>
                                        <p:anim calcmode="lin" valueType="num">
                                          <p:cBhvr>
                                            <p:cTn id="8" dur="750" fill="hold"/>
                                            <p:tgtEl>
                                              <p:spTgt spid="222"/>
                                            </p:tgtEl>
                                            <p:attrNameLst>
                                              <p:attrName>ppt_h</p:attrName>
                                            </p:attrNameLst>
                                          </p:cBhvr>
                                          <p:tavLst>
                                            <p:tav tm="0">
                                              <p:val>
                                                <p:fltVal val="0"/>
                                              </p:val>
                                            </p:tav>
                                            <p:tav tm="100000">
                                              <p:val>
                                                <p:strVal val="#ppt_h"/>
                                              </p:val>
                                            </p:tav>
                                          </p:tavLst>
                                        </p:anim>
                                        <p:animEffect transition="in" filter="fade">
                                          <p:cBhvr>
                                            <p:cTn id="9" dur="750"/>
                                            <p:tgtEl>
                                              <p:spTgt spid="222"/>
                                            </p:tgtEl>
                                          </p:cBhvr>
                                        </p:animEffect>
                                      </p:childTnLst>
                                    </p:cTn>
                                  </p:par>
                                  <p:par>
                                    <p:cTn id="10" presetID="2" presetClass="entr" presetSubtype="3" fill="hold" nodeType="withEffect">
                                      <p:stCondLst>
                                        <p:cond delay="250"/>
                                      </p:stCondLst>
                                      <p:childTnLst>
                                        <p:set>
                                          <p:cBhvr>
                                            <p:cTn id="11" dur="1" fill="hold">
                                              <p:stCondLst>
                                                <p:cond delay="0"/>
                                              </p:stCondLst>
                                            </p:cTn>
                                            <p:tgtEl>
                                              <p:spTgt spid="7319"/>
                                            </p:tgtEl>
                                            <p:attrNameLst>
                                              <p:attrName>style.visibility</p:attrName>
                                            </p:attrNameLst>
                                          </p:cBhvr>
                                          <p:to>
                                            <p:strVal val="visible"/>
                                          </p:to>
                                        </p:set>
                                        <p:anim calcmode="lin" valueType="num">
                                          <p:cBhvr additive="base">
                                            <p:cTn id="12" dur="1000" fill="hold"/>
                                            <p:tgtEl>
                                              <p:spTgt spid="7319"/>
                                            </p:tgtEl>
                                            <p:attrNameLst>
                                              <p:attrName>ppt_x</p:attrName>
                                            </p:attrNameLst>
                                          </p:cBhvr>
                                          <p:tavLst>
                                            <p:tav tm="0">
                                              <p:val>
                                                <p:strVal val="1+#ppt_w/2"/>
                                              </p:val>
                                            </p:tav>
                                            <p:tav tm="100000">
                                              <p:val>
                                                <p:strVal val="#ppt_x"/>
                                              </p:val>
                                            </p:tav>
                                          </p:tavLst>
                                        </p:anim>
                                        <p:anim calcmode="lin" valueType="num">
                                          <p:cBhvr additive="base">
                                            <p:cTn id="13" dur="1000" fill="hold"/>
                                            <p:tgtEl>
                                              <p:spTgt spid="7319"/>
                                            </p:tgtEl>
                                            <p:attrNameLst>
                                              <p:attrName>ppt_y</p:attrName>
                                            </p:attrNameLst>
                                          </p:cBhvr>
                                          <p:tavLst>
                                            <p:tav tm="0">
                                              <p:val>
                                                <p:strVal val="0-#ppt_h/2"/>
                                              </p:val>
                                            </p:tav>
                                            <p:tav tm="100000">
                                              <p:val>
                                                <p:strVal val="#ppt_y"/>
                                              </p:val>
                                            </p:tav>
                                          </p:tavLst>
                                        </p:anim>
                                      </p:childTnLst>
                                    </p:cTn>
                                  </p:par>
                                  <p:par>
                                    <p:cTn id="14" presetID="2" presetClass="entr" presetSubtype="2" fill="hold" nodeType="withEffect">
                                      <p:stCondLst>
                                        <p:cond delay="750"/>
                                      </p:stCondLst>
                                      <p:childTnLst>
                                        <p:set>
                                          <p:cBhvr>
                                            <p:cTn id="15" dur="1" fill="hold">
                                              <p:stCondLst>
                                                <p:cond delay="0"/>
                                              </p:stCondLst>
                                            </p:cTn>
                                            <p:tgtEl>
                                              <p:spTgt spid="7320"/>
                                            </p:tgtEl>
                                            <p:attrNameLst>
                                              <p:attrName>style.visibility</p:attrName>
                                            </p:attrNameLst>
                                          </p:cBhvr>
                                          <p:to>
                                            <p:strVal val="visible"/>
                                          </p:to>
                                        </p:set>
                                        <p:anim calcmode="lin" valueType="num">
                                          <p:cBhvr additive="base">
                                            <p:cTn id="16" dur="1000" fill="hold"/>
                                            <p:tgtEl>
                                              <p:spTgt spid="7320"/>
                                            </p:tgtEl>
                                            <p:attrNameLst>
                                              <p:attrName>ppt_x</p:attrName>
                                            </p:attrNameLst>
                                          </p:cBhvr>
                                          <p:tavLst>
                                            <p:tav tm="0">
                                              <p:val>
                                                <p:strVal val="1+#ppt_w/2"/>
                                              </p:val>
                                            </p:tav>
                                            <p:tav tm="100000">
                                              <p:val>
                                                <p:strVal val="#ppt_x"/>
                                              </p:val>
                                            </p:tav>
                                          </p:tavLst>
                                        </p:anim>
                                        <p:anim calcmode="lin" valueType="num">
                                          <p:cBhvr additive="base">
                                            <p:cTn id="17" dur="1000" fill="hold"/>
                                            <p:tgtEl>
                                              <p:spTgt spid="7320"/>
                                            </p:tgtEl>
                                            <p:attrNameLst>
                                              <p:attrName>ppt_y</p:attrName>
                                            </p:attrNameLst>
                                          </p:cBhvr>
                                          <p:tavLst>
                                            <p:tav tm="0">
                                              <p:val>
                                                <p:strVal val="#ppt_y"/>
                                              </p:val>
                                            </p:tav>
                                            <p:tav tm="100000">
                                              <p:val>
                                                <p:strVal val="#ppt_y"/>
                                              </p:val>
                                            </p:tav>
                                          </p:tavLst>
                                        </p:anim>
                                      </p:childTnLst>
                                    </p:cTn>
                                  </p:par>
                                  <p:par>
                                    <p:cTn id="18" presetID="2" presetClass="entr" presetSubtype="2" fill="hold" nodeType="withEffect">
                                      <p:stCondLst>
                                        <p:cond delay="1250"/>
                                      </p:stCondLst>
                                      <p:childTnLst>
                                        <p:set>
                                          <p:cBhvr>
                                            <p:cTn id="19" dur="1" fill="hold">
                                              <p:stCondLst>
                                                <p:cond delay="0"/>
                                              </p:stCondLst>
                                            </p:cTn>
                                            <p:tgtEl>
                                              <p:spTgt spid="7321"/>
                                            </p:tgtEl>
                                            <p:attrNameLst>
                                              <p:attrName>style.visibility</p:attrName>
                                            </p:attrNameLst>
                                          </p:cBhvr>
                                          <p:to>
                                            <p:strVal val="visible"/>
                                          </p:to>
                                        </p:set>
                                        <p:anim calcmode="lin" valueType="num">
                                          <p:cBhvr additive="base">
                                            <p:cTn id="20" dur="1000" fill="hold"/>
                                            <p:tgtEl>
                                              <p:spTgt spid="7321"/>
                                            </p:tgtEl>
                                            <p:attrNameLst>
                                              <p:attrName>ppt_x</p:attrName>
                                            </p:attrNameLst>
                                          </p:cBhvr>
                                          <p:tavLst>
                                            <p:tav tm="0">
                                              <p:val>
                                                <p:strVal val="1+#ppt_w/2"/>
                                              </p:val>
                                            </p:tav>
                                            <p:tav tm="100000">
                                              <p:val>
                                                <p:strVal val="#ppt_x"/>
                                              </p:val>
                                            </p:tav>
                                          </p:tavLst>
                                        </p:anim>
                                        <p:anim calcmode="lin" valueType="num">
                                          <p:cBhvr additive="base">
                                            <p:cTn id="21" dur="1000" fill="hold"/>
                                            <p:tgtEl>
                                              <p:spTgt spid="7321"/>
                                            </p:tgtEl>
                                            <p:attrNameLst>
                                              <p:attrName>ppt_y</p:attrName>
                                            </p:attrNameLst>
                                          </p:cBhvr>
                                          <p:tavLst>
                                            <p:tav tm="0">
                                              <p:val>
                                                <p:strVal val="#ppt_y"/>
                                              </p:val>
                                            </p:tav>
                                            <p:tav tm="100000">
                                              <p:val>
                                                <p:strVal val="#ppt_y"/>
                                              </p:val>
                                            </p:tav>
                                          </p:tavLst>
                                        </p:anim>
                                      </p:childTnLst>
                                    </p:cTn>
                                  </p:par>
                                  <p:par>
                                    <p:cTn id="22" presetID="2" presetClass="entr" presetSubtype="6" fill="hold" nodeType="withEffect">
                                      <p:stCondLst>
                                        <p:cond delay="1750"/>
                                      </p:stCondLst>
                                      <p:childTnLst>
                                        <p:set>
                                          <p:cBhvr>
                                            <p:cTn id="23" dur="1" fill="hold">
                                              <p:stCondLst>
                                                <p:cond delay="0"/>
                                              </p:stCondLst>
                                            </p:cTn>
                                            <p:tgtEl>
                                              <p:spTgt spid="7322"/>
                                            </p:tgtEl>
                                            <p:attrNameLst>
                                              <p:attrName>style.visibility</p:attrName>
                                            </p:attrNameLst>
                                          </p:cBhvr>
                                          <p:to>
                                            <p:strVal val="visible"/>
                                          </p:to>
                                        </p:set>
                                        <p:anim calcmode="lin" valueType="num">
                                          <p:cBhvr additive="base">
                                            <p:cTn id="24" dur="1000" fill="hold"/>
                                            <p:tgtEl>
                                              <p:spTgt spid="7322"/>
                                            </p:tgtEl>
                                            <p:attrNameLst>
                                              <p:attrName>ppt_x</p:attrName>
                                            </p:attrNameLst>
                                          </p:cBhvr>
                                          <p:tavLst>
                                            <p:tav tm="0">
                                              <p:val>
                                                <p:strVal val="1+#ppt_w/2"/>
                                              </p:val>
                                            </p:tav>
                                            <p:tav tm="100000">
                                              <p:val>
                                                <p:strVal val="#ppt_x"/>
                                              </p:val>
                                            </p:tav>
                                          </p:tavLst>
                                        </p:anim>
                                        <p:anim calcmode="lin" valueType="num">
                                          <p:cBhvr additive="base">
                                            <p:cTn id="25" dur="1000" fill="hold"/>
                                            <p:tgtEl>
                                              <p:spTgt spid="7322"/>
                                            </p:tgtEl>
                                            <p:attrNameLst>
                                              <p:attrName>ppt_y</p:attrName>
                                            </p:attrNameLst>
                                          </p:cBhvr>
                                          <p:tavLst>
                                            <p:tav tm="0">
                                              <p:val>
                                                <p:strVal val="1+#ppt_h/2"/>
                                              </p:val>
                                            </p:tav>
                                            <p:tav tm="100000">
                                              <p:val>
                                                <p:strVal val="#ppt_y"/>
                                              </p:val>
                                            </p:tav>
                                          </p:tavLst>
                                        </p:anim>
                                      </p:childTnLst>
                                    </p:cTn>
                                  </p:par>
                                  <p:par>
                                    <p:cTn id="26" presetID="53" presetClass="entr" presetSubtype="16" fill="hold" nodeType="withEffect">
                                      <p:stCondLst>
                                        <p:cond delay="500"/>
                                      </p:stCondLst>
                                      <p:childTnLst>
                                        <p:set>
                                          <p:cBhvr>
                                            <p:cTn id="27" dur="1" fill="hold">
                                              <p:stCondLst>
                                                <p:cond delay="0"/>
                                              </p:stCondLst>
                                            </p:cTn>
                                            <p:tgtEl>
                                              <p:spTgt spid="227"/>
                                            </p:tgtEl>
                                            <p:attrNameLst>
                                              <p:attrName>style.visibility</p:attrName>
                                            </p:attrNameLst>
                                          </p:cBhvr>
                                          <p:to>
                                            <p:strVal val="visible"/>
                                          </p:to>
                                        </p:set>
                                        <p:anim calcmode="lin" valueType="num">
                                          <p:cBhvr>
                                            <p:cTn id="28" dur="750" fill="hold"/>
                                            <p:tgtEl>
                                              <p:spTgt spid="227"/>
                                            </p:tgtEl>
                                            <p:attrNameLst>
                                              <p:attrName>ppt_w</p:attrName>
                                            </p:attrNameLst>
                                          </p:cBhvr>
                                          <p:tavLst>
                                            <p:tav tm="0">
                                              <p:val>
                                                <p:fltVal val="0"/>
                                              </p:val>
                                            </p:tav>
                                            <p:tav tm="100000">
                                              <p:val>
                                                <p:strVal val="#ppt_w"/>
                                              </p:val>
                                            </p:tav>
                                          </p:tavLst>
                                        </p:anim>
                                        <p:anim calcmode="lin" valueType="num">
                                          <p:cBhvr>
                                            <p:cTn id="29" dur="750" fill="hold"/>
                                            <p:tgtEl>
                                              <p:spTgt spid="227"/>
                                            </p:tgtEl>
                                            <p:attrNameLst>
                                              <p:attrName>ppt_h</p:attrName>
                                            </p:attrNameLst>
                                          </p:cBhvr>
                                          <p:tavLst>
                                            <p:tav tm="0">
                                              <p:val>
                                                <p:fltVal val="0"/>
                                              </p:val>
                                            </p:tav>
                                            <p:tav tm="100000">
                                              <p:val>
                                                <p:strVal val="#ppt_h"/>
                                              </p:val>
                                            </p:tav>
                                          </p:tavLst>
                                        </p:anim>
                                        <p:animEffect transition="in" filter="fade">
                                          <p:cBhvr>
                                            <p:cTn id="30" dur="750"/>
                                            <p:tgtEl>
                                              <p:spTgt spid="227"/>
                                            </p:tgtEl>
                                          </p:cBhvr>
                                        </p:animEffect>
                                      </p:childTnLst>
                                    </p:cTn>
                                  </p:par>
                                  <p:par>
                                    <p:cTn id="31" presetID="53" presetClass="entr" presetSubtype="16" fill="hold" nodeType="withEffect">
                                      <p:stCondLst>
                                        <p:cond delay="1000"/>
                                      </p:stCondLst>
                                      <p:childTnLst>
                                        <p:set>
                                          <p:cBhvr>
                                            <p:cTn id="32" dur="1" fill="hold">
                                              <p:stCondLst>
                                                <p:cond delay="0"/>
                                              </p:stCondLst>
                                            </p:cTn>
                                            <p:tgtEl>
                                              <p:spTgt spid="3"/>
                                            </p:tgtEl>
                                            <p:attrNameLst>
                                              <p:attrName>style.visibility</p:attrName>
                                            </p:attrNameLst>
                                          </p:cBhvr>
                                          <p:to>
                                            <p:strVal val="visible"/>
                                          </p:to>
                                        </p:set>
                                        <p:anim calcmode="lin" valueType="num">
                                          <p:cBhvr>
                                            <p:cTn id="33" dur="750" fill="hold"/>
                                            <p:tgtEl>
                                              <p:spTgt spid="3"/>
                                            </p:tgtEl>
                                            <p:attrNameLst>
                                              <p:attrName>ppt_w</p:attrName>
                                            </p:attrNameLst>
                                          </p:cBhvr>
                                          <p:tavLst>
                                            <p:tav tm="0">
                                              <p:val>
                                                <p:fltVal val="0"/>
                                              </p:val>
                                            </p:tav>
                                            <p:tav tm="100000">
                                              <p:val>
                                                <p:strVal val="#ppt_w"/>
                                              </p:val>
                                            </p:tav>
                                          </p:tavLst>
                                        </p:anim>
                                        <p:anim calcmode="lin" valueType="num">
                                          <p:cBhvr>
                                            <p:cTn id="34" dur="750" fill="hold"/>
                                            <p:tgtEl>
                                              <p:spTgt spid="3"/>
                                            </p:tgtEl>
                                            <p:attrNameLst>
                                              <p:attrName>ppt_h</p:attrName>
                                            </p:attrNameLst>
                                          </p:cBhvr>
                                          <p:tavLst>
                                            <p:tav tm="0">
                                              <p:val>
                                                <p:fltVal val="0"/>
                                              </p:val>
                                            </p:tav>
                                            <p:tav tm="100000">
                                              <p:val>
                                                <p:strVal val="#ppt_h"/>
                                              </p:val>
                                            </p:tav>
                                          </p:tavLst>
                                        </p:anim>
                                        <p:animEffect transition="in" filter="fade">
                                          <p:cBhvr>
                                            <p:cTn id="35" dur="750"/>
                                            <p:tgtEl>
                                              <p:spTgt spid="3"/>
                                            </p:tgtEl>
                                          </p:cBhvr>
                                        </p:animEffect>
                                      </p:childTnLst>
                                    </p:cTn>
                                  </p:par>
                                  <p:par>
                                    <p:cTn id="36" presetID="53" presetClass="entr" presetSubtype="16" fill="hold" nodeType="withEffect">
                                      <p:stCondLst>
                                        <p:cond delay="1500"/>
                                      </p:stCondLst>
                                      <p:childTnLst>
                                        <p:set>
                                          <p:cBhvr>
                                            <p:cTn id="37" dur="1" fill="hold">
                                              <p:stCondLst>
                                                <p:cond delay="0"/>
                                              </p:stCondLst>
                                            </p:cTn>
                                            <p:tgtEl>
                                              <p:spTgt spid="4"/>
                                            </p:tgtEl>
                                            <p:attrNameLst>
                                              <p:attrName>style.visibility</p:attrName>
                                            </p:attrNameLst>
                                          </p:cBhvr>
                                          <p:to>
                                            <p:strVal val="visible"/>
                                          </p:to>
                                        </p:set>
                                        <p:anim calcmode="lin" valueType="num">
                                          <p:cBhvr>
                                            <p:cTn id="38" dur="750" fill="hold"/>
                                            <p:tgtEl>
                                              <p:spTgt spid="4"/>
                                            </p:tgtEl>
                                            <p:attrNameLst>
                                              <p:attrName>ppt_w</p:attrName>
                                            </p:attrNameLst>
                                          </p:cBhvr>
                                          <p:tavLst>
                                            <p:tav tm="0">
                                              <p:val>
                                                <p:fltVal val="0"/>
                                              </p:val>
                                            </p:tav>
                                            <p:tav tm="100000">
                                              <p:val>
                                                <p:strVal val="#ppt_w"/>
                                              </p:val>
                                            </p:tav>
                                          </p:tavLst>
                                        </p:anim>
                                        <p:anim calcmode="lin" valueType="num">
                                          <p:cBhvr>
                                            <p:cTn id="39" dur="750" fill="hold"/>
                                            <p:tgtEl>
                                              <p:spTgt spid="4"/>
                                            </p:tgtEl>
                                            <p:attrNameLst>
                                              <p:attrName>ppt_h</p:attrName>
                                            </p:attrNameLst>
                                          </p:cBhvr>
                                          <p:tavLst>
                                            <p:tav tm="0">
                                              <p:val>
                                                <p:fltVal val="0"/>
                                              </p:val>
                                            </p:tav>
                                            <p:tav tm="100000">
                                              <p:val>
                                                <p:strVal val="#ppt_h"/>
                                              </p:val>
                                            </p:tav>
                                          </p:tavLst>
                                        </p:anim>
                                        <p:animEffect transition="in" filter="fade">
                                          <p:cBhvr>
                                            <p:cTn id="40" dur="750"/>
                                            <p:tgtEl>
                                              <p:spTgt spid="4"/>
                                            </p:tgtEl>
                                          </p:cBhvr>
                                        </p:animEffect>
                                      </p:childTnLst>
                                    </p:cTn>
                                  </p:par>
                                  <p:par>
                                    <p:cTn id="41" presetID="53" presetClass="entr" presetSubtype="16" fill="hold" nodeType="withEffect">
                                      <p:stCondLst>
                                        <p:cond delay="2000"/>
                                      </p:stCondLst>
                                      <p:childTnLst>
                                        <p:set>
                                          <p:cBhvr>
                                            <p:cTn id="42" dur="1" fill="hold">
                                              <p:stCondLst>
                                                <p:cond delay="0"/>
                                              </p:stCondLst>
                                            </p:cTn>
                                            <p:tgtEl>
                                              <p:spTgt spid="5"/>
                                            </p:tgtEl>
                                            <p:attrNameLst>
                                              <p:attrName>style.visibility</p:attrName>
                                            </p:attrNameLst>
                                          </p:cBhvr>
                                          <p:to>
                                            <p:strVal val="visible"/>
                                          </p:to>
                                        </p:set>
                                        <p:anim calcmode="lin" valueType="num">
                                          <p:cBhvr>
                                            <p:cTn id="43" dur="750" fill="hold"/>
                                            <p:tgtEl>
                                              <p:spTgt spid="5"/>
                                            </p:tgtEl>
                                            <p:attrNameLst>
                                              <p:attrName>ppt_w</p:attrName>
                                            </p:attrNameLst>
                                          </p:cBhvr>
                                          <p:tavLst>
                                            <p:tav tm="0">
                                              <p:val>
                                                <p:fltVal val="0"/>
                                              </p:val>
                                            </p:tav>
                                            <p:tav tm="100000">
                                              <p:val>
                                                <p:strVal val="#ppt_w"/>
                                              </p:val>
                                            </p:tav>
                                          </p:tavLst>
                                        </p:anim>
                                        <p:anim calcmode="lin" valueType="num">
                                          <p:cBhvr>
                                            <p:cTn id="44" dur="750" fill="hold"/>
                                            <p:tgtEl>
                                              <p:spTgt spid="5"/>
                                            </p:tgtEl>
                                            <p:attrNameLst>
                                              <p:attrName>ppt_h</p:attrName>
                                            </p:attrNameLst>
                                          </p:cBhvr>
                                          <p:tavLst>
                                            <p:tav tm="0">
                                              <p:val>
                                                <p:fltVal val="0"/>
                                              </p:val>
                                            </p:tav>
                                            <p:tav tm="100000">
                                              <p:val>
                                                <p:strVal val="#ppt_h"/>
                                              </p:val>
                                            </p:tav>
                                          </p:tavLst>
                                        </p:anim>
                                        <p:animEffect transition="in" filter="fade">
                                          <p:cBhvr>
                                            <p:cTn id="45" dur="750"/>
                                            <p:tgtEl>
                                              <p:spTgt spid="5"/>
                                            </p:tgtEl>
                                          </p:cBhvr>
                                        </p:animEffect>
                                      </p:childTnLst>
                                    </p:cTn>
                                  </p:par>
                                  <p:par>
                                    <p:cTn id="46" presetID="53" presetClass="entr" presetSubtype="16" fill="hold" grpId="0" nodeType="withEffect">
                                      <p:stCondLst>
                                        <p:cond delay="1000"/>
                                      </p:stCondLst>
                                      <p:childTnLst>
                                        <p:set>
                                          <p:cBhvr>
                                            <p:cTn id="47" dur="1" fill="hold">
                                              <p:stCondLst>
                                                <p:cond delay="0"/>
                                              </p:stCondLst>
                                            </p:cTn>
                                            <p:tgtEl>
                                              <p:spTgt spid="7311"/>
                                            </p:tgtEl>
                                            <p:attrNameLst>
                                              <p:attrName>style.visibility</p:attrName>
                                            </p:attrNameLst>
                                          </p:cBhvr>
                                          <p:to>
                                            <p:strVal val="visible"/>
                                          </p:to>
                                        </p:set>
                                        <p:anim calcmode="lin" valueType="num">
                                          <p:cBhvr>
                                            <p:cTn id="48" dur="500" fill="hold"/>
                                            <p:tgtEl>
                                              <p:spTgt spid="7311"/>
                                            </p:tgtEl>
                                            <p:attrNameLst>
                                              <p:attrName>ppt_w</p:attrName>
                                            </p:attrNameLst>
                                          </p:cBhvr>
                                          <p:tavLst>
                                            <p:tav tm="0">
                                              <p:val>
                                                <p:fltVal val="0"/>
                                              </p:val>
                                            </p:tav>
                                            <p:tav tm="100000">
                                              <p:val>
                                                <p:strVal val="#ppt_w"/>
                                              </p:val>
                                            </p:tav>
                                          </p:tavLst>
                                        </p:anim>
                                        <p:anim calcmode="lin" valueType="num">
                                          <p:cBhvr>
                                            <p:cTn id="49" dur="500" fill="hold"/>
                                            <p:tgtEl>
                                              <p:spTgt spid="7311"/>
                                            </p:tgtEl>
                                            <p:attrNameLst>
                                              <p:attrName>ppt_h</p:attrName>
                                            </p:attrNameLst>
                                          </p:cBhvr>
                                          <p:tavLst>
                                            <p:tav tm="0">
                                              <p:val>
                                                <p:fltVal val="0"/>
                                              </p:val>
                                            </p:tav>
                                            <p:tav tm="100000">
                                              <p:val>
                                                <p:strVal val="#ppt_h"/>
                                              </p:val>
                                            </p:tav>
                                          </p:tavLst>
                                        </p:anim>
                                        <p:animEffect transition="in" filter="fade">
                                          <p:cBhvr>
                                            <p:cTn id="50" dur="500"/>
                                            <p:tgtEl>
                                              <p:spTgt spid="7311"/>
                                            </p:tgtEl>
                                          </p:cBhvr>
                                        </p:animEffect>
                                      </p:childTnLst>
                                    </p:cTn>
                                  </p:par>
                                  <p:par>
                                    <p:cTn id="51" presetID="53" presetClass="entr" presetSubtype="16" fill="hold" grpId="0" nodeType="withEffect">
                                      <p:stCondLst>
                                        <p:cond delay="1500"/>
                                      </p:stCondLst>
                                      <p:childTnLst>
                                        <p:set>
                                          <p:cBhvr>
                                            <p:cTn id="52" dur="1" fill="hold">
                                              <p:stCondLst>
                                                <p:cond delay="0"/>
                                              </p:stCondLst>
                                            </p:cTn>
                                            <p:tgtEl>
                                              <p:spTgt spid="7312"/>
                                            </p:tgtEl>
                                            <p:attrNameLst>
                                              <p:attrName>style.visibility</p:attrName>
                                            </p:attrNameLst>
                                          </p:cBhvr>
                                          <p:to>
                                            <p:strVal val="visible"/>
                                          </p:to>
                                        </p:set>
                                        <p:anim calcmode="lin" valueType="num">
                                          <p:cBhvr>
                                            <p:cTn id="53" dur="500" fill="hold"/>
                                            <p:tgtEl>
                                              <p:spTgt spid="7312"/>
                                            </p:tgtEl>
                                            <p:attrNameLst>
                                              <p:attrName>ppt_w</p:attrName>
                                            </p:attrNameLst>
                                          </p:cBhvr>
                                          <p:tavLst>
                                            <p:tav tm="0">
                                              <p:val>
                                                <p:fltVal val="0"/>
                                              </p:val>
                                            </p:tav>
                                            <p:tav tm="100000">
                                              <p:val>
                                                <p:strVal val="#ppt_w"/>
                                              </p:val>
                                            </p:tav>
                                          </p:tavLst>
                                        </p:anim>
                                        <p:anim calcmode="lin" valueType="num">
                                          <p:cBhvr>
                                            <p:cTn id="54" dur="500" fill="hold"/>
                                            <p:tgtEl>
                                              <p:spTgt spid="7312"/>
                                            </p:tgtEl>
                                            <p:attrNameLst>
                                              <p:attrName>ppt_h</p:attrName>
                                            </p:attrNameLst>
                                          </p:cBhvr>
                                          <p:tavLst>
                                            <p:tav tm="0">
                                              <p:val>
                                                <p:fltVal val="0"/>
                                              </p:val>
                                            </p:tav>
                                            <p:tav tm="100000">
                                              <p:val>
                                                <p:strVal val="#ppt_h"/>
                                              </p:val>
                                            </p:tav>
                                          </p:tavLst>
                                        </p:anim>
                                        <p:animEffect transition="in" filter="fade">
                                          <p:cBhvr>
                                            <p:cTn id="55" dur="500"/>
                                            <p:tgtEl>
                                              <p:spTgt spid="7312"/>
                                            </p:tgtEl>
                                          </p:cBhvr>
                                        </p:animEffect>
                                      </p:childTnLst>
                                    </p:cTn>
                                  </p:par>
                                  <p:par>
                                    <p:cTn id="56" presetID="53" presetClass="entr" presetSubtype="16" fill="hold" grpId="0" nodeType="withEffect">
                                      <p:stCondLst>
                                        <p:cond delay="2000"/>
                                      </p:stCondLst>
                                      <p:childTnLst>
                                        <p:set>
                                          <p:cBhvr>
                                            <p:cTn id="57" dur="1" fill="hold">
                                              <p:stCondLst>
                                                <p:cond delay="0"/>
                                              </p:stCondLst>
                                            </p:cTn>
                                            <p:tgtEl>
                                              <p:spTgt spid="7313"/>
                                            </p:tgtEl>
                                            <p:attrNameLst>
                                              <p:attrName>style.visibility</p:attrName>
                                            </p:attrNameLst>
                                          </p:cBhvr>
                                          <p:to>
                                            <p:strVal val="visible"/>
                                          </p:to>
                                        </p:set>
                                        <p:anim calcmode="lin" valueType="num">
                                          <p:cBhvr>
                                            <p:cTn id="58" dur="500" fill="hold"/>
                                            <p:tgtEl>
                                              <p:spTgt spid="7313"/>
                                            </p:tgtEl>
                                            <p:attrNameLst>
                                              <p:attrName>ppt_w</p:attrName>
                                            </p:attrNameLst>
                                          </p:cBhvr>
                                          <p:tavLst>
                                            <p:tav tm="0">
                                              <p:val>
                                                <p:fltVal val="0"/>
                                              </p:val>
                                            </p:tav>
                                            <p:tav tm="100000">
                                              <p:val>
                                                <p:strVal val="#ppt_w"/>
                                              </p:val>
                                            </p:tav>
                                          </p:tavLst>
                                        </p:anim>
                                        <p:anim calcmode="lin" valueType="num">
                                          <p:cBhvr>
                                            <p:cTn id="59" dur="500" fill="hold"/>
                                            <p:tgtEl>
                                              <p:spTgt spid="7313"/>
                                            </p:tgtEl>
                                            <p:attrNameLst>
                                              <p:attrName>ppt_h</p:attrName>
                                            </p:attrNameLst>
                                          </p:cBhvr>
                                          <p:tavLst>
                                            <p:tav tm="0">
                                              <p:val>
                                                <p:fltVal val="0"/>
                                              </p:val>
                                            </p:tav>
                                            <p:tav tm="100000">
                                              <p:val>
                                                <p:strVal val="#ppt_h"/>
                                              </p:val>
                                            </p:tav>
                                          </p:tavLst>
                                        </p:anim>
                                        <p:animEffect transition="in" filter="fade">
                                          <p:cBhvr>
                                            <p:cTn id="60" dur="500"/>
                                            <p:tgtEl>
                                              <p:spTgt spid="7313"/>
                                            </p:tgtEl>
                                          </p:cBhvr>
                                        </p:animEffect>
                                      </p:childTnLst>
                                    </p:cTn>
                                  </p:par>
                                  <p:par>
                                    <p:cTn id="61" presetID="53" presetClass="entr" presetSubtype="16" fill="hold" grpId="0" nodeType="withEffect">
                                      <p:stCondLst>
                                        <p:cond delay="2500"/>
                                      </p:stCondLst>
                                      <p:childTnLst>
                                        <p:set>
                                          <p:cBhvr>
                                            <p:cTn id="62" dur="1" fill="hold">
                                              <p:stCondLst>
                                                <p:cond delay="0"/>
                                              </p:stCondLst>
                                            </p:cTn>
                                            <p:tgtEl>
                                              <p:spTgt spid="7314"/>
                                            </p:tgtEl>
                                            <p:attrNameLst>
                                              <p:attrName>style.visibility</p:attrName>
                                            </p:attrNameLst>
                                          </p:cBhvr>
                                          <p:to>
                                            <p:strVal val="visible"/>
                                          </p:to>
                                        </p:set>
                                        <p:anim calcmode="lin" valueType="num">
                                          <p:cBhvr>
                                            <p:cTn id="63" dur="500" fill="hold"/>
                                            <p:tgtEl>
                                              <p:spTgt spid="7314"/>
                                            </p:tgtEl>
                                            <p:attrNameLst>
                                              <p:attrName>ppt_w</p:attrName>
                                            </p:attrNameLst>
                                          </p:cBhvr>
                                          <p:tavLst>
                                            <p:tav tm="0">
                                              <p:val>
                                                <p:fltVal val="0"/>
                                              </p:val>
                                            </p:tav>
                                            <p:tav tm="100000">
                                              <p:val>
                                                <p:strVal val="#ppt_w"/>
                                              </p:val>
                                            </p:tav>
                                          </p:tavLst>
                                        </p:anim>
                                        <p:anim calcmode="lin" valueType="num">
                                          <p:cBhvr>
                                            <p:cTn id="64" dur="500" fill="hold"/>
                                            <p:tgtEl>
                                              <p:spTgt spid="7314"/>
                                            </p:tgtEl>
                                            <p:attrNameLst>
                                              <p:attrName>ppt_h</p:attrName>
                                            </p:attrNameLst>
                                          </p:cBhvr>
                                          <p:tavLst>
                                            <p:tav tm="0">
                                              <p:val>
                                                <p:fltVal val="0"/>
                                              </p:val>
                                            </p:tav>
                                            <p:tav tm="100000">
                                              <p:val>
                                                <p:strVal val="#ppt_h"/>
                                              </p:val>
                                            </p:tav>
                                          </p:tavLst>
                                        </p:anim>
                                        <p:animEffect transition="in" filter="fade">
                                          <p:cBhvr>
                                            <p:cTn id="65" dur="500"/>
                                            <p:tgtEl>
                                              <p:spTgt spid="7314"/>
                                            </p:tgtEl>
                                          </p:cBhvr>
                                        </p:animEffect>
                                      </p:childTnLst>
                                    </p:cTn>
                                  </p:par>
                                  <p:par>
                                    <p:cTn id="66" presetID="2" presetClass="entr" presetSubtype="2" fill="hold" nodeType="withEffect">
                                      <p:stCondLst>
                                        <p:cond delay="1000"/>
                                      </p:stCondLst>
                                      <p:childTnLst>
                                        <p:set>
                                          <p:cBhvr>
                                            <p:cTn id="67" dur="1" fill="hold">
                                              <p:stCondLst>
                                                <p:cond delay="0"/>
                                              </p:stCondLst>
                                            </p:cTn>
                                            <p:tgtEl>
                                              <p:spTgt spid="6"/>
                                            </p:tgtEl>
                                            <p:attrNameLst>
                                              <p:attrName>style.visibility</p:attrName>
                                            </p:attrNameLst>
                                          </p:cBhvr>
                                          <p:to>
                                            <p:strVal val="visible"/>
                                          </p:to>
                                        </p:set>
                                        <p:anim calcmode="lin" valueType="num">
                                          <p:cBhvr additive="base">
                                            <p:cTn id="68" dur="1000" fill="hold"/>
                                            <p:tgtEl>
                                              <p:spTgt spid="6"/>
                                            </p:tgtEl>
                                            <p:attrNameLst>
                                              <p:attrName>ppt_x</p:attrName>
                                            </p:attrNameLst>
                                          </p:cBhvr>
                                          <p:tavLst>
                                            <p:tav tm="0">
                                              <p:val>
                                                <p:strVal val="1+#ppt_w/2"/>
                                              </p:val>
                                            </p:tav>
                                            <p:tav tm="100000">
                                              <p:val>
                                                <p:strVal val="#ppt_x"/>
                                              </p:val>
                                            </p:tav>
                                          </p:tavLst>
                                        </p:anim>
                                        <p:anim calcmode="lin" valueType="num">
                                          <p:cBhvr additive="base">
                                            <p:cTn id="69" dur="1000" fill="hold"/>
                                            <p:tgtEl>
                                              <p:spTgt spid="6"/>
                                            </p:tgtEl>
                                            <p:attrNameLst>
                                              <p:attrName>ppt_y</p:attrName>
                                            </p:attrNameLst>
                                          </p:cBhvr>
                                          <p:tavLst>
                                            <p:tav tm="0">
                                              <p:val>
                                                <p:strVal val="#ppt_y"/>
                                              </p:val>
                                            </p:tav>
                                            <p:tav tm="100000">
                                              <p:val>
                                                <p:strVal val="#ppt_y"/>
                                              </p:val>
                                            </p:tav>
                                          </p:tavLst>
                                        </p:anim>
                                      </p:childTnLst>
                                    </p:cTn>
                                  </p:par>
                                  <p:par>
                                    <p:cTn id="70" presetID="2" presetClass="entr" presetSubtype="2" fill="hold" nodeType="withEffect">
                                      <p:stCondLst>
                                        <p:cond delay="150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1000" fill="hold"/>
                                            <p:tgtEl>
                                              <p:spTgt spid="7"/>
                                            </p:tgtEl>
                                            <p:attrNameLst>
                                              <p:attrName>ppt_x</p:attrName>
                                            </p:attrNameLst>
                                          </p:cBhvr>
                                          <p:tavLst>
                                            <p:tav tm="0">
                                              <p:val>
                                                <p:strVal val="1+#ppt_w/2"/>
                                              </p:val>
                                            </p:tav>
                                            <p:tav tm="100000">
                                              <p:val>
                                                <p:strVal val="#ppt_x"/>
                                              </p:val>
                                            </p:tav>
                                          </p:tavLst>
                                        </p:anim>
                                        <p:anim calcmode="lin" valueType="num">
                                          <p:cBhvr additive="base">
                                            <p:cTn id="73" dur="1000" fill="hold"/>
                                            <p:tgtEl>
                                              <p:spTgt spid="7"/>
                                            </p:tgtEl>
                                            <p:attrNameLst>
                                              <p:attrName>ppt_y</p:attrName>
                                            </p:attrNameLst>
                                          </p:cBhvr>
                                          <p:tavLst>
                                            <p:tav tm="0">
                                              <p:val>
                                                <p:strVal val="#ppt_y"/>
                                              </p:val>
                                            </p:tav>
                                            <p:tav tm="100000">
                                              <p:val>
                                                <p:strVal val="#ppt_y"/>
                                              </p:val>
                                            </p:tav>
                                          </p:tavLst>
                                        </p:anim>
                                      </p:childTnLst>
                                    </p:cTn>
                                  </p:par>
                                  <p:par>
                                    <p:cTn id="74" presetID="2" presetClass="entr" presetSubtype="2" fill="hold" nodeType="withEffect">
                                      <p:stCondLst>
                                        <p:cond delay="2000"/>
                                      </p:stCondLst>
                                      <p:childTnLst>
                                        <p:set>
                                          <p:cBhvr>
                                            <p:cTn id="75" dur="1" fill="hold">
                                              <p:stCondLst>
                                                <p:cond delay="0"/>
                                              </p:stCondLst>
                                            </p:cTn>
                                            <p:tgtEl>
                                              <p:spTgt spid="8"/>
                                            </p:tgtEl>
                                            <p:attrNameLst>
                                              <p:attrName>style.visibility</p:attrName>
                                            </p:attrNameLst>
                                          </p:cBhvr>
                                          <p:to>
                                            <p:strVal val="visible"/>
                                          </p:to>
                                        </p:set>
                                        <p:anim calcmode="lin" valueType="num">
                                          <p:cBhvr additive="base">
                                            <p:cTn id="76" dur="1000" fill="hold"/>
                                            <p:tgtEl>
                                              <p:spTgt spid="8"/>
                                            </p:tgtEl>
                                            <p:attrNameLst>
                                              <p:attrName>ppt_x</p:attrName>
                                            </p:attrNameLst>
                                          </p:cBhvr>
                                          <p:tavLst>
                                            <p:tav tm="0">
                                              <p:val>
                                                <p:strVal val="1+#ppt_w/2"/>
                                              </p:val>
                                            </p:tav>
                                            <p:tav tm="100000">
                                              <p:val>
                                                <p:strVal val="#ppt_x"/>
                                              </p:val>
                                            </p:tav>
                                          </p:tavLst>
                                        </p:anim>
                                        <p:anim calcmode="lin" valueType="num">
                                          <p:cBhvr additive="base">
                                            <p:cTn id="77" dur="1000" fill="hold"/>
                                            <p:tgtEl>
                                              <p:spTgt spid="8"/>
                                            </p:tgtEl>
                                            <p:attrNameLst>
                                              <p:attrName>ppt_y</p:attrName>
                                            </p:attrNameLst>
                                          </p:cBhvr>
                                          <p:tavLst>
                                            <p:tav tm="0">
                                              <p:val>
                                                <p:strVal val="#ppt_y"/>
                                              </p:val>
                                            </p:tav>
                                            <p:tav tm="100000">
                                              <p:val>
                                                <p:strVal val="#ppt_y"/>
                                              </p:val>
                                            </p:tav>
                                          </p:tavLst>
                                        </p:anim>
                                      </p:childTnLst>
                                    </p:cTn>
                                  </p:par>
                                  <p:par>
                                    <p:cTn id="78" presetID="2" presetClass="entr" presetSubtype="2" fill="hold" nodeType="withEffect">
                                      <p:stCondLst>
                                        <p:cond delay="2500"/>
                                      </p:stCondLst>
                                      <p:childTnLst>
                                        <p:set>
                                          <p:cBhvr>
                                            <p:cTn id="79" dur="1" fill="hold">
                                              <p:stCondLst>
                                                <p:cond delay="0"/>
                                              </p:stCondLst>
                                            </p:cTn>
                                            <p:tgtEl>
                                              <p:spTgt spid="9"/>
                                            </p:tgtEl>
                                            <p:attrNameLst>
                                              <p:attrName>style.visibility</p:attrName>
                                            </p:attrNameLst>
                                          </p:cBhvr>
                                          <p:to>
                                            <p:strVal val="visible"/>
                                          </p:to>
                                        </p:set>
                                        <p:anim calcmode="lin" valueType="num">
                                          <p:cBhvr additive="base">
                                            <p:cTn id="80" dur="1000" fill="hold"/>
                                            <p:tgtEl>
                                              <p:spTgt spid="9"/>
                                            </p:tgtEl>
                                            <p:attrNameLst>
                                              <p:attrName>ppt_x</p:attrName>
                                            </p:attrNameLst>
                                          </p:cBhvr>
                                          <p:tavLst>
                                            <p:tav tm="0">
                                              <p:val>
                                                <p:strVal val="1+#ppt_w/2"/>
                                              </p:val>
                                            </p:tav>
                                            <p:tav tm="100000">
                                              <p:val>
                                                <p:strVal val="#ppt_x"/>
                                              </p:val>
                                            </p:tav>
                                          </p:tavLst>
                                        </p:anim>
                                        <p:anim calcmode="lin" valueType="num">
                                          <p:cBhvr additive="base">
                                            <p:cTn id="81" dur="1000" fill="hold"/>
                                            <p:tgtEl>
                                              <p:spTgt spid="9"/>
                                            </p:tgtEl>
                                            <p:attrNameLst>
                                              <p:attrName>ppt_y</p:attrName>
                                            </p:attrNameLst>
                                          </p:cBhvr>
                                          <p:tavLst>
                                            <p:tav tm="0">
                                              <p:val>
                                                <p:strVal val="#ppt_y"/>
                                              </p:val>
                                            </p:tav>
                                            <p:tav tm="100000">
                                              <p:val>
                                                <p:strVal val="#ppt_y"/>
                                              </p:val>
                                            </p:tav>
                                          </p:tavLst>
                                        </p:anim>
                                      </p:childTnLst>
                                    </p:cTn>
                                  </p:par>
                                  <p:par>
                                    <p:cTn id="82" presetID="53" presetClass="entr" presetSubtype="16" fill="hold" nodeType="withEffect">
                                      <p:stCondLst>
                                        <p:cond delay="500"/>
                                      </p:stCondLst>
                                      <p:childTnLst>
                                        <p:set>
                                          <p:cBhvr>
                                            <p:cTn id="83" dur="1" fill="hold">
                                              <p:stCondLst>
                                                <p:cond delay="0"/>
                                              </p:stCondLst>
                                            </p:cTn>
                                            <p:tgtEl>
                                              <p:spTgt spid="7324"/>
                                            </p:tgtEl>
                                            <p:attrNameLst>
                                              <p:attrName>style.visibility</p:attrName>
                                            </p:attrNameLst>
                                          </p:cBhvr>
                                          <p:to>
                                            <p:strVal val="visible"/>
                                          </p:to>
                                        </p:set>
                                        <p:anim calcmode="lin" valueType="num">
                                          <p:cBhvr>
                                            <p:cTn id="84" dur="750" fill="hold"/>
                                            <p:tgtEl>
                                              <p:spTgt spid="7324"/>
                                            </p:tgtEl>
                                            <p:attrNameLst>
                                              <p:attrName>ppt_w</p:attrName>
                                            </p:attrNameLst>
                                          </p:cBhvr>
                                          <p:tavLst>
                                            <p:tav tm="0">
                                              <p:val>
                                                <p:fltVal val="0"/>
                                              </p:val>
                                            </p:tav>
                                            <p:tav tm="100000">
                                              <p:val>
                                                <p:strVal val="#ppt_w"/>
                                              </p:val>
                                            </p:tav>
                                          </p:tavLst>
                                        </p:anim>
                                        <p:anim calcmode="lin" valueType="num">
                                          <p:cBhvr>
                                            <p:cTn id="85" dur="750" fill="hold"/>
                                            <p:tgtEl>
                                              <p:spTgt spid="7324"/>
                                            </p:tgtEl>
                                            <p:attrNameLst>
                                              <p:attrName>ppt_h</p:attrName>
                                            </p:attrNameLst>
                                          </p:cBhvr>
                                          <p:tavLst>
                                            <p:tav tm="0">
                                              <p:val>
                                                <p:fltVal val="0"/>
                                              </p:val>
                                            </p:tav>
                                            <p:tav tm="100000">
                                              <p:val>
                                                <p:strVal val="#ppt_h"/>
                                              </p:val>
                                            </p:tav>
                                          </p:tavLst>
                                        </p:anim>
                                        <p:animEffect transition="in" filter="fade">
                                          <p:cBhvr>
                                            <p:cTn id="86" dur="750"/>
                                            <p:tgtEl>
                                              <p:spTgt spid="73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11" grpId="0"/>
          <p:bldP spid="7312" grpId="0"/>
          <p:bldP spid="7313" grpId="0"/>
          <p:bldP spid="7314" grpId="0"/>
        </p:bldLst>
      </p:timing>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Group 107">
            <a:extLst>
              <a:ext uri="{FF2B5EF4-FFF2-40B4-BE49-F238E27FC236}">
                <a16:creationId xmlns:a16="http://schemas.microsoft.com/office/drawing/2014/main" id="{7CF0AD52-37B5-4DEC-9843-519A723BD8D9}"/>
              </a:ext>
            </a:extLst>
          </p:cNvPr>
          <p:cNvGrpSpPr/>
          <p:nvPr/>
        </p:nvGrpSpPr>
        <p:grpSpPr>
          <a:xfrm>
            <a:off x="8121650" y="2300288"/>
            <a:ext cx="2057400" cy="1614488"/>
            <a:chOff x="8121650" y="2300288"/>
            <a:chExt cx="2057400" cy="1614488"/>
          </a:xfrm>
        </p:grpSpPr>
        <p:sp>
          <p:nvSpPr>
            <p:cNvPr id="39" name="Freeform 29">
              <a:extLst>
                <a:ext uri="{FF2B5EF4-FFF2-40B4-BE49-F238E27FC236}">
                  <a16:creationId xmlns:a16="http://schemas.microsoft.com/office/drawing/2014/main" id="{1B567E11-3067-4643-AA03-2DCB1839FDEB}"/>
                </a:ext>
              </a:extLst>
            </p:cNvPr>
            <p:cNvSpPr>
              <a:spLocks/>
            </p:cNvSpPr>
            <p:nvPr/>
          </p:nvSpPr>
          <p:spPr bwMode="auto">
            <a:xfrm>
              <a:off x="8121650" y="2300288"/>
              <a:ext cx="2054225" cy="1512888"/>
            </a:xfrm>
            <a:custGeom>
              <a:avLst/>
              <a:gdLst>
                <a:gd name="T0" fmla="*/ 542 w 548"/>
                <a:gd name="T1" fmla="*/ 0 h 402"/>
                <a:gd name="T2" fmla="*/ 516 w 548"/>
                <a:gd name="T3" fmla="*/ 1 h 402"/>
                <a:gd name="T4" fmla="*/ 489 w 548"/>
                <a:gd name="T5" fmla="*/ 4 h 402"/>
                <a:gd name="T6" fmla="*/ 458 w 548"/>
                <a:gd name="T7" fmla="*/ 9 h 402"/>
                <a:gd name="T8" fmla="*/ 426 w 548"/>
                <a:gd name="T9" fmla="*/ 17 h 402"/>
                <a:gd name="T10" fmla="*/ 410 w 548"/>
                <a:gd name="T11" fmla="*/ 23 h 402"/>
                <a:gd name="T12" fmla="*/ 393 w 548"/>
                <a:gd name="T13" fmla="*/ 29 h 402"/>
                <a:gd name="T14" fmla="*/ 376 w 548"/>
                <a:gd name="T15" fmla="*/ 37 h 402"/>
                <a:gd name="T16" fmla="*/ 359 w 548"/>
                <a:gd name="T17" fmla="*/ 46 h 402"/>
                <a:gd name="T18" fmla="*/ 342 w 548"/>
                <a:gd name="T19" fmla="*/ 55 h 402"/>
                <a:gd name="T20" fmla="*/ 325 w 548"/>
                <a:gd name="T21" fmla="*/ 66 h 402"/>
                <a:gd name="T22" fmla="*/ 293 w 548"/>
                <a:gd name="T23" fmla="*/ 91 h 402"/>
                <a:gd name="T24" fmla="*/ 238 w 548"/>
                <a:gd name="T25" fmla="*/ 151 h 402"/>
                <a:gd name="T26" fmla="*/ 215 w 548"/>
                <a:gd name="T27" fmla="*/ 184 h 402"/>
                <a:gd name="T28" fmla="*/ 215 w 548"/>
                <a:gd name="T29" fmla="*/ 192 h 402"/>
                <a:gd name="T30" fmla="*/ 21 w 548"/>
                <a:gd name="T31" fmla="*/ 386 h 402"/>
                <a:gd name="T32" fmla="*/ 0 w 548"/>
                <a:gd name="T33" fmla="*/ 385 h 402"/>
                <a:gd name="T34" fmla="*/ 11 w 548"/>
                <a:gd name="T35" fmla="*/ 389 h 402"/>
                <a:gd name="T36" fmla="*/ 29 w 548"/>
                <a:gd name="T37" fmla="*/ 394 h 402"/>
                <a:gd name="T38" fmla="*/ 40 w 548"/>
                <a:gd name="T39" fmla="*/ 397 h 402"/>
                <a:gd name="T40" fmla="*/ 52 w 548"/>
                <a:gd name="T41" fmla="*/ 399 h 402"/>
                <a:gd name="T42" fmla="*/ 64 w 548"/>
                <a:gd name="T43" fmla="*/ 401 h 402"/>
                <a:gd name="T44" fmla="*/ 78 w 548"/>
                <a:gd name="T45" fmla="*/ 401 h 402"/>
                <a:gd name="T46" fmla="*/ 92 w 548"/>
                <a:gd name="T47" fmla="*/ 402 h 402"/>
                <a:gd name="T48" fmla="*/ 108 w 548"/>
                <a:gd name="T49" fmla="*/ 401 h 402"/>
                <a:gd name="T50" fmla="*/ 141 w 548"/>
                <a:gd name="T51" fmla="*/ 396 h 402"/>
                <a:gd name="T52" fmla="*/ 176 w 548"/>
                <a:gd name="T53" fmla="*/ 383 h 402"/>
                <a:gd name="T54" fmla="*/ 241 w 548"/>
                <a:gd name="T55" fmla="*/ 337 h 402"/>
                <a:gd name="T56" fmla="*/ 291 w 548"/>
                <a:gd name="T57" fmla="*/ 279 h 402"/>
                <a:gd name="T58" fmla="*/ 332 w 548"/>
                <a:gd name="T59" fmla="*/ 223 h 402"/>
                <a:gd name="T60" fmla="*/ 373 w 548"/>
                <a:gd name="T61" fmla="*/ 175 h 402"/>
                <a:gd name="T62" fmla="*/ 384 w 548"/>
                <a:gd name="T63" fmla="*/ 164 h 402"/>
                <a:gd name="T64" fmla="*/ 391 w 548"/>
                <a:gd name="T65" fmla="*/ 156 h 402"/>
                <a:gd name="T66" fmla="*/ 548 w 548"/>
                <a:gd name="T67" fmla="*/ 0 h 402"/>
                <a:gd name="T68" fmla="*/ 542 w 548"/>
                <a:gd name="T69"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8" h="402">
                  <a:moveTo>
                    <a:pt x="542" y="0"/>
                  </a:moveTo>
                  <a:cubicBezTo>
                    <a:pt x="534" y="0"/>
                    <a:pt x="525" y="0"/>
                    <a:pt x="516" y="1"/>
                  </a:cubicBezTo>
                  <a:cubicBezTo>
                    <a:pt x="508" y="2"/>
                    <a:pt x="498" y="2"/>
                    <a:pt x="489" y="4"/>
                  </a:cubicBezTo>
                  <a:cubicBezTo>
                    <a:pt x="479" y="5"/>
                    <a:pt x="469" y="7"/>
                    <a:pt x="458" y="9"/>
                  </a:cubicBezTo>
                  <a:cubicBezTo>
                    <a:pt x="448" y="11"/>
                    <a:pt x="437" y="14"/>
                    <a:pt x="426" y="17"/>
                  </a:cubicBezTo>
                  <a:cubicBezTo>
                    <a:pt x="421" y="19"/>
                    <a:pt x="415" y="21"/>
                    <a:pt x="410" y="23"/>
                  </a:cubicBezTo>
                  <a:cubicBezTo>
                    <a:pt x="404" y="25"/>
                    <a:pt x="398" y="27"/>
                    <a:pt x="393" y="29"/>
                  </a:cubicBezTo>
                  <a:cubicBezTo>
                    <a:pt x="387" y="32"/>
                    <a:pt x="381" y="34"/>
                    <a:pt x="376" y="37"/>
                  </a:cubicBezTo>
                  <a:cubicBezTo>
                    <a:pt x="370" y="40"/>
                    <a:pt x="364" y="42"/>
                    <a:pt x="359" y="46"/>
                  </a:cubicBezTo>
                  <a:cubicBezTo>
                    <a:pt x="353" y="49"/>
                    <a:pt x="347" y="52"/>
                    <a:pt x="342" y="55"/>
                  </a:cubicBezTo>
                  <a:cubicBezTo>
                    <a:pt x="336" y="59"/>
                    <a:pt x="331" y="63"/>
                    <a:pt x="325" y="66"/>
                  </a:cubicBezTo>
                  <a:cubicBezTo>
                    <a:pt x="314" y="74"/>
                    <a:pt x="304" y="83"/>
                    <a:pt x="293" y="91"/>
                  </a:cubicBezTo>
                  <a:cubicBezTo>
                    <a:pt x="273" y="110"/>
                    <a:pt x="254" y="130"/>
                    <a:pt x="238" y="151"/>
                  </a:cubicBezTo>
                  <a:cubicBezTo>
                    <a:pt x="230" y="162"/>
                    <a:pt x="222" y="173"/>
                    <a:pt x="215" y="184"/>
                  </a:cubicBezTo>
                  <a:cubicBezTo>
                    <a:pt x="215" y="186"/>
                    <a:pt x="215" y="189"/>
                    <a:pt x="215" y="192"/>
                  </a:cubicBezTo>
                  <a:cubicBezTo>
                    <a:pt x="215" y="299"/>
                    <a:pt x="128" y="386"/>
                    <a:pt x="21" y="386"/>
                  </a:cubicBezTo>
                  <a:cubicBezTo>
                    <a:pt x="14" y="386"/>
                    <a:pt x="7" y="385"/>
                    <a:pt x="0" y="385"/>
                  </a:cubicBezTo>
                  <a:cubicBezTo>
                    <a:pt x="3" y="386"/>
                    <a:pt x="7" y="388"/>
                    <a:pt x="11" y="389"/>
                  </a:cubicBezTo>
                  <a:cubicBezTo>
                    <a:pt x="17" y="391"/>
                    <a:pt x="23" y="392"/>
                    <a:pt x="29" y="394"/>
                  </a:cubicBezTo>
                  <a:cubicBezTo>
                    <a:pt x="33" y="395"/>
                    <a:pt x="36" y="396"/>
                    <a:pt x="40" y="397"/>
                  </a:cubicBezTo>
                  <a:cubicBezTo>
                    <a:pt x="44" y="397"/>
                    <a:pt x="48" y="398"/>
                    <a:pt x="52" y="399"/>
                  </a:cubicBezTo>
                  <a:cubicBezTo>
                    <a:pt x="56" y="399"/>
                    <a:pt x="60" y="400"/>
                    <a:pt x="64" y="401"/>
                  </a:cubicBezTo>
                  <a:cubicBezTo>
                    <a:pt x="68" y="401"/>
                    <a:pt x="73" y="401"/>
                    <a:pt x="78" y="401"/>
                  </a:cubicBezTo>
                  <a:cubicBezTo>
                    <a:pt x="82" y="402"/>
                    <a:pt x="87" y="402"/>
                    <a:pt x="92" y="402"/>
                  </a:cubicBezTo>
                  <a:cubicBezTo>
                    <a:pt x="97" y="402"/>
                    <a:pt x="102" y="401"/>
                    <a:pt x="108" y="401"/>
                  </a:cubicBezTo>
                  <a:cubicBezTo>
                    <a:pt x="118" y="401"/>
                    <a:pt x="129" y="398"/>
                    <a:pt x="141" y="396"/>
                  </a:cubicBezTo>
                  <a:cubicBezTo>
                    <a:pt x="152" y="392"/>
                    <a:pt x="164" y="389"/>
                    <a:pt x="176" y="383"/>
                  </a:cubicBezTo>
                  <a:cubicBezTo>
                    <a:pt x="199" y="372"/>
                    <a:pt x="222" y="356"/>
                    <a:pt x="241" y="337"/>
                  </a:cubicBezTo>
                  <a:cubicBezTo>
                    <a:pt x="261" y="318"/>
                    <a:pt x="277" y="298"/>
                    <a:pt x="291" y="279"/>
                  </a:cubicBezTo>
                  <a:cubicBezTo>
                    <a:pt x="306" y="259"/>
                    <a:pt x="319" y="241"/>
                    <a:pt x="332" y="223"/>
                  </a:cubicBezTo>
                  <a:cubicBezTo>
                    <a:pt x="346" y="206"/>
                    <a:pt x="359" y="190"/>
                    <a:pt x="373" y="175"/>
                  </a:cubicBezTo>
                  <a:cubicBezTo>
                    <a:pt x="376" y="171"/>
                    <a:pt x="380" y="167"/>
                    <a:pt x="384" y="164"/>
                  </a:cubicBezTo>
                  <a:cubicBezTo>
                    <a:pt x="386" y="161"/>
                    <a:pt x="389" y="159"/>
                    <a:pt x="391" y="156"/>
                  </a:cubicBezTo>
                  <a:cubicBezTo>
                    <a:pt x="406" y="77"/>
                    <a:pt x="469" y="14"/>
                    <a:pt x="548" y="0"/>
                  </a:cubicBezTo>
                  <a:cubicBezTo>
                    <a:pt x="546" y="0"/>
                    <a:pt x="544" y="0"/>
                    <a:pt x="542"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40" name="Freeform 30">
              <a:extLst>
                <a:ext uri="{FF2B5EF4-FFF2-40B4-BE49-F238E27FC236}">
                  <a16:creationId xmlns:a16="http://schemas.microsoft.com/office/drawing/2014/main" id="{E7BADAE7-6C9D-483A-B42D-44087AC549A4}"/>
                </a:ext>
              </a:extLst>
            </p:cNvPr>
            <p:cNvSpPr>
              <a:spLocks/>
            </p:cNvSpPr>
            <p:nvPr/>
          </p:nvSpPr>
          <p:spPr bwMode="auto">
            <a:xfrm>
              <a:off x="8928100" y="2300288"/>
              <a:ext cx="1247775" cy="719138"/>
            </a:xfrm>
            <a:custGeom>
              <a:avLst/>
              <a:gdLst>
                <a:gd name="T0" fmla="*/ 23 w 333"/>
                <a:gd name="T1" fmla="*/ 158 h 191"/>
                <a:gd name="T2" fmla="*/ 78 w 333"/>
                <a:gd name="T3" fmla="*/ 99 h 191"/>
                <a:gd name="T4" fmla="*/ 110 w 333"/>
                <a:gd name="T5" fmla="*/ 74 h 191"/>
                <a:gd name="T6" fmla="*/ 127 w 333"/>
                <a:gd name="T7" fmla="*/ 62 h 191"/>
                <a:gd name="T8" fmla="*/ 144 w 333"/>
                <a:gd name="T9" fmla="*/ 53 h 191"/>
                <a:gd name="T10" fmla="*/ 161 w 333"/>
                <a:gd name="T11" fmla="*/ 44 h 191"/>
                <a:gd name="T12" fmla="*/ 178 w 333"/>
                <a:gd name="T13" fmla="*/ 36 h 191"/>
                <a:gd name="T14" fmla="*/ 195 w 333"/>
                <a:gd name="T15" fmla="*/ 30 h 191"/>
                <a:gd name="T16" fmla="*/ 211 w 333"/>
                <a:gd name="T17" fmla="*/ 24 h 191"/>
                <a:gd name="T18" fmla="*/ 243 w 333"/>
                <a:gd name="T19" fmla="*/ 16 h 191"/>
                <a:gd name="T20" fmla="*/ 274 w 333"/>
                <a:gd name="T21" fmla="*/ 11 h 191"/>
                <a:gd name="T22" fmla="*/ 288 w 333"/>
                <a:gd name="T23" fmla="*/ 9 h 191"/>
                <a:gd name="T24" fmla="*/ 333 w 333"/>
                <a:gd name="T25" fmla="*/ 0 h 191"/>
                <a:gd name="T26" fmla="*/ 327 w 333"/>
                <a:gd name="T27" fmla="*/ 0 h 191"/>
                <a:gd name="T28" fmla="*/ 301 w 333"/>
                <a:gd name="T29" fmla="*/ 1 h 191"/>
                <a:gd name="T30" fmla="*/ 274 w 333"/>
                <a:gd name="T31" fmla="*/ 4 h 191"/>
                <a:gd name="T32" fmla="*/ 243 w 333"/>
                <a:gd name="T33" fmla="*/ 9 h 191"/>
                <a:gd name="T34" fmla="*/ 211 w 333"/>
                <a:gd name="T35" fmla="*/ 17 h 191"/>
                <a:gd name="T36" fmla="*/ 195 w 333"/>
                <a:gd name="T37" fmla="*/ 23 h 191"/>
                <a:gd name="T38" fmla="*/ 178 w 333"/>
                <a:gd name="T39" fmla="*/ 29 h 191"/>
                <a:gd name="T40" fmla="*/ 161 w 333"/>
                <a:gd name="T41" fmla="*/ 37 h 191"/>
                <a:gd name="T42" fmla="*/ 144 w 333"/>
                <a:gd name="T43" fmla="*/ 46 h 191"/>
                <a:gd name="T44" fmla="*/ 127 w 333"/>
                <a:gd name="T45" fmla="*/ 55 h 191"/>
                <a:gd name="T46" fmla="*/ 110 w 333"/>
                <a:gd name="T47" fmla="*/ 66 h 191"/>
                <a:gd name="T48" fmla="*/ 78 w 333"/>
                <a:gd name="T49" fmla="*/ 91 h 191"/>
                <a:gd name="T50" fmla="*/ 23 w 333"/>
                <a:gd name="T51" fmla="*/ 151 h 191"/>
                <a:gd name="T52" fmla="*/ 0 w 333"/>
                <a:gd name="T53" fmla="*/ 184 h 191"/>
                <a:gd name="T54" fmla="*/ 0 w 333"/>
                <a:gd name="T55" fmla="*/ 191 h 191"/>
                <a:gd name="T56" fmla="*/ 23 w 333"/>
                <a:gd name="T57" fmla="*/ 15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3" h="191">
                  <a:moveTo>
                    <a:pt x="23" y="158"/>
                  </a:moveTo>
                  <a:cubicBezTo>
                    <a:pt x="39" y="137"/>
                    <a:pt x="58" y="117"/>
                    <a:pt x="78" y="99"/>
                  </a:cubicBezTo>
                  <a:cubicBezTo>
                    <a:pt x="89" y="90"/>
                    <a:pt x="99" y="81"/>
                    <a:pt x="110" y="74"/>
                  </a:cubicBezTo>
                  <a:cubicBezTo>
                    <a:pt x="116" y="70"/>
                    <a:pt x="121" y="66"/>
                    <a:pt x="127" y="62"/>
                  </a:cubicBezTo>
                  <a:cubicBezTo>
                    <a:pt x="132" y="59"/>
                    <a:pt x="138" y="56"/>
                    <a:pt x="144" y="53"/>
                  </a:cubicBezTo>
                  <a:cubicBezTo>
                    <a:pt x="149" y="49"/>
                    <a:pt x="155" y="47"/>
                    <a:pt x="161" y="44"/>
                  </a:cubicBezTo>
                  <a:cubicBezTo>
                    <a:pt x="166" y="41"/>
                    <a:pt x="172" y="39"/>
                    <a:pt x="178" y="36"/>
                  </a:cubicBezTo>
                  <a:cubicBezTo>
                    <a:pt x="183" y="34"/>
                    <a:pt x="189" y="32"/>
                    <a:pt x="195" y="30"/>
                  </a:cubicBezTo>
                  <a:cubicBezTo>
                    <a:pt x="200" y="28"/>
                    <a:pt x="206" y="26"/>
                    <a:pt x="211" y="24"/>
                  </a:cubicBezTo>
                  <a:cubicBezTo>
                    <a:pt x="222" y="21"/>
                    <a:pt x="233" y="18"/>
                    <a:pt x="243" y="16"/>
                  </a:cubicBezTo>
                  <a:cubicBezTo>
                    <a:pt x="254" y="14"/>
                    <a:pt x="264" y="12"/>
                    <a:pt x="274" y="11"/>
                  </a:cubicBezTo>
                  <a:cubicBezTo>
                    <a:pt x="279" y="10"/>
                    <a:pt x="284" y="9"/>
                    <a:pt x="288" y="9"/>
                  </a:cubicBezTo>
                  <a:cubicBezTo>
                    <a:pt x="302" y="5"/>
                    <a:pt x="317" y="2"/>
                    <a:pt x="333" y="0"/>
                  </a:cubicBezTo>
                  <a:cubicBezTo>
                    <a:pt x="331" y="0"/>
                    <a:pt x="329" y="0"/>
                    <a:pt x="327" y="0"/>
                  </a:cubicBezTo>
                  <a:cubicBezTo>
                    <a:pt x="319" y="0"/>
                    <a:pt x="310" y="0"/>
                    <a:pt x="301" y="1"/>
                  </a:cubicBezTo>
                  <a:cubicBezTo>
                    <a:pt x="293" y="2"/>
                    <a:pt x="283" y="2"/>
                    <a:pt x="274" y="4"/>
                  </a:cubicBezTo>
                  <a:cubicBezTo>
                    <a:pt x="264" y="5"/>
                    <a:pt x="254" y="7"/>
                    <a:pt x="243" y="9"/>
                  </a:cubicBezTo>
                  <a:cubicBezTo>
                    <a:pt x="233" y="11"/>
                    <a:pt x="222" y="14"/>
                    <a:pt x="211" y="17"/>
                  </a:cubicBezTo>
                  <a:cubicBezTo>
                    <a:pt x="206" y="19"/>
                    <a:pt x="200" y="21"/>
                    <a:pt x="195" y="23"/>
                  </a:cubicBezTo>
                  <a:cubicBezTo>
                    <a:pt x="189" y="25"/>
                    <a:pt x="183" y="27"/>
                    <a:pt x="178" y="29"/>
                  </a:cubicBezTo>
                  <a:cubicBezTo>
                    <a:pt x="172" y="32"/>
                    <a:pt x="166" y="34"/>
                    <a:pt x="161" y="37"/>
                  </a:cubicBezTo>
                  <a:cubicBezTo>
                    <a:pt x="155" y="40"/>
                    <a:pt x="149" y="42"/>
                    <a:pt x="144" y="46"/>
                  </a:cubicBezTo>
                  <a:cubicBezTo>
                    <a:pt x="138" y="49"/>
                    <a:pt x="132" y="52"/>
                    <a:pt x="127" y="55"/>
                  </a:cubicBezTo>
                  <a:cubicBezTo>
                    <a:pt x="121" y="59"/>
                    <a:pt x="116" y="63"/>
                    <a:pt x="110" y="66"/>
                  </a:cubicBezTo>
                  <a:cubicBezTo>
                    <a:pt x="99" y="74"/>
                    <a:pt x="89" y="83"/>
                    <a:pt x="78" y="91"/>
                  </a:cubicBezTo>
                  <a:cubicBezTo>
                    <a:pt x="58" y="110"/>
                    <a:pt x="39" y="130"/>
                    <a:pt x="23" y="151"/>
                  </a:cubicBezTo>
                  <a:cubicBezTo>
                    <a:pt x="15" y="162"/>
                    <a:pt x="7" y="173"/>
                    <a:pt x="0" y="184"/>
                  </a:cubicBezTo>
                  <a:cubicBezTo>
                    <a:pt x="0" y="186"/>
                    <a:pt x="0" y="188"/>
                    <a:pt x="0" y="191"/>
                  </a:cubicBezTo>
                  <a:cubicBezTo>
                    <a:pt x="7" y="180"/>
                    <a:pt x="15" y="169"/>
                    <a:pt x="23" y="15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1" name="Freeform 31">
              <a:extLst>
                <a:ext uri="{FF2B5EF4-FFF2-40B4-BE49-F238E27FC236}">
                  <a16:creationId xmlns:a16="http://schemas.microsoft.com/office/drawing/2014/main" id="{2416BBE2-7188-4063-99A8-BD183C2B9B40}"/>
                </a:ext>
              </a:extLst>
            </p:cNvPr>
            <p:cNvSpPr>
              <a:spLocks/>
            </p:cNvSpPr>
            <p:nvPr/>
          </p:nvSpPr>
          <p:spPr bwMode="auto">
            <a:xfrm>
              <a:off x="8124825" y="2300288"/>
              <a:ext cx="2054225" cy="1614488"/>
            </a:xfrm>
            <a:custGeom>
              <a:avLst/>
              <a:gdLst>
                <a:gd name="T0" fmla="*/ 0 w 548"/>
                <a:gd name="T1" fmla="*/ 385 h 429"/>
                <a:gd name="T2" fmla="*/ 11 w 548"/>
                <a:gd name="T3" fmla="*/ 389 h 429"/>
                <a:gd name="T4" fmla="*/ 29 w 548"/>
                <a:gd name="T5" fmla="*/ 394 h 429"/>
                <a:gd name="T6" fmla="*/ 40 w 548"/>
                <a:gd name="T7" fmla="*/ 397 h 429"/>
                <a:gd name="T8" fmla="*/ 52 w 548"/>
                <a:gd name="T9" fmla="*/ 399 h 429"/>
                <a:gd name="T10" fmla="*/ 64 w 548"/>
                <a:gd name="T11" fmla="*/ 401 h 429"/>
                <a:gd name="T12" fmla="*/ 78 w 548"/>
                <a:gd name="T13" fmla="*/ 401 h 429"/>
                <a:gd name="T14" fmla="*/ 92 w 548"/>
                <a:gd name="T15" fmla="*/ 402 h 429"/>
                <a:gd name="T16" fmla="*/ 107 w 548"/>
                <a:gd name="T17" fmla="*/ 401 h 429"/>
                <a:gd name="T18" fmla="*/ 141 w 548"/>
                <a:gd name="T19" fmla="*/ 396 h 429"/>
                <a:gd name="T20" fmla="*/ 176 w 548"/>
                <a:gd name="T21" fmla="*/ 383 h 429"/>
                <a:gd name="T22" fmla="*/ 241 w 548"/>
                <a:gd name="T23" fmla="*/ 337 h 429"/>
                <a:gd name="T24" fmla="*/ 291 w 548"/>
                <a:gd name="T25" fmla="*/ 279 h 429"/>
                <a:gd name="T26" fmla="*/ 332 w 548"/>
                <a:gd name="T27" fmla="*/ 223 h 429"/>
                <a:gd name="T28" fmla="*/ 373 w 548"/>
                <a:gd name="T29" fmla="*/ 175 h 429"/>
                <a:gd name="T30" fmla="*/ 383 w 548"/>
                <a:gd name="T31" fmla="*/ 164 h 429"/>
                <a:gd name="T32" fmla="*/ 391 w 548"/>
                <a:gd name="T33" fmla="*/ 156 h 429"/>
                <a:gd name="T34" fmla="*/ 548 w 548"/>
                <a:gd name="T35" fmla="*/ 0 h 429"/>
                <a:gd name="T36" fmla="*/ 0 w 548"/>
                <a:gd name="T37" fmla="*/ 385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8" h="429">
                  <a:moveTo>
                    <a:pt x="0" y="385"/>
                  </a:moveTo>
                  <a:cubicBezTo>
                    <a:pt x="3" y="386"/>
                    <a:pt x="7" y="388"/>
                    <a:pt x="11" y="389"/>
                  </a:cubicBezTo>
                  <a:cubicBezTo>
                    <a:pt x="16" y="391"/>
                    <a:pt x="23" y="392"/>
                    <a:pt x="29" y="394"/>
                  </a:cubicBezTo>
                  <a:cubicBezTo>
                    <a:pt x="33" y="395"/>
                    <a:pt x="36" y="396"/>
                    <a:pt x="40" y="397"/>
                  </a:cubicBezTo>
                  <a:cubicBezTo>
                    <a:pt x="44" y="397"/>
                    <a:pt x="48" y="398"/>
                    <a:pt x="52" y="399"/>
                  </a:cubicBezTo>
                  <a:cubicBezTo>
                    <a:pt x="56" y="399"/>
                    <a:pt x="60" y="400"/>
                    <a:pt x="64" y="401"/>
                  </a:cubicBezTo>
                  <a:cubicBezTo>
                    <a:pt x="68" y="401"/>
                    <a:pt x="73" y="401"/>
                    <a:pt x="78" y="401"/>
                  </a:cubicBezTo>
                  <a:cubicBezTo>
                    <a:pt x="82" y="402"/>
                    <a:pt x="87" y="402"/>
                    <a:pt x="92" y="402"/>
                  </a:cubicBezTo>
                  <a:cubicBezTo>
                    <a:pt x="97" y="402"/>
                    <a:pt x="102" y="401"/>
                    <a:pt x="107" y="401"/>
                  </a:cubicBezTo>
                  <a:cubicBezTo>
                    <a:pt x="118" y="401"/>
                    <a:pt x="129" y="398"/>
                    <a:pt x="141" y="396"/>
                  </a:cubicBezTo>
                  <a:cubicBezTo>
                    <a:pt x="152" y="392"/>
                    <a:pt x="164" y="389"/>
                    <a:pt x="176" y="383"/>
                  </a:cubicBezTo>
                  <a:cubicBezTo>
                    <a:pt x="199" y="372"/>
                    <a:pt x="222" y="356"/>
                    <a:pt x="241" y="337"/>
                  </a:cubicBezTo>
                  <a:cubicBezTo>
                    <a:pt x="260" y="318"/>
                    <a:pt x="277" y="298"/>
                    <a:pt x="291" y="279"/>
                  </a:cubicBezTo>
                  <a:cubicBezTo>
                    <a:pt x="306" y="259"/>
                    <a:pt x="319" y="241"/>
                    <a:pt x="332" y="223"/>
                  </a:cubicBezTo>
                  <a:cubicBezTo>
                    <a:pt x="346" y="206"/>
                    <a:pt x="359" y="190"/>
                    <a:pt x="373" y="175"/>
                  </a:cubicBezTo>
                  <a:cubicBezTo>
                    <a:pt x="376" y="171"/>
                    <a:pt x="380" y="167"/>
                    <a:pt x="383" y="164"/>
                  </a:cubicBezTo>
                  <a:cubicBezTo>
                    <a:pt x="386" y="161"/>
                    <a:pt x="388" y="159"/>
                    <a:pt x="391" y="156"/>
                  </a:cubicBezTo>
                  <a:cubicBezTo>
                    <a:pt x="406" y="77"/>
                    <a:pt x="469" y="14"/>
                    <a:pt x="548" y="0"/>
                  </a:cubicBezTo>
                  <a:cubicBezTo>
                    <a:pt x="219" y="44"/>
                    <a:pt x="304" y="429"/>
                    <a:pt x="0" y="38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Freeform 34">
              <a:extLst>
                <a:ext uri="{FF2B5EF4-FFF2-40B4-BE49-F238E27FC236}">
                  <a16:creationId xmlns:a16="http://schemas.microsoft.com/office/drawing/2014/main" id="{8621261E-D38E-4FD9-8C52-7FD93467A8F8}"/>
                </a:ext>
              </a:extLst>
            </p:cNvPr>
            <p:cNvSpPr>
              <a:spLocks/>
            </p:cNvSpPr>
            <p:nvPr/>
          </p:nvSpPr>
          <p:spPr bwMode="auto">
            <a:xfrm>
              <a:off x="9385300" y="2300288"/>
              <a:ext cx="793750" cy="815975"/>
            </a:xfrm>
            <a:custGeom>
              <a:avLst/>
              <a:gdLst>
                <a:gd name="T0" fmla="*/ 180 w 212"/>
                <a:gd name="T1" fmla="*/ 1 h 217"/>
                <a:gd name="T2" fmla="*/ 152 w 212"/>
                <a:gd name="T3" fmla="*/ 4 h 217"/>
                <a:gd name="T4" fmla="*/ 122 w 212"/>
                <a:gd name="T5" fmla="*/ 9 h 217"/>
                <a:gd name="T6" fmla="*/ 90 w 212"/>
                <a:gd name="T7" fmla="*/ 17 h 217"/>
                <a:gd name="T8" fmla="*/ 74 w 212"/>
                <a:gd name="T9" fmla="*/ 23 h 217"/>
                <a:gd name="T10" fmla="*/ 69 w 212"/>
                <a:gd name="T11" fmla="*/ 24 h 217"/>
                <a:gd name="T12" fmla="*/ 0 w 212"/>
                <a:gd name="T13" fmla="*/ 196 h 217"/>
                <a:gd name="T14" fmla="*/ 1 w 212"/>
                <a:gd name="T15" fmla="*/ 217 h 217"/>
                <a:gd name="T16" fmla="*/ 37 w 212"/>
                <a:gd name="T17" fmla="*/ 175 h 217"/>
                <a:gd name="T18" fmla="*/ 47 w 212"/>
                <a:gd name="T19" fmla="*/ 164 h 217"/>
                <a:gd name="T20" fmla="*/ 55 w 212"/>
                <a:gd name="T21" fmla="*/ 156 h 217"/>
                <a:gd name="T22" fmla="*/ 212 w 212"/>
                <a:gd name="T23" fmla="*/ 0 h 217"/>
                <a:gd name="T24" fmla="*/ 205 w 212"/>
                <a:gd name="T25" fmla="*/ 0 h 217"/>
                <a:gd name="T26" fmla="*/ 180 w 212"/>
                <a:gd name="T27" fmla="*/ 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217">
                  <a:moveTo>
                    <a:pt x="180" y="1"/>
                  </a:moveTo>
                  <a:cubicBezTo>
                    <a:pt x="172" y="2"/>
                    <a:pt x="162" y="2"/>
                    <a:pt x="152" y="4"/>
                  </a:cubicBezTo>
                  <a:cubicBezTo>
                    <a:pt x="143" y="5"/>
                    <a:pt x="133" y="7"/>
                    <a:pt x="122" y="9"/>
                  </a:cubicBezTo>
                  <a:cubicBezTo>
                    <a:pt x="112" y="11"/>
                    <a:pt x="101" y="14"/>
                    <a:pt x="90" y="17"/>
                  </a:cubicBezTo>
                  <a:cubicBezTo>
                    <a:pt x="85" y="19"/>
                    <a:pt x="79" y="21"/>
                    <a:pt x="74" y="23"/>
                  </a:cubicBezTo>
                  <a:cubicBezTo>
                    <a:pt x="72" y="23"/>
                    <a:pt x="71" y="24"/>
                    <a:pt x="69" y="24"/>
                  </a:cubicBezTo>
                  <a:cubicBezTo>
                    <a:pt x="26" y="69"/>
                    <a:pt x="0" y="129"/>
                    <a:pt x="0" y="196"/>
                  </a:cubicBezTo>
                  <a:cubicBezTo>
                    <a:pt x="0" y="203"/>
                    <a:pt x="0" y="210"/>
                    <a:pt x="1" y="217"/>
                  </a:cubicBezTo>
                  <a:cubicBezTo>
                    <a:pt x="13" y="202"/>
                    <a:pt x="24" y="188"/>
                    <a:pt x="37" y="175"/>
                  </a:cubicBezTo>
                  <a:cubicBezTo>
                    <a:pt x="40" y="171"/>
                    <a:pt x="44" y="167"/>
                    <a:pt x="47" y="164"/>
                  </a:cubicBezTo>
                  <a:cubicBezTo>
                    <a:pt x="50" y="161"/>
                    <a:pt x="52" y="159"/>
                    <a:pt x="55" y="156"/>
                  </a:cubicBezTo>
                  <a:cubicBezTo>
                    <a:pt x="70" y="77"/>
                    <a:pt x="133" y="14"/>
                    <a:pt x="212" y="0"/>
                  </a:cubicBezTo>
                  <a:cubicBezTo>
                    <a:pt x="210" y="0"/>
                    <a:pt x="208" y="0"/>
                    <a:pt x="205" y="0"/>
                  </a:cubicBezTo>
                  <a:cubicBezTo>
                    <a:pt x="197" y="0"/>
                    <a:pt x="189" y="0"/>
                    <a:pt x="180" y="1"/>
                  </a:cubicBezTo>
                  <a:close/>
                </a:path>
              </a:pathLst>
            </a:custGeom>
            <a:gradFill flip="none" rotWithShape="1">
              <a:gsLst>
                <a:gs pos="70000">
                  <a:srgbClr val="000000">
                    <a:alpha val="0"/>
                  </a:srgbClr>
                </a:gs>
                <a:gs pos="37000">
                  <a:srgbClr val="000000"/>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7" name="Group 106">
            <a:extLst>
              <a:ext uri="{FF2B5EF4-FFF2-40B4-BE49-F238E27FC236}">
                <a16:creationId xmlns:a16="http://schemas.microsoft.com/office/drawing/2014/main" id="{9E903449-9F20-447E-97BF-710BB7946BEC}"/>
              </a:ext>
            </a:extLst>
          </p:cNvPr>
          <p:cNvGrpSpPr/>
          <p:nvPr/>
        </p:nvGrpSpPr>
        <p:grpSpPr>
          <a:xfrm>
            <a:off x="6007100" y="2300288"/>
            <a:ext cx="2054226" cy="1614488"/>
            <a:chOff x="6007100" y="2300288"/>
            <a:chExt cx="2054226" cy="1614488"/>
          </a:xfrm>
        </p:grpSpPr>
        <p:sp>
          <p:nvSpPr>
            <p:cNvPr id="30" name="Freeform 20">
              <a:extLst>
                <a:ext uri="{FF2B5EF4-FFF2-40B4-BE49-F238E27FC236}">
                  <a16:creationId xmlns:a16="http://schemas.microsoft.com/office/drawing/2014/main" id="{1F401BBC-67C3-4CDF-8BB1-1A5B2F4F3AFE}"/>
                </a:ext>
              </a:extLst>
            </p:cNvPr>
            <p:cNvSpPr>
              <a:spLocks/>
            </p:cNvSpPr>
            <p:nvPr/>
          </p:nvSpPr>
          <p:spPr bwMode="auto">
            <a:xfrm>
              <a:off x="6007100" y="2300288"/>
              <a:ext cx="2054225" cy="1512888"/>
            </a:xfrm>
            <a:custGeom>
              <a:avLst/>
              <a:gdLst>
                <a:gd name="T0" fmla="*/ 541 w 548"/>
                <a:gd name="T1" fmla="*/ 0 h 402"/>
                <a:gd name="T2" fmla="*/ 516 w 548"/>
                <a:gd name="T3" fmla="*/ 1 h 402"/>
                <a:gd name="T4" fmla="*/ 488 w 548"/>
                <a:gd name="T5" fmla="*/ 4 h 402"/>
                <a:gd name="T6" fmla="*/ 458 w 548"/>
                <a:gd name="T7" fmla="*/ 9 h 402"/>
                <a:gd name="T8" fmla="*/ 426 w 548"/>
                <a:gd name="T9" fmla="*/ 17 h 402"/>
                <a:gd name="T10" fmla="*/ 409 w 548"/>
                <a:gd name="T11" fmla="*/ 23 h 402"/>
                <a:gd name="T12" fmla="*/ 392 w 548"/>
                <a:gd name="T13" fmla="*/ 29 h 402"/>
                <a:gd name="T14" fmla="*/ 375 w 548"/>
                <a:gd name="T15" fmla="*/ 37 h 402"/>
                <a:gd name="T16" fmla="*/ 358 w 548"/>
                <a:gd name="T17" fmla="*/ 46 h 402"/>
                <a:gd name="T18" fmla="*/ 341 w 548"/>
                <a:gd name="T19" fmla="*/ 55 h 402"/>
                <a:gd name="T20" fmla="*/ 325 w 548"/>
                <a:gd name="T21" fmla="*/ 66 h 402"/>
                <a:gd name="T22" fmla="*/ 293 w 548"/>
                <a:gd name="T23" fmla="*/ 91 h 402"/>
                <a:gd name="T24" fmla="*/ 238 w 548"/>
                <a:gd name="T25" fmla="*/ 151 h 402"/>
                <a:gd name="T26" fmla="*/ 215 w 548"/>
                <a:gd name="T27" fmla="*/ 184 h 402"/>
                <a:gd name="T28" fmla="*/ 215 w 548"/>
                <a:gd name="T29" fmla="*/ 192 h 402"/>
                <a:gd name="T30" fmla="*/ 21 w 548"/>
                <a:gd name="T31" fmla="*/ 386 h 402"/>
                <a:gd name="T32" fmla="*/ 0 w 548"/>
                <a:gd name="T33" fmla="*/ 385 h 402"/>
                <a:gd name="T34" fmla="*/ 11 w 548"/>
                <a:gd name="T35" fmla="*/ 389 h 402"/>
                <a:gd name="T36" fmla="*/ 29 w 548"/>
                <a:gd name="T37" fmla="*/ 394 h 402"/>
                <a:gd name="T38" fmla="*/ 40 w 548"/>
                <a:gd name="T39" fmla="*/ 397 h 402"/>
                <a:gd name="T40" fmla="*/ 51 w 548"/>
                <a:gd name="T41" fmla="*/ 399 h 402"/>
                <a:gd name="T42" fmla="*/ 64 w 548"/>
                <a:gd name="T43" fmla="*/ 401 h 402"/>
                <a:gd name="T44" fmla="*/ 77 w 548"/>
                <a:gd name="T45" fmla="*/ 401 h 402"/>
                <a:gd name="T46" fmla="*/ 92 w 548"/>
                <a:gd name="T47" fmla="*/ 402 h 402"/>
                <a:gd name="T48" fmla="*/ 107 w 548"/>
                <a:gd name="T49" fmla="*/ 401 h 402"/>
                <a:gd name="T50" fmla="*/ 140 w 548"/>
                <a:gd name="T51" fmla="*/ 396 h 402"/>
                <a:gd name="T52" fmla="*/ 176 w 548"/>
                <a:gd name="T53" fmla="*/ 383 h 402"/>
                <a:gd name="T54" fmla="*/ 241 w 548"/>
                <a:gd name="T55" fmla="*/ 337 h 402"/>
                <a:gd name="T56" fmla="*/ 291 w 548"/>
                <a:gd name="T57" fmla="*/ 279 h 402"/>
                <a:gd name="T58" fmla="*/ 332 w 548"/>
                <a:gd name="T59" fmla="*/ 223 h 402"/>
                <a:gd name="T60" fmla="*/ 373 w 548"/>
                <a:gd name="T61" fmla="*/ 175 h 402"/>
                <a:gd name="T62" fmla="*/ 383 w 548"/>
                <a:gd name="T63" fmla="*/ 164 h 402"/>
                <a:gd name="T64" fmla="*/ 391 w 548"/>
                <a:gd name="T65" fmla="*/ 156 h 402"/>
                <a:gd name="T66" fmla="*/ 548 w 548"/>
                <a:gd name="T67" fmla="*/ 0 h 402"/>
                <a:gd name="T68" fmla="*/ 541 w 548"/>
                <a:gd name="T69"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8" h="402">
                  <a:moveTo>
                    <a:pt x="541" y="0"/>
                  </a:moveTo>
                  <a:cubicBezTo>
                    <a:pt x="533" y="0"/>
                    <a:pt x="525" y="0"/>
                    <a:pt x="516" y="1"/>
                  </a:cubicBezTo>
                  <a:cubicBezTo>
                    <a:pt x="507" y="2"/>
                    <a:pt x="498" y="2"/>
                    <a:pt x="488" y="4"/>
                  </a:cubicBezTo>
                  <a:cubicBezTo>
                    <a:pt x="479" y="5"/>
                    <a:pt x="468" y="7"/>
                    <a:pt x="458" y="9"/>
                  </a:cubicBezTo>
                  <a:cubicBezTo>
                    <a:pt x="448" y="11"/>
                    <a:pt x="437" y="14"/>
                    <a:pt x="426" y="17"/>
                  </a:cubicBezTo>
                  <a:cubicBezTo>
                    <a:pt x="420" y="19"/>
                    <a:pt x="415" y="21"/>
                    <a:pt x="409" y="23"/>
                  </a:cubicBezTo>
                  <a:cubicBezTo>
                    <a:pt x="404" y="25"/>
                    <a:pt x="398" y="27"/>
                    <a:pt x="392" y="29"/>
                  </a:cubicBezTo>
                  <a:cubicBezTo>
                    <a:pt x="387" y="32"/>
                    <a:pt x="381" y="34"/>
                    <a:pt x="375" y="37"/>
                  </a:cubicBezTo>
                  <a:cubicBezTo>
                    <a:pt x="370" y="40"/>
                    <a:pt x="364" y="42"/>
                    <a:pt x="358" y="46"/>
                  </a:cubicBezTo>
                  <a:cubicBezTo>
                    <a:pt x="353" y="49"/>
                    <a:pt x="347" y="52"/>
                    <a:pt x="341" y="55"/>
                  </a:cubicBezTo>
                  <a:cubicBezTo>
                    <a:pt x="336" y="59"/>
                    <a:pt x="330" y="63"/>
                    <a:pt x="325" y="66"/>
                  </a:cubicBezTo>
                  <a:cubicBezTo>
                    <a:pt x="314" y="74"/>
                    <a:pt x="303" y="83"/>
                    <a:pt x="293" y="91"/>
                  </a:cubicBezTo>
                  <a:cubicBezTo>
                    <a:pt x="272" y="110"/>
                    <a:pt x="254" y="130"/>
                    <a:pt x="238" y="151"/>
                  </a:cubicBezTo>
                  <a:cubicBezTo>
                    <a:pt x="230" y="162"/>
                    <a:pt x="222" y="173"/>
                    <a:pt x="215" y="184"/>
                  </a:cubicBezTo>
                  <a:cubicBezTo>
                    <a:pt x="215" y="186"/>
                    <a:pt x="215" y="189"/>
                    <a:pt x="215" y="192"/>
                  </a:cubicBezTo>
                  <a:cubicBezTo>
                    <a:pt x="215" y="299"/>
                    <a:pt x="128" y="386"/>
                    <a:pt x="21" y="386"/>
                  </a:cubicBezTo>
                  <a:cubicBezTo>
                    <a:pt x="14" y="386"/>
                    <a:pt x="7" y="385"/>
                    <a:pt x="0" y="385"/>
                  </a:cubicBezTo>
                  <a:cubicBezTo>
                    <a:pt x="3" y="386"/>
                    <a:pt x="7" y="388"/>
                    <a:pt x="11" y="389"/>
                  </a:cubicBezTo>
                  <a:cubicBezTo>
                    <a:pt x="16" y="391"/>
                    <a:pt x="22" y="392"/>
                    <a:pt x="29" y="394"/>
                  </a:cubicBezTo>
                  <a:cubicBezTo>
                    <a:pt x="33" y="395"/>
                    <a:pt x="36" y="396"/>
                    <a:pt x="40" y="397"/>
                  </a:cubicBezTo>
                  <a:cubicBezTo>
                    <a:pt x="43" y="397"/>
                    <a:pt x="47" y="398"/>
                    <a:pt x="51" y="399"/>
                  </a:cubicBezTo>
                  <a:cubicBezTo>
                    <a:pt x="55" y="399"/>
                    <a:pt x="60" y="400"/>
                    <a:pt x="64" y="401"/>
                  </a:cubicBezTo>
                  <a:cubicBezTo>
                    <a:pt x="68" y="401"/>
                    <a:pt x="73" y="401"/>
                    <a:pt x="77" y="401"/>
                  </a:cubicBezTo>
                  <a:cubicBezTo>
                    <a:pt x="82" y="402"/>
                    <a:pt x="87" y="402"/>
                    <a:pt x="92" y="402"/>
                  </a:cubicBezTo>
                  <a:cubicBezTo>
                    <a:pt x="97" y="402"/>
                    <a:pt x="102" y="401"/>
                    <a:pt x="107" y="401"/>
                  </a:cubicBezTo>
                  <a:cubicBezTo>
                    <a:pt x="118" y="401"/>
                    <a:pt x="129" y="398"/>
                    <a:pt x="140" y="396"/>
                  </a:cubicBezTo>
                  <a:cubicBezTo>
                    <a:pt x="152" y="392"/>
                    <a:pt x="164" y="389"/>
                    <a:pt x="176" y="383"/>
                  </a:cubicBezTo>
                  <a:cubicBezTo>
                    <a:pt x="199" y="372"/>
                    <a:pt x="222" y="356"/>
                    <a:pt x="241" y="337"/>
                  </a:cubicBezTo>
                  <a:cubicBezTo>
                    <a:pt x="260" y="318"/>
                    <a:pt x="276" y="298"/>
                    <a:pt x="291" y="279"/>
                  </a:cubicBezTo>
                  <a:cubicBezTo>
                    <a:pt x="305" y="259"/>
                    <a:pt x="319" y="241"/>
                    <a:pt x="332" y="223"/>
                  </a:cubicBezTo>
                  <a:cubicBezTo>
                    <a:pt x="345" y="206"/>
                    <a:pt x="359" y="190"/>
                    <a:pt x="373" y="175"/>
                  </a:cubicBezTo>
                  <a:cubicBezTo>
                    <a:pt x="376" y="171"/>
                    <a:pt x="380" y="167"/>
                    <a:pt x="383" y="164"/>
                  </a:cubicBezTo>
                  <a:cubicBezTo>
                    <a:pt x="386" y="161"/>
                    <a:pt x="388" y="159"/>
                    <a:pt x="391" y="156"/>
                  </a:cubicBezTo>
                  <a:cubicBezTo>
                    <a:pt x="405" y="77"/>
                    <a:pt x="468" y="14"/>
                    <a:pt x="548" y="0"/>
                  </a:cubicBezTo>
                  <a:cubicBezTo>
                    <a:pt x="546" y="0"/>
                    <a:pt x="544" y="0"/>
                    <a:pt x="541"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21">
              <a:extLst>
                <a:ext uri="{FF2B5EF4-FFF2-40B4-BE49-F238E27FC236}">
                  <a16:creationId xmlns:a16="http://schemas.microsoft.com/office/drawing/2014/main" id="{55DD17EB-5CA3-4D55-B4A3-7722C52B6148}"/>
                </a:ext>
              </a:extLst>
            </p:cNvPr>
            <p:cNvSpPr>
              <a:spLocks/>
            </p:cNvSpPr>
            <p:nvPr/>
          </p:nvSpPr>
          <p:spPr bwMode="auto">
            <a:xfrm>
              <a:off x="6813550" y="2300288"/>
              <a:ext cx="1247775" cy="719138"/>
            </a:xfrm>
            <a:custGeom>
              <a:avLst/>
              <a:gdLst>
                <a:gd name="T0" fmla="*/ 23 w 333"/>
                <a:gd name="T1" fmla="*/ 158 h 191"/>
                <a:gd name="T2" fmla="*/ 78 w 333"/>
                <a:gd name="T3" fmla="*/ 99 h 191"/>
                <a:gd name="T4" fmla="*/ 110 w 333"/>
                <a:gd name="T5" fmla="*/ 74 h 191"/>
                <a:gd name="T6" fmla="*/ 126 w 333"/>
                <a:gd name="T7" fmla="*/ 62 h 191"/>
                <a:gd name="T8" fmla="*/ 143 w 333"/>
                <a:gd name="T9" fmla="*/ 53 h 191"/>
                <a:gd name="T10" fmla="*/ 160 w 333"/>
                <a:gd name="T11" fmla="*/ 44 h 191"/>
                <a:gd name="T12" fmla="*/ 177 w 333"/>
                <a:gd name="T13" fmla="*/ 36 h 191"/>
                <a:gd name="T14" fmla="*/ 194 w 333"/>
                <a:gd name="T15" fmla="*/ 30 h 191"/>
                <a:gd name="T16" fmla="*/ 211 w 333"/>
                <a:gd name="T17" fmla="*/ 24 h 191"/>
                <a:gd name="T18" fmla="*/ 243 w 333"/>
                <a:gd name="T19" fmla="*/ 16 h 191"/>
                <a:gd name="T20" fmla="*/ 273 w 333"/>
                <a:gd name="T21" fmla="*/ 11 h 191"/>
                <a:gd name="T22" fmla="*/ 288 w 333"/>
                <a:gd name="T23" fmla="*/ 9 h 191"/>
                <a:gd name="T24" fmla="*/ 333 w 333"/>
                <a:gd name="T25" fmla="*/ 0 h 191"/>
                <a:gd name="T26" fmla="*/ 326 w 333"/>
                <a:gd name="T27" fmla="*/ 0 h 191"/>
                <a:gd name="T28" fmla="*/ 301 w 333"/>
                <a:gd name="T29" fmla="*/ 1 h 191"/>
                <a:gd name="T30" fmla="*/ 273 w 333"/>
                <a:gd name="T31" fmla="*/ 4 h 191"/>
                <a:gd name="T32" fmla="*/ 243 w 333"/>
                <a:gd name="T33" fmla="*/ 9 h 191"/>
                <a:gd name="T34" fmla="*/ 211 w 333"/>
                <a:gd name="T35" fmla="*/ 17 h 191"/>
                <a:gd name="T36" fmla="*/ 194 w 333"/>
                <a:gd name="T37" fmla="*/ 23 h 191"/>
                <a:gd name="T38" fmla="*/ 177 w 333"/>
                <a:gd name="T39" fmla="*/ 29 h 191"/>
                <a:gd name="T40" fmla="*/ 160 w 333"/>
                <a:gd name="T41" fmla="*/ 37 h 191"/>
                <a:gd name="T42" fmla="*/ 143 w 333"/>
                <a:gd name="T43" fmla="*/ 46 h 191"/>
                <a:gd name="T44" fmla="*/ 126 w 333"/>
                <a:gd name="T45" fmla="*/ 55 h 191"/>
                <a:gd name="T46" fmla="*/ 110 w 333"/>
                <a:gd name="T47" fmla="*/ 66 h 191"/>
                <a:gd name="T48" fmla="*/ 78 w 333"/>
                <a:gd name="T49" fmla="*/ 91 h 191"/>
                <a:gd name="T50" fmla="*/ 23 w 333"/>
                <a:gd name="T51" fmla="*/ 151 h 191"/>
                <a:gd name="T52" fmla="*/ 0 w 333"/>
                <a:gd name="T53" fmla="*/ 184 h 191"/>
                <a:gd name="T54" fmla="*/ 0 w 333"/>
                <a:gd name="T55" fmla="*/ 191 h 191"/>
                <a:gd name="T56" fmla="*/ 23 w 333"/>
                <a:gd name="T57" fmla="*/ 15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3" h="191">
                  <a:moveTo>
                    <a:pt x="23" y="158"/>
                  </a:moveTo>
                  <a:cubicBezTo>
                    <a:pt x="39" y="137"/>
                    <a:pt x="57" y="117"/>
                    <a:pt x="78" y="99"/>
                  </a:cubicBezTo>
                  <a:cubicBezTo>
                    <a:pt x="88" y="90"/>
                    <a:pt x="99" y="81"/>
                    <a:pt x="110" y="74"/>
                  </a:cubicBezTo>
                  <a:cubicBezTo>
                    <a:pt x="115" y="70"/>
                    <a:pt x="121" y="66"/>
                    <a:pt x="126" y="62"/>
                  </a:cubicBezTo>
                  <a:cubicBezTo>
                    <a:pt x="132" y="59"/>
                    <a:pt x="138" y="56"/>
                    <a:pt x="143" y="53"/>
                  </a:cubicBezTo>
                  <a:cubicBezTo>
                    <a:pt x="149" y="49"/>
                    <a:pt x="155" y="47"/>
                    <a:pt x="160" y="44"/>
                  </a:cubicBezTo>
                  <a:cubicBezTo>
                    <a:pt x="166" y="41"/>
                    <a:pt x="172" y="39"/>
                    <a:pt x="177" y="36"/>
                  </a:cubicBezTo>
                  <a:cubicBezTo>
                    <a:pt x="183" y="34"/>
                    <a:pt x="189" y="32"/>
                    <a:pt x="194" y="30"/>
                  </a:cubicBezTo>
                  <a:cubicBezTo>
                    <a:pt x="200" y="28"/>
                    <a:pt x="205" y="26"/>
                    <a:pt x="211" y="24"/>
                  </a:cubicBezTo>
                  <a:cubicBezTo>
                    <a:pt x="222" y="21"/>
                    <a:pt x="233" y="18"/>
                    <a:pt x="243" y="16"/>
                  </a:cubicBezTo>
                  <a:cubicBezTo>
                    <a:pt x="253" y="14"/>
                    <a:pt x="264" y="12"/>
                    <a:pt x="273" y="11"/>
                  </a:cubicBezTo>
                  <a:cubicBezTo>
                    <a:pt x="278" y="10"/>
                    <a:pt x="283" y="9"/>
                    <a:pt x="288" y="9"/>
                  </a:cubicBezTo>
                  <a:cubicBezTo>
                    <a:pt x="302" y="5"/>
                    <a:pt x="317" y="2"/>
                    <a:pt x="333" y="0"/>
                  </a:cubicBezTo>
                  <a:cubicBezTo>
                    <a:pt x="331" y="0"/>
                    <a:pt x="329" y="0"/>
                    <a:pt x="326" y="0"/>
                  </a:cubicBezTo>
                  <a:cubicBezTo>
                    <a:pt x="318" y="0"/>
                    <a:pt x="310" y="0"/>
                    <a:pt x="301" y="1"/>
                  </a:cubicBezTo>
                  <a:cubicBezTo>
                    <a:pt x="292" y="2"/>
                    <a:pt x="283" y="2"/>
                    <a:pt x="273" y="4"/>
                  </a:cubicBezTo>
                  <a:cubicBezTo>
                    <a:pt x="264" y="5"/>
                    <a:pt x="253" y="7"/>
                    <a:pt x="243" y="9"/>
                  </a:cubicBezTo>
                  <a:cubicBezTo>
                    <a:pt x="233" y="11"/>
                    <a:pt x="222" y="14"/>
                    <a:pt x="211" y="17"/>
                  </a:cubicBezTo>
                  <a:cubicBezTo>
                    <a:pt x="205" y="19"/>
                    <a:pt x="200" y="21"/>
                    <a:pt x="194" y="23"/>
                  </a:cubicBezTo>
                  <a:cubicBezTo>
                    <a:pt x="189" y="25"/>
                    <a:pt x="183" y="27"/>
                    <a:pt x="177" y="29"/>
                  </a:cubicBezTo>
                  <a:cubicBezTo>
                    <a:pt x="172" y="32"/>
                    <a:pt x="166" y="34"/>
                    <a:pt x="160" y="37"/>
                  </a:cubicBezTo>
                  <a:cubicBezTo>
                    <a:pt x="155" y="40"/>
                    <a:pt x="149" y="42"/>
                    <a:pt x="143" y="46"/>
                  </a:cubicBezTo>
                  <a:cubicBezTo>
                    <a:pt x="138" y="49"/>
                    <a:pt x="132" y="52"/>
                    <a:pt x="126" y="55"/>
                  </a:cubicBezTo>
                  <a:cubicBezTo>
                    <a:pt x="121" y="59"/>
                    <a:pt x="115" y="63"/>
                    <a:pt x="110" y="66"/>
                  </a:cubicBezTo>
                  <a:cubicBezTo>
                    <a:pt x="99" y="74"/>
                    <a:pt x="88" y="83"/>
                    <a:pt x="78" y="91"/>
                  </a:cubicBezTo>
                  <a:cubicBezTo>
                    <a:pt x="57" y="110"/>
                    <a:pt x="39" y="130"/>
                    <a:pt x="23" y="151"/>
                  </a:cubicBezTo>
                  <a:cubicBezTo>
                    <a:pt x="15" y="162"/>
                    <a:pt x="7" y="173"/>
                    <a:pt x="0" y="184"/>
                  </a:cubicBezTo>
                  <a:cubicBezTo>
                    <a:pt x="0" y="186"/>
                    <a:pt x="0" y="188"/>
                    <a:pt x="0" y="191"/>
                  </a:cubicBezTo>
                  <a:cubicBezTo>
                    <a:pt x="7" y="180"/>
                    <a:pt x="15" y="169"/>
                    <a:pt x="23" y="158"/>
                  </a:cubicBez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22">
              <a:extLst>
                <a:ext uri="{FF2B5EF4-FFF2-40B4-BE49-F238E27FC236}">
                  <a16:creationId xmlns:a16="http://schemas.microsoft.com/office/drawing/2014/main" id="{7082DEB5-FAE4-4EE4-828B-CBC82533E528}"/>
                </a:ext>
              </a:extLst>
            </p:cNvPr>
            <p:cNvSpPr>
              <a:spLocks/>
            </p:cNvSpPr>
            <p:nvPr/>
          </p:nvSpPr>
          <p:spPr bwMode="auto">
            <a:xfrm>
              <a:off x="6007100" y="2300288"/>
              <a:ext cx="2054225" cy="1614488"/>
            </a:xfrm>
            <a:custGeom>
              <a:avLst/>
              <a:gdLst>
                <a:gd name="T0" fmla="*/ 0 w 548"/>
                <a:gd name="T1" fmla="*/ 385 h 429"/>
                <a:gd name="T2" fmla="*/ 11 w 548"/>
                <a:gd name="T3" fmla="*/ 389 h 429"/>
                <a:gd name="T4" fmla="*/ 29 w 548"/>
                <a:gd name="T5" fmla="*/ 394 h 429"/>
                <a:gd name="T6" fmla="*/ 40 w 548"/>
                <a:gd name="T7" fmla="*/ 397 h 429"/>
                <a:gd name="T8" fmla="*/ 51 w 548"/>
                <a:gd name="T9" fmla="*/ 399 h 429"/>
                <a:gd name="T10" fmla="*/ 64 w 548"/>
                <a:gd name="T11" fmla="*/ 401 h 429"/>
                <a:gd name="T12" fmla="*/ 77 w 548"/>
                <a:gd name="T13" fmla="*/ 401 h 429"/>
                <a:gd name="T14" fmla="*/ 92 w 548"/>
                <a:gd name="T15" fmla="*/ 402 h 429"/>
                <a:gd name="T16" fmla="*/ 107 w 548"/>
                <a:gd name="T17" fmla="*/ 401 h 429"/>
                <a:gd name="T18" fmla="*/ 140 w 548"/>
                <a:gd name="T19" fmla="*/ 396 h 429"/>
                <a:gd name="T20" fmla="*/ 176 w 548"/>
                <a:gd name="T21" fmla="*/ 383 h 429"/>
                <a:gd name="T22" fmla="*/ 241 w 548"/>
                <a:gd name="T23" fmla="*/ 337 h 429"/>
                <a:gd name="T24" fmla="*/ 291 w 548"/>
                <a:gd name="T25" fmla="*/ 279 h 429"/>
                <a:gd name="T26" fmla="*/ 332 w 548"/>
                <a:gd name="T27" fmla="*/ 223 h 429"/>
                <a:gd name="T28" fmla="*/ 373 w 548"/>
                <a:gd name="T29" fmla="*/ 175 h 429"/>
                <a:gd name="T30" fmla="*/ 383 w 548"/>
                <a:gd name="T31" fmla="*/ 164 h 429"/>
                <a:gd name="T32" fmla="*/ 391 w 548"/>
                <a:gd name="T33" fmla="*/ 156 h 429"/>
                <a:gd name="T34" fmla="*/ 548 w 548"/>
                <a:gd name="T35" fmla="*/ 0 h 429"/>
                <a:gd name="T36" fmla="*/ 0 w 548"/>
                <a:gd name="T37" fmla="*/ 385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8" h="429">
                  <a:moveTo>
                    <a:pt x="0" y="385"/>
                  </a:moveTo>
                  <a:cubicBezTo>
                    <a:pt x="3" y="386"/>
                    <a:pt x="7" y="388"/>
                    <a:pt x="11" y="389"/>
                  </a:cubicBezTo>
                  <a:cubicBezTo>
                    <a:pt x="16" y="391"/>
                    <a:pt x="22" y="392"/>
                    <a:pt x="29" y="394"/>
                  </a:cubicBezTo>
                  <a:cubicBezTo>
                    <a:pt x="33" y="395"/>
                    <a:pt x="36" y="396"/>
                    <a:pt x="40" y="397"/>
                  </a:cubicBezTo>
                  <a:cubicBezTo>
                    <a:pt x="43" y="397"/>
                    <a:pt x="47" y="398"/>
                    <a:pt x="51" y="399"/>
                  </a:cubicBezTo>
                  <a:cubicBezTo>
                    <a:pt x="55" y="399"/>
                    <a:pt x="60" y="400"/>
                    <a:pt x="64" y="401"/>
                  </a:cubicBezTo>
                  <a:cubicBezTo>
                    <a:pt x="68" y="401"/>
                    <a:pt x="73" y="401"/>
                    <a:pt x="77" y="401"/>
                  </a:cubicBezTo>
                  <a:cubicBezTo>
                    <a:pt x="82" y="402"/>
                    <a:pt x="87" y="402"/>
                    <a:pt x="92" y="402"/>
                  </a:cubicBezTo>
                  <a:cubicBezTo>
                    <a:pt x="97" y="402"/>
                    <a:pt x="102" y="401"/>
                    <a:pt x="107" y="401"/>
                  </a:cubicBezTo>
                  <a:cubicBezTo>
                    <a:pt x="118" y="401"/>
                    <a:pt x="129" y="398"/>
                    <a:pt x="140" y="396"/>
                  </a:cubicBezTo>
                  <a:cubicBezTo>
                    <a:pt x="152" y="392"/>
                    <a:pt x="164" y="389"/>
                    <a:pt x="176" y="383"/>
                  </a:cubicBezTo>
                  <a:cubicBezTo>
                    <a:pt x="199" y="372"/>
                    <a:pt x="222" y="356"/>
                    <a:pt x="241" y="337"/>
                  </a:cubicBezTo>
                  <a:cubicBezTo>
                    <a:pt x="260" y="318"/>
                    <a:pt x="276" y="298"/>
                    <a:pt x="291" y="279"/>
                  </a:cubicBezTo>
                  <a:cubicBezTo>
                    <a:pt x="305" y="259"/>
                    <a:pt x="319" y="241"/>
                    <a:pt x="332" y="223"/>
                  </a:cubicBezTo>
                  <a:cubicBezTo>
                    <a:pt x="345" y="206"/>
                    <a:pt x="359" y="190"/>
                    <a:pt x="373" y="175"/>
                  </a:cubicBezTo>
                  <a:cubicBezTo>
                    <a:pt x="376" y="171"/>
                    <a:pt x="380" y="167"/>
                    <a:pt x="383" y="164"/>
                  </a:cubicBezTo>
                  <a:cubicBezTo>
                    <a:pt x="386" y="161"/>
                    <a:pt x="388" y="159"/>
                    <a:pt x="391" y="156"/>
                  </a:cubicBezTo>
                  <a:cubicBezTo>
                    <a:pt x="405" y="77"/>
                    <a:pt x="468" y="14"/>
                    <a:pt x="548" y="0"/>
                  </a:cubicBezTo>
                  <a:cubicBezTo>
                    <a:pt x="219" y="44"/>
                    <a:pt x="304" y="429"/>
                    <a:pt x="0" y="385"/>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9" name="Freeform 39">
              <a:extLst>
                <a:ext uri="{FF2B5EF4-FFF2-40B4-BE49-F238E27FC236}">
                  <a16:creationId xmlns:a16="http://schemas.microsoft.com/office/drawing/2014/main" id="{349CE366-8034-4654-A493-2DC5047F602F}"/>
                </a:ext>
              </a:extLst>
            </p:cNvPr>
            <p:cNvSpPr>
              <a:spLocks/>
            </p:cNvSpPr>
            <p:nvPr/>
          </p:nvSpPr>
          <p:spPr bwMode="auto">
            <a:xfrm>
              <a:off x="7262813" y="2300288"/>
              <a:ext cx="798513" cy="815975"/>
            </a:xfrm>
            <a:custGeom>
              <a:avLst/>
              <a:gdLst>
                <a:gd name="T0" fmla="*/ 181 w 213"/>
                <a:gd name="T1" fmla="*/ 1 h 217"/>
                <a:gd name="T2" fmla="*/ 153 w 213"/>
                <a:gd name="T3" fmla="*/ 4 h 217"/>
                <a:gd name="T4" fmla="*/ 123 w 213"/>
                <a:gd name="T5" fmla="*/ 9 h 217"/>
                <a:gd name="T6" fmla="*/ 91 w 213"/>
                <a:gd name="T7" fmla="*/ 17 h 217"/>
                <a:gd name="T8" fmla="*/ 74 w 213"/>
                <a:gd name="T9" fmla="*/ 23 h 217"/>
                <a:gd name="T10" fmla="*/ 70 w 213"/>
                <a:gd name="T11" fmla="*/ 24 h 217"/>
                <a:gd name="T12" fmla="*/ 0 w 213"/>
                <a:gd name="T13" fmla="*/ 196 h 217"/>
                <a:gd name="T14" fmla="*/ 2 w 213"/>
                <a:gd name="T15" fmla="*/ 217 h 217"/>
                <a:gd name="T16" fmla="*/ 38 w 213"/>
                <a:gd name="T17" fmla="*/ 175 h 217"/>
                <a:gd name="T18" fmla="*/ 48 w 213"/>
                <a:gd name="T19" fmla="*/ 164 h 217"/>
                <a:gd name="T20" fmla="*/ 56 w 213"/>
                <a:gd name="T21" fmla="*/ 156 h 217"/>
                <a:gd name="T22" fmla="*/ 213 w 213"/>
                <a:gd name="T23" fmla="*/ 0 h 217"/>
                <a:gd name="T24" fmla="*/ 206 w 213"/>
                <a:gd name="T25" fmla="*/ 0 h 217"/>
                <a:gd name="T26" fmla="*/ 181 w 213"/>
                <a:gd name="T27" fmla="*/ 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3" h="217">
                  <a:moveTo>
                    <a:pt x="181" y="1"/>
                  </a:moveTo>
                  <a:cubicBezTo>
                    <a:pt x="172" y="2"/>
                    <a:pt x="163" y="2"/>
                    <a:pt x="153" y="4"/>
                  </a:cubicBezTo>
                  <a:cubicBezTo>
                    <a:pt x="144" y="5"/>
                    <a:pt x="133" y="7"/>
                    <a:pt x="123" y="9"/>
                  </a:cubicBezTo>
                  <a:cubicBezTo>
                    <a:pt x="113" y="11"/>
                    <a:pt x="102" y="14"/>
                    <a:pt x="91" y="17"/>
                  </a:cubicBezTo>
                  <a:cubicBezTo>
                    <a:pt x="85" y="19"/>
                    <a:pt x="80" y="21"/>
                    <a:pt x="74" y="23"/>
                  </a:cubicBezTo>
                  <a:cubicBezTo>
                    <a:pt x="73" y="23"/>
                    <a:pt x="71" y="24"/>
                    <a:pt x="70" y="24"/>
                  </a:cubicBezTo>
                  <a:cubicBezTo>
                    <a:pt x="27" y="69"/>
                    <a:pt x="0" y="129"/>
                    <a:pt x="0" y="196"/>
                  </a:cubicBezTo>
                  <a:cubicBezTo>
                    <a:pt x="0" y="203"/>
                    <a:pt x="1" y="210"/>
                    <a:pt x="2" y="217"/>
                  </a:cubicBezTo>
                  <a:cubicBezTo>
                    <a:pt x="13" y="202"/>
                    <a:pt x="25" y="188"/>
                    <a:pt x="38" y="175"/>
                  </a:cubicBezTo>
                  <a:cubicBezTo>
                    <a:pt x="41" y="171"/>
                    <a:pt x="45" y="167"/>
                    <a:pt x="48" y="164"/>
                  </a:cubicBezTo>
                  <a:cubicBezTo>
                    <a:pt x="51" y="161"/>
                    <a:pt x="53" y="159"/>
                    <a:pt x="56" y="156"/>
                  </a:cubicBezTo>
                  <a:cubicBezTo>
                    <a:pt x="70" y="77"/>
                    <a:pt x="133" y="14"/>
                    <a:pt x="213" y="0"/>
                  </a:cubicBezTo>
                  <a:cubicBezTo>
                    <a:pt x="211" y="0"/>
                    <a:pt x="209" y="0"/>
                    <a:pt x="206" y="0"/>
                  </a:cubicBezTo>
                  <a:cubicBezTo>
                    <a:pt x="198" y="0"/>
                    <a:pt x="190" y="0"/>
                    <a:pt x="181" y="1"/>
                  </a:cubicBezTo>
                  <a:close/>
                </a:path>
              </a:pathLst>
            </a:custGeom>
            <a:gradFill flip="none" rotWithShape="1">
              <a:gsLst>
                <a:gs pos="70000">
                  <a:srgbClr val="000000">
                    <a:alpha val="0"/>
                  </a:srgbClr>
                </a:gs>
                <a:gs pos="37000">
                  <a:srgbClr val="000000"/>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6" name="Group 105">
            <a:extLst>
              <a:ext uri="{FF2B5EF4-FFF2-40B4-BE49-F238E27FC236}">
                <a16:creationId xmlns:a16="http://schemas.microsoft.com/office/drawing/2014/main" id="{52E2AB6F-928E-4D98-B626-D05286B6EEFC}"/>
              </a:ext>
            </a:extLst>
          </p:cNvPr>
          <p:cNvGrpSpPr/>
          <p:nvPr/>
        </p:nvGrpSpPr>
        <p:grpSpPr>
          <a:xfrm>
            <a:off x="3890963" y="2300288"/>
            <a:ext cx="2052638" cy="1614488"/>
            <a:chOff x="3890963" y="2300288"/>
            <a:chExt cx="2052638" cy="1614488"/>
          </a:xfrm>
        </p:grpSpPr>
        <p:sp>
          <p:nvSpPr>
            <p:cNvPr id="33" name="Freeform 23">
              <a:extLst>
                <a:ext uri="{FF2B5EF4-FFF2-40B4-BE49-F238E27FC236}">
                  <a16:creationId xmlns:a16="http://schemas.microsoft.com/office/drawing/2014/main" id="{B7B2BACE-A431-4D68-8E5C-8622C7A67878}"/>
                </a:ext>
              </a:extLst>
            </p:cNvPr>
            <p:cNvSpPr>
              <a:spLocks/>
            </p:cNvSpPr>
            <p:nvPr/>
          </p:nvSpPr>
          <p:spPr bwMode="auto">
            <a:xfrm>
              <a:off x="3890963" y="2300288"/>
              <a:ext cx="2052638" cy="1512888"/>
            </a:xfrm>
            <a:custGeom>
              <a:avLst/>
              <a:gdLst>
                <a:gd name="T0" fmla="*/ 542 w 548"/>
                <a:gd name="T1" fmla="*/ 0 h 402"/>
                <a:gd name="T2" fmla="*/ 517 w 548"/>
                <a:gd name="T3" fmla="*/ 1 h 402"/>
                <a:gd name="T4" fmla="*/ 489 w 548"/>
                <a:gd name="T5" fmla="*/ 4 h 402"/>
                <a:gd name="T6" fmla="*/ 458 w 548"/>
                <a:gd name="T7" fmla="*/ 9 h 402"/>
                <a:gd name="T8" fmla="*/ 426 w 548"/>
                <a:gd name="T9" fmla="*/ 17 h 402"/>
                <a:gd name="T10" fmla="*/ 410 w 548"/>
                <a:gd name="T11" fmla="*/ 23 h 402"/>
                <a:gd name="T12" fmla="*/ 393 w 548"/>
                <a:gd name="T13" fmla="*/ 29 h 402"/>
                <a:gd name="T14" fmla="*/ 376 w 548"/>
                <a:gd name="T15" fmla="*/ 37 h 402"/>
                <a:gd name="T16" fmla="*/ 359 w 548"/>
                <a:gd name="T17" fmla="*/ 46 h 402"/>
                <a:gd name="T18" fmla="*/ 342 w 548"/>
                <a:gd name="T19" fmla="*/ 55 h 402"/>
                <a:gd name="T20" fmla="*/ 325 w 548"/>
                <a:gd name="T21" fmla="*/ 66 h 402"/>
                <a:gd name="T22" fmla="*/ 293 w 548"/>
                <a:gd name="T23" fmla="*/ 91 h 402"/>
                <a:gd name="T24" fmla="*/ 238 w 548"/>
                <a:gd name="T25" fmla="*/ 151 h 402"/>
                <a:gd name="T26" fmla="*/ 215 w 548"/>
                <a:gd name="T27" fmla="*/ 184 h 402"/>
                <a:gd name="T28" fmla="*/ 216 w 548"/>
                <a:gd name="T29" fmla="*/ 192 h 402"/>
                <a:gd name="T30" fmla="*/ 21 w 548"/>
                <a:gd name="T31" fmla="*/ 386 h 402"/>
                <a:gd name="T32" fmla="*/ 0 w 548"/>
                <a:gd name="T33" fmla="*/ 385 h 402"/>
                <a:gd name="T34" fmla="*/ 11 w 548"/>
                <a:gd name="T35" fmla="*/ 389 h 402"/>
                <a:gd name="T36" fmla="*/ 30 w 548"/>
                <a:gd name="T37" fmla="*/ 394 h 402"/>
                <a:gd name="T38" fmla="*/ 40 w 548"/>
                <a:gd name="T39" fmla="*/ 397 h 402"/>
                <a:gd name="T40" fmla="*/ 52 w 548"/>
                <a:gd name="T41" fmla="*/ 399 h 402"/>
                <a:gd name="T42" fmla="*/ 64 w 548"/>
                <a:gd name="T43" fmla="*/ 401 h 402"/>
                <a:gd name="T44" fmla="*/ 78 w 548"/>
                <a:gd name="T45" fmla="*/ 401 h 402"/>
                <a:gd name="T46" fmla="*/ 92 w 548"/>
                <a:gd name="T47" fmla="*/ 402 h 402"/>
                <a:gd name="T48" fmla="*/ 108 w 548"/>
                <a:gd name="T49" fmla="*/ 401 h 402"/>
                <a:gd name="T50" fmla="*/ 141 w 548"/>
                <a:gd name="T51" fmla="*/ 396 h 402"/>
                <a:gd name="T52" fmla="*/ 176 w 548"/>
                <a:gd name="T53" fmla="*/ 383 h 402"/>
                <a:gd name="T54" fmla="*/ 241 w 548"/>
                <a:gd name="T55" fmla="*/ 337 h 402"/>
                <a:gd name="T56" fmla="*/ 291 w 548"/>
                <a:gd name="T57" fmla="*/ 279 h 402"/>
                <a:gd name="T58" fmla="*/ 332 w 548"/>
                <a:gd name="T59" fmla="*/ 223 h 402"/>
                <a:gd name="T60" fmla="*/ 373 w 548"/>
                <a:gd name="T61" fmla="*/ 175 h 402"/>
                <a:gd name="T62" fmla="*/ 384 w 548"/>
                <a:gd name="T63" fmla="*/ 164 h 402"/>
                <a:gd name="T64" fmla="*/ 391 w 548"/>
                <a:gd name="T65" fmla="*/ 156 h 402"/>
                <a:gd name="T66" fmla="*/ 548 w 548"/>
                <a:gd name="T67" fmla="*/ 0 h 402"/>
                <a:gd name="T68" fmla="*/ 542 w 548"/>
                <a:gd name="T69"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8" h="402">
                  <a:moveTo>
                    <a:pt x="542" y="0"/>
                  </a:moveTo>
                  <a:cubicBezTo>
                    <a:pt x="534" y="0"/>
                    <a:pt x="525" y="0"/>
                    <a:pt x="517" y="1"/>
                  </a:cubicBezTo>
                  <a:cubicBezTo>
                    <a:pt x="508" y="2"/>
                    <a:pt x="498" y="2"/>
                    <a:pt x="489" y="4"/>
                  </a:cubicBezTo>
                  <a:cubicBezTo>
                    <a:pt x="479" y="5"/>
                    <a:pt x="469" y="7"/>
                    <a:pt x="458" y="9"/>
                  </a:cubicBezTo>
                  <a:cubicBezTo>
                    <a:pt x="448" y="11"/>
                    <a:pt x="437" y="14"/>
                    <a:pt x="426" y="17"/>
                  </a:cubicBezTo>
                  <a:cubicBezTo>
                    <a:pt x="421" y="19"/>
                    <a:pt x="415" y="21"/>
                    <a:pt x="410" y="23"/>
                  </a:cubicBezTo>
                  <a:cubicBezTo>
                    <a:pt x="404" y="25"/>
                    <a:pt x="398" y="27"/>
                    <a:pt x="393" y="29"/>
                  </a:cubicBezTo>
                  <a:cubicBezTo>
                    <a:pt x="387" y="32"/>
                    <a:pt x="382" y="34"/>
                    <a:pt x="376" y="37"/>
                  </a:cubicBezTo>
                  <a:cubicBezTo>
                    <a:pt x="370" y="40"/>
                    <a:pt x="364" y="42"/>
                    <a:pt x="359" y="46"/>
                  </a:cubicBezTo>
                  <a:cubicBezTo>
                    <a:pt x="353" y="49"/>
                    <a:pt x="348" y="52"/>
                    <a:pt x="342" y="55"/>
                  </a:cubicBezTo>
                  <a:cubicBezTo>
                    <a:pt x="336" y="59"/>
                    <a:pt x="331" y="63"/>
                    <a:pt x="325" y="66"/>
                  </a:cubicBezTo>
                  <a:cubicBezTo>
                    <a:pt x="314" y="74"/>
                    <a:pt x="304" y="83"/>
                    <a:pt x="293" y="91"/>
                  </a:cubicBezTo>
                  <a:cubicBezTo>
                    <a:pt x="273" y="110"/>
                    <a:pt x="254" y="130"/>
                    <a:pt x="238" y="151"/>
                  </a:cubicBezTo>
                  <a:cubicBezTo>
                    <a:pt x="230" y="162"/>
                    <a:pt x="222" y="173"/>
                    <a:pt x="215" y="184"/>
                  </a:cubicBezTo>
                  <a:cubicBezTo>
                    <a:pt x="215" y="186"/>
                    <a:pt x="216" y="189"/>
                    <a:pt x="216" y="192"/>
                  </a:cubicBezTo>
                  <a:cubicBezTo>
                    <a:pt x="216" y="299"/>
                    <a:pt x="129" y="386"/>
                    <a:pt x="21" y="386"/>
                  </a:cubicBezTo>
                  <a:cubicBezTo>
                    <a:pt x="14" y="386"/>
                    <a:pt x="7" y="385"/>
                    <a:pt x="0" y="385"/>
                  </a:cubicBezTo>
                  <a:cubicBezTo>
                    <a:pt x="3" y="386"/>
                    <a:pt x="7" y="388"/>
                    <a:pt x="11" y="389"/>
                  </a:cubicBezTo>
                  <a:cubicBezTo>
                    <a:pt x="17" y="391"/>
                    <a:pt x="23" y="392"/>
                    <a:pt x="30" y="394"/>
                  </a:cubicBezTo>
                  <a:cubicBezTo>
                    <a:pt x="33" y="395"/>
                    <a:pt x="37" y="396"/>
                    <a:pt x="40" y="397"/>
                  </a:cubicBezTo>
                  <a:cubicBezTo>
                    <a:pt x="44" y="397"/>
                    <a:pt x="48" y="398"/>
                    <a:pt x="52" y="399"/>
                  </a:cubicBezTo>
                  <a:cubicBezTo>
                    <a:pt x="56" y="399"/>
                    <a:pt x="60" y="400"/>
                    <a:pt x="64" y="401"/>
                  </a:cubicBezTo>
                  <a:cubicBezTo>
                    <a:pt x="69" y="401"/>
                    <a:pt x="73" y="401"/>
                    <a:pt x="78" y="401"/>
                  </a:cubicBezTo>
                  <a:cubicBezTo>
                    <a:pt x="82" y="402"/>
                    <a:pt x="87" y="402"/>
                    <a:pt x="92" y="402"/>
                  </a:cubicBezTo>
                  <a:cubicBezTo>
                    <a:pt x="97" y="402"/>
                    <a:pt x="102" y="401"/>
                    <a:pt x="108" y="401"/>
                  </a:cubicBezTo>
                  <a:cubicBezTo>
                    <a:pt x="118" y="401"/>
                    <a:pt x="129" y="398"/>
                    <a:pt x="141" y="396"/>
                  </a:cubicBezTo>
                  <a:cubicBezTo>
                    <a:pt x="152" y="392"/>
                    <a:pt x="164" y="389"/>
                    <a:pt x="176" y="383"/>
                  </a:cubicBezTo>
                  <a:cubicBezTo>
                    <a:pt x="200" y="372"/>
                    <a:pt x="222" y="356"/>
                    <a:pt x="241" y="337"/>
                  </a:cubicBezTo>
                  <a:cubicBezTo>
                    <a:pt x="261" y="318"/>
                    <a:pt x="277" y="298"/>
                    <a:pt x="291" y="279"/>
                  </a:cubicBezTo>
                  <a:cubicBezTo>
                    <a:pt x="306" y="259"/>
                    <a:pt x="319" y="241"/>
                    <a:pt x="332" y="223"/>
                  </a:cubicBezTo>
                  <a:cubicBezTo>
                    <a:pt x="346" y="206"/>
                    <a:pt x="359" y="190"/>
                    <a:pt x="373" y="175"/>
                  </a:cubicBezTo>
                  <a:cubicBezTo>
                    <a:pt x="377" y="171"/>
                    <a:pt x="380" y="167"/>
                    <a:pt x="384" y="164"/>
                  </a:cubicBezTo>
                  <a:cubicBezTo>
                    <a:pt x="386" y="161"/>
                    <a:pt x="389" y="159"/>
                    <a:pt x="391" y="156"/>
                  </a:cubicBezTo>
                  <a:cubicBezTo>
                    <a:pt x="406" y="77"/>
                    <a:pt x="469" y="14"/>
                    <a:pt x="548" y="0"/>
                  </a:cubicBezTo>
                  <a:cubicBezTo>
                    <a:pt x="546" y="0"/>
                    <a:pt x="544" y="0"/>
                    <a:pt x="542" y="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34" name="Freeform 24">
              <a:extLst>
                <a:ext uri="{FF2B5EF4-FFF2-40B4-BE49-F238E27FC236}">
                  <a16:creationId xmlns:a16="http://schemas.microsoft.com/office/drawing/2014/main" id="{278FAD19-348D-449C-B5DD-070CC8DB6582}"/>
                </a:ext>
              </a:extLst>
            </p:cNvPr>
            <p:cNvSpPr>
              <a:spLocks/>
            </p:cNvSpPr>
            <p:nvPr/>
          </p:nvSpPr>
          <p:spPr bwMode="auto">
            <a:xfrm>
              <a:off x="4695825" y="2300288"/>
              <a:ext cx="1247775" cy="719138"/>
            </a:xfrm>
            <a:custGeom>
              <a:avLst/>
              <a:gdLst>
                <a:gd name="T0" fmla="*/ 23 w 333"/>
                <a:gd name="T1" fmla="*/ 158 h 191"/>
                <a:gd name="T2" fmla="*/ 78 w 333"/>
                <a:gd name="T3" fmla="*/ 99 h 191"/>
                <a:gd name="T4" fmla="*/ 110 w 333"/>
                <a:gd name="T5" fmla="*/ 74 h 191"/>
                <a:gd name="T6" fmla="*/ 127 w 333"/>
                <a:gd name="T7" fmla="*/ 62 h 191"/>
                <a:gd name="T8" fmla="*/ 144 w 333"/>
                <a:gd name="T9" fmla="*/ 53 h 191"/>
                <a:gd name="T10" fmla="*/ 161 w 333"/>
                <a:gd name="T11" fmla="*/ 44 h 191"/>
                <a:gd name="T12" fmla="*/ 178 w 333"/>
                <a:gd name="T13" fmla="*/ 36 h 191"/>
                <a:gd name="T14" fmla="*/ 195 w 333"/>
                <a:gd name="T15" fmla="*/ 30 h 191"/>
                <a:gd name="T16" fmla="*/ 211 w 333"/>
                <a:gd name="T17" fmla="*/ 24 h 191"/>
                <a:gd name="T18" fmla="*/ 243 w 333"/>
                <a:gd name="T19" fmla="*/ 16 h 191"/>
                <a:gd name="T20" fmla="*/ 274 w 333"/>
                <a:gd name="T21" fmla="*/ 11 h 191"/>
                <a:gd name="T22" fmla="*/ 288 w 333"/>
                <a:gd name="T23" fmla="*/ 9 h 191"/>
                <a:gd name="T24" fmla="*/ 333 w 333"/>
                <a:gd name="T25" fmla="*/ 0 h 191"/>
                <a:gd name="T26" fmla="*/ 327 w 333"/>
                <a:gd name="T27" fmla="*/ 0 h 191"/>
                <a:gd name="T28" fmla="*/ 302 w 333"/>
                <a:gd name="T29" fmla="*/ 1 h 191"/>
                <a:gd name="T30" fmla="*/ 274 w 333"/>
                <a:gd name="T31" fmla="*/ 4 h 191"/>
                <a:gd name="T32" fmla="*/ 243 w 333"/>
                <a:gd name="T33" fmla="*/ 9 h 191"/>
                <a:gd name="T34" fmla="*/ 211 w 333"/>
                <a:gd name="T35" fmla="*/ 17 h 191"/>
                <a:gd name="T36" fmla="*/ 195 w 333"/>
                <a:gd name="T37" fmla="*/ 23 h 191"/>
                <a:gd name="T38" fmla="*/ 178 w 333"/>
                <a:gd name="T39" fmla="*/ 29 h 191"/>
                <a:gd name="T40" fmla="*/ 161 w 333"/>
                <a:gd name="T41" fmla="*/ 37 h 191"/>
                <a:gd name="T42" fmla="*/ 144 w 333"/>
                <a:gd name="T43" fmla="*/ 46 h 191"/>
                <a:gd name="T44" fmla="*/ 127 w 333"/>
                <a:gd name="T45" fmla="*/ 55 h 191"/>
                <a:gd name="T46" fmla="*/ 110 w 333"/>
                <a:gd name="T47" fmla="*/ 66 h 191"/>
                <a:gd name="T48" fmla="*/ 78 w 333"/>
                <a:gd name="T49" fmla="*/ 91 h 191"/>
                <a:gd name="T50" fmla="*/ 23 w 333"/>
                <a:gd name="T51" fmla="*/ 151 h 191"/>
                <a:gd name="T52" fmla="*/ 0 w 333"/>
                <a:gd name="T53" fmla="*/ 184 h 191"/>
                <a:gd name="T54" fmla="*/ 0 w 333"/>
                <a:gd name="T55" fmla="*/ 191 h 191"/>
                <a:gd name="T56" fmla="*/ 23 w 333"/>
                <a:gd name="T57" fmla="*/ 15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3" h="191">
                  <a:moveTo>
                    <a:pt x="23" y="158"/>
                  </a:moveTo>
                  <a:cubicBezTo>
                    <a:pt x="39" y="137"/>
                    <a:pt x="58" y="117"/>
                    <a:pt x="78" y="99"/>
                  </a:cubicBezTo>
                  <a:cubicBezTo>
                    <a:pt x="89" y="90"/>
                    <a:pt x="99" y="81"/>
                    <a:pt x="110" y="74"/>
                  </a:cubicBezTo>
                  <a:cubicBezTo>
                    <a:pt x="116" y="70"/>
                    <a:pt x="121" y="66"/>
                    <a:pt x="127" y="62"/>
                  </a:cubicBezTo>
                  <a:cubicBezTo>
                    <a:pt x="133" y="59"/>
                    <a:pt x="138" y="56"/>
                    <a:pt x="144" y="53"/>
                  </a:cubicBezTo>
                  <a:cubicBezTo>
                    <a:pt x="149" y="49"/>
                    <a:pt x="155" y="47"/>
                    <a:pt x="161" y="44"/>
                  </a:cubicBezTo>
                  <a:cubicBezTo>
                    <a:pt x="167" y="41"/>
                    <a:pt x="172" y="39"/>
                    <a:pt x="178" y="36"/>
                  </a:cubicBezTo>
                  <a:cubicBezTo>
                    <a:pt x="183" y="34"/>
                    <a:pt x="189" y="32"/>
                    <a:pt x="195" y="30"/>
                  </a:cubicBezTo>
                  <a:cubicBezTo>
                    <a:pt x="200" y="28"/>
                    <a:pt x="206" y="26"/>
                    <a:pt x="211" y="24"/>
                  </a:cubicBezTo>
                  <a:cubicBezTo>
                    <a:pt x="222" y="21"/>
                    <a:pt x="233" y="18"/>
                    <a:pt x="243" y="16"/>
                  </a:cubicBezTo>
                  <a:cubicBezTo>
                    <a:pt x="254" y="14"/>
                    <a:pt x="264" y="12"/>
                    <a:pt x="274" y="11"/>
                  </a:cubicBezTo>
                  <a:cubicBezTo>
                    <a:pt x="279" y="10"/>
                    <a:pt x="284" y="9"/>
                    <a:pt x="288" y="9"/>
                  </a:cubicBezTo>
                  <a:cubicBezTo>
                    <a:pt x="303" y="5"/>
                    <a:pt x="317" y="2"/>
                    <a:pt x="333" y="0"/>
                  </a:cubicBezTo>
                  <a:cubicBezTo>
                    <a:pt x="331" y="0"/>
                    <a:pt x="329" y="0"/>
                    <a:pt x="327" y="0"/>
                  </a:cubicBezTo>
                  <a:cubicBezTo>
                    <a:pt x="319" y="0"/>
                    <a:pt x="310" y="0"/>
                    <a:pt x="302" y="1"/>
                  </a:cubicBezTo>
                  <a:cubicBezTo>
                    <a:pt x="293" y="2"/>
                    <a:pt x="283" y="2"/>
                    <a:pt x="274" y="4"/>
                  </a:cubicBezTo>
                  <a:cubicBezTo>
                    <a:pt x="264" y="5"/>
                    <a:pt x="254" y="7"/>
                    <a:pt x="243" y="9"/>
                  </a:cubicBezTo>
                  <a:cubicBezTo>
                    <a:pt x="233" y="11"/>
                    <a:pt x="222" y="14"/>
                    <a:pt x="211" y="17"/>
                  </a:cubicBezTo>
                  <a:cubicBezTo>
                    <a:pt x="206" y="19"/>
                    <a:pt x="200" y="21"/>
                    <a:pt x="195" y="23"/>
                  </a:cubicBezTo>
                  <a:cubicBezTo>
                    <a:pt x="189" y="25"/>
                    <a:pt x="183" y="27"/>
                    <a:pt x="178" y="29"/>
                  </a:cubicBezTo>
                  <a:cubicBezTo>
                    <a:pt x="172" y="32"/>
                    <a:pt x="167" y="34"/>
                    <a:pt x="161" y="37"/>
                  </a:cubicBezTo>
                  <a:cubicBezTo>
                    <a:pt x="155" y="40"/>
                    <a:pt x="149" y="42"/>
                    <a:pt x="144" y="46"/>
                  </a:cubicBezTo>
                  <a:cubicBezTo>
                    <a:pt x="138" y="49"/>
                    <a:pt x="133" y="52"/>
                    <a:pt x="127" y="55"/>
                  </a:cubicBezTo>
                  <a:cubicBezTo>
                    <a:pt x="121" y="59"/>
                    <a:pt x="116" y="63"/>
                    <a:pt x="110" y="66"/>
                  </a:cubicBezTo>
                  <a:cubicBezTo>
                    <a:pt x="99" y="74"/>
                    <a:pt x="89" y="83"/>
                    <a:pt x="78" y="91"/>
                  </a:cubicBezTo>
                  <a:cubicBezTo>
                    <a:pt x="58" y="110"/>
                    <a:pt x="39" y="130"/>
                    <a:pt x="23" y="151"/>
                  </a:cubicBezTo>
                  <a:cubicBezTo>
                    <a:pt x="15" y="162"/>
                    <a:pt x="7" y="173"/>
                    <a:pt x="0" y="184"/>
                  </a:cubicBezTo>
                  <a:cubicBezTo>
                    <a:pt x="0" y="186"/>
                    <a:pt x="0" y="188"/>
                    <a:pt x="0" y="191"/>
                  </a:cubicBezTo>
                  <a:cubicBezTo>
                    <a:pt x="8" y="180"/>
                    <a:pt x="15" y="169"/>
                    <a:pt x="23" y="158"/>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27">
              <a:extLst>
                <a:ext uri="{FF2B5EF4-FFF2-40B4-BE49-F238E27FC236}">
                  <a16:creationId xmlns:a16="http://schemas.microsoft.com/office/drawing/2014/main" id="{85DBC723-EEDF-4F4A-86B4-3AF45FCF6E38}"/>
                </a:ext>
              </a:extLst>
            </p:cNvPr>
            <p:cNvSpPr>
              <a:spLocks/>
            </p:cNvSpPr>
            <p:nvPr/>
          </p:nvSpPr>
          <p:spPr bwMode="auto">
            <a:xfrm>
              <a:off x="3890963" y="2300288"/>
              <a:ext cx="2052638" cy="1614488"/>
            </a:xfrm>
            <a:custGeom>
              <a:avLst/>
              <a:gdLst>
                <a:gd name="T0" fmla="*/ 0 w 548"/>
                <a:gd name="T1" fmla="*/ 385 h 429"/>
                <a:gd name="T2" fmla="*/ 11 w 548"/>
                <a:gd name="T3" fmla="*/ 389 h 429"/>
                <a:gd name="T4" fmla="*/ 30 w 548"/>
                <a:gd name="T5" fmla="*/ 394 h 429"/>
                <a:gd name="T6" fmla="*/ 40 w 548"/>
                <a:gd name="T7" fmla="*/ 397 h 429"/>
                <a:gd name="T8" fmla="*/ 52 w 548"/>
                <a:gd name="T9" fmla="*/ 399 h 429"/>
                <a:gd name="T10" fmla="*/ 64 w 548"/>
                <a:gd name="T11" fmla="*/ 401 h 429"/>
                <a:gd name="T12" fmla="*/ 78 w 548"/>
                <a:gd name="T13" fmla="*/ 401 h 429"/>
                <a:gd name="T14" fmla="*/ 92 w 548"/>
                <a:gd name="T15" fmla="*/ 402 h 429"/>
                <a:gd name="T16" fmla="*/ 108 w 548"/>
                <a:gd name="T17" fmla="*/ 401 h 429"/>
                <a:gd name="T18" fmla="*/ 141 w 548"/>
                <a:gd name="T19" fmla="*/ 396 h 429"/>
                <a:gd name="T20" fmla="*/ 176 w 548"/>
                <a:gd name="T21" fmla="*/ 383 h 429"/>
                <a:gd name="T22" fmla="*/ 241 w 548"/>
                <a:gd name="T23" fmla="*/ 337 h 429"/>
                <a:gd name="T24" fmla="*/ 291 w 548"/>
                <a:gd name="T25" fmla="*/ 279 h 429"/>
                <a:gd name="T26" fmla="*/ 332 w 548"/>
                <a:gd name="T27" fmla="*/ 223 h 429"/>
                <a:gd name="T28" fmla="*/ 373 w 548"/>
                <a:gd name="T29" fmla="*/ 175 h 429"/>
                <a:gd name="T30" fmla="*/ 384 w 548"/>
                <a:gd name="T31" fmla="*/ 164 h 429"/>
                <a:gd name="T32" fmla="*/ 391 w 548"/>
                <a:gd name="T33" fmla="*/ 156 h 429"/>
                <a:gd name="T34" fmla="*/ 548 w 548"/>
                <a:gd name="T35" fmla="*/ 0 h 429"/>
                <a:gd name="T36" fmla="*/ 0 w 548"/>
                <a:gd name="T37" fmla="*/ 385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8" h="429">
                  <a:moveTo>
                    <a:pt x="0" y="385"/>
                  </a:moveTo>
                  <a:cubicBezTo>
                    <a:pt x="3" y="386"/>
                    <a:pt x="7" y="388"/>
                    <a:pt x="11" y="389"/>
                  </a:cubicBezTo>
                  <a:cubicBezTo>
                    <a:pt x="17" y="391"/>
                    <a:pt x="23" y="392"/>
                    <a:pt x="30" y="394"/>
                  </a:cubicBezTo>
                  <a:cubicBezTo>
                    <a:pt x="33" y="395"/>
                    <a:pt x="37" y="396"/>
                    <a:pt x="40" y="397"/>
                  </a:cubicBezTo>
                  <a:cubicBezTo>
                    <a:pt x="44" y="397"/>
                    <a:pt x="48" y="398"/>
                    <a:pt x="52" y="399"/>
                  </a:cubicBezTo>
                  <a:cubicBezTo>
                    <a:pt x="56" y="399"/>
                    <a:pt x="60" y="400"/>
                    <a:pt x="64" y="401"/>
                  </a:cubicBezTo>
                  <a:cubicBezTo>
                    <a:pt x="69" y="401"/>
                    <a:pt x="73" y="401"/>
                    <a:pt x="78" y="401"/>
                  </a:cubicBezTo>
                  <a:cubicBezTo>
                    <a:pt x="82" y="402"/>
                    <a:pt x="87" y="402"/>
                    <a:pt x="92" y="402"/>
                  </a:cubicBezTo>
                  <a:cubicBezTo>
                    <a:pt x="97" y="402"/>
                    <a:pt x="102" y="401"/>
                    <a:pt x="108" y="401"/>
                  </a:cubicBezTo>
                  <a:cubicBezTo>
                    <a:pt x="118" y="401"/>
                    <a:pt x="129" y="398"/>
                    <a:pt x="141" y="396"/>
                  </a:cubicBezTo>
                  <a:cubicBezTo>
                    <a:pt x="152" y="392"/>
                    <a:pt x="164" y="389"/>
                    <a:pt x="176" y="383"/>
                  </a:cubicBezTo>
                  <a:cubicBezTo>
                    <a:pt x="200" y="372"/>
                    <a:pt x="222" y="356"/>
                    <a:pt x="241" y="337"/>
                  </a:cubicBezTo>
                  <a:cubicBezTo>
                    <a:pt x="261" y="318"/>
                    <a:pt x="277" y="298"/>
                    <a:pt x="291" y="279"/>
                  </a:cubicBezTo>
                  <a:cubicBezTo>
                    <a:pt x="306" y="259"/>
                    <a:pt x="319" y="241"/>
                    <a:pt x="332" y="223"/>
                  </a:cubicBezTo>
                  <a:cubicBezTo>
                    <a:pt x="346" y="206"/>
                    <a:pt x="359" y="190"/>
                    <a:pt x="373" y="175"/>
                  </a:cubicBezTo>
                  <a:cubicBezTo>
                    <a:pt x="377" y="171"/>
                    <a:pt x="380" y="167"/>
                    <a:pt x="384" y="164"/>
                  </a:cubicBezTo>
                  <a:cubicBezTo>
                    <a:pt x="386" y="161"/>
                    <a:pt x="389" y="159"/>
                    <a:pt x="391" y="156"/>
                  </a:cubicBezTo>
                  <a:cubicBezTo>
                    <a:pt x="406" y="77"/>
                    <a:pt x="469" y="14"/>
                    <a:pt x="548" y="0"/>
                  </a:cubicBezTo>
                  <a:cubicBezTo>
                    <a:pt x="219" y="44"/>
                    <a:pt x="304" y="429"/>
                    <a:pt x="0" y="385"/>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2" name="Freeform 42">
              <a:extLst>
                <a:ext uri="{FF2B5EF4-FFF2-40B4-BE49-F238E27FC236}">
                  <a16:creationId xmlns:a16="http://schemas.microsoft.com/office/drawing/2014/main" id="{F9B7BA67-CC22-478D-8E95-F6D1A291A1A4}"/>
                </a:ext>
              </a:extLst>
            </p:cNvPr>
            <p:cNvSpPr>
              <a:spLocks/>
            </p:cNvSpPr>
            <p:nvPr/>
          </p:nvSpPr>
          <p:spPr bwMode="auto">
            <a:xfrm>
              <a:off x="5149850" y="2300288"/>
              <a:ext cx="793750" cy="815975"/>
            </a:xfrm>
            <a:custGeom>
              <a:avLst/>
              <a:gdLst>
                <a:gd name="T0" fmla="*/ 181 w 212"/>
                <a:gd name="T1" fmla="*/ 1 h 217"/>
                <a:gd name="T2" fmla="*/ 153 w 212"/>
                <a:gd name="T3" fmla="*/ 4 h 217"/>
                <a:gd name="T4" fmla="*/ 122 w 212"/>
                <a:gd name="T5" fmla="*/ 9 h 217"/>
                <a:gd name="T6" fmla="*/ 90 w 212"/>
                <a:gd name="T7" fmla="*/ 17 h 217"/>
                <a:gd name="T8" fmla="*/ 74 w 212"/>
                <a:gd name="T9" fmla="*/ 23 h 217"/>
                <a:gd name="T10" fmla="*/ 70 w 212"/>
                <a:gd name="T11" fmla="*/ 24 h 217"/>
                <a:gd name="T12" fmla="*/ 0 w 212"/>
                <a:gd name="T13" fmla="*/ 196 h 217"/>
                <a:gd name="T14" fmla="*/ 1 w 212"/>
                <a:gd name="T15" fmla="*/ 217 h 217"/>
                <a:gd name="T16" fmla="*/ 37 w 212"/>
                <a:gd name="T17" fmla="*/ 175 h 217"/>
                <a:gd name="T18" fmla="*/ 48 w 212"/>
                <a:gd name="T19" fmla="*/ 164 h 217"/>
                <a:gd name="T20" fmla="*/ 55 w 212"/>
                <a:gd name="T21" fmla="*/ 156 h 217"/>
                <a:gd name="T22" fmla="*/ 212 w 212"/>
                <a:gd name="T23" fmla="*/ 0 h 217"/>
                <a:gd name="T24" fmla="*/ 206 w 212"/>
                <a:gd name="T25" fmla="*/ 0 h 217"/>
                <a:gd name="T26" fmla="*/ 181 w 212"/>
                <a:gd name="T27" fmla="*/ 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217">
                  <a:moveTo>
                    <a:pt x="181" y="1"/>
                  </a:moveTo>
                  <a:cubicBezTo>
                    <a:pt x="172" y="2"/>
                    <a:pt x="162" y="2"/>
                    <a:pt x="153" y="4"/>
                  </a:cubicBezTo>
                  <a:cubicBezTo>
                    <a:pt x="143" y="5"/>
                    <a:pt x="133" y="7"/>
                    <a:pt x="122" y="9"/>
                  </a:cubicBezTo>
                  <a:cubicBezTo>
                    <a:pt x="112" y="11"/>
                    <a:pt x="101" y="14"/>
                    <a:pt x="90" y="17"/>
                  </a:cubicBezTo>
                  <a:cubicBezTo>
                    <a:pt x="85" y="19"/>
                    <a:pt x="79" y="21"/>
                    <a:pt x="74" y="23"/>
                  </a:cubicBezTo>
                  <a:cubicBezTo>
                    <a:pt x="72" y="23"/>
                    <a:pt x="71" y="24"/>
                    <a:pt x="70" y="24"/>
                  </a:cubicBezTo>
                  <a:cubicBezTo>
                    <a:pt x="26" y="69"/>
                    <a:pt x="0" y="129"/>
                    <a:pt x="0" y="196"/>
                  </a:cubicBezTo>
                  <a:cubicBezTo>
                    <a:pt x="0" y="203"/>
                    <a:pt x="0" y="210"/>
                    <a:pt x="1" y="217"/>
                  </a:cubicBezTo>
                  <a:cubicBezTo>
                    <a:pt x="13" y="202"/>
                    <a:pt x="25" y="188"/>
                    <a:pt x="37" y="175"/>
                  </a:cubicBezTo>
                  <a:cubicBezTo>
                    <a:pt x="41" y="171"/>
                    <a:pt x="44" y="167"/>
                    <a:pt x="48" y="164"/>
                  </a:cubicBezTo>
                  <a:cubicBezTo>
                    <a:pt x="50" y="161"/>
                    <a:pt x="53" y="159"/>
                    <a:pt x="55" y="156"/>
                  </a:cubicBezTo>
                  <a:cubicBezTo>
                    <a:pt x="70" y="77"/>
                    <a:pt x="133" y="14"/>
                    <a:pt x="212" y="0"/>
                  </a:cubicBezTo>
                  <a:cubicBezTo>
                    <a:pt x="210" y="0"/>
                    <a:pt x="208" y="0"/>
                    <a:pt x="206" y="0"/>
                  </a:cubicBezTo>
                  <a:cubicBezTo>
                    <a:pt x="198" y="0"/>
                    <a:pt x="189" y="0"/>
                    <a:pt x="181" y="1"/>
                  </a:cubicBezTo>
                  <a:close/>
                </a:path>
              </a:pathLst>
            </a:custGeom>
            <a:gradFill flip="none" rotWithShape="1">
              <a:gsLst>
                <a:gs pos="70000">
                  <a:srgbClr val="000000">
                    <a:alpha val="0"/>
                  </a:srgbClr>
                </a:gs>
                <a:gs pos="37000">
                  <a:srgbClr val="000000"/>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5" name="Group 104">
            <a:extLst>
              <a:ext uri="{FF2B5EF4-FFF2-40B4-BE49-F238E27FC236}">
                <a16:creationId xmlns:a16="http://schemas.microsoft.com/office/drawing/2014/main" id="{CFAB66BC-052A-4162-924F-D990F05939E1}"/>
              </a:ext>
            </a:extLst>
          </p:cNvPr>
          <p:cNvGrpSpPr/>
          <p:nvPr/>
        </p:nvGrpSpPr>
        <p:grpSpPr>
          <a:xfrm>
            <a:off x="1798638" y="2300288"/>
            <a:ext cx="2054225" cy="1614488"/>
            <a:chOff x="1798638" y="2300288"/>
            <a:chExt cx="2054225" cy="1614488"/>
          </a:xfrm>
        </p:grpSpPr>
        <p:sp>
          <p:nvSpPr>
            <p:cNvPr id="35" name="Freeform 25">
              <a:extLst>
                <a:ext uri="{FF2B5EF4-FFF2-40B4-BE49-F238E27FC236}">
                  <a16:creationId xmlns:a16="http://schemas.microsoft.com/office/drawing/2014/main" id="{5AB71E24-D6CF-438F-B6B4-6937C0A9055B}"/>
                </a:ext>
              </a:extLst>
            </p:cNvPr>
            <p:cNvSpPr>
              <a:spLocks/>
            </p:cNvSpPr>
            <p:nvPr/>
          </p:nvSpPr>
          <p:spPr bwMode="auto">
            <a:xfrm>
              <a:off x="1798638" y="2300288"/>
              <a:ext cx="2054225" cy="1512888"/>
            </a:xfrm>
            <a:custGeom>
              <a:avLst/>
              <a:gdLst>
                <a:gd name="T0" fmla="*/ 541 w 548"/>
                <a:gd name="T1" fmla="*/ 0 h 402"/>
                <a:gd name="T2" fmla="*/ 516 w 548"/>
                <a:gd name="T3" fmla="*/ 1 h 402"/>
                <a:gd name="T4" fmla="*/ 488 w 548"/>
                <a:gd name="T5" fmla="*/ 4 h 402"/>
                <a:gd name="T6" fmla="*/ 458 w 548"/>
                <a:gd name="T7" fmla="*/ 9 h 402"/>
                <a:gd name="T8" fmla="*/ 426 w 548"/>
                <a:gd name="T9" fmla="*/ 17 h 402"/>
                <a:gd name="T10" fmla="*/ 409 w 548"/>
                <a:gd name="T11" fmla="*/ 23 h 402"/>
                <a:gd name="T12" fmla="*/ 393 w 548"/>
                <a:gd name="T13" fmla="*/ 29 h 402"/>
                <a:gd name="T14" fmla="*/ 376 w 548"/>
                <a:gd name="T15" fmla="*/ 37 h 402"/>
                <a:gd name="T16" fmla="*/ 359 w 548"/>
                <a:gd name="T17" fmla="*/ 46 h 402"/>
                <a:gd name="T18" fmla="*/ 342 w 548"/>
                <a:gd name="T19" fmla="*/ 55 h 402"/>
                <a:gd name="T20" fmla="*/ 325 w 548"/>
                <a:gd name="T21" fmla="*/ 66 h 402"/>
                <a:gd name="T22" fmla="*/ 293 w 548"/>
                <a:gd name="T23" fmla="*/ 91 h 402"/>
                <a:gd name="T24" fmla="*/ 238 w 548"/>
                <a:gd name="T25" fmla="*/ 151 h 402"/>
                <a:gd name="T26" fmla="*/ 215 w 548"/>
                <a:gd name="T27" fmla="*/ 184 h 402"/>
                <a:gd name="T28" fmla="*/ 215 w 548"/>
                <a:gd name="T29" fmla="*/ 192 h 402"/>
                <a:gd name="T30" fmla="*/ 21 w 548"/>
                <a:gd name="T31" fmla="*/ 386 h 402"/>
                <a:gd name="T32" fmla="*/ 0 w 548"/>
                <a:gd name="T33" fmla="*/ 385 h 402"/>
                <a:gd name="T34" fmla="*/ 11 w 548"/>
                <a:gd name="T35" fmla="*/ 389 h 402"/>
                <a:gd name="T36" fmla="*/ 29 w 548"/>
                <a:gd name="T37" fmla="*/ 394 h 402"/>
                <a:gd name="T38" fmla="*/ 40 w 548"/>
                <a:gd name="T39" fmla="*/ 397 h 402"/>
                <a:gd name="T40" fmla="*/ 52 w 548"/>
                <a:gd name="T41" fmla="*/ 399 h 402"/>
                <a:gd name="T42" fmla="*/ 64 w 548"/>
                <a:gd name="T43" fmla="*/ 401 h 402"/>
                <a:gd name="T44" fmla="*/ 78 w 548"/>
                <a:gd name="T45" fmla="*/ 401 h 402"/>
                <a:gd name="T46" fmla="*/ 92 w 548"/>
                <a:gd name="T47" fmla="*/ 402 h 402"/>
                <a:gd name="T48" fmla="*/ 107 w 548"/>
                <a:gd name="T49" fmla="*/ 401 h 402"/>
                <a:gd name="T50" fmla="*/ 141 w 548"/>
                <a:gd name="T51" fmla="*/ 396 h 402"/>
                <a:gd name="T52" fmla="*/ 176 w 548"/>
                <a:gd name="T53" fmla="*/ 383 h 402"/>
                <a:gd name="T54" fmla="*/ 241 w 548"/>
                <a:gd name="T55" fmla="*/ 337 h 402"/>
                <a:gd name="T56" fmla="*/ 291 w 548"/>
                <a:gd name="T57" fmla="*/ 279 h 402"/>
                <a:gd name="T58" fmla="*/ 332 w 548"/>
                <a:gd name="T59" fmla="*/ 223 h 402"/>
                <a:gd name="T60" fmla="*/ 373 w 548"/>
                <a:gd name="T61" fmla="*/ 175 h 402"/>
                <a:gd name="T62" fmla="*/ 383 w 548"/>
                <a:gd name="T63" fmla="*/ 164 h 402"/>
                <a:gd name="T64" fmla="*/ 391 w 548"/>
                <a:gd name="T65" fmla="*/ 156 h 402"/>
                <a:gd name="T66" fmla="*/ 548 w 548"/>
                <a:gd name="T67" fmla="*/ 0 h 402"/>
                <a:gd name="T68" fmla="*/ 541 w 548"/>
                <a:gd name="T69"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8" h="402">
                  <a:moveTo>
                    <a:pt x="541" y="0"/>
                  </a:moveTo>
                  <a:cubicBezTo>
                    <a:pt x="533" y="0"/>
                    <a:pt x="525" y="0"/>
                    <a:pt x="516" y="1"/>
                  </a:cubicBezTo>
                  <a:cubicBezTo>
                    <a:pt x="507" y="2"/>
                    <a:pt x="498" y="2"/>
                    <a:pt x="488" y="4"/>
                  </a:cubicBezTo>
                  <a:cubicBezTo>
                    <a:pt x="479" y="5"/>
                    <a:pt x="469" y="7"/>
                    <a:pt x="458" y="9"/>
                  </a:cubicBezTo>
                  <a:cubicBezTo>
                    <a:pt x="448" y="11"/>
                    <a:pt x="437" y="14"/>
                    <a:pt x="426" y="17"/>
                  </a:cubicBezTo>
                  <a:cubicBezTo>
                    <a:pt x="420" y="19"/>
                    <a:pt x="415" y="21"/>
                    <a:pt x="409" y="23"/>
                  </a:cubicBezTo>
                  <a:cubicBezTo>
                    <a:pt x="404" y="25"/>
                    <a:pt x="398" y="27"/>
                    <a:pt x="393" y="29"/>
                  </a:cubicBezTo>
                  <a:cubicBezTo>
                    <a:pt x="387" y="32"/>
                    <a:pt x="381" y="34"/>
                    <a:pt x="376" y="37"/>
                  </a:cubicBezTo>
                  <a:cubicBezTo>
                    <a:pt x="370" y="40"/>
                    <a:pt x="364" y="42"/>
                    <a:pt x="359" y="46"/>
                  </a:cubicBezTo>
                  <a:cubicBezTo>
                    <a:pt x="353" y="49"/>
                    <a:pt x="347" y="52"/>
                    <a:pt x="342" y="55"/>
                  </a:cubicBezTo>
                  <a:cubicBezTo>
                    <a:pt x="336" y="59"/>
                    <a:pt x="331" y="63"/>
                    <a:pt x="325" y="66"/>
                  </a:cubicBezTo>
                  <a:cubicBezTo>
                    <a:pt x="314" y="74"/>
                    <a:pt x="304" y="83"/>
                    <a:pt x="293" y="91"/>
                  </a:cubicBezTo>
                  <a:cubicBezTo>
                    <a:pt x="273" y="110"/>
                    <a:pt x="254" y="130"/>
                    <a:pt x="238" y="151"/>
                  </a:cubicBezTo>
                  <a:cubicBezTo>
                    <a:pt x="230" y="162"/>
                    <a:pt x="222" y="173"/>
                    <a:pt x="215" y="184"/>
                  </a:cubicBezTo>
                  <a:cubicBezTo>
                    <a:pt x="215" y="186"/>
                    <a:pt x="215" y="189"/>
                    <a:pt x="215" y="192"/>
                  </a:cubicBezTo>
                  <a:cubicBezTo>
                    <a:pt x="215" y="299"/>
                    <a:pt x="128" y="386"/>
                    <a:pt x="21" y="386"/>
                  </a:cubicBezTo>
                  <a:cubicBezTo>
                    <a:pt x="14" y="386"/>
                    <a:pt x="7" y="385"/>
                    <a:pt x="0" y="385"/>
                  </a:cubicBezTo>
                  <a:cubicBezTo>
                    <a:pt x="3" y="386"/>
                    <a:pt x="7" y="388"/>
                    <a:pt x="11" y="389"/>
                  </a:cubicBezTo>
                  <a:cubicBezTo>
                    <a:pt x="16" y="391"/>
                    <a:pt x="23" y="392"/>
                    <a:pt x="29" y="394"/>
                  </a:cubicBezTo>
                  <a:cubicBezTo>
                    <a:pt x="33" y="395"/>
                    <a:pt x="36" y="396"/>
                    <a:pt x="40" y="397"/>
                  </a:cubicBezTo>
                  <a:cubicBezTo>
                    <a:pt x="44" y="397"/>
                    <a:pt x="48" y="398"/>
                    <a:pt x="52" y="399"/>
                  </a:cubicBezTo>
                  <a:cubicBezTo>
                    <a:pt x="56" y="399"/>
                    <a:pt x="60" y="400"/>
                    <a:pt x="64" y="401"/>
                  </a:cubicBezTo>
                  <a:cubicBezTo>
                    <a:pt x="68" y="401"/>
                    <a:pt x="73" y="401"/>
                    <a:pt x="78" y="401"/>
                  </a:cubicBezTo>
                  <a:cubicBezTo>
                    <a:pt x="82" y="402"/>
                    <a:pt x="87" y="402"/>
                    <a:pt x="92" y="402"/>
                  </a:cubicBezTo>
                  <a:cubicBezTo>
                    <a:pt x="97" y="402"/>
                    <a:pt x="102" y="401"/>
                    <a:pt x="107" y="401"/>
                  </a:cubicBezTo>
                  <a:cubicBezTo>
                    <a:pt x="118" y="401"/>
                    <a:pt x="129" y="398"/>
                    <a:pt x="141" y="396"/>
                  </a:cubicBezTo>
                  <a:cubicBezTo>
                    <a:pt x="152" y="392"/>
                    <a:pt x="164" y="389"/>
                    <a:pt x="176" y="383"/>
                  </a:cubicBezTo>
                  <a:cubicBezTo>
                    <a:pt x="199" y="372"/>
                    <a:pt x="222" y="356"/>
                    <a:pt x="241" y="337"/>
                  </a:cubicBezTo>
                  <a:cubicBezTo>
                    <a:pt x="260" y="318"/>
                    <a:pt x="277" y="298"/>
                    <a:pt x="291" y="279"/>
                  </a:cubicBezTo>
                  <a:cubicBezTo>
                    <a:pt x="306" y="259"/>
                    <a:pt x="319" y="241"/>
                    <a:pt x="332" y="223"/>
                  </a:cubicBezTo>
                  <a:cubicBezTo>
                    <a:pt x="346" y="206"/>
                    <a:pt x="359" y="190"/>
                    <a:pt x="373" y="175"/>
                  </a:cubicBezTo>
                  <a:cubicBezTo>
                    <a:pt x="376" y="171"/>
                    <a:pt x="380" y="167"/>
                    <a:pt x="383" y="164"/>
                  </a:cubicBezTo>
                  <a:cubicBezTo>
                    <a:pt x="386" y="161"/>
                    <a:pt x="388" y="159"/>
                    <a:pt x="391" y="156"/>
                  </a:cubicBezTo>
                  <a:cubicBezTo>
                    <a:pt x="406" y="77"/>
                    <a:pt x="469" y="14"/>
                    <a:pt x="548" y="0"/>
                  </a:cubicBezTo>
                  <a:cubicBezTo>
                    <a:pt x="546" y="0"/>
                    <a:pt x="544" y="0"/>
                    <a:pt x="54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26">
              <a:extLst>
                <a:ext uri="{FF2B5EF4-FFF2-40B4-BE49-F238E27FC236}">
                  <a16:creationId xmlns:a16="http://schemas.microsoft.com/office/drawing/2014/main" id="{3915C140-F654-4B1E-8FA8-4FC642534A68}"/>
                </a:ext>
              </a:extLst>
            </p:cNvPr>
            <p:cNvSpPr>
              <a:spLocks/>
            </p:cNvSpPr>
            <p:nvPr/>
          </p:nvSpPr>
          <p:spPr bwMode="auto">
            <a:xfrm>
              <a:off x="2605088" y="2300288"/>
              <a:ext cx="1247775" cy="722313"/>
            </a:xfrm>
            <a:custGeom>
              <a:avLst/>
              <a:gdLst>
                <a:gd name="T0" fmla="*/ 0 w 333"/>
                <a:gd name="T1" fmla="*/ 192 h 192"/>
                <a:gd name="T2" fmla="*/ 23 w 333"/>
                <a:gd name="T3" fmla="*/ 160 h 192"/>
                <a:gd name="T4" fmla="*/ 78 w 333"/>
                <a:gd name="T5" fmla="*/ 100 h 192"/>
                <a:gd name="T6" fmla="*/ 110 w 333"/>
                <a:gd name="T7" fmla="*/ 75 h 192"/>
                <a:gd name="T8" fmla="*/ 127 w 333"/>
                <a:gd name="T9" fmla="*/ 64 h 192"/>
                <a:gd name="T10" fmla="*/ 144 w 333"/>
                <a:gd name="T11" fmla="*/ 54 h 192"/>
                <a:gd name="T12" fmla="*/ 161 w 333"/>
                <a:gd name="T13" fmla="*/ 45 h 192"/>
                <a:gd name="T14" fmla="*/ 178 w 333"/>
                <a:gd name="T15" fmla="*/ 37 h 192"/>
                <a:gd name="T16" fmla="*/ 194 w 333"/>
                <a:gd name="T17" fmla="*/ 31 h 192"/>
                <a:gd name="T18" fmla="*/ 211 w 333"/>
                <a:gd name="T19" fmla="*/ 25 h 192"/>
                <a:gd name="T20" fmla="*/ 243 w 333"/>
                <a:gd name="T21" fmla="*/ 17 h 192"/>
                <a:gd name="T22" fmla="*/ 273 w 333"/>
                <a:gd name="T23" fmla="*/ 12 h 192"/>
                <a:gd name="T24" fmla="*/ 282 w 333"/>
                <a:gd name="T25" fmla="*/ 11 h 192"/>
                <a:gd name="T26" fmla="*/ 333 w 333"/>
                <a:gd name="T27" fmla="*/ 0 h 192"/>
                <a:gd name="T28" fmla="*/ 326 w 333"/>
                <a:gd name="T29" fmla="*/ 0 h 192"/>
                <a:gd name="T30" fmla="*/ 301 w 333"/>
                <a:gd name="T31" fmla="*/ 1 h 192"/>
                <a:gd name="T32" fmla="*/ 273 w 333"/>
                <a:gd name="T33" fmla="*/ 4 h 192"/>
                <a:gd name="T34" fmla="*/ 243 w 333"/>
                <a:gd name="T35" fmla="*/ 9 h 192"/>
                <a:gd name="T36" fmla="*/ 211 w 333"/>
                <a:gd name="T37" fmla="*/ 17 h 192"/>
                <a:gd name="T38" fmla="*/ 194 w 333"/>
                <a:gd name="T39" fmla="*/ 23 h 192"/>
                <a:gd name="T40" fmla="*/ 178 w 333"/>
                <a:gd name="T41" fmla="*/ 29 h 192"/>
                <a:gd name="T42" fmla="*/ 161 w 333"/>
                <a:gd name="T43" fmla="*/ 37 h 192"/>
                <a:gd name="T44" fmla="*/ 144 w 333"/>
                <a:gd name="T45" fmla="*/ 46 h 192"/>
                <a:gd name="T46" fmla="*/ 127 w 333"/>
                <a:gd name="T47" fmla="*/ 55 h 192"/>
                <a:gd name="T48" fmla="*/ 110 w 333"/>
                <a:gd name="T49" fmla="*/ 66 h 192"/>
                <a:gd name="T50" fmla="*/ 78 w 333"/>
                <a:gd name="T51" fmla="*/ 91 h 192"/>
                <a:gd name="T52" fmla="*/ 23 w 333"/>
                <a:gd name="T53" fmla="*/ 151 h 192"/>
                <a:gd name="T54" fmla="*/ 0 w 333"/>
                <a:gd name="T55" fmla="*/ 184 h 192"/>
                <a:gd name="T56" fmla="*/ 0 w 333"/>
                <a:gd name="T57" fmla="*/ 192 h 192"/>
                <a:gd name="T58" fmla="*/ 0 w 333"/>
                <a:gd name="T5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3" h="192">
                  <a:moveTo>
                    <a:pt x="0" y="192"/>
                  </a:moveTo>
                  <a:cubicBezTo>
                    <a:pt x="7" y="181"/>
                    <a:pt x="15" y="170"/>
                    <a:pt x="23" y="160"/>
                  </a:cubicBezTo>
                  <a:cubicBezTo>
                    <a:pt x="39" y="138"/>
                    <a:pt x="58" y="118"/>
                    <a:pt x="78" y="100"/>
                  </a:cubicBezTo>
                  <a:cubicBezTo>
                    <a:pt x="89" y="91"/>
                    <a:pt x="99" y="82"/>
                    <a:pt x="110" y="75"/>
                  </a:cubicBezTo>
                  <a:cubicBezTo>
                    <a:pt x="116" y="71"/>
                    <a:pt x="121" y="67"/>
                    <a:pt x="127" y="64"/>
                  </a:cubicBezTo>
                  <a:cubicBezTo>
                    <a:pt x="132" y="60"/>
                    <a:pt x="138" y="57"/>
                    <a:pt x="144" y="54"/>
                  </a:cubicBezTo>
                  <a:cubicBezTo>
                    <a:pt x="149" y="50"/>
                    <a:pt x="155" y="48"/>
                    <a:pt x="161" y="45"/>
                  </a:cubicBezTo>
                  <a:cubicBezTo>
                    <a:pt x="166" y="43"/>
                    <a:pt x="172" y="40"/>
                    <a:pt x="178" y="37"/>
                  </a:cubicBezTo>
                  <a:cubicBezTo>
                    <a:pt x="183" y="35"/>
                    <a:pt x="189" y="33"/>
                    <a:pt x="194" y="31"/>
                  </a:cubicBezTo>
                  <a:cubicBezTo>
                    <a:pt x="200" y="29"/>
                    <a:pt x="205" y="27"/>
                    <a:pt x="211" y="25"/>
                  </a:cubicBezTo>
                  <a:cubicBezTo>
                    <a:pt x="222" y="22"/>
                    <a:pt x="233" y="19"/>
                    <a:pt x="243" y="17"/>
                  </a:cubicBezTo>
                  <a:cubicBezTo>
                    <a:pt x="254" y="15"/>
                    <a:pt x="264" y="13"/>
                    <a:pt x="273" y="12"/>
                  </a:cubicBezTo>
                  <a:cubicBezTo>
                    <a:pt x="276" y="11"/>
                    <a:pt x="279" y="11"/>
                    <a:pt x="282" y="11"/>
                  </a:cubicBezTo>
                  <a:cubicBezTo>
                    <a:pt x="298" y="6"/>
                    <a:pt x="315" y="3"/>
                    <a:pt x="333" y="0"/>
                  </a:cubicBezTo>
                  <a:cubicBezTo>
                    <a:pt x="331" y="0"/>
                    <a:pt x="329" y="0"/>
                    <a:pt x="326" y="0"/>
                  </a:cubicBezTo>
                  <a:cubicBezTo>
                    <a:pt x="318" y="0"/>
                    <a:pt x="310" y="0"/>
                    <a:pt x="301" y="1"/>
                  </a:cubicBezTo>
                  <a:cubicBezTo>
                    <a:pt x="292" y="2"/>
                    <a:pt x="283" y="2"/>
                    <a:pt x="273" y="4"/>
                  </a:cubicBezTo>
                  <a:cubicBezTo>
                    <a:pt x="264" y="5"/>
                    <a:pt x="254" y="7"/>
                    <a:pt x="243" y="9"/>
                  </a:cubicBezTo>
                  <a:cubicBezTo>
                    <a:pt x="233" y="11"/>
                    <a:pt x="222" y="14"/>
                    <a:pt x="211" y="17"/>
                  </a:cubicBezTo>
                  <a:cubicBezTo>
                    <a:pt x="205" y="19"/>
                    <a:pt x="200" y="21"/>
                    <a:pt x="194" y="23"/>
                  </a:cubicBezTo>
                  <a:cubicBezTo>
                    <a:pt x="189" y="25"/>
                    <a:pt x="183" y="27"/>
                    <a:pt x="178" y="29"/>
                  </a:cubicBezTo>
                  <a:cubicBezTo>
                    <a:pt x="172" y="32"/>
                    <a:pt x="166" y="34"/>
                    <a:pt x="161" y="37"/>
                  </a:cubicBezTo>
                  <a:cubicBezTo>
                    <a:pt x="155" y="40"/>
                    <a:pt x="149" y="42"/>
                    <a:pt x="144" y="46"/>
                  </a:cubicBezTo>
                  <a:cubicBezTo>
                    <a:pt x="138" y="49"/>
                    <a:pt x="132" y="52"/>
                    <a:pt x="127" y="55"/>
                  </a:cubicBezTo>
                  <a:cubicBezTo>
                    <a:pt x="121" y="59"/>
                    <a:pt x="116" y="63"/>
                    <a:pt x="110" y="66"/>
                  </a:cubicBezTo>
                  <a:cubicBezTo>
                    <a:pt x="99" y="74"/>
                    <a:pt x="89" y="83"/>
                    <a:pt x="78" y="91"/>
                  </a:cubicBezTo>
                  <a:cubicBezTo>
                    <a:pt x="58" y="110"/>
                    <a:pt x="39" y="130"/>
                    <a:pt x="23" y="151"/>
                  </a:cubicBezTo>
                  <a:cubicBezTo>
                    <a:pt x="15" y="162"/>
                    <a:pt x="7" y="173"/>
                    <a:pt x="0" y="184"/>
                  </a:cubicBezTo>
                  <a:cubicBezTo>
                    <a:pt x="0" y="186"/>
                    <a:pt x="0" y="189"/>
                    <a:pt x="0" y="192"/>
                  </a:cubicBezTo>
                  <a:cubicBezTo>
                    <a:pt x="0" y="192"/>
                    <a:pt x="0" y="192"/>
                    <a:pt x="0" y="19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28">
              <a:extLst>
                <a:ext uri="{FF2B5EF4-FFF2-40B4-BE49-F238E27FC236}">
                  <a16:creationId xmlns:a16="http://schemas.microsoft.com/office/drawing/2014/main" id="{DF7A73D0-D4C0-405F-AC2F-D487878D5D22}"/>
                </a:ext>
              </a:extLst>
            </p:cNvPr>
            <p:cNvSpPr>
              <a:spLocks/>
            </p:cNvSpPr>
            <p:nvPr/>
          </p:nvSpPr>
          <p:spPr bwMode="auto">
            <a:xfrm>
              <a:off x="1798638" y="2300288"/>
              <a:ext cx="2054225" cy="1614488"/>
            </a:xfrm>
            <a:custGeom>
              <a:avLst/>
              <a:gdLst>
                <a:gd name="T0" fmla="*/ 0 w 548"/>
                <a:gd name="T1" fmla="*/ 385 h 429"/>
                <a:gd name="T2" fmla="*/ 11 w 548"/>
                <a:gd name="T3" fmla="*/ 389 h 429"/>
                <a:gd name="T4" fmla="*/ 29 w 548"/>
                <a:gd name="T5" fmla="*/ 394 h 429"/>
                <a:gd name="T6" fmla="*/ 40 w 548"/>
                <a:gd name="T7" fmla="*/ 397 h 429"/>
                <a:gd name="T8" fmla="*/ 52 w 548"/>
                <a:gd name="T9" fmla="*/ 399 h 429"/>
                <a:gd name="T10" fmla="*/ 64 w 548"/>
                <a:gd name="T11" fmla="*/ 401 h 429"/>
                <a:gd name="T12" fmla="*/ 78 w 548"/>
                <a:gd name="T13" fmla="*/ 401 h 429"/>
                <a:gd name="T14" fmla="*/ 92 w 548"/>
                <a:gd name="T15" fmla="*/ 402 h 429"/>
                <a:gd name="T16" fmla="*/ 107 w 548"/>
                <a:gd name="T17" fmla="*/ 401 h 429"/>
                <a:gd name="T18" fmla="*/ 141 w 548"/>
                <a:gd name="T19" fmla="*/ 396 h 429"/>
                <a:gd name="T20" fmla="*/ 176 w 548"/>
                <a:gd name="T21" fmla="*/ 383 h 429"/>
                <a:gd name="T22" fmla="*/ 241 w 548"/>
                <a:gd name="T23" fmla="*/ 337 h 429"/>
                <a:gd name="T24" fmla="*/ 291 w 548"/>
                <a:gd name="T25" fmla="*/ 279 h 429"/>
                <a:gd name="T26" fmla="*/ 332 w 548"/>
                <a:gd name="T27" fmla="*/ 223 h 429"/>
                <a:gd name="T28" fmla="*/ 373 w 548"/>
                <a:gd name="T29" fmla="*/ 175 h 429"/>
                <a:gd name="T30" fmla="*/ 383 w 548"/>
                <a:gd name="T31" fmla="*/ 164 h 429"/>
                <a:gd name="T32" fmla="*/ 391 w 548"/>
                <a:gd name="T33" fmla="*/ 156 h 429"/>
                <a:gd name="T34" fmla="*/ 548 w 548"/>
                <a:gd name="T35" fmla="*/ 0 h 429"/>
                <a:gd name="T36" fmla="*/ 0 w 548"/>
                <a:gd name="T37" fmla="*/ 385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8" h="429">
                  <a:moveTo>
                    <a:pt x="0" y="385"/>
                  </a:moveTo>
                  <a:cubicBezTo>
                    <a:pt x="3" y="386"/>
                    <a:pt x="7" y="388"/>
                    <a:pt x="11" y="389"/>
                  </a:cubicBezTo>
                  <a:cubicBezTo>
                    <a:pt x="16" y="391"/>
                    <a:pt x="23" y="392"/>
                    <a:pt x="29" y="394"/>
                  </a:cubicBezTo>
                  <a:cubicBezTo>
                    <a:pt x="33" y="395"/>
                    <a:pt x="36" y="396"/>
                    <a:pt x="40" y="397"/>
                  </a:cubicBezTo>
                  <a:cubicBezTo>
                    <a:pt x="44" y="397"/>
                    <a:pt x="48" y="398"/>
                    <a:pt x="52" y="399"/>
                  </a:cubicBezTo>
                  <a:cubicBezTo>
                    <a:pt x="56" y="399"/>
                    <a:pt x="60" y="400"/>
                    <a:pt x="64" y="401"/>
                  </a:cubicBezTo>
                  <a:cubicBezTo>
                    <a:pt x="68" y="401"/>
                    <a:pt x="73" y="401"/>
                    <a:pt x="78" y="401"/>
                  </a:cubicBezTo>
                  <a:cubicBezTo>
                    <a:pt x="82" y="402"/>
                    <a:pt x="87" y="402"/>
                    <a:pt x="92" y="402"/>
                  </a:cubicBezTo>
                  <a:cubicBezTo>
                    <a:pt x="97" y="402"/>
                    <a:pt x="102" y="401"/>
                    <a:pt x="107" y="401"/>
                  </a:cubicBezTo>
                  <a:cubicBezTo>
                    <a:pt x="118" y="401"/>
                    <a:pt x="129" y="398"/>
                    <a:pt x="141" y="396"/>
                  </a:cubicBezTo>
                  <a:cubicBezTo>
                    <a:pt x="152" y="392"/>
                    <a:pt x="164" y="389"/>
                    <a:pt x="176" y="383"/>
                  </a:cubicBezTo>
                  <a:cubicBezTo>
                    <a:pt x="199" y="372"/>
                    <a:pt x="222" y="356"/>
                    <a:pt x="241" y="337"/>
                  </a:cubicBezTo>
                  <a:cubicBezTo>
                    <a:pt x="260" y="318"/>
                    <a:pt x="277" y="298"/>
                    <a:pt x="291" y="279"/>
                  </a:cubicBezTo>
                  <a:cubicBezTo>
                    <a:pt x="306" y="259"/>
                    <a:pt x="319" y="241"/>
                    <a:pt x="332" y="223"/>
                  </a:cubicBezTo>
                  <a:cubicBezTo>
                    <a:pt x="346" y="206"/>
                    <a:pt x="359" y="190"/>
                    <a:pt x="373" y="175"/>
                  </a:cubicBezTo>
                  <a:cubicBezTo>
                    <a:pt x="376" y="171"/>
                    <a:pt x="380" y="167"/>
                    <a:pt x="383" y="164"/>
                  </a:cubicBezTo>
                  <a:cubicBezTo>
                    <a:pt x="386" y="161"/>
                    <a:pt x="388" y="159"/>
                    <a:pt x="391" y="156"/>
                  </a:cubicBezTo>
                  <a:cubicBezTo>
                    <a:pt x="406" y="77"/>
                    <a:pt x="469" y="14"/>
                    <a:pt x="548" y="0"/>
                  </a:cubicBezTo>
                  <a:cubicBezTo>
                    <a:pt x="219" y="44"/>
                    <a:pt x="304" y="429"/>
                    <a:pt x="0" y="385"/>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5" name="Freeform 45">
              <a:extLst>
                <a:ext uri="{FF2B5EF4-FFF2-40B4-BE49-F238E27FC236}">
                  <a16:creationId xmlns:a16="http://schemas.microsoft.com/office/drawing/2014/main" id="{AEAE9CCE-1E9B-40A1-80FA-CD8600A7A894}"/>
                </a:ext>
              </a:extLst>
            </p:cNvPr>
            <p:cNvSpPr>
              <a:spLocks/>
            </p:cNvSpPr>
            <p:nvPr/>
          </p:nvSpPr>
          <p:spPr bwMode="auto">
            <a:xfrm>
              <a:off x="3057525" y="2300288"/>
              <a:ext cx="795338" cy="815975"/>
            </a:xfrm>
            <a:custGeom>
              <a:avLst/>
              <a:gdLst>
                <a:gd name="T0" fmla="*/ 180 w 212"/>
                <a:gd name="T1" fmla="*/ 1 h 217"/>
                <a:gd name="T2" fmla="*/ 152 w 212"/>
                <a:gd name="T3" fmla="*/ 4 h 217"/>
                <a:gd name="T4" fmla="*/ 122 w 212"/>
                <a:gd name="T5" fmla="*/ 9 h 217"/>
                <a:gd name="T6" fmla="*/ 90 w 212"/>
                <a:gd name="T7" fmla="*/ 17 h 217"/>
                <a:gd name="T8" fmla="*/ 73 w 212"/>
                <a:gd name="T9" fmla="*/ 23 h 217"/>
                <a:gd name="T10" fmla="*/ 69 w 212"/>
                <a:gd name="T11" fmla="*/ 24 h 217"/>
                <a:gd name="T12" fmla="*/ 0 w 212"/>
                <a:gd name="T13" fmla="*/ 196 h 217"/>
                <a:gd name="T14" fmla="*/ 1 w 212"/>
                <a:gd name="T15" fmla="*/ 217 h 217"/>
                <a:gd name="T16" fmla="*/ 37 w 212"/>
                <a:gd name="T17" fmla="*/ 175 h 217"/>
                <a:gd name="T18" fmla="*/ 47 w 212"/>
                <a:gd name="T19" fmla="*/ 164 h 217"/>
                <a:gd name="T20" fmla="*/ 55 w 212"/>
                <a:gd name="T21" fmla="*/ 156 h 217"/>
                <a:gd name="T22" fmla="*/ 212 w 212"/>
                <a:gd name="T23" fmla="*/ 0 h 217"/>
                <a:gd name="T24" fmla="*/ 205 w 212"/>
                <a:gd name="T25" fmla="*/ 0 h 217"/>
                <a:gd name="T26" fmla="*/ 180 w 212"/>
                <a:gd name="T27" fmla="*/ 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217">
                  <a:moveTo>
                    <a:pt x="180" y="1"/>
                  </a:moveTo>
                  <a:cubicBezTo>
                    <a:pt x="171" y="2"/>
                    <a:pt x="162" y="2"/>
                    <a:pt x="152" y="4"/>
                  </a:cubicBezTo>
                  <a:cubicBezTo>
                    <a:pt x="143" y="5"/>
                    <a:pt x="133" y="7"/>
                    <a:pt x="122" y="9"/>
                  </a:cubicBezTo>
                  <a:cubicBezTo>
                    <a:pt x="112" y="11"/>
                    <a:pt x="101" y="14"/>
                    <a:pt x="90" y="17"/>
                  </a:cubicBezTo>
                  <a:cubicBezTo>
                    <a:pt x="84" y="19"/>
                    <a:pt x="79" y="21"/>
                    <a:pt x="73" y="23"/>
                  </a:cubicBezTo>
                  <a:cubicBezTo>
                    <a:pt x="72" y="23"/>
                    <a:pt x="71" y="24"/>
                    <a:pt x="69" y="24"/>
                  </a:cubicBezTo>
                  <a:cubicBezTo>
                    <a:pt x="26" y="69"/>
                    <a:pt x="0" y="129"/>
                    <a:pt x="0" y="196"/>
                  </a:cubicBezTo>
                  <a:cubicBezTo>
                    <a:pt x="0" y="203"/>
                    <a:pt x="0" y="210"/>
                    <a:pt x="1" y="217"/>
                  </a:cubicBezTo>
                  <a:cubicBezTo>
                    <a:pt x="13" y="202"/>
                    <a:pt x="24" y="188"/>
                    <a:pt x="37" y="175"/>
                  </a:cubicBezTo>
                  <a:cubicBezTo>
                    <a:pt x="40" y="171"/>
                    <a:pt x="44" y="167"/>
                    <a:pt x="47" y="164"/>
                  </a:cubicBezTo>
                  <a:cubicBezTo>
                    <a:pt x="50" y="161"/>
                    <a:pt x="52" y="159"/>
                    <a:pt x="55" y="156"/>
                  </a:cubicBezTo>
                  <a:cubicBezTo>
                    <a:pt x="70" y="77"/>
                    <a:pt x="133" y="14"/>
                    <a:pt x="212" y="0"/>
                  </a:cubicBezTo>
                  <a:cubicBezTo>
                    <a:pt x="210" y="0"/>
                    <a:pt x="208" y="0"/>
                    <a:pt x="205" y="0"/>
                  </a:cubicBezTo>
                  <a:cubicBezTo>
                    <a:pt x="197" y="0"/>
                    <a:pt x="189" y="0"/>
                    <a:pt x="180" y="1"/>
                  </a:cubicBezTo>
                  <a:close/>
                </a:path>
              </a:pathLst>
            </a:custGeom>
            <a:gradFill flip="none" rotWithShape="1">
              <a:gsLst>
                <a:gs pos="70000">
                  <a:srgbClr val="000000">
                    <a:alpha val="0"/>
                  </a:srgbClr>
                </a:gs>
                <a:gs pos="37000">
                  <a:srgbClr val="000000"/>
                </a:gs>
              </a:gsLst>
              <a:path path="circle">
                <a:fillToRect l="100000" t="100000"/>
              </a:path>
              <a:tileRect r="-100000" b="-10000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7" name="Circle_02">
            <a:extLst>
              <a:ext uri="{FF2B5EF4-FFF2-40B4-BE49-F238E27FC236}">
                <a16:creationId xmlns:a16="http://schemas.microsoft.com/office/drawing/2014/main" id="{A8A33317-5FF5-4EFB-A7A1-4B00A84B0060}"/>
              </a:ext>
            </a:extLst>
          </p:cNvPr>
          <p:cNvGrpSpPr/>
          <p:nvPr/>
        </p:nvGrpSpPr>
        <p:grpSpPr>
          <a:xfrm>
            <a:off x="5249863" y="2218073"/>
            <a:ext cx="1632331" cy="1634400"/>
            <a:chOff x="6780213" y="4730750"/>
            <a:chExt cx="1252538" cy="1254126"/>
          </a:xfrm>
          <a:effectLst>
            <a:outerShdw blurRad="152400" dist="127000" dir="2700000" sx="98000" sy="98000" algn="tl" rotWithShape="0">
              <a:prstClr val="black">
                <a:alpha val="30000"/>
              </a:prstClr>
            </a:outerShdw>
          </a:effectLst>
        </p:grpSpPr>
        <p:sp>
          <p:nvSpPr>
            <p:cNvPr id="62" name="Freeform 42">
              <a:extLst>
                <a:ext uri="{FF2B5EF4-FFF2-40B4-BE49-F238E27FC236}">
                  <a16:creationId xmlns:a16="http://schemas.microsoft.com/office/drawing/2014/main" id="{AB8985FD-D369-49EF-AE2C-E6D976C16E4F}"/>
                </a:ext>
              </a:extLst>
            </p:cNvPr>
            <p:cNvSpPr>
              <a:spLocks/>
            </p:cNvSpPr>
            <p:nvPr/>
          </p:nvSpPr>
          <p:spPr bwMode="auto">
            <a:xfrm>
              <a:off x="6780213" y="4730750"/>
              <a:ext cx="1252538" cy="1254125"/>
            </a:xfrm>
            <a:custGeom>
              <a:avLst/>
              <a:gdLst>
                <a:gd name="T0" fmla="*/ 270 w 329"/>
                <a:gd name="T1" fmla="*/ 270 h 329"/>
                <a:gd name="T2" fmla="*/ 58 w 329"/>
                <a:gd name="T3" fmla="*/ 270 h 329"/>
                <a:gd name="T4" fmla="*/ 58 w 329"/>
                <a:gd name="T5" fmla="*/ 59 h 329"/>
                <a:gd name="T6" fmla="*/ 270 w 329"/>
                <a:gd name="T7" fmla="*/ 59 h 329"/>
                <a:gd name="T8" fmla="*/ 270 w 329"/>
                <a:gd name="T9" fmla="*/ 270 h 329"/>
              </a:gdLst>
              <a:ahLst/>
              <a:cxnLst>
                <a:cxn ang="0">
                  <a:pos x="T0" y="T1"/>
                </a:cxn>
                <a:cxn ang="0">
                  <a:pos x="T2" y="T3"/>
                </a:cxn>
                <a:cxn ang="0">
                  <a:pos x="T4" y="T5"/>
                </a:cxn>
                <a:cxn ang="0">
                  <a:pos x="T6" y="T7"/>
                </a:cxn>
                <a:cxn ang="0">
                  <a:pos x="T8" y="T9"/>
                </a:cxn>
              </a:cxnLst>
              <a:rect l="0" t="0" r="r" b="b"/>
              <a:pathLst>
                <a:path w="329" h="329">
                  <a:moveTo>
                    <a:pt x="270" y="270"/>
                  </a:moveTo>
                  <a:cubicBezTo>
                    <a:pt x="212" y="329"/>
                    <a:pt x="117" y="329"/>
                    <a:pt x="58" y="270"/>
                  </a:cubicBezTo>
                  <a:cubicBezTo>
                    <a:pt x="0" y="212"/>
                    <a:pt x="0" y="117"/>
                    <a:pt x="58" y="59"/>
                  </a:cubicBezTo>
                  <a:cubicBezTo>
                    <a:pt x="117" y="0"/>
                    <a:pt x="212" y="0"/>
                    <a:pt x="270" y="59"/>
                  </a:cubicBezTo>
                  <a:cubicBezTo>
                    <a:pt x="329" y="117"/>
                    <a:pt x="329" y="212"/>
                    <a:pt x="270" y="27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63" name="Freeform 43">
              <a:extLst>
                <a:ext uri="{FF2B5EF4-FFF2-40B4-BE49-F238E27FC236}">
                  <a16:creationId xmlns:a16="http://schemas.microsoft.com/office/drawing/2014/main" id="{22884495-21D2-4208-8C3D-E33C3FDEFA0E}"/>
                </a:ext>
              </a:extLst>
            </p:cNvPr>
            <p:cNvSpPr>
              <a:spLocks/>
            </p:cNvSpPr>
            <p:nvPr/>
          </p:nvSpPr>
          <p:spPr bwMode="auto">
            <a:xfrm>
              <a:off x="6780213" y="4730750"/>
              <a:ext cx="1035050" cy="1039813"/>
            </a:xfrm>
            <a:custGeom>
              <a:avLst/>
              <a:gdLst>
                <a:gd name="T0" fmla="*/ 63 w 272"/>
                <a:gd name="T1" fmla="*/ 63 h 273"/>
                <a:gd name="T2" fmla="*/ 272 w 272"/>
                <a:gd name="T3" fmla="*/ 61 h 273"/>
                <a:gd name="T4" fmla="*/ 270 w 272"/>
                <a:gd name="T5" fmla="*/ 59 h 273"/>
                <a:gd name="T6" fmla="*/ 58 w 272"/>
                <a:gd name="T7" fmla="*/ 59 h 273"/>
                <a:gd name="T8" fmla="*/ 58 w 272"/>
                <a:gd name="T9" fmla="*/ 270 h 273"/>
                <a:gd name="T10" fmla="*/ 61 w 272"/>
                <a:gd name="T11" fmla="*/ 273 h 273"/>
                <a:gd name="T12" fmla="*/ 63 w 272"/>
                <a:gd name="T13" fmla="*/ 63 h 273"/>
              </a:gdLst>
              <a:ahLst/>
              <a:cxnLst>
                <a:cxn ang="0">
                  <a:pos x="T0" y="T1"/>
                </a:cxn>
                <a:cxn ang="0">
                  <a:pos x="T2" y="T3"/>
                </a:cxn>
                <a:cxn ang="0">
                  <a:pos x="T4" y="T5"/>
                </a:cxn>
                <a:cxn ang="0">
                  <a:pos x="T6" y="T7"/>
                </a:cxn>
                <a:cxn ang="0">
                  <a:pos x="T8" y="T9"/>
                </a:cxn>
                <a:cxn ang="0">
                  <a:pos x="T10" y="T11"/>
                </a:cxn>
                <a:cxn ang="0">
                  <a:pos x="T12" y="T13"/>
                </a:cxn>
              </a:cxnLst>
              <a:rect l="0" t="0" r="r" b="b"/>
              <a:pathLst>
                <a:path w="272" h="273">
                  <a:moveTo>
                    <a:pt x="63" y="63"/>
                  </a:moveTo>
                  <a:cubicBezTo>
                    <a:pt x="121" y="6"/>
                    <a:pt x="214" y="5"/>
                    <a:pt x="272" y="61"/>
                  </a:cubicBezTo>
                  <a:cubicBezTo>
                    <a:pt x="272" y="60"/>
                    <a:pt x="271" y="60"/>
                    <a:pt x="270" y="59"/>
                  </a:cubicBezTo>
                  <a:cubicBezTo>
                    <a:pt x="212" y="0"/>
                    <a:pt x="117" y="0"/>
                    <a:pt x="58" y="59"/>
                  </a:cubicBezTo>
                  <a:cubicBezTo>
                    <a:pt x="0" y="117"/>
                    <a:pt x="0" y="212"/>
                    <a:pt x="58" y="270"/>
                  </a:cubicBezTo>
                  <a:cubicBezTo>
                    <a:pt x="59" y="271"/>
                    <a:pt x="60" y="272"/>
                    <a:pt x="61" y="273"/>
                  </a:cubicBezTo>
                  <a:cubicBezTo>
                    <a:pt x="5" y="214"/>
                    <a:pt x="5" y="121"/>
                    <a:pt x="63" y="63"/>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4" name="Freeform 44">
              <a:extLst>
                <a:ext uri="{FF2B5EF4-FFF2-40B4-BE49-F238E27FC236}">
                  <a16:creationId xmlns:a16="http://schemas.microsoft.com/office/drawing/2014/main" id="{F8EA6FD3-6506-4785-B33C-9EC0A7ADF8C7}"/>
                </a:ext>
              </a:extLst>
            </p:cNvPr>
            <p:cNvSpPr>
              <a:spLocks/>
            </p:cNvSpPr>
            <p:nvPr/>
          </p:nvSpPr>
          <p:spPr bwMode="auto">
            <a:xfrm>
              <a:off x="6992938" y="4948238"/>
              <a:ext cx="1039813" cy="1036638"/>
            </a:xfrm>
            <a:custGeom>
              <a:avLst/>
              <a:gdLst>
                <a:gd name="T0" fmla="*/ 210 w 273"/>
                <a:gd name="T1" fmla="*/ 209 h 272"/>
                <a:gd name="T2" fmla="*/ 212 w 273"/>
                <a:gd name="T3" fmla="*/ 0 h 272"/>
                <a:gd name="T4" fmla="*/ 214 w 273"/>
                <a:gd name="T5" fmla="*/ 2 h 272"/>
                <a:gd name="T6" fmla="*/ 214 w 273"/>
                <a:gd name="T7" fmla="*/ 213 h 272"/>
                <a:gd name="T8" fmla="*/ 2 w 273"/>
                <a:gd name="T9" fmla="*/ 213 h 272"/>
                <a:gd name="T10" fmla="*/ 0 w 273"/>
                <a:gd name="T11" fmla="*/ 211 h 272"/>
                <a:gd name="T12" fmla="*/ 210 w 273"/>
                <a:gd name="T13" fmla="*/ 209 h 272"/>
              </a:gdLst>
              <a:ahLst/>
              <a:cxnLst>
                <a:cxn ang="0">
                  <a:pos x="T0" y="T1"/>
                </a:cxn>
                <a:cxn ang="0">
                  <a:pos x="T2" y="T3"/>
                </a:cxn>
                <a:cxn ang="0">
                  <a:pos x="T4" y="T5"/>
                </a:cxn>
                <a:cxn ang="0">
                  <a:pos x="T6" y="T7"/>
                </a:cxn>
                <a:cxn ang="0">
                  <a:pos x="T8" y="T9"/>
                </a:cxn>
                <a:cxn ang="0">
                  <a:pos x="T10" y="T11"/>
                </a:cxn>
                <a:cxn ang="0">
                  <a:pos x="T12" y="T13"/>
                </a:cxn>
              </a:cxnLst>
              <a:rect l="0" t="0" r="r" b="b"/>
              <a:pathLst>
                <a:path w="273" h="272">
                  <a:moveTo>
                    <a:pt x="210" y="209"/>
                  </a:moveTo>
                  <a:cubicBezTo>
                    <a:pt x="267" y="151"/>
                    <a:pt x="268" y="58"/>
                    <a:pt x="212" y="0"/>
                  </a:cubicBezTo>
                  <a:cubicBezTo>
                    <a:pt x="213" y="0"/>
                    <a:pt x="213" y="1"/>
                    <a:pt x="214" y="2"/>
                  </a:cubicBezTo>
                  <a:cubicBezTo>
                    <a:pt x="273" y="60"/>
                    <a:pt x="273" y="155"/>
                    <a:pt x="214" y="213"/>
                  </a:cubicBezTo>
                  <a:cubicBezTo>
                    <a:pt x="156" y="272"/>
                    <a:pt x="61" y="272"/>
                    <a:pt x="2" y="213"/>
                  </a:cubicBezTo>
                  <a:cubicBezTo>
                    <a:pt x="2" y="213"/>
                    <a:pt x="1" y="212"/>
                    <a:pt x="0" y="211"/>
                  </a:cubicBezTo>
                  <a:cubicBezTo>
                    <a:pt x="59" y="267"/>
                    <a:pt x="152" y="267"/>
                    <a:pt x="210" y="209"/>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8" name="Group 57">
            <a:extLst>
              <a:ext uri="{FF2B5EF4-FFF2-40B4-BE49-F238E27FC236}">
                <a16:creationId xmlns:a16="http://schemas.microsoft.com/office/drawing/2014/main" id="{FD93A374-0B35-4FBC-AC6F-C42F44A15DF8}"/>
              </a:ext>
            </a:extLst>
          </p:cNvPr>
          <p:cNvGrpSpPr/>
          <p:nvPr/>
        </p:nvGrpSpPr>
        <p:grpSpPr>
          <a:xfrm>
            <a:off x="5477439" y="2445224"/>
            <a:ext cx="1171659" cy="1173467"/>
            <a:chOff x="6345238" y="4948238"/>
            <a:chExt cx="1027113" cy="1028700"/>
          </a:xfrm>
          <a:effectLst>
            <a:outerShdw blurRad="114300" dist="76200" dir="2700000" sx="102000" sy="102000" algn="tl" rotWithShape="0">
              <a:prstClr val="black">
                <a:alpha val="40000"/>
              </a:prstClr>
            </a:outerShdw>
          </a:effectLst>
        </p:grpSpPr>
        <p:sp>
          <p:nvSpPr>
            <p:cNvPr id="60" name="Oval 56">
              <a:extLst>
                <a:ext uri="{FF2B5EF4-FFF2-40B4-BE49-F238E27FC236}">
                  <a16:creationId xmlns:a16="http://schemas.microsoft.com/office/drawing/2014/main" id="{AA69D7FC-DA3C-4119-8511-B85FD5B52CE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1" name="Oval 57">
              <a:extLst>
                <a:ext uri="{FF2B5EF4-FFF2-40B4-BE49-F238E27FC236}">
                  <a16:creationId xmlns:a16="http://schemas.microsoft.com/office/drawing/2014/main" id="{D544E777-7501-49CF-9411-0D03EF9F4440}"/>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9" name="Freeform 66">
            <a:extLst>
              <a:ext uri="{FF2B5EF4-FFF2-40B4-BE49-F238E27FC236}">
                <a16:creationId xmlns:a16="http://schemas.microsoft.com/office/drawing/2014/main" id="{1B21E337-693E-4486-9211-E1FF0648C344}"/>
              </a:ext>
            </a:extLst>
          </p:cNvPr>
          <p:cNvSpPr>
            <a:spLocks noEditPoints="1"/>
          </p:cNvSpPr>
          <p:nvPr/>
        </p:nvSpPr>
        <p:spPr bwMode="auto">
          <a:xfrm>
            <a:off x="5798111" y="2743565"/>
            <a:ext cx="515147" cy="579281"/>
          </a:xfrm>
          <a:custGeom>
            <a:avLst/>
            <a:gdLst>
              <a:gd name="T0" fmla="*/ 34 w 105"/>
              <a:gd name="T1" fmla="*/ 92 h 118"/>
              <a:gd name="T2" fmla="*/ 25 w 105"/>
              <a:gd name="T3" fmla="*/ 71 h 118"/>
              <a:gd name="T4" fmla="*/ 20 w 105"/>
              <a:gd name="T5" fmla="*/ 53 h 118"/>
              <a:gd name="T6" fmla="*/ 52 w 105"/>
              <a:gd name="T7" fmla="*/ 20 h 118"/>
              <a:gd name="T8" fmla="*/ 85 w 105"/>
              <a:gd name="T9" fmla="*/ 53 h 118"/>
              <a:gd name="T10" fmla="*/ 80 w 105"/>
              <a:gd name="T11" fmla="*/ 71 h 118"/>
              <a:gd name="T12" fmla="*/ 71 w 105"/>
              <a:gd name="T13" fmla="*/ 88 h 118"/>
              <a:gd name="T14" fmla="*/ 52 w 105"/>
              <a:gd name="T15" fmla="*/ 33 h 118"/>
              <a:gd name="T16" fmla="*/ 33 w 105"/>
              <a:gd name="T17" fmla="*/ 52 h 118"/>
              <a:gd name="T18" fmla="*/ 52 w 105"/>
              <a:gd name="T19" fmla="*/ 72 h 118"/>
              <a:gd name="T20" fmla="*/ 72 w 105"/>
              <a:gd name="T21" fmla="*/ 52 h 118"/>
              <a:gd name="T22" fmla="*/ 52 w 105"/>
              <a:gd name="T23" fmla="*/ 33 h 118"/>
              <a:gd name="T24" fmla="*/ 45 w 105"/>
              <a:gd name="T25" fmla="*/ 55 h 118"/>
              <a:gd name="T26" fmla="*/ 50 w 105"/>
              <a:gd name="T27" fmla="*/ 62 h 118"/>
              <a:gd name="T28" fmla="*/ 60 w 105"/>
              <a:gd name="T29" fmla="*/ 46 h 118"/>
              <a:gd name="T30" fmla="*/ 52 w 105"/>
              <a:gd name="T31" fmla="*/ 10 h 118"/>
              <a:gd name="T32" fmla="*/ 52 w 105"/>
              <a:gd name="T33" fmla="*/ 0 h 118"/>
              <a:gd name="T34" fmla="*/ 31 w 105"/>
              <a:gd name="T35" fmla="*/ 16 h 118"/>
              <a:gd name="T36" fmla="*/ 26 w 105"/>
              <a:gd name="T37" fmla="*/ 7 h 118"/>
              <a:gd name="T38" fmla="*/ 7 w 105"/>
              <a:gd name="T39" fmla="*/ 26 h 118"/>
              <a:gd name="T40" fmla="*/ 16 w 105"/>
              <a:gd name="T41" fmla="*/ 31 h 118"/>
              <a:gd name="T42" fmla="*/ 0 w 105"/>
              <a:gd name="T43" fmla="*/ 52 h 118"/>
              <a:gd name="T44" fmla="*/ 10 w 105"/>
              <a:gd name="T45" fmla="*/ 52 h 118"/>
              <a:gd name="T46" fmla="*/ 79 w 105"/>
              <a:gd name="T47" fmla="*/ 7 h 118"/>
              <a:gd name="T48" fmla="*/ 73 w 105"/>
              <a:gd name="T49" fmla="*/ 16 h 118"/>
              <a:gd name="T50" fmla="*/ 98 w 105"/>
              <a:gd name="T51" fmla="*/ 26 h 118"/>
              <a:gd name="T52" fmla="*/ 89 w 105"/>
              <a:gd name="T53" fmla="*/ 31 h 118"/>
              <a:gd name="T54" fmla="*/ 95 w 105"/>
              <a:gd name="T55" fmla="*/ 52 h 118"/>
              <a:gd name="T56" fmla="*/ 105 w 105"/>
              <a:gd name="T57" fmla="*/ 52 h 118"/>
              <a:gd name="T58" fmla="*/ 64 w 105"/>
              <a:gd name="T59" fmla="*/ 95 h 118"/>
              <a:gd name="T60" fmla="*/ 38 w 105"/>
              <a:gd name="T61" fmla="*/ 102 h 118"/>
              <a:gd name="T62" fmla="*/ 35 w 105"/>
              <a:gd name="T63" fmla="*/ 106 h 118"/>
              <a:gd name="T64" fmla="*/ 40 w 105"/>
              <a:gd name="T65" fmla="*/ 110 h 118"/>
              <a:gd name="T66" fmla="*/ 42 w 105"/>
              <a:gd name="T67" fmla="*/ 110 h 118"/>
              <a:gd name="T68" fmla="*/ 64 w 105"/>
              <a:gd name="T69" fmla="*/ 104 h 118"/>
              <a:gd name="T70" fmla="*/ 64 w 105"/>
              <a:gd name="T71" fmla="*/ 104 h 118"/>
              <a:gd name="T72" fmla="*/ 65 w 105"/>
              <a:gd name="T73" fmla="*/ 104 h 118"/>
              <a:gd name="T74" fmla="*/ 69 w 105"/>
              <a:gd name="T75" fmla="*/ 108 h 118"/>
              <a:gd name="T76" fmla="*/ 67 w 105"/>
              <a:gd name="T77" fmla="*/ 112 h 118"/>
              <a:gd name="T78" fmla="*/ 45 w 105"/>
              <a:gd name="T7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8">
                <a:moveTo>
                  <a:pt x="34" y="92"/>
                </a:moveTo>
                <a:cubicBezTo>
                  <a:pt x="34" y="87"/>
                  <a:pt x="32" y="81"/>
                  <a:pt x="25" y="71"/>
                </a:cubicBezTo>
                <a:cubicBezTo>
                  <a:pt x="22" y="65"/>
                  <a:pt x="20" y="59"/>
                  <a:pt x="20" y="53"/>
                </a:cubicBezTo>
                <a:cubicBezTo>
                  <a:pt x="20" y="35"/>
                  <a:pt x="34" y="20"/>
                  <a:pt x="52" y="20"/>
                </a:cubicBezTo>
                <a:cubicBezTo>
                  <a:pt x="70" y="20"/>
                  <a:pt x="85" y="35"/>
                  <a:pt x="85" y="53"/>
                </a:cubicBezTo>
                <a:cubicBezTo>
                  <a:pt x="85" y="59"/>
                  <a:pt x="83" y="65"/>
                  <a:pt x="80" y="71"/>
                </a:cubicBezTo>
                <a:cubicBezTo>
                  <a:pt x="74" y="79"/>
                  <a:pt x="72" y="84"/>
                  <a:pt x="71" y="88"/>
                </a:cubicBezTo>
                <a:moveTo>
                  <a:pt x="52" y="33"/>
                </a:moveTo>
                <a:cubicBezTo>
                  <a:pt x="42" y="33"/>
                  <a:pt x="33" y="41"/>
                  <a:pt x="33" y="52"/>
                </a:cubicBezTo>
                <a:cubicBezTo>
                  <a:pt x="33" y="63"/>
                  <a:pt x="42" y="72"/>
                  <a:pt x="52" y="72"/>
                </a:cubicBezTo>
                <a:cubicBezTo>
                  <a:pt x="63" y="72"/>
                  <a:pt x="72" y="63"/>
                  <a:pt x="72" y="52"/>
                </a:cubicBezTo>
                <a:cubicBezTo>
                  <a:pt x="72" y="41"/>
                  <a:pt x="63" y="33"/>
                  <a:pt x="52" y="33"/>
                </a:cubicBezTo>
                <a:close/>
                <a:moveTo>
                  <a:pt x="45" y="55"/>
                </a:moveTo>
                <a:cubicBezTo>
                  <a:pt x="50" y="62"/>
                  <a:pt x="50" y="62"/>
                  <a:pt x="50" y="62"/>
                </a:cubicBezTo>
                <a:cubicBezTo>
                  <a:pt x="60" y="46"/>
                  <a:pt x="60" y="46"/>
                  <a:pt x="60" y="46"/>
                </a:cubicBezTo>
                <a:moveTo>
                  <a:pt x="52" y="10"/>
                </a:moveTo>
                <a:cubicBezTo>
                  <a:pt x="52" y="0"/>
                  <a:pt x="52" y="0"/>
                  <a:pt x="52" y="0"/>
                </a:cubicBezTo>
                <a:moveTo>
                  <a:pt x="31" y="16"/>
                </a:moveTo>
                <a:cubicBezTo>
                  <a:pt x="26" y="7"/>
                  <a:pt x="26" y="7"/>
                  <a:pt x="26" y="7"/>
                </a:cubicBezTo>
                <a:moveTo>
                  <a:pt x="7" y="26"/>
                </a:moveTo>
                <a:cubicBezTo>
                  <a:pt x="16" y="31"/>
                  <a:pt x="16" y="31"/>
                  <a:pt x="16" y="31"/>
                </a:cubicBezTo>
                <a:moveTo>
                  <a:pt x="0" y="52"/>
                </a:moveTo>
                <a:cubicBezTo>
                  <a:pt x="10" y="52"/>
                  <a:pt x="10" y="52"/>
                  <a:pt x="10" y="52"/>
                </a:cubicBezTo>
                <a:moveTo>
                  <a:pt x="79" y="7"/>
                </a:moveTo>
                <a:cubicBezTo>
                  <a:pt x="73" y="16"/>
                  <a:pt x="73" y="16"/>
                  <a:pt x="73" y="16"/>
                </a:cubicBezTo>
                <a:moveTo>
                  <a:pt x="98" y="26"/>
                </a:moveTo>
                <a:cubicBezTo>
                  <a:pt x="89" y="31"/>
                  <a:pt x="89" y="31"/>
                  <a:pt x="89" y="31"/>
                </a:cubicBezTo>
                <a:moveTo>
                  <a:pt x="95" y="52"/>
                </a:moveTo>
                <a:cubicBezTo>
                  <a:pt x="105" y="52"/>
                  <a:pt x="105" y="52"/>
                  <a:pt x="105" y="52"/>
                </a:cubicBezTo>
                <a:moveTo>
                  <a:pt x="64" y="95"/>
                </a:moveTo>
                <a:cubicBezTo>
                  <a:pt x="64" y="95"/>
                  <a:pt x="38" y="102"/>
                  <a:pt x="38" y="102"/>
                </a:cubicBezTo>
                <a:cubicBezTo>
                  <a:pt x="37" y="103"/>
                  <a:pt x="35" y="104"/>
                  <a:pt x="35" y="106"/>
                </a:cubicBezTo>
                <a:cubicBezTo>
                  <a:pt x="35" y="109"/>
                  <a:pt x="37" y="110"/>
                  <a:pt x="40" y="110"/>
                </a:cubicBezTo>
                <a:cubicBezTo>
                  <a:pt x="40" y="110"/>
                  <a:pt x="42" y="110"/>
                  <a:pt x="42" y="110"/>
                </a:cubicBezTo>
                <a:cubicBezTo>
                  <a:pt x="64" y="104"/>
                  <a:pt x="64" y="104"/>
                  <a:pt x="64" y="104"/>
                </a:cubicBezTo>
                <a:cubicBezTo>
                  <a:pt x="64" y="104"/>
                  <a:pt x="64" y="104"/>
                  <a:pt x="64" y="104"/>
                </a:cubicBezTo>
                <a:cubicBezTo>
                  <a:pt x="65" y="104"/>
                  <a:pt x="65" y="104"/>
                  <a:pt x="65" y="104"/>
                </a:cubicBezTo>
                <a:cubicBezTo>
                  <a:pt x="68" y="104"/>
                  <a:pt x="69" y="106"/>
                  <a:pt x="69" y="108"/>
                </a:cubicBezTo>
                <a:cubicBezTo>
                  <a:pt x="69" y="110"/>
                  <a:pt x="68" y="111"/>
                  <a:pt x="67" y="112"/>
                </a:cubicBezTo>
                <a:cubicBezTo>
                  <a:pt x="45" y="118"/>
                  <a:pt x="45" y="118"/>
                  <a:pt x="45" y="118"/>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66" name="Circle_03">
            <a:extLst>
              <a:ext uri="{FF2B5EF4-FFF2-40B4-BE49-F238E27FC236}">
                <a16:creationId xmlns:a16="http://schemas.microsoft.com/office/drawing/2014/main" id="{D5D83420-ED54-4751-8AF6-CC2ABF74458B}"/>
              </a:ext>
            </a:extLst>
          </p:cNvPr>
          <p:cNvGrpSpPr/>
          <p:nvPr/>
        </p:nvGrpSpPr>
        <p:grpSpPr>
          <a:xfrm>
            <a:off x="7365276" y="2216773"/>
            <a:ext cx="1638550" cy="1634400"/>
            <a:chOff x="4162425" y="2805113"/>
            <a:chExt cx="1254126" cy="1250950"/>
          </a:xfrm>
          <a:effectLst>
            <a:outerShdw blurRad="152400" dist="127000" dir="2700000" sx="98000" sy="98000" algn="tl" rotWithShape="0">
              <a:prstClr val="black">
                <a:alpha val="30000"/>
              </a:prstClr>
            </a:outerShdw>
          </a:effectLst>
        </p:grpSpPr>
        <p:sp>
          <p:nvSpPr>
            <p:cNvPr id="71" name="Freeform 48">
              <a:extLst>
                <a:ext uri="{FF2B5EF4-FFF2-40B4-BE49-F238E27FC236}">
                  <a16:creationId xmlns:a16="http://schemas.microsoft.com/office/drawing/2014/main" id="{74ED6E0F-B37B-4B9D-BA2D-9F95E86E9799}"/>
                </a:ext>
              </a:extLst>
            </p:cNvPr>
            <p:cNvSpPr>
              <a:spLocks/>
            </p:cNvSpPr>
            <p:nvPr/>
          </p:nvSpPr>
          <p:spPr bwMode="auto">
            <a:xfrm>
              <a:off x="4162425" y="2805113"/>
              <a:ext cx="1254125" cy="1250950"/>
            </a:xfrm>
            <a:custGeom>
              <a:avLst/>
              <a:gdLst>
                <a:gd name="T0" fmla="*/ 271 w 329"/>
                <a:gd name="T1" fmla="*/ 270 h 328"/>
                <a:gd name="T2" fmla="*/ 59 w 329"/>
                <a:gd name="T3" fmla="*/ 270 h 328"/>
                <a:gd name="T4" fmla="*/ 59 w 329"/>
                <a:gd name="T5" fmla="*/ 58 h 328"/>
                <a:gd name="T6" fmla="*/ 271 w 329"/>
                <a:gd name="T7" fmla="*/ 58 h 328"/>
                <a:gd name="T8" fmla="*/ 271 w 329"/>
                <a:gd name="T9" fmla="*/ 270 h 328"/>
              </a:gdLst>
              <a:ahLst/>
              <a:cxnLst>
                <a:cxn ang="0">
                  <a:pos x="T0" y="T1"/>
                </a:cxn>
                <a:cxn ang="0">
                  <a:pos x="T2" y="T3"/>
                </a:cxn>
                <a:cxn ang="0">
                  <a:pos x="T4" y="T5"/>
                </a:cxn>
                <a:cxn ang="0">
                  <a:pos x="T6" y="T7"/>
                </a:cxn>
                <a:cxn ang="0">
                  <a:pos x="T8" y="T9"/>
                </a:cxn>
              </a:cxnLst>
              <a:rect l="0" t="0" r="r" b="b"/>
              <a:pathLst>
                <a:path w="329" h="328">
                  <a:moveTo>
                    <a:pt x="271" y="270"/>
                  </a:moveTo>
                  <a:cubicBezTo>
                    <a:pt x="212" y="328"/>
                    <a:pt x="117" y="328"/>
                    <a:pt x="59" y="270"/>
                  </a:cubicBezTo>
                  <a:cubicBezTo>
                    <a:pt x="0" y="211"/>
                    <a:pt x="0" y="117"/>
                    <a:pt x="59" y="58"/>
                  </a:cubicBezTo>
                  <a:cubicBezTo>
                    <a:pt x="117" y="0"/>
                    <a:pt x="212" y="0"/>
                    <a:pt x="271" y="58"/>
                  </a:cubicBezTo>
                  <a:cubicBezTo>
                    <a:pt x="329" y="117"/>
                    <a:pt x="329" y="211"/>
                    <a:pt x="271" y="27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72" name="Freeform 49">
              <a:extLst>
                <a:ext uri="{FF2B5EF4-FFF2-40B4-BE49-F238E27FC236}">
                  <a16:creationId xmlns:a16="http://schemas.microsoft.com/office/drawing/2014/main" id="{A8F013AE-5F52-4C56-B1C7-9EC282F71651}"/>
                </a:ext>
              </a:extLst>
            </p:cNvPr>
            <p:cNvSpPr>
              <a:spLocks/>
            </p:cNvSpPr>
            <p:nvPr/>
          </p:nvSpPr>
          <p:spPr bwMode="auto">
            <a:xfrm>
              <a:off x="4162425" y="2805113"/>
              <a:ext cx="1039813" cy="1036638"/>
            </a:xfrm>
            <a:custGeom>
              <a:avLst/>
              <a:gdLst>
                <a:gd name="T0" fmla="*/ 63 w 273"/>
                <a:gd name="T1" fmla="*/ 63 h 272"/>
                <a:gd name="T2" fmla="*/ 273 w 273"/>
                <a:gd name="T3" fmla="*/ 60 h 272"/>
                <a:gd name="T4" fmla="*/ 271 w 273"/>
                <a:gd name="T5" fmla="*/ 58 h 272"/>
                <a:gd name="T6" fmla="*/ 59 w 273"/>
                <a:gd name="T7" fmla="*/ 58 h 272"/>
                <a:gd name="T8" fmla="*/ 59 w 273"/>
                <a:gd name="T9" fmla="*/ 270 h 272"/>
                <a:gd name="T10" fmla="*/ 61 w 273"/>
                <a:gd name="T11" fmla="*/ 272 h 272"/>
                <a:gd name="T12" fmla="*/ 63 w 273"/>
                <a:gd name="T13" fmla="*/ 63 h 272"/>
              </a:gdLst>
              <a:ahLst/>
              <a:cxnLst>
                <a:cxn ang="0">
                  <a:pos x="T0" y="T1"/>
                </a:cxn>
                <a:cxn ang="0">
                  <a:pos x="T2" y="T3"/>
                </a:cxn>
                <a:cxn ang="0">
                  <a:pos x="T4" y="T5"/>
                </a:cxn>
                <a:cxn ang="0">
                  <a:pos x="T6" y="T7"/>
                </a:cxn>
                <a:cxn ang="0">
                  <a:pos x="T8" y="T9"/>
                </a:cxn>
                <a:cxn ang="0">
                  <a:pos x="T10" y="T11"/>
                </a:cxn>
                <a:cxn ang="0">
                  <a:pos x="T12" y="T13"/>
                </a:cxn>
              </a:cxnLst>
              <a:rect l="0" t="0" r="r" b="b"/>
              <a:pathLst>
                <a:path w="273" h="272">
                  <a:moveTo>
                    <a:pt x="63" y="63"/>
                  </a:moveTo>
                  <a:cubicBezTo>
                    <a:pt x="121" y="5"/>
                    <a:pt x="214" y="4"/>
                    <a:pt x="273" y="60"/>
                  </a:cubicBezTo>
                  <a:cubicBezTo>
                    <a:pt x="272" y="60"/>
                    <a:pt x="271" y="59"/>
                    <a:pt x="271" y="58"/>
                  </a:cubicBezTo>
                  <a:cubicBezTo>
                    <a:pt x="212" y="0"/>
                    <a:pt x="117" y="0"/>
                    <a:pt x="59" y="58"/>
                  </a:cubicBezTo>
                  <a:cubicBezTo>
                    <a:pt x="0" y="117"/>
                    <a:pt x="0" y="211"/>
                    <a:pt x="59" y="270"/>
                  </a:cubicBezTo>
                  <a:cubicBezTo>
                    <a:pt x="60" y="271"/>
                    <a:pt x="60" y="271"/>
                    <a:pt x="61" y="272"/>
                  </a:cubicBezTo>
                  <a:cubicBezTo>
                    <a:pt x="5" y="213"/>
                    <a:pt x="6" y="120"/>
                    <a:pt x="63" y="63"/>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3" name="Freeform 50">
              <a:extLst>
                <a:ext uri="{FF2B5EF4-FFF2-40B4-BE49-F238E27FC236}">
                  <a16:creationId xmlns:a16="http://schemas.microsoft.com/office/drawing/2014/main" id="{58E81F1D-0B05-4DDA-BB4A-8CA683F8EA78}"/>
                </a:ext>
              </a:extLst>
            </p:cNvPr>
            <p:cNvSpPr>
              <a:spLocks/>
            </p:cNvSpPr>
            <p:nvPr/>
          </p:nvSpPr>
          <p:spPr bwMode="auto">
            <a:xfrm>
              <a:off x="4379913" y="3019425"/>
              <a:ext cx="1036638" cy="1036638"/>
            </a:xfrm>
            <a:custGeom>
              <a:avLst/>
              <a:gdLst>
                <a:gd name="T0" fmla="*/ 209 w 272"/>
                <a:gd name="T1" fmla="*/ 209 h 272"/>
                <a:gd name="T2" fmla="*/ 211 w 272"/>
                <a:gd name="T3" fmla="*/ 0 h 272"/>
                <a:gd name="T4" fmla="*/ 214 w 272"/>
                <a:gd name="T5" fmla="*/ 2 h 272"/>
                <a:gd name="T6" fmla="*/ 214 w 272"/>
                <a:gd name="T7" fmla="*/ 214 h 272"/>
                <a:gd name="T8" fmla="*/ 2 w 272"/>
                <a:gd name="T9" fmla="*/ 214 h 272"/>
                <a:gd name="T10" fmla="*/ 0 w 272"/>
                <a:gd name="T11" fmla="*/ 212 h 272"/>
                <a:gd name="T12" fmla="*/ 209 w 272"/>
                <a:gd name="T13" fmla="*/ 209 h 272"/>
              </a:gdLst>
              <a:ahLst/>
              <a:cxnLst>
                <a:cxn ang="0">
                  <a:pos x="T0" y="T1"/>
                </a:cxn>
                <a:cxn ang="0">
                  <a:pos x="T2" y="T3"/>
                </a:cxn>
                <a:cxn ang="0">
                  <a:pos x="T4" y="T5"/>
                </a:cxn>
                <a:cxn ang="0">
                  <a:pos x="T6" y="T7"/>
                </a:cxn>
                <a:cxn ang="0">
                  <a:pos x="T8" y="T9"/>
                </a:cxn>
                <a:cxn ang="0">
                  <a:pos x="T10" y="T11"/>
                </a:cxn>
                <a:cxn ang="0">
                  <a:pos x="T12" y="T13"/>
                </a:cxn>
              </a:cxnLst>
              <a:rect l="0" t="0" r="r" b="b"/>
              <a:pathLst>
                <a:path w="272" h="272">
                  <a:moveTo>
                    <a:pt x="209" y="209"/>
                  </a:moveTo>
                  <a:cubicBezTo>
                    <a:pt x="267" y="152"/>
                    <a:pt x="268" y="59"/>
                    <a:pt x="211" y="0"/>
                  </a:cubicBezTo>
                  <a:cubicBezTo>
                    <a:pt x="212" y="1"/>
                    <a:pt x="213" y="1"/>
                    <a:pt x="214" y="2"/>
                  </a:cubicBezTo>
                  <a:cubicBezTo>
                    <a:pt x="272" y="61"/>
                    <a:pt x="272" y="155"/>
                    <a:pt x="214" y="214"/>
                  </a:cubicBezTo>
                  <a:cubicBezTo>
                    <a:pt x="155" y="272"/>
                    <a:pt x="60" y="272"/>
                    <a:pt x="2" y="214"/>
                  </a:cubicBezTo>
                  <a:cubicBezTo>
                    <a:pt x="1" y="213"/>
                    <a:pt x="0" y="212"/>
                    <a:pt x="0" y="212"/>
                  </a:cubicBezTo>
                  <a:cubicBezTo>
                    <a:pt x="58" y="268"/>
                    <a:pt x="151" y="267"/>
                    <a:pt x="209" y="209"/>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7" name="Group 66">
            <a:extLst>
              <a:ext uri="{FF2B5EF4-FFF2-40B4-BE49-F238E27FC236}">
                <a16:creationId xmlns:a16="http://schemas.microsoft.com/office/drawing/2014/main" id="{CB13D4C6-6BC0-4C51-81F7-6C4547F57537}"/>
              </a:ext>
            </a:extLst>
          </p:cNvPr>
          <p:cNvGrpSpPr/>
          <p:nvPr/>
        </p:nvGrpSpPr>
        <p:grpSpPr>
          <a:xfrm>
            <a:off x="7603801" y="2440351"/>
            <a:ext cx="1174633" cy="1176447"/>
            <a:chOff x="6345238" y="4948238"/>
            <a:chExt cx="1027113" cy="1028700"/>
          </a:xfrm>
          <a:effectLst>
            <a:outerShdw blurRad="114300" dist="76200" dir="2700000" sx="102000" sy="102000" algn="tl" rotWithShape="0">
              <a:prstClr val="black">
                <a:alpha val="40000"/>
              </a:prstClr>
            </a:outerShdw>
          </a:effectLst>
        </p:grpSpPr>
        <p:sp>
          <p:nvSpPr>
            <p:cNvPr id="69" name="Oval 56">
              <a:extLst>
                <a:ext uri="{FF2B5EF4-FFF2-40B4-BE49-F238E27FC236}">
                  <a16:creationId xmlns:a16="http://schemas.microsoft.com/office/drawing/2014/main" id="{26314958-C311-4ECC-BA4E-9C740705A63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0" name="Oval 57">
              <a:extLst>
                <a:ext uri="{FF2B5EF4-FFF2-40B4-BE49-F238E27FC236}">
                  <a16:creationId xmlns:a16="http://schemas.microsoft.com/office/drawing/2014/main" id="{28FF8B90-92CF-4E24-A4AC-0CE9467E171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68" name="Freeform 67">
            <a:extLst>
              <a:ext uri="{FF2B5EF4-FFF2-40B4-BE49-F238E27FC236}">
                <a16:creationId xmlns:a16="http://schemas.microsoft.com/office/drawing/2014/main" id="{59123810-DC74-4377-B098-5C8C613DBEB6}"/>
              </a:ext>
            </a:extLst>
          </p:cNvPr>
          <p:cNvSpPr>
            <a:spLocks noEditPoints="1"/>
          </p:cNvSpPr>
          <p:nvPr/>
        </p:nvSpPr>
        <p:spPr bwMode="auto">
          <a:xfrm>
            <a:off x="7898325" y="2704189"/>
            <a:ext cx="570382" cy="591122"/>
          </a:xfrm>
          <a:custGeom>
            <a:avLst/>
            <a:gdLst>
              <a:gd name="T0" fmla="*/ 43 w 116"/>
              <a:gd name="T1" fmla="*/ 12 h 120"/>
              <a:gd name="T2" fmla="*/ 101 w 116"/>
              <a:gd name="T3" fmla="*/ 48 h 120"/>
              <a:gd name="T4" fmla="*/ 116 w 116"/>
              <a:gd name="T5" fmla="*/ 77 h 120"/>
              <a:gd name="T6" fmla="*/ 104 w 116"/>
              <a:gd name="T7" fmla="*/ 77 h 120"/>
              <a:gd name="T8" fmla="*/ 104 w 116"/>
              <a:gd name="T9" fmla="*/ 97 h 120"/>
              <a:gd name="T10" fmla="*/ 97 w 116"/>
              <a:gd name="T11" fmla="*/ 103 h 120"/>
              <a:gd name="T12" fmla="*/ 84 w 116"/>
              <a:gd name="T13" fmla="*/ 103 h 120"/>
              <a:gd name="T14" fmla="*/ 84 w 116"/>
              <a:gd name="T15" fmla="*/ 120 h 120"/>
              <a:gd name="T16" fmla="*/ 31 w 116"/>
              <a:gd name="T17" fmla="*/ 120 h 120"/>
              <a:gd name="T18" fmla="*/ 31 w 116"/>
              <a:gd name="T19" fmla="*/ 103 h 120"/>
              <a:gd name="T20" fmla="*/ 25 w 116"/>
              <a:gd name="T21" fmla="*/ 91 h 120"/>
              <a:gd name="T22" fmla="*/ 64 w 116"/>
              <a:gd name="T23" fmla="*/ 54 h 120"/>
              <a:gd name="T24" fmla="*/ 64 w 116"/>
              <a:gd name="T25" fmla="*/ 46 h 120"/>
              <a:gd name="T26" fmla="*/ 55 w 116"/>
              <a:gd name="T27" fmla="*/ 43 h 120"/>
              <a:gd name="T28" fmla="*/ 54 w 116"/>
              <a:gd name="T29" fmla="*/ 39 h 120"/>
              <a:gd name="T30" fmla="*/ 58 w 116"/>
              <a:gd name="T31" fmla="*/ 30 h 120"/>
              <a:gd name="T32" fmla="*/ 52 w 116"/>
              <a:gd name="T33" fmla="*/ 25 h 120"/>
              <a:gd name="T34" fmla="*/ 43 w 116"/>
              <a:gd name="T35" fmla="*/ 28 h 120"/>
              <a:gd name="T36" fmla="*/ 40 w 116"/>
              <a:gd name="T37" fmla="*/ 27 h 120"/>
              <a:gd name="T38" fmla="*/ 36 w 116"/>
              <a:gd name="T39" fmla="*/ 18 h 120"/>
              <a:gd name="T40" fmla="*/ 28 w 116"/>
              <a:gd name="T41" fmla="*/ 18 h 120"/>
              <a:gd name="T42" fmla="*/ 24 w 116"/>
              <a:gd name="T43" fmla="*/ 27 h 120"/>
              <a:gd name="T44" fmla="*/ 21 w 116"/>
              <a:gd name="T45" fmla="*/ 28 h 120"/>
              <a:gd name="T46" fmla="*/ 12 w 116"/>
              <a:gd name="T47" fmla="*/ 25 h 120"/>
              <a:gd name="T48" fmla="*/ 6 w 116"/>
              <a:gd name="T49" fmla="*/ 30 h 120"/>
              <a:gd name="T50" fmla="*/ 10 w 116"/>
              <a:gd name="T51" fmla="*/ 39 h 120"/>
              <a:gd name="T52" fmla="*/ 9 w 116"/>
              <a:gd name="T53" fmla="*/ 43 h 120"/>
              <a:gd name="T54" fmla="*/ 0 w 116"/>
              <a:gd name="T55" fmla="*/ 46 h 120"/>
              <a:gd name="T56" fmla="*/ 0 w 116"/>
              <a:gd name="T57" fmla="*/ 54 h 120"/>
              <a:gd name="T58" fmla="*/ 9 w 116"/>
              <a:gd name="T59" fmla="*/ 58 h 120"/>
              <a:gd name="T60" fmla="*/ 10 w 116"/>
              <a:gd name="T61" fmla="*/ 61 h 120"/>
              <a:gd name="T62" fmla="*/ 6 w 116"/>
              <a:gd name="T63" fmla="*/ 70 h 120"/>
              <a:gd name="T64" fmla="*/ 12 w 116"/>
              <a:gd name="T65" fmla="*/ 76 h 120"/>
              <a:gd name="T66" fmla="*/ 21 w 116"/>
              <a:gd name="T67" fmla="*/ 72 h 120"/>
              <a:gd name="T68" fmla="*/ 24 w 116"/>
              <a:gd name="T69" fmla="*/ 73 h 120"/>
              <a:gd name="T70" fmla="*/ 28 w 116"/>
              <a:gd name="T71" fmla="*/ 83 h 120"/>
              <a:gd name="T72" fmla="*/ 36 w 116"/>
              <a:gd name="T73" fmla="*/ 83 h 120"/>
              <a:gd name="T74" fmla="*/ 40 w 116"/>
              <a:gd name="T75" fmla="*/ 73 h 120"/>
              <a:gd name="T76" fmla="*/ 43 w 116"/>
              <a:gd name="T77" fmla="*/ 72 h 120"/>
              <a:gd name="T78" fmla="*/ 52 w 116"/>
              <a:gd name="T79" fmla="*/ 76 h 120"/>
              <a:gd name="T80" fmla="*/ 58 w 116"/>
              <a:gd name="T81" fmla="*/ 70 h 120"/>
              <a:gd name="T82" fmla="*/ 54 w 116"/>
              <a:gd name="T83" fmla="*/ 61 h 120"/>
              <a:gd name="T84" fmla="*/ 55 w 116"/>
              <a:gd name="T85" fmla="*/ 58 h 120"/>
              <a:gd name="T86" fmla="*/ 64 w 116"/>
              <a:gd name="T87" fmla="*/ 54 h 120"/>
              <a:gd name="T88" fmla="*/ 32 w 116"/>
              <a:gd name="T89" fmla="*/ 37 h 120"/>
              <a:gd name="T90" fmla="*/ 18 w 116"/>
              <a:gd name="T91" fmla="*/ 50 h 120"/>
              <a:gd name="T92" fmla="*/ 32 w 116"/>
              <a:gd name="T93" fmla="*/ 64 h 120"/>
              <a:gd name="T94" fmla="*/ 46 w 116"/>
              <a:gd name="T95" fmla="*/ 50 h 120"/>
              <a:gd name="T96" fmla="*/ 32 w 116"/>
              <a:gd name="T97" fmla="*/ 37 h 120"/>
              <a:gd name="T98" fmla="*/ 84 w 116"/>
              <a:gd name="T99" fmla="*/ 103 h 120"/>
              <a:gd name="T100" fmla="*/ 77 w 116"/>
              <a:gd name="T101" fmla="*/ 10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6" h="120">
                <a:moveTo>
                  <a:pt x="43" y="12"/>
                </a:moveTo>
                <a:cubicBezTo>
                  <a:pt x="107" y="0"/>
                  <a:pt x="101" y="48"/>
                  <a:pt x="101" y="48"/>
                </a:cubicBezTo>
                <a:cubicBezTo>
                  <a:pt x="116" y="77"/>
                  <a:pt x="116" y="77"/>
                  <a:pt x="116" y="77"/>
                </a:cubicBezTo>
                <a:cubicBezTo>
                  <a:pt x="104" y="77"/>
                  <a:pt x="104" y="77"/>
                  <a:pt x="104" y="77"/>
                </a:cubicBezTo>
                <a:cubicBezTo>
                  <a:pt x="104" y="97"/>
                  <a:pt x="104" y="97"/>
                  <a:pt x="104" y="97"/>
                </a:cubicBezTo>
                <a:cubicBezTo>
                  <a:pt x="104" y="101"/>
                  <a:pt x="101" y="103"/>
                  <a:pt x="97" y="103"/>
                </a:cubicBezTo>
                <a:cubicBezTo>
                  <a:pt x="84" y="103"/>
                  <a:pt x="84" y="103"/>
                  <a:pt x="84" y="103"/>
                </a:cubicBezTo>
                <a:cubicBezTo>
                  <a:pt x="84" y="120"/>
                  <a:pt x="84" y="120"/>
                  <a:pt x="84" y="120"/>
                </a:cubicBezTo>
                <a:moveTo>
                  <a:pt x="31" y="120"/>
                </a:moveTo>
                <a:cubicBezTo>
                  <a:pt x="31" y="103"/>
                  <a:pt x="31" y="103"/>
                  <a:pt x="31" y="103"/>
                </a:cubicBezTo>
                <a:cubicBezTo>
                  <a:pt x="25" y="91"/>
                  <a:pt x="25" y="91"/>
                  <a:pt x="25" y="91"/>
                </a:cubicBezTo>
                <a:moveTo>
                  <a:pt x="64" y="54"/>
                </a:moveTo>
                <a:cubicBezTo>
                  <a:pt x="64" y="46"/>
                  <a:pt x="64" y="46"/>
                  <a:pt x="64" y="46"/>
                </a:cubicBezTo>
                <a:cubicBezTo>
                  <a:pt x="55" y="43"/>
                  <a:pt x="55" y="43"/>
                  <a:pt x="55" y="43"/>
                </a:cubicBezTo>
                <a:cubicBezTo>
                  <a:pt x="55" y="41"/>
                  <a:pt x="54" y="40"/>
                  <a:pt x="54" y="39"/>
                </a:cubicBezTo>
                <a:cubicBezTo>
                  <a:pt x="58" y="30"/>
                  <a:pt x="58" y="30"/>
                  <a:pt x="58" y="30"/>
                </a:cubicBezTo>
                <a:cubicBezTo>
                  <a:pt x="52" y="25"/>
                  <a:pt x="52" y="25"/>
                  <a:pt x="52" y="25"/>
                </a:cubicBezTo>
                <a:cubicBezTo>
                  <a:pt x="43" y="28"/>
                  <a:pt x="43" y="28"/>
                  <a:pt x="43" y="28"/>
                </a:cubicBezTo>
                <a:cubicBezTo>
                  <a:pt x="42" y="28"/>
                  <a:pt x="41" y="28"/>
                  <a:pt x="40" y="27"/>
                </a:cubicBezTo>
                <a:cubicBezTo>
                  <a:pt x="36" y="18"/>
                  <a:pt x="36" y="18"/>
                  <a:pt x="36" y="18"/>
                </a:cubicBezTo>
                <a:cubicBezTo>
                  <a:pt x="28" y="18"/>
                  <a:pt x="28" y="18"/>
                  <a:pt x="28" y="18"/>
                </a:cubicBezTo>
                <a:cubicBezTo>
                  <a:pt x="24" y="27"/>
                  <a:pt x="24" y="27"/>
                  <a:pt x="24" y="27"/>
                </a:cubicBezTo>
                <a:cubicBezTo>
                  <a:pt x="23" y="28"/>
                  <a:pt x="22" y="28"/>
                  <a:pt x="21" y="28"/>
                </a:cubicBezTo>
                <a:cubicBezTo>
                  <a:pt x="12" y="25"/>
                  <a:pt x="12" y="25"/>
                  <a:pt x="12" y="25"/>
                </a:cubicBezTo>
                <a:cubicBezTo>
                  <a:pt x="6" y="30"/>
                  <a:pt x="6" y="30"/>
                  <a:pt x="6" y="30"/>
                </a:cubicBezTo>
                <a:cubicBezTo>
                  <a:pt x="10" y="39"/>
                  <a:pt x="10" y="39"/>
                  <a:pt x="10" y="39"/>
                </a:cubicBezTo>
                <a:cubicBezTo>
                  <a:pt x="10" y="40"/>
                  <a:pt x="9" y="41"/>
                  <a:pt x="9" y="43"/>
                </a:cubicBezTo>
                <a:cubicBezTo>
                  <a:pt x="0" y="46"/>
                  <a:pt x="0" y="46"/>
                  <a:pt x="0" y="46"/>
                </a:cubicBezTo>
                <a:cubicBezTo>
                  <a:pt x="0" y="54"/>
                  <a:pt x="0" y="54"/>
                  <a:pt x="0" y="54"/>
                </a:cubicBezTo>
                <a:cubicBezTo>
                  <a:pt x="9" y="58"/>
                  <a:pt x="9" y="58"/>
                  <a:pt x="9" y="58"/>
                </a:cubicBezTo>
                <a:cubicBezTo>
                  <a:pt x="9" y="59"/>
                  <a:pt x="10" y="60"/>
                  <a:pt x="10" y="61"/>
                </a:cubicBezTo>
                <a:cubicBezTo>
                  <a:pt x="6" y="70"/>
                  <a:pt x="6" y="70"/>
                  <a:pt x="6" y="70"/>
                </a:cubicBezTo>
                <a:cubicBezTo>
                  <a:pt x="12" y="76"/>
                  <a:pt x="12" y="76"/>
                  <a:pt x="12" y="76"/>
                </a:cubicBezTo>
                <a:cubicBezTo>
                  <a:pt x="21" y="72"/>
                  <a:pt x="21" y="72"/>
                  <a:pt x="21" y="72"/>
                </a:cubicBezTo>
                <a:cubicBezTo>
                  <a:pt x="22" y="73"/>
                  <a:pt x="23" y="73"/>
                  <a:pt x="24" y="73"/>
                </a:cubicBezTo>
                <a:cubicBezTo>
                  <a:pt x="28" y="83"/>
                  <a:pt x="28" y="83"/>
                  <a:pt x="28" y="83"/>
                </a:cubicBezTo>
                <a:cubicBezTo>
                  <a:pt x="36" y="83"/>
                  <a:pt x="36" y="83"/>
                  <a:pt x="36" y="83"/>
                </a:cubicBezTo>
                <a:cubicBezTo>
                  <a:pt x="40" y="73"/>
                  <a:pt x="40" y="73"/>
                  <a:pt x="40" y="73"/>
                </a:cubicBezTo>
                <a:cubicBezTo>
                  <a:pt x="41" y="73"/>
                  <a:pt x="42" y="73"/>
                  <a:pt x="43" y="72"/>
                </a:cubicBezTo>
                <a:cubicBezTo>
                  <a:pt x="52" y="76"/>
                  <a:pt x="52" y="76"/>
                  <a:pt x="52" y="76"/>
                </a:cubicBezTo>
                <a:cubicBezTo>
                  <a:pt x="58" y="70"/>
                  <a:pt x="58" y="70"/>
                  <a:pt x="58" y="70"/>
                </a:cubicBezTo>
                <a:cubicBezTo>
                  <a:pt x="54" y="61"/>
                  <a:pt x="54" y="61"/>
                  <a:pt x="54" y="61"/>
                </a:cubicBezTo>
                <a:cubicBezTo>
                  <a:pt x="54" y="60"/>
                  <a:pt x="55" y="59"/>
                  <a:pt x="55" y="58"/>
                </a:cubicBezTo>
                <a:lnTo>
                  <a:pt x="64" y="54"/>
                </a:lnTo>
                <a:close/>
                <a:moveTo>
                  <a:pt x="32" y="37"/>
                </a:moveTo>
                <a:cubicBezTo>
                  <a:pt x="24" y="37"/>
                  <a:pt x="18" y="43"/>
                  <a:pt x="18" y="50"/>
                </a:cubicBezTo>
                <a:cubicBezTo>
                  <a:pt x="18" y="58"/>
                  <a:pt x="24" y="64"/>
                  <a:pt x="32" y="64"/>
                </a:cubicBezTo>
                <a:cubicBezTo>
                  <a:pt x="40" y="64"/>
                  <a:pt x="46" y="58"/>
                  <a:pt x="46" y="50"/>
                </a:cubicBezTo>
                <a:cubicBezTo>
                  <a:pt x="46" y="43"/>
                  <a:pt x="40" y="37"/>
                  <a:pt x="32" y="37"/>
                </a:cubicBezTo>
                <a:close/>
                <a:moveTo>
                  <a:pt x="84" y="103"/>
                </a:moveTo>
                <a:cubicBezTo>
                  <a:pt x="77" y="103"/>
                  <a:pt x="77" y="103"/>
                  <a:pt x="77" y="103"/>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75" name="Circle_05">
            <a:extLst>
              <a:ext uri="{FF2B5EF4-FFF2-40B4-BE49-F238E27FC236}">
                <a16:creationId xmlns:a16="http://schemas.microsoft.com/office/drawing/2014/main" id="{42ADC401-784C-44AC-AACB-12AE2B026FAD}"/>
              </a:ext>
            </a:extLst>
          </p:cNvPr>
          <p:cNvGrpSpPr/>
          <p:nvPr/>
        </p:nvGrpSpPr>
        <p:grpSpPr>
          <a:xfrm>
            <a:off x="3160309" y="2219239"/>
            <a:ext cx="1634400" cy="1634400"/>
            <a:chOff x="4162425" y="876300"/>
            <a:chExt cx="1254126" cy="1254126"/>
          </a:xfrm>
          <a:effectLst>
            <a:outerShdw blurRad="152400" dist="127000" dir="2700000" sx="98000" sy="98000" algn="tl" rotWithShape="0">
              <a:prstClr val="black">
                <a:alpha val="30000"/>
              </a:prstClr>
            </a:outerShdw>
          </a:effectLst>
        </p:grpSpPr>
        <p:sp>
          <p:nvSpPr>
            <p:cNvPr id="80" name="Freeform 45">
              <a:extLst>
                <a:ext uri="{FF2B5EF4-FFF2-40B4-BE49-F238E27FC236}">
                  <a16:creationId xmlns:a16="http://schemas.microsoft.com/office/drawing/2014/main" id="{88F4DAF1-7580-4C53-A832-F91BCC0B536A}"/>
                </a:ext>
              </a:extLst>
            </p:cNvPr>
            <p:cNvSpPr>
              <a:spLocks/>
            </p:cNvSpPr>
            <p:nvPr/>
          </p:nvSpPr>
          <p:spPr bwMode="auto">
            <a:xfrm>
              <a:off x="4162425" y="876300"/>
              <a:ext cx="1254125" cy="1254125"/>
            </a:xfrm>
            <a:custGeom>
              <a:avLst/>
              <a:gdLst>
                <a:gd name="T0" fmla="*/ 271 w 329"/>
                <a:gd name="T1" fmla="*/ 270 h 329"/>
                <a:gd name="T2" fmla="*/ 59 w 329"/>
                <a:gd name="T3" fmla="*/ 270 h 329"/>
                <a:gd name="T4" fmla="*/ 59 w 329"/>
                <a:gd name="T5" fmla="*/ 59 h 329"/>
                <a:gd name="T6" fmla="*/ 271 w 329"/>
                <a:gd name="T7" fmla="*/ 59 h 329"/>
                <a:gd name="T8" fmla="*/ 271 w 329"/>
                <a:gd name="T9" fmla="*/ 270 h 329"/>
              </a:gdLst>
              <a:ahLst/>
              <a:cxnLst>
                <a:cxn ang="0">
                  <a:pos x="T0" y="T1"/>
                </a:cxn>
                <a:cxn ang="0">
                  <a:pos x="T2" y="T3"/>
                </a:cxn>
                <a:cxn ang="0">
                  <a:pos x="T4" y="T5"/>
                </a:cxn>
                <a:cxn ang="0">
                  <a:pos x="T6" y="T7"/>
                </a:cxn>
                <a:cxn ang="0">
                  <a:pos x="T8" y="T9"/>
                </a:cxn>
              </a:cxnLst>
              <a:rect l="0" t="0" r="r" b="b"/>
              <a:pathLst>
                <a:path w="329" h="329">
                  <a:moveTo>
                    <a:pt x="271" y="270"/>
                  </a:moveTo>
                  <a:cubicBezTo>
                    <a:pt x="212" y="329"/>
                    <a:pt x="117" y="329"/>
                    <a:pt x="59" y="270"/>
                  </a:cubicBezTo>
                  <a:cubicBezTo>
                    <a:pt x="0" y="212"/>
                    <a:pt x="0" y="117"/>
                    <a:pt x="59" y="59"/>
                  </a:cubicBezTo>
                  <a:cubicBezTo>
                    <a:pt x="117" y="0"/>
                    <a:pt x="212" y="0"/>
                    <a:pt x="271" y="59"/>
                  </a:cubicBezTo>
                  <a:cubicBezTo>
                    <a:pt x="329" y="117"/>
                    <a:pt x="329" y="212"/>
                    <a:pt x="271" y="27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81" name="Freeform 46">
              <a:extLst>
                <a:ext uri="{FF2B5EF4-FFF2-40B4-BE49-F238E27FC236}">
                  <a16:creationId xmlns:a16="http://schemas.microsoft.com/office/drawing/2014/main" id="{02C579BD-B810-4ACA-9B6C-70B114AC7920}"/>
                </a:ext>
              </a:extLst>
            </p:cNvPr>
            <p:cNvSpPr>
              <a:spLocks/>
            </p:cNvSpPr>
            <p:nvPr/>
          </p:nvSpPr>
          <p:spPr bwMode="auto">
            <a:xfrm>
              <a:off x="4162425" y="876300"/>
              <a:ext cx="1039813" cy="1036638"/>
            </a:xfrm>
            <a:custGeom>
              <a:avLst/>
              <a:gdLst>
                <a:gd name="T0" fmla="*/ 63 w 273"/>
                <a:gd name="T1" fmla="*/ 63 h 272"/>
                <a:gd name="T2" fmla="*/ 273 w 273"/>
                <a:gd name="T3" fmla="*/ 61 h 272"/>
                <a:gd name="T4" fmla="*/ 271 w 273"/>
                <a:gd name="T5" fmla="*/ 59 h 272"/>
                <a:gd name="T6" fmla="*/ 59 w 273"/>
                <a:gd name="T7" fmla="*/ 59 h 272"/>
                <a:gd name="T8" fmla="*/ 59 w 273"/>
                <a:gd name="T9" fmla="*/ 270 h 272"/>
                <a:gd name="T10" fmla="*/ 61 w 273"/>
                <a:gd name="T11" fmla="*/ 272 h 272"/>
                <a:gd name="T12" fmla="*/ 63 w 273"/>
                <a:gd name="T13" fmla="*/ 63 h 272"/>
              </a:gdLst>
              <a:ahLst/>
              <a:cxnLst>
                <a:cxn ang="0">
                  <a:pos x="T0" y="T1"/>
                </a:cxn>
                <a:cxn ang="0">
                  <a:pos x="T2" y="T3"/>
                </a:cxn>
                <a:cxn ang="0">
                  <a:pos x="T4" y="T5"/>
                </a:cxn>
                <a:cxn ang="0">
                  <a:pos x="T6" y="T7"/>
                </a:cxn>
                <a:cxn ang="0">
                  <a:pos x="T8" y="T9"/>
                </a:cxn>
                <a:cxn ang="0">
                  <a:pos x="T10" y="T11"/>
                </a:cxn>
                <a:cxn ang="0">
                  <a:pos x="T12" y="T13"/>
                </a:cxn>
              </a:cxnLst>
              <a:rect l="0" t="0" r="r" b="b"/>
              <a:pathLst>
                <a:path w="273" h="272">
                  <a:moveTo>
                    <a:pt x="63" y="63"/>
                  </a:moveTo>
                  <a:cubicBezTo>
                    <a:pt x="121" y="5"/>
                    <a:pt x="214" y="5"/>
                    <a:pt x="273" y="61"/>
                  </a:cubicBezTo>
                  <a:cubicBezTo>
                    <a:pt x="272" y="60"/>
                    <a:pt x="271" y="59"/>
                    <a:pt x="271" y="59"/>
                  </a:cubicBezTo>
                  <a:cubicBezTo>
                    <a:pt x="212" y="0"/>
                    <a:pt x="117" y="0"/>
                    <a:pt x="59" y="59"/>
                  </a:cubicBezTo>
                  <a:cubicBezTo>
                    <a:pt x="0" y="117"/>
                    <a:pt x="0" y="212"/>
                    <a:pt x="59" y="270"/>
                  </a:cubicBezTo>
                  <a:cubicBezTo>
                    <a:pt x="60" y="271"/>
                    <a:pt x="60" y="272"/>
                    <a:pt x="61" y="272"/>
                  </a:cubicBezTo>
                  <a:cubicBezTo>
                    <a:pt x="5" y="214"/>
                    <a:pt x="6" y="121"/>
                    <a:pt x="63" y="63"/>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2" name="Freeform 47">
              <a:extLst>
                <a:ext uri="{FF2B5EF4-FFF2-40B4-BE49-F238E27FC236}">
                  <a16:creationId xmlns:a16="http://schemas.microsoft.com/office/drawing/2014/main" id="{0E826AAF-37F6-406A-9F13-8D7236E72471}"/>
                </a:ext>
              </a:extLst>
            </p:cNvPr>
            <p:cNvSpPr>
              <a:spLocks/>
            </p:cNvSpPr>
            <p:nvPr/>
          </p:nvSpPr>
          <p:spPr bwMode="auto">
            <a:xfrm>
              <a:off x="4379913" y="1090613"/>
              <a:ext cx="1036638" cy="1039813"/>
            </a:xfrm>
            <a:custGeom>
              <a:avLst/>
              <a:gdLst>
                <a:gd name="T0" fmla="*/ 209 w 272"/>
                <a:gd name="T1" fmla="*/ 210 h 273"/>
                <a:gd name="T2" fmla="*/ 211 w 272"/>
                <a:gd name="T3" fmla="*/ 0 h 273"/>
                <a:gd name="T4" fmla="*/ 214 w 272"/>
                <a:gd name="T5" fmla="*/ 3 h 273"/>
                <a:gd name="T6" fmla="*/ 214 w 272"/>
                <a:gd name="T7" fmla="*/ 214 h 273"/>
                <a:gd name="T8" fmla="*/ 2 w 272"/>
                <a:gd name="T9" fmla="*/ 214 h 273"/>
                <a:gd name="T10" fmla="*/ 0 w 272"/>
                <a:gd name="T11" fmla="*/ 212 h 273"/>
                <a:gd name="T12" fmla="*/ 209 w 272"/>
                <a:gd name="T13" fmla="*/ 210 h 273"/>
              </a:gdLst>
              <a:ahLst/>
              <a:cxnLst>
                <a:cxn ang="0">
                  <a:pos x="T0" y="T1"/>
                </a:cxn>
                <a:cxn ang="0">
                  <a:pos x="T2" y="T3"/>
                </a:cxn>
                <a:cxn ang="0">
                  <a:pos x="T4" y="T5"/>
                </a:cxn>
                <a:cxn ang="0">
                  <a:pos x="T6" y="T7"/>
                </a:cxn>
                <a:cxn ang="0">
                  <a:pos x="T8" y="T9"/>
                </a:cxn>
                <a:cxn ang="0">
                  <a:pos x="T10" y="T11"/>
                </a:cxn>
                <a:cxn ang="0">
                  <a:pos x="T12" y="T13"/>
                </a:cxn>
              </a:cxnLst>
              <a:rect l="0" t="0" r="r" b="b"/>
              <a:pathLst>
                <a:path w="272" h="273">
                  <a:moveTo>
                    <a:pt x="209" y="210"/>
                  </a:moveTo>
                  <a:cubicBezTo>
                    <a:pt x="267" y="152"/>
                    <a:pt x="268" y="59"/>
                    <a:pt x="211" y="0"/>
                  </a:cubicBezTo>
                  <a:cubicBezTo>
                    <a:pt x="212" y="1"/>
                    <a:pt x="213" y="2"/>
                    <a:pt x="214" y="3"/>
                  </a:cubicBezTo>
                  <a:cubicBezTo>
                    <a:pt x="272" y="61"/>
                    <a:pt x="272" y="156"/>
                    <a:pt x="214" y="214"/>
                  </a:cubicBezTo>
                  <a:cubicBezTo>
                    <a:pt x="155" y="273"/>
                    <a:pt x="60" y="273"/>
                    <a:pt x="2" y="214"/>
                  </a:cubicBezTo>
                  <a:cubicBezTo>
                    <a:pt x="1" y="213"/>
                    <a:pt x="0" y="213"/>
                    <a:pt x="0" y="212"/>
                  </a:cubicBezTo>
                  <a:cubicBezTo>
                    <a:pt x="58" y="268"/>
                    <a:pt x="151" y="267"/>
                    <a:pt x="209" y="210"/>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6" name="Group 75">
            <a:extLst>
              <a:ext uri="{FF2B5EF4-FFF2-40B4-BE49-F238E27FC236}">
                <a16:creationId xmlns:a16="http://schemas.microsoft.com/office/drawing/2014/main" id="{1D1FBE25-722C-433E-9606-B051454FB695}"/>
              </a:ext>
            </a:extLst>
          </p:cNvPr>
          <p:cNvGrpSpPr/>
          <p:nvPr/>
        </p:nvGrpSpPr>
        <p:grpSpPr>
          <a:xfrm>
            <a:off x="3398230" y="2448458"/>
            <a:ext cx="1171658" cy="1173467"/>
            <a:chOff x="6345238" y="4948238"/>
            <a:chExt cx="1027113" cy="1028700"/>
          </a:xfrm>
          <a:effectLst>
            <a:outerShdw blurRad="114300" dist="76200" dir="2700000" sx="102000" sy="102000" algn="tl" rotWithShape="0">
              <a:prstClr val="black">
                <a:alpha val="40000"/>
              </a:prstClr>
            </a:outerShdw>
          </a:effectLst>
        </p:grpSpPr>
        <p:sp>
          <p:nvSpPr>
            <p:cNvPr id="78" name="Oval 56">
              <a:extLst>
                <a:ext uri="{FF2B5EF4-FFF2-40B4-BE49-F238E27FC236}">
                  <a16:creationId xmlns:a16="http://schemas.microsoft.com/office/drawing/2014/main" id="{FB8DFCD0-6C2D-45A7-ABE7-6FFF46BA9A4E}"/>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9" name="Oval 57">
              <a:extLst>
                <a:ext uri="{FF2B5EF4-FFF2-40B4-BE49-F238E27FC236}">
                  <a16:creationId xmlns:a16="http://schemas.microsoft.com/office/drawing/2014/main" id="{B6C470BD-8CCB-4B0D-B09E-B44338A66E7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77" name="Freeform 68">
            <a:extLst>
              <a:ext uri="{FF2B5EF4-FFF2-40B4-BE49-F238E27FC236}">
                <a16:creationId xmlns:a16="http://schemas.microsoft.com/office/drawing/2014/main" id="{CAD7353B-0A41-4ECF-A54D-101BC6457D7A}"/>
              </a:ext>
            </a:extLst>
          </p:cNvPr>
          <p:cNvSpPr>
            <a:spLocks noEditPoints="1"/>
          </p:cNvSpPr>
          <p:nvPr/>
        </p:nvSpPr>
        <p:spPr bwMode="auto">
          <a:xfrm>
            <a:off x="3603046" y="2825415"/>
            <a:ext cx="750997" cy="424117"/>
          </a:xfrm>
          <a:custGeom>
            <a:avLst/>
            <a:gdLst>
              <a:gd name="T0" fmla="*/ 36 w 153"/>
              <a:gd name="T1" fmla="*/ 71 h 86"/>
              <a:gd name="T2" fmla="*/ 36 w 153"/>
              <a:gd name="T3" fmla="*/ 64 h 86"/>
              <a:gd name="T4" fmla="*/ 45 w 153"/>
              <a:gd name="T5" fmla="*/ 56 h 86"/>
              <a:gd name="T6" fmla="*/ 50 w 153"/>
              <a:gd name="T7" fmla="*/ 60 h 86"/>
              <a:gd name="T8" fmla="*/ 43 w 153"/>
              <a:gd name="T9" fmla="*/ 70 h 86"/>
              <a:gd name="T10" fmla="*/ 93 w 153"/>
              <a:gd name="T11" fmla="*/ 63 h 86"/>
              <a:gd name="T12" fmla="*/ 112 w 153"/>
              <a:gd name="T13" fmla="*/ 71 h 86"/>
              <a:gd name="T14" fmla="*/ 113 w 153"/>
              <a:gd name="T15" fmla="*/ 63 h 86"/>
              <a:gd name="T16" fmla="*/ 94 w 153"/>
              <a:gd name="T17" fmla="*/ 77 h 86"/>
              <a:gd name="T18" fmla="*/ 102 w 153"/>
              <a:gd name="T19" fmla="*/ 77 h 86"/>
              <a:gd name="T20" fmla="*/ 104 w 153"/>
              <a:gd name="T21" fmla="*/ 71 h 86"/>
              <a:gd name="T22" fmla="*/ 84 w 153"/>
              <a:gd name="T23" fmla="*/ 83 h 86"/>
              <a:gd name="T24" fmla="*/ 92 w 153"/>
              <a:gd name="T25" fmla="*/ 83 h 86"/>
              <a:gd name="T26" fmla="*/ 94 w 153"/>
              <a:gd name="T27" fmla="*/ 77 h 86"/>
              <a:gd name="T28" fmla="*/ 72 w 153"/>
              <a:gd name="T29" fmla="*/ 85 h 86"/>
              <a:gd name="T30" fmla="*/ 82 w 153"/>
              <a:gd name="T31" fmla="*/ 84 h 86"/>
              <a:gd name="T32" fmla="*/ 49 w 153"/>
              <a:gd name="T33" fmla="*/ 77 h 86"/>
              <a:gd name="T34" fmla="*/ 59 w 153"/>
              <a:gd name="T35" fmla="*/ 59 h 86"/>
              <a:gd name="T36" fmla="*/ 53 w 153"/>
              <a:gd name="T37" fmla="*/ 59 h 86"/>
              <a:gd name="T38" fmla="*/ 42 w 153"/>
              <a:gd name="T39" fmla="*/ 77 h 86"/>
              <a:gd name="T40" fmla="*/ 49 w 153"/>
              <a:gd name="T41" fmla="*/ 77 h 86"/>
              <a:gd name="T42" fmla="*/ 67 w 153"/>
              <a:gd name="T43" fmla="*/ 70 h 86"/>
              <a:gd name="T44" fmla="*/ 63 w 153"/>
              <a:gd name="T45" fmla="*/ 63 h 86"/>
              <a:gd name="T46" fmla="*/ 51 w 153"/>
              <a:gd name="T47" fmla="*/ 75 h 86"/>
              <a:gd name="T48" fmla="*/ 55 w 153"/>
              <a:gd name="T49" fmla="*/ 83 h 86"/>
              <a:gd name="T50" fmla="*/ 71 w 153"/>
              <a:gd name="T51" fmla="*/ 80 h 86"/>
              <a:gd name="T52" fmla="*/ 72 w 153"/>
              <a:gd name="T53" fmla="*/ 72 h 86"/>
              <a:gd name="T54" fmla="*/ 65 w 153"/>
              <a:gd name="T55" fmla="*/ 72 h 86"/>
              <a:gd name="T56" fmla="*/ 60 w 153"/>
              <a:gd name="T57" fmla="*/ 85 h 86"/>
              <a:gd name="T58" fmla="*/ 67 w 153"/>
              <a:gd name="T59" fmla="*/ 85 h 86"/>
              <a:gd name="T60" fmla="*/ 131 w 153"/>
              <a:gd name="T61" fmla="*/ 1 h 86"/>
              <a:gd name="T62" fmla="*/ 127 w 153"/>
              <a:gd name="T63" fmla="*/ 52 h 86"/>
              <a:gd name="T64" fmla="*/ 153 w 153"/>
              <a:gd name="T65" fmla="*/ 41 h 86"/>
              <a:gd name="T66" fmla="*/ 83 w 153"/>
              <a:gd name="T67" fmla="*/ 22 h 86"/>
              <a:gd name="T68" fmla="*/ 76 w 153"/>
              <a:gd name="T69" fmla="*/ 23 h 86"/>
              <a:gd name="T70" fmla="*/ 53 w 153"/>
              <a:gd name="T71" fmla="*/ 34 h 86"/>
              <a:gd name="T72" fmla="*/ 73 w 153"/>
              <a:gd name="T73" fmla="*/ 39 h 86"/>
              <a:gd name="T74" fmla="*/ 113 w 153"/>
              <a:gd name="T75" fmla="*/ 63 h 86"/>
              <a:gd name="T76" fmla="*/ 119 w 153"/>
              <a:gd name="T77" fmla="*/ 54 h 86"/>
              <a:gd name="T78" fmla="*/ 113 w 153"/>
              <a:gd name="T79" fmla="*/ 63 h 86"/>
              <a:gd name="T80" fmla="*/ 39 w 153"/>
              <a:gd name="T81" fmla="*/ 62 h 86"/>
              <a:gd name="T82" fmla="*/ 22 w 153"/>
              <a:gd name="T83" fmla="*/ 57 h 86"/>
              <a:gd name="T84" fmla="*/ 32 w 153"/>
              <a:gd name="T85" fmla="*/ 0 h 86"/>
              <a:gd name="T86" fmla="*/ 37 w 153"/>
              <a:gd name="T87" fmla="*/ 63 h 86"/>
              <a:gd name="T88" fmla="*/ 51 w 153"/>
              <a:gd name="T89" fmla="*/ 2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 h="86">
                <a:moveTo>
                  <a:pt x="40" y="72"/>
                </a:moveTo>
                <a:cubicBezTo>
                  <a:pt x="39" y="72"/>
                  <a:pt x="37" y="71"/>
                  <a:pt x="36" y="71"/>
                </a:cubicBezTo>
                <a:cubicBezTo>
                  <a:pt x="35" y="70"/>
                  <a:pt x="35" y="69"/>
                  <a:pt x="35" y="67"/>
                </a:cubicBezTo>
                <a:cubicBezTo>
                  <a:pt x="35" y="66"/>
                  <a:pt x="35" y="65"/>
                  <a:pt x="36" y="64"/>
                </a:cubicBezTo>
                <a:cubicBezTo>
                  <a:pt x="42" y="57"/>
                  <a:pt x="42" y="57"/>
                  <a:pt x="42" y="57"/>
                </a:cubicBezTo>
                <a:cubicBezTo>
                  <a:pt x="43" y="57"/>
                  <a:pt x="44" y="56"/>
                  <a:pt x="45" y="56"/>
                </a:cubicBezTo>
                <a:cubicBezTo>
                  <a:pt x="46" y="56"/>
                  <a:pt x="47" y="56"/>
                  <a:pt x="48" y="57"/>
                </a:cubicBezTo>
                <a:cubicBezTo>
                  <a:pt x="49" y="58"/>
                  <a:pt x="50" y="59"/>
                  <a:pt x="50" y="60"/>
                </a:cubicBezTo>
                <a:cubicBezTo>
                  <a:pt x="50" y="62"/>
                  <a:pt x="50" y="63"/>
                  <a:pt x="49" y="64"/>
                </a:cubicBezTo>
                <a:cubicBezTo>
                  <a:pt x="43" y="70"/>
                  <a:pt x="43" y="70"/>
                  <a:pt x="43" y="70"/>
                </a:cubicBezTo>
                <a:cubicBezTo>
                  <a:pt x="42" y="71"/>
                  <a:pt x="41" y="72"/>
                  <a:pt x="40" y="72"/>
                </a:cubicBezTo>
                <a:close/>
                <a:moveTo>
                  <a:pt x="93" y="63"/>
                </a:moveTo>
                <a:cubicBezTo>
                  <a:pt x="93" y="63"/>
                  <a:pt x="104" y="72"/>
                  <a:pt x="107" y="72"/>
                </a:cubicBezTo>
                <a:cubicBezTo>
                  <a:pt x="110" y="73"/>
                  <a:pt x="110" y="72"/>
                  <a:pt x="112" y="71"/>
                </a:cubicBezTo>
                <a:cubicBezTo>
                  <a:pt x="113" y="70"/>
                  <a:pt x="114" y="68"/>
                  <a:pt x="114" y="66"/>
                </a:cubicBezTo>
                <a:cubicBezTo>
                  <a:pt x="114" y="65"/>
                  <a:pt x="113" y="64"/>
                  <a:pt x="113" y="63"/>
                </a:cubicBezTo>
                <a:moveTo>
                  <a:pt x="84" y="69"/>
                </a:moveTo>
                <a:cubicBezTo>
                  <a:pt x="94" y="77"/>
                  <a:pt x="94" y="77"/>
                  <a:pt x="94" y="77"/>
                </a:cubicBezTo>
                <a:cubicBezTo>
                  <a:pt x="95" y="78"/>
                  <a:pt x="96" y="79"/>
                  <a:pt x="98" y="79"/>
                </a:cubicBezTo>
                <a:cubicBezTo>
                  <a:pt x="100" y="79"/>
                  <a:pt x="101" y="78"/>
                  <a:pt x="102" y="77"/>
                </a:cubicBezTo>
                <a:cubicBezTo>
                  <a:pt x="104" y="76"/>
                  <a:pt x="104" y="74"/>
                  <a:pt x="104" y="73"/>
                </a:cubicBezTo>
                <a:cubicBezTo>
                  <a:pt x="104" y="72"/>
                  <a:pt x="104" y="71"/>
                  <a:pt x="104" y="71"/>
                </a:cubicBezTo>
                <a:moveTo>
                  <a:pt x="79" y="79"/>
                </a:moveTo>
                <a:cubicBezTo>
                  <a:pt x="84" y="83"/>
                  <a:pt x="84" y="83"/>
                  <a:pt x="84" y="83"/>
                </a:cubicBezTo>
                <a:cubicBezTo>
                  <a:pt x="85" y="84"/>
                  <a:pt x="86" y="85"/>
                  <a:pt x="88" y="85"/>
                </a:cubicBezTo>
                <a:cubicBezTo>
                  <a:pt x="89" y="85"/>
                  <a:pt x="91" y="84"/>
                  <a:pt x="92" y="83"/>
                </a:cubicBezTo>
                <a:cubicBezTo>
                  <a:pt x="93" y="82"/>
                  <a:pt x="94" y="80"/>
                  <a:pt x="94" y="79"/>
                </a:cubicBezTo>
                <a:cubicBezTo>
                  <a:pt x="94" y="78"/>
                  <a:pt x="94" y="77"/>
                  <a:pt x="94" y="77"/>
                </a:cubicBezTo>
                <a:moveTo>
                  <a:pt x="68" y="83"/>
                </a:moveTo>
                <a:cubicBezTo>
                  <a:pt x="72" y="85"/>
                  <a:pt x="72" y="85"/>
                  <a:pt x="72" y="85"/>
                </a:cubicBezTo>
                <a:cubicBezTo>
                  <a:pt x="73" y="85"/>
                  <a:pt x="75" y="86"/>
                  <a:pt x="77" y="85"/>
                </a:cubicBezTo>
                <a:cubicBezTo>
                  <a:pt x="79" y="85"/>
                  <a:pt x="80" y="85"/>
                  <a:pt x="82" y="84"/>
                </a:cubicBezTo>
                <a:cubicBezTo>
                  <a:pt x="82" y="83"/>
                  <a:pt x="83" y="83"/>
                  <a:pt x="83" y="82"/>
                </a:cubicBezTo>
                <a:moveTo>
                  <a:pt x="49" y="77"/>
                </a:moveTo>
                <a:cubicBezTo>
                  <a:pt x="59" y="65"/>
                  <a:pt x="59" y="65"/>
                  <a:pt x="59" y="65"/>
                </a:cubicBezTo>
                <a:cubicBezTo>
                  <a:pt x="61" y="64"/>
                  <a:pt x="61" y="61"/>
                  <a:pt x="59" y="59"/>
                </a:cubicBezTo>
                <a:cubicBezTo>
                  <a:pt x="58" y="58"/>
                  <a:pt x="57" y="58"/>
                  <a:pt x="55" y="58"/>
                </a:cubicBezTo>
                <a:cubicBezTo>
                  <a:pt x="54" y="58"/>
                  <a:pt x="53" y="58"/>
                  <a:pt x="53" y="59"/>
                </a:cubicBezTo>
                <a:cubicBezTo>
                  <a:pt x="42" y="71"/>
                  <a:pt x="42" y="71"/>
                  <a:pt x="42" y="71"/>
                </a:cubicBezTo>
                <a:cubicBezTo>
                  <a:pt x="40" y="73"/>
                  <a:pt x="41" y="76"/>
                  <a:pt x="42" y="77"/>
                </a:cubicBezTo>
                <a:cubicBezTo>
                  <a:pt x="43" y="78"/>
                  <a:pt x="45" y="79"/>
                  <a:pt x="46" y="79"/>
                </a:cubicBezTo>
                <a:cubicBezTo>
                  <a:pt x="47" y="78"/>
                  <a:pt x="48" y="78"/>
                  <a:pt x="49" y="77"/>
                </a:cubicBezTo>
                <a:close/>
                <a:moveTo>
                  <a:pt x="58" y="81"/>
                </a:moveTo>
                <a:cubicBezTo>
                  <a:pt x="67" y="70"/>
                  <a:pt x="67" y="70"/>
                  <a:pt x="67" y="70"/>
                </a:cubicBezTo>
                <a:cubicBezTo>
                  <a:pt x="69" y="69"/>
                  <a:pt x="69" y="66"/>
                  <a:pt x="67" y="64"/>
                </a:cubicBezTo>
                <a:cubicBezTo>
                  <a:pt x="66" y="63"/>
                  <a:pt x="65" y="63"/>
                  <a:pt x="63" y="63"/>
                </a:cubicBezTo>
                <a:cubicBezTo>
                  <a:pt x="62" y="63"/>
                  <a:pt x="61" y="64"/>
                  <a:pt x="60" y="64"/>
                </a:cubicBezTo>
                <a:cubicBezTo>
                  <a:pt x="51" y="75"/>
                  <a:pt x="51" y="75"/>
                  <a:pt x="51" y="75"/>
                </a:cubicBezTo>
                <a:cubicBezTo>
                  <a:pt x="49" y="77"/>
                  <a:pt x="49" y="80"/>
                  <a:pt x="51" y="82"/>
                </a:cubicBezTo>
                <a:cubicBezTo>
                  <a:pt x="52" y="82"/>
                  <a:pt x="53" y="83"/>
                  <a:pt x="55" y="83"/>
                </a:cubicBezTo>
                <a:cubicBezTo>
                  <a:pt x="56" y="83"/>
                  <a:pt x="57" y="82"/>
                  <a:pt x="58" y="81"/>
                </a:cubicBezTo>
                <a:close/>
                <a:moveTo>
                  <a:pt x="71" y="80"/>
                </a:moveTo>
                <a:cubicBezTo>
                  <a:pt x="72" y="79"/>
                  <a:pt x="72" y="79"/>
                  <a:pt x="72" y="79"/>
                </a:cubicBezTo>
                <a:cubicBezTo>
                  <a:pt x="74" y="77"/>
                  <a:pt x="74" y="74"/>
                  <a:pt x="72" y="72"/>
                </a:cubicBezTo>
                <a:cubicBezTo>
                  <a:pt x="71" y="71"/>
                  <a:pt x="69" y="71"/>
                  <a:pt x="68" y="71"/>
                </a:cubicBezTo>
                <a:cubicBezTo>
                  <a:pt x="67" y="71"/>
                  <a:pt x="66" y="72"/>
                  <a:pt x="65" y="72"/>
                </a:cubicBezTo>
                <a:cubicBezTo>
                  <a:pt x="60" y="79"/>
                  <a:pt x="60" y="79"/>
                  <a:pt x="60" y="79"/>
                </a:cubicBezTo>
                <a:cubicBezTo>
                  <a:pt x="58" y="81"/>
                  <a:pt x="58" y="83"/>
                  <a:pt x="60" y="85"/>
                </a:cubicBezTo>
                <a:cubicBezTo>
                  <a:pt x="61" y="86"/>
                  <a:pt x="63" y="86"/>
                  <a:pt x="64" y="86"/>
                </a:cubicBezTo>
                <a:cubicBezTo>
                  <a:pt x="65" y="86"/>
                  <a:pt x="66" y="86"/>
                  <a:pt x="67" y="85"/>
                </a:cubicBezTo>
                <a:lnTo>
                  <a:pt x="71" y="80"/>
                </a:lnTo>
                <a:close/>
                <a:moveTo>
                  <a:pt x="131" y="1"/>
                </a:moveTo>
                <a:cubicBezTo>
                  <a:pt x="122" y="6"/>
                  <a:pt x="108" y="13"/>
                  <a:pt x="105" y="15"/>
                </a:cubicBezTo>
                <a:cubicBezTo>
                  <a:pt x="107" y="18"/>
                  <a:pt x="116" y="33"/>
                  <a:pt x="127" y="52"/>
                </a:cubicBezTo>
                <a:cubicBezTo>
                  <a:pt x="129" y="54"/>
                  <a:pt x="129" y="54"/>
                  <a:pt x="129" y="54"/>
                </a:cubicBezTo>
                <a:cubicBezTo>
                  <a:pt x="153" y="41"/>
                  <a:pt x="153" y="41"/>
                  <a:pt x="153" y="41"/>
                </a:cubicBezTo>
                <a:moveTo>
                  <a:pt x="109" y="20"/>
                </a:moveTo>
                <a:cubicBezTo>
                  <a:pt x="96" y="15"/>
                  <a:pt x="90" y="22"/>
                  <a:pt x="83" y="22"/>
                </a:cubicBezTo>
                <a:cubicBezTo>
                  <a:pt x="80" y="22"/>
                  <a:pt x="77" y="23"/>
                  <a:pt x="76" y="23"/>
                </a:cubicBezTo>
                <a:cubicBezTo>
                  <a:pt x="76" y="23"/>
                  <a:pt x="76" y="23"/>
                  <a:pt x="76" y="23"/>
                </a:cubicBezTo>
                <a:cubicBezTo>
                  <a:pt x="75" y="23"/>
                  <a:pt x="74" y="23"/>
                  <a:pt x="74" y="23"/>
                </a:cubicBezTo>
                <a:cubicBezTo>
                  <a:pt x="53" y="34"/>
                  <a:pt x="53" y="34"/>
                  <a:pt x="53" y="34"/>
                </a:cubicBezTo>
                <a:cubicBezTo>
                  <a:pt x="43" y="39"/>
                  <a:pt x="53" y="46"/>
                  <a:pt x="56" y="45"/>
                </a:cubicBezTo>
                <a:cubicBezTo>
                  <a:pt x="59" y="44"/>
                  <a:pt x="67" y="41"/>
                  <a:pt x="73" y="39"/>
                </a:cubicBezTo>
                <a:cubicBezTo>
                  <a:pt x="76" y="38"/>
                  <a:pt x="80" y="38"/>
                  <a:pt x="83" y="40"/>
                </a:cubicBezTo>
                <a:cubicBezTo>
                  <a:pt x="92" y="47"/>
                  <a:pt x="111" y="61"/>
                  <a:pt x="113" y="63"/>
                </a:cubicBezTo>
                <a:moveTo>
                  <a:pt x="126" y="50"/>
                </a:moveTo>
                <a:cubicBezTo>
                  <a:pt x="125" y="51"/>
                  <a:pt x="120" y="53"/>
                  <a:pt x="119" y="54"/>
                </a:cubicBezTo>
                <a:cubicBezTo>
                  <a:pt x="119" y="55"/>
                  <a:pt x="118" y="56"/>
                  <a:pt x="117" y="57"/>
                </a:cubicBezTo>
                <a:cubicBezTo>
                  <a:pt x="116" y="59"/>
                  <a:pt x="114" y="62"/>
                  <a:pt x="113" y="63"/>
                </a:cubicBezTo>
                <a:moveTo>
                  <a:pt x="39" y="62"/>
                </a:moveTo>
                <a:cubicBezTo>
                  <a:pt x="39" y="62"/>
                  <a:pt x="39" y="62"/>
                  <a:pt x="39" y="62"/>
                </a:cubicBezTo>
                <a:moveTo>
                  <a:pt x="0" y="39"/>
                </a:moveTo>
                <a:cubicBezTo>
                  <a:pt x="22" y="57"/>
                  <a:pt x="22" y="57"/>
                  <a:pt x="22" y="57"/>
                </a:cubicBezTo>
                <a:cubicBezTo>
                  <a:pt x="53" y="18"/>
                  <a:pt x="53" y="18"/>
                  <a:pt x="53" y="18"/>
                </a:cubicBezTo>
                <a:cubicBezTo>
                  <a:pt x="32" y="0"/>
                  <a:pt x="32" y="0"/>
                  <a:pt x="32" y="0"/>
                </a:cubicBezTo>
                <a:moveTo>
                  <a:pt x="25" y="54"/>
                </a:moveTo>
                <a:cubicBezTo>
                  <a:pt x="31" y="59"/>
                  <a:pt x="37" y="63"/>
                  <a:pt x="37" y="63"/>
                </a:cubicBezTo>
                <a:moveTo>
                  <a:pt x="66" y="27"/>
                </a:moveTo>
                <a:cubicBezTo>
                  <a:pt x="63" y="26"/>
                  <a:pt x="57" y="23"/>
                  <a:pt x="51" y="2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84" name="Circle_06">
            <a:extLst>
              <a:ext uri="{FF2B5EF4-FFF2-40B4-BE49-F238E27FC236}">
                <a16:creationId xmlns:a16="http://schemas.microsoft.com/office/drawing/2014/main" id="{6CAFD444-824A-43E3-8FCB-7D6C83141A6C}"/>
              </a:ext>
            </a:extLst>
          </p:cNvPr>
          <p:cNvGrpSpPr/>
          <p:nvPr/>
        </p:nvGrpSpPr>
        <p:grpSpPr>
          <a:xfrm>
            <a:off x="9480505" y="2218844"/>
            <a:ext cx="1633538" cy="1635607"/>
            <a:chOff x="6780213" y="876300"/>
            <a:chExt cx="1252538" cy="1254125"/>
          </a:xfrm>
          <a:effectLst>
            <a:outerShdw blurRad="152400" dist="127000" dir="2700000" sx="98000" sy="98000" algn="tl" rotWithShape="0">
              <a:prstClr val="black">
                <a:alpha val="30000"/>
              </a:prstClr>
            </a:outerShdw>
          </a:effectLst>
        </p:grpSpPr>
        <p:sp>
          <p:nvSpPr>
            <p:cNvPr id="89" name="Freeform 35">
              <a:extLst>
                <a:ext uri="{FF2B5EF4-FFF2-40B4-BE49-F238E27FC236}">
                  <a16:creationId xmlns:a16="http://schemas.microsoft.com/office/drawing/2014/main" id="{3D7D9111-9CD6-4371-B586-0900B25B1BCE}"/>
                </a:ext>
              </a:extLst>
            </p:cNvPr>
            <p:cNvSpPr>
              <a:spLocks/>
            </p:cNvSpPr>
            <p:nvPr/>
          </p:nvSpPr>
          <p:spPr bwMode="auto">
            <a:xfrm>
              <a:off x="6780213" y="876300"/>
              <a:ext cx="1252538" cy="1254125"/>
            </a:xfrm>
            <a:custGeom>
              <a:avLst/>
              <a:gdLst>
                <a:gd name="T0" fmla="*/ 270 w 329"/>
                <a:gd name="T1" fmla="*/ 270 h 329"/>
                <a:gd name="T2" fmla="*/ 58 w 329"/>
                <a:gd name="T3" fmla="*/ 270 h 329"/>
                <a:gd name="T4" fmla="*/ 58 w 329"/>
                <a:gd name="T5" fmla="*/ 59 h 329"/>
                <a:gd name="T6" fmla="*/ 270 w 329"/>
                <a:gd name="T7" fmla="*/ 59 h 329"/>
                <a:gd name="T8" fmla="*/ 270 w 329"/>
                <a:gd name="T9" fmla="*/ 270 h 329"/>
              </a:gdLst>
              <a:ahLst/>
              <a:cxnLst>
                <a:cxn ang="0">
                  <a:pos x="T0" y="T1"/>
                </a:cxn>
                <a:cxn ang="0">
                  <a:pos x="T2" y="T3"/>
                </a:cxn>
                <a:cxn ang="0">
                  <a:pos x="T4" y="T5"/>
                </a:cxn>
                <a:cxn ang="0">
                  <a:pos x="T6" y="T7"/>
                </a:cxn>
                <a:cxn ang="0">
                  <a:pos x="T8" y="T9"/>
                </a:cxn>
              </a:cxnLst>
              <a:rect l="0" t="0" r="r" b="b"/>
              <a:pathLst>
                <a:path w="329" h="329">
                  <a:moveTo>
                    <a:pt x="270" y="270"/>
                  </a:moveTo>
                  <a:cubicBezTo>
                    <a:pt x="212" y="329"/>
                    <a:pt x="117" y="329"/>
                    <a:pt x="58" y="270"/>
                  </a:cubicBezTo>
                  <a:cubicBezTo>
                    <a:pt x="0" y="212"/>
                    <a:pt x="0" y="117"/>
                    <a:pt x="58" y="59"/>
                  </a:cubicBezTo>
                  <a:cubicBezTo>
                    <a:pt x="117" y="0"/>
                    <a:pt x="212" y="0"/>
                    <a:pt x="270" y="59"/>
                  </a:cubicBezTo>
                  <a:cubicBezTo>
                    <a:pt x="329" y="117"/>
                    <a:pt x="329" y="212"/>
                    <a:pt x="270" y="270"/>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90" name="Freeform 36">
              <a:extLst>
                <a:ext uri="{FF2B5EF4-FFF2-40B4-BE49-F238E27FC236}">
                  <a16:creationId xmlns:a16="http://schemas.microsoft.com/office/drawing/2014/main" id="{621A39D7-5D2F-4A7A-A105-858E63E6D408}"/>
                </a:ext>
              </a:extLst>
            </p:cNvPr>
            <p:cNvSpPr>
              <a:spLocks/>
            </p:cNvSpPr>
            <p:nvPr/>
          </p:nvSpPr>
          <p:spPr bwMode="auto">
            <a:xfrm>
              <a:off x="6780213" y="876300"/>
              <a:ext cx="1035050" cy="1036638"/>
            </a:xfrm>
            <a:custGeom>
              <a:avLst/>
              <a:gdLst>
                <a:gd name="T0" fmla="*/ 63 w 272"/>
                <a:gd name="T1" fmla="*/ 63 h 272"/>
                <a:gd name="T2" fmla="*/ 272 w 272"/>
                <a:gd name="T3" fmla="*/ 61 h 272"/>
                <a:gd name="T4" fmla="*/ 270 w 272"/>
                <a:gd name="T5" fmla="*/ 59 h 272"/>
                <a:gd name="T6" fmla="*/ 58 w 272"/>
                <a:gd name="T7" fmla="*/ 59 h 272"/>
                <a:gd name="T8" fmla="*/ 58 w 272"/>
                <a:gd name="T9" fmla="*/ 270 h 272"/>
                <a:gd name="T10" fmla="*/ 61 w 272"/>
                <a:gd name="T11" fmla="*/ 272 h 272"/>
                <a:gd name="T12" fmla="*/ 63 w 272"/>
                <a:gd name="T13" fmla="*/ 63 h 272"/>
              </a:gdLst>
              <a:ahLst/>
              <a:cxnLst>
                <a:cxn ang="0">
                  <a:pos x="T0" y="T1"/>
                </a:cxn>
                <a:cxn ang="0">
                  <a:pos x="T2" y="T3"/>
                </a:cxn>
                <a:cxn ang="0">
                  <a:pos x="T4" y="T5"/>
                </a:cxn>
                <a:cxn ang="0">
                  <a:pos x="T6" y="T7"/>
                </a:cxn>
                <a:cxn ang="0">
                  <a:pos x="T8" y="T9"/>
                </a:cxn>
                <a:cxn ang="0">
                  <a:pos x="T10" y="T11"/>
                </a:cxn>
                <a:cxn ang="0">
                  <a:pos x="T12" y="T13"/>
                </a:cxn>
              </a:cxnLst>
              <a:rect l="0" t="0" r="r" b="b"/>
              <a:pathLst>
                <a:path w="272" h="272">
                  <a:moveTo>
                    <a:pt x="63" y="63"/>
                  </a:moveTo>
                  <a:cubicBezTo>
                    <a:pt x="121" y="5"/>
                    <a:pt x="214" y="5"/>
                    <a:pt x="272" y="61"/>
                  </a:cubicBezTo>
                  <a:cubicBezTo>
                    <a:pt x="272" y="60"/>
                    <a:pt x="271" y="59"/>
                    <a:pt x="270" y="59"/>
                  </a:cubicBezTo>
                  <a:cubicBezTo>
                    <a:pt x="212" y="0"/>
                    <a:pt x="117" y="0"/>
                    <a:pt x="58" y="59"/>
                  </a:cubicBezTo>
                  <a:cubicBezTo>
                    <a:pt x="0" y="117"/>
                    <a:pt x="0" y="212"/>
                    <a:pt x="58" y="270"/>
                  </a:cubicBezTo>
                  <a:cubicBezTo>
                    <a:pt x="59" y="271"/>
                    <a:pt x="60" y="272"/>
                    <a:pt x="61" y="272"/>
                  </a:cubicBezTo>
                  <a:cubicBezTo>
                    <a:pt x="5" y="214"/>
                    <a:pt x="5" y="121"/>
                    <a:pt x="63" y="63"/>
                  </a:cubicBezTo>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1" name="Freeform 37">
              <a:extLst>
                <a:ext uri="{FF2B5EF4-FFF2-40B4-BE49-F238E27FC236}">
                  <a16:creationId xmlns:a16="http://schemas.microsoft.com/office/drawing/2014/main" id="{5C0C9DFB-F830-4250-9B37-2E148A345A3A}"/>
                </a:ext>
              </a:extLst>
            </p:cNvPr>
            <p:cNvSpPr>
              <a:spLocks/>
            </p:cNvSpPr>
            <p:nvPr/>
          </p:nvSpPr>
          <p:spPr bwMode="auto">
            <a:xfrm>
              <a:off x="7000875" y="1101725"/>
              <a:ext cx="1012825" cy="971550"/>
            </a:xfrm>
            <a:custGeom>
              <a:avLst/>
              <a:gdLst>
                <a:gd name="T0" fmla="*/ 212 w 266"/>
                <a:gd name="T1" fmla="*/ 0 h 255"/>
                <a:gd name="T2" fmla="*/ 214 w 266"/>
                <a:gd name="T3" fmla="*/ 2 h 255"/>
                <a:gd name="T4" fmla="*/ 212 w 266"/>
                <a:gd name="T5" fmla="*/ 0 h 255"/>
                <a:gd name="T6" fmla="*/ 208 w 266"/>
                <a:gd name="T7" fmla="*/ 207 h 255"/>
                <a:gd name="T8" fmla="*/ 102 w 266"/>
                <a:gd name="T9" fmla="*/ 251 h 255"/>
                <a:gd name="T10" fmla="*/ 1 w 266"/>
                <a:gd name="T11" fmla="*/ 211 h 255"/>
                <a:gd name="T12" fmla="*/ 3 w 266"/>
                <a:gd name="T13" fmla="*/ 213 h 255"/>
                <a:gd name="T14" fmla="*/ 0 w 266"/>
                <a:gd name="T15" fmla="*/ 211 h 255"/>
                <a:gd name="T16" fmla="*/ 106 w 266"/>
                <a:gd name="T17" fmla="*/ 255 h 255"/>
                <a:gd name="T18" fmla="*/ 212 w 266"/>
                <a:gd name="T19" fmla="*/ 211 h 255"/>
                <a:gd name="T20" fmla="*/ 256 w 266"/>
                <a:gd name="T21" fmla="*/ 105 h 255"/>
                <a:gd name="T22" fmla="*/ 212 w 266"/>
                <a:gd name="T23" fmla="*/ 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6" h="255">
                  <a:moveTo>
                    <a:pt x="212" y="0"/>
                  </a:moveTo>
                  <a:cubicBezTo>
                    <a:pt x="213" y="0"/>
                    <a:pt x="214" y="1"/>
                    <a:pt x="214" y="2"/>
                  </a:cubicBezTo>
                  <a:cubicBezTo>
                    <a:pt x="213" y="1"/>
                    <a:pt x="213" y="0"/>
                    <a:pt x="212" y="0"/>
                  </a:cubicBezTo>
                  <a:cubicBezTo>
                    <a:pt x="266" y="58"/>
                    <a:pt x="265" y="150"/>
                    <a:pt x="208" y="207"/>
                  </a:cubicBezTo>
                  <a:cubicBezTo>
                    <a:pt x="178" y="236"/>
                    <a:pt x="140" y="251"/>
                    <a:pt x="102" y="251"/>
                  </a:cubicBezTo>
                  <a:cubicBezTo>
                    <a:pt x="66" y="251"/>
                    <a:pt x="29" y="237"/>
                    <a:pt x="1" y="211"/>
                  </a:cubicBezTo>
                  <a:cubicBezTo>
                    <a:pt x="1" y="212"/>
                    <a:pt x="2" y="213"/>
                    <a:pt x="3" y="213"/>
                  </a:cubicBezTo>
                  <a:cubicBezTo>
                    <a:pt x="2" y="213"/>
                    <a:pt x="1" y="212"/>
                    <a:pt x="0" y="211"/>
                  </a:cubicBezTo>
                  <a:cubicBezTo>
                    <a:pt x="30" y="240"/>
                    <a:pt x="68" y="255"/>
                    <a:pt x="106" y="255"/>
                  </a:cubicBezTo>
                  <a:cubicBezTo>
                    <a:pt x="145" y="255"/>
                    <a:pt x="183" y="240"/>
                    <a:pt x="212" y="211"/>
                  </a:cubicBezTo>
                  <a:cubicBezTo>
                    <a:pt x="241" y="182"/>
                    <a:pt x="256" y="144"/>
                    <a:pt x="256" y="105"/>
                  </a:cubicBezTo>
                  <a:cubicBezTo>
                    <a:pt x="256" y="67"/>
                    <a:pt x="241" y="29"/>
                    <a:pt x="212" y="0"/>
                  </a:cubicBezTo>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2" name="Freeform 38">
              <a:extLst>
                <a:ext uri="{FF2B5EF4-FFF2-40B4-BE49-F238E27FC236}">
                  <a16:creationId xmlns:a16="http://schemas.microsoft.com/office/drawing/2014/main" id="{EDEC252E-B1EA-4BE8-B140-EB95E89EA604}"/>
                </a:ext>
              </a:extLst>
            </p:cNvPr>
            <p:cNvSpPr>
              <a:spLocks noEditPoints="1"/>
            </p:cNvSpPr>
            <p:nvPr/>
          </p:nvSpPr>
          <p:spPr bwMode="auto">
            <a:xfrm>
              <a:off x="6992938" y="1090613"/>
              <a:ext cx="822325" cy="822325"/>
            </a:xfrm>
            <a:custGeom>
              <a:avLst/>
              <a:gdLst>
                <a:gd name="T0" fmla="*/ 0 w 216"/>
                <a:gd name="T1" fmla="*/ 212 h 216"/>
                <a:gd name="T2" fmla="*/ 2 w 216"/>
                <a:gd name="T3" fmla="*/ 214 h 216"/>
                <a:gd name="T4" fmla="*/ 2 w 216"/>
                <a:gd name="T5" fmla="*/ 214 h 216"/>
                <a:gd name="T6" fmla="*/ 5 w 216"/>
                <a:gd name="T7" fmla="*/ 216 h 216"/>
                <a:gd name="T8" fmla="*/ 3 w 216"/>
                <a:gd name="T9" fmla="*/ 214 h 216"/>
                <a:gd name="T10" fmla="*/ 0 w 216"/>
                <a:gd name="T11" fmla="*/ 212 h 216"/>
                <a:gd name="T12" fmla="*/ 212 w 216"/>
                <a:gd name="T13" fmla="*/ 0 h 216"/>
                <a:gd name="T14" fmla="*/ 214 w 216"/>
                <a:gd name="T15" fmla="*/ 3 h 216"/>
                <a:gd name="T16" fmla="*/ 216 w 216"/>
                <a:gd name="T17" fmla="*/ 5 h 216"/>
                <a:gd name="T18" fmla="*/ 214 w 216"/>
                <a:gd name="T19" fmla="*/ 3 h 216"/>
                <a:gd name="T20" fmla="*/ 214 w 216"/>
                <a:gd name="T21" fmla="*/ 3 h 216"/>
                <a:gd name="T22" fmla="*/ 214 w 216"/>
                <a:gd name="T23" fmla="*/ 3 h 216"/>
                <a:gd name="T24" fmla="*/ 212 w 216"/>
                <a:gd name="T25"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6" h="216">
                  <a:moveTo>
                    <a:pt x="0" y="212"/>
                  </a:moveTo>
                  <a:cubicBezTo>
                    <a:pt x="1" y="213"/>
                    <a:pt x="2" y="213"/>
                    <a:pt x="2" y="214"/>
                  </a:cubicBezTo>
                  <a:cubicBezTo>
                    <a:pt x="2" y="214"/>
                    <a:pt x="2" y="214"/>
                    <a:pt x="2" y="214"/>
                  </a:cubicBezTo>
                  <a:cubicBezTo>
                    <a:pt x="3" y="215"/>
                    <a:pt x="4" y="216"/>
                    <a:pt x="5" y="216"/>
                  </a:cubicBezTo>
                  <a:cubicBezTo>
                    <a:pt x="4" y="216"/>
                    <a:pt x="3" y="215"/>
                    <a:pt x="3" y="214"/>
                  </a:cubicBezTo>
                  <a:cubicBezTo>
                    <a:pt x="2" y="213"/>
                    <a:pt x="1" y="213"/>
                    <a:pt x="0" y="212"/>
                  </a:cubicBezTo>
                  <a:moveTo>
                    <a:pt x="212" y="0"/>
                  </a:moveTo>
                  <a:cubicBezTo>
                    <a:pt x="213" y="1"/>
                    <a:pt x="213" y="2"/>
                    <a:pt x="214" y="3"/>
                  </a:cubicBezTo>
                  <a:cubicBezTo>
                    <a:pt x="215" y="3"/>
                    <a:pt x="215" y="4"/>
                    <a:pt x="216" y="5"/>
                  </a:cubicBezTo>
                  <a:cubicBezTo>
                    <a:pt x="216" y="4"/>
                    <a:pt x="215" y="3"/>
                    <a:pt x="214" y="3"/>
                  </a:cubicBezTo>
                  <a:cubicBezTo>
                    <a:pt x="214" y="3"/>
                    <a:pt x="214" y="3"/>
                    <a:pt x="214" y="3"/>
                  </a:cubicBezTo>
                  <a:cubicBezTo>
                    <a:pt x="214" y="3"/>
                    <a:pt x="214" y="3"/>
                    <a:pt x="214" y="3"/>
                  </a:cubicBezTo>
                  <a:cubicBezTo>
                    <a:pt x="213" y="2"/>
                    <a:pt x="213" y="1"/>
                    <a:pt x="21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5" name="Group 84">
            <a:extLst>
              <a:ext uri="{FF2B5EF4-FFF2-40B4-BE49-F238E27FC236}">
                <a16:creationId xmlns:a16="http://schemas.microsoft.com/office/drawing/2014/main" id="{1BD404DE-1D1C-4B72-89B9-D21E0AB27B3C}"/>
              </a:ext>
            </a:extLst>
          </p:cNvPr>
          <p:cNvGrpSpPr/>
          <p:nvPr/>
        </p:nvGrpSpPr>
        <p:grpSpPr>
          <a:xfrm>
            <a:off x="9708249" y="2448233"/>
            <a:ext cx="1172525" cy="1174335"/>
            <a:chOff x="6345238" y="4948238"/>
            <a:chExt cx="1027113" cy="1028700"/>
          </a:xfrm>
          <a:effectLst>
            <a:outerShdw blurRad="114300" dist="76200" dir="2700000" sx="102000" sy="102000" algn="tl" rotWithShape="0">
              <a:prstClr val="black">
                <a:alpha val="40000"/>
              </a:prstClr>
            </a:outerShdw>
          </a:effectLst>
        </p:grpSpPr>
        <p:sp>
          <p:nvSpPr>
            <p:cNvPr id="87" name="Oval 56">
              <a:extLst>
                <a:ext uri="{FF2B5EF4-FFF2-40B4-BE49-F238E27FC236}">
                  <a16:creationId xmlns:a16="http://schemas.microsoft.com/office/drawing/2014/main" id="{28165702-DD0E-4DE3-8C5D-15099465399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8" name="Oval 57">
              <a:extLst>
                <a:ext uri="{FF2B5EF4-FFF2-40B4-BE49-F238E27FC236}">
                  <a16:creationId xmlns:a16="http://schemas.microsoft.com/office/drawing/2014/main" id="{9D305EF5-6C4F-41E6-9116-4127C6CDB18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86" name="Freeform 69">
            <a:extLst>
              <a:ext uri="{FF2B5EF4-FFF2-40B4-BE49-F238E27FC236}">
                <a16:creationId xmlns:a16="http://schemas.microsoft.com/office/drawing/2014/main" id="{25330D70-1635-495F-8A64-B4C8DC0A63B8}"/>
              </a:ext>
            </a:extLst>
          </p:cNvPr>
          <p:cNvSpPr>
            <a:spLocks noEditPoints="1"/>
          </p:cNvSpPr>
          <p:nvPr/>
        </p:nvSpPr>
        <p:spPr bwMode="auto">
          <a:xfrm>
            <a:off x="10000173" y="2781991"/>
            <a:ext cx="575568" cy="457557"/>
          </a:xfrm>
          <a:custGeom>
            <a:avLst/>
            <a:gdLst>
              <a:gd name="T0" fmla="*/ 117 w 117"/>
              <a:gd name="T1" fmla="*/ 93 h 93"/>
              <a:gd name="T2" fmla="*/ 0 w 117"/>
              <a:gd name="T3" fmla="*/ 93 h 93"/>
              <a:gd name="T4" fmla="*/ 28 w 117"/>
              <a:gd name="T5" fmla="*/ 68 h 93"/>
              <a:gd name="T6" fmla="*/ 12 w 117"/>
              <a:gd name="T7" fmla="*/ 68 h 93"/>
              <a:gd name="T8" fmla="*/ 12 w 117"/>
              <a:gd name="T9" fmla="*/ 93 h 93"/>
              <a:gd name="T10" fmla="*/ 28 w 117"/>
              <a:gd name="T11" fmla="*/ 93 h 93"/>
              <a:gd name="T12" fmla="*/ 28 w 117"/>
              <a:gd name="T13" fmla="*/ 68 h 93"/>
              <a:gd name="T14" fmla="*/ 54 w 117"/>
              <a:gd name="T15" fmla="*/ 43 h 93"/>
              <a:gd name="T16" fmla="*/ 37 w 117"/>
              <a:gd name="T17" fmla="*/ 43 h 93"/>
              <a:gd name="T18" fmla="*/ 37 w 117"/>
              <a:gd name="T19" fmla="*/ 93 h 93"/>
              <a:gd name="T20" fmla="*/ 54 w 117"/>
              <a:gd name="T21" fmla="*/ 93 h 93"/>
              <a:gd name="T22" fmla="*/ 54 w 117"/>
              <a:gd name="T23" fmla="*/ 43 h 93"/>
              <a:gd name="T24" fmla="*/ 79 w 117"/>
              <a:gd name="T25" fmla="*/ 54 h 93"/>
              <a:gd name="T26" fmla="*/ 63 w 117"/>
              <a:gd name="T27" fmla="*/ 54 h 93"/>
              <a:gd name="T28" fmla="*/ 63 w 117"/>
              <a:gd name="T29" fmla="*/ 93 h 93"/>
              <a:gd name="T30" fmla="*/ 79 w 117"/>
              <a:gd name="T31" fmla="*/ 93 h 93"/>
              <a:gd name="T32" fmla="*/ 79 w 117"/>
              <a:gd name="T33" fmla="*/ 54 h 93"/>
              <a:gd name="T34" fmla="*/ 104 w 117"/>
              <a:gd name="T35" fmla="*/ 29 h 93"/>
              <a:gd name="T36" fmla="*/ 88 w 117"/>
              <a:gd name="T37" fmla="*/ 29 h 93"/>
              <a:gd name="T38" fmla="*/ 88 w 117"/>
              <a:gd name="T39" fmla="*/ 93 h 93"/>
              <a:gd name="T40" fmla="*/ 104 w 117"/>
              <a:gd name="T41" fmla="*/ 93 h 93"/>
              <a:gd name="T42" fmla="*/ 104 w 117"/>
              <a:gd name="T43" fmla="*/ 29 h 93"/>
              <a:gd name="T44" fmla="*/ 20 w 117"/>
              <a:gd name="T45" fmla="*/ 40 h 93"/>
              <a:gd name="T46" fmla="*/ 16 w 117"/>
              <a:gd name="T47" fmla="*/ 45 h 93"/>
              <a:gd name="T48" fmla="*/ 20 w 117"/>
              <a:gd name="T49" fmla="*/ 50 h 93"/>
              <a:gd name="T50" fmla="*/ 25 w 117"/>
              <a:gd name="T51" fmla="*/ 45 h 93"/>
              <a:gd name="T52" fmla="*/ 20 w 117"/>
              <a:gd name="T53" fmla="*/ 40 h 93"/>
              <a:gd name="T54" fmla="*/ 46 w 117"/>
              <a:gd name="T55" fmla="*/ 16 h 93"/>
              <a:gd name="T56" fmla="*/ 41 w 117"/>
              <a:gd name="T57" fmla="*/ 21 h 93"/>
              <a:gd name="T58" fmla="*/ 46 w 117"/>
              <a:gd name="T59" fmla="*/ 26 h 93"/>
              <a:gd name="T60" fmla="*/ 50 w 117"/>
              <a:gd name="T61" fmla="*/ 21 h 93"/>
              <a:gd name="T62" fmla="*/ 46 w 117"/>
              <a:gd name="T63" fmla="*/ 16 h 93"/>
              <a:gd name="T64" fmla="*/ 71 w 117"/>
              <a:gd name="T65" fmla="*/ 29 h 93"/>
              <a:gd name="T66" fmla="*/ 66 w 117"/>
              <a:gd name="T67" fmla="*/ 33 h 93"/>
              <a:gd name="T68" fmla="*/ 71 w 117"/>
              <a:gd name="T69" fmla="*/ 38 h 93"/>
              <a:gd name="T70" fmla="*/ 75 w 117"/>
              <a:gd name="T71" fmla="*/ 33 h 93"/>
              <a:gd name="T72" fmla="*/ 71 w 117"/>
              <a:gd name="T73" fmla="*/ 29 h 93"/>
              <a:gd name="T74" fmla="*/ 96 w 117"/>
              <a:gd name="T75" fmla="*/ 0 h 93"/>
              <a:gd name="T76" fmla="*/ 91 w 117"/>
              <a:gd name="T77" fmla="*/ 4 h 93"/>
              <a:gd name="T78" fmla="*/ 96 w 117"/>
              <a:gd name="T79" fmla="*/ 9 h 93"/>
              <a:gd name="T80" fmla="*/ 101 w 117"/>
              <a:gd name="T81" fmla="*/ 4 h 93"/>
              <a:gd name="T82" fmla="*/ 96 w 117"/>
              <a:gd name="T83" fmla="*/ 0 h 93"/>
              <a:gd name="T84" fmla="*/ 74 w 117"/>
              <a:gd name="T85" fmla="*/ 30 h 93"/>
              <a:gd name="T86" fmla="*/ 93 w 117"/>
              <a:gd name="T87" fmla="*/ 8 h 93"/>
              <a:gd name="T88" fmla="*/ 50 w 117"/>
              <a:gd name="T89" fmla="*/ 23 h 93"/>
              <a:gd name="T90" fmla="*/ 67 w 117"/>
              <a:gd name="T91" fmla="*/ 31 h 93"/>
              <a:gd name="T92" fmla="*/ 42 w 117"/>
              <a:gd name="T93" fmla="*/ 24 h 93"/>
              <a:gd name="T94" fmla="*/ 24 w 117"/>
              <a:gd name="T9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7" h="93">
                <a:moveTo>
                  <a:pt x="117" y="93"/>
                </a:moveTo>
                <a:cubicBezTo>
                  <a:pt x="0" y="93"/>
                  <a:pt x="0" y="93"/>
                  <a:pt x="0" y="93"/>
                </a:cubicBezTo>
                <a:moveTo>
                  <a:pt x="28" y="68"/>
                </a:moveTo>
                <a:cubicBezTo>
                  <a:pt x="12" y="68"/>
                  <a:pt x="12" y="68"/>
                  <a:pt x="12" y="68"/>
                </a:cubicBezTo>
                <a:cubicBezTo>
                  <a:pt x="12" y="93"/>
                  <a:pt x="12" y="93"/>
                  <a:pt x="12" y="93"/>
                </a:cubicBezTo>
                <a:cubicBezTo>
                  <a:pt x="28" y="93"/>
                  <a:pt x="28" y="93"/>
                  <a:pt x="28" y="93"/>
                </a:cubicBezTo>
                <a:lnTo>
                  <a:pt x="28" y="68"/>
                </a:lnTo>
                <a:close/>
                <a:moveTo>
                  <a:pt x="54" y="43"/>
                </a:moveTo>
                <a:cubicBezTo>
                  <a:pt x="37" y="43"/>
                  <a:pt x="37" y="43"/>
                  <a:pt x="37" y="43"/>
                </a:cubicBezTo>
                <a:cubicBezTo>
                  <a:pt x="37" y="93"/>
                  <a:pt x="37" y="93"/>
                  <a:pt x="37" y="93"/>
                </a:cubicBezTo>
                <a:cubicBezTo>
                  <a:pt x="54" y="93"/>
                  <a:pt x="54" y="93"/>
                  <a:pt x="54" y="93"/>
                </a:cubicBezTo>
                <a:lnTo>
                  <a:pt x="54" y="43"/>
                </a:lnTo>
                <a:close/>
                <a:moveTo>
                  <a:pt x="79" y="54"/>
                </a:moveTo>
                <a:cubicBezTo>
                  <a:pt x="63" y="54"/>
                  <a:pt x="63" y="54"/>
                  <a:pt x="63" y="54"/>
                </a:cubicBezTo>
                <a:cubicBezTo>
                  <a:pt x="63" y="93"/>
                  <a:pt x="63" y="93"/>
                  <a:pt x="63" y="93"/>
                </a:cubicBezTo>
                <a:cubicBezTo>
                  <a:pt x="79" y="93"/>
                  <a:pt x="79" y="93"/>
                  <a:pt x="79" y="93"/>
                </a:cubicBezTo>
                <a:lnTo>
                  <a:pt x="79" y="54"/>
                </a:lnTo>
                <a:close/>
                <a:moveTo>
                  <a:pt x="104" y="29"/>
                </a:moveTo>
                <a:cubicBezTo>
                  <a:pt x="88" y="29"/>
                  <a:pt x="88" y="29"/>
                  <a:pt x="88" y="29"/>
                </a:cubicBezTo>
                <a:cubicBezTo>
                  <a:pt x="88" y="93"/>
                  <a:pt x="88" y="93"/>
                  <a:pt x="88" y="93"/>
                </a:cubicBezTo>
                <a:cubicBezTo>
                  <a:pt x="104" y="93"/>
                  <a:pt x="104" y="93"/>
                  <a:pt x="104" y="93"/>
                </a:cubicBezTo>
                <a:lnTo>
                  <a:pt x="104" y="29"/>
                </a:lnTo>
                <a:close/>
                <a:moveTo>
                  <a:pt x="20" y="40"/>
                </a:moveTo>
                <a:cubicBezTo>
                  <a:pt x="18" y="40"/>
                  <a:pt x="16" y="43"/>
                  <a:pt x="16" y="45"/>
                </a:cubicBezTo>
                <a:cubicBezTo>
                  <a:pt x="16" y="48"/>
                  <a:pt x="18" y="50"/>
                  <a:pt x="20" y="50"/>
                </a:cubicBezTo>
                <a:cubicBezTo>
                  <a:pt x="23" y="50"/>
                  <a:pt x="25" y="48"/>
                  <a:pt x="25" y="45"/>
                </a:cubicBezTo>
                <a:cubicBezTo>
                  <a:pt x="25" y="43"/>
                  <a:pt x="23" y="40"/>
                  <a:pt x="20" y="40"/>
                </a:cubicBezTo>
                <a:close/>
                <a:moveTo>
                  <a:pt x="46" y="16"/>
                </a:moveTo>
                <a:cubicBezTo>
                  <a:pt x="43" y="16"/>
                  <a:pt x="41" y="19"/>
                  <a:pt x="41" y="21"/>
                </a:cubicBezTo>
                <a:cubicBezTo>
                  <a:pt x="41" y="24"/>
                  <a:pt x="43" y="26"/>
                  <a:pt x="46" y="26"/>
                </a:cubicBezTo>
                <a:cubicBezTo>
                  <a:pt x="48" y="26"/>
                  <a:pt x="50" y="24"/>
                  <a:pt x="50" y="21"/>
                </a:cubicBezTo>
                <a:cubicBezTo>
                  <a:pt x="50" y="19"/>
                  <a:pt x="48" y="16"/>
                  <a:pt x="46" y="16"/>
                </a:cubicBezTo>
                <a:close/>
                <a:moveTo>
                  <a:pt x="71" y="29"/>
                </a:moveTo>
                <a:cubicBezTo>
                  <a:pt x="68" y="29"/>
                  <a:pt x="66" y="31"/>
                  <a:pt x="66" y="33"/>
                </a:cubicBezTo>
                <a:cubicBezTo>
                  <a:pt x="66" y="36"/>
                  <a:pt x="68" y="38"/>
                  <a:pt x="71" y="38"/>
                </a:cubicBezTo>
                <a:cubicBezTo>
                  <a:pt x="73" y="38"/>
                  <a:pt x="75" y="36"/>
                  <a:pt x="75" y="33"/>
                </a:cubicBezTo>
                <a:cubicBezTo>
                  <a:pt x="75" y="31"/>
                  <a:pt x="73" y="29"/>
                  <a:pt x="71" y="29"/>
                </a:cubicBezTo>
                <a:close/>
                <a:moveTo>
                  <a:pt x="96" y="0"/>
                </a:moveTo>
                <a:cubicBezTo>
                  <a:pt x="94" y="0"/>
                  <a:pt x="91" y="2"/>
                  <a:pt x="91" y="4"/>
                </a:cubicBezTo>
                <a:cubicBezTo>
                  <a:pt x="91" y="7"/>
                  <a:pt x="94" y="9"/>
                  <a:pt x="96" y="9"/>
                </a:cubicBezTo>
                <a:cubicBezTo>
                  <a:pt x="99" y="9"/>
                  <a:pt x="101" y="7"/>
                  <a:pt x="101" y="4"/>
                </a:cubicBezTo>
                <a:cubicBezTo>
                  <a:pt x="101" y="2"/>
                  <a:pt x="99" y="0"/>
                  <a:pt x="96" y="0"/>
                </a:cubicBezTo>
                <a:close/>
                <a:moveTo>
                  <a:pt x="74" y="30"/>
                </a:moveTo>
                <a:cubicBezTo>
                  <a:pt x="93" y="8"/>
                  <a:pt x="93" y="8"/>
                  <a:pt x="93" y="8"/>
                </a:cubicBezTo>
                <a:moveTo>
                  <a:pt x="50" y="23"/>
                </a:moveTo>
                <a:cubicBezTo>
                  <a:pt x="67" y="31"/>
                  <a:pt x="67" y="31"/>
                  <a:pt x="67" y="31"/>
                </a:cubicBezTo>
                <a:moveTo>
                  <a:pt x="42" y="24"/>
                </a:moveTo>
                <a:cubicBezTo>
                  <a:pt x="24" y="42"/>
                  <a:pt x="24" y="42"/>
                  <a:pt x="24" y="42"/>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94" name="Circle_01">
            <a:extLst>
              <a:ext uri="{FF2B5EF4-FFF2-40B4-BE49-F238E27FC236}">
                <a16:creationId xmlns:a16="http://schemas.microsoft.com/office/drawing/2014/main" id="{23790559-C650-473B-A47C-7BC142052B2C}"/>
              </a:ext>
            </a:extLst>
          </p:cNvPr>
          <p:cNvGrpSpPr/>
          <p:nvPr/>
        </p:nvGrpSpPr>
        <p:grpSpPr>
          <a:xfrm>
            <a:off x="1063082" y="2218074"/>
            <a:ext cx="1634400" cy="1634400"/>
            <a:chOff x="4162425" y="4730750"/>
            <a:chExt cx="1254126" cy="1254126"/>
          </a:xfrm>
          <a:effectLst>
            <a:outerShdw blurRad="152400" dist="127000" dir="2700000" sx="98000" sy="98000" algn="tl" rotWithShape="0">
              <a:prstClr val="black">
                <a:alpha val="30000"/>
              </a:prstClr>
            </a:outerShdw>
          </a:effectLst>
        </p:grpSpPr>
        <p:sp>
          <p:nvSpPr>
            <p:cNvPr id="99" name="Freeform 51">
              <a:extLst>
                <a:ext uri="{FF2B5EF4-FFF2-40B4-BE49-F238E27FC236}">
                  <a16:creationId xmlns:a16="http://schemas.microsoft.com/office/drawing/2014/main" id="{9ABB6502-455F-443B-B081-AB098AA62766}"/>
                </a:ext>
              </a:extLst>
            </p:cNvPr>
            <p:cNvSpPr>
              <a:spLocks/>
            </p:cNvSpPr>
            <p:nvPr/>
          </p:nvSpPr>
          <p:spPr bwMode="auto">
            <a:xfrm>
              <a:off x="4162425" y="4730750"/>
              <a:ext cx="1254125" cy="1254125"/>
            </a:xfrm>
            <a:custGeom>
              <a:avLst/>
              <a:gdLst>
                <a:gd name="T0" fmla="*/ 271 w 329"/>
                <a:gd name="T1" fmla="*/ 270 h 329"/>
                <a:gd name="T2" fmla="*/ 59 w 329"/>
                <a:gd name="T3" fmla="*/ 270 h 329"/>
                <a:gd name="T4" fmla="*/ 59 w 329"/>
                <a:gd name="T5" fmla="*/ 59 h 329"/>
                <a:gd name="T6" fmla="*/ 271 w 329"/>
                <a:gd name="T7" fmla="*/ 59 h 329"/>
                <a:gd name="T8" fmla="*/ 271 w 329"/>
                <a:gd name="T9" fmla="*/ 270 h 329"/>
              </a:gdLst>
              <a:ahLst/>
              <a:cxnLst>
                <a:cxn ang="0">
                  <a:pos x="T0" y="T1"/>
                </a:cxn>
                <a:cxn ang="0">
                  <a:pos x="T2" y="T3"/>
                </a:cxn>
                <a:cxn ang="0">
                  <a:pos x="T4" y="T5"/>
                </a:cxn>
                <a:cxn ang="0">
                  <a:pos x="T6" y="T7"/>
                </a:cxn>
                <a:cxn ang="0">
                  <a:pos x="T8" y="T9"/>
                </a:cxn>
              </a:cxnLst>
              <a:rect l="0" t="0" r="r" b="b"/>
              <a:pathLst>
                <a:path w="329" h="329">
                  <a:moveTo>
                    <a:pt x="271" y="270"/>
                  </a:moveTo>
                  <a:cubicBezTo>
                    <a:pt x="212" y="329"/>
                    <a:pt x="117" y="329"/>
                    <a:pt x="59" y="270"/>
                  </a:cubicBezTo>
                  <a:cubicBezTo>
                    <a:pt x="0" y="212"/>
                    <a:pt x="0" y="117"/>
                    <a:pt x="59" y="59"/>
                  </a:cubicBezTo>
                  <a:cubicBezTo>
                    <a:pt x="117" y="0"/>
                    <a:pt x="212" y="0"/>
                    <a:pt x="271" y="59"/>
                  </a:cubicBezTo>
                  <a:cubicBezTo>
                    <a:pt x="329" y="117"/>
                    <a:pt x="329" y="212"/>
                    <a:pt x="271" y="2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00" name="Freeform 52">
              <a:extLst>
                <a:ext uri="{FF2B5EF4-FFF2-40B4-BE49-F238E27FC236}">
                  <a16:creationId xmlns:a16="http://schemas.microsoft.com/office/drawing/2014/main" id="{0AAC1A30-9E93-4768-A11C-E1DDAD97B7EB}"/>
                </a:ext>
              </a:extLst>
            </p:cNvPr>
            <p:cNvSpPr>
              <a:spLocks/>
            </p:cNvSpPr>
            <p:nvPr/>
          </p:nvSpPr>
          <p:spPr bwMode="auto">
            <a:xfrm>
              <a:off x="4162425" y="4730750"/>
              <a:ext cx="1039813" cy="1039813"/>
            </a:xfrm>
            <a:custGeom>
              <a:avLst/>
              <a:gdLst>
                <a:gd name="T0" fmla="*/ 63 w 273"/>
                <a:gd name="T1" fmla="*/ 63 h 273"/>
                <a:gd name="T2" fmla="*/ 273 w 273"/>
                <a:gd name="T3" fmla="*/ 61 h 273"/>
                <a:gd name="T4" fmla="*/ 271 w 273"/>
                <a:gd name="T5" fmla="*/ 59 h 273"/>
                <a:gd name="T6" fmla="*/ 59 w 273"/>
                <a:gd name="T7" fmla="*/ 59 h 273"/>
                <a:gd name="T8" fmla="*/ 59 w 273"/>
                <a:gd name="T9" fmla="*/ 270 h 273"/>
                <a:gd name="T10" fmla="*/ 61 w 273"/>
                <a:gd name="T11" fmla="*/ 273 h 273"/>
                <a:gd name="T12" fmla="*/ 63 w 273"/>
                <a:gd name="T13" fmla="*/ 63 h 273"/>
              </a:gdLst>
              <a:ahLst/>
              <a:cxnLst>
                <a:cxn ang="0">
                  <a:pos x="T0" y="T1"/>
                </a:cxn>
                <a:cxn ang="0">
                  <a:pos x="T2" y="T3"/>
                </a:cxn>
                <a:cxn ang="0">
                  <a:pos x="T4" y="T5"/>
                </a:cxn>
                <a:cxn ang="0">
                  <a:pos x="T6" y="T7"/>
                </a:cxn>
                <a:cxn ang="0">
                  <a:pos x="T8" y="T9"/>
                </a:cxn>
                <a:cxn ang="0">
                  <a:pos x="T10" y="T11"/>
                </a:cxn>
                <a:cxn ang="0">
                  <a:pos x="T12" y="T13"/>
                </a:cxn>
              </a:cxnLst>
              <a:rect l="0" t="0" r="r" b="b"/>
              <a:pathLst>
                <a:path w="273" h="273">
                  <a:moveTo>
                    <a:pt x="63" y="63"/>
                  </a:moveTo>
                  <a:cubicBezTo>
                    <a:pt x="121" y="6"/>
                    <a:pt x="214" y="5"/>
                    <a:pt x="273" y="61"/>
                  </a:cubicBezTo>
                  <a:cubicBezTo>
                    <a:pt x="272" y="60"/>
                    <a:pt x="271" y="60"/>
                    <a:pt x="271" y="59"/>
                  </a:cubicBezTo>
                  <a:cubicBezTo>
                    <a:pt x="212" y="0"/>
                    <a:pt x="117" y="0"/>
                    <a:pt x="59" y="59"/>
                  </a:cubicBezTo>
                  <a:cubicBezTo>
                    <a:pt x="0" y="117"/>
                    <a:pt x="0" y="212"/>
                    <a:pt x="59" y="270"/>
                  </a:cubicBezTo>
                  <a:cubicBezTo>
                    <a:pt x="60" y="271"/>
                    <a:pt x="60" y="272"/>
                    <a:pt x="61" y="273"/>
                  </a:cubicBezTo>
                  <a:cubicBezTo>
                    <a:pt x="5" y="214"/>
                    <a:pt x="6" y="121"/>
                    <a:pt x="63" y="6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01" name="Freeform 53">
              <a:extLst>
                <a:ext uri="{FF2B5EF4-FFF2-40B4-BE49-F238E27FC236}">
                  <a16:creationId xmlns:a16="http://schemas.microsoft.com/office/drawing/2014/main" id="{F6E2E728-367E-4C81-8754-3FD8006A106D}"/>
                </a:ext>
              </a:extLst>
            </p:cNvPr>
            <p:cNvSpPr>
              <a:spLocks/>
            </p:cNvSpPr>
            <p:nvPr/>
          </p:nvSpPr>
          <p:spPr bwMode="auto">
            <a:xfrm>
              <a:off x="4379913" y="4948238"/>
              <a:ext cx="1036638" cy="1036638"/>
            </a:xfrm>
            <a:custGeom>
              <a:avLst/>
              <a:gdLst>
                <a:gd name="T0" fmla="*/ 209 w 272"/>
                <a:gd name="T1" fmla="*/ 209 h 272"/>
                <a:gd name="T2" fmla="*/ 211 w 272"/>
                <a:gd name="T3" fmla="*/ 0 h 272"/>
                <a:gd name="T4" fmla="*/ 214 w 272"/>
                <a:gd name="T5" fmla="*/ 2 h 272"/>
                <a:gd name="T6" fmla="*/ 214 w 272"/>
                <a:gd name="T7" fmla="*/ 213 h 272"/>
                <a:gd name="T8" fmla="*/ 2 w 272"/>
                <a:gd name="T9" fmla="*/ 213 h 272"/>
                <a:gd name="T10" fmla="*/ 0 w 272"/>
                <a:gd name="T11" fmla="*/ 211 h 272"/>
                <a:gd name="T12" fmla="*/ 209 w 272"/>
                <a:gd name="T13" fmla="*/ 209 h 272"/>
              </a:gdLst>
              <a:ahLst/>
              <a:cxnLst>
                <a:cxn ang="0">
                  <a:pos x="T0" y="T1"/>
                </a:cxn>
                <a:cxn ang="0">
                  <a:pos x="T2" y="T3"/>
                </a:cxn>
                <a:cxn ang="0">
                  <a:pos x="T4" y="T5"/>
                </a:cxn>
                <a:cxn ang="0">
                  <a:pos x="T6" y="T7"/>
                </a:cxn>
                <a:cxn ang="0">
                  <a:pos x="T8" y="T9"/>
                </a:cxn>
                <a:cxn ang="0">
                  <a:pos x="T10" y="T11"/>
                </a:cxn>
                <a:cxn ang="0">
                  <a:pos x="T12" y="T13"/>
                </a:cxn>
              </a:cxnLst>
              <a:rect l="0" t="0" r="r" b="b"/>
              <a:pathLst>
                <a:path w="272" h="272">
                  <a:moveTo>
                    <a:pt x="209" y="209"/>
                  </a:moveTo>
                  <a:cubicBezTo>
                    <a:pt x="267" y="151"/>
                    <a:pt x="268" y="58"/>
                    <a:pt x="211" y="0"/>
                  </a:cubicBezTo>
                  <a:cubicBezTo>
                    <a:pt x="212" y="0"/>
                    <a:pt x="213" y="1"/>
                    <a:pt x="214" y="2"/>
                  </a:cubicBezTo>
                  <a:cubicBezTo>
                    <a:pt x="272" y="60"/>
                    <a:pt x="272" y="155"/>
                    <a:pt x="214" y="213"/>
                  </a:cubicBezTo>
                  <a:cubicBezTo>
                    <a:pt x="155" y="272"/>
                    <a:pt x="60" y="272"/>
                    <a:pt x="2" y="213"/>
                  </a:cubicBezTo>
                  <a:cubicBezTo>
                    <a:pt x="1" y="213"/>
                    <a:pt x="0" y="212"/>
                    <a:pt x="0" y="211"/>
                  </a:cubicBezTo>
                  <a:cubicBezTo>
                    <a:pt x="58" y="267"/>
                    <a:pt x="151" y="267"/>
                    <a:pt x="209" y="209"/>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5" name="Group 94">
            <a:extLst>
              <a:ext uri="{FF2B5EF4-FFF2-40B4-BE49-F238E27FC236}">
                <a16:creationId xmlns:a16="http://schemas.microsoft.com/office/drawing/2014/main" id="{7808EBCF-536A-43A5-B0D2-9B5D7B8C44B1}"/>
              </a:ext>
            </a:extLst>
          </p:cNvPr>
          <p:cNvGrpSpPr/>
          <p:nvPr/>
        </p:nvGrpSpPr>
        <p:grpSpPr>
          <a:xfrm>
            <a:off x="1301003" y="2445225"/>
            <a:ext cx="1171658" cy="1173467"/>
            <a:chOff x="6345238" y="4948238"/>
            <a:chExt cx="1027113" cy="1028700"/>
          </a:xfrm>
          <a:effectLst>
            <a:outerShdw blurRad="114300" dist="76200" dir="2700000" sx="102000" sy="102000" algn="tl" rotWithShape="0">
              <a:prstClr val="black">
                <a:alpha val="40000"/>
              </a:prstClr>
            </a:outerShdw>
          </a:effectLst>
        </p:grpSpPr>
        <p:sp>
          <p:nvSpPr>
            <p:cNvPr id="97" name="Oval 56">
              <a:extLst>
                <a:ext uri="{FF2B5EF4-FFF2-40B4-BE49-F238E27FC236}">
                  <a16:creationId xmlns:a16="http://schemas.microsoft.com/office/drawing/2014/main" id="{E04594A0-DB8F-40ED-91EB-01940E1D0ED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98" name="Oval 57">
              <a:extLst>
                <a:ext uri="{FF2B5EF4-FFF2-40B4-BE49-F238E27FC236}">
                  <a16:creationId xmlns:a16="http://schemas.microsoft.com/office/drawing/2014/main" id="{059AD794-A659-427A-9BCA-93BDC867A423}"/>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96" name="Freeform 71">
            <a:extLst>
              <a:ext uri="{FF2B5EF4-FFF2-40B4-BE49-F238E27FC236}">
                <a16:creationId xmlns:a16="http://schemas.microsoft.com/office/drawing/2014/main" id="{79F7ABF4-5E35-4C51-B40F-A18CF78D3C76}"/>
              </a:ext>
            </a:extLst>
          </p:cNvPr>
          <p:cNvSpPr>
            <a:spLocks noEditPoints="1"/>
          </p:cNvSpPr>
          <p:nvPr/>
        </p:nvSpPr>
        <p:spPr bwMode="auto">
          <a:xfrm>
            <a:off x="1654777" y="2768392"/>
            <a:ext cx="496526" cy="496526"/>
          </a:xfrm>
          <a:custGeom>
            <a:avLst/>
            <a:gdLst>
              <a:gd name="T0" fmla="*/ 87 w 101"/>
              <a:gd name="T1" fmla="*/ 27 h 101"/>
              <a:gd name="T2" fmla="*/ 94 w 101"/>
              <a:gd name="T3" fmla="*/ 53 h 101"/>
              <a:gd name="T4" fmla="*/ 47 w 101"/>
              <a:gd name="T5" fmla="*/ 101 h 101"/>
              <a:gd name="T6" fmla="*/ 0 w 101"/>
              <a:gd name="T7" fmla="*/ 53 h 101"/>
              <a:gd name="T8" fmla="*/ 47 w 101"/>
              <a:gd name="T9" fmla="*/ 6 h 101"/>
              <a:gd name="T10" fmla="*/ 73 w 101"/>
              <a:gd name="T11" fmla="*/ 14 h 101"/>
              <a:gd name="T12" fmla="*/ 65 w 101"/>
              <a:gd name="T13" fmla="*/ 23 h 101"/>
              <a:gd name="T14" fmla="*/ 47 w 101"/>
              <a:gd name="T15" fmla="*/ 18 h 101"/>
              <a:gd name="T16" fmla="*/ 12 w 101"/>
              <a:gd name="T17" fmla="*/ 53 h 101"/>
              <a:gd name="T18" fmla="*/ 47 w 101"/>
              <a:gd name="T19" fmla="*/ 89 h 101"/>
              <a:gd name="T20" fmla="*/ 83 w 101"/>
              <a:gd name="T21" fmla="*/ 53 h 101"/>
              <a:gd name="T22" fmla="*/ 78 w 101"/>
              <a:gd name="T23" fmla="*/ 35 h 101"/>
              <a:gd name="T24" fmla="*/ 56 w 101"/>
              <a:gd name="T25" fmla="*/ 32 h 101"/>
              <a:gd name="T26" fmla="*/ 47 w 101"/>
              <a:gd name="T27" fmla="*/ 30 h 101"/>
              <a:gd name="T28" fmla="*/ 24 w 101"/>
              <a:gd name="T29" fmla="*/ 53 h 101"/>
              <a:gd name="T30" fmla="*/ 47 w 101"/>
              <a:gd name="T31" fmla="*/ 77 h 101"/>
              <a:gd name="T32" fmla="*/ 71 w 101"/>
              <a:gd name="T33" fmla="*/ 53 h 101"/>
              <a:gd name="T34" fmla="*/ 68 w 101"/>
              <a:gd name="T35" fmla="*/ 43 h 101"/>
              <a:gd name="T36" fmla="*/ 47 w 101"/>
              <a:gd name="T37" fmla="*/ 53 h 101"/>
              <a:gd name="T38" fmla="*/ 98 w 101"/>
              <a:gd name="T39" fmla="*/ 2 h 101"/>
              <a:gd name="T40" fmla="*/ 86 w 101"/>
              <a:gd name="T41" fmla="*/ 0 h 101"/>
              <a:gd name="T42" fmla="*/ 86 w 101"/>
              <a:gd name="T43" fmla="*/ 15 h 101"/>
              <a:gd name="T44" fmla="*/ 101 w 101"/>
              <a:gd name="T45" fmla="*/ 15 h 101"/>
              <a:gd name="T46" fmla="*/ 8 w 101"/>
              <a:gd name="T47" fmla="*/ 101 h 101"/>
              <a:gd name="T48" fmla="*/ 17 w 101"/>
              <a:gd name="T49" fmla="*/ 90 h 101"/>
              <a:gd name="T50" fmla="*/ 77 w 101"/>
              <a:gd name="T51" fmla="*/ 90 h 101"/>
              <a:gd name="T52" fmla="*/ 87 w 101"/>
              <a:gd name="T53"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 h="101">
                <a:moveTo>
                  <a:pt x="87" y="27"/>
                </a:moveTo>
                <a:cubicBezTo>
                  <a:pt x="92" y="35"/>
                  <a:pt x="94" y="44"/>
                  <a:pt x="94" y="53"/>
                </a:cubicBezTo>
                <a:cubicBezTo>
                  <a:pt x="94" y="80"/>
                  <a:pt x="73" y="101"/>
                  <a:pt x="47" y="101"/>
                </a:cubicBezTo>
                <a:cubicBezTo>
                  <a:pt x="21" y="101"/>
                  <a:pt x="0" y="80"/>
                  <a:pt x="0" y="53"/>
                </a:cubicBezTo>
                <a:cubicBezTo>
                  <a:pt x="0" y="27"/>
                  <a:pt x="21" y="6"/>
                  <a:pt x="47" y="6"/>
                </a:cubicBezTo>
                <a:cubicBezTo>
                  <a:pt x="57" y="6"/>
                  <a:pt x="66" y="9"/>
                  <a:pt x="73" y="14"/>
                </a:cubicBezTo>
                <a:moveTo>
                  <a:pt x="65" y="23"/>
                </a:moveTo>
                <a:cubicBezTo>
                  <a:pt x="60" y="19"/>
                  <a:pt x="54" y="18"/>
                  <a:pt x="47" y="18"/>
                </a:cubicBezTo>
                <a:cubicBezTo>
                  <a:pt x="28" y="18"/>
                  <a:pt x="12" y="34"/>
                  <a:pt x="12" y="53"/>
                </a:cubicBezTo>
                <a:cubicBezTo>
                  <a:pt x="12" y="73"/>
                  <a:pt x="28" y="89"/>
                  <a:pt x="47" y="89"/>
                </a:cubicBezTo>
                <a:cubicBezTo>
                  <a:pt x="67" y="89"/>
                  <a:pt x="83" y="73"/>
                  <a:pt x="83" y="53"/>
                </a:cubicBezTo>
                <a:cubicBezTo>
                  <a:pt x="83" y="47"/>
                  <a:pt x="81" y="41"/>
                  <a:pt x="78" y="35"/>
                </a:cubicBezTo>
                <a:moveTo>
                  <a:pt x="56" y="32"/>
                </a:moveTo>
                <a:cubicBezTo>
                  <a:pt x="53" y="31"/>
                  <a:pt x="50" y="30"/>
                  <a:pt x="47" y="30"/>
                </a:cubicBezTo>
                <a:cubicBezTo>
                  <a:pt x="34" y="30"/>
                  <a:pt x="24" y="40"/>
                  <a:pt x="24" y="53"/>
                </a:cubicBezTo>
                <a:cubicBezTo>
                  <a:pt x="24" y="66"/>
                  <a:pt x="34" y="77"/>
                  <a:pt x="47" y="77"/>
                </a:cubicBezTo>
                <a:cubicBezTo>
                  <a:pt x="60" y="77"/>
                  <a:pt x="71" y="66"/>
                  <a:pt x="71" y="53"/>
                </a:cubicBezTo>
                <a:cubicBezTo>
                  <a:pt x="71" y="50"/>
                  <a:pt x="70" y="46"/>
                  <a:pt x="68" y="43"/>
                </a:cubicBezTo>
                <a:moveTo>
                  <a:pt x="47" y="53"/>
                </a:moveTo>
                <a:cubicBezTo>
                  <a:pt x="98" y="2"/>
                  <a:pt x="98" y="2"/>
                  <a:pt x="98" y="2"/>
                </a:cubicBezTo>
                <a:moveTo>
                  <a:pt x="86" y="0"/>
                </a:moveTo>
                <a:cubicBezTo>
                  <a:pt x="86" y="15"/>
                  <a:pt x="86" y="15"/>
                  <a:pt x="86" y="15"/>
                </a:cubicBezTo>
                <a:cubicBezTo>
                  <a:pt x="101" y="15"/>
                  <a:pt x="101" y="15"/>
                  <a:pt x="101" y="15"/>
                </a:cubicBezTo>
                <a:moveTo>
                  <a:pt x="8" y="101"/>
                </a:moveTo>
                <a:cubicBezTo>
                  <a:pt x="17" y="90"/>
                  <a:pt x="17" y="90"/>
                  <a:pt x="17" y="90"/>
                </a:cubicBezTo>
                <a:moveTo>
                  <a:pt x="77" y="90"/>
                </a:moveTo>
                <a:cubicBezTo>
                  <a:pt x="87" y="101"/>
                  <a:pt x="87" y="101"/>
                  <a:pt x="87" y="10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6" name="Group 5">
            <a:extLst>
              <a:ext uri="{FF2B5EF4-FFF2-40B4-BE49-F238E27FC236}">
                <a16:creationId xmlns:a16="http://schemas.microsoft.com/office/drawing/2014/main" id="{F88ADAB1-C28F-4A1E-B426-805D281E3B5A}"/>
              </a:ext>
            </a:extLst>
          </p:cNvPr>
          <p:cNvGrpSpPr/>
          <p:nvPr/>
        </p:nvGrpSpPr>
        <p:grpSpPr>
          <a:xfrm>
            <a:off x="1135243" y="4264025"/>
            <a:ext cx="1535594" cy="1133778"/>
            <a:chOff x="1135243" y="4264025"/>
            <a:chExt cx="1535594" cy="1133778"/>
          </a:xfrm>
        </p:grpSpPr>
        <p:sp>
          <p:nvSpPr>
            <p:cNvPr id="29" name="Rectangle 19">
              <a:extLst>
                <a:ext uri="{FF2B5EF4-FFF2-40B4-BE49-F238E27FC236}">
                  <a16:creationId xmlns:a16="http://schemas.microsoft.com/office/drawing/2014/main" id="{8657784B-631D-4DE6-B663-C9A3814A0A9E}"/>
                </a:ext>
              </a:extLst>
            </p:cNvPr>
            <p:cNvSpPr>
              <a:spLocks noChangeArrowheads="1"/>
            </p:cNvSpPr>
            <p:nvPr/>
          </p:nvSpPr>
          <p:spPr bwMode="auto">
            <a:xfrm>
              <a:off x="1360488" y="4264025"/>
              <a:ext cx="10627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1"/>
                  </a:solidFill>
                  <a:effectLst/>
                  <a:latin typeface="Open Sans" panose="020B0606030504020204" pitchFamily="34" charset="0"/>
                </a:rPr>
                <a:t>CREATIVE</a:t>
              </a:r>
              <a:endParaRPr kumimoji="0" lang="ru-UA" altLang="ru-UA" sz="1800" b="0" i="0" u="none" strike="noStrike" cap="none" normalizeH="0" baseline="0">
                <a:ln>
                  <a:noFill/>
                </a:ln>
                <a:solidFill>
                  <a:schemeClr val="accent1"/>
                </a:solidFill>
                <a:effectLst/>
              </a:endParaRPr>
            </a:p>
          </p:txBody>
        </p:sp>
        <p:sp>
          <p:nvSpPr>
            <p:cNvPr id="109" name="Text_02">
              <a:extLst>
                <a:ext uri="{FF2B5EF4-FFF2-40B4-BE49-F238E27FC236}">
                  <a16:creationId xmlns:a16="http://schemas.microsoft.com/office/drawing/2014/main" id="{06B9DE38-0A07-40AD-AF3B-792A25119D40}"/>
                </a:ext>
              </a:extLst>
            </p:cNvPr>
            <p:cNvSpPr txBox="1"/>
            <p:nvPr/>
          </p:nvSpPr>
          <p:spPr>
            <a:xfrm>
              <a:off x="1135243" y="4536029"/>
              <a:ext cx="1535594" cy="861774"/>
            </a:xfrm>
            <a:prstGeom prst="rect">
              <a:avLst/>
            </a:prstGeom>
            <a:noFill/>
          </p:spPr>
          <p:txBody>
            <a:bodyPr wrap="square" rtlCol="0">
              <a:spAutoFit/>
            </a:bodyPr>
            <a:lstStyle/>
            <a:p>
              <a:pPr algn="ctr"/>
              <a:r>
                <a:rPr lang="en-US" sz="1000" dirty="0"/>
                <a:t>Lorem ipsum dolor sit amet, consectetur adipiscing elit, sed do eiusmod tempor incididunt ut </a:t>
              </a:r>
              <a:r>
                <a:rPr lang="en-US" sz="1000"/>
                <a:t>labore et</a:t>
              </a:r>
              <a:endParaRPr lang="ru-RU" sz="1000" dirty="0"/>
            </a:p>
          </p:txBody>
        </p:sp>
      </p:grpSp>
      <p:grpSp>
        <p:nvGrpSpPr>
          <p:cNvPr id="5" name="Group 4">
            <a:extLst>
              <a:ext uri="{FF2B5EF4-FFF2-40B4-BE49-F238E27FC236}">
                <a16:creationId xmlns:a16="http://schemas.microsoft.com/office/drawing/2014/main" id="{A3DD37F6-3317-483C-8B73-15C6D7EE3DF7}"/>
              </a:ext>
            </a:extLst>
          </p:cNvPr>
          <p:cNvGrpSpPr/>
          <p:nvPr/>
        </p:nvGrpSpPr>
        <p:grpSpPr>
          <a:xfrm>
            <a:off x="3214023" y="4264025"/>
            <a:ext cx="1535594" cy="1133778"/>
            <a:chOff x="3214023" y="4264025"/>
            <a:chExt cx="1535594" cy="1133778"/>
          </a:xfrm>
        </p:grpSpPr>
        <p:sp>
          <p:nvSpPr>
            <p:cNvPr id="28" name="Rectangle 18">
              <a:extLst>
                <a:ext uri="{FF2B5EF4-FFF2-40B4-BE49-F238E27FC236}">
                  <a16:creationId xmlns:a16="http://schemas.microsoft.com/office/drawing/2014/main" id="{931CE5E6-678D-49B2-AF41-29791B74FDB0}"/>
                </a:ext>
              </a:extLst>
            </p:cNvPr>
            <p:cNvSpPr>
              <a:spLocks noChangeArrowheads="1"/>
            </p:cNvSpPr>
            <p:nvPr/>
          </p:nvSpPr>
          <p:spPr bwMode="auto">
            <a:xfrm>
              <a:off x="3327400" y="4264025"/>
              <a:ext cx="13506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6"/>
                  </a:solidFill>
                  <a:effectLst/>
                  <a:latin typeface="Open Sans" panose="020B0606030504020204" pitchFamily="34" charset="0"/>
                </a:rPr>
                <a:t>TEAMWORK</a:t>
              </a:r>
              <a:endParaRPr kumimoji="0" lang="ru-UA" altLang="ru-UA" sz="1800" b="0" i="0" u="none" strike="noStrike" cap="none" normalizeH="0" baseline="0">
                <a:ln>
                  <a:noFill/>
                </a:ln>
                <a:solidFill>
                  <a:schemeClr val="accent6"/>
                </a:solidFill>
                <a:effectLst/>
              </a:endParaRPr>
            </a:p>
          </p:txBody>
        </p:sp>
        <p:sp>
          <p:nvSpPr>
            <p:cNvPr id="110" name="Text_02">
              <a:extLst>
                <a:ext uri="{FF2B5EF4-FFF2-40B4-BE49-F238E27FC236}">
                  <a16:creationId xmlns:a16="http://schemas.microsoft.com/office/drawing/2014/main" id="{4CC48FAF-C536-41D4-A9E2-D051F6F656C2}"/>
                </a:ext>
              </a:extLst>
            </p:cNvPr>
            <p:cNvSpPr txBox="1"/>
            <p:nvPr/>
          </p:nvSpPr>
          <p:spPr>
            <a:xfrm>
              <a:off x="3214023" y="4536029"/>
              <a:ext cx="1535594" cy="861774"/>
            </a:xfrm>
            <a:prstGeom prst="rect">
              <a:avLst/>
            </a:prstGeom>
            <a:noFill/>
          </p:spPr>
          <p:txBody>
            <a:bodyPr wrap="square" rtlCol="0">
              <a:spAutoFit/>
            </a:bodyPr>
            <a:lstStyle/>
            <a:p>
              <a:pPr algn="ctr"/>
              <a:r>
                <a:rPr lang="en-US" sz="1000" dirty="0"/>
                <a:t>Lorem ipsum dolor sit amet, consectetur adipiscing elit, sed do eiusmod tempor incididunt ut </a:t>
              </a:r>
              <a:r>
                <a:rPr lang="en-US" sz="1000"/>
                <a:t>labore et</a:t>
              </a:r>
              <a:endParaRPr lang="ru-RU" sz="1000" dirty="0"/>
            </a:p>
          </p:txBody>
        </p:sp>
      </p:grpSp>
      <p:grpSp>
        <p:nvGrpSpPr>
          <p:cNvPr id="4" name="Group 3">
            <a:extLst>
              <a:ext uri="{FF2B5EF4-FFF2-40B4-BE49-F238E27FC236}">
                <a16:creationId xmlns:a16="http://schemas.microsoft.com/office/drawing/2014/main" id="{E6E35334-8B1F-4CC2-8B24-B50DD3670DDC}"/>
              </a:ext>
            </a:extLst>
          </p:cNvPr>
          <p:cNvGrpSpPr/>
          <p:nvPr/>
        </p:nvGrpSpPr>
        <p:grpSpPr>
          <a:xfrm>
            <a:off x="5319116" y="4264025"/>
            <a:ext cx="1535594" cy="1133778"/>
            <a:chOff x="5319116" y="4264025"/>
            <a:chExt cx="1535594" cy="1133778"/>
          </a:xfrm>
        </p:grpSpPr>
        <p:sp>
          <p:nvSpPr>
            <p:cNvPr id="25" name="Rectangle 15">
              <a:extLst>
                <a:ext uri="{FF2B5EF4-FFF2-40B4-BE49-F238E27FC236}">
                  <a16:creationId xmlns:a16="http://schemas.microsoft.com/office/drawing/2014/main" id="{C547E556-4882-4CC1-B411-C0BE40DA577F}"/>
                </a:ext>
              </a:extLst>
            </p:cNvPr>
            <p:cNvSpPr>
              <a:spLocks noChangeArrowheads="1"/>
            </p:cNvSpPr>
            <p:nvPr/>
          </p:nvSpPr>
          <p:spPr bwMode="auto">
            <a:xfrm>
              <a:off x="5778500" y="4264025"/>
              <a:ext cx="634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3"/>
                  </a:solidFill>
                  <a:effectLst/>
                  <a:latin typeface="Open Sans" panose="020B0606030504020204" pitchFamily="34" charset="0"/>
                </a:rPr>
                <a:t>GOAL</a:t>
              </a:r>
              <a:endParaRPr kumimoji="0" lang="ru-UA" altLang="ru-UA" sz="1800" b="0" i="0" u="none" strike="noStrike" cap="none" normalizeH="0" baseline="0">
                <a:ln>
                  <a:noFill/>
                </a:ln>
                <a:solidFill>
                  <a:schemeClr val="accent3"/>
                </a:solidFill>
                <a:effectLst/>
              </a:endParaRPr>
            </a:p>
          </p:txBody>
        </p:sp>
        <p:sp>
          <p:nvSpPr>
            <p:cNvPr id="111" name="Text_02">
              <a:extLst>
                <a:ext uri="{FF2B5EF4-FFF2-40B4-BE49-F238E27FC236}">
                  <a16:creationId xmlns:a16="http://schemas.microsoft.com/office/drawing/2014/main" id="{1A741255-E4E7-430A-9826-C7FE203FD3EF}"/>
                </a:ext>
              </a:extLst>
            </p:cNvPr>
            <p:cNvSpPr txBox="1"/>
            <p:nvPr/>
          </p:nvSpPr>
          <p:spPr>
            <a:xfrm>
              <a:off x="5319116" y="4536029"/>
              <a:ext cx="1535594" cy="861774"/>
            </a:xfrm>
            <a:prstGeom prst="rect">
              <a:avLst/>
            </a:prstGeom>
            <a:noFill/>
          </p:spPr>
          <p:txBody>
            <a:bodyPr wrap="square" rtlCol="0">
              <a:spAutoFit/>
            </a:bodyPr>
            <a:lstStyle/>
            <a:p>
              <a:pPr algn="ctr"/>
              <a:r>
                <a:rPr lang="en-US" sz="1000" dirty="0"/>
                <a:t>Lorem ipsum dolor sit amet, consectetur adipiscing elit, sed do eiusmod tempor incididunt ut </a:t>
              </a:r>
              <a:r>
                <a:rPr lang="en-US" sz="1000"/>
                <a:t>labore et</a:t>
              </a:r>
              <a:endParaRPr lang="ru-RU" sz="1000" dirty="0"/>
            </a:p>
          </p:txBody>
        </p:sp>
      </p:grpSp>
      <p:grpSp>
        <p:nvGrpSpPr>
          <p:cNvPr id="3" name="Group 2">
            <a:extLst>
              <a:ext uri="{FF2B5EF4-FFF2-40B4-BE49-F238E27FC236}">
                <a16:creationId xmlns:a16="http://schemas.microsoft.com/office/drawing/2014/main" id="{4D6B3B3F-D8E4-4E4F-A2CB-470CC8E6DB7C}"/>
              </a:ext>
            </a:extLst>
          </p:cNvPr>
          <p:cNvGrpSpPr/>
          <p:nvPr/>
        </p:nvGrpSpPr>
        <p:grpSpPr>
          <a:xfrm>
            <a:off x="7411053" y="4264025"/>
            <a:ext cx="1535594" cy="1133778"/>
            <a:chOff x="7411053" y="4264025"/>
            <a:chExt cx="1535594" cy="1133778"/>
          </a:xfrm>
        </p:grpSpPr>
        <p:sp>
          <p:nvSpPr>
            <p:cNvPr id="26" name="Rectangle 16">
              <a:extLst>
                <a:ext uri="{FF2B5EF4-FFF2-40B4-BE49-F238E27FC236}">
                  <a16:creationId xmlns:a16="http://schemas.microsoft.com/office/drawing/2014/main" id="{EC1EF919-1418-4E98-85ED-EA925BED71D8}"/>
                </a:ext>
              </a:extLst>
            </p:cNvPr>
            <p:cNvSpPr>
              <a:spLocks noChangeArrowheads="1"/>
            </p:cNvSpPr>
            <p:nvPr/>
          </p:nvSpPr>
          <p:spPr bwMode="auto">
            <a:xfrm>
              <a:off x="7637463" y="4264025"/>
              <a:ext cx="11284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4"/>
                  </a:solidFill>
                  <a:effectLst/>
                  <a:latin typeface="Open Sans" panose="020B0606030504020204" pitchFamily="34" charset="0"/>
                </a:rPr>
                <a:t>STRATEGY</a:t>
              </a:r>
              <a:endParaRPr kumimoji="0" lang="ru-UA" altLang="ru-UA" sz="1800" b="0" i="0" u="none" strike="noStrike" cap="none" normalizeH="0" baseline="0">
                <a:ln>
                  <a:noFill/>
                </a:ln>
                <a:solidFill>
                  <a:schemeClr val="accent4"/>
                </a:solidFill>
                <a:effectLst/>
              </a:endParaRPr>
            </a:p>
          </p:txBody>
        </p:sp>
        <p:sp>
          <p:nvSpPr>
            <p:cNvPr id="112" name="Text_02">
              <a:extLst>
                <a:ext uri="{FF2B5EF4-FFF2-40B4-BE49-F238E27FC236}">
                  <a16:creationId xmlns:a16="http://schemas.microsoft.com/office/drawing/2014/main" id="{9ED4FA94-A7B1-4E8E-8C2D-29463F0BB5CF}"/>
                </a:ext>
              </a:extLst>
            </p:cNvPr>
            <p:cNvSpPr txBox="1"/>
            <p:nvPr/>
          </p:nvSpPr>
          <p:spPr>
            <a:xfrm>
              <a:off x="7411053" y="4536029"/>
              <a:ext cx="1535594" cy="861774"/>
            </a:xfrm>
            <a:prstGeom prst="rect">
              <a:avLst/>
            </a:prstGeom>
            <a:noFill/>
          </p:spPr>
          <p:txBody>
            <a:bodyPr wrap="square" rtlCol="0">
              <a:spAutoFit/>
            </a:bodyPr>
            <a:lstStyle/>
            <a:p>
              <a:pPr algn="ctr"/>
              <a:r>
                <a:rPr lang="en-US" sz="1000" dirty="0"/>
                <a:t>Lorem ipsum dolor sit amet, consectetur adipiscing elit, sed do eiusmod tempor incididunt ut </a:t>
              </a:r>
              <a:r>
                <a:rPr lang="en-US" sz="1000"/>
                <a:t>labore et</a:t>
              </a:r>
              <a:endParaRPr lang="ru-RU" sz="1000" dirty="0"/>
            </a:p>
          </p:txBody>
        </p:sp>
      </p:grpSp>
      <p:grpSp>
        <p:nvGrpSpPr>
          <p:cNvPr id="2" name="Group 1">
            <a:extLst>
              <a:ext uri="{FF2B5EF4-FFF2-40B4-BE49-F238E27FC236}">
                <a16:creationId xmlns:a16="http://schemas.microsoft.com/office/drawing/2014/main" id="{596501E2-322E-487F-ADAA-923D3253C4C0}"/>
              </a:ext>
            </a:extLst>
          </p:cNvPr>
          <p:cNvGrpSpPr/>
          <p:nvPr/>
        </p:nvGrpSpPr>
        <p:grpSpPr>
          <a:xfrm>
            <a:off x="9496411" y="4264025"/>
            <a:ext cx="1535594" cy="1133778"/>
            <a:chOff x="9496411" y="4264025"/>
            <a:chExt cx="1535594" cy="1133778"/>
          </a:xfrm>
        </p:grpSpPr>
        <p:sp>
          <p:nvSpPr>
            <p:cNvPr id="27" name="Rectangle 17">
              <a:extLst>
                <a:ext uri="{FF2B5EF4-FFF2-40B4-BE49-F238E27FC236}">
                  <a16:creationId xmlns:a16="http://schemas.microsoft.com/office/drawing/2014/main" id="{0C1FD08E-D535-4FB3-95E5-5291DB8A9935}"/>
                </a:ext>
              </a:extLst>
            </p:cNvPr>
            <p:cNvSpPr>
              <a:spLocks noChangeArrowheads="1"/>
            </p:cNvSpPr>
            <p:nvPr/>
          </p:nvSpPr>
          <p:spPr bwMode="auto">
            <a:xfrm>
              <a:off x="9801225" y="4264025"/>
              <a:ext cx="10066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5"/>
                  </a:solidFill>
                  <a:effectLst/>
                  <a:latin typeface="Open Sans" panose="020B0606030504020204" pitchFamily="34" charset="0"/>
                </a:rPr>
                <a:t>STARTUP</a:t>
              </a:r>
              <a:endParaRPr kumimoji="0" lang="ru-UA" altLang="ru-UA" sz="1800" b="0" i="0" u="none" strike="noStrike" cap="none" normalizeH="0" baseline="0">
                <a:ln>
                  <a:noFill/>
                </a:ln>
                <a:solidFill>
                  <a:schemeClr val="accent5"/>
                </a:solidFill>
                <a:effectLst/>
              </a:endParaRPr>
            </a:p>
          </p:txBody>
        </p:sp>
        <p:sp>
          <p:nvSpPr>
            <p:cNvPr id="113" name="Text_02">
              <a:extLst>
                <a:ext uri="{FF2B5EF4-FFF2-40B4-BE49-F238E27FC236}">
                  <a16:creationId xmlns:a16="http://schemas.microsoft.com/office/drawing/2014/main" id="{55EE1194-A295-4E8B-8518-D0142C0A11BC}"/>
                </a:ext>
              </a:extLst>
            </p:cNvPr>
            <p:cNvSpPr txBox="1"/>
            <p:nvPr/>
          </p:nvSpPr>
          <p:spPr>
            <a:xfrm>
              <a:off x="9496411" y="4536029"/>
              <a:ext cx="1535594" cy="861774"/>
            </a:xfrm>
            <a:prstGeom prst="rect">
              <a:avLst/>
            </a:prstGeom>
            <a:noFill/>
          </p:spPr>
          <p:txBody>
            <a:bodyPr wrap="square" rtlCol="0">
              <a:spAutoFit/>
            </a:bodyPr>
            <a:lstStyle/>
            <a:p>
              <a:pPr algn="ctr"/>
              <a:r>
                <a:rPr lang="en-US" sz="1000" dirty="0"/>
                <a:t>Lorem ipsum dolor sit amet, consectetur adipiscing elit, sed do eiusmod tempor incididunt ut </a:t>
              </a:r>
              <a:r>
                <a:rPr lang="en-US" sz="1000"/>
                <a:t>labore et</a:t>
              </a:r>
              <a:endParaRPr lang="ru-RU" sz="1000" dirty="0"/>
            </a:p>
          </p:txBody>
        </p:sp>
      </p:grpSp>
    </p:spTree>
    <p:extLst>
      <p:ext uri="{BB962C8B-B14F-4D97-AF65-F5344CB8AC3E}">
        <p14:creationId xmlns:p14="http://schemas.microsoft.com/office/powerpoint/2010/main" val="282058391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Effect transition="in" filter="fade">
                                          <p:cBhvr>
                                            <p:cTn id="9" dur="500"/>
                                            <p:tgtEl>
                                              <p:spTgt spid="84"/>
                                            </p:tgtEl>
                                          </p:cBhvr>
                                        </p:animEffect>
                                      </p:childTnLst>
                                    </p:cTn>
                                  </p:par>
                                  <p:par>
                                    <p:cTn id="10" presetID="53" presetClass="entr" presetSubtype="16" fill="hold" nodeType="withEffect">
                                      <p:stCondLst>
                                        <p:cond delay="250"/>
                                      </p:stCondLst>
                                      <p:childTnLst>
                                        <p:set>
                                          <p:cBhvr>
                                            <p:cTn id="11" dur="1" fill="hold">
                                              <p:stCondLst>
                                                <p:cond delay="0"/>
                                              </p:stCondLst>
                                            </p:cTn>
                                            <p:tgtEl>
                                              <p:spTgt spid="85"/>
                                            </p:tgtEl>
                                            <p:attrNameLst>
                                              <p:attrName>style.visibility</p:attrName>
                                            </p:attrNameLst>
                                          </p:cBhvr>
                                          <p:to>
                                            <p:strVal val="visible"/>
                                          </p:to>
                                        </p:set>
                                        <p:anim calcmode="lin" valueType="num">
                                          <p:cBhvr>
                                            <p:cTn id="12" dur="750" fill="hold"/>
                                            <p:tgtEl>
                                              <p:spTgt spid="85"/>
                                            </p:tgtEl>
                                            <p:attrNameLst>
                                              <p:attrName>ppt_w</p:attrName>
                                            </p:attrNameLst>
                                          </p:cBhvr>
                                          <p:tavLst>
                                            <p:tav tm="0">
                                              <p:val>
                                                <p:fltVal val="0"/>
                                              </p:val>
                                            </p:tav>
                                            <p:tav tm="100000">
                                              <p:val>
                                                <p:strVal val="#ppt_w"/>
                                              </p:val>
                                            </p:tav>
                                          </p:tavLst>
                                        </p:anim>
                                        <p:anim calcmode="lin" valueType="num">
                                          <p:cBhvr>
                                            <p:cTn id="13" dur="750" fill="hold"/>
                                            <p:tgtEl>
                                              <p:spTgt spid="85"/>
                                            </p:tgtEl>
                                            <p:attrNameLst>
                                              <p:attrName>ppt_h</p:attrName>
                                            </p:attrNameLst>
                                          </p:cBhvr>
                                          <p:tavLst>
                                            <p:tav tm="0">
                                              <p:val>
                                                <p:fltVal val="0"/>
                                              </p:val>
                                            </p:tav>
                                            <p:tav tm="100000">
                                              <p:val>
                                                <p:strVal val="#ppt_h"/>
                                              </p:val>
                                            </p:tav>
                                          </p:tavLst>
                                        </p:anim>
                                        <p:animEffect transition="in" filter="fade">
                                          <p:cBhvr>
                                            <p:cTn id="14" dur="750"/>
                                            <p:tgtEl>
                                              <p:spTgt spid="85"/>
                                            </p:tgtEl>
                                          </p:cBhvr>
                                        </p:animEffect>
                                      </p:childTnLst>
                                    </p:cTn>
                                  </p:par>
                                  <p:par>
                                    <p:cTn id="15" presetID="53" presetClass="entr" presetSubtype="16" fill="hold" nodeType="withEffect">
                                      <p:stCondLst>
                                        <p:cond delay="750"/>
                                      </p:stCondLst>
                                      <p:childTnLst>
                                        <p:set>
                                          <p:cBhvr>
                                            <p:cTn id="16" dur="1" fill="hold">
                                              <p:stCondLst>
                                                <p:cond delay="0"/>
                                              </p:stCondLst>
                                            </p:cTn>
                                            <p:tgtEl>
                                              <p:spTgt spid="66"/>
                                            </p:tgtEl>
                                            <p:attrNameLst>
                                              <p:attrName>style.visibility</p:attrName>
                                            </p:attrNameLst>
                                          </p:cBhvr>
                                          <p:to>
                                            <p:strVal val="visible"/>
                                          </p:to>
                                        </p:set>
                                        <p:anim calcmode="lin" valueType="num">
                                          <p:cBhvr>
                                            <p:cTn id="17" dur="500" fill="hold"/>
                                            <p:tgtEl>
                                              <p:spTgt spid="66"/>
                                            </p:tgtEl>
                                            <p:attrNameLst>
                                              <p:attrName>ppt_w</p:attrName>
                                            </p:attrNameLst>
                                          </p:cBhvr>
                                          <p:tavLst>
                                            <p:tav tm="0">
                                              <p:val>
                                                <p:fltVal val="0"/>
                                              </p:val>
                                            </p:tav>
                                            <p:tav tm="100000">
                                              <p:val>
                                                <p:strVal val="#ppt_w"/>
                                              </p:val>
                                            </p:tav>
                                          </p:tavLst>
                                        </p:anim>
                                        <p:anim calcmode="lin" valueType="num">
                                          <p:cBhvr>
                                            <p:cTn id="18" dur="500" fill="hold"/>
                                            <p:tgtEl>
                                              <p:spTgt spid="66"/>
                                            </p:tgtEl>
                                            <p:attrNameLst>
                                              <p:attrName>ppt_h</p:attrName>
                                            </p:attrNameLst>
                                          </p:cBhvr>
                                          <p:tavLst>
                                            <p:tav tm="0">
                                              <p:val>
                                                <p:fltVal val="0"/>
                                              </p:val>
                                            </p:tav>
                                            <p:tav tm="100000">
                                              <p:val>
                                                <p:strVal val="#ppt_h"/>
                                              </p:val>
                                            </p:tav>
                                          </p:tavLst>
                                        </p:anim>
                                        <p:animEffect transition="in" filter="fade">
                                          <p:cBhvr>
                                            <p:cTn id="19" dur="500"/>
                                            <p:tgtEl>
                                              <p:spTgt spid="66"/>
                                            </p:tgtEl>
                                          </p:cBhvr>
                                        </p:animEffect>
                                      </p:childTnLst>
                                    </p:cTn>
                                  </p:par>
                                  <p:par>
                                    <p:cTn id="20" presetID="53" presetClass="entr" presetSubtype="16" fill="hold" nodeType="withEffect">
                                      <p:stCondLst>
                                        <p:cond delay="1000"/>
                                      </p:stCondLst>
                                      <p:childTnLst>
                                        <p:set>
                                          <p:cBhvr>
                                            <p:cTn id="21" dur="1" fill="hold">
                                              <p:stCondLst>
                                                <p:cond delay="0"/>
                                              </p:stCondLst>
                                            </p:cTn>
                                            <p:tgtEl>
                                              <p:spTgt spid="67"/>
                                            </p:tgtEl>
                                            <p:attrNameLst>
                                              <p:attrName>style.visibility</p:attrName>
                                            </p:attrNameLst>
                                          </p:cBhvr>
                                          <p:to>
                                            <p:strVal val="visible"/>
                                          </p:to>
                                        </p:set>
                                        <p:anim calcmode="lin" valueType="num">
                                          <p:cBhvr>
                                            <p:cTn id="22" dur="750" fill="hold"/>
                                            <p:tgtEl>
                                              <p:spTgt spid="67"/>
                                            </p:tgtEl>
                                            <p:attrNameLst>
                                              <p:attrName>ppt_w</p:attrName>
                                            </p:attrNameLst>
                                          </p:cBhvr>
                                          <p:tavLst>
                                            <p:tav tm="0">
                                              <p:val>
                                                <p:fltVal val="0"/>
                                              </p:val>
                                            </p:tav>
                                            <p:tav tm="100000">
                                              <p:val>
                                                <p:strVal val="#ppt_w"/>
                                              </p:val>
                                            </p:tav>
                                          </p:tavLst>
                                        </p:anim>
                                        <p:anim calcmode="lin" valueType="num">
                                          <p:cBhvr>
                                            <p:cTn id="23" dur="750" fill="hold"/>
                                            <p:tgtEl>
                                              <p:spTgt spid="67"/>
                                            </p:tgtEl>
                                            <p:attrNameLst>
                                              <p:attrName>ppt_h</p:attrName>
                                            </p:attrNameLst>
                                          </p:cBhvr>
                                          <p:tavLst>
                                            <p:tav tm="0">
                                              <p:val>
                                                <p:fltVal val="0"/>
                                              </p:val>
                                            </p:tav>
                                            <p:tav tm="100000">
                                              <p:val>
                                                <p:strVal val="#ppt_h"/>
                                              </p:val>
                                            </p:tav>
                                          </p:tavLst>
                                        </p:anim>
                                        <p:animEffect transition="in" filter="fade">
                                          <p:cBhvr>
                                            <p:cTn id="24" dur="750"/>
                                            <p:tgtEl>
                                              <p:spTgt spid="67"/>
                                            </p:tgtEl>
                                          </p:cBhvr>
                                        </p:animEffect>
                                      </p:childTnLst>
                                    </p:cTn>
                                  </p:par>
                                  <p:par>
                                    <p:cTn id="25" presetID="53" presetClass="entr" presetSubtype="16" fill="hold" nodeType="withEffect">
                                      <p:stCondLst>
                                        <p:cond delay="1500"/>
                                      </p:stCondLst>
                                      <p:childTnLst>
                                        <p:set>
                                          <p:cBhvr>
                                            <p:cTn id="26" dur="1" fill="hold">
                                              <p:stCondLst>
                                                <p:cond delay="0"/>
                                              </p:stCondLst>
                                            </p:cTn>
                                            <p:tgtEl>
                                              <p:spTgt spid="57"/>
                                            </p:tgtEl>
                                            <p:attrNameLst>
                                              <p:attrName>style.visibility</p:attrName>
                                            </p:attrNameLst>
                                          </p:cBhvr>
                                          <p:to>
                                            <p:strVal val="visible"/>
                                          </p:to>
                                        </p:set>
                                        <p:anim calcmode="lin" valueType="num">
                                          <p:cBhvr>
                                            <p:cTn id="27" dur="500" fill="hold"/>
                                            <p:tgtEl>
                                              <p:spTgt spid="57"/>
                                            </p:tgtEl>
                                            <p:attrNameLst>
                                              <p:attrName>ppt_w</p:attrName>
                                            </p:attrNameLst>
                                          </p:cBhvr>
                                          <p:tavLst>
                                            <p:tav tm="0">
                                              <p:val>
                                                <p:fltVal val="0"/>
                                              </p:val>
                                            </p:tav>
                                            <p:tav tm="100000">
                                              <p:val>
                                                <p:strVal val="#ppt_w"/>
                                              </p:val>
                                            </p:tav>
                                          </p:tavLst>
                                        </p:anim>
                                        <p:anim calcmode="lin" valueType="num">
                                          <p:cBhvr>
                                            <p:cTn id="28" dur="500" fill="hold"/>
                                            <p:tgtEl>
                                              <p:spTgt spid="57"/>
                                            </p:tgtEl>
                                            <p:attrNameLst>
                                              <p:attrName>ppt_h</p:attrName>
                                            </p:attrNameLst>
                                          </p:cBhvr>
                                          <p:tavLst>
                                            <p:tav tm="0">
                                              <p:val>
                                                <p:fltVal val="0"/>
                                              </p:val>
                                            </p:tav>
                                            <p:tav tm="100000">
                                              <p:val>
                                                <p:strVal val="#ppt_h"/>
                                              </p:val>
                                            </p:tav>
                                          </p:tavLst>
                                        </p:anim>
                                        <p:animEffect transition="in" filter="fade">
                                          <p:cBhvr>
                                            <p:cTn id="29" dur="500"/>
                                            <p:tgtEl>
                                              <p:spTgt spid="57"/>
                                            </p:tgtEl>
                                          </p:cBhvr>
                                        </p:animEffect>
                                      </p:childTnLst>
                                    </p:cTn>
                                  </p:par>
                                  <p:par>
                                    <p:cTn id="30" presetID="53" presetClass="entr" presetSubtype="16" fill="hold" nodeType="withEffect">
                                      <p:stCondLst>
                                        <p:cond delay="1750"/>
                                      </p:stCondLst>
                                      <p:childTnLst>
                                        <p:set>
                                          <p:cBhvr>
                                            <p:cTn id="31" dur="1" fill="hold">
                                              <p:stCondLst>
                                                <p:cond delay="0"/>
                                              </p:stCondLst>
                                            </p:cTn>
                                            <p:tgtEl>
                                              <p:spTgt spid="58"/>
                                            </p:tgtEl>
                                            <p:attrNameLst>
                                              <p:attrName>style.visibility</p:attrName>
                                            </p:attrNameLst>
                                          </p:cBhvr>
                                          <p:to>
                                            <p:strVal val="visible"/>
                                          </p:to>
                                        </p:set>
                                        <p:anim calcmode="lin" valueType="num">
                                          <p:cBhvr>
                                            <p:cTn id="32" dur="750" fill="hold"/>
                                            <p:tgtEl>
                                              <p:spTgt spid="58"/>
                                            </p:tgtEl>
                                            <p:attrNameLst>
                                              <p:attrName>ppt_w</p:attrName>
                                            </p:attrNameLst>
                                          </p:cBhvr>
                                          <p:tavLst>
                                            <p:tav tm="0">
                                              <p:val>
                                                <p:fltVal val="0"/>
                                              </p:val>
                                            </p:tav>
                                            <p:tav tm="100000">
                                              <p:val>
                                                <p:strVal val="#ppt_w"/>
                                              </p:val>
                                            </p:tav>
                                          </p:tavLst>
                                        </p:anim>
                                        <p:anim calcmode="lin" valueType="num">
                                          <p:cBhvr>
                                            <p:cTn id="33" dur="750" fill="hold"/>
                                            <p:tgtEl>
                                              <p:spTgt spid="58"/>
                                            </p:tgtEl>
                                            <p:attrNameLst>
                                              <p:attrName>ppt_h</p:attrName>
                                            </p:attrNameLst>
                                          </p:cBhvr>
                                          <p:tavLst>
                                            <p:tav tm="0">
                                              <p:val>
                                                <p:fltVal val="0"/>
                                              </p:val>
                                            </p:tav>
                                            <p:tav tm="100000">
                                              <p:val>
                                                <p:strVal val="#ppt_h"/>
                                              </p:val>
                                            </p:tav>
                                          </p:tavLst>
                                        </p:anim>
                                        <p:animEffect transition="in" filter="fade">
                                          <p:cBhvr>
                                            <p:cTn id="34" dur="750"/>
                                            <p:tgtEl>
                                              <p:spTgt spid="58"/>
                                            </p:tgtEl>
                                          </p:cBhvr>
                                        </p:animEffect>
                                      </p:childTnLst>
                                    </p:cTn>
                                  </p:par>
                                  <p:par>
                                    <p:cTn id="35" presetID="53" presetClass="entr" presetSubtype="16" fill="hold" nodeType="withEffect">
                                      <p:stCondLst>
                                        <p:cond delay="2250"/>
                                      </p:stCondLst>
                                      <p:childTnLst>
                                        <p:set>
                                          <p:cBhvr>
                                            <p:cTn id="36" dur="1" fill="hold">
                                              <p:stCondLst>
                                                <p:cond delay="0"/>
                                              </p:stCondLst>
                                            </p:cTn>
                                            <p:tgtEl>
                                              <p:spTgt spid="75"/>
                                            </p:tgtEl>
                                            <p:attrNameLst>
                                              <p:attrName>style.visibility</p:attrName>
                                            </p:attrNameLst>
                                          </p:cBhvr>
                                          <p:to>
                                            <p:strVal val="visible"/>
                                          </p:to>
                                        </p:set>
                                        <p:anim calcmode="lin" valueType="num">
                                          <p:cBhvr>
                                            <p:cTn id="37" dur="500" fill="hold"/>
                                            <p:tgtEl>
                                              <p:spTgt spid="75"/>
                                            </p:tgtEl>
                                            <p:attrNameLst>
                                              <p:attrName>ppt_w</p:attrName>
                                            </p:attrNameLst>
                                          </p:cBhvr>
                                          <p:tavLst>
                                            <p:tav tm="0">
                                              <p:val>
                                                <p:fltVal val="0"/>
                                              </p:val>
                                            </p:tav>
                                            <p:tav tm="100000">
                                              <p:val>
                                                <p:strVal val="#ppt_w"/>
                                              </p:val>
                                            </p:tav>
                                          </p:tavLst>
                                        </p:anim>
                                        <p:anim calcmode="lin" valueType="num">
                                          <p:cBhvr>
                                            <p:cTn id="38" dur="500" fill="hold"/>
                                            <p:tgtEl>
                                              <p:spTgt spid="75"/>
                                            </p:tgtEl>
                                            <p:attrNameLst>
                                              <p:attrName>ppt_h</p:attrName>
                                            </p:attrNameLst>
                                          </p:cBhvr>
                                          <p:tavLst>
                                            <p:tav tm="0">
                                              <p:val>
                                                <p:fltVal val="0"/>
                                              </p:val>
                                            </p:tav>
                                            <p:tav tm="100000">
                                              <p:val>
                                                <p:strVal val="#ppt_h"/>
                                              </p:val>
                                            </p:tav>
                                          </p:tavLst>
                                        </p:anim>
                                        <p:animEffect transition="in" filter="fade">
                                          <p:cBhvr>
                                            <p:cTn id="39" dur="500"/>
                                            <p:tgtEl>
                                              <p:spTgt spid="75"/>
                                            </p:tgtEl>
                                          </p:cBhvr>
                                        </p:animEffect>
                                      </p:childTnLst>
                                    </p:cTn>
                                  </p:par>
                                  <p:par>
                                    <p:cTn id="40" presetID="53" presetClass="entr" presetSubtype="16" fill="hold" nodeType="withEffect">
                                      <p:stCondLst>
                                        <p:cond delay="2500"/>
                                      </p:stCondLst>
                                      <p:childTnLst>
                                        <p:set>
                                          <p:cBhvr>
                                            <p:cTn id="41" dur="1" fill="hold">
                                              <p:stCondLst>
                                                <p:cond delay="0"/>
                                              </p:stCondLst>
                                            </p:cTn>
                                            <p:tgtEl>
                                              <p:spTgt spid="76"/>
                                            </p:tgtEl>
                                            <p:attrNameLst>
                                              <p:attrName>style.visibility</p:attrName>
                                            </p:attrNameLst>
                                          </p:cBhvr>
                                          <p:to>
                                            <p:strVal val="visible"/>
                                          </p:to>
                                        </p:set>
                                        <p:anim calcmode="lin" valueType="num">
                                          <p:cBhvr>
                                            <p:cTn id="42" dur="750" fill="hold"/>
                                            <p:tgtEl>
                                              <p:spTgt spid="76"/>
                                            </p:tgtEl>
                                            <p:attrNameLst>
                                              <p:attrName>ppt_w</p:attrName>
                                            </p:attrNameLst>
                                          </p:cBhvr>
                                          <p:tavLst>
                                            <p:tav tm="0">
                                              <p:val>
                                                <p:fltVal val="0"/>
                                              </p:val>
                                            </p:tav>
                                            <p:tav tm="100000">
                                              <p:val>
                                                <p:strVal val="#ppt_w"/>
                                              </p:val>
                                            </p:tav>
                                          </p:tavLst>
                                        </p:anim>
                                        <p:anim calcmode="lin" valueType="num">
                                          <p:cBhvr>
                                            <p:cTn id="43" dur="750" fill="hold"/>
                                            <p:tgtEl>
                                              <p:spTgt spid="76"/>
                                            </p:tgtEl>
                                            <p:attrNameLst>
                                              <p:attrName>ppt_h</p:attrName>
                                            </p:attrNameLst>
                                          </p:cBhvr>
                                          <p:tavLst>
                                            <p:tav tm="0">
                                              <p:val>
                                                <p:fltVal val="0"/>
                                              </p:val>
                                            </p:tav>
                                            <p:tav tm="100000">
                                              <p:val>
                                                <p:strVal val="#ppt_h"/>
                                              </p:val>
                                            </p:tav>
                                          </p:tavLst>
                                        </p:anim>
                                        <p:animEffect transition="in" filter="fade">
                                          <p:cBhvr>
                                            <p:cTn id="44" dur="750"/>
                                            <p:tgtEl>
                                              <p:spTgt spid="76"/>
                                            </p:tgtEl>
                                          </p:cBhvr>
                                        </p:animEffect>
                                      </p:childTnLst>
                                    </p:cTn>
                                  </p:par>
                                  <p:par>
                                    <p:cTn id="45" presetID="53" presetClass="entr" presetSubtype="16" fill="hold" nodeType="withEffect">
                                      <p:stCondLst>
                                        <p:cond delay="3000"/>
                                      </p:stCondLst>
                                      <p:childTnLst>
                                        <p:set>
                                          <p:cBhvr>
                                            <p:cTn id="46" dur="1" fill="hold">
                                              <p:stCondLst>
                                                <p:cond delay="0"/>
                                              </p:stCondLst>
                                            </p:cTn>
                                            <p:tgtEl>
                                              <p:spTgt spid="94"/>
                                            </p:tgtEl>
                                            <p:attrNameLst>
                                              <p:attrName>style.visibility</p:attrName>
                                            </p:attrNameLst>
                                          </p:cBhvr>
                                          <p:to>
                                            <p:strVal val="visible"/>
                                          </p:to>
                                        </p:set>
                                        <p:anim calcmode="lin" valueType="num">
                                          <p:cBhvr>
                                            <p:cTn id="47" dur="500" fill="hold"/>
                                            <p:tgtEl>
                                              <p:spTgt spid="94"/>
                                            </p:tgtEl>
                                            <p:attrNameLst>
                                              <p:attrName>ppt_w</p:attrName>
                                            </p:attrNameLst>
                                          </p:cBhvr>
                                          <p:tavLst>
                                            <p:tav tm="0">
                                              <p:val>
                                                <p:fltVal val="0"/>
                                              </p:val>
                                            </p:tav>
                                            <p:tav tm="100000">
                                              <p:val>
                                                <p:strVal val="#ppt_w"/>
                                              </p:val>
                                            </p:tav>
                                          </p:tavLst>
                                        </p:anim>
                                        <p:anim calcmode="lin" valueType="num">
                                          <p:cBhvr>
                                            <p:cTn id="48" dur="500" fill="hold"/>
                                            <p:tgtEl>
                                              <p:spTgt spid="94"/>
                                            </p:tgtEl>
                                            <p:attrNameLst>
                                              <p:attrName>ppt_h</p:attrName>
                                            </p:attrNameLst>
                                          </p:cBhvr>
                                          <p:tavLst>
                                            <p:tav tm="0">
                                              <p:val>
                                                <p:fltVal val="0"/>
                                              </p:val>
                                            </p:tav>
                                            <p:tav tm="100000">
                                              <p:val>
                                                <p:strVal val="#ppt_h"/>
                                              </p:val>
                                            </p:tav>
                                          </p:tavLst>
                                        </p:anim>
                                        <p:animEffect transition="in" filter="fade">
                                          <p:cBhvr>
                                            <p:cTn id="49" dur="500"/>
                                            <p:tgtEl>
                                              <p:spTgt spid="94"/>
                                            </p:tgtEl>
                                          </p:cBhvr>
                                        </p:animEffect>
                                      </p:childTnLst>
                                    </p:cTn>
                                  </p:par>
                                  <p:par>
                                    <p:cTn id="50" presetID="53" presetClass="entr" presetSubtype="16" fill="hold" nodeType="withEffect">
                                      <p:stCondLst>
                                        <p:cond delay="3250"/>
                                      </p:stCondLst>
                                      <p:childTnLst>
                                        <p:set>
                                          <p:cBhvr>
                                            <p:cTn id="51" dur="1" fill="hold">
                                              <p:stCondLst>
                                                <p:cond delay="0"/>
                                              </p:stCondLst>
                                            </p:cTn>
                                            <p:tgtEl>
                                              <p:spTgt spid="95"/>
                                            </p:tgtEl>
                                            <p:attrNameLst>
                                              <p:attrName>style.visibility</p:attrName>
                                            </p:attrNameLst>
                                          </p:cBhvr>
                                          <p:to>
                                            <p:strVal val="visible"/>
                                          </p:to>
                                        </p:set>
                                        <p:anim calcmode="lin" valueType="num">
                                          <p:cBhvr>
                                            <p:cTn id="52" dur="750" fill="hold"/>
                                            <p:tgtEl>
                                              <p:spTgt spid="95"/>
                                            </p:tgtEl>
                                            <p:attrNameLst>
                                              <p:attrName>ppt_w</p:attrName>
                                            </p:attrNameLst>
                                          </p:cBhvr>
                                          <p:tavLst>
                                            <p:tav tm="0">
                                              <p:val>
                                                <p:fltVal val="0"/>
                                              </p:val>
                                            </p:tav>
                                            <p:tav tm="100000">
                                              <p:val>
                                                <p:strVal val="#ppt_w"/>
                                              </p:val>
                                            </p:tav>
                                          </p:tavLst>
                                        </p:anim>
                                        <p:anim calcmode="lin" valueType="num">
                                          <p:cBhvr>
                                            <p:cTn id="53" dur="750" fill="hold"/>
                                            <p:tgtEl>
                                              <p:spTgt spid="95"/>
                                            </p:tgtEl>
                                            <p:attrNameLst>
                                              <p:attrName>ppt_h</p:attrName>
                                            </p:attrNameLst>
                                          </p:cBhvr>
                                          <p:tavLst>
                                            <p:tav tm="0">
                                              <p:val>
                                                <p:fltVal val="0"/>
                                              </p:val>
                                            </p:tav>
                                            <p:tav tm="100000">
                                              <p:val>
                                                <p:strVal val="#ppt_h"/>
                                              </p:val>
                                            </p:tav>
                                          </p:tavLst>
                                        </p:anim>
                                        <p:animEffect transition="in" filter="fade">
                                          <p:cBhvr>
                                            <p:cTn id="54" dur="750"/>
                                            <p:tgtEl>
                                              <p:spTgt spid="95"/>
                                            </p:tgtEl>
                                          </p:cBhvr>
                                        </p:animEffect>
                                      </p:childTnLst>
                                    </p:cTn>
                                  </p:par>
                                  <p:par>
                                    <p:cTn id="55" presetID="2" presetClass="entr" presetSubtype="4" fill="hold" nodeType="withEffect" p14:presetBounceEnd="67000">
                                      <p:stCondLst>
                                        <p:cond delay="500"/>
                                      </p:stCondLst>
                                      <p:childTnLst>
                                        <p:set>
                                          <p:cBhvr>
                                            <p:cTn id="56" dur="1" fill="hold">
                                              <p:stCondLst>
                                                <p:cond delay="0"/>
                                              </p:stCondLst>
                                            </p:cTn>
                                            <p:tgtEl>
                                              <p:spTgt spid="108"/>
                                            </p:tgtEl>
                                            <p:attrNameLst>
                                              <p:attrName>style.visibility</p:attrName>
                                            </p:attrNameLst>
                                          </p:cBhvr>
                                          <p:to>
                                            <p:strVal val="visible"/>
                                          </p:to>
                                        </p:set>
                                        <p:anim calcmode="lin" valueType="num" p14:bounceEnd="67000">
                                          <p:cBhvr additive="base">
                                            <p:cTn id="57" dur="1000" fill="hold"/>
                                            <p:tgtEl>
                                              <p:spTgt spid="108"/>
                                            </p:tgtEl>
                                            <p:attrNameLst>
                                              <p:attrName>ppt_x</p:attrName>
                                            </p:attrNameLst>
                                          </p:cBhvr>
                                          <p:tavLst>
                                            <p:tav tm="0">
                                              <p:val>
                                                <p:strVal val="#ppt_x"/>
                                              </p:val>
                                            </p:tav>
                                            <p:tav tm="100000">
                                              <p:val>
                                                <p:strVal val="#ppt_x"/>
                                              </p:val>
                                            </p:tav>
                                          </p:tavLst>
                                        </p:anim>
                                        <p:anim calcmode="lin" valueType="num" p14:bounceEnd="67000">
                                          <p:cBhvr additive="base">
                                            <p:cTn id="58" dur="1000" fill="hold"/>
                                            <p:tgtEl>
                                              <p:spTgt spid="108"/>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14:presetBounceEnd="67000">
                                      <p:stCondLst>
                                        <p:cond delay="1250"/>
                                      </p:stCondLst>
                                      <p:childTnLst>
                                        <p:set>
                                          <p:cBhvr>
                                            <p:cTn id="60" dur="1" fill="hold">
                                              <p:stCondLst>
                                                <p:cond delay="0"/>
                                              </p:stCondLst>
                                            </p:cTn>
                                            <p:tgtEl>
                                              <p:spTgt spid="107"/>
                                            </p:tgtEl>
                                            <p:attrNameLst>
                                              <p:attrName>style.visibility</p:attrName>
                                            </p:attrNameLst>
                                          </p:cBhvr>
                                          <p:to>
                                            <p:strVal val="visible"/>
                                          </p:to>
                                        </p:set>
                                        <p:anim calcmode="lin" valueType="num" p14:bounceEnd="67000">
                                          <p:cBhvr additive="base">
                                            <p:cTn id="61" dur="1000" fill="hold"/>
                                            <p:tgtEl>
                                              <p:spTgt spid="107"/>
                                            </p:tgtEl>
                                            <p:attrNameLst>
                                              <p:attrName>ppt_x</p:attrName>
                                            </p:attrNameLst>
                                          </p:cBhvr>
                                          <p:tavLst>
                                            <p:tav tm="0">
                                              <p:val>
                                                <p:strVal val="#ppt_x"/>
                                              </p:val>
                                            </p:tav>
                                            <p:tav tm="100000">
                                              <p:val>
                                                <p:strVal val="#ppt_x"/>
                                              </p:val>
                                            </p:tav>
                                          </p:tavLst>
                                        </p:anim>
                                        <p:anim calcmode="lin" valueType="num" p14:bounceEnd="67000">
                                          <p:cBhvr additive="base">
                                            <p:cTn id="62" dur="1000" fill="hold"/>
                                            <p:tgtEl>
                                              <p:spTgt spid="107"/>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14:presetBounceEnd="67000">
                                      <p:stCondLst>
                                        <p:cond delay="2100"/>
                                      </p:stCondLst>
                                      <p:childTnLst>
                                        <p:set>
                                          <p:cBhvr>
                                            <p:cTn id="64" dur="1" fill="hold">
                                              <p:stCondLst>
                                                <p:cond delay="0"/>
                                              </p:stCondLst>
                                            </p:cTn>
                                            <p:tgtEl>
                                              <p:spTgt spid="106"/>
                                            </p:tgtEl>
                                            <p:attrNameLst>
                                              <p:attrName>style.visibility</p:attrName>
                                            </p:attrNameLst>
                                          </p:cBhvr>
                                          <p:to>
                                            <p:strVal val="visible"/>
                                          </p:to>
                                        </p:set>
                                        <p:anim calcmode="lin" valueType="num" p14:bounceEnd="67000">
                                          <p:cBhvr additive="base">
                                            <p:cTn id="65" dur="1000" fill="hold"/>
                                            <p:tgtEl>
                                              <p:spTgt spid="106"/>
                                            </p:tgtEl>
                                            <p:attrNameLst>
                                              <p:attrName>ppt_x</p:attrName>
                                            </p:attrNameLst>
                                          </p:cBhvr>
                                          <p:tavLst>
                                            <p:tav tm="0">
                                              <p:val>
                                                <p:strVal val="#ppt_x"/>
                                              </p:val>
                                            </p:tav>
                                            <p:tav tm="100000">
                                              <p:val>
                                                <p:strVal val="#ppt_x"/>
                                              </p:val>
                                            </p:tav>
                                          </p:tavLst>
                                        </p:anim>
                                        <p:anim calcmode="lin" valueType="num" p14:bounceEnd="67000">
                                          <p:cBhvr additive="base">
                                            <p:cTn id="66" dur="1000" fill="hold"/>
                                            <p:tgtEl>
                                              <p:spTgt spid="106"/>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14:presetBounceEnd="67000">
                                      <p:stCondLst>
                                        <p:cond delay="3000"/>
                                      </p:stCondLst>
                                      <p:childTnLst>
                                        <p:set>
                                          <p:cBhvr>
                                            <p:cTn id="68" dur="1" fill="hold">
                                              <p:stCondLst>
                                                <p:cond delay="0"/>
                                              </p:stCondLst>
                                            </p:cTn>
                                            <p:tgtEl>
                                              <p:spTgt spid="105"/>
                                            </p:tgtEl>
                                            <p:attrNameLst>
                                              <p:attrName>style.visibility</p:attrName>
                                            </p:attrNameLst>
                                          </p:cBhvr>
                                          <p:to>
                                            <p:strVal val="visible"/>
                                          </p:to>
                                        </p:set>
                                        <p:anim calcmode="lin" valueType="num" p14:bounceEnd="67000">
                                          <p:cBhvr additive="base">
                                            <p:cTn id="69" dur="1000" fill="hold"/>
                                            <p:tgtEl>
                                              <p:spTgt spid="105"/>
                                            </p:tgtEl>
                                            <p:attrNameLst>
                                              <p:attrName>ppt_x</p:attrName>
                                            </p:attrNameLst>
                                          </p:cBhvr>
                                          <p:tavLst>
                                            <p:tav tm="0">
                                              <p:val>
                                                <p:strVal val="#ppt_x"/>
                                              </p:val>
                                            </p:tav>
                                            <p:tav tm="100000">
                                              <p:val>
                                                <p:strVal val="#ppt_x"/>
                                              </p:val>
                                            </p:tav>
                                          </p:tavLst>
                                        </p:anim>
                                        <p:anim calcmode="lin" valueType="num" p14:bounceEnd="67000">
                                          <p:cBhvr additive="base">
                                            <p:cTn id="70" dur="1000" fill="hold"/>
                                            <p:tgtEl>
                                              <p:spTgt spid="105"/>
                                            </p:tgtEl>
                                            <p:attrNameLst>
                                              <p:attrName>ppt_y</p:attrName>
                                            </p:attrNameLst>
                                          </p:cBhvr>
                                          <p:tavLst>
                                            <p:tav tm="0">
                                              <p:val>
                                                <p:strVal val="1+#ppt_h/2"/>
                                              </p:val>
                                            </p:tav>
                                            <p:tav tm="100000">
                                              <p:val>
                                                <p:strVal val="#ppt_y"/>
                                              </p:val>
                                            </p:tav>
                                          </p:tavLst>
                                        </p:anim>
                                      </p:childTnLst>
                                    </p:cTn>
                                  </p:par>
                                  <p:par>
                                    <p:cTn id="71" presetID="53" presetClass="entr" presetSubtype="16" fill="hold" grpId="0" nodeType="withEffect">
                                      <p:stCondLst>
                                        <p:cond delay="750"/>
                                      </p:stCondLst>
                                      <p:childTnLst>
                                        <p:set>
                                          <p:cBhvr>
                                            <p:cTn id="72" dur="1" fill="hold">
                                              <p:stCondLst>
                                                <p:cond delay="0"/>
                                              </p:stCondLst>
                                            </p:cTn>
                                            <p:tgtEl>
                                              <p:spTgt spid="86"/>
                                            </p:tgtEl>
                                            <p:attrNameLst>
                                              <p:attrName>style.visibility</p:attrName>
                                            </p:attrNameLst>
                                          </p:cBhvr>
                                          <p:to>
                                            <p:strVal val="visible"/>
                                          </p:to>
                                        </p:set>
                                        <p:anim calcmode="lin" valueType="num">
                                          <p:cBhvr>
                                            <p:cTn id="73" dur="750" fill="hold"/>
                                            <p:tgtEl>
                                              <p:spTgt spid="86"/>
                                            </p:tgtEl>
                                            <p:attrNameLst>
                                              <p:attrName>ppt_w</p:attrName>
                                            </p:attrNameLst>
                                          </p:cBhvr>
                                          <p:tavLst>
                                            <p:tav tm="0">
                                              <p:val>
                                                <p:fltVal val="0"/>
                                              </p:val>
                                            </p:tav>
                                            <p:tav tm="100000">
                                              <p:val>
                                                <p:strVal val="#ppt_w"/>
                                              </p:val>
                                            </p:tav>
                                          </p:tavLst>
                                        </p:anim>
                                        <p:anim calcmode="lin" valueType="num">
                                          <p:cBhvr>
                                            <p:cTn id="74" dur="750" fill="hold"/>
                                            <p:tgtEl>
                                              <p:spTgt spid="86"/>
                                            </p:tgtEl>
                                            <p:attrNameLst>
                                              <p:attrName>ppt_h</p:attrName>
                                            </p:attrNameLst>
                                          </p:cBhvr>
                                          <p:tavLst>
                                            <p:tav tm="0">
                                              <p:val>
                                                <p:fltVal val="0"/>
                                              </p:val>
                                            </p:tav>
                                            <p:tav tm="100000">
                                              <p:val>
                                                <p:strVal val="#ppt_h"/>
                                              </p:val>
                                            </p:tav>
                                          </p:tavLst>
                                        </p:anim>
                                        <p:animEffect transition="in" filter="fade">
                                          <p:cBhvr>
                                            <p:cTn id="75" dur="750"/>
                                            <p:tgtEl>
                                              <p:spTgt spid="86"/>
                                            </p:tgtEl>
                                          </p:cBhvr>
                                        </p:animEffect>
                                      </p:childTnLst>
                                    </p:cTn>
                                  </p:par>
                                  <p:par>
                                    <p:cTn id="76" presetID="53" presetClass="entr" presetSubtype="16" fill="hold" grpId="0" nodeType="withEffect">
                                      <p:stCondLst>
                                        <p:cond delay="1500"/>
                                      </p:stCondLst>
                                      <p:childTnLst>
                                        <p:set>
                                          <p:cBhvr>
                                            <p:cTn id="77" dur="1" fill="hold">
                                              <p:stCondLst>
                                                <p:cond delay="0"/>
                                              </p:stCondLst>
                                            </p:cTn>
                                            <p:tgtEl>
                                              <p:spTgt spid="68"/>
                                            </p:tgtEl>
                                            <p:attrNameLst>
                                              <p:attrName>style.visibility</p:attrName>
                                            </p:attrNameLst>
                                          </p:cBhvr>
                                          <p:to>
                                            <p:strVal val="visible"/>
                                          </p:to>
                                        </p:set>
                                        <p:anim calcmode="lin" valueType="num">
                                          <p:cBhvr>
                                            <p:cTn id="78" dur="750" fill="hold"/>
                                            <p:tgtEl>
                                              <p:spTgt spid="68"/>
                                            </p:tgtEl>
                                            <p:attrNameLst>
                                              <p:attrName>ppt_w</p:attrName>
                                            </p:attrNameLst>
                                          </p:cBhvr>
                                          <p:tavLst>
                                            <p:tav tm="0">
                                              <p:val>
                                                <p:fltVal val="0"/>
                                              </p:val>
                                            </p:tav>
                                            <p:tav tm="100000">
                                              <p:val>
                                                <p:strVal val="#ppt_w"/>
                                              </p:val>
                                            </p:tav>
                                          </p:tavLst>
                                        </p:anim>
                                        <p:anim calcmode="lin" valueType="num">
                                          <p:cBhvr>
                                            <p:cTn id="79" dur="750" fill="hold"/>
                                            <p:tgtEl>
                                              <p:spTgt spid="68"/>
                                            </p:tgtEl>
                                            <p:attrNameLst>
                                              <p:attrName>ppt_h</p:attrName>
                                            </p:attrNameLst>
                                          </p:cBhvr>
                                          <p:tavLst>
                                            <p:tav tm="0">
                                              <p:val>
                                                <p:fltVal val="0"/>
                                              </p:val>
                                            </p:tav>
                                            <p:tav tm="100000">
                                              <p:val>
                                                <p:strVal val="#ppt_h"/>
                                              </p:val>
                                            </p:tav>
                                          </p:tavLst>
                                        </p:anim>
                                        <p:animEffect transition="in" filter="fade">
                                          <p:cBhvr>
                                            <p:cTn id="80" dur="750"/>
                                            <p:tgtEl>
                                              <p:spTgt spid="68"/>
                                            </p:tgtEl>
                                          </p:cBhvr>
                                        </p:animEffect>
                                      </p:childTnLst>
                                    </p:cTn>
                                  </p:par>
                                  <p:par>
                                    <p:cTn id="81" presetID="53" presetClass="entr" presetSubtype="16" fill="hold" grpId="0" nodeType="withEffect">
                                      <p:stCondLst>
                                        <p:cond delay="2250"/>
                                      </p:stCondLst>
                                      <p:childTnLst>
                                        <p:set>
                                          <p:cBhvr>
                                            <p:cTn id="82" dur="1" fill="hold">
                                              <p:stCondLst>
                                                <p:cond delay="0"/>
                                              </p:stCondLst>
                                            </p:cTn>
                                            <p:tgtEl>
                                              <p:spTgt spid="59"/>
                                            </p:tgtEl>
                                            <p:attrNameLst>
                                              <p:attrName>style.visibility</p:attrName>
                                            </p:attrNameLst>
                                          </p:cBhvr>
                                          <p:to>
                                            <p:strVal val="visible"/>
                                          </p:to>
                                        </p:set>
                                        <p:anim calcmode="lin" valueType="num">
                                          <p:cBhvr>
                                            <p:cTn id="83" dur="750" fill="hold"/>
                                            <p:tgtEl>
                                              <p:spTgt spid="59"/>
                                            </p:tgtEl>
                                            <p:attrNameLst>
                                              <p:attrName>ppt_w</p:attrName>
                                            </p:attrNameLst>
                                          </p:cBhvr>
                                          <p:tavLst>
                                            <p:tav tm="0">
                                              <p:val>
                                                <p:fltVal val="0"/>
                                              </p:val>
                                            </p:tav>
                                            <p:tav tm="100000">
                                              <p:val>
                                                <p:strVal val="#ppt_w"/>
                                              </p:val>
                                            </p:tav>
                                          </p:tavLst>
                                        </p:anim>
                                        <p:anim calcmode="lin" valueType="num">
                                          <p:cBhvr>
                                            <p:cTn id="84" dur="750" fill="hold"/>
                                            <p:tgtEl>
                                              <p:spTgt spid="59"/>
                                            </p:tgtEl>
                                            <p:attrNameLst>
                                              <p:attrName>ppt_h</p:attrName>
                                            </p:attrNameLst>
                                          </p:cBhvr>
                                          <p:tavLst>
                                            <p:tav tm="0">
                                              <p:val>
                                                <p:fltVal val="0"/>
                                              </p:val>
                                            </p:tav>
                                            <p:tav tm="100000">
                                              <p:val>
                                                <p:strVal val="#ppt_h"/>
                                              </p:val>
                                            </p:tav>
                                          </p:tavLst>
                                        </p:anim>
                                        <p:animEffect transition="in" filter="fade">
                                          <p:cBhvr>
                                            <p:cTn id="85" dur="750"/>
                                            <p:tgtEl>
                                              <p:spTgt spid="59"/>
                                            </p:tgtEl>
                                          </p:cBhvr>
                                        </p:animEffect>
                                      </p:childTnLst>
                                    </p:cTn>
                                  </p:par>
                                  <p:par>
                                    <p:cTn id="86" presetID="53" presetClass="entr" presetSubtype="16" fill="hold" grpId="0" nodeType="withEffect">
                                      <p:stCondLst>
                                        <p:cond delay="3000"/>
                                      </p:stCondLst>
                                      <p:childTnLst>
                                        <p:set>
                                          <p:cBhvr>
                                            <p:cTn id="87" dur="1" fill="hold">
                                              <p:stCondLst>
                                                <p:cond delay="0"/>
                                              </p:stCondLst>
                                            </p:cTn>
                                            <p:tgtEl>
                                              <p:spTgt spid="77"/>
                                            </p:tgtEl>
                                            <p:attrNameLst>
                                              <p:attrName>style.visibility</p:attrName>
                                            </p:attrNameLst>
                                          </p:cBhvr>
                                          <p:to>
                                            <p:strVal val="visible"/>
                                          </p:to>
                                        </p:set>
                                        <p:anim calcmode="lin" valueType="num">
                                          <p:cBhvr>
                                            <p:cTn id="88" dur="750" fill="hold"/>
                                            <p:tgtEl>
                                              <p:spTgt spid="77"/>
                                            </p:tgtEl>
                                            <p:attrNameLst>
                                              <p:attrName>ppt_w</p:attrName>
                                            </p:attrNameLst>
                                          </p:cBhvr>
                                          <p:tavLst>
                                            <p:tav tm="0">
                                              <p:val>
                                                <p:fltVal val="0"/>
                                              </p:val>
                                            </p:tav>
                                            <p:tav tm="100000">
                                              <p:val>
                                                <p:strVal val="#ppt_w"/>
                                              </p:val>
                                            </p:tav>
                                          </p:tavLst>
                                        </p:anim>
                                        <p:anim calcmode="lin" valueType="num">
                                          <p:cBhvr>
                                            <p:cTn id="89" dur="750" fill="hold"/>
                                            <p:tgtEl>
                                              <p:spTgt spid="77"/>
                                            </p:tgtEl>
                                            <p:attrNameLst>
                                              <p:attrName>ppt_h</p:attrName>
                                            </p:attrNameLst>
                                          </p:cBhvr>
                                          <p:tavLst>
                                            <p:tav tm="0">
                                              <p:val>
                                                <p:fltVal val="0"/>
                                              </p:val>
                                            </p:tav>
                                            <p:tav tm="100000">
                                              <p:val>
                                                <p:strVal val="#ppt_h"/>
                                              </p:val>
                                            </p:tav>
                                          </p:tavLst>
                                        </p:anim>
                                        <p:animEffect transition="in" filter="fade">
                                          <p:cBhvr>
                                            <p:cTn id="90" dur="750"/>
                                            <p:tgtEl>
                                              <p:spTgt spid="77"/>
                                            </p:tgtEl>
                                          </p:cBhvr>
                                        </p:animEffect>
                                      </p:childTnLst>
                                    </p:cTn>
                                  </p:par>
                                  <p:par>
                                    <p:cTn id="91" presetID="53" presetClass="entr" presetSubtype="16" fill="hold" grpId="0" nodeType="withEffect">
                                      <p:stCondLst>
                                        <p:cond delay="3750"/>
                                      </p:stCondLst>
                                      <p:childTnLst>
                                        <p:set>
                                          <p:cBhvr>
                                            <p:cTn id="92" dur="1" fill="hold">
                                              <p:stCondLst>
                                                <p:cond delay="0"/>
                                              </p:stCondLst>
                                            </p:cTn>
                                            <p:tgtEl>
                                              <p:spTgt spid="96"/>
                                            </p:tgtEl>
                                            <p:attrNameLst>
                                              <p:attrName>style.visibility</p:attrName>
                                            </p:attrNameLst>
                                          </p:cBhvr>
                                          <p:to>
                                            <p:strVal val="visible"/>
                                          </p:to>
                                        </p:set>
                                        <p:anim calcmode="lin" valueType="num">
                                          <p:cBhvr>
                                            <p:cTn id="93" dur="750" fill="hold"/>
                                            <p:tgtEl>
                                              <p:spTgt spid="96"/>
                                            </p:tgtEl>
                                            <p:attrNameLst>
                                              <p:attrName>ppt_w</p:attrName>
                                            </p:attrNameLst>
                                          </p:cBhvr>
                                          <p:tavLst>
                                            <p:tav tm="0">
                                              <p:val>
                                                <p:fltVal val="0"/>
                                              </p:val>
                                            </p:tav>
                                            <p:tav tm="100000">
                                              <p:val>
                                                <p:strVal val="#ppt_w"/>
                                              </p:val>
                                            </p:tav>
                                          </p:tavLst>
                                        </p:anim>
                                        <p:anim calcmode="lin" valueType="num">
                                          <p:cBhvr>
                                            <p:cTn id="94" dur="750" fill="hold"/>
                                            <p:tgtEl>
                                              <p:spTgt spid="96"/>
                                            </p:tgtEl>
                                            <p:attrNameLst>
                                              <p:attrName>ppt_h</p:attrName>
                                            </p:attrNameLst>
                                          </p:cBhvr>
                                          <p:tavLst>
                                            <p:tav tm="0">
                                              <p:val>
                                                <p:fltVal val="0"/>
                                              </p:val>
                                            </p:tav>
                                            <p:tav tm="100000">
                                              <p:val>
                                                <p:strVal val="#ppt_h"/>
                                              </p:val>
                                            </p:tav>
                                          </p:tavLst>
                                        </p:anim>
                                        <p:animEffect transition="in" filter="fade">
                                          <p:cBhvr>
                                            <p:cTn id="95" dur="750"/>
                                            <p:tgtEl>
                                              <p:spTgt spid="96"/>
                                            </p:tgtEl>
                                          </p:cBhvr>
                                        </p:animEffect>
                                      </p:childTnLst>
                                    </p:cTn>
                                  </p:par>
                                  <p:par>
                                    <p:cTn id="96" presetID="2" presetClass="entr" presetSubtype="4" fill="hold" nodeType="withEffect" p14:presetBounceEnd="67000">
                                      <p:stCondLst>
                                        <p:cond delay="1000"/>
                                      </p:stCondLst>
                                      <p:childTnLst>
                                        <p:set>
                                          <p:cBhvr>
                                            <p:cTn id="97" dur="1" fill="hold">
                                              <p:stCondLst>
                                                <p:cond delay="0"/>
                                              </p:stCondLst>
                                            </p:cTn>
                                            <p:tgtEl>
                                              <p:spTgt spid="2"/>
                                            </p:tgtEl>
                                            <p:attrNameLst>
                                              <p:attrName>style.visibility</p:attrName>
                                            </p:attrNameLst>
                                          </p:cBhvr>
                                          <p:to>
                                            <p:strVal val="visible"/>
                                          </p:to>
                                        </p:set>
                                        <p:anim calcmode="lin" valueType="num" p14:bounceEnd="67000">
                                          <p:cBhvr additive="base">
                                            <p:cTn id="98" dur="1000" fill="hold"/>
                                            <p:tgtEl>
                                              <p:spTgt spid="2"/>
                                            </p:tgtEl>
                                            <p:attrNameLst>
                                              <p:attrName>ppt_x</p:attrName>
                                            </p:attrNameLst>
                                          </p:cBhvr>
                                          <p:tavLst>
                                            <p:tav tm="0">
                                              <p:val>
                                                <p:strVal val="#ppt_x"/>
                                              </p:val>
                                            </p:tav>
                                            <p:tav tm="100000">
                                              <p:val>
                                                <p:strVal val="#ppt_x"/>
                                              </p:val>
                                            </p:tav>
                                          </p:tavLst>
                                        </p:anim>
                                        <p:anim calcmode="lin" valueType="num" p14:bounceEnd="67000">
                                          <p:cBhvr additive="base">
                                            <p:cTn id="99" dur="1000" fill="hold"/>
                                            <p:tgtEl>
                                              <p:spTgt spid="2"/>
                                            </p:tgtEl>
                                            <p:attrNameLst>
                                              <p:attrName>ppt_y</p:attrName>
                                            </p:attrNameLst>
                                          </p:cBhvr>
                                          <p:tavLst>
                                            <p:tav tm="0">
                                              <p:val>
                                                <p:strVal val="1+#ppt_h/2"/>
                                              </p:val>
                                            </p:tav>
                                            <p:tav tm="100000">
                                              <p:val>
                                                <p:strVal val="#ppt_y"/>
                                              </p:val>
                                            </p:tav>
                                          </p:tavLst>
                                        </p:anim>
                                      </p:childTnLst>
                                    </p:cTn>
                                  </p:par>
                                  <p:par>
                                    <p:cTn id="100" presetID="2" presetClass="entr" presetSubtype="4" fill="hold" nodeType="withEffect" p14:presetBounceEnd="67000">
                                      <p:stCondLst>
                                        <p:cond delay="1500"/>
                                      </p:stCondLst>
                                      <p:childTnLst>
                                        <p:set>
                                          <p:cBhvr>
                                            <p:cTn id="101" dur="1" fill="hold">
                                              <p:stCondLst>
                                                <p:cond delay="0"/>
                                              </p:stCondLst>
                                            </p:cTn>
                                            <p:tgtEl>
                                              <p:spTgt spid="3"/>
                                            </p:tgtEl>
                                            <p:attrNameLst>
                                              <p:attrName>style.visibility</p:attrName>
                                            </p:attrNameLst>
                                          </p:cBhvr>
                                          <p:to>
                                            <p:strVal val="visible"/>
                                          </p:to>
                                        </p:set>
                                        <p:anim calcmode="lin" valueType="num" p14:bounceEnd="67000">
                                          <p:cBhvr additive="base">
                                            <p:cTn id="102" dur="1000" fill="hold"/>
                                            <p:tgtEl>
                                              <p:spTgt spid="3"/>
                                            </p:tgtEl>
                                            <p:attrNameLst>
                                              <p:attrName>ppt_x</p:attrName>
                                            </p:attrNameLst>
                                          </p:cBhvr>
                                          <p:tavLst>
                                            <p:tav tm="0">
                                              <p:val>
                                                <p:strVal val="#ppt_x"/>
                                              </p:val>
                                            </p:tav>
                                            <p:tav tm="100000">
                                              <p:val>
                                                <p:strVal val="#ppt_x"/>
                                              </p:val>
                                            </p:tav>
                                          </p:tavLst>
                                        </p:anim>
                                        <p:anim calcmode="lin" valueType="num" p14:bounceEnd="67000">
                                          <p:cBhvr additive="base">
                                            <p:cTn id="103" dur="1000" fill="hold"/>
                                            <p:tgtEl>
                                              <p:spTgt spid="3"/>
                                            </p:tgtEl>
                                            <p:attrNameLst>
                                              <p:attrName>ppt_y</p:attrName>
                                            </p:attrNameLst>
                                          </p:cBhvr>
                                          <p:tavLst>
                                            <p:tav tm="0">
                                              <p:val>
                                                <p:strVal val="1+#ppt_h/2"/>
                                              </p:val>
                                            </p:tav>
                                            <p:tav tm="100000">
                                              <p:val>
                                                <p:strVal val="#ppt_y"/>
                                              </p:val>
                                            </p:tav>
                                          </p:tavLst>
                                        </p:anim>
                                      </p:childTnLst>
                                    </p:cTn>
                                  </p:par>
                                  <p:par>
                                    <p:cTn id="104" presetID="2" presetClass="entr" presetSubtype="4" fill="hold" nodeType="withEffect" p14:presetBounceEnd="67000">
                                      <p:stCondLst>
                                        <p:cond delay="2000"/>
                                      </p:stCondLst>
                                      <p:childTnLst>
                                        <p:set>
                                          <p:cBhvr>
                                            <p:cTn id="105" dur="1" fill="hold">
                                              <p:stCondLst>
                                                <p:cond delay="0"/>
                                              </p:stCondLst>
                                            </p:cTn>
                                            <p:tgtEl>
                                              <p:spTgt spid="4"/>
                                            </p:tgtEl>
                                            <p:attrNameLst>
                                              <p:attrName>style.visibility</p:attrName>
                                            </p:attrNameLst>
                                          </p:cBhvr>
                                          <p:to>
                                            <p:strVal val="visible"/>
                                          </p:to>
                                        </p:set>
                                        <p:anim calcmode="lin" valueType="num" p14:bounceEnd="67000">
                                          <p:cBhvr additive="base">
                                            <p:cTn id="106" dur="1000" fill="hold"/>
                                            <p:tgtEl>
                                              <p:spTgt spid="4"/>
                                            </p:tgtEl>
                                            <p:attrNameLst>
                                              <p:attrName>ppt_x</p:attrName>
                                            </p:attrNameLst>
                                          </p:cBhvr>
                                          <p:tavLst>
                                            <p:tav tm="0">
                                              <p:val>
                                                <p:strVal val="#ppt_x"/>
                                              </p:val>
                                            </p:tav>
                                            <p:tav tm="100000">
                                              <p:val>
                                                <p:strVal val="#ppt_x"/>
                                              </p:val>
                                            </p:tav>
                                          </p:tavLst>
                                        </p:anim>
                                        <p:anim calcmode="lin" valueType="num" p14:bounceEnd="67000">
                                          <p:cBhvr additive="base">
                                            <p:cTn id="107" dur="1000" fill="hold"/>
                                            <p:tgtEl>
                                              <p:spTgt spid="4"/>
                                            </p:tgtEl>
                                            <p:attrNameLst>
                                              <p:attrName>ppt_y</p:attrName>
                                            </p:attrNameLst>
                                          </p:cBhvr>
                                          <p:tavLst>
                                            <p:tav tm="0">
                                              <p:val>
                                                <p:strVal val="1+#ppt_h/2"/>
                                              </p:val>
                                            </p:tav>
                                            <p:tav tm="100000">
                                              <p:val>
                                                <p:strVal val="#ppt_y"/>
                                              </p:val>
                                            </p:tav>
                                          </p:tavLst>
                                        </p:anim>
                                      </p:childTnLst>
                                    </p:cTn>
                                  </p:par>
                                  <p:par>
                                    <p:cTn id="108" presetID="2" presetClass="entr" presetSubtype="4" fill="hold" nodeType="withEffect" p14:presetBounceEnd="67000">
                                      <p:stCondLst>
                                        <p:cond delay="2500"/>
                                      </p:stCondLst>
                                      <p:childTnLst>
                                        <p:set>
                                          <p:cBhvr>
                                            <p:cTn id="109" dur="1" fill="hold">
                                              <p:stCondLst>
                                                <p:cond delay="0"/>
                                              </p:stCondLst>
                                            </p:cTn>
                                            <p:tgtEl>
                                              <p:spTgt spid="5"/>
                                            </p:tgtEl>
                                            <p:attrNameLst>
                                              <p:attrName>style.visibility</p:attrName>
                                            </p:attrNameLst>
                                          </p:cBhvr>
                                          <p:to>
                                            <p:strVal val="visible"/>
                                          </p:to>
                                        </p:set>
                                        <p:anim calcmode="lin" valueType="num" p14:bounceEnd="67000">
                                          <p:cBhvr additive="base">
                                            <p:cTn id="110" dur="1000" fill="hold"/>
                                            <p:tgtEl>
                                              <p:spTgt spid="5"/>
                                            </p:tgtEl>
                                            <p:attrNameLst>
                                              <p:attrName>ppt_x</p:attrName>
                                            </p:attrNameLst>
                                          </p:cBhvr>
                                          <p:tavLst>
                                            <p:tav tm="0">
                                              <p:val>
                                                <p:strVal val="#ppt_x"/>
                                              </p:val>
                                            </p:tav>
                                            <p:tav tm="100000">
                                              <p:val>
                                                <p:strVal val="#ppt_x"/>
                                              </p:val>
                                            </p:tav>
                                          </p:tavLst>
                                        </p:anim>
                                        <p:anim calcmode="lin" valueType="num" p14:bounceEnd="67000">
                                          <p:cBhvr additive="base">
                                            <p:cTn id="111" dur="1000" fill="hold"/>
                                            <p:tgtEl>
                                              <p:spTgt spid="5"/>
                                            </p:tgtEl>
                                            <p:attrNameLst>
                                              <p:attrName>ppt_y</p:attrName>
                                            </p:attrNameLst>
                                          </p:cBhvr>
                                          <p:tavLst>
                                            <p:tav tm="0">
                                              <p:val>
                                                <p:strVal val="1+#ppt_h/2"/>
                                              </p:val>
                                            </p:tav>
                                            <p:tav tm="100000">
                                              <p:val>
                                                <p:strVal val="#ppt_y"/>
                                              </p:val>
                                            </p:tav>
                                          </p:tavLst>
                                        </p:anim>
                                      </p:childTnLst>
                                    </p:cTn>
                                  </p:par>
                                  <p:par>
                                    <p:cTn id="112" presetID="2" presetClass="entr" presetSubtype="4" fill="hold" nodeType="withEffect" p14:presetBounceEnd="67000">
                                      <p:stCondLst>
                                        <p:cond delay="3000"/>
                                      </p:stCondLst>
                                      <p:childTnLst>
                                        <p:set>
                                          <p:cBhvr>
                                            <p:cTn id="113" dur="1" fill="hold">
                                              <p:stCondLst>
                                                <p:cond delay="0"/>
                                              </p:stCondLst>
                                            </p:cTn>
                                            <p:tgtEl>
                                              <p:spTgt spid="6"/>
                                            </p:tgtEl>
                                            <p:attrNameLst>
                                              <p:attrName>style.visibility</p:attrName>
                                            </p:attrNameLst>
                                          </p:cBhvr>
                                          <p:to>
                                            <p:strVal val="visible"/>
                                          </p:to>
                                        </p:set>
                                        <p:anim calcmode="lin" valueType="num" p14:bounceEnd="67000">
                                          <p:cBhvr additive="base">
                                            <p:cTn id="114" dur="1000" fill="hold"/>
                                            <p:tgtEl>
                                              <p:spTgt spid="6"/>
                                            </p:tgtEl>
                                            <p:attrNameLst>
                                              <p:attrName>ppt_x</p:attrName>
                                            </p:attrNameLst>
                                          </p:cBhvr>
                                          <p:tavLst>
                                            <p:tav tm="0">
                                              <p:val>
                                                <p:strVal val="#ppt_x"/>
                                              </p:val>
                                            </p:tav>
                                            <p:tav tm="100000">
                                              <p:val>
                                                <p:strVal val="#ppt_x"/>
                                              </p:val>
                                            </p:tav>
                                          </p:tavLst>
                                        </p:anim>
                                        <p:anim calcmode="lin" valueType="num" p14:bounceEnd="67000">
                                          <p:cBhvr additive="base">
                                            <p:cTn id="115" dur="10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8" grpId="0" animBg="1"/>
          <p:bldP spid="77" grpId="0" animBg="1"/>
          <p:bldP spid="86" grpId="0" animBg="1"/>
          <p:bldP spid="9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Effect transition="in" filter="fade">
                                          <p:cBhvr>
                                            <p:cTn id="9" dur="500"/>
                                            <p:tgtEl>
                                              <p:spTgt spid="84"/>
                                            </p:tgtEl>
                                          </p:cBhvr>
                                        </p:animEffect>
                                      </p:childTnLst>
                                    </p:cTn>
                                  </p:par>
                                  <p:par>
                                    <p:cTn id="10" presetID="53" presetClass="entr" presetSubtype="16" fill="hold" nodeType="withEffect">
                                      <p:stCondLst>
                                        <p:cond delay="250"/>
                                      </p:stCondLst>
                                      <p:childTnLst>
                                        <p:set>
                                          <p:cBhvr>
                                            <p:cTn id="11" dur="1" fill="hold">
                                              <p:stCondLst>
                                                <p:cond delay="0"/>
                                              </p:stCondLst>
                                            </p:cTn>
                                            <p:tgtEl>
                                              <p:spTgt spid="85"/>
                                            </p:tgtEl>
                                            <p:attrNameLst>
                                              <p:attrName>style.visibility</p:attrName>
                                            </p:attrNameLst>
                                          </p:cBhvr>
                                          <p:to>
                                            <p:strVal val="visible"/>
                                          </p:to>
                                        </p:set>
                                        <p:anim calcmode="lin" valueType="num">
                                          <p:cBhvr>
                                            <p:cTn id="12" dur="750" fill="hold"/>
                                            <p:tgtEl>
                                              <p:spTgt spid="85"/>
                                            </p:tgtEl>
                                            <p:attrNameLst>
                                              <p:attrName>ppt_w</p:attrName>
                                            </p:attrNameLst>
                                          </p:cBhvr>
                                          <p:tavLst>
                                            <p:tav tm="0">
                                              <p:val>
                                                <p:fltVal val="0"/>
                                              </p:val>
                                            </p:tav>
                                            <p:tav tm="100000">
                                              <p:val>
                                                <p:strVal val="#ppt_w"/>
                                              </p:val>
                                            </p:tav>
                                          </p:tavLst>
                                        </p:anim>
                                        <p:anim calcmode="lin" valueType="num">
                                          <p:cBhvr>
                                            <p:cTn id="13" dur="750" fill="hold"/>
                                            <p:tgtEl>
                                              <p:spTgt spid="85"/>
                                            </p:tgtEl>
                                            <p:attrNameLst>
                                              <p:attrName>ppt_h</p:attrName>
                                            </p:attrNameLst>
                                          </p:cBhvr>
                                          <p:tavLst>
                                            <p:tav tm="0">
                                              <p:val>
                                                <p:fltVal val="0"/>
                                              </p:val>
                                            </p:tav>
                                            <p:tav tm="100000">
                                              <p:val>
                                                <p:strVal val="#ppt_h"/>
                                              </p:val>
                                            </p:tav>
                                          </p:tavLst>
                                        </p:anim>
                                        <p:animEffect transition="in" filter="fade">
                                          <p:cBhvr>
                                            <p:cTn id="14" dur="750"/>
                                            <p:tgtEl>
                                              <p:spTgt spid="85"/>
                                            </p:tgtEl>
                                          </p:cBhvr>
                                        </p:animEffect>
                                      </p:childTnLst>
                                    </p:cTn>
                                  </p:par>
                                  <p:par>
                                    <p:cTn id="15" presetID="53" presetClass="entr" presetSubtype="16" fill="hold" nodeType="withEffect">
                                      <p:stCondLst>
                                        <p:cond delay="750"/>
                                      </p:stCondLst>
                                      <p:childTnLst>
                                        <p:set>
                                          <p:cBhvr>
                                            <p:cTn id="16" dur="1" fill="hold">
                                              <p:stCondLst>
                                                <p:cond delay="0"/>
                                              </p:stCondLst>
                                            </p:cTn>
                                            <p:tgtEl>
                                              <p:spTgt spid="66"/>
                                            </p:tgtEl>
                                            <p:attrNameLst>
                                              <p:attrName>style.visibility</p:attrName>
                                            </p:attrNameLst>
                                          </p:cBhvr>
                                          <p:to>
                                            <p:strVal val="visible"/>
                                          </p:to>
                                        </p:set>
                                        <p:anim calcmode="lin" valueType="num">
                                          <p:cBhvr>
                                            <p:cTn id="17" dur="500" fill="hold"/>
                                            <p:tgtEl>
                                              <p:spTgt spid="66"/>
                                            </p:tgtEl>
                                            <p:attrNameLst>
                                              <p:attrName>ppt_w</p:attrName>
                                            </p:attrNameLst>
                                          </p:cBhvr>
                                          <p:tavLst>
                                            <p:tav tm="0">
                                              <p:val>
                                                <p:fltVal val="0"/>
                                              </p:val>
                                            </p:tav>
                                            <p:tav tm="100000">
                                              <p:val>
                                                <p:strVal val="#ppt_w"/>
                                              </p:val>
                                            </p:tav>
                                          </p:tavLst>
                                        </p:anim>
                                        <p:anim calcmode="lin" valueType="num">
                                          <p:cBhvr>
                                            <p:cTn id="18" dur="500" fill="hold"/>
                                            <p:tgtEl>
                                              <p:spTgt spid="66"/>
                                            </p:tgtEl>
                                            <p:attrNameLst>
                                              <p:attrName>ppt_h</p:attrName>
                                            </p:attrNameLst>
                                          </p:cBhvr>
                                          <p:tavLst>
                                            <p:tav tm="0">
                                              <p:val>
                                                <p:fltVal val="0"/>
                                              </p:val>
                                            </p:tav>
                                            <p:tav tm="100000">
                                              <p:val>
                                                <p:strVal val="#ppt_h"/>
                                              </p:val>
                                            </p:tav>
                                          </p:tavLst>
                                        </p:anim>
                                        <p:animEffect transition="in" filter="fade">
                                          <p:cBhvr>
                                            <p:cTn id="19" dur="500"/>
                                            <p:tgtEl>
                                              <p:spTgt spid="66"/>
                                            </p:tgtEl>
                                          </p:cBhvr>
                                        </p:animEffect>
                                      </p:childTnLst>
                                    </p:cTn>
                                  </p:par>
                                  <p:par>
                                    <p:cTn id="20" presetID="53" presetClass="entr" presetSubtype="16" fill="hold" nodeType="withEffect">
                                      <p:stCondLst>
                                        <p:cond delay="1000"/>
                                      </p:stCondLst>
                                      <p:childTnLst>
                                        <p:set>
                                          <p:cBhvr>
                                            <p:cTn id="21" dur="1" fill="hold">
                                              <p:stCondLst>
                                                <p:cond delay="0"/>
                                              </p:stCondLst>
                                            </p:cTn>
                                            <p:tgtEl>
                                              <p:spTgt spid="67"/>
                                            </p:tgtEl>
                                            <p:attrNameLst>
                                              <p:attrName>style.visibility</p:attrName>
                                            </p:attrNameLst>
                                          </p:cBhvr>
                                          <p:to>
                                            <p:strVal val="visible"/>
                                          </p:to>
                                        </p:set>
                                        <p:anim calcmode="lin" valueType="num">
                                          <p:cBhvr>
                                            <p:cTn id="22" dur="750" fill="hold"/>
                                            <p:tgtEl>
                                              <p:spTgt spid="67"/>
                                            </p:tgtEl>
                                            <p:attrNameLst>
                                              <p:attrName>ppt_w</p:attrName>
                                            </p:attrNameLst>
                                          </p:cBhvr>
                                          <p:tavLst>
                                            <p:tav tm="0">
                                              <p:val>
                                                <p:fltVal val="0"/>
                                              </p:val>
                                            </p:tav>
                                            <p:tav tm="100000">
                                              <p:val>
                                                <p:strVal val="#ppt_w"/>
                                              </p:val>
                                            </p:tav>
                                          </p:tavLst>
                                        </p:anim>
                                        <p:anim calcmode="lin" valueType="num">
                                          <p:cBhvr>
                                            <p:cTn id="23" dur="750" fill="hold"/>
                                            <p:tgtEl>
                                              <p:spTgt spid="67"/>
                                            </p:tgtEl>
                                            <p:attrNameLst>
                                              <p:attrName>ppt_h</p:attrName>
                                            </p:attrNameLst>
                                          </p:cBhvr>
                                          <p:tavLst>
                                            <p:tav tm="0">
                                              <p:val>
                                                <p:fltVal val="0"/>
                                              </p:val>
                                            </p:tav>
                                            <p:tav tm="100000">
                                              <p:val>
                                                <p:strVal val="#ppt_h"/>
                                              </p:val>
                                            </p:tav>
                                          </p:tavLst>
                                        </p:anim>
                                        <p:animEffect transition="in" filter="fade">
                                          <p:cBhvr>
                                            <p:cTn id="24" dur="750"/>
                                            <p:tgtEl>
                                              <p:spTgt spid="67"/>
                                            </p:tgtEl>
                                          </p:cBhvr>
                                        </p:animEffect>
                                      </p:childTnLst>
                                    </p:cTn>
                                  </p:par>
                                  <p:par>
                                    <p:cTn id="25" presetID="53" presetClass="entr" presetSubtype="16" fill="hold" nodeType="withEffect">
                                      <p:stCondLst>
                                        <p:cond delay="1500"/>
                                      </p:stCondLst>
                                      <p:childTnLst>
                                        <p:set>
                                          <p:cBhvr>
                                            <p:cTn id="26" dur="1" fill="hold">
                                              <p:stCondLst>
                                                <p:cond delay="0"/>
                                              </p:stCondLst>
                                            </p:cTn>
                                            <p:tgtEl>
                                              <p:spTgt spid="57"/>
                                            </p:tgtEl>
                                            <p:attrNameLst>
                                              <p:attrName>style.visibility</p:attrName>
                                            </p:attrNameLst>
                                          </p:cBhvr>
                                          <p:to>
                                            <p:strVal val="visible"/>
                                          </p:to>
                                        </p:set>
                                        <p:anim calcmode="lin" valueType="num">
                                          <p:cBhvr>
                                            <p:cTn id="27" dur="500" fill="hold"/>
                                            <p:tgtEl>
                                              <p:spTgt spid="57"/>
                                            </p:tgtEl>
                                            <p:attrNameLst>
                                              <p:attrName>ppt_w</p:attrName>
                                            </p:attrNameLst>
                                          </p:cBhvr>
                                          <p:tavLst>
                                            <p:tav tm="0">
                                              <p:val>
                                                <p:fltVal val="0"/>
                                              </p:val>
                                            </p:tav>
                                            <p:tav tm="100000">
                                              <p:val>
                                                <p:strVal val="#ppt_w"/>
                                              </p:val>
                                            </p:tav>
                                          </p:tavLst>
                                        </p:anim>
                                        <p:anim calcmode="lin" valueType="num">
                                          <p:cBhvr>
                                            <p:cTn id="28" dur="500" fill="hold"/>
                                            <p:tgtEl>
                                              <p:spTgt spid="57"/>
                                            </p:tgtEl>
                                            <p:attrNameLst>
                                              <p:attrName>ppt_h</p:attrName>
                                            </p:attrNameLst>
                                          </p:cBhvr>
                                          <p:tavLst>
                                            <p:tav tm="0">
                                              <p:val>
                                                <p:fltVal val="0"/>
                                              </p:val>
                                            </p:tav>
                                            <p:tav tm="100000">
                                              <p:val>
                                                <p:strVal val="#ppt_h"/>
                                              </p:val>
                                            </p:tav>
                                          </p:tavLst>
                                        </p:anim>
                                        <p:animEffect transition="in" filter="fade">
                                          <p:cBhvr>
                                            <p:cTn id="29" dur="500"/>
                                            <p:tgtEl>
                                              <p:spTgt spid="57"/>
                                            </p:tgtEl>
                                          </p:cBhvr>
                                        </p:animEffect>
                                      </p:childTnLst>
                                    </p:cTn>
                                  </p:par>
                                  <p:par>
                                    <p:cTn id="30" presetID="53" presetClass="entr" presetSubtype="16" fill="hold" nodeType="withEffect">
                                      <p:stCondLst>
                                        <p:cond delay="1750"/>
                                      </p:stCondLst>
                                      <p:childTnLst>
                                        <p:set>
                                          <p:cBhvr>
                                            <p:cTn id="31" dur="1" fill="hold">
                                              <p:stCondLst>
                                                <p:cond delay="0"/>
                                              </p:stCondLst>
                                            </p:cTn>
                                            <p:tgtEl>
                                              <p:spTgt spid="58"/>
                                            </p:tgtEl>
                                            <p:attrNameLst>
                                              <p:attrName>style.visibility</p:attrName>
                                            </p:attrNameLst>
                                          </p:cBhvr>
                                          <p:to>
                                            <p:strVal val="visible"/>
                                          </p:to>
                                        </p:set>
                                        <p:anim calcmode="lin" valueType="num">
                                          <p:cBhvr>
                                            <p:cTn id="32" dur="750" fill="hold"/>
                                            <p:tgtEl>
                                              <p:spTgt spid="58"/>
                                            </p:tgtEl>
                                            <p:attrNameLst>
                                              <p:attrName>ppt_w</p:attrName>
                                            </p:attrNameLst>
                                          </p:cBhvr>
                                          <p:tavLst>
                                            <p:tav tm="0">
                                              <p:val>
                                                <p:fltVal val="0"/>
                                              </p:val>
                                            </p:tav>
                                            <p:tav tm="100000">
                                              <p:val>
                                                <p:strVal val="#ppt_w"/>
                                              </p:val>
                                            </p:tav>
                                          </p:tavLst>
                                        </p:anim>
                                        <p:anim calcmode="lin" valueType="num">
                                          <p:cBhvr>
                                            <p:cTn id="33" dur="750" fill="hold"/>
                                            <p:tgtEl>
                                              <p:spTgt spid="58"/>
                                            </p:tgtEl>
                                            <p:attrNameLst>
                                              <p:attrName>ppt_h</p:attrName>
                                            </p:attrNameLst>
                                          </p:cBhvr>
                                          <p:tavLst>
                                            <p:tav tm="0">
                                              <p:val>
                                                <p:fltVal val="0"/>
                                              </p:val>
                                            </p:tav>
                                            <p:tav tm="100000">
                                              <p:val>
                                                <p:strVal val="#ppt_h"/>
                                              </p:val>
                                            </p:tav>
                                          </p:tavLst>
                                        </p:anim>
                                        <p:animEffect transition="in" filter="fade">
                                          <p:cBhvr>
                                            <p:cTn id="34" dur="750"/>
                                            <p:tgtEl>
                                              <p:spTgt spid="58"/>
                                            </p:tgtEl>
                                          </p:cBhvr>
                                        </p:animEffect>
                                      </p:childTnLst>
                                    </p:cTn>
                                  </p:par>
                                  <p:par>
                                    <p:cTn id="35" presetID="53" presetClass="entr" presetSubtype="16" fill="hold" nodeType="withEffect">
                                      <p:stCondLst>
                                        <p:cond delay="2250"/>
                                      </p:stCondLst>
                                      <p:childTnLst>
                                        <p:set>
                                          <p:cBhvr>
                                            <p:cTn id="36" dur="1" fill="hold">
                                              <p:stCondLst>
                                                <p:cond delay="0"/>
                                              </p:stCondLst>
                                            </p:cTn>
                                            <p:tgtEl>
                                              <p:spTgt spid="75"/>
                                            </p:tgtEl>
                                            <p:attrNameLst>
                                              <p:attrName>style.visibility</p:attrName>
                                            </p:attrNameLst>
                                          </p:cBhvr>
                                          <p:to>
                                            <p:strVal val="visible"/>
                                          </p:to>
                                        </p:set>
                                        <p:anim calcmode="lin" valueType="num">
                                          <p:cBhvr>
                                            <p:cTn id="37" dur="500" fill="hold"/>
                                            <p:tgtEl>
                                              <p:spTgt spid="75"/>
                                            </p:tgtEl>
                                            <p:attrNameLst>
                                              <p:attrName>ppt_w</p:attrName>
                                            </p:attrNameLst>
                                          </p:cBhvr>
                                          <p:tavLst>
                                            <p:tav tm="0">
                                              <p:val>
                                                <p:fltVal val="0"/>
                                              </p:val>
                                            </p:tav>
                                            <p:tav tm="100000">
                                              <p:val>
                                                <p:strVal val="#ppt_w"/>
                                              </p:val>
                                            </p:tav>
                                          </p:tavLst>
                                        </p:anim>
                                        <p:anim calcmode="lin" valueType="num">
                                          <p:cBhvr>
                                            <p:cTn id="38" dur="500" fill="hold"/>
                                            <p:tgtEl>
                                              <p:spTgt spid="75"/>
                                            </p:tgtEl>
                                            <p:attrNameLst>
                                              <p:attrName>ppt_h</p:attrName>
                                            </p:attrNameLst>
                                          </p:cBhvr>
                                          <p:tavLst>
                                            <p:tav tm="0">
                                              <p:val>
                                                <p:fltVal val="0"/>
                                              </p:val>
                                            </p:tav>
                                            <p:tav tm="100000">
                                              <p:val>
                                                <p:strVal val="#ppt_h"/>
                                              </p:val>
                                            </p:tav>
                                          </p:tavLst>
                                        </p:anim>
                                        <p:animEffect transition="in" filter="fade">
                                          <p:cBhvr>
                                            <p:cTn id="39" dur="500"/>
                                            <p:tgtEl>
                                              <p:spTgt spid="75"/>
                                            </p:tgtEl>
                                          </p:cBhvr>
                                        </p:animEffect>
                                      </p:childTnLst>
                                    </p:cTn>
                                  </p:par>
                                  <p:par>
                                    <p:cTn id="40" presetID="53" presetClass="entr" presetSubtype="16" fill="hold" nodeType="withEffect">
                                      <p:stCondLst>
                                        <p:cond delay="2500"/>
                                      </p:stCondLst>
                                      <p:childTnLst>
                                        <p:set>
                                          <p:cBhvr>
                                            <p:cTn id="41" dur="1" fill="hold">
                                              <p:stCondLst>
                                                <p:cond delay="0"/>
                                              </p:stCondLst>
                                            </p:cTn>
                                            <p:tgtEl>
                                              <p:spTgt spid="76"/>
                                            </p:tgtEl>
                                            <p:attrNameLst>
                                              <p:attrName>style.visibility</p:attrName>
                                            </p:attrNameLst>
                                          </p:cBhvr>
                                          <p:to>
                                            <p:strVal val="visible"/>
                                          </p:to>
                                        </p:set>
                                        <p:anim calcmode="lin" valueType="num">
                                          <p:cBhvr>
                                            <p:cTn id="42" dur="750" fill="hold"/>
                                            <p:tgtEl>
                                              <p:spTgt spid="76"/>
                                            </p:tgtEl>
                                            <p:attrNameLst>
                                              <p:attrName>ppt_w</p:attrName>
                                            </p:attrNameLst>
                                          </p:cBhvr>
                                          <p:tavLst>
                                            <p:tav tm="0">
                                              <p:val>
                                                <p:fltVal val="0"/>
                                              </p:val>
                                            </p:tav>
                                            <p:tav tm="100000">
                                              <p:val>
                                                <p:strVal val="#ppt_w"/>
                                              </p:val>
                                            </p:tav>
                                          </p:tavLst>
                                        </p:anim>
                                        <p:anim calcmode="lin" valueType="num">
                                          <p:cBhvr>
                                            <p:cTn id="43" dur="750" fill="hold"/>
                                            <p:tgtEl>
                                              <p:spTgt spid="76"/>
                                            </p:tgtEl>
                                            <p:attrNameLst>
                                              <p:attrName>ppt_h</p:attrName>
                                            </p:attrNameLst>
                                          </p:cBhvr>
                                          <p:tavLst>
                                            <p:tav tm="0">
                                              <p:val>
                                                <p:fltVal val="0"/>
                                              </p:val>
                                            </p:tav>
                                            <p:tav tm="100000">
                                              <p:val>
                                                <p:strVal val="#ppt_h"/>
                                              </p:val>
                                            </p:tav>
                                          </p:tavLst>
                                        </p:anim>
                                        <p:animEffect transition="in" filter="fade">
                                          <p:cBhvr>
                                            <p:cTn id="44" dur="750"/>
                                            <p:tgtEl>
                                              <p:spTgt spid="76"/>
                                            </p:tgtEl>
                                          </p:cBhvr>
                                        </p:animEffect>
                                      </p:childTnLst>
                                    </p:cTn>
                                  </p:par>
                                  <p:par>
                                    <p:cTn id="45" presetID="53" presetClass="entr" presetSubtype="16" fill="hold" nodeType="withEffect">
                                      <p:stCondLst>
                                        <p:cond delay="3000"/>
                                      </p:stCondLst>
                                      <p:childTnLst>
                                        <p:set>
                                          <p:cBhvr>
                                            <p:cTn id="46" dur="1" fill="hold">
                                              <p:stCondLst>
                                                <p:cond delay="0"/>
                                              </p:stCondLst>
                                            </p:cTn>
                                            <p:tgtEl>
                                              <p:spTgt spid="94"/>
                                            </p:tgtEl>
                                            <p:attrNameLst>
                                              <p:attrName>style.visibility</p:attrName>
                                            </p:attrNameLst>
                                          </p:cBhvr>
                                          <p:to>
                                            <p:strVal val="visible"/>
                                          </p:to>
                                        </p:set>
                                        <p:anim calcmode="lin" valueType="num">
                                          <p:cBhvr>
                                            <p:cTn id="47" dur="500" fill="hold"/>
                                            <p:tgtEl>
                                              <p:spTgt spid="94"/>
                                            </p:tgtEl>
                                            <p:attrNameLst>
                                              <p:attrName>ppt_w</p:attrName>
                                            </p:attrNameLst>
                                          </p:cBhvr>
                                          <p:tavLst>
                                            <p:tav tm="0">
                                              <p:val>
                                                <p:fltVal val="0"/>
                                              </p:val>
                                            </p:tav>
                                            <p:tav tm="100000">
                                              <p:val>
                                                <p:strVal val="#ppt_w"/>
                                              </p:val>
                                            </p:tav>
                                          </p:tavLst>
                                        </p:anim>
                                        <p:anim calcmode="lin" valueType="num">
                                          <p:cBhvr>
                                            <p:cTn id="48" dur="500" fill="hold"/>
                                            <p:tgtEl>
                                              <p:spTgt spid="94"/>
                                            </p:tgtEl>
                                            <p:attrNameLst>
                                              <p:attrName>ppt_h</p:attrName>
                                            </p:attrNameLst>
                                          </p:cBhvr>
                                          <p:tavLst>
                                            <p:tav tm="0">
                                              <p:val>
                                                <p:fltVal val="0"/>
                                              </p:val>
                                            </p:tav>
                                            <p:tav tm="100000">
                                              <p:val>
                                                <p:strVal val="#ppt_h"/>
                                              </p:val>
                                            </p:tav>
                                          </p:tavLst>
                                        </p:anim>
                                        <p:animEffect transition="in" filter="fade">
                                          <p:cBhvr>
                                            <p:cTn id="49" dur="500"/>
                                            <p:tgtEl>
                                              <p:spTgt spid="94"/>
                                            </p:tgtEl>
                                          </p:cBhvr>
                                        </p:animEffect>
                                      </p:childTnLst>
                                    </p:cTn>
                                  </p:par>
                                  <p:par>
                                    <p:cTn id="50" presetID="53" presetClass="entr" presetSubtype="16" fill="hold" nodeType="withEffect">
                                      <p:stCondLst>
                                        <p:cond delay="3250"/>
                                      </p:stCondLst>
                                      <p:childTnLst>
                                        <p:set>
                                          <p:cBhvr>
                                            <p:cTn id="51" dur="1" fill="hold">
                                              <p:stCondLst>
                                                <p:cond delay="0"/>
                                              </p:stCondLst>
                                            </p:cTn>
                                            <p:tgtEl>
                                              <p:spTgt spid="95"/>
                                            </p:tgtEl>
                                            <p:attrNameLst>
                                              <p:attrName>style.visibility</p:attrName>
                                            </p:attrNameLst>
                                          </p:cBhvr>
                                          <p:to>
                                            <p:strVal val="visible"/>
                                          </p:to>
                                        </p:set>
                                        <p:anim calcmode="lin" valueType="num">
                                          <p:cBhvr>
                                            <p:cTn id="52" dur="750" fill="hold"/>
                                            <p:tgtEl>
                                              <p:spTgt spid="95"/>
                                            </p:tgtEl>
                                            <p:attrNameLst>
                                              <p:attrName>ppt_w</p:attrName>
                                            </p:attrNameLst>
                                          </p:cBhvr>
                                          <p:tavLst>
                                            <p:tav tm="0">
                                              <p:val>
                                                <p:fltVal val="0"/>
                                              </p:val>
                                            </p:tav>
                                            <p:tav tm="100000">
                                              <p:val>
                                                <p:strVal val="#ppt_w"/>
                                              </p:val>
                                            </p:tav>
                                          </p:tavLst>
                                        </p:anim>
                                        <p:anim calcmode="lin" valueType="num">
                                          <p:cBhvr>
                                            <p:cTn id="53" dur="750" fill="hold"/>
                                            <p:tgtEl>
                                              <p:spTgt spid="95"/>
                                            </p:tgtEl>
                                            <p:attrNameLst>
                                              <p:attrName>ppt_h</p:attrName>
                                            </p:attrNameLst>
                                          </p:cBhvr>
                                          <p:tavLst>
                                            <p:tav tm="0">
                                              <p:val>
                                                <p:fltVal val="0"/>
                                              </p:val>
                                            </p:tav>
                                            <p:tav tm="100000">
                                              <p:val>
                                                <p:strVal val="#ppt_h"/>
                                              </p:val>
                                            </p:tav>
                                          </p:tavLst>
                                        </p:anim>
                                        <p:animEffect transition="in" filter="fade">
                                          <p:cBhvr>
                                            <p:cTn id="54" dur="750"/>
                                            <p:tgtEl>
                                              <p:spTgt spid="95"/>
                                            </p:tgtEl>
                                          </p:cBhvr>
                                        </p:animEffect>
                                      </p:childTnLst>
                                    </p:cTn>
                                  </p:par>
                                  <p:par>
                                    <p:cTn id="55" presetID="2" presetClass="entr" presetSubtype="4" fill="hold" nodeType="withEffect">
                                      <p:stCondLst>
                                        <p:cond delay="500"/>
                                      </p:stCondLst>
                                      <p:childTnLst>
                                        <p:set>
                                          <p:cBhvr>
                                            <p:cTn id="56" dur="1" fill="hold">
                                              <p:stCondLst>
                                                <p:cond delay="0"/>
                                              </p:stCondLst>
                                            </p:cTn>
                                            <p:tgtEl>
                                              <p:spTgt spid="108"/>
                                            </p:tgtEl>
                                            <p:attrNameLst>
                                              <p:attrName>style.visibility</p:attrName>
                                            </p:attrNameLst>
                                          </p:cBhvr>
                                          <p:to>
                                            <p:strVal val="visible"/>
                                          </p:to>
                                        </p:set>
                                        <p:anim calcmode="lin" valueType="num">
                                          <p:cBhvr additive="base">
                                            <p:cTn id="57" dur="1000" fill="hold"/>
                                            <p:tgtEl>
                                              <p:spTgt spid="108"/>
                                            </p:tgtEl>
                                            <p:attrNameLst>
                                              <p:attrName>ppt_x</p:attrName>
                                            </p:attrNameLst>
                                          </p:cBhvr>
                                          <p:tavLst>
                                            <p:tav tm="0">
                                              <p:val>
                                                <p:strVal val="#ppt_x"/>
                                              </p:val>
                                            </p:tav>
                                            <p:tav tm="100000">
                                              <p:val>
                                                <p:strVal val="#ppt_x"/>
                                              </p:val>
                                            </p:tav>
                                          </p:tavLst>
                                        </p:anim>
                                        <p:anim calcmode="lin" valueType="num">
                                          <p:cBhvr additive="base">
                                            <p:cTn id="58" dur="1000" fill="hold"/>
                                            <p:tgtEl>
                                              <p:spTgt spid="108"/>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1250"/>
                                      </p:stCondLst>
                                      <p:childTnLst>
                                        <p:set>
                                          <p:cBhvr>
                                            <p:cTn id="60" dur="1" fill="hold">
                                              <p:stCondLst>
                                                <p:cond delay="0"/>
                                              </p:stCondLst>
                                            </p:cTn>
                                            <p:tgtEl>
                                              <p:spTgt spid="107"/>
                                            </p:tgtEl>
                                            <p:attrNameLst>
                                              <p:attrName>style.visibility</p:attrName>
                                            </p:attrNameLst>
                                          </p:cBhvr>
                                          <p:to>
                                            <p:strVal val="visible"/>
                                          </p:to>
                                        </p:set>
                                        <p:anim calcmode="lin" valueType="num">
                                          <p:cBhvr additive="base">
                                            <p:cTn id="61" dur="1000" fill="hold"/>
                                            <p:tgtEl>
                                              <p:spTgt spid="107"/>
                                            </p:tgtEl>
                                            <p:attrNameLst>
                                              <p:attrName>ppt_x</p:attrName>
                                            </p:attrNameLst>
                                          </p:cBhvr>
                                          <p:tavLst>
                                            <p:tav tm="0">
                                              <p:val>
                                                <p:strVal val="#ppt_x"/>
                                              </p:val>
                                            </p:tav>
                                            <p:tav tm="100000">
                                              <p:val>
                                                <p:strVal val="#ppt_x"/>
                                              </p:val>
                                            </p:tav>
                                          </p:tavLst>
                                        </p:anim>
                                        <p:anim calcmode="lin" valueType="num">
                                          <p:cBhvr additive="base">
                                            <p:cTn id="62" dur="1000" fill="hold"/>
                                            <p:tgtEl>
                                              <p:spTgt spid="107"/>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2100"/>
                                      </p:stCondLst>
                                      <p:childTnLst>
                                        <p:set>
                                          <p:cBhvr>
                                            <p:cTn id="64" dur="1" fill="hold">
                                              <p:stCondLst>
                                                <p:cond delay="0"/>
                                              </p:stCondLst>
                                            </p:cTn>
                                            <p:tgtEl>
                                              <p:spTgt spid="106"/>
                                            </p:tgtEl>
                                            <p:attrNameLst>
                                              <p:attrName>style.visibility</p:attrName>
                                            </p:attrNameLst>
                                          </p:cBhvr>
                                          <p:to>
                                            <p:strVal val="visible"/>
                                          </p:to>
                                        </p:set>
                                        <p:anim calcmode="lin" valueType="num">
                                          <p:cBhvr additive="base">
                                            <p:cTn id="65" dur="1000" fill="hold"/>
                                            <p:tgtEl>
                                              <p:spTgt spid="106"/>
                                            </p:tgtEl>
                                            <p:attrNameLst>
                                              <p:attrName>ppt_x</p:attrName>
                                            </p:attrNameLst>
                                          </p:cBhvr>
                                          <p:tavLst>
                                            <p:tav tm="0">
                                              <p:val>
                                                <p:strVal val="#ppt_x"/>
                                              </p:val>
                                            </p:tav>
                                            <p:tav tm="100000">
                                              <p:val>
                                                <p:strVal val="#ppt_x"/>
                                              </p:val>
                                            </p:tav>
                                          </p:tavLst>
                                        </p:anim>
                                        <p:anim calcmode="lin" valueType="num">
                                          <p:cBhvr additive="base">
                                            <p:cTn id="66" dur="1000" fill="hold"/>
                                            <p:tgtEl>
                                              <p:spTgt spid="106"/>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3000"/>
                                      </p:stCondLst>
                                      <p:childTnLst>
                                        <p:set>
                                          <p:cBhvr>
                                            <p:cTn id="68" dur="1" fill="hold">
                                              <p:stCondLst>
                                                <p:cond delay="0"/>
                                              </p:stCondLst>
                                            </p:cTn>
                                            <p:tgtEl>
                                              <p:spTgt spid="105"/>
                                            </p:tgtEl>
                                            <p:attrNameLst>
                                              <p:attrName>style.visibility</p:attrName>
                                            </p:attrNameLst>
                                          </p:cBhvr>
                                          <p:to>
                                            <p:strVal val="visible"/>
                                          </p:to>
                                        </p:set>
                                        <p:anim calcmode="lin" valueType="num">
                                          <p:cBhvr additive="base">
                                            <p:cTn id="69" dur="1000" fill="hold"/>
                                            <p:tgtEl>
                                              <p:spTgt spid="105"/>
                                            </p:tgtEl>
                                            <p:attrNameLst>
                                              <p:attrName>ppt_x</p:attrName>
                                            </p:attrNameLst>
                                          </p:cBhvr>
                                          <p:tavLst>
                                            <p:tav tm="0">
                                              <p:val>
                                                <p:strVal val="#ppt_x"/>
                                              </p:val>
                                            </p:tav>
                                            <p:tav tm="100000">
                                              <p:val>
                                                <p:strVal val="#ppt_x"/>
                                              </p:val>
                                            </p:tav>
                                          </p:tavLst>
                                        </p:anim>
                                        <p:anim calcmode="lin" valueType="num">
                                          <p:cBhvr additive="base">
                                            <p:cTn id="70" dur="1000" fill="hold"/>
                                            <p:tgtEl>
                                              <p:spTgt spid="105"/>
                                            </p:tgtEl>
                                            <p:attrNameLst>
                                              <p:attrName>ppt_y</p:attrName>
                                            </p:attrNameLst>
                                          </p:cBhvr>
                                          <p:tavLst>
                                            <p:tav tm="0">
                                              <p:val>
                                                <p:strVal val="1+#ppt_h/2"/>
                                              </p:val>
                                            </p:tav>
                                            <p:tav tm="100000">
                                              <p:val>
                                                <p:strVal val="#ppt_y"/>
                                              </p:val>
                                            </p:tav>
                                          </p:tavLst>
                                        </p:anim>
                                      </p:childTnLst>
                                    </p:cTn>
                                  </p:par>
                                  <p:par>
                                    <p:cTn id="71" presetID="53" presetClass="entr" presetSubtype="16" fill="hold" grpId="0" nodeType="withEffect">
                                      <p:stCondLst>
                                        <p:cond delay="750"/>
                                      </p:stCondLst>
                                      <p:childTnLst>
                                        <p:set>
                                          <p:cBhvr>
                                            <p:cTn id="72" dur="1" fill="hold">
                                              <p:stCondLst>
                                                <p:cond delay="0"/>
                                              </p:stCondLst>
                                            </p:cTn>
                                            <p:tgtEl>
                                              <p:spTgt spid="86"/>
                                            </p:tgtEl>
                                            <p:attrNameLst>
                                              <p:attrName>style.visibility</p:attrName>
                                            </p:attrNameLst>
                                          </p:cBhvr>
                                          <p:to>
                                            <p:strVal val="visible"/>
                                          </p:to>
                                        </p:set>
                                        <p:anim calcmode="lin" valueType="num">
                                          <p:cBhvr>
                                            <p:cTn id="73" dur="750" fill="hold"/>
                                            <p:tgtEl>
                                              <p:spTgt spid="86"/>
                                            </p:tgtEl>
                                            <p:attrNameLst>
                                              <p:attrName>ppt_w</p:attrName>
                                            </p:attrNameLst>
                                          </p:cBhvr>
                                          <p:tavLst>
                                            <p:tav tm="0">
                                              <p:val>
                                                <p:fltVal val="0"/>
                                              </p:val>
                                            </p:tav>
                                            <p:tav tm="100000">
                                              <p:val>
                                                <p:strVal val="#ppt_w"/>
                                              </p:val>
                                            </p:tav>
                                          </p:tavLst>
                                        </p:anim>
                                        <p:anim calcmode="lin" valueType="num">
                                          <p:cBhvr>
                                            <p:cTn id="74" dur="750" fill="hold"/>
                                            <p:tgtEl>
                                              <p:spTgt spid="86"/>
                                            </p:tgtEl>
                                            <p:attrNameLst>
                                              <p:attrName>ppt_h</p:attrName>
                                            </p:attrNameLst>
                                          </p:cBhvr>
                                          <p:tavLst>
                                            <p:tav tm="0">
                                              <p:val>
                                                <p:fltVal val="0"/>
                                              </p:val>
                                            </p:tav>
                                            <p:tav tm="100000">
                                              <p:val>
                                                <p:strVal val="#ppt_h"/>
                                              </p:val>
                                            </p:tav>
                                          </p:tavLst>
                                        </p:anim>
                                        <p:animEffect transition="in" filter="fade">
                                          <p:cBhvr>
                                            <p:cTn id="75" dur="750"/>
                                            <p:tgtEl>
                                              <p:spTgt spid="86"/>
                                            </p:tgtEl>
                                          </p:cBhvr>
                                        </p:animEffect>
                                      </p:childTnLst>
                                    </p:cTn>
                                  </p:par>
                                  <p:par>
                                    <p:cTn id="76" presetID="53" presetClass="entr" presetSubtype="16" fill="hold" grpId="0" nodeType="withEffect">
                                      <p:stCondLst>
                                        <p:cond delay="1500"/>
                                      </p:stCondLst>
                                      <p:childTnLst>
                                        <p:set>
                                          <p:cBhvr>
                                            <p:cTn id="77" dur="1" fill="hold">
                                              <p:stCondLst>
                                                <p:cond delay="0"/>
                                              </p:stCondLst>
                                            </p:cTn>
                                            <p:tgtEl>
                                              <p:spTgt spid="68"/>
                                            </p:tgtEl>
                                            <p:attrNameLst>
                                              <p:attrName>style.visibility</p:attrName>
                                            </p:attrNameLst>
                                          </p:cBhvr>
                                          <p:to>
                                            <p:strVal val="visible"/>
                                          </p:to>
                                        </p:set>
                                        <p:anim calcmode="lin" valueType="num">
                                          <p:cBhvr>
                                            <p:cTn id="78" dur="750" fill="hold"/>
                                            <p:tgtEl>
                                              <p:spTgt spid="68"/>
                                            </p:tgtEl>
                                            <p:attrNameLst>
                                              <p:attrName>ppt_w</p:attrName>
                                            </p:attrNameLst>
                                          </p:cBhvr>
                                          <p:tavLst>
                                            <p:tav tm="0">
                                              <p:val>
                                                <p:fltVal val="0"/>
                                              </p:val>
                                            </p:tav>
                                            <p:tav tm="100000">
                                              <p:val>
                                                <p:strVal val="#ppt_w"/>
                                              </p:val>
                                            </p:tav>
                                          </p:tavLst>
                                        </p:anim>
                                        <p:anim calcmode="lin" valueType="num">
                                          <p:cBhvr>
                                            <p:cTn id="79" dur="750" fill="hold"/>
                                            <p:tgtEl>
                                              <p:spTgt spid="68"/>
                                            </p:tgtEl>
                                            <p:attrNameLst>
                                              <p:attrName>ppt_h</p:attrName>
                                            </p:attrNameLst>
                                          </p:cBhvr>
                                          <p:tavLst>
                                            <p:tav tm="0">
                                              <p:val>
                                                <p:fltVal val="0"/>
                                              </p:val>
                                            </p:tav>
                                            <p:tav tm="100000">
                                              <p:val>
                                                <p:strVal val="#ppt_h"/>
                                              </p:val>
                                            </p:tav>
                                          </p:tavLst>
                                        </p:anim>
                                        <p:animEffect transition="in" filter="fade">
                                          <p:cBhvr>
                                            <p:cTn id="80" dur="750"/>
                                            <p:tgtEl>
                                              <p:spTgt spid="68"/>
                                            </p:tgtEl>
                                          </p:cBhvr>
                                        </p:animEffect>
                                      </p:childTnLst>
                                    </p:cTn>
                                  </p:par>
                                  <p:par>
                                    <p:cTn id="81" presetID="53" presetClass="entr" presetSubtype="16" fill="hold" grpId="0" nodeType="withEffect">
                                      <p:stCondLst>
                                        <p:cond delay="2250"/>
                                      </p:stCondLst>
                                      <p:childTnLst>
                                        <p:set>
                                          <p:cBhvr>
                                            <p:cTn id="82" dur="1" fill="hold">
                                              <p:stCondLst>
                                                <p:cond delay="0"/>
                                              </p:stCondLst>
                                            </p:cTn>
                                            <p:tgtEl>
                                              <p:spTgt spid="59"/>
                                            </p:tgtEl>
                                            <p:attrNameLst>
                                              <p:attrName>style.visibility</p:attrName>
                                            </p:attrNameLst>
                                          </p:cBhvr>
                                          <p:to>
                                            <p:strVal val="visible"/>
                                          </p:to>
                                        </p:set>
                                        <p:anim calcmode="lin" valueType="num">
                                          <p:cBhvr>
                                            <p:cTn id="83" dur="750" fill="hold"/>
                                            <p:tgtEl>
                                              <p:spTgt spid="59"/>
                                            </p:tgtEl>
                                            <p:attrNameLst>
                                              <p:attrName>ppt_w</p:attrName>
                                            </p:attrNameLst>
                                          </p:cBhvr>
                                          <p:tavLst>
                                            <p:tav tm="0">
                                              <p:val>
                                                <p:fltVal val="0"/>
                                              </p:val>
                                            </p:tav>
                                            <p:tav tm="100000">
                                              <p:val>
                                                <p:strVal val="#ppt_w"/>
                                              </p:val>
                                            </p:tav>
                                          </p:tavLst>
                                        </p:anim>
                                        <p:anim calcmode="lin" valueType="num">
                                          <p:cBhvr>
                                            <p:cTn id="84" dur="750" fill="hold"/>
                                            <p:tgtEl>
                                              <p:spTgt spid="59"/>
                                            </p:tgtEl>
                                            <p:attrNameLst>
                                              <p:attrName>ppt_h</p:attrName>
                                            </p:attrNameLst>
                                          </p:cBhvr>
                                          <p:tavLst>
                                            <p:tav tm="0">
                                              <p:val>
                                                <p:fltVal val="0"/>
                                              </p:val>
                                            </p:tav>
                                            <p:tav tm="100000">
                                              <p:val>
                                                <p:strVal val="#ppt_h"/>
                                              </p:val>
                                            </p:tav>
                                          </p:tavLst>
                                        </p:anim>
                                        <p:animEffect transition="in" filter="fade">
                                          <p:cBhvr>
                                            <p:cTn id="85" dur="750"/>
                                            <p:tgtEl>
                                              <p:spTgt spid="59"/>
                                            </p:tgtEl>
                                          </p:cBhvr>
                                        </p:animEffect>
                                      </p:childTnLst>
                                    </p:cTn>
                                  </p:par>
                                  <p:par>
                                    <p:cTn id="86" presetID="53" presetClass="entr" presetSubtype="16" fill="hold" grpId="0" nodeType="withEffect">
                                      <p:stCondLst>
                                        <p:cond delay="3000"/>
                                      </p:stCondLst>
                                      <p:childTnLst>
                                        <p:set>
                                          <p:cBhvr>
                                            <p:cTn id="87" dur="1" fill="hold">
                                              <p:stCondLst>
                                                <p:cond delay="0"/>
                                              </p:stCondLst>
                                            </p:cTn>
                                            <p:tgtEl>
                                              <p:spTgt spid="77"/>
                                            </p:tgtEl>
                                            <p:attrNameLst>
                                              <p:attrName>style.visibility</p:attrName>
                                            </p:attrNameLst>
                                          </p:cBhvr>
                                          <p:to>
                                            <p:strVal val="visible"/>
                                          </p:to>
                                        </p:set>
                                        <p:anim calcmode="lin" valueType="num">
                                          <p:cBhvr>
                                            <p:cTn id="88" dur="750" fill="hold"/>
                                            <p:tgtEl>
                                              <p:spTgt spid="77"/>
                                            </p:tgtEl>
                                            <p:attrNameLst>
                                              <p:attrName>ppt_w</p:attrName>
                                            </p:attrNameLst>
                                          </p:cBhvr>
                                          <p:tavLst>
                                            <p:tav tm="0">
                                              <p:val>
                                                <p:fltVal val="0"/>
                                              </p:val>
                                            </p:tav>
                                            <p:tav tm="100000">
                                              <p:val>
                                                <p:strVal val="#ppt_w"/>
                                              </p:val>
                                            </p:tav>
                                          </p:tavLst>
                                        </p:anim>
                                        <p:anim calcmode="lin" valueType="num">
                                          <p:cBhvr>
                                            <p:cTn id="89" dur="750" fill="hold"/>
                                            <p:tgtEl>
                                              <p:spTgt spid="77"/>
                                            </p:tgtEl>
                                            <p:attrNameLst>
                                              <p:attrName>ppt_h</p:attrName>
                                            </p:attrNameLst>
                                          </p:cBhvr>
                                          <p:tavLst>
                                            <p:tav tm="0">
                                              <p:val>
                                                <p:fltVal val="0"/>
                                              </p:val>
                                            </p:tav>
                                            <p:tav tm="100000">
                                              <p:val>
                                                <p:strVal val="#ppt_h"/>
                                              </p:val>
                                            </p:tav>
                                          </p:tavLst>
                                        </p:anim>
                                        <p:animEffect transition="in" filter="fade">
                                          <p:cBhvr>
                                            <p:cTn id="90" dur="750"/>
                                            <p:tgtEl>
                                              <p:spTgt spid="77"/>
                                            </p:tgtEl>
                                          </p:cBhvr>
                                        </p:animEffect>
                                      </p:childTnLst>
                                    </p:cTn>
                                  </p:par>
                                  <p:par>
                                    <p:cTn id="91" presetID="53" presetClass="entr" presetSubtype="16" fill="hold" grpId="0" nodeType="withEffect">
                                      <p:stCondLst>
                                        <p:cond delay="3750"/>
                                      </p:stCondLst>
                                      <p:childTnLst>
                                        <p:set>
                                          <p:cBhvr>
                                            <p:cTn id="92" dur="1" fill="hold">
                                              <p:stCondLst>
                                                <p:cond delay="0"/>
                                              </p:stCondLst>
                                            </p:cTn>
                                            <p:tgtEl>
                                              <p:spTgt spid="96"/>
                                            </p:tgtEl>
                                            <p:attrNameLst>
                                              <p:attrName>style.visibility</p:attrName>
                                            </p:attrNameLst>
                                          </p:cBhvr>
                                          <p:to>
                                            <p:strVal val="visible"/>
                                          </p:to>
                                        </p:set>
                                        <p:anim calcmode="lin" valueType="num">
                                          <p:cBhvr>
                                            <p:cTn id="93" dur="750" fill="hold"/>
                                            <p:tgtEl>
                                              <p:spTgt spid="96"/>
                                            </p:tgtEl>
                                            <p:attrNameLst>
                                              <p:attrName>ppt_w</p:attrName>
                                            </p:attrNameLst>
                                          </p:cBhvr>
                                          <p:tavLst>
                                            <p:tav tm="0">
                                              <p:val>
                                                <p:fltVal val="0"/>
                                              </p:val>
                                            </p:tav>
                                            <p:tav tm="100000">
                                              <p:val>
                                                <p:strVal val="#ppt_w"/>
                                              </p:val>
                                            </p:tav>
                                          </p:tavLst>
                                        </p:anim>
                                        <p:anim calcmode="lin" valueType="num">
                                          <p:cBhvr>
                                            <p:cTn id="94" dur="750" fill="hold"/>
                                            <p:tgtEl>
                                              <p:spTgt spid="96"/>
                                            </p:tgtEl>
                                            <p:attrNameLst>
                                              <p:attrName>ppt_h</p:attrName>
                                            </p:attrNameLst>
                                          </p:cBhvr>
                                          <p:tavLst>
                                            <p:tav tm="0">
                                              <p:val>
                                                <p:fltVal val="0"/>
                                              </p:val>
                                            </p:tav>
                                            <p:tav tm="100000">
                                              <p:val>
                                                <p:strVal val="#ppt_h"/>
                                              </p:val>
                                            </p:tav>
                                          </p:tavLst>
                                        </p:anim>
                                        <p:animEffect transition="in" filter="fade">
                                          <p:cBhvr>
                                            <p:cTn id="95" dur="750"/>
                                            <p:tgtEl>
                                              <p:spTgt spid="96"/>
                                            </p:tgtEl>
                                          </p:cBhvr>
                                        </p:animEffect>
                                      </p:childTnLst>
                                    </p:cTn>
                                  </p:par>
                                  <p:par>
                                    <p:cTn id="96" presetID="2" presetClass="entr" presetSubtype="4" fill="hold" nodeType="withEffect">
                                      <p:stCondLst>
                                        <p:cond delay="1000"/>
                                      </p:stCondLst>
                                      <p:childTnLst>
                                        <p:set>
                                          <p:cBhvr>
                                            <p:cTn id="97" dur="1" fill="hold">
                                              <p:stCondLst>
                                                <p:cond delay="0"/>
                                              </p:stCondLst>
                                            </p:cTn>
                                            <p:tgtEl>
                                              <p:spTgt spid="2"/>
                                            </p:tgtEl>
                                            <p:attrNameLst>
                                              <p:attrName>style.visibility</p:attrName>
                                            </p:attrNameLst>
                                          </p:cBhvr>
                                          <p:to>
                                            <p:strVal val="visible"/>
                                          </p:to>
                                        </p:set>
                                        <p:anim calcmode="lin" valueType="num">
                                          <p:cBhvr additive="base">
                                            <p:cTn id="98" dur="1000" fill="hold"/>
                                            <p:tgtEl>
                                              <p:spTgt spid="2"/>
                                            </p:tgtEl>
                                            <p:attrNameLst>
                                              <p:attrName>ppt_x</p:attrName>
                                            </p:attrNameLst>
                                          </p:cBhvr>
                                          <p:tavLst>
                                            <p:tav tm="0">
                                              <p:val>
                                                <p:strVal val="#ppt_x"/>
                                              </p:val>
                                            </p:tav>
                                            <p:tav tm="100000">
                                              <p:val>
                                                <p:strVal val="#ppt_x"/>
                                              </p:val>
                                            </p:tav>
                                          </p:tavLst>
                                        </p:anim>
                                        <p:anim calcmode="lin" valueType="num">
                                          <p:cBhvr additive="base">
                                            <p:cTn id="99" dur="1000" fill="hold"/>
                                            <p:tgtEl>
                                              <p:spTgt spid="2"/>
                                            </p:tgtEl>
                                            <p:attrNameLst>
                                              <p:attrName>ppt_y</p:attrName>
                                            </p:attrNameLst>
                                          </p:cBhvr>
                                          <p:tavLst>
                                            <p:tav tm="0">
                                              <p:val>
                                                <p:strVal val="1+#ppt_h/2"/>
                                              </p:val>
                                            </p:tav>
                                            <p:tav tm="100000">
                                              <p:val>
                                                <p:strVal val="#ppt_y"/>
                                              </p:val>
                                            </p:tav>
                                          </p:tavLst>
                                        </p:anim>
                                      </p:childTnLst>
                                    </p:cTn>
                                  </p:par>
                                  <p:par>
                                    <p:cTn id="100" presetID="2" presetClass="entr" presetSubtype="4" fill="hold" nodeType="withEffect">
                                      <p:stCondLst>
                                        <p:cond delay="1500"/>
                                      </p:stCondLst>
                                      <p:childTnLst>
                                        <p:set>
                                          <p:cBhvr>
                                            <p:cTn id="101" dur="1" fill="hold">
                                              <p:stCondLst>
                                                <p:cond delay="0"/>
                                              </p:stCondLst>
                                            </p:cTn>
                                            <p:tgtEl>
                                              <p:spTgt spid="3"/>
                                            </p:tgtEl>
                                            <p:attrNameLst>
                                              <p:attrName>style.visibility</p:attrName>
                                            </p:attrNameLst>
                                          </p:cBhvr>
                                          <p:to>
                                            <p:strVal val="visible"/>
                                          </p:to>
                                        </p:set>
                                        <p:anim calcmode="lin" valueType="num">
                                          <p:cBhvr additive="base">
                                            <p:cTn id="102" dur="1000" fill="hold"/>
                                            <p:tgtEl>
                                              <p:spTgt spid="3"/>
                                            </p:tgtEl>
                                            <p:attrNameLst>
                                              <p:attrName>ppt_x</p:attrName>
                                            </p:attrNameLst>
                                          </p:cBhvr>
                                          <p:tavLst>
                                            <p:tav tm="0">
                                              <p:val>
                                                <p:strVal val="#ppt_x"/>
                                              </p:val>
                                            </p:tav>
                                            <p:tav tm="100000">
                                              <p:val>
                                                <p:strVal val="#ppt_x"/>
                                              </p:val>
                                            </p:tav>
                                          </p:tavLst>
                                        </p:anim>
                                        <p:anim calcmode="lin" valueType="num">
                                          <p:cBhvr additive="base">
                                            <p:cTn id="103" dur="1000" fill="hold"/>
                                            <p:tgtEl>
                                              <p:spTgt spid="3"/>
                                            </p:tgtEl>
                                            <p:attrNameLst>
                                              <p:attrName>ppt_y</p:attrName>
                                            </p:attrNameLst>
                                          </p:cBhvr>
                                          <p:tavLst>
                                            <p:tav tm="0">
                                              <p:val>
                                                <p:strVal val="1+#ppt_h/2"/>
                                              </p:val>
                                            </p:tav>
                                            <p:tav tm="100000">
                                              <p:val>
                                                <p:strVal val="#ppt_y"/>
                                              </p:val>
                                            </p:tav>
                                          </p:tavLst>
                                        </p:anim>
                                      </p:childTnLst>
                                    </p:cTn>
                                  </p:par>
                                  <p:par>
                                    <p:cTn id="104" presetID="2" presetClass="entr" presetSubtype="4" fill="hold" nodeType="withEffect">
                                      <p:stCondLst>
                                        <p:cond delay="2000"/>
                                      </p:stCondLst>
                                      <p:childTnLst>
                                        <p:set>
                                          <p:cBhvr>
                                            <p:cTn id="105" dur="1" fill="hold">
                                              <p:stCondLst>
                                                <p:cond delay="0"/>
                                              </p:stCondLst>
                                            </p:cTn>
                                            <p:tgtEl>
                                              <p:spTgt spid="4"/>
                                            </p:tgtEl>
                                            <p:attrNameLst>
                                              <p:attrName>style.visibility</p:attrName>
                                            </p:attrNameLst>
                                          </p:cBhvr>
                                          <p:to>
                                            <p:strVal val="visible"/>
                                          </p:to>
                                        </p:set>
                                        <p:anim calcmode="lin" valueType="num">
                                          <p:cBhvr additive="base">
                                            <p:cTn id="106" dur="1000" fill="hold"/>
                                            <p:tgtEl>
                                              <p:spTgt spid="4"/>
                                            </p:tgtEl>
                                            <p:attrNameLst>
                                              <p:attrName>ppt_x</p:attrName>
                                            </p:attrNameLst>
                                          </p:cBhvr>
                                          <p:tavLst>
                                            <p:tav tm="0">
                                              <p:val>
                                                <p:strVal val="#ppt_x"/>
                                              </p:val>
                                            </p:tav>
                                            <p:tav tm="100000">
                                              <p:val>
                                                <p:strVal val="#ppt_x"/>
                                              </p:val>
                                            </p:tav>
                                          </p:tavLst>
                                        </p:anim>
                                        <p:anim calcmode="lin" valueType="num">
                                          <p:cBhvr additive="base">
                                            <p:cTn id="107" dur="1000" fill="hold"/>
                                            <p:tgtEl>
                                              <p:spTgt spid="4"/>
                                            </p:tgtEl>
                                            <p:attrNameLst>
                                              <p:attrName>ppt_y</p:attrName>
                                            </p:attrNameLst>
                                          </p:cBhvr>
                                          <p:tavLst>
                                            <p:tav tm="0">
                                              <p:val>
                                                <p:strVal val="1+#ppt_h/2"/>
                                              </p:val>
                                            </p:tav>
                                            <p:tav tm="100000">
                                              <p:val>
                                                <p:strVal val="#ppt_y"/>
                                              </p:val>
                                            </p:tav>
                                          </p:tavLst>
                                        </p:anim>
                                      </p:childTnLst>
                                    </p:cTn>
                                  </p:par>
                                  <p:par>
                                    <p:cTn id="108" presetID="2" presetClass="entr" presetSubtype="4" fill="hold" nodeType="withEffect">
                                      <p:stCondLst>
                                        <p:cond delay="2500"/>
                                      </p:stCondLst>
                                      <p:childTnLst>
                                        <p:set>
                                          <p:cBhvr>
                                            <p:cTn id="109" dur="1" fill="hold">
                                              <p:stCondLst>
                                                <p:cond delay="0"/>
                                              </p:stCondLst>
                                            </p:cTn>
                                            <p:tgtEl>
                                              <p:spTgt spid="5"/>
                                            </p:tgtEl>
                                            <p:attrNameLst>
                                              <p:attrName>style.visibility</p:attrName>
                                            </p:attrNameLst>
                                          </p:cBhvr>
                                          <p:to>
                                            <p:strVal val="visible"/>
                                          </p:to>
                                        </p:set>
                                        <p:anim calcmode="lin" valueType="num">
                                          <p:cBhvr additive="base">
                                            <p:cTn id="110" dur="1000" fill="hold"/>
                                            <p:tgtEl>
                                              <p:spTgt spid="5"/>
                                            </p:tgtEl>
                                            <p:attrNameLst>
                                              <p:attrName>ppt_x</p:attrName>
                                            </p:attrNameLst>
                                          </p:cBhvr>
                                          <p:tavLst>
                                            <p:tav tm="0">
                                              <p:val>
                                                <p:strVal val="#ppt_x"/>
                                              </p:val>
                                            </p:tav>
                                            <p:tav tm="100000">
                                              <p:val>
                                                <p:strVal val="#ppt_x"/>
                                              </p:val>
                                            </p:tav>
                                          </p:tavLst>
                                        </p:anim>
                                        <p:anim calcmode="lin" valueType="num">
                                          <p:cBhvr additive="base">
                                            <p:cTn id="111" dur="1000" fill="hold"/>
                                            <p:tgtEl>
                                              <p:spTgt spid="5"/>
                                            </p:tgtEl>
                                            <p:attrNameLst>
                                              <p:attrName>ppt_y</p:attrName>
                                            </p:attrNameLst>
                                          </p:cBhvr>
                                          <p:tavLst>
                                            <p:tav tm="0">
                                              <p:val>
                                                <p:strVal val="1+#ppt_h/2"/>
                                              </p:val>
                                            </p:tav>
                                            <p:tav tm="100000">
                                              <p:val>
                                                <p:strVal val="#ppt_y"/>
                                              </p:val>
                                            </p:tav>
                                          </p:tavLst>
                                        </p:anim>
                                      </p:childTnLst>
                                    </p:cTn>
                                  </p:par>
                                  <p:par>
                                    <p:cTn id="112" presetID="2" presetClass="entr" presetSubtype="4" fill="hold" nodeType="withEffect">
                                      <p:stCondLst>
                                        <p:cond delay="3000"/>
                                      </p:stCondLst>
                                      <p:childTnLst>
                                        <p:set>
                                          <p:cBhvr>
                                            <p:cTn id="113" dur="1" fill="hold">
                                              <p:stCondLst>
                                                <p:cond delay="0"/>
                                              </p:stCondLst>
                                            </p:cTn>
                                            <p:tgtEl>
                                              <p:spTgt spid="6"/>
                                            </p:tgtEl>
                                            <p:attrNameLst>
                                              <p:attrName>style.visibility</p:attrName>
                                            </p:attrNameLst>
                                          </p:cBhvr>
                                          <p:to>
                                            <p:strVal val="visible"/>
                                          </p:to>
                                        </p:set>
                                        <p:anim calcmode="lin" valueType="num">
                                          <p:cBhvr additive="base">
                                            <p:cTn id="114" dur="1000" fill="hold"/>
                                            <p:tgtEl>
                                              <p:spTgt spid="6"/>
                                            </p:tgtEl>
                                            <p:attrNameLst>
                                              <p:attrName>ppt_x</p:attrName>
                                            </p:attrNameLst>
                                          </p:cBhvr>
                                          <p:tavLst>
                                            <p:tav tm="0">
                                              <p:val>
                                                <p:strVal val="#ppt_x"/>
                                              </p:val>
                                            </p:tav>
                                            <p:tav tm="100000">
                                              <p:val>
                                                <p:strVal val="#ppt_x"/>
                                              </p:val>
                                            </p:tav>
                                          </p:tavLst>
                                        </p:anim>
                                        <p:anim calcmode="lin" valueType="num">
                                          <p:cBhvr additive="base">
                                            <p:cTn id="115" dur="10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8" grpId="0" animBg="1"/>
          <p:bldP spid="77" grpId="0" animBg="1"/>
          <p:bldP spid="86" grpId="0" animBg="1"/>
          <p:bldP spid="96" grpId="0" animBg="1"/>
        </p:bldLst>
      </p:timing>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Oval 33">
            <a:extLst>
              <a:ext uri="{FF2B5EF4-FFF2-40B4-BE49-F238E27FC236}">
                <a16:creationId xmlns:a16="http://schemas.microsoft.com/office/drawing/2014/main" id="{4E254924-261A-4F8B-B863-89B352094A6F}"/>
              </a:ext>
            </a:extLst>
          </p:cNvPr>
          <p:cNvSpPr/>
          <p:nvPr/>
        </p:nvSpPr>
        <p:spPr>
          <a:xfrm>
            <a:off x="4152007" y="5791894"/>
            <a:ext cx="4208463" cy="440939"/>
          </a:xfrm>
          <a:prstGeom prst="ellipse">
            <a:avLst/>
          </a:prstGeom>
          <a:gradFill flip="none" rotWithShape="1">
            <a:gsLst>
              <a:gs pos="100000">
                <a:schemeClr val="bg2">
                  <a:alpha val="0"/>
                </a:schemeClr>
              </a:gs>
              <a:gs pos="0">
                <a:srgbClr val="3B3B3B"/>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 name="Freeform 6">
            <a:extLst>
              <a:ext uri="{FF2B5EF4-FFF2-40B4-BE49-F238E27FC236}">
                <a16:creationId xmlns:a16="http://schemas.microsoft.com/office/drawing/2014/main" id="{C65D003E-9553-43B8-A148-8FE1AEF916DC}"/>
              </a:ext>
            </a:extLst>
          </p:cNvPr>
          <p:cNvSpPr>
            <a:spLocks/>
          </p:cNvSpPr>
          <p:nvPr/>
        </p:nvSpPr>
        <p:spPr bwMode="auto">
          <a:xfrm>
            <a:off x="5203826" y="828675"/>
            <a:ext cx="2286000" cy="1790700"/>
          </a:xfrm>
          <a:custGeom>
            <a:avLst/>
            <a:gdLst>
              <a:gd name="T0" fmla="*/ 407 w 606"/>
              <a:gd name="T1" fmla="*/ 134 h 475"/>
              <a:gd name="T2" fmla="*/ 407 w 606"/>
              <a:gd name="T3" fmla="*/ 134 h 475"/>
              <a:gd name="T4" fmla="*/ 211 w 606"/>
              <a:gd name="T5" fmla="*/ 0 h 475"/>
              <a:gd name="T6" fmla="*/ 0 w 606"/>
              <a:gd name="T7" fmla="*/ 211 h 475"/>
              <a:gd name="T8" fmla="*/ 211 w 606"/>
              <a:gd name="T9" fmla="*/ 421 h 475"/>
              <a:gd name="T10" fmla="*/ 297 w 606"/>
              <a:gd name="T11" fmla="*/ 403 h 475"/>
              <a:gd name="T12" fmla="*/ 297 w 606"/>
              <a:gd name="T13" fmla="*/ 403 h 475"/>
              <a:gd name="T14" fmla="*/ 505 w 606"/>
              <a:gd name="T15" fmla="*/ 475 h 475"/>
              <a:gd name="T16" fmla="*/ 505 w 606"/>
              <a:gd name="T17" fmla="*/ 475 h 475"/>
              <a:gd name="T18" fmla="*/ 489 w 606"/>
              <a:gd name="T19" fmla="*/ 399 h 475"/>
              <a:gd name="T20" fmla="*/ 606 w 606"/>
              <a:gd name="T21" fmla="*/ 227 h 475"/>
              <a:gd name="T22" fmla="*/ 606 w 606"/>
              <a:gd name="T23" fmla="*/ 227 h 475"/>
              <a:gd name="T24" fmla="*/ 407 w 606"/>
              <a:gd name="T25" fmla="*/ 134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6" h="475">
                <a:moveTo>
                  <a:pt x="407" y="134"/>
                </a:moveTo>
                <a:cubicBezTo>
                  <a:pt x="407" y="134"/>
                  <a:pt x="407" y="134"/>
                  <a:pt x="407" y="134"/>
                </a:cubicBezTo>
                <a:cubicBezTo>
                  <a:pt x="376" y="56"/>
                  <a:pt x="300" y="0"/>
                  <a:pt x="211" y="0"/>
                </a:cubicBezTo>
                <a:cubicBezTo>
                  <a:pt x="95" y="0"/>
                  <a:pt x="0" y="95"/>
                  <a:pt x="0" y="211"/>
                </a:cubicBezTo>
                <a:cubicBezTo>
                  <a:pt x="0" y="327"/>
                  <a:pt x="95" y="421"/>
                  <a:pt x="211" y="421"/>
                </a:cubicBezTo>
                <a:cubicBezTo>
                  <a:pt x="242" y="421"/>
                  <a:pt x="271" y="415"/>
                  <a:pt x="297" y="403"/>
                </a:cubicBezTo>
                <a:cubicBezTo>
                  <a:pt x="297" y="403"/>
                  <a:pt x="297" y="403"/>
                  <a:pt x="297" y="403"/>
                </a:cubicBezTo>
                <a:cubicBezTo>
                  <a:pt x="404" y="354"/>
                  <a:pt x="463" y="382"/>
                  <a:pt x="505" y="475"/>
                </a:cubicBezTo>
                <a:cubicBezTo>
                  <a:pt x="505" y="475"/>
                  <a:pt x="505" y="475"/>
                  <a:pt x="505" y="475"/>
                </a:cubicBezTo>
                <a:cubicBezTo>
                  <a:pt x="495" y="452"/>
                  <a:pt x="489" y="426"/>
                  <a:pt x="489" y="399"/>
                </a:cubicBezTo>
                <a:cubicBezTo>
                  <a:pt x="489" y="321"/>
                  <a:pt x="538" y="254"/>
                  <a:pt x="606" y="227"/>
                </a:cubicBezTo>
                <a:cubicBezTo>
                  <a:pt x="606" y="227"/>
                  <a:pt x="606" y="227"/>
                  <a:pt x="606" y="227"/>
                </a:cubicBezTo>
                <a:cubicBezTo>
                  <a:pt x="510" y="264"/>
                  <a:pt x="449" y="243"/>
                  <a:pt x="407" y="1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680DA353-27E4-4332-9AFA-D8AED544A555}"/>
              </a:ext>
            </a:extLst>
          </p:cNvPr>
          <p:cNvSpPr>
            <a:spLocks/>
          </p:cNvSpPr>
          <p:nvPr/>
        </p:nvSpPr>
        <p:spPr bwMode="auto">
          <a:xfrm>
            <a:off x="3744913" y="1681163"/>
            <a:ext cx="2360613" cy="2500313"/>
          </a:xfrm>
          <a:custGeom>
            <a:avLst/>
            <a:gdLst>
              <a:gd name="T0" fmla="*/ 626 w 626"/>
              <a:gd name="T1" fmla="*/ 193 h 663"/>
              <a:gd name="T2" fmla="*/ 625 w 626"/>
              <a:gd name="T3" fmla="*/ 193 h 663"/>
              <a:gd name="T4" fmla="*/ 598 w 626"/>
              <a:gd name="T5" fmla="*/ 195 h 663"/>
              <a:gd name="T6" fmla="*/ 388 w 626"/>
              <a:gd name="T7" fmla="*/ 0 h 663"/>
              <a:gd name="T8" fmla="*/ 388 w 626"/>
              <a:gd name="T9" fmla="*/ 0 h 663"/>
              <a:gd name="T10" fmla="*/ 227 w 626"/>
              <a:gd name="T11" fmla="*/ 174 h 663"/>
              <a:gd name="T12" fmla="*/ 227 w 626"/>
              <a:gd name="T13" fmla="*/ 174 h 663"/>
              <a:gd name="T14" fmla="*/ 0 w 626"/>
              <a:gd name="T15" fmla="*/ 418 h 663"/>
              <a:gd name="T16" fmla="*/ 245 w 626"/>
              <a:gd name="T17" fmla="*/ 663 h 663"/>
              <a:gd name="T18" fmla="*/ 489 w 626"/>
              <a:gd name="T19" fmla="*/ 418 h 663"/>
              <a:gd name="T20" fmla="*/ 487 w 626"/>
              <a:gd name="T21" fmla="*/ 386 h 663"/>
              <a:gd name="T22" fmla="*/ 487 w 626"/>
              <a:gd name="T23" fmla="*/ 386 h 663"/>
              <a:gd name="T24" fmla="*/ 626 w 626"/>
              <a:gd name="T25" fmla="*/ 19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6" h="663">
                <a:moveTo>
                  <a:pt x="626" y="193"/>
                </a:moveTo>
                <a:cubicBezTo>
                  <a:pt x="625" y="193"/>
                  <a:pt x="625" y="193"/>
                  <a:pt x="625" y="193"/>
                </a:cubicBezTo>
                <a:cubicBezTo>
                  <a:pt x="616" y="195"/>
                  <a:pt x="607" y="195"/>
                  <a:pt x="598" y="195"/>
                </a:cubicBezTo>
                <a:cubicBezTo>
                  <a:pt x="487" y="195"/>
                  <a:pt x="396" y="109"/>
                  <a:pt x="388" y="0"/>
                </a:cubicBezTo>
                <a:cubicBezTo>
                  <a:pt x="388" y="0"/>
                  <a:pt x="388" y="0"/>
                  <a:pt x="388" y="0"/>
                </a:cubicBezTo>
                <a:cubicBezTo>
                  <a:pt x="396" y="109"/>
                  <a:pt x="354" y="165"/>
                  <a:pt x="227" y="174"/>
                </a:cubicBezTo>
                <a:cubicBezTo>
                  <a:pt x="227" y="174"/>
                  <a:pt x="227" y="174"/>
                  <a:pt x="227" y="174"/>
                </a:cubicBezTo>
                <a:cubicBezTo>
                  <a:pt x="100" y="183"/>
                  <a:pt x="0" y="289"/>
                  <a:pt x="0" y="418"/>
                </a:cubicBezTo>
                <a:cubicBezTo>
                  <a:pt x="0" y="553"/>
                  <a:pt x="109" y="663"/>
                  <a:pt x="245" y="663"/>
                </a:cubicBezTo>
                <a:cubicBezTo>
                  <a:pt x="380" y="663"/>
                  <a:pt x="489" y="553"/>
                  <a:pt x="489" y="418"/>
                </a:cubicBezTo>
                <a:cubicBezTo>
                  <a:pt x="489" y="407"/>
                  <a:pt x="489" y="396"/>
                  <a:pt x="487" y="386"/>
                </a:cubicBezTo>
                <a:cubicBezTo>
                  <a:pt x="487" y="386"/>
                  <a:pt x="487" y="386"/>
                  <a:pt x="487" y="386"/>
                </a:cubicBezTo>
                <a:cubicBezTo>
                  <a:pt x="471" y="260"/>
                  <a:pt x="517" y="208"/>
                  <a:pt x="626" y="193"/>
                </a:cubicBezTo>
                <a:close/>
              </a:path>
            </a:pathLst>
          </a:custGeom>
          <a:gradFill flip="none" rotWithShape="1">
            <a:gsLst>
              <a:gs pos="7000">
                <a:schemeClr val="accent2">
                  <a:lumMod val="50000"/>
                </a:schemeClr>
              </a:gs>
              <a:gs pos="31000">
                <a:schemeClr val="accent2"/>
              </a:gs>
              <a:gs pos="21000">
                <a:schemeClr val="accent2">
                  <a:lumMod val="75000"/>
                </a:schemeClr>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D1223299-A022-4721-A0D6-5385E3F2F3A7}"/>
              </a:ext>
            </a:extLst>
          </p:cNvPr>
          <p:cNvSpPr>
            <a:spLocks/>
          </p:cNvSpPr>
          <p:nvPr/>
        </p:nvSpPr>
        <p:spPr bwMode="auto">
          <a:xfrm>
            <a:off x="4603751" y="3282950"/>
            <a:ext cx="2667000" cy="2743200"/>
          </a:xfrm>
          <a:custGeom>
            <a:avLst/>
            <a:gdLst>
              <a:gd name="T0" fmla="*/ 447 w 707"/>
              <a:gd name="T1" fmla="*/ 191 h 727"/>
              <a:gd name="T2" fmla="*/ 447 w 707"/>
              <a:gd name="T3" fmla="*/ 191 h 727"/>
              <a:gd name="T4" fmla="*/ 261 w 707"/>
              <a:gd name="T5" fmla="*/ 0 h 727"/>
              <a:gd name="T6" fmla="*/ 261 w 707"/>
              <a:gd name="T7" fmla="*/ 0 h 727"/>
              <a:gd name="T8" fmla="*/ 17 w 707"/>
              <a:gd name="T9" fmla="*/ 238 h 727"/>
              <a:gd name="T10" fmla="*/ 0 w 707"/>
              <a:gd name="T11" fmla="*/ 237 h 727"/>
              <a:gd name="T12" fmla="*/ 0 w 707"/>
              <a:gd name="T13" fmla="*/ 237 h 727"/>
              <a:gd name="T14" fmla="*/ 172 w 707"/>
              <a:gd name="T15" fmla="*/ 441 h 727"/>
              <a:gd name="T16" fmla="*/ 172 w 707"/>
              <a:gd name="T17" fmla="*/ 441 h 727"/>
              <a:gd name="T18" fmla="*/ 171 w 707"/>
              <a:gd name="T19" fmla="*/ 459 h 727"/>
              <a:gd name="T20" fmla="*/ 439 w 707"/>
              <a:gd name="T21" fmla="*/ 727 h 727"/>
              <a:gd name="T22" fmla="*/ 707 w 707"/>
              <a:gd name="T23" fmla="*/ 459 h 727"/>
              <a:gd name="T24" fmla="*/ 447 w 707"/>
              <a:gd name="T25" fmla="*/ 19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7" h="727">
                <a:moveTo>
                  <a:pt x="447" y="191"/>
                </a:moveTo>
                <a:cubicBezTo>
                  <a:pt x="447" y="191"/>
                  <a:pt x="447" y="191"/>
                  <a:pt x="447" y="191"/>
                </a:cubicBezTo>
                <a:cubicBezTo>
                  <a:pt x="308" y="187"/>
                  <a:pt x="258" y="128"/>
                  <a:pt x="261" y="0"/>
                </a:cubicBezTo>
                <a:cubicBezTo>
                  <a:pt x="261" y="0"/>
                  <a:pt x="261" y="0"/>
                  <a:pt x="261" y="0"/>
                </a:cubicBezTo>
                <a:cubicBezTo>
                  <a:pt x="257" y="132"/>
                  <a:pt x="149" y="238"/>
                  <a:pt x="17" y="238"/>
                </a:cubicBezTo>
                <a:cubicBezTo>
                  <a:pt x="11" y="238"/>
                  <a:pt x="6" y="238"/>
                  <a:pt x="0" y="237"/>
                </a:cubicBezTo>
                <a:cubicBezTo>
                  <a:pt x="0" y="237"/>
                  <a:pt x="0" y="237"/>
                  <a:pt x="0" y="237"/>
                </a:cubicBezTo>
                <a:cubicBezTo>
                  <a:pt x="127" y="246"/>
                  <a:pt x="181" y="302"/>
                  <a:pt x="172" y="441"/>
                </a:cubicBezTo>
                <a:cubicBezTo>
                  <a:pt x="172" y="441"/>
                  <a:pt x="172" y="441"/>
                  <a:pt x="172" y="441"/>
                </a:cubicBezTo>
                <a:cubicBezTo>
                  <a:pt x="172" y="447"/>
                  <a:pt x="171" y="453"/>
                  <a:pt x="171" y="459"/>
                </a:cubicBezTo>
                <a:cubicBezTo>
                  <a:pt x="171" y="607"/>
                  <a:pt x="291" y="727"/>
                  <a:pt x="439" y="727"/>
                </a:cubicBezTo>
                <a:cubicBezTo>
                  <a:pt x="587" y="727"/>
                  <a:pt x="707" y="607"/>
                  <a:pt x="707" y="459"/>
                </a:cubicBezTo>
                <a:cubicBezTo>
                  <a:pt x="707" y="313"/>
                  <a:pt x="592" y="195"/>
                  <a:pt x="447" y="191"/>
                </a:cubicBezTo>
                <a:close/>
              </a:path>
            </a:pathLst>
          </a:custGeom>
          <a:gradFill flip="none" rotWithShape="1">
            <a:gsLst>
              <a:gs pos="24000">
                <a:schemeClr val="accent1">
                  <a:lumMod val="50000"/>
                </a:schemeClr>
              </a:gs>
              <a:gs pos="30000">
                <a:schemeClr val="accent1">
                  <a:lumMod val="75000"/>
                </a:schemeClr>
              </a:gs>
              <a:gs pos="47000">
                <a:schemeClr val="accent1"/>
              </a:gs>
              <a:gs pos="100000">
                <a:schemeClr val="accent1">
                  <a:shade val="100000"/>
                  <a:satMod val="11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endParaRPr lang="ru-UA"/>
          </a:p>
        </p:txBody>
      </p:sp>
      <p:sp>
        <p:nvSpPr>
          <p:cNvPr id="6" name="Oval 5">
            <a:extLst>
              <a:ext uri="{FF2B5EF4-FFF2-40B4-BE49-F238E27FC236}">
                <a16:creationId xmlns:a16="http://schemas.microsoft.com/office/drawing/2014/main" id="{F11B8090-FFE6-4FA1-9158-357B8F65BC10}"/>
              </a:ext>
            </a:extLst>
          </p:cNvPr>
          <p:cNvSpPr>
            <a:spLocks noChangeArrowheads="1"/>
          </p:cNvSpPr>
          <p:nvPr/>
        </p:nvSpPr>
        <p:spPr bwMode="auto">
          <a:xfrm>
            <a:off x="7048501" y="1635125"/>
            <a:ext cx="1395413" cy="1395413"/>
          </a:xfrm>
          <a:prstGeom prst="ellipse">
            <a:avLst/>
          </a:prstGeom>
          <a:solidFill>
            <a:schemeClr val="accent4"/>
          </a:solidFill>
          <a:ln>
            <a:noFill/>
          </a:ln>
          <a:effectLst>
            <a:outerShdw blurRad="101600" dist="165100" dir="11400000" sx="91000" sy="91000" algn="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grpSp>
        <p:nvGrpSpPr>
          <p:cNvPr id="20" name="Group 19">
            <a:extLst>
              <a:ext uri="{FF2B5EF4-FFF2-40B4-BE49-F238E27FC236}">
                <a16:creationId xmlns:a16="http://schemas.microsoft.com/office/drawing/2014/main" id="{E828F522-16B8-4730-9FD7-615436D2A070}"/>
              </a:ext>
            </a:extLst>
          </p:cNvPr>
          <p:cNvGrpSpPr/>
          <p:nvPr/>
        </p:nvGrpSpPr>
        <p:grpSpPr>
          <a:xfrm>
            <a:off x="5421314" y="4180681"/>
            <a:ext cx="1669852" cy="1672432"/>
            <a:chOff x="6345238" y="4948238"/>
            <a:chExt cx="1027113" cy="1028700"/>
          </a:xfrm>
          <a:effectLst>
            <a:outerShdw blurRad="114300" dist="76200" dir="2700000" sx="102000" sy="102000" algn="tl" rotWithShape="0">
              <a:prstClr val="black">
                <a:alpha val="40000"/>
              </a:prstClr>
            </a:outerShdw>
          </a:effectLst>
        </p:grpSpPr>
        <p:sp>
          <p:nvSpPr>
            <p:cNvPr id="21" name="Oval 56">
              <a:extLst>
                <a:ext uri="{FF2B5EF4-FFF2-40B4-BE49-F238E27FC236}">
                  <a16:creationId xmlns:a16="http://schemas.microsoft.com/office/drawing/2014/main" id="{60448379-D9A9-4C49-9663-D63118E3B40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2" name="Oval 57">
              <a:extLst>
                <a:ext uri="{FF2B5EF4-FFF2-40B4-BE49-F238E27FC236}">
                  <a16:creationId xmlns:a16="http://schemas.microsoft.com/office/drawing/2014/main" id="{2575FF0A-0968-4758-842F-03102F431C3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3" name="Group 22">
            <a:extLst>
              <a:ext uri="{FF2B5EF4-FFF2-40B4-BE49-F238E27FC236}">
                <a16:creationId xmlns:a16="http://schemas.microsoft.com/office/drawing/2014/main" id="{C4A65252-0B3D-4489-B9E6-F8A126CF631E}"/>
              </a:ext>
            </a:extLst>
          </p:cNvPr>
          <p:cNvGrpSpPr/>
          <p:nvPr/>
        </p:nvGrpSpPr>
        <p:grpSpPr>
          <a:xfrm>
            <a:off x="3888880" y="2479674"/>
            <a:ext cx="1547011" cy="1549401"/>
            <a:chOff x="6345238" y="4948238"/>
            <a:chExt cx="1027113" cy="1028700"/>
          </a:xfrm>
          <a:effectLst>
            <a:outerShdw blurRad="114300" dist="76200" dir="2700000" sx="102000" sy="102000" algn="tl" rotWithShape="0">
              <a:prstClr val="black">
                <a:alpha val="40000"/>
              </a:prstClr>
            </a:outerShdw>
          </a:effectLst>
        </p:grpSpPr>
        <p:sp>
          <p:nvSpPr>
            <p:cNvPr id="24" name="Oval 56">
              <a:extLst>
                <a:ext uri="{FF2B5EF4-FFF2-40B4-BE49-F238E27FC236}">
                  <a16:creationId xmlns:a16="http://schemas.microsoft.com/office/drawing/2014/main" id="{8AEE458B-9CD9-4E73-BE09-AED50B1096F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5" name="Oval 57">
              <a:extLst>
                <a:ext uri="{FF2B5EF4-FFF2-40B4-BE49-F238E27FC236}">
                  <a16:creationId xmlns:a16="http://schemas.microsoft.com/office/drawing/2014/main" id="{DE2C44C9-02FE-4478-998A-FB911C08A8E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6" name="Group 25">
            <a:extLst>
              <a:ext uri="{FF2B5EF4-FFF2-40B4-BE49-F238E27FC236}">
                <a16:creationId xmlns:a16="http://schemas.microsoft.com/office/drawing/2014/main" id="{CB7C1D8C-163D-40F8-8579-CC2A929810C1}"/>
              </a:ext>
            </a:extLst>
          </p:cNvPr>
          <p:cNvGrpSpPr/>
          <p:nvPr/>
        </p:nvGrpSpPr>
        <p:grpSpPr>
          <a:xfrm>
            <a:off x="5347320" y="971550"/>
            <a:ext cx="1302912" cy="1304925"/>
            <a:chOff x="6345238" y="4948238"/>
            <a:chExt cx="1027113" cy="1028700"/>
          </a:xfrm>
          <a:effectLst>
            <a:outerShdw blurRad="114300" dist="76200" dir="2700000" sx="102000" sy="102000" algn="tl" rotWithShape="0">
              <a:prstClr val="black">
                <a:alpha val="40000"/>
              </a:prstClr>
            </a:outerShdw>
          </a:effectLst>
        </p:grpSpPr>
        <p:sp>
          <p:nvSpPr>
            <p:cNvPr id="27" name="Oval 56">
              <a:extLst>
                <a:ext uri="{FF2B5EF4-FFF2-40B4-BE49-F238E27FC236}">
                  <a16:creationId xmlns:a16="http://schemas.microsoft.com/office/drawing/2014/main" id="{21F0DACA-9CBB-4EE0-B708-3F31368DC3A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8" name="Oval 57">
              <a:extLst>
                <a:ext uri="{FF2B5EF4-FFF2-40B4-BE49-F238E27FC236}">
                  <a16:creationId xmlns:a16="http://schemas.microsoft.com/office/drawing/2014/main" id="{6FE16722-5EA8-4F0B-802F-0009B437143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9" name="Group 28">
            <a:extLst>
              <a:ext uri="{FF2B5EF4-FFF2-40B4-BE49-F238E27FC236}">
                <a16:creationId xmlns:a16="http://schemas.microsoft.com/office/drawing/2014/main" id="{CF3D6682-0D54-4024-AD9E-8570352994F2}"/>
              </a:ext>
            </a:extLst>
          </p:cNvPr>
          <p:cNvGrpSpPr/>
          <p:nvPr/>
        </p:nvGrpSpPr>
        <p:grpSpPr>
          <a:xfrm>
            <a:off x="7164526" y="1758854"/>
            <a:ext cx="1154114" cy="1155897"/>
            <a:chOff x="6345238" y="4948238"/>
            <a:chExt cx="1027113" cy="1028700"/>
          </a:xfrm>
          <a:effectLst>
            <a:outerShdw blurRad="114300" dist="76200" dir="2700000" sx="102000" sy="102000" algn="tl" rotWithShape="0">
              <a:prstClr val="black">
                <a:alpha val="40000"/>
              </a:prstClr>
            </a:outerShdw>
          </a:effectLst>
        </p:grpSpPr>
        <p:sp>
          <p:nvSpPr>
            <p:cNvPr id="30" name="Oval 56">
              <a:extLst>
                <a:ext uri="{FF2B5EF4-FFF2-40B4-BE49-F238E27FC236}">
                  <a16:creationId xmlns:a16="http://schemas.microsoft.com/office/drawing/2014/main" id="{74FD577E-9D56-4C73-A274-D5D81C2C62B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1" name="Oval 57">
              <a:extLst>
                <a:ext uri="{FF2B5EF4-FFF2-40B4-BE49-F238E27FC236}">
                  <a16:creationId xmlns:a16="http://schemas.microsoft.com/office/drawing/2014/main" id="{910E11FA-D794-421D-A303-805527C45CF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5" name="Freeform 14">
            <a:extLst>
              <a:ext uri="{FF2B5EF4-FFF2-40B4-BE49-F238E27FC236}">
                <a16:creationId xmlns:a16="http://schemas.microsoft.com/office/drawing/2014/main" id="{D7B7954A-552D-4D50-A8C6-BBB7241E38E0}"/>
              </a:ext>
            </a:extLst>
          </p:cNvPr>
          <p:cNvSpPr>
            <a:spLocks noEditPoints="1"/>
          </p:cNvSpPr>
          <p:nvPr/>
        </p:nvSpPr>
        <p:spPr bwMode="auto">
          <a:xfrm>
            <a:off x="6001444" y="4452939"/>
            <a:ext cx="509588" cy="581025"/>
          </a:xfrm>
          <a:custGeom>
            <a:avLst/>
            <a:gdLst>
              <a:gd name="T0" fmla="*/ 43 w 135"/>
              <a:gd name="T1" fmla="*/ 120 h 154"/>
              <a:gd name="T2" fmla="*/ 32 w 135"/>
              <a:gd name="T3" fmla="*/ 92 h 154"/>
              <a:gd name="T4" fmla="*/ 25 w 135"/>
              <a:gd name="T5" fmla="*/ 69 h 154"/>
              <a:gd name="T6" fmla="*/ 67 w 135"/>
              <a:gd name="T7" fmla="*/ 27 h 154"/>
              <a:gd name="T8" fmla="*/ 110 w 135"/>
              <a:gd name="T9" fmla="*/ 69 h 154"/>
              <a:gd name="T10" fmla="*/ 103 w 135"/>
              <a:gd name="T11" fmla="*/ 92 h 154"/>
              <a:gd name="T12" fmla="*/ 92 w 135"/>
              <a:gd name="T13" fmla="*/ 115 h 154"/>
              <a:gd name="T14" fmla="*/ 67 w 135"/>
              <a:gd name="T15" fmla="*/ 43 h 154"/>
              <a:gd name="T16" fmla="*/ 42 w 135"/>
              <a:gd name="T17" fmla="*/ 68 h 154"/>
              <a:gd name="T18" fmla="*/ 67 w 135"/>
              <a:gd name="T19" fmla="*/ 94 h 154"/>
              <a:gd name="T20" fmla="*/ 93 w 135"/>
              <a:gd name="T21" fmla="*/ 68 h 154"/>
              <a:gd name="T22" fmla="*/ 67 w 135"/>
              <a:gd name="T23" fmla="*/ 43 h 154"/>
              <a:gd name="T24" fmla="*/ 58 w 135"/>
              <a:gd name="T25" fmla="*/ 73 h 154"/>
              <a:gd name="T26" fmla="*/ 65 w 135"/>
              <a:gd name="T27" fmla="*/ 81 h 154"/>
              <a:gd name="T28" fmla="*/ 77 w 135"/>
              <a:gd name="T29" fmla="*/ 60 h 154"/>
              <a:gd name="T30" fmla="*/ 67 w 135"/>
              <a:gd name="T31" fmla="*/ 14 h 154"/>
              <a:gd name="T32" fmla="*/ 67 w 135"/>
              <a:gd name="T33" fmla="*/ 0 h 154"/>
              <a:gd name="T34" fmla="*/ 40 w 135"/>
              <a:gd name="T35" fmla="*/ 21 h 154"/>
              <a:gd name="T36" fmla="*/ 33 w 135"/>
              <a:gd name="T37" fmla="*/ 9 h 154"/>
              <a:gd name="T38" fmla="*/ 9 w 135"/>
              <a:gd name="T39" fmla="*/ 34 h 154"/>
              <a:gd name="T40" fmla="*/ 20 w 135"/>
              <a:gd name="T41" fmla="*/ 41 h 154"/>
              <a:gd name="T42" fmla="*/ 0 w 135"/>
              <a:gd name="T43" fmla="*/ 68 h 154"/>
              <a:gd name="T44" fmla="*/ 13 w 135"/>
              <a:gd name="T45" fmla="*/ 68 h 154"/>
              <a:gd name="T46" fmla="*/ 101 w 135"/>
              <a:gd name="T47" fmla="*/ 9 h 154"/>
              <a:gd name="T48" fmla="*/ 95 w 135"/>
              <a:gd name="T49" fmla="*/ 21 h 154"/>
              <a:gd name="T50" fmla="*/ 126 w 135"/>
              <a:gd name="T51" fmla="*/ 34 h 154"/>
              <a:gd name="T52" fmla="*/ 115 w 135"/>
              <a:gd name="T53" fmla="*/ 41 h 154"/>
              <a:gd name="T54" fmla="*/ 122 w 135"/>
              <a:gd name="T55" fmla="*/ 68 h 154"/>
              <a:gd name="T56" fmla="*/ 135 w 135"/>
              <a:gd name="T57" fmla="*/ 68 h 154"/>
              <a:gd name="T58" fmla="*/ 83 w 135"/>
              <a:gd name="T59" fmla="*/ 123 h 154"/>
              <a:gd name="T60" fmla="*/ 49 w 135"/>
              <a:gd name="T61" fmla="*/ 133 h 154"/>
              <a:gd name="T62" fmla="*/ 45 w 135"/>
              <a:gd name="T63" fmla="*/ 138 h 154"/>
              <a:gd name="T64" fmla="*/ 51 w 135"/>
              <a:gd name="T65" fmla="*/ 144 h 154"/>
              <a:gd name="T66" fmla="*/ 53 w 135"/>
              <a:gd name="T67" fmla="*/ 143 h 154"/>
              <a:gd name="T68" fmla="*/ 82 w 135"/>
              <a:gd name="T69" fmla="*/ 135 h 154"/>
              <a:gd name="T70" fmla="*/ 83 w 135"/>
              <a:gd name="T71" fmla="*/ 135 h 154"/>
              <a:gd name="T72" fmla="*/ 84 w 135"/>
              <a:gd name="T73" fmla="*/ 135 h 154"/>
              <a:gd name="T74" fmla="*/ 89 w 135"/>
              <a:gd name="T75" fmla="*/ 141 h 154"/>
              <a:gd name="T76" fmla="*/ 86 w 135"/>
              <a:gd name="T77" fmla="*/ 146 h 154"/>
              <a:gd name="T78" fmla="*/ 57 w 135"/>
              <a:gd name="T7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 h="154">
                <a:moveTo>
                  <a:pt x="43" y="120"/>
                </a:moveTo>
                <a:cubicBezTo>
                  <a:pt x="44" y="113"/>
                  <a:pt x="41" y="106"/>
                  <a:pt x="32" y="92"/>
                </a:cubicBezTo>
                <a:cubicBezTo>
                  <a:pt x="27" y="85"/>
                  <a:pt x="25" y="77"/>
                  <a:pt x="25" y="69"/>
                </a:cubicBezTo>
                <a:cubicBezTo>
                  <a:pt x="25" y="46"/>
                  <a:pt x="44" y="27"/>
                  <a:pt x="67" y="27"/>
                </a:cubicBezTo>
                <a:cubicBezTo>
                  <a:pt x="91" y="27"/>
                  <a:pt x="110" y="46"/>
                  <a:pt x="110" y="69"/>
                </a:cubicBezTo>
                <a:cubicBezTo>
                  <a:pt x="110" y="77"/>
                  <a:pt x="107" y="85"/>
                  <a:pt x="103" y="92"/>
                </a:cubicBezTo>
                <a:cubicBezTo>
                  <a:pt x="96" y="103"/>
                  <a:pt x="93" y="110"/>
                  <a:pt x="92" y="115"/>
                </a:cubicBezTo>
                <a:moveTo>
                  <a:pt x="67" y="43"/>
                </a:moveTo>
                <a:cubicBezTo>
                  <a:pt x="53" y="43"/>
                  <a:pt x="42" y="54"/>
                  <a:pt x="42" y="68"/>
                </a:cubicBezTo>
                <a:cubicBezTo>
                  <a:pt x="42" y="82"/>
                  <a:pt x="53" y="94"/>
                  <a:pt x="67" y="94"/>
                </a:cubicBezTo>
                <a:cubicBezTo>
                  <a:pt x="81" y="94"/>
                  <a:pt x="93" y="82"/>
                  <a:pt x="93" y="68"/>
                </a:cubicBezTo>
                <a:cubicBezTo>
                  <a:pt x="93" y="54"/>
                  <a:pt x="81" y="43"/>
                  <a:pt x="67" y="43"/>
                </a:cubicBezTo>
                <a:close/>
                <a:moveTo>
                  <a:pt x="58" y="73"/>
                </a:moveTo>
                <a:cubicBezTo>
                  <a:pt x="65" y="81"/>
                  <a:pt x="65" y="81"/>
                  <a:pt x="65" y="81"/>
                </a:cubicBezTo>
                <a:cubicBezTo>
                  <a:pt x="77" y="60"/>
                  <a:pt x="77" y="60"/>
                  <a:pt x="77" y="60"/>
                </a:cubicBezTo>
                <a:moveTo>
                  <a:pt x="67" y="14"/>
                </a:moveTo>
                <a:cubicBezTo>
                  <a:pt x="67" y="0"/>
                  <a:pt x="67" y="0"/>
                  <a:pt x="67" y="0"/>
                </a:cubicBezTo>
                <a:moveTo>
                  <a:pt x="40" y="21"/>
                </a:moveTo>
                <a:cubicBezTo>
                  <a:pt x="33" y="9"/>
                  <a:pt x="33" y="9"/>
                  <a:pt x="33" y="9"/>
                </a:cubicBezTo>
                <a:moveTo>
                  <a:pt x="9" y="34"/>
                </a:moveTo>
                <a:cubicBezTo>
                  <a:pt x="20" y="41"/>
                  <a:pt x="20" y="41"/>
                  <a:pt x="20" y="41"/>
                </a:cubicBezTo>
                <a:moveTo>
                  <a:pt x="0" y="68"/>
                </a:moveTo>
                <a:cubicBezTo>
                  <a:pt x="13" y="68"/>
                  <a:pt x="13" y="68"/>
                  <a:pt x="13" y="68"/>
                </a:cubicBezTo>
                <a:moveTo>
                  <a:pt x="101" y="9"/>
                </a:moveTo>
                <a:cubicBezTo>
                  <a:pt x="95" y="21"/>
                  <a:pt x="95" y="21"/>
                  <a:pt x="95" y="21"/>
                </a:cubicBezTo>
                <a:moveTo>
                  <a:pt x="126" y="34"/>
                </a:moveTo>
                <a:cubicBezTo>
                  <a:pt x="115" y="41"/>
                  <a:pt x="115" y="41"/>
                  <a:pt x="115" y="41"/>
                </a:cubicBezTo>
                <a:moveTo>
                  <a:pt x="122" y="68"/>
                </a:moveTo>
                <a:cubicBezTo>
                  <a:pt x="135" y="68"/>
                  <a:pt x="135" y="68"/>
                  <a:pt x="135" y="68"/>
                </a:cubicBezTo>
                <a:moveTo>
                  <a:pt x="83" y="123"/>
                </a:moveTo>
                <a:cubicBezTo>
                  <a:pt x="83" y="123"/>
                  <a:pt x="49" y="133"/>
                  <a:pt x="49" y="133"/>
                </a:cubicBezTo>
                <a:cubicBezTo>
                  <a:pt x="47" y="134"/>
                  <a:pt x="45" y="136"/>
                  <a:pt x="45" y="138"/>
                </a:cubicBezTo>
                <a:cubicBezTo>
                  <a:pt x="45" y="141"/>
                  <a:pt x="48" y="144"/>
                  <a:pt x="51" y="144"/>
                </a:cubicBezTo>
                <a:cubicBezTo>
                  <a:pt x="52" y="144"/>
                  <a:pt x="53" y="143"/>
                  <a:pt x="53" y="143"/>
                </a:cubicBezTo>
                <a:cubicBezTo>
                  <a:pt x="82" y="135"/>
                  <a:pt x="82" y="135"/>
                  <a:pt x="82" y="135"/>
                </a:cubicBezTo>
                <a:cubicBezTo>
                  <a:pt x="83" y="135"/>
                  <a:pt x="83" y="135"/>
                  <a:pt x="83" y="135"/>
                </a:cubicBezTo>
                <a:cubicBezTo>
                  <a:pt x="83" y="135"/>
                  <a:pt x="83" y="135"/>
                  <a:pt x="84" y="135"/>
                </a:cubicBezTo>
                <a:cubicBezTo>
                  <a:pt x="87" y="135"/>
                  <a:pt x="89" y="137"/>
                  <a:pt x="89" y="141"/>
                </a:cubicBezTo>
                <a:cubicBezTo>
                  <a:pt x="89" y="143"/>
                  <a:pt x="88" y="145"/>
                  <a:pt x="86" y="146"/>
                </a:cubicBezTo>
                <a:cubicBezTo>
                  <a:pt x="57" y="154"/>
                  <a:pt x="57" y="154"/>
                  <a:pt x="57" y="154"/>
                </a:cubicBez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33640BF5-5E1B-4C36-B991-58A75336D8E3}"/>
              </a:ext>
            </a:extLst>
          </p:cNvPr>
          <p:cNvSpPr>
            <a:spLocks noEditPoints="1"/>
          </p:cNvSpPr>
          <p:nvPr/>
        </p:nvSpPr>
        <p:spPr bwMode="auto">
          <a:xfrm>
            <a:off x="5773738" y="1152525"/>
            <a:ext cx="422275" cy="438150"/>
          </a:xfrm>
          <a:custGeom>
            <a:avLst/>
            <a:gdLst>
              <a:gd name="T0" fmla="*/ 41 w 112"/>
              <a:gd name="T1" fmla="*/ 12 h 116"/>
              <a:gd name="T2" fmla="*/ 98 w 112"/>
              <a:gd name="T3" fmla="*/ 47 h 116"/>
              <a:gd name="T4" fmla="*/ 112 w 112"/>
              <a:gd name="T5" fmla="*/ 75 h 116"/>
              <a:gd name="T6" fmla="*/ 100 w 112"/>
              <a:gd name="T7" fmla="*/ 75 h 116"/>
              <a:gd name="T8" fmla="*/ 100 w 112"/>
              <a:gd name="T9" fmla="*/ 94 h 116"/>
              <a:gd name="T10" fmla="*/ 94 w 112"/>
              <a:gd name="T11" fmla="*/ 100 h 116"/>
              <a:gd name="T12" fmla="*/ 81 w 112"/>
              <a:gd name="T13" fmla="*/ 100 h 116"/>
              <a:gd name="T14" fmla="*/ 81 w 112"/>
              <a:gd name="T15" fmla="*/ 116 h 116"/>
              <a:gd name="T16" fmla="*/ 30 w 112"/>
              <a:gd name="T17" fmla="*/ 116 h 116"/>
              <a:gd name="T18" fmla="*/ 30 w 112"/>
              <a:gd name="T19" fmla="*/ 99 h 116"/>
              <a:gd name="T20" fmla="*/ 24 w 112"/>
              <a:gd name="T21" fmla="*/ 88 h 116"/>
              <a:gd name="T22" fmla="*/ 63 w 112"/>
              <a:gd name="T23" fmla="*/ 53 h 116"/>
              <a:gd name="T24" fmla="*/ 63 w 112"/>
              <a:gd name="T25" fmla="*/ 45 h 116"/>
              <a:gd name="T26" fmla="*/ 54 w 112"/>
              <a:gd name="T27" fmla="*/ 41 h 116"/>
              <a:gd name="T28" fmla="*/ 52 w 112"/>
              <a:gd name="T29" fmla="*/ 38 h 116"/>
              <a:gd name="T30" fmla="*/ 56 w 112"/>
              <a:gd name="T31" fmla="*/ 29 h 116"/>
              <a:gd name="T32" fmla="*/ 51 w 112"/>
              <a:gd name="T33" fmla="*/ 24 h 116"/>
              <a:gd name="T34" fmla="*/ 42 w 112"/>
              <a:gd name="T35" fmla="*/ 27 h 116"/>
              <a:gd name="T36" fmla="*/ 39 w 112"/>
              <a:gd name="T37" fmla="*/ 26 h 116"/>
              <a:gd name="T38" fmla="*/ 35 w 112"/>
              <a:gd name="T39" fmla="*/ 17 h 116"/>
              <a:gd name="T40" fmla="*/ 27 w 112"/>
              <a:gd name="T41" fmla="*/ 17 h 116"/>
              <a:gd name="T42" fmla="*/ 24 w 112"/>
              <a:gd name="T43" fmla="*/ 26 h 116"/>
              <a:gd name="T44" fmla="*/ 21 w 112"/>
              <a:gd name="T45" fmla="*/ 27 h 116"/>
              <a:gd name="T46" fmla="*/ 12 w 112"/>
              <a:gd name="T47" fmla="*/ 24 h 116"/>
              <a:gd name="T48" fmla="*/ 6 w 112"/>
              <a:gd name="T49" fmla="*/ 29 h 116"/>
              <a:gd name="T50" fmla="*/ 10 w 112"/>
              <a:gd name="T51" fmla="*/ 38 h 116"/>
              <a:gd name="T52" fmla="*/ 9 w 112"/>
              <a:gd name="T53" fmla="*/ 41 h 116"/>
              <a:gd name="T54" fmla="*/ 0 w 112"/>
              <a:gd name="T55" fmla="*/ 45 h 116"/>
              <a:gd name="T56" fmla="*/ 0 w 112"/>
              <a:gd name="T57" fmla="*/ 53 h 116"/>
              <a:gd name="T58" fmla="*/ 9 w 112"/>
              <a:gd name="T59" fmla="*/ 56 h 116"/>
              <a:gd name="T60" fmla="*/ 10 w 112"/>
              <a:gd name="T61" fmla="*/ 59 h 116"/>
              <a:gd name="T62" fmla="*/ 6 w 112"/>
              <a:gd name="T63" fmla="*/ 68 h 116"/>
              <a:gd name="T64" fmla="*/ 12 w 112"/>
              <a:gd name="T65" fmla="*/ 74 h 116"/>
              <a:gd name="T66" fmla="*/ 21 w 112"/>
              <a:gd name="T67" fmla="*/ 70 h 116"/>
              <a:gd name="T68" fmla="*/ 24 w 112"/>
              <a:gd name="T69" fmla="*/ 71 h 116"/>
              <a:gd name="T70" fmla="*/ 27 w 112"/>
              <a:gd name="T71" fmla="*/ 80 h 116"/>
              <a:gd name="T72" fmla="*/ 35 w 112"/>
              <a:gd name="T73" fmla="*/ 80 h 116"/>
              <a:gd name="T74" fmla="*/ 39 w 112"/>
              <a:gd name="T75" fmla="*/ 71 h 116"/>
              <a:gd name="T76" fmla="*/ 42 w 112"/>
              <a:gd name="T77" fmla="*/ 70 h 116"/>
              <a:gd name="T78" fmla="*/ 51 w 112"/>
              <a:gd name="T79" fmla="*/ 74 h 116"/>
              <a:gd name="T80" fmla="*/ 56 w 112"/>
              <a:gd name="T81" fmla="*/ 68 h 116"/>
              <a:gd name="T82" fmla="*/ 52 w 112"/>
              <a:gd name="T83" fmla="*/ 59 h 116"/>
              <a:gd name="T84" fmla="*/ 54 w 112"/>
              <a:gd name="T85" fmla="*/ 56 h 116"/>
              <a:gd name="T86" fmla="*/ 63 w 112"/>
              <a:gd name="T87" fmla="*/ 53 h 116"/>
              <a:gd name="T88" fmla="*/ 31 w 112"/>
              <a:gd name="T89" fmla="*/ 35 h 116"/>
              <a:gd name="T90" fmla="*/ 18 w 112"/>
              <a:gd name="T91" fmla="*/ 49 h 116"/>
              <a:gd name="T92" fmla="*/ 31 w 112"/>
              <a:gd name="T93" fmla="*/ 62 h 116"/>
              <a:gd name="T94" fmla="*/ 44 w 112"/>
              <a:gd name="T95" fmla="*/ 49 h 116"/>
              <a:gd name="T96" fmla="*/ 31 w 112"/>
              <a:gd name="T97" fmla="*/ 35 h 116"/>
              <a:gd name="T98" fmla="*/ 81 w 112"/>
              <a:gd name="T99" fmla="*/ 100 h 116"/>
              <a:gd name="T100" fmla="*/ 74 w 112"/>
              <a:gd name="T101" fmla="*/ 10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116">
                <a:moveTo>
                  <a:pt x="41" y="12"/>
                </a:moveTo>
                <a:cubicBezTo>
                  <a:pt x="104" y="0"/>
                  <a:pt x="98" y="47"/>
                  <a:pt x="98" y="47"/>
                </a:cubicBezTo>
                <a:cubicBezTo>
                  <a:pt x="112" y="75"/>
                  <a:pt x="112" y="75"/>
                  <a:pt x="112" y="75"/>
                </a:cubicBezTo>
                <a:cubicBezTo>
                  <a:pt x="100" y="75"/>
                  <a:pt x="100" y="75"/>
                  <a:pt x="100" y="75"/>
                </a:cubicBezTo>
                <a:cubicBezTo>
                  <a:pt x="100" y="94"/>
                  <a:pt x="100" y="94"/>
                  <a:pt x="100" y="94"/>
                </a:cubicBezTo>
                <a:cubicBezTo>
                  <a:pt x="100" y="97"/>
                  <a:pt x="98" y="100"/>
                  <a:pt x="94" y="100"/>
                </a:cubicBezTo>
                <a:cubicBezTo>
                  <a:pt x="81" y="100"/>
                  <a:pt x="81" y="100"/>
                  <a:pt x="81" y="100"/>
                </a:cubicBezTo>
                <a:cubicBezTo>
                  <a:pt x="81" y="116"/>
                  <a:pt x="81" y="116"/>
                  <a:pt x="81" y="116"/>
                </a:cubicBezTo>
                <a:moveTo>
                  <a:pt x="30" y="116"/>
                </a:moveTo>
                <a:cubicBezTo>
                  <a:pt x="30" y="99"/>
                  <a:pt x="30" y="99"/>
                  <a:pt x="30" y="99"/>
                </a:cubicBezTo>
                <a:cubicBezTo>
                  <a:pt x="24" y="88"/>
                  <a:pt x="24" y="88"/>
                  <a:pt x="24" y="88"/>
                </a:cubicBezTo>
                <a:moveTo>
                  <a:pt x="63" y="53"/>
                </a:moveTo>
                <a:cubicBezTo>
                  <a:pt x="63" y="45"/>
                  <a:pt x="63" y="45"/>
                  <a:pt x="63" y="45"/>
                </a:cubicBezTo>
                <a:cubicBezTo>
                  <a:pt x="54" y="41"/>
                  <a:pt x="54" y="41"/>
                  <a:pt x="54" y="41"/>
                </a:cubicBezTo>
                <a:cubicBezTo>
                  <a:pt x="53" y="40"/>
                  <a:pt x="53" y="39"/>
                  <a:pt x="52" y="38"/>
                </a:cubicBezTo>
                <a:cubicBezTo>
                  <a:pt x="56" y="29"/>
                  <a:pt x="56" y="29"/>
                  <a:pt x="56" y="29"/>
                </a:cubicBezTo>
                <a:cubicBezTo>
                  <a:pt x="51" y="24"/>
                  <a:pt x="51" y="24"/>
                  <a:pt x="51" y="24"/>
                </a:cubicBezTo>
                <a:cubicBezTo>
                  <a:pt x="42" y="27"/>
                  <a:pt x="42" y="27"/>
                  <a:pt x="42" y="27"/>
                </a:cubicBezTo>
                <a:cubicBezTo>
                  <a:pt x="41" y="27"/>
                  <a:pt x="40" y="27"/>
                  <a:pt x="39" y="26"/>
                </a:cubicBezTo>
                <a:cubicBezTo>
                  <a:pt x="35" y="17"/>
                  <a:pt x="35" y="17"/>
                  <a:pt x="35" y="17"/>
                </a:cubicBezTo>
                <a:cubicBezTo>
                  <a:pt x="27" y="17"/>
                  <a:pt x="27" y="17"/>
                  <a:pt x="27" y="17"/>
                </a:cubicBezTo>
                <a:cubicBezTo>
                  <a:pt x="24" y="26"/>
                  <a:pt x="24" y="26"/>
                  <a:pt x="24" y="26"/>
                </a:cubicBezTo>
                <a:cubicBezTo>
                  <a:pt x="23" y="27"/>
                  <a:pt x="22" y="27"/>
                  <a:pt x="21" y="27"/>
                </a:cubicBezTo>
                <a:cubicBezTo>
                  <a:pt x="12" y="24"/>
                  <a:pt x="12" y="24"/>
                  <a:pt x="12" y="24"/>
                </a:cubicBezTo>
                <a:cubicBezTo>
                  <a:pt x="6" y="29"/>
                  <a:pt x="6" y="29"/>
                  <a:pt x="6" y="29"/>
                </a:cubicBezTo>
                <a:cubicBezTo>
                  <a:pt x="10" y="38"/>
                  <a:pt x="10" y="38"/>
                  <a:pt x="10" y="38"/>
                </a:cubicBezTo>
                <a:cubicBezTo>
                  <a:pt x="9" y="39"/>
                  <a:pt x="9" y="40"/>
                  <a:pt x="9" y="41"/>
                </a:cubicBezTo>
                <a:cubicBezTo>
                  <a:pt x="0" y="45"/>
                  <a:pt x="0" y="45"/>
                  <a:pt x="0" y="45"/>
                </a:cubicBezTo>
                <a:cubicBezTo>
                  <a:pt x="0" y="53"/>
                  <a:pt x="0" y="53"/>
                  <a:pt x="0" y="53"/>
                </a:cubicBezTo>
                <a:cubicBezTo>
                  <a:pt x="9" y="56"/>
                  <a:pt x="9" y="56"/>
                  <a:pt x="9" y="56"/>
                </a:cubicBezTo>
                <a:cubicBezTo>
                  <a:pt x="9" y="57"/>
                  <a:pt x="9" y="58"/>
                  <a:pt x="10" y="59"/>
                </a:cubicBezTo>
                <a:cubicBezTo>
                  <a:pt x="6" y="68"/>
                  <a:pt x="6" y="68"/>
                  <a:pt x="6" y="68"/>
                </a:cubicBezTo>
                <a:cubicBezTo>
                  <a:pt x="12" y="74"/>
                  <a:pt x="12" y="74"/>
                  <a:pt x="12" y="74"/>
                </a:cubicBezTo>
                <a:cubicBezTo>
                  <a:pt x="21" y="70"/>
                  <a:pt x="21" y="70"/>
                  <a:pt x="21" y="70"/>
                </a:cubicBezTo>
                <a:cubicBezTo>
                  <a:pt x="22" y="70"/>
                  <a:pt x="23" y="71"/>
                  <a:pt x="24" y="71"/>
                </a:cubicBezTo>
                <a:cubicBezTo>
                  <a:pt x="27" y="80"/>
                  <a:pt x="27" y="80"/>
                  <a:pt x="27" y="80"/>
                </a:cubicBezTo>
                <a:cubicBezTo>
                  <a:pt x="35" y="80"/>
                  <a:pt x="35" y="80"/>
                  <a:pt x="35" y="80"/>
                </a:cubicBezTo>
                <a:cubicBezTo>
                  <a:pt x="39" y="71"/>
                  <a:pt x="39" y="71"/>
                  <a:pt x="39" y="71"/>
                </a:cubicBezTo>
                <a:cubicBezTo>
                  <a:pt x="40" y="71"/>
                  <a:pt x="41" y="70"/>
                  <a:pt x="42" y="70"/>
                </a:cubicBezTo>
                <a:cubicBezTo>
                  <a:pt x="51" y="74"/>
                  <a:pt x="51" y="74"/>
                  <a:pt x="51" y="74"/>
                </a:cubicBezTo>
                <a:cubicBezTo>
                  <a:pt x="56" y="68"/>
                  <a:pt x="56" y="68"/>
                  <a:pt x="56" y="68"/>
                </a:cubicBezTo>
                <a:cubicBezTo>
                  <a:pt x="52" y="59"/>
                  <a:pt x="52" y="59"/>
                  <a:pt x="52" y="59"/>
                </a:cubicBezTo>
                <a:cubicBezTo>
                  <a:pt x="53" y="58"/>
                  <a:pt x="53" y="57"/>
                  <a:pt x="54" y="56"/>
                </a:cubicBezTo>
                <a:lnTo>
                  <a:pt x="63" y="53"/>
                </a:lnTo>
                <a:close/>
                <a:moveTo>
                  <a:pt x="31" y="35"/>
                </a:moveTo>
                <a:cubicBezTo>
                  <a:pt x="24" y="35"/>
                  <a:pt x="18" y="41"/>
                  <a:pt x="18" y="49"/>
                </a:cubicBezTo>
                <a:cubicBezTo>
                  <a:pt x="18" y="56"/>
                  <a:pt x="24" y="62"/>
                  <a:pt x="31" y="62"/>
                </a:cubicBezTo>
                <a:cubicBezTo>
                  <a:pt x="38" y="62"/>
                  <a:pt x="44" y="56"/>
                  <a:pt x="44" y="49"/>
                </a:cubicBezTo>
                <a:cubicBezTo>
                  <a:pt x="44" y="41"/>
                  <a:pt x="38" y="35"/>
                  <a:pt x="31" y="35"/>
                </a:cubicBezTo>
                <a:close/>
                <a:moveTo>
                  <a:pt x="81" y="100"/>
                </a:moveTo>
                <a:cubicBezTo>
                  <a:pt x="74" y="100"/>
                  <a:pt x="74" y="100"/>
                  <a:pt x="74" y="100"/>
                </a:cubicBez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432745DC-2CE1-4D89-9F42-3C5026F238A3}"/>
              </a:ext>
            </a:extLst>
          </p:cNvPr>
          <p:cNvSpPr>
            <a:spLocks noEditPoints="1"/>
          </p:cNvSpPr>
          <p:nvPr/>
        </p:nvSpPr>
        <p:spPr bwMode="auto">
          <a:xfrm>
            <a:off x="4411663" y="2797175"/>
            <a:ext cx="479425" cy="381000"/>
          </a:xfrm>
          <a:custGeom>
            <a:avLst/>
            <a:gdLst>
              <a:gd name="T0" fmla="*/ 127 w 127"/>
              <a:gd name="T1" fmla="*/ 101 h 101"/>
              <a:gd name="T2" fmla="*/ 0 w 127"/>
              <a:gd name="T3" fmla="*/ 101 h 101"/>
              <a:gd name="T4" fmla="*/ 31 w 127"/>
              <a:gd name="T5" fmla="*/ 74 h 101"/>
              <a:gd name="T6" fmla="*/ 14 w 127"/>
              <a:gd name="T7" fmla="*/ 74 h 101"/>
              <a:gd name="T8" fmla="*/ 14 w 127"/>
              <a:gd name="T9" fmla="*/ 101 h 101"/>
              <a:gd name="T10" fmla="*/ 31 w 127"/>
              <a:gd name="T11" fmla="*/ 101 h 101"/>
              <a:gd name="T12" fmla="*/ 31 w 127"/>
              <a:gd name="T13" fmla="*/ 74 h 101"/>
              <a:gd name="T14" fmla="*/ 58 w 127"/>
              <a:gd name="T15" fmla="*/ 47 h 101"/>
              <a:gd name="T16" fmla="*/ 41 w 127"/>
              <a:gd name="T17" fmla="*/ 47 h 101"/>
              <a:gd name="T18" fmla="*/ 41 w 127"/>
              <a:gd name="T19" fmla="*/ 101 h 101"/>
              <a:gd name="T20" fmla="*/ 58 w 127"/>
              <a:gd name="T21" fmla="*/ 101 h 101"/>
              <a:gd name="T22" fmla="*/ 58 w 127"/>
              <a:gd name="T23" fmla="*/ 47 h 101"/>
              <a:gd name="T24" fmla="*/ 85 w 127"/>
              <a:gd name="T25" fmla="*/ 58 h 101"/>
              <a:gd name="T26" fmla="*/ 68 w 127"/>
              <a:gd name="T27" fmla="*/ 58 h 101"/>
              <a:gd name="T28" fmla="*/ 68 w 127"/>
              <a:gd name="T29" fmla="*/ 101 h 101"/>
              <a:gd name="T30" fmla="*/ 85 w 127"/>
              <a:gd name="T31" fmla="*/ 101 h 101"/>
              <a:gd name="T32" fmla="*/ 85 w 127"/>
              <a:gd name="T33" fmla="*/ 58 h 101"/>
              <a:gd name="T34" fmla="*/ 113 w 127"/>
              <a:gd name="T35" fmla="*/ 31 h 101"/>
              <a:gd name="T36" fmla="*/ 95 w 127"/>
              <a:gd name="T37" fmla="*/ 31 h 101"/>
              <a:gd name="T38" fmla="*/ 95 w 127"/>
              <a:gd name="T39" fmla="*/ 101 h 101"/>
              <a:gd name="T40" fmla="*/ 113 w 127"/>
              <a:gd name="T41" fmla="*/ 101 h 101"/>
              <a:gd name="T42" fmla="*/ 113 w 127"/>
              <a:gd name="T43" fmla="*/ 31 h 101"/>
              <a:gd name="T44" fmla="*/ 22 w 127"/>
              <a:gd name="T45" fmla="*/ 44 h 101"/>
              <a:gd name="T46" fmla="*/ 18 w 127"/>
              <a:gd name="T47" fmla="*/ 49 h 101"/>
              <a:gd name="T48" fmla="*/ 22 w 127"/>
              <a:gd name="T49" fmla="*/ 54 h 101"/>
              <a:gd name="T50" fmla="*/ 27 w 127"/>
              <a:gd name="T51" fmla="*/ 49 h 101"/>
              <a:gd name="T52" fmla="*/ 22 w 127"/>
              <a:gd name="T53" fmla="*/ 44 h 101"/>
              <a:gd name="T54" fmla="*/ 50 w 127"/>
              <a:gd name="T55" fmla="*/ 18 h 101"/>
              <a:gd name="T56" fmla="*/ 45 w 127"/>
              <a:gd name="T57" fmla="*/ 23 h 101"/>
              <a:gd name="T58" fmla="*/ 50 w 127"/>
              <a:gd name="T59" fmla="*/ 28 h 101"/>
              <a:gd name="T60" fmla="*/ 55 w 127"/>
              <a:gd name="T61" fmla="*/ 23 h 101"/>
              <a:gd name="T62" fmla="*/ 50 w 127"/>
              <a:gd name="T63" fmla="*/ 18 h 101"/>
              <a:gd name="T64" fmla="*/ 77 w 127"/>
              <a:gd name="T65" fmla="*/ 31 h 101"/>
              <a:gd name="T66" fmla="*/ 72 w 127"/>
              <a:gd name="T67" fmla="*/ 36 h 101"/>
              <a:gd name="T68" fmla="*/ 77 w 127"/>
              <a:gd name="T69" fmla="*/ 41 h 101"/>
              <a:gd name="T70" fmla="*/ 82 w 127"/>
              <a:gd name="T71" fmla="*/ 36 h 101"/>
              <a:gd name="T72" fmla="*/ 77 w 127"/>
              <a:gd name="T73" fmla="*/ 31 h 101"/>
              <a:gd name="T74" fmla="*/ 104 w 127"/>
              <a:gd name="T75" fmla="*/ 0 h 101"/>
              <a:gd name="T76" fmla="*/ 99 w 127"/>
              <a:gd name="T77" fmla="*/ 5 h 101"/>
              <a:gd name="T78" fmla="*/ 104 w 127"/>
              <a:gd name="T79" fmla="*/ 10 h 101"/>
              <a:gd name="T80" fmla="*/ 109 w 127"/>
              <a:gd name="T81" fmla="*/ 5 h 101"/>
              <a:gd name="T82" fmla="*/ 104 w 127"/>
              <a:gd name="T83" fmla="*/ 0 h 101"/>
              <a:gd name="T84" fmla="*/ 80 w 127"/>
              <a:gd name="T85" fmla="*/ 32 h 101"/>
              <a:gd name="T86" fmla="*/ 101 w 127"/>
              <a:gd name="T87" fmla="*/ 9 h 101"/>
              <a:gd name="T88" fmla="*/ 54 w 127"/>
              <a:gd name="T89" fmla="*/ 25 h 101"/>
              <a:gd name="T90" fmla="*/ 72 w 127"/>
              <a:gd name="T91" fmla="*/ 34 h 101"/>
              <a:gd name="T92" fmla="*/ 46 w 127"/>
              <a:gd name="T93" fmla="*/ 26 h 101"/>
              <a:gd name="T94" fmla="*/ 26 w 127"/>
              <a:gd name="T9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1">
                <a:moveTo>
                  <a:pt x="127" y="101"/>
                </a:moveTo>
                <a:cubicBezTo>
                  <a:pt x="0" y="101"/>
                  <a:pt x="0" y="101"/>
                  <a:pt x="0" y="101"/>
                </a:cubicBezTo>
                <a:moveTo>
                  <a:pt x="31" y="74"/>
                </a:moveTo>
                <a:cubicBezTo>
                  <a:pt x="14" y="74"/>
                  <a:pt x="14" y="74"/>
                  <a:pt x="14" y="74"/>
                </a:cubicBezTo>
                <a:cubicBezTo>
                  <a:pt x="14" y="101"/>
                  <a:pt x="14" y="101"/>
                  <a:pt x="14" y="101"/>
                </a:cubicBezTo>
                <a:cubicBezTo>
                  <a:pt x="31" y="101"/>
                  <a:pt x="31" y="101"/>
                  <a:pt x="31" y="101"/>
                </a:cubicBezTo>
                <a:lnTo>
                  <a:pt x="31" y="74"/>
                </a:lnTo>
                <a:close/>
                <a:moveTo>
                  <a:pt x="58" y="47"/>
                </a:moveTo>
                <a:cubicBezTo>
                  <a:pt x="41" y="47"/>
                  <a:pt x="41" y="47"/>
                  <a:pt x="41" y="47"/>
                </a:cubicBezTo>
                <a:cubicBezTo>
                  <a:pt x="41" y="101"/>
                  <a:pt x="41" y="101"/>
                  <a:pt x="41" y="101"/>
                </a:cubicBezTo>
                <a:cubicBezTo>
                  <a:pt x="58" y="101"/>
                  <a:pt x="58" y="101"/>
                  <a:pt x="58" y="101"/>
                </a:cubicBezTo>
                <a:lnTo>
                  <a:pt x="58" y="47"/>
                </a:lnTo>
                <a:close/>
                <a:moveTo>
                  <a:pt x="85" y="58"/>
                </a:moveTo>
                <a:cubicBezTo>
                  <a:pt x="68" y="58"/>
                  <a:pt x="68" y="58"/>
                  <a:pt x="68" y="58"/>
                </a:cubicBezTo>
                <a:cubicBezTo>
                  <a:pt x="68" y="101"/>
                  <a:pt x="68" y="101"/>
                  <a:pt x="68" y="101"/>
                </a:cubicBezTo>
                <a:cubicBezTo>
                  <a:pt x="85" y="101"/>
                  <a:pt x="85" y="101"/>
                  <a:pt x="85" y="101"/>
                </a:cubicBezTo>
                <a:lnTo>
                  <a:pt x="85" y="58"/>
                </a:lnTo>
                <a:close/>
                <a:moveTo>
                  <a:pt x="113" y="31"/>
                </a:moveTo>
                <a:cubicBezTo>
                  <a:pt x="95" y="31"/>
                  <a:pt x="95" y="31"/>
                  <a:pt x="95" y="31"/>
                </a:cubicBezTo>
                <a:cubicBezTo>
                  <a:pt x="95" y="101"/>
                  <a:pt x="95" y="101"/>
                  <a:pt x="95" y="101"/>
                </a:cubicBezTo>
                <a:cubicBezTo>
                  <a:pt x="113" y="101"/>
                  <a:pt x="113" y="101"/>
                  <a:pt x="113" y="101"/>
                </a:cubicBezTo>
                <a:lnTo>
                  <a:pt x="113" y="31"/>
                </a:lnTo>
                <a:close/>
                <a:moveTo>
                  <a:pt x="22" y="44"/>
                </a:moveTo>
                <a:cubicBezTo>
                  <a:pt x="20" y="44"/>
                  <a:pt x="18" y="46"/>
                  <a:pt x="18" y="49"/>
                </a:cubicBezTo>
                <a:cubicBezTo>
                  <a:pt x="18" y="52"/>
                  <a:pt x="20" y="54"/>
                  <a:pt x="22" y="54"/>
                </a:cubicBezTo>
                <a:cubicBezTo>
                  <a:pt x="25" y="54"/>
                  <a:pt x="27" y="52"/>
                  <a:pt x="27" y="49"/>
                </a:cubicBezTo>
                <a:cubicBezTo>
                  <a:pt x="27" y="46"/>
                  <a:pt x="25" y="44"/>
                  <a:pt x="22" y="44"/>
                </a:cubicBezTo>
                <a:close/>
                <a:moveTo>
                  <a:pt x="50" y="18"/>
                </a:moveTo>
                <a:cubicBezTo>
                  <a:pt x="47" y="18"/>
                  <a:pt x="45" y="20"/>
                  <a:pt x="45" y="23"/>
                </a:cubicBezTo>
                <a:cubicBezTo>
                  <a:pt x="45" y="26"/>
                  <a:pt x="47" y="28"/>
                  <a:pt x="50" y="28"/>
                </a:cubicBezTo>
                <a:cubicBezTo>
                  <a:pt x="52" y="28"/>
                  <a:pt x="55" y="26"/>
                  <a:pt x="55" y="23"/>
                </a:cubicBezTo>
                <a:cubicBezTo>
                  <a:pt x="55" y="20"/>
                  <a:pt x="52" y="18"/>
                  <a:pt x="50" y="18"/>
                </a:cubicBezTo>
                <a:close/>
                <a:moveTo>
                  <a:pt x="77" y="31"/>
                </a:moveTo>
                <a:cubicBezTo>
                  <a:pt x="74" y="31"/>
                  <a:pt x="72" y="33"/>
                  <a:pt x="72" y="36"/>
                </a:cubicBezTo>
                <a:cubicBezTo>
                  <a:pt x="72" y="39"/>
                  <a:pt x="74" y="41"/>
                  <a:pt x="77" y="41"/>
                </a:cubicBezTo>
                <a:cubicBezTo>
                  <a:pt x="80" y="41"/>
                  <a:pt x="82" y="39"/>
                  <a:pt x="82" y="36"/>
                </a:cubicBezTo>
                <a:cubicBezTo>
                  <a:pt x="82" y="33"/>
                  <a:pt x="80" y="31"/>
                  <a:pt x="77" y="31"/>
                </a:cubicBezTo>
                <a:close/>
                <a:moveTo>
                  <a:pt x="104" y="0"/>
                </a:moveTo>
                <a:cubicBezTo>
                  <a:pt x="101" y="0"/>
                  <a:pt x="99" y="2"/>
                  <a:pt x="99" y="5"/>
                </a:cubicBezTo>
                <a:cubicBezTo>
                  <a:pt x="99" y="8"/>
                  <a:pt x="101" y="10"/>
                  <a:pt x="104" y="10"/>
                </a:cubicBezTo>
                <a:cubicBezTo>
                  <a:pt x="107" y="10"/>
                  <a:pt x="109" y="8"/>
                  <a:pt x="109" y="5"/>
                </a:cubicBezTo>
                <a:cubicBezTo>
                  <a:pt x="109" y="2"/>
                  <a:pt x="107" y="0"/>
                  <a:pt x="104" y="0"/>
                </a:cubicBezTo>
                <a:close/>
                <a:moveTo>
                  <a:pt x="80" y="32"/>
                </a:moveTo>
                <a:cubicBezTo>
                  <a:pt x="101" y="9"/>
                  <a:pt x="101" y="9"/>
                  <a:pt x="101" y="9"/>
                </a:cubicBezTo>
                <a:moveTo>
                  <a:pt x="54" y="25"/>
                </a:moveTo>
                <a:cubicBezTo>
                  <a:pt x="72" y="34"/>
                  <a:pt x="72" y="34"/>
                  <a:pt x="72" y="34"/>
                </a:cubicBezTo>
                <a:moveTo>
                  <a:pt x="46" y="26"/>
                </a:moveTo>
                <a:cubicBezTo>
                  <a:pt x="26" y="45"/>
                  <a:pt x="26" y="45"/>
                  <a:pt x="26" y="45"/>
                </a:cubicBez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5291BBFA-3DEA-4830-B878-80C0BC7B9B5A}"/>
              </a:ext>
            </a:extLst>
          </p:cNvPr>
          <p:cNvSpPr>
            <a:spLocks noEditPoints="1"/>
          </p:cNvSpPr>
          <p:nvPr/>
        </p:nvSpPr>
        <p:spPr bwMode="auto">
          <a:xfrm>
            <a:off x="7462838" y="2035175"/>
            <a:ext cx="528638" cy="298450"/>
          </a:xfrm>
          <a:custGeom>
            <a:avLst/>
            <a:gdLst>
              <a:gd name="T0" fmla="*/ 33 w 140"/>
              <a:gd name="T1" fmla="*/ 65 h 79"/>
              <a:gd name="T2" fmla="*/ 33 w 140"/>
              <a:gd name="T3" fmla="*/ 59 h 79"/>
              <a:gd name="T4" fmla="*/ 40 w 140"/>
              <a:gd name="T5" fmla="*/ 51 h 79"/>
              <a:gd name="T6" fmla="*/ 45 w 140"/>
              <a:gd name="T7" fmla="*/ 55 h 79"/>
              <a:gd name="T8" fmla="*/ 39 w 140"/>
              <a:gd name="T9" fmla="*/ 64 h 79"/>
              <a:gd name="T10" fmla="*/ 85 w 140"/>
              <a:gd name="T11" fmla="*/ 58 h 79"/>
              <a:gd name="T12" fmla="*/ 102 w 140"/>
              <a:gd name="T13" fmla="*/ 65 h 79"/>
              <a:gd name="T14" fmla="*/ 103 w 140"/>
              <a:gd name="T15" fmla="*/ 58 h 79"/>
              <a:gd name="T16" fmla="*/ 86 w 140"/>
              <a:gd name="T17" fmla="*/ 70 h 79"/>
              <a:gd name="T18" fmla="*/ 93 w 140"/>
              <a:gd name="T19" fmla="*/ 71 h 79"/>
              <a:gd name="T20" fmla="*/ 95 w 140"/>
              <a:gd name="T21" fmla="*/ 65 h 79"/>
              <a:gd name="T22" fmla="*/ 76 w 140"/>
              <a:gd name="T23" fmla="*/ 76 h 79"/>
              <a:gd name="T24" fmla="*/ 84 w 140"/>
              <a:gd name="T25" fmla="*/ 76 h 79"/>
              <a:gd name="T26" fmla="*/ 86 w 140"/>
              <a:gd name="T27" fmla="*/ 71 h 79"/>
              <a:gd name="T28" fmla="*/ 65 w 140"/>
              <a:gd name="T29" fmla="*/ 78 h 79"/>
              <a:gd name="T30" fmla="*/ 74 w 140"/>
              <a:gd name="T31" fmla="*/ 77 h 79"/>
              <a:gd name="T32" fmla="*/ 44 w 140"/>
              <a:gd name="T33" fmla="*/ 71 h 79"/>
              <a:gd name="T34" fmla="*/ 54 w 140"/>
              <a:gd name="T35" fmla="*/ 54 h 79"/>
              <a:gd name="T36" fmla="*/ 48 w 140"/>
              <a:gd name="T37" fmla="*/ 54 h 79"/>
              <a:gd name="T38" fmla="*/ 38 w 140"/>
              <a:gd name="T39" fmla="*/ 71 h 79"/>
              <a:gd name="T40" fmla="*/ 44 w 140"/>
              <a:gd name="T41" fmla="*/ 71 h 79"/>
              <a:gd name="T42" fmla="*/ 61 w 140"/>
              <a:gd name="T43" fmla="*/ 65 h 79"/>
              <a:gd name="T44" fmla="*/ 57 w 140"/>
              <a:gd name="T45" fmla="*/ 58 h 79"/>
              <a:gd name="T46" fmla="*/ 46 w 140"/>
              <a:gd name="T47" fmla="*/ 69 h 79"/>
              <a:gd name="T48" fmla="*/ 50 w 140"/>
              <a:gd name="T49" fmla="*/ 76 h 79"/>
              <a:gd name="T50" fmla="*/ 65 w 140"/>
              <a:gd name="T51" fmla="*/ 73 h 79"/>
              <a:gd name="T52" fmla="*/ 65 w 140"/>
              <a:gd name="T53" fmla="*/ 66 h 79"/>
              <a:gd name="T54" fmla="*/ 59 w 140"/>
              <a:gd name="T55" fmla="*/ 66 h 79"/>
              <a:gd name="T56" fmla="*/ 55 w 140"/>
              <a:gd name="T57" fmla="*/ 78 h 79"/>
              <a:gd name="T58" fmla="*/ 61 w 140"/>
              <a:gd name="T59" fmla="*/ 78 h 79"/>
              <a:gd name="T60" fmla="*/ 120 w 140"/>
              <a:gd name="T61" fmla="*/ 1 h 79"/>
              <a:gd name="T62" fmla="*/ 116 w 140"/>
              <a:gd name="T63" fmla="*/ 48 h 79"/>
              <a:gd name="T64" fmla="*/ 140 w 140"/>
              <a:gd name="T65" fmla="*/ 38 h 79"/>
              <a:gd name="T66" fmla="*/ 76 w 140"/>
              <a:gd name="T67" fmla="*/ 21 h 79"/>
              <a:gd name="T68" fmla="*/ 69 w 140"/>
              <a:gd name="T69" fmla="*/ 21 h 79"/>
              <a:gd name="T70" fmla="*/ 48 w 140"/>
              <a:gd name="T71" fmla="*/ 31 h 79"/>
              <a:gd name="T72" fmla="*/ 66 w 140"/>
              <a:gd name="T73" fmla="*/ 36 h 79"/>
              <a:gd name="T74" fmla="*/ 103 w 140"/>
              <a:gd name="T75" fmla="*/ 58 h 79"/>
              <a:gd name="T76" fmla="*/ 109 w 140"/>
              <a:gd name="T77" fmla="*/ 50 h 79"/>
              <a:gd name="T78" fmla="*/ 103 w 140"/>
              <a:gd name="T79" fmla="*/ 58 h 79"/>
              <a:gd name="T80" fmla="*/ 35 w 140"/>
              <a:gd name="T81" fmla="*/ 56 h 79"/>
              <a:gd name="T82" fmla="*/ 20 w 140"/>
              <a:gd name="T83" fmla="*/ 53 h 79"/>
              <a:gd name="T84" fmla="*/ 29 w 140"/>
              <a:gd name="T85" fmla="*/ 0 h 79"/>
              <a:gd name="T86" fmla="*/ 34 w 140"/>
              <a:gd name="T87" fmla="*/ 58 h 79"/>
              <a:gd name="T88" fmla="*/ 46 w 140"/>
              <a:gd name="T89" fmla="*/ 2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79">
                <a:moveTo>
                  <a:pt x="36" y="66"/>
                </a:moveTo>
                <a:cubicBezTo>
                  <a:pt x="35" y="66"/>
                  <a:pt x="34" y="66"/>
                  <a:pt x="33" y="65"/>
                </a:cubicBezTo>
                <a:cubicBezTo>
                  <a:pt x="32" y="64"/>
                  <a:pt x="32" y="63"/>
                  <a:pt x="31" y="62"/>
                </a:cubicBezTo>
                <a:cubicBezTo>
                  <a:pt x="31" y="61"/>
                  <a:pt x="32" y="60"/>
                  <a:pt x="33" y="59"/>
                </a:cubicBezTo>
                <a:cubicBezTo>
                  <a:pt x="38" y="53"/>
                  <a:pt x="38" y="53"/>
                  <a:pt x="38" y="53"/>
                </a:cubicBezTo>
                <a:cubicBezTo>
                  <a:pt x="39" y="52"/>
                  <a:pt x="40" y="51"/>
                  <a:pt x="40" y="51"/>
                </a:cubicBezTo>
                <a:cubicBezTo>
                  <a:pt x="42" y="51"/>
                  <a:pt x="43" y="52"/>
                  <a:pt x="44" y="52"/>
                </a:cubicBezTo>
                <a:cubicBezTo>
                  <a:pt x="45" y="53"/>
                  <a:pt x="45" y="54"/>
                  <a:pt x="45" y="55"/>
                </a:cubicBezTo>
                <a:cubicBezTo>
                  <a:pt x="45" y="56"/>
                  <a:pt x="45" y="57"/>
                  <a:pt x="44" y="58"/>
                </a:cubicBezTo>
                <a:cubicBezTo>
                  <a:pt x="39" y="64"/>
                  <a:pt x="39" y="64"/>
                  <a:pt x="39" y="64"/>
                </a:cubicBezTo>
                <a:cubicBezTo>
                  <a:pt x="38" y="65"/>
                  <a:pt x="37" y="66"/>
                  <a:pt x="36" y="66"/>
                </a:cubicBezTo>
                <a:close/>
                <a:moveTo>
                  <a:pt x="85" y="58"/>
                </a:moveTo>
                <a:cubicBezTo>
                  <a:pt x="85" y="58"/>
                  <a:pt x="95" y="66"/>
                  <a:pt x="98" y="66"/>
                </a:cubicBezTo>
                <a:cubicBezTo>
                  <a:pt x="100" y="67"/>
                  <a:pt x="101" y="66"/>
                  <a:pt x="102" y="65"/>
                </a:cubicBezTo>
                <a:cubicBezTo>
                  <a:pt x="103" y="64"/>
                  <a:pt x="104" y="62"/>
                  <a:pt x="104" y="61"/>
                </a:cubicBezTo>
                <a:cubicBezTo>
                  <a:pt x="104" y="59"/>
                  <a:pt x="103" y="58"/>
                  <a:pt x="103" y="58"/>
                </a:cubicBezTo>
                <a:moveTo>
                  <a:pt x="77" y="63"/>
                </a:moveTo>
                <a:cubicBezTo>
                  <a:pt x="86" y="70"/>
                  <a:pt x="86" y="70"/>
                  <a:pt x="86" y="70"/>
                </a:cubicBezTo>
                <a:cubicBezTo>
                  <a:pt x="87" y="72"/>
                  <a:pt x="88" y="72"/>
                  <a:pt x="89" y="72"/>
                </a:cubicBezTo>
                <a:cubicBezTo>
                  <a:pt x="91" y="72"/>
                  <a:pt x="92" y="72"/>
                  <a:pt x="93" y="71"/>
                </a:cubicBezTo>
                <a:cubicBezTo>
                  <a:pt x="95" y="70"/>
                  <a:pt x="95" y="68"/>
                  <a:pt x="95" y="67"/>
                </a:cubicBezTo>
                <a:cubicBezTo>
                  <a:pt x="95" y="66"/>
                  <a:pt x="95" y="65"/>
                  <a:pt x="95" y="65"/>
                </a:cubicBezTo>
                <a:moveTo>
                  <a:pt x="72" y="72"/>
                </a:moveTo>
                <a:cubicBezTo>
                  <a:pt x="76" y="76"/>
                  <a:pt x="76" y="76"/>
                  <a:pt x="76" y="76"/>
                </a:cubicBezTo>
                <a:cubicBezTo>
                  <a:pt x="77" y="77"/>
                  <a:pt x="78" y="78"/>
                  <a:pt x="80" y="78"/>
                </a:cubicBezTo>
                <a:cubicBezTo>
                  <a:pt x="81" y="78"/>
                  <a:pt x="83" y="77"/>
                  <a:pt x="84" y="76"/>
                </a:cubicBezTo>
                <a:cubicBezTo>
                  <a:pt x="85" y="75"/>
                  <a:pt x="86" y="74"/>
                  <a:pt x="86" y="72"/>
                </a:cubicBezTo>
                <a:cubicBezTo>
                  <a:pt x="86" y="72"/>
                  <a:pt x="86" y="71"/>
                  <a:pt x="86" y="71"/>
                </a:cubicBezTo>
                <a:moveTo>
                  <a:pt x="62" y="76"/>
                </a:moveTo>
                <a:cubicBezTo>
                  <a:pt x="65" y="78"/>
                  <a:pt x="65" y="78"/>
                  <a:pt x="65" y="78"/>
                </a:cubicBezTo>
                <a:cubicBezTo>
                  <a:pt x="66" y="78"/>
                  <a:pt x="68" y="78"/>
                  <a:pt x="70" y="78"/>
                </a:cubicBezTo>
                <a:cubicBezTo>
                  <a:pt x="72" y="78"/>
                  <a:pt x="73" y="78"/>
                  <a:pt x="74" y="77"/>
                </a:cubicBezTo>
                <a:cubicBezTo>
                  <a:pt x="75" y="76"/>
                  <a:pt x="75" y="76"/>
                  <a:pt x="76" y="75"/>
                </a:cubicBezTo>
                <a:moveTo>
                  <a:pt x="44" y="71"/>
                </a:moveTo>
                <a:cubicBezTo>
                  <a:pt x="54" y="60"/>
                  <a:pt x="54" y="60"/>
                  <a:pt x="54" y="60"/>
                </a:cubicBezTo>
                <a:cubicBezTo>
                  <a:pt x="56" y="58"/>
                  <a:pt x="55" y="56"/>
                  <a:pt x="54" y="54"/>
                </a:cubicBezTo>
                <a:cubicBezTo>
                  <a:pt x="53" y="53"/>
                  <a:pt x="52" y="53"/>
                  <a:pt x="50" y="53"/>
                </a:cubicBezTo>
                <a:cubicBezTo>
                  <a:pt x="49" y="53"/>
                  <a:pt x="48" y="54"/>
                  <a:pt x="48" y="54"/>
                </a:cubicBezTo>
                <a:cubicBezTo>
                  <a:pt x="38" y="65"/>
                  <a:pt x="38" y="65"/>
                  <a:pt x="38" y="65"/>
                </a:cubicBezTo>
                <a:cubicBezTo>
                  <a:pt x="37" y="67"/>
                  <a:pt x="37" y="69"/>
                  <a:pt x="38" y="71"/>
                </a:cubicBezTo>
                <a:cubicBezTo>
                  <a:pt x="39" y="72"/>
                  <a:pt x="41" y="72"/>
                  <a:pt x="42" y="72"/>
                </a:cubicBezTo>
                <a:cubicBezTo>
                  <a:pt x="43" y="72"/>
                  <a:pt x="44" y="71"/>
                  <a:pt x="44" y="71"/>
                </a:cubicBezTo>
                <a:close/>
                <a:moveTo>
                  <a:pt x="52" y="74"/>
                </a:moveTo>
                <a:cubicBezTo>
                  <a:pt x="61" y="65"/>
                  <a:pt x="61" y="65"/>
                  <a:pt x="61" y="65"/>
                </a:cubicBezTo>
                <a:cubicBezTo>
                  <a:pt x="63" y="63"/>
                  <a:pt x="63" y="60"/>
                  <a:pt x="61" y="59"/>
                </a:cubicBezTo>
                <a:cubicBezTo>
                  <a:pt x="60" y="58"/>
                  <a:pt x="59" y="57"/>
                  <a:pt x="57" y="58"/>
                </a:cubicBezTo>
                <a:cubicBezTo>
                  <a:pt x="56" y="58"/>
                  <a:pt x="56" y="58"/>
                  <a:pt x="55" y="59"/>
                </a:cubicBezTo>
                <a:cubicBezTo>
                  <a:pt x="46" y="69"/>
                  <a:pt x="46" y="69"/>
                  <a:pt x="46" y="69"/>
                </a:cubicBezTo>
                <a:cubicBezTo>
                  <a:pt x="45" y="71"/>
                  <a:pt x="45" y="73"/>
                  <a:pt x="46" y="75"/>
                </a:cubicBezTo>
                <a:cubicBezTo>
                  <a:pt x="47" y="76"/>
                  <a:pt x="49" y="76"/>
                  <a:pt x="50" y="76"/>
                </a:cubicBezTo>
                <a:cubicBezTo>
                  <a:pt x="51" y="76"/>
                  <a:pt x="52" y="75"/>
                  <a:pt x="52" y="74"/>
                </a:cubicBezTo>
                <a:close/>
                <a:moveTo>
                  <a:pt x="65" y="73"/>
                </a:moveTo>
                <a:cubicBezTo>
                  <a:pt x="66" y="72"/>
                  <a:pt x="66" y="72"/>
                  <a:pt x="66" y="72"/>
                </a:cubicBezTo>
                <a:cubicBezTo>
                  <a:pt x="67" y="70"/>
                  <a:pt x="67" y="68"/>
                  <a:pt x="65" y="66"/>
                </a:cubicBezTo>
                <a:cubicBezTo>
                  <a:pt x="64" y="65"/>
                  <a:pt x="63" y="65"/>
                  <a:pt x="62" y="65"/>
                </a:cubicBezTo>
                <a:cubicBezTo>
                  <a:pt x="61" y="65"/>
                  <a:pt x="60" y="66"/>
                  <a:pt x="59" y="66"/>
                </a:cubicBezTo>
                <a:cubicBezTo>
                  <a:pt x="54" y="72"/>
                  <a:pt x="54" y="72"/>
                  <a:pt x="54" y="72"/>
                </a:cubicBezTo>
                <a:cubicBezTo>
                  <a:pt x="53" y="74"/>
                  <a:pt x="53" y="77"/>
                  <a:pt x="55" y="78"/>
                </a:cubicBezTo>
                <a:cubicBezTo>
                  <a:pt x="56" y="79"/>
                  <a:pt x="57" y="79"/>
                  <a:pt x="58" y="79"/>
                </a:cubicBezTo>
                <a:cubicBezTo>
                  <a:pt x="59" y="79"/>
                  <a:pt x="60" y="79"/>
                  <a:pt x="61" y="78"/>
                </a:cubicBezTo>
                <a:lnTo>
                  <a:pt x="65" y="73"/>
                </a:lnTo>
                <a:close/>
                <a:moveTo>
                  <a:pt x="120" y="1"/>
                </a:moveTo>
                <a:cubicBezTo>
                  <a:pt x="111" y="5"/>
                  <a:pt x="98" y="12"/>
                  <a:pt x="96" y="13"/>
                </a:cubicBezTo>
                <a:cubicBezTo>
                  <a:pt x="98" y="16"/>
                  <a:pt x="106" y="30"/>
                  <a:pt x="116" y="48"/>
                </a:cubicBezTo>
                <a:cubicBezTo>
                  <a:pt x="118" y="50"/>
                  <a:pt x="118" y="50"/>
                  <a:pt x="118" y="50"/>
                </a:cubicBezTo>
                <a:cubicBezTo>
                  <a:pt x="140" y="38"/>
                  <a:pt x="140" y="38"/>
                  <a:pt x="140" y="38"/>
                </a:cubicBezTo>
                <a:moveTo>
                  <a:pt x="99" y="18"/>
                </a:moveTo>
                <a:cubicBezTo>
                  <a:pt x="88" y="14"/>
                  <a:pt x="82" y="21"/>
                  <a:pt x="76" y="21"/>
                </a:cubicBezTo>
                <a:cubicBezTo>
                  <a:pt x="73" y="21"/>
                  <a:pt x="71" y="21"/>
                  <a:pt x="69" y="21"/>
                </a:cubicBezTo>
                <a:cubicBezTo>
                  <a:pt x="69" y="21"/>
                  <a:pt x="69" y="21"/>
                  <a:pt x="69" y="21"/>
                </a:cubicBezTo>
                <a:cubicBezTo>
                  <a:pt x="68" y="21"/>
                  <a:pt x="68" y="21"/>
                  <a:pt x="67" y="21"/>
                </a:cubicBezTo>
                <a:cubicBezTo>
                  <a:pt x="48" y="31"/>
                  <a:pt x="48" y="31"/>
                  <a:pt x="48" y="31"/>
                </a:cubicBezTo>
                <a:cubicBezTo>
                  <a:pt x="39" y="36"/>
                  <a:pt x="48" y="42"/>
                  <a:pt x="51" y="41"/>
                </a:cubicBezTo>
                <a:cubicBezTo>
                  <a:pt x="54" y="41"/>
                  <a:pt x="61" y="38"/>
                  <a:pt x="66" y="36"/>
                </a:cubicBezTo>
                <a:cubicBezTo>
                  <a:pt x="69" y="34"/>
                  <a:pt x="73" y="35"/>
                  <a:pt x="76" y="37"/>
                </a:cubicBezTo>
                <a:cubicBezTo>
                  <a:pt x="84" y="43"/>
                  <a:pt x="101" y="56"/>
                  <a:pt x="103" y="58"/>
                </a:cubicBezTo>
                <a:moveTo>
                  <a:pt x="115" y="46"/>
                </a:moveTo>
                <a:cubicBezTo>
                  <a:pt x="114" y="46"/>
                  <a:pt x="110" y="49"/>
                  <a:pt x="109" y="50"/>
                </a:cubicBezTo>
                <a:cubicBezTo>
                  <a:pt x="108" y="50"/>
                  <a:pt x="108" y="51"/>
                  <a:pt x="107" y="52"/>
                </a:cubicBezTo>
                <a:cubicBezTo>
                  <a:pt x="106" y="54"/>
                  <a:pt x="104" y="57"/>
                  <a:pt x="103" y="58"/>
                </a:cubicBezTo>
                <a:moveTo>
                  <a:pt x="35" y="56"/>
                </a:moveTo>
                <a:cubicBezTo>
                  <a:pt x="35" y="56"/>
                  <a:pt x="35" y="56"/>
                  <a:pt x="35" y="56"/>
                </a:cubicBezTo>
                <a:moveTo>
                  <a:pt x="0" y="36"/>
                </a:moveTo>
                <a:cubicBezTo>
                  <a:pt x="20" y="53"/>
                  <a:pt x="20" y="53"/>
                  <a:pt x="20" y="53"/>
                </a:cubicBezTo>
                <a:cubicBezTo>
                  <a:pt x="49" y="17"/>
                  <a:pt x="49" y="17"/>
                  <a:pt x="49" y="17"/>
                </a:cubicBezTo>
                <a:cubicBezTo>
                  <a:pt x="29" y="0"/>
                  <a:pt x="29" y="0"/>
                  <a:pt x="29" y="0"/>
                </a:cubicBezTo>
                <a:moveTo>
                  <a:pt x="22" y="50"/>
                </a:moveTo>
                <a:cubicBezTo>
                  <a:pt x="28" y="54"/>
                  <a:pt x="34" y="58"/>
                  <a:pt x="34" y="58"/>
                </a:cubicBezTo>
                <a:moveTo>
                  <a:pt x="60" y="25"/>
                </a:moveTo>
                <a:cubicBezTo>
                  <a:pt x="58" y="23"/>
                  <a:pt x="51" y="21"/>
                  <a:pt x="46" y="20"/>
                </a:cubicBezTo>
              </a:path>
            </a:pathLst>
          </a:custGeom>
          <a:noFill/>
          <a:ln w="15875"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Text Placeholder 33">
            <a:extLst>
              <a:ext uri="{FF2B5EF4-FFF2-40B4-BE49-F238E27FC236}">
                <a16:creationId xmlns:a16="http://schemas.microsoft.com/office/drawing/2014/main" id="{1E9DE358-E135-42E0-9E73-EF7E222A98BB}"/>
              </a:ext>
            </a:extLst>
          </p:cNvPr>
          <p:cNvSpPr txBox="1">
            <a:spLocks/>
          </p:cNvSpPr>
          <p:nvPr/>
        </p:nvSpPr>
        <p:spPr>
          <a:xfrm>
            <a:off x="5605313" y="5104724"/>
            <a:ext cx="1301850"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900"/>
              <a:t>Lorem ipsum dolor sit amet, consectetur adipiscing elit, sed</a:t>
            </a:r>
          </a:p>
        </p:txBody>
      </p:sp>
      <p:sp>
        <p:nvSpPr>
          <p:cNvPr id="50" name="Text Placeholder 33">
            <a:extLst>
              <a:ext uri="{FF2B5EF4-FFF2-40B4-BE49-F238E27FC236}">
                <a16:creationId xmlns:a16="http://schemas.microsoft.com/office/drawing/2014/main" id="{3410F95F-9F30-41C0-A87A-8BDE1DC8CC9E}"/>
              </a:ext>
            </a:extLst>
          </p:cNvPr>
          <p:cNvSpPr txBox="1">
            <a:spLocks/>
          </p:cNvSpPr>
          <p:nvPr/>
        </p:nvSpPr>
        <p:spPr>
          <a:xfrm>
            <a:off x="4030510" y="3266708"/>
            <a:ext cx="1236815"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850"/>
              <a:t>Lorem ipsum dolor sit amet, consectetur adipiscing elit, sed</a:t>
            </a:r>
          </a:p>
        </p:txBody>
      </p:sp>
      <p:sp>
        <p:nvSpPr>
          <p:cNvPr id="51" name="Text Placeholder 33">
            <a:extLst>
              <a:ext uri="{FF2B5EF4-FFF2-40B4-BE49-F238E27FC236}">
                <a16:creationId xmlns:a16="http://schemas.microsoft.com/office/drawing/2014/main" id="{0B07BDCD-0670-499D-A83A-6974C86406F0}"/>
              </a:ext>
            </a:extLst>
          </p:cNvPr>
          <p:cNvSpPr txBox="1">
            <a:spLocks/>
          </p:cNvSpPr>
          <p:nvPr/>
        </p:nvSpPr>
        <p:spPr>
          <a:xfrm>
            <a:off x="5408151" y="1642695"/>
            <a:ext cx="1145049"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750"/>
              <a:t>Lorem ipsum dolor sit amet, consectetur adipiscing elit, sed</a:t>
            </a:r>
          </a:p>
        </p:txBody>
      </p:sp>
      <p:sp>
        <p:nvSpPr>
          <p:cNvPr id="52" name="Text Placeholder 33">
            <a:extLst>
              <a:ext uri="{FF2B5EF4-FFF2-40B4-BE49-F238E27FC236}">
                <a16:creationId xmlns:a16="http://schemas.microsoft.com/office/drawing/2014/main" id="{640E1159-E856-4115-B578-809E5C64ED3A}"/>
              </a:ext>
            </a:extLst>
          </p:cNvPr>
          <p:cNvSpPr txBox="1">
            <a:spLocks/>
          </p:cNvSpPr>
          <p:nvPr/>
        </p:nvSpPr>
        <p:spPr>
          <a:xfrm>
            <a:off x="7164066" y="2384146"/>
            <a:ext cx="1145049" cy="66394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600"/>
              <a:t>Lorem ipsum dolor sit amet, consectetur adipiscing elit, sed</a:t>
            </a:r>
          </a:p>
        </p:txBody>
      </p:sp>
    </p:spTree>
    <p:extLst>
      <p:ext uri="{BB962C8B-B14F-4D97-AF65-F5344CB8AC3E}">
        <p14:creationId xmlns:p14="http://schemas.microsoft.com/office/powerpoint/2010/main" val="98742068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7000">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14:bounceEnd="67000">
                                          <p:cBhvr additive="base">
                                            <p:cTn id="7" dur="1000" fill="hold"/>
                                            <p:tgtEl>
                                              <p:spTgt spid="9"/>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7000">
                                      <p:stCondLst>
                                        <p:cond delay="500"/>
                                      </p:stCondLst>
                                      <p:childTnLst>
                                        <p:set>
                                          <p:cBhvr>
                                            <p:cTn id="10" dur="1" fill="hold">
                                              <p:stCondLst>
                                                <p:cond delay="0"/>
                                              </p:stCondLst>
                                            </p:cTn>
                                            <p:tgtEl>
                                              <p:spTgt spid="8"/>
                                            </p:tgtEl>
                                            <p:attrNameLst>
                                              <p:attrName>style.visibility</p:attrName>
                                            </p:attrNameLst>
                                          </p:cBhvr>
                                          <p:to>
                                            <p:strVal val="visible"/>
                                          </p:to>
                                        </p:set>
                                        <p:anim calcmode="lin" valueType="num" p14:bounceEnd="67000">
                                          <p:cBhvr additive="base">
                                            <p:cTn id="11" dur="1000" fill="hold"/>
                                            <p:tgtEl>
                                              <p:spTgt spid="8"/>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8"/>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7000">
                                      <p:stCondLst>
                                        <p:cond delay="1000"/>
                                      </p:stCondLst>
                                      <p:childTnLst>
                                        <p:set>
                                          <p:cBhvr>
                                            <p:cTn id="14" dur="1" fill="hold">
                                              <p:stCondLst>
                                                <p:cond delay="0"/>
                                              </p:stCondLst>
                                            </p:cTn>
                                            <p:tgtEl>
                                              <p:spTgt spid="7"/>
                                            </p:tgtEl>
                                            <p:attrNameLst>
                                              <p:attrName>style.visibility</p:attrName>
                                            </p:attrNameLst>
                                          </p:cBhvr>
                                          <p:to>
                                            <p:strVal val="visible"/>
                                          </p:to>
                                        </p:set>
                                        <p:anim calcmode="lin" valueType="num" p14:bounceEnd="67000">
                                          <p:cBhvr additive="base">
                                            <p:cTn id="15" dur="1000" fill="hold"/>
                                            <p:tgtEl>
                                              <p:spTgt spid="7"/>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7"/>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7000">
                                      <p:stCondLst>
                                        <p:cond delay="1500"/>
                                      </p:stCondLst>
                                      <p:childTnLst>
                                        <p:set>
                                          <p:cBhvr>
                                            <p:cTn id="18" dur="1" fill="hold">
                                              <p:stCondLst>
                                                <p:cond delay="0"/>
                                              </p:stCondLst>
                                            </p:cTn>
                                            <p:tgtEl>
                                              <p:spTgt spid="6"/>
                                            </p:tgtEl>
                                            <p:attrNameLst>
                                              <p:attrName>style.visibility</p:attrName>
                                            </p:attrNameLst>
                                          </p:cBhvr>
                                          <p:to>
                                            <p:strVal val="visible"/>
                                          </p:to>
                                        </p:set>
                                        <p:anim calcmode="lin" valueType="num" p14:bounceEnd="67000">
                                          <p:cBhvr additive="base">
                                            <p:cTn id="19" dur="1000" fill="hold"/>
                                            <p:tgtEl>
                                              <p:spTgt spid="6"/>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6"/>
                                            </p:tgtEl>
                                            <p:attrNameLst>
                                              <p:attrName>ppt_y</p:attrName>
                                            </p:attrNameLst>
                                          </p:cBhvr>
                                          <p:tavLst>
                                            <p:tav tm="0">
                                              <p:val>
                                                <p:strVal val="0-#ppt_h/2"/>
                                              </p:val>
                                            </p:tav>
                                            <p:tav tm="100000">
                                              <p:val>
                                                <p:strVal val="#ppt_y"/>
                                              </p:val>
                                            </p:tav>
                                          </p:tavLst>
                                        </p:anim>
                                      </p:childTnLst>
                                    </p:cTn>
                                  </p:par>
                                  <p:par>
                                    <p:cTn id="21" presetID="53" presetClass="entr" presetSubtype="16" fill="hold" nodeType="withEffect">
                                      <p:stCondLst>
                                        <p:cond delay="500"/>
                                      </p:stCondLst>
                                      <p:childTnLst>
                                        <p:set>
                                          <p:cBhvr>
                                            <p:cTn id="22" dur="1" fill="hold">
                                              <p:stCondLst>
                                                <p:cond delay="0"/>
                                              </p:stCondLst>
                                            </p:cTn>
                                            <p:tgtEl>
                                              <p:spTgt spid="20"/>
                                            </p:tgtEl>
                                            <p:attrNameLst>
                                              <p:attrName>style.visibility</p:attrName>
                                            </p:attrNameLst>
                                          </p:cBhvr>
                                          <p:to>
                                            <p:strVal val="visible"/>
                                          </p:to>
                                        </p:set>
                                        <p:anim calcmode="lin" valueType="num">
                                          <p:cBhvr>
                                            <p:cTn id="23" dur="750" fill="hold"/>
                                            <p:tgtEl>
                                              <p:spTgt spid="20"/>
                                            </p:tgtEl>
                                            <p:attrNameLst>
                                              <p:attrName>ppt_w</p:attrName>
                                            </p:attrNameLst>
                                          </p:cBhvr>
                                          <p:tavLst>
                                            <p:tav tm="0">
                                              <p:val>
                                                <p:fltVal val="0"/>
                                              </p:val>
                                            </p:tav>
                                            <p:tav tm="100000">
                                              <p:val>
                                                <p:strVal val="#ppt_w"/>
                                              </p:val>
                                            </p:tav>
                                          </p:tavLst>
                                        </p:anim>
                                        <p:anim calcmode="lin" valueType="num">
                                          <p:cBhvr>
                                            <p:cTn id="24" dur="750" fill="hold"/>
                                            <p:tgtEl>
                                              <p:spTgt spid="20"/>
                                            </p:tgtEl>
                                            <p:attrNameLst>
                                              <p:attrName>ppt_h</p:attrName>
                                            </p:attrNameLst>
                                          </p:cBhvr>
                                          <p:tavLst>
                                            <p:tav tm="0">
                                              <p:val>
                                                <p:fltVal val="0"/>
                                              </p:val>
                                            </p:tav>
                                            <p:tav tm="100000">
                                              <p:val>
                                                <p:strVal val="#ppt_h"/>
                                              </p:val>
                                            </p:tav>
                                          </p:tavLst>
                                        </p:anim>
                                        <p:animEffect transition="in" filter="fade">
                                          <p:cBhvr>
                                            <p:cTn id="25" dur="750"/>
                                            <p:tgtEl>
                                              <p:spTgt spid="20"/>
                                            </p:tgtEl>
                                          </p:cBhvr>
                                        </p:animEffect>
                                      </p:childTnLst>
                                    </p:cTn>
                                  </p:par>
                                  <p:par>
                                    <p:cTn id="26" presetID="53" presetClass="entr" presetSubtype="16" fill="hold" nodeType="withEffect">
                                      <p:stCondLst>
                                        <p:cond delay="1000"/>
                                      </p:stCondLst>
                                      <p:childTnLst>
                                        <p:set>
                                          <p:cBhvr>
                                            <p:cTn id="27" dur="1" fill="hold">
                                              <p:stCondLst>
                                                <p:cond delay="0"/>
                                              </p:stCondLst>
                                            </p:cTn>
                                            <p:tgtEl>
                                              <p:spTgt spid="23"/>
                                            </p:tgtEl>
                                            <p:attrNameLst>
                                              <p:attrName>style.visibility</p:attrName>
                                            </p:attrNameLst>
                                          </p:cBhvr>
                                          <p:to>
                                            <p:strVal val="visible"/>
                                          </p:to>
                                        </p:set>
                                        <p:anim calcmode="lin" valueType="num">
                                          <p:cBhvr>
                                            <p:cTn id="28" dur="750" fill="hold"/>
                                            <p:tgtEl>
                                              <p:spTgt spid="23"/>
                                            </p:tgtEl>
                                            <p:attrNameLst>
                                              <p:attrName>ppt_w</p:attrName>
                                            </p:attrNameLst>
                                          </p:cBhvr>
                                          <p:tavLst>
                                            <p:tav tm="0">
                                              <p:val>
                                                <p:fltVal val="0"/>
                                              </p:val>
                                            </p:tav>
                                            <p:tav tm="100000">
                                              <p:val>
                                                <p:strVal val="#ppt_w"/>
                                              </p:val>
                                            </p:tav>
                                          </p:tavLst>
                                        </p:anim>
                                        <p:anim calcmode="lin" valueType="num">
                                          <p:cBhvr>
                                            <p:cTn id="29" dur="750" fill="hold"/>
                                            <p:tgtEl>
                                              <p:spTgt spid="23"/>
                                            </p:tgtEl>
                                            <p:attrNameLst>
                                              <p:attrName>ppt_h</p:attrName>
                                            </p:attrNameLst>
                                          </p:cBhvr>
                                          <p:tavLst>
                                            <p:tav tm="0">
                                              <p:val>
                                                <p:fltVal val="0"/>
                                              </p:val>
                                            </p:tav>
                                            <p:tav tm="100000">
                                              <p:val>
                                                <p:strVal val="#ppt_h"/>
                                              </p:val>
                                            </p:tav>
                                          </p:tavLst>
                                        </p:anim>
                                        <p:animEffect transition="in" filter="fade">
                                          <p:cBhvr>
                                            <p:cTn id="30" dur="750"/>
                                            <p:tgtEl>
                                              <p:spTgt spid="23"/>
                                            </p:tgtEl>
                                          </p:cBhvr>
                                        </p:animEffect>
                                      </p:childTnLst>
                                    </p:cTn>
                                  </p:par>
                                  <p:par>
                                    <p:cTn id="31" presetID="53" presetClass="entr" presetSubtype="16" fill="hold" nodeType="withEffect">
                                      <p:stCondLst>
                                        <p:cond delay="1500"/>
                                      </p:stCondLst>
                                      <p:childTnLst>
                                        <p:set>
                                          <p:cBhvr>
                                            <p:cTn id="32" dur="1" fill="hold">
                                              <p:stCondLst>
                                                <p:cond delay="0"/>
                                              </p:stCondLst>
                                            </p:cTn>
                                            <p:tgtEl>
                                              <p:spTgt spid="26"/>
                                            </p:tgtEl>
                                            <p:attrNameLst>
                                              <p:attrName>style.visibility</p:attrName>
                                            </p:attrNameLst>
                                          </p:cBhvr>
                                          <p:to>
                                            <p:strVal val="visible"/>
                                          </p:to>
                                        </p:set>
                                        <p:anim calcmode="lin" valueType="num">
                                          <p:cBhvr>
                                            <p:cTn id="33" dur="750" fill="hold"/>
                                            <p:tgtEl>
                                              <p:spTgt spid="26"/>
                                            </p:tgtEl>
                                            <p:attrNameLst>
                                              <p:attrName>ppt_w</p:attrName>
                                            </p:attrNameLst>
                                          </p:cBhvr>
                                          <p:tavLst>
                                            <p:tav tm="0">
                                              <p:val>
                                                <p:fltVal val="0"/>
                                              </p:val>
                                            </p:tav>
                                            <p:tav tm="100000">
                                              <p:val>
                                                <p:strVal val="#ppt_w"/>
                                              </p:val>
                                            </p:tav>
                                          </p:tavLst>
                                        </p:anim>
                                        <p:anim calcmode="lin" valueType="num">
                                          <p:cBhvr>
                                            <p:cTn id="34" dur="750" fill="hold"/>
                                            <p:tgtEl>
                                              <p:spTgt spid="26"/>
                                            </p:tgtEl>
                                            <p:attrNameLst>
                                              <p:attrName>ppt_h</p:attrName>
                                            </p:attrNameLst>
                                          </p:cBhvr>
                                          <p:tavLst>
                                            <p:tav tm="0">
                                              <p:val>
                                                <p:fltVal val="0"/>
                                              </p:val>
                                            </p:tav>
                                            <p:tav tm="100000">
                                              <p:val>
                                                <p:strVal val="#ppt_h"/>
                                              </p:val>
                                            </p:tav>
                                          </p:tavLst>
                                        </p:anim>
                                        <p:animEffect transition="in" filter="fade">
                                          <p:cBhvr>
                                            <p:cTn id="35" dur="750"/>
                                            <p:tgtEl>
                                              <p:spTgt spid="26"/>
                                            </p:tgtEl>
                                          </p:cBhvr>
                                        </p:animEffect>
                                      </p:childTnLst>
                                    </p:cTn>
                                  </p:par>
                                  <p:par>
                                    <p:cTn id="36" presetID="53" presetClass="entr" presetSubtype="16" fill="hold" nodeType="withEffect">
                                      <p:stCondLst>
                                        <p:cond delay="2000"/>
                                      </p:stCondLst>
                                      <p:childTnLst>
                                        <p:set>
                                          <p:cBhvr>
                                            <p:cTn id="37" dur="1" fill="hold">
                                              <p:stCondLst>
                                                <p:cond delay="0"/>
                                              </p:stCondLst>
                                            </p:cTn>
                                            <p:tgtEl>
                                              <p:spTgt spid="29"/>
                                            </p:tgtEl>
                                            <p:attrNameLst>
                                              <p:attrName>style.visibility</p:attrName>
                                            </p:attrNameLst>
                                          </p:cBhvr>
                                          <p:to>
                                            <p:strVal val="visible"/>
                                          </p:to>
                                        </p:set>
                                        <p:anim calcmode="lin" valueType="num">
                                          <p:cBhvr>
                                            <p:cTn id="38" dur="750" fill="hold"/>
                                            <p:tgtEl>
                                              <p:spTgt spid="29"/>
                                            </p:tgtEl>
                                            <p:attrNameLst>
                                              <p:attrName>ppt_w</p:attrName>
                                            </p:attrNameLst>
                                          </p:cBhvr>
                                          <p:tavLst>
                                            <p:tav tm="0">
                                              <p:val>
                                                <p:fltVal val="0"/>
                                              </p:val>
                                            </p:tav>
                                            <p:tav tm="100000">
                                              <p:val>
                                                <p:strVal val="#ppt_w"/>
                                              </p:val>
                                            </p:tav>
                                          </p:tavLst>
                                        </p:anim>
                                        <p:anim calcmode="lin" valueType="num">
                                          <p:cBhvr>
                                            <p:cTn id="39" dur="750" fill="hold"/>
                                            <p:tgtEl>
                                              <p:spTgt spid="29"/>
                                            </p:tgtEl>
                                            <p:attrNameLst>
                                              <p:attrName>ppt_h</p:attrName>
                                            </p:attrNameLst>
                                          </p:cBhvr>
                                          <p:tavLst>
                                            <p:tav tm="0">
                                              <p:val>
                                                <p:fltVal val="0"/>
                                              </p:val>
                                            </p:tav>
                                            <p:tav tm="100000">
                                              <p:val>
                                                <p:strVal val="#ppt_h"/>
                                              </p:val>
                                            </p:tav>
                                          </p:tavLst>
                                        </p:anim>
                                        <p:animEffect transition="in" filter="fade">
                                          <p:cBhvr>
                                            <p:cTn id="40" dur="750"/>
                                            <p:tgtEl>
                                              <p:spTgt spid="29"/>
                                            </p:tgtEl>
                                          </p:cBhvr>
                                        </p:animEffect>
                                      </p:childTnLst>
                                    </p:cTn>
                                  </p:par>
                                  <p:par>
                                    <p:cTn id="41" presetID="53" presetClass="entr" presetSubtype="16" fill="hold" grpId="0" nodeType="withEffect">
                                      <p:stCondLst>
                                        <p:cond delay="1000"/>
                                      </p:stCondLst>
                                      <p:childTnLst>
                                        <p:set>
                                          <p:cBhvr>
                                            <p:cTn id="42" dur="1" fill="hold">
                                              <p:stCondLst>
                                                <p:cond delay="0"/>
                                              </p:stCondLst>
                                            </p:cTn>
                                            <p:tgtEl>
                                              <p:spTgt spid="15"/>
                                            </p:tgtEl>
                                            <p:attrNameLst>
                                              <p:attrName>style.visibility</p:attrName>
                                            </p:attrNameLst>
                                          </p:cBhvr>
                                          <p:to>
                                            <p:strVal val="visible"/>
                                          </p:to>
                                        </p:set>
                                        <p:anim calcmode="lin" valueType="num">
                                          <p:cBhvr>
                                            <p:cTn id="43" dur="750" fill="hold"/>
                                            <p:tgtEl>
                                              <p:spTgt spid="15"/>
                                            </p:tgtEl>
                                            <p:attrNameLst>
                                              <p:attrName>ppt_w</p:attrName>
                                            </p:attrNameLst>
                                          </p:cBhvr>
                                          <p:tavLst>
                                            <p:tav tm="0">
                                              <p:val>
                                                <p:fltVal val="0"/>
                                              </p:val>
                                            </p:tav>
                                            <p:tav tm="100000">
                                              <p:val>
                                                <p:strVal val="#ppt_w"/>
                                              </p:val>
                                            </p:tav>
                                          </p:tavLst>
                                        </p:anim>
                                        <p:anim calcmode="lin" valueType="num">
                                          <p:cBhvr>
                                            <p:cTn id="44" dur="750" fill="hold"/>
                                            <p:tgtEl>
                                              <p:spTgt spid="15"/>
                                            </p:tgtEl>
                                            <p:attrNameLst>
                                              <p:attrName>ppt_h</p:attrName>
                                            </p:attrNameLst>
                                          </p:cBhvr>
                                          <p:tavLst>
                                            <p:tav tm="0">
                                              <p:val>
                                                <p:fltVal val="0"/>
                                              </p:val>
                                            </p:tav>
                                            <p:tav tm="100000">
                                              <p:val>
                                                <p:strVal val="#ppt_h"/>
                                              </p:val>
                                            </p:tav>
                                          </p:tavLst>
                                        </p:anim>
                                        <p:animEffect transition="in" filter="fade">
                                          <p:cBhvr>
                                            <p:cTn id="45" dur="750"/>
                                            <p:tgtEl>
                                              <p:spTgt spid="15"/>
                                            </p:tgtEl>
                                          </p:cBhvr>
                                        </p:animEffect>
                                      </p:childTnLst>
                                    </p:cTn>
                                  </p:par>
                                  <p:par>
                                    <p:cTn id="46" presetID="53" presetClass="entr" presetSubtype="16" fill="hold" grpId="0" nodeType="withEffect">
                                      <p:stCondLst>
                                        <p:cond delay="1000"/>
                                      </p:stCondLst>
                                      <p:childTnLst>
                                        <p:set>
                                          <p:cBhvr>
                                            <p:cTn id="47" dur="1" fill="hold">
                                              <p:stCondLst>
                                                <p:cond delay="0"/>
                                              </p:stCondLst>
                                            </p:cTn>
                                            <p:tgtEl>
                                              <p:spTgt spid="35"/>
                                            </p:tgtEl>
                                            <p:attrNameLst>
                                              <p:attrName>style.visibility</p:attrName>
                                            </p:attrNameLst>
                                          </p:cBhvr>
                                          <p:to>
                                            <p:strVal val="visible"/>
                                          </p:to>
                                        </p:set>
                                        <p:anim calcmode="lin" valueType="num">
                                          <p:cBhvr>
                                            <p:cTn id="48" dur="750" fill="hold"/>
                                            <p:tgtEl>
                                              <p:spTgt spid="35"/>
                                            </p:tgtEl>
                                            <p:attrNameLst>
                                              <p:attrName>ppt_w</p:attrName>
                                            </p:attrNameLst>
                                          </p:cBhvr>
                                          <p:tavLst>
                                            <p:tav tm="0">
                                              <p:val>
                                                <p:fltVal val="0"/>
                                              </p:val>
                                            </p:tav>
                                            <p:tav tm="100000">
                                              <p:val>
                                                <p:strVal val="#ppt_w"/>
                                              </p:val>
                                            </p:tav>
                                          </p:tavLst>
                                        </p:anim>
                                        <p:anim calcmode="lin" valueType="num">
                                          <p:cBhvr>
                                            <p:cTn id="49" dur="750" fill="hold"/>
                                            <p:tgtEl>
                                              <p:spTgt spid="35"/>
                                            </p:tgtEl>
                                            <p:attrNameLst>
                                              <p:attrName>ppt_h</p:attrName>
                                            </p:attrNameLst>
                                          </p:cBhvr>
                                          <p:tavLst>
                                            <p:tav tm="0">
                                              <p:val>
                                                <p:fltVal val="0"/>
                                              </p:val>
                                            </p:tav>
                                            <p:tav tm="100000">
                                              <p:val>
                                                <p:strVal val="#ppt_h"/>
                                              </p:val>
                                            </p:tav>
                                          </p:tavLst>
                                        </p:anim>
                                        <p:animEffect transition="in" filter="fade">
                                          <p:cBhvr>
                                            <p:cTn id="50" dur="750"/>
                                            <p:tgtEl>
                                              <p:spTgt spid="35"/>
                                            </p:tgtEl>
                                          </p:cBhvr>
                                        </p:animEffect>
                                      </p:childTnLst>
                                    </p:cTn>
                                  </p:par>
                                  <p:par>
                                    <p:cTn id="51" presetID="53" presetClass="entr" presetSubtype="16" fill="hold" grpId="0" nodeType="withEffect">
                                      <p:stCondLst>
                                        <p:cond delay="1500"/>
                                      </p:stCondLst>
                                      <p:childTnLst>
                                        <p:set>
                                          <p:cBhvr>
                                            <p:cTn id="52" dur="1" fill="hold">
                                              <p:stCondLst>
                                                <p:cond delay="0"/>
                                              </p:stCondLst>
                                            </p:cTn>
                                            <p:tgtEl>
                                              <p:spTgt spid="17"/>
                                            </p:tgtEl>
                                            <p:attrNameLst>
                                              <p:attrName>style.visibility</p:attrName>
                                            </p:attrNameLst>
                                          </p:cBhvr>
                                          <p:to>
                                            <p:strVal val="visible"/>
                                          </p:to>
                                        </p:set>
                                        <p:anim calcmode="lin" valueType="num">
                                          <p:cBhvr>
                                            <p:cTn id="53" dur="750" fill="hold"/>
                                            <p:tgtEl>
                                              <p:spTgt spid="17"/>
                                            </p:tgtEl>
                                            <p:attrNameLst>
                                              <p:attrName>ppt_w</p:attrName>
                                            </p:attrNameLst>
                                          </p:cBhvr>
                                          <p:tavLst>
                                            <p:tav tm="0">
                                              <p:val>
                                                <p:fltVal val="0"/>
                                              </p:val>
                                            </p:tav>
                                            <p:tav tm="100000">
                                              <p:val>
                                                <p:strVal val="#ppt_w"/>
                                              </p:val>
                                            </p:tav>
                                          </p:tavLst>
                                        </p:anim>
                                        <p:anim calcmode="lin" valueType="num">
                                          <p:cBhvr>
                                            <p:cTn id="54" dur="750" fill="hold"/>
                                            <p:tgtEl>
                                              <p:spTgt spid="17"/>
                                            </p:tgtEl>
                                            <p:attrNameLst>
                                              <p:attrName>ppt_h</p:attrName>
                                            </p:attrNameLst>
                                          </p:cBhvr>
                                          <p:tavLst>
                                            <p:tav tm="0">
                                              <p:val>
                                                <p:fltVal val="0"/>
                                              </p:val>
                                            </p:tav>
                                            <p:tav tm="100000">
                                              <p:val>
                                                <p:strVal val="#ppt_h"/>
                                              </p:val>
                                            </p:tav>
                                          </p:tavLst>
                                        </p:anim>
                                        <p:animEffect transition="in" filter="fade">
                                          <p:cBhvr>
                                            <p:cTn id="55" dur="750"/>
                                            <p:tgtEl>
                                              <p:spTgt spid="17"/>
                                            </p:tgtEl>
                                          </p:cBhvr>
                                        </p:animEffect>
                                      </p:childTnLst>
                                    </p:cTn>
                                  </p:par>
                                  <p:par>
                                    <p:cTn id="56" presetID="53" presetClass="entr" presetSubtype="16" fill="hold" grpId="0" nodeType="withEffect">
                                      <p:stCondLst>
                                        <p:cond delay="1500"/>
                                      </p:stCondLst>
                                      <p:childTnLst>
                                        <p:set>
                                          <p:cBhvr>
                                            <p:cTn id="57" dur="1" fill="hold">
                                              <p:stCondLst>
                                                <p:cond delay="0"/>
                                              </p:stCondLst>
                                            </p:cTn>
                                            <p:tgtEl>
                                              <p:spTgt spid="50"/>
                                            </p:tgtEl>
                                            <p:attrNameLst>
                                              <p:attrName>style.visibility</p:attrName>
                                            </p:attrNameLst>
                                          </p:cBhvr>
                                          <p:to>
                                            <p:strVal val="visible"/>
                                          </p:to>
                                        </p:set>
                                        <p:anim calcmode="lin" valueType="num">
                                          <p:cBhvr>
                                            <p:cTn id="58" dur="750" fill="hold"/>
                                            <p:tgtEl>
                                              <p:spTgt spid="50"/>
                                            </p:tgtEl>
                                            <p:attrNameLst>
                                              <p:attrName>ppt_w</p:attrName>
                                            </p:attrNameLst>
                                          </p:cBhvr>
                                          <p:tavLst>
                                            <p:tav tm="0">
                                              <p:val>
                                                <p:fltVal val="0"/>
                                              </p:val>
                                            </p:tav>
                                            <p:tav tm="100000">
                                              <p:val>
                                                <p:strVal val="#ppt_w"/>
                                              </p:val>
                                            </p:tav>
                                          </p:tavLst>
                                        </p:anim>
                                        <p:anim calcmode="lin" valueType="num">
                                          <p:cBhvr>
                                            <p:cTn id="59" dur="750" fill="hold"/>
                                            <p:tgtEl>
                                              <p:spTgt spid="50"/>
                                            </p:tgtEl>
                                            <p:attrNameLst>
                                              <p:attrName>ppt_h</p:attrName>
                                            </p:attrNameLst>
                                          </p:cBhvr>
                                          <p:tavLst>
                                            <p:tav tm="0">
                                              <p:val>
                                                <p:fltVal val="0"/>
                                              </p:val>
                                            </p:tav>
                                            <p:tav tm="100000">
                                              <p:val>
                                                <p:strVal val="#ppt_h"/>
                                              </p:val>
                                            </p:tav>
                                          </p:tavLst>
                                        </p:anim>
                                        <p:animEffect transition="in" filter="fade">
                                          <p:cBhvr>
                                            <p:cTn id="60" dur="750"/>
                                            <p:tgtEl>
                                              <p:spTgt spid="50"/>
                                            </p:tgtEl>
                                          </p:cBhvr>
                                        </p:animEffect>
                                      </p:childTnLst>
                                    </p:cTn>
                                  </p:par>
                                  <p:par>
                                    <p:cTn id="61" presetID="53" presetClass="entr" presetSubtype="16" fill="hold" grpId="0" nodeType="withEffect">
                                      <p:stCondLst>
                                        <p:cond delay="2000"/>
                                      </p:stCondLst>
                                      <p:childTnLst>
                                        <p:set>
                                          <p:cBhvr>
                                            <p:cTn id="62" dur="1" fill="hold">
                                              <p:stCondLst>
                                                <p:cond delay="0"/>
                                              </p:stCondLst>
                                            </p:cTn>
                                            <p:tgtEl>
                                              <p:spTgt spid="16"/>
                                            </p:tgtEl>
                                            <p:attrNameLst>
                                              <p:attrName>style.visibility</p:attrName>
                                            </p:attrNameLst>
                                          </p:cBhvr>
                                          <p:to>
                                            <p:strVal val="visible"/>
                                          </p:to>
                                        </p:set>
                                        <p:anim calcmode="lin" valueType="num">
                                          <p:cBhvr>
                                            <p:cTn id="63" dur="750" fill="hold"/>
                                            <p:tgtEl>
                                              <p:spTgt spid="16"/>
                                            </p:tgtEl>
                                            <p:attrNameLst>
                                              <p:attrName>ppt_w</p:attrName>
                                            </p:attrNameLst>
                                          </p:cBhvr>
                                          <p:tavLst>
                                            <p:tav tm="0">
                                              <p:val>
                                                <p:fltVal val="0"/>
                                              </p:val>
                                            </p:tav>
                                            <p:tav tm="100000">
                                              <p:val>
                                                <p:strVal val="#ppt_w"/>
                                              </p:val>
                                            </p:tav>
                                          </p:tavLst>
                                        </p:anim>
                                        <p:anim calcmode="lin" valueType="num">
                                          <p:cBhvr>
                                            <p:cTn id="64" dur="750" fill="hold"/>
                                            <p:tgtEl>
                                              <p:spTgt spid="16"/>
                                            </p:tgtEl>
                                            <p:attrNameLst>
                                              <p:attrName>ppt_h</p:attrName>
                                            </p:attrNameLst>
                                          </p:cBhvr>
                                          <p:tavLst>
                                            <p:tav tm="0">
                                              <p:val>
                                                <p:fltVal val="0"/>
                                              </p:val>
                                            </p:tav>
                                            <p:tav tm="100000">
                                              <p:val>
                                                <p:strVal val="#ppt_h"/>
                                              </p:val>
                                            </p:tav>
                                          </p:tavLst>
                                        </p:anim>
                                        <p:animEffect transition="in" filter="fade">
                                          <p:cBhvr>
                                            <p:cTn id="65" dur="750"/>
                                            <p:tgtEl>
                                              <p:spTgt spid="16"/>
                                            </p:tgtEl>
                                          </p:cBhvr>
                                        </p:animEffect>
                                      </p:childTnLst>
                                    </p:cTn>
                                  </p:par>
                                  <p:par>
                                    <p:cTn id="66" presetID="53" presetClass="entr" presetSubtype="16" fill="hold" grpId="0" nodeType="withEffect">
                                      <p:stCondLst>
                                        <p:cond delay="2000"/>
                                      </p:stCondLst>
                                      <p:childTnLst>
                                        <p:set>
                                          <p:cBhvr>
                                            <p:cTn id="67" dur="1" fill="hold">
                                              <p:stCondLst>
                                                <p:cond delay="0"/>
                                              </p:stCondLst>
                                            </p:cTn>
                                            <p:tgtEl>
                                              <p:spTgt spid="51"/>
                                            </p:tgtEl>
                                            <p:attrNameLst>
                                              <p:attrName>style.visibility</p:attrName>
                                            </p:attrNameLst>
                                          </p:cBhvr>
                                          <p:to>
                                            <p:strVal val="visible"/>
                                          </p:to>
                                        </p:set>
                                        <p:anim calcmode="lin" valueType="num">
                                          <p:cBhvr>
                                            <p:cTn id="68" dur="750" fill="hold"/>
                                            <p:tgtEl>
                                              <p:spTgt spid="51"/>
                                            </p:tgtEl>
                                            <p:attrNameLst>
                                              <p:attrName>ppt_w</p:attrName>
                                            </p:attrNameLst>
                                          </p:cBhvr>
                                          <p:tavLst>
                                            <p:tav tm="0">
                                              <p:val>
                                                <p:fltVal val="0"/>
                                              </p:val>
                                            </p:tav>
                                            <p:tav tm="100000">
                                              <p:val>
                                                <p:strVal val="#ppt_w"/>
                                              </p:val>
                                            </p:tav>
                                          </p:tavLst>
                                        </p:anim>
                                        <p:anim calcmode="lin" valueType="num">
                                          <p:cBhvr>
                                            <p:cTn id="69" dur="750" fill="hold"/>
                                            <p:tgtEl>
                                              <p:spTgt spid="51"/>
                                            </p:tgtEl>
                                            <p:attrNameLst>
                                              <p:attrName>ppt_h</p:attrName>
                                            </p:attrNameLst>
                                          </p:cBhvr>
                                          <p:tavLst>
                                            <p:tav tm="0">
                                              <p:val>
                                                <p:fltVal val="0"/>
                                              </p:val>
                                            </p:tav>
                                            <p:tav tm="100000">
                                              <p:val>
                                                <p:strVal val="#ppt_h"/>
                                              </p:val>
                                            </p:tav>
                                          </p:tavLst>
                                        </p:anim>
                                        <p:animEffect transition="in" filter="fade">
                                          <p:cBhvr>
                                            <p:cTn id="70" dur="750"/>
                                            <p:tgtEl>
                                              <p:spTgt spid="51"/>
                                            </p:tgtEl>
                                          </p:cBhvr>
                                        </p:animEffect>
                                      </p:childTnLst>
                                    </p:cTn>
                                  </p:par>
                                  <p:par>
                                    <p:cTn id="71" presetID="53" presetClass="entr" presetSubtype="16" fill="hold" grpId="0" nodeType="withEffect">
                                      <p:stCondLst>
                                        <p:cond delay="2500"/>
                                      </p:stCondLst>
                                      <p:childTnLst>
                                        <p:set>
                                          <p:cBhvr>
                                            <p:cTn id="72" dur="1" fill="hold">
                                              <p:stCondLst>
                                                <p:cond delay="0"/>
                                              </p:stCondLst>
                                            </p:cTn>
                                            <p:tgtEl>
                                              <p:spTgt spid="14"/>
                                            </p:tgtEl>
                                            <p:attrNameLst>
                                              <p:attrName>style.visibility</p:attrName>
                                            </p:attrNameLst>
                                          </p:cBhvr>
                                          <p:to>
                                            <p:strVal val="visible"/>
                                          </p:to>
                                        </p:set>
                                        <p:anim calcmode="lin" valueType="num">
                                          <p:cBhvr>
                                            <p:cTn id="73" dur="750" fill="hold"/>
                                            <p:tgtEl>
                                              <p:spTgt spid="14"/>
                                            </p:tgtEl>
                                            <p:attrNameLst>
                                              <p:attrName>ppt_w</p:attrName>
                                            </p:attrNameLst>
                                          </p:cBhvr>
                                          <p:tavLst>
                                            <p:tav tm="0">
                                              <p:val>
                                                <p:fltVal val="0"/>
                                              </p:val>
                                            </p:tav>
                                            <p:tav tm="100000">
                                              <p:val>
                                                <p:strVal val="#ppt_w"/>
                                              </p:val>
                                            </p:tav>
                                          </p:tavLst>
                                        </p:anim>
                                        <p:anim calcmode="lin" valueType="num">
                                          <p:cBhvr>
                                            <p:cTn id="74" dur="750" fill="hold"/>
                                            <p:tgtEl>
                                              <p:spTgt spid="14"/>
                                            </p:tgtEl>
                                            <p:attrNameLst>
                                              <p:attrName>ppt_h</p:attrName>
                                            </p:attrNameLst>
                                          </p:cBhvr>
                                          <p:tavLst>
                                            <p:tav tm="0">
                                              <p:val>
                                                <p:fltVal val="0"/>
                                              </p:val>
                                            </p:tav>
                                            <p:tav tm="100000">
                                              <p:val>
                                                <p:strVal val="#ppt_h"/>
                                              </p:val>
                                            </p:tav>
                                          </p:tavLst>
                                        </p:anim>
                                        <p:animEffect transition="in" filter="fade">
                                          <p:cBhvr>
                                            <p:cTn id="75" dur="750"/>
                                            <p:tgtEl>
                                              <p:spTgt spid="14"/>
                                            </p:tgtEl>
                                          </p:cBhvr>
                                        </p:animEffect>
                                      </p:childTnLst>
                                    </p:cTn>
                                  </p:par>
                                  <p:par>
                                    <p:cTn id="76" presetID="53" presetClass="entr" presetSubtype="16" fill="hold" grpId="0" nodeType="withEffect">
                                      <p:stCondLst>
                                        <p:cond delay="2500"/>
                                      </p:stCondLst>
                                      <p:childTnLst>
                                        <p:set>
                                          <p:cBhvr>
                                            <p:cTn id="77" dur="1" fill="hold">
                                              <p:stCondLst>
                                                <p:cond delay="0"/>
                                              </p:stCondLst>
                                            </p:cTn>
                                            <p:tgtEl>
                                              <p:spTgt spid="52"/>
                                            </p:tgtEl>
                                            <p:attrNameLst>
                                              <p:attrName>style.visibility</p:attrName>
                                            </p:attrNameLst>
                                          </p:cBhvr>
                                          <p:to>
                                            <p:strVal val="visible"/>
                                          </p:to>
                                        </p:set>
                                        <p:anim calcmode="lin" valueType="num">
                                          <p:cBhvr>
                                            <p:cTn id="78" dur="750" fill="hold"/>
                                            <p:tgtEl>
                                              <p:spTgt spid="52"/>
                                            </p:tgtEl>
                                            <p:attrNameLst>
                                              <p:attrName>ppt_w</p:attrName>
                                            </p:attrNameLst>
                                          </p:cBhvr>
                                          <p:tavLst>
                                            <p:tav tm="0">
                                              <p:val>
                                                <p:fltVal val="0"/>
                                              </p:val>
                                            </p:tav>
                                            <p:tav tm="100000">
                                              <p:val>
                                                <p:strVal val="#ppt_w"/>
                                              </p:val>
                                            </p:tav>
                                          </p:tavLst>
                                        </p:anim>
                                        <p:anim calcmode="lin" valueType="num">
                                          <p:cBhvr>
                                            <p:cTn id="79" dur="750" fill="hold"/>
                                            <p:tgtEl>
                                              <p:spTgt spid="52"/>
                                            </p:tgtEl>
                                            <p:attrNameLst>
                                              <p:attrName>ppt_h</p:attrName>
                                            </p:attrNameLst>
                                          </p:cBhvr>
                                          <p:tavLst>
                                            <p:tav tm="0">
                                              <p:val>
                                                <p:fltVal val="0"/>
                                              </p:val>
                                            </p:tav>
                                            <p:tav tm="100000">
                                              <p:val>
                                                <p:strVal val="#ppt_h"/>
                                              </p:val>
                                            </p:tav>
                                          </p:tavLst>
                                        </p:anim>
                                        <p:animEffect transition="in" filter="fade">
                                          <p:cBhvr>
                                            <p:cTn id="80" dur="750"/>
                                            <p:tgtEl>
                                              <p:spTgt spid="52"/>
                                            </p:tgtEl>
                                          </p:cBhvr>
                                        </p:animEffect>
                                      </p:childTnLst>
                                    </p:cTn>
                                  </p:par>
                                  <p:par>
                                    <p:cTn id="81" presetID="16" presetClass="entr" presetSubtype="37" fill="hold" grpId="0" nodeType="withEffect">
                                      <p:stCondLst>
                                        <p:cond delay="250"/>
                                      </p:stCondLst>
                                      <p:childTnLst>
                                        <p:set>
                                          <p:cBhvr>
                                            <p:cTn id="82" dur="1" fill="hold">
                                              <p:stCondLst>
                                                <p:cond delay="0"/>
                                              </p:stCondLst>
                                            </p:cTn>
                                            <p:tgtEl>
                                              <p:spTgt spid="34"/>
                                            </p:tgtEl>
                                            <p:attrNameLst>
                                              <p:attrName>style.visibility</p:attrName>
                                            </p:attrNameLst>
                                          </p:cBhvr>
                                          <p:to>
                                            <p:strVal val="visible"/>
                                          </p:to>
                                        </p:set>
                                        <p:animEffect transition="in" filter="barn(outVertical)">
                                          <p:cBhvr>
                                            <p:cTn id="83" dur="7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7" grpId="0" animBg="1"/>
          <p:bldP spid="8" grpId="0" animBg="1"/>
          <p:bldP spid="9" grpId="0" animBg="1"/>
          <p:bldP spid="6" grpId="0" animBg="1"/>
          <p:bldP spid="15" grpId="0" animBg="1"/>
          <p:bldP spid="16" grpId="0" animBg="1"/>
          <p:bldP spid="17" grpId="0" animBg="1"/>
          <p:bldP spid="14" grpId="0" animBg="1"/>
          <p:bldP spid="35" grpId="0"/>
          <p:bldP spid="50" grpId="0"/>
          <p:bldP spid="51" grpId="0"/>
          <p:bldP spid="5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000" fill="hold"/>
                                            <p:tgtEl>
                                              <p:spTgt spid="9"/>
                                            </p:tgtEl>
                                            <p:attrNameLst>
                                              <p:attrName>ppt_x</p:attrName>
                                            </p:attrNameLst>
                                          </p:cBhvr>
                                          <p:tavLst>
                                            <p:tav tm="0">
                                              <p:val>
                                                <p:strVal val="#ppt_x"/>
                                              </p:val>
                                            </p:tav>
                                            <p:tav tm="100000">
                                              <p:val>
                                                <p:strVal val="#ppt_x"/>
                                              </p:val>
                                            </p:tav>
                                          </p:tavLst>
                                        </p:anim>
                                        <p:anim calcmode="lin" valueType="num">
                                          <p:cBhvr additive="base">
                                            <p:cTn id="8" dur="10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5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10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15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0-#ppt_h/2"/>
                                              </p:val>
                                            </p:tav>
                                            <p:tav tm="100000">
                                              <p:val>
                                                <p:strVal val="#ppt_y"/>
                                              </p:val>
                                            </p:tav>
                                          </p:tavLst>
                                        </p:anim>
                                      </p:childTnLst>
                                    </p:cTn>
                                  </p:par>
                                  <p:par>
                                    <p:cTn id="21" presetID="53" presetClass="entr" presetSubtype="16" fill="hold" nodeType="withEffect">
                                      <p:stCondLst>
                                        <p:cond delay="500"/>
                                      </p:stCondLst>
                                      <p:childTnLst>
                                        <p:set>
                                          <p:cBhvr>
                                            <p:cTn id="22" dur="1" fill="hold">
                                              <p:stCondLst>
                                                <p:cond delay="0"/>
                                              </p:stCondLst>
                                            </p:cTn>
                                            <p:tgtEl>
                                              <p:spTgt spid="20"/>
                                            </p:tgtEl>
                                            <p:attrNameLst>
                                              <p:attrName>style.visibility</p:attrName>
                                            </p:attrNameLst>
                                          </p:cBhvr>
                                          <p:to>
                                            <p:strVal val="visible"/>
                                          </p:to>
                                        </p:set>
                                        <p:anim calcmode="lin" valueType="num">
                                          <p:cBhvr>
                                            <p:cTn id="23" dur="750" fill="hold"/>
                                            <p:tgtEl>
                                              <p:spTgt spid="20"/>
                                            </p:tgtEl>
                                            <p:attrNameLst>
                                              <p:attrName>ppt_w</p:attrName>
                                            </p:attrNameLst>
                                          </p:cBhvr>
                                          <p:tavLst>
                                            <p:tav tm="0">
                                              <p:val>
                                                <p:fltVal val="0"/>
                                              </p:val>
                                            </p:tav>
                                            <p:tav tm="100000">
                                              <p:val>
                                                <p:strVal val="#ppt_w"/>
                                              </p:val>
                                            </p:tav>
                                          </p:tavLst>
                                        </p:anim>
                                        <p:anim calcmode="lin" valueType="num">
                                          <p:cBhvr>
                                            <p:cTn id="24" dur="750" fill="hold"/>
                                            <p:tgtEl>
                                              <p:spTgt spid="20"/>
                                            </p:tgtEl>
                                            <p:attrNameLst>
                                              <p:attrName>ppt_h</p:attrName>
                                            </p:attrNameLst>
                                          </p:cBhvr>
                                          <p:tavLst>
                                            <p:tav tm="0">
                                              <p:val>
                                                <p:fltVal val="0"/>
                                              </p:val>
                                            </p:tav>
                                            <p:tav tm="100000">
                                              <p:val>
                                                <p:strVal val="#ppt_h"/>
                                              </p:val>
                                            </p:tav>
                                          </p:tavLst>
                                        </p:anim>
                                        <p:animEffect transition="in" filter="fade">
                                          <p:cBhvr>
                                            <p:cTn id="25" dur="750"/>
                                            <p:tgtEl>
                                              <p:spTgt spid="20"/>
                                            </p:tgtEl>
                                          </p:cBhvr>
                                        </p:animEffect>
                                      </p:childTnLst>
                                    </p:cTn>
                                  </p:par>
                                  <p:par>
                                    <p:cTn id="26" presetID="53" presetClass="entr" presetSubtype="16" fill="hold" nodeType="withEffect">
                                      <p:stCondLst>
                                        <p:cond delay="1000"/>
                                      </p:stCondLst>
                                      <p:childTnLst>
                                        <p:set>
                                          <p:cBhvr>
                                            <p:cTn id="27" dur="1" fill="hold">
                                              <p:stCondLst>
                                                <p:cond delay="0"/>
                                              </p:stCondLst>
                                            </p:cTn>
                                            <p:tgtEl>
                                              <p:spTgt spid="23"/>
                                            </p:tgtEl>
                                            <p:attrNameLst>
                                              <p:attrName>style.visibility</p:attrName>
                                            </p:attrNameLst>
                                          </p:cBhvr>
                                          <p:to>
                                            <p:strVal val="visible"/>
                                          </p:to>
                                        </p:set>
                                        <p:anim calcmode="lin" valueType="num">
                                          <p:cBhvr>
                                            <p:cTn id="28" dur="750" fill="hold"/>
                                            <p:tgtEl>
                                              <p:spTgt spid="23"/>
                                            </p:tgtEl>
                                            <p:attrNameLst>
                                              <p:attrName>ppt_w</p:attrName>
                                            </p:attrNameLst>
                                          </p:cBhvr>
                                          <p:tavLst>
                                            <p:tav tm="0">
                                              <p:val>
                                                <p:fltVal val="0"/>
                                              </p:val>
                                            </p:tav>
                                            <p:tav tm="100000">
                                              <p:val>
                                                <p:strVal val="#ppt_w"/>
                                              </p:val>
                                            </p:tav>
                                          </p:tavLst>
                                        </p:anim>
                                        <p:anim calcmode="lin" valueType="num">
                                          <p:cBhvr>
                                            <p:cTn id="29" dur="750" fill="hold"/>
                                            <p:tgtEl>
                                              <p:spTgt spid="23"/>
                                            </p:tgtEl>
                                            <p:attrNameLst>
                                              <p:attrName>ppt_h</p:attrName>
                                            </p:attrNameLst>
                                          </p:cBhvr>
                                          <p:tavLst>
                                            <p:tav tm="0">
                                              <p:val>
                                                <p:fltVal val="0"/>
                                              </p:val>
                                            </p:tav>
                                            <p:tav tm="100000">
                                              <p:val>
                                                <p:strVal val="#ppt_h"/>
                                              </p:val>
                                            </p:tav>
                                          </p:tavLst>
                                        </p:anim>
                                        <p:animEffect transition="in" filter="fade">
                                          <p:cBhvr>
                                            <p:cTn id="30" dur="750"/>
                                            <p:tgtEl>
                                              <p:spTgt spid="23"/>
                                            </p:tgtEl>
                                          </p:cBhvr>
                                        </p:animEffect>
                                      </p:childTnLst>
                                    </p:cTn>
                                  </p:par>
                                  <p:par>
                                    <p:cTn id="31" presetID="53" presetClass="entr" presetSubtype="16" fill="hold" nodeType="withEffect">
                                      <p:stCondLst>
                                        <p:cond delay="1500"/>
                                      </p:stCondLst>
                                      <p:childTnLst>
                                        <p:set>
                                          <p:cBhvr>
                                            <p:cTn id="32" dur="1" fill="hold">
                                              <p:stCondLst>
                                                <p:cond delay="0"/>
                                              </p:stCondLst>
                                            </p:cTn>
                                            <p:tgtEl>
                                              <p:spTgt spid="26"/>
                                            </p:tgtEl>
                                            <p:attrNameLst>
                                              <p:attrName>style.visibility</p:attrName>
                                            </p:attrNameLst>
                                          </p:cBhvr>
                                          <p:to>
                                            <p:strVal val="visible"/>
                                          </p:to>
                                        </p:set>
                                        <p:anim calcmode="lin" valueType="num">
                                          <p:cBhvr>
                                            <p:cTn id="33" dur="750" fill="hold"/>
                                            <p:tgtEl>
                                              <p:spTgt spid="26"/>
                                            </p:tgtEl>
                                            <p:attrNameLst>
                                              <p:attrName>ppt_w</p:attrName>
                                            </p:attrNameLst>
                                          </p:cBhvr>
                                          <p:tavLst>
                                            <p:tav tm="0">
                                              <p:val>
                                                <p:fltVal val="0"/>
                                              </p:val>
                                            </p:tav>
                                            <p:tav tm="100000">
                                              <p:val>
                                                <p:strVal val="#ppt_w"/>
                                              </p:val>
                                            </p:tav>
                                          </p:tavLst>
                                        </p:anim>
                                        <p:anim calcmode="lin" valueType="num">
                                          <p:cBhvr>
                                            <p:cTn id="34" dur="750" fill="hold"/>
                                            <p:tgtEl>
                                              <p:spTgt spid="26"/>
                                            </p:tgtEl>
                                            <p:attrNameLst>
                                              <p:attrName>ppt_h</p:attrName>
                                            </p:attrNameLst>
                                          </p:cBhvr>
                                          <p:tavLst>
                                            <p:tav tm="0">
                                              <p:val>
                                                <p:fltVal val="0"/>
                                              </p:val>
                                            </p:tav>
                                            <p:tav tm="100000">
                                              <p:val>
                                                <p:strVal val="#ppt_h"/>
                                              </p:val>
                                            </p:tav>
                                          </p:tavLst>
                                        </p:anim>
                                        <p:animEffect transition="in" filter="fade">
                                          <p:cBhvr>
                                            <p:cTn id="35" dur="750"/>
                                            <p:tgtEl>
                                              <p:spTgt spid="26"/>
                                            </p:tgtEl>
                                          </p:cBhvr>
                                        </p:animEffect>
                                      </p:childTnLst>
                                    </p:cTn>
                                  </p:par>
                                  <p:par>
                                    <p:cTn id="36" presetID="53" presetClass="entr" presetSubtype="16" fill="hold" nodeType="withEffect">
                                      <p:stCondLst>
                                        <p:cond delay="2000"/>
                                      </p:stCondLst>
                                      <p:childTnLst>
                                        <p:set>
                                          <p:cBhvr>
                                            <p:cTn id="37" dur="1" fill="hold">
                                              <p:stCondLst>
                                                <p:cond delay="0"/>
                                              </p:stCondLst>
                                            </p:cTn>
                                            <p:tgtEl>
                                              <p:spTgt spid="29"/>
                                            </p:tgtEl>
                                            <p:attrNameLst>
                                              <p:attrName>style.visibility</p:attrName>
                                            </p:attrNameLst>
                                          </p:cBhvr>
                                          <p:to>
                                            <p:strVal val="visible"/>
                                          </p:to>
                                        </p:set>
                                        <p:anim calcmode="lin" valueType="num">
                                          <p:cBhvr>
                                            <p:cTn id="38" dur="750" fill="hold"/>
                                            <p:tgtEl>
                                              <p:spTgt spid="29"/>
                                            </p:tgtEl>
                                            <p:attrNameLst>
                                              <p:attrName>ppt_w</p:attrName>
                                            </p:attrNameLst>
                                          </p:cBhvr>
                                          <p:tavLst>
                                            <p:tav tm="0">
                                              <p:val>
                                                <p:fltVal val="0"/>
                                              </p:val>
                                            </p:tav>
                                            <p:tav tm="100000">
                                              <p:val>
                                                <p:strVal val="#ppt_w"/>
                                              </p:val>
                                            </p:tav>
                                          </p:tavLst>
                                        </p:anim>
                                        <p:anim calcmode="lin" valueType="num">
                                          <p:cBhvr>
                                            <p:cTn id="39" dur="750" fill="hold"/>
                                            <p:tgtEl>
                                              <p:spTgt spid="29"/>
                                            </p:tgtEl>
                                            <p:attrNameLst>
                                              <p:attrName>ppt_h</p:attrName>
                                            </p:attrNameLst>
                                          </p:cBhvr>
                                          <p:tavLst>
                                            <p:tav tm="0">
                                              <p:val>
                                                <p:fltVal val="0"/>
                                              </p:val>
                                            </p:tav>
                                            <p:tav tm="100000">
                                              <p:val>
                                                <p:strVal val="#ppt_h"/>
                                              </p:val>
                                            </p:tav>
                                          </p:tavLst>
                                        </p:anim>
                                        <p:animEffect transition="in" filter="fade">
                                          <p:cBhvr>
                                            <p:cTn id="40" dur="750"/>
                                            <p:tgtEl>
                                              <p:spTgt spid="29"/>
                                            </p:tgtEl>
                                          </p:cBhvr>
                                        </p:animEffect>
                                      </p:childTnLst>
                                    </p:cTn>
                                  </p:par>
                                  <p:par>
                                    <p:cTn id="41" presetID="53" presetClass="entr" presetSubtype="16" fill="hold" grpId="0" nodeType="withEffect">
                                      <p:stCondLst>
                                        <p:cond delay="1000"/>
                                      </p:stCondLst>
                                      <p:childTnLst>
                                        <p:set>
                                          <p:cBhvr>
                                            <p:cTn id="42" dur="1" fill="hold">
                                              <p:stCondLst>
                                                <p:cond delay="0"/>
                                              </p:stCondLst>
                                            </p:cTn>
                                            <p:tgtEl>
                                              <p:spTgt spid="15"/>
                                            </p:tgtEl>
                                            <p:attrNameLst>
                                              <p:attrName>style.visibility</p:attrName>
                                            </p:attrNameLst>
                                          </p:cBhvr>
                                          <p:to>
                                            <p:strVal val="visible"/>
                                          </p:to>
                                        </p:set>
                                        <p:anim calcmode="lin" valueType="num">
                                          <p:cBhvr>
                                            <p:cTn id="43" dur="750" fill="hold"/>
                                            <p:tgtEl>
                                              <p:spTgt spid="15"/>
                                            </p:tgtEl>
                                            <p:attrNameLst>
                                              <p:attrName>ppt_w</p:attrName>
                                            </p:attrNameLst>
                                          </p:cBhvr>
                                          <p:tavLst>
                                            <p:tav tm="0">
                                              <p:val>
                                                <p:fltVal val="0"/>
                                              </p:val>
                                            </p:tav>
                                            <p:tav tm="100000">
                                              <p:val>
                                                <p:strVal val="#ppt_w"/>
                                              </p:val>
                                            </p:tav>
                                          </p:tavLst>
                                        </p:anim>
                                        <p:anim calcmode="lin" valueType="num">
                                          <p:cBhvr>
                                            <p:cTn id="44" dur="750" fill="hold"/>
                                            <p:tgtEl>
                                              <p:spTgt spid="15"/>
                                            </p:tgtEl>
                                            <p:attrNameLst>
                                              <p:attrName>ppt_h</p:attrName>
                                            </p:attrNameLst>
                                          </p:cBhvr>
                                          <p:tavLst>
                                            <p:tav tm="0">
                                              <p:val>
                                                <p:fltVal val="0"/>
                                              </p:val>
                                            </p:tav>
                                            <p:tav tm="100000">
                                              <p:val>
                                                <p:strVal val="#ppt_h"/>
                                              </p:val>
                                            </p:tav>
                                          </p:tavLst>
                                        </p:anim>
                                        <p:animEffect transition="in" filter="fade">
                                          <p:cBhvr>
                                            <p:cTn id="45" dur="750"/>
                                            <p:tgtEl>
                                              <p:spTgt spid="15"/>
                                            </p:tgtEl>
                                          </p:cBhvr>
                                        </p:animEffect>
                                      </p:childTnLst>
                                    </p:cTn>
                                  </p:par>
                                  <p:par>
                                    <p:cTn id="46" presetID="53" presetClass="entr" presetSubtype="16" fill="hold" grpId="0" nodeType="withEffect">
                                      <p:stCondLst>
                                        <p:cond delay="1000"/>
                                      </p:stCondLst>
                                      <p:childTnLst>
                                        <p:set>
                                          <p:cBhvr>
                                            <p:cTn id="47" dur="1" fill="hold">
                                              <p:stCondLst>
                                                <p:cond delay="0"/>
                                              </p:stCondLst>
                                            </p:cTn>
                                            <p:tgtEl>
                                              <p:spTgt spid="35"/>
                                            </p:tgtEl>
                                            <p:attrNameLst>
                                              <p:attrName>style.visibility</p:attrName>
                                            </p:attrNameLst>
                                          </p:cBhvr>
                                          <p:to>
                                            <p:strVal val="visible"/>
                                          </p:to>
                                        </p:set>
                                        <p:anim calcmode="lin" valueType="num">
                                          <p:cBhvr>
                                            <p:cTn id="48" dur="750" fill="hold"/>
                                            <p:tgtEl>
                                              <p:spTgt spid="35"/>
                                            </p:tgtEl>
                                            <p:attrNameLst>
                                              <p:attrName>ppt_w</p:attrName>
                                            </p:attrNameLst>
                                          </p:cBhvr>
                                          <p:tavLst>
                                            <p:tav tm="0">
                                              <p:val>
                                                <p:fltVal val="0"/>
                                              </p:val>
                                            </p:tav>
                                            <p:tav tm="100000">
                                              <p:val>
                                                <p:strVal val="#ppt_w"/>
                                              </p:val>
                                            </p:tav>
                                          </p:tavLst>
                                        </p:anim>
                                        <p:anim calcmode="lin" valueType="num">
                                          <p:cBhvr>
                                            <p:cTn id="49" dur="750" fill="hold"/>
                                            <p:tgtEl>
                                              <p:spTgt spid="35"/>
                                            </p:tgtEl>
                                            <p:attrNameLst>
                                              <p:attrName>ppt_h</p:attrName>
                                            </p:attrNameLst>
                                          </p:cBhvr>
                                          <p:tavLst>
                                            <p:tav tm="0">
                                              <p:val>
                                                <p:fltVal val="0"/>
                                              </p:val>
                                            </p:tav>
                                            <p:tav tm="100000">
                                              <p:val>
                                                <p:strVal val="#ppt_h"/>
                                              </p:val>
                                            </p:tav>
                                          </p:tavLst>
                                        </p:anim>
                                        <p:animEffect transition="in" filter="fade">
                                          <p:cBhvr>
                                            <p:cTn id="50" dur="750"/>
                                            <p:tgtEl>
                                              <p:spTgt spid="35"/>
                                            </p:tgtEl>
                                          </p:cBhvr>
                                        </p:animEffect>
                                      </p:childTnLst>
                                    </p:cTn>
                                  </p:par>
                                  <p:par>
                                    <p:cTn id="51" presetID="53" presetClass="entr" presetSubtype="16" fill="hold" grpId="0" nodeType="withEffect">
                                      <p:stCondLst>
                                        <p:cond delay="1500"/>
                                      </p:stCondLst>
                                      <p:childTnLst>
                                        <p:set>
                                          <p:cBhvr>
                                            <p:cTn id="52" dur="1" fill="hold">
                                              <p:stCondLst>
                                                <p:cond delay="0"/>
                                              </p:stCondLst>
                                            </p:cTn>
                                            <p:tgtEl>
                                              <p:spTgt spid="17"/>
                                            </p:tgtEl>
                                            <p:attrNameLst>
                                              <p:attrName>style.visibility</p:attrName>
                                            </p:attrNameLst>
                                          </p:cBhvr>
                                          <p:to>
                                            <p:strVal val="visible"/>
                                          </p:to>
                                        </p:set>
                                        <p:anim calcmode="lin" valueType="num">
                                          <p:cBhvr>
                                            <p:cTn id="53" dur="750" fill="hold"/>
                                            <p:tgtEl>
                                              <p:spTgt spid="17"/>
                                            </p:tgtEl>
                                            <p:attrNameLst>
                                              <p:attrName>ppt_w</p:attrName>
                                            </p:attrNameLst>
                                          </p:cBhvr>
                                          <p:tavLst>
                                            <p:tav tm="0">
                                              <p:val>
                                                <p:fltVal val="0"/>
                                              </p:val>
                                            </p:tav>
                                            <p:tav tm="100000">
                                              <p:val>
                                                <p:strVal val="#ppt_w"/>
                                              </p:val>
                                            </p:tav>
                                          </p:tavLst>
                                        </p:anim>
                                        <p:anim calcmode="lin" valueType="num">
                                          <p:cBhvr>
                                            <p:cTn id="54" dur="750" fill="hold"/>
                                            <p:tgtEl>
                                              <p:spTgt spid="17"/>
                                            </p:tgtEl>
                                            <p:attrNameLst>
                                              <p:attrName>ppt_h</p:attrName>
                                            </p:attrNameLst>
                                          </p:cBhvr>
                                          <p:tavLst>
                                            <p:tav tm="0">
                                              <p:val>
                                                <p:fltVal val="0"/>
                                              </p:val>
                                            </p:tav>
                                            <p:tav tm="100000">
                                              <p:val>
                                                <p:strVal val="#ppt_h"/>
                                              </p:val>
                                            </p:tav>
                                          </p:tavLst>
                                        </p:anim>
                                        <p:animEffect transition="in" filter="fade">
                                          <p:cBhvr>
                                            <p:cTn id="55" dur="750"/>
                                            <p:tgtEl>
                                              <p:spTgt spid="17"/>
                                            </p:tgtEl>
                                          </p:cBhvr>
                                        </p:animEffect>
                                      </p:childTnLst>
                                    </p:cTn>
                                  </p:par>
                                  <p:par>
                                    <p:cTn id="56" presetID="53" presetClass="entr" presetSubtype="16" fill="hold" grpId="0" nodeType="withEffect">
                                      <p:stCondLst>
                                        <p:cond delay="1500"/>
                                      </p:stCondLst>
                                      <p:childTnLst>
                                        <p:set>
                                          <p:cBhvr>
                                            <p:cTn id="57" dur="1" fill="hold">
                                              <p:stCondLst>
                                                <p:cond delay="0"/>
                                              </p:stCondLst>
                                            </p:cTn>
                                            <p:tgtEl>
                                              <p:spTgt spid="50"/>
                                            </p:tgtEl>
                                            <p:attrNameLst>
                                              <p:attrName>style.visibility</p:attrName>
                                            </p:attrNameLst>
                                          </p:cBhvr>
                                          <p:to>
                                            <p:strVal val="visible"/>
                                          </p:to>
                                        </p:set>
                                        <p:anim calcmode="lin" valueType="num">
                                          <p:cBhvr>
                                            <p:cTn id="58" dur="750" fill="hold"/>
                                            <p:tgtEl>
                                              <p:spTgt spid="50"/>
                                            </p:tgtEl>
                                            <p:attrNameLst>
                                              <p:attrName>ppt_w</p:attrName>
                                            </p:attrNameLst>
                                          </p:cBhvr>
                                          <p:tavLst>
                                            <p:tav tm="0">
                                              <p:val>
                                                <p:fltVal val="0"/>
                                              </p:val>
                                            </p:tav>
                                            <p:tav tm="100000">
                                              <p:val>
                                                <p:strVal val="#ppt_w"/>
                                              </p:val>
                                            </p:tav>
                                          </p:tavLst>
                                        </p:anim>
                                        <p:anim calcmode="lin" valueType="num">
                                          <p:cBhvr>
                                            <p:cTn id="59" dur="750" fill="hold"/>
                                            <p:tgtEl>
                                              <p:spTgt spid="50"/>
                                            </p:tgtEl>
                                            <p:attrNameLst>
                                              <p:attrName>ppt_h</p:attrName>
                                            </p:attrNameLst>
                                          </p:cBhvr>
                                          <p:tavLst>
                                            <p:tav tm="0">
                                              <p:val>
                                                <p:fltVal val="0"/>
                                              </p:val>
                                            </p:tav>
                                            <p:tav tm="100000">
                                              <p:val>
                                                <p:strVal val="#ppt_h"/>
                                              </p:val>
                                            </p:tav>
                                          </p:tavLst>
                                        </p:anim>
                                        <p:animEffect transition="in" filter="fade">
                                          <p:cBhvr>
                                            <p:cTn id="60" dur="750"/>
                                            <p:tgtEl>
                                              <p:spTgt spid="50"/>
                                            </p:tgtEl>
                                          </p:cBhvr>
                                        </p:animEffect>
                                      </p:childTnLst>
                                    </p:cTn>
                                  </p:par>
                                  <p:par>
                                    <p:cTn id="61" presetID="53" presetClass="entr" presetSubtype="16" fill="hold" grpId="0" nodeType="withEffect">
                                      <p:stCondLst>
                                        <p:cond delay="2000"/>
                                      </p:stCondLst>
                                      <p:childTnLst>
                                        <p:set>
                                          <p:cBhvr>
                                            <p:cTn id="62" dur="1" fill="hold">
                                              <p:stCondLst>
                                                <p:cond delay="0"/>
                                              </p:stCondLst>
                                            </p:cTn>
                                            <p:tgtEl>
                                              <p:spTgt spid="16"/>
                                            </p:tgtEl>
                                            <p:attrNameLst>
                                              <p:attrName>style.visibility</p:attrName>
                                            </p:attrNameLst>
                                          </p:cBhvr>
                                          <p:to>
                                            <p:strVal val="visible"/>
                                          </p:to>
                                        </p:set>
                                        <p:anim calcmode="lin" valueType="num">
                                          <p:cBhvr>
                                            <p:cTn id="63" dur="750" fill="hold"/>
                                            <p:tgtEl>
                                              <p:spTgt spid="16"/>
                                            </p:tgtEl>
                                            <p:attrNameLst>
                                              <p:attrName>ppt_w</p:attrName>
                                            </p:attrNameLst>
                                          </p:cBhvr>
                                          <p:tavLst>
                                            <p:tav tm="0">
                                              <p:val>
                                                <p:fltVal val="0"/>
                                              </p:val>
                                            </p:tav>
                                            <p:tav tm="100000">
                                              <p:val>
                                                <p:strVal val="#ppt_w"/>
                                              </p:val>
                                            </p:tav>
                                          </p:tavLst>
                                        </p:anim>
                                        <p:anim calcmode="lin" valueType="num">
                                          <p:cBhvr>
                                            <p:cTn id="64" dur="750" fill="hold"/>
                                            <p:tgtEl>
                                              <p:spTgt spid="16"/>
                                            </p:tgtEl>
                                            <p:attrNameLst>
                                              <p:attrName>ppt_h</p:attrName>
                                            </p:attrNameLst>
                                          </p:cBhvr>
                                          <p:tavLst>
                                            <p:tav tm="0">
                                              <p:val>
                                                <p:fltVal val="0"/>
                                              </p:val>
                                            </p:tav>
                                            <p:tav tm="100000">
                                              <p:val>
                                                <p:strVal val="#ppt_h"/>
                                              </p:val>
                                            </p:tav>
                                          </p:tavLst>
                                        </p:anim>
                                        <p:animEffect transition="in" filter="fade">
                                          <p:cBhvr>
                                            <p:cTn id="65" dur="750"/>
                                            <p:tgtEl>
                                              <p:spTgt spid="16"/>
                                            </p:tgtEl>
                                          </p:cBhvr>
                                        </p:animEffect>
                                      </p:childTnLst>
                                    </p:cTn>
                                  </p:par>
                                  <p:par>
                                    <p:cTn id="66" presetID="53" presetClass="entr" presetSubtype="16" fill="hold" grpId="0" nodeType="withEffect">
                                      <p:stCondLst>
                                        <p:cond delay="2000"/>
                                      </p:stCondLst>
                                      <p:childTnLst>
                                        <p:set>
                                          <p:cBhvr>
                                            <p:cTn id="67" dur="1" fill="hold">
                                              <p:stCondLst>
                                                <p:cond delay="0"/>
                                              </p:stCondLst>
                                            </p:cTn>
                                            <p:tgtEl>
                                              <p:spTgt spid="51"/>
                                            </p:tgtEl>
                                            <p:attrNameLst>
                                              <p:attrName>style.visibility</p:attrName>
                                            </p:attrNameLst>
                                          </p:cBhvr>
                                          <p:to>
                                            <p:strVal val="visible"/>
                                          </p:to>
                                        </p:set>
                                        <p:anim calcmode="lin" valueType="num">
                                          <p:cBhvr>
                                            <p:cTn id="68" dur="750" fill="hold"/>
                                            <p:tgtEl>
                                              <p:spTgt spid="51"/>
                                            </p:tgtEl>
                                            <p:attrNameLst>
                                              <p:attrName>ppt_w</p:attrName>
                                            </p:attrNameLst>
                                          </p:cBhvr>
                                          <p:tavLst>
                                            <p:tav tm="0">
                                              <p:val>
                                                <p:fltVal val="0"/>
                                              </p:val>
                                            </p:tav>
                                            <p:tav tm="100000">
                                              <p:val>
                                                <p:strVal val="#ppt_w"/>
                                              </p:val>
                                            </p:tav>
                                          </p:tavLst>
                                        </p:anim>
                                        <p:anim calcmode="lin" valueType="num">
                                          <p:cBhvr>
                                            <p:cTn id="69" dur="750" fill="hold"/>
                                            <p:tgtEl>
                                              <p:spTgt spid="51"/>
                                            </p:tgtEl>
                                            <p:attrNameLst>
                                              <p:attrName>ppt_h</p:attrName>
                                            </p:attrNameLst>
                                          </p:cBhvr>
                                          <p:tavLst>
                                            <p:tav tm="0">
                                              <p:val>
                                                <p:fltVal val="0"/>
                                              </p:val>
                                            </p:tav>
                                            <p:tav tm="100000">
                                              <p:val>
                                                <p:strVal val="#ppt_h"/>
                                              </p:val>
                                            </p:tav>
                                          </p:tavLst>
                                        </p:anim>
                                        <p:animEffect transition="in" filter="fade">
                                          <p:cBhvr>
                                            <p:cTn id="70" dur="750"/>
                                            <p:tgtEl>
                                              <p:spTgt spid="51"/>
                                            </p:tgtEl>
                                          </p:cBhvr>
                                        </p:animEffect>
                                      </p:childTnLst>
                                    </p:cTn>
                                  </p:par>
                                  <p:par>
                                    <p:cTn id="71" presetID="53" presetClass="entr" presetSubtype="16" fill="hold" grpId="0" nodeType="withEffect">
                                      <p:stCondLst>
                                        <p:cond delay="2500"/>
                                      </p:stCondLst>
                                      <p:childTnLst>
                                        <p:set>
                                          <p:cBhvr>
                                            <p:cTn id="72" dur="1" fill="hold">
                                              <p:stCondLst>
                                                <p:cond delay="0"/>
                                              </p:stCondLst>
                                            </p:cTn>
                                            <p:tgtEl>
                                              <p:spTgt spid="14"/>
                                            </p:tgtEl>
                                            <p:attrNameLst>
                                              <p:attrName>style.visibility</p:attrName>
                                            </p:attrNameLst>
                                          </p:cBhvr>
                                          <p:to>
                                            <p:strVal val="visible"/>
                                          </p:to>
                                        </p:set>
                                        <p:anim calcmode="lin" valueType="num">
                                          <p:cBhvr>
                                            <p:cTn id="73" dur="750" fill="hold"/>
                                            <p:tgtEl>
                                              <p:spTgt spid="14"/>
                                            </p:tgtEl>
                                            <p:attrNameLst>
                                              <p:attrName>ppt_w</p:attrName>
                                            </p:attrNameLst>
                                          </p:cBhvr>
                                          <p:tavLst>
                                            <p:tav tm="0">
                                              <p:val>
                                                <p:fltVal val="0"/>
                                              </p:val>
                                            </p:tav>
                                            <p:tav tm="100000">
                                              <p:val>
                                                <p:strVal val="#ppt_w"/>
                                              </p:val>
                                            </p:tav>
                                          </p:tavLst>
                                        </p:anim>
                                        <p:anim calcmode="lin" valueType="num">
                                          <p:cBhvr>
                                            <p:cTn id="74" dur="750" fill="hold"/>
                                            <p:tgtEl>
                                              <p:spTgt spid="14"/>
                                            </p:tgtEl>
                                            <p:attrNameLst>
                                              <p:attrName>ppt_h</p:attrName>
                                            </p:attrNameLst>
                                          </p:cBhvr>
                                          <p:tavLst>
                                            <p:tav tm="0">
                                              <p:val>
                                                <p:fltVal val="0"/>
                                              </p:val>
                                            </p:tav>
                                            <p:tav tm="100000">
                                              <p:val>
                                                <p:strVal val="#ppt_h"/>
                                              </p:val>
                                            </p:tav>
                                          </p:tavLst>
                                        </p:anim>
                                        <p:animEffect transition="in" filter="fade">
                                          <p:cBhvr>
                                            <p:cTn id="75" dur="750"/>
                                            <p:tgtEl>
                                              <p:spTgt spid="14"/>
                                            </p:tgtEl>
                                          </p:cBhvr>
                                        </p:animEffect>
                                      </p:childTnLst>
                                    </p:cTn>
                                  </p:par>
                                  <p:par>
                                    <p:cTn id="76" presetID="53" presetClass="entr" presetSubtype="16" fill="hold" grpId="0" nodeType="withEffect">
                                      <p:stCondLst>
                                        <p:cond delay="2500"/>
                                      </p:stCondLst>
                                      <p:childTnLst>
                                        <p:set>
                                          <p:cBhvr>
                                            <p:cTn id="77" dur="1" fill="hold">
                                              <p:stCondLst>
                                                <p:cond delay="0"/>
                                              </p:stCondLst>
                                            </p:cTn>
                                            <p:tgtEl>
                                              <p:spTgt spid="52"/>
                                            </p:tgtEl>
                                            <p:attrNameLst>
                                              <p:attrName>style.visibility</p:attrName>
                                            </p:attrNameLst>
                                          </p:cBhvr>
                                          <p:to>
                                            <p:strVal val="visible"/>
                                          </p:to>
                                        </p:set>
                                        <p:anim calcmode="lin" valueType="num">
                                          <p:cBhvr>
                                            <p:cTn id="78" dur="750" fill="hold"/>
                                            <p:tgtEl>
                                              <p:spTgt spid="52"/>
                                            </p:tgtEl>
                                            <p:attrNameLst>
                                              <p:attrName>ppt_w</p:attrName>
                                            </p:attrNameLst>
                                          </p:cBhvr>
                                          <p:tavLst>
                                            <p:tav tm="0">
                                              <p:val>
                                                <p:fltVal val="0"/>
                                              </p:val>
                                            </p:tav>
                                            <p:tav tm="100000">
                                              <p:val>
                                                <p:strVal val="#ppt_w"/>
                                              </p:val>
                                            </p:tav>
                                          </p:tavLst>
                                        </p:anim>
                                        <p:anim calcmode="lin" valueType="num">
                                          <p:cBhvr>
                                            <p:cTn id="79" dur="750" fill="hold"/>
                                            <p:tgtEl>
                                              <p:spTgt spid="52"/>
                                            </p:tgtEl>
                                            <p:attrNameLst>
                                              <p:attrName>ppt_h</p:attrName>
                                            </p:attrNameLst>
                                          </p:cBhvr>
                                          <p:tavLst>
                                            <p:tav tm="0">
                                              <p:val>
                                                <p:fltVal val="0"/>
                                              </p:val>
                                            </p:tav>
                                            <p:tav tm="100000">
                                              <p:val>
                                                <p:strVal val="#ppt_h"/>
                                              </p:val>
                                            </p:tav>
                                          </p:tavLst>
                                        </p:anim>
                                        <p:animEffect transition="in" filter="fade">
                                          <p:cBhvr>
                                            <p:cTn id="80" dur="750"/>
                                            <p:tgtEl>
                                              <p:spTgt spid="52"/>
                                            </p:tgtEl>
                                          </p:cBhvr>
                                        </p:animEffect>
                                      </p:childTnLst>
                                    </p:cTn>
                                  </p:par>
                                  <p:par>
                                    <p:cTn id="81" presetID="16" presetClass="entr" presetSubtype="37" fill="hold" grpId="0" nodeType="withEffect">
                                      <p:stCondLst>
                                        <p:cond delay="250"/>
                                      </p:stCondLst>
                                      <p:childTnLst>
                                        <p:set>
                                          <p:cBhvr>
                                            <p:cTn id="82" dur="1" fill="hold">
                                              <p:stCondLst>
                                                <p:cond delay="0"/>
                                              </p:stCondLst>
                                            </p:cTn>
                                            <p:tgtEl>
                                              <p:spTgt spid="34"/>
                                            </p:tgtEl>
                                            <p:attrNameLst>
                                              <p:attrName>style.visibility</p:attrName>
                                            </p:attrNameLst>
                                          </p:cBhvr>
                                          <p:to>
                                            <p:strVal val="visible"/>
                                          </p:to>
                                        </p:set>
                                        <p:animEffect transition="in" filter="barn(outVertical)">
                                          <p:cBhvr>
                                            <p:cTn id="83" dur="7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7" grpId="0" animBg="1"/>
          <p:bldP spid="8" grpId="0" animBg="1"/>
          <p:bldP spid="9" grpId="0" animBg="1"/>
          <p:bldP spid="6" grpId="0" animBg="1"/>
          <p:bldP spid="15" grpId="0" animBg="1"/>
          <p:bldP spid="16" grpId="0" animBg="1"/>
          <p:bldP spid="17" grpId="0" animBg="1"/>
          <p:bldP spid="14" grpId="0" animBg="1"/>
          <p:bldP spid="35" grpId="0"/>
          <p:bldP spid="50" grpId="0"/>
          <p:bldP spid="51" grpId="0"/>
          <p:bldP spid="52" grpId="0"/>
        </p:bldLst>
      </p:timing>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5">
            <a:extLst>
              <a:ext uri="{FF2B5EF4-FFF2-40B4-BE49-F238E27FC236}">
                <a16:creationId xmlns:a16="http://schemas.microsoft.com/office/drawing/2014/main" id="{10C2401F-36A8-4583-80B7-402859E34A8C}"/>
              </a:ext>
            </a:extLst>
          </p:cNvPr>
          <p:cNvSpPr>
            <a:spLocks noChangeShapeType="1"/>
          </p:cNvSpPr>
          <p:nvPr/>
        </p:nvSpPr>
        <p:spPr bwMode="auto">
          <a:xfrm flipV="1">
            <a:off x="6861176" y="2276476"/>
            <a:ext cx="1576388" cy="186372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 name="Line 6">
            <a:extLst>
              <a:ext uri="{FF2B5EF4-FFF2-40B4-BE49-F238E27FC236}">
                <a16:creationId xmlns:a16="http://schemas.microsoft.com/office/drawing/2014/main" id="{F6BC7D13-5344-4EFB-9208-83433D4FEE92}"/>
              </a:ext>
            </a:extLst>
          </p:cNvPr>
          <p:cNvSpPr>
            <a:spLocks noChangeShapeType="1"/>
          </p:cNvSpPr>
          <p:nvPr/>
        </p:nvSpPr>
        <p:spPr bwMode="auto">
          <a:xfrm flipV="1">
            <a:off x="6472238" y="4098926"/>
            <a:ext cx="1595438" cy="26352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Line 7">
            <a:extLst>
              <a:ext uri="{FF2B5EF4-FFF2-40B4-BE49-F238E27FC236}">
                <a16:creationId xmlns:a16="http://schemas.microsoft.com/office/drawing/2014/main" id="{0575F426-B528-4D3E-AA0D-8A19B2C32395}"/>
              </a:ext>
            </a:extLst>
          </p:cNvPr>
          <p:cNvSpPr>
            <a:spLocks noChangeShapeType="1"/>
          </p:cNvSpPr>
          <p:nvPr/>
        </p:nvSpPr>
        <p:spPr bwMode="auto">
          <a:xfrm flipH="1">
            <a:off x="5111751" y="4184651"/>
            <a:ext cx="1711325" cy="169703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Line 8">
            <a:extLst>
              <a:ext uri="{FF2B5EF4-FFF2-40B4-BE49-F238E27FC236}">
                <a16:creationId xmlns:a16="http://schemas.microsoft.com/office/drawing/2014/main" id="{38F9732D-B758-4C28-9817-9F07AACD059C}"/>
              </a:ext>
            </a:extLst>
          </p:cNvPr>
          <p:cNvSpPr>
            <a:spLocks noChangeShapeType="1"/>
          </p:cNvSpPr>
          <p:nvPr/>
        </p:nvSpPr>
        <p:spPr bwMode="auto">
          <a:xfrm flipH="1">
            <a:off x="4489451" y="4370388"/>
            <a:ext cx="1941513" cy="195263"/>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Line 9">
            <a:extLst>
              <a:ext uri="{FF2B5EF4-FFF2-40B4-BE49-F238E27FC236}">
                <a16:creationId xmlns:a16="http://schemas.microsoft.com/office/drawing/2014/main" id="{41C2F9E8-62E7-42A7-8075-E323D61E492E}"/>
              </a:ext>
            </a:extLst>
          </p:cNvPr>
          <p:cNvSpPr>
            <a:spLocks noChangeShapeType="1"/>
          </p:cNvSpPr>
          <p:nvPr/>
        </p:nvSpPr>
        <p:spPr bwMode="auto">
          <a:xfrm flipH="1" flipV="1">
            <a:off x="3852863" y="3721101"/>
            <a:ext cx="2344738" cy="63023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Line 10">
            <a:extLst>
              <a:ext uri="{FF2B5EF4-FFF2-40B4-BE49-F238E27FC236}">
                <a16:creationId xmlns:a16="http://schemas.microsoft.com/office/drawing/2014/main" id="{B4056927-AE78-4990-946A-D9ACAFC9E484}"/>
              </a:ext>
            </a:extLst>
          </p:cNvPr>
          <p:cNvSpPr>
            <a:spLocks noChangeShapeType="1"/>
          </p:cNvSpPr>
          <p:nvPr/>
        </p:nvSpPr>
        <p:spPr bwMode="auto">
          <a:xfrm flipH="1" flipV="1">
            <a:off x="4497388" y="2654301"/>
            <a:ext cx="1390650" cy="150812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Line 11">
            <a:extLst>
              <a:ext uri="{FF2B5EF4-FFF2-40B4-BE49-F238E27FC236}">
                <a16:creationId xmlns:a16="http://schemas.microsoft.com/office/drawing/2014/main" id="{C9A72693-B164-4AAF-AD35-F509B9AB16DA}"/>
              </a:ext>
            </a:extLst>
          </p:cNvPr>
          <p:cNvSpPr>
            <a:spLocks noChangeShapeType="1"/>
          </p:cNvSpPr>
          <p:nvPr/>
        </p:nvSpPr>
        <p:spPr bwMode="auto">
          <a:xfrm>
            <a:off x="6046788" y="4286251"/>
            <a:ext cx="1806575" cy="101758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Line 12">
            <a:extLst>
              <a:ext uri="{FF2B5EF4-FFF2-40B4-BE49-F238E27FC236}">
                <a16:creationId xmlns:a16="http://schemas.microsoft.com/office/drawing/2014/main" id="{29A3C881-D1B2-41A2-A486-A57503731836}"/>
              </a:ext>
            </a:extLst>
          </p:cNvPr>
          <p:cNvSpPr>
            <a:spLocks noChangeShapeType="1"/>
          </p:cNvSpPr>
          <p:nvPr/>
        </p:nvSpPr>
        <p:spPr bwMode="auto">
          <a:xfrm flipH="1">
            <a:off x="4214813" y="3103563"/>
            <a:ext cx="1955800" cy="609600"/>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Line 13">
            <a:extLst>
              <a:ext uri="{FF2B5EF4-FFF2-40B4-BE49-F238E27FC236}">
                <a16:creationId xmlns:a16="http://schemas.microsoft.com/office/drawing/2014/main" id="{A41B0F64-7DC3-40FD-A0A4-F683D36BB1A9}"/>
              </a:ext>
            </a:extLst>
          </p:cNvPr>
          <p:cNvSpPr>
            <a:spLocks noChangeShapeType="1"/>
          </p:cNvSpPr>
          <p:nvPr/>
        </p:nvSpPr>
        <p:spPr bwMode="auto">
          <a:xfrm flipV="1">
            <a:off x="6183313" y="2563813"/>
            <a:ext cx="1812925" cy="53498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5" name="Line 14">
            <a:extLst>
              <a:ext uri="{FF2B5EF4-FFF2-40B4-BE49-F238E27FC236}">
                <a16:creationId xmlns:a16="http://schemas.microsoft.com/office/drawing/2014/main" id="{701A2F0A-AF00-4B8E-A625-A76E4A9E04D3}"/>
              </a:ext>
            </a:extLst>
          </p:cNvPr>
          <p:cNvSpPr>
            <a:spLocks noChangeShapeType="1"/>
          </p:cNvSpPr>
          <p:nvPr/>
        </p:nvSpPr>
        <p:spPr bwMode="auto">
          <a:xfrm flipV="1">
            <a:off x="5791201" y="1255713"/>
            <a:ext cx="1122363" cy="216693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6" name="Line 15">
            <a:extLst>
              <a:ext uri="{FF2B5EF4-FFF2-40B4-BE49-F238E27FC236}">
                <a16:creationId xmlns:a16="http://schemas.microsoft.com/office/drawing/2014/main" id="{0E8A2D3B-6AA1-4C86-814D-24E6BDB46FD4}"/>
              </a:ext>
            </a:extLst>
          </p:cNvPr>
          <p:cNvSpPr>
            <a:spLocks noChangeShapeType="1"/>
          </p:cNvSpPr>
          <p:nvPr/>
        </p:nvSpPr>
        <p:spPr bwMode="auto">
          <a:xfrm flipH="1">
            <a:off x="5322888" y="3586163"/>
            <a:ext cx="407988" cy="190658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Line 16">
            <a:extLst>
              <a:ext uri="{FF2B5EF4-FFF2-40B4-BE49-F238E27FC236}">
                <a16:creationId xmlns:a16="http://schemas.microsoft.com/office/drawing/2014/main" id="{35A85EA9-3019-4C0F-AEFE-D2227B4F53DA}"/>
              </a:ext>
            </a:extLst>
          </p:cNvPr>
          <p:cNvSpPr>
            <a:spLocks noChangeShapeType="1"/>
          </p:cNvSpPr>
          <p:nvPr/>
        </p:nvSpPr>
        <p:spPr bwMode="auto">
          <a:xfrm flipH="1">
            <a:off x="4083051" y="3219451"/>
            <a:ext cx="1876425" cy="151288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 name="Line 17">
            <a:extLst>
              <a:ext uri="{FF2B5EF4-FFF2-40B4-BE49-F238E27FC236}">
                <a16:creationId xmlns:a16="http://schemas.microsoft.com/office/drawing/2014/main" id="{9FE1C712-109A-420B-BE79-599E3CFD1F89}"/>
              </a:ext>
            </a:extLst>
          </p:cNvPr>
          <p:cNvSpPr>
            <a:spLocks noChangeShapeType="1"/>
          </p:cNvSpPr>
          <p:nvPr/>
        </p:nvSpPr>
        <p:spPr bwMode="auto">
          <a:xfrm flipH="1" flipV="1">
            <a:off x="4192588" y="2465388"/>
            <a:ext cx="2339975" cy="63023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Line 18">
            <a:extLst>
              <a:ext uri="{FF2B5EF4-FFF2-40B4-BE49-F238E27FC236}">
                <a16:creationId xmlns:a16="http://schemas.microsoft.com/office/drawing/2014/main" id="{6BDE0B65-86B6-47D0-BDB5-77023EC1D77E}"/>
              </a:ext>
            </a:extLst>
          </p:cNvPr>
          <p:cNvSpPr>
            <a:spLocks noChangeShapeType="1"/>
          </p:cNvSpPr>
          <p:nvPr/>
        </p:nvSpPr>
        <p:spPr bwMode="auto">
          <a:xfrm flipH="1" flipV="1">
            <a:off x="6815138" y="1776413"/>
            <a:ext cx="196850" cy="187642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 name="Line 19">
            <a:extLst>
              <a:ext uri="{FF2B5EF4-FFF2-40B4-BE49-F238E27FC236}">
                <a16:creationId xmlns:a16="http://schemas.microsoft.com/office/drawing/2014/main" id="{F64DDAC6-A910-40F3-B649-297F238848C6}"/>
              </a:ext>
            </a:extLst>
          </p:cNvPr>
          <p:cNvSpPr>
            <a:spLocks noChangeShapeType="1"/>
          </p:cNvSpPr>
          <p:nvPr/>
        </p:nvSpPr>
        <p:spPr bwMode="auto">
          <a:xfrm>
            <a:off x="6965951" y="3479801"/>
            <a:ext cx="603250" cy="150018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Line 20">
            <a:extLst>
              <a:ext uri="{FF2B5EF4-FFF2-40B4-BE49-F238E27FC236}">
                <a16:creationId xmlns:a16="http://schemas.microsoft.com/office/drawing/2014/main" id="{020A9664-44BD-49DC-878E-673508A4E078}"/>
              </a:ext>
            </a:extLst>
          </p:cNvPr>
          <p:cNvSpPr>
            <a:spLocks noChangeShapeType="1"/>
          </p:cNvSpPr>
          <p:nvPr/>
        </p:nvSpPr>
        <p:spPr bwMode="auto">
          <a:xfrm>
            <a:off x="6683376" y="3155951"/>
            <a:ext cx="1806575" cy="101758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Line 21">
            <a:extLst>
              <a:ext uri="{FF2B5EF4-FFF2-40B4-BE49-F238E27FC236}">
                <a16:creationId xmlns:a16="http://schemas.microsoft.com/office/drawing/2014/main" id="{3F2649D7-0234-47E3-B1CB-6B1D63A8E8CB}"/>
              </a:ext>
            </a:extLst>
          </p:cNvPr>
          <p:cNvSpPr>
            <a:spLocks noChangeShapeType="1"/>
          </p:cNvSpPr>
          <p:nvPr/>
        </p:nvSpPr>
        <p:spPr bwMode="auto">
          <a:xfrm flipV="1">
            <a:off x="4475163" y="1017588"/>
            <a:ext cx="2616200" cy="254158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Line 22">
            <a:extLst>
              <a:ext uri="{FF2B5EF4-FFF2-40B4-BE49-F238E27FC236}">
                <a16:creationId xmlns:a16="http://schemas.microsoft.com/office/drawing/2014/main" id="{CF8ABEE8-702A-4E0C-92EB-25E0FFF07C49}"/>
              </a:ext>
            </a:extLst>
          </p:cNvPr>
          <p:cNvSpPr>
            <a:spLocks noChangeShapeType="1"/>
          </p:cNvSpPr>
          <p:nvPr/>
        </p:nvSpPr>
        <p:spPr bwMode="auto">
          <a:xfrm flipH="1">
            <a:off x="3863976" y="3359151"/>
            <a:ext cx="750888" cy="1655763"/>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4" name="Line 23">
            <a:extLst>
              <a:ext uri="{FF2B5EF4-FFF2-40B4-BE49-F238E27FC236}">
                <a16:creationId xmlns:a16="http://schemas.microsoft.com/office/drawing/2014/main" id="{3560C929-28EF-4DD9-8380-5E4B27FD0B69}"/>
              </a:ext>
            </a:extLst>
          </p:cNvPr>
          <p:cNvSpPr>
            <a:spLocks noChangeShapeType="1"/>
          </p:cNvSpPr>
          <p:nvPr/>
        </p:nvSpPr>
        <p:spPr bwMode="auto">
          <a:xfrm>
            <a:off x="3781426" y="3694113"/>
            <a:ext cx="4149725" cy="164782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5" name="Line 24">
            <a:extLst>
              <a:ext uri="{FF2B5EF4-FFF2-40B4-BE49-F238E27FC236}">
                <a16:creationId xmlns:a16="http://schemas.microsoft.com/office/drawing/2014/main" id="{DBDDD384-7DD2-4F90-BC39-D400D538935E}"/>
              </a:ext>
            </a:extLst>
          </p:cNvPr>
          <p:cNvSpPr>
            <a:spLocks noChangeShapeType="1"/>
          </p:cNvSpPr>
          <p:nvPr/>
        </p:nvSpPr>
        <p:spPr bwMode="auto">
          <a:xfrm>
            <a:off x="3965576" y="3740151"/>
            <a:ext cx="4260850" cy="354013"/>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6" name="Line 25">
            <a:extLst>
              <a:ext uri="{FF2B5EF4-FFF2-40B4-BE49-F238E27FC236}">
                <a16:creationId xmlns:a16="http://schemas.microsoft.com/office/drawing/2014/main" id="{498F80DA-F810-411B-8C6B-3F15B84826B2}"/>
              </a:ext>
            </a:extLst>
          </p:cNvPr>
          <p:cNvSpPr>
            <a:spLocks noChangeShapeType="1"/>
          </p:cNvSpPr>
          <p:nvPr/>
        </p:nvSpPr>
        <p:spPr bwMode="auto">
          <a:xfrm>
            <a:off x="3384551" y="3216276"/>
            <a:ext cx="427038" cy="225742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7" name="Line 26">
            <a:extLst>
              <a:ext uri="{FF2B5EF4-FFF2-40B4-BE49-F238E27FC236}">
                <a16:creationId xmlns:a16="http://schemas.microsoft.com/office/drawing/2014/main" id="{27D45ED7-43BB-48A5-B5C5-C6FBF1301ACA}"/>
              </a:ext>
            </a:extLst>
          </p:cNvPr>
          <p:cNvSpPr>
            <a:spLocks noChangeShapeType="1"/>
          </p:cNvSpPr>
          <p:nvPr/>
        </p:nvSpPr>
        <p:spPr bwMode="auto">
          <a:xfrm>
            <a:off x="3622676" y="3603626"/>
            <a:ext cx="1420813" cy="112077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8" name="Line 27">
            <a:extLst>
              <a:ext uri="{FF2B5EF4-FFF2-40B4-BE49-F238E27FC236}">
                <a16:creationId xmlns:a16="http://schemas.microsoft.com/office/drawing/2014/main" id="{98B8F0EC-379E-4A1E-A09F-D68C53CE7D18}"/>
              </a:ext>
            </a:extLst>
          </p:cNvPr>
          <p:cNvSpPr>
            <a:spLocks noChangeShapeType="1"/>
          </p:cNvSpPr>
          <p:nvPr/>
        </p:nvSpPr>
        <p:spPr bwMode="auto">
          <a:xfrm flipV="1">
            <a:off x="3751263" y="844551"/>
            <a:ext cx="3595688" cy="165893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9" name="Line 28">
            <a:extLst>
              <a:ext uri="{FF2B5EF4-FFF2-40B4-BE49-F238E27FC236}">
                <a16:creationId xmlns:a16="http://schemas.microsoft.com/office/drawing/2014/main" id="{1217B525-4E7B-41F9-AA91-C3D344CB1725}"/>
              </a:ext>
            </a:extLst>
          </p:cNvPr>
          <p:cNvSpPr>
            <a:spLocks noChangeShapeType="1"/>
          </p:cNvSpPr>
          <p:nvPr/>
        </p:nvSpPr>
        <p:spPr bwMode="auto">
          <a:xfrm>
            <a:off x="4048126" y="2446338"/>
            <a:ext cx="3646488" cy="15557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0" name="Line 29">
            <a:extLst>
              <a:ext uri="{FF2B5EF4-FFF2-40B4-BE49-F238E27FC236}">
                <a16:creationId xmlns:a16="http://schemas.microsoft.com/office/drawing/2014/main" id="{7D219027-B658-4E38-9ED1-72B444236CF9}"/>
              </a:ext>
            </a:extLst>
          </p:cNvPr>
          <p:cNvSpPr>
            <a:spLocks noChangeShapeType="1"/>
          </p:cNvSpPr>
          <p:nvPr/>
        </p:nvSpPr>
        <p:spPr bwMode="auto">
          <a:xfrm>
            <a:off x="4425951" y="2586038"/>
            <a:ext cx="3343275" cy="266223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1" name="Line 30">
            <a:extLst>
              <a:ext uri="{FF2B5EF4-FFF2-40B4-BE49-F238E27FC236}">
                <a16:creationId xmlns:a16="http://schemas.microsoft.com/office/drawing/2014/main" id="{1EB85615-5236-4E76-9E73-29721B5011FD}"/>
              </a:ext>
            </a:extLst>
          </p:cNvPr>
          <p:cNvSpPr>
            <a:spLocks noChangeShapeType="1"/>
          </p:cNvSpPr>
          <p:nvPr/>
        </p:nvSpPr>
        <p:spPr bwMode="auto">
          <a:xfrm>
            <a:off x="4259263" y="2492376"/>
            <a:ext cx="4151313" cy="1643063"/>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2" name="Line 31">
            <a:extLst>
              <a:ext uri="{FF2B5EF4-FFF2-40B4-BE49-F238E27FC236}">
                <a16:creationId xmlns:a16="http://schemas.microsoft.com/office/drawing/2014/main" id="{627ED99B-7120-436C-A9C0-EE74BC6A6388}"/>
              </a:ext>
            </a:extLst>
          </p:cNvPr>
          <p:cNvSpPr>
            <a:spLocks noChangeShapeType="1"/>
          </p:cNvSpPr>
          <p:nvPr/>
        </p:nvSpPr>
        <p:spPr bwMode="auto">
          <a:xfrm>
            <a:off x="4645026" y="2906713"/>
            <a:ext cx="663575" cy="2201863"/>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Line 32">
            <a:extLst>
              <a:ext uri="{FF2B5EF4-FFF2-40B4-BE49-F238E27FC236}">
                <a16:creationId xmlns:a16="http://schemas.microsoft.com/office/drawing/2014/main" id="{6B0EEE80-2377-4844-A5C0-B23A4F7EBE73}"/>
              </a:ext>
            </a:extLst>
          </p:cNvPr>
          <p:cNvSpPr>
            <a:spLocks noChangeShapeType="1"/>
          </p:cNvSpPr>
          <p:nvPr/>
        </p:nvSpPr>
        <p:spPr bwMode="auto">
          <a:xfrm flipH="1">
            <a:off x="7573963" y="2032001"/>
            <a:ext cx="1014413" cy="2462213"/>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Line 33">
            <a:extLst>
              <a:ext uri="{FF2B5EF4-FFF2-40B4-BE49-F238E27FC236}">
                <a16:creationId xmlns:a16="http://schemas.microsoft.com/office/drawing/2014/main" id="{74EC93B8-BDA2-40DE-AF0D-41E5D6CF16E9}"/>
              </a:ext>
            </a:extLst>
          </p:cNvPr>
          <p:cNvSpPr>
            <a:spLocks noChangeShapeType="1"/>
          </p:cNvSpPr>
          <p:nvPr/>
        </p:nvSpPr>
        <p:spPr bwMode="auto">
          <a:xfrm flipH="1">
            <a:off x="5133976" y="2306638"/>
            <a:ext cx="3276600" cy="3548063"/>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Line 34">
            <a:extLst>
              <a:ext uri="{FF2B5EF4-FFF2-40B4-BE49-F238E27FC236}">
                <a16:creationId xmlns:a16="http://schemas.microsoft.com/office/drawing/2014/main" id="{8485DF50-B9D1-4248-BF3D-497ABB0AA761}"/>
              </a:ext>
            </a:extLst>
          </p:cNvPr>
          <p:cNvSpPr>
            <a:spLocks noChangeShapeType="1"/>
          </p:cNvSpPr>
          <p:nvPr/>
        </p:nvSpPr>
        <p:spPr bwMode="auto">
          <a:xfrm flipH="1">
            <a:off x="4198938" y="2492376"/>
            <a:ext cx="3973513" cy="2160588"/>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Line 35">
            <a:extLst>
              <a:ext uri="{FF2B5EF4-FFF2-40B4-BE49-F238E27FC236}">
                <a16:creationId xmlns:a16="http://schemas.microsoft.com/office/drawing/2014/main" id="{E21C2FB7-E9CF-4B96-86CB-57F1105CE3AC}"/>
              </a:ext>
            </a:extLst>
          </p:cNvPr>
          <p:cNvSpPr>
            <a:spLocks noChangeShapeType="1"/>
          </p:cNvSpPr>
          <p:nvPr/>
        </p:nvSpPr>
        <p:spPr bwMode="auto">
          <a:xfrm>
            <a:off x="6834188" y="1892301"/>
            <a:ext cx="704850" cy="2997200"/>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7" name="Line 36">
            <a:extLst>
              <a:ext uri="{FF2B5EF4-FFF2-40B4-BE49-F238E27FC236}">
                <a16:creationId xmlns:a16="http://schemas.microsoft.com/office/drawing/2014/main" id="{25856217-5EA6-422F-89C5-BD65B6503C41}"/>
              </a:ext>
            </a:extLst>
          </p:cNvPr>
          <p:cNvSpPr>
            <a:spLocks noChangeShapeType="1"/>
          </p:cNvSpPr>
          <p:nvPr/>
        </p:nvSpPr>
        <p:spPr bwMode="auto">
          <a:xfrm>
            <a:off x="7011988" y="2259013"/>
            <a:ext cx="1666875" cy="2076450"/>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8" name="Line 37">
            <a:extLst>
              <a:ext uri="{FF2B5EF4-FFF2-40B4-BE49-F238E27FC236}">
                <a16:creationId xmlns:a16="http://schemas.microsoft.com/office/drawing/2014/main" id="{95375FBB-70FA-45F4-B29D-733A03103A5A}"/>
              </a:ext>
            </a:extLst>
          </p:cNvPr>
          <p:cNvSpPr>
            <a:spLocks noChangeShapeType="1"/>
          </p:cNvSpPr>
          <p:nvPr/>
        </p:nvSpPr>
        <p:spPr bwMode="auto">
          <a:xfrm flipH="1">
            <a:off x="5292726" y="1360488"/>
            <a:ext cx="1576388" cy="4241800"/>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9" name="Line 38">
            <a:extLst>
              <a:ext uri="{FF2B5EF4-FFF2-40B4-BE49-F238E27FC236}">
                <a16:creationId xmlns:a16="http://schemas.microsoft.com/office/drawing/2014/main" id="{9D5ABCCE-378B-4750-AA24-897C95003D64}"/>
              </a:ext>
            </a:extLst>
          </p:cNvPr>
          <p:cNvSpPr>
            <a:spLocks noChangeShapeType="1"/>
          </p:cNvSpPr>
          <p:nvPr/>
        </p:nvSpPr>
        <p:spPr bwMode="auto">
          <a:xfrm flipH="1">
            <a:off x="3970338" y="1100138"/>
            <a:ext cx="3044825" cy="3744913"/>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0" name="Line 39">
            <a:extLst>
              <a:ext uri="{FF2B5EF4-FFF2-40B4-BE49-F238E27FC236}">
                <a16:creationId xmlns:a16="http://schemas.microsoft.com/office/drawing/2014/main" id="{375CCE72-46E0-4DA2-9BF4-83DE7FD6386A}"/>
              </a:ext>
            </a:extLst>
          </p:cNvPr>
          <p:cNvSpPr>
            <a:spLocks noChangeShapeType="1"/>
          </p:cNvSpPr>
          <p:nvPr/>
        </p:nvSpPr>
        <p:spPr bwMode="auto">
          <a:xfrm>
            <a:off x="8655051" y="1628776"/>
            <a:ext cx="161925" cy="307657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 name="Line 40">
            <a:extLst>
              <a:ext uri="{FF2B5EF4-FFF2-40B4-BE49-F238E27FC236}">
                <a16:creationId xmlns:a16="http://schemas.microsoft.com/office/drawing/2014/main" id="{32C39E5C-4E4B-474D-BE9A-606E37236AF1}"/>
              </a:ext>
            </a:extLst>
          </p:cNvPr>
          <p:cNvSpPr>
            <a:spLocks noChangeShapeType="1"/>
          </p:cNvSpPr>
          <p:nvPr/>
        </p:nvSpPr>
        <p:spPr bwMode="auto">
          <a:xfrm flipH="1">
            <a:off x="4719638" y="5376863"/>
            <a:ext cx="3581400" cy="711200"/>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2" name="Line 41">
            <a:extLst>
              <a:ext uri="{FF2B5EF4-FFF2-40B4-BE49-F238E27FC236}">
                <a16:creationId xmlns:a16="http://schemas.microsoft.com/office/drawing/2014/main" id="{4C12690A-23C1-4C9A-AC3E-D023C4433B1C}"/>
              </a:ext>
            </a:extLst>
          </p:cNvPr>
          <p:cNvSpPr>
            <a:spLocks noChangeShapeType="1"/>
          </p:cNvSpPr>
          <p:nvPr/>
        </p:nvSpPr>
        <p:spPr bwMode="auto">
          <a:xfrm flipH="1" flipV="1">
            <a:off x="4749801" y="4581526"/>
            <a:ext cx="3268663" cy="787400"/>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3" name="Line 42">
            <a:extLst>
              <a:ext uri="{FF2B5EF4-FFF2-40B4-BE49-F238E27FC236}">
                <a16:creationId xmlns:a16="http://schemas.microsoft.com/office/drawing/2014/main" id="{E9314226-C1FC-4F59-B854-CC920CC3D3C4}"/>
              </a:ext>
            </a:extLst>
          </p:cNvPr>
          <p:cNvSpPr>
            <a:spLocks noChangeShapeType="1"/>
          </p:cNvSpPr>
          <p:nvPr/>
        </p:nvSpPr>
        <p:spPr bwMode="auto">
          <a:xfrm flipH="1">
            <a:off x="4979988" y="4192588"/>
            <a:ext cx="2846388" cy="179387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Line 43">
            <a:extLst>
              <a:ext uri="{FF2B5EF4-FFF2-40B4-BE49-F238E27FC236}">
                <a16:creationId xmlns:a16="http://schemas.microsoft.com/office/drawing/2014/main" id="{80006A78-9C76-4EAC-A784-DE3ADCA3424F}"/>
              </a:ext>
            </a:extLst>
          </p:cNvPr>
          <p:cNvSpPr>
            <a:spLocks noChangeShapeType="1"/>
          </p:cNvSpPr>
          <p:nvPr/>
        </p:nvSpPr>
        <p:spPr bwMode="auto">
          <a:xfrm flipH="1">
            <a:off x="4467226" y="4098926"/>
            <a:ext cx="3619500" cy="466725"/>
          </a:xfrm>
          <a:prstGeom prst="line">
            <a:avLst/>
          </a:prstGeom>
          <a:noFill/>
          <a:ln w="6350"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Oval 44">
            <a:extLst>
              <a:ext uri="{FF2B5EF4-FFF2-40B4-BE49-F238E27FC236}">
                <a16:creationId xmlns:a16="http://schemas.microsoft.com/office/drawing/2014/main" id="{0453C896-B9D4-4E99-BDF0-463F9015AB81}"/>
              </a:ext>
            </a:extLst>
          </p:cNvPr>
          <p:cNvSpPr>
            <a:spLocks noChangeArrowheads="1"/>
          </p:cNvSpPr>
          <p:nvPr/>
        </p:nvSpPr>
        <p:spPr bwMode="auto">
          <a:xfrm>
            <a:off x="4237038" y="4083051"/>
            <a:ext cx="68263" cy="6350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Oval 45">
            <a:extLst>
              <a:ext uri="{FF2B5EF4-FFF2-40B4-BE49-F238E27FC236}">
                <a16:creationId xmlns:a16="http://schemas.microsoft.com/office/drawing/2014/main" id="{BD5A83AA-D405-47C7-9764-362824104A8D}"/>
              </a:ext>
            </a:extLst>
          </p:cNvPr>
          <p:cNvSpPr>
            <a:spLocks noChangeArrowheads="1"/>
          </p:cNvSpPr>
          <p:nvPr/>
        </p:nvSpPr>
        <p:spPr bwMode="auto">
          <a:xfrm>
            <a:off x="4324351" y="3894138"/>
            <a:ext cx="63500" cy="6508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7" name="Oval 46">
            <a:extLst>
              <a:ext uri="{FF2B5EF4-FFF2-40B4-BE49-F238E27FC236}">
                <a16:creationId xmlns:a16="http://schemas.microsoft.com/office/drawing/2014/main" id="{8BB8C448-5957-49AD-9FC8-EC615B21DB0C}"/>
              </a:ext>
            </a:extLst>
          </p:cNvPr>
          <p:cNvSpPr>
            <a:spLocks noChangeArrowheads="1"/>
          </p:cNvSpPr>
          <p:nvPr/>
        </p:nvSpPr>
        <p:spPr bwMode="auto">
          <a:xfrm>
            <a:off x="4595813" y="3995738"/>
            <a:ext cx="71438" cy="730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8" name="Oval 47">
            <a:extLst>
              <a:ext uri="{FF2B5EF4-FFF2-40B4-BE49-F238E27FC236}">
                <a16:creationId xmlns:a16="http://schemas.microsoft.com/office/drawing/2014/main" id="{7EC75DF6-9F66-439A-8A63-7907CAFC36A9}"/>
              </a:ext>
            </a:extLst>
          </p:cNvPr>
          <p:cNvSpPr>
            <a:spLocks noChangeArrowheads="1"/>
          </p:cNvSpPr>
          <p:nvPr/>
        </p:nvSpPr>
        <p:spPr bwMode="auto">
          <a:xfrm>
            <a:off x="4429126" y="4233863"/>
            <a:ext cx="41275" cy="4127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9" name="Oval 48">
            <a:extLst>
              <a:ext uri="{FF2B5EF4-FFF2-40B4-BE49-F238E27FC236}">
                <a16:creationId xmlns:a16="http://schemas.microsoft.com/office/drawing/2014/main" id="{915BD093-C4B4-43B7-A417-CF9DCF7BBACF}"/>
              </a:ext>
            </a:extLst>
          </p:cNvPr>
          <p:cNvSpPr>
            <a:spLocks noChangeArrowheads="1"/>
          </p:cNvSpPr>
          <p:nvPr/>
        </p:nvSpPr>
        <p:spPr bwMode="auto">
          <a:xfrm>
            <a:off x="4625976" y="4384676"/>
            <a:ext cx="49213" cy="492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0" name="Oval 49">
            <a:extLst>
              <a:ext uri="{FF2B5EF4-FFF2-40B4-BE49-F238E27FC236}">
                <a16:creationId xmlns:a16="http://schemas.microsoft.com/office/drawing/2014/main" id="{772946F1-57E6-4B37-8289-E6FEC7FC0AC6}"/>
              </a:ext>
            </a:extLst>
          </p:cNvPr>
          <p:cNvSpPr>
            <a:spLocks noChangeArrowheads="1"/>
          </p:cNvSpPr>
          <p:nvPr/>
        </p:nvSpPr>
        <p:spPr bwMode="auto">
          <a:xfrm>
            <a:off x="5002213" y="4165601"/>
            <a:ext cx="65088"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1" name="Oval 50">
            <a:extLst>
              <a:ext uri="{FF2B5EF4-FFF2-40B4-BE49-F238E27FC236}">
                <a16:creationId xmlns:a16="http://schemas.microsoft.com/office/drawing/2014/main" id="{7D0A7471-26E8-4019-8DDD-26C9DDD01E41}"/>
              </a:ext>
            </a:extLst>
          </p:cNvPr>
          <p:cNvSpPr>
            <a:spLocks noChangeArrowheads="1"/>
          </p:cNvSpPr>
          <p:nvPr/>
        </p:nvSpPr>
        <p:spPr bwMode="auto">
          <a:xfrm>
            <a:off x="4897438" y="3800476"/>
            <a:ext cx="41275" cy="4127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 name="Oval 51">
            <a:extLst>
              <a:ext uri="{FF2B5EF4-FFF2-40B4-BE49-F238E27FC236}">
                <a16:creationId xmlns:a16="http://schemas.microsoft.com/office/drawing/2014/main" id="{7EA22435-53EE-46CE-A5F7-AE87ECF16945}"/>
              </a:ext>
            </a:extLst>
          </p:cNvPr>
          <p:cNvSpPr>
            <a:spLocks noChangeArrowheads="1"/>
          </p:cNvSpPr>
          <p:nvPr/>
        </p:nvSpPr>
        <p:spPr bwMode="auto">
          <a:xfrm>
            <a:off x="4859338" y="3683001"/>
            <a:ext cx="60325" cy="6508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3" name="Oval 52">
            <a:extLst>
              <a:ext uri="{FF2B5EF4-FFF2-40B4-BE49-F238E27FC236}">
                <a16:creationId xmlns:a16="http://schemas.microsoft.com/office/drawing/2014/main" id="{B9AE2150-9550-4880-AABA-955A362A834B}"/>
              </a:ext>
            </a:extLst>
          </p:cNvPr>
          <p:cNvSpPr>
            <a:spLocks noChangeArrowheads="1"/>
          </p:cNvSpPr>
          <p:nvPr/>
        </p:nvSpPr>
        <p:spPr bwMode="auto">
          <a:xfrm>
            <a:off x="4791076" y="3792538"/>
            <a:ext cx="38100" cy="349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4" name="Oval 53">
            <a:extLst>
              <a:ext uri="{FF2B5EF4-FFF2-40B4-BE49-F238E27FC236}">
                <a16:creationId xmlns:a16="http://schemas.microsoft.com/office/drawing/2014/main" id="{F4652837-83C4-4EEF-9E52-6C7057352E56}"/>
              </a:ext>
            </a:extLst>
          </p:cNvPr>
          <p:cNvSpPr>
            <a:spLocks noChangeArrowheads="1"/>
          </p:cNvSpPr>
          <p:nvPr/>
        </p:nvSpPr>
        <p:spPr bwMode="auto">
          <a:xfrm>
            <a:off x="4392613" y="3743326"/>
            <a:ext cx="63500"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5" name="Oval 54">
            <a:extLst>
              <a:ext uri="{FF2B5EF4-FFF2-40B4-BE49-F238E27FC236}">
                <a16:creationId xmlns:a16="http://schemas.microsoft.com/office/drawing/2014/main" id="{D1F7F7A9-69EE-41E9-B696-39BF69FFD57B}"/>
              </a:ext>
            </a:extLst>
          </p:cNvPr>
          <p:cNvSpPr>
            <a:spLocks noChangeArrowheads="1"/>
          </p:cNvSpPr>
          <p:nvPr/>
        </p:nvSpPr>
        <p:spPr bwMode="auto">
          <a:xfrm>
            <a:off x="4464051" y="3600451"/>
            <a:ext cx="60325"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6" name="Oval 55">
            <a:extLst>
              <a:ext uri="{FF2B5EF4-FFF2-40B4-BE49-F238E27FC236}">
                <a16:creationId xmlns:a16="http://schemas.microsoft.com/office/drawing/2014/main" id="{3509571F-8801-4981-8CCA-3AF63CD2F59B}"/>
              </a:ext>
            </a:extLst>
          </p:cNvPr>
          <p:cNvSpPr>
            <a:spLocks noChangeArrowheads="1"/>
          </p:cNvSpPr>
          <p:nvPr/>
        </p:nvSpPr>
        <p:spPr bwMode="auto">
          <a:xfrm>
            <a:off x="4802188" y="3498851"/>
            <a:ext cx="53975" cy="5238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7" name="Oval 56">
            <a:extLst>
              <a:ext uri="{FF2B5EF4-FFF2-40B4-BE49-F238E27FC236}">
                <a16:creationId xmlns:a16="http://schemas.microsoft.com/office/drawing/2014/main" id="{E350D022-D36A-47DE-93C3-2DD4CF4BC557}"/>
              </a:ext>
            </a:extLst>
          </p:cNvPr>
          <p:cNvSpPr>
            <a:spLocks noChangeArrowheads="1"/>
          </p:cNvSpPr>
          <p:nvPr/>
        </p:nvSpPr>
        <p:spPr bwMode="auto">
          <a:xfrm>
            <a:off x="4738688" y="3260726"/>
            <a:ext cx="41275" cy="4127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8" name="Oval 57">
            <a:extLst>
              <a:ext uri="{FF2B5EF4-FFF2-40B4-BE49-F238E27FC236}">
                <a16:creationId xmlns:a16="http://schemas.microsoft.com/office/drawing/2014/main" id="{08FA804C-47BC-430A-9D58-18E236F2BBB3}"/>
              </a:ext>
            </a:extLst>
          </p:cNvPr>
          <p:cNvSpPr>
            <a:spLocks noChangeArrowheads="1"/>
          </p:cNvSpPr>
          <p:nvPr/>
        </p:nvSpPr>
        <p:spPr bwMode="auto">
          <a:xfrm>
            <a:off x="5084763" y="3405188"/>
            <a:ext cx="60325" cy="6350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9" name="Oval 58">
            <a:extLst>
              <a:ext uri="{FF2B5EF4-FFF2-40B4-BE49-F238E27FC236}">
                <a16:creationId xmlns:a16="http://schemas.microsoft.com/office/drawing/2014/main" id="{A8E90DF4-D23D-41C2-ABD6-AA4673AFCBC3}"/>
              </a:ext>
            </a:extLst>
          </p:cNvPr>
          <p:cNvSpPr>
            <a:spLocks noChangeArrowheads="1"/>
          </p:cNvSpPr>
          <p:nvPr/>
        </p:nvSpPr>
        <p:spPr bwMode="auto">
          <a:xfrm>
            <a:off x="5232401" y="3224213"/>
            <a:ext cx="63500"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0" name="Oval 59">
            <a:extLst>
              <a:ext uri="{FF2B5EF4-FFF2-40B4-BE49-F238E27FC236}">
                <a16:creationId xmlns:a16="http://schemas.microsoft.com/office/drawing/2014/main" id="{4C381D26-AF03-4E9A-B552-348569FEF042}"/>
              </a:ext>
            </a:extLst>
          </p:cNvPr>
          <p:cNvSpPr>
            <a:spLocks noChangeArrowheads="1"/>
          </p:cNvSpPr>
          <p:nvPr/>
        </p:nvSpPr>
        <p:spPr bwMode="auto">
          <a:xfrm>
            <a:off x="4972051" y="3016251"/>
            <a:ext cx="60325"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1" name="Oval 60">
            <a:extLst>
              <a:ext uri="{FF2B5EF4-FFF2-40B4-BE49-F238E27FC236}">
                <a16:creationId xmlns:a16="http://schemas.microsoft.com/office/drawing/2014/main" id="{15CF3E7F-726B-407F-8B7A-6CABF076755C}"/>
              </a:ext>
            </a:extLst>
          </p:cNvPr>
          <p:cNvSpPr>
            <a:spLocks noChangeArrowheads="1"/>
          </p:cNvSpPr>
          <p:nvPr/>
        </p:nvSpPr>
        <p:spPr bwMode="auto">
          <a:xfrm>
            <a:off x="5164138" y="2832101"/>
            <a:ext cx="57150" cy="5556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2" name="Oval 61">
            <a:extLst>
              <a:ext uri="{FF2B5EF4-FFF2-40B4-BE49-F238E27FC236}">
                <a16:creationId xmlns:a16="http://schemas.microsoft.com/office/drawing/2014/main" id="{49F0D104-7C62-4BCA-89D4-5CA8A3ACE125}"/>
              </a:ext>
            </a:extLst>
          </p:cNvPr>
          <p:cNvSpPr>
            <a:spLocks noChangeArrowheads="1"/>
          </p:cNvSpPr>
          <p:nvPr/>
        </p:nvSpPr>
        <p:spPr bwMode="auto">
          <a:xfrm>
            <a:off x="5473701" y="2955926"/>
            <a:ext cx="38100" cy="3810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3" name="Oval 62">
            <a:extLst>
              <a:ext uri="{FF2B5EF4-FFF2-40B4-BE49-F238E27FC236}">
                <a16:creationId xmlns:a16="http://schemas.microsoft.com/office/drawing/2014/main" id="{A333377C-018A-4BA7-954B-18E24AEEA7D6}"/>
              </a:ext>
            </a:extLst>
          </p:cNvPr>
          <p:cNvSpPr>
            <a:spLocks noChangeArrowheads="1"/>
          </p:cNvSpPr>
          <p:nvPr/>
        </p:nvSpPr>
        <p:spPr bwMode="auto">
          <a:xfrm>
            <a:off x="5526088" y="2481263"/>
            <a:ext cx="49213" cy="492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4" name="Oval 63">
            <a:extLst>
              <a:ext uri="{FF2B5EF4-FFF2-40B4-BE49-F238E27FC236}">
                <a16:creationId xmlns:a16="http://schemas.microsoft.com/office/drawing/2014/main" id="{5D6F8452-817A-4D6E-BA4F-21095DABBD35}"/>
              </a:ext>
            </a:extLst>
          </p:cNvPr>
          <p:cNvSpPr>
            <a:spLocks noChangeArrowheads="1"/>
          </p:cNvSpPr>
          <p:nvPr/>
        </p:nvSpPr>
        <p:spPr bwMode="auto">
          <a:xfrm>
            <a:off x="5827713" y="2487613"/>
            <a:ext cx="68263" cy="730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5" name="Oval 64">
            <a:extLst>
              <a:ext uri="{FF2B5EF4-FFF2-40B4-BE49-F238E27FC236}">
                <a16:creationId xmlns:a16="http://schemas.microsoft.com/office/drawing/2014/main" id="{A45084FF-54B4-4E74-97F7-90D3303EA390}"/>
              </a:ext>
            </a:extLst>
          </p:cNvPr>
          <p:cNvSpPr>
            <a:spLocks noChangeArrowheads="1"/>
          </p:cNvSpPr>
          <p:nvPr/>
        </p:nvSpPr>
        <p:spPr bwMode="auto">
          <a:xfrm>
            <a:off x="6397626" y="2522538"/>
            <a:ext cx="52388" cy="5238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6" name="Oval 65">
            <a:extLst>
              <a:ext uri="{FF2B5EF4-FFF2-40B4-BE49-F238E27FC236}">
                <a16:creationId xmlns:a16="http://schemas.microsoft.com/office/drawing/2014/main" id="{DF8BB492-3D86-46DF-9B38-3E05464579E2}"/>
              </a:ext>
            </a:extLst>
          </p:cNvPr>
          <p:cNvSpPr>
            <a:spLocks noChangeArrowheads="1"/>
          </p:cNvSpPr>
          <p:nvPr/>
        </p:nvSpPr>
        <p:spPr bwMode="auto">
          <a:xfrm>
            <a:off x="5360988" y="3328988"/>
            <a:ext cx="60325" cy="5715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7" name="Oval 66">
            <a:extLst>
              <a:ext uri="{FF2B5EF4-FFF2-40B4-BE49-F238E27FC236}">
                <a16:creationId xmlns:a16="http://schemas.microsoft.com/office/drawing/2014/main" id="{69AE9264-38CE-45E5-92A6-34BB1D12B1B4}"/>
              </a:ext>
            </a:extLst>
          </p:cNvPr>
          <p:cNvSpPr>
            <a:spLocks noChangeArrowheads="1"/>
          </p:cNvSpPr>
          <p:nvPr/>
        </p:nvSpPr>
        <p:spPr bwMode="auto">
          <a:xfrm>
            <a:off x="6965951" y="2544763"/>
            <a:ext cx="57150" cy="5715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8" name="Oval 67">
            <a:extLst>
              <a:ext uri="{FF2B5EF4-FFF2-40B4-BE49-F238E27FC236}">
                <a16:creationId xmlns:a16="http://schemas.microsoft.com/office/drawing/2014/main" id="{CE2150CC-E994-41EF-B7D5-9600907AE34D}"/>
              </a:ext>
            </a:extLst>
          </p:cNvPr>
          <p:cNvSpPr>
            <a:spLocks noChangeArrowheads="1"/>
          </p:cNvSpPr>
          <p:nvPr/>
        </p:nvSpPr>
        <p:spPr bwMode="auto">
          <a:xfrm>
            <a:off x="7038976" y="2832101"/>
            <a:ext cx="41275" cy="4127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9" name="Oval 68">
            <a:extLst>
              <a:ext uri="{FF2B5EF4-FFF2-40B4-BE49-F238E27FC236}">
                <a16:creationId xmlns:a16="http://schemas.microsoft.com/office/drawing/2014/main" id="{DBE717CE-C18C-48A6-B5D9-F797988AF13B}"/>
              </a:ext>
            </a:extLst>
          </p:cNvPr>
          <p:cNvSpPr>
            <a:spLocks noChangeArrowheads="1"/>
          </p:cNvSpPr>
          <p:nvPr/>
        </p:nvSpPr>
        <p:spPr bwMode="auto">
          <a:xfrm>
            <a:off x="7373938" y="2714626"/>
            <a:ext cx="60325"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0" name="Oval 69">
            <a:extLst>
              <a:ext uri="{FF2B5EF4-FFF2-40B4-BE49-F238E27FC236}">
                <a16:creationId xmlns:a16="http://schemas.microsoft.com/office/drawing/2014/main" id="{187B35F0-306D-4140-BDD7-C70F0A6D075B}"/>
              </a:ext>
            </a:extLst>
          </p:cNvPr>
          <p:cNvSpPr>
            <a:spLocks noChangeArrowheads="1"/>
          </p:cNvSpPr>
          <p:nvPr/>
        </p:nvSpPr>
        <p:spPr bwMode="auto">
          <a:xfrm>
            <a:off x="7086601" y="3038476"/>
            <a:ext cx="57150" cy="5715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1" name="Oval 70">
            <a:extLst>
              <a:ext uri="{FF2B5EF4-FFF2-40B4-BE49-F238E27FC236}">
                <a16:creationId xmlns:a16="http://schemas.microsoft.com/office/drawing/2014/main" id="{CD40F9CF-B2B0-4984-AC70-CDD6BBAAA3D4}"/>
              </a:ext>
            </a:extLst>
          </p:cNvPr>
          <p:cNvSpPr>
            <a:spLocks noChangeArrowheads="1"/>
          </p:cNvSpPr>
          <p:nvPr/>
        </p:nvSpPr>
        <p:spPr bwMode="auto">
          <a:xfrm>
            <a:off x="7467601" y="2832101"/>
            <a:ext cx="57150" cy="5556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2" name="Oval 71">
            <a:extLst>
              <a:ext uri="{FF2B5EF4-FFF2-40B4-BE49-F238E27FC236}">
                <a16:creationId xmlns:a16="http://schemas.microsoft.com/office/drawing/2014/main" id="{A4C93CE9-F530-4F7C-8787-17ED76DE8581}"/>
              </a:ext>
            </a:extLst>
          </p:cNvPr>
          <p:cNvSpPr>
            <a:spLocks noChangeArrowheads="1"/>
          </p:cNvSpPr>
          <p:nvPr/>
        </p:nvSpPr>
        <p:spPr bwMode="auto">
          <a:xfrm>
            <a:off x="7215188" y="3559176"/>
            <a:ext cx="49213" cy="492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3" name="Oval 72">
            <a:extLst>
              <a:ext uri="{FF2B5EF4-FFF2-40B4-BE49-F238E27FC236}">
                <a16:creationId xmlns:a16="http://schemas.microsoft.com/office/drawing/2014/main" id="{2C5E04D6-7EA1-445B-A7EB-B3EEF32EC93F}"/>
              </a:ext>
            </a:extLst>
          </p:cNvPr>
          <p:cNvSpPr>
            <a:spLocks noChangeArrowheads="1"/>
          </p:cNvSpPr>
          <p:nvPr/>
        </p:nvSpPr>
        <p:spPr bwMode="auto">
          <a:xfrm>
            <a:off x="7653338" y="3065463"/>
            <a:ext cx="55563" cy="5556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4" name="Oval 73">
            <a:extLst>
              <a:ext uri="{FF2B5EF4-FFF2-40B4-BE49-F238E27FC236}">
                <a16:creationId xmlns:a16="http://schemas.microsoft.com/office/drawing/2014/main" id="{C3212695-EBF5-4E30-A8EA-BDDCFE5100D2}"/>
              </a:ext>
            </a:extLst>
          </p:cNvPr>
          <p:cNvSpPr>
            <a:spLocks noChangeArrowheads="1"/>
          </p:cNvSpPr>
          <p:nvPr/>
        </p:nvSpPr>
        <p:spPr bwMode="auto">
          <a:xfrm>
            <a:off x="7961313" y="3446463"/>
            <a:ext cx="60325"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5" name="Oval 74">
            <a:extLst>
              <a:ext uri="{FF2B5EF4-FFF2-40B4-BE49-F238E27FC236}">
                <a16:creationId xmlns:a16="http://schemas.microsoft.com/office/drawing/2014/main" id="{27D759F6-6879-4703-BE79-896F2978163C}"/>
              </a:ext>
            </a:extLst>
          </p:cNvPr>
          <p:cNvSpPr>
            <a:spLocks noChangeArrowheads="1"/>
          </p:cNvSpPr>
          <p:nvPr/>
        </p:nvSpPr>
        <p:spPr bwMode="auto">
          <a:xfrm>
            <a:off x="7799388" y="3879851"/>
            <a:ext cx="38100" cy="4127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6" name="Oval 75">
            <a:extLst>
              <a:ext uri="{FF2B5EF4-FFF2-40B4-BE49-F238E27FC236}">
                <a16:creationId xmlns:a16="http://schemas.microsoft.com/office/drawing/2014/main" id="{4E8D9CEC-55E6-432A-A168-D992B4E942A5}"/>
              </a:ext>
            </a:extLst>
          </p:cNvPr>
          <p:cNvSpPr>
            <a:spLocks noChangeArrowheads="1"/>
          </p:cNvSpPr>
          <p:nvPr/>
        </p:nvSpPr>
        <p:spPr bwMode="auto">
          <a:xfrm>
            <a:off x="7720013" y="4025901"/>
            <a:ext cx="57150" cy="5715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7" name="Oval 76">
            <a:extLst>
              <a:ext uri="{FF2B5EF4-FFF2-40B4-BE49-F238E27FC236}">
                <a16:creationId xmlns:a16="http://schemas.microsoft.com/office/drawing/2014/main" id="{E33DE70B-C97D-455A-B742-0934569705FC}"/>
              </a:ext>
            </a:extLst>
          </p:cNvPr>
          <p:cNvSpPr>
            <a:spLocks noChangeArrowheads="1"/>
          </p:cNvSpPr>
          <p:nvPr/>
        </p:nvSpPr>
        <p:spPr bwMode="auto">
          <a:xfrm>
            <a:off x="7305676" y="3992563"/>
            <a:ext cx="57150" cy="5715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8" name="Oval 77">
            <a:extLst>
              <a:ext uri="{FF2B5EF4-FFF2-40B4-BE49-F238E27FC236}">
                <a16:creationId xmlns:a16="http://schemas.microsoft.com/office/drawing/2014/main" id="{3A8A83C6-7AE9-46E3-853C-EFA89A16432E}"/>
              </a:ext>
            </a:extLst>
          </p:cNvPr>
          <p:cNvSpPr>
            <a:spLocks noChangeArrowheads="1"/>
          </p:cNvSpPr>
          <p:nvPr/>
        </p:nvSpPr>
        <p:spPr bwMode="auto">
          <a:xfrm>
            <a:off x="7340601" y="4159251"/>
            <a:ext cx="60325"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9" name="Oval 78">
            <a:extLst>
              <a:ext uri="{FF2B5EF4-FFF2-40B4-BE49-F238E27FC236}">
                <a16:creationId xmlns:a16="http://schemas.microsoft.com/office/drawing/2014/main" id="{DB2C1C20-E8F5-4D84-8911-139D7CC5B1D8}"/>
              </a:ext>
            </a:extLst>
          </p:cNvPr>
          <p:cNvSpPr>
            <a:spLocks noChangeArrowheads="1"/>
          </p:cNvSpPr>
          <p:nvPr/>
        </p:nvSpPr>
        <p:spPr bwMode="auto">
          <a:xfrm>
            <a:off x="7686676" y="4116388"/>
            <a:ext cx="52388" cy="5715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0" name="Oval 79">
            <a:extLst>
              <a:ext uri="{FF2B5EF4-FFF2-40B4-BE49-F238E27FC236}">
                <a16:creationId xmlns:a16="http://schemas.microsoft.com/office/drawing/2014/main" id="{2199ABB0-6143-4974-8EB7-08AE85032EE9}"/>
              </a:ext>
            </a:extLst>
          </p:cNvPr>
          <p:cNvSpPr>
            <a:spLocks noChangeArrowheads="1"/>
          </p:cNvSpPr>
          <p:nvPr/>
        </p:nvSpPr>
        <p:spPr bwMode="auto">
          <a:xfrm>
            <a:off x="7412038" y="4406901"/>
            <a:ext cx="60325" cy="603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1" name="Oval 80">
            <a:extLst>
              <a:ext uri="{FF2B5EF4-FFF2-40B4-BE49-F238E27FC236}">
                <a16:creationId xmlns:a16="http://schemas.microsoft.com/office/drawing/2014/main" id="{07C382AF-1890-4DEB-AC87-41F346B42BDB}"/>
              </a:ext>
            </a:extLst>
          </p:cNvPr>
          <p:cNvSpPr>
            <a:spLocks noChangeArrowheads="1"/>
          </p:cNvSpPr>
          <p:nvPr/>
        </p:nvSpPr>
        <p:spPr bwMode="auto">
          <a:xfrm>
            <a:off x="7034213" y="4659313"/>
            <a:ext cx="41275" cy="4286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2" name="Oval 81">
            <a:extLst>
              <a:ext uri="{FF2B5EF4-FFF2-40B4-BE49-F238E27FC236}">
                <a16:creationId xmlns:a16="http://schemas.microsoft.com/office/drawing/2014/main" id="{D22048D1-14CA-4BB9-A95C-DC2006C1D9D2}"/>
              </a:ext>
            </a:extLst>
          </p:cNvPr>
          <p:cNvSpPr>
            <a:spLocks noChangeArrowheads="1"/>
          </p:cNvSpPr>
          <p:nvPr/>
        </p:nvSpPr>
        <p:spPr bwMode="auto">
          <a:xfrm>
            <a:off x="6721476" y="4848226"/>
            <a:ext cx="46038" cy="492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3" name="Oval 82">
            <a:extLst>
              <a:ext uri="{FF2B5EF4-FFF2-40B4-BE49-F238E27FC236}">
                <a16:creationId xmlns:a16="http://schemas.microsoft.com/office/drawing/2014/main" id="{56A4ECD5-4965-4E5D-9631-7E2DDD182574}"/>
              </a:ext>
            </a:extLst>
          </p:cNvPr>
          <p:cNvSpPr>
            <a:spLocks noChangeArrowheads="1"/>
          </p:cNvSpPr>
          <p:nvPr/>
        </p:nvSpPr>
        <p:spPr bwMode="auto">
          <a:xfrm>
            <a:off x="6200776" y="4633913"/>
            <a:ext cx="65088" cy="6350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4" name="Oval 83">
            <a:extLst>
              <a:ext uri="{FF2B5EF4-FFF2-40B4-BE49-F238E27FC236}">
                <a16:creationId xmlns:a16="http://schemas.microsoft.com/office/drawing/2014/main" id="{3C104DE5-2B57-41E2-9A3E-4F499AADF7A2}"/>
              </a:ext>
            </a:extLst>
          </p:cNvPr>
          <p:cNvSpPr>
            <a:spLocks noChangeArrowheads="1"/>
          </p:cNvSpPr>
          <p:nvPr/>
        </p:nvSpPr>
        <p:spPr bwMode="auto">
          <a:xfrm>
            <a:off x="5989638" y="4856163"/>
            <a:ext cx="68263" cy="6826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5" name="Oval 84">
            <a:extLst>
              <a:ext uri="{FF2B5EF4-FFF2-40B4-BE49-F238E27FC236}">
                <a16:creationId xmlns:a16="http://schemas.microsoft.com/office/drawing/2014/main" id="{30E1A038-868A-4280-828C-762577CED7C0}"/>
              </a:ext>
            </a:extLst>
          </p:cNvPr>
          <p:cNvSpPr>
            <a:spLocks noChangeArrowheads="1"/>
          </p:cNvSpPr>
          <p:nvPr/>
        </p:nvSpPr>
        <p:spPr bwMode="auto">
          <a:xfrm>
            <a:off x="5575301" y="4765676"/>
            <a:ext cx="38100" cy="3810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6" name="Oval 85">
            <a:extLst>
              <a:ext uri="{FF2B5EF4-FFF2-40B4-BE49-F238E27FC236}">
                <a16:creationId xmlns:a16="http://schemas.microsoft.com/office/drawing/2014/main" id="{6E9A0ADE-B5C9-4CE9-A665-D801C49FF614}"/>
              </a:ext>
            </a:extLst>
          </p:cNvPr>
          <p:cNvSpPr>
            <a:spLocks noChangeArrowheads="1"/>
          </p:cNvSpPr>
          <p:nvPr/>
        </p:nvSpPr>
        <p:spPr bwMode="auto">
          <a:xfrm>
            <a:off x="5688013" y="4441826"/>
            <a:ext cx="42863" cy="4127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7" name="Oval 86">
            <a:extLst>
              <a:ext uri="{FF2B5EF4-FFF2-40B4-BE49-F238E27FC236}">
                <a16:creationId xmlns:a16="http://schemas.microsoft.com/office/drawing/2014/main" id="{F6172C1F-770C-4621-A7CC-A07FC02830F9}"/>
              </a:ext>
            </a:extLst>
          </p:cNvPr>
          <p:cNvSpPr>
            <a:spLocks noChangeArrowheads="1"/>
          </p:cNvSpPr>
          <p:nvPr/>
        </p:nvSpPr>
        <p:spPr bwMode="auto">
          <a:xfrm>
            <a:off x="5092701" y="4452938"/>
            <a:ext cx="57150" cy="5556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8" name="Oval 87">
            <a:extLst>
              <a:ext uri="{FF2B5EF4-FFF2-40B4-BE49-F238E27FC236}">
                <a16:creationId xmlns:a16="http://schemas.microsoft.com/office/drawing/2014/main" id="{F64ECE36-9324-4605-A736-BB4CF8FE6593}"/>
              </a:ext>
            </a:extLst>
          </p:cNvPr>
          <p:cNvSpPr>
            <a:spLocks noChangeArrowheads="1"/>
          </p:cNvSpPr>
          <p:nvPr/>
        </p:nvSpPr>
        <p:spPr bwMode="auto">
          <a:xfrm>
            <a:off x="5160963" y="4664076"/>
            <a:ext cx="38100" cy="3810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9" name="Oval 88">
            <a:extLst>
              <a:ext uri="{FF2B5EF4-FFF2-40B4-BE49-F238E27FC236}">
                <a16:creationId xmlns:a16="http://schemas.microsoft.com/office/drawing/2014/main" id="{5A069D1F-094E-4984-8C85-1B17CC503D55}"/>
              </a:ext>
            </a:extLst>
          </p:cNvPr>
          <p:cNvSpPr>
            <a:spLocks noChangeArrowheads="1"/>
          </p:cNvSpPr>
          <p:nvPr/>
        </p:nvSpPr>
        <p:spPr bwMode="auto">
          <a:xfrm>
            <a:off x="4768851" y="4508501"/>
            <a:ext cx="41275" cy="3810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0" name="Oval 89">
            <a:extLst>
              <a:ext uri="{FF2B5EF4-FFF2-40B4-BE49-F238E27FC236}">
                <a16:creationId xmlns:a16="http://schemas.microsoft.com/office/drawing/2014/main" id="{0ABF416E-DD62-4E30-981C-1E14FA5655A4}"/>
              </a:ext>
            </a:extLst>
          </p:cNvPr>
          <p:cNvSpPr>
            <a:spLocks noChangeArrowheads="1"/>
          </p:cNvSpPr>
          <p:nvPr/>
        </p:nvSpPr>
        <p:spPr bwMode="auto">
          <a:xfrm>
            <a:off x="5594351" y="3844926"/>
            <a:ext cx="68263" cy="73025"/>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1" name="Oval 90">
            <a:extLst>
              <a:ext uri="{FF2B5EF4-FFF2-40B4-BE49-F238E27FC236}">
                <a16:creationId xmlns:a16="http://schemas.microsoft.com/office/drawing/2014/main" id="{67FBEB51-9F7A-453B-9258-14AC8C946ABB}"/>
              </a:ext>
            </a:extLst>
          </p:cNvPr>
          <p:cNvSpPr>
            <a:spLocks noChangeArrowheads="1"/>
          </p:cNvSpPr>
          <p:nvPr/>
        </p:nvSpPr>
        <p:spPr bwMode="auto">
          <a:xfrm>
            <a:off x="6496051" y="4979988"/>
            <a:ext cx="60325" cy="6508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2" name="Oval 91">
            <a:extLst>
              <a:ext uri="{FF2B5EF4-FFF2-40B4-BE49-F238E27FC236}">
                <a16:creationId xmlns:a16="http://schemas.microsoft.com/office/drawing/2014/main" id="{4433A38A-E694-4822-9A7F-B5E1B0EF27B4}"/>
              </a:ext>
            </a:extLst>
          </p:cNvPr>
          <p:cNvSpPr>
            <a:spLocks noChangeArrowheads="1"/>
          </p:cNvSpPr>
          <p:nvPr/>
        </p:nvSpPr>
        <p:spPr bwMode="auto">
          <a:xfrm>
            <a:off x="7234238" y="3660776"/>
            <a:ext cx="38100" cy="38100"/>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3" name="Oval 92">
            <a:extLst>
              <a:ext uri="{FF2B5EF4-FFF2-40B4-BE49-F238E27FC236}">
                <a16:creationId xmlns:a16="http://schemas.microsoft.com/office/drawing/2014/main" id="{06A00EE6-023E-46F0-B060-CD7757D52CC3}"/>
              </a:ext>
            </a:extLst>
          </p:cNvPr>
          <p:cNvSpPr>
            <a:spLocks noChangeArrowheads="1"/>
          </p:cNvSpPr>
          <p:nvPr/>
        </p:nvSpPr>
        <p:spPr bwMode="auto">
          <a:xfrm>
            <a:off x="7146926" y="3616326"/>
            <a:ext cx="57150" cy="5556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4" name="Oval 93">
            <a:extLst>
              <a:ext uri="{FF2B5EF4-FFF2-40B4-BE49-F238E27FC236}">
                <a16:creationId xmlns:a16="http://schemas.microsoft.com/office/drawing/2014/main" id="{9A1C83E5-E231-4CC8-94DB-2DDC90EFF2F7}"/>
              </a:ext>
            </a:extLst>
          </p:cNvPr>
          <p:cNvSpPr>
            <a:spLocks noChangeArrowheads="1"/>
          </p:cNvSpPr>
          <p:nvPr/>
        </p:nvSpPr>
        <p:spPr bwMode="auto">
          <a:xfrm>
            <a:off x="3795713" y="4562476"/>
            <a:ext cx="1546225" cy="15414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95" name="Oval 94">
            <a:extLst>
              <a:ext uri="{FF2B5EF4-FFF2-40B4-BE49-F238E27FC236}">
                <a16:creationId xmlns:a16="http://schemas.microsoft.com/office/drawing/2014/main" id="{DACFAA44-C574-4A35-9A39-47AF23B875CB}"/>
              </a:ext>
            </a:extLst>
          </p:cNvPr>
          <p:cNvSpPr>
            <a:spLocks noChangeArrowheads="1"/>
          </p:cNvSpPr>
          <p:nvPr/>
        </p:nvSpPr>
        <p:spPr bwMode="auto">
          <a:xfrm>
            <a:off x="7524751" y="4090988"/>
            <a:ext cx="1296988" cy="1296988"/>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96" name="Oval 95">
            <a:extLst>
              <a:ext uri="{FF2B5EF4-FFF2-40B4-BE49-F238E27FC236}">
                <a16:creationId xmlns:a16="http://schemas.microsoft.com/office/drawing/2014/main" id="{2FFFA8CF-E2B3-4F9B-8CD5-3C1A3115E0C5}"/>
              </a:ext>
            </a:extLst>
          </p:cNvPr>
          <p:cNvSpPr>
            <a:spLocks noChangeArrowheads="1"/>
          </p:cNvSpPr>
          <p:nvPr/>
        </p:nvSpPr>
        <p:spPr bwMode="auto">
          <a:xfrm>
            <a:off x="6811963" y="757238"/>
            <a:ext cx="1843088" cy="18446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97" name="Oval 96">
            <a:extLst>
              <a:ext uri="{FF2B5EF4-FFF2-40B4-BE49-F238E27FC236}">
                <a16:creationId xmlns:a16="http://schemas.microsoft.com/office/drawing/2014/main" id="{8B6EE25A-A773-498C-BF12-85F4830D321C}"/>
              </a:ext>
            </a:extLst>
          </p:cNvPr>
          <p:cNvSpPr>
            <a:spLocks noChangeArrowheads="1"/>
          </p:cNvSpPr>
          <p:nvPr/>
        </p:nvSpPr>
        <p:spPr bwMode="auto">
          <a:xfrm>
            <a:off x="3373438" y="2446338"/>
            <a:ext cx="1296988" cy="12969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98" name="Oval 97">
            <a:extLst>
              <a:ext uri="{FF2B5EF4-FFF2-40B4-BE49-F238E27FC236}">
                <a16:creationId xmlns:a16="http://schemas.microsoft.com/office/drawing/2014/main" id="{8F5235C9-6DB6-43FD-B815-8FC094D6BB63}"/>
              </a:ext>
            </a:extLst>
          </p:cNvPr>
          <p:cNvSpPr>
            <a:spLocks noChangeArrowheads="1"/>
          </p:cNvSpPr>
          <p:nvPr/>
        </p:nvSpPr>
        <p:spPr bwMode="auto">
          <a:xfrm>
            <a:off x="5718176" y="3073401"/>
            <a:ext cx="1296988" cy="1296988"/>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14" name="Group 113">
            <a:extLst>
              <a:ext uri="{FF2B5EF4-FFF2-40B4-BE49-F238E27FC236}">
                <a16:creationId xmlns:a16="http://schemas.microsoft.com/office/drawing/2014/main" id="{4A93EF98-2012-4690-AD67-24B8FC67D818}"/>
              </a:ext>
            </a:extLst>
          </p:cNvPr>
          <p:cNvGrpSpPr/>
          <p:nvPr/>
        </p:nvGrpSpPr>
        <p:grpSpPr>
          <a:xfrm>
            <a:off x="3523457" y="2590355"/>
            <a:ext cx="994271" cy="995807"/>
            <a:chOff x="6345238" y="4948238"/>
            <a:chExt cx="1027113" cy="1028700"/>
          </a:xfrm>
          <a:effectLst>
            <a:outerShdw blurRad="152400" dist="127000" dir="2700000" sx="102000" sy="102000" algn="tl" rotWithShape="0">
              <a:prstClr val="black">
                <a:alpha val="47000"/>
              </a:prstClr>
            </a:outerShdw>
          </a:effectLst>
        </p:grpSpPr>
        <p:sp>
          <p:nvSpPr>
            <p:cNvPr id="115" name="Oval 56">
              <a:extLst>
                <a:ext uri="{FF2B5EF4-FFF2-40B4-BE49-F238E27FC236}">
                  <a16:creationId xmlns:a16="http://schemas.microsoft.com/office/drawing/2014/main" id="{F0BE59C0-2DE4-4B97-9660-6FABB0290B3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6" name="Oval 57">
              <a:extLst>
                <a:ext uri="{FF2B5EF4-FFF2-40B4-BE49-F238E27FC236}">
                  <a16:creationId xmlns:a16="http://schemas.microsoft.com/office/drawing/2014/main" id="{05E7FD81-C998-4FDC-954E-EF7363E9171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17" name="Group 116">
            <a:extLst>
              <a:ext uri="{FF2B5EF4-FFF2-40B4-BE49-F238E27FC236}">
                <a16:creationId xmlns:a16="http://schemas.microsoft.com/office/drawing/2014/main" id="{3728181A-E711-4391-9DE4-269A4637E680}"/>
              </a:ext>
            </a:extLst>
          </p:cNvPr>
          <p:cNvGrpSpPr/>
          <p:nvPr/>
        </p:nvGrpSpPr>
        <p:grpSpPr>
          <a:xfrm>
            <a:off x="3978326" y="4744022"/>
            <a:ext cx="1177693" cy="1179512"/>
            <a:chOff x="6345238" y="4948238"/>
            <a:chExt cx="1027113" cy="1028700"/>
          </a:xfrm>
          <a:effectLst>
            <a:outerShdw blurRad="152400" dist="127000" dir="2700000" sx="102000" sy="102000" algn="tl" rotWithShape="0">
              <a:prstClr val="black">
                <a:alpha val="47000"/>
              </a:prstClr>
            </a:outerShdw>
          </a:effectLst>
        </p:grpSpPr>
        <p:sp>
          <p:nvSpPr>
            <p:cNvPr id="118" name="Oval 56">
              <a:extLst>
                <a:ext uri="{FF2B5EF4-FFF2-40B4-BE49-F238E27FC236}">
                  <a16:creationId xmlns:a16="http://schemas.microsoft.com/office/drawing/2014/main" id="{63ED98FB-6726-41E7-BDED-6C71151C405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9" name="Oval 57">
              <a:extLst>
                <a:ext uri="{FF2B5EF4-FFF2-40B4-BE49-F238E27FC236}">
                  <a16:creationId xmlns:a16="http://schemas.microsoft.com/office/drawing/2014/main" id="{8427E617-3B29-4946-BC28-840546CF95EC}"/>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20" name="Group 119">
            <a:extLst>
              <a:ext uri="{FF2B5EF4-FFF2-40B4-BE49-F238E27FC236}">
                <a16:creationId xmlns:a16="http://schemas.microsoft.com/office/drawing/2014/main" id="{2BE22FF3-EFC0-408D-A93C-4C94D27057FB}"/>
              </a:ext>
            </a:extLst>
          </p:cNvPr>
          <p:cNvGrpSpPr/>
          <p:nvPr/>
        </p:nvGrpSpPr>
        <p:grpSpPr>
          <a:xfrm>
            <a:off x="7674769" y="4247752"/>
            <a:ext cx="992188" cy="993720"/>
            <a:chOff x="6345238" y="4948238"/>
            <a:chExt cx="1027113" cy="1028700"/>
          </a:xfrm>
          <a:effectLst>
            <a:outerShdw blurRad="152400" dist="127000" dir="2700000" sx="102000" sy="102000" algn="tl" rotWithShape="0">
              <a:prstClr val="black">
                <a:alpha val="47000"/>
              </a:prstClr>
            </a:outerShdw>
          </a:effectLst>
        </p:grpSpPr>
        <p:sp>
          <p:nvSpPr>
            <p:cNvPr id="121" name="Oval 56">
              <a:extLst>
                <a:ext uri="{FF2B5EF4-FFF2-40B4-BE49-F238E27FC236}">
                  <a16:creationId xmlns:a16="http://schemas.microsoft.com/office/drawing/2014/main" id="{5CCFC7CE-2D69-45AC-A171-9B09F130E39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2" name="Oval 57">
              <a:extLst>
                <a:ext uri="{FF2B5EF4-FFF2-40B4-BE49-F238E27FC236}">
                  <a16:creationId xmlns:a16="http://schemas.microsoft.com/office/drawing/2014/main" id="{0E32F377-6897-49FA-BEF6-152DB753985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23" name="Group 122">
            <a:extLst>
              <a:ext uri="{FF2B5EF4-FFF2-40B4-BE49-F238E27FC236}">
                <a16:creationId xmlns:a16="http://schemas.microsoft.com/office/drawing/2014/main" id="{20001762-8BA0-4D45-8788-E78705AF1075}"/>
              </a:ext>
            </a:extLst>
          </p:cNvPr>
          <p:cNvGrpSpPr/>
          <p:nvPr/>
        </p:nvGrpSpPr>
        <p:grpSpPr>
          <a:xfrm>
            <a:off x="5869781" y="3221833"/>
            <a:ext cx="992188" cy="993720"/>
            <a:chOff x="6345238" y="4948238"/>
            <a:chExt cx="1027113" cy="1028700"/>
          </a:xfrm>
          <a:effectLst>
            <a:outerShdw blurRad="152400" dist="127000" dir="2700000" sx="102000" sy="102000" algn="tl" rotWithShape="0">
              <a:prstClr val="black">
                <a:alpha val="47000"/>
              </a:prstClr>
            </a:outerShdw>
          </a:effectLst>
        </p:grpSpPr>
        <p:sp>
          <p:nvSpPr>
            <p:cNvPr id="124" name="Oval 56">
              <a:extLst>
                <a:ext uri="{FF2B5EF4-FFF2-40B4-BE49-F238E27FC236}">
                  <a16:creationId xmlns:a16="http://schemas.microsoft.com/office/drawing/2014/main" id="{14F11A1A-34A3-4E65-B2E6-AC309226FAF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5" name="Oval 57">
              <a:extLst>
                <a:ext uri="{FF2B5EF4-FFF2-40B4-BE49-F238E27FC236}">
                  <a16:creationId xmlns:a16="http://schemas.microsoft.com/office/drawing/2014/main" id="{E12A8DF4-DB4E-415B-9DD4-BF87CE7CA54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26" name="Group 125">
            <a:extLst>
              <a:ext uri="{FF2B5EF4-FFF2-40B4-BE49-F238E27FC236}">
                <a16:creationId xmlns:a16="http://schemas.microsoft.com/office/drawing/2014/main" id="{7C30A357-D7A1-4D40-AADE-63FA3EC4BE2A}"/>
              </a:ext>
            </a:extLst>
          </p:cNvPr>
          <p:cNvGrpSpPr/>
          <p:nvPr/>
        </p:nvGrpSpPr>
        <p:grpSpPr>
          <a:xfrm>
            <a:off x="7025482" y="977956"/>
            <a:ext cx="1401922" cy="1404087"/>
            <a:chOff x="6345238" y="4948238"/>
            <a:chExt cx="1027113" cy="1028700"/>
          </a:xfrm>
          <a:effectLst>
            <a:outerShdw blurRad="152400" dist="127000" dir="2700000" sx="102000" sy="102000" algn="tl" rotWithShape="0">
              <a:prstClr val="black">
                <a:alpha val="47000"/>
              </a:prstClr>
            </a:outerShdw>
          </a:effectLst>
        </p:grpSpPr>
        <p:sp>
          <p:nvSpPr>
            <p:cNvPr id="127" name="Oval 56">
              <a:extLst>
                <a:ext uri="{FF2B5EF4-FFF2-40B4-BE49-F238E27FC236}">
                  <a16:creationId xmlns:a16="http://schemas.microsoft.com/office/drawing/2014/main" id="{A0413A7F-6ACF-4972-A1C0-4496B39EAAED}"/>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8" name="Oval 57">
              <a:extLst>
                <a:ext uri="{FF2B5EF4-FFF2-40B4-BE49-F238E27FC236}">
                  <a16:creationId xmlns:a16="http://schemas.microsoft.com/office/drawing/2014/main" id="{FCA5052E-F066-447F-9997-F2695FECEF4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04" name="Freeform 103">
            <a:extLst>
              <a:ext uri="{FF2B5EF4-FFF2-40B4-BE49-F238E27FC236}">
                <a16:creationId xmlns:a16="http://schemas.microsoft.com/office/drawing/2014/main" id="{3C81C118-AC12-4CA3-A6F4-BDECEB9031B2}"/>
              </a:ext>
            </a:extLst>
          </p:cNvPr>
          <p:cNvSpPr>
            <a:spLocks noEditPoints="1"/>
          </p:cNvSpPr>
          <p:nvPr/>
        </p:nvSpPr>
        <p:spPr bwMode="auto">
          <a:xfrm>
            <a:off x="7415213" y="1323976"/>
            <a:ext cx="633413" cy="655638"/>
          </a:xfrm>
          <a:custGeom>
            <a:avLst/>
            <a:gdLst>
              <a:gd name="T0" fmla="*/ 63 w 168"/>
              <a:gd name="T1" fmla="*/ 18 h 174"/>
              <a:gd name="T2" fmla="*/ 147 w 168"/>
              <a:gd name="T3" fmla="*/ 70 h 174"/>
              <a:gd name="T4" fmla="*/ 168 w 168"/>
              <a:gd name="T5" fmla="*/ 112 h 174"/>
              <a:gd name="T6" fmla="*/ 151 w 168"/>
              <a:gd name="T7" fmla="*/ 112 h 174"/>
              <a:gd name="T8" fmla="*/ 151 w 168"/>
              <a:gd name="T9" fmla="*/ 141 h 174"/>
              <a:gd name="T10" fmla="*/ 142 w 168"/>
              <a:gd name="T11" fmla="*/ 150 h 174"/>
              <a:gd name="T12" fmla="*/ 122 w 168"/>
              <a:gd name="T13" fmla="*/ 150 h 174"/>
              <a:gd name="T14" fmla="*/ 122 w 168"/>
              <a:gd name="T15" fmla="*/ 174 h 174"/>
              <a:gd name="T16" fmla="*/ 45 w 168"/>
              <a:gd name="T17" fmla="*/ 174 h 174"/>
              <a:gd name="T18" fmla="*/ 45 w 168"/>
              <a:gd name="T19" fmla="*/ 149 h 174"/>
              <a:gd name="T20" fmla="*/ 37 w 168"/>
              <a:gd name="T21" fmla="*/ 131 h 174"/>
              <a:gd name="T22" fmla="*/ 94 w 168"/>
              <a:gd name="T23" fmla="*/ 79 h 174"/>
              <a:gd name="T24" fmla="*/ 94 w 168"/>
              <a:gd name="T25" fmla="*/ 67 h 174"/>
              <a:gd name="T26" fmla="*/ 81 w 168"/>
              <a:gd name="T27" fmla="*/ 62 h 174"/>
              <a:gd name="T28" fmla="*/ 79 w 168"/>
              <a:gd name="T29" fmla="*/ 57 h 174"/>
              <a:gd name="T30" fmla="*/ 85 w 168"/>
              <a:gd name="T31" fmla="*/ 44 h 174"/>
              <a:gd name="T32" fmla="*/ 76 w 168"/>
              <a:gd name="T33" fmla="*/ 36 h 174"/>
              <a:gd name="T34" fmla="*/ 63 w 168"/>
              <a:gd name="T35" fmla="*/ 42 h 174"/>
              <a:gd name="T36" fmla="*/ 58 w 168"/>
              <a:gd name="T37" fmla="*/ 40 h 174"/>
              <a:gd name="T38" fmla="*/ 53 w 168"/>
              <a:gd name="T39" fmla="*/ 26 h 174"/>
              <a:gd name="T40" fmla="*/ 41 w 168"/>
              <a:gd name="T41" fmla="*/ 26 h 174"/>
              <a:gd name="T42" fmla="*/ 36 w 168"/>
              <a:gd name="T43" fmla="*/ 40 h 174"/>
              <a:gd name="T44" fmla="*/ 32 w 168"/>
              <a:gd name="T45" fmla="*/ 42 h 174"/>
              <a:gd name="T46" fmla="*/ 18 w 168"/>
              <a:gd name="T47" fmla="*/ 36 h 174"/>
              <a:gd name="T48" fmla="*/ 10 w 168"/>
              <a:gd name="T49" fmla="*/ 44 h 174"/>
              <a:gd name="T50" fmla="*/ 16 w 168"/>
              <a:gd name="T51" fmla="*/ 57 h 174"/>
              <a:gd name="T52" fmla="*/ 14 w 168"/>
              <a:gd name="T53" fmla="*/ 62 h 174"/>
              <a:gd name="T54" fmla="*/ 0 w 168"/>
              <a:gd name="T55" fmla="*/ 67 h 174"/>
              <a:gd name="T56" fmla="*/ 0 w 168"/>
              <a:gd name="T57" fmla="*/ 79 h 174"/>
              <a:gd name="T58" fmla="*/ 14 w 168"/>
              <a:gd name="T59" fmla="*/ 84 h 174"/>
              <a:gd name="T60" fmla="*/ 16 w 168"/>
              <a:gd name="T61" fmla="*/ 89 h 174"/>
              <a:gd name="T62" fmla="*/ 10 w 168"/>
              <a:gd name="T63" fmla="*/ 102 h 174"/>
              <a:gd name="T64" fmla="*/ 18 w 168"/>
              <a:gd name="T65" fmla="*/ 110 h 174"/>
              <a:gd name="T66" fmla="*/ 32 w 168"/>
              <a:gd name="T67" fmla="*/ 105 h 174"/>
              <a:gd name="T68" fmla="*/ 36 w 168"/>
              <a:gd name="T69" fmla="*/ 107 h 174"/>
              <a:gd name="T70" fmla="*/ 41 w 168"/>
              <a:gd name="T71" fmla="*/ 120 h 174"/>
              <a:gd name="T72" fmla="*/ 53 w 168"/>
              <a:gd name="T73" fmla="*/ 120 h 174"/>
              <a:gd name="T74" fmla="*/ 58 w 168"/>
              <a:gd name="T75" fmla="*/ 107 h 174"/>
              <a:gd name="T76" fmla="*/ 63 w 168"/>
              <a:gd name="T77" fmla="*/ 105 h 174"/>
              <a:gd name="T78" fmla="*/ 76 w 168"/>
              <a:gd name="T79" fmla="*/ 110 h 174"/>
              <a:gd name="T80" fmla="*/ 85 w 168"/>
              <a:gd name="T81" fmla="*/ 102 h 174"/>
              <a:gd name="T82" fmla="*/ 79 w 168"/>
              <a:gd name="T83" fmla="*/ 89 h 174"/>
              <a:gd name="T84" fmla="*/ 81 w 168"/>
              <a:gd name="T85" fmla="*/ 84 h 174"/>
              <a:gd name="T86" fmla="*/ 94 w 168"/>
              <a:gd name="T87" fmla="*/ 79 h 174"/>
              <a:gd name="T88" fmla="*/ 47 w 168"/>
              <a:gd name="T89" fmla="*/ 53 h 174"/>
              <a:gd name="T90" fmla="*/ 28 w 168"/>
              <a:gd name="T91" fmla="*/ 73 h 174"/>
              <a:gd name="T92" fmla="*/ 47 w 168"/>
              <a:gd name="T93" fmla="*/ 93 h 174"/>
              <a:gd name="T94" fmla="*/ 67 w 168"/>
              <a:gd name="T95" fmla="*/ 73 h 174"/>
              <a:gd name="T96" fmla="*/ 47 w 168"/>
              <a:gd name="T97" fmla="*/ 53 h 174"/>
              <a:gd name="T98" fmla="*/ 122 w 168"/>
              <a:gd name="T99" fmla="*/ 150 h 174"/>
              <a:gd name="T100" fmla="*/ 112 w 168"/>
              <a:gd name="T101" fmla="*/ 15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74">
                <a:moveTo>
                  <a:pt x="63" y="18"/>
                </a:moveTo>
                <a:cubicBezTo>
                  <a:pt x="156" y="0"/>
                  <a:pt x="147" y="70"/>
                  <a:pt x="147" y="70"/>
                </a:cubicBezTo>
                <a:cubicBezTo>
                  <a:pt x="168" y="112"/>
                  <a:pt x="168" y="112"/>
                  <a:pt x="168" y="112"/>
                </a:cubicBezTo>
                <a:cubicBezTo>
                  <a:pt x="151" y="112"/>
                  <a:pt x="151" y="112"/>
                  <a:pt x="151" y="112"/>
                </a:cubicBezTo>
                <a:cubicBezTo>
                  <a:pt x="151" y="141"/>
                  <a:pt x="151" y="141"/>
                  <a:pt x="151" y="141"/>
                </a:cubicBezTo>
                <a:cubicBezTo>
                  <a:pt x="151" y="146"/>
                  <a:pt x="147" y="150"/>
                  <a:pt x="142" y="150"/>
                </a:cubicBezTo>
                <a:cubicBezTo>
                  <a:pt x="122" y="150"/>
                  <a:pt x="122" y="150"/>
                  <a:pt x="122" y="150"/>
                </a:cubicBezTo>
                <a:cubicBezTo>
                  <a:pt x="122" y="174"/>
                  <a:pt x="122" y="174"/>
                  <a:pt x="122" y="174"/>
                </a:cubicBezTo>
                <a:moveTo>
                  <a:pt x="45" y="174"/>
                </a:moveTo>
                <a:cubicBezTo>
                  <a:pt x="45" y="149"/>
                  <a:pt x="45" y="149"/>
                  <a:pt x="45" y="149"/>
                </a:cubicBezTo>
                <a:cubicBezTo>
                  <a:pt x="37" y="131"/>
                  <a:pt x="37" y="131"/>
                  <a:pt x="37" y="131"/>
                </a:cubicBezTo>
                <a:moveTo>
                  <a:pt x="94" y="79"/>
                </a:moveTo>
                <a:cubicBezTo>
                  <a:pt x="94" y="67"/>
                  <a:pt x="94" y="67"/>
                  <a:pt x="94" y="67"/>
                </a:cubicBezTo>
                <a:cubicBezTo>
                  <a:pt x="81" y="62"/>
                  <a:pt x="81" y="62"/>
                  <a:pt x="81" y="62"/>
                </a:cubicBezTo>
                <a:cubicBezTo>
                  <a:pt x="80" y="60"/>
                  <a:pt x="80" y="59"/>
                  <a:pt x="79" y="57"/>
                </a:cubicBezTo>
                <a:cubicBezTo>
                  <a:pt x="85" y="44"/>
                  <a:pt x="85" y="44"/>
                  <a:pt x="85" y="44"/>
                </a:cubicBezTo>
                <a:cubicBezTo>
                  <a:pt x="76" y="36"/>
                  <a:pt x="76" y="36"/>
                  <a:pt x="76" y="36"/>
                </a:cubicBezTo>
                <a:cubicBezTo>
                  <a:pt x="63" y="42"/>
                  <a:pt x="63" y="42"/>
                  <a:pt x="63" y="42"/>
                </a:cubicBezTo>
                <a:cubicBezTo>
                  <a:pt x="62" y="41"/>
                  <a:pt x="60" y="40"/>
                  <a:pt x="58" y="40"/>
                </a:cubicBezTo>
                <a:cubicBezTo>
                  <a:pt x="53" y="26"/>
                  <a:pt x="53" y="26"/>
                  <a:pt x="53" y="26"/>
                </a:cubicBezTo>
                <a:cubicBezTo>
                  <a:pt x="41" y="26"/>
                  <a:pt x="41" y="26"/>
                  <a:pt x="41" y="26"/>
                </a:cubicBezTo>
                <a:cubicBezTo>
                  <a:pt x="36" y="40"/>
                  <a:pt x="36" y="40"/>
                  <a:pt x="36" y="40"/>
                </a:cubicBezTo>
                <a:cubicBezTo>
                  <a:pt x="35" y="40"/>
                  <a:pt x="33" y="41"/>
                  <a:pt x="32" y="42"/>
                </a:cubicBezTo>
                <a:cubicBezTo>
                  <a:pt x="18" y="36"/>
                  <a:pt x="18" y="36"/>
                  <a:pt x="18" y="36"/>
                </a:cubicBezTo>
                <a:cubicBezTo>
                  <a:pt x="10" y="44"/>
                  <a:pt x="10" y="44"/>
                  <a:pt x="10" y="44"/>
                </a:cubicBezTo>
                <a:cubicBezTo>
                  <a:pt x="16" y="57"/>
                  <a:pt x="16" y="57"/>
                  <a:pt x="16" y="57"/>
                </a:cubicBezTo>
                <a:cubicBezTo>
                  <a:pt x="15" y="59"/>
                  <a:pt x="14" y="60"/>
                  <a:pt x="14" y="62"/>
                </a:cubicBezTo>
                <a:cubicBezTo>
                  <a:pt x="0" y="67"/>
                  <a:pt x="0" y="67"/>
                  <a:pt x="0" y="67"/>
                </a:cubicBezTo>
                <a:cubicBezTo>
                  <a:pt x="0" y="79"/>
                  <a:pt x="0" y="79"/>
                  <a:pt x="0" y="79"/>
                </a:cubicBezTo>
                <a:cubicBezTo>
                  <a:pt x="14" y="84"/>
                  <a:pt x="14" y="84"/>
                  <a:pt x="14" y="84"/>
                </a:cubicBezTo>
                <a:cubicBezTo>
                  <a:pt x="14" y="86"/>
                  <a:pt x="15" y="87"/>
                  <a:pt x="16" y="89"/>
                </a:cubicBezTo>
                <a:cubicBezTo>
                  <a:pt x="10" y="102"/>
                  <a:pt x="10" y="102"/>
                  <a:pt x="10" y="102"/>
                </a:cubicBezTo>
                <a:cubicBezTo>
                  <a:pt x="18" y="110"/>
                  <a:pt x="18" y="110"/>
                  <a:pt x="18" y="110"/>
                </a:cubicBezTo>
                <a:cubicBezTo>
                  <a:pt x="32" y="105"/>
                  <a:pt x="32" y="105"/>
                  <a:pt x="32" y="105"/>
                </a:cubicBezTo>
                <a:cubicBezTo>
                  <a:pt x="33" y="105"/>
                  <a:pt x="35" y="106"/>
                  <a:pt x="36" y="107"/>
                </a:cubicBezTo>
                <a:cubicBezTo>
                  <a:pt x="41" y="120"/>
                  <a:pt x="41" y="120"/>
                  <a:pt x="41" y="120"/>
                </a:cubicBezTo>
                <a:cubicBezTo>
                  <a:pt x="53" y="120"/>
                  <a:pt x="53" y="120"/>
                  <a:pt x="53" y="120"/>
                </a:cubicBezTo>
                <a:cubicBezTo>
                  <a:pt x="58" y="107"/>
                  <a:pt x="58" y="107"/>
                  <a:pt x="58" y="107"/>
                </a:cubicBezTo>
                <a:cubicBezTo>
                  <a:pt x="60" y="106"/>
                  <a:pt x="62" y="105"/>
                  <a:pt x="63" y="105"/>
                </a:cubicBezTo>
                <a:cubicBezTo>
                  <a:pt x="76" y="110"/>
                  <a:pt x="76" y="110"/>
                  <a:pt x="76" y="110"/>
                </a:cubicBezTo>
                <a:cubicBezTo>
                  <a:pt x="85" y="102"/>
                  <a:pt x="85" y="102"/>
                  <a:pt x="85" y="102"/>
                </a:cubicBezTo>
                <a:cubicBezTo>
                  <a:pt x="79" y="89"/>
                  <a:pt x="79" y="89"/>
                  <a:pt x="79" y="89"/>
                </a:cubicBezTo>
                <a:cubicBezTo>
                  <a:pt x="80" y="87"/>
                  <a:pt x="80" y="86"/>
                  <a:pt x="81" y="84"/>
                </a:cubicBezTo>
                <a:lnTo>
                  <a:pt x="94" y="79"/>
                </a:lnTo>
                <a:close/>
                <a:moveTo>
                  <a:pt x="47" y="53"/>
                </a:moveTo>
                <a:cubicBezTo>
                  <a:pt x="36" y="53"/>
                  <a:pt x="28" y="62"/>
                  <a:pt x="28" y="73"/>
                </a:cubicBezTo>
                <a:cubicBezTo>
                  <a:pt x="28" y="84"/>
                  <a:pt x="36" y="93"/>
                  <a:pt x="47" y="93"/>
                </a:cubicBezTo>
                <a:cubicBezTo>
                  <a:pt x="58" y="93"/>
                  <a:pt x="67" y="84"/>
                  <a:pt x="67" y="73"/>
                </a:cubicBezTo>
                <a:cubicBezTo>
                  <a:pt x="67" y="62"/>
                  <a:pt x="58" y="53"/>
                  <a:pt x="47" y="53"/>
                </a:cubicBezTo>
                <a:close/>
                <a:moveTo>
                  <a:pt x="122" y="150"/>
                </a:moveTo>
                <a:cubicBezTo>
                  <a:pt x="112" y="150"/>
                  <a:pt x="112" y="150"/>
                  <a:pt x="112" y="150"/>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5" name="Freeform 104">
            <a:extLst>
              <a:ext uri="{FF2B5EF4-FFF2-40B4-BE49-F238E27FC236}">
                <a16:creationId xmlns:a16="http://schemas.microsoft.com/office/drawing/2014/main" id="{16E62F5D-DB08-49A6-AC57-2536819B818F}"/>
              </a:ext>
            </a:extLst>
          </p:cNvPr>
          <p:cNvSpPr>
            <a:spLocks noEditPoints="1"/>
          </p:cNvSpPr>
          <p:nvPr/>
        </p:nvSpPr>
        <p:spPr bwMode="auto">
          <a:xfrm>
            <a:off x="3721101" y="2925763"/>
            <a:ext cx="598488" cy="334963"/>
          </a:xfrm>
          <a:custGeom>
            <a:avLst/>
            <a:gdLst>
              <a:gd name="T0" fmla="*/ 38 w 159"/>
              <a:gd name="T1" fmla="*/ 73 h 89"/>
              <a:gd name="T2" fmla="*/ 37 w 159"/>
              <a:gd name="T3" fmla="*/ 66 h 89"/>
              <a:gd name="T4" fmla="*/ 46 w 159"/>
              <a:gd name="T5" fmla="*/ 58 h 89"/>
              <a:gd name="T6" fmla="*/ 52 w 159"/>
              <a:gd name="T7" fmla="*/ 62 h 89"/>
              <a:gd name="T8" fmla="*/ 44 w 159"/>
              <a:gd name="T9" fmla="*/ 73 h 89"/>
              <a:gd name="T10" fmla="*/ 97 w 159"/>
              <a:gd name="T11" fmla="*/ 65 h 89"/>
              <a:gd name="T12" fmla="*/ 116 w 159"/>
              <a:gd name="T13" fmla="*/ 73 h 89"/>
              <a:gd name="T14" fmla="*/ 117 w 159"/>
              <a:gd name="T15" fmla="*/ 65 h 89"/>
              <a:gd name="T16" fmla="*/ 98 w 159"/>
              <a:gd name="T17" fmla="*/ 79 h 89"/>
              <a:gd name="T18" fmla="*/ 106 w 159"/>
              <a:gd name="T19" fmla="*/ 80 h 89"/>
              <a:gd name="T20" fmla="*/ 108 w 159"/>
              <a:gd name="T21" fmla="*/ 73 h 89"/>
              <a:gd name="T22" fmla="*/ 87 w 159"/>
              <a:gd name="T23" fmla="*/ 86 h 89"/>
              <a:gd name="T24" fmla="*/ 96 w 159"/>
              <a:gd name="T25" fmla="*/ 86 h 89"/>
              <a:gd name="T26" fmla="*/ 98 w 159"/>
              <a:gd name="T27" fmla="*/ 80 h 89"/>
              <a:gd name="T28" fmla="*/ 75 w 159"/>
              <a:gd name="T29" fmla="*/ 87 h 89"/>
              <a:gd name="T30" fmla="*/ 85 w 159"/>
              <a:gd name="T31" fmla="*/ 87 h 89"/>
              <a:gd name="T32" fmla="*/ 51 w 159"/>
              <a:gd name="T33" fmla="*/ 80 h 89"/>
              <a:gd name="T34" fmla="*/ 61 w 159"/>
              <a:gd name="T35" fmla="*/ 61 h 89"/>
              <a:gd name="T36" fmla="*/ 55 w 159"/>
              <a:gd name="T37" fmla="*/ 61 h 89"/>
              <a:gd name="T38" fmla="*/ 44 w 159"/>
              <a:gd name="T39" fmla="*/ 80 h 89"/>
              <a:gd name="T40" fmla="*/ 51 w 159"/>
              <a:gd name="T41" fmla="*/ 80 h 89"/>
              <a:gd name="T42" fmla="*/ 70 w 159"/>
              <a:gd name="T43" fmla="*/ 73 h 89"/>
              <a:gd name="T44" fmla="*/ 66 w 159"/>
              <a:gd name="T45" fmla="*/ 65 h 89"/>
              <a:gd name="T46" fmla="*/ 53 w 159"/>
              <a:gd name="T47" fmla="*/ 78 h 89"/>
              <a:gd name="T48" fmla="*/ 57 w 159"/>
              <a:gd name="T49" fmla="*/ 85 h 89"/>
              <a:gd name="T50" fmla="*/ 74 w 159"/>
              <a:gd name="T51" fmla="*/ 83 h 89"/>
              <a:gd name="T52" fmla="*/ 75 w 159"/>
              <a:gd name="T53" fmla="*/ 75 h 89"/>
              <a:gd name="T54" fmla="*/ 68 w 159"/>
              <a:gd name="T55" fmla="*/ 75 h 89"/>
              <a:gd name="T56" fmla="*/ 63 w 159"/>
              <a:gd name="T57" fmla="*/ 88 h 89"/>
              <a:gd name="T58" fmla="*/ 69 w 159"/>
              <a:gd name="T59" fmla="*/ 88 h 89"/>
              <a:gd name="T60" fmla="*/ 137 w 159"/>
              <a:gd name="T61" fmla="*/ 0 h 89"/>
              <a:gd name="T62" fmla="*/ 132 w 159"/>
              <a:gd name="T63" fmla="*/ 53 h 89"/>
              <a:gd name="T64" fmla="*/ 159 w 159"/>
              <a:gd name="T65" fmla="*/ 42 h 89"/>
              <a:gd name="T66" fmla="*/ 86 w 159"/>
              <a:gd name="T67" fmla="*/ 23 h 89"/>
              <a:gd name="T68" fmla="*/ 79 w 159"/>
              <a:gd name="T69" fmla="*/ 23 h 89"/>
              <a:gd name="T70" fmla="*/ 55 w 159"/>
              <a:gd name="T71" fmla="*/ 34 h 89"/>
              <a:gd name="T72" fmla="*/ 76 w 159"/>
              <a:gd name="T73" fmla="*/ 40 h 89"/>
              <a:gd name="T74" fmla="*/ 117 w 159"/>
              <a:gd name="T75" fmla="*/ 65 h 89"/>
              <a:gd name="T76" fmla="*/ 124 w 159"/>
              <a:gd name="T77" fmla="*/ 56 h 89"/>
              <a:gd name="T78" fmla="*/ 117 w 159"/>
              <a:gd name="T79" fmla="*/ 65 h 89"/>
              <a:gd name="T80" fmla="*/ 40 w 159"/>
              <a:gd name="T81" fmla="*/ 63 h 89"/>
              <a:gd name="T82" fmla="*/ 23 w 159"/>
              <a:gd name="T83" fmla="*/ 59 h 89"/>
              <a:gd name="T84" fmla="*/ 33 w 159"/>
              <a:gd name="T85" fmla="*/ 0 h 89"/>
              <a:gd name="T86" fmla="*/ 39 w 159"/>
              <a:gd name="T87" fmla="*/ 65 h 89"/>
              <a:gd name="T88" fmla="*/ 53 w 159"/>
              <a:gd name="T89" fmla="*/ 2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9" h="89">
                <a:moveTo>
                  <a:pt x="42" y="74"/>
                </a:moveTo>
                <a:cubicBezTo>
                  <a:pt x="40" y="74"/>
                  <a:pt x="39" y="74"/>
                  <a:pt x="38" y="73"/>
                </a:cubicBezTo>
                <a:cubicBezTo>
                  <a:pt x="37" y="72"/>
                  <a:pt x="36" y="71"/>
                  <a:pt x="36" y="70"/>
                </a:cubicBezTo>
                <a:cubicBezTo>
                  <a:pt x="36" y="68"/>
                  <a:pt x="37" y="67"/>
                  <a:pt x="37" y="66"/>
                </a:cubicBezTo>
                <a:cubicBezTo>
                  <a:pt x="44" y="59"/>
                  <a:pt x="44" y="59"/>
                  <a:pt x="44" y="59"/>
                </a:cubicBezTo>
                <a:cubicBezTo>
                  <a:pt x="44" y="58"/>
                  <a:pt x="45" y="58"/>
                  <a:pt x="46" y="58"/>
                </a:cubicBezTo>
                <a:cubicBezTo>
                  <a:pt x="48" y="57"/>
                  <a:pt x="49" y="58"/>
                  <a:pt x="50" y="59"/>
                </a:cubicBezTo>
                <a:cubicBezTo>
                  <a:pt x="51" y="60"/>
                  <a:pt x="52" y="61"/>
                  <a:pt x="52" y="62"/>
                </a:cubicBezTo>
                <a:cubicBezTo>
                  <a:pt x="52" y="63"/>
                  <a:pt x="51" y="65"/>
                  <a:pt x="51" y="66"/>
                </a:cubicBezTo>
                <a:cubicBezTo>
                  <a:pt x="44" y="73"/>
                  <a:pt x="44" y="73"/>
                  <a:pt x="44" y="73"/>
                </a:cubicBezTo>
                <a:cubicBezTo>
                  <a:pt x="44" y="73"/>
                  <a:pt x="43" y="74"/>
                  <a:pt x="42" y="74"/>
                </a:cubicBezTo>
                <a:close/>
                <a:moveTo>
                  <a:pt x="97" y="65"/>
                </a:moveTo>
                <a:cubicBezTo>
                  <a:pt x="97" y="65"/>
                  <a:pt x="109" y="74"/>
                  <a:pt x="112" y="75"/>
                </a:cubicBezTo>
                <a:cubicBezTo>
                  <a:pt x="114" y="75"/>
                  <a:pt x="115" y="74"/>
                  <a:pt x="116" y="73"/>
                </a:cubicBezTo>
                <a:cubicBezTo>
                  <a:pt x="118" y="72"/>
                  <a:pt x="118" y="70"/>
                  <a:pt x="118" y="68"/>
                </a:cubicBezTo>
                <a:cubicBezTo>
                  <a:pt x="118" y="67"/>
                  <a:pt x="118" y="66"/>
                  <a:pt x="117" y="65"/>
                </a:cubicBezTo>
                <a:moveTo>
                  <a:pt x="88" y="71"/>
                </a:moveTo>
                <a:cubicBezTo>
                  <a:pt x="98" y="79"/>
                  <a:pt x="98" y="79"/>
                  <a:pt x="98" y="79"/>
                </a:cubicBezTo>
                <a:cubicBezTo>
                  <a:pt x="99" y="81"/>
                  <a:pt x="100" y="81"/>
                  <a:pt x="102" y="82"/>
                </a:cubicBezTo>
                <a:cubicBezTo>
                  <a:pt x="104" y="82"/>
                  <a:pt x="105" y="81"/>
                  <a:pt x="106" y="80"/>
                </a:cubicBezTo>
                <a:cubicBezTo>
                  <a:pt x="108" y="79"/>
                  <a:pt x="109" y="77"/>
                  <a:pt x="108" y="75"/>
                </a:cubicBezTo>
                <a:cubicBezTo>
                  <a:pt x="108" y="74"/>
                  <a:pt x="108" y="74"/>
                  <a:pt x="108" y="73"/>
                </a:cubicBezTo>
                <a:moveTo>
                  <a:pt x="82" y="81"/>
                </a:moveTo>
                <a:cubicBezTo>
                  <a:pt x="87" y="86"/>
                  <a:pt x="87" y="86"/>
                  <a:pt x="87" y="86"/>
                </a:cubicBezTo>
                <a:cubicBezTo>
                  <a:pt x="88" y="87"/>
                  <a:pt x="90" y="88"/>
                  <a:pt x="91" y="88"/>
                </a:cubicBezTo>
                <a:cubicBezTo>
                  <a:pt x="93" y="88"/>
                  <a:pt x="94" y="87"/>
                  <a:pt x="96" y="86"/>
                </a:cubicBezTo>
                <a:cubicBezTo>
                  <a:pt x="97" y="85"/>
                  <a:pt x="98" y="83"/>
                  <a:pt x="98" y="81"/>
                </a:cubicBezTo>
                <a:cubicBezTo>
                  <a:pt x="98" y="81"/>
                  <a:pt x="98" y="80"/>
                  <a:pt x="98" y="80"/>
                </a:cubicBezTo>
                <a:moveTo>
                  <a:pt x="71" y="86"/>
                </a:moveTo>
                <a:cubicBezTo>
                  <a:pt x="75" y="87"/>
                  <a:pt x="75" y="87"/>
                  <a:pt x="75" y="87"/>
                </a:cubicBezTo>
                <a:cubicBezTo>
                  <a:pt x="75" y="88"/>
                  <a:pt x="78" y="88"/>
                  <a:pt x="80" y="88"/>
                </a:cubicBezTo>
                <a:cubicBezTo>
                  <a:pt x="82" y="88"/>
                  <a:pt x="84" y="88"/>
                  <a:pt x="85" y="87"/>
                </a:cubicBezTo>
                <a:cubicBezTo>
                  <a:pt x="85" y="86"/>
                  <a:pt x="86" y="86"/>
                  <a:pt x="86" y="85"/>
                </a:cubicBezTo>
                <a:moveTo>
                  <a:pt x="51" y="80"/>
                </a:moveTo>
                <a:cubicBezTo>
                  <a:pt x="62" y="68"/>
                  <a:pt x="62" y="68"/>
                  <a:pt x="62" y="68"/>
                </a:cubicBezTo>
                <a:cubicBezTo>
                  <a:pt x="63" y="66"/>
                  <a:pt x="63" y="63"/>
                  <a:pt x="61" y="61"/>
                </a:cubicBezTo>
                <a:cubicBezTo>
                  <a:pt x="60" y="60"/>
                  <a:pt x="59" y="59"/>
                  <a:pt x="57" y="60"/>
                </a:cubicBezTo>
                <a:cubicBezTo>
                  <a:pt x="56" y="60"/>
                  <a:pt x="55" y="60"/>
                  <a:pt x="55" y="61"/>
                </a:cubicBezTo>
                <a:cubicBezTo>
                  <a:pt x="44" y="73"/>
                  <a:pt x="44" y="73"/>
                  <a:pt x="44" y="73"/>
                </a:cubicBezTo>
                <a:cubicBezTo>
                  <a:pt x="42" y="75"/>
                  <a:pt x="42" y="78"/>
                  <a:pt x="44" y="80"/>
                </a:cubicBezTo>
                <a:cubicBezTo>
                  <a:pt x="45" y="81"/>
                  <a:pt x="47" y="81"/>
                  <a:pt x="48" y="81"/>
                </a:cubicBezTo>
                <a:cubicBezTo>
                  <a:pt x="49" y="81"/>
                  <a:pt x="50" y="81"/>
                  <a:pt x="51" y="80"/>
                </a:cubicBezTo>
                <a:close/>
                <a:moveTo>
                  <a:pt x="60" y="84"/>
                </a:moveTo>
                <a:cubicBezTo>
                  <a:pt x="70" y="73"/>
                  <a:pt x="70" y="73"/>
                  <a:pt x="70" y="73"/>
                </a:cubicBezTo>
                <a:cubicBezTo>
                  <a:pt x="72" y="71"/>
                  <a:pt x="71" y="68"/>
                  <a:pt x="70" y="66"/>
                </a:cubicBezTo>
                <a:cubicBezTo>
                  <a:pt x="68" y="65"/>
                  <a:pt x="67" y="65"/>
                  <a:pt x="66" y="65"/>
                </a:cubicBezTo>
                <a:cubicBezTo>
                  <a:pt x="65" y="65"/>
                  <a:pt x="64" y="66"/>
                  <a:pt x="63" y="66"/>
                </a:cubicBezTo>
                <a:cubicBezTo>
                  <a:pt x="53" y="78"/>
                  <a:pt x="53" y="78"/>
                  <a:pt x="53" y="78"/>
                </a:cubicBezTo>
                <a:cubicBezTo>
                  <a:pt x="51" y="80"/>
                  <a:pt x="51" y="83"/>
                  <a:pt x="53" y="84"/>
                </a:cubicBezTo>
                <a:cubicBezTo>
                  <a:pt x="54" y="85"/>
                  <a:pt x="56" y="86"/>
                  <a:pt x="57" y="85"/>
                </a:cubicBezTo>
                <a:cubicBezTo>
                  <a:pt x="58" y="85"/>
                  <a:pt x="59" y="85"/>
                  <a:pt x="60" y="84"/>
                </a:cubicBezTo>
                <a:close/>
                <a:moveTo>
                  <a:pt x="74" y="83"/>
                </a:moveTo>
                <a:cubicBezTo>
                  <a:pt x="75" y="81"/>
                  <a:pt x="75" y="81"/>
                  <a:pt x="75" y="81"/>
                </a:cubicBezTo>
                <a:cubicBezTo>
                  <a:pt x="77" y="79"/>
                  <a:pt x="77" y="76"/>
                  <a:pt x="75" y="75"/>
                </a:cubicBezTo>
                <a:cubicBezTo>
                  <a:pt x="74" y="74"/>
                  <a:pt x="72" y="73"/>
                  <a:pt x="71" y="73"/>
                </a:cubicBezTo>
                <a:cubicBezTo>
                  <a:pt x="70" y="74"/>
                  <a:pt x="69" y="74"/>
                  <a:pt x="68" y="75"/>
                </a:cubicBezTo>
                <a:cubicBezTo>
                  <a:pt x="62" y="81"/>
                  <a:pt x="62" y="81"/>
                  <a:pt x="62" y="81"/>
                </a:cubicBezTo>
                <a:cubicBezTo>
                  <a:pt x="60" y="83"/>
                  <a:pt x="61" y="86"/>
                  <a:pt x="63" y="88"/>
                </a:cubicBezTo>
                <a:cubicBezTo>
                  <a:pt x="64" y="89"/>
                  <a:pt x="65" y="89"/>
                  <a:pt x="66" y="89"/>
                </a:cubicBezTo>
                <a:cubicBezTo>
                  <a:pt x="67" y="89"/>
                  <a:pt x="68" y="89"/>
                  <a:pt x="69" y="88"/>
                </a:cubicBezTo>
                <a:lnTo>
                  <a:pt x="74" y="83"/>
                </a:lnTo>
                <a:close/>
                <a:moveTo>
                  <a:pt x="137" y="0"/>
                </a:moveTo>
                <a:cubicBezTo>
                  <a:pt x="127" y="5"/>
                  <a:pt x="112" y="13"/>
                  <a:pt x="110" y="15"/>
                </a:cubicBezTo>
                <a:cubicBezTo>
                  <a:pt x="112" y="18"/>
                  <a:pt x="121" y="34"/>
                  <a:pt x="132" y="53"/>
                </a:cubicBezTo>
                <a:cubicBezTo>
                  <a:pt x="134" y="56"/>
                  <a:pt x="134" y="56"/>
                  <a:pt x="134" y="56"/>
                </a:cubicBezTo>
                <a:cubicBezTo>
                  <a:pt x="159" y="42"/>
                  <a:pt x="159" y="42"/>
                  <a:pt x="159" y="42"/>
                </a:cubicBezTo>
                <a:moveTo>
                  <a:pt x="113" y="20"/>
                </a:moveTo>
                <a:cubicBezTo>
                  <a:pt x="100" y="15"/>
                  <a:pt x="94" y="23"/>
                  <a:pt x="86" y="23"/>
                </a:cubicBezTo>
                <a:cubicBezTo>
                  <a:pt x="83" y="23"/>
                  <a:pt x="81" y="23"/>
                  <a:pt x="79" y="23"/>
                </a:cubicBezTo>
                <a:cubicBezTo>
                  <a:pt x="79" y="23"/>
                  <a:pt x="79" y="23"/>
                  <a:pt x="79" y="23"/>
                </a:cubicBezTo>
                <a:cubicBezTo>
                  <a:pt x="78" y="23"/>
                  <a:pt x="77" y="23"/>
                  <a:pt x="76" y="24"/>
                </a:cubicBezTo>
                <a:cubicBezTo>
                  <a:pt x="55" y="34"/>
                  <a:pt x="55" y="34"/>
                  <a:pt x="55" y="34"/>
                </a:cubicBezTo>
                <a:cubicBezTo>
                  <a:pt x="45" y="40"/>
                  <a:pt x="55" y="47"/>
                  <a:pt x="58" y="47"/>
                </a:cubicBezTo>
                <a:cubicBezTo>
                  <a:pt x="62" y="46"/>
                  <a:pt x="70" y="42"/>
                  <a:pt x="76" y="40"/>
                </a:cubicBezTo>
                <a:cubicBezTo>
                  <a:pt x="79" y="39"/>
                  <a:pt x="83" y="39"/>
                  <a:pt x="86" y="41"/>
                </a:cubicBezTo>
                <a:cubicBezTo>
                  <a:pt x="96" y="48"/>
                  <a:pt x="116" y="63"/>
                  <a:pt x="117" y="65"/>
                </a:cubicBezTo>
                <a:moveTo>
                  <a:pt x="131" y="51"/>
                </a:moveTo>
                <a:cubicBezTo>
                  <a:pt x="130" y="52"/>
                  <a:pt x="125" y="55"/>
                  <a:pt x="124" y="56"/>
                </a:cubicBezTo>
                <a:cubicBezTo>
                  <a:pt x="123" y="56"/>
                  <a:pt x="123" y="58"/>
                  <a:pt x="122" y="59"/>
                </a:cubicBezTo>
                <a:cubicBezTo>
                  <a:pt x="121" y="61"/>
                  <a:pt x="119" y="64"/>
                  <a:pt x="117" y="65"/>
                </a:cubicBezTo>
                <a:moveTo>
                  <a:pt x="40" y="63"/>
                </a:moveTo>
                <a:cubicBezTo>
                  <a:pt x="40" y="63"/>
                  <a:pt x="40" y="63"/>
                  <a:pt x="40" y="63"/>
                </a:cubicBezTo>
                <a:moveTo>
                  <a:pt x="0" y="40"/>
                </a:moveTo>
                <a:cubicBezTo>
                  <a:pt x="23" y="59"/>
                  <a:pt x="23" y="59"/>
                  <a:pt x="23" y="59"/>
                </a:cubicBezTo>
                <a:cubicBezTo>
                  <a:pt x="56" y="18"/>
                  <a:pt x="56" y="18"/>
                  <a:pt x="56" y="18"/>
                </a:cubicBezTo>
                <a:cubicBezTo>
                  <a:pt x="33" y="0"/>
                  <a:pt x="33" y="0"/>
                  <a:pt x="33" y="0"/>
                </a:cubicBezTo>
                <a:moveTo>
                  <a:pt x="26" y="56"/>
                </a:moveTo>
                <a:cubicBezTo>
                  <a:pt x="32" y="61"/>
                  <a:pt x="39" y="65"/>
                  <a:pt x="39" y="65"/>
                </a:cubicBezTo>
                <a:moveTo>
                  <a:pt x="69" y="28"/>
                </a:moveTo>
                <a:cubicBezTo>
                  <a:pt x="66" y="26"/>
                  <a:pt x="59" y="23"/>
                  <a:pt x="53" y="22"/>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6" name="Freeform 105">
            <a:extLst>
              <a:ext uri="{FF2B5EF4-FFF2-40B4-BE49-F238E27FC236}">
                <a16:creationId xmlns:a16="http://schemas.microsoft.com/office/drawing/2014/main" id="{799F16D6-677D-4014-9694-0E378F16A461}"/>
              </a:ext>
            </a:extLst>
          </p:cNvPr>
          <p:cNvSpPr>
            <a:spLocks noEditPoints="1"/>
          </p:cNvSpPr>
          <p:nvPr/>
        </p:nvSpPr>
        <p:spPr bwMode="auto">
          <a:xfrm>
            <a:off x="6134101" y="3536951"/>
            <a:ext cx="463550" cy="373063"/>
          </a:xfrm>
          <a:custGeom>
            <a:avLst/>
            <a:gdLst>
              <a:gd name="T0" fmla="*/ 123 w 123"/>
              <a:gd name="T1" fmla="*/ 99 h 99"/>
              <a:gd name="T2" fmla="*/ 0 w 123"/>
              <a:gd name="T3" fmla="*/ 99 h 99"/>
              <a:gd name="T4" fmla="*/ 30 w 123"/>
              <a:gd name="T5" fmla="*/ 72 h 99"/>
              <a:gd name="T6" fmla="*/ 13 w 123"/>
              <a:gd name="T7" fmla="*/ 72 h 99"/>
              <a:gd name="T8" fmla="*/ 13 w 123"/>
              <a:gd name="T9" fmla="*/ 99 h 99"/>
              <a:gd name="T10" fmla="*/ 30 w 123"/>
              <a:gd name="T11" fmla="*/ 99 h 99"/>
              <a:gd name="T12" fmla="*/ 30 w 123"/>
              <a:gd name="T13" fmla="*/ 72 h 99"/>
              <a:gd name="T14" fmla="*/ 57 w 123"/>
              <a:gd name="T15" fmla="*/ 46 h 99"/>
              <a:gd name="T16" fmla="*/ 40 w 123"/>
              <a:gd name="T17" fmla="*/ 46 h 99"/>
              <a:gd name="T18" fmla="*/ 40 w 123"/>
              <a:gd name="T19" fmla="*/ 99 h 99"/>
              <a:gd name="T20" fmla="*/ 57 w 123"/>
              <a:gd name="T21" fmla="*/ 99 h 99"/>
              <a:gd name="T22" fmla="*/ 57 w 123"/>
              <a:gd name="T23" fmla="*/ 46 h 99"/>
              <a:gd name="T24" fmla="*/ 83 w 123"/>
              <a:gd name="T25" fmla="*/ 57 h 99"/>
              <a:gd name="T26" fmla="*/ 66 w 123"/>
              <a:gd name="T27" fmla="*/ 57 h 99"/>
              <a:gd name="T28" fmla="*/ 66 w 123"/>
              <a:gd name="T29" fmla="*/ 99 h 99"/>
              <a:gd name="T30" fmla="*/ 83 w 123"/>
              <a:gd name="T31" fmla="*/ 99 h 99"/>
              <a:gd name="T32" fmla="*/ 83 w 123"/>
              <a:gd name="T33" fmla="*/ 57 h 99"/>
              <a:gd name="T34" fmla="*/ 109 w 123"/>
              <a:gd name="T35" fmla="*/ 31 h 99"/>
              <a:gd name="T36" fmla="*/ 93 w 123"/>
              <a:gd name="T37" fmla="*/ 31 h 99"/>
              <a:gd name="T38" fmla="*/ 93 w 123"/>
              <a:gd name="T39" fmla="*/ 99 h 99"/>
              <a:gd name="T40" fmla="*/ 109 w 123"/>
              <a:gd name="T41" fmla="*/ 99 h 99"/>
              <a:gd name="T42" fmla="*/ 109 w 123"/>
              <a:gd name="T43" fmla="*/ 31 h 99"/>
              <a:gd name="T44" fmla="*/ 22 w 123"/>
              <a:gd name="T45" fmla="*/ 43 h 99"/>
              <a:gd name="T46" fmla="*/ 17 w 123"/>
              <a:gd name="T47" fmla="*/ 48 h 99"/>
              <a:gd name="T48" fmla="*/ 22 w 123"/>
              <a:gd name="T49" fmla="*/ 53 h 99"/>
              <a:gd name="T50" fmla="*/ 27 w 123"/>
              <a:gd name="T51" fmla="*/ 48 h 99"/>
              <a:gd name="T52" fmla="*/ 22 w 123"/>
              <a:gd name="T53" fmla="*/ 43 h 99"/>
              <a:gd name="T54" fmla="*/ 48 w 123"/>
              <a:gd name="T55" fmla="*/ 18 h 99"/>
              <a:gd name="T56" fmla="*/ 43 w 123"/>
              <a:gd name="T57" fmla="*/ 23 h 99"/>
              <a:gd name="T58" fmla="*/ 48 w 123"/>
              <a:gd name="T59" fmla="*/ 28 h 99"/>
              <a:gd name="T60" fmla="*/ 53 w 123"/>
              <a:gd name="T61" fmla="*/ 23 h 99"/>
              <a:gd name="T62" fmla="*/ 48 w 123"/>
              <a:gd name="T63" fmla="*/ 18 h 99"/>
              <a:gd name="T64" fmla="*/ 75 w 123"/>
              <a:gd name="T65" fmla="*/ 31 h 99"/>
              <a:gd name="T66" fmla="*/ 70 w 123"/>
              <a:gd name="T67" fmla="*/ 35 h 99"/>
              <a:gd name="T68" fmla="*/ 75 w 123"/>
              <a:gd name="T69" fmla="*/ 40 h 99"/>
              <a:gd name="T70" fmla="*/ 79 w 123"/>
              <a:gd name="T71" fmla="*/ 35 h 99"/>
              <a:gd name="T72" fmla="*/ 75 w 123"/>
              <a:gd name="T73" fmla="*/ 31 h 99"/>
              <a:gd name="T74" fmla="*/ 101 w 123"/>
              <a:gd name="T75" fmla="*/ 0 h 99"/>
              <a:gd name="T76" fmla="*/ 96 w 123"/>
              <a:gd name="T77" fmla="*/ 5 h 99"/>
              <a:gd name="T78" fmla="*/ 101 w 123"/>
              <a:gd name="T79" fmla="*/ 10 h 99"/>
              <a:gd name="T80" fmla="*/ 106 w 123"/>
              <a:gd name="T81" fmla="*/ 5 h 99"/>
              <a:gd name="T82" fmla="*/ 101 w 123"/>
              <a:gd name="T83" fmla="*/ 0 h 99"/>
              <a:gd name="T84" fmla="*/ 78 w 123"/>
              <a:gd name="T85" fmla="*/ 32 h 99"/>
              <a:gd name="T86" fmla="*/ 98 w 123"/>
              <a:gd name="T87" fmla="*/ 9 h 99"/>
              <a:gd name="T88" fmla="*/ 52 w 123"/>
              <a:gd name="T89" fmla="*/ 25 h 99"/>
              <a:gd name="T90" fmla="*/ 70 w 123"/>
              <a:gd name="T91" fmla="*/ 33 h 99"/>
              <a:gd name="T92" fmla="*/ 45 w 123"/>
              <a:gd name="T93" fmla="*/ 26 h 99"/>
              <a:gd name="T94" fmla="*/ 25 w 123"/>
              <a:gd name="T95" fmla="*/ 4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 h="99">
                <a:moveTo>
                  <a:pt x="123" y="99"/>
                </a:moveTo>
                <a:cubicBezTo>
                  <a:pt x="0" y="99"/>
                  <a:pt x="0" y="99"/>
                  <a:pt x="0" y="99"/>
                </a:cubicBezTo>
                <a:moveTo>
                  <a:pt x="30" y="72"/>
                </a:moveTo>
                <a:cubicBezTo>
                  <a:pt x="13" y="72"/>
                  <a:pt x="13" y="72"/>
                  <a:pt x="13" y="72"/>
                </a:cubicBezTo>
                <a:cubicBezTo>
                  <a:pt x="13" y="99"/>
                  <a:pt x="13" y="99"/>
                  <a:pt x="13" y="99"/>
                </a:cubicBezTo>
                <a:cubicBezTo>
                  <a:pt x="30" y="99"/>
                  <a:pt x="30" y="99"/>
                  <a:pt x="30" y="99"/>
                </a:cubicBezTo>
                <a:lnTo>
                  <a:pt x="30" y="72"/>
                </a:lnTo>
                <a:close/>
                <a:moveTo>
                  <a:pt x="57" y="46"/>
                </a:moveTo>
                <a:cubicBezTo>
                  <a:pt x="40" y="46"/>
                  <a:pt x="40" y="46"/>
                  <a:pt x="40" y="46"/>
                </a:cubicBezTo>
                <a:cubicBezTo>
                  <a:pt x="40" y="99"/>
                  <a:pt x="40" y="99"/>
                  <a:pt x="40" y="99"/>
                </a:cubicBezTo>
                <a:cubicBezTo>
                  <a:pt x="57" y="99"/>
                  <a:pt x="57" y="99"/>
                  <a:pt x="57" y="99"/>
                </a:cubicBezTo>
                <a:lnTo>
                  <a:pt x="57" y="46"/>
                </a:lnTo>
                <a:close/>
                <a:moveTo>
                  <a:pt x="83" y="57"/>
                </a:moveTo>
                <a:cubicBezTo>
                  <a:pt x="66" y="57"/>
                  <a:pt x="66" y="57"/>
                  <a:pt x="66" y="57"/>
                </a:cubicBezTo>
                <a:cubicBezTo>
                  <a:pt x="66" y="99"/>
                  <a:pt x="66" y="99"/>
                  <a:pt x="66" y="99"/>
                </a:cubicBezTo>
                <a:cubicBezTo>
                  <a:pt x="83" y="99"/>
                  <a:pt x="83" y="99"/>
                  <a:pt x="83" y="99"/>
                </a:cubicBezTo>
                <a:lnTo>
                  <a:pt x="83" y="57"/>
                </a:lnTo>
                <a:close/>
                <a:moveTo>
                  <a:pt x="109" y="31"/>
                </a:moveTo>
                <a:cubicBezTo>
                  <a:pt x="93" y="31"/>
                  <a:pt x="93" y="31"/>
                  <a:pt x="93" y="31"/>
                </a:cubicBezTo>
                <a:cubicBezTo>
                  <a:pt x="93" y="99"/>
                  <a:pt x="93" y="99"/>
                  <a:pt x="93" y="99"/>
                </a:cubicBezTo>
                <a:cubicBezTo>
                  <a:pt x="109" y="99"/>
                  <a:pt x="109" y="99"/>
                  <a:pt x="109" y="99"/>
                </a:cubicBezTo>
                <a:lnTo>
                  <a:pt x="109" y="31"/>
                </a:lnTo>
                <a:close/>
                <a:moveTo>
                  <a:pt x="22" y="43"/>
                </a:moveTo>
                <a:cubicBezTo>
                  <a:pt x="19" y="43"/>
                  <a:pt x="17" y="45"/>
                  <a:pt x="17" y="48"/>
                </a:cubicBezTo>
                <a:cubicBezTo>
                  <a:pt x="17" y="51"/>
                  <a:pt x="19" y="53"/>
                  <a:pt x="22" y="53"/>
                </a:cubicBezTo>
                <a:cubicBezTo>
                  <a:pt x="24" y="53"/>
                  <a:pt x="27" y="51"/>
                  <a:pt x="27" y="48"/>
                </a:cubicBezTo>
                <a:cubicBezTo>
                  <a:pt x="27" y="45"/>
                  <a:pt x="24" y="43"/>
                  <a:pt x="22" y="43"/>
                </a:cubicBezTo>
                <a:close/>
                <a:moveTo>
                  <a:pt x="48" y="18"/>
                </a:moveTo>
                <a:cubicBezTo>
                  <a:pt x="45" y="18"/>
                  <a:pt x="43" y="20"/>
                  <a:pt x="43" y="23"/>
                </a:cubicBezTo>
                <a:cubicBezTo>
                  <a:pt x="43" y="25"/>
                  <a:pt x="45" y="28"/>
                  <a:pt x="48" y="28"/>
                </a:cubicBezTo>
                <a:cubicBezTo>
                  <a:pt x="51" y="28"/>
                  <a:pt x="53" y="25"/>
                  <a:pt x="53" y="23"/>
                </a:cubicBezTo>
                <a:cubicBezTo>
                  <a:pt x="53" y="20"/>
                  <a:pt x="51" y="18"/>
                  <a:pt x="48" y="18"/>
                </a:cubicBezTo>
                <a:close/>
                <a:moveTo>
                  <a:pt x="75" y="31"/>
                </a:moveTo>
                <a:cubicBezTo>
                  <a:pt x="72" y="31"/>
                  <a:pt x="70" y="33"/>
                  <a:pt x="70" y="35"/>
                </a:cubicBezTo>
                <a:cubicBezTo>
                  <a:pt x="70" y="38"/>
                  <a:pt x="72" y="40"/>
                  <a:pt x="75" y="40"/>
                </a:cubicBezTo>
                <a:cubicBezTo>
                  <a:pt x="77" y="40"/>
                  <a:pt x="79" y="38"/>
                  <a:pt x="79" y="35"/>
                </a:cubicBezTo>
                <a:cubicBezTo>
                  <a:pt x="79" y="33"/>
                  <a:pt x="77" y="31"/>
                  <a:pt x="75" y="31"/>
                </a:cubicBezTo>
                <a:close/>
                <a:moveTo>
                  <a:pt x="101" y="0"/>
                </a:moveTo>
                <a:cubicBezTo>
                  <a:pt x="98" y="0"/>
                  <a:pt x="96" y="2"/>
                  <a:pt x="96" y="5"/>
                </a:cubicBezTo>
                <a:cubicBezTo>
                  <a:pt x="96" y="8"/>
                  <a:pt x="98" y="10"/>
                  <a:pt x="101" y="10"/>
                </a:cubicBezTo>
                <a:cubicBezTo>
                  <a:pt x="104" y="10"/>
                  <a:pt x="106" y="8"/>
                  <a:pt x="106" y="5"/>
                </a:cubicBezTo>
                <a:cubicBezTo>
                  <a:pt x="106" y="2"/>
                  <a:pt x="104" y="0"/>
                  <a:pt x="101" y="0"/>
                </a:cubicBezTo>
                <a:close/>
                <a:moveTo>
                  <a:pt x="78" y="32"/>
                </a:moveTo>
                <a:cubicBezTo>
                  <a:pt x="98" y="9"/>
                  <a:pt x="98" y="9"/>
                  <a:pt x="98" y="9"/>
                </a:cubicBezTo>
                <a:moveTo>
                  <a:pt x="52" y="25"/>
                </a:moveTo>
                <a:cubicBezTo>
                  <a:pt x="70" y="33"/>
                  <a:pt x="70" y="33"/>
                  <a:pt x="70" y="33"/>
                </a:cubicBezTo>
                <a:moveTo>
                  <a:pt x="45" y="26"/>
                </a:moveTo>
                <a:cubicBezTo>
                  <a:pt x="25" y="45"/>
                  <a:pt x="25" y="45"/>
                  <a:pt x="25" y="45"/>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7" name="Freeform 106">
            <a:extLst>
              <a:ext uri="{FF2B5EF4-FFF2-40B4-BE49-F238E27FC236}">
                <a16:creationId xmlns:a16="http://schemas.microsoft.com/office/drawing/2014/main" id="{D86DCE03-2E0B-4481-94AF-AD28C44C0A33}"/>
              </a:ext>
            </a:extLst>
          </p:cNvPr>
          <p:cNvSpPr>
            <a:spLocks noEditPoints="1"/>
          </p:cNvSpPr>
          <p:nvPr/>
        </p:nvSpPr>
        <p:spPr bwMode="auto">
          <a:xfrm>
            <a:off x="4365626" y="5092701"/>
            <a:ext cx="406400" cy="479425"/>
          </a:xfrm>
          <a:custGeom>
            <a:avLst/>
            <a:gdLst>
              <a:gd name="T0" fmla="*/ 256 w 256"/>
              <a:gd name="T1" fmla="*/ 124 h 302"/>
              <a:gd name="T2" fmla="*/ 256 w 256"/>
              <a:gd name="T3" fmla="*/ 302 h 302"/>
              <a:gd name="T4" fmla="*/ 0 w 256"/>
              <a:gd name="T5" fmla="*/ 302 h 302"/>
              <a:gd name="T6" fmla="*/ 0 w 256"/>
              <a:gd name="T7" fmla="*/ 124 h 302"/>
              <a:gd name="T8" fmla="*/ 256 w 256"/>
              <a:gd name="T9" fmla="*/ 302 h 302"/>
              <a:gd name="T10" fmla="*/ 128 w 256"/>
              <a:gd name="T11" fmla="*/ 212 h 302"/>
              <a:gd name="T12" fmla="*/ 0 w 256"/>
              <a:gd name="T13" fmla="*/ 302 h 302"/>
              <a:gd name="T14" fmla="*/ 256 w 256"/>
              <a:gd name="T15" fmla="*/ 124 h 302"/>
              <a:gd name="T16" fmla="*/ 169 w 256"/>
              <a:gd name="T17" fmla="*/ 214 h 302"/>
              <a:gd name="T18" fmla="*/ 0 w 256"/>
              <a:gd name="T19" fmla="*/ 124 h 302"/>
              <a:gd name="T20" fmla="*/ 85 w 256"/>
              <a:gd name="T21" fmla="*/ 214 h 302"/>
              <a:gd name="T22" fmla="*/ 226 w 256"/>
              <a:gd name="T23" fmla="*/ 119 h 302"/>
              <a:gd name="T24" fmla="*/ 226 w 256"/>
              <a:gd name="T25" fmla="*/ 55 h 302"/>
              <a:gd name="T26" fmla="*/ 169 w 256"/>
              <a:gd name="T27" fmla="*/ 0 h 302"/>
              <a:gd name="T28" fmla="*/ 31 w 256"/>
              <a:gd name="T29" fmla="*/ 0 h 302"/>
              <a:gd name="T30" fmla="*/ 31 w 256"/>
              <a:gd name="T31" fmla="*/ 119 h 302"/>
              <a:gd name="T32" fmla="*/ 226 w 256"/>
              <a:gd name="T33" fmla="*/ 55 h 302"/>
              <a:gd name="T34" fmla="*/ 169 w 256"/>
              <a:gd name="T35" fmla="*/ 0 h 302"/>
              <a:gd name="T36" fmla="*/ 169 w 256"/>
              <a:gd name="T37" fmla="*/ 55 h 302"/>
              <a:gd name="T38" fmla="*/ 226 w 256"/>
              <a:gd name="T39" fmla="*/ 55 h 302"/>
              <a:gd name="T40" fmla="*/ 85 w 256"/>
              <a:gd name="T41" fmla="*/ 88 h 302"/>
              <a:gd name="T42" fmla="*/ 59 w 256"/>
              <a:gd name="T43" fmla="*/ 88 h 302"/>
              <a:gd name="T44" fmla="*/ 190 w 256"/>
              <a:gd name="T45" fmla="*/ 88 h 302"/>
              <a:gd name="T46" fmla="*/ 112 w 256"/>
              <a:gd name="T47" fmla="*/ 88 h 302"/>
              <a:gd name="T48" fmla="*/ 59 w 256"/>
              <a:gd name="T49" fmla="*/ 117 h 302"/>
              <a:gd name="T50" fmla="*/ 131 w 256"/>
              <a:gd name="T51" fmla="*/ 117 h 302"/>
              <a:gd name="T52" fmla="*/ 190 w 256"/>
              <a:gd name="T53" fmla="*/ 117 h 302"/>
              <a:gd name="T54" fmla="*/ 161 w 256"/>
              <a:gd name="T55" fmla="*/ 11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6" h="302">
                <a:moveTo>
                  <a:pt x="256" y="124"/>
                </a:moveTo>
                <a:lnTo>
                  <a:pt x="256" y="302"/>
                </a:lnTo>
                <a:lnTo>
                  <a:pt x="0" y="302"/>
                </a:lnTo>
                <a:lnTo>
                  <a:pt x="0" y="124"/>
                </a:lnTo>
                <a:moveTo>
                  <a:pt x="256" y="302"/>
                </a:moveTo>
                <a:lnTo>
                  <a:pt x="128" y="212"/>
                </a:lnTo>
                <a:lnTo>
                  <a:pt x="0" y="302"/>
                </a:lnTo>
                <a:moveTo>
                  <a:pt x="256" y="124"/>
                </a:moveTo>
                <a:lnTo>
                  <a:pt x="169" y="214"/>
                </a:lnTo>
                <a:moveTo>
                  <a:pt x="0" y="124"/>
                </a:moveTo>
                <a:lnTo>
                  <a:pt x="85" y="214"/>
                </a:lnTo>
                <a:moveTo>
                  <a:pt x="226" y="119"/>
                </a:moveTo>
                <a:lnTo>
                  <a:pt x="226" y="55"/>
                </a:lnTo>
                <a:moveTo>
                  <a:pt x="169" y="0"/>
                </a:moveTo>
                <a:lnTo>
                  <a:pt x="31" y="0"/>
                </a:lnTo>
                <a:lnTo>
                  <a:pt x="31" y="119"/>
                </a:lnTo>
                <a:moveTo>
                  <a:pt x="226" y="55"/>
                </a:moveTo>
                <a:lnTo>
                  <a:pt x="169" y="0"/>
                </a:lnTo>
                <a:lnTo>
                  <a:pt x="169" y="55"/>
                </a:lnTo>
                <a:lnTo>
                  <a:pt x="226" y="55"/>
                </a:lnTo>
                <a:moveTo>
                  <a:pt x="85" y="88"/>
                </a:moveTo>
                <a:lnTo>
                  <a:pt x="59" y="88"/>
                </a:lnTo>
                <a:moveTo>
                  <a:pt x="190" y="88"/>
                </a:moveTo>
                <a:lnTo>
                  <a:pt x="112" y="88"/>
                </a:lnTo>
                <a:moveTo>
                  <a:pt x="59" y="117"/>
                </a:moveTo>
                <a:lnTo>
                  <a:pt x="131" y="117"/>
                </a:lnTo>
                <a:moveTo>
                  <a:pt x="190" y="117"/>
                </a:moveTo>
                <a:lnTo>
                  <a:pt x="161" y="117"/>
                </a:ln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8" name="Freeform 107">
            <a:extLst>
              <a:ext uri="{FF2B5EF4-FFF2-40B4-BE49-F238E27FC236}">
                <a16:creationId xmlns:a16="http://schemas.microsoft.com/office/drawing/2014/main" id="{20533575-E7F8-4FEE-BC44-A3DD99E74DB1}"/>
              </a:ext>
            </a:extLst>
          </p:cNvPr>
          <p:cNvSpPr>
            <a:spLocks noEditPoints="1"/>
          </p:cNvSpPr>
          <p:nvPr/>
        </p:nvSpPr>
        <p:spPr bwMode="auto">
          <a:xfrm>
            <a:off x="7974013" y="4513263"/>
            <a:ext cx="433388" cy="433388"/>
          </a:xfrm>
          <a:custGeom>
            <a:avLst/>
            <a:gdLst>
              <a:gd name="T0" fmla="*/ 99 w 115"/>
              <a:gd name="T1" fmla="*/ 32 h 115"/>
              <a:gd name="T2" fmla="*/ 108 w 115"/>
              <a:gd name="T3" fmla="*/ 61 h 115"/>
              <a:gd name="T4" fmla="*/ 54 w 115"/>
              <a:gd name="T5" fmla="*/ 115 h 115"/>
              <a:gd name="T6" fmla="*/ 0 w 115"/>
              <a:gd name="T7" fmla="*/ 61 h 115"/>
              <a:gd name="T8" fmla="*/ 54 w 115"/>
              <a:gd name="T9" fmla="*/ 7 h 115"/>
              <a:gd name="T10" fmla="*/ 84 w 115"/>
              <a:gd name="T11" fmla="*/ 16 h 115"/>
              <a:gd name="T12" fmla="*/ 75 w 115"/>
              <a:gd name="T13" fmla="*/ 26 h 115"/>
              <a:gd name="T14" fmla="*/ 54 w 115"/>
              <a:gd name="T15" fmla="*/ 20 h 115"/>
              <a:gd name="T16" fmla="*/ 13 w 115"/>
              <a:gd name="T17" fmla="*/ 61 h 115"/>
              <a:gd name="T18" fmla="*/ 54 w 115"/>
              <a:gd name="T19" fmla="*/ 102 h 115"/>
              <a:gd name="T20" fmla="*/ 95 w 115"/>
              <a:gd name="T21" fmla="*/ 61 h 115"/>
              <a:gd name="T22" fmla="*/ 89 w 115"/>
              <a:gd name="T23" fmla="*/ 41 h 115"/>
              <a:gd name="T24" fmla="*/ 64 w 115"/>
              <a:gd name="T25" fmla="*/ 37 h 115"/>
              <a:gd name="T26" fmla="*/ 54 w 115"/>
              <a:gd name="T27" fmla="*/ 35 h 115"/>
              <a:gd name="T28" fmla="*/ 28 w 115"/>
              <a:gd name="T29" fmla="*/ 61 h 115"/>
              <a:gd name="T30" fmla="*/ 54 w 115"/>
              <a:gd name="T31" fmla="*/ 88 h 115"/>
              <a:gd name="T32" fmla="*/ 81 w 115"/>
              <a:gd name="T33" fmla="*/ 61 h 115"/>
              <a:gd name="T34" fmla="*/ 78 w 115"/>
              <a:gd name="T35" fmla="*/ 50 h 115"/>
              <a:gd name="T36" fmla="*/ 54 w 115"/>
              <a:gd name="T37" fmla="*/ 61 h 115"/>
              <a:gd name="T38" fmla="*/ 112 w 115"/>
              <a:gd name="T39" fmla="*/ 3 h 115"/>
              <a:gd name="T40" fmla="*/ 99 w 115"/>
              <a:gd name="T41" fmla="*/ 0 h 115"/>
              <a:gd name="T42" fmla="*/ 99 w 115"/>
              <a:gd name="T43" fmla="*/ 17 h 115"/>
              <a:gd name="T44" fmla="*/ 115 w 115"/>
              <a:gd name="T45" fmla="*/ 17 h 115"/>
              <a:gd name="T46" fmla="*/ 9 w 115"/>
              <a:gd name="T47" fmla="*/ 115 h 115"/>
              <a:gd name="T48" fmla="*/ 20 w 115"/>
              <a:gd name="T49" fmla="*/ 103 h 115"/>
              <a:gd name="T50" fmla="*/ 88 w 115"/>
              <a:gd name="T51" fmla="*/ 103 h 115"/>
              <a:gd name="T52" fmla="*/ 99 w 115"/>
              <a:gd name="T5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5" h="115">
                <a:moveTo>
                  <a:pt x="99" y="32"/>
                </a:moveTo>
                <a:cubicBezTo>
                  <a:pt x="105" y="40"/>
                  <a:pt x="108" y="50"/>
                  <a:pt x="108" y="61"/>
                </a:cubicBezTo>
                <a:cubicBezTo>
                  <a:pt x="108" y="91"/>
                  <a:pt x="84" y="115"/>
                  <a:pt x="54" y="115"/>
                </a:cubicBezTo>
                <a:cubicBezTo>
                  <a:pt x="24" y="115"/>
                  <a:pt x="0" y="91"/>
                  <a:pt x="0" y="61"/>
                </a:cubicBezTo>
                <a:cubicBezTo>
                  <a:pt x="0" y="31"/>
                  <a:pt x="24" y="7"/>
                  <a:pt x="54" y="7"/>
                </a:cubicBezTo>
                <a:cubicBezTo>
                  <a:pt x="65" y="7"/>
                  <a:pt x="75" y="10"/>
                  <a:pt x="84" y="16"/>
                </a:cubicBezTo>
                <a:moveTo>
                  <a:pt x="75" y="26"/>
                </a:moveTo>
                <a:cubicBezTo>
                  <a:pt x="69" y="23"/>
                  <a:pt x="62" y="20"/>
                  <a:pt x="54" y="20"/>
                </a:cubicBezTo>
                <a:cubicBezTo>
                  <a:pt x="32" y="20"/>
                  <a:pt x="13" y="39"/>
                  <a:pt x="13" y="61"/>
                </a:cubicBezTo>
                <a:cubicBezTo>
                  <a:pt x="13" y="84"/>
                  <a:pt x="32" y="102"/>
                  <a:pt x="54" y="102"/>
                </a:cubicBezTo>
                <a:cubicBezTo>
                  <a:pt x="77" y="102"/>
                  <a:pt x="95" y="84"/>
                  <a:pt x="95" y="61"/>
                </a:cubicBezTo>
                <a:cubicBezTo>
                  <a:pt x="95" y="54"/>
                  <a:pt x="93" y="47"/>
                  <a:pt x="89" y="41"/>
                </a:cubicBezTo>
                <a:moveTo>
                  <a:pt x="64" y="37"/>
                </a:moveTo>
                <a:cubicBezTo>
                  <a:pt x="61" y="35"/>
                  <a:pt x="58" y="35"/>
                  <a:pt x="54" y="35"/>
                </a:cubicBezTo>
                <a:cubicBezTo>
                  <a:pt x="39" y="35"/>
                  <a:pt x="28" y="47"/>
                  <a:pt x="28" y="61"/>
                </a:cubicBezTo>
                <a:cubicBezTo>
                  <a:pt x="28" y="76"/>
                  <a:pt x="39" y="88"/>
                  <a:pt x="54" y="88"/>
                </a:cubicBezTo>
                <a:cubicBezTo>
                  <a:pt x="69" y="88"/>
                  <a:pt x="81" y="76"/>
                  <a:pt x="81" y="61"/>
                </a:cubicBezTo>
                <a:cubicBezTo>
                  <a:pt x="81" y="57"/>
                  <a:pt x="80" y="53"/>
                  <a:pt x="78" y="50"/>
                </a:cubicBezTo>
                <a:moveTo>
                  <a:pt x="54" y="61"/>
                </a:moveTo>
                <a:cubicBezTo>
                  <a:pt x="112" y="3"/>
                  <a:pt x="112" y="3"/>
                  <a:pt x="112" y="3"/>
                </a:cubicBezTo>
                <a:moveTo>
                  <a:pt x="99" y="0"/>
                </a:moveTo>
                <a:cubicBezTo>
                  <a:pt x="99" y="17"/>
                  <a:pt x="99" y="17"/>
                  <a:pt x="99" y="17"/>
                </a:cubicBezTo>
                <a:cubicBezTo>
                  <a:pt x="115" y="17"/>
                  <a:pt x="115" y="17"/>
                  <a:pt x="115" y="17"/>
                </a:cubicBezTo>
                <a:moveTo>
                  <a:pt x="9" y="115"/>
                </a:moveTo>
                <a:cubicBezTo>
                  <a:pt x="20" y="103"/>
                  <a:pt x="20" y="103"/>
                  <a:pt x="20" y="103"/>
                </a:cubicBezTo>
                <a:moveTo>
                  <a:pt x="88" y="103"/>
                </a:moveTo>
                <a:cubicBezTo>
                  <a:pt x="99" y="115"/>
                  <a:pt x="99" y="115"/>
                  <a:pt x="99" y="115"/>
                </a:cubicBezTo>
              </a:path>
            </a:pathLst>
          </a:custGeom>
          <a:noFill/>
          <a:ln w="14288"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2699347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98"/>
                                        </p:tgtEl>
                                        <p:attrNameLst>
                                          <p:attrName>style.visibility</p:attrName>
                                        </p:attrNameLst>
                                      </p:cBhvr>
                                      <p:to>
                                        <p:strVal val="visible"/>
                                      </p:to>
                                    </p:set>
                                    <p:anim calcmode="lin" valueType="num">
                                      <p:cBhvr>
                                        <p:cTn id="7" dur="500" fill="hold"/>
                                        <p:tgtEl>
                                          <p:spTgt spid="98"/>
                                        </p:tgtEl>
                                        <p:attrNameLst>
                                          <p:attrName>ppt_w</p:attrName>
                                        </p:attrNameLst>
                                      </p:cBhvr>
                                      <p:tavLst>
                                        <p:tav tm="0">
                                          <p:val>
                                            <p:fltVal val="0"/>
                                          </p:val>
                                        </p:tav>
                                        <p:tav tm="100000">
                                          <p:val>
                                            <p:strVal val="#ppt_w"/>
                                          </p:val>
                                        </p:tav>
                                      </p:tavLst>
                                    </p:anim>
                                    <p:anim calcmode="lin" valueType="num">
                                      <p:cBhvr>
                                        <p:cTn id="8" dur="500" fill="hold"/>
                                        <p:tgtEl>
                                          <p:spTgt spid="98"/>
                                        </p:tgtEl>
                                        <p:attrNameLst>
                                          <p:attrName>ppt_h</p:attrName>
                                        </p:attrNameLst>
                                      </p:cBhvr>
                                      <p:tavLst>
                                        <p:tav tm="0">
                                          <p:val>
                                            <p:fltVal val="0"/>
                                          </p:val>
                                        </p:tav>
                                        <p:tav tm="100000">
                                          <p:val>
                                            <p:strVal val="#ppt_h"/>
                                          </p:val>
                                        </p:tav>
                                      </p:tavLst>
                                    </p:anim>
                                    <p:animEffect transition="in" filter="fade">
                                      <p:cBhvr>
                                        <p:cTn id="9" dur="500"/>
                                        <p:tgtEl>
                                          <p:spTgt spid="98"/>
                                        </p:tgtEl>
                                      </p:cBhvr>
                                    </p:animEffect>
                                  </p:childTnLst>
                                </p:cTn>
                              </p:par>
                              <p:par>
                                <p:cTn id="10" presetID="53" presetClass="entr" presetSubtype="16" fill="hold" nodeType="withEffect">
                                  <p:stCondLst>
                                    <p:cond delay="250"/>
                                  </p:stCondLst>
                                  <p:childTnLst>
                                    <p:set>
                                      <p:cBhvr>
                                        <p:cTn id="11" dur="1" fill="hold">
                                          <p:stCondLst>
                                            <p:cond delay="0"/>
                                          </p:stCondLst>
                                        </p:cTn>
                                        <p:tgtEl>
                                          <p:spTgt spid="123"/>
                                        </p:tgtEl>
                                        <p:attrNameLst>
                                          <p:attrName>style.visibility</p:attrName>
                                        </p:attrNameLst>
                                      </p:cBhvr>
                                      <p:to>
                                        <p:strVal val="visible"/>
                                      </p:to>
                                    </p:set>
                                    <p:anim calcmode="lin" valueType="num">
                                      <p:cBhvr>
                                        <p:cTn id="12" dur="750" fill="hold"/>
                                        <p:tgtEl>
                                          <p:spTgt spid="123"/>
                                        </p:tgtEl>
                                        <p:attrNameLst>
                                          <p:attrName>ppt_w</p:attrName>
                                        </p:attrNameLst>
                                      </p:cBhvr>
                                      <p:tavLst>
                                        <p:tav tm="0">
                                          <p:val>
                                            <p:fltVal val="0"/>
                                          </p:val>
                                        </p:tav>
                                        <p:tav tm="100000">
                                          <p:val>
                                            <p:strVal val="#ppt_w"/>
                                          </p:val>
                                        </p:tav>
                                      </p:tavLst>
                                    </p:anim>
                                    <p:anim calcmode="lin" valueType="num">
                                      <p:cBhvr>
                                        <p:cTn id="13" dur="750" fill="hold"/>
                                        <p:tgtEl>
                                          <p:spTgt spid="123"/>
                                        </p:tgtEl>
                                        <p:attrNameLst>
                                          <p:attrName>ppt_h</p:attrName>
                                        </p:attrNameLst>
                                      </p:cBhvr>
                                      <p:tavLst>
                                        <p:tav tm="0">
                                          <p:val>
                                            <p:fltVal val="0"/>
                                          </p:val>
                                        </p:tav>
                                        <p:tav tm="100000">
                                          <p:val>
                                            <p:strVal val="#ppt_h"/>
                                          </p:val>
                                        </p:tav>
                                      </p:tavLst>
                                    </p:anim>
                                    <p:animEffect transition="in" filter="fade">
                                      <p:cBhvr>
                                        <p:cTn id="14" dur="750"/>
                                        <p:tgtEl>
                                          <p:spTgt spid="123"/>
                                        </p:tgtEl>
                                      </p:cBhvr>
                                    </p:animEffect>
                                  </p:childTnLst>
                                </p:cTn>
                              </p:par>
                              <p:par>
                                <p:cTn id="15" presetID="53" presetClass="entr" presetSubtype="16" fill="hold" grpId="0" nodeType="withEffect">
                                  <p:stCondLst>
                                    <p:cond delay="500"/>
                                  </p:stCondLst>
                                  <p:childTnLst>
                                    <p:set>
                                      <p:cBhvr>
                                        <p:cTn id="16" dur="1" fill="hold">
                                          <p:stCondLst>
                                            <p:cond delay="0"/>
                                          </p:stCondLst>
                                        </p:cTn>
                                        <p:tgtEl>
                                          <p:spTgt spid="94"/>
                                        </p:tgtEl>
                                        <p:attrNameLst>
                                          <p:attrName>style.visibility</p:attrName>
                                        </p:attrNameLst>
                                      </p:cBhvr>
                                      <p:to>
                                        <p:strVal val="visible"/>
                                      </p:to>
                                    </p:set>
                                    <p:anim calcmode="lin" valueType="num">
                                      <p:cBhvr>
                                        <p:cTn id="17" dur="500" fill="hold"/>
                                        <p:tgtEl>
                                          <p:spTgt spid="94"/>
                                        </p:tgtEl>
                                        <p:attrNameLst>
                                          <p:attrName>ppt_w</p:attrName>
                                        </p:attrNameLst>
                                      </p:cBhvr>
                                      <p:tavLst>
                                        <p:tav tm="0">
                                          <p:val>
                                            <p:fltVal val="0"/>
                                          </p:val>
                                        </p:tav>
                                        <p:tav tm="100000">
                                          <p:val>
                                            <p:strVal val="#ppt_w"/>
                                          </p:val>
                                        </p:tav>
                                      </p:tavLst>
                                    </p:anim>
                                    <p:anim calcmode="lin" valueType="num">
                                      <p:cBhvr>
                                        <p:cTn id="18" dur="500" fill="hold"/>
                                        <p:tgtEl>
                                          <p:spTgt spid="94"/>
                                        </p:tgtEl>
                                        <p:attrNameLst>
                                          <p:attrName>ppt_h</p:attrName>
                                        </p:attrNameLst>
                                      </p:cBhvr>
                                      <p:tavLst>
                                        <p:tav tm="0">
                                          <p:val>
                                            <p:fltVal val="0"/>
                                          </p:val>
                                        </p:tav>
                                        <p:tav tm="100000">
                                          <p:val>
                                            <p:strVal val="#ppt_h"/>
                                          </p:val>
                                        </p:tav>
                                      </p:tavLst>
                                    </p:anim>
                                    <p:animEffect transition="in" filter="fade">
                                      <p:cBhvr>
                                        <p:cTn id="19" dur="500"/>
                                        <p:tgtEl>
                                          <p:spTgt spid="94"/>
                                        </p:tgtEl>
                                      </p:cBhvr>
                                    </p:animEffect>
                                  </p:childTnLst>
                                </p:cTn>
                              </p:par>
                              <p:par>
                                <p:cTn id="20" presetID="53" presetClass="entr" presetSubtype="16" fill="hold" nodeType="withEffect">
                                  <p:stCondLst>
                                    <p:cond delay="750"/>
                                  </p:stCondLst>
                                  <p:childTnLst>
                                    <p:set>
                                      <p:cBhvr>
                                        <p:cTn id="21" dur="1" fill="hold">
                                          <p:stCondLst>
                                            <p:cond delay="0"/>
                                          </p:stCondLst>
                                        </p:cTn>
                                        <p:tgtEl>
                                          <p:spTgt spid="117"/>
                                        </p:tgtEl>
                                        <p:attrNameLst>
                                          <p:attrName>style.visibility</p:attrName>
                                        </p:attrNameLst>
                                      </p:cBhvr>
                                      <p:to>
                                        <p:strVal val="visible"/>
                                      </p:to>
                                    </p:set>
                                    <p:anim calcmode="lin" valueType="num">
                                      <p:cBhvr>
                                        <p:cTn id="22" dur="750" fill="hold"/>
                                        <p:tgtEl>
                                          <p:spTgt spid="117"/>
                                        </p:tgtEl>
                                        <p:attrNameLst>
                                          <p:attrName>ppt_w</p:attrName>
                                        </p:attrNameLst>
                                      </p:cBhvr>
                                      <p:tavLst>
                                        <p:tav tm="0">
                                          <p:val>
                                            <p:fltVal val="0"/>
                                          </p:val>
                                        </p:tav>
                                        <p:tav tm="100000">
                                          <p:val>
                                            <p:strVal val="#ppt_w"/>
                                          </p:val>
                                        </p:tav>
                                      </p:tavLst>
                                    </p:anim>
                                    <p:anim calcmode="lin" valueType="num">
                                      <p:cBhvr>
                                        <p:cTn id="23" dur="750" fill="hold"/>
                                        <p:tgtEl>
                                          <p:spTgt spid="117"/>
                                        </p:tgtEl>
                                        <p:attrNameLst>
                                          <p:attrName>ppt_h</p:attrName>
                                        </p:attrNameLst>
                                      </p:cBhvr>
                                      <p:tavLst>
                                        <p:tav tm="0">
                                          <p:val>
                                            <p:fltVal val="0"/>
                                          </p:val>
                                        </p:tav>
                                        <p:tav tm="100000">
                                          <p:val>
                                            <p:strVal val="#ppt_h"/>
                                          </p:val>
                                        </p:tav>
                                      </p:tavLst>
                                    </p:anim>
                                    <p:animEffect transition="in" filter="fade">
                                      <p:cBhvr>
                                        <p:cTn id="24" dur="750"/>
                                        <p:tgtEl>
                                          <p:spTgt spid="117"/>
                                        </p:tgtEl>
                                      </p:cBhvr>
                                    </p:animEffect>
                                  </p:childTnLst>
                                </p:cTn>
                              </p:par>
                              <p:par>
                                <p:cTn id="25" presetID="53" presetClass="entr" presetSubtype="16" fill="hold" grpId="0" nodeType="withEffect">
                                  <p:stCondLst>
                                    <p:cond delay="1000"/>
                                  </p:stCondLst>
                                  <p:childTnLst>
                                    <p:set>
                                      <p:cBhvr>
                                        <p:cTn id="26" dur="1" fill="hold">
                                          <p:stCondLst>
                                            <p:cond delay="0"/>
                                          </p:stCondLst>
                                        </p:cTn>
                                        <p:tgtEl>
                                          <p:spTgt spid="95"/>
                                        </p:tgtEl>
                                        <p:attrNameLst>
                                          <p:attrName>style.visibility</p:attrName>
                                        </p:attrNameLst>
                                      </p:cBhvr>
                                      <p:to>
                                        <p:strVal val="visible"/>
                                      </p:to>
                                    </p:set>
                                    <p:anim calcmode="lin" valueType="num">
                                      <p:cBhvr>
                                        <p:cTn id="27" dur="500" fill="hold"/>
                                        <p:tgtEl>
                                          <p:spTgt spid="95"/>
                                        </p:tgtEl>
                                        <p:attrNameLst>
                                          <p:attrName>ppt_w</p:attrName>
                                        </p:attrNameLst>
                                      </p:cBhvr>
                                      <p:tavLst>
                                        <p:tav tm="0">
                                          <p:val>
                                            <p:fltVal val="0"/>
                                          </p:val>
                                        </p:tav>
                                        <p:tav tm="100000">
                                          <p:val>
                                            <p:strVal val="#ppt_w"/>
                                          </p:val>
                                        </p:tav>
                                      </p:tavLst>
                                    </p:anim>
                                    <p:anim calcmode="lin" valueType="num">
                                      <p:cBhvr>
                                        <p:cTn id="28" dur="500" fill="hold"/>
                                        <p:tgtEl>
                                          <p:spTgt spid="95"/>
                                        </p:tgtEl>
                                        <p:attrNameLst>
                                          <p:attrName>ppt_h</p:attrName>
                                        </p:attrNameLst>
                                      </p:cBhvr>
                                      <p:tavLst>
                                        <p:tav tm="0">
                                          <p:val>
                                            <p:fltVal val="0"/>
                                          </p:val>
                                        </p:tav>
                                        <p:tav tm="100000">
                                          <p:val>
                                            <p:strVal val="#ppt_h"/>
                                          </p:val>
                                        </p:tav>
                                      </p:tavLst>
                                    </p:anim>
                                    <p:animEffect transition="in" filter="fade">
                                      <p:cBhvr>
                                        <p:cTn id="29" dur="500"/>
                                        <p:tgtEl>
                                          <p:spTgt spid="95"/>
                                        </p:tgtEl>
                                      </p:cBhvr>
                                    </p:animEffect>
                                  </p:childTnLst>
                                </p:cTn>
                              </p:par>
                              <p:par>
                                <p:cTn id="30" presetID="53" presetClass="entr" presetSubtype="16" fill="hold" nodeType="withEffect">
                                  <p:stCondLst>
                                    <p:cond delay="1250"/>
                                  </p:stCondLst>
                                  <p:childTnLst>
                                    <p:set>
                                      <p:cBhvr>
                                        <p:cTn id="31" dur="1" fill="hold">
                                          <p:stCondLst>
                                            <p:cond delay="0"/>
                                          </p:stCondLst>
                                        </p:cTn>
                                        <p:tgtEl>
                                          <p:spTgt spid="120"/>
                                        </p:tgtEl>
                                        <p:attrNameLst>
                                          <p:attrName>style.visibility</p:attrName>
                                        </p:attrNameLst>
                                      </p:cBhvr>
                                      <p:to>
                                        <p:strVal val="visible"/>
                                      </p:to>
                                    </p:set>
                                    <p:anim calcmode="lin" valueType="num">
                                      <p:cBhvr>
                                        <p:cTn id="32" dur="750" fill="hold"/>
                                        <p:tgtEl>
                                          <p:spTgt spid="120"/>
                                        </p:tgtEl>
                                        <p:attrNameLst>
                                          <p:attrName>ppt_w</p:attrName>
                                        </p:attrNameLst>
                                      </p:cBhvr>
                                      <p:tavLst>
                                        <p:tav tm="0">
                                          <p:val>
                                            <p:fltVal val="0"/>
                                          </p:val>
                                        </p:tav>
                                        <p:tav tm="100000">
                                          <p:val>
                                            <p:strVal val="#ppt_w"/>
                                          </p:val>
                                        </p:tav>
                                      </p:tavLst>
                                    </p:anim>
                                    <p:anim calcmode="lin" valueType="num">
                                      <p:cBhvr>
                                        <p:cTn id="33" dur="750" fill="hold"/>
                                        <p:tgtEl>
                                          <p:spTgt spid="120"/>
                                        </p:tgtEl>
                                        <p:attrNameLst>
                                          <p:attrName>ppt_h</p:attrName>
                                        </p:attrNameLst>
                                      </p:cBhvr>
                                      <p:tavLst>
                                        <p:tav tm="0">
                                          <p:val>
                                            <p:fltVal val="0"/>
                                          </p:val>
                                        </p:tav>
                                        <p:tav tm="100000">
                                          <p:val>
                                            <p:strVal val="#ppt_h"/>
                                          </p:val>
                                        </p:tav>
                                      </p:tavLst>
                                    </p:anim>
                                    <p:animEffect transition="in" filter="fade">
                                      <p:cBhvr>
                                        <p:cTn id="34" dur="750"/>
                                        <p:tgtEl>
                                          <p:spTgt spid="120"/>
                                        </p:tgtEl>
                                      </p:cBhvr>
                                    </p:animEffect>
                                  </p:childTnLst>
                                </p:cTn>
                              </p:par>
                              <p:par>
                                <p:cTn id="35" presetID="53" presetClass="entr" presetSubtype="16" fill="hold" grpId="0" nodeType="withEffect">
                                  <p:stCondLst>
                                    <p:cond delay="1500"/>
                                  </p:stCondLst>
                                  <p:childTnLst>
                                    <p:set>
                                      <p:cBhvr>
                                        <p:cTn id="36" dur="1" fill="hold">
                                          <p:stCondLst>
                                            <p:cond delay="0"/>
                                          </p:stCondLst>
                                        </p:cTn>
                                        <p:tgtEl>
                                          <p:spTgt spid="97"/>
                                        </p:tgtEl>
                                        <p:attrNameLst>
                                          <p:attrName>style.visibility</p:attrName>
                                        </p:attrNameLst>
                                      </p:cBhvr>
                                      <p:to>
                                        <p:strVal val="visible"/>
                                      </p:to>
                                    </p:set>
                                    <p:anim calcmode="lin" valueType="num">
                                      <p:cBhvr>
                                        <p:cTn id="37" dur="500" fill="hold"/>
                                        <p:tgtEl>
                                          <p:spTgt spid="97"/>
                                        </p:tgtEl>
                                        <p:attrNameLst>
                                          <p:attrName>ppt_w</p:attrName>
                                        </p:attrNameLst>
                                      </p:cBhvr>
                                      <p:tavLst>
                                        <p:tav tm="0">
                                          <p:val>
                                            <p:fltVal val="0"/>
                                          </p:val>
                                        </p:tav>
                                        <p:tav tm="100000">
                                          <p:val>
                                            <p:strVal val="#ppt_w"/>
                                          </p:val>
                                        </p:tav>
                                      </p:tavLst>
                                    </p:anim>
                                    <p:anim calcmode="lin" valueType="num">
                                      <p:cBhvr>
                                        <p:cTn id="38" dur="500" fill="hold"/>
                                        <p:tgtEl>
                                          <p:spTgt spid="97"/>
                                        </p:tgtEl>
                                        <p:attrNameLst>
                                          <p:attrName>ppt_h</p:attrName>
                                        </p:attrNameLst>
                                      </p:cBhvr>
                                      <p:tavLst>
                                        <p:tav tm="0">
                                          <p:val>
                                            <p:fltVal val="0"/>
                                          </p:val>
                                        </p:tav>
                                        <p:tav tm="100000">
                                          <p:val>
                                            <p:strVal val="#ppt_h"/>
                                          </p:val>
                                        </p:tav>
                                      </p:tavLst>
                                    </p:anim>
                                    <p:animEffect transition="in" filter="fade">
                                      <p:cBhvr>
                                        <p:cTn id="39" dur="500"/>
                                        <p:tgtEl>
                                          <p:spTgt spid="97"/>
                                        </p:tgtEl>
                                      </p:cBhvr>
                                    </p:animEffect>
                                  </p:childTnLst>
                                </p:cTn>
                              </p:par>
                              <p:par>
                                <p:cTn id="40" presetID="53" presetClass="entr" presetSubtype="16" fill="hold" nodeType="withEffect">
                                  <p:stCondLst>
                                    <p:cond delay="1750"/>
                                  </p:stCondLst>
                                  <p:childTnLst>
                                    <p:set>
                                      <p:cBhvr>
                                        <p:cTn id="41" dur="1" fill="hold">
                                          <p:stCondLst>
                                            <p:cond delay="0"/>
                                          </p:stCondLst>
                                        </p:cTn>
                                        <p:tgtEl>
                                          <p:spTgt spid="114"/>
                                        </p:tgtEl>
                                        <p:attrNameLst>
                                          <p:attrName>style.visibility</p:attrName>
                                        </p:attrNameLst>
                                      </p:cBhvr>
                                      <p:to>
                                        <p:strVal val="visible"/>
                                      </p:to>
                                    </p:set>
                                    <p:anim calcmode="lin" valueType="num">
                                      <p:cBhvr>
                                        <p:cTn id="42" dur="750" fill="hold"/>
                                        <p:tgtEl>
                                          <p:spTgt spid="114"/>
                                        </p:tgtEl>
                                        <p:attrNameLst>
                                          <p:attrName>ppt_w</p:attrName>
                                        </p:attrNameLst>
                                      </p:cBhvr>
                                      <p:tavLst>
                                        <p:tav tm="0">
                                          <p:val>
                                            <p:fltVal val="0"/>
                                          </p:val>
                                        </p:tav>
                                        <p:tav tm="100000">
                                          <p:val>
                                            <p:strVal val="#ppt_w"/>
                                          </p:val>
                                        </p:tav>
                                      </p:tavLst>
                                    </p:anim>
                                    <p:anim calcmode="lin" valueType="num">
                                      <p:cBhvr>
                                        <p:cTn id="43" dur="750" fill="hold"/>
                                        <p:tgtEl>
                                          <p:spTgt spid="114"/>
                                        </p:tgtEl>
                                        <p:attrNameLst>
                                          <p:attrName>ppt_h</p:attrName>
                                        </p:attrNameLst>
                                      </p:cBhvr>
                                      <p:tavLst>
                                        <p:tav tm="0">
                                          <p:val>
                                            <p:fltVal val="0"/>
                                          </p:val>
                                        </p:tav>
                                        <p:tav tm="100000">
                                          <p:val>
                                            <p:strVal val="#ppt_h"/>
                                          </p:val>
                                        </p:tav>
                                      </p:tavLst>
                                    </p:anim>
                                    <p:animEffect transition="in" filter="fade">
                                      <p:cBhvr>
                                        <p:cTn id="44" dur="750"/>
                                        <p:tgtEl>
                                          <p:spTgt spid="114"/>
                                        </p:tgtEl>
                                      </p:cBhvr>
                                    </p:animEffect>
                                  </p:childTnLst>
                                </p:cTn>
                              </p:par>
                              <p:par>
                                <p:cTn id="45" presetID="53" presetClass="entr" presetSubtype="16" fill="hold" grpId="0" nodeType="withEffect">
                                  <p:stCondLst>
                                    <p:cond delay="2000"/>
                                  </p:stCondLst>
                                  <p:childTnLst>
                                    <p:set>
                                      <p:cBhvr>
                                        <p:cTn id="46" dur="1" fill="hold">
                                          <p:stCondLst>
                                            <p:cond delay="0"/>
                                          </p:stCondLst>
                                        </p:cTn>
                                        <p:tgtEl>
                                          <p:spTgt spid="96"/>
                                        </p:tgtEl>
                                        <p:attrNameLst>
                                          <p:attrName>style.visibility</p:attrName>
                                        </p:attrNameLst>
                                      </p:cBhvr>
                                      <p:to>
                                        <p:strVal val="visible"/>
                                      </p:to>
                                    </p:set>
                                    <p:anim calcmode="lin" valueType="num">
                                      <p:cBhvr>
                                        <p:cTn id="47" dur="500" fill="hold"/>
                                        <p:tgtEl>
                                          <p:spTgt spid="96"/>
                                        </p:tgtEl>
                                        <p:attrNameLst>
                                          <p:attrName>ppt_w</p:attrName>
                                        </p:attrNameLst>
                                      </p:cBhvr>
                                      <p:tavLst>
                                        <p:tav tm="0">
                                          <p:val>
                                            <p:fltVal val="0"/>
                                          </p:val>
                                        </p:tav>
                                        <p:tav tm="100000">
                                          <p:val>
                                            <p:strVal val="#ppt_w"/>
                                          </p:val>
                                        </p:tav>
                                      </p:tavLst>
                                    </p:anim>
                                    <p:anim calcmode="lin" valueType="num">
                                      <p:cBhvr>
                                        <p:cTn id="48" dur="500" fill="hold"/>
                                        <p:tgtEl>
                                          <p:spTgt spid="96"/>
                                        </p:tgtEl>
                                        <p:attrNameLst>
                                          <p:attrName>ppt_h</p:attrName>
                                        </p:attrNameLst>
                                      </p:cBhvr>
                                      <p:tavLst>
                                        <p:tav tm="0">
                                          <p:val>
                                            <p:fltVal val="0"/>
                                          </p:val>
                                        </p:tav>
                                        <p:tav tm="100000">
                                          <p:val>
                                            <p:strVal val="#ppt_h"/>
                                          </p:val>
                                        </p:tav>
                                      </p:tavLst>
                                    </p:anim>
                                    <p:animEffect transition="in" filter="fade">
                                      <p:cBhvr>
                                        <p:cTn id="49" dur="500"/>
                                        <p:tgtEl>
                                          <p:spTgt spid="96"/>
                                        </p:tgtEl>
                                      </p:cBhvr>
                                    </p:animEffect>
                                  </p:childTnLst>
                                </p:cTn>
                              </p:par>
                              <p:par>
                                <p:cTn id="50" presetID="53" presetClass="entr" presetSubtype="16" fill="hold" nodeType="withEffect">
                                  <p:stCondLst>
                                    <p:cond delay="2250"/>
                                  </p:stCondLst>
                                  <p:childTnLst>
                                    <p:set>
                                      <p:cBhvr>
                                        <p:cTn id="51" dur="1" fill="hold">
                                          <p:stCondLst>
                                            <p:cond delay="0"/>
                                          </p:stCondLst>
                                        </p:cTn>
                                        <p:tgtEl>
                                          <p:spTgt spid="126"/>
                                        </p:tgtEl>
                                        <p:attrNameLst>
                                          <p:attrName>style.visibility</p:attrName>
                                        </p:attrNameLst>
                                      </p:cBhvr>
                                      <p:to>
                                        <p:strVal val="visible"/>
                                      </p:to>
                                    </p:set>
                                    <p:anim calcmode="lin" valueType="num">
                                      <p:cBhvr>
                                        <p:cTn id="52" dur="750" fill="hold"/>
                                        <p:tgtEl>
                                          <p:spTgt spid="126"/>
                                        </p:tgtEl>
                                        <p:attrNameLst>
                                          <p:attrName>ppt_w</p:attrName>
                                        </p:attrNameLst>
                                      </p:cBhvr>
                                      <p:tavLst>
                                        <p:tav tm="0">
                                          <p:val>
                                            <p:fltVal val="0"/>
                                          </p:val>
                                        </p:tav>
                                        <p:tav tm="100000">
                                          <p:val>
                                            <p:strVal val="#ppt_w"/>
                                          </p:val>
                                        </p:tav>
                                      </p:tavLst>
                                    </p:anim>
                                    <p:anim calcmode="lin" valueType="num">
                                      <p:cBhvr>
                                        <p:cTn id="53" dur="750" fill="hold"/>
                                        <p:tgtEl>
                                          <p:spTgt spid="126"/>
                                        </p:tgtEl>
                                        <p:attrNameLst>
                                          <p:attrName>ppt_h</p:attrName>
                                        </p:attrNameLst>
                                      </p:cBhvr>
                                      <p:tavLst>
                                        <p:tav tm="0">
                                          <p:val>
                                            <p:fltVal val="0"/>
                                          </p:val>
                                        </p:tav>
                                        <p:tav tm="100000">
                                          <p:val>
                                            <p:strVal val="#ppt_h"/>
                                          </p:val>
                                        </p:tav>
                                      </p:tavLst>
                                    </p:anim>
                                    <p:animEffect transition="in" filter="fade">
                                      <p:cBhvr>
                                        <p:cTn id="54" dur="750"/>
                                        <p:tgtEl>
                                          <p:spTgt spid="126"/>
                                        </p:tgtEl>
                                      </p:cBhvr>
                                    </p:animEffect>
                                  </p:childTnLst>
                                </p:cTn>
                              </p:par>
                              <p:par>
                                <p:cTn id="55" presetID="53" presetClass="entr" presetSubtype="16" fill="hold" grpId="0" nodeType="withEffect">
                                  <p:stCondLst>
                                    <p:cond delay="500"/>
                                  </p:stCondLst>
                                  <p:childTnLst>
                                    <p:set>
                                      <p:cBhvr>
                                        <p:cTn id="56" dur="1" fill="hold">
                                          <p:stCondLst>
                                            <p:cond delay="0"/>
                                          </p:stCondLst>
                                        </p:cTn>
                                        <p:tgtEl>
                                          <p:spTgt spid="45"/>
                                        </p:tgtEl>
                                        <p:attrNameLst>
                                          <p:attrName>style.visibility</p:attrName>
                                        </p:attrNameLst>
                                      </p:cBhvr>
                                      <p:to>
                                        <p:strVal val="visible"/>
                                      </p:to>
                                    </p:set>
                                    <p:anim calcmode="lin" valueType="num">
                                      <p:cBhvr>
                                        <p:cTn id="57" dur="500" fill="hold"/>
                                        <p:tgtEl>
                                          <p:spTgt spid="45"/>
                                        </p:tgtEl>
                                        <p:attrNameLst>
                                          <p:attrName>ppt_w</p:attrName>
                                        </p:attrNameLst>
                                      </p:cBhvr>
                                      <p:tavLst>
                                        <p:tav tm="0">
                                          <p:val>
                                            <p:fltVal val="0"/>
                                          </p:val>
                                        </p:tav>
                                        <p:tav tm="100000">
                                          <p:val>
                                            <p:strVal val="#ppt_w"/>
                                          </p:val>
                                        </p:tav>
                                      </p:tavLst>
                                    </p:anim>
                                    <p:anim calcmode="lin" valueType="num">
                                      <p:cBhvr>
                                        <p:cTn id="58" dur="500" fill="hold"/>
                                        <p:tgtEl>
                                          <p:spTgt spid="45"/>
                                        </p:tgtEl>
                                        <p:attrNameLst>
                                          <p:attrName>ppt_h</p:attrName>
                                        </p:attrNameLst>
                                      </p:cBhvr>
                                      <p:tavLst>
                                        <p:tav tm="0">
                                          <p:val>
                                            <p:fltVal val="0"/>
                                          </p:val>
                                        </p:tav>
                                        <p:tav tm="100000">
                                          <p:val>
                                            <p:strVal val="#ppt_h"/>
                                          </p:val>
                                        </p:tav>
                                      </p:tavLst>
                                    </p:anim>
                                    <p:animEffect transition="in" filter="fade">
                                      <p:cBhvr>
                                        <p:cTn id="59" dur="500"/>
                                        <p:tgtEl>
                                          <p:spTgt spid="45"/>
                                        </p:tgtEl>
                                      </p:cBhvr>
                                    </p:animEffect>
                                  </p:childTnLst>
                                </p:cTn>
                              </p:par>
                              <p:par>
                                <p:cTn id="60" presetID="53" presetClass="entr" presetSubtype="16" fill="hold" grpId="0" nodeType="withEffect">
                                  <p:stCondLst>
                                    <p:cond delay="750"/>
                                  </p:stCondLst>
                                  <p:childTnLst>
                                    <p:set>
                                      <p:cBhvr>
                                        <p:cTn id="61" dur="1" fill="hold">
                                          <p:stCondLst>
                                            <p:cond delay="0"/>
                                          </p:stCondLst>
                                        </p:cTn>
                                        <p:tgtEl>
                                          <p:spTgt spid="46"/>
                                        </p:tgtEl>
                                        <p:attrNameLst>
                                          <p:attrName>style.visibility</p:attrName>
                                        </p:attrNameLst>
                                      </p:cBhvr>
                                      <p:to>
                                        <p:strVal val="visible"/>
                                      </p:to>
                                    </p:set>
                                    <p:anim calcmode="lin" valueType="num">
                                      <p:cBhvr>
                                        <p:cTn id="62" dur="500" fill="hold"/>
                                        <p:tgtEl>
                                          <p:spTgt spid="46"/>
                                        </p:tgtEl>
                                        <p:attrNameLst>
                                          <p:attrName>ppt_w</p:attrName>
                                        </p:attrNameLst>
                                      </p:cBhvr>
                                      <p:tavLst>
                                        <p:tav tm="0">
                                          <p:val>
                                            <p:fltVal val="0"/>
                                          </p:val>
                                        </p:tav>
                                        <p:tav tm="100000">
                                          <p:val>
                                            <p:strVal val="#ppt_w"/>
                                          </p:val>
                                        </p:tav>
                                      </p:tavLst>
                                    </p:anim>
                                    <p:anim calcmode="lin" valueType="num">
                                      <p:cBhvr>
                                        <p:cTn id="63" dur="500" fill="hold"/>
                                        <p:tgtEl>
                                          <p:spTgt spid="46"/>
                                        </p:tgtEl>
                                        <p:attrNameLst>
                                          <p:attrName>ppt_h</p:attrName>
                                        </p:attrNameLst>
                                      </p:cBhvr>
                                      <p:tavLst>
                                        <p:tav tm="0">
                                          <p:val>
                                            <p:fltVal val="0"/>
                                          </p:val>
                                        </p:tav>
                                        <p:tav tm="100000">
                                          <p:val>
                                            <p:strVal val="#ppt_h"/>
                                          </p:val>
                                        </p:tav>
                                      </p:tavLst>
                                    </p:anim>
                                    <p:animEffect transition="in" filter="fade">
                                      <p:cBhvr>
                                        <p:cTn id="64" dur="500"/>
                                        <p:tgtEl>
                                          <p:spTgt spid="46"/>
                                        </p:tgtEl>
                                      </p:cBhvr>
                                    </p:animEffect>
                                  </p:childTnLst>
                                </p:cTn>
                              </p:par>
                              <p:par>
                                <p:cTn id="65" presetID="53" presetClass="entr" presetSubtype="16" fill="hold" grpId="0" nodeType="withEffect">
                                  <p:stCondLst>
                                    <p:cond delay="1000"/>
                                  </p:stCondLst>
                                  <p:childTnLst>
                                    <p:set>
                                      <p:cBhvr>
                                        <p:cTn id="66" dur="1" fill="hold">
                                          <p:stCondLst>
                                            <p:cond delay="0"/>
                                          </p:stCondLst>
                                        </p:cTn>
                                        <p:tgtEl>
                                          <p:spTgt spid="47"/>
                                        </p:tgtEl>
                                        <p:attrNameLst>
                                          <p:attrName>style.visibility</p:attrName>
                                        </p:attrNameLst>
                                      </p:cBhvr>
                                      <p:to>
                                        <p:strVal val="visible"/>
                                      </p:to>
                                    </p:set>
                                    <p:anim calcmode="lin" valueType="num">
                                      <p:cBhvr>
                                        <p:cTn id="67" dur="500" fill="hold"/>
                                        <p:tgtEl>
                                          <p:spTgt spid="47"/>
                                        </p:tgtEl>
                                        <p:attrNameLst>
                                          <p:attrName>ppt_w</p:attrName>
                                        </p:attrNameLst>
                                      </p:cBhvr>
                                      <p:tavLst>
                                        <p:tav tm="0">
                                          <p:val>
                                            <p:fltVal val="0"/>
                                          </p:val>
                                        </p:tav>
                                        <p:tav tm="100000">
                                          <p:val>
                                            <p:strVal val="#ppt_w"/>
                                          </p:val>
                                        </p:tav>
                                      </p:tavLst>
                                    </p:anim>
                                    <p:anim calcmode="lin" valueType="num">
                                      <p:cBhvr>
                                        <p:cTn id="68" dur="500" fill="hold"/>
                                        <p:tgtEl>
                                          <p:spTgt spid="47"/>
                                        </p:tgtEl>
                                        <p:attrNameLst>
                                          <p:attrName>ppt_h</p:attrName>
                                        </p:attrNameLst>
                                      </p:cBhvr>
                                      <p:tavLst>
                                        <p:tav tm="0">
                                          <p:val>
                                            <p:fltVal val="0"/>
                                          </p:val>
                                        </p:tav>
                                        <p:tav tm="100000">
                                          <p:val>
                                            <p:strVal val="#ppt_h"/>
                                          </p:val>
                                        </p:tav>
                                      </p:tavLst>
                                    </p:anim>
                                    <p:animEffect transition="in" filter="fade">
                                      <p:cBhvr>
                                        <p:cTn id="69" dur="500"/>
                                        <p:tgtEl>
                                          <p:spTgt spid="47"/>
                                        </p:tgtEl>
                                      </p:cBhvr>
                                    </p:animEffect>
                                  </p:childTnLst>
                                </p:cTn>
                              </p:par>
                              <p:par>
                                <p:cTn id="70" presetID="53" presetClass="entr" presetSubtype="16" fill="hold" grpId="0" nodeType="withEffect">
                                  <p:stCondLst>
                                    <p:cond delay="1250"/>
                                  </p:stCondLst>
                                  <p:childTnLst>
                                    <p:set>
                                      <p:cBhvr>
                                        <p:cTn id="71" dur="1" fill="hold">
                                          <p:stCondLst>
                                            <p:cond delay="0"/>
                                          </p:stCondLst>
                                        </p:cTn>
                                        <p:tgtEl>
                                          <p:spTgt spid="48"/>
                                        </p:tgtEl>
                                        <p:attrNameLst>
                                          <p:attrName>style.visibility</p:attrName>
                                        </p:attrNameLst>
                                      </p:cBhvr>
                                      <p:to>
                                        <p:strVal val="visible"/>
                                      </p:to>
                                    </p:set>
                                    <p:anim calcmode="lin" valueType="num">
                                      <p:cBhvr>
                                        <p:cTn id="72" dur="500" fill="hold"/>
                                        <p:tgtEl>
                                          <p:spTgt spid="48"/>
                                        </p:tgtEl>
                                        <p:attrNameLst>
                                          <p:attrName>ppt_w</p:attrName>
                                        </p:attrNameLst>
                                      </p:cBhvr>
                                      <p:tavLst>
                                        <p:tav tm="0">
                                          <p:val>
                                            <p:fltVal val="0"/>
                                          </p:val>
                                        </p:tav>
                                        <p:tav tm="100000">
                                          <p:val>
                                            <p:strVal val="#ppt_w"/>
                                          </p:val>
                                        </p:tav>
                                      </p:tavLst>
                                    </p:anim>
                                    <p:anim calcmode="lin" valueType="num">
                                      <p:cBhvr>
                                        <p:cTn id="73" dur="500" fill="hold"/>
                                        <p:tgtEl>
                                          <p:spTgt spid="48"/>
                                        </p:tgtEl>
                                        <p:attrNameLst>
                                          <p:attrName>ppt_h</p:attrName>
                                        </p:attrNameLst>
                                      </p:cBhvr>
                                      <p:tavLst>
                                        <p:tav tm="0">
                                          <p:val>
                                            <p:fltVal val="0"/>
                                          </p:val>
                                        </p:tav>
                                        <p:tav tm="100000">
                                          <p:val>
                                            <p:strVal val="#ppt_h"/>
                                          </p:val>
                                        </p:tav>
                                      </p:tavLst>
                                    </p:anim>
                                    <p:animEffect transition="in" filter="fade">
                                      <p:cBhvr>
                                        <p:cTn id="74" dur="500"/>
                                        <p:tgtEl>
                                          <p:spTgt spid="48"/>
                                        </p:tgtEl>
                                      </p:cBhvr>
                                    </p:animEffect>
                                  </p:childTnLst>
                                </p:cTn>
                              </p:par>
                              <p:par>
                                <p:cTn id="75" presetID="53" presetClass="entr" presetSubtype="16" fill="hold" grpId="0" nodeType="withEffect">
                                  <p:stCondLst>
                                    <p:cond delay="1500"/>
                                  </p:stCondLst>
                                  <p:childTnLst>
                                    <p:set>
                                      <p:cBhvr>
                                        <p:cTn id="76" dur="1" fill="hold">
                                          <p:stCondLst>
                                            <p:cond delay="0"/>
                                          </p:stCondLst>
                                        </p:cTn>
                                        <p:tgtEl>
                                          <p:spTgt spid="49"/>
                                        </p:tgtEl>
                                        <p:attrNameLst>
                                          <p:attrName>style.visibility</p:attrName>
                                        </p:attrNameLst>
                                      </p:cBhvr>
                                      <p:to>
                                        <p:strVal val="visible"/>
                                      </p:to>
                                    </p:set>
                                    <p:anim calcmode="lin" valueType="num">
                                      <p:cBhvr>
                                        <p:cTn id="77" dur="500" fill="hold"/>
                                        <p:tgtEl>
                                          <p:spTgt spid="49"/>
                                        </p:tgtEl>
                                        <p:attrNameLst>
                                          <p:attrName>ppt_w</p:attrName>
                                        </p:attrNameLst>
                                      </p:cBhvr>
                                      <p:tavLst>
                                        <p:tav tm="0">
                                          <p:val>
                                            <p:fltVal val="0"/>
                                          </p:val>
                                        </p:tav>
                                        <p:tav tm="100000">
                                          <p:val>
                                            <p:strVal val="#ppt_w"/>
                                          </p:val>
                                        </p:tav>
                                      </p:tavLst>
                                    </p:anim>
                                    <p:anim calcmode="lin" valueType="num">
                                      <p:cBhvr>
                                        <p:cTn id="78" dur="500" fill="hold"/>
                                        <p:tgtEl>
                                          <p:spTgt spid="49"/>
                                        </p:tgtEl>
                                        <p:attrNameLst>
                                          <p:attrName>ppt_h</p:attrName>
                                        </p:attrNameLst>
                                      </p:cBhvr>
                                      <p:tavLst>
                                        <p:tav tm="0">
                                          <p:val>
                                            <p:fltVal val="0"/>
                                          </p:val>
                                        </p:tav>
                                        <p:tav tm="100000">
                                          <p:val>
                                            <p:strVal val="#ppt_h"/>
                                          </p:val>
                                        </p:tav>
                                      </p:tavLst>
                                    </p:anim>
                                    <p:animEffect transition="in" filter="fade">
                                      <p:cBhvr>
                                        <p:cTn id="79" dur="500"/>
                                        <p:tgtEl>
                                          <p:spTgt spid="49"/>
                                        </p:tgtEl>
                                      </p:cBhvr>
                                    </p:animEffect>
                                  </p:childTnLst>
                                </p:cTn>
                              </p:par>
                              <p:par>
                                <p:cTn id="80" presetID="53" presetClass="entr" presetSubtype="16" fill="hold" grpId="0" nodeType="withEffect">
                                  <p:stCondLst>
                                    <p:cond delay="1750"/>
                                  </p:stCondLst>
                                  <p:childTnLst>
                                    <p:set>
                                      <p:cBhvr>
                                        <p:cTn id="81" dur="1" fill="hold">
                                          <p:stCondLst>
                                            <p:cond delay="0"/>
                                          </p:stCondLst>
                                        </p:cTn>
                                        <p:tgtEl>
                                          <p:spTgt spid="50"/>
                                        </p:tgtEl>
                                        <p:attrNameLst>
                                          <p:attrName>style.visibility</p:attrName>
                                        </p:attrNameLst>
                                      </p:cBhvr>
                                      <p:to>
                                        <p:strVal val="visible"/>
                                      </p:to>
                                    </p:set>
                                    <p:anim calcmode="lin" valueType="num">
                                      <p:cBhvr>
                                        <p:cTn id="82" dur="500" fill="hold"/>
                                        <p:tgtEl>
                                          <p:spTgt spid="50"/>
                                        </p:tgtEl>
                                        <p:attrNameLst>
                                          <p:attrName>ppt_w</p:attrName>
                                        </p:attrNameLst>
                                      </p:cBhvr>
                                      <p:tavLst>
                                        <p:tav tm="0">
                                          <p:val>
                                            <p:fltVal val="0"/>
                                          </p:val>
                                        </p:tav>
                                        <p:tav tm="100000">
                                          <p:val>
                                            <p:strVal val="#ppt_w"/>
                                          </p:val>
                                        </p:tav>
                                      </p:tavLst>
                                    </p:anim>
                                    <p:anim calcmode="lin" valueType="num">
                                      <p:cBhvr>
                                        <p:cTn id="83" dur="500" fill="hold"/>
                                        <p:tgtEl>
                                          <p:spTgt spid="50"/>
                                        </p:tgtEl>
                                        <p:attrNameLst>
                                          <p:attrName>ppt_h</p:attrName>
                                        </p:attrNameLst>
                                      </p:cBhvr>
                                      <p:tavLst>
                                        <p:tav tm="0">
                                          <p:val>
                                            <p:fltVal val="0"/>
                                          </p:val>
                                        </p:tav>
                                        <p:tav tm="100000">
                                          <p:val>
                                            <p:strVal val="#ppt_h"/>
                                          </p:val>
                                        </p:tav>
                                      </p:tavLst>
                                    </p:anim>
                                    <p:animEffect transition="in" filter="fade">
                                      <p:cBhvr>
                                        <p:cTn id="84" dur="500"/>
                                        <p:tgtEl>
                                          <p:spTgt spid="50"/>
                                        </p:tgtEl>
                                      </p:cBhvr>
                                    </p:animEffect>
                                  </p:childTnLst>
                                </p:cTn>
                              </p:par>
                              <p:par>
                                <p:cTn id="85" presetID="53" presetClass="entr" presetSubtype="16" fill="hold" grpId="0" nodeType="withEffect">
                                  <p:stCondLst>
                                    <p:cond delay="2000"/>
                                  </p:stCondLst>
                                  <p:childTnLst>
                                    <p:set>
                                      <p:cBhvr>
                                        <p:cTn id="86" dur="1" fill="hold">
                                          <p:stCondLst>
                                            <p:cond delay="0"/>
                                          </p:stCondLst>
                                        </p:cTn>
                                        <p:tgtEl>
                                          <p:spTgt spid="51"/>
                                        </p:tgtEl>
                                        <p:attrNameLst>
                                          <p:attrName>style.visibility</p:attrName>
                                        </p:attrNameLst>
                                      </p:cBhvr>
                                      <p:to>
                                        <p:strVal val="visible"/>
                                      </p:to>
                                    </p:set>
                                    <p:anim calcmode="lin" valueType="num">
                                      <p:cBhvr>
                                        <p:cTn id="87" dur="500" fill="hold"/>
                                        <p:tgtEl>
                                          <p:spTgt spid="51"/>
                                        </p:tgtEl>
                                        <p:attrNameLst>
                                          <p:attrName>ppt_w</p:attrName>
                                        </p:attrNameLst>
                                      </p:cBhvr>
                                      <p:tavLst>
                                        <p:tav tm="0">
                                          <p:val>
                                            <p:fltVal val="0"/>
                                          </p:val>
                                        </p:tav>
                                        <p:tav tm="100000">
                                          <p:val>
                                            <p:strVal val="#ppt_w"/>
                                          </p:val>
                                        </p:tav>
                                      </p:tavLst>
                                    </p:anim>
                                    <p:anim calcmode="lin" valueType="num">
                                      <p:cBhvr>
                                        <p:cTn id="88" dur="500" fill="hold"/>
                                        <p:tgtEl>
                                          <p:spTgt spid="51"/>
                                        </p:tgtEl>
                                        <p:attrNameLst>
                                          <p:attrName>ppt_h</p:attrName>
                                        </p:attrNameLst>
                                      </p:cBhvr>
                                      <p:tavLst>
                                        <p:tav tm="0">
                                          <p:val>
                                            <p:fltVal val="0"/>
                                          </p:val>
                                        </p:tav>
                                        <p:tav tm="100000">
                                          <p:val>
                                            <p:strVal val="#ppt_h"/>
                                          </p:val>
                                        </p:tav>
                                      </p:tavLst>
                                    </p:anim>
                                    <p:animEffect transition="in" filter="fade">
                                      <p:cBhvr>
                                        <p:cTn id="89" dur="500"/>
                                        <p:tgtEl>
                                          <p:spTgt spid="51"/>
                                        </p:tgtEl>
                                      </p:cBhvr>
                                    </p:animEffect>
                                  </p:childTnLst>
                                </p:cTn>
                              </p:par>
                              <p:par>
                                <p:cTn id="90" presetID="53" presetClass="entr" presetSubtype="16" fill="hold" grpId="0" nodeType="withEffect">
                                  <p:stCondLst>
                                    <p:cond delay="2250"/>
                                  </p:stCondLst>
                                  <p:childTnLst>
                                    <p:set>
                                      <p:cBhvr>
                                        <p:cTn id="91" dur="1" fill="hold">
                                          <p:stCondLst>
                                            <p:cond delay="0"/>
                                          </p:stCondLst>
                                        </p:cTn>
                                        <p:tgtEl>
                                          <p:spTgt spid="52"/>
                                        </p:tgtEl>
                                        <p:attrNameLst>
                                          <p:attrName>style.visibility</p:attrName>
                                        </p:attrNameLst>
                                      </p:cBhvr>
                                      <p:to>
                                        <p:strVal val="visible"/>
                                      </p:to>
                                    </p:set>
                                    <p:anim calcmode="lin" valueType="num">
                                      <p:cBhvr>
                                        <p:cTn id="92" dur="500" fill="hold"/>
                                        <p:tgtEl>
                                          <p:spTgt spid="52"/>
                                        </p:tgtEl>
                                        <p:attrNameLst>
                                          <p:attrName>ppt_w</p:attrName>
                                        </p:attrNameLst>
                                      </p:cBhvr>
                                      <p:tavLst>
                                        <p:tav tm="0">
                                          <p:val>
                                            <p:fltVal val="0"/>
                                          </p:val>
                                        </p:tav>
                                        <p:tav tm="100000">
                                          <p:val>
                                            <p:strVal val="#ppt_w"/>
                                          </p:val>
                                        </p:tav>
                                      </p:tavLst>
                                    </p:anim>
                                    <p:anim calcmode="lin" valueType="num">
                                      <p:cBhvr>
                                        <p:cTn id="93" dur="500" fill="hold"/>
                                        <p:tgtEl>
                                          <p:spTgt spid="52"/>
                                        </p:tgtEl>
                                        <p:attrNameLst>
                                          <p:attrName>ppt_h</p:attrName>
                                        </p:attrNameLst>
                                      </p:cBhvr>
                                      <p:tavLst>
                                        <p:tav tm="0">
                                          <p:val>
                                            <p:fltVal val="0"/>
                                          </p:val>
                                        </p:tav>
                                        <p:tav tm="100000">
                                          <p:val>
                                            <p:strVal val="#ppt_h"/>
                                          </p:val>
                                        </p:tav>
                                      </p:tavLst>
                                    </p:anim>
                                    <p:animEffect transition="in" filter="fade">
                                      <p:cBhvr>
                                        <p:cTn id="94" dur="500"/>
                                        <p:tgtEl>
                                          <p:spTgt spid="52"/>
                                        </p:tgtEl>
                                      </p:cBhvr>
                                    </p:animEffect>
                                  </p:childTnLst>
                                </p:cTn>
                              </p:par>
                              <p:par>
                                <p:cTn id="95" presetID="53" presetClass="entr" presetSubtype="16" fill="hold" grpId="0" nodeType="withEffect">
                                  <p:stCondLst>
                                    <p:cond delay="500"/>
                                  </p:stCondLst>
                                  <p:childTnLst>
                                    <p:set>
                                      <p:cBhvr>
                                        <p:cTn id="96" dur="1" fill="hold">
                                          <p:stCondLst>
                                            <p:cond delay="0"/>
                                          </p:stCondLst>
                                        </p:cTn>
                                        <p:tgtEl>
                                          <p:spTgt spid="53"/>
                                        </p:tgtEl>
                                        <p:attrNameLst>
                                          <p:attrName>style.visibility</p:attrName>
                                        </p:attrNameLst>
                                      </p:cBhvr>
                                      <p:to>
                                        <p:strVal val="visible"/>
                                      </p:to>
                                    </p:set>
                                    <p:anim calcmode="lin" valueType="num">
                                      <p:cBhvr>
                                        <p:cTn id="97" dur="500" fill="hold"/>
                                        <p:tgtEl>
                                          <p:spTgt spid="53"/>
                                        </p:tgtEl>
                                        <p:attrNameLst>
                                          <p:attrName>ppt_w</p:attrName>
                                        </p:attrNameLst>
                                      </p:cBhvr>
                                      <p:tavLst>
                                        <p:tav tm="0">
                                          <p:val>
                                            <p:fltVal val="0"/>
                                          </p:val>
                                        </p:tav>
                                        <p:tav tm="100000">
                                          <p:val>
                                            <p:strVal val="#ppt_w"/>
                                          </p:val>
                                        </p:tav>
                                      </p:tavLst>
                                    </p:anim>
                                    <p:anim calcmode="lin" valueType="num">
                                      <p:cBhvr>
                                        <p:cTn id="98" dur="500" fill="hold"/>
                                        <p:tgtEl>
                                          <p:spTgt spid="53"/>
                                        </p:tgtEl>
                                        <p:attrNameLst>
                                          <p:attrName>ppt_h</p:attrName>
                                        </p:attrNameLst>
                                      </p:cBhvr>
                                      <p:tavLst>
                                        <p:tav tm="0">
                                          <p:val>
                                            <p:fltVal val="0"/>
                                          </p:val>
                                        </p:tav>
                                        <p:tav tm="100000">
                                          <p:val>
                                            <p:strVal val="#ppt_h"/>
                                          </p:val>
                                        </p:tav>
                                      </p:tavLst>
                                    </p:anim>
                                    <p:animEffect transition="in" filter="fade">
                                      <p:cBhvr>
                                        <p:cTn id="99" dur="500"/>
                                        <p:tgtEl>
                                          <p:spTgt spid="53"/>
                                        </p:tgtEl>
                                      </p:cBhvr>
                                    </p:animEffect>
                                  </p:childTnLst>
                                </p:cTn>
                              </p:par>
                              <p:par>
                                <p:cTn id="100" presetID="53" presetClass="entr" presetSubtype="16" fill="hold" grpId="0" nodeType="withEffect">
                                  <p:stCondLst>
                                    <p:cond delay="750"/>
                                  </p:stCondLst>
                                  <p:childTnLst>
                                    <p:set>
                                      <p:cBhvr>
                                        <p:cTn id="101" dur="1" fill="hold">
                                          <p:stCondLst>
                                            <p:cond delay="0"/>
                                          </p:stCondLst>
                                        </p:cTn>
                                        <p:tgtEl>
                                          <p:spTgt spid="54"/>
                                        </p:tgtEl>
                                        <p:attrNameLst>
                                          <p:attrName>style.visibility</p:attrName>
                                        </p:attrNameLst>
                                      </p:cBhvr>
                                      <p:to>
                                        <p:strVal val="visible"/>
                                      </p:to>
                                    </p:set>
                                    <p:anim calcmode="lin" valueType="num">
                                      <p:cBhvr>
                                        <p:cTn id="102" dur="500" fill="hold"/>
                                        <p:tgtEl>
                                          <p:spTgt spid="54"/>
                                        </p:tgtEl>
                                        <p:attrNameLst>
                                          <p:attrName>ppt_w</p:attrName>
                                        </p:attrNameLst>
                                      </p:cBhvr>
                                      <p:tavLst>
                                        <p:tav tm="0">
                                          <p:val>
                                            <p:fltVal val="0"/>
                                          </p:val>
                                        </p:tav>
                                        <p:tav tm="100000">
                                          <p:val>
                                            <p:strVal val="#ppt_w"/>
                                          </p:val>
                                        </p:tav>
                                      </p:tavLst>
                                    </p:anim>
                                    <p:anim calcmode="lin" valueType="num">
                                      <p:cBhvr>
                                        <p:cTn id="103" dur="500" fill="hold"/>
                                        <p:tgtEl>
                                          <p:spTgt spid="54"/>
                                        </p:tgtEl>
                                        <p:attrNameLst>
                                          <p:attrName>ppt_h</p:attrName>
                                        </p:attrNameLst>
                                      </p:cBhvr>
                                      <p:tavLst>
                                        <p:tav tm="0">
                                          <p:val>
                                            <p:fltVal val="0"/>
                                          </p:val>
                                        </p:tav>
                                        <p:tav tm="100000">
                                          <p:val>
                                            <p:strVal val="#ppt_h"/>
                                          </p:val>
                                        </p:tav>
                                      </p:tavLst>
                                    </p:anim>
                                    <p:animEffect transition="in" filter="fade">
                                      <p:cBhvr>
                                        <p:cTn id="104" dur="500"/>
                                        <p:tgtEl>
                                          <p:spTgt spid="54"/>
                                        </p:tgtEl>
                                      </p:cBhvr>
                                    </p:animEffect>
                                  </p:childTnLst>
                                </p:cTn>
                              </p:par>
                              <p:par>
                                <p:cTn id="105" presetID="53" presetClass="entr" presetSubtype="16" fill="hold" grpId="0" nodeType="withEffect">
                                  <p:stCondLst>
                                    <p:cond delay="1000"/>
                                  </p:stCondLst>
                                  <p:childTnLst>
                                    <p:set>
                                      <p:cBhvr>
                                        <p:cTn id="106" dur="1" fill="hold">
                                          <p:stCondLst>
                                            <p:cond delay="0"/>
                                          </p:stCondLst>
                                        </p:cTn>
                                        <p:tgtEl>
                                          <p:spTgt spid="55"/>
                                        </p:tgtEl>
                                        <p:attrNameLst>
                                          <p:attrName>style.visibility</p:attrName>
                                        </p:attrNameLst>
                                      </p:cBhvr>
                                      <p:to>
                                        <p:strVal val="visible"/>
                                      </p:to>
                                    </p:set>
                                    <p:anim calcmode="lin" valueType="num">
                                      <p:cBhvr>
                                        <p:cTn id="107" dur="500" fill="hold"/>
                                        <p:tgtEl>
                                          <p:spTgt spid="55"/>
                                        </p:tgtEl>
                                        <p:attrNameLst>
                                          <p:attrName>ppt_w</p:attrName>
                                        </p:attrNameLst>
                                      </p:cBhvr>
                                      <p:tavLst>
                                        <p:tav tm="0">
                                          <p:val>
                                            <p:fltVal val="0"/>
                                          </p:val>
                                        </p:tav>
                                        <p:tav tm="100000">
                                          <p:val>
                                            <p:strVal val="#ppt_w"/>
                                          </p:val>
                                        </p:tav>
                                      </p:tavLst>
                                    </p:anim>
                                    <p:anim calcmode="lin" valueType="num">
                                      <p:cBhvr>
                                        <p:cTn id="108" dur="500" fill="hold"/>
                                        <p:tgtEl>
                                          <p:spTgt spid="55"/>
                                        </p:tgtEl>
                                        <p:attrNameLst>
                                          <p:attrName>ppt_h</p:attrName>
                                        </p:attrNameLst>
                                      </p:cBhvr>
                                      <p:tavLst>
                                        <p:tav tm="0">
                                          <p:val>
                                            <p:fltVal val="0"/>
                                          </p:val>
                                        </p:tav>
                                        <p:tav tm="100000">
                                          <p:val>
                                            <p:strVal val="#ppt_h"/>
                                          </p:val>
                                        </p:tav>
                                      </p:tavLst>
                                    </p:anim>
                                    <p:animEffect transition="in" filter="fade">
                                      <p:cBhvr>
                                        <p:cTn id="109" dur="500"/>
                                        <p:tgtEl>
                                          <p:spTgt spid="55"/>
                                        </p:tgtEl>
                                      </p:cBhvr>
                                    </p:animEffect>
                                  </p:childTnLst>
                                </p:cTn>
                              </p:par>
                              <p:par>
                                <p:cTn id="110" presetID="53" presetClass="entr" presetSubtype="16" fill="hold" grpId="0" nodeType="withEffect">
                                  <p:stCondLst>
                                    <p:cond delay="1250"/>
                                  </p:stCondLst>
                                  <p:childTnLst>
                                    <p:set>
                                      <p:cBhvr>
                                        <p:cTn id="111" dur="1" fill="hold">
                                          <p:stCondLst>
                                            <p:cond delay="0"/>
                                          </p:stCondLst>
                                        </p:cTn>
                                        <p:tgtEl>
                                          <p:spTgt spid="56"/>
                                        </p:tgtEl>
                                        <p:attrNameLst>
                                          <p:attrName>style.visibility</p:attrName>
                                        </p:attrNameLst>
                                      </p:cBhvr>
                                      <p:to>
                                        <p:strVal val="visible"/>
                                      </p:to>
                                    </p:set>
                                    <p:anim calcmode="lin" valueType="num">
                                      <p:cBhvr>
                                        <p:cTn id="112" dur="500" fill="hold"/>
                                        <p:tgtEl>
                                          <p:spTgt spid="56"/>
                                        </p:tgtEl>
                                        <p:attrNameLst>
                                          <p:attrName>ppt_w</p:attrName>
                                        </p:attrNameLst>
                                      </p:cBhvr>
                                      <p:tavLst>
                                        <p:tav tm="0">
                                          <p:val>
                                            <p:fltVal val="0"/>
                                          </p:val>
                                        </p:tav>
                                        <p:tav tm="100000">
                                          <p:val>
                                            <p:strVal val="#ppt_w"/>
                                          </p:val>
                                        </p:tav>
                                      </p:tavLst>
                                    </p:anim>
                                    <p:anim calcmode="lin" valueType="num">
                                      <p:cBhvr>
                                        <p:cTn id="113" dur="500" fill="hold"/>
                                        <p:tgtEl>
                                          <p:spTgt spid="56"/>
                                        </p:tgtEl>
                                        <p:attrNameLst>
                                          <p:attrName>ppt_h</p:attrName>
                                        </p:attrNameLst>
                                      </p:cBhvr>
                                      <p:tavLst>
                                        <p:tav tm="0">
                                          <p:val>
                                            <p:fltVal val="0"/>
                                          </p:val>
                                        </p:tav>
                                        <p:tav tm="100000">
                                          <p:val>
                                            <p:strVal val="#ppt_h"/>
                                          </p:val>
                                        </p:tav>
                                      </p:tavLst>
                                    </p:anim>
                                    <p:animEffect transition="in" filter="fade">
                                      <p:cBhvr>
                                        <p:cTn id="114" dur="500"/>
                                        <p:tgtEl>
                                          <p:spTgt spid="56"/>
                                        </p:tgtEl>
                                      </p:cBhvr>
                                    </p:animEffect>
                                  </p:childTnLst>
                                </p:cTn>
                              </p:par>
                              <p:par>
                                <p:cTn id="115" presetID="53" presetClass="entr" presetSubtype="16" fill="hold" grpId="0" nodeType="withEffect">
                                  <p:stCondLst>
                                    <p:cond delay="1500"/>
                                  </p:stCondLst>
                                  <p:childTnLst>
                                    <p:set>
                                      <p:cBhvr>
                                        <p:cTn id="116" dur="1" fill="hold">
                                          <p:stCondLst>
                                            <p:cond delay="0"/>
                                          </p:stCondLst>
                                        </p:cTn>
                                        <p:tgtEl>
                                          <p:spTgt spid="57"/>
                                        </p:tgtEl>
                                        <p:attrNameLst>
                                          <p:attrName>style.visibility</p:attrName>
                                        </p:attrNameLst>
                                      </p:cBhvr>
                                      <p:to>
                                        <p:strVal val="visible"/>
                                      </p:to>
                                    </p:set>
                                    <p:anim calcmode="lin" valueType="num">
                                      <p:cBhvr>
                                        <p:cTn id="117" dur="500" fill="hold"/>
                                        <p:tgtEl>
                                          <p:spTgt spid="57"/>
                                        </p:tgtEl>
                                        <p:attrNameLst>
                                          <p:attrName>ppt_w</p:attrName>
                                        </p:attrNameLst>
                                      </p:cBhvr>
                                      <p:tavLst>
                                        <p:tav tm="0">
                                          <p:val>
                                            <p:fltVal val="0"/>
                                          </p:val>
                                        </p:tav>
                                        <p:tav tm="100000">
                                          <p:val>
                                            <p:strVal val="#ppt_w"/>
                                          </p:val>
                                        </p:tav>
                                      </p:tavLst>
                                    </p:anim>
                                    <p:anim calcmode="lin" valueType="num">
                                      <p:cBhvr>
                                        <p:cTn id="118" dur="500" fill="hold"/>
                                        <p:tgtEl>
                                          <p:spTgt spid="57"/>
                                        </p:tgtEl>
                                        <p:attrNameLst>
                                          <p:attrName>ppt_h</p:attrName>
                                        </p:attrNameLst>
                                      </p:cBhvr>
                                      <p:tavLst>
                                        <p:tav tm="0">
                                          <p:val>
                                            <p:fltVal val="0"/>
                                          </p:val>
                                        </p:tav>
                                        <p:tav tm="100000">
                                          <p:val>
                                            <p:strVal val="#ppt_h"/>
                                          </p:val>
                                        </p:tav>
                                      </p:tavLst>
                                    </p:anim>
                                    <p:animEffect transition="in" filter="fade">
                                      <p:cBhvr>
                                        <p:cTn id="119" dur="500"/>
                                        <p:tgtEl>
                                          <p:spTgt spid="57"/>
                                        </p:tgtEl>
                                      </p:cBhvr>
                                    </p:animEffect>
                                  </p:childTnLst>
                                </p:cTn>
                              </p:par>
                              <p:par>
                                <p:cTn id="120" presetID="53" presetClass="entr" presetSubtype="16" fill="hold" grpId="0" nodeType="withEffect">
                                  <p:stCondLst>
                                    <p:cond delay="1750"/>
                                  </p:stCondLst>
                                  <p:childTnLst>
                                    <p:set>
                                      <p:cBhvr>
                                        <p:cTn id="121" dur="1" fill="hold">
                                          <p:stCondLst>
                                            <p:cond delay="0"/>
                                          </p:stCondLst>
                                        </p:cTn>
                                        <p:tgtEl>
                                          <p:spTgt spid="58"/>
                                        </p:tgtEl>
                                        <p:attrNameLst>
                                          <p:attrName>style.visibility</p:attrName>
                                        </p:attrNameLst>
                                      </p:cBhvr>
                                      <p:to>
                                        <p:strVal val="visible"/>
                                      </p:to>
                                    </p:set>
                                    <p:anim calcmode="lin" valueType="num">
                                      <p:cBhvr>
                                        <p:cTn id="122" dur="500" fill="hold"/>
                                        <p:tgtEl>
                                          <p:spTgt spid="58"/>
                                        </p:tgtEl>
                                        <p:attrNameLst>
                                          <p:attrName>ppt_w</p:attrName>
                                        </p:attrNameLst>
                                      </p:cBhvr>
                                      <p:tavLst>
                                        <p:tav tm="0">
                                          <p:val>
                                            <p:fltVal val="0"/>
                                          </p:val>
                                        </p:tav>
                                        <p:tav tm="100000">
                                          <p:val>
                                            <p:strVal val="#ppt_w"/>
                                          </p:val>
                                        </p:tav>
                                      </p:tavLst>
                                    </p:anim>
                                    <p:anim calcmode="lin" valueType="num">
                                      <p:cBhvr>
                                        <p:cTn id="123" dur="500" fill="hold"/>
                                        <p:tgtEl>
                                          <p:spTgt spid="58"/>
                                        </p:tgtEl>
                                        <p:attrNameLst>
                                          <p:attrName>ppt_h</p:attrName>
                                        </p:attrNameLst>
                                      </p:cBhvr>
                                      <p:tavLst>
                                        <p:tav tm="0">
                                          <p:val>
                                            <p:fltVal val="0"/>
                                          </p:val>
                                        </p:tav>
                                        <p:tav tm="100000">
                                          <p:val>
                                            <p:strVal val="#ppt_h"/>
                                          </p:val>
                                        </p:tav>
                                      </p:tavLst>
                                    </p:anim>
                                    <p:animEffect transition="in" filter="fade">
                                      <p:cBhvr>
                                        <p:cTn id="124" dur="500"/>
                                        <p:tgtEl>
                                          <p:spTgt spid="58"/>
                                        </p:tgtEl>
                                      </p:cBhvr>
                                    </p:animEffect>
                                  </p:childTnLst>
                                </p:cTn>
                              </p:par>
                              <p:par>
                                <p:cTn id="125" presetID="53" presetClass="entr" presetSubtype="16" fill="hold" grpId="0" nodeType="withEffect">
                                  <p:stCondLst>
                                    <p:cond delay="2000"/>
                                  </p:stCondLst>
                                  <p:childTnLst>
                                    <p:set>
                                      <p:cBhvr>
                                        <p:cTn id="126" dur="1" fill="hold">
                                          <p:stCondLst>
                                            <p:cond delay="0"/>
                                          </p:stCondLst>
                                        </p:cTn>
                                        <p:tgtEl>
                                          <p:spTgt spid="59"/>
                                        </p:tgtEl>
                                        <p:attrNameLst>
                                          <p:attrName>style.visibility</p:attrName>
                                        </p:attrNameLst>
                                      </p:cBhvr>
                                      <p:to>
                                        <p:strVal val="visible"/>
                                      </p:to>
                                    </p:set>
                                    <p:anim calcmode="lin" valueType="num">
                                      <p:cBhvr>
                                        <p:cTn id="127" dur="500" fill="hold"/>
                                        <p:tgtEl>
                                          <p:spTgt spid="59"/>
                                        </p:tgtEl>
                                        <p:attrNameLst>
                                          <p:attrName>ppt_w</p:attrName>
                                        </p:attrNameLst>
                                      </p:cBhvr>
                                      <p:tavLst>
                                        <p:tav tm="0">
                                          <p:val>
                                            <p:fltVal val="0"/>
                                          </p:val>
                                        </p:tav>
                                        <p:tav tm="100000">
                                          <p:val>
                                            <p:strVal val="#ppt_w"/>
                                          </p:val>
                                        </p:tav>
                                      </p:tavLst>
                                    </p:anim>
                                    <p:anim calcmode="lin" valueType="num">
                                      <p:cBhvr>
                                        <p:cTn id="128" dur="500" fill="hold"/>
                                        <p:tgtEl>
                                          <p:spTgt spid="59"/>
                                        </p:tgtEl>
                                        <p:attrNameLst>
                                          <p:attrName>ppt_h</p:attrName>
                                        </p:attrNameLst>
                                      </p:cBhvr>
                                      <p:tavLst>
                                        <p:tav tm="0">
                                          <p:val>
                                            <p:fltVal val="0"/>
                                          </p:val>
                                        </p:tav>
                                        <p:tav tm="100000">
                                          <p:val>
                                            <p:strVal val="#ppt_h"/>
                                          </p:val>
                                        </p:tav>
                                      </p:tavLst>
                                    </p:anim>
                                    <p:animEffect transition="in" filter="fade">
                                      <p:cBhvr>
                                        <p:cTn id="129" dur="500"/>
                                        <p:tgtEl>
                                          <p:spTgt spid="59"/>
                                        </p:tgtEl>
                                      </p:cBhvr>
                                    </p:animEffect>
                                  </p:childTnLst>
                                </p:cTn>
                              </p:par>
                              <p:par>
                                <p:cTn id="130" presetID="53" presetClass="entr" presetSubtype="16" fill="hold" grpId="0" nodeType="withEffect">
                                  <p:stCondLst>
                                    <p:cond delay="2250"/>
                                  </p:stCondLst>
                                  <p:childTnLst>
                                    <p:set>
                                      <p:cBhvr>
                                        <p:cTn id="131" dur="1" fill="hold">
                                          <p:stCondLst>
                                            <p:cond delay="0"/>
                                          </p:stCondLst>
                                        </p:cTn>
                                        <p:tgtEl>
                                          <p:spTgt spid="60"/>
                                        </p:tgtEl>
                                        <p:attrNameLst>
                                          <p:attrName>style.visibility</p:attrName>
                                        </p:attrNameLst>
                                      </p:cBhvr>
                                      <p:to>
                                        <p:strVal val="visible"/>
                                      </p:to>
                                    </p:set>
                                    <p:anim calcmode="lin" valueType="num">
                                      <p:cBhvr>
                                        <p:cTn id="132" dur="500" fill="hold"/>
                                        <p:tgtEl>
                                          <p:spTgt spid="60"/>
                                        </p:tgtEl>
                                        <p:attrNameLst>
                                          <p:attrName>ppt_w</p:attrName>
                                        </p:attrNameLst>
                                      </p:cBhvr>
                                      <p:tavLst>
                                        <p:tav tm="0">
                                          <p:val>
                                            <p:fltVal val="0"/>
                                          </p:val>
                                        </p:tav>
                                        <p:tav tm="100000">
                                          <p:val>
                                            <p:strVal val="#ppt_w"/>
                                          </p:val>
                                        </p:tav>
                                      </p:tavLst>
                                    </p:anim>
                                    <p:anim calcmode="lin" valueType="num">
                                      <p:cBhvr>
                                        <p:cTn id="133" dur="500" fill="hold"/>
                                        <p:tgtEl>
                                          <p:spTgt spid="60"/>
                                        </p:tgtEl>
                                        <p:attrNameLst>
                                          <p:attrName>ppt_h</p:attrName>
                                        </p:attrNameLst>
                                      </p:cBhvr>
                                      <p:tavLst>
                                        <p:tav tm="0">
                                          <p:val>
                                            <p:fltVal val="0"/>
                                          </p:val>
                                        </p:tav>
                                        <p:tav tm="100000">
                                          <p:val>
                                            <p:strVal val="#ppt_h"/>
                                          </p:val>
                                        </p:tav>
                                      </p:tavLst>
                                    </p:anim>
                                    <p:animEffect transition="in" filter="fade">
                                      <p:cBhvr>
                                        <p:cTn id="134" dur="500"/>
                                        <p:tgtEl>
                                          <p:spTgt spid="60"/>
                                        </p:tgtEl>
                                      </p:cBhvr>
                                    </p:animEffect>
                                  </p:childTnLst>
                                </p:cTn>
                              </p:par>
                              <p:par>
                                <p:cTn id="135" presetID="53" presetClass="entr" presetSubtype="16" fill="hold" grpId="0" nodeType="withEffect">
                                  <p:stCondLst>
                                    <p:cond delay="500"/>
                                  </p:stCondLst>
                                  <p:childTnLst>
                                    <p:set>
                                      <p:cBhvr>
                                        <p:cTn id="136" dur="1" fill="hold">
                                          <p:stCondLst>
                                            <p:cond delay="0"/>
                                          </p:stCondLst>
                                        </p:cTn>
                                        <p:tgtEl>
                                          <p:spTgt spid="61"/>
                                        </p:tgtEl>
                                        <p:attrNameLst>
                                          <p:attrName>style.visibility</p:attrName>
                                        </p:attrNameLst>
                                      </p:cBhvr>
                                      <p:to>
                                        <p:strVal val="visible"/>
                                      </p:to>
                                    </p:set>
                                    <p:anim calcmode="lin" valueType="num">
                                      <p:cBhvr>
                                        <p:cTn id="137" dur="500" fill="hold"/>
                                        <p:tgtEl>
                                          <p:spTgt spid="61"/>
                                        </p:tgtEl>
                                        <p:attrNameLst>
                                          <p:attrName>ppt_w</p:attrName>
                                        </p:attrNameLst>
                                      </p:cBhvr>
                                      <p:tavLst>
                                        <p:tav tm="0">
                                          <p:val>
                                            <p:fltVal val="0"/>
                                          </p:val>
                                        </p:tav>
                                        <p:tav tm="100000">
                                          <p:val>
                                            <p:strVal val="#ppt_w"/>
                                          </p:val>
                                        </p:tav>
                                      </p:tavLst>
                                    </p:anim>
                                    <p:anim calcmode="lin" valueType="num">
                                      <p:cBhvr>
                                        <p:cTn id="138" dur="500" fill="hold"/>
                                        <p:tgtEl>
                                          <p:spTgt spid="61"/>
                                        </p:tgtEl>
                                        <p:attrNameLst>
                                          <p:attrName>ppt_h</p:attrName>
                                        </p:attrNameLst>
                                      </p:cBhvr>
                                      <p:tavLst>
                                        <p:tav tm="0">
                                          <p:val>
                                            <p:fltVal val="0"/>
                                          </p:val>
                                        </p:tav>
                                        <p:tav tm="100000">
                                          <p:val>
                                            <p:strVal val="#ppt_h"/>
                                          </p:val>
                                        </p:tav>
                                      </p:tavLst>
                                    </p:anim>
                                    <p:animEffect transition="in" filter="fade">
                                      <p:cBhvr>
                                        <p:cTn id="139" dur="500"/>
                                        <p:tgtEl>
                                          <p:spTgt spid="61"/>
                                        </p:tgtEl>
                                      </p:cBhvr>
                                    </p:animEffect>
                                  </p:childTnLst>
                                </p:cTn>
                              </p:par>
                              <p:par>
                                <p:cTn id="140" presetID="53" presetClass="entr" presetSubtype="16" fill="hold" grpId="0" nodeType="withEffect">
                                  <p:stCondLst>
                                    <p:cond delay="750"/>
                                  </p:stCondLst>
                                  <p:childTnLst>
                                    <p:set>
                                      <p:cBhvr>
                                        <p:cTn id="141" dur="1" fill="hold">
                                          <p:stCondLst>
                                            <p:cond delay="0"/>
                                          </p:stCondLst>
                                        </p:cTn>
                                        <p:tgtEl>
                                          <p:spTgt spid="62"/>
                                        </p:tgtEl>
                                        <p:attrNameLst>
                                          <p:attrName>style.visibility</p:attrName>
                                        </p:attrNameLst>
                                      </p:cBhvr>
                                      <p:to>
                                        <p:strVal val="visible"/>
                                      </p:to>
                                    </p:set>
                                    <p:anim calcmode="lin" valueType="num">
                                      <p:cBhvr>
                                        <p:cTn id="142" dur="500" fill="hold"/>
                                        <p:tgtEl>
                                          <p:spTgt spid="62"/>
                                        </p:tgtEl>
                                        <p:attrNameLst>
                                          <p:attrName>ppt_w</p:attrName>
                                        </p:attrNameLst>
                                      </p:cBhvr>
                                      <p:tavLst>
                                        <p:tav tm="0">
                                          <p:val>
                                            <p:fltVal val="0"/>
                                          </p:val>
                                        </p:tav>
                                        <p:tav tm="100000">
                                          <p:val>
                                            <p:strVal val="#ppt_w"/>
                                          </p:val>
                                        </p:tav>
                                      </p:tavLst>
                                    </p:anim>
                                    <p:anim calcmode="lin" valueType="num">
                                      <p:cBhvr>
                                        <p:cTn id="143" dur="500" fill="hold"/>
                                        <p:tgtEl>
                                          <p:spTgt spid="62"/>
                                        </p:tgtEl>
                                        <p:attrNameLst>
                                          <p:attrName>ppt_h</p:attrName>
                                        </p:attrNameLst>
                                      </p:cBhvr>
                                      <p:tavLst>
                                        <p:tav tm="0">
                                          <p:val>
                                            <p:fltVal val="0"/>
                                          </p:val>
                                        </p:tav>
                                        <p:tav tm="100000">
                                          <p:val>
                                            <p:strVal val="#ppt_h"/>
                                          </p:val>
                                        </p:tav>
                                      </p:tavLst>
                                    </p:anim>
                                    <p:animEffect transition="in" filter="fade">
                                      <p:cBhvr>
                                        <p:cTn id="144" dur="500"/>
                                        <p:tgtEl>
                                          <p:spTgt spid="62"/>
                                        </p:tgtEl>
                                      </p:cBhvr>
                                    </p:animEffect>
                                  </p:childTnLst>
                                </p:cTn>
                              </p:par>
                              <p:par>
                                <p:cTn id="145" presetID="53" presetClass="entr" presetSubtype="16" fill="hold" grpId="0" nodeType="withEffect">
                                  <p:stCondLst>
                                    <p:cond delay="1000"/>
                                  </p:stCondLst>
                                  <p:childTnLst>
                                    <p:set>
                                      <p:cBhvr>
                                        <p:cTn id="146" dur="1" fill="hold">
                                          <p:stCondLst>
                                            <p:cond delay="0"/>
                                          </p:stCondLst>
                                        </p:cTn>
                                        <p:tgtEl>
                                          <p:spTgt spid="63"/>
                                        </p:tgtEl>
                                        <p:attrNameLst>
                                          <p:attrName>style.visibility</p:attrName>
                                        </p:attrNameLst>
                                      </p:cBhvr>
                                      <p:to>
                                        <p:strVal val="visible"/>
                                      </p:to>
                                    </p:set>
                                    <p:anim calcmode="lin" valueType="num">
                                      <p:cBhvr>
                                        <p:cTn id="147" dur="500" fill="hold"/>
                                        <p:tgtEl>
                                          <p:spTgt spid="63"/>
                                        </p:tgtEl>
                                        <p:attrNameLst>
                                          <p:attrName>ppt_w</p:attrName>
                                        </p:attrNameLst>
                                      </p:cBhvr>
                                      <p:tavLst>
                                        <p:tav tm="0">
                                          <p:val>
                                            <p:fltVal val="0"/>
                                          </p:val>
                                        </p:tav>
                                        <p:tav tm="100000">
                                          <p:val>
                                            <p:strVal val="#ppt_w"/>
                                          </p:val>
                                        </p:tav>
                                      </p:tavLst>
                                    </p:anim>
                                    <p:anim calcmode="lin" valueType="num">
                                      <p:cBhvr>
                                        <p:cTn id="148" dur="500" fill="hold"/>
                                        <p:tgtEl>
                                          <p:spTgt spid="63"/>
                                        </p:tgtEl>
                                        <p:attrNameLst>
                                          <p:attrName>ppt_h</p:attrName>
                                        </p:attrNameLst>
                                      </p:cBhvr>
                                      <p:tavLst>
                                        <p:tav tm="0">
                                          <p:val>
                                            <p:fltVal val="0"/>
                                          </p:val>
                                        </p:tav>
                                        <p:tav tm="100000">
                                          <p:val>
                                            <p:strVal val="#ppt_h"/>
                                          </p:val>
                                        </p:tav>
                                      </p:tavLst>
                                    </p:anim>
                                    <p:animEffect transition="in" filter="fade">
                                      <p:cBhvr>
                                        <p:cTn id="149" dur="500"/>
                                        <p:tgtEl>
                                          <p:spTgt spid="63"/>
                                        </p:tgtEl>
                                      </p:cBhvr>
                                    </p:animEffect>
                                  </p:childTnLst>
                                </p:cTn>
                              </p:par>
                              <p:par>
                                <p:cTn id="150" presetID="53" presetClass="entr" presetSubtype="16" fill="hold" grpId="0" nodeType="withEffect">
                                  <p:stCondLst>
                                    <p:cond delay="750"/>
                                  </p:stCondLst>
                                  <p:childTnLst>
                                    <p:set>
                                      <p:cBhvr>
                                        <p:cTn id="151" dur="1" fill="hold">
                                          <p:stCondLst>
                                            <p:cond delay="0"/>
                                          </p:stCondLst>
                                        </p:cTn>
                                        <p:tgtEl>
                                          <p:spTgt spid="64"/>
                                        </p:tgtEl>
                                        <p:attrNameLst>
                                          <p:attrName>style.visibility</p:attrName>
                                        </p:attrNameLst>
                                      </p:cBhvr>
                                      <p:to>
                                        <p:strVal val="visible"/>
                                      </p:to>
                                    </p:set>
                                    <p:anim calcmode="lin" valueType="num">
                                      <p:cBhvr>
                                        <p:cTn id="152" dur="500" fill="hold"/>
                                        <p:tgtEl>
                                          <p:spTgt spid="64"/>
                                        </p:tgtEl>
                                        <p:attrNameLst>
                                          <p:attrName>ppt_w</p:attrName>
                                        </p:attrNameLst>
                                      </p:cBhvr>
                                      <p:tavLst>
                                        <p:tav tm="0">
                                          <p:val>
                                            <p:fltVal val="0"/>
                                          </p:val>
                                        </p:tav>
                                        <p:tav tm="100000">
                                          <p:val>
                                            <p:strVal val="#ppt_w"/>
                                          </p:val>
                                        </p:tav>
                                      </p:tavLst>
                                    </p:anim>
                                    <p:anim calcmode="lin" valueType="num">
                                      <p:cBhvr>
                                        <p:cTn id="153" dur="500" fill="hold"/>
                                        <p:tgtEl>
                                          <p:spTgt spid="64"/>
                                        </p:tgtEl>
                                        <p:attrNameLst>
                                          <p:attrName>ppt_h</p:attrName>
                                        </p:attrNameLst>
                                      </p:cBhvr>
                                      <p:tavLst>
                                        <p:tav tm="0">
                                          <p:val>
                                            <p:fltVal val="0"/>
                                          </p:val>
                                        </p:tav>
                                        <p:tav tm="100000">
                                          <p:val>
                                            <p:strVal val="#ppt_h"/>
                                          </p:val>
                                        </p:tav>
                                      </p:tavLst>
                                    </p:anim>
                                    <p:animEffect transition="in" filter="fade">
                                      <p:cBhvr>
                                        <p:cTn id="154" dur="500"/>
                                        <p:tgtEl>
                                          <p:spTgt spid="64"/>
                                        </p:tgtEl>
                                      </p:cBhvr>
                                    </p:animEffect>
                                  </p:childTnLst>
                                </p:cTn>
                              </p:par>
                              <p:par>
                                <p:cTn id="155" presetID="53" presetClass="entr" presetSubtype="16" fill="hold" grpId="0" nodeType="withEffect">
                                  <p:stCondLst>
                                    <p:cond delay="1000"/>
                                  </p:stCondLst>
                                  <p:childTnLst>
                                    <p:set>
                                      <p:cBhvr>
                                        <p:cTn id="156" dur="1" fill="hold">
                                          <p:stCondLst>
                                            <p:cond delay="0"/>
                                          </p:stCondLst>
                                        </p:cTn>
                                        <p:tgtEl>
                                          <p:spTgt spid="65"/>
                                        </p:tgtEl>
                                        <p:attrNameLst>
                                          <p:attrName>style.visibility</p:attrName>
                                        </p:attrNameLst>
                                      </p:cBhvr>
                                      <p:to>
                                        <p:strVal val="visible"/>
                                      </p:to>
                                    </p:set>
                                    <p:anim calcmode="lin" valueType="num">
                                      <p:cBhvr>
                                        <p:cTn id="157" dur="500" fill="hold"/>
                                        <p:tgtEl>
                                          <p:spTgt spid="65"/>
                                        </p:tgtEl>
                                        <p:attrNameLst>
                                          <p:attrName>ppt_w</p:attrName>
                                        </p:attrNameLst>
                                      </p:cBhvr>
                                      <p:tavLst>
                                        <p:tav tm="0">
                                          <p:val>
                                            <p:fltVal val="0"/>
                                          </p:val>
                                        </p:tav>
                                        <p:tav tm="100000">
                                          <p:val>
                                            <p:strVal val="#ppt_w"/>
                                          </p:val>
                                        </p:tav>
                                      </p:tavLst>
                                    </p:anim>
                                    <p:anim calcmode="lin" valueType="num">
                                      <p:cBhvr>
                                        <p:cTn id="158" dur="500" fill="hold"/>
                                        <p:tgtEl>
                                          <p:spTgt spid="65"/>
                                        </p:tgtEl>
                                        <p:attrNameLst>
                                          <p:attrName>ppt_h</p:attrName>
                                        </p:attrNameLst>
                                      </p:cBhvr>
                                      <p:tavLst>
                                        <p:tav tm="0">
                                          <p:val>
                                            <p:fltVal val="0"/>
                                          </p:val>
                                        </p:tav>
                                        <p:tav tm="100000">
                                          <p:val>
                                            <p:strVal val="#ppt_h"/>
                                          </p:val>
                                        </p:tav>
                                      </p:tavLst>
                                    </p:anim>
                                    <p:animEffect transition="in" filter="fade">
                                      <p:cBhvr>
                                        <p:cTn id="159" dur="500"/>
                                        <p:tgtEl>
                                          <p:spTgt spid="65"/>
                                        </p:tgtEl>
                                      </p:cBhvr>
                                    </p:animEffect>
                                  </p:childTnLst>
                                </p:cTn>
                              </p:par>
                              <p:par>
                                <p:cTn id="160" presetID="53" presetClass="entr" presetSubtype="16" fill="hold" grpId="0" nodeType="withEffect">
                                  <p:stCondLst>
                                    <p:cond delay="1250"/>
                                  </p:stCondLst>
                                  <p:childTnLst>
                                    <p:set>
                                      <p:cBhvr>
                                        <p:cTn id="161" dur="1" fill="hold">
                                          <p:stCondLst>
                                            <p:cond delay="0"/>
                                          </p:stCondLst>
                                        </p:cTn>
                                        <p:tgtEl>
                                          <p:spTgt spid="66"/>
                                        </p:tgtEl>
                                        <p:attrNameLst>
                                          <p:attrName>style.visibility</p:attrName>
                                        </p:attrNameLst>
                                      </p:cBhvr>
                                      <p:to>
                                        <p:strVal val="visible"/>
                                      </p:to>
                                    </p:set>
                                    <p:anim calcmode="lin" valueType="num">
                                      <p:cBhvr>
                                        <p:cTn id="162" dur="500" fill="hold"/>
                                        <p:tgtEl>
                                          <p:spTgt spid="66"/>
                                        </p:tgtEl>
                                        <p:attrNameLst>
                                          <p:attrName>ppt_w</p:attrName>
                                        </p:attrNameLst>
                                      </p:cBhvr>
                                      <p:tavLst>
                                        <p:tav tm="0">
                                          <p:val>
                                            <p:fltVal val="0"/>
                                          </p:val>
                                        </p:tav>
                                        <p:tav tm="100000">
                                          <p:val>
                                            <p:strVal val="#ppt_w"/>
                                          </p:val>
                                        </p:tav>
                                      </p:tavLst>
                                    </p:anim>
                                    <p:anim calcmode="lin" valueType="num">
                                      <p:cBhvr>
                                        <p:cTn id="163" dur="500" fill="hold"/>
                                        <p:tgtEl>
                                          <p:spTgt spid="66"/>
                                        </p:tgtEl>
                                        <p:attrNameLst>
                                          <p:attrName>ppt_h</p:attrName>
                                        </p:attrNameLst>
                                      </p:cBhvr>
                                      <p:tavLst>
                                        <p:tav tm="0">
                                          <p:val>
                                            <p:fltVal val="0"/>
                                          </p:val>
                                        </p:tav>
                                        <p:tav tm="100000">
                                          <p:val>
                                            <p:strVal val="#ppt_h"/>
                                          </p:val>
                                        </p:tav>
                                      </p:tavLst>
                                    </p:anim>
                                    <p:animEffect transition="in" filter="fade">
                                      <p:cBhvr>
                                        <p:cTn id="164" dur="500"/>
                                        <p:tgtEl>
                                          <p:spTgt spid="66"/>
                                        </p:tgtEl>
                                      </p:cBhvr>
                                    </p:animEffect>
                                  </p:childTnLst>
                                </p:cTn>
                              </p:par>
                              <p:par>
                                <p:cTn id="165" presetID="53" presetClass="entr" presetSubtype="16" fill="hold" grpId="0" nodeType="withEffect">
                                  <p:stCondLst>
                                    <p:cond delay="1500"/>
                                  </p:stCondLst>
                                  <p:childTnLst>
                                    <p:set>
                                      <p:cBhvr>
                                        <p:cTn id="166" dur="1" fill="hold">
                                          <p:stCondLst>
                                            <p:cond delay="0"/>
                                          </p:stCondLst>
                                        </p:cTn>
                                        <p:tgtEl>
                                          <p:spTgt spid="67"/>
                                        </p:tgtEl>
                                        <p:attrNameLst>
                                          <p:attrName>style.visibility</p:attrName>
                                        </p:attrNameLst>
                                      </p:cBhvr>
                                      <p:to>
                                        <p:strVal val="visible"/>
                                      </p:to>
                                    </p:set>
                                    <p:anim calcmode="lin" valueType="num">
                                      <p:cBhvr>
                                        <p:cTn id="167" dur="500" fill="hold"/>
                                        <p:tgtEl>
                                          <p:spTgt spid="67"/>
                                        </p:tgtEl>
                                        <p:attrNameLst>
                                          <p:attrName>ppt_w</p:attrName>
                                        </p:attrNameLst>
                                      </p:cBhvr>
                                      <p:tavLst>
                                        <p:tav tm="0">
                                          <p:val>
                                            <p:fltVal val="0"/>
                                          </p:val>
                                        </p:tav>
                                        <p:tav tm="100000">
                                          <p:val>
                                            <p:strVal val="#ppt_w"/>
                                          </p:val>
                                        </p:tav>
                                      </p:tavLst>
                                    </p:anim>
                                    <p:anim calcmode="lin" valueType="num">
                                      <p:cBhvr>
                                        <p:cTn id="168" dur="500" fill="hold"/>
                                        <p:tgtEl>
                                          <p:spTgt spid="67"/>
                                        </p:tgtEl>
                                        <p:attrNameLst>
                                          <p:attrName>ppt_h</p:attrName>
                                        </p:attrNameLst>
                                      </p:cBhvr>
                                      <p:tavLst>
                                        <p:tav tm="0">
                                          <p:val>
                                            <p:fltVal val="0"/>
                                          </p:val>
                                        </p:tav>
                                        <p:tav tm="100000">
                                          <p:val>
                                            <p:strVal val="#ppt_h"/>
                                          </p:val>
                                        </p:tav>
                                      </p:tavLst>
                                    </p:anim>
                                    <p:animEffect transition="in" filter="fade">
                                      <p:cBhvr>
                                        <p:cTn id="169" dur="500"/>
                                        <p:tgtEl>
                                          <p:spTgt spid="67"/>
                                        </p:tgtEl>
                                      </p:cBhvr>
                                    </p:animEffect>
                                  </p:childTnLst>
                                </p:cTn>
                              </p:par>
                              <p:par>
                                <p:cTn id="170" presetID="53" presetClass="entr" presetSubtype="16" fill="hold" grpId="0" nodeType="withEffect">
                                  <p:stCondLst>
                                    <p:cond delay="1750"/>
                                  </p:stCondLst>
                                  <p:childTnLst>
                                    <p:set>
                                      <p:cBhvr>
                                        <p:cTn id="171" dur="1" fill="hold">
                                          <p:stCondLst>
                                            <p:cond delay="0"/>
                                          </p:stCondLst>
                                        </p:cTn>
                                        <p:tgtEl>
                                          <p:spTgt spid="68"/>
                                        </p:tgtEl>
                                        <p:attrNameLst>
                                          <p:attrName>style.visibility</p:attrName>
                                        </p:attrNameLst>
                                      </p:cBhvr>
                                      <p:to>
                                        <p:strVal val="visible"/>
                                      </p:to>
                                    </p:set>
                                    <p:anim calcmode="lin" valueType="num">
                                      <p:cBhvr>
                                        <p:cTn id="172" dur="500" fill="hold"/>
                                        <p:tgtEl>
                                          <p:spTgt spid="68"/>
                                        </p:tgtEl>
                                        <p:attrNameLst>
                                          <p:attrName>ppt_w</p:attrName>
                                        </p:attrNameLst>
                                      </p:cBhvr>
                                      <p:tavLst>
                                        <p:tav tm="0">
                                          <p:val>
                                            <p:fltVal val="0"/>
                                          </p:val>
                                        </p:tav>
                                        <p:tav tm="100000">
                                          <p:val>
                                            <p:strVal val="#ppt_w"/>
                                          </p:val>
                                        </p:tav>
                                      </p:tavLst>
                                    </p:anim>
                                    <p:anim calcmode="lin" valueType="num">
                                      <p:cBhvr>
                                        <p:cTn id="173" dur="500" fill="hold"/>
                                        <p:tgtEl>
                                          <p:spTgt spid="68"/>
                                        </p:tgtEl>
                                        <p:attrNameLst>
                                          <p:attrName>ppt_h</p:attrName>
                                        </p:attrNameLst>
                                      </p:cBhvr>
                                      <p:tavLst>
                                        <p:tav tm="0">
                                          <p:val>
                                            <p:fltVal val="0"/>
                                          </p:val>
                                        </p:tav>
                                        <p:tav tm="100000">
                                          <p:val>
                                            <p:strVal val="#ppt_h"/>
                                          </p:val>
                                        </p:tav>
                                      </p:tavLst>
                                    </p:anim>
                                    <p:animEffect transition="in" filter="fade">
                                      <p:cBhvr>
                                        <p:cTn id="174" dur="500"/>
                                        <p:tgtEl>
                                          <p:spTgt spid="68"/>
                                        </p:tgtEl>
                                      </p:cBhvr>
                                    </p:animEffect>
                                  </p:childTnLst>
                                </p:cTn>
                              </p:par>
                              <p:par>
                                <p:cTn id="175" presetID="53" presetClass="entr" presetSubtype="16" fill="hold" grpId="0" nodeType="withEffect">
                                  <p:stCondLst>
                                    <p:cond delay="2000"/>
                                  </p:stCondLst>
                                  <p:childTnLst>
                                    <p:set>
                                      <p:cBhvr>
                                        <p:cTn id="176" dur="1" fill="hold">
                                          <p:stCondLst>
                                            <p:cond delay="0"/>
                                          </p:stCondLst>
                                        </p:cTn>
                                        <p:tgtEl>
                                          <p:spTgt spid="69"/>
                                        </p:tgtEl>
                                        <p:attrNameLst>
                                          <p:attrName>style.visibility</p:attrName>
                                        </p:attrNameLst>
                                      </p:cBhvr>
                                      <p:to>
                                        <p:strVal val="visible"/>
                                      </p:to>
                                    </p:set>
                                    <p:anim calcmode="lin" valueType="num">
                                      <p:cBhvr>
                                        <p:cTn id="177" dur="500" fill="hold"/>
                                        <p:tgtEl>
                                          <p:spTgt spid="69"/>
                                        </p:tgtEl>
                                        <p:attrNameLst>
                                          <p:attrName>ppt_w</p:attrName>
                                        </p:attrNameLst>
                                      </p:cBhvr>
                                      <p:tavLst>
                                        <p:tav tm="0">
                                          <p:val>
                                            <p:fltVal val="0"/>
                                          </p:val>
                                        </p:tav>
                                        <p:tav tm="100000">
                                          <p:val>
                                            <p:strVal val="#ppt_w"/>
                                          </p:val>
                                        </p:tav>
                                      </p:tavLst>
                                    </p:anim>
                                    <p:anim calcmode="lin" valueType="num">
                                      <p:cBhvr>
                                        <p:cTn id="178" dur="500" fill="hold"/>
                                        <p:tgtEl>
                                          <p:spTgt spid="69"/>
                                        </p:tgtEl>
                                        <p:attrNameLst>
                                          <p:attrName>ppt_h</p:attrName>
                                        </p:attrNameLst>
                                      </p:cBhvr>
                                      <p:tavLst>
                                        <p:tav tm="0">
                                          <p:val>
                                            <p:fltVal val="0"/>
                                          </p:val>
                                        </p:tav>
                                        <p:tav tm="100000">
                                          <p:val>
                                            <p:strVal val="#ppt_h"/>
                                          </p:val>
                                        </p:tav>
                                      </p:tavLst>
                                    </p:anim>
                                    <p:animEffect transition="in" filter="fade">
                                      <p:cBhvr>
                                        <p:cTn id="179" dur="500"/>
                                        <p:tgtEl>
                                          <p:spTgt spid="69"/>
                                        </p:tgtEl>
                                      </p:cBhvr>
                                    </p:animEffect>
                                  </p:childTnLst>
                                </p:cTn>
                              </p:par>
                              <p:par>
                                <p:cTn id="180" presetID="53" presetClass="entr" presetSubtype="16" fill="hold" grpId="0" nodeType="withEffect">
                                  <p:stCondLst>
                                    <p:cond delay="2250"/>
                                  </p:stCondLst>
                                  <p:childTnLst>
                                    <p:set>
                                      <p:cBhvr>
                                        <p:cTn id="181" dur="1" fill="hold">
                                          <p:stCondLst>
                                            <p:cond delay="0"/>
                                          </p:stCondLst>
                                        </p:cTn>
                                        <p:tgtEl>
                                          <p:spTgt spid="70"/>
                                        </p:tgtEl>
                                        <p:attrNameLst>
                                          <p:attrName>style.visibility</p:attrName>
                                        </p:attrNameLst>
                                      </p:cBhvr>
                                      <p:to>
                                        <p:strVal val="visible"/>
                                      </p:to>
                                    </p:set>
                                    <p:anim calcmode="lin" valueType="num">
                                      <p:cBhvr>
                                        <p:cTn id="182" dur="500" fill="hold"/>
                                        <p:tgtEl>
                                          <p:spTgt spid="70"/>
                                        </p:tgtEl>
                                        <p:attrNameLst>
                                          <p:attrName>ppt_w</p:attrName>
                                        </p:attrNameLst>
                                      </p:cBhvr>
                                      <p:tavLst>
                                        <p:tav tm="0">
                                          <p:val>
                                            <p:fltVal val="0"/>
                                          </p:val>
                                        </p:tav>
                                        <p:tav tm="100000">
                                          <p:val>
                                            <p:strVal val="#ppt_w"/>
                                          </p:val>
                                        </p:tav>
                                      </p:tavLst>
                                    </p:anim>
                                    <p:anim calcmode="lin" valueType="num">
                                      <p:cBhvr>
                                        <p:cTn id="183" dur="500" fill="hold"/>
                                        <p:tgtEl>
                                          <p:spTgt spid="70"/>
                                        </p:tgtEl>
                                        <p:attrNameLst>
                                          <p:attrName>ppt_h</p:attrName>
                                        </p:attrNameLst>
                                      </p:cBhvr>
                                      <p:tavLst>
                                        <p:tav tm="0">
                                          <p:val>
                                            <p:fltVal val="0"/>
                                          </p:val>
                                        </p:tav>
                                        <p:tav tm="100000">
                                          <p:val>
                                            <p:strVal val="#ppt_h"/>
                                          </p:val>
                                        </p:tav>
                                      </p:tavLst>
                                    </p:anim>
                                    <p:animEffect transition="in" filter="fade">
                                      <p:cBhvr>
                                        <p:cTn id="184" dur="500"/>
                                        <p:tgtEl>
                                          <p:spTgt spid="70"/>
                                        </p:tgtEl>
                                      </p:cBhvr>
                                    </p:animEffect>
                                  </p:childTnLst>
                                </p:cTn>
                              </p:par>
                              <p:par>
                                <p:cTn id="185" presetID="53" presetClass="entr" presetSubtype="16" fill="hold" grpId="0" nodeType="withEffect">
                                  <p:stCondLst>
                                    <p:cond delay="500"/>
                                  </p:stCondLst>
                                  <p:childTnLst>
                                    <p:set>
                                      <p:cBhvr>
                                        <p:cTn id="186" dur="1" fill="hold">
                                          <p:stCondLst>
                                            <p:cond delay="0"/>
                                          </p:stCondLst>
                                        </p:cTn>
                                        <p:tgtEl>
                                          <p:spTgt spid="71"/>
                                        </p:tgtEl>
                                        <p:attrNameLst>
                                          <p:attrName>style.visibility</p:attrName>
                                        </p:attrNameLst>
                                      </p:cBhvr>
                                      <p:to>
                                        <p:strVal val="visible"/>
                                      </p:to>
                                    </p:set>
                                    <p:anim calcmode="lin" valueType="num">
                                      <p:cBhvr>
                                        <p:cTn id="187" dur="500" fill="hold"/>
                                        <p:tgtEl>
                                          <p:spTgt spid="71"/>
                                        </p:tgtEl>
                                        <p:attrNameLst>
                                          <p:attrName>ppt_w</p:attrName>
                                        </p:attrNameLst>
                                      </p:cBhvr>
                                      <p:tavLst>
                                        <p:tav tm="0">
                                          <p:val>
                                            <p:fltVal val="0"/>
                                          </p:val>
                                        </p:tav>
                                        <p:tav tm="100000">
                                          <p:val>
                                            <p:strVal val="#ppt_w"/>
                                          </p:val>
                                        </p:tav>
                                      </p:tavLst>
                                    </p:anim>
                                    <p:anim calcmode="lin" valueType="num">
                                      <p:cBhvr>
                                        <p:cTn id="188" dur="500" fill="hold"/>
                                        <p:tgtEl>
                                          <p:spTgt spid="71"/>
                                        </p:tgtEl>
                                        <p:attrNameLst>
                                          <p:attrName>ppt_h</p:attrName>
                                        </p:attrNameLst>
                                      </p:cBhvr>
                                      <p:tavLst>
                                        <p:tav tm="0">
                                          <p:val>
                                            <p:fltVal val="0"/>
                                          </p:val>
                                        </p:tav>
                                        <p:tav tm="100000">
                                          <p:val>
                                            <p:strVal val="#ppt_h"/>
                                          </p:val>
                                        </p:tav>
                                      </p:tavLst>
                                    </p:anim>
                                    <p:animEffect transition="in" filter="fade">
                                      <p:cBhvr>
                                        <p:cTn id="189" dur="500"/>
                                        <p:tgtEl>
                                          <p:spTgt spid="71"/>
                                        </p:tgtEl>
                                      </p:cBhvr>
                                    </p:animEffect>
                                  </p:childTnLst>
                                </p:cTn>
                              </p:par>
                              <p:par>
                                <p:cTn id="190" presetID="53" presetClass="entr" presetSubtype="16" fill="hold" grpId="0" nodeType="withEffect">
                                  <p:stCondLst>
                                    <p:cond delay="750"/>
                                  </p:stCondLst>
                                  <p:childTnLst>
                                    <p:set>
                                      <p:cBhvr>
                                        <p:cTn id="191" dur="1" fill="hold">
                                          <p:stCondLst>
                                            <p:cond delay="0"/>
                                          </p:stCondLst>
                                        </p:cTn>
                                        <p:tgtEl>
                                          <p:spTgt spid="72"/>
                                        </p:tgtEl>
                                        <p:attrNameLst>
                                          <p:attrName>style.visibility</p:attrName>
                                        </p:attrNameLst>
                                      </p:cBhvr>
                                      <p:to>
                                        <p:strVal val="visible"/>
                                      </p:to>
                                    </p:set>
                                    <p:anim calcmode="lin" valueType="num">
                                      <p:cBhvr>
                                        <p:cTn id="192" dur="500" fill="hold"/>
                                        <p:tgtEl>
                                          <p:spTgt spid="72"/>
                                        </p:tgtEl>
                                        <p:attrNameLst>
                                          <p:attrName>ppt_w</p:attrName>
                                        </p:attrNameLst>
                                      </p:cBhvr>
                                      <p:tavLst>
                                        <p:tav tm="0">
                                          <p:val>
                                            <p:fltVal val="0"/>
                                          </p:val>
                                        </p:tav>
                                        <p:tav tm="100000">
                                          <p:val>
                                            <p:strVal val="#ppt_w"/>
                                          </p:val>
                                        </p:tav>
                                      </p:tavLst>
                                    </p:anim>
                                    <p:anim calcmode="lin" valueType="num">
                                      <p:cBhvr>
                                        <p:cTn id="193" dur="500" fill="hold"/>
                                        <p:tgtEl>
                                          <p:spTgt spid="72"/>
                                        </p:tgtEl>
                                        <p:attrNameLst>
                                          <p:attrName>ppt_h</p:attrName>
                                        </p:attrNameLst>
                                      </p:cBhvr>
                                      <p:tavLst>
                                        <p:tav tm="0">
                                          <p:val>
                                            <p:fltVal val="0"/>
                                          </p:val>
                                        </p:tav>
                                        <p:tav tm="100000">
                                          <p:val>
                                            <p:strVal val="#ppt_h"/>
                                          </p:val>
                                        </p:tav>
                                      </p:tavLst>
                                    </p:anim>
                                    <p:animEffect transition="in" filter="fade">
                                      <p:cBhvr>
                                        <p:cTn id="194" dur="500"/>
                                        <p:tgtEl>
                                          <p:spTgt spid="72"/>
                                        </p:tgtEl>
                                      </p:cBhvr>
                                    </p:animEffect>
                                  </p:childTnLst>
                                </p:cTn>
                              </p:par>
                              <p:par>
                                <p:cTn id="195" presetID="53" presetClass="entr" presetSubtype="16" fill="hold" grpId="0" nodeType="withEffect">
                                  <p:stCondLst>
                                    <p:cond delay="1000"/>
                                  </p:stCondLst>
                                  <p:childTnLst>
                                    <p:set>
                                      <p:cBhvr>
                                        <p:cTn id="196" dur="1" fill="hold">
                                          <p:stCondLst>
                                            <p:cond delay="0"/>
                                          </p:stCondLst>
                                        </p:cTn>
                                        <p:tgtEl>
                                          <p:spTgt spid="73"/>
                                        </p:tgtEl>
                                        <p:attrNameLst>
                                          <p:attrName>style.visibility</p:attrName>
                                        </p:attrNameLst>
                                      </p:cBhvr>
                                      <p:to>
                                        <p:strVal val="visible"/>
                                      </p:to>
                                    </p:set>
                                    <p:anim calcmode="lin" valueType="num">
                                      <p:cBhvr>
                                        <p:cTn id="197" dur="500" fill="hold"/>
                                        <p:tgtEl>
                                          <p:spTgt spid="73"/>
                                        </p:tgtEl>
                                        <p:attrNameLst>
                                          <p:attrName>ppt_w</p:attrName>
                                        </p:attrNameLst>
                                      </p:cBhvr>
                                      <p:tavLst>
                                        <p:tav tm="0">
                                          <p:val>
                                            <p:fltVal val="0"/>
                                          </p:val>
                                        </p:tav>
                                        <p:tav tm="100000">
                                          <p:val>
                                            <p:strVal val="#ppt_w"/>
                                          </p:val>
                                        </p:tav>
                                      </p:tavLst>
                                    </p:anim>
                                    <p:anim calcmode="lin" valueType="num">
                                      <p:cBhvr>
                                        <p:cTn id="198" dur="500" fill="hold"/>
                                        <p:tgtEl>
                                          <p:spTgt spid="73"/>
                                        </p:tgtEl>
                                        <p:attrNameLst>
                                          <p:attrName>ppt_h</p:attrName>
                                        </p:attrNameLst>
                                      </p:cBhvr>
                                      <p:tavLst>
                                        <p:tav tm="0">
                                          <p:val>
                                            <p:fltVal val="0"/>
                                          </p:val>
                                        </p:tav>
                                        <p:tav tm="100000">
                                          <p:val>
                                            <p:strVal val="#ppt_h"/>
                                          </p:val>
                                        </p:tav>
                                      </p:tavLst>
                                    </p:anim>
                                    <p:animEffect transition="in" filter="fade">
                                      <p:cBhvr>
                                        <p:cTn id="199" dur="500"/>
                                        <p:tgtEl>
                                          <p:spTgt spid="73"/>
                                        </p:tgtEl>
                                      </p:cBhvr>
                                    </p:animEffect>
                                  </p:childTnLst>
                                </p:cTn>
                              </p:par>
                              <p:par>
                                <p:cTn id="200" presetID="53" presetClass="entr" presetSubtype="16" fill="hold" grpId="0" nodeType="withEffect">
                                  <p:stCondLst>
                                    <p:cond delay="1250"/>
                                  </p:stCondLst>
                                  <p:childTnLst>
                                    <p:set>
                                      <p:cBhvr>
                                        <p:cTn id="201" dur="1" fill="hold">
                                          <p:stCondLst>
                                            <p:cond delay="0"/>
                                          </p:stCondLst>
                                        </p:cTn>
                                        <p:tgtEl>
                                          <p:spTgt spid="74"/>
                                        </p:tgtEl>
                                        <p:attrNameLst>
                                          <p:attrName>style.visibility</p:attrName>
                                        </p:attrNameLst>
                                      </p:cBhvr>
                                      <p:to>
                                        <p:strVal val="visible"/>
                                      </p:to>
                                    </p:set>
                                    <p:anim calcmode="lin" valueType="num">
                                      <p:cBhvr>
                                        <p:cTn id="202" dur="500" fill="hold"/>
                                        <p:tgtEl>
                                          <p:spTgt spid="74"/>
                                        </p:tgtEl>
                                        <p:attrNameLst>
                                          <p:attrName>ppt_w</p:attrName>
                                        </p:attrNameLst>
                                      </p:cBhvr>
                                      <p:tavLst>
                                        <p:tav tm="0">
                                          <p:val>
                                            <p:fltVal val="0"/>
                                          </p:val>
                                        </p:tav>
                                        <p:tav tm="100000">
                                          <p:val>
                                            <p:strVal val="#ppt_w"/>
                                          </p:val>
                                        </p:tav>
                                      </p:tavLst>
                                    </p:anim>
                                    <p:anim calcmode="lin" valueType="num">
                                      <p:cBhvr>
                                        <p:cTn id="203" dur="500" fill="hold"/>
                                        <p:tgtEl>
                                          <p:spTgt spid="74"/>
                                        </p:tgtEl>
                                        <p:attrNameLst>
                                          <p:attrName>ppt_h</p:attrName>
                                        </p:attrNameLst>
                                      </p:cBhvr>
                                      <p:tavLst>
                                        <p:tav tm="0">
                                          <p:val>
                                            <p:fltVal val="0"/>
                                          </p:val>
                                        </p:tav>
                                        <p:tav tm="100000">
                                          <p:val>
                                            <p:strVal val="#ppt_h"/>
                                          </p:val>
                                        </p:tav>
                                      </p:tavLst>
                                    </p:anim>
                                    <p:animEffect transition="in" filter="fade">
                                      <p:cBhvr>
                                        <p:cTn id="204" dur="500"/>
                                        <p:tgtEl>
                                          <p:spTgt spid="74"/>
                                        </p:tgtEl>
                                      </p:cBhvr>
                                    </p:animEffect>
                                  </p:childTnLst>
                                </p:cTn>
                              </p:par>
                              <p:par>
                                <p:cTn id="205" presetID="53" presetClass="entr" presetSubtype="16" fill="hold" grpId="0" nodeType="withEffect">
                                  <p:stCondLst>
                                    <p:cond delay="1500"/>
                                  </p:stCondLst>
                                  <p:childTnLst>
                                    <p:set>
                                      <p:cBhvr>
                                        <p:cTn id="206" dur="1" fill="hold">
                                          <p:stCondLst>
                                            <p:cond delay="0"/>
                                          </p:stCondLst>
                                        </p:cTn>
                                        <p:tgtEl>
                                          <p:spTgt spid="75"/>
                                        </p:tgtEl>
                                        <p:attrNameLst>
                                          <p:attrName>style.visibility</p:attrName>
                                        </p:attrNameLst>
                                      </p:cBhvr>
                                      <p:to>
                                        <p:strVal val="visible"/>
                                      </p:to>
                                    </p:set>
                                    <p:anim calcmode="lin" valueType="num">
                                      <p:cBhvr>
                                        <p:cTn id="207" dur="500" fill="hold"/>
                                        <p:tgtEl>
                                          <p:spTgt spid="75"/>
                                        </p:tgtEl>
                                        <p:attrNameLst>
                                          <p:attrName>ppt_w</p:attrName>
                                        </p:attrNameLst>
                                      </p:cBhvr>
                                      <p:tavLst>
                                        <p:tav tm="0">
                                          <p:val>
                                            <p:fltVal val="0"/>
                                          </p:val>
                                        </p:tav>
                                        <p:tav tm="100000">
                                          <p:val>
                                            <p:strVal val="#ppt_w"/>
                                          </p:val>
                                        </p:tav>
                                      </p:tavLst>
                                    </p:anim>
                                    <p:anim calcmode="lin" valueType="num">
                                      <p:cBhvr>
                                        <p:cTn id="208" dur="500" fill="hold"/>
                                        <p:tgtEl>
                                          <p:spTgt spid="75"/>
                                        </p:tgtEl>
                                        <p:attrNameLst>
                                          <p:attrName>ppt_h</p:attrName>
                                        </p:attrNameLst>
                                      </p:cBhvr>
                                      <p:tavLst>
                                        <p:tav tm="0">
                                          <p:val>
                                            <p:fltVal val="0"/>
                                          </p:val>
                                        </p:tav>
                                        <p:tav tm="100000">
                                          <p:val>
                                            <p:strVal val="#ppt_h"/>
                                          </p:val>
                                        </p:tav>
                                      </p:tavLst>
                                    </p:anim>
                                    <p:animEffect transition="in" filter="fade">
                                      <p:cBhvr>
                                        <p:cTn id="209" dur="500"/>
                                        <p:tgtEl>
                                          <p:spTgt spid="75"/>
                                        </p:tgtEl>
                                      </p:cBhvr>
                                    </p:animEffect>
                                  </p:childTnLst>
                                </p:cTn>
                              </p:par>
                              <p:par>
                                <p:cTn id="210" presetID="53" presetClass="entr" presetSubtype="16" fill="hold" grpId="0" nodeType="withEffect">
                                  <p:stCondLst>
                                    <p:cond delay="1750"/>
                                  </p:stCondLst>
                                  <p:childTnLst>
                                    <p:set>
                                      <p:cBhvr>
                                        <p:cTn id="211" dur="1" fill="hold">
                                          <p:stCondLst>
                                            <p:cond delay="0"/>
                                          </p:stCondLst>
                                        </p:cTn>
                                        <p:tgtEl>
                                          <p:spTgt spid="76"/>
                                        </p:tgtEl>
                                        <p:attrNameLst>
                                          <p:attrName>style.visibility</p:attrName>
                                        </p:attrNameLst>
                                      </p:cBhvr>
                                      <p:to>
                                        <p:strVal val="visible"/>
                                      </p:to>
                                    </p:set>
                                    <p:anim calcmode="lin" valueType="num">
                                      <p:cBhvr>
                                        <p:cTn id="212" dur="500" fill="hold"/>
                                        <p:tgtEl>
                                          <p:spTgt spid="76"/>
                                        </p:tgtEl>
                                        <p:attrNameLst>
                                          <p:attrName>ppt_w</p:attrName>
                                        </p:attrNameLst>
                                      </p:cBhvr>
                                      <p:tavLst>
                                        <p:tav tm="0">
                                          <p:val>
                                            <p:fltVal val="0"/>
                                          </p:val>
                                        </p:tav>
                                        <p:tav tm="100000">
                                          <p:val>
                                            <p:strVal val="#ppt_w"/>
                                          </p:val>
                                        </p:tav>
                                      </p:tavLst>
                                    </p:anim>
                                    <p:anim calcmode="lin" valueType="num">
                                      <p:cBhvr>
                                        <p:cTn id="213" dur="500" fill="hold"/>
                                        <p:tgtEl>
                                          <p:spTgt spid="76"/>
                                        </p:tgtEl>
                                        <p:attrNameLst>
                                          <p:attrName>ppt_h</p:attrName>
                                        </p:attrNameLst>
                                      </p:cBhvr>
                                      <p:tavLst>
                                        <p:tav tm="0">
                                          <p:val>
                                            <p:fltVal val="0"/>
                                          </p:val>
                                        </p:tav>
                                        <p:tav tm="100000">
                                          <p:val>
                                            <p:strVal val="#ppt_h"/>
                                          </p:val>
                                        </p:tav>
                                      </p:tavLst>
                                    </p:anim>
                                    <p:animEffect transition="in" filter="fade">
                                      <p:cBhvr>
                                        <p:cTn id="214" dur="500"/>
                                        <p:tgtEl>
                                          <p:spTgt spid="76"/>
                                        </p:tgtEl>
                                      </p:cBhvr>
                                    </p:animEffect>
                                  </p:childTnLst>
                                </p:cTn>
                              </p:par>
                              <p:par>
                                <p:cTn id="215" presetID="53" presetClass="entr" presetSubtype="16" fill="hold" grpId="0" nodeType="withEffect">
                                  <p:stCondLst>
                                    <p:cond delay="2000"/>
                                  </p:stCondLst>
                                  <p:childTnLst>
                                    <p:set>
                                      <p:cBhvr>
                                        <p:cTn id="216" dur="1" fill="hold">
                                          <p:stCondLst>
                                            <p:cond delay="0"/>
                                          </p:stCondLst>
                                        </p:cTn>
                                        <p:tgtEl>
                                          <p:spTgt spid="77"/>
                                        </p:tgtEl>
                                        <p:attrNameLst>
                                          <p:attrName>style.visibility</p:attrName>
                                        </p:attrNameLst>
                                      </p:cBhvr>
                                      <p:to>
                                        <p:strVal val="visible"/>
                                      </p:to>
                                    </p:set>
                                    <p:anim calcmode="lin" valueType="num">
                                      <p:cBhvr>
                                        <p:cTn id="217" dur="500" fill="hold"/>
                                        <p:tgtEl>
                                          <p:spTgt spid="77"/>
                                        </p:tgtEl>
                                        <p:attrNameLst>
                                          <p:attrName>ppt_w</p:attrName>
                                        </p:attrNameLst>
                                      </p:cBhvr>
                                      <p:tavLst>
                                        <p:tav tm="0">
                                          <p:val>
                                            <p:fltVal val="0"/>
                                          </p:val>
                                        </p:tav>
                                        <p:tav tm="100000">
                                          <p:val>
                                            <p:strVal val="#ppt_w"/>
                                          </p:val>
                                        </p:tav>
                                      </p:tavLst>
                                    </p:anim>
                                    <p:anim calcmode="lin" valueType="num">
                                      <p:cBhvr>
                                        <p:cTn id="218" dur="500" fill="hold"/>
                                        <p:tgtEl>
                                          <p:spTgt spid="77"/>
                                        </p:tgtEl>
                                        <p:attrNameLst>
                                          <p:attrName>ppt_h</p:attrName>
                                        </p:attrNameLst>
                                      </p:cBhvr>
                                      <p:tavLst>
                                        <p:tav tm="0">
                                          <p:val>
                                            <p:fltVal val="0"/>
                                          </p:val>
                                        </p:tav>
                                        <p:tav tm="100000">
                                          <p:val>
                                            <p:strVal val="#ppt_h"/>
                                          </p:val>
                                        </p:tav>
                                      </p:tavLst>
                                    </p:anim>
                                    <p:animEffect transition="in" filter="fade">
                                      <p:cBhvr>
                                        <p:cTn id="219" dur="500"/>
                                        <p:tgtEl>
                                          <p:spTgt spid="77"/>
                                        </p:tgtEl>
                                      </p:cBhvr>
                                    </p:animEffect>
                                  </p:childTnLst>
                                </p:cTn>
                              </p:par>
                              <p:par>
                                <p:cTn id="220" presetID="53" presetClass="entr" presetSubtype="16" fill="hold" grpId="0" nodeType="withEffect">
                                  <p:stCondLst>
                                    <p:cond delay="2250"/>
                                  </p:stCondLst>
                                  <p:childTnLst>
                                    <p:set>
                                      <p:cBhvr>
                                        <p:cTn id="221" dur="1" fill="hold">
                                          <p:stCondLst>
                                            <p:cond delay="0"/>
                                          </p:stCondLst>
                                        </p:cTn>
                                        <p:tgtEl>
                                          <p:spTgt spid="78"/>
                                        </p:tgtEl>
                                        <p:attrNameLst>
                                          <p:attrName>style.visibility</p:attrName>
                                        </p:attrNameLst>
                                      </p:cBhvr>
                                      <p:to>
                                        <p:strVal val="visible"/>
                                      </p:to>
                                    </p:set>
                                    <p:anim calcmode="lin" valueType="num">
                                      <p:cBhvr>
                                        <p:cTn id="222" dur="500" fill="hold"/>
                                        <p:tgtEl>
                                          <p:spTgt spid="78"/>
                                        </p:tgtEl>
                                        <p:attrNameLst>
                                          <p:attrName>ppt_w</p:attrName>
                                        </p:attrNameLst>
                                      </p:cBhvr>
                                      <p:tavLst>
                                        <p:tav tm="0">
                                          <p:val>
                                            <p:fltVal val="0"/>
                                          </p:val>
                                        </p:tav>
                                        <p:tav tm="100000">
                                          <p:val>
                                            <p:strVal val="#ppt_w"/>
                                          </p:val>
                                        </p:tav>
                                      </p:tavLst>
                                    </p:anim>
                                    <p:anim calcmode="lin" valueType="num">
                                      <p:cBhvr>
                                        <p:cTn id="223" dur="500" fill="hold"/>
                                        <p:tgtEl>
                                          <p:spTgt spid="78"/>
                                        </p:tgtEl>
                                        <p:attrNameLst>
                                          <p:attrName>ppt_h</p:attrName>
                                        </p:attrNameLst>
                                      </p:cBhvr>
                                      <p:tavLst>
                                        <p:tav tm="0">
                                          <p:val>
                                            <p:fltVal val="0"/>
                                          </p:val>
                                        </p:tav>
                                        <p:tav tm="100000">
                                          <p:val>
                                            <p:strVal val="#ppt_h"/>
                                          </p:val>
                                        </p:tav>
                                      </p:tavLst>
                                    </p:anim>
                                    <p:animEffect transition="in" filter="fade">
                                      <p:cBhvr>
                                        <p:cTn id="224" dur="500"/>
                                        <p:tgtEl>
                                          <p:spTgt spid="78"/>
                                        </p:tgtEl>
                                      </p:cBhvr>
                                    </p:animEffect>
                                  </p:childTnLst>
                                </p:cTn>
                              </p:par>
                              <p:par>
                                <p:cTn id="225" presetID="53" presetClass="entr" presetSubtype="16" fill="hold" grpId="0" nodeType="withEffect">
                                  <p:stCondLst>
                                    <p:cond delay="2500"/>
                                  </p:stCondLst>
                                  <p:childTnLst>
                                    <p:set>
                                      <p:cBhvr>
                                        <p:cTn id="226" dur="1" fill="hold">
                                          <p:stCondLst>
                                            <p:cond delay="0"/>
                                          </p:stCondLst>
                                        </p:cTn>
                                        <p:tgtEl>
                                          <p:spTgt spid="79"/>
                                        </p:tgtEl>
                                        <p:attrNameLst>
                                          <p:attrName>style.visibility</p:attrName>
                                        </p:attrNameLst>
                                      </p:cBhvr>
                                      <p:to>
                                        <p:strVal val="visible"/>
                                      </p:to>
                                    </p:set>
                                    <p:anim calcmode="lin" valueType="num">
                                      <p:cBhvr>
                                        <p:cTn id="227" dur="500" fill="hold"/>
                                        <p:tgtEl>
                                          <p:spTgt spid="79"/>
                                        </p:tgtEl>
                                        <p:attrNameLst>
                                          <p:attrName>ppt_w</p:attrName>
                                        </p:attrNameLst>
                                      </p:cBhvr>
                                      <p:tavLst>
                                        <p:tav tm="0">
                                          <p:val>
                                            <p:fltVal val="0"/>
                                          </p:val>
                                        </p:tav>
                                        <p:tav tm="100000">
                                          <p:val>
                                            <p:strVal val="#ppt_w"/>
                                          </p:val>
                                        </p:tav>
                                      </p:tavLst>
                                    </p:anim>
                                    <p:anim calcmode="lin" valueType="num">
                                      <p:cBhvr>
                                        <p:cTn id="228" dur="500" fill="hold"/>
                                        <p:tgtEl>
                                          <p:spTgt spid="79"/>
                                        </p:tgtEl>
                                        <p:attrNameLst>
                                          <p:attrName>ppt_h</p:attrName>
                                        </p:attrNameLst>
                                      </p:cBhvr>
                                      <p:tavLst>
                                        <p:tav tm="0">
                                          <p:val>
                                            <p:fltVal val="0"/>
                                          </p:val>
                                        </p:tav>
                                        <p:tav tm="100000">
                                          <p:val>
                                            <p:strVal val="#ppt_h"/>
                                          </p:val>
                                        </p:tav>
                                      </p:tavLst>
                                    </p:anim>
                                    <p:animEffect transition="in" filter="fade">
                                      <p:cBhvr>
                                        <p:cTn id="229" dur="500"/>
                                        <p:tgtEl>
                                          <p:spTgt spid="79"/>
                                        </p:tgtEl>
                                      </p:cBhvr>
                                    </p:animEffect>
                                  </p:childTnLst>
                                </p:cTn>
                              </p:par>
                              <p:par>
                                <p:cTn id="230" presetID="53" presetClass="entr" presetSubtype="16" fill="hold" grpId="0" nodeType="withEffect">
                                  <p:stCondLst>
                                    <p:cond delay="500"/>
                                  </p:stCondLst>
                                  <p:childTnLst>
                                    <p:set>
                                      <p:cBhvr>
                                        <p:cTn id="231" dur="1" fill="hold">
                                          <p:stCondLst>
                                            <p:cond delay="0"/>
                                          </p:stCondLst>
                                        </p:cTn>
                                        <p:tgtEl>
                                          <p:spTgt spid="80"/>
                                        </p:tgtEl>
                                        <p:attrNameLst>
                                          <p:attrName>style.visibility</p:attrName>
                                        </p:attrNameLst>
                                      </p:cBhvr>
                                      <p:to>
                                        <p:strVal val="visible"/>
                                      </p:to>
                                    </p:set>
                                    <p:anim calcmode="lin" valueType="num">
                                      <p:cBhvr>
                                        <p:cTn id="232" dur="500" fill="hold"/>
                                        <p:tgtEl>
                                          <p:spTgt spid="80"/>
                                        </p:tgtEl>
                                        <p:attrNameLst>
                                          <p:attrName>ppt_w</p:attrName>
                                        </p:attrNameLst>
                                      </p:cBhvr>
                                      <p:tavLst>
                                        <p:tav tm="0">
                                          <p:val>
                                            <p:fltVal val="0"/>
                                          </p:val>
                                        </p:tav>
                                        <p:tav tm="100000">
                                          <p:val>
                                            <p:strVal val="#ppt_w"/>
                                          </p:val>
                                        </p:tav>
                                      </p:tavLst>
                                    </p:anim>
                                    <p:anim calcmode="lin" valueType="num">
                                      <p:cBhvr>
                                        <p:cTn id="233" dur="500" fill="hold"/>
                                        <p:tgtEl>
                                          <p:spTgt spid="80"/>
                                        </p:tgtEl>
                                        <p:attrNameLst>
                                          <p:attrName>ppt_h</p:attrName>
                                        </p:attrNameLst>
                                      </p:cBhvr>
                                      <p:tavLst>
                                        <p:tav tm="0">
                                          <p:val>
                                            <p:fltVal val="0"/>
                                          </p:val>
                                        </p:tav>
                                        <p:tav tm="100000">
                                          <p:val>
                                            <p:strVal val="#ppt_h"/>
                                          </p:val>
                                        </p:tav>
                                      </p:tavLst>
                                    </p:anim>
                                    <p:animEffect transition="in" filter="fade">
                                      <p:cBhvr>
                                        <p:cTn id="234" dur="500"/>
                                        <p:tgtEl>
                                          <p:spTgt spid="80"/>
                                        </p:tgtEl>
                                      </p:cBhvr>
                                    </p:animEffect>
                                  </p:childTnLst>
                                </p:cTn>
                              </p:par>
                              <p:par>
                                <p:cTn id="235" presetID="53" presetClass="entr" presetSubtype="16" fill="hold" grpId="0" nodeType="withEffect">
                                  <p:stCondLst>
                                    <p:cond delay="750"/>
                                  </p:stCondLst>
                                  <p:childTnLst>
                                    <p:set>
                                      <p:cBhvr>
                                        <p:cTn id="236" dur="1" fill="hold">
                                          <p:stCondLst>
                                            <p:cond delay="0"/>
                                          </p:stCondLst>
                                        </p:cTn>
                                        <p:tgtEl>
                                          <p:spTgt spid="81"/>
                                        </p:tgtEl>
                                        <p:attrNameLst>
                                          <p:attrName>style.visibility</p:attrName>
                                        </p:attrNameLst>
                                      </p:cBhvr>
                                      <p:to>
                                        <p:strVal val="visible"/>
                                      </p:to>
                                    </p:set>
                                    <p:anim calcmode="lin" valueType="num">
                                      <p:cBhvr>
                                        <p:cTn id="237" dur="500" fill="hold"/>
                                        <p:tgtEl>
                                          <p:spTgt spid="81"/>
                                        </p:tgtEl>
                                        <p:attrNameLst>
                                          <p:attrName>ppt_w</p:attrName>
                                        </p:attrNameLst>
                                      </p:cBhvr>
                                      <p:tavLst>
                                        <p:tav tm="0">
                                          <p:val>
                                            <p:fltVal val="0"/>
                                          </p:val>
                                        </p:tav>
                                        <p:tav tm="100000">
                                          <p:val>
                                            <p:strVal val="#ppt_w"/>
                                          </p:val>
                                        </p:tav>
                                      </p:tavLst>
                                    </p:anim>
                                    <p:anim calcmode="lin" valueType="num">
                                      <p:cBhvr>
                                        <p:cTn id="238" dur="500" fill="hold"/>
                                        <p:tgtEl>
                                          <p:spTgt spid="81"/>
                                        </p:tgtEl>
                                        <p:attrNameLst>
                                          <p:attrName>ppt_h</p:attrName>
                                        </p:attrNameLst>
                                      </p:cBhvr>
                                      <p:tavLst>
                                        <p:tav tm="0">
                                          <p:val>
                                            <p:fltVal val="0"/>
                                          </p:val>
                                        </p:tav>
                                        <p:tav tm="100000">
                                          <p:val>
                                            <p:strVal val="#ppt_h"/>
                                          </p:val>
                                        </p:tav>
                                      </p:tavLst>
                                    </p:anim>
                                    <p:animEffect transition="in" filter="fade">
                                      <p:cBhvr>
                                        <p:cTn id="239" dur="500"/>
                                        <p:tgtEl>
                                          <p:spTgt spid="81"/>
                                        </p:tgtEl>
                                      </p:cBhvr>
                                    </p:animEffect>
                                  </p:childTnLst>
                                </p:cTn>
                              </p:par>
                              <p:par>
                                <p:cTn id="240" presetID="53" presetClass="entr" presetSubtype="16" fill="hold" grpId="0" nodeType="withEffect">
                                  <p:stCondLst>
                                    <p:cond delay="1000"/>
                                  </p:stCondLst>
                                  <p:childTnLst>
                                    <p:set>
                                      <p:cBhvr>
                                        <p:cTn id="241" dur="1" fill="hold">
                                          <p:stCondLst>
                                            <p:cond delay="0"/>
                                          </p:stCondLst>
                                        </p:cTn>
                                        <p:tgtEl>
                                          <p:spTgt spid="82"/>
                                        </p:tgtEl>
                                        <p:attrNameLst>
                                          <p:attrName>style.visibility</p:attrName>
                                        </p:attrNameLst>
                                      </p:cBhvr>
                                      <p:to>
                                        <p:strVal val="visible"/>
                                      </p:to>
                                    </p:set>
                                    <p:anim calcmode="lin" valueType="num">
                                      <p:cBhvr>
                                        <p:cTn id="242" dur="500" fill="hold"/>
                                        <p:tgtEl>
                                          <p:spTgt spid="82"/>
                                        </p:tgtEl>
                                        <p:attrNameLst>
                                          <p:attrName>ppt_w</p:attrName>
                                        </p:attrNameLst>
                                      </p:cBhvr>
                                      <p:tavLst>
                                        <p:tav tm="0">
                                          <p:val>
                                            <p:fltVal val="0"/>
                                          </p:val>
                                        </p:tav>
                                        <p:tav tm="100000">
                                          <p:val>
                                            <p:strVal val="#ppt_w"/>
                                          </p:val>
                                        </p:tav>
                                      </p:tavLst>
                                    </p:anim>
                                    <p:anim calcmode="lin" valueType="num">
                                      <p:cBhvr>
                                        <p:cTn id="243" dur="500" fill="hold"/>
                                        <p:tgtEl>
                                          <p:spTgt spid="82"/>
                                        </p:tgtEl>
                                        <p:attrNameLst>
                                          <p:attrName>ppt_h</p:attrName>
                                        </p:attrNameLst>
                                      </p:cBhvr>
                                      <p:tavLst>
                                        <p:tav tm="0">
                                          <p:val>
                                            <p:fltVal val="0"/>
                                          </p:val>
                                        </p:tav>
                                        <p:tav tm="100000">
                                          <p:val>
                                            <p:strVal val="#ppt_h"/>
                                          </p:val>
                                        </p:tav>
                                      </p:tavLst>
                                    </p:anim>
                                    <p:animEffect transition="in" filter="fade">
                                      <p:cBhvr>
                                        <p:cTn id="244" dur="500"/>
                                        <p:tgtEl>
                                          <p:spTgt spid="82"/>
                                        </p:tgtEl>
                                      </p:cBhvr>
                                    </p:animEffect>
                                  </p:childTnLst>
                                </p:cTn>
                              </p:par>
                              <p:par>
                                <p:cTn id="245" presetID="53" presetClass="entr" presetSubtype="16" fill="hold" grpId="0" nodeType="withEffect">
                                  <p:stCondLst>
                                    <p:cond delay="1250"/>
                                  </p:stCondLst>
                                  <p:childTnLst>
                                    <p:set>
                                      <p:cBhvr>
                                        <p:cTn id="246" dur="1" fill="hold">
                                          <p:stCondLst>
                                            <p:cond delay="0"/>
                                          </p:stCondLst>
                                        </p:cTn>
                                        <p:tgtEl>
                                          <p:spTgt spid="83"/>
                                        </p:tgtEl>
                                        <p:attrNameLst>
                                          <p:attrName>style.visibility</p:attrName>
                                        </p:attrNameLst>
                                      </p:cBhvr>
                                      <p:to>
                                        <p:strVal val="visible"/>
                                      </p:to>
                                    </p:set>
                                    <p:anim calcmode="lin" valueType="num">
                                      <p:cBhvr>
                                        <p:cTn id="247" dur="500" fill="hold"/>
                                        <p:tgtEl>
                                          <p:spTgt spid="83"/>
                                        </p:tgtEl>
                                        <p:attrNameLst>
                                          <p:attrName>ppt_w</p:attrName>
                                        </p:attrNameLst>
                                      </p:cBhvr>
                                      <p:tavLst>
                                        <p:tav tm="0">
                                          <p:val>
                                            <p:fltVal val="0"/>
                                          </p:val>
                                        </p:tav>
                                        <p:tav tm="100000">
                                          <p:val>
                                            <p:strVal val="#ppt_w"/>
                                          </p:val>
                                        </p:tav>
                                      </p:tavLst>
                                    </p:anim>
                                    <p:anim calcmode="lin" valueType="num">
                                      <p:cBhvr>
                                        <p:cTn id="248" dur="500" fill="hold"/>
                                        <p:tgtEl>
                                          <p:spTgt spid="83"/>
                                        </p:tgtEl>
                                        <p:attrNameLst>
                                          <p:attrName>ppt_h</p:attrName>
                                        </p:attrNameLst>
                                      </p:cBhvr>
                                      <p:tavLst>
                                        <p:tav tm="0">
                                          <p:val>
                                            <p:fltVal val="0"/>
                                          </p:val>
                                        </p:tav>
                                        <p:tav tm="100000">
                                          <p:val>
                                            <p:strVal val="#ppt_h"/>
                                          </p:val>
                                        </p:tav>
                                      </p:tavLst>
                                    </p:anim>
                                    <p:animEffect transition="in" filter="fade">
                                      <p:cBhvr>
                                        <p:cTn id="249" dur="500"/>
                                        <p:tgtEl>
                                          <p:spTgt spid="83"/>
                                        </p:tgtEl>
                                      </p:cBhvr>
                                    </p:animEffect>
                                  </p:childTnLst>
                                </p:cTn>
                              </p:par>
                              <p:par>
                                <p:cTn id="250" presetID="53" presetClass="entr" presetSubtype="16" fill="hold" grpId="0" nodeType="withEffect">
                                  <p:stCondLst>
                                    <p:cond delay="1500"/>
                                  </p:stCondLst>
                                  <p:childTnLst>
                                    <p:set>
                                      <p:cBhvr>
                                        <p:cTn id="251" dur="1" fill="hold">
                                          <p:stCondLst>
                                            <p:cond delay="0"/>
                                          </p:stCondLst>
                                        </p:cTn>
                                        <p:tgtEl>
                                          <p:spTgt spid="84"/>
                                        </p:tgtEl>
                                        <p:attrNameLst>
                                          <p:attrName>style.visibility</p:attrName>
                                        </p:attrNameLst>
                                      </p:cBhvr>
                                      <p:to>
                                        <p:strVal val="visible"/>
                                      </p:to>
                                    </p:set>
                                    <p:anim calcmode="lin" valueType="num">
                                      <p:cBhvr>
                                        <p:cTn id="252" dur="500" fill="hold"/>
                                        <p:tgtEl>
                                          <p:spTgt spid="84"/>
                                        </p:tgtEl>
                                        <p:attrNameLst>
                                          <p:attrName>ppt_w</p:attrName>
                                        </p:attrNameLst>
                                      </p:cBhvr>
                                      <p:tavLst>
                                        <p:tav tm="0">
                                          <p:val>
                                            <p:fltVal val="0"/>
                                          </p:val>
                                        </p:tav>
                                        <p:tav tm="100000">
                                          <p:val>
                                            <p:strVal val="#ppt_w"/>
                                          </p:val>
                                        </p:tav>
                                      </p:tavLst>
                                    </p:anim>
                                    <p:anim calcmode="lin" valueType="num">
                                      <p:cBhvr>
                                        <p:cTn id="253" dur="500" fill="hold"/>
                                        <p:tgtEl>
                                          <p:spTgt spid="84"/>
                                        </p:tgtEl>
                                        <p:attrNameLst>
                                          <p:attrName>ppt_h</p:attrName>
                                        </p:attrNameLst>
                                      </p:cBhvr>
                                      <p:tavLst>
                                        <p:tav tm="0">
                                          <p:val>
                                            <p:fltVal val="0"/>
                                          </p:val>
                                        </p:tav>
                                        <p:tav tm="100000">
                                          <p:val>
                                            <p:strVal val="#ppt_h"/>
                                          </p:val>
                                        </p:tav>
                                      </p:tavLst>
                                    </p:anim>
                                    <p:animEffect transition="in" filter="fade">
                                      <p:cBhvr>
                                        <p:cTn id="254" dur="500"/>
                                        <p:tgtEl>
                                          <p:spTgt spid="84"/>
                                        </p:tgtEl>
                                      </p:cBhvr>
                                    </p:animEffect>
                                  </p:childTnLst>
                                </p:cTn>
                              </p:par>
                              <p:par>
                                <p:cTn id="255" presetID="53" presetClass="entr" presetSubtype="16" fill="hold" grpId="0" nodeType="withEffect">
                                  <p:stCondLst>
                                    <p:cond delay="1750"/>
                                  </p:stCondLst>
                                  <p:childTnLst>
                                    <p:set>
                                      <p:cBhvr>
                                        <p:cTn id="256" dur="1" fill="hold">
                                          <p:stCondLst>
                                            <p:cond delay="0"/>
                                          </p:stCondLst>
                                        </p:cTn>
                                        <p:tgtEl>
                                          <p:spTgt spid="85"/>
                                        </p:tgtEl>
                                        <p:attrNameLst>
                                          <p:attrName>style.visibility</p:attrName>
                                        </p:attrNameLst>
                                      </p:cBhvr>
                                      <p:to>
                                        <p:strVal val="visible"/>
                                      </p:to>
                                    </p:set>
                                    <p:anim calcmode="lin" valueType="num">
                                      <p:cBhvr>
                                        <p:cTn id="257" dur="500" fill="hold"/>
                                        <p:tgtEl>
                                          <p:spTgt spid="85"/>
                                        </p:tgtEl>
                                        <p:attrNameLst>
                                          <p:attrName>ppt_w</p:attrName>
                                        </p:attrNameLst>
                                      </p:cBhvr>
                                      <p:tavLst>
                                        <p:tav tm="0">
                                          <p:val>
                                            <p:fltVal val="0"/>
                                          </p:val>
                                        </p:tav>
                                        <p:tav tm="100000">
                                          <p:val>
                                            <p:strVal val="#ppt_w"/>
                                          </p:val>
                                        </p:tav>
                                      </p:tavLst>
                                    </p:anim>
                                    <p:anim calcmode="lin" valueType="num">
                                      <p:cBhvr>
                                        <p:cTn id="258" dur="500" fill="hold"/>
                                        <p:tgtEl>
                                          <p:spTgt spid="85"/>
                                        </p:tgtEl>
                                        <p:attrNameLst>
                                          <p:attrName>ppt_h</p:attrName>
                                        </p:attrNameLst>
                                      </p:cBhvr>
                                      <p:tavLst>
                                        <p:tav tm="0">
                                          <p:val>
                                            <p:fltVal val="0"/>
                                          </p:val>
                                        </p:tav>
                                        <p:tav tm="100000">
                                          <p:val>
                                            <p:strVal val="#ppt_h"/>
                                          </p:val>
                                        </p:tav>
                                      </p:tavLst>
                                    </p:anim>
                                    <p:animEffect transition="in" filter="fade">
                                      <p:cBhvr>
                                        <p:cTn id="259" dur="500"/>
                                        <p:tgtEl>
                                          <p:spTgt spid="85"/>
                                        </p:tgtEl>
                                      </p:cBhvr>
                                    </p:animEffect>
                                  </p:childTnLst>
                                </p:cTn>
                              </p:par>
                              <p:par>
                                <p:cTn id="260" presetID="53" presetClass="entr" presetSubtype="16" fill="hold" grpId="0" nodeType="withEffect">
                                  <p:stCondLst>
                                    <p:cond delay="2000"/>
                                  </p:stCondLst>
                                  <p:childTnLst>
                                    <p:set>
                                      <p:cBhvr>
                                        <p:cTn id="261" dur="1" fill="hold">
                                          <p:stCondLst>
                                            <p:cond delay="0"/>
                                          </p:stCondLst>
                                        </p:cTn>
                                        <p:tgtEl>
                                          <p:spTgt spid="86"/>
                                        </p:tgtEl>
                                        <p:attrNameLst>
                                          <p:attrName>style.visibility</p:attrName>
                                        </p:attrNameLst>
                                      </p:cBhvr>
                                      <p:to>
                                        <p:strVal val="visible"/>
                                      </p:to>
                                    </p:set>
                                    <p:anim calcmode="lin" valueType="num">
                                      <p:cBhvr>
                                        <p:cTn id="262" dur="500" fill="hold"/>
                                        <p:tgtEl>
                                          <p:spTgt spid="86"/>
                                        </p:tgtEl>
                                        <p:attrNameLst>
                                          <p:attrName>ppt_w</p:attrName>
                                        </p:attrNameLst>
                                      </p:cBhvr>
                                      <p:tavLst>
                                        <p:tav tm="0">
                                          <p:val>
                                            <p:fltVal val="0"/>
                                          </p:val>
                                        </p:tav>
                                        <p:tav tm="100000">
                                          <p:val>
                                            <p:strVal val="#ppt_w"/>
                                          </p:val>
                                        </p:tav>
                                      </p:tavLst>
                                    </p:anim>
                                    <p:anim calcmode="lin" valueType="num">
                                      <p:cBhvr>
                                        <p:cTn id="263" dur="500" fill="hold"/>
                                        <p:tgtEl>
                                          <p:spTgt spid="86"/>
                                        </p:tgtEl>
                                        <p:attrNameLst>
                                          <p:attrName>ppt_h</p:attrName>
                                        </p:attrNameLst>
                                      </p:cBhvr>
                                      <p:tavLst>
                                        <p:tav tm="0">
                                          <p:val>
                                            <p:fltVal val="0"/>
                                          </p:val>
                                        </p:tav>
                                        <p:tav tm="100000">
                                          <p:val>
                                            <p:strVal val="#ppt_h"/>
                                          </p:val>
                                        </p:tav>
                                      </p:tavLst>
                                    </p:anim>
                                    <p:animEffect transition="in" filter="fade">
                                      <p:cBhvr>
                                        <p:cTn id="264" dur="500"/>
                                        <p:tgtEl>
                                          <p:spTgt spid="86"/>
                                        </p:tgtEl>
                                      </p:cBhvr>
                                    </p:animEffect>
                                  </p:childTnLst>
                                </p:cTn>
                              </p:par>
                              <p:par>
                                <p:cTn id="265" presetID="53" presetClass="entr" presetSubtype="16" fill="hold" grpId="0" nodeType="withEffect">
                                  <p:stCondLst>
                                    <p:cond delay="500"/>
                                  </p:stCondLst>
                                  <p:childTnLst>
                                    <p:set>
                                      <p:cBhvr>
                                        <p:cTn id="266" dur="1" fill="hold">
                                          <p:stCondLst>
                                            <p:cond delay="0"/>
                                          </p:stCondLst>
                                        </p:cTn>
                                        <p:tgtEl>
                                          <p:spTgt spid="87"/>
                                        </p:tgtEl>
                                        <p:attrNameLst>
                                          <p:attrName>style.visibility</p:attrName>
                                        </p:attrNameLst>
                                      </p:cBhvr>
                                      <p:to>
                                        <p:strVal val="visible"/>
                                      </p:to>
                                    </p:set>
                                    <p:anim calcmode="lin" valueType="num">
                                      <p:cBhvr>
                                        <p:cTn id="267" dur="500" fill="hold"/>
                                        <p:tgtEl>
                                          <p:spTgt spid="87"/>
                                        </p:tgtEl>
                                        <p:attrNameLst>
                                          <p:attrName>ppt_w</p:attrName>
                                        </p:attrNameLst>
                                      </p:cBhvr>
                                      <p:tavLst>
                                        <p:tav tm="0">
                                          <p:val>
                                            <p:fltVal val="0"/>
                                          </p:val>
                                        </p:tav>
                                        <p:tav tm="100000">
                                          <p:val>
                                            <p:strVal val="#ppt_w"/>
                                          </p:val>
                                        </p:tav>
                                      </p:tavLst>
                                    </p:anim>
                                    <p:anim calcmode="lin" valueType="num">
                                      <p:cBhvr>
                                        <p:cTn id="268" dur="500" fill="hold"/>
                                        <p:tgtEl>
                                          <p:spTgt spid="87"/>
                                        </p:tgtEl>
                                        <p:attrNameLst>
                                          <p:attrName>ppt_h</p:attrName>
                                        </p:attrNameLst>
                                      </p:cBhvr>
                                      <p:tavLst>
                                        <p:tav tm="0">
                                          <p:val>
                                            <p:fltVal val="0"/>
                                          </p:val>
                                        </p:tav>
                                        <p:tav tm="100000">
                                          <p:val>
                                            <p:strVal val="#ppt_h"/>
                                          </p:val>
                                        </p:tav>
                                      </p:tavLst>
                                    </p:anim>
                                    <p:animEffect transition="in" filter="fade">
                                      <p:cBhvr>
                                        <p:cTn id="269" dur="500"/>
                                        <p:tgtEl>
                                          <p:spTgt spid="87"/>
                                        </p:tgtEl>
                                      </p:cBhvr>
                                    </p:animEffect>
                                  </p:childTnLst>
                                </p:cTn>
                              </p:par>
                              <p:par>
                                <p:cTn id="270" presetID="53" presetClass="entr" presetSubtype="16" fill="hold" grpId="0" nodeType="withEffect">
                                  <p:stCondLst>
                                    <p:cond delay="750"/>
                                  </p:stCondLst>
                                  <p:childTnLst>
                                    <p:set>
                                      <p:cBhvr>
                                        <p:cTn id="271" dur="1" fill="hold">
                                          <p:stCondLst>
                                            <p:cond delay="0"/>
                                          </p:stCondLst>
                                        </p:cTn>
                                        <p:tgtEl>
                                          <p:spTgt spid="88"/>
                                        </p:tgtEl>
                                        <p:attrNameLst>
                                          <p:attrName>style.visibility</p:attrName>
                                        </p:attrNameLst>
                                      </p:cBhvr>
                                      <p:to>
                                        <p:strVal val="visible"/>
                                      </p:to>
                                    </p:set>
                                    <p:anim calcmode="lin" valueType="num">
                                      <p:cBhvr>
                                        <p:cTn id="272" dur="500" fill="hold"/>
                                        <p:tgtEl>
                                          <p:spTgt spid="88"/>
                                        </p:tgtEl>
                                        <p:attrNameLst>
                                          <p:attrName>ppt_w</p:attrName>
                                        </p:attrNameLst>
                                      </p:cBhvr>
                                      <p:tavLst>
                                        <p:tav tm="0">
                                          <p:val>
                                            <p:fltVal val="0"/>
                                          </p:val>
                                        </p:tav>
                                        <p:tav tm="100000">
                                          <p:val>
                                            <p:strVal val="#ppt_w"/>
                                          </p:val>
                                        </p:tav>
                                      </p:tavLst>
                                    </p:anim>
                                    <p:anim calcmode="lin" valueType="num">
                                      <p:cBhvr>
                                        <p:cTn id="273" dur="500" fill="hold"/>
                                        <p:tgtEl>
                                          <p:spTgt spid="88"/>
                                        </p:tgtEl>
                                        <p:attrNameLst>
                                          <p:attrName>ppt_h</p:attrName>
                                        </p:attrNameLst>
                                      </p:cBhvr>
                                      <p:tavLst>
                                        <p:tav tm="0">
                                          <p:val>
                                            <p:fltVal val="0"/>
                                          </p:val>
                                        </p:tav>
                                        <p:tav tm="100000">
                                          <p:val>
                                            <p:strVal val="#ppt_h"/>
                                          </p:val>
                                        </p:tav>
                                      </p:tavLst>
                                    </p:anim>
                                    <p:animEffect transition="in" filter="fade">
                                      <p:cBhvr>
                                        <p:cTn id="274" dur="500"/>
                                        <p:tgtEl>
                                          <p:spTgt spid="88"/>
                                        </p:tgtEl>
                                      </p:cBhvr>
                                    </p:animEffect>
                                  </p:childTnLst>
                                </p:cTn>
                              </p:par>
                              <p:par>
                                <p:cTn id="275" presetID="53" presetClass="entr" presetSubtype="16" fill="hold" grpId="0" nodeType="withEffect">
                                  <p:stCondLst>
                                    <p:cond delay="1000"/>
                                  </p:stCondLst>
                                  <p:childTnLst>
                                    <p:set>
                                      <p:cBhvr>
                                        <p:cTn id="276" dur="1" fill="hold">
                                          <p:stCondLst>
                                            <p:cond delay="0"/>
                                          </p:stCondLst>
                                        </p:cTn>
                                        <p:tgtEl>
                                          <p:spTgt spid="89"/>
                                        </p:tgtEl>
                                        <p:attrNameLst>
                                          <p:attrName>style.visibility</p:attrName>
                                        </p:attrNameLst>
                                      </p:cBhvr>
                                      <p:to>
                                        <p:strVal val="visible"/>
                                      </p:to>
                                    </p:set>
                                    <p:anim calcmode="lin" valueType="num">
                                      <p:cBhvr>
                                        <p:cTn id="277" dur="500" fill="hold"/>
                                        <p:tgtEl>
                                          <p:spTgt spid="89"/>
                                        </p:tgtEl>
                                        <p:attrNameLst>
                                          <p:attrName>ppt_w</p:attrName>
                                        </p:attrNameLst>
                                      </p:cBhvr>
                                      <p:tavLst>
                                        <p:tav tm="0">
                                          <p:val>
                                            <p:fltVal val="0"/>
                                          </p:val>
                                        </p:tav>
                                        <p:tav tm="100000">
                                          <p:val>
                                            <p:strVal val="#ppt_w"/>
                                          </p:val>
                                        </p:tav>
                                      </p:tavLst>
                                    </p:anim>
                                    <p:anim calcmode="lin" valueType="num">
                                      <p:cBhvr>
                                        <p:cTn id="278" dur="500" fill="hold"/>
                                        <p:tgtEl>
                                          <p:spTgt spid="89"/>
                                        </p:tgtEl>
                                        <p:attrNameLst>
                                          <p:attrName>ppt_h</p:attrName>
                                        </p:attrNameLst>
                                      </p:cBhvr>
                                      <p:tavLst>
                                        <p:tav tm="0">
                                          <p:val>
                                            <p:fltVal val="0"/>
                                          </p:val>
                                        </p:tav>
                                        <p:tav tm="100000">
                                          <p:val>
                                            <p:strVal val="#ppt_h"/>
                                          </p:val>
                                        </p:tav>
                                      </p:tavLst>
                                    </p:anim>
                                    <p:animEffect transition="in" filter="fade">
                                      <p:cBhvr>
                                        <p:cTn id="279" dur="500"/>
                                        <p:tgtEl>
                                          <p:spTgt spid="89"/>
                                        </p:tgtEl>
                                      </p:cBhvr>
                                    </p:animEffect>
                                  </p:childTnLst>
                                </p:cTn>
                              </p:par>
                              <p:par>
                                <p:cTn id="280" presetID="53" presetClass="entr" presetSubtype="16" fill="hold" grpId="0" nodeType="withEffect">
                                  <p:stCondLst>
                                    <p:cond delay="1250"/>
                                  </p:stCondLst>
                                  <p:childTnLst>
                                    <p:set>
                                      <p:cBhvr>
                                        <p:cTn id="281" dur="1" fill="hold">
                                          <p:stCondLst>
                                            <p:cond delay="0"/>
                                          </p:stCondLst>
                                        </p:cTn>
                                        <p:tgtEl>
                                          <p:spTgt spid="90"/>
                                        </p:tgtEl>
                                        <p:attrNameLst>
                                          <p:attrName>style.visibility</p:attrName>
                                        </p:attrNameLst>
                                      </p:cBhvr>
                                      <p:to>
                                        <p:strVal val="visible"/>
                                      </p:to>
                                    </p:set>
                                    <p:anim calcmode="lin" valueType="num">
                                      <p:cBhvr>
                                        <p:cTn id="282" dur="500" fill="hold"/>
                                        <p:tgtEl>
                                          <p:spTgt spid="90"/>
                                        </p:tgtEl>
                                        <p:attrNameLst>
                                          <p:attrName>ppt_w</p:attrName>
                                        </p:attrNameLst>
                                      </p:cBhvr>
                                      <p:tavLst>
                                        <p:tav tm="0">
                                          <p:val>
                                            <p:fltVal val="0"/>
                                          </p:val>
                                        </p:tav>
                                        <p:tav tm="100000">
                                          <p:val>
                                            <p:strVal val="#ppt_w"/>
                                          </p:val>
                                        </p:tav>
                                      </p:tavLst>
                                    </p:anim>
                                    <p:anim calcmode="lin" valueType="num">
                                      <p:cBhvr>
                                        <p:cTn id="283" dur="500" fill="hold"/>
                                        <p:tgtEl>
                                          <p:spTgt spid="90"/>
                                        </p:tgtEl>
                                        <p:attrNameLst>
                                          <p:attrName>ppt_h</p:attrName>
                                        </p:attrNameLst>
                                      </p:cBhvr>
                                      <p:tavLst>
                                        <p:tav tm="0">
                                          <p:val>
                                            <p:fltVal val="0"/>
                                          </p:val>
                                        </p:tav>
                                        <p:tav tm="100000">
                                          <p:val>
                                            <p:strVal val="#ppt_h"/>
                                          </p:val>
                                        </p:tav>
                                      </p:tavLst>
                                    </p:anim>
                                    <p:animEffect transition="in" filter="fade">
                                      <p:cBhvr>
                                        <p:cTn id="284" dur="500"/>
                                        <p:tgtEl>
                                          <p:spTgt spid="90"/>
                                        </p:tgtEl>
                                      </p:cBhvr>
                                    </p:animEffect>
                                  </p:childTnLst>
                                </p:cTn>
                              </p:par>
                              <p:par>
                                <p:cTn id="285" presetID="53" presetClass="entr" presetSubtype="16" fill="hold" grpId="0" nodeType="withEffect">
                                  <p:stCondLst>
                                    <p:cond delay="1500"/>
                                  </p:stCondLst>
                                  <p:childTnLst>
                                    <p:set>
                                      <p:cBhvr>
                                        <p:cTn id="286" dur="1" fill="hold">
                                          <p:stCondLst>
                                            <p:cond delay="0"/>
                                          </p:stCondLst>
                                        </p:cTn>
                                        <p:tgtEl>
                                          <p:spTgt spid="91"/>
                                        </p:tgtEl>
                                        <p:attrNameLst>
                                          <p:attrName>style.visibility</p:attrName>
                                        </p:attrNameLst>
                                      </p:cBhvr>
                                      <p:to>
                                        <p:strVal val="visible"/>
                                      </p:to>
                                    </p:set>
                                    <p:anim calcmode="lin" valueType="num">
                                      <p:cBhvr>
                                        <p:cTn id="287" dur="500" fill="hold"/>
                                        <p:tgtEl>
                                          <p:spTgt spid="91"/>
                                        </p:tgtEl>
                                        <p:attrNameLst>
                                          <p:attrName>ppt_w</p:attrName>
                                        </p:attrNameLst>
                                      </p:cBhvr>
                                      <p:tavLst>
                                        <p:tav tm="0">
                                          <p:val>
                                            <p:fltVal val="0"/>
                                          </p:val>
                                        </p:tav>
                                        <p:tav tm="100000">
                                          <p:val>
                                            <p:strVal val="#ppt_w"/>
                                          </p:val>
                                        </p:tav>
                                      </p:tavLst>
                                    </p:anim>
                                    <p:anim calcmode="lin" valueType="num">
                                      <p:cBhvr>
                                        <p:cTn id="288" dur="500" fill="hold"/>
                                        <p:tgtEl>
                                          <p:spTgt spid="91"/>
                                        </p:tgtEl>
                                        <p:attrNameLst>
                                          <p:attrName>ppt_h</p:attrName>
                                        </p:attrNameLst>
                                      </p:cBhvr>
                                      <p:tavLst>
                                        <p:tav tm="0">
                                          <p:val>
                                            <p:fltVal val="0"/>
                                          </p:val>
                                        </p:tav>
                                        <p:tav tm="100000">
                                          <p:val>
                                            <p:strVal val="#ppt_h"/>
                                          </p:val>
                                        </p:tav>
                                      </p:tavLst>
                                    </p:anim>
                                    <p:animEffect transition="in" filter="fade">
                                      <p:cBhvr>
                                        <p:cTn id="289" dur="500"/>
                                        <p:tgtEl>
                                          <p:spTgt spid="91"/>
                                        </p:tgtEl>
                                      </p:cBhvr>
                                    </p:animEffect>
                                  </p:childTnLst>
                                </p:cTn>
                              </p:par>
                              <p:par>
                                <p:cTn id="290" presetID="53" presetClass="entr" presetSubtype="16" fill="hold" grpId="0" nodeType="withEffect">
                                  <p:stCondLst>
                                    <p:cond delay="1750"/>
                                  </p:stCondLst>
                                  <p:childTnLst>
                                    <p:set>
                                      <p:cBhvr>
                                        <p:cTn id="291" dur="1" fill="hold">
                                          <p:stCondLst>
                                            <p:cond delay="0"/>
                                          </p:stCondLst>
                                        </p:cTn>
                                        <p:tgtEl>
                                          <p:spTgt spid="92"/>
                                        </p:tgtEl>
                                        <p:attrNameLst>
                                          <p:attrName>style.visibility</p:attrName>
                                        </p:attrNameLst>
                                      </p:cBhvr>
                                      <p:to>
                                        <p:strVal val="visible"/>
                                      </p:to>
                                    </p:set>
                                    <p:anim calcmode="lin" valueType="num">
                                      <p:cBhvr>
                                        <p:cTn id="292" dur="500" fill="hold"/>
                                        <p:tgtEl>
                                          <p:spTgt spid="92"/>
                                        </p:tgtEl>
                                        <p:attrNameLst>
                                          <p:attrName>ppt_w</p:attrName>
                                        </p:attrNameLst>
                                      </p:cBhvr>
                                      <p:tavLst>
                                        <p:tav tm="0">
                                          <p:val>
                                            <p:fltVal val="0"/>
                                          </p:val>
                                        </p:tav>
                                        <p:tav tm="100000">
                                          <p:val>
                                            <p:strVal val="#ppt_w"/>
                                          </p:val>
                                        </p:tav>
                                      </p:tavLst>
                                    </p:anim>
                                    <p:anim calcmode="lin" valueType="num">
                                      <p:cBhvr>
                                        <p:cTn id="293" dur="500" fill="hold"/>
                                        <p:tgtEl>
                                          <p:spTgt spid="92"/>
                                        </p:tgtEl>
                                        <p:attrNameLst>
                                          <p:attrName>ppt_h</p:attrName>
                                        </p:attrNameLst>
                                      </p:cBhvr>
                                      <p:tavLst>
                                        <p:tav tm="0">
                                          <p:val>
                                            <p:fltVal val="0"/>
                                          </p:val>
                                        </p:tav>
                                        <p:tav tm="100000">
                                          <p:val>
                                            <p:strVal val="#ppt_h"/>
                                          </p:val>
                                        </p:tav>
                                      </p:tavLst>
                                    </p:anim>
                                    <p:animEffect transition="in" filter="fade">
                                      <p:cBhvr>
                                        <p:cTn id="294" dur="500"/>
                                        <p:tgtEl>
                                          <p:spTgt spid="92"/>
                                        </p:tgtEl>
                                      </p:cBhvr>
                                    </p:animEffect>
                                  </p:childTnLst>
                                </p:cTn>
                              </p:par>
                              <p:par>
                                <p:cTn id="295" presetID="53" presetClass="entr" presetSubtype="16" fill="hold" grpId="0" nodeType="withEffect">
                                  <p:stCondLst>
                                    <p:cond delay="2000"/>
                                  </p:stCondLst>
                                  <p:childTnLst>
                                    <p:set>
                                      <p:cBhvr>
                                        <p:cTn id="296" dur="1" fill="hold">
                                          <p:stCondLst>
                                            <p:cond delay="0"/>
                                          </p:stCondLst>
                                        </p:cTn>
                                        <p:tgtEl>
                                          <p:spTgt spid="93"/>
                                        </p:tgtEl>
                                        <p:attrNameLst>
                                          <p:attrName>style.visibility</p:attrName>
                                        </p:attrNameLst>
                                      </p:cBhvr>
                                      <p:to>
                                        <p:strVal val="visible"/>
                                      </p:to>
                                    </p:set>
                                    <p:anim calcmode="lin" valueType="num">
                                      <p:cBhvr>
                                        <p:cTn id="297" dur="500" fill="hold"/>
                                        <p:tgtEl>
                                          <p:spTgt spid="93"/>
                                        </p:tgtEl>
                                        <p:attrNameLst>
                                          <p:attrName>ppt_w</p:attrName>
                                        </p:attrNameLst>
                                      </p:cBhvr>
                                      <p:tavLst>
                                        <p:tav tm="0">
                                          <p:val>
                                            <p:fltVal val="0"/>
                                          </p:val>
                                        </p:tav>
                                        <p:tav tm="100000">
                                          <p:val>
                                            <p:strVal val="#ppt_w"/>
                                          </p:val>
                                        </p:tav>
                                      </p:tavLst>
                                    </p:anim>
                                    <p:anim calcmode="lin" valueType="num">
                                      <p:cBhvr>
                                        <p:cTn id="298" dur="500" fill="hold"/>
                                        <p:tgtEl>
                                          <p:spTgt spid="93"/>
                                        </p:tgtEl>
                                        <p:attrNameLst>
                                          <p:attrName>ppt_h</p:attrName>
                                        </p:attrNameLst>
                                      </p:cBhvr>
                                      <p:tavLst>
                                        <p:tav tm="0">
                                          <p:val>
                                            <p:fltVal val="0"/>
                                          </p:val>
                                        </p:tav>
                                        <p:tav tm="100000">
                                          <p:val>
                                            <p:strVal val="#ppt_h"/>
                                          </p:val>
                                        </p:tav>
                                      </p:tavLst>
                                    </p:anim>
                                    <p:animEffect transition="in" filter="fade">
                                      <p:cBhvr>
                                        <p:cTn id="299" dur="500"/>
                                        <p:tgtEl>
                                          <p:spTgt spid="93"/>
                                        </p:tgtEl>
                                      </p:cBhvr>
                                    </p:animEffect>
                                  </p:childTnLst>
                                </p:cTn>
                              </p:par>
                              <p:par>
                                <p:cTn id="300" presetID="22" presetClass="entr" presetSubtype="4" fill="hold" grpId="0" nodeType="withEffect">
                                  <p:stCondLst>
                                    <p:cond delay="500"/>
                                  </p:stCondLst>
                                  <p:childTnLst>
                                    <p:set>
                                      <p:cBhvr>
                                        <p:cTn id="301" dur="1" fill="hold">
                                          <p:stCondLst>
                                            <p:cond delay="0"/>
                                          </p:stCondLst>
                                        </p:cTn>
                                        <p:tgtEl>
                                          <p:spTgt spid="6"/>
                                        </p:tgtEl>
                                        <p:attrNameLst>
                                          <p:attrName>style.visibility</p:attrName>
                                        </p:attrNameLst>
                                      </p:cBhvr>
                                      <p:to>
                                        <p:strVal val="visible"/>
                                      </p:to>
                                    </p:set>
                                    <p:animEffect transition="in" filter="wipe(down)">
                                      <p:cBhvr>
                                        <p:cTn id="302" dur="500"/>
                                        <p:tgtEl>
                                          <p:spTgt spid="6"/>
                                        </p:tgtEl>
                                      </p:cBhvr>
                                    </p:animEffect>
                                  </p:childTnLst>
                                </p:cTn>
                              </p:par>
                              <p:par>
                                <p:cTn id="303" presetID="22" presetClass="entr" presetSubtype="8" fill="hold" grpId="0" nodeType="withEffect">
                                  <p:stCondLst>
                                    <p:cond delay="750"/>
                                  </p:stCondLst>
                                  <p:childTnLst>
                                    <p:set>
                                      <p:cBhvr>
                                        <p:cTn id="304" dur="1" fill="hold">
                                          <p:stCondLst>
                                            <p:cond delay="0"/>
                                          </p:stCondLst>
                                        </p:cTn>
                                        <p:tgtEl>
                                          <p:spTgt spid="7"/>
                                        </p:tgtEl>
                                        <p:attrNameLst>
                                          <p:attrName>style.visibility</p:attrName>
                                        </p:attrNameLst>
                                      </p:cBhvr>
                                      <p:to>
                                        <p:strVal val="visible"/>
                                      </p:to>
                                    </p:set>
                                    <p:animEffect transition="in" filter="wipe(left)">
                                      <p:cBhvr>
                                        <p:cTn id="305" dur="500"/>
                                        <p:tgtEl>
                                          <p:spTgt spid="7"/>
                                        </p:tgtEl>
                                      </p:cBhvr>
                                    </p:animEffect>
                                  </p:childTnLst>
                                </p:cTn>
                              </p:par>
                              <p:par>
                                <p:cTn id="306" presetID="22" presetClass="entr" presetSubtype="4" fill="hold" grpId="0" nodeType="withEffect">
                                  <p:stCondLst>
                                    <p:cond delay="1000"/>
                                  </p:stCondLst>
                                  <p:childTnLst>
                                    <p:set>
                                      <p:cBhvr>
                                        <p:cTn id="307" dur="1" fill="hold">
                                          <p:stCondLst>
                                            <p:cond delay="0"/>
                                          </p:stCondLst>
                                        </p:cTn>
                                        <p:tgtEl>
                                          <p:spTgt spid="8"/>
                                        </p:tgtEl>
                                        <p:attrNameLst>
                                          <p:attrName>style.visibility</p:attrName>
                                        </p:attrNameLst>
                                      </p:cBhvr>
                                      <p:to>
                                        <p:strVal val="visible"/>
                                      </p:to>
                                    </p:set>
                                    <p:animEffect transition="in" filter="wipe(down)">
                                      <p:cBhvr>
                                        <p:cTn id="308" dur="500"/>
                                        <p:tgtEl>
                                          <p:spTgt spid="8"/>
                                        </p:tgtEl>
                                      </p:cBhvr>
                                    </p:animEffect>
                                  </p:childTnLst>
                                </p:cTn>
                              </p:par>
                              <p:par>
                                <p:cTn id="309" presetID="22" presetClass="entr" presetSubtype="4" fill="hold" grpId="0" nodeType="withEffect">
                                  <p:stCondLst>
                                    <p:cond delay="1250"/>
                                  </p:stCondLst>
                                  <p:childTnLst>
                                    <p:set>
                                      <p:cBhvr>
                                        <p:cTn id="310" dur="1" fill="hold">
                                          <p:stCondLst>
                                            <p:cond delay="0"/>
                                          </p:stCondLst>
                                        </p:cTn>
                                        <p:tgtEl>
                                          <p:spTgt spid="9"/>
                                        </p:tgtEl>
                                        <p:attrNameLst>
                                          <p:attrName>style.visibility</p:attrName>
                                        </p:attrNameLst>
                                      </p:cBhvr>
                                      <p:to>
                                        <p:strVal val="visible"/>
                                      </p:to>
                                    </p:set>
                                    <p:animEffect transition="in" filter="wipe(down)">
                                      <p:cBhvr>
                                        <p:cTn id="311" dur="500"/>
                                        <p:tgtEl>
                                          <p:spTgt spid="9"/>
                                        </p:tgtEl>
                                      </p:cBhvr>
                                    </p:animEffect>
                                  </p:childTnLst>
                                </p:cTn>
                              </p:par>
                              <p:par>
                                <p:cTn id="312" presetID="22" presetClass="entr" presetSubtype="8" fill="hold" grpId="0" nodeType="withEffect">
                                  <p:stCondLst>
                                    <p:cond delay="1500"/>
                                  </p:stCondLst>
                                  <p:childTnLst>
                                    <p:set>
                                      <p:cBhvr>
                                        <p:cTn id="313" dur="1" fill="hold">
                                          <p:stCondLst>
                                            <p:cond delay="0"/>
                                          </p:stCondLst>
                                        </p:cTn>
                                        <p:tgtEl>
                                          <p:spTgt spid="10"/>
                                        </p:tgtEl>
                                        <p:attrNameLst>
                                          <p:attrName>style.visibility</p:attrName>
                                        </p:attrNameLst>
                                      </p:cBhvr>
                                      <p:to>
                                        <p:strVal val="visible"/>
                                      </p:to>
                                    </p:set>
                                    <p:animEffect transition="in" filter="wipe(left)">
                                      <p:cBhvr>
                                        <p:cTn id="314" dur="500"/>
                                        <p:tgtEl>
                                          <p:spTgt spid="10"/>
                                        </p:tgtEl>
                                      </p:cBhvr>
                                    </p:animEffect>
                                  </p:childTnLst>
                                </p:cTn>
                              </p:par>
                              <p:par>
                                <p:cTn id="315" presetID="22" presetClass="entr" presetSubtype="4" fill="hold" grpId="0" nodeType="withEffect">
                                  <p:stCondLst>
                                    <p:cond delay="1750"/>
                                  </p:stCondLst>
                                  <p:childTnLst>
                                    <p:set>
                                      <p:cBhvr>
                                        <p:cTn id="316" dur="1" fill="hold">
                                          <p:stCondLst>
                                            <p:cond delay="0"/>
                                          </p:stCondLst>
                                        </p:cTn>
                                        <p:tgtEl>
                                          <p:spTgt spid="11"/>
                                        </p:tgtEl>
                                        <p:attrNameLst>
                                          <p:attrName>style.visibility</p:attrName>
                                        </p:attrNameLst>
                                      </p:cBhvr>
                                      <p:to>
                                        <p:strVal val="visible"/>
                                      </p:to>
                                    </p:set>
                                    <p:animEffect transition="in" filter="wipe(down)">
                                      <p:cBhvr>
                                        <p:cTn id="317" dur="500"/>
                                        <p:tgtEl>
                                          <p:spTgt spid="11"/>
                                        </p:tgtEl>
                                      </p:cBhvr>
                                    </p:animEffect>
                                  </p:childTnLst>
                                </p:cTn>
                              </p:par>
                              <p:par>
                                <p:cTn id="318" presetID="22" presetClass="entr" presetSubtype="4" fill="hold" grpId="0" nodeType="withEffect">
                                  <p:stCondLst>
                                    <p:cond delay="2000"/>
                                  </p:stCondLst>
                                  <p:childTnLst>
                                    <p:set>
                                      <p:cBhvr>
                                        <p:cTn id="319" dur="1" fill="hold">
                                          <p:stCondLst>
                                            <p:cond delay="0"/>
                                          </p:stCondLst>
                                        </p:cTn>
                                        <p:tgtEl>
                                          <p:spTgt spid="12"/>
                                        </p:tgtEl>
                                        <p:attrNameLst>
                                          <p:attrName>style.visibility</p:attrName>
                                        </p:attrNameLst>
                                      </p:cBhvr>
                                      <p:to>
                                        <p:strVal val="visible"/>
                                      </p:to>
                                    </p:set>
                                    <p:animEffect transition="in" filter="wipe(down)">
                                      <p:cBhvr>
                                        <p:cTn id="320" dur="500"/>
                                        <p:tgtEl>
                                          <p:spTgt spid="12"/>
                                        </p:tgtEl>
                                      </p:cBhvr>
                                    </p:animEffect>
                                  </p:childTnLst>
                                </p:cTn>
                              </p:par>
                              <p:par>
                                <p:cTn id="321" presetID="22" presetClass="entr" presetSubtype="4" fill="hold" grpId="0" nodeType="withEffect">
                                  <p:stCondLst>
                                    <p:cond delay="2250"/>
                                  </p:stCondLst>
                                  <p:childTnLst>
                                    <p:set>
                                      <p:cBhvr>
                                        <p:cTn id="322" dur="1" fill="hold">
                                          <p:stCondLst>
                                            <p:cond delay="0"/>
                                          </p:stCondLst>
                                        </p:cTn>
                                        <p:tgtEl>
                                          <p:spTgt spid="13"/>
                                        </p:tgtEl>
                                        <p:attrNameLst>
                                          <p:attrName>style.visibility</p:attrName>
                                        </p:attrNameLst>
                                      </p:cBhvr>
                                      <p:to>
                                        <p:strVal val="visible"/>
                                      </p:to>
                                    </p:set>
                                    <p:animEffect transition="in" filter="wipe(down)">
                                      <p:cBhvr>
                                        <p:cTn id="323" dur="500"/>
                                        <p:tgtEl>
                                          <p:spTgt spid="13"/>
                                        </p:tgtEl>
                                      </p:cBhvr>
                                    </p:animEffect>
                                  </p:childTnLst>
                                </p:cTn>
                              </p:par>
                              <p:par>
                                <p:cTn id="324" presetID="22" presetClass="entr" presetSubtype="4" fill="hold" grpId="0" nodeType="withEffect">
                                  <p:stCondLst>
                                    <p:cond delay="2500"/>
                                  </p:stCondLst>
                                  <p:childTnLst>
                                    <p:set>
                                      <p:cBhvr>
                                        <p:cTn id="325" dur="1" fill="hold">
                                          <p:stCondLst>
                                            <p:cond delay="0"/>
                                          </p:stCondLst>
                                        </p:cTn>
                                        <p:tgtEl>
                                          <p:spTgt spid="14"/>
                                        </p:tgtEl>
                                        <p:attrNameLst>
                                          <p:attrName>style.visibility</p:attrName>
                                        </p:attrNameLst>
                                      </p:cBhvr>
                                      <p:to>
                                        <p:strVal val="visible"/>
                                      </p:to>
                                    </p:set>
                                    <p:animEffect transition="in" filter="wipe(down)">
                                      <p:cBhvr>
                                        <p:cTn id="326" dur="500"/>
                                        <p:tgtEl>
                                          <p:spTgt spid="14"/>
                                        </p:tgtEl>
                                      </p:cBhvr>
                                    </p:animEffect>
                                  </p:childTnLst>
                                </p:cTn>
                              </p:par>
                              <p:par>
                                <p:cTn id="327" presetID="22" presetClass="entr" presetSubtype="1" fill="hold" grpId="0" nodeType="withEffect">
                                  <p:stCondLst>
                                    <p:cond delay="500"/>
                                  </p:stCondLst>
                                  <p:childTnLst>
                                    <p:set>
                                      <p:cBhvr>
                                        <p:cTn id="328" dur="1" fill="hold">
                                          <p:stCondLst>
                                            <p:cond delay="0"/>
                                          </p:stCondLst>
                                        </p:cTn>
                                        <p:tgtEl>
                                          <p:spTgt spid="15"/>
                                        </p:tgtEl>
                                        <p:attrNameLst>
                                          <p:attrName>style.visibility</p:attrName>
                                        </p:attrNameLst>
                                      </p:cBhvr>
                                      <p:to>
                                        <p:strVal val="visible"/>
                                      </p:to>
                                    </p:set>
                                    <p:animEffect transition="in" filter="wipe(up)">
                                      <p:cBhvr>
                                        <p:cTn id="329" dur="500"/>
                                        <p:tgtEl>
                                          <p:spTgt spid="15"/>
                                        </p:tgtEl>
                                      </p:cBhvr>
                                    </p:animEffect>
                                  </p:childTnLst>
                                </p:cTn>
                              </p:par>
                              <p:par>
                                <p:cTn id="330" presetID="22" presetClass="entr" presetSubtype="4" fill="hold" grpId="0" nodeType="withEffect">
                                  <p:stCondLst>
                                    <p:cond delay="750"/>
                                  </p:stCondLst>
                                  <p:childTnLst>
                                    <p:set>
                                      <p:cBhvr>
                                        <p:cTn id="331" dur="1" fill="hold">
                                          <p:stCondLst>
                                            <p:cond delay="0"/>
                                          </p:stCondLst>
                                        </p:cTn>
                                        <p:tgtEl>
                                          <p:spTgt spid="16"/>
                                        </p:tgtEl>
                                        <p:attrNameLst>
                                          <p:attrName>style.visibility</p:attrName>
                                        </p:attrNameLst>
                                      </p:cBhvr>
                                      <p:to>
                                        <p:strVal val="visible"/>
                                      </p:to>
                                    </p:set>
                                    <p:animEffect transition="in" filter="wipe(down)">
                                      <p:cBhvr>
                                        <p:cTn id="332" dur="500"/>
                                        <p:tgtEl>
                                          <p:spTgt spid="16"/>
                                        </p:tgtEl>
                                      </p:cBhvr>
                                    </p:animEffect>
                                  </p:childTnLst>
                                </p:cTn>
                              </p:par>
                              <p:par>
                                <p:cTn id="333" presetID="22" presetClass="entr" presetSubtype="8" fill="hold" grpId="0" nodeType="withEffect">
                                  <p:stCondLst>
                                    <p:cond delay="1000"/>
                                  </p:stCondLst>
                                  <p:childTnLst>
                                    <p:set>
                                      <p:cBhvr>
                                        <p:cTn id="334" dur="1" fill="hold">
                                          <p:stCondLst>
                                            <p:cond delay="0"/>
                                          </p:stCondLst>
                                        </p:cTn>
                                        <p:tgtEl>
                                          <p:spTgt spid="17"/>
                                        </p:tgtEl>
                                        <p:attrNameLst>
                                          <p:attrName>style.visibility</p:attrName>
                                        </p:attrNameLst>
                                      </p:cBhvr>
                                      <p:to>
                                        <p:strVal val="visible"/>
                                      </p:to>
                                    </p:set>
                                    <p:animEffect transition="in" filter="wipe(left)">
                                      <p:cBhvr>
                                        <p:cTn id="335" dur="500"/>
                                        <p:tgtEl>
                                          <p:spTgt spid="17"/>
                                        </p:tgtEl>
                                      </p:cBhvr>
                                    </p:animEffect>
                                  </p:childTnLst>
                                </p:cTn>
                              </p:par>
                              <p:par>
                                <p:cTn id="336" presetID="22" presetClass="entr" presetSubtype="8" fill="hold" grpId="0" nodeType="withEffect">
                                  <p:stCondLst>
                                    <p:cond delay="1250"/>
                                  </p:stCondLst>
                                  <p:childTnLst>
                                    <p:set>
                                      <p:cBhvr>
                                        <p:cTn id="337" dur="1" fill="hold">
                                          <p:stCondLst>
                                            <p:cond delay="0"/>
                                          </p:stCondLst>
                                        </p:cTn>
                                        <p:tgtEl>
                                          <p:spTgt spid="18"/>
                                        </p:tgtEl>
                                        <p:attrNameLst>
                                          <p:attrName>style.visibility</p:attrName>
                                        </p:attrNameLst>
                                      </p:cBhvr>
                                      <p:to>
                                        <p:strVal val="visible"/>
                                      </p:to>
                                    </p:set>
                                    <p:animEffect transition="in" filter="wipe(left)">
                                      <p:cBhvr>
                                        <p:cTn id="338" dur="500"/>
                                        <p:tgtEl>
                                          <p:spTgt spid="18"/>
                                        </p:tgtEl>
                                      </p:cBhvr>
                                    </p:animEffect>
                                  </p:childTnLst>
                                </p:cTn>
                              </p:par>
                              <p:par>
                                <p:cTn id="339" presetID="22" presetClass="entr" presetSubtype="1" fill="hold" grpId="0" nodeType="withEffect">
                                  <p:stCondLst>
                                    <p:cond delay="1500"/>
                                  </p:stCondLst>
                                  <p:childTnLst>
                                    <p:set>
                                      <p:cBhvr>
                                        <p:cTn id="340" dur="1" fill="hold">
                                          <p:stCondLst>
                                            <p:cond delay="0"/>
                                          </p:stCondLst>
                                        </p:cTn>
                                        <p:tgtEl>
                                          <p:spTgt spid="19"/>
                                        </p:tgtEl>
                                        <p:attrNameLst>
                                          <p:attrName>style.visibility</p:attrName>
                                        </p:attrNameLst>
                                      </p:cBhvr>
                                      <p:to>
                                        <p:strVal val="visible"/>
                                      </p:to>
                                    </p:set>
                                    <p:animEffect transition="in" filter="wipe(up)">
                                      <p:cBhvr>
                                        <p:cTn id="341" dur="500"/>
                                        <p:tgtEl>
                                          <p:spTgt spid="19"/>
                                        </p:tgtEl>
                                      </p:cBhvr>
                                    </p:animEffect>
                                  </p:childTnLst>
                                </p:cTn>
                              </p:par>
                              <p:par>
                                <p:cTn id="342" presetID="22" presetClass="entr" presetSubtype="4" fill="hold" grpId="0" nodeType="withEffect">
                                  <p:stCondLst>
                                    <p:cond delay="1750"/>
                                  </p:stCondLst>
                                  <p:childTnLst>
                                    <p:set>
                                      <p:cBhvr>
                                        <p:cTn id="343" dur="1" fill="hold">
                                          <p:stCondLst>
                                            <p:cond delay="0"/>
                                          </p:stCondLst>
                                        </p:cTn>
                                        <p:tgtEl>
                                          <p:spTgt spid="20"/>
                                        </p:tgtEl>
                                        <p:attrNameLst>
                                          <p:attrName>style.visibility</p:attrName>
                                        </p:attrNameLst>
                                      </p:cBhvr>
                                      <p:to>
                                        <p:strVal val="visible"/>
                                      </p:to>
                                    </p:set>
                                    <p:animEffect transition="in" filter="wipe(down)">
                                      <p:cBhvr>
                                        <p:cTn id="344" dur="500"/>
                                        <p:tgtEl>
                                          <p:spTgt spid="20"/>
                                        </p:tgtEl>
                                      </p:cBhvr>
                                    </p:animEffect>
                                  </p:childTnLst>
                                </p:cTn>
                              </p:par>
                              <p:par>
                                <p:cTn id="345" presetID="22" presetClass="entr" presetSubtype="4" fill="hold" grpId="0" nodeType="withEffect">
                                  <p:stCondLst>
                                    <p:cond delay="2000"/>
                                  </p:stCondLst>
                                  <p:childTnLst>
                                    <p:set>
                                      <p:cBhvr>
                                        <p:cTn id="346" dur="1" fill="hold">
                                          <p:stCondLst>
                                            <p:cond delay="0"/>
                                          </p:stCondLst>
                                        </p:cTn>
                                        <p:tgtEl>
                                          <p:spTgt spid="21"/>
                                        </p:tgtEl>
                                        <p:attrNameLst>
                                          <p:attrName>style.visibility</p:attrName>
                                        </p:attrNameLst>
                                      </p:cBhvr>
                                      <p:to>
                                        <p:strVal val="visible"/>
                                      </p:to>
                                    </p:set>
                                    <p:animEffect transition="in" filter="wipe(down)">
                                      <p:cBhvr>
                                        <p:cTn id="347" dur="500"/>
                                        <p:tgtEl>
                                          <p:spTgt spid="21"/>
                                        </p:tgtEl>
                                      </p:cBhvr>
                                    </p:animEffect>
                                  </p:childTnLst>
                                </p:cTn>
                              </p:par>
                              <p:par>
                                <p:cTn id="348" presetID="22" presetClass="entr" presetSubtype="1" fill="hold" grpId="0" nodeType="withEffect">
                                  <p:stCondLst>
                                    <p:cond delay="2250"/>
                                  </p:stCondLst>
                                  <p:childTnLst>
                                    <p:set>
                                      <p:cBhvr>
                                        <p:cTn id="349" dur="1" fill="hold">
                                          <p:stCondLst>
                                            <p:cond delay="0"/>
                                          </p:stCondLst>
                                        </p:cTn>
                                        <p:tgtEl>
                                          <p:spTgt spid="22"/>
                                        </p:tgtEl>
                                        <p:attrNameLst>
                                          <p:attrName>style.visibility</p:attrName>
                                        </p:attrNameLst>
                                      </p:cBhvr>
                                      <p:to>
                                        <p:strVal val="visible"/>
                                      </p:to>
                                    </p:set>
                                    <p:animEffect transition="in" filter="wipe(up)">
                                      <p:cBhvr>
                                        <p:cTn id="350" dur="500"/>
                                        <p:tgtEl>
                                          <p:spTgt spid="22"/>
                                        </p:tgtEl>
                                      </p:cBhvr>
                                    </p:animEffect>
                                  </p:childTnLst>
                                </p:cTn>
                              </p:par>
                              <p:par>
                                <p:cTn id="351" presetID="22" presetClass="entr" presetSubtype="4" fill="hold" grpId="0" nodeType="withEffect">
                                  <p:stCondLst>
                                    <p:cond delay="500"/>
                                  </p:stCondLst>
                                  <p:childTnLst>
                                    <p:set>
                                      <p:cBhvr>
                                        <p:cTn id="352" dur="1" fill="hold">
                                          <p:stCondLst>
                                            <p:cond delay="0"/>
                                          </p:stCondLst>
                                        </p:cTn>
                                        <p:tgtEl>
                                          <p:spTgt spid="23"/>
                                        </p:tgtEl>
                                        <p:attrNameLst>
                                          <p:attrName>style.visibility</p:attrName>
                                        </p:attrNameLst>
                                      </p:cBhvr>
                                      <p:to>
                                        <p:strVal val="visible"/>
                                      </p:to>
                                    </p:set>
                                    <p:animEffect transition="in" filter="wipe(down)">
                                      <p:cBhvr>
                                        <p:cTn id="353" dur="500"/>
                                        <p:tgtEl>
                                          <p:spTgt spid="23"/>
                                        </p:tgtEl>
                                      </p:cBhvr>
                                    </p:animEffect>
                                  </p:childTnLst>
                                </p:cTn>
                              </p:par>
                              <p:par>
                                <p:cTn id="354" presetID="22" presetClass="entr" presetSubtype="4" fill="hold" grpId="0" nodeType="withEffect">
                                  <p:stCondLst>
                                    <p:cond delay="750"/>
                                  </p:stCondLst>
                                  <p:childTnLst>
                                    <p:set>
                                      <p:cBhvr>
                                        <p:cTn id="355" dur="1" fill="hold">
                                          <p:stCondLst>
                                            <p:cond delay="0"/>
                                          </p:stCondLst>
                                        </p:cTn>
                                        <p:tgtEl>
                                          <p:spTgt spid="24"/>
                                        </p:tgtEl>
                                        <p:attrNameLst>
                                          <p:attrName>style.visibility</p:attrName>
                                        </p:attrNameLst>
                                      </p:cBhvr>
                                      <p:to>
                                        <p:strVal val="visible"/>
                                      </p:to>
                                    </p:set>
                                    <p:animEffect transition="in" filter="wipe(down)">
                                      <p:cBhvr>
                                        <p:cTn id="356" dur="500"/>
                                        <p:tgtEl>
                                          <p:spTgt spid="24"/>
                                        </p:tgtEl>
                                      </p:cBhvr>
                                    </p:animEffect>
                                  </p:childTnLst>
                                </p:cTn>
                              </p:par>
                              <p:par>
                                <p:cTn id="357" presetID="22" presetClass="entr" presetSubtype="8" fill="hold" grpId="0" nodeType="withEffect">
                                  <p:stCondLst>
                                    <p:cond delay="1000"/>
                                  </p:stCondLst>
                                  <p:childTnLst>
                                    <p:set>
                                      <p:cBhvr>
                                        <p:cTn id="358" dur="1" fill="hold">
                                          <p:stCondLst>
                                            <p:cond delay="0"/>
                                          </p:stCondLst>
                                        </p:cTn>
                                        <p:tgtEl>
                                          <p:spTgt spid="25"/>
                                        </p:tgtEl>
                                        <p:attrNameLst>
                                          <p:attrName>style.visibility</p:attrName>
                                        </p:attrNameLst>
                                      </p:cBhvr>
                                      <p:to>
                                        <p:strVal val="visible"/>
                                      </p:to>
                                    </p:set>
                                    <p:animEffect transition="in" filter="wipe(left)">
                                      <p:cBhvr>
                                        <p:cTn id="359" dur="500"/>
                                        <p:tgtEl>
                                          <p:spTgt spid="25"/>
                                        </p:tgtEl>
                                      </p:cBhvr>
                                    </p:animEffect>
                                  </p:childTnLst>
                                </p:cTn>
                              </p:par>
                              <p:par>
                                <p:cTn id="360" presetID="22" presetClass="entr" presetSubtype="4" fill="hold" grpId="0" nodeType="withEffect">
                                  <p:stCondLst>
                                    <p:cond delay="1250"/>
                                  </p:stCondLst>
                                  <p:childTnLst>
                                    <p:set>
                                      <p:cBhvr>
                                        <p:cTn id="361" dur="1" fill="hold">
                                          <p:stCondLst>
                                            <p:cond delay="0"/>
                                          </p:stCondLst>
                                        </p:cTn>
                                        <p:tgtEl>
                                          <p:spTgt spid="26"/>
                                        </p:tgtEl>
                                        <p:attrNameLst>
                                          <p:attrName>style.visibility</p:attrName>
                                        </p:attrNameLst>
                                      </p:cBhvr>
                                      <p:to>
                                        <p:strVal val="visible"/>
                                      </p:to>
                                    </p:set>
                                    <p:animEffect transition="in" filter="wipe(down)">
                                      <p:cBhvr>
                                        <p:cTn id="362" dur="500"/>
                                        <p:tgtEl>
                                          <p:spTgt spid="26"/>
                                        </p:tgtEl>
                                      </p:cBhvr>
                                    </p:animEffect>
                                  </p:childTnLst>
                                </p:cTn>
                              </p:par>
                              <p:par>
                                <p:cTn id="363" presetID="22" presetClass="entr" presetSubtype="4" fill="hold" grpId="0" nodeType="withEffect">
                                  <p:stCondLst>
                                    <p:cond delay="1500"/>
                                  </p:stCondLst>
                                  <p:childTnLst>
                                    <p:set>
                                      <p:cBhvr>
                                        <p:cTn id="364" dur="1" fill="hold">
                                          <p:stCondLst>
                                            <p:cond delay="0"/>
                                          </p:stCondLst>
                                        </p:cTn>
                                        <p:tgtEl>
                                          <p:spTgt spid="27"/>
                                        </p:tgtEl>
                                        <p:attrNameLst>
                                          <p:attrName>style.visibility</p:attrName>
                                        </p:attrNameLst>
                                      </p:cBhvr>
                                      <p:to>
                                        <p:strVal val="visible"/>
                                      </p:to>
                                    </p:set>
                                    <p:animEffect transition="in" filter="wipe(down)">
                                      <p:cBhvr>
                                        <p:cTn id="365" dur="500"/>
                                        <p:tgtEl>
                                          <p:spTgt spid="27"/>
                                        </p:tgtEl>
                                      </p:cBhvr>
                                    </p:animEffect>
                                  </p:childTnLst>
                                </p:cTn>
                              </p:par>
                              <p:par>
                                <p:cTn id="366" presetID="22" presetClass="entr" presetSubtype="4" fill="hold" grpId="0" nodeType="withEffect">
                                  <p:stCondLst>
                                    <p:cond delay="1750"/>
                                  </p:stCondLst>
                                  <p:childTnLst>
                                    <p:set>
                                      <p:cBhvr>
                                        <p:cTn id="367" dur="1" fill="hold">
                                          <p:stCondLst>
                                            <p:cond delay="0"/>
                                          </p:stCondLst>
                                        </p:cTn>
                                        <p:tgtEl>
                                          <p:spTgt spid="28"/>
                                        </p:tgtEl>
                                        <p:attrNameLst>
                                          <p:attrName>style.visibility</p:attrName>
                                        </p:attrNameLst>
                                      </p:cBhvr>
                                      <p:to>
                                        <p:strVal val="visible"/>
                                      </p:to>
                                    </p:set>
                                    <p:animEffect transition="in" filter="wipe(down)">
                                      <p:cBhvr>
                                        <p:cTn id="368" dur="500"/>
                                        <p:tgtEl>
                                          <p:spTgt spid="28"/>
                                        </p:tgtEl>
                                      </p:cBhvr>
                                    </p:animEffect>
                                  </p:childTnLst>
                                </p:cTn>
                              </p:par>
                              <p:par>
                                <p:cTn id="369" presetID="22" presetClass="entr" presetSubtype="4" fill="hold" grpId="0" nodeType="withEffect">
                                  <p:stCondLst>
                                    <p:cond delay="2000"/>
                                  </p:stCondLst>
                                  <p:childTnLst>
                                    <p:set>
                                      <p:cBhvr>
                                        <p:cTn id="370" dur="1" fill="hold">
                                          <p:stCondLst>
                                            <p:cond delay="0"/>
                                          </p:stCondLst>
                                        </p:cTn>
                                        <p:tgtEl>
                                          <p:spTgt spid="29"/>
                                        </p:tgtEl>
                                        <p:attrNameLst>
                                          <p:attrName>style.visibility</p:attrName>
                                        </p:attrNameLst>
                                      </p:cBhvr>
                                      <p:to>
                                        <p:strVal val="visible"/>
                                      </p:to>
                                    </p:set>
                                    <p:animEffect transition="in" filter="wipe(down)">
                                      <p:cBhvr>
                                        <p:cTn id="371" dur="500"/>
                                        <p:tgtEl>
                                          <p:spTgt spid="29"/>
                                        </p:tgtEl>
                                      </p:cBhvr>
                                    </p:animEffect>
                                  </p:childTnLst>
                                </p:cTn>
                              </p:par>
                              <p:par>
                                <p:cTn id="372" presetID="22" presetClass="entr" presetSubtype="4" fill="hold" grpId="0" nodeType="withEffect">
                                  <p:stCondLst>
                                    <p:cond delay="2250"/>
                                  </p:stCondLst>
                                  <p:childTnLst>
                                    <p:set>
                                      <p:cBhvr>
                                        <p:cTn id="373" dur="1" fill="hold">
                                          <p:stCondLst>
                                            <p:cond delay="0"/>
                                          </p:stCondLst>
                                        </p:cTn>
                                        <p:tgtEl>
                                          <p:spTgt spid="30"/>
                                        </p:tgtEl>
                                        <p:attrNameLst>
                                          <p:attrName>style.visibility</p:attrName>
                                        </p:attrNameLst>
                                      </p:cBhvr>
                                      <p:to>
                                        <p:strVal val="visible"/>
                                      </p:to>
                                    </p:set>
                                    <p:animEffect transition="in" filter="wipe(down)">
                                      <p:cBhvr>
                                        <p:cTn id="374" dur="500"/>
                                        <p:tgtEl>
                                          <p:spTgt spid="30"/>
                                        </p:tgtEl>
                                      </p:cBhvr>
                                    </p:animEffect>
                                  </p:childTnLst>
                                </p:cTn>
                              </p:par>
                              <p:par>
                                <p:cTn id="375" presetID="22" presetClass="entr" presetSubtype="8" fill="hold" grpId="0" nodeType="withEffect">
                                  <p:stCondLst>
                                    <p:cond delay="2500"/>
                                  </p:stCondLst>
                                  <p:childTnLst>
                                    <p:set>
                                      <p:cBhvr>
                                        <p:cTn id="376" dur="1" fill="hold">
                                          <p:stCondLst>
                                            <p:cond delay="0"/>
                                          </p:stCondLst>
                                        </p:cTn>
                                        <p:tgtEl>
                                          <p:spTgt spid="31"/>
                                        </p:tgtEl>
                                        <p:attrNameLst>
                                          <p:attrName>style.visibility</p:attrName>
                                        </p:attrNameLst>
                                      </p:cBhvr>
                                      <p:to>
                                        <p:strVal val="visible"/>
                                      </p:to>
                                    </p:set>
                                    <p:animEffect transition="in" filter="wipe(left)">
                                      <p:cBhvr>
                                        <p:cTn id="377" dur="500"/>
                                        <p:tgtEl>
                                          <p:spTgt spid="31"/>
                                        </p:tgtEl>
                                      </p:cBhvr>
                                    </p:animEffect>
                                  </p:childTnLst>
                                </p:cTn>
                              </p:par>
                              <p:par>
                                <p:cTn id="378" presetID="22" presetClass="entr" presetSubtype="4" fill="hold" grpId="0" nodeType="withEffect">
                                  <p:stCondLst>
                                    <p:cond delay="500"/>
                                  </p:stCondLst>
                                  <p:childTnLst>
                                    <p:set>
                                      <p:cBhvr>
                                        <p:cTn id="379" dur="1" fill="hold">
                                          <p:stCondLst>
                                            <p:cond delay="0"/>
                                          </p:stCondLst>
                                        </p:cTn>
                                        <p:tgtEl>
                                          <p:spTgt spid="32"/>
                                        </p:tgtEl>
                                        <p:attrNameLst>
                                          <p:attrName>style.visibility</p:attrName>
                                        </p:attrNameLst>
                                      </p:cBhvr>
                                      <p:to>
                                        <p:strVal val="visible"/>
                                      </p:to>
                                    </p:set>
                                    <p:animEffect transition="in" filter="wipe(down)">
                                      <p:cBhvr>
                                        <p:cTn id="380" dur="500"/>
                                        <p:tgtEl>
                                          <p:spTgt spid="32"/>
                                        </p:tgtEl>
                                      </p:cBhvr>
                                    </p:animEffect>
                                  </p:childTnLst>
                                </p:cTn>
                              </p:par>
                              <p:par>
                                <p:cTn id="381" presetID="22" presetClass="entr" presetSubtype="4" fill="hold" grpId="0" nodeType="withEffect">
                                  <p:stCondLst>
                                    <p:cond delay="750"/>
                                  </p:stCondLst>
                                  <p:childTnLst>
                                    <p:set>
                                      <p:cBhvr>
                                        <p:cTn id="382" dur="1" fill="hold">
                                          <p:stCondLst>
                                            <p:cond delay="0"/>
                                          </p:stCondLst>
                                        </p:cTn>
                                        <p:tgtEl>
                                          <p:spTgt spid="33"/>
                                        </p:tgtEl>
                                        <p:attrNameLst>
                                          <p:attrName>style.visibility</p:attrName>
                                        </p:attrNameLst>
                                      </p:cBhvr>
                                      <p:to>
                                        <p:strVal val="visible"/>
                                      </p:to>
                                    </p:set>
                                    <p:animEffect transition="in" filter="wipe(down)">
                                      <p:cBhvr>
                                        <p:cTn id="383" dur="500"/>
                                        <p:tgtEl>
                                          <p:spTgt spid="33"/>
                                        </p:tgtEl>
                                      </p:cBhvr>
                                    </p:animEffect>
                                  </p:childTnLst>
                                </p:cTn>
                              </p:par>
                              <p:par>
                                <p:cTn id="384" presetID="22" presetClass="entr" presetSubtype="4" fill="hold" grpId="0" nodeType="withEffect">
                                  <p:stCondLst>
                                    <p:cond delay="1000"/>
                                  </p:stCondLst>
                                  <p:childTnLst>
                                    <p:set>
                                      <p:cBhvr>
                                        <p:cTn id="385" dur="1" fill="hold">
                                          <p:stCondLst>
                                            <p:cond delay="0"/>
                                          </p:stCondLst>
                                        </p:cTn>
                                        <p:tgtEl>
                                          <p:spTgt spid="34"/>
                                        </p:tgtEl>
                                        <p:attrNameLst>
                                          <p:attrName>style.visibility</p:attrName>
                                        </p:attrNameLst>
                                      </p:cBhvr>
                                      <p:to>
                                        <p:strVal val="visible"/>
                                      </p:to>
                                    </p:set>
                                    <p:animEffect transition="in" filter="wipe(down)">
                                      <p:cBhvr>
                                        <p:cTn id="386" dur="500"/>
                                        <p:tgtEl>
                                          <p:spTgt spid="34"/>
                                        </p:tgtEl>
                                      </p:cBhvr>
                                    </p:animEffect>
                                  </p:childTnLst>
                                </p:cTn>
                              </p:par>
                              <p:par>
                                <p:cTn id="387" presetID="22" presetClass="entr" presetSubtype="8" fill="hold" grpId="0" nodeType="withEffect">
                                  <p:stCondLst>
                                    <p:cond delay="1250"/>
                                  </p:stCondLst>
                                  <p:childTnLst>
                                    <p:set>
                                      <p:cBhvr>
                                        <p:cTn id="388" dur="1" fill="hold">
                                          <p:stCondLst>
                                            <p:cond delay="0"/>
                                          </p:stCondLst>
                                        </p:cTn>
                                        <p:tgtEl>
                                          <p:spTgt spid="35"/>
                                        </p:tgtEl>
                                        <p:attrNameLst>
                                          <p:attrName>style.visibility</p:attrName>
                                        </p:attrNameLst>
                                      </p:cBhvr>
                                      <p:to>
                                        <p:strVal val="visible"/>
                                      </p:to>
                                    </p:set>
                                    <p:animEffect transition="in" filter="wipe(left)">
                                      <p:cBhvr>
                                        <p:cTn id="389" dur="500"/>
                                        <p:tgtEl>
                                          <p:spTgt spid="35"/>
                                        </p:tgtEl>
                                      </p:cBhvr>
                                    </p:animEffect>
                                  </p:childTnLst>
                                </p:cTn>
                              </p:par>
                              <p:par>
                                <p:cTn id="390" presetID="22" presetClass="entr" presetSubtype="1" fill="hold" grpId="0" nodeType="withEffect">
                                  <p:stCondLst>
                                    <p:cond delay="1500"/>
                                  </p:stCondLst>
                                  <p:childTnLst>
                                    <p:set>
                                      <p:cBhvr>
                                        <p:cTn id="391" dur="1" fill="hold">
                                          <p:stCondLst>
                                            <p:cond delay="0"/>
                                          </p:stCondLst>
                                        </p:cTn>
                                        <p:tgtEl>
                                          <p:spTgt spid="36"/>
                                        </p:tgtEl>
                                        <p:attrNameLst>
                                          <p:attrName>style.visibility</p:attrName>
                                        </p:attrNameLst>
                                      </p:cBhvr>
                                      <p:to>
                                        <p:strVal val="visible"/>
                                      </p:to>
                                    </p:set>
                                    <p:animEffect transition="in" filter="wipe(up)">
                                      <p:cBhvr>
                                        <p:cTn id="392" dur="500"/>
                                        <p:tgtEl>
                                          <p:spTgt spid="36"/>
                                        </p:tgtEl>
                                      </p:cBhvr>
                                    </p:animEffect>
                                  </p:childTnLst>
                                </p:cTn>
                              </p:par>
                              <p:par>
                                <p:cTn id="393" presetID="22" presetClass="entr" presetSubtype="1" fill="hold" grpId="0" nodeType="withEffect">
                                  <p:stCondLst>
                                    <p:cond delay="1750"/>
                                  </p:stCondLst>
                                  <p:childTnLst>
                                    <p:set>
                                      <p:cBhvr>
                                        <p:cTn id="394" dur="1" fill="hold">
                                          <p:stCondLst>
                                            <p:cond delay="0"/>
                                          </p:stCondLst>
                                        </p:cTn>
                                        <p:tgtEl>
                                          <p:spTgt spid="37"/>
                                        </p:tgtEl>
                                        <p:attrNameLst>
                                          <p:attrName>style.visibility</p:attrName>
                                        </p:attrNameLst>
                                      </p:cBhvr>
                                      <p:to>
                                        <p:strVal val="visible"/>
                                      </p:to>
                                    </p:set>
                                    <p:animEffect transition="in" filter="wipe(up)">
                                      <p:cBhvr>
                                        <p:cTn id="395" dur="500"/>
                                        <p:tgtEl>
                                          <p:spTgt spid="37"/>
                                        </p:tgtEl>
                                      </p:cBhvr>
                                    </p:animEffect>
                                  </p:childTnLst>
                                </p:cTn>
                              </p:par>
                              <p:par>
                                <p:cTn id="396" presetID="22" presetClass="entr" presetSubtype="1" fill="hold" grpId="0" nodeType="withEffect">
                                  <p:stCondLst>
                                    <p:cond delay="2000"/>
                                  </p:stCondLst>
                                  <p:childTnLst>
                                    <p:set>
                                      <p:cBhvr>
                                        <p:cTn id="397" dur="1" fill="hold">
                                          <p:stCondLst>
                                            <p:cond delay="0"/>
                                          </p:stCondLst>
                                        </p:cTn>
                                        <p:tgtEl>
                                          <p:spTgt spid="38"/>
                                        </p:tgtEl>
                                        <p:attrNameLst>
                                          <p:attrName>style.visibility</p:attrName>
                                        </p:attrNameLst>
                                      </p:cBhvr>
                                      <p:to>
                                        <p:strVal val="visible"/>
                                      </p:to>
                                    </p:set>
                                    <p:animEffect transition="in" filter="wipe(up)">
                                      <p:cBhvr>
                                        <p:cTn id="398" dur="500"/>
                                        <p:tgtEl>
                                          <p:spTgt spid="38"/>
                                        </p:tgtEl>
                                      </p:cBhvr>
                                    </p:animEffect>
                                  </p:childTnLst>
                                </p:cTn>
                              </p:par>
                              <p:par>
                                <p:cTn id="399" presetID="22" presetClass="entr" presetSubtype="1" fill="hold" grpId="0" nodeType="withEffect">
                                  <p:stCondLst>
                                    <p:cond delay="500"/>
                                  </p:stCondLst>
                                  <p:childTnLst>
                                    <p:set>
                                      <p:cBhvr>
                                        <p:cTn id="400" dur="1" fill="hold">
                                          <p:stCondLst>
                                            <p:cond delay="0"/>
                                          </p:stCondLst>
                                        </p:cTn>
                                        <p:tgtEl>
                                          <p:spTgt spid="39"/>
                                        </p:tgtEl>
                                        <p:attrNameLst>
                                          <p:attrName>style.visibility</p:attrName>
                                        </p:attrNameLst>
                                      </p:cBhvr>
                                      <p:to>
                                        <p:strVal val="visible"/>
                                      </p:to>
                                    </p:set>
                                    <p:animEffect transition="in" filter="wipe(up)">
                                      <p:cBhvr>
                                        <p:cTn id="401" dur="500"/>
                                        <p:tgtEl>
                                          <p:spTgt spid="39"/>
                                        </p:tgtEl>
                                      </p:cBhvr>
                                    </p:animEffect>
                                  </p:childTnLst>
                                </p:cTn>
                              </p:par>
                              <p:par>
                                <p:cTn id="402" presetID="22" presetClass="entr" presetSubtype="1" fill="hold" grpId="0" nodeType="withEffect">
                                  <p:stCondLst>
                                    <p:cond delay="750"/>
                                  </p:stCondLst>
                                  <p:childTnLst>
                                    <p:set>
                                      <p:cBhvr>
                                        <p:cTn id="403" dur="1" fill="hold">
                                          <p:stCondLst>
                                            <p:cond delay="0"/>
                                          </p:stCondLst>
                                        </p:cTn>
                                        <p:tgtEl>
                                          <p:spTgt spid="40"/>
                                        </p:tgtEl>
                                        <p:attrNameLst>
                                          <p:attrName>style.visibility</p:attrName>
                                        </p:attrNameLst>
                                      </p:cBhvr>
                                      <p:to>
                                        <p:strVal val="visible"/>
                                      </p:to>
                                    </p:set>
                                    <p:animEffect transition="in" filter="wipe(up)">
                                      <p:cBhvr>
                                        <p:cTn id="404" dur="500"/>
                                        <p:tgtEl>
                                          <p:spTgt spid="40"/>
                                        </p:tgtEl>
                                      </p:cBhvr>
                                    </p:animEffect>
                                  </p:childTnLst>
                                </p:cTn>
                              </p:par>
                              <p:par>
                                <p:cTn id="405" presetID="22" presetClass="entr" presetSubtype="4" fill="hold" grpId="0" nodeType="withEffect">
                                  <p:stCondLst>
                                    <p:cond delay="1000"/>
                                  </p:stCondLst>
                                  <p:childTnLst>
                                    <p:set>
                                      <p:cBhvr>
                                        <p:cTn id="406" dur="1" fill="hold">
                                          <p:stCondLst>
                                            <p:cond delay="0"/>
                                          </p:stCondLst>
                                        </p:cTn>
                                        <p:tgtEl>
                                          <p:spTgt spid="41"/>
                                        </p:tgtEl>
                                        <p:attrNameLst>
                                          <p:attrName>style.visibility</p:attrName>
                                        </p:attrNameLst>
                                      </p:cBhvr>
                                      <p:to>
                                        <p:strVal val="visible"/>
                                      </p:to>
                                    </p:set>
                                    <p:animEffect transition="in" filter="wipe(down)">
                                      <p:cBhvr>
                                        <p:cTn id="407" dur="500"/>
                                        <p:tgtEl>
                                          <p:spTgt spid="41"/>
                                        </p:tgtEl>
                                      </p:cBhvr>
                                    </p:animEffect>
                                  </p:childTnLst>
                                </p:cTn>
                              </p:par>
                              <p:par>
                                <p:cTn id="408" presetID="22" presetClass="entr" presetSubtype="8" fill="hold" grpId="0" nodeType="withEffect">
                                  <p:stCondLst>
                                    <p:cond delay="1250"/>
                                  </p:stCondLst>
                                  <p:childTnLst>
                                    <p:set>
                                      <p:cBhvr>
                                        <p:cTn id="409" dur="1" fill="hold">
                                          <p:stCondLst>
                                            <p:cond delay="0"/>
                                          </p:stCondLst>
                                        </p:cTn>
                                        <p:tgtEl>
                                          <p:spTgt spid="42"/>
                                        </p:tgtEl>
                                        <p:attrNameLst>
                                          <p:attrName>style.visibility</p:attrName>
                                        </p:attrNameLst>
                                      </p:cBhvr>
                                      <p:to>
                                        <p:strVal val="visible"/>
                                      </p:to>
                                    </p:set>
                                    <p:animEffect transition="in" filter="wipe(left)">
                                      <p:cBhvr>
                                        <p:cTn id="410" dur="500"/>
                                        <p:tgtEl>
                                          <p:spTgt spid="42"/>
                                        </p:tgtEl>
                                      </p:cBhvr>
                                    </p:animEffect>
                                  </p:childTnLst>
                                </p:cTn>
                              </p:par>
                              <p:par>
                                <p:cTn id="411" presetID="22" presetClass="entr" presetSubtype="4" fill="hold" grpId="0" nodeType="withEffect">
                                  <p:stCondLst>
                                    <p:cond delay="1500"/>
                                  </p:stCondLst>
                                  <p:childTnLst>
                                    <p:set>
                                      <p:cBhvr>
                                        <p:cTn id="412" dur="1" fill="hold">
                                          <p:stCondLst>
                                            <p:cond delay="0"/>
                                          </p:stCondLst>
                                        </p:cTn>
                                        <p:tgtEl>
                                          <p:spTgt spid="43"/>
                                        </p:tgtEl>
                                        <p:attrNameLst>
                                          <p:attrName>style.visibility</p:attrName>
                                        </p:attrNameLst>
                                      </p:cBhvr>
                                      <p:to>
                                        <p:strVal val="visible"/>
                                      </p:to>
                                    </p:set>
                                    <p:animEffect transition="in" filter="wipe(down)">
                                      <p:cBhvr>
                                        <p:cTn id="413" dur="500"/>
                                        <p:tgtEl>
                                          <p:spTgt spid="43"/>
                                        </p:tgtEl>
                                      </p:cBhvr>
                                    </p:animEffect>
                                  </p:childTnLst>
                                </p:cTn>
                              </p:par>
                              <p:par>
                                <p:cTn id="414" presetID="22" presetClass="entr" presetSubtype="8" fill="hold" grpId="0" nodeType="withEffect">
                                  <p:stCondLst>
                                    <p:cond delay="1750"/>
                                  </p:stCondLst>
                                  <p:childTnLst>
                                    <p:set>
                                      <p:cBhvr>
                                        <p:cTn id="415" dur="1" fill="hold">
                                          <p:stCondLst>
                                            <p:cond delay="0"/>
                                          </p:stCondLst>
                                        </p:cTn>
                                        <p:tgtEl>
                                          <p:spTgt spid="44"/>
                                        </p:tgtEl>
                                        <p:attrNameLst>
                                          <p:attrName>style.visibility</p:attrName>
                                        </p:attrNameLst>
                                      </p:cBhvr>
                                      <p:to>
                                        <p:strVal val="visible"/>
                                      </p:to>
                                    </p:set>
                                    <p:animEffect transition="in" filter="wipe(left)">
                                      <p:cBhvr>
                                        <p:cTn id="416" dur="500"/>
                                        <p:tgtEl>
                                          <p:spTgt spid="44"/>
                                        </p:tgtEl>
                                      </p:cBhvr>
                                    </p:animEffect>
                                  </p:childTnLst>
                                </p:cTn>
                              </p:par>
                              <p:par>
                                <p:cTn id="417" presetID="53" presetClass="entr" presetSubtype="16" fill="hold" grpId="0" nodeType="withEffect">
                                  <p:stCondLst>
                                    <p:cond delay="500"/>
                                  </p:stCondLst>
                                  <p:childTnLst>
                                    <p:set>
                                      <p:cBhvr>
                                        <p:cTn id="418" dur="1" fill="hold">
                                          <p:stCondLst>
                                            <p:cond delay="0"/>
                                          </p:stCondLst>
                                        </p:cTn>
                                        <p:tgtEl>
                                          <p:spTgt spid="106"/>
                                        </p:tgtEl>
                                        <p:attrNameLst>
                                          <p:attrName>style.visibility</p:attrName>
                                        </p:attrNameLst>
                                      </p:cBhvr>
                                      <p:to>
                                        <p:strVal val="visible"/>
                                      </p:to>
                                    </p:set>
                                    <p:anim calcmode="lin" valueType="num">
                                      <p:cBhvr>
                                        <p:cTn id="419" dur="750" fill="hold"/>
                                        <p:tgtEl>
                                          <p:spTgt spid="106"/>
                                        </p:tgtEl>
                                        <p:attrNameLst>
                                          <p:attrName>ppt_w</p:attrName>
                                        </p:attrNameLst>
                                      </p:cBhvr>
                                      <p:tavLst>
                                        <p:tav tm="0">
                                          <p:val>
                                            <p:fltVal val="0"/>
                                          </p:val>
                                        </p:tav>
                                        <p:tav tm="100000">
                                          <p:val>
                                            <p:strVal val="#ppt_w"/>
                                          </p:val>
                                        </p:tav>
                                      </p:tavLst>
                                    </p:anim>
                                    <p:anim calcmode="lin" valueType="num">
                                      <p:cBhvr>
                                        <p:cTn id="420" dur="750" fill="hold"/>
                                        <p:tgtEl>
                                          <p:spTgt spid="106"/>
                                        </p:tgtEl>
                                        <p:attrNameLst>
                                          <p:attrName>ppt_h</p:attrName>
                                        </p:attrNameLst>
                                      </p:cBhvr>
                                      <p:tavLst>
                                        <p:tav tm="0">
                                          <p:val>
                                            <p:fltVal val="0"/>
                                          </p:val>
                                        </p:tav>
                                        <p:tav tm="100000">
                                          <p:val>
                                            <p:strVal val="#ppt_h"/>
                                          </p:val>
                                        </p:tav>
                                      </p:tavLst>
                                    </p:anim>
                                    <p:animEffect transition="in" filter="fade">
                                      <p:cBhvr>
                                        <p:cTn id="421" dur="750"/>
                                        <p:tgtEl>
                                          <p:spTgt spid="106"/>
                                        </p:tgtEl>
                                      </p:cBhvr>
                                    </p:animEffect>
                                  </p:childTnLst>
                                </p:cTn>
                              </p:par>
                              <p:par>
                                <p:cTn id="422" presetID="53" presetClass="entr" presetSubtype="16" fill="hold" grpId="0" nodeType="withEffect">
                                  <p:stCondLst>
                                    <p:cond delay="1000"/>
                                  </p:stCondLst>
                                  <p:childTnLst>
                                    <p:set>
                                      <p:cBhvr>
                                        <p:cTn id="423" dur="1" fill="hold">
                                          <p:stCondLst>
                                            <p:cond delay="0"/>
                                          </p:stCondLst>
                                        </p:cTn>
                                        <p:tgtEl>
                                          <p:spTgt spid="107"/>
                                        </p:tgtEl>
                                        <p:attrNameLst>
                                          <p:attrName>style.visibility</p:attrName>
                                        </p:attrNameLst>
                                      </p:cBhvr>
                                      <p:to>
                                        <p:strVal val="visible"/>
                                      </p:to>
                                    </p:set>
                                    <p:anim calcmode="lin" valueType="num">
                                      <p:cBhvr>
                                        <p:cTn id="424" dur="750" fill="hold"/>
                                        <p:tgtEl>
                                          <p:spTgt spid="107"/>
                                        </p:tgtEl>
                                        <p:attrNameLst>
                                          <p:attrName>ppt_w</p:attrName>
                                        </p:attrNameLst>
                                      </p:cBhvr>
                                      <p:tavLst>
                                        <p:tav tm="0">
                                          <p:val>
                                            <p:fltVal val="0"/>
                                          </p:val>
                                        </p:tav>
                                        <p:tav tm="100000">
                                          <p:val>
                                            <p:strVal val="#ppt_w"/>
                                          </p:val>
                                        </p:tav>
                                      </p:tavLst>
                                    </p:anim>
                                    <p:anim calcmode="lin" valueType="num">
                                      <p:cBhvr>
                                        <p:cTn id="425" dur="750" fill="hold"/>
                                        <p:tgtEl>
                                          <p:spTgt spid="107"/>
                                        </p:tgtEl>
                                        <p:attrNameLst>
                                          <p:attrName>ppt_h</p:attrName>
                                        </p:attrNameLst>
                                      </p:cBhvr>
                                      <p:tavLst>
                                        <p:tav tm="0">
                                          <p:val>
                                            <p:fltVal val="0"/>
                                          </p:val>
                                        </p:tav>
                                        <p:tav tm="100000">
                                          <p:val>
                                            <p:strVal val="#ppt_h"/>
                                          </p:val>
                                        </p:tav>
                                      </p:tavLst>
                                    </p:anim>
                                    <p:animEffect transition="in" filter="fade">
                                      <p:cBhvr>
                                        <p:cTn id="426" dur="750"/>
                                        <p:tgtEl>
                                          <p:spTgt spid="107"/>
                                        </p:tgtEl>
                                      </p:cBhvr>
                                    </p:animEffect>
                                  </p:childTnLst>
                                </p:cTn>
                              </p:par>
                              <p:par>
                                <p:cTn id="427" presetID="53" presetClass="entr" presetSubtype="16" fill="hold" grpId="0" nodeType="withEffect">
                                  <p:stCondLst>
                                    <p:cond delay="1500"/>
                                  </p:stCondLst>
                                  <p:childTnLst>
                                    <p:set>
                                      <p:cBhvr>
                                        <p:cTn id="428" dur="1" fill="hold">
                                          <p:stCondLst>
                                            <p:cond delay="0"/>
                                          </p:stCondLst>
                                        </p:cTn>
                                        <p:tgtEl>
                                          <p:spTgt spid="108"/>
                                        </p:tgtEl>
                                        <p:attrNameLst>
                                          <p:attrName>style.visibility</p:attrName>
                                        </p:attrNameLst>
                                      </p:cBhvr>
                                      <p:to>
                                        <p:strVal val="visible"/>
                                      </p:to>
                                    </p:set>
                                    <p:anim calcmode="lin" valueType="num">
                                      <p:cBhvr>
                                        <p:cTn id="429" dur="750" fill="hold"/>
                                        <p:tgtEl>
                                          <p:spTgt spid="108"/>
                                        </p:tgtEl>
                                        <p:attrNameLst>
                                          <p:attrName>ppt_w</p:attrName>
                                        </p:attrNameLst>
                                      </p:cBhvr>
                                      <p:tavLst>
                                        <p:tav tm="0">
                                          <p:val>
                                            <p:fltVal val="0"/>
                                          </p:val>
                                        </p:tav>
                                        <p:tav tm="100000">
                                          <p:val>
                                            <p:strVal val="#ppt_w"/>
                                          </p:val>
                                        </p:tav>
                                      </p:tavLst>
                                    </p:anim>
                                    <p:anim calcmode="lin" valueType="num">
                                      <p:cBhvr>
                                        <p:cTn id="430" dur="750" fill="hold"/>
                                        <p:tgtEl>
                                          <p:spTgt spid="108"/>
                                        </p:tgtEl>
                                        <p:attrNameLst>
                                          <p:attrName>ppt_h</p:attrName>
                                        </p:attrNameLst>
                                      </p:cBhvr>
                                      <p:tavLst>
                                        <p:tav tm="0">
                                          <p:val>
                                            <p:fltVal val="0"/>
                                          </p:val>
                                        </p:tav>
                                        <p:tav tm="100000">
                                          <p:val>
                                            <p:strVal val="#ppt_h"/>
                                          </p:val>
                                        </p:tav>
                                      </p:tavLst>
                                    </p:anim>
                                    <p:animEffect transition="in" filter="fade">
                                      <p:cBhvr>
                                        <p:cTn id="431" dur="750"/>
                                        <p:tgtEl>
                                          <p:spTgt spid="108"/>
                                        </p:tgtEl>
                                      </p:cBhvr>
                                    </p:animEffect>
                                  </p:childTnLst>
                                </p:cTn>
                              </p:par>
                              <p:par>
                                <p:cTn id="432" presetID="53" presetClass="entr" presetSubtype="16" fill="hold" grpId="0" nodeType="withEffect">
                                  <p:stCondLst>
                                    <p:cond delay="2000"/>
                                  </p:stCondLst>
                                  <p:childTnLst>
                                    <p:set>
                                      <p:cBhvr>
                                        <p:cTn id="433" dur="1" fill="hold">
                                          <p:stCondLst>
                                            <p:cond delay="0"/>
                                          </p:stCondLst>
                                        </p:cTn>
                                        <p:tgtEl>
                                          <p:spTgt spid="105"/>
                                        </p:tgtEl>
                                        <p:attrNameLst>
                                          <p:attrName>style.visibility</p:attrName>
                                        </p:attrNameLst>
                                      </p:cBhvr>
                                      <p:to>
                                        <p:strVal val="visible"/>
                                      </p:to>
                                    </p:set>
                                    <p:anim calcmode="lin" valueType="num">
                                      <p:cBhvr>
                                        <p:cTn id="434" dur="750" fill="hold"/>
                                        <p:tgtEl>
                                          <p:spTgt spid="105"/>
                                        </p:tgtEl>
                                        <p:attrNameLst>
                                          <p:attrName>ppt_w</p:attrName>
                                        </p:attrNameLst>
                                      </p:cBhvr>
                                      <p:tavLst>
                                        <p:tav tm="0">
                                          <p:val>
                                            <p:fltVal val="0"/>
                                          </p:val>
                                        </p:tav>
                                        <p:tav tm="100000">
                                          <p:val>
                                            <p:strVal val="#ppt_w"/>
                                          </p:val>
                                        </p:tav>
                                      </p:tavLst>
                                    </p:anim>
                                    <p:anim calcmode="lin" valueType="num">
                                      <p:cBhvr>
                                        <p:cTn id="435" dur="750" fill="hold"/>
                                        <p:tgtEl>
                                          <p:spTgt spid="105"/>
                                        </p:tgtEl>
                                        <p:attrNameLst>
                                          <p:attrName>ppt_h</p:attrName>
                                        </p:attrNameLst>
                                      </p:cBhvr>
                                      <p:tavLst>
                                        <p:tav tm="0">
                                          <p:val>
                                            <p:fltVal val="0"/>
                                          </p:val>
                                        </p:tav>
                                        <p:tav tm="100000">
                                          <p:val>
                                            <p:strVal val="#ppt_h"/>
                                          </p:val>
                                        </p:tav>
                                      </p:tavLst>
                                    </p:anim>
                                    <p:animEffect transition="in" filter="fade">
                                      <p:cBhvr>
                                        <p:cTn id="436" dur="750"/>
                                        <p:tgtEl>
                                          <p:spTgt spid="105"/>
                                        </p:tgtEl>
                                      </p:cBhvr>
                                    </p:animEffect>
                                  </p:childTnLst>
                                </p:cTn>
                              </p:par>
                              <p:par>
                                <p:cTn id="437" presetID="53" presetClass="entr" presetSubtype="16" fill="hold" grpId="0" nodeType="withEffect">
                                  <p:stCondLst>
                                    <p:cond delay="2500"/>
                                  </p:stCondLst>
                                  <p:childTnLst>
                                    <p:set>
                                      <p:cBhvr>
                                        <p:cTn id="438" dur="1" fill="hold">
                                          <p:stCondLst>
                                            <p:cond delay="0"/>
                                          </p:stCondLst>
                                        </p:cTn>
                                        <p:tgtEl>
                                          <p:spTgt spid="104"/>
                                        </p:tgtEl>
                                        <p:attrNameLst>
                                          <p:attrName>style.visibility</p:attrName>
                                        </p:attrNameLst>
                                      </p:cBhvr>
                                      <p:to>
                                        <p:strVal val="visible"/>
                                      </p:to>
                                    </p:set>
                                    <p:anim calcmode="lin" valueType="num">
                                      <p:cBhvr>
                                        <p:cTn id="439" dur="750" fill="hold"/>
                                        <p:tgtEl>
                                          <p:spTgt spid="104"/>
                                        </p:tgtEl>
                                        <p:attrNameLst>
                                          <p:attrName>ppt_w</p:attrName>
                                        </p:attrNameLst>
                                      </p:cBhvr>
                                      <p:tavLst>
                                        <p:tav tm="0">
                                          <p:val>
                                            <p:fltVal val="0"/>
                                          </p:val>
                                        </p:tav>
                                        <p:tav tm="100000">
                                          <p:val>
                                            <p:strVal val="#ppt_w"/>
                                          </p:val>
                                        </p:tav>
                                      </p:tavLst>
                                    </p:anim>
                                    <p:anim calcmode="lin" valueType="num">
                                      <p:cBhvr>
                                        <p:cTn id="440" dur="750" fill="hold"/>
                                        <p:tgtEl>
                                          <p:spTgt spid="104"/>
                                        </p:tgtEl>
                                        <p:attrNameLst>
                                          <p:attrName>ppt_h</p:attrName>
                                        </p:attrNameLst>
                                      </p:cBhvr>
                                      <p:tavLst>
                                        <p:tav tm="0">
                                          <p:val>
                                            <p:fltVal val="0"/>
                                          </p:val>
                                        </p:tav>
                                        <p:tav tm="100000">
                                          <p:val>
                                            <p:strVal val="#ppt_h"/>
                                          </p:val>
                                        </p:tav>
                                      </p:tavLst>
                                    </p:anim>
                                    <p:animEffect transition="in" filter="fade">
                                      <p:cBhvr>
                                        <p:cTn id="441" dur="75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animBg="1"/>
      <p:bldP spid="84" grpId="0" animBg="1"/>
      <p:bldP spid="85" grpId="0" animBg="1"/>
      <p:bldP spid="86" grpId="0" animBg="1"/>
      <p:bldP spid="87" grpId="0" animBg="1"/>
      <p:bldP spid="88" grpId="0" animBg="1"/>
      <p:bldP spid="89" grpId="0" animBg="1"/>
      <p:bldP spid="90" grpId="0" animBg="1"/>
      <p:bldP spid="91" grpId="0" animBg="1"/>
      <p:bldP spid="92" grpId="0" animBg="1"/>
      <p:bldP spid="93" grpId="0" animBg="1"/>
      <p:bldP spid="94" grpId="0" animBg="1"/>
      <p:bldP spid="95" grpId="0" animBg="1"/>
      <p:bldP spid="96" grpId="0" animBg="1"/>
      <p:bldP spid="97" grpId="0" animBg="1"/>
      <p:bldP spid="98" grpId="0" animBg="1"/>
      <p:bldP spid="104" grpId="0" animBg="1"/>
      <p:bldP spid="105" grpId="0" animBg="1"/>
      <p:bldP spid="106" grpId="0" animBg="1"/>
      <p:bldP spid="107" grpId="0" animBg="1"/>
      <p:bldP spid="10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3E9161E3-CFC5-42E8-94A4-7251A1D38059}"/>
              </a:ext>
            </a:extLst>
          </p:cNvPr>
          <p:cNvSpPr>
            <a:spLocks noEditPoints="1"/>
          </p:cNvSpPr>
          <p:nvPr/>
        </p:nvSpPr>
        <p:spPr bwMode="auto">
          <a:xfrm>
            <a:off x="4424363" y="1239838"/>
            <a:ext cx="4319588" cy="4348163"/>
          </a:xfrm>
          <a:custGeom>
            <a:avLst/>
            <a:gdLst>
              <a:gd name="T0" fmla="*/ 1124 w 1124"/>
              <a:gd name="T1" fmla="*/ 748 h 1131"/>
              <a:gd name="T2" fmla="*/ 1124 w 1124"/>
              <a:gd name="T3" fmla="*/ 748 h 1131"/>
              <a:gd name="T4" fmla="*/ 1076 w 1124"/>
              <a:gd name="T5" fmla="*/ 854 h 1131"/>
              <a:gd name="T6" fmla="*/ 914 w 1124"/>
              <a:gd name="T7" fmla="*/ 922 h 1131"/>
              <a:gd name="T8" fmla="*/ 567 w 1124"/>
              <a:gd name="T9" fmla="*/ 937 h 1131"/>
              <a:gd name="T10" fmla="*/ 217 w 1124"/>
              <a:gd name="T11" fmla="*/ 952 h 1131"/>
              <a:gd name="T12" fmla="*/ 10 w 1124"/>
              <a:gd name="T13" fmla="*/ 1075 h 1131"/>
              <a:gd name="T14" fmla="*/ 15 w 1124"/>
              <a:gd name="T15" fmla="*/ 1077 h 1131"/>
              <a:gd name="T16" fmla="*/ 124 w 1124"/>
              <a:gd name="T17" fmla="*/ 990 h 1131"/>
              <a:gd name="T18" fmla="*/ 567 w 1124"/>
              <a:gd name="T19" fmla="*/ 960 h 1131"/>
              <a:gd name="T20" fmla="*/ 1013 w 1124"/>
              <a:gd name="T21" fmla="*/ 909 h 1131"/>
              <a:gd name="T22" fmla="*/ 1116 w 1124"/>
              <a:gd name="T23" fmla="*/ 804 h 1131"/>
              <a:gd name="T24" fmla="*/ 1124 w 1124"/>
              <a:gd name="T25" fmla="*/ 748 h 1131"/>
              <a:gd name="T26" fmla="*/ 1111 w 1124"/>
              <a:gd name="T27" fmla="*/ 54 h 1131"/>
              <a:gd name="T28" fmla="*/ 1008 w 1124"/>
              <a:gd name="T29" fmla="*/ 149 h 1131"/>
              <a:gd name="T30" fmla="*/ 686 w 1124"/>
              <a:gd name="T31" fmla="*/ 190 h 1131"/>
              <a:gd name="T32" fmla="*/ 447 w 1124"/>
              <a:gd name="T33" fmla="*/ 187 h 1131"/>
              <a:gd name="T34" fmla="*/ 47 w 1124"/>
              <a:gd name="T35" fmla="*/ 273 h 1131"/>
              <a:gd name="T36" fmla="*/ 1 w 1124"/>
              <a:gd name="T37" fmla="*/ 371 h 1131"/>
              <a:gd name="T38" fmla="*/ 0 w 1124"/>
              <a:gd name="T39" fmla="*/ 374 h 1131"/>
              <a:gd name="T40" fmla="*/ 1 w 1124"/>
              <a:gd name="T41" fmla="*/ 378 h 1131"/>
              <a:gd name="T42" fmla="*/ 9 w 1124"/>
              <a:gd name="T43" fmla="*/ 422 h 1131"/>
              <a:gd name="T44" fmla="*/ 111 w 1124"/>
              <a:gd name="T45" fmla="*/ 527 h 1131"/>
              <a:gd name="T46" fmla="*/ 557 w 1124"/>
              <a:gd name="T47" fmla="*/ 578 h 1131"/>
              <a:gd name="T48" fmla="*/ 1000 w 1124"/>
              <a:gd name="T49" fmla="*/ 608 h 1131"/>
              <a:gd name="T50" fmla="*/ 1110 w 1124"/>
              <a:gd name="T51" fmla="*/ 695 h 1131"/>
              <a:gd name="T52" fmla="*/ 1114 w 1124"/>
              <a:gd name="T53" fmla="*/ 693 h 1131"/>
              <a:gd name="T54" fmla="*/ 908 w 1124"/>
              <a:gd name="T55" fmla="*/ 569 h 1131"/>
              <a:gd name="T56" fmla="*/ 557 w 1124"/>
              <a:gd name="T57" fmla="*/ 554 h 1131"/>
              <a:gd name="T58" fmla="*/ 210 w 1124"/>
              <a:gd name="T59" fmla="*/ 540 h 1131"/>
              <a:gd name="T60" fmla="*/ 48 w 1124"/>
              <a:gd name="T61" fmla="*/ 472 h 1131"/>
              <a:gd name="T62" fmla="*/ 1 w 1124"/>
              <a:gd name="T63" fmla="*/ 375 h 1131"/>
              <a:gd name="T64" fmla="*/ 53 w 1124"/>
              <a:gd name="T65" fmla="*/ 280 h 1131"/>
              <a:gd name="T66" fmla="*/ 379 w 1124"/>
              <a:gd name="T67" fmla="*/ 207 h 1131"/>
              <a:gd name="T68" fmla="*/ 688 w 1124"/>
              <a:gd name="T69" fmla="*/ 213 h 1131"/>
              <a:gd name="T70" fmla="*/ 1083 w 1124"/>
              <a:gd name="T71" fmla="*/ 112 h 1131"/>
              <a:gd name="T72" fmla="*/ 1124 w 1124"/>
              <a:gd name="T73" fmla="*/ 15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4" h="1131">
                <a:moveTo>
                  <a:pt x="1124" y="748"/>
                </a:moveTo>
                <a:cubicBezTo>
                  <a:pt x="1124" y="748"/>
                  <a:pt x="1124" y="748"/>
                  <a:pt x="1124" y="748"/>
                </a:cubicBezTo>
                <a:cubicBezTo>
                  <a:pt x="1124" y="748"/>
                  <a:pt x="1124" y="748"/>
                  <a:pt x="1124" y="748"/>
                </a:cubicBezTo>
                <a:moveTo>
                  <a:pt x="1124" y="748"/>
                </a:moveTo>
                <a:cubicBezTo>
                  <a:pt x="1123" y="767"/>
                  <a:pt x="1119" y="786"/>
                  <a:pt x="1111" y="802"/>
                </a:cubicBezTo>
                <a:cubicBezTo>
                  <a:pt x="1105" y="819"/>
                  <a:pt x="1094" y="837"/>
                  <a:pt x="1076" y="854"/>
                </a:cubicBezTo>
                <a:cubicBezTo>
                  <a:pt x="1057" y="872"/>
                  <a:pt x="1033" y="888"/>
                  <a:pt x="1008" y="897"/>
                </a:cubicBezTo>
                <a:cubicBezTo>
                  <a:pt x="980" y="908"/>
                  <a:pt x="948" y="917"/>
                  <a:pt x="914" y="922"/>
                </a:cubicBezTo>
                <a:cubicBezTo>
                  <a:pt x="839" y="935"/>
                  <a:pt x="763" y="938"/>
                  <a:pt x="686" y="938"/>
                </a:cubicBezTo>
                <a:cubicBezTo>
                  <a:pt x="646" y="938"/>
                  <a:pt x="607" y="938"/>
                  <a:pt x="567" y="937"/>
                </a:cubicBezTo>
                <a:cubicBezTo>
                  <a:pt x="527" y="936"/>
                  <a:pt x="487" y="935"/>
                  <a:pt x="447" y="935"/>
                </a:cubicBezTo>
                <a:cubicBezTo>
                  <a:pt x="370" y="935"/>
                  <a:pt x="293" y="938"/>
                  <a:pt x="217" y="952"/>
                </a:cubicBezTo>
                <a:cubicBezTo>
                  <a:pt x="158" y="962"/>
                  <a:pt x="92" y="978"/>
                  <a:pt x="47" y="1021"/>
                </a:cubicBezTo>
                <a:cubicBezTo>
                  <a:pt x="28" y="1039"/>
                  <a:pt x="17" y="1058"/>
                  <a:pt x="10" y="1075"/>
                </a:cubicBezTo>
                <a:cubicBezTo>
                  <a:pt x="3" y="1093"/>
                  <a:pt x="1" y="1112"/>
                  <a:pt x="0" y="1131"/>
                </a:cubicBezTo>
                <a:cubicBezTo>
                  <a:pt x="2" y="1112"/>
                  <a:pt x="7" y="1094"/>
                  <a:pt x="15" y="1077"/>
                </a:cubicBezTo>
                <a:cubicBezTo>
                  <a:pt x="22" y="1061"/>
                  <a:pt x="34" y="1044"/>
                  <a:pt x="53" y="1028"/>
                </a:cubicBezTo>
                <a:cubicBezTo>
                  <a:pt x="71" y="1012"/>
                  <a:pt x="96" y="1000"/>
                  <a:pt x="124" y="990"/>
                </a:cubicBezTo>
                <a:cubicBezTo>
                  <a:pt x="204" y="962"/>
                  <a:pt x="292" y="956"/>
                  <a:pt x="379" y="956"/>
                </a:cubicBezTo>
                <a:cubicBezTo>
                  <a:pt x="443" y="956"/>
                  <a:pt x="507" y="959"/>
                  <a:pt x="567" y="960"/>
                </a:cubicBezTo>
                <a:cubicBezTo>
                  <a:pt x="606" y="960"/>
                  <a:pt x="647" y="961"/>
                  <a:pt x="687" y="961"/>
                </a:cubicBezTo>
                <a:cubicBezTo>
                  <a:pt x="799" y="961"/>
                  <a:pt x="914" y="954"/>
                  <a:pt x="1013" y="909"/>
                </a:cubicBezTo>
                <a:cubicBezTo>
                  <a:pt x="1042" y="897"/>
                  <a:pt x="1066" y="879"/>
                  <a:pt x="1083" y="860"/>
                </a:cubicBezTo>
                <a:cubicBezTo>
                  <a:pt x="1100" y="842"/>
                  <a:pt x="1110" y="821"/>
                  <a:pt x="1116" y="804"/>
                </a:cubicBezTo>
                <a:cubicBezTo>
                  <a:pt x="1121" y="787"/>
                  <a:pt x="1123" y="773"/>
                  <a:pt x="1124" y="763"/>
                </a:cubicBezTo>
                <a:cubicBezTo>
                  <a:pt x="1124" y="753"/>
                  <a:pt x="1124" y="748"/>
                  <a:pt x="1124" y="748"/>
                </a:cubicBezTo>
                <a:moveTo>
                  <a:pt x="1124" y="0"/>
                </a:moveTo>
                <a:cubicBezTo>
                  <a:pt x="1123" y="18"/>
                  <a:pt x="1119" y="37"/>
                  <a:pt x="1111" y="54"/>
                </a:cubicBezTo>
                <a:cubicBezTo>
                  <a:pt x="1105" y="70"/>
                  <a:pt x="1094" y="89"/>
                  <a:pt x="1076" y="106"/>
                </a:cubicBezTo>
                <a:cubicBezTo>
                  <a:pt x="1057" y="124"/>
                  <a:pt x="1033" y="139"/>
                  <a:pt x="1008" y="149"/>
                </a:cubicBezTo>
                <a:cubicBezTo>
                  <a:pt x="980" y="160"/>
                  <a:pt x="948" y="168"/>
                  <a:pt x="914" y="174"/>
                </a:cubicBezTo>
                <a:cubicBezTo>
                  <a:pt x="839" y="187"/>
                  <a:pt x="763" y="190"/>
                  <a:pt x="686" y="190"/>
                </a:cubicBezTo>
                <a:cubicBezTo>
                  <a:pt x="646" y="190"/>
                  <a:pt x="607" y="189"/>
                  <a:pt x="567" y="188"/>
                </a:cubicBezTo>
                <a:cubicBezTo>
                  <a:pt x="527" y="187"/>
                  <a:pt x="487" y="187"/>
                  <a:pt x="447" y="187"/>
                </a:cubicBezTo>
                <a:cubicBezTo>
                  <a:pt x="370" y="187"/>
                  <a:pt x="293" y="190"/>
                  <a:pt x="217" y="203"/>
                </a:cubicBezTo>
                <a:cubicBezTo>
                  <a:pt x="158" y="213"/>
                  <a:pt x="92" y="230"/>
                  <a:pt x="47" y="273"/>
                </a:cubicBezTo>
                <a:cubicBezTo>
                  <a:pt x="28" y="290"/>
                  <a:pt x="17" y="310"/>
                  <a:pt x="10" y="327"/>
                </a:cubicBezTo>
                <a:cubicBezTo>
                  <a:pt x="5" y="341"/>
                  <a:pt x="2" y="356"/>
                  <a:pt x="1" y="371"/>
                </a:cubicBezTo>
                <a:cubicBezTo>
                  <a:pt x="0" y="370"/>
                  <a:pt x="0" y="368"/>
                  <a:pt x="0" y="366"/>
                </a:cubicBezTo>
                <a:cubicBezTo>
                  <a:pt x="0" y="366"/>
                  <a:pt x="0" y="369"/>
                  <a:pt x="0" y="374"/>
                </a:cubicBezTo>
                <a:cubicBezTo>
                  <a:pt x="0" y="377"/>
                  <a:pt x="0" y="380"/>
                  <a:pt x="0" y="382"/>
                </a:cubicBezTo>
                <a:cubicBezTo>
                  <a:pt x="0" y="381"/>
                  <a:pt x="0" y="379"/>
                  <a:pt x="1" y="378"/>
                </a:cubicBezTo>
                <a:cubicBezTo>
                  <a:pt x="1" y="379"/>
                  <a:pt x="1" y="380"/>
                  <a:pt x="1" y="381"/>
                </a:cubicBezTo>
                <a:cubicBezTo>
                  <a:pt x="2" y="390"/>
                  <a:pt x="3" y="404"/>
                  <a:pt x="9" y="422"/>
                </a:cubicBezTo>
                <a:cubicBezTo>
                  <a:pt x="14" y="439"/>
                  <a:pt x="24" y="459"/>
                  <a:pt x="42" y="478"/>
                </a:cubicBezTo>
                <a:cubicBezTo>
                  <a:pt x="59" y="497"/>
                  <a:pt x="82" y="514"/>
                  <a:pt x="111" y="527"/>
                </a:cubicBezTo>
                <a:cubicBezTo>
                  <a:pt x="211" y="572"/>
                  <a:pt x="325" y="579"/>
                  <a:pt x="437" y="579"/>
                </a:cubicBezTo>
                <a:cubicBezTo>
                  <a:pt x="478" y="579"/>
                  <a:pt x="518" y="578"/>
                  <a:pt x="557" y="578"/>
                </a:cubicBezTo>
                <a:cubicBezTo>
                  <a:pt x="618" y="577"/>
                  <a:pt x="681" y="573"/>
                  <a:pt x="745" y="573"/>
                </a:cubicBezTo>
                <a:cubicBezTo>
                  <a:pt x="833" y="573"/>
                  <a:pt x="920" y="580"/>
                  <a:pt x="1000" y="608"/>
                </a:cubicBezTo>
                <a:cubicBezTo>
                  <a:pt x="1028" y="617"/>
                  <a:pt x="1053" y="630"/>
                  <a:pt x="1071" y="646"/>
                </a:cubicBezTo>
                <a:cubicBezTo>
                  <a:pt x="1090" y="661"/>
                  <a:pt x="1102" y="679"/>
                  <a:pt x="1110" y="695"/>
                </a:cubicBezTo>
                <a:cubicBezTo>
                  <a:pt x="1118" y="712"/>
                  <a:pt x="1122" y="730"/>
                  <a:pt x="1124" y="748"/>
                </a:cubicBezTo>
                <a:cubicBezTo>
                  <a:pt x="1124" y="729"/>
                  <a:pt x="1121" y="711"/>
                  <a:pt x="1114" y="693"/>
                </a:cubicBezTo>
                <a:cubicBezTo>
                  <a:pt x="1108" y="676"/>
                  <a:pt x="1096" y="656"/>
                  <a:pt x="1077" y="639"/>
                </a:cubicBezTo>
                <a:cubicBezTo>
                  <a:pt x="1033" y="596"/>
                  <a:pt x="967" y="579"/>
                  <a:pt x="908" y="569"/>
                </a:cubicBezTo>
                <a:cubicBezTo>
                  <a:pt x="831" y="556"/>
                  <a:pt x="754" y="553"/>
                  <a:pt x="677" y="553"/>
                </a:cubicBezTo>
                <a:cubicBezTo>
                  <a:pt x="637" y="553"/>
                  <a:pt x="597" y="554"/>
                  <a:pt x="557" y="554"/>
                </a:cubicBezTo>
                <a:cubicBezTo>
                  <a:pt x="518" y="555"/>
                  <a:pt x="478" y="556"/>
                  <a:pt x="438" y="556"/>
                </a:cubicBezTo>
                <a:cubicBezTo>
                  <a:pt x="362" y="556"/>
                  <a:pt x="285" y="553"/>
                  <a:pt x="210" y="540"/>
                </a:cubicBezTo>
                <a:cubicBezTo>
                  <a:pt x="176" y="534"/>
                  <a:pt x="144" y="526"/>
                  <a:pt x="116" y="515"/>
                </a:cubicBezTo>
                <a:cubicBezTo>
                  <a:pt x="91" y="505"/>
                  <a:pt x="68" y="490"/>
                  <a:pt x="48" y="472"/>
                </a:cubicBezTo>
                <a:cubicBezTo>
                  <a:pt x="31" y="455"/>
                  <a:pt x="19" y="436"/>
                  <a:pt x="13" y="420"/>
                </a:cubicBezTo>
                <a:cubicBezTo>
                  <a:pt x="7" y="406"/>
                  <a:pt x="3" y="390"/>
                  <a:pt x="1" y="375"/>
                </a:cubicBezTo>
                <a:cubicBezTo>
                  <a:pt x="3" y="359"/>
                  <a:pt x="8" y="343"/>
                  <a:pt x="15" y="329"/>
                </a:cubicBezTo>
                <a:cubicBezTo>
                  <a:pt x="22" y="313"/>
                  <a:pt x="34" y="295"/>
                  <a:pt x="53" y="280"/>
                </a:cubicBezTo>
                <a:cubicBezTo>
                  <a:pt x="71" y="264"/>
                  <a:pt x="96" y="251"/>
                  <a:pt x="124" y="242"/>
                </a:cubicBezTo>
                <a:cubicBezTo>
                  <a:pt x="204" y="214"/>
                  <a:pt x="292" y="207"/>
                  <a:pt x="379" y="207"/>
                </a:cubicBezTo>
                <a:cubicBezTo>
                  <a:pt x="443" y="207"/>
                  <a:pt x="507" y="211"/>
                  <a:pt x="567" y="212"/>
                </a:cubicBezTo>
                <a:cubicBezTo>
                  <a:pt x="606" y="212"/>
                  <a:pt x="647" y="213"/>
                  <a:pt x="688" y="213"/>
                </a:cubicBezTo>
                <a:cubicBezTo>
                  <a:pt x="799" y="213"/>
                  <a:pt x="914" y="206"/>
                  <a:pt x="1013" y="161"/>
                </a:cubicBezTo>
                <a:cubicBezTo>
                  <a:pt x="1042" y="148"/>
                  <a:pt x="1066" y="131"/>
                  <a:pt x="1083" y="112"/>
                </a:cubicBezTo>
                <a:cubicBezTo>
                  <a:pt x="1100" y="93"/>
                  <a:pt x="1110" y="73"/>
                  <a:pt x="1116" y="56"/>
                </a:cubicBezTo>
                <a:cubicBezTo>
                  <a:pt x="1121" y="38"/>
                  <a:pt x="1123" y="24"/>
                  <a:pt x="1124" y="15"/>
                </a:cubicBezTo>
                <a:cubicBezTo>
                  <a:pt x="1124" y="5"/>
                  <a:pt x="1124" y="0"/>
                  <a:pt x="1124"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29" name="Group 28">
            <a:extLst>
              <a:ext uri="{FF2B5EF4-FFF2-40B4-BE49-F238E27FC236}">
                <a16:creationId xmlns:a16="http://schemas.microsoft.com/office/drawing/2014/main" id="{9F7C3E36-2844-4ED3-9235-75FA5E6F12BE}"/>
              </a:ext>
            </a:extLst>
          </p:cNvPr>
          <p:cNvGrpSpPr/>
          <p:nvPr/>
        </p:nvGrpSpPr>
        <p:grpSpPr>
          <a:xfrm>
            <a:off x="7659688" y="3603625"/>
            <a:ext cx="1087438" cy="1089026"/>
            <a:chOff x="7659688" y="3603625"/>
            <a:chExt cx="1087438" cy="1089026"/>
          </a:xfrm>
          <a:effectLst>
            <a:outerShdw blurRad="177800" dist="127000" dir="2700000" sx="99000" sy="99000" algn="tl" rotWithShape="0">
              <a:prstClr val="black">
                <a:alpha val="25000"/>
              </a:prstClr>
            </a:outerShdw>
          </a:effectLst>
        </p:grpSpPr>
        <p:sp>
          <p:nvSpPr>
            <p:cNvPr id="7" name="Oval 6">
              <a:extLst>
                <a:ext uri="{FF2B5EF4-FFF2-40B4-BE49-F238E27FC236}">
                  <a16:creationId xmlns:a16="http://schemas.microsoft.com/office/drawing/2014/main" id="{581E72E4-8F7B-4610-9A10-D873572E3A3C}"/>
                </a:ext>
              </a:extLst>
            </p:cNvPr>
            <p:cNvSpPr>
              <a:spLocks noChangeArrowheads="1"/>
            </p:cNvSpPr>
            <p:nvPr/>
          </p:nvSpPr>
          <p:spPr bwMode="auto">
            <a:xfrm>
              <a:off x="7659688" y="3603625"/>
              <a:ext cx="1087438" cy="108902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7ABDFAE2-A875-4FA2-B293-7709899F9050}"/>
                </a:ext>
              </a:extLst>
            </p:cNvPr>
            <p:cNvSpPr>
              <a:spLocks/>
            </p:cNvSpPr>
            <p:nvPr/>
          </p:nvSpPr>
          <p:spPr bwMode="auto">
            <a:xfrm>
              <a:off x="7813675" y="3757613"/>
              <a:ext cx="933450" cy="935038"/>
            </a:xfrm>
            <a:custGeom>
              <a:avLst/>
              <a:gdLst>
                <a:gd name="T0" fmla="*/ 200 w 243"/>
                <a:gd name="T1" fmla="*/ 0 h 243"/>
                <a:gd name="T2" fmla="*/ 240 w 243"/>
                <a:gd name="T3" fmla="*/ 99 h 243"/>
                <a:gd name="T4" fmla="*/ 99 w 243"/>
                <a:gd name="T5" fmla="*/ 240 h 243"/>
                <a:gd name="T6" fmla="*/ 0 w 243"/>
                <a:gd name="T7" fmla="*/ 200 h 243"/>
                <a:gd name="T8" fmla="*/ 101 w 243"/>
                <a:gd name="T9" fmla="*/ 243 h 243"/>
                <a:gd name="T10" fmla="*/ 243 w 243"/>
                <a:gd name="T11" fmla="*/ 101 h 243"/>
                <a:gd name="T12" fmla="*/ 200 w 243"/>
                <a:gd name="T13" fmla="*/ 0 h 243"/>
              </a:gdLst>
              <a:ahLst/>
              <a:cxnLst>
                <a:cxn ang="0">
                  <a:pos x="T0" y="T1"/>
                </a:cxn>
                <a:cxn ang="0">
                  <a:pos x="T2" y="T3"/>
                </a:cxn>
                <a:cxn ang="0">
                  <a:pos x="T4" y="T5"/>
                </a:cxn>
                <a:cxn ang="0">
                  <a:pos x="T6" y="T7"/>
                </a:cxn>
                <a:cxn ang="0">
                  <a:pos x="T8" y="T9"/>
                </a:cxn>
                <a:cxn ang="0">
                  <a:pos x="T10" y="T11"/>
                </a:cxn>
                <a:cxn ang="0">
                  <a:pos x="T12" y="T13"/>
                </a:cxn>
              </a:cxnLst>
              <a:rect l="0" t="0" r="r" b="b"/>
              <a:pathLst>
                <a:path w="243" h="243">
                  <a:moveTo>
                    <a:pt x="200" y="0"/>
                  </a:moveTo>
                  <a:cubicBezTo>
                    <a:pt x="225" y="26"/>
                    <a:pt x="240" y="61"/>
                    <a:pt x="240" y="99"/>
                  </a:cubicBezTo>
                  <a:cubicBezTo>
                    <a:pt x="240" y="177"/>
                    <a:pt x="177" y="240"/>
                    <a:pt x="99" y="240"/>
                  </a:cubicBezTo>
                  <a:cubicBezTo>
                    <a:pt x="60" y="240"/>
                    <a:pt x="26" y="225"/>
                    <a:pt x="0" y="200"/>
                  </a:cubicBezTo>
                  <a:cubicBezTo>
                    <a:pt x="26" y="226"/>
                    <a:pt x="62" y="243"/>
                    <a:pt x="101" y="243"/>
                  </a:cubicBezTo>
                  <a:cubicBezTo>
                    <a:pt x="179" y="243"/>
                    <a:pt x="243" y="179"/>
                    <a:pt x="243" y="101"/>
                  </a:cubicBezTo>
                  <a:cubicBezTo>
                    <a:pt x="243" y="62"/>
                    <a:pt x="226" y="26"/>
                    <a:pt x="200"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9B22ECA1-354B-4A58-82BB-FEC3837E5ACF}"/>
                </a:ext>
              </a:extLst>
            </p:cNvPr>
            <p:cNvSpPr>
              <a:spLocks/>
            </p:cNvSpPr>
            <p:nvPr/>
          </p:nvSpPr>
          <p:spPr bwMode="auto">
            <a:xfrm>
              <a:off x="7659688" y="3603625"/>
              <a:ext cx="933450" cy="935038"/>
            </a:xfrm>
            <a:custGeom>
              <a:avLst/>
              <a:gdLst>
                <a:gd name="T0" fmla="*/ 3 w 243"/>
                <a:gd name="T1" fmla="*/ 145 h 243"/>
                <a:gd name="T2" fmla="*/ 145 w 243"/>
                <a:gd name="T3" fmla="*/ 4 h 243"/>
                <a:gd name="T4" fmla="*/ 243 w 243"/>
                <a:gd name="T5" fmla="*/ 43 h 243"/>
                <a:gd name="T6" fmla="*/ 141 w 243"/>
                <a:gd name="T7" fmla="*/ 0 h 243"/>
                <a:gd name="T8" fmla="*/ 0 w 243"/>
                <a:gd name="T9" fmla="*/ 141 h 243"/>
                <a:gd name="T10" fmla="*/ 43 w 243"/>
                <a:gd name="T11" fmla="*/ 243 h 243"/>
                <a:gd name="T12" fmla="*/ 3 w 243"/>
                <a:gd name="T13" fmla="*/ 145 h 243"/>
              </a:gdLst>
              <a:ahLst/>
              <a:cxnLst>
                <a:cxn ang="0">
                  <a:pos x="T0" y="T1"/>
                </a:cxn>
                <a:cxn ang="0">
                  <a:pos x="T2" y="T3"/>
                </a:cxn>
                <a:cxn ang="0">
                  <a:pos x="T4" y="T5"/>
                </a:cxn>
                <a:cxn ang="0">
                  <a:pos x="T6" y="T7"/>
                </a:cxn>
                <a:cxn ang="0">
                  <a:pos x="T8" y="T9"/>
                </a:cxn>
                <a:cxn ang="0">
                  <a:pos x="T10" y="T11"/>
                </a:cxn>
                <a:cxn ang="0">
                  <a:pos x="T12" y="T13"/>
                </a:cxn>
              </a:cxnLst>
              <a:rect l="0" t="0" r="r" b="b"/>
              <a:pathLst>
                <a:path w="243" h="243">
                  <a:moveTo>
                    <a:pt x="3" y="145"/>
                  </a:moveTo>
                  <a:cubicBezTo>
                    <a:pt x="3" y="67"/>
                    <a:pt x="67" y="4"/>
                    <a:pt x="145" y="4"/>
                  </a:cubicBezTo>
                  <a:cubicBezTo>
                    <a:pt x="183" y="4"/>
                    <a:pt x="217" y="19"/>
                    <a:pt x="243" y="43"/>
                  </a:cubicBezTo>
                  <a:cubicBezTo>
                    <a:pt x="217" y="17"/>
                    <a:pt x="181" y="0"/>
                    <a:pt x="141" y="0"/>
                  </a:cubicBezTo>
                  <a:cubicBezTo>
                    <a:pt x="63" y="0"/>
                    <a:pt x="0" y="63"/>
                    <a:pt x="0" y="141"/>
                  </a:cubicBezTo>
                  <a:cubicBezTo>
                    <a:pt x="0" y="181"/>
                    <a:pt x="17" y="217"/>
                    <a:pt x="43" y="243"/>
                  </a:cubicBezTo>
                  <a:cubicBezTo>
                    <a:pt x="19" y="218"/>
                    <a:pt x="3" y="183"/>
                    <a:pt x="3" y="14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0" name="Group 29">
            <a:extLst>
              <a:ext uri="{FF2B5EF4-FFF2-40B4-BE49-F238E27FC236}">
                <a16:creationId xmlns:a16="http://schemas.microsoft.com/office/drawing/2014/main" id="{3C83EC72-A396-4F43-B28F-69F8F0150FF7}"/>
              </a:ext>
            </a:extLst>
          </p:cNvPr>
          <p:cNvGrpSpPr/>
          <p:nvPr/>
        </p:nvGrpSpPr>
        <p:grpSpPr>
          <a:xfrm>
            <a:off x="4424363" y="5041900"/>
            <a:ext cx="1084263" cy="1089026"/>
            <a:chOff x="4424363" y="5041900"/>
            <a:chExt cx="1084263" cy="1089026"/>
          </a:xfrm>
          <a:effectLst>
            <a:outerShdw blurRad="177800" dist="127000" dir="2700000" sx="99000" sy="99000" algn="tl" rotWithShape="0">
              <a:prstClr val="black">
                <a:alpha val="25000"/>
              </a:prstClr>
            </a:outerShdw>
          </a:effectLst>
        </p:grpSpPr>
        <p:sp>
          <p:nvSpPr>
            <p:cNvPr id="10" name="Oval 9">
              <a:extLst>
                <a:ext uri="{FF2B5EF4-FFF2-40B4-BE49-F238E27FC236}">
                  <a16:creationId xmlns:a16="http://schemas.microsoft.com/office/drawing/2014/main" id="{2070BF78-23E3-4479-B62C-C23E5611EB2C}"/>
                </a:ext>
              </a:extLst>
            </p:cNvPr>
            <p:cNvSpPr>
              <a:spLocks noChangeArrowheads="1"/>
            </p:cNvSpPr>
            <p:nvPr/>
          </p:nvSpPr>
          <p:spPr bwMode="auto">
            <a:xfrm>
              <a:off x="4424363" y="5041900"/>
              <a:ext cx="1084263" cy="108902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F0D83DEA-0029-463A-9DD1-1A421A80289C}"/>
                </a:ext>
              </a:extLst>
            </p:cNvPr>
            <p:cNvSpPr>
              <a:spLocks/>
            </p:cNvSpPr>
            <p:nvPr/>
          </p:nvSpPr>
          <p:spPr bwMode="auto">
            <a:xfrm>
              <a:off x="4578350" y="5199063"/>
              <a:ext cx="930275" cy="931863"/>
            </a:xfrm>
            <a:custGeom>
              <a:avLst/>
              <a:gdLst>
                <a:gd name="T0" fmla="*/ 200 w 242"/>
                <a:gd name="T1" fmla="*/ 0 h 242"/>
                <a:gd name="T2" fmla="*/ 240 w 242"/>
                <a:gd name="T3" fmla="*/ 98 h 242"/>
                <a:gd name="T4" fmla="*/ 99 w 242"/>
                <a:gd name="T5" fmla="*/ 239 h 242"/>
                <a:gd name="T6" fmla="*/ 0 w 242"/>
                <a:gd name="T7" fmla="*/ 199 h 242"/>
                <a:gd name="T8" fmla="*/ 101 w 242"/>
                <a:gd name="T9" fmla="*/ 242 h 242"/>
                <a:gd name="T10" fmla="*/ 242 w 242"/>
                <a:gd name="T11" fmla="*/ 101 h 242"/>
                <a:gd name="T12" fmla="*/ 200 w 242"/>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242" h="242">
                  <a:moveTo>
                    <a:pt x="200" y="0"/>
                  </a:moveTo>
                  <a:cubicBezTo>
                    <a:pt x="225" y="25"/>
                    <a:pt x="240" y="60"/>
                    <a:pt x="240" y="98"/>
                  </a:cubicBezTo>
                  <a:cubicBezTo>
                    <a:pt x="240" y="176"/>
                    <a:pt x="177" y="239"/>
                    <a:pt x="99" y="239"/>
                  </a:cubicBezTo>
                  <a:cubicBezTo>
                    <a:pt x="60" y="239"/>
                    <a:pt x="26" y="224"/>
                    <a:pt x="0" y="199"/>
                  </a:cubicBezTo>
                  <a:cubicBezTo>
                    <a:pt x="26" y="225"/>
                    <a:pt x="62" y="242"/>
                    <a:pt x="101" y="242"/>
                  </a:cubicBezTo>
                  <a:cubicBezTo>
                    <a:pt x="179" y="242"/>
                    <a:pt x="242" y="179"/>
                    <a:pt x="242" y="101"/>
                  </a:cubicBezTo>
                  <a:cubicBezTo>
                    <a:pt x="242" y="61"/>
                    <a:pt x="226" y="25"/>
                    <a:pt x="200"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0B2B1E24-AFB5-40B3-B576-8DCEB9428795}"/>
                </a:ext>
              </a:extLst>
            </p:cNvPr>
            <p:cNvSpPr>
              <a:spLocks/>
            </p:cNvSpPr>
            <p:nvPr/>
          </p:nvSpPr>
          <p:spPr bwMode="auto">
            <a:xfrm>
              <a:off x="4424363" y="5041900"/>
              <a:ext cx="933450" cy="935038"/>
            </a:xfrm>
            <a:custGeom>
              <a:avLst/>
              <a:gdLst>
                <a:gd name="T0" fmla="*/ 3 w 243"/>
                <a:gd name="T1" fmla="*/ 145 h 243"/>
                <a:gd name="T2" fmla="*/ 145 w 243"/>
                <a:gd name="T3" fmla="*/ 4 h 243"/>
                <a:gd name="T4" fmla="*/ 243 w 243"/>
                <a:gd name="T5" fmla="*/ 43 h 243"/>
                <a:gd name="T6" fmla="*/ 141 w 243"/>
                <a:gd name="T7" fmla="*/ 0 h 243"/>
                <a:gd name="T8" fmla="*/ 0 w 243"/>
                <a:gd name="T9" fmla="*/ 142 h 243"/>
                <a:gd name="T10" fmla="*/ 43 w 243"/>
                <a:gd name="T11" fmla="*/ 243 h 243"/>
                <a:gd name="T12" fmla="*/ 3 w 243"/>
                <a:gd name="T13" fmla="*/ 145 h 243"/>
              </a:gdLst>
              <a:ahLst/>
              <a:cxnLst>
                <a:cxn ang="0">
                  <a:pos x="T0" y="T1"/>
                </a:cxn>
                <a:cxn ang="0">
                  <a:pos x="T2" y="T3"/>
                </a:cxn>
                <a:cxn ang="0">
                  <a:pos x="T4" y="T5"/>
                </a:cxn>
                <a:cxn ang="0">
                  <a:pos x="T6" y="T7"/>
                </a:cxn>
                <a:cxn ang="0">
                  <a:pos x="T8" y="T9"/>
                </a:cxn>
                <a:cxn ang="0">
                  <a:pos x="T10" y="T11"/>
                </a:cxn>
                <a:cxn ang="0">
                  <a:pos x="T12" y="T13"/>
                </a:cxn>
              </a:cxnLst>
              <a:rect l="0" t="0" r="r" b="b"/>
              <a:pathLst>
                <a:path w="243" h="243">
                  <a:moveTo>
                    <a:pt x="3" y="145"/>
                  </a:moveTo>
                  <a:cubicBezTo>
                    <a:pt x="3" y="67"/>
                    <a:pt x="67" y="4"/>
                    <a:pt x="145" y="4"/>
                  </a:cubicBezTo>
                  <a:cubicBezTo>
                    <a:pt x="183" y="4"/>
                    <a:pt x="217" y="19"/>
                    <a:pt x="243" y="43"/>
                  </a:cubicBezTo>
                  <a:cubicBezTo>
                    <a:pt x="217" y="17"/>
                    <a:pt x="181" y="0"/>
                    <a:pt x="141" y="0"/>
                  </a:cubicBezTo>
                  <a:cubicBezTo>
                    <a:pt x="63" y="0"/>
                    <a:pt x="0" y="64"/>
                    <a:pt x="0" y="142"/>
                  </a:cubicBezTo>
                  <a:cubicBezTo>
                    <a:pt x="0" y="182"/>
                    <a:pt x="17" y="217"/>
                    <a:pt x="43" y="243"/>
                  </a:cubicBezTo>
                  <a:cubicBezTo>
                    <a:pt x="19" y="218"/>
                    <a:pt x="3" y="183"/>
                    <a:pt x="3" y="14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6FBFD24E-DB55-48C4-88EB-EAD422D743D5}"/>
              </a:ext>
            </a:extLst>
          </p:cNvPr>
          <p:cNvGrpSpPr/>
          <p:nvPr/>
        </p:nvGrpSpPr>
        <p:grpSpPr>
          <a:xfrm>
            <a:off x="4424363" y="2165350"/>
            <a:ext cx="1084263" cy="1084263"/>
            <a:chOff x="4424363" y="2165350"/>
            <a:chExt cx="1084263" cy="1084263"/>
          </a:xfrm>
          <a:effectLst>
            <a:outerShdw blurRad="177800" dist="127000" dir="2700000" sx="99000" sy="99000" algn="tl" rotWithShape="0">
              <a:prstClr val="black">
                <a:alpha val="25000"/>
              </a:prstClr>
            </a:outerShdw>
          </a:effectLst>
        </p:grpSpPr>
        <p:sp>
          <p:nvSpPr>
            <p:cNvPr id="13" name="Oval 12">
              <a:extLst>
                <a:ext uri="{FF2B5EF4-FFF2-40B4-BE49-F238E27FC236}">
                  <a16:creationId xmlns:a16="http://schemas.microsoft.com/office/drawing/2014/main" id="{9262EA9F-0527-4307-B2D5-EA5F65AEB4D4}"/>
                </a:ext>
              </a:extLst>
            </p:cNvPr>
            <p:cNvSpPr>
              <a:spLocks noChangeArrowheads="1"/>
            </p:cNvSpPr>
            <p:nvPr/>
          </p:nvSpPr>
          <p:spPr bwMode="auto">
            <a:xfrm>
              <a:off x="4424363" y="2165350"/>
              <a:ext cx="1084263" cy="108426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27EE15C9-129C-48F9-8200-8823CC884CA4}"/>
                </a:ext>
              </a:extLst>
            </p:cNvPr>
            <p:cNvSpPr>
              <a:spLocks/>
            </p:cNvSpPr>
            <p:nvPr/>
          </p:nvSpPr>
          <p:spPr bwMode="auto">
            <a:xfrm>
              <a:off x="4578350" y="2319338"/>
              <a:ext cx="930275" cy="930275"/>
            </a:xfrm>
            <a:custGeom>
              <a:avLst/>
              <a:gdLst>
                <a:gd name="T0" fmla="*/ 200 w 242"/>
                <a:gd name="T1" fmla="*/ 0 h 242"/>
                <a:gd name="T2" fmla="*/ 240 w 242"/>
                <a:gd name="T3" fmla="*/ 99 h 242"/>
                <a:gd name="T4" fmla="*/ 99 w 242"/>
                <a:gd name="T5" fmla="*/ 240 h 242"/>
                <a:gd name="T6" fmla="*/ 0 w 242"/>
                <a:gd name="T7" fmla="*/ 200 h 242"/>
                <a:gd name="T8" fmla="*/ 101 w 242"/>
                <a:gd name="T9" fmla="*/ 242 h 242"/>
                <a:gd name="T10" fmla="*/ 242 w 242"/>
                <a:gd name="T11" fmla="*/ 101 h 242"/>
                <a:gd name="T12" fmla="*/ 200 w 242"/>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242" h="242">
                  <a:moveTo>
                    <a:pt x="200" y="0"/>
                  </a:moveTo>
                  <a:cubicBezTo>
                    <a:pt x="225" y="26"/>
                    <a:pt x="240" y="60"/>
                    <a:pt x="240" y="99"/>
                  </a:cubicBezTo>
                  <a:cubicBezTo>
                    <a:pt x="240" y="177"/>
                    <a:pt x="177" y="240"/>
                    <a:pt x="99" y="240"/>
                  </a:cubicBezTo>
                  <a:cubicBezTo>
                    <a:pt x="60" y="240"/>
                    <a:pt x="26" y="225"/>
                    <a:pt x="0" y="200"/>
                  </a:cubicBezTo>
                  <a:cubicBezTo>
                    <a:pt x="26" y="226"/>
                    <a:pt x="62" y="242"/>
                    <a:pt x="101" y="242"/>
                  </a:cubicBezTo>
                  <a:cubicBezTo>
                    <a:pt x="179" y="242"/>
                    <a:pt x="242" y="179"/>
                    <a:pt x="242" y="101"/>
                  </a:cubicBezTo>
                  <a:cubicBezTo>
                    <a:pt x="242" y="62"/>
                    <a:pt x="226" y="26"/>
                    <a:pt x="200"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6ECD88DE-619C-4E2F-A974-F7E2413E5D40}"/>
                </a:ext>
              </a:extLst>
            </p:cNvPr>
            <p:cNvSpPr>
              <a:spLocks/>
            </p:cNvSpPr>
            <p:nvPr/>
          </p:nvSpPr>
          <p:spPr bwMode="auto">
            <a:xfrm>
              <a:off x="4424363" y="2165350"/>
              <a:ext cx="933450" cy="935038"/>
            </a:xfrm>
            <a:custGeom>
              <a:avLst/>
              <a:gdLst>
                <a:gd name="T0" fmla="*/ 3 w 243"/>
                <a:gd name="T1" fmla="*/ 145 h 243"/>
                <a:gd name="T2" fmla="*/ 145 w 243"/>
                <a:gd name="T3" fmla="*/ 3 h 243"/>
                <a:gd name="T4" fmla="*/ 243 w 243"/>
                <a:gd name="T5" fmla="*/ 43 h 243"/>
                <a:gd name="T6" fmla="*/ 141 w 243"/>
                <a:gd name="T7" fmla="*/ 0 h 243"/>
                <a:gd name="T8" fmla="*/ 0 w 243"/>
                <a:gd name="T9" fmla="*/ 141 h 243"/>
                <a:gd name="T10" fmla="*/ 43 w 243"/>
                <a:gd name="T11" fmla="*/ 243 h 243"/>
                <a:gd name="T12" fmla="*/ 3 w 243"/>
                <a:gd name="T13" fmla="*/ 145 h 243"/>
              </a:gdLst>
              <a:ahLst/>
              <a:cxnLst>
                <a:cxn ang="0">
                  <a:pos x="T0" y="T1"/>
                </a:cxn>
                <a:cxn ang="0">
                  <a:pos x="T2" y="T3"/>
                </a:cxn>
                <a:cxn ang="0">
                  <a:pos x="T4" y="T5"/>
                </a:cxn>
                <a:cxn ang="0">
                  <a:pos x="T6" y="T7"/>
                </a:cxn>
                <a:cxn ang="0">
                  <a:pos x="T8" y="T9"/>
                </a:cxn>
                <a:cxn ang="0">
                  <a:pos x="T10" y="T11"/>
                </a:cxn>
                <a:cxn ang="0">
                  <a:pos x="T12" y="T13"/>
                </a:cxn>
              </a:cxnLst>
              <a:rect l="0" t="0" r="r" b="b"/>
              <a:pathLst>
                <a:path w="243" h="243">
                  <a:moveTo>
                    <a:pt x="3" y="145"/>
                  </a:moveTo>
                  <a:cubicBezTo>
                    <a:pt x="3" y="67"/>
                    <a:pt x="67" y="3"/>
                    <a:pt x="145" y="3"/>
                  </a:cubicBezTo>
                  <a:cubicBezTo>
                    <a:pt x="183" y="3"/>
                    <a:pt x="217" y="19"/>
                    <a:pt x="243" y="43"/>
                  </a:cubicBezTo>
                  <a:cubicBezTo>
                    <a:pt x="217" y="17"/>
                    <a:pt x="181" y="0"/>
                    <a:pt x="141" y="0"/>
                  </a:cubicBezTo>
                  <a:cubicBezTo>
                    <a:pt x="63" y="0"/>
                    <a:pt x="0" y="63"/>
                    <a:pt x="0" y="141"/>
                  </a:cubicBezTo>
                  <a:cubicBezTo>
                    <a:pt x="0" y="181"/>
                    <a:pt x="17" y="217"/>
                    <a:pt x="43" y="243"/>
                  </a:cubicBezTo>
                  <a:cubicBezTo>
                    <a:pt x="19" y="217"/>
                    <a:pt x="3" y="183"/>
                    <a:pt x="3" y="145"/>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7" name="Group 26">
            <a:extLst>
              <a:ext uri="{FF2B5EF4-FFF2-40B4-BE49-F238E27FC236}">
                <a16:creationId xmlns:a16="http://schemas.microsoft.com/office/drawing/2014/main" id="{024101DB-3052-4C6B-9EB7-7A1890A98518}"/>
              </a:ext>
            </a:extLst>
          </p:cNvPr>
          <p:cNvGrpSpPr/>
          <p:nvPr/>
        </p:nvGrpSpPr>
        <p:grpSpPr>
          <a:xfrm>
            <a:off x="7659688" y="727075"/>
            <a:ext cx="1087438" cy="1084263"/>
            <a:chOff x="7659688" y="727075"/>
            <a:chExt cx="1087438" cy="1084263"/>
          </a:xfrm>
          <a:effectLst>
            <a:outerShdw blurRad="177800" dist="127000" dir="2700000" sx="99000" sy="99000" algn="tl" rotWithShape="0">
              <a:prstClr val="black">
                <a:alpha val="25000"/>
              </a:prstClr>
            </a:outerShdw>
          </a:effectLst>
        </p:grpSpPr>
        <p:sp>
          <p:nvSpPr>
            <p:cNvPr id="16" name="Oval 15">
              <a:extLst>
                <a:ext uri="{FF2B5EF4-FFF2-40B4-BE49-F238E27FC236}">
                  <a16:creationId xmlns:a16="http://schemas.microsoft.com/office/drawing/2014/main" id="{BFAEAC74-CD5C-4C20-A840-133303EC0F60}"/>
                </a:ext>
              </a:extLst>
            </p:cNvPr>
            <p:cNvSpPr>
              <a:spLocks noChangeArrowheads="1"/>
            </p:cNvSpPr>
            <p:nvPr/>
          </p:nvSpPr>
          <p:spPr bwMode="auto">
            <a:xfrm>
              <a:off x="7659688" y="727075"/>
              <a:ext cx="1087438" cy="108426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F314B4FD-D976-4F28-8552-DA2D26FF4693}"/>
                </a:ext>
              </a:extLst>
            </p:cNvPr>
            <p:cNvSpPr>
              <a:spLocks/>
            </p:cNvSpPr>
            <p:nvPr/>
          </p:nvSpPr>
          <p:spPr bwMode="auto">
            <a:xfrm>
              <a:off x="7813675" y="881063"/>
              <a:ext cx="933450" cy="930275"/>
            </a:xfrm>
            <a:custGeom>
              <a:avLst/>
              <a:gdLst>
                <a:gd name="T0" fmla="*/ 200 w 243"/>
                <a:gd name="T1" fmla="*/ 0 h 242"/>
                <a:gd name="T2" fmla="*/ 240 w 243"/>
                <a:gd name="T3" fmla="*/ 99 h 242"/>
                <a:gd name="T4" fmla="*/ 99 w 243"/>
                <a:gd name="T5" fmla="*/ 240 h 242"/>
                <a:gd name="T6" fmla="*/ 0 w 243"/>
                <a:gd name="T7" fmla="*/ 200 h 242"/>
                <a:gd name="T8" fmla="*/ 101 w 243"/>
                <a:gd name="T9" fmla="*/ 242 h 242"/>
                <a:gd name="T10" fmla="*/ 243 w 243"/>
                <a:gd name="T11" fmla="*/ 101 h 242"/>
                <a:gd name="T12" fmla="*/ 200 w 243"/>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243" h="242">
                  <a:moveTo>
                    <a:pt x="200" y="0"/>
                  </a:moveTo>
                  <a:cubicBezTo>
                    <a:pt x="225" y="25"/>
                    <a:pt x="240" y="60"/>
                    <a:pt x="240" y="99"/>
                  </a:cubicBezTo>
                  <a:cubicBezTo>
                    <a:pt x="240" y="177"/>
                    <a:pt x="177" y="240"/>
                    <a:pt x="99" y="240"/>
                  </a:cubicBezTo>
                  <a:cubicBezTo>
                    <a:pt x="60" y="240"/>
                    <a:pt x="26" y="224"/>
                    <a:pt x="0" y="200"/>
                  </a:cubicBezTo>
                  <a:cubicBezTo>
                    <a:pt x="26" y="226"/>
                    <a:pt x="62" y="242"/>
                    <a:pt x="101" y="242"/>
                  </a:cubicBezTo>
                  <a:cubicBezTo>
                    <a:pt x="179" y="242"/>
                    <a:pt x="243" y="179"/>
                    <a:pt x="243" y="101"/>
                  </a:cubicBezTo>
                  <a:cubicBezTo>
                    <a:pt x="243" y="61"/>
                    <a:pt x="226" y="26"/>
                    <a:pt x="200"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4563AB35-E802-42FF-B1CF-9F0A25F0CDE6}"/>
                </a:ext>
              </a:extLst>
            </p:cNvPr>
            <p:cNvSpPr>
              <a:spLocks/>
            </p:cNvSpPr>
            <p:nvPr/>
          </p:nvSpPr>
          <p:spPr bwMode="auto">
            <a:xfrm>
              <a:off x="7659688" y="727075"/>
              <a:ext cx="933450" cy="935038"/>
            </a:xfrm>
            <a:custGeom>
              <a:avLst/>
              <a:gdLst>
                <a:gd name="T0" fmla="*/ 3 w 243"/>
                <a:gd name="T1" fmla="*/ 144 h 243"/>
                <a:gd name="T2" fmla="*/ 145 w 243"/>
                <a:gd name="T3" fmla="*/ 3 h 243"/>
                <a:gd name="T4" fmla="*/ 243 w 243"/>
                <a:gd name="T5" fmla="*/ 43 h 243"/>
                <a:gd name="T6" fmla="*/ 141 w 243"/>
                <a:gd name="T7" fmla="*/ 0 h 243"/>
                <a:gd name="T8" fmla="*/ 0 w 243"/>
                <a:gd name="T9" fmla="*/ 141 h 243"/>
                <a:gd name="T10" fmla="*/ 43 w 243"/>
                <a:gd name="T11" fmla="*/ 243 h 243"/>
                <a:gd name="T12" fmla="*/ 3 w 243"/>
                <a:gd name="T13" fmla="*/ 144 h 243"/>
              </a:gdLst>
              <a:ahLst/>
              <a:cxnLst>
                <a:cxn ang="0">
                  <a:pos x="T0" y="T1"/>
                </a:cxn>
                <a:cxn ang="0">
                  <a:pos x="T2" y="T3"/>
                </a:cxn>
                <a:cxn ang="0">
                  <a:pos x="T4" y="T5"/>
                </a:cxn>
                <a:cxn ang="0">
                  <a:pos x="T6" y="T7"/>
                </a:cxn>
                <a:cxn ang="0">
                  <a:pos x="T8" y="T9"/>
                </a:cxn>
                <a:cxn ang="0">
                  <a:pos x="T10" y="T11"/>
                </a:cxn>
                <a:cxn ang="0">
                  <a:pos x="T12" y="T13"/>
                </a:cxn>
              </a:cxnLst>
              <a:rect l="0" t="0" r="r" b="b"/>
              <a:pathLst>
                <a:path w="243" h="243">
                  <a:moveTo>
                    <a:pt x="3" y="144"/>
                  </a:moveTo>
                  <a:cubicBezTo>
                    <a:pt x="3" y="66"/>
                    <a:pt x="67" y="3"/>
                    <a:pt x="145" y="3"/>
                  </a:cubicBezTo>
                  <a:cubicBezTo>
                    <a:pt x="183" y="3"/>
                    <a:pt x="217" y="18"/>
                    <a:pt x="243" y="43"/>
                  </a:cubicBezTo>
                  <a:cubicBezTo>
                    <a:pt x="217" y="16"/>
                    <a:pt x="181" y="0"/>
                    <a:pt x="141" y="0"/>
                  </a:cubicBezTo>
                  <a:cubicBezTo>
                    <a:pt x="63" y="0"/>
                    <a:pt x="0" y="63"/>
                    <a:pt x="0" y="141"/>
                  </a:cubicBezTo>
                  <a:cubicBezTo>
                    <a:pt x="0" y="181"/>
                    <a:pt x="17" y="217"/>
                    <a:pt x="43" y="243"/>
                  </a:cubicBezTo>
                  <a:cubicBezTo>
                    <a:pt x="19" y="217"/>
                    <a:pt x="3" y="183"/>
                    <a:pt x="3" y="14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9" name="Rectangle 18">
            <a:extLst>
              <a:ext uri="{FF2B5EF4-FFF2-40B4-BE49-F238E27FC236}">
                <a16:creationId xmlns:a16="http://schemas.microsoft.com/office/drawing/2014/main" id="{10B300C4-9EDC-48B8-9573-24342FF88211}"/>
              </a:ext>
            </a:extLst>
          </p:cNvPr>
          <p:cNvSpPr>
            <a:spLocks noChangeArrowheads="1"/>
          </p:cNvSpPr>
          <p:nvPr/>
        </p:nvSpPr>
        <p:spPr bwMode="auto">
          <a:xfrm>
            <a:off x="7915275" y="979488"/>
            <a:ext cx="599523" cy="630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100" b="1" i="0" u="none" strike="noStrike" cap="none" normalizeH="0" baseline="0">
                <a:ln>
                  <a:noFill/>
                </a:ln>
                <a:solidFill>
                  <a:schemeClr val="bg2"/>
                </a:solidFill>
                <a:effectLst/>
                <a:latin typeface="Open Sans" panose="020B0606030504020204" pitchFamily="34" charset="0"/>
              </a:rPr>
              <a:t>01</a:t>
            </a:r>
            <a:endParaRPr kumimoji="0" lang="ru-UA" altLang="ru-UA" sz="1800" b="0" i="0" u="none" strike="noStrike" cap="none" normalizeH="0" baseline="0">
              <a:ln>
                <a:noFill/>
              </a:ln>
              <a:solidFill>
                <a:schemeClr val="bg2"/>
              </a:solidFill>
              <a:effectLst/>
            </a:endParaRPr>
          </a:p>
        </p:txBody>
      </p:sp>
      <p:sp>
        <p:nvSpPr>
          <p:cNvPr id="20" name="Rectangle 19">
            <a:extLst>
              <a:ext uri="{FF2B5EF4-FFF2-40B4-BE49-F238E27FC236}">
                <a16:creationId xmlns:a16="http://schemas.microsoft.com/office/drawing/2014/main" id="{C92EEA6C-F789-44D1-804D-C4A0805B51B4}"/>
              </a:ext>
            </a:extLst>
          </p:cNvPr>
          <p:cNvSpPr>
            <a:spLocks noChangeArrowheads="1"/>
          </p:cNvSpPr>
          <p:nvPr/>
        </p:nvSpPr>
        <p:spPr bwMode="auto">
          <a:xfrm>
            <a:off x="4679950" y="2409825"/>
            <a:ext cx="599523" cy="630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100" b="1" i="0" u="none" strike="noStrike" cap="none" normalizeH="0" baseline="0">
                <a:ln>
                  <a:noFill/>
                </a:ln>
                <a:solidFill>
                  <a:schemeClr val="bg2"/>
                </a:solidFill>
                <a:effectLst/>
                <a:latin typeface="Open Sans" panose="020B0606030504020204" pitchFamily="34" charset="0"/>
              </a:rPr>
              <a:t>02</a:t>
            </a:r>
            <a:endParaRPr kumimoji="0" lang="ru-UA" altLang="ru-UA" sz="1800" b="0" i="0" u="none" strike="noStrike" cap="none" normalizeH="0" baseline="0">
              <a:ln>
                <a:noFill/>
              </a:ln>
              <a:solidFill>
                <a:schemeClr val="bg2"/>
              </a:solidFill>
              <a:effectLst/>
            </a:endParaRPr>
          </a:p>
        </p:txBody>
      </p:sp>
      <p:sp>
        <p:nvSpPr>
          <p:cNvPr id="21" name="Rectangle 20">
            <a:extLst>
              <a:ext uri="{FF2B5EF4-FFF2-40B4-BE49-F238E27FC236}">
                <a16:creationId xmlns:a16="http://schemas.microsoft.com/office/drawing/2014/main" id="{E0520201-679A-4B36-B508-98FAEC3F4CBD}"/>
              </a:ext>
            </a:extLst>
          </p:cNvPr>
          <p:cNvSpPr>
            <a:spLocks noChangeArrowheads="1"/>
          </p:cNvSpPr>
          <p:nvPr/>
        </p:nvSpPr>
        <p:spPr bwMode="auto">
          <a:xfrm>
            <a:off x="7931150" y="3833813"/>
            <a:ext cx="599523" cy="630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100" b="1" i="0" u="none" strike="noStrike" cap="none" normalizeH="0" baseline="0">
                <a:ln>
                  <a:noFill/>
                </a:ln>
                <a:solidFill>
                  <a:schemeClr val="bg2"/>
                </a:solidFill>
                <a:effectLst/>
                <a:latin typeface="Open Sans" panose="020B0606030504020204" pitchFamily="34" charset="0"/>
              </a:rPr>
              <a:t>03</a:t>
            </a:r>
            <a:endParaRPr kumimoji="0" lang="ru-UA" altLang="ru-UA" sz="1800" b="0" i="0" u="none" strike="noStrike" cap="none" normalizeH="0" baseline="0">
              <a:ln>
                <a:noFill/>
              </a:ln>
              <a:solidFill>
                <a:schemeClr val="bg2"/>
              </a:solidFill>
              <a:effectLst/>
            </a:endParaRPr>
          </a:p>
        </p:txBody>
      </p:sp>
      <p:sp>
        <p:nvSpPr>
          <p:cNvPr id="22" name="Rectangle 21">
            <a:extLst>
              <a:ext uri="{FF2B5EF4-FFF2-40B4-BE49-F238E27FC236}">
                <a16:creationId xmlns:a16="http://schemas.microsoft.com/office/drawing/2014/main" id="{1A4C60BE-9B07-4064-B41C-7816ADBD8369}"/>
              </a:ext>
            </a:extLst>
          </p:cNvPr>
          <p:cNvSpPr>
            <a:spLocks noChangeArrowheads="1"/>
          </p:cNvSpPr>
          <p:nvPr/>
        </p:nvSpPr>
        <p:spPr bwMode="auto">
          <a:xfrm>
            <a:off x="4695825" y="5286375"/>
            <a:ext cx="599523" cy="630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4100" b="1" i="0" u="none" strike="noStrike" cap="none" normalizeH="0" baseline="0">
                <a:ln>
                  <a:noFill/>
                </a:ln>
                <a:solidFill>
                  <a:schemeClr val="bg2"/>
                </a:solidFill>
                <a:effectLst/>
                <a:latin typeface="Open Sans" panose="020B0606030504020204" pitchFamily="34" charset="0"/>
              </a:rPr>
              <a:t>04</a:t>
            </a:r>
            <a:endParaRPr kumimoji="0" lang="ru-UA" altLang="ru-UA" sz="1800" b="0" i="0" u="none" strike="noStrike" cap="none" normalizeH="0" baseline="0">
              <a:ln>
                <a:noFill/>
              </a:ln>
              <a:solidFill>
                <a:schemeClr val="bg2"/>
              </a:solidFill>
              <a:effectLst/>
            </a:endParaRPr>
          </a:p>
        </p:txBody>
      </p:sp>
      <p:grpSp>
        <p:nvGrpSpPr>
          <p:cNvPr id="3" name="Group 2">
            <a:extLst>
              <a:ext uri="{FF2B5EF4-FFF2-40B4-BE49-F238E27FC236}">
                <a16:creationId xmlns:a16="http://schemas.microsoft.com/office/drawing/2014/main" id="{BDF950D0-98D5-4F45-B5CC-7EB3E5A31024}"/>
              </a:ext>
            </a:extLst>
          </p:cNvPr>
          <p:cNvGrpSpPr/>
          <p:nvPr/>
        </p:nvGrpSpPr>
        <p:grpSpPr>
          <a:xfrm>
            <a:off x="1824991" y="2338388"/>
            <a:ext cx="2340609" cy="853570"/>
            <a:chOff x="1824991" y="2338388"/>
            <a:chExt cx="2340609" cy="853570"/>
          </a:xfrm>
        </p:grpSpPr>
        <p:sp>
          <p:nvSpPr>
            <p:cNvPr id="25" name="Rectangle 24">
              <a:extLst>
                <a:ext uri="{FF2B5EF4-FFF2-40B4-BE49-F238E27FC236}">
                  <a16:creationId xmlns:a16="http://schemas.microsoft.com/office/drawing/2014/main" id="{74567EBA-1C53-431B-B8A9-3D910A71E4BA}"/>
                </a:ext>
              </a:extLst>
            </p:cNvPr>
            <p:cNvSpPr>
              <a:spLocks noChangeArrowheads="1"/>
            </p:cNvSpPr>
            <p:nvPr/>
          </p:nvSpPr>
          <p:spPr bwMode="auto">
            <a:xfrm>
              <a:off x="1911350" y="2338388"/>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effectLst/>
                  <a:latin typeface="Open Sans" panose="020B0606030504020204" pitchFamily="34" charset="0"/>
                </a:rPr>
                <a:t>INFODATA 02</a:t>
              </a:r>
              <a:endParaRPr kumimoji="0" lang="ru-UA" altLang="ru-UA" sz="1800" b="0" i="0" u="none" strike="noStrike" cap="none" normalizeH="0" baseline="0">
                <a:ln>
                  <a:noFill/>
                </a:ln>
                <a:effectLst/>
              </a:endParaRPr>
            </a:p>
          </p:txBody>
        </p:sp>
        <p:sp>
          <p:nvSpPr>
            <p:cNvPr id="31" name="Text_02">
              <a:extLst>
                <a:ext uri="{FF2B5EF4-FFF2-40B4-BE49-F238E27FC236}">
                  <a16:creationId xmlns:a16="http://schemas.microsoft.com/office/drawing/2014/main" id="{2164A3E7-08CF-4AD4-962F-02468CFDB867}"/>
                </a:ext>
              </a:extLst>
            </p:cNvPr>
            <p:cNvSpPr txBox="1"/>
            <p:nvPr/>
          </p:nvSpPr>
          <p:spPr>
            <a:xfrm>
              <a:off x="1824991" y="2545627"/>
              <a:ext cx="2340609" cy="646331"/>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a:t>
              </a:r>
              <a:r>
                <a:rPr lang="en-US" sz="900"/>
                <a:t>, quis</a:t>
              </a:r>
              <a:endParaRPr lang="ru-RU" sz="900" dirty="0"/>
            </a:p>
          </p:txBody>
        </p:sp>
      </p:grpSp>
      <p:grpSp>
        <p:nvGrpSpPr>
          <p:cNvPr id="5" name="Group 4">
            <a:extLst>
              <a:ext uri="{FF2B5EF4-FFF2-40B4-BE49-F238E27FC236}">
                <a16:creationId xmlns:a16="http://schemas.microsoft.com/office/drawing/2014/main" id="{B4BE03E3-D71F-4BC3-B629-1A1986EE5E0A}"/>
              </a:ext>
            </a:extLst>
          </p:cNvPr>
          <p:cNvGrpSpPr/>
          <p:nvPr/>
        </p:nvGrpSpPr>
        <p:grpSpPr>
          <a:xfrm>
            <a:off x="1824991" y="5060950"/>
            <a:ext cx="2340609" cy="880558"/>
            <a:chOff x="1824991" y="5060950"/>
            <a:chExt cx="2340609" cy="880558"/>
          </a:xfrm>
        </p:grpSpPr>
        <p:sp>
          <p:nvSpPr>
            <p:cNvPr id="26" name="Rectangle 25">
              <a:extLst>
                <a:ext uri="{FF2B5EF4-FFF2-40B4-BE49-F238E27FC236}">
                  <a16:creationId xmlns:a16="http://schemas.microsoft.com/office/drawing/2014/main" id="{18E3453E-F954-423C-89CE-44630FF73C41}"/>
                </a:ext>
              </a:extLst>
            </p:cNvPr>
            <p:cNvSpPr>
              <a:spLocks noChangeArrowheads="1"/>
            </p:cNvSpPr>
            <p:nvPr/>
          </p:nvSpPr>
          <p:spPr bwMode="auto">
            <a:xfrm>
              <a:off x="1911350" y="5060950"/>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effectLst/>
                  <a:latin typeface="Open Sans" panose="020B0606030504020204" pitchFamily="34" charset="0"/>
                </a:rPr>
                <a:t>INFODATA 04</a:t>
              </a:r>
              <a:endParaRPr kumimoji="0" lang="ru-UA" altLang="ru-UA" sz="1800" b="0" i="0" u="none" strike="noStrike" cap="none" normalizeH="0" baseline="0">
                <a:ln>
                  <a:noFill/>
                </a:ln>
                <a:effectLst/>
              </a:endParaRPr>
            </a:p>
          </p:txBody>
        </p:sp>
        <p:sp>
          <p:nvSpPr>
            <p:cNvPr id="32" name="Text_02">
              <a:extLst>
                <a:ext uri="{FF2B5EF4-FFF2-40B4-BE49-F238E27FC236}">
                  <a16:creationId xmlns:a16="http://schemas.microsoft.com/office/drawing/2014/main" id="{D2995DE4-A3A6-4976-ACFD-F96A896AA5C4}"/>
                </a:ext>
              </a:extLst>
            </p:cNvPr>
            <p:cNvSpPr txBox="1"/>
            <p:nvPr/>
          </p:nvSpPr>
          <p:spPr>
            <a:xfrm>
              <a:off x="1824991" y="5295177"/>
              <a:ext cx="2340609" cy="646331"/>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a:t>
              </a:r>
              <a:r>
                <a:rPr lang="en-US" sz="900"/>
                <a:t>, quis</a:t>
              </a:r>
              <a:endParaRPr lang="ru-RU" sz="900" dirty="0"/>
            </a:p>
          </p:txBody>
        </p:sp>
      </p:grpSp>
      <p:grpSp>
        <p:nvGrpSpPr>
          <p:cNvPr id="4" name="Group 3">
            <a:extLst>
              <a:ext uri="{FF2B5EF4-FFF2-40B4-BE49-F238E27FC236}">
                <a16:creationId xmlns:a16="http://schemas.microsoft.com/office/drawing/2014/main" id="{B256BD19-4199-412F-B047-1AA273ED20F0}"/>
              </a:ext>
            </a:extLst>
          </p:cNvPr>
          <p:cNvGrpSpPr/>
          <p:nvPr/>
        </p:nvGrpSpPr>
        <p:grpSpPr>
          <a:xfrm>
            <a:off x="8949691" y="3717925"/>
            <a:ext cx="2340609" cy="868721"/>
            <a:chOff x="8949691" y="3717925"/>
            <a:chExt cx="2340609" cy="868721"/>
          </a:xfrm>
        </p:grpSpPr>
        <p:sp>
          <p:nvSpPr>
            <p:cNvPr id="24" name="Rectangle 23">
              <a:extLst>
                <a:ext uri="{FF2B5EF4-FFF2-40B4-BE49-F238E27FC236}">
                  <a16:creationId xmlns:a16="http://schemas.microsoft.com/office/drawing/2014/main" id="{97614A0F-57AD-4452-923C-D251B86ACDC9}"/>
                </a:ext>
              </a:extLst>
            </p:cNvPr>
            <p:cNvSpPr>
              <a:spLocks noChangeArrowheads="1"/>
            </p:cNvSpPr>
            <p:nvPr/>
          </p:nvSpPr>
          <p:spPr bwMode="auto">
            <a:xfrm>
              <a:off x="9063038" y="3717925"/>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effectLst/>
                  <a:latin typeface="Open Sans" panose="020B0606030504020204" pitchFamily="34" charset="0"/>
                </a:rPr>
                <a:t>INFODATA 03</a:t>
              </a:r>
              <a:endParaRPr kumimoji="0" lang="ru-UA" altLang="ru-UA" sz="1800" b="0" i="0" u="none" strike="noStrike" cap="none" normalizeH="0" baseline="0">
                <a:ln>
                  <a:noFill/>
                </a:ln>
                <a:effectLst/>
              </a:endParaRPr>
            </a:p>
          </p:txBody>
        </p:sp>
        <p:sp>
          <p:nvSpPr>
            <p:cNvPr id="33" name="Text_02">
              <a:extLst>
                <a:ext uri="{FF2B5EF4-FFF2-40B4-BE49-F238E27FC236}">
                  <a16:creationId xmlns:a16="http://schemas.microsoft.com/office/drawing/2014/main" id="{52FDDB41-5FFA-4C52-B946-13C9B056C3FA}"/>
                </a:ext>
              </a:extLst>
            </p:cNvPr>
            <p:cNvSpPr txBox="1"/>
            <p:nvPr/>
          </p:nvSpPr>
          <p:spPr>
            <a:xfrm>
              <a:off x="8949691" y="3940315"/>
              <a:ext cx="2340609" cy="646331"/>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a:t>
              </a:r>
              <a:r>
                <a:rPr lang="en-US" sz="900"/>
                <a:t>, quis</a:t>
              </a:r>
              <a:endParaRPr lang="ru-RU" sz="900" dirty="0"/>
            </a:p>
          </p:txBody>
        </p:sp>
      </p:grpSp>
      <p:grpSp>
        <p:nvGrpSpPr>
          <p:cNvPr id="2" name="Group 1">
            <a:extLst>
              <a:ext uri="{FF2B5EF4-FFF2-40B4-BE49-F238E27FC236}">
                <a16:creationId xmlns:a16="http://schemas.microsoft.com/office/drawing/2014/main" id="{247D8723-F5A7-4C33-91B6-A1DC6FB2A486}"/>
              </a:ext>
            </a:extLst>
          </p:cNvPr>
          <p:cNvGrpSpPr/>
          <p:nvPr/>
        </p:nvGrpSpPr>
        <p:grpSpPr>
          <a:xfrm>
            <a:off x="8949691" y="995363"/>
            <a:ext cx="2340609" cy="874888"/>
            <a:chOff x="8949691" y="995363"/>
            <a:chExt cx="2340609" cy="874888"/>
          </a:xfrm>
        </p:grpSpPr>
        <p:sp>
          <p:nvSpPr>
            <p:cNvPr id="23" name="Rectangle 22">
              <a:extLst>
                <a:ext uri="{FF2B5EF4-FFF2-40B4-BE49-F238E27FC236}">
                  <a16:creationId xmlns:a16="http://schemas.microsoft.com/office/drawing/2014/main" id="{47536A26-4D9B-4B2F-BA9F-80E8D257DDBD}"/>
                </a:ext>
              </a:extLst>
            </p:cNvPr>
            <p:cNvSpPr>
              <a:spLocks noChangeArrowheads="1"/>
            </p:cNvSpPr>
            <p:nvPr/>
          </p:nvSpPr>
          <p:spPr bwMode="auto">
            <a:xfrm>
              <a:off x="9063038" y="995363"/>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effectLst/>
                  <a:latin typeface="Open Sans" panose="020B0606030504020204" pitchFamily="34" charset="0"/>
                </a:rPr>
                <a:t>INFODATA 01</a:t>
              </a:r>
              <a:endParaRPr kumimoji="0" lang="ru-UA" altLang="ru-UA" sz="1800" b="0" i="0" u="none" strike="noStrike" cap="none" normalizeH="0" baseline="0">
                <a:ln>
                  <a:noFill/>
                </a:ln>
                <a:effectLst/>
              </a:endParaRPr>
            </a:p>
          </p:txBody>
        </p:sp>
        <p:sp>
          <p:nvSpPr>
            <p:cNvPr id="34" name="Text_02">
              <a:extLst>
                <a:ext uri="{FF2B5EF4-FFF2-40B4-BE49-F238E27FC236}">
                  <a16:creationId xmlns:a16="http://schemas.microsoft.com/office/drawing/2014/main" id="{69DA6386-2464-4993-A791-0DE820375939}"/>
                </a:ext>
              </a:extLst>
            </p:cNvPr>
            <p:cNvSpPr txBox="1"/>
            <p:nvPr/>
          </p:nvSpPr>
          <p:spPr>
            <a:xfrm>
              <a:off x="8949691" y="1223920"/>
              <a:ext cx="2340609" cy="646331"/>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a:t>
              </a:r>
              <a:r>
                <a:rPr lang="en-US" sz="900"/>
                <a:t>, quis</a:t>
              </a:r>
              <a:endParaRPr lang="ru-RU" sz="900" dirty="0"/>
            </a:p>
          </p:txBody>
        </p:sp>
      </p:grpSp>
    </p:spTree>
    <p:extLst>
      <p:ext uri="{BB962C8B-B14F-4D97-AF65-F5344CB8AC3E}">
        <p14:creationId xmlns:p14="http://schemas.microsoft.com/office/powerpoint/2010/main" val="18223662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7000">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14:bounceEnd="67000">
                                          <p:cBhvr additive="base">
                                            <p:cTn id="7" dur="1000" fill="hold"/>
                                            <p:tgtEl>
                                              <p:spTgt spid="27"/>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500"/>
                                      </p:stCondLst>
                                      <p:childTnLst>
                                        <p:set>
                                          <p:cBhvr>
                                            <p:cTn id="10" dur="1" fill="hold">
                                              <p:stCondLst>
                                                <p:cond delay="0"/>
                                              </p:stCondLst>
                                            </p:cTn>
                                            <p:tgtEl>
                                              <p:spTgt spid="28"/>
                                            </p:tgtEl>
                                            <p:attrNameLst>
                                              <p:attrName>style.visibility</p:attrName>
                                            </p:attrNameLst>
                                          </p:cBhvr>
                                          <p:to>
                                            <p:strVal val="visible"/>
                                          </p:to>
                                        </p:set>
                                        <p:anim calcmode="lin" valueType="num" p14:bounceEnd="67000">
                                          <p:cBhvr additive="base">
                                            <p:cTn id="11" dur="1000" fill="hold"/>
                                            <p:tgtEl>
                                              <p:spTgt spid="28"/>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28"/>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7000">
                                      <p:stCondLst>
                                        <p:cond delay="1000"/>
                                      </p:stCondLst>
                                      <p:childTnLst>
                                        <p:set>
                                          <p:cBhvr>
                                            <p:cTn id="14" dur="1" fill="hold">
                                              <p:stCondLst>
                                                <p:cond delay="0"/>
                                              </p:stCondLst>
                                            </p:cTn>
                                            <p:tgtEl>
                                              <p:spTgt spid="29"/>
                                            </p:tgtEl>
                                            <p:attrNameLst>
                                              <p:attrName>style.visibility</p:attrName>
                                            </p:attrNameLst>
                                          </p:cBhvr>
                                          <p:to>
                                            <p:strVal val="visible"/>
                                          </p:to>
                                        </p:set>
                                        <p:anim calcmode="lin" valueType="num" p14:bounceEnd="67000">
                                          <p:cBhvr additive="base">
                                            <p:cTn id="15" dur="1000" fill="hold"/>
                                            <p:tgtEl>
                                              <p:spTgt spid="29"/>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29"/>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67000">
                                      <p:stCondLst>
                                        <p:cond delay="1500"/>
                                      </p:stCondLst>
                                      <p:childTnLst>
                                        <p:set>
                                          <p:cBhvr>
                                            <p:cTn id="18" dur="1" fill="hold">
                                              <p:stCondLst>
                                                <p:cond delay="0"/>
                                              </p:stCondLst>
                                            </p:cTn>
                                            <p:tgtEl>
                                              <p:spTgt spid="30"/>
                                            </p:tgtEl>
                                            <p:attrNameLst>
                                              <p:attrName>style.visibility</p:attrName>
                                            </p:attrNameLst>
                                          </p:cBhvr>
                                          <p:to>
                                            <p:strVal val="visible"/>
                                          </p:to>
                                        </p:set>
                                        <p:anim calcmode="lin" valueType="num" p14:bounceEnd="67000">
                                          <p:cBhvr additive="base">
                                            <p:cTn id="19" dur="1000" fill="hold"/>
                                            <p:tgtEl>
                                              <p:spTgt spid="30"/>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30"/>
                                            </p:tgtEl>
                                            <p:attrNameLst>
                                              <p:attrName>ppt_y</p:attrName>
                                            </p:attrNameLst>
                                          </p:cBhvr>
                                          <p:tavLst>
                                            <p:tav tm="0">
                                              <p:val>
                                                <p:strVal val="0-#ppt_h/2"/>
                                              </p:val>
                                            </p:tav>
                                            <p:tav tm="100000">
                                              <p:val>
                                                <p:strVal val="#ppt_y"/>
                                              </p:val>
                                            </p:tav>
                                          </p:tavLst>
                                        </p:anim>
                                      </p:childTnLst>
                                    </p:cTn>
                                  </p:par>
                                  <p:par>
                                    <p:cTn id="21" presetID="22" presetClass="entr" presetSubtype="1" fill="hold" grpId="0" nodeType="withEffect">
                                      <p:stCondLst>
                                        <p:cond delay="250"/>
                                      </p:stCondLst>
                                      <p:childTnLst>
                                        <p:set>
                                          <p:cBhvr>
                                            <p:cTn id="22" dur="1" fill="hold">
                                              <p:stCondLst>
                                                <p:cond delay="0"/>
                                              </p:stCondLst>
                                            </p:cTn>
                                            <p:tgtEl>
                                              <p:spTgt spid="6"/>
                                            </p:tgtEl>
                                            <p:attrNameLst>
                                              <p:attrName>style.visibility</p:attrName>
                                            </p:attrNameLst>
                                          </p:cBhvr>
                                          <p:to>
                                            <p:strVal val="visible"/>
                                          </p:to>
                                        </p:set>
                                        <p:animEffect transition="in" filter="wipe(up)">
                                          <p:cBhvr>
                                            <p:cTn id="23" dur="2500"/>
                                            <p:tgtEl>
                                              <p:spTgt spid="6"/>
                                            </p:tgtEl>
                                          </p:cBhvr>
                                        </p:animEffect>
                                      </p:childTnLst>
                                    </p:cTn>
                                  </p:par>
                                  <p:par>
                                    <p:cTn id="24" presetID="53" presetClass="entr" presetSubtype="16" fill="hold" grpId="0" nodeType="withEffect">
                                      <p:stCondLst>
                                        <p:cond delay="500"/>
                                      </p:stCondLst>
                                      <p:childTnLst>
                                        <p:set>
                                          <p:cBhvr>
                                            <p:cTn id="25" dur="1" fill="hold">
                                              <p:stCondLst>
                                                <p:cond delay="0"/>
                                              </p:stCondLst>
                                            </p:cTn>
                                            <p:tgtEl>
                                              <p:spTgt spid="19"/>
                                            </p:tgtEl>
                                            <p:attrNameLst>
                                              <p:attrName>style.visibility</p:attrName>
                                            </p:attrNameLst>
                                          </p:cBhvr>
                                          <p:to>
                                            <p:strVal val="visible"/>
                                          </p:to>
                                        </p:set>
                                        <p:anim calcmode="lin" valueType="num">
                                          <p:cBhvr>
                                            <p:cTn id="26" dur="750" fill="hold"/>
                                            <p:tgtEl>
                                              <p:spTgt spid="19"/>
                                            </p:tgtEl>
                                            <p:attrNameLst>
                                              <p:attrName>ppt_w</p:attrName>
                                            </p:attrNameLst>
                                          </p:cBhvr>
                                          <p:tavLst>
                                            <p:tav tm="0">
                                              <p:val>
                                                <p:fltVal val="0"/>
                                              </p:val>
                                            </p:tav>
                                            <p:tav tm="100000">
                                              <p:val>
                                                <p:strVal val="#ppt_w"/>
                                              </p:val>
                                            </p:tav>
                                          </p:tavLst>
                                        </p:anim>
                                        <p:anim calcmode="lin" valueType="num">
                                          <p:cBhvr>
                                            <p:cTn id="27" dur="750" fill="hold"/>
                                            <p:tgtEl>
                                              <p:spTgt spid="19"/>
                                            </p:tgtEl>
                                            <p:attrNameLst>
                                              <p:attrName>ppt_h</p:attrName>
                                            </p:attrNameLst>
                                          </p:cBhvr>
                                          <p:tavLst>
                                            <p:tav tm="0">
                                              <p:val>
                                                <p:fltVal val="0"/>
                                              </p:val>
                                            </p:tav>
                                            <p:tav tm="100000">
                                              <p:val>
                                                <p:strVal val="#ppt_h"/>
                                              </p:val>
                                            </p:tav>
                                          </p:tavLst>
                                        </p:anim>
                                        <p:animEffect transition="in" filter="fade">
                                          <p:cBhvr>
                                            <p:cTn id="28" dur="750"/>
                                            <p:tgtEl>
                                              <p:spTgt spid="19"/>
                                            </p:tgtEl>
                                          </p:cBhvr>
                                        </p:animEffect>
                                      </p:childTnLst>
                                    </p:cTn>
                                  </p:par>
                                  <p:par>
                                    <p:cTn id="29" presetID="53" presetClass="entr" presetSubtype="16" fill="hold" grpId="0" nodeType="withEffect">
                                      <p:stCondLst>
                                        <p:cond delay="1000"/>
                                      </p:stCondLst>
                                      <p:childTnLst>
                                        <p:set>
                                          <p:cBhvr>
                                            <p:cTn id="30" dur="1" fill="hold">
                                              <p:stCondLst>
                                                <p:cond delay="0"/>
                                              </p:stCondLst>
                                            </p:cTn>
                                            <p:tgtEl>
                                              <p:spTgt spid="20"/>
                                            </p:tgtEl>
                                            <p:attrNameLst>
                                              <p:attrName>style.visibility</p:attrName>
                                            </p:attrNameLst>
                                          </p:cBhvr>
                                          <p:to>
                                            <p:strVal val="visible"/>
                                          </p:to>
                                        </p:set>
                                        <p:anim calcmode="lin" valueType="num">
                                          <p:cBhvr>
                                            <p:cTn id="31" dur="750" fill="hold"/>
                                            <p:tgtEl>
                                              <p:spTgt spid="20"/>
                                            </p:tgtEl>
                                            <p:attrNameLst>
                                              <p:attrName>ppt_w</p:attrName>
                                            </p:attrNameLst>
                                          </p:cBhvr>
                                          <p:tavLst>
                                            <p:tav tm="0">
                                              <p:val>
                                                <p:fltVal val="0"/>
                                              </p:val>
                                            </p:tav>
                                            <p:tav tm="100000">
                                              <p:val>
                                                <p:strVal val="#ppt_w"/>
                                              </p:val>
                                            </p:tav>
                                          </p:tavLst>
                                        </p:anim>
                                        <p:anim calcmode="lin" valueType="num">
                                          <p:cBhvr>
                                            <p:cTn id="32" dur="750" fill="hold"/>
                                            <p:tgtEl>
                                              <p:spTgt spid="20"/>
                                            </p:tgtEl>
                                            <p:attrNameLst>
                                              <p:attrName>ppt_h</p:attrName>
                                            </p:attrNameLst>
                                          </p:cBhvr>
                                          <p:tavLst>
                                            <p:tav tm="0">
                                              <p:val>
                                                <p:fltVal val="0"/>
                                              </p:val>
                                            </p:tav>
                                            <p:tav tm="100000">
                                              <p:val>
                                                <p:strVal val="#ppt_h"/>
                                              </p:val>
                                            </p:tav>
                                          </p:tavLst>
                                        </p:anim>
                                        <p:animEffect transition="in" filter="fade">
                                          <p:cBhvr>
                                            <p:cTn id="33" dur="750"/>
                                            <p:tgtEl>
                                              <p:spTgt spid="20"/>
                                            </p:tgtEl>
                                          </p:cBhvr>
                                        </p:animEffect>
                                      </p:childTnLst>
                                    </p:cTn>
                                  </p:par>
                                  <p:par>
                                    <p:cTn id="34" presetID="53" presetClass="entr" presetSubtype="16" fill="hold" grpId="0" nodeType="withEffect">
                                      <p:stCondLst>
                                        <p:cond delay="1500"/>
                                      </p:stCondLst>
                                      <p:childTnLst>
                                        <p:set>
                                          <p:cBhvr>
                                            <p:cTn id="35" dur="1" fill="hold">
                                              <p:stCondLst>
                                                <p:cond delay="0"/>
                                              </p:stCondLst>
                                            </p:cTn>
                                            <p:tgtEl>
                                              <p:spTgt spid="21"/>
                                            </p:tgtEl>
                                            <p:attrNameLst>
                                              <p:attrName>style.visibility</p:attrName>
                                            </p:attrNameLst>
                                          </p:cBhvr>
                                          <p:to>
                                            <p:strVal val="visible"/>
                                          </p:to>
                                        </p:set>
                                        <p:anim calcmode="lin" valueType="num">
                                          <p:cBhvr>
                                            <p:cTn id="36" dur="750" fill="hold"/>
                                            <p:tgtEl>
                                              <p:spTgt spid="21"/>
                                            </p:tgtEl>
                                            <p:attrNameLst>
                                              <p:attrName>ppt_w</p:attrName>
                                            </p:attrNameLst>
                                          </p:cBhvr>
                                          <p:tavLst>
                                            <p:tav tm="0">
                                              <p:val>
                                                <p:fltVal val="0"/>
                                              </p:val>
                                            </p:tav>
                                            <p:tav tm="100000">
                                              <p:val>
                                                <p:strVal val="#ppt_w"/>
                                              </p:val>
                                            </p:tav>
                                          </p:tavLst>
                                        </p:anim>
                                        <p:anim calcmode="lin" valueType="num">
                                          <p:cBhvr>
                                            <p:cTn id="37" dur="750" fill="hold"/>
                                            <p:tgtEl>
                                              <p:spTgt spid="21"/>
                                            </p:tgtEl>
                                            <p:attrNameLst>
                                              <p:attrName>ppt_h</p:attrName>
                                            </p:attrNameLst>
                                          </p:cBhvr>
                                          <p:tavLst>
                                            <p:tav tm="0">
                                              <p:val>
                                                <p:fltVal val="0"/>
                                              </p:val>
                                            </p:tav>
                                            <p:tav tm="100000">
                                              <p:val>
                                                <p:strVal val="#ppt_h"/>
                                              </p:val>
                                            </p:tav>
                                          </p:tavLst>
                                        </p:anim>
                                        <p:animEffect transition="in" filter="fade">
                                          <p:cBhvr>
                                            <p:cTn id="38" dur="750"/>
                                            <p:tgtEl>
                                              <p:spTgt spid="21"/>
                                            </p:tgtEl>
                                          </p:cBhvr>
                                        </p:animEffect>
                                      </p:childTnLst>
                                    </p:cTn>
                                  </p:par>
                                  <p:par>
                                    <p:cTn id="39" presetID="53" presetClass="entr" presetSubtype="16" fill="hold" grpId="0" nodeType="withEffect">
                                      <p:stCondLst>
                                        <p:cond delay="2000"/>
                                      </p:stCondLst>
                                      <p:childTnLst>
                                        <p:set>
                                          <p:cBhvr>
                                            <p:cTn id="40" dur="1" fill="hold">
                                              <p:stCondLst>
                                                <p:cond delay="0"/>
                                              </p:stCondLst>
                                            </p:cTn>
                                            <p:tgtEl>
                                              <p:spTgt spid="22"/>
                                            </p:tgtEl>
                                            <p:attrNameLst>
                                              <p:attrName>style.visibility</p:attrName>
                                            </p:attrNameLst>
                                          </p:cBhvr>
                                          <p:to>
                                            <p:strVal val="visible"/>
                                          </p:to>
                                        </p:set>
                                        <p:anim calcmode="lin" valueType="num">
                                          <p:cBhvr>
                                            <p:cTn id="41" dur="750" fill="hold"/>
                                            <p:tgtEl>
                                              <p:spTgt spid="22"/>
                                            </p:tgtEl>
                                            <p:attrNameLst>
                                              <p:attrName>ppt_w</p:attrName>
                                            </p:attrNameLst>
                                          </p:cBhvr>
                                          <p:tavLst>
                                            <p:tav tm="0">
                                              <p:val>
                                                <p:fltVal val="0"/>
                                              </p:val>
                                            </p:tav>
                                            <p:tav tm="100000">
                                              <p:val>
                                                <p:strVal val="#ppt_w"/>
                                              </p:val>
                                            </p:tav>
                                          </p:tavLst>
                                        </p:anim>
                                        <p:anim calcmode="lin" valueType="num">
                                          <p:cBhvr>
                                            <p:cTn id="42" dur="750" fill="hold"/>
                                            <p:tgtEl>
                                              <p:spTgt spid="22"/>
                                            </p:tgtEl>
                                            <p:attrNameLst>
                                              <p:attrName>ppt_h</p:attrName>
                                            </p:attrNameLst>
                                          </p:cBhvr>
                                          <p:tavLst>
                                            <p:tav tm="0">
                                              <p:val>
                                                <p:fltVal val="0"/>
                                              </p:val>
                                            </p:tav>
                                            <p:tav tm="100000">
                                              <p:val>
                                                <p:strVal val="#ppt_h"/>
                                              </p:val>
                                            </p:tav>
                                          </p:tavLst>
                                        </p:anim>
                                        <p:animEffect transition="in" filter="fade">
                                          <p:cBhvr>
                                            <p:cTn id="43" dur="750"/>
                                            <p:tgtEl>
                                              <p:spTgt spid="22"/>
                                            </p:tgtEl>
                                          </p:cBhvr>
                                        </p:animEffect>
                                      </p:childTnLst>
                                    </p:cTn>
                                  </p:par>
                                  <p:par>
                                    <p:cTn id="44" presetID="2" presetClass="entr" presetSubtype="2" fill="hold" nodeType="withEffect" p14:presetBounceEnd="67000">
                                      <p:stCondLst>
                                        <p:cond delay="500"/>
                                      </p:stCondLst>
                                      <p:childTnLst>
                                        <p:set>
                                          <p:cBhvr>
                                            <p:cTn id="45" dur="1" fill="hold">
                                              <p:stCondLst>
                                                <p:cond delay="0"/>
                                              </p:stCondLst>
                                            </p:cTn>
                                            <p:tgtEl>
                                              <p:spTgt spid="2"/>
                                            </p:tgtEl>
                                            <p:attrNameLst>
                                              <p:attrName>style.visibility</p:attrName>
                                            </p:attrNameLst>
                                          </p:cBhvr>
                                          <p:to>
                                            <p:strVal val="visible"/>
                                          </p:to>
                                        </p:set>
                                        <p:anim calcmode="lin" valueType="num" p14:bounceEnd="67000">
                                          <p:cBhvr additive="base">
                                            <p:cTn id="46" dur="1000" fill="hold"/>
                                            <p:tgtEl>
                                              <p:spTgt spid="2"/>
                                            </p:tgtEl>
                                            <p:attrNameLst>
                                              <p:attrName>ppt_x</p:attrName>
                                            </p:attrNameLst>
                                          </p:cBhvr>
                                          <p:tavLst>
                                            <p:tav tm="0">
                                              <p:val>
                                                <p:strVal val="1+#ppt_w/2"/>
                                              </p:val>
                                            </p:tav>
                                            <p:tav tm="100000">
                                              <p:val>
                                                <p:strVal val="#ppt_x"/>
                                              </p:val>
                                            </p:tav>
                                          </p:tavLst>
                                        </p:anim>
                                        <p:anim calcmode="lin" valueType="num" p14:bounceEnd="67000">
                                          <p:cBhvr additive="base">
                                            <p:cTn id="47" dur="1000" fill="hold"/>
                                            <p:tgtEl>
                                              <p:spTgt spid="2"/>
                                            </p:tgtEl>
                                            <p:attrNameLst>
                                              <p:attrName>ppt_y</p:attrName>
                                            </p:attrNameLst>
                                          </p:cBhvr>
                                          <p:tavLst>
                                            <p:tav tm="0">
                                              <p:val>
                                                <p:strVal val="#ppt_y"/>
                                              </p:val>
                                            </p:tav>
                                            <p:tav tm="100000">
                                              <p:val>
                                                <p:strVal val="#ppt_y"/>
                                              </p:val>
                                            </p:tav>
                                          </p:tavLst>
                                        </p:anim>
                                      </p:childTnLst>
                                    </p:cTn>
                                  </p:par>
                                  <p:par>
                                    <p:cTn id="48" presetID="2" presetClass="entr" presetSubtype="8" fill="hold" nodeType="withEffect" p14:presetBounceEnd="67000">
                                      <p:stCondLst>
                                        <p:cond delay="1000"/>
                                      </p:stCondLst>
                                      <p:childTnLst>
                                        <p:set>
                                          <p:cBhvr>
                                            <p:cTn id="49" dur="1" fill="hold">
                                              <p:stCondLst>
                                                <p:cond delay="0"/>
                                              </p:stCondLst>
                                            </p:cTn>
                                            <p:tgtEl>
                                              <p:spTgt spid="3"/>
                                            </p:tgtEl>
                                            <p:attrNameLst>
                                              <p:attrName>style.visibility</p:attrName>
                                            </p:attrNameLst>
                                          </p:cBhvr>
                                          <p:to>
                                            <p:strVal val="visible"/>
                                          </p:to>
                                        </p:set>
                                        <p:anim calcmode="lin" valueType="num" p14:bounceEnd="67000">
                                          <p:cBhvr additive="base">
                                            <p:cTn id="50" dur="1000" fill="hold"/>
                                            <p:tgtEl>
                                              <p:spTgt spid="3"/>
                                            </p:tgtEl>
                                            <p:attrNameLst>
                                              <p:attrName>ppt_x</p:attrName>
                                            </p:attrNameLst>
                                          </p:cBhvr>
                                          <p:tavLst>
                                            <p:tav tm="0">
                                              <p:val>
                                                <p:strVal val="0-#ppt_w/2"/>
                                              </p:val>
                                            </p:tav>
                                            <p:tav tm="100000">
                                              <p:val>
                                                <p:strVal val="#ppt_x"/>
                                              </p:val>
                                            </p:tav>
                                          </p:tavLst>
                                        </p:anim>
                                        <p:anim calcmode="lin" valueType="num" p14:bounceEnd="67000">
                                          <p:cBhvr additive="base">
                                            <p:cTn id="51" dur="1000" fill="hold"/>
                                            <p:tgtEl>
                                              <p:spTgt spid="3"/>
                                            </p:tgtEl>
                                            <p:attrNameLst>
                                              <p:attrName>ppt_y</p:attrName>
                                            </p:attrNameLst>
                                          </p:cBhvr>
                                          <p:tavLst>
                                            <p:tav tm="0">
                                              <p:val>
                                                <p:strVal val="#ppt_y"/>
                                              </p:val>
                                            </p:tav>
                                            <p:tav tm="100000">
                                              <p:val>
                                                <p:strVal val="#ppt_y"/>
                                              </p:val>
                                            </p:tav>
                                          </p:tavLst>
                                        </p:anim>
                                      </p:childTnLst>
                                    </p:cTn>
                                  </p:par>
                                  <p:par>
                                    <p:cTn id="52" presetID="2" presetClass="entr" presetSubtype="2" fill="hold" nodeType="withEffect" p14:presetBounceEnd="67000">
                                      <p:stCondLst>
                                        <p:cond delay="1500"/>
                                      </p:stCondLst>
                                      <p:childTnLst>
                                        <p:set>
                                          <p:cBhvr>
                                            <p:cTn id="53" dur="1" fill="hold">
                                              <p:stCondLst>
                                                <p:cond delay="0"/>
                                              </p:stCondLst>
                                            </p:cTn>
                                            <p:tgtEl>
                                              <p:spTgt spid="4"/>
                                            </p:tgtEl>
                                            <p:attrNameLst>
                                              <p:attrName>style.visibility</p:attrName>
                                            </p:attrNameLst>
                                          </p:cBhvr>
                                          <p:to>
                                            <p:strVal val="visible"/>
                                          </p:to>
                                        </p:set>
                                        <p:anim calcmode="lin" valueType="num" p14:bounceEnd="67000">
                                          <p:cBhvr additive="base">
                                            <p:cTn id="54" dur="1000" fill="hold"/>
                                            <p:tgtEl>
                                              <p:spTgt spid="4"/>
                                            </p:tgtEl>
                                            <p:attrNameLst>
                                              <p:attrName>ppt_x</p:attrName>
                                            </p:attrNameLst>
                                          </p:cBhvr>
                                          <p:tavLst>
                                            <p:tav tm="0">
                                              <p:val>
                                                <p:strVal val="1+#ppt_w/2"/>
                                              </p:val>
                                            </p:tav>
                                            <p:tav tm="100000">
                                              <p:val>
                                                <p:strVal val="#ppt_x"/>
                                              </p:val>
                                            </p:tav>
                                          </p:tavLst>
                                        </p:anim>
                                        <p:anim calcmode="lin" valueType="num" p14:bounceEnd="67000">
                                          <p:cBhvr additive="base">
                                            <p:cTn id="55" dur="1000" fill="hold"/>
                                            <p:tgtEl>
                                              <p:spTgt spid="4"/>
                                            </p:tgtEl>
                                            <p:attrNameLst>
                                              <p:attrName>ppt_y</p:attrName>
                                            </p:attrNameLst>
                                          </p:cBhvr>
                                          <p:tavLst>
                                            <p:tav tm="0">
                                              <p:val>
                                                <p:strVal val="#ppt_y"/>
                                              </p:val>
                                            </p:tav>
                                            <p:tav tm="100000">
                                              <p:val>
                                                <p:strVal val="#ppt_y"/>
                                              </p:val>
                                            </p:tav>
                                          </p:tavLst>
                                        </p:anim>
                                      </p:childTnLst>
                                    </p:cTn>
                                  </p:par>
                                  <p:par>
                                    <p:cTn id="56" presetID="2" presetClass="entr" presetSubtype="8" fill="hold" nodeType="withEffect" p14:presetBounceEnd="67000">
                                      <p:stCondLst>
                                        <p:cond delay="2000"/>
                                      </p:stCondLst>
                                      <p:childTnLst>
                                        <p:set>
                                          <p:cBhvr>
                                            <p:cTn id="57" dur="1" fill="hold">
                                              <p:stCondLst>
                                                <p:cond delay="0"/>
                                              </p:stCondLst>
                                            </p:cTn>
                                            <p:tgtEl>
                                              <p:spTgt spid="5"/>
                                            </p:tgtEl>
                                            <p:attrNameLst>
                                              <p:attrName>style.visibility</p:attrName>
                                            </p:attrNameLst>
                                          </p:cBhvr>
                                          <p:to>
                                            <p:strVal val="visible"/>
                                          </p:to>
                                        </p:set>
                                        <p:anim calcmode="lin" valueType="num" p14:bounceEnd="67000">
                                          <p:cBhvr additive="base">
                                            <p:cTn id="58" dur="1000" fill="hold"/>
                                            <p:tgtEl>
                                              <p:spTgt spid="5"/>
                                            </p:tgtEl>
                                            <p:attrNameLst>
                                              <p:attrName>ppt_x</p:attrName>
                                            </p:attrNameLst>
                                          </p:cBhvr>
                                          <p:tavLst>
                                            <p:tav tm="0">
                                              <p:val>
                                                <p:strVal val="0-#ppt_w/2"/>
                                              </p:val>
                                            </p:tav>
                                            <p:tav tm="100000">
                                              <p:val>
                                                <p:strVal val="#ppt_x"/>
                                              </p:val>
                                            </p:tav>
                                          </p:tavLst>
                                        </p:anim>
                                        <p:anim calcmode="lin" valueType="num" p14:bounceEnd="67000">
                                          <p:cBhvr additive="base">
                                            <p:cTn id="59"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p:bldP spid="20" grpId="0"/>
          <p:bldP spid="21" grpId="0"/>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1000" fill="hold"/>
                                            <p:tgtEl>
                                              <p:spTgt spid="27"/>
                                            </p:tgtEl>
                                            <p:attrNameLst>
                                              <p:attrName>ppt_x</p:attrName>
                                            </p:attrNameLst>
                                          </p:cBhvr>
                                          <p:tavLst>
                                            <p:tav tm="0">
                                              <p:val>
                                                <p:strVal val="#ppt_x"/>
                                              </p:val>
                                            </p:tav>
                                            <p:tav tm="100000">
                                              <p:val>
                                                <p:strVal val="#ppt_x"/>
                                              </p:val>
                                            </p:tav>
                                          </p:tavLst>
                                        </p:anim>
                                        <p:anim calcmode="lin" valueType="num">
                                          <p:cBhvr additive="base">
                                            <p:cTn id="8" dur="1000" fill="hold"/>
                                            <p:tgtEl>
                                              <p:spTgt spid="2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500"/>
                                      </p:stCondLst>
                                      <p:childTnLst>
                                        <p:set>
                                          <p:cBhvr>
                                            <p:cTn id="10" dur="1" fill="hold">
                                              <p:stCondLst>
                                                <p:cond delay="0"/>
                                              </p:stCondLst>
                                            </p:cTn>
                                            <p:tgtEl>
                                              <p:spTgt spid="28"/>
                                            </p:tgtEl>
                                            <p:attrNameLst>
                                              <p:attrName>style.visibility</p:attrName>
                                            </p:attrNameLst>
                                          </p:cBhvr>
                                          <p:to>
                                            <p:strVal val="visible"/>
                                          </p:to>
                                        </p:set>
                                        <p:anim calcmode="lin" valueType="num">
                                          <p:cBhvr additive="base">
                                            <p:cTn id="11" dur="1000" fill="hold"/>
                                            <p:tgtEl>
                                              <p:spTgt spid="28"/>
                                            </p:tgtEl>
                                            <p:attrNameLst>
                                              <p:attrName>ppt_x</p:attrName>
                                            </p:attrNameLst>
                                          </p:cBhvr>
                                          <p:tavLst>
                                            <p:tav tm="0">
                                              <p:val>
                                                <p:strVal val="#ppt_x"/>
                                              </p:val>
                                            </p:tav>
                                            <p:tav tm="100000">
                                              <p:val>
                                                <p:strVal val="#ppt_x"/>
                                              </p:val>
                                            </p:tav>
                                          </p:tavLst>
                                        </p:anim>
                                        <p:anim calcmode="lin" valueType="num">
                                          <p:cBhvr additive="base">
                                            <p:cTn id="12" dur="1000" fill="hold"/>
                                            <p:tgtEl>
                                              <p:spTgt spid="28"/>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10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1000" fill="hold"/>
                                            <p:tgtEl>
                                              <p:spTgt spid="29"/>
                                            </p:tgtEl>
                                            <p:attrNameLst>
                                              <p:attrName>ppt_x</p:attrName>
                                            </p:attrNameLst>
                                          </p:cBhvr>
                                          <p:tavLst>
                                            <p:tav tm="0">
                                              <p:val>
                                                <p:strVal val="#ppt_x"/>
                                              </p:val>
                                            </p:tav>
                                            <p:tav tm="100000">
                                              <p:val>
                                                <p:strVal val="#ppt_x"/>
                                              </p:val>
                                            </p:tav>
                                          </p:tavLst>
                                        </p:anim>
                                        <p:anim calcmode="lin" valueType="num">
                                          <p:cBhvr additive="base">
                                            <p:cTn id="16" dur="1000" fill="hold"/>
                                            <p:tgtEl>
                                              <p:spTgt spid="29"/>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1500"/>
                                      </p:stCondLst>
                                      <p:childTnLst>
                                        <p:set>
                                          <p:cBhvr>
                                            <p:cTn id="18" dur="1" fill="hold">
                                              <p:stCondLst>
                                                <p:cond delay="0"/>
                                              </p:stCondLst>
                                            </p:cTn>
                                            <p:tgtEl>
                                              <p:spTgt spid="30"/>
                                            </p:tgtEl>
                                            <p:attrNameLst>
                                              <p:attrName>style.visibility</p:attrName>
                                            </p:attrNameLst>
                                          </p:cBhvr>
                                          <p:to>
                                            <p:strVal val="visible"/>
                                          </p:to>
                                        </p:set>
                                        <p:anim calcmode="lin" valueType="num">
                                          <p:cBhvr additive="base">
                                            <p:cTn id="19" dur="1000" fill="hold"/>
                                            <p:tgtEl>
                                              <p:spTgt spid="30"/>
                                            </p:tgtEl>
                                            <p:attrNameLst>
                                              <p:attrName>ppt_x</p:attrName>
                                            </p:attrNameLst>
                                          </p:cBhvr>
                                          <p:tavLst>
                                            <p:tav tm="0">
                                              <p:val>
                                                <p:strVal val="#ppt_x"/>
                                              </p:val>
                                            </p:tav>
                                            <p:tav tm="100000">
                                              <p:val>
                                                <p:strVal val="#ppt_x"/>
                                              </p:val>
                                            </p:tav>
                                          </p:tavLst>
                                        </p:anim>
                                        <p:anim calcmode="lin" valueType="num">
                                          <p:cBhvr additive="base">
                                            <p:cTn id="20" dur="1000" fill="hold"/>
                                            <p:tgtEl>
                                              <p:spTgt spid="30"/>
                                            </p:tgtEl>
                                            <p:attrNameLst>
                                              <p:attrName>ppt_y</p:attrName>
                                            </p:attrNameLst>
                                          </p:cBhvr>
                                          <p:tavLst>
                                            <p:tav tm="0">
                                              <p:val>
                                                <p:strVal val="0-#ppt_h/2"/>
                                              </p:val>
                                            </p:tav>
                                            <p:tav tm="100000">
                                              <p:val>
                                                <p:strVal val="#ppt_y"/>
                                              </p:val>
                                            </p:tav>
                                          </p:tavLst>
                                        </p:anim>
                                      </p:childTnLst>
                                    </p:cTn>
                                  </p:par>
                                  <p:par>
                                    <p:cTn id="21" presetID="22" presetClass="entr" presetSubtype="1" fill="hold" grpId="0" nodeType="withEffect">
                                      <p:stCondLst>
                                        <p:cond delay="250"/>
                                      </p:stCondLst>
                                      <p:childTnLst>
                                        <p:set>
                                          <p:cBhvr>
                                            <p:cTn id="22" dur="1" fill="hold">
                                              <p:stCondLst>
                                                <p:cond delay="0"/>
                                              </p:stCondLst>
                                            </p:cTn>
                                            <p:tgtEl>
                                              <p:spTgt spid="6"/>
                                            </p:tgtEl>
                                            <p:attrNameLst>
                                              <p:attrName>style.visibility</p:attrName>
                                            </p:attrNameLst>
                                          </p:cBhvr>
                                          <p:to>
                                            <p:strVal val="visible"/>
                                          </p:to>
                                        </p:set>
                                        <p:animEffect transition="in" filter="wipe(up)">
                                          <p:cBhvr>
                                            <p:cTn id="23" dur="2500"/>
                                            <p:tgtEl>
                                              <p:spTgt spid="6"/>
                                            </p:tgtEl>
                                          </p:cBhvr>
                                        </p:animEffect>
                                      </p:childTnLst>
                                    </p:cTn>
                                  </p:par>
                                  <p:par>
                                    <p:cTn id="24" presetID="53" presetClass="entr" presetSubtype="16" fill="hold" grpId="0" nodeType="withEffect">
                                      <p:stCondLst>
                                        <p:cond delay="500"/>
                                      </p:stCondLst>
                                      <p:childTnLst>
                                        <p:set>
                                          <p:cBhvr>
                                            <p:cTn id="25" dur="1" fill="hold">
                                              <p:stCondLst>
                                                <p:cond delay="0"/>
                                              </p:stCondLst>
                                            </p:cTn>
                                            <p:tgtEl>
                                              <p:spTgt spid="19"/>
                                            </p:tgtEl>
                                            <p:attrNameLst>
                                              <p:attrName>style.visibility</p:attrName>
                                            </p:attrNameLst>
                                          </p:cBhvr>
                                          <p:to>
                                            <p:strVal val="visible"/>
                                          </p:to>
                                        </p:set>
                                        <p:anim calcmode="lin" valueType="num">
                                          <p:cBhvr>
                                            <p:cTn id="26" dur="750" fill="hold"/>
                                            <p:tgtEl>
                                              <p:spTgt spid="19"/>
                                            </p:tgtEl>
                                            <p:attrNameLst>
                                              <p:attrName>ppt_w</p:attrName>
                                            </p:attrNameLst>
                                          </p:cBhvr>
                                          <p:tavLst>
                                            <p:tav tm="0">
                                              <p:val>
                                                <p:fltVal val="0"/>
                                              </p:val>
                                            </p:tav>
                                            <p:tav tm="100000">
                                              <p:val>
                                                <p:strVal val="#ppt_w"/>
                                              </p:val>
                                            </p:tav>
                                          </p:tavLst>
                                        </p:anim>
                                        <p:anim calcmode="lin" valueType="num">
                                          <p:cBhvr>
                                            <p:cTn id="27" dur="750" fill="hold"/>
                                            <p:tgtEl>
                                              <p:spTgt spid="19"/>
                                            </p:tgtEl>
                                            <p:attrNameLst>
                                              <p:attrName>ppt_h</p:attrName>
                                            </p:attrNameLst>
                                          </p:cBhvr>
                                          <p:tavLst>
                                            <p:tav tm="0">
                                              <p:val>
                                                <p:fltVal val="0"/>
                                              </p:val>
                                            </p:tav>
                                            <p:tav tm="100000">
                                              <p:val>
                                                <p:strVal val="#ppt_h"/>
                                              </p:val>
                                            </p:tav>
                                          </p:tavLst>
                                        </p:anim>
                                        <p:animEffect transition="in" filter="fade">
                                          <p:cBhvr>
                                            <p:cTn id="28" dur="750"/>
                                            <p:tgtEl>
                                              <p:spTgt spid="19"/>
                                            </p:tgtEl>
                                          </p:cBhvr>
                                        </p:animEffect>
                                      </p:childTnLst>
                                    </p:cTn>
                                  </p:par>
                                  <p:par>
                                    <p:cTn id="29" presetID="53" presetClass="entr" presetSubtype="16" fill="hold" grpId="0" nodeType="withEffect">
                                      <p:stCondLst>
                                        <p:cond delay="1000"/>
                                      </p:stCondLst>
                                      <p:childTnLst>
                                        <p:set>
                                          <p:cBhvr>
                                            <p:cTn id="30" dur="1" fill="hold">
                                              <p:stCondLst>
                                                <p:cond delay="0"/>
                                              </p:stCondLst>
                                            </p:cTn>
                                            <p:tgtEl>
                                              <p:spTgt spid="20"/>
                                            </p:tgtEl>
                                            <p:attrNameLst>
                                              <p:attrName>style.visibility</p:attrName>
                                            </p:attrNameLst>
                                          </p:cBhvr>
                                          <p:to>
                                            <p:strVal val="visible"/>
                                          </p:to>
                                        </p:set>
                                        <p:anim calcmode="lin" valueType="num">
                                          <p:cBhvr>
                                            <p:cTn id="31" dur="750" fill="hold"/>
                                            <p:tgtEl>
                                              <p:spTgt spid="20"/>
                                            </p:tgtEl>
                                            <p:attrNameLst>
                                              <p:attrName>ppt_w</p:attrName>
                                            </p:attrNameLst>
                                          </p:cBhvr>
                                          <p:tavLst>
                                            <p:tav tm="0">
                                              <p:val>
                                                <p:fltVal val="0"/>
                                              </p:val>
                                            </p:tav>
                                            <p:tav tm="100000">
                                              <p:val>
                                                <p:strVal val="#ppt_w"/>
                                              </p:val>
                                            </p:tav>
                                          </p:tavLst>
                                        </p:anim>
                                        <p:anim calcmode="lin" valueType="num">
                                          <p:cBhvr>
                                            <p:cTn id="32" dur="750" fill="hold"/>
                                            <p:tgtEl>
                                              <p:spTgt spid="20"/>
                                            </p:tgtEl>
                                            <p:attrNameLst>
                                              <p:attrName>ppt_h</p:attrName>
                                            </p:attrNameLst>
                                          </p:cBhvr>
                                          <p:tavLst>
                                            <p:tav tm="0">
                                              <p:val>
                                                <p:fltVal val="0"/>
                                              </p:val>
                                            </p:tav>
                                            <p:tav tm="100000">
                                              <p:val>
                                                <p:strVal val="#ppt_h"/>
                                              </p:val>
                                            </p:tav>
                                          </p:tavLst>
                                        </p:anim>
                                        <p:animEffect transition="in" filter="fade">
                                          <p:cBhvr>
                                            <p:cTn id="33" dur="750"/>
                                            <p:tgtEl>
                                              <p:spTgt spid="20"/>
                                            </p:tgtEl>
                                          </p:cBhvr>
                                        </p:animEffect>
                                      </p:childTnLst>
                                    </p:cTn>
                                  </p:par>
                                  <p:par>
                                    <p:cTn id="34" presetID="53" presetClass="entr" presetSubtype="16" fill="hold" grpId="0" nodeType="withEffect">
                                      <p:stCondLst>
                                        <p:cond delay="1500"/>
                                      </p:stCondLst>
                                      <p:childTnLst>
                                        <p:set>
                                          <p:cBhvr>
                                            <p:cTn id="35" dur="1" fill="hold">
                                              <p:stCondLst>
                                                <p:cond delay="0"/>
                                              </p:stCondLst>
                                            </p:cTn>
                                            <p:tgtEl>
                                              <p:spTgt spid="21"/>
                                            </p:tgtEl>
                                            <p:attrNameLst>
                                              <p:attrName>style.visibility</p:attrName>
                                            </p:attrNameLst>
                                          </p:cBhvr>
                                          <p:to>
                                            <p:strVal val="visible"/>
                                          </p:to>
                                        </p:set>
                                        <p:anim calcmode="lin" valueType="num">
                                          <p:cBhvr>
                                            <p:cTn id="36" dur="750" fill="hold"/>
                                            <p:tgtEl>
                                              <p:spTgt spid="21"/>
                                            </p:tgtEl>
                                            <p:attrNameLst>
                                              <p:attrName>ppt_w</p:attrName>
                                            </p:attrNameLst>
                                          </p:cBhvr>
                                          <p:tavLst>
                                            <p:tav tm="0">
                                              <p:val>
                                                <p:fltVal val="0"/>
                                              </p:val>
                                            </p:tav>
                                            <p:tav tm="100000">
                                              <p:val>
                                                <p:strVal val="#ppt_w"/>
                                              </p:val>
                                            </p:tav>
                                          </p:tavLst>
                                        </p:anim>
                                        <p:anim calcmode="lin" valueType="num">
                                          <p:cBhvr>
                                            <p:cTn id="37" dur="750" fill="hold"/>
                                            <p:tgtEl>
                                              <p:spTgt spid="21"/>
                                            </p:tgtEl>
                                            <p:attrNameLst>
                                              <p:attrName>ppt_h</p:attrName>
                                            </p:attrNameLst>
                                          </p:cBhvr>
                                          <p:tavLst>
                                            <p:tav tm="0">
                                              <p:val>
                                                <p:fltVal val="0"/>
                                              </p:val>
                                            </p:tav>
                                            <p:tav tm="100000">
                                              <p:val>
                                                <p:strVal val="#ppt_h"/>
                                              </p:val>
                                            </p:tav>
                                          </p:tavLst>
                                        </p:anim>
                                        <p:animEffect transition="in" filter="fade">
                                          <p:cBhvr>
                                            <p:cTn id="38" dur="750"/>
                                            <p:tgtEl>
                                              <p:spTgt spid="21"/>
                                            </p:tgtEl>
                                          </p:cBhvr>
                                        </p:animEffect>
                                      </p:childTnLst>
                                    </p:cTn>
                                  </p:par>
                                  <p:par>
                                    <p:cTn id="39" presetID="53" presetClass="entr" presetSubtype="16" fill="hold" grpId="0" nodeType="withEffect">
                                      <p:stCondLst>
                                        <p:cond delay="2000"/>
                                      </p:stCondLst>
                                      <p:childTnLst>
                                        <p:set>
                                          <p:cBhvr>
                                            <p:cTn id="40" dur="1" fill="hold">
                                              <p:stCondLst>
                                                <p:cond delay="0"/>
                                              </p:stCondLst>
                                            </p:cTn>
                                            <p:tgtEl>
                                              <p:spTgt spid="22"/>
                                            </p:tgtEl>
                                            <p:attrNameLst>
                                              <p:attrName>style.visibility</p:attrName>
                                            </p:attrNameLst>
                                          </p:cBhvr>
                                          <p:to>
                                            <p:strVal val="visible"/>
                                          </p:to>
                                        </p:set>
                                        <p:anim calcmode="lin" valueType="num">
                                          <p:cBhvr>
                                            <p:cTn id="41" dur="750" fill="hold"/>
                                            <p:tgtEl>
                                              <p:spTgt spid="22"/>
                                            </p:tgtEl>
                                            <p:attrNameLst>
                                              <p:attrName>ppt_w</p:attrName>
                                            </p:attrNameLst>
                                          </p:cBhvr>
                                          <p:tavLst>
                                            <p:tav tm="0">
                                              <p:val>
                                                <p:fltVal val="0"/>
                                              </p:val>
                                            </p:tav>
                                            <p:tav tm="100000">
                                              <p:val>
                                                <p:strVal val="#ppt_w"/>
                                              </p:val>
                                            </p:tav>
                                          </p:tavLst>
                                        </p:anim>
                                        <p:anim calcmode="lin" valueType="num">
                                          <p:cBhvr>
                                            <p:cTn id="42" dur="750" fill="hold"/>
                                            <p:tgtEl>
                                              <p:spTgt spid="22"/>
                                            </p:tgtEl>
                                            <p:attrNameLst>
                                              <p:attrName>ppt_h</p:attrName>
                                            </p:attrNameLst>
                                          </p:cBhvr>
                                          <p:tavLst>
                                            <p:tav tm="0">
                                              <p:val>
                                                <p:fltVal val="0"/>
                                              </p:val>
                                            </p:tav>
                                            <p:tav tm="100000">
                                              <p:val>
                                                <p:strVal val="#ppt_h"/>
                                              </p:val>
                                            </p:tav>
                                          </p:tavLst>
                                        </p:anim>
                                        <p:animEffect transition="in" filter="fade">
                                          <p:cBhvr>
                                            <p:cTn id="43" dur="750"/>
                                            <p:tgtEl>
                                              <p:spTgt spid="22"/>
                                            </p:tgtEl>
                                          </p:cBhvr>
                                        </p:animEffect>
                                      </p:childTnLst>
                                    </p:cTn>
                                  </p:par>
                                  <p:par>
                                    <p:cTn id="44" presetID="2" presetClass="entr" presetSubtype="2" fill="hold" nodeType="withEffect">
                                      <p:stCondLst>
                                        <p:cond delay="500"/>
                                      </p:stCondLst>
                                      <p:childTnLst>
                                        <p:set>
                                          <p:cBhvr>
                                            <p:cTn id="45" dur="1" fill="hold">
                                              <p:stCondLst>
                                                <p:cond delay="0"/>
                                              </p:stCondLst>
                                            </p:cTn>
                                            <p:tgtEl>
                                              <p:spTgt spid="2"/>
                                            </p:tgtEl>
                                            <p:attrNameLst>
                                              <p:attrName>style.visibility</p:attrName>
                                            </p:attrNameLst>
                                          </p:cBhvr>
                                          <p:to>
                                            <p:strVal val="visible"/>
                                          </p:to>
                                        </p:set>
                                        <p:anim calcmode="lin" valueType="num">
                                          <p:cBhvr additive="base">
                                            <p:cTn id="46" dur="1000" fill="hold"/>
                                            <p:tgtEl>
                                              <p:spTgt spid="2"/>
                                            </p:tgtEl>
                                            <p:attrNameLst>
                                              <p:attrName>ppt_x</p:attrName>
                                            </p:attrNameLst>
                                          </p:cBhvr>
                                          <p:tavLst>
                                            <p:tav tm="0">
                                              <p:val>
                                                <p:strVal val="1+#ppt_w/2"/>
                                              </p:val>
                                            </p:tav>
                                            <p:tav tm="100000">
                                              <p:val>
                                                <p:strVal val="#ppt_x"/>
                                              </p:val>
                                            </p:tav>
                                          </p:tavLst>
                                        </p:anim>
                                        <p:anim calcmode="lin" valueType="num">
                                          <p:cBhvr additive="base">
                                            <p:cTn id="47" dur="1000" fill="hold"/>
                                            <p:tgtEl>
                                              <p:spTgt spid="2"/>
                                            </p:tgtEl>
                                            <p:attrNameLst>
                                              <p:attrName>ppt_y</p:attrName>
                                            </p:attrNameLst>
                                          </p:cBhvr>
                                          <p:tavLst>
                                            <p:tav tm="0">
                                              <p:val>
                                                <p:strVal val="#ppt_y"/>
                                              </p:val>
                                            </p:tav>
                                            <p:tav tm="100000">
                                              <p:val>
                                                <p:strVal val="#ppt_y"/>
                                              </p:val>
                                            </p:tav>
                                          </p:tavLst>
                                        </p:anim>
                                      </p:childTnLst>
                                    </p:cTn>
                                  </p:par>
                                  <p:par>
                                    <p:cTn id="48" presetID="2" presetClass="entr" presetSubtype="8" fill="hold" nodeType="withEffect">
                                      <p:stCondLst>
                                        <p:cond delay="1000"/>
                                      </p:stCondLst>
                                      <p:childTnLst>
                                        <p:set>
                                          <p:cBhvr>
                                            <p:cTn id="49" dur="1" fill="hold">
                                              <p:stCondLst>
                                                <p:cond delay="0"/>
                                              </p:stCondLst>
                                            </p:cTn>
                                            <p:tgtEl>
                                              <p:spTgt spid="3"/>
                                            </p:tgtEl>
                                            <p:attrNameLst>
                                              <p:attrName>style.visibility</p:attrName>
                                            </p:attrNameLst>
                                          </p:cBhvr>
                                          <p:to>
                                            <p:strVal val="visible"/>
                                          </p:to>
                                        </p:set>
                                        <p:anim calcmode="lin" valueType="num">
                                          <p:cBhvr additive="base">
                                            <p:cTn id="50" dur="1000" fill="hold"/>
                                            <p:tgtEl>
                                              <p:spTgt spid="3"/>
                                            </p:tgtEl>
                                            <p:attrNameLst>
                                              <p:attrName>ppt_x</p:attrName>
                                            </p:attrNameLst>
                                          </p:cBhvr>
                                          <p:tavLst>
                                            <p:tav tm="0">
                                              <p:val>
                                                <p:strVal val="0-#ppt_w/2"/>
                                              </p:val>
                                            </p:tav>
                                            <p:tav tm="100000">
                                              <p:val>
                                                <p:strVal val="#ppt_x"/>
                                              </p:val>
                                            </p:tav>
                                          </p:tavLst>
                                        </p:anim>
                                        <p:anim calcmode="lin" valueType="num">
                                          <p:cBhvr additive="base">
                                            <p:cTn id="51" dur="1000" fill="hold"/>
                                            <p:tgtEl>
                                              <p:spTgt spid="3"/>
                                            </p:tgtEl>
                                            <p:attrNameLst>
                                              <p:attrName>ppt_y</p:attrName>
                                            </p:attrNameLst>
                                          </p:cBhvr>
                                          <p:tavLst>
                                            <p:tav tm="0">
                                              <p:val>
                                                <p:strVal val="#ppt_y"/>
                                              </p:val>
                                            </p:tav>
                                            <p:tav tm="100000">
                                              <p:val>
                                                <p:strVal val="#ppt_y"/>
                                              </p:val>
                                            </p:tav>
                                          </p:tavLst>
                                        </p:anim>
                                      </p:childTnLst>
                                    </p:cTn>
                                  </p:par>
                                  <p:par>
                                    <p:cTn id="52" presetID="2" presetClass="entr" presetSubtype="2" fill="hold" nodeType="withEffect">
                                      <p:stCondLst>
                                        <p:cond delay="1500"/>
                                      </p:stCondLst>
                                      <p:childTnLst>
                                        <p:set>
                                          <p:cBhvr>
                                            <p:cTn id="53" dur="1" fill="hold">
                                              <p:stCondLst>
                                                <p:cond delay="0"/>
                                              </p:stCondLst>
                                            </p:cTn>
                                            <p:tgtEl>
                                              <p:spTgt spid="4"/>
                                            </p:tgtEl>
                                            <p:attrNameLst>
                                              <p:attrName>style.visibility</p:attrName>
                                            </p:attrNameLst>
                                          </p:cBhvr>
                                          <p:to>
                                            <p:strVal val="visible"/>
                                          </p:to>
                                        </p:set>
                                        <p:anim calcmode="lin" valueType="num">
                                          <p:cBhvr additive="base">
                                            <p:cTn id="54" dur="1000" fill="hold"/>
                                            <p:tgtEl>
                                              <p:spTgt spid="4"/>
                                            </p:tgtEl>
                                            <p:attrNameLst>
                                              <p:attrName>ppt_x</p:attrName>
                                            </p:attrNameLst>
                                          </p:cBhvr>
                                          <p:tavLst>
                                            <p:tav tm="0">
                                              <p:val>
                                                <p:strVal val="1+#ppt_w/2"/>
                                              </p:val>
                                            </p:tav>
                                            <p:tav tm="100000">
                                              <p:val>
                                                <p:strVal val="#ppt_x"/>
                                              </p:val>
                                            </p:tav>
                                          </p:tavLst>
                                        </p:anim>
                                        <p:anim calcmode="lin" valueType="num">
                                          <p:cBhvr additive="base">
                                            <p:cTn id="55" dur="1000" fill="hold"/>
                                            <p:tgtEl>
                                              <p:spTgt spid="4"/>
                                            </p:tgtEl>
                                            <p:attrNameLst>
                                              <p:attrName>ppt_y</p:attrName>
                                            </p:attrNameLst>
                                          </p:cBhvr>
                                          <p:tavLst>
                                            <p:tav tm="0">
                                              <p:val>
                                                <p:strVal val="#ppt_y"/>
                                              </p:val>
                                            </p:tav>
                                            <p:tav tm="100000">
                                              <p:val>
                                                <p:strVal val="#ppt_y"/>
                                              </p:val>
                                            </p:tav>
                                          </p:tavLst>
                                        </p:anim>
                                      </p:childTnLst>
                                    </p:cTn>
                                  </p:par>
                                  <p:par>
                                    <p:cTn id="56" presetID="2" presetClass="entr" presetSubtype="8" fill="hold" nodeType="withEffect">
                                      <p:stCondLst>
                                        <p:cond delay="2000"/>
                                      </p:stCondLst>
                                      <p:childTnLst>
                                        <p:set>
                                          <p:cBhvr>
                                            <p:cTn id="57" dur="1" fill="hold">
                                              <p:stCondLst>
                                                <p:cond delay="0"/>
                                              </p:stCondLst>
                                            </p:cTn>
                                            <p:tgtEl>
                                              <p:spTgt spid="5"/>
                                            </p:tgtEl>
                                            <p:attrNameLst>
                                              <p:attrName>style.visibility</p:attrName>
                                            </p:attrNameLst>
                                          </p:cBhvr>
                                          <p:to>
                                            <p:strVal val="visible"/>
                                          </p:to>
                                        </p:set>
                                        <p:anim calcmode="lin" valueType="num">
                                          <p:cBhvr additive="base">
                                            <p:cTn id="58" dur="1000" fill="hold"/>
                                            <p:tgtEl>
                                              <p:spTgt spid="5"/>
                                            </p:tgtEl>
                                            <p:attrNameLst>
                                              <p:attrName>ppt_x</p:attrName>
                                            </p:attrNameLst>
                                          </p:cBhvr>
                                          <p:tavLst>
                                            <p:tav tm="0">
                                              <p:val>
                                                <p:strVal val="0-#ppt_w/2"/>
                                              </p:val>
                                            </p:tav>
                                            <p:tav tm="100000">
                                              <p:val>
                                                <p:strVal val="#ppt_x"/>
                                              </p:val>
                                            </p:tav>
                                          </p:tavLst>
                                        </p:anim>
                                        <p:anim calcmode="lin" valueType="num">
                                          <p:cBhvr additive="base">
                                            <p:cTn id="59"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p:bldP spid="20" grpId="0"/>
          <p:bldP spid="21" grpId="0"/>
          <p:bldP spid="22" grpId="0"/>
        </p:bldLst>
      </p:timing>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8">
            <a:extLst>
              <a:ext uri="{FF2B5EF4-FFF2-40B4-BE49-F238E27FC236}">
                <a16:creationId xmlns:a16="http://schemas.microsoft.com/office/drawing/2014/main" id="{C32803EC-6D11-4488-9ABB-96464A439542}"/>
              </a:ext>
            </a:extLst>
          </p:cNvPr>
          <p:cNvSpPr>
            <a:spLocks/>
          </p:cNvSpPr>
          <p:nvPr/>
        </p:nvSpPr>
        <p:spPr bwMode="auto">
          <a:xfrm>
            <a:off x="2835276" y="2435225"/>
            <a:ext cx="271463" cy="280987"/>
          </a:xfrm>
          <a:custGeom>
            <a:avLst/>
            <a:gdLst>
              <a:gd name="T0" fmla="*/ 60 w 66"/>
              <a:gd name="T1" fmla="*/ 32 h 68"/>
              <a:gd name="T2" fmla="*/ 28 w 66"/>
              <a:gd name="T3" fmla="*/ 2 h 68"/>
              <a:gd name="T4" fmla="*/ 0 w 66"/>
              <a:gd name="T5" fmla="*/ 0 h 68"/>
              <a:gd name="T6" fmla="*/ 0 w 66"/>
              <a:gd name="T7" fmla="*/ 63 h 68"/>
              <a:gd name="T8" fmla="*/ 60 w 66"/>
              <a:gd name="T9" fmla="*/ 32 h 68"/>
            </a:gdLst>
            <a:ahLst/>
            <a:cxnLst>
              <a:cxn ang="0">
                <a:pos x="T0" y="T1"/>
              </a:cxn>
              <a:cxn ang="0">
                <a:pos x="T2" y="T3"/>
              </a:cxn>
              <a:cxn ang="0">
                <a:pos x="T4" y="T5"/>
              </a:cxn>
              <a:cxn ang="0">
                <a:pos x="T6" y="T7"/>
              </a:cxn>
              <a:cxn ang="0">
                <a:pos x="T8" y="T9"/>
              </a:cxn>
            </a:cxnLst>
            <a:rect l="0" t="0" r="r" b="b"/>
            <a:pathLst>
              <a:path w="66" h="68">
                <a:moveTo>
                  <a:pt x="60" y="32"/>
                </a:moveTo>
                <a:cubicBezTo>
                  <a:pt x="66" y="10"/>
                  <a:pt x="39" y="3"/>
                  <a:pt x="28" y="2"/>
                </a:cubicBezTo>
                <a:cubicBezTo>
                  <a:pt x="20" y="1"/>
                  <a:pt x="11" y="1"/>
                  <a:pt x="0" y="0"/>
                </a:cubicBezTo>
                <a:cubicBezTo>
                  <a:pt x="0" y="63"/>
                  <a:pt x="0" y="63"/>
                  <a:pt x="0" y="63"/>
                </a:cubicBezTo>
                <a:cubicBezTo>
                  <a:pt x="0" y="63"/>
                  <a:pt x="44" y="68"/>
                  <a:pt x="60" y="32"/>
                </a:cubicBezTo>
                <a:close/>
              </a:path>
            </a:pathLst>
          </a:custGeom>
          <a:gradFill flip="none" rotWithShape="1">
            <a:gsLst>
              <a:gs pos="0">
                <a:schemeClr val="accent6">
                  <a:lumMod val="75000"/>
                  <a:shade val="30000"/>
                  <a:satMod val="115000"/>
                </a:schemeClr>
              </a:gs>
              <a:gs pos="50000">
                <a:schemeClr val="accent6">
                  <a:lumMod val="75000"/>
                  <a:shade val="67500"/>
                  <a:satMod val="115000"/>
                </a:schemeClr>
              </a:gs>
              <a:gs pos="100000">
                <a:schemeClr val="accent6">
                  <a:lumMod val="75000"/>
                  <a:shade val="100000"/>
                  <a:satMod val="115000"/>
                </a:schemeClr>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26" name="Shadow">
            <a:extLst>
              <a:ext uri="{FF2B5EF4-FFF2-40B4-BE49-F238E27FC236}">
                <a16:creationId xmlns:a16="http://schemas.microsoft.com/office/drawing/2014/main" id="{FF0BDEC9-1DFE-4DFB-B7A3-D2CAC1FA008A}"/>
              </a:ext>
            </a:extLst>
          </p:cNvPr>
          <p:cNvGrpSpPr/>
          <p:nvPr/>
        </p:nvGrpSpPr>
        <p:grpSpPr>
          <a:xfrm>
            <a:off x="2533530" y="0"/>
            <a:ext cx="311393" cy="6857999"/>
            <a:chOff x="1390652" y="2150666"/>
            <a:chExt cx="269875" cy="1705769"/>
          </a:xfrm>
        </p:grpSpPr>
        <p:sp>
          <p:nvSpPr>
            <p:cNvPr id="27" name="Freeform 14">
              <a:extLst>
                <a:ext uri="{FF2B5EF4-FFF2-40B4-BE49-F238E27FC236}">
                  <a16:creationId xmlns:a16="http://schemas.microsoft.com/office/drawing/2014/main" id="{CCBC4864-BCD9-481D-A216-52937EB95CCD}"/>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28" name="Rectangle 27">
              <a:extLst>
                <a:ext uri="{FF2B5EF4-FFF2-40B4-BE49-F238E27FC236}">
                  <a16:creationId xmlns:a16="http://schemas.microsoft.com/office/drawing/2014/main" id="{CBB494EE-A499-487A-AB20-15A618AAB20E}"/>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31" name="Right Triangle 34">
            <a:extLst>
              <a:ext uri="{FF2B5EF4-FFF2-40B4-BE49-F238E27FC236}">
                <a16:creationId xmlns:a16="http://schemas.microsoft.com/office/drawing/2014/main" id="{BFD827FB-C7F8-47A1-A41A-3F4333A02929}"/>
              </a:ext>
            </a:extLst>
          </p:cNvPr>
          <p:cNvSpPr/>
          <p:nvPr/>
        </p:nvSpPr>
        <p:spPr>
          <a:xfrm flipV="1">
            <a:off x="1755776" y="2276471"/>
            <a:ext cx="1473200" cy="436566"/>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 name="connsiteX0" fmla="*/ 1 w 3051941"/>
              <a:gd name="connsiteY0" fmla="*/ 214807 h 214807"/>
              <a:gd name="connsiteX1" fmla="*/ 2544 w 3051941"/>
              <a:gd name="connsiteY1" fmla="*/ 0 h 214807"/>
              <a:gd name="connsiteX2" fmla="*/ 3051941 w 3051941"/>
              <a:gd name="connsiteY2" fmla="*/ 145789 h 214807"/>
              <a:gd name="connsiteX3" fmla="*/ 1 w 3051941"/>
              <a:gd name="connsiteY3" fmla="*/ 214807 h 214807"/>
            </a:gdLst>
            <a:ahLst/>
            <a:cxnLst>
              <a:cxn ang="0">
                <a:pos x="connsiteX0" y="connsiteY0"/>
              </a:cxn>
              <a:cxn ang="0">
                <a:pos x="connsiteX1" y="connsiteY1"/>
              </a:cxn>
              <a:cxn ang="0">
                <a:pos x="connsiteX2" y="connsiteY2"/>
              </a:cxn>
              <a:cxn ang="0">
                <a:pos x="connsiteX3" y="connsiteY3"/>
              </a:cxn>
            </a:cxnLst>
            <a:rect l="l" t="t" r="r" b="b"/>
            <a:pathLst>
              <a:path w="3051941" h="214807">
                <a:moveTo>
                  <a:pt x="1" y="214807"/>
                </a:moveTo>
                <a:cubicBezTo>
                  <a:pt x="849" y="143205"/>
                  <a:pt x="1696" y="71602"/>
                  <a:pt x="2544" y="0"/>
                </a:cubicBezTo>
                <a:lnTo>
                  <a:pt x="3051941" y="145789"/>
                </a:lnTo>
                <a:lnTo>
                  <a:pt x="1" y="214807"/>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8" name="Group 7">
            <a:extLst>
              <a:ext uri="{FF2B5EF4-FFF2-40B4-BE49-F238E27FC236}">
                <a16:creationId xmlns:a16="http://schemas.microsoft.com/office/drawing/2014/main" id="{E9446968-60F9-4E72-9689-C8018398F6AE}"/>
              </a:ext>
            </a:extLst>
          </p:cNvPr>
          <p:cNvGrpSpPr/>
          <p:nvPr/>
        </p:nvGrpSpPr>
        <p:grpSpPr>
          <a:xfrm>
            <a:off x="1755776" y="1528763"/>
            <a:ext cx="1350962" cy="1047750"/>
            <a:chOff x="1755776" y="1528763"/>
            <a:chExt cx="1350962" cy="1047750"/>
          </a:xfrm>
        </p:grpSpPr>
        <p:sp>
          <p:nvSpPr>
            <p:cNvPr id="16" name="Freeform 15">
              <a:extLst>
                <a:ext uri="{FF2B5EF4-FFF2-40B4-BE49-F238E27FC236}">
                  <a16:creationId xmlns:a16="http://schemas.microsoft.com/office/drawing/2014/main" id="{882E285D-9F69-45EC-AB2B-CC102D15B4D9}"/>
                </a:ext>
              </a:extLst>
            </p:cNvPr>
            <p:cNvSpPr>
              <a:spLocks/>
            </p:cNvSpPr>
            <p:nvPr/>
          </p:nvSpPr>
          <p:spPr bwMode="auto">
            <a:xfrm>
              <a:off x="1755776" y="1541463"/>
              <a:ext cx="1341438" cy="1035050"/>
            </a:xfrm>
            <a:custGeom>
              <a:avLst/>
              <a:gdLst>
                <a:gd name="T0" fmla="*/ 322 w 327"/>
                <a:gd name="T1" fmla="*/ 250 h 251"/>
                <a:gd name="T2" fmla="*/ 323 w 327"/>
                <a:gd name="T3" fmla="*/ 248 h 251"/>
                <a:gd name="T4" fmla="*/ 327 w 327"/>
                <a:gd name="T5" fmla="*/ 222 h 251"/>
                <a:gd name="T6" fmla="*/ 327 w 327"/>
                <a:gd name="T7" fmla="*/ 37 h 251"/>
                <a:gd name="T8" fmla="*/ 327 w 327"/>
                <a:gd name="T9" fmla="*/ 26 h 251"/>
                <a:gd name="T10" fmla="*/ 290 w 327"/>
                <a:gd name="T11" fmla="*/ 6 h 251"/>
                <a:gd name="T12" fmla="*/ 23 w 327"/>
                <a:gd name="T13" fmla="*/ 6 h 251"/>
                <a:gd name="T14" fmla="*/ 0 w 327"/>
                <a:gd name="T15" fmla="*/ 29 h 251"/>
                <a:gd name="T16" fmla="*/ 0 w 327"/>
                <a:gd name="T17" fmla="*/ 199 h 251"/>
                <a:gd name="T18" fmla="*/ 23 w 327"/>
                <a:gd name="T19" fmla="*/ 221 h 251"/>
                <a:gd name="T20" fmla="*/ 263 w 327"/>
                <a:gd name="T21" fmla="*/ 220 h 251"/>
                <a:gd name="T22" fmla="*/ 290 w 327"/>
                <a:gd name="T23" fmla="*/ 222 h 251"/>
                <a:gd name="T24" fmla="*/ 322 w 327"/>
                <a:gd name="T25" fmla="*/ 251 h 251"/>
                <a:gd name="T26" fmla="*/ 322 w 327"/>
                <a:gd name="T27" fmla="*/ 25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1">
                  <a:moveTo>
                    <a:pt x="322" y="250"/>
                  </a:moveTo>
                  <a:cubicBezTo>
                    <a:pt x="322" y="249"/>
                    <a:pt x="323" y="249"/>
                    <a:pt x="323" y="248"/>
                  </a:cubicBezTo>
                  <a:cubicBezTo>
                    <a:pt x="325" y="240"/>
                    <a:pt x="327" y="232"/>
                    <a:pt x="327" y="222"/>
                  </a:cubicBezTo>
                  <a:cubicBezTo>
                    <a:pt x="327" y="37"/>
                    <a:pt x="327" y="37"/>
                    <a:pt x="327" y="37"/>
                  </a:cubicBezTo>
                  <a:cubicBezTo>
                    <a:pt x="327" y="26"/>
                    <a:pt x="327" y="26"/>
                    <a:pt x="327" y="26"/>
                  </a:cubicBezTo>
                  <a:cubicBezTo>
                    <a:pt x="322" y="13"/>
                    <a:pt x="299" y="7"/>
                    <a:pt x="290" y="6"/>
                  </a:cubicBezTo>
                  <a:cubicBezTo>
                    <a:pt x="233" y="0"/>
                    <a:pt x="81" y="4"/>
                    <a:pt x="23" y="6"/>
                  </a:cubicBezTo>
                  <a:cubicBezTo>
                    <a:pt x="10" y="6"/>
                    <a:pt x="0" y="17"/>
                    <a:pt x="0" y="29"/>
                  </a:cubicBezTo>
                  <a:cubicBezTo>
                    <a:pt x="0" y="199"/>
                    <a:pt x="0" y="199"/>
                    <a:pt x="0" y="199"/>
                  </a:cubicBezTo>
                  <a:cubicBezTo>
                    <a:pt x="0" y="212"/>
                    <a:pt x="10" y="222"/>
                    <a:pt x="23" y="221"/>
                  </a:cubicBezTo>
                  <a:cubicBezTo>
                    <a:pt x="74" y="220"/>
                    <a:pt x="194" y="217"/>
                    <a:pt x="263" y="220"/>
                  </a:cubicBezTo>
                  <a:cubicBezTo>
                    <a:pt x="273" y="221"/>
                    <a:pt x="283" y="221"/>
                    <a:pt x="290" y="222"/>
                  </a:cubicBezTo>
                  <a:cubicBezTo>
                    <a:pt x="301" y="223"/>
                    <a:pt x="327" y="230"/>
                    <a:pt x="322" y="251"/>
                  </a:cubicBezTo>
                  <a:lnTo>
                    <a:pt x="322" y="250"/>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4FD5F219-2ED9-4628-BC6A-46DE9E647B75}"/>
                </a:ext>
              </a:extLst>
            </p:cNvPr>
            <p:cNvSpPr>
              <a:spLocks/>
            </p:cNvSpPr>
            <p:nvPr/>
          </p:nvSpPr>
          <p:spPr bwMode="auto">
            <a:xfrm>
              <a:off x="1760538" y="1528763"/>
              <a:ext cx="1346200" cy="1039812"/>
            </a:xfrm>
            <a:custGeom>
              <a:avLst/>
              <a:gdLst>
                <a:gd name="T0" fmla="*/ 327 w 328"/>
                <a:gd name="T1" fmla="*/ 37 h 252"/>
                <a:gd name="T2" fmla="*/ 327 w 328"/>
                <a:gd name="T3" fmla="*/ 26 h 252"/>
                <a:gd name="T4" fmla="*/ 290 w 328"/>
                <a:gd name="T5" fmla="*/ 7 h 252"/>
                <a:gd name="T6" fmla="*/ 23 w 328"/>
                <a:gd name="T7" fmla="*/ 6 h 252"/>
                <a:gd name="T8" fmla="*/ 0 w 328"/>
                <a:gd name="T9" fmla="*/ 30 h 252"/>
                <a:gd name="T10" fmla="*/ 0 w 328"/>
                <a:gd name="T11" fmla="*/ 199 h 252"/>
                <a:gd name="T12" fmla="*/ 23 w 328"/>
                <a:gd name="T13" fmla="*/ 222 h 252"/>
                <a:gd name="T14" fmla="*/ 290 w 328"/>
                <a:gd name="T15" fmla="*/ 222 h 252"/>
                <a:gd name="T16" fmla="*/ 322 w 328"/>
                <a:gd name="T17" fmla="*/ 252 h 252"/>
                <a:gd name="T18" fmla="*/ 327 w 328"/>
                <a:gd name="T19" fmla="*/ 222 h 252"/>
                <a:gd name="T20" fmla="*/ 327 w 328"/>
                <a:gd name="T21" fmla="*/ 3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252">
                  <a:moveTo>
                    <a:pt x="327" y="37"/>
                  </a:moveTo>
                  <a:cubicBezTo>
                    <a:pt x="327" y="26"/>
                    <a:pt x="327" y="26"/>
                    <a:pt x="327" y="26"/>
                  </a:cubicBezTo>
                  <a:cubicBezTo>
                    <a:pt x="322" y="13"/>
                    <a:pt x="299" y="8"/>
                    <a:pt x="290" y="7"/>
                  </a:cubicBezTo>
                  <a:cubicBezTo>
                    <a:pt x="233" y="0"/>
                    <a:pt x="81" y="4"/>
                    <a:pt x="23" y="6"/>
                  </a:cubicBezTo>
                  <a:cubicBezTo>
                    <a:pt x="10" y="6"/>
                    <a:pt x="0" y="17"/>
                    <a:pt x="0" y="30"/>
                  </a:cubicBezTo>
                  <a:cubicBezTo>
                    <a:pt x="0" y="199"/>
                    <a:pt x="0" y="199"/>
                    <a:pt x="0" y="199"/>
                  </a:cubicBezTo>
                  <a:cubicBezTo>
                    <a:pt x="0" y="212"/>
                    <a:pt x="10" y="222"/>
                    <a:pt x="23" y="222"/>
                  </a:cubicBezTo>
                  <a:cubicBezTo>
                    <a:pt x="81" y="220"/>
                    <a:pt x="233" y="216"/>
                    <a:pt x="290" y="222"/>
                  </a:cubicBezTo>
                  <a:cubicBezTo>
                    <a:pt x="301" y="223"/>
                    <a:pt x="328" y="230"/>
                    <a:pt x="322" y="252"/>
                  </a:cubicBezTo>
                  <a:cubicBezTo>
                    <a:pt x="325" y="243"/>
                    <a:pt x="327" y="234"/>
                    <a:pt x="327" y="222"/>
                  </a:cubicBezTo>
                  <a:lnTo>
                    <a:pt x="327" y="37"/>
                  </a:lnTo>
                  <a:close/>
                </a:path>
              </a:pathLst>
            </a:custGeom>
            <a:gradFill>
              <a:gsLst>
                <a:gs pos="40000">
                  <a:schemeClr val="accent6"/>
                </a:gs>
                <a:gs pos="12000">
                  <a:schemeClr val="accent6">
                    <a:lumMod val="75000"/>
                  </a:schemeClr>
                </a:gs>
                <a:gs pos="0">
                  <a:schemeClr val="accent6">
                    <a:lumMod val="20000"/>
                    <a:lumOff val="80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38" name="Freeform 8">
            <a:extLst>
              <a:ext uri="{FF2B5EF4-FFF2-40B4-BE49-F238E27FC236}">
                <a16:creationId xmlns:a16="http://schemas.microsoft.com/office/drawing/2014/main" id="{BC947DF2-2046-4115-BD73-14F50FEB112D}"/>
              </a:ext>
            </a:extLst>
          </p:cNvPr>
          <p:cNvSpPr>
            <a:spLocks/>
          </p:cNvSpPr>
          <p:nvPr/>
        </p:nvSpPr>
        <p:spPr bwMode="auto">
          <a:xfrm>
            <a:off x="4654551" y="2435225"/>
            <a:ext cx="271463" cy="280987"/>
          </a:xfrm>
          <a:custGeom>
            <a:avLst/>
            <a:gdLst>
              <a:gd name="T0" fmla="*/ 60 w 66"/>
              <a:gd name="T1" fmla="*/ 32 h 68"/>
              <a:gd name="T2" fmla="*/ 28 w 66"/>
              <a:gd name="T3" fmla="*/ 2 h 68"/>
              <a:gd name="T4" fmla="*/ 0 w 66"/>
              <a:gd name="T5" fmla="*/ 0 h 68"/>
              <a:gd name="T6" fmla="*/ 0 w 66"/>
              <a:gd name="T7" fmla="*/ 63 h 68"/>
              <a:gd name="T8" fmla="*/ 60 w 66"/>
              <a:gd name="T9" fmla="*/ 32 h 68"/>
            </a:gdLst>
            <a:ahLst/>
            <a:cxnLst>
              <a:cxn ang="0">
                <a:pos x="T0" y="T1"/>
              </a:cxn>
              <a:cxn ang="0">
                <a:pos x="T2" y="T3"/>
              </a:cxn>
              <a:cxn ang="0">
                <a:pos x="T4" y="T5"/>
              </a:cxn>
              <a:cxn ang="0">
                <a:pos x="T6" y="T7"/>
              </a:cxn>
              <a:cxn ang="0">
                <a:pos x="T8" y="T9"/>
              </a:cxn>
            </a:cxnLst>
            <a:rect l="0" t="0" r="r" b="b"/>
            <a:pathLst>
              <a:path w="66" h="68">
                <a:moveTo>
                  <a:pt x="60" y="32"/>
                </a:moveTo>
                <a:cubicBezTo>
                  <a:pt x="66" y="10"/>
                  <a:pt x="39" y="3"/>
                  <a:pt x="28" y="2"/>
                </a:cubicBezTo>
                <a:cubicBezTo>
                  <a:pt x="20" y="1"/>
                  <a:pt x="11" y="1"/>
                  <a:pt x="0" y="0"/>
                </a:cubicBezTo>
                <a:cubicBezTo>
                  <a:pt x="0" y="63"/>
                  <a:pt x="0" y="63"/>
                  <a:pt x="0" y="63"/>
                </a:cubicBezTo>
                <a:cubicBezTo>
                  <a:pt x="0" y="63"/>
                  <a:pt x="44" y="68"/>
                  <a:pt x="60" y="32"/>
                </a:cubicBezTo>
                <a:close/>
              </a:path>
            </a:pathLst>
          </a:custGeom>
          <a:gradFill flip="none" rotWithShape="1">
            <a:gsLst>
              <a:gs pos="0">
                <a:schemeClr val="accent1">
                  <a:lumMod val="50000"/>
                </a:schemeClr>
              </a:gs>
              <a:gs pos="50000">
                <a:schemeClr val="accent1">
                  <a:lumMod val="75000"/>
                </a:schemeClr>
              </a:gs>
              <a:gs pos="100000">
                <a:schemeClr val="accent1"/>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39" name="Shadow">
            <a:extLst>
              <a:ext uri="{FF2B5EF4-FFF2-40B4-BE49-F238E27FC236}">
                <a16:creationId xmlns:a16="http://schemas.microsoft.com/office/drawing/2014/main" id="{6111B87E-E6A9-4557-B71B-27F6B576EB21}"/>
              </a:ext>
            </a:extLst>
          </p:cNvPr>
          <p:cNvGrpSpPr/>
          <p:nvPr/>
        </p:nvGrpSpPr>
        <p:grpSpPr>
          <a:xfrm>
            <a:off x="4352805" y="0"/>
            <a:ext cx="311393" cy="6857999"/>
            <a:chOff x="1390652" y="2150666"/>
            <a:chExt cx="269875" cy="1705769"/>
          </a:xfrm>
        </p:grpSpPr>
        <p:sp>
          <p:nvSpPr>
            <p:cNvPr id="40" name="Freeform 14">
              <a:extLst>
                <a:ext uri="{FF2B5EF4-FFF2-40B4-BE49-F238E27FC236}">
                  <a16:creationId xmlns:a16="http://schemas.microsoft.com/office/drawing/2014/main" id="{F7E7747F-877B-47E3-B2FC-8E5272F4ED58}"/>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1" name="Rectangle 40">
              <a:extLst>
                <a:ext uri="{FF2B5EF4-FFF2-40B4-BE49-F238E27FC236}">
                  <a16:creationId xmlns:a16="http://schemas.microsoft.com/office/drawing/2014/main" id="{8A2558FF-BF86-455A-9F44-70C00C202069}"/>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42" name="Right Triangle 34">
            <a:extLst>
              <a:ext uri="{FF2B5EF4-FFF2-40B4-BE49-F238E27FC236}">
                <a16:creationId xmlns:a16="http://schemas.microsoft.com/office/drawing/2014/main" id="{AD6E3A12-D530-4BA4-8D58-74CBF974DA70}"/>
              </a:ext>
            </a:extLst>
          </p:cNvPr>
          <p:cNvSpPr/>
          <p:nvPr/>
        </p:nvSpPr>
        <p:spPr>
          <a:xfrm flipV="1">
            <a:off x="3575051" y="2276471"/>
            <a:ext cx="1473200" cy="436566"/>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 name="connsiteX0" fmla="*/ 1 w 3051941"/>
              <a:gd name="connsiteY0" fmla="*/ 214807 h 214807"/>
              <a:gd name="connsiteX1" fmla="*/ 2544 w 3051941"/>
              <a:gd name="connsiteY1" fmla="*/ 0 h 214807"/>
              <a:gd name="connsiteX2" fmla="*/ 3051941 w 3051941"/>
              <a:gd name="connsiteY2" fmla="*/ 145789 h 214807"/>
              <a:gd name="connsiteX3" fmla="*/ 1 w 3051941"/>
              <a:gd name="connsiteY3" fmla="*/ 214807 h 214807"/>
            </a:gdLst>
            <a:ahLst/>
            <a:cxnLst>
              <a:cxn ang="0">
                <a:pos x="connsiteX0" y="connsiteY0"/>
              </a:cxn>
              <a:cxn ang="0">
                <a:pos x="connsiteX1" y="connsiteY1"/>
              </a:cxn>
              <a:cxn ang="0">
                <a:pos x="connsiteX2" y="connsiteY2"/>
              </a:cxn>
              <a:cxn ang="0">
                <a:pos x="connsiteX3" y="connsiteY3"/>
              </a:cxn>
            </a:cxnLst>
            <a:rect l="l" t="t" r="r" b="b"/>
            <a:pathLst>
              <a:path w="3051941" h="214807">
                <a:moveTo>
                  <a:pt x="1" y="214807"/>
                </a:moveTo>
                <a:cubicBezTo>
                  <a:pt x="849" y="143205"/>
                  <a:pt x="1696" y="71602"/>
                  <a:pt x="2544" y="0"/>
                </a:cubicBezTo>
                <a:lnTo>
                  <a:pt x="3051941" y="145789"/>
                </a:lnTo>
                <a:lnTo>
                  <a:pt x="1" y="214807"/>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10" name="Group 9">
            <a:extLst>
              <a:ext uri="{FF2B5EF4-FFF2-40B4-BE49-F238E27FC236}">
                <a16:creationId xmlns:a16="http://schemas.microsoft.com/office/drawing/2014/main" id="{2E662CAF-D0CE-487C-A217-E56DDDC34740}"/>
              </a:ext>
            </a:extLst>
          </p:cNvPr>
          <p:cNvGrpSpPr/>
          <p:nvPr/>
        </p:nvGrpSpPr>
        <p:grpSpPr>
          <a:xfrm>
            <a:off x="3575051" y="1528763"/>
            <a:ext cx="1350962" cy="1047750"/>
            <a:chOff x="3575051" y="1528763"/>
            <a:chExt cx="1350962" cy="1047750"/>
          </a:xfrm>
        </p:grpSpPr>
        <p:sp>
          <p:nvSpPr>
            <p:cNvPr id="43" name="Freeform 15">
              <a:extLst>
                <a:ext uri="{FF2B5EF4-FFF2-40B4-BE49-F238E27FC236}">
                  <a16:creationId xmlns:a16="http://schemas.microsoft.com/office/drawing/2014/main" id="{7C7917C2-9367-4527-A012-A54882FACE62}"/>
                </a:ext>
              </a:extLst>
            </p:cNvPr>
            <p:cNvSpPr>
              <a:spLocks/>
            </p:cNvSpPr>
            <p:nvPr/>
          </p:nvSpPr>
          <p:spPr bwMode="auto">
            <a:xfrm>
              <a:off x="3575051" y="1541463"/>
              <a:ext cx="1341438" cy="1035050"/>
            </a:xfrm>
            <a:custGeom>
              <a:avLst/>
              <a:gdLst>
                <a:gd name="T0" fmla="*/ 322 w 327"/>
                <a:gd name="T1" fmla="*/ 250 h 251"/>
                <a:gd name="T2" fmla="*/ 323 w 327"/>
                <a:gd name="T3" fmla="*/ 248 h 251"/>
                <a:gd name="T4" fmla="*/ 327 w 327"/>
                <a:gd name="T5" fmla="*/ 222 h 251"/>
                <a:gd name="T6" fmla="*/ 327 w 327"/>
                <a:gd name="T7" fmla="*/ 37 h 251"/>
                <a:gd name="T8" fmla="*/ 327 w 327"/>
                <a:gd name="T9" fmla="*/ 26 h 251"/>
                <a:gd name="T10" fmla="*/ 290 w 327"/>
                <a:gd name="T11" fmla="*/ 6 h 251"/>
                <a:gd name="T12" fmla="*/ 23 w 327"/>
                <a:gd name="T13" fmla="*/ 6 h 251"/>
                <a:gd name="T14" fmla="*/ 0 w 327"/>
                <a:gd name="T15" fmla="*/ 29 h 251"/>
                <a:gd name="T16" fmla="*/ 0 w 327"/>
                <a:gd name="T17" fmla="*/ 199 h 251"/>
                <a:gd name="T18" fmla="*/ 23 w 327"/>
                <a:gd name="T19" fmla="*/ 221 h 251"/>
                <a:gd name="T20" fmla="*/ 263 w 327"/>
                <a:gd name="T21" fmla="*/ 220 h 251"/>
                <a:gd name="T22" fmla="*/ 290 w 327"/>
                <a:gd name="T23" fmla="*/ 222 h 251"/>
                <a:gd name="T24" fmla="*/ 322 w 327"/>
                <a:gd name="T25" fmla="*/ 251 h 251"/>
                <a:gd name="T26" fmla="*/ 322 w 327"/>
                <a:gd name="T27" fmla="*/ 25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1">
                  <a:moveTo>
                    <a:pt x="322" y="250"/>
                  </a:moveTo>
                  <a:cubicBezTo>
                    <a:pt x="322" y="249"/>
                    <a:pt x="323" y="249"/>
                    <a:pt x="323" y="248"/>
                  </a:cubicBezTo>
                  <a:cubicBezTo>
                    <a:pt x="325" y="240"/>
                    <a:pt x="327" y="232"/>
                    <a:pt x="327" y="222"/>
                  </a:cubicBezTo>
                  <a:cubicBezTo>
                    <a:pt x="327" y="37"/>
                    <a:pt x="327" y="37"/>
                    <a:pt x="327" y="37"/>
                  </a:cubicBezTo>
                  <a:cubicBezTo>
                    <a:pt x="327" y="26"/>
                    <a:pt x="327" y="26"/>
                    <a:pt x="327" y="26"/>
                  </a:cubicBezTo>
                  <a:cubicBezTo>
                    <a:pt x="322" y="13"/>
                    <a:pt x="299" y="7"/>
                    <a:pt x="290" y="6"/>
                  </a:cubicBezTo>
                  <a:cubicBezTo>
                    <a:pt x="233" y="0"/>
                    <a:pt x="81" y="4"/>
                    <a:pt x="23" y="6"/>
                  </a:cubicBezTo>
                  <a:cubicBezTo>
                    <a:pt x="10" y="6"/>
                    <a:pt x="0" y="17"/>
                    <a:pt x="0" y="29"/>
                  </a:cubicBezTo>
                  <a:cubicBezTo>
                    <a:pt x="0" y="199"/>
                    <a:pt x="0" y="199"/>
                    <a:pt x="0" y="199"/>
                  </a:cubicBezTo>
                  <a:cubicBezTo>
                    <a:pt x="0" y="212"/>
                    <a:pt x="10" y="222"/>
                    <a:pt x="23" y="221"/>
                  </a:cubicBezTo>
                  <a:cubicBezTo>
                    <a:pt x="74" y="220"/>
                    <a:pt x="194" y="217"/>
                    <a:pt x="263" y="220"/>
                  </a:cubicBezTo>
                  <a:cubicBezTo>
                    <a:pt x="273" y="221"/>
                    <a:pt x="283" y="221"/>
                    <a:pt x="290" y="222"/>
                  </a:cubicBezTo>
                  <a:cubicBezTo>
                    <a:pt x="301" y="223"/>
                    <a:pt x="327" y="230"/>
                    <a:pt x="322" y="251"/>
                  </a:cubicBezTo>
                  <a:lnTo>
                    <a:pt x="322" y="25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44" name="Freeform 16">
              <a:extLst>
                <a:ext uri="{FF2B5EF4-FFF2-40B4-BE49-F238E27FC236}">
                  <a16:creationId xmlns:a16="http://schemas.microsoft.com/office/drawing/2014/main" id="{1BE1852F-F6F1-4F72-AAA4-84C314841C4B}"/>
                </a:ext>
              </a:extLst>
            </p:cNvPr>
            <p:cNvSpPr>
              <a:spLocks/>
            </p:cNvSpPr>
            <p:nvPr/>
          </p:nvSpPr>
          <p:spPr bwMode="auto">
            <a:xfrm>
              <a:off x="3579813" y="1528763"/>
              <a:ext cx="1346200" cy="1039812"/>
            </a:xfrm>
            <a:custGeom>
              <a:avLst/>
              <a:gdLst>
                <a:gd name="T0" fmla="*/ 327 w 328"/>
                <a:gd name="T1" fmla="*/ 37 h 252"/>
                <a:gd name="T2" fmla="*/ 327 w 328"/>
                <a:gd name="T3" fmla="*/ 26 h 252"/>
                <a:gd name="T4" fmla="*/ 290 w 328"/>
                <a:gd name="T5" fmla="*/ 7 h 252"/>
                <a:gd name="T6" fmla="*/ 23 w 328"/>
                <a:gd name="T7" fmla="*/ 6 h 252"/>
                <a:gd name="T8" fmla="*/ 0 w 328"/>
                <a:gd name="T9" fmla="*/ 30 h 252"/>
                <a:gd name="T10" fmla="*/ 0 w 328"/>
                <a:gd name="T11" fmla="*/ 199 h 252"/>
                <a:gd name="T12" fmla="*/ 23 w 328"/>
                <a:gd name="T13" fmla="*/ 222 h 252"/>
                <a:gd name="T14" fmla="*/ 290 w 328"/>
                <a:gd name="T15" fmla="*/ 222 h 252"/>
                <a:gd name="T16" fmla="*/ 322 w 328"/>
                <a:gd name="T17" fmla="*/ 252 h 252"/>
                <a:gd name="T18" fmla="*/ 327 w 328"/>
                <a:gd name="T19" fmla="*/ 222 h 252"/>
                <a:gd name="T20" fmla="*/ 327 w 328"/>
                <a:gd name="T21" fmla="*/ 3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252">
                  <a:moveTo>
                    <a:pt x="327" y="37"/>
                  </a:moveTo>
                  <a:cubicBezTo>
                    <a:pt x="327" y="26"/>
                    <a:pt x="327" y="26"/>
                    <a:pt x="327" y="26"/>
                  </a:cubicBezTo>
                  <a:cubicBezTo>
                    <a:pt x="322" y="13"/>
                    <a:pt x="299" y="8"/>
                    <a:pt x="290" y="7"/>
                  </a:cubicBezTo>
                  <a:cubicBezTo>
                    <a:pt x="233" y="0"/>
                    <a:pt x="81" y="4"/>
                    <a:pt x="23" y="6"/>
                  </a:cubicBezTo>
                  <a:cubicBezTo>
                    <a:pt x="10" y="6"/>
                    <a:pt x="0" y="17"/>
                    <a:pt x="0" y="30"/>
                  </a:cubicBezTo>
                  <a:cubicBezTo>
                    <a:pt x="0" y="199"/>
                    <a:pt x="0" y="199"/>
                    <a:pt x="0" y="199"/>
                  </a:cubicBezTo>
                  <a:cubicBezTo>
                    <a:pt x="0" y="212"/>
                    <a:pt x="10" y="222"/>
                    <a:pt x="23" y="222"/>
                  </a:cubicBezTo>
                  <a:cubicBezTo>
                    <a:pt x="81" y="220"/>
                    <a:pt x="233" y="216"/>
                    <a:pt x="290" y="222"/>
                  </a:cubicBezTo>
                  <a:cubicBezTo>
                    <a:pt x="301" y="223"/>
                    <a:pt x="328" y="230"/>
                    <a:pt x="322" y="252"/>
                  </a:cubicBezTo>
                  <a:cubicBezTo>
                    <a:pt x="325" y="243"/>
                    <a:pt x="327" y="234"/>
                    <a:pt x="327" y="222"/>
                  </a:cubicBezTo>
                  <a:lnTo>
                    <a:pt x="327" y="37"/>
                  </a:lnTo>
                  <a:close/>
                </a:path>
              </a:pathLst>
            </a:custGeom>
            <a:gradFill>
              <a:gsLst>
                <a:gs pos="40000">
                  <a:schemeClr val="accent1"/>
                </a:gs>
                <a:gs pos="12000">
                  <a:schemeClr val="accent1">
                    <a:lumMod val="75000"/>
                  </a:schemeClr>
                </a:gs>
                <a:gs pos="0">
                  <a:schemeClr val="accent1">
                    <a:lumMod val="40000"/>
                    <a:lumOff val="60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72" name="Freeform 8">
            <a:extLst>
              <a:ext uri="{FF2B5EF4-FFF2-40B4-BE49-F238E27FC236}">
                <a16:creationId xmlns:a16="http://schemas.microsoft.com/office/drawing/2014/main" id="{30EFD14F-07EF-4C73-9F33-A1D7254D7C91}"/>
              </a:ext>
            </a:extLst>
          </p:cNvPr>
          <p:cNvSpPr>
            <a:spLocks/>
          </p:cNvSpPr>
          <p:nvPr/>
        </p:nvSpPr>
        <p:spPr bwMode="auto">
          <a:xfrm>
            <a:off x="6470194" y="2435225"/>
            <a:ext cx="271463" cy="280987"/>
          </a:xfrm>
          <a:custGeom>
            <a:avLst/>
            <a:gdLst>
              <a:gd name="T0" fmla="*/ 60 w 66"/>
              <a:gd name="T1" fmla="*/ 32 h 68"/>
              <a:gd name="T2" fmla="*/ 28 w 66"/>
              <a:gd name="T3" fmla="*/ 2 h 68"/>
              <a:gd name="T4" fmla="*/ 0 w 66"/>
              <a:gd name="T5" fmla="*/ 0 h 68"/>
              <a:gd name="T6" fmla="*/ 0 w 66"/>
              <a:gd name="T7" fmla="*/ 63 h 68"/>
              <a:gd name="T8" fmla="*/ 60 w 66"/>
              <a:gd name="T9" fmla="*/ 32 h 68"/>
            </a:gdLst>
            <a:ahLst/>
            <a:cxnLst>
              <a:cxn ang="0">
                <a:pos x="T0" y="T1"/>
              </a:cxn>
              <a:cxn ang="0">
                <a:pos x="T2" y="T3"/>
              </a:cxn>
              <a:cxn ang="0">
                <a:pos x="T4" y="T5"/>
              </a:cxn>
              <a:cxn ang="0">
                <a:pos x="T6" y="T7"/>
              </a:cxn>
              <a:cxn ang="0">
                <a:pos x="T8" y="T9"/>
              </a:cxn>
            </a:cxnLst>
            <a:rect l="0" t="0" r="r" b="b"/>
            <a:pathLst>
              <a:path w="66" h="68">
                <a:moveTo>
                  <a:pt x="60" y="32"/>
                </a:moveTo>
                <a:cubicBezTo>
                  <a:pt x="66" y="10"/>
                  <a:pt x="39" y="3"/>
                  <a:pt x="28" y="2"/>
                </a:cubicBezTo>
                <a:cubicBezTo>
                  <a:pt x="20" y="1"/>
                  <a:pt x="11" y="1"/>
                  <a:pt x="0" y="0"/>
                </a:cubicBezTo>
                <a:cubicBezTo>
                  <a:pt x="0" y="63"/>
                  <a:pt x="0" y="63"/>
                  <a:pt x="0" y="63"/>
                </a:cubicBezTo>
                <a:cubicBezTo>
                  <a:pt x="0" y="63"/>
                  <a:pt x="44" y="68"/>
                  <a:pt x="60" y="32"/>
                </a:cubicBezTo>
                <a:close/>
              </a:path>
            </a:pathLst>
          </a:custGeom>
          <a:gradFill flip="none" rotWithShape="1">
            <a:gsLst>
              <a:gs pos="0">
                <a:schemeClr val="accent3">
                  <a:lumMod val="50000"/>
                </a:schemeClr>
              </a:gs>
              <a:gs pos="50000">
                <a:schemeClr val="accent3">
                  <a:lumMod val="75000"/>
                </a:schemeClr>
              </a:gs>
              <a:gs pos="100000">
                <a:schemeClr val="accent3"/>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73" name="Shadow">
            <a:extLst>
              <a:ext uri="{FF2B5EF4-FFF2-40B4-BE49-F238E27FC236}">
                <a16:creationId xmlns:a16="http://schemas.microsoft.com/office/drawing/2014/main" id="{6BCF6DA9-CBA6-4FF8-A0E6-4EB41DBCB191}"/>
              </a:ext>
            </a:extLst>
          </p:cNvPr>
          <p:cNvGrpSpPr/>
          <p:nvPr/>
        </p:nvGrpSpPr>
        <p:grpSpPr>
          <a:xfrm>
            <a:off x="6168448" y="0"/>
            <a:ext cx="311393" cy="6857999"/>
            <a:chOff x="1390652" y="2150666"/>
            <a:chExt cx="269875" cy="1705769"/>
          </a:xfrm>
        </p:grpSpPr>
        <p:sp>
          <p:nvSpPr>
            <p:cNvPr id="78" name="Freeform 14">
              <a:extLst>
                <a:ext uri="{FF2B5EF4-FFF2-40B4-BE49-F238E27FC236}">
                  <a16:creationId xmlns:a16="http://schemas.microsoft.com/office/drawing/2014/main" id="{461EB975-112C-44B9-962E-921FD286381B}"/>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9" name="Rectangle 78">
              <a:extLst>
                <a:ext uri="{FF2B5EF4-FFF2-40B4-BE49-F238E27FC236}">
                  <a16:creationId xmlns:a16="http://schemas.microsoft.com/office/drawing/2014/main" id="{E92BB7CF-DD8A-4E24-A556-A997C7B2DE00}"/>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74" name="Right Triangle 34">
            <a:extLst>
              <a:ext uri="{FF2B5EF4-FFF2-40B4-BE49-F238E27FC236}">
                <a16:creationId xmlns:a16="http://schemas.microsoft.com/office/drawing/2014/main" id="{FD976679-6591-4C87-82A6-D5247163AB1C}"/>
              </a:ext>
            </a:extLst>
          </p:cNvPr>
          <p:cNvSpPr/>
          <p:nvPr/>
        </p:nvSpPr>
        <p:spPr>
          <a:xfrm flipV="1">
            <a:off x="5390694" y="2276471"/>
            <a:ext cx="1473200" cy="436566"/>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 name="connsiteX0" fmla="*/ 1 w 3051941"/>
              <a:gd name="connsiteY0" fmla="*/ 214807 h 214807"/>
              <a:gd name="connsiteX1" fmla="*/ 2544 w 3051941"/>
              <a:gd name="connsiteY1" fmla="*/ 0 h 214807"/>
              <a:gd name="connsiteX2" fmla="*/ 3051941 w 3051941"/>
              <a:gd name="connsiteY2" fmla="*/ 145789 h 214807"/>
              <a:gd name="connsiteX3" fmla="*/ 1 w 3051941"/>
              <a:gd name="connsiteY3" fmla="*/ 214807 h 214807"/>
            </a:gdLst>
            <a:ahLst/>
            <a:cxnLst>
              <a:cxn ang="0">
                <a:pos x="connsiteX0" y="connsiteY0"/>
              </a:cxn>
              <a:cxn ang="0">
                <a:pos x="connsiteX1" y="connsiteY1"/>
              </a:cxn>
              <a:cxn ang="0">
                <a:pos x="connsiteX2" y="connsiteY2"/>
              </a:cxn>
              <a:cxn ang="0">
                <a:pos x="connsiteX3" y="connsiteY3"/>
              </a:cxn>
            </a:cxnLst>
            <a:rect l="l" t="t" r="r" b="b"/>
            <a:pathLst>
              <a:path w="3051941" h="214807">
                <a:moveTo>
                  <a:pt x="1" y="214807"/>
                </a:moveTo>
                <a:cubicBezTo>
                  <a:pt x="849" y="143205"/>
                  <a:pt x="1696" y="71602"/>
                  <a:pt x="2544" y="0"/>
                </a:cubicBezTo>
                <a:lnTo>
                  <a:pt x="3051941" y="145789"/>
                </a:lnTo>
                <a:lnTo>
                  <a:pt x="1" y="214807"/>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11" name="Group 10">
            <a:extLst>
              <a:ext uri="{FF2B5EF4-FFF2-40B4-BE49-F238E27FC236}">
                <a16:creationId xmlns:a16="http://schemas.microsoft.com/office/drawing/2014/main" id="{41A0AFF6-5309-4A86-B93B-C2D59E693901}"/>
              </a:ext>
            </a:extLst>
          </p:cNvPr>
          <p:cNvGrpSpPr/>
          <p:nvPr/>
        </p:nvGrpSpPr>
        <p:grpSpPr>
          <a:xfrm>
            <a:off x="5390694" y="1528763"/>
            <a:ext cx="1350962" cy="1047750"/>
            <a:chOff x="5390694" y="1528763"/>
            <a:chExt cx="1350962" cy="1047750"/>
          </a:xfrm>
        </p:grpSpPr>
        <p:sp>
          <p:nvSpPr>
            <p:cNvPr id="75" name="Freeform 15">
              <a:extLst>
                <a:ext uri="{FF2B5EF4-FFF2-40B4-BE49-F238E27FC236}">
                  <a16:creationId xmlns:a16="http://schemas.microsoft.com/office/drawing/2014/main" id="{6C178CB9-4A79-4DC6-AD88-77363A3D1F99}"/>
                </a:ext>
              </a:extLst>
            </p:cNvPr>
            <p:cNvSpPr>
              <a:spLocks/>
            </p:cNvSpPr>
            <p:nvPr/>
          </p:nvSpPr>
          <p:spPr bwMode="auto">
            <a:xfrm>
              <a:off x="5390694" y="1541463"/>
              <a:ext cx="1341438" cy="1035050"/>
            </a:xfrm>
            <a:custGeom>
              <a:avLst/>
              <a:gdLst>
                <a:gd name="T0" fmla="*/ 322 w 327"/>
                <a:gd name="T1" fmla="*/ 250 h 251"/>
                <a:gd name="T2" fmla="*/ 323 w 327"/>
                <a:gd name="T3" fmla="*/ 248 h 251"/>
                <a:gd name="T4" fmla="*/ 327 w 327"/>
                <a:gd name="T5" fmla="*/ 222 h 251"/>
                <a:gd name="T6" fmla="*/ 327 w 327"/>
                <a:gd name="T7" fmla="*/ 37 h 251"/>
                <a:gd name="T8" fmla="*/ 327 w 327"/>
                <a:gd name="T9" fmla="*/ 26 h 251"/>
                <a:gd name="T10" fmla="*/ 290 w 327"/>
                <a:gd name="T11" fmla="*/ 6 h 251"/>
                <a:gd name="T12" fmla="*/ 23 w 327"/>
                <a:gd name="T13" fmla="*/ 6 h 251"/>
                <a:gd name="T14" fmla="*/ 0 w 327"/>
                <a:gd name="T15" fmla="*/ 29 h 251"/>
                <a:gd name="T16" fmla="*/ 0 w 327"/>
                <a:gd name="T17" fmla="*/ 199 h 251"/>
                <a:gd name="T18" fmla="*/ 23 w 327"/>
                <a:gd name="T19" fmla="*/ 221 h 251"/>
                <a:gd name="T20" fmla="*/ 263 w 327"/>
                <a:gd name="T21" fmla="*/ 220 h 251"/>
                <a:gd name="T22" fmla="*/ 290 w 327"/>
                <a:gd name="T23" fmla="*/ 222 h 251"/>
                <a:gd name="T24" fmla="*/ 322 w 327"/>
                <a:gd name="T25" fmla="*/ 251 h 251"/>
                <a:gd name="T26" fmla="*/ 322 w 327"/>
                <a:gd name="T27" fmla="*/ 25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1">
                  <a:moveTo>
                    <a:pt x="322" y="250"/>
                  </a:moveTo>
                  <a:cubicBezTo>
                    <a:pt x="322" y="249"/>
                    <a:pt x="323" y="249"/>
                    <a:pt x="323" y="248"/>
                  </a:cubicBezTo>
                  <a:cubicBezTo>
                    <a:pt x="325" y="240"/>
                    <a:pt x="327" y="232"/>
                    <a:pt x="327" y="222"/>
                  </a:cubicBezTo>
                  <a:cubicBezTo>
                    <a:pt x="327" y="37"/>
                    <a:pt x="327" y="37"/>
                    <a:pt x="327" y="37"/>
                  </a:cubicBezTo>
                  <a:cubicBezTo>
                    <a:pt x="327" y="26"/>
                    <a:pt x="327" y="26"/>
                    <a:pt x="327" y="26"/>
                  </a:cubicBezTo>
                  <a:cubicBezTo>
                    <a:pt x="322" y="13"/>
                    <a:pt x="299" y="7"/>
                    <a:pt x="290" y="6"/>
                  </a:cubicBezTo>
                  <a:cubicBezTo>
                    <a:pt x="233" y="0"/>
                    <a:pt x="81" y="4"/>
                    <a:pt x="23" y="6"/>
                  </a:cubicBezTo>
                  <a:cubicBezTo>
                    <a:pt x="10" y="6"/>
                    <a:pt x="0" y="17"/>
                    <a:pt x="0" y="29"/>
                  </a:cubicBezTo>
                  <a:cubicBezTo>
                    <a:pt x="0" y="199"/>
                    <a:pt x="0" y="199"/>
                    <a:pt x="0" y="199"/>
                  </a:cubicBezTo>
                  <a:cubicBezTo>
                    <a:pt x="0" y="212"/>
                    <a:pt x="10" y="222"/>
                    <a:pt x="23" y="221"/>
                  </a:cubicBezTo>
                  <a:cubicBezTo>
                    <a:pt x="74" y="220"/>
                    <a:pt x="194" y="217"/>
                    <a:pt x="263" y="220"/>
                  </a:cubicBezTo>
                  <a:cubicBezTo>
                    <a:pt x="273" y="221"/>
                    <a:pt x="283" y="221"/>
                    <a:pt x="290" y="222"/>
                  </a:cubicBezTo>
                  <a:cubicBezTo>
                    <a:pt x="301" y="223"/>
                    <a:pt x="327" y="230"/>
                    <a:pt x="322" y="251"/>
                  </a:cubicBezTo>
                  <a:lnTo>
                    <a:pt x="322" y="25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6" name="Freeform 16">
              <a:extLst>
                <a:ext uri="{FF2B5EF4-FFF2-40B4-BE49-F238E27FC236}">
                  <a16:creationId xmlns:a16="http://schemas.microsoft.com/office/drawing/2014/main" id="{E2FA20AE-C1DA-44C0-9554-EAC214F47C20}"/>
                </a:ext>
              </a:extLst>
            </p:cNvPr>
            <p:cNvSpPr>
              <a:spLocks/>
            </p:cNvSpPr>
            <p:nvPr/>
          </p:nvSpPr>
          <p:spPr bwMode="auto">
            <a:xfrm>
              <a:off x="5395456" y="1528763"/>
              <a:ext cx="1346200" cy="1039812"/>
            </a:xfrm>
            <a:custGeom>
              <a:avLst/>
              <a:gdLst>
                <a:gd name="T0" fmla="*/ 327 w 328"/>
                <a:gd name="T1" fmla="*/ 37 h 252"/>
                <a:gd name="T2" fmla="*/ 327 w 328"/>
                <a:gd name="T3" fmla="*/ 26 h 252"/>
                <a:gd name="T4" fmla="*/ 290 w 328"/>
                <a:gd name="T5" fmla="*/ 7 h 252"/>
                <a:gd name="T6" fmla="*/ 23 w 328"/>
                <a:gd name="T7" fmla="*/ 6 h 252"/>
                <a:gd name="T8" fmla="*/ 0 w 328"/>
                <a:gd name="T9" fmla="*/ 30 h 252"/>
                <a:gd name="T10" fmla="*/ 0 w 328"/>
                <a:gd name="T11" fmla="*/ 199 h 252"/>
                <a:gd name="T12" fmla="*/ 23 w 328"/>
                <a:gd name="T13" fmla="*/ 222 h 252"/>
                <a:gd name="T14" fmla="*/ 290 w 328"/>
                <a:gd name="T15" fmla="*/ 222 h 252"/>
                <a:gd name="T16" fmla="*/ 322 w 328"/>
                <a:gd name="T17" fmla="*/ 252 h 252"/>
                <a:gd name="T18" fmla="*/ 327 w 328"/>
                <a:gd name="T19" fmla="*/ 222 h 252"/>
                <a:gd name="T20" fmla="*/ 327 w 328"/>
                <a:gd name="T21" fmla="*/ 3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252">
                  <a:moveTo>
                    <a:pt x="327" y="37"/>
                  </a:moveTo>
                  <a:cubicBezTo>
                    <a:pt x="327" y="26"/>
                    <a:pt x="327" y="26"/>
                    <a:pt x="327" y="26"/>
                  </a:cubicBezTo>
                  <a:cubicBezTo>
                    <a:pt x="322" y="13"/>
                    <a:pt x="299" y="8"/>
                    <a:pt x="290" y="7"/>
                  </a:cubicBezTo>
                  <a:cubicBezTo>
                    <a:pt x="233" y="0"/>
                    <a:pt x="81" y="4"/>
                    <a:pt x="23" y="6"/>
                  </a:cubicBezTo>
                  <a:cubicBezTo>
                    <a:pt x="10" y="6"/>
                    <a:pt x="0" y="17"/>
                    <a:pt x="0" y="30"/>
                  </a:cubicBezTo>
                  <a:cubicBezTo>
                    <a:pt x="0" y="199"/>
                    <a:pt x="0" y="199"/>
                    <a:pt x="0" y="199"/>
                  </a:cubicBezTo>
                  <a:cubicBezTo>
                    <a:pt x="0" y="212"/>
                    <a:pt x="10" y="222"/>
                    <a:pt x="23" y="222"/>
                  </a:cubicBezTo>
                  <a:cubicBezTo>
                    <a:pt x="81" y="220"/>
                    <a:pt x="233" y="216"/>
                    <a:pt x="290" y="222"/>
                  </a:cubicBezTo>
                  <a:cubicBezTo>
                    <a:pt x="301" y="223"/>
                    <a:pt x="328" y="230"/>
                    <a:pt x="322" y="252"/>
                  </a:cubicBezTo>
                  <a:cubicBezTo>
                    <a:pt x="325" y="243"/>
                    <a:pt x="327" y="234"/>
                    <a:pt x="327" y="222"/>
                  </a:cubicBezTo>
                  <a:lnTo>
                    <a:pt x="327" y="37"/>
                  </a:lnTo>
                  <a:close/>
                </a:path>
              </a:pathLst>
            </a:custGeom>
            <a:gradFill>
              <a:gsLst>
                <a:gs pos="40000">
                  <a:schemeClr val="accent3"/>
                </a:gs>
                <a:gs pos="12000">
                  <a:schemeClr val="accent3">
                    <a:lumMod val="75000"/>
                  </a:schemeClr>
                </a:gs>
                <a:gs pos="0">
                  <a:schemeClr val="accent3">
                    <a:lumMod val="40000"/>
                    <a:lumOff val="60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81" name="Freeform 8">
            <a:extLst>
              <a:ext uri="{FF2B5EF4-FFF2-40B4-BE49-F238E27FC236}">
                <a16:creationId xmlns:a16="http://schemas.microsoft.com/office/drawing/2014/main" id="{6FA2A9A7-C6A8-4E39-8AE0-22F6E5DD8D5D}"/>
              </a:ext>
            </a:extLst>
          </p:cNvPr>
          <p:cNvSpPr>
            <a:spLocks/>
          </p:cNvSpPr>
          <p:nvPr/>
        </p:nvSpPr>
        <p:spPr bwMode="auto">
          <a:xfrm>
            <a:off x="8312151" y="2435225"/>
            <a:ext cx="271463" cy="280987"/>
          </a:xfrm>
          <a:custGeom>
            <a:avLst/>
            <a:gdLst>
              <a:gd name="T0" fmla="*/ 60 w 66"/>
              <a:gd name="T1" fmla="*/ 32 h 68"/>
              <a:gd name="T2" fmla="*/ 28 w 66"/>
              <a:gd name="T3" fmla="*/ 2 h 68"/>
              <a:gd name="T4" fmla="*/ 0 w 66"/>
              <a:gd name="T5" fmla="*/ 0 h 68"/>
              <a:gd name="T6" fmla="*/ 0 w 66"/>
              <a:gd name="T7" fmla="*/ 63 h 68"/>
              <a:gd name="T8" fmla="*/ 60 w 66"/>
              <a:gd name="T9" fmla="*/ 32 h 68"/>
            </a:gdLst>
            <a:ahLst/>
            <a:cxnLst>
              <a:cxn ang="0">
                <a:pos x="T0" y="T1"/>
              </a:cxn>
              <a:cxn ang="0">
                <a:pos x="T2" y="T3"/>
              </a:cxn>
              <a:cxn ang="0">
                <a:pos x="T4" y="T5"/>
              </a:cxn>
              <a:cxn ang="0">
                <a:pos x="T6" y="T7"/>
              </a:cxn>
              <a:cxn ang="0">
                <a:pos x="T8" y="T9"/>
              </a:cxn>
            </a:cxnLst>
            <a:rect l="0" t="0" r="r" b="b"/>
            <a:pathLst>
              <a:path w="66" h="68">
                <a:moveTo>
                  <a:pt x="60" y="32"/>
                </a:moveTo>
                <a:cubicBezTo>
                  <a:pt x="66" y="10"/>
                  <a:pt x="39" y="3"/>
                  <a:pt x="28" y="2"/>
                </a:cubicBezTo>
                <a:cubicBezTo>
                  <a:pt x="20" y="1"/>
                  <a:pt x="11" y="1"/>
                  <a:pt x="0" y="0"/>
                </a:cubicBezTo>
                <a:cubicBezTo>
                  <a:pt x="0" y="63"/>
                  <a:pt x="0" y="63"/>
                  <a:pt x="0" y="63"/>
                </a:cubicBezTo>
                <a:cubicBezTo>
                  <a:pt x="0" y="63"/>
                  <a:pt x="44" y="68"/>
                  <a:pt x="60" y="32"/>
                </a:cubicBezTo>
                <a:close/>
              </a:path>
            </a:pathLst>
          </a:custGeom>
          <a:gradFill flip="none" rotWithShape="1">
            <a:gsLst>
              <a:gs pos="0">
                <a:schemeClr val="accent4">
                  <a:lumMod val="50000"/>
                </a:schemeClr>
              </a:gs>
              <a:gs pos="50000">
                <a:schemeClr val="accent4">
                  <a:lumMod val="75000"/>
                </a:schemeClr>
              </a:gs>
              <a:gs pos="100000">
                <a:schemeClr val="accent4"/>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82" name="Shadow">
            <a:extLst>
              <a:ext uri="{FF2B5EF4-FFF2-40B4-BE49-F238E27FC236}">
                <a16:creationId xmlns:a16="http://schemas.microsoft.com/office/drawing/2014/main" id="{983750D5-FDFE-4B1D-82C6-12A1CD4F65C2}"/>
              </a:ext>
            </a:extLst>
          </p:cNvPr>
          <p:cNvGrpSpPr/>
          <p:nvPr/>
        </p:nvGrpSpPr>
        <p:grpSpPr>
          <a:xfrm>
            <a:off x="8010405" y="0"/>
            <a:ext cx="311393" cy="6857999"/>
            <a:chOff x="1390652" y="2150666"/>
            <a:chExt cx="269875" cy="1705769"/>
          </a:xfrm>
        </p:grpSpPr>
        <p:sp>
          <p:nvSpPr>
            <p:cNvPr id="87" name="Freeform 14">
              <a:extLst>
                <a:ext uri="{FF2B5EF4-FFF2-40B4-BE49-F238E27FC236}">
                  <a16:creationId xmlns:a16="http://schemas.microsoft.com/office/drawing/2014/main" id="{D52C93E8-6FC4-4D79-A1BB-44E56F9FDF04}"/>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8" name="Rectangle 87">
              <a:extLst>
                <a:ext uri="{FF2B5EF4-FFF2-40B4-BE49-F238E27FC236}">
                  <a16:creationId xmlns:a16="http://schemas.microsoft.com/office/drawing/2014/main" id="{A7A917EC-F3CF-4F56-B4E2-8FFB946C1D94}"/>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83" name="Right Triangle 34">
            <a:extLst>
              <a:ext uri="{FF2B5EF4-FFF2-40B4-BE49-F238E27FC236}">
                <a16:creationId xmlns:a16="http://schemas.microsoft.com/office/drawing/2014/main" id="{A062127B-14F4-42F5-889A-56AF85610C5A}"/>
              </a:ext>
            </a:extLst>
          </p:cNvPr>
          <p:cNvSpPr/>
          <p:nvPr/>
        </p:nvSpPr>
        <p:spPr>
          <a:xfrm flipV="1">
            <a:off x="7232651" y="2276471"/>
            <a:ext cx="1473200" cy="436566"/>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 name="connsiteX0" fmla="*/ 1 w 3051941"/>
              <a:gd name="connsiteY0" fmla="*/ 214807 h 214807"/>
              <a:gd name="connsiteX1" fmla="*/ 2544 w 3051941"/>
              <a:gd name="connsiteY1" fmla="*/ 0 h 214807"/>
              <a:gd name="connsiteX2" fmla="*/ 3051941 w 3051941"/>
              <a:gd name="connsiteY2" fmla="*/ 145789 h 214807"/>
              <a:gd name="connsiteX3" fmla="*/ 1 w 3051941"/>
              <a:gd name="connsiteY3" fmla="*/ 214807 h 214807"/>
            </a:gdLst>
            <a:ahLst/>
            <a:cxnLst>
              <a:cxn ang="0">
                <a:pos x="connsiteX0" y="connsiteY0"/>
              </a:cxn>
              <a:cxn ang="0">
                <a:pos x="connsiteX1" y="connsiteY1"/>
              </a:cxn>
              <a:cxn ang="0">
                <a:pos x="connsiteX2" y="connsiteY2"/>
              </a:cxn>
              <a:cxn ang="0">
                <a:pos x="connsiteX3" y="connsiteY3"/>
              </a:cxn>
            </a:cxnLst>
            <a:rect l="l" t="t" r="r" b="b"/>
            <a:pathLst>
              <a:path w="3051941" h="214807">
                <a:moveTo>
                  <a:pt x="1" y="214807"/>
                </a:moveTo>
                <a:cubicBezTo>
                  <a:pt x="849" y="143205"/>
                  <a:pt x="1696" y="71602"/>
                  <a:pt x="2544" y="0"/>
                </a:cubicBezTo>
                <a:lnTo>
                  <a:pt x="3051941" y="145789"/>
                </a:lnTo>
                <a:lnTo>
                  <a:pt x="1" y="214807"/>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12" name="Group 11">
            <a:extLst>
              <a:ext uri="{FF2B5EF4-FFF2-40B4-BE49-F238E27FC236}">
                <a16:creationId xmlns:a16="http://schemas.microsoft.com/office/drawing/2014/main" id="{C40D6993-F532-43C1-9F1A-8F02218E1801}"/>
              </a:ext>
            </a:extLst>
          </p:cNvPr>
          <p:cNvGrpSpPr/>
          <p:nvPr/>
        </p:nvGrpSpPr>
        <p:grpSpPr>
          <a:xfrm>
            <a:off x="7232651" y="1528763"/>
            <a:ext cx="1350962" cy="1047750"/>
            <a:chOff x="7232651" y="1528763"/>
            <a:chExt cx="1350962" cy="1047750"/>
          </a:xfrm>
        </p:grpSpPr>
        <p:sp>
          <p:nvSpPr>
            <p:cNvPr id="84" name="Freeform 15">
              <a:extLst>
                <a:ext uri="{FF2B5EF4-FFF2-40B4-BE49-F238E27FC236}">
                  <a16:creationId xmlns:a16="http://schemas.microsoft.com/office/drawing/2014/main" id="{EA1F2113-2579-4F5C-AAE3-BF097DC9A7D1}"/>
                </a:ext>
              </a:extLst>
            </p:cNvPr>
            <p:cNvSpPr>
              <a:spLocks/>
            </p:cNvSpPr>
            <p:nvPr/>
          </p:nvSpPr>
          <p:spPr bwMode="auto">
            <a:xfrm>
              <a:off x="7232651" y="1541463"/>
              <a:ext cx="1341438" cy="1035050"/>
            </a:xfrm>
            <a:custGeom>
              <a:avLst/>
              <a:gdLst>
                <a:gd name="T0" fmla="*/ 322 w 327"/>
                <a:gd name="T1" fmla="*/ 250 h 251"/>
                <a:gd name="T2" fmla="*/ 323 w 327"/>
                <a:gd name="T3" fmla="*/ 248 h 251"/>
                <a:gd name="T4" fmla="*/ 327 w 327"/>
                <a:gd name="T5" fmla="*/ 222 h 251"/>
                <a:gd name="T6" fmla="*/ 327 w 327"/>
                <a:gd name="T7" fmla="*/ 37 h 251"/>
                <a:gd name="T8" fmla="*/ 327 w 327"/>
                <a:gd name="T9" fmla="*/ 26 h 251"/>
                <a:gd name="T10" fmla="*/ 290 w 327"/>
                <a:gd name="T11" fmla="*/ 6 h 251"/>
                <a:gd name="T12" fmla="*/ 23 w 327"/>
                <a:gd name="T13" fmla="*/ 6 h 251"/>
                <a:gd name="T14" fmla="*/ 0 w 327"/>
                <a:gd name="T15" fmla="*/ 29 h 251"/>
                <a:gd name="T16" fmla="*/ 0 w 327"/>
                <a:gd name="T17" fmla="*/ 199 h 251"/>
                <a:gd name="T18" fmla="*/ 23 w 327"/>
                <a:gd name="T19" fmla="*/ 221 h 251"/>
                <a:gd name="T20" fmla="*/ 263 w 327"/>
                <a:gd name="T21" fmla="*/ 220 h 251"/>
                <a:gd name="T22" fmla="*/ 290 w 327"/>
                <a:gd name="T23" fmla="*/ 222 h 251"/>
                <a:gd name="T24" fmla="*/ 322 w 327"/>
                <a:gd name="T25" fmla="*/ 251 h 251"/>
                <a:gd name="T26" fmla="*/ 322 w 327"/>
                <a:gd name="T27" fmla="*/ 25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1">
                  <a:moveTo>
                    <a:pt x="322" y="250"/>
                  </a:moveTo>
                  <a:cubicBezTo>
                    <a:pt x="322" y="249"/>
                    <a:pt x="323" y="249"/>
                    <a:pt x="323" y="248"/>
                  </a:cubicBezTo>
                  <a:cubicBezTo>
                    <a:pt x="325" y="240"/>
                    <a:pt x="327" y="232"/>
                    <a:pt x="327" y="222"/>
                  </a:cubicBezTo>
                  <a:cubicBezTo>
                    <a:pt x="327" y="37"/>
                    <a:pt x="327" y="37"/>
                    <a:pt x="327" y="37"/>
                  </a:cubicBezTo>
                  <a:cubicBezTo>
                    <a:pt x="327" y="26"/>
                    <a:pt x="327" y="26"/>
                    <a:pt x="327" y="26"/>
                  </a:cubicBezTo>
                  <a:cubicBezTo>
                    <a:pt x="322" y="13"/>
                    <a:pt x="299" y="7"/>
                    <a:pt x="290" y="6"/>
                  </a:cubicBezTo>
                  <a:cubicBezTo>
                    <a:pt x="233" y="0"/>
                    <a:pt x="81" y="4"/>
                    <a:pt x="23" y="6"/>
                  </a:cubicBezTo>
                  <a:cubicBezTo>
                    <a:pt x="10" y="6"/>
                    <a:pt x="0" y="17"/>
                    <a:pt x="0" y="29"/>
                  </a:cubicBezTo>
                  <a:cubicBezTo>
                    <a:pt x="0" y="199"/>
                    <a:pt x="0" y="199"/>
                    <a:pt x="0" y="199"/>
                  </a:cubicBezTo>
                  <a:cubicBezTo>
                    <a:pt x="0" y="212"/>
                    <a:pt x="10" y="222"/>
                    <a:pt x="23" y="221"/>
                  </a:cubicBezTo>
                  <a:cubicBezTo>
                    <a:pt x="74" y="220"/>
                    <a:pt x="194" y="217"/>
                    <a:pt x="263" y="220"/>
                  </a:cubicBezTo>
                  <a:cubicBezTo>
                    <a:pt x="273" y="221"/>
                    <a:pt x="283" y="221"/>
                    <a:pt x="290" y="222"/>
                  </a:cubicBezTo>
                  <a:cubicBezTo>
                    <a:pt x="301" y="223"/>
                    <a:pt x="327" y="230"/>
                    <a:pt x="322" y="251"/>
                  </a:cubicBezTo>
                  <a:lnTo>
                    <a:pt x="322" y="25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5" name="Freeform 16">
              <a:extLst>
                <a:ext uri="{FF2B5EF4-FFF2-40B4-BE49-F238E27FC236}">
                  <a16:creationId xmlns:a16="http://schemas.microsoft.com/office/drawing/2014/main" id="{13674BA3-735F-453F-86F6-4F4D882EF43A}"/>
                </a:ext>
              </a:extLst>
            </p:cNvPr>
            <p:cNvSpPr>
              <a:spLocks/>
            </p:cNvSpPr>
            <p:nvPr/>
          </p:nvSpPr>
          <p:spPr bwMode="auto">
            <a:xfrm>
              <a:off x="7237413" y="1528763"/>
              <a:ext cx="1346200" cy="1039812"/>
            </a:xfrm>
            <a:custGeom>
              <a:avLst/>
              <a:gdLst>
                <a:gd name="T0" fmla="*/ 327 w 328"/>
                <a:gd name="T1" fmla="*/ 37 h 252"/>
                <a:gd name="T2" fmla="*/ 327 w 328"/>
                <a:gd name="T3" fmla="*/ 26 h 252"/>
                <a:gd name="T4" fmla="*/ 290 w 328"/>
                <a:gd name="T5" fmla="*/ 7 h 252"/>
                <a:gd name="T6" fmla="*/ 23 w 328"/>
                <a:gd name="T7" fmla="*/ 6 h 252"/>
                <a:gd name="T8" fmla="*/ 0 w 328"/>
                <a:gd name="T9" fmla="*/ 30 h 252"/>
                <a:gd name="T10" fmla="*/ 0 w 328"/>
                <a:gd name="T11" fmla="*/ 199 h 252"/>
                <a:gd name="T12" fmla="*/ 23 w 328"/>
                <a:gd name="T13" fmla="*/ 222 h 252"/>
                <a:gd name="T14" fmla="*/ 290 w 328"/>
                <a:gd name="T15" fmla="*/ 222 h 252"/>
                <a:gd name="T16" fmla="*/ 322 w 328"/>
                <a:gd name="T17" fmla="*/ 252 h 252"/>
                <a:gd name="T18" fmla="*/ 327 w 328"/>
                <a:gd name="T19" fmla="*/ 222 h 252"/>
                <a:gd name="T20" fmla="*/ 327 w 328"/>
                <a:gd name="T21" fmla="*/ 3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252">
                  <a:moveTo>
                    <a:pt x="327" y="37"/>
                  </a:moveTo>
                  <a:cubicBezTo>
                    <a:pt x="327" y="26"/>
                    <a:pt x="327" y="26"/>
                    <a:pt x="327" y="26"/>
                  </a:cubicBezTo>
                  <a:cubicBezTo>
                    <a:pt x="322" y="13"/>
                    <a:pt x="299" y="8"/>
                    <a:pt x="290" y="7"/>
                  </a:cubicBezTo>
                  <a:cubicBezTo>
                    <a:pt x="233" y="0"/>
                    <a:pt x="81" y="4"/>
                    <a:pt x="23" y="6"/>
                  </a:cubicBezTo>
                  <a:cubicBezTo>
                    <a:pt x="10" y="6"/>
                    <a:pt x="0" y="17"/>
                    <a:pt x="0" y="30"/>
                  </a:cubicBezTo>
                  <a:cubicBezTo>
                    <a:pt x="0" y="199"/>
                    <a:pt x="0" y="199"/>
                    <a:pt x="0" y="199"/>
                  </a:cubicBezTo>
                  <a:cubicBezTo>
                    <a:pt x="0" y="212"/>
                    <a:pt x="10" y="222"/>
                    <a:pt x="23" y="222"/>
                  </a:cubicBezTo>
                  <a:cubicBezTo>
                    <a:pt x="81" y="220"/>
                    <a:pt x="233" y="216"/>
                    <a:pt x="290" y="222"/>
                  </a:cubicBezTo>
                  <a:cubicBezTo>
                    <a:pt x="301" y="223"/>
                    <a:pt x="328" y="230"/>
                    <a:pt x="322" y="252"/>
                  </a:cubicBezTo>
                  <a:cubicBezTo>
                    <a:pt x="325" y="243"/>
                    <a:pt x="327" y="234"/>
                    <a:pt x="327" y="222"/>
                  </a:cubicBezTo>
                  <a:lnTo>
                    <a:pt x="327" y="37"/>
                  </a:lnTo>
                  <a:close/>
                </a:path>
              </a:pathLst>
            </a:custGeom>
            <a:gradFill>
              <a:gsLst>
                <a:gs pos="40000">
                  <a:schemeClr val="accent4"/>
                </a:gs>
                <a:gs pos="12000">
                  <a:schemeClr val="accent4">
                    <a:lumMod val="75000"/>
                  </a:schemeClr>
                </a:gs>
                <a:gs pos="0">
                  <a:schemeClr val="accent4">
                    <a:lumMod val="40000"/>
                    <a:lumOff val="60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ru-UA"/>
            </a:p>
          </p:txBody>
        </p:sp>
      </p:grpSp>
      <p:sp>
        <p:nvSpPr>
          <p:cNvPr id="90" name="Freeform 8">
            <a:extLst>
              <a:ext uri="{FF2B5EF4-FFF2-40B4-BE49-F238E27FC236}">
                <a16:creationId xmlns:a16="http://schemas.microsoft.com/office/drawing/2014/main" id="{EAC29E8E-24B1-437E-BEED-51A5636897B4}"/>
              </a:ext>
            </a:extLst>
          </p:cNvPr>
          <p:cNvSpPr>
            <a:spLocks/>
          </p:cNvSpPr>
          <p:nvPr/>
        </p:nvSpPr>
        <p:spPr bwMode="auto">
          <a:xfrm>
            <a:off x="10140951" y="2435225"/>
            <a:ext cx="271463" cy="280987"/>
          </a:xfrm>
          <a:custGeom>
            <a:avLst/>
            <a:gdLst>
              <a:gd name="T0" fmla="*/ 60 w 66"/>
              <a:gd name="T1" fmla="*/ 32 h 68"/>
              <a:gd name="T2" fmla="*/ 28 w 66"/>
              <a:gd name="T3" fmla="*/ 2 h 68"/>
              <a:gd name="T4" fmla="*/ 0 w 66"/>
              <a:gd name="T5" fmla="*/ 0 h 68"/>
              <a:gd name="T6" fmla="*/ 0 w 66"/>
              <a:gd name="T7" fmla="*/ 63 h 68"/>
              <a:gd name="T8" fmla="*/ 60 w 66"/>
              <a:gd name="T9" fmla="*/ 32 h 68"/>
            </a:gdLst>
            <a:ahLst/>
            <a:cxnLst>
              <a:cxn ang="0">
                <a:pos x="T0" y="T1"/>
              </a:cxn>
              <a:cxn ang="0">
                <a:pos x="T2" y="T3"/>
              </a:cxn>
              <a:cxn ang="0">
                <a:pos x="T4" y="T5"/>
              </a:cxn>
              <a:cxn ang="0">
                <a:pos x="T6" y="T7"/>
              </a:cxn>
              <a:cxn ang="0">
                <a:pos x="T8" y="T9"/>
              </a:cxn>
            </a:cxnLst>
            <a:rect l="0" t="0" r="r" b="b"/>
            <a:pathLst>
              <a:path w="66" h="68">
                <a:moveTo>
                  <a:pt x="60" y="32"/>
                </a:moveTo>
                <a:cubicBezTo>
                  <a:pt x="66" y="10"/>
                  <a:pt x="39" y="3"/>
                  <a:pt x="28" y="2"/>
                </a:cubicBezTo>
                <a:cubicBezTo>
                  <a:pt x="20" y="1"/>
                  <a:pt x="11" y="1"/>
                  <a:pt x="0" y="0"/>
                </a:cubicBezTo>
                <a:cubicBezTo>
                  <a:pt x="0" y="63"/>
                  <a:pt x="0" y="63"/>
                  <a:pt x="0" y="63"/>
                </a:cubicBezTo>
                <a:cubicBezTo>
                  <a:pt x="0" y="63"/>
                  <a:pt x="44" y="68"/>
                  <a:pt x="60" y="32"/>
                </a:cubicBezTo>
                <a:close/>
              </a:path>
            </a:pathLst>
          </a:custGeom>
          <a:gradFill flip="none" rotWithShape="1">
            <a:gsLst>
              <a:gs pos="0">
                <a:schemeClr val="accent5">
                  <a:lumMod val="50000"/>
                </a:schemeClr>
              </a:gs>
              <a:gs pos="50000">
                <a:schemeClr val="accent5">
                  <a:lumMod val="75000"/>
                </a:schemeClr>
              </a:gs>
              <a:gs pos="100000">
                <a:schemeClr val="accent5"/>
              </a:gs>
            </a:gsLst>
            <a:lin ang="108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nvGrpSpPr>
          <p:cNvPr id="91" name="Shadow">
            <a:extLst>
              <a:ext uri="{FF2B5EF4-FFF2-40B4-BE49-F238E27FC236}">
                <a16:creationId xmlns:a16="http://schemas.microsoft.com/office/drawing/2014/main" id="{A23CDB9F-F3F1-4CA3-95D7-3D7776EDAF9E}"/>
              </a:ext>
            </a:extLst>
          </p:cNvPr>
          <p:cNvGrpSpPr/>
          <p:nvPr/>
        </p:nvGrpSpPr>
        <p:grpSpPr>
          <a:xfrm>
            <a:off x="9839205" y="0"/>
            <a:ext cx="311393" cy="6857999"/>
            <a:chOff x="1390652" y="2150666"/>
            <a:chExt cx="269875" cy="1705769"/>
          </a:xfrm>
        </p:grpSpPr>
        <p:sp>
          <p:nvSpPr>
            <p:cNvPr id="96" name="Freeform 14">
              <a:extLst>
                <a:ext uri="{FF2B5EF4-FFF2-40B4-BE49-F238E27FC236}">
                  <a16:creationId xmlns:a16="http://schemas.microsoft.com/office/drawing/2014/main" id="{24FA1A84-F8DF-4E3E-A97E-F47C3CD81356}"/>
                </a:ext>
              </a:extLst>
            </p:cNvPr>
            <p:cNvSpPr>
              <a:spLocks/>
            </p:cNvSpPr>
            <p:nvPr/>
          </p:nvSpPr>
          <p:spPr bwMode="auto">
            <a:xfrm>
              <a:off x="1401763" y="2193132"/>
              <a:ext cx="242887" cy="1644650"/>
            </a:xfrm>
            <a:custGeom>
              <a:avLst/>
              <a:gdLst>
                <a:gd name="T0" fmla="*/ 153 w 153"/>
                <a:gd name="T1" fmla="*/ 0 h 1032"/>
                <a:gd name="T2" fmla="*/ 150 w 153"/>
                <a:gd name="T3" fmla="*/ 1032 h 1032"/>
                <a:gd name="T4" fmla="*/ 0 w 153"/>
                <a:gd name="T5" fmla="*/ 1032 h 1032"/>
                <a:gd name="T6" fmla="*/ 0 w 153"/>
                <a:gd name="T7" fmla="*/ 0 h 1032"/>
                <a:gd name="T8" fmla="*/ 153 w 153"/>
                <a:gd name="T9" fmla="*/ 0 h 1032"/>
              </a:gdLst>
              <a:ahLst/>
              <a:cxnLst>
                <a:cxn ang="0">
                  <a:pos x="T0" y="T1"/>
                </a:cxn>
                <a:cxn ang="0">
                  <a:pos x="T2" y="T3"/>
                </a:cxn>
                <a:cxn ang="0">
                  <a:pos x="T4" y="T5"/>
                </a:cxn>
                <a:cxn ang="0">
                  <a:pos x="T6" y="T7"/>
                </a:cxn>
                <a:cxn ang="0">
                  <a:pos x="T8" y="T9"/>
                </a:cxn>
              </a:cxnLst>
              <a:rect l="0" t="0" r="r" b="b"/>
              <a:pathLst>
                <a:path w="153" h="1032">
                  <a:moveTo>
                    <a:pt x="153" y="0"/>
                  </a:moveTo>
                  <a:lnTo>
                    <a:pt x="150" y="1032"/>
                  </a:lnTo>
                  <a:lnTo>
                    <a:pt x="0" y="1032"/>
                  </a:lnTo>
                  <a:lnTo>
                    <a:pt x="0" y="0"/>
                  </a:lnTo>
                  <a:lnTo>
                    <a:pt x="153" y="0"/>
                  </a:lnTo>
                  <a:close/>
                </a:path>
              </a:pathLst>
            </a:custGeom>
            <a:gradFill flip="none" rotWithShape="1">
              <a:gsLst>
                <a:gs pos="0">
                  <a:schemeClr val="bg1">
                    <a:alpha val="0"/>
                  </a:schemeClr>
                </a:gs>
                <a:gs pos="50000">
                  <a:schemeClr val="bg1"/>
                </a:gs>
                <a:gs pos="100000">
                  <a:schemeClr val="bg1">
                    <a:alpha val="0"/>
                  </a:schemeClr>
                </a:gs>
              </a:gsLst>
              <a:lin ang="5400000" scaled="0"/>
              <a:tileRect/>
            </a:gradFill>
            <a:ln>
              <a:noFill/>
            </a:ln>
            <a:effectLst>
              <a:outerShdw blurRad="101600" dist="88900" sx="95000" sy="95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97" name="Rectangle 96">
              <a:extLst>
                <a:ext uri="{FF2B5EF4-FFF2-40B4-BE49-F238E27FC236}">
                  <a16:creationId xmlns:a16="http://schemas.microsoft.com/office/drawing/2014/main" id="{AD25D970-9E9D-4CDD-B4B9-7ECE1732D337}"/>
                </a:ext>
              </a:extLst>
            </p:cNvPr>
            <p:cNvSpPr/>
            <p:nvPr/>
          </p:nvSpPr>
          <p:spPr>
            <a:xfrm>
              <a:off x="1390652" y="2150666"/>
              <a:ext cx="269875" cy="170576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92" name="Right Triangle 34">
            <a:extLst>
              <a:ext uri="{FF2B5EF4-FFF2-40B4-BE49-F238E27FC236}">
                <a16:creationId xmlns:a16="http://schemas.microsoft.com/office/drawing/2014/main" id="{E637238A-EBFC-4261-A4F2-297E018A4317}"/>
              </a:ext>
            </a:extLst>
          </p:cNvPr>
          <p:cNvSpPr/>
          <p:nvPr/>
        </p:nvSpPr>
        <p:spPr>
          <a:xfrm flipV="1">
            <a:off x="9061451" y="2276471"/>
            <a:ext cx="1473200" cy="436566"/>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 name="connsiteX0" fmla="*/ 0 w 3218014"/>
              <a:gd name="connsiteY0" fmla="*/ 306196 h 306196"/>
              <a:gd name="connsiteX1" fmla="*/ 126007 w 3218014"/>
              <a:gd name="connsiteY1" fmla="*/ 0 h 306196"/>
              <a:gd name="connsiteX2" fmla="*/ 3218014 w 3218014"/>
              <a:gd name="connsiteY2" fmla="*/ 239521 h 306196"/>
              <a:gd name="connsiteX3" fmla="*/ 0 w 3218014"/>
              <a:gd name="connsiteY3" fmla="*/ 306196 h 306196"/>
              <a:gd name="connsiteX0" fmla="*/ 0 w 3218014"/>
              <a:gd name="connsiteY0" fmla="*/ 262845 h 262845"/>
              <a:gd name="connsiteX1" fmla="*/ 198214 w 3218014"/>
              <a:gd name="connsiteY1" fmla="*/ 0 h 262845"/>
              <a:gd name="connsiteX2" fmla="*/ 3218014 w 3218014"/>
              <a:gd name="connsiteY2" fmla="*/ 196170 h 262845"/>
              <a:gd name="connsiteX3" fmla="*/ 0 w 3218014"/>
              <a:gd name="connsiteY3" fmla="*/ 262845 h 262845"/>
              <a:gd name="connsiteX0" fmla="*/ 1 w 3051941"/>
              <a:gd name="connsiteY0" fmla="*/ 265188 h 265188"/>
              <a:gd name="connsiteX1" fmla="*/ 32141 w 3051941"/>
              <a:gd name="connsiteY1" fmla="*/ 0 h 265188"/>
              <a:gd name="connsiteX2" fmla="*/ 3051941 w 3051941"/>
              <a:gd name="connsiteY2" fmla="*/ 196170 h 265188"/>
              <a:gd name="connsiteX3" fmla="*/ 1 w 3051941"/>
              <a:gd name="connsiteY3" fmla="*/ 265188 h 265188"/>
              <a:gd name="connsiteX0" fmla="*/ 1 w 3051941"/>
              <a:gd name="connsiteY0" fmla="*/ 214807 h 214807"/>
              <a:gd name="connsiteX1" fmla="*/ 2544 w 3051941"/>
              <a:gd name="connsiteY1" fmla="*/ 0 h 214807"/>
              <a:gd name="connsiteX2" fmla="*/ 3051941 w 3051941"/>
              <a:gd name="connsiteY2" fmla="*/ 145789 h 214807"/>
              <a:gd name="connsiteX3" fmla="*/ 1 w 3051941"/>
              <a:gd name="connsiteY3" fmla="*/ 214807 h 214807"/>
            </a:gdLst>
            <a:ahLst/>
            <a:cxnLst>
              <a:cxn ang="0">
                <a:pos x="connsiteX0" y="connsiteY0"/>
              </a:cxn>
              <a:cxn ang="0">
                <a:pos x="connsiteX1" y="connsiteY1"/>
              </a:cxn>
              <a:cxn ang="0">
                <a:pos x="connsiteX2" y="connsiteY2"/>
              </a:cxn>
              <a:cxn ang="0">
                <a:pos x="connsiteX3" y="connsiteY3"/>
              </a:cxn>
            </a:cxnLst>
            <a:rect l="l" t="t" r="r" b="b"/>
            <a:pathLst>
              <a:path w="3051941" h="214807">
                <a:moveTo>
                  <a:pt x="1" y="214807"/>
                </a:moveTo>
                <a:cubicBezTo>
                  <a:pt x="849" y="143205"/>
                  <a:pt x="1696" y="71602"/>
                  <a:pt x="2544" y="0"/>
                </a:cubicBezTo>
                <a:lnTo>
                  <a:pt x="3051941" y="145789"/>
                </a:lnTo>
                <a:lnTo>
                  <a:pt x="1" y="214807"/>
                </a:lnTo>
                <a:close/>
              </a:path>
            </a:pathLst>
          </a:custGeom>
          <a:gradFill>
            <a:gsLst>
              <a:gs pos="100000">
                <a:srgbClr val="080808">
                  <a:alpha val="0"/>
                </a:srgbClr>
              </a:gs>
              <a:gs pos="0">
                <a:srgbClr val="000000">
                  <a:alpha val="65000"/>
                </a:srgbClr>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13" name="Group 12">
            <a:extLst>
              <a:ext uri="{FF2B5EF4-FFF2-40B4-BE49-F238E27FC236}">
                <a16:creationId xmlns:a16="http://schemas.microsoft.com/office/drawing/2014/main" id="{BC7E70C7-4EDA-4D4E-BC69-8619E9DDD085}"/>
              </a:ext>
            </a:extLst>
          </p:cNvPr>
          <p:cNvGrpSpPr/>
          <p:nvPr/>
        </p:nvGrpSpPr>
        <p:grpSpPr>
          <a:xfrm>
            <a:off x="9061451" y="1528763"/>
            <a:ext cx="1350962" cy="1047750"/>
            <a:chOff x="9061451" y="1528763"/>
            <a:chExt cx="1350962" cy="1047750"/>
          </a:xfrm>
        </p:grpSpPr>
        <p:sp>
          <p:nvSpPr>
            <p:cNvPr id="93" name="Freeform 15">
              <a:extLst>
                <a:ext uri="{FF2B5EF4-FFF2-40B4-BE49-F238E27FC236}">
                  <a16:creationId xmlns:a16="http://schemas.microsoft.com/office/drawing/2014/main" id="{7D18B046-8CD5-4373-AF81-C1480120D300}"/>
                </a:ext>
              </a:extLst>
            </p:cNvPr>
            <p:cNvSpPr>
              <a:spLocks/>
            </p:cNvSpPr>
            <p:nvPr/>
          </p:nvSpPr>
          <p:spPr bwMode="auto">
            <a:xfrm>
              <a:off x="9061451" y="1541463"/>
              <a:ext cx="1341438" cy="1035050"/>
            </a:xfrm>
            <a:custGeom>
              <a:avLst/>
              <a:gdLst>
                <a:gd name="T0" fmla="*/ 322 w 327"/>
                <a:gd name="T1" fmla="*/ 250 h 251"/>
                <a:gd name="T2" fmla="*/ 323 w 327"/>
                <a:gd name="T3" fmla="*/ 248 h 251"/>
                <a:gd name="T4" fmla="*/ 327 w 327"/>
                <a:gd name="T5" fmla="*/ 222 h 251"/>
                <a:gd name="T6" fmla="*/ 327 w 327"/>
                <a:gd name="T7" fmla="*/ 37 h 251"/>
                <a:gd name="T8" fmla="*/ 327 w 327"/>
                <a:gd name="T9" fmla="*/ 26 h 251"/>
                <a:gd name="T10" fmla="*/ 290 w 327"/>
                <a:gd name="T11" fmla="*/ 6 h 251"/>
                <a:gd name="T12" fmla="*/ 23 w 327"/>
                <a:gd name="T13" fmla="*/ 6 h 251"/>
                <a:gd name="T14" fmla="*/ 0 w 327"/>
                <a:gd name="T15" fmla="*/ 29 h 251"/>
                <a:gd name="T16" fmla="*/ 0 w 327"/>
                <a:gd name="T17" fmla="*/ 199 h 251"/>
                <a:gd name="T18" fmla="*/ 23 w 327"/>
                <a:gd name="T19" fmla="*/ 221 h 251"/>
                <a:gd name="T20" fmla="*/ 263 w 327"/>
                <a:gd name="T21" fmla="*/ 220 h 251"/>
                <a:gd name="T22" fmla="*/ 290 w 327"/>
                <a:gd name="T23" fmla="*/ 222 h 251"/>
                <a:gd name="T24" fmla="*/ 322 w 327"/>
                <a:gd name="T25" fmla="*/ 251 h 251"/>
                <a:gd name="T26" fmla="*/ 322 w 327"/>
                <a:gd name="T27" fmla="*/ 25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1">
                  <a:moveTo>
                    <a:pt x="322" y="250"/>
                  </a:moveTo>
                  <a:cubicBezTo>
                    <a:pt x="322" y="249"/>
                    <a:pt x="323" y="249"/>
                    <a:pt x="323" y="248"/>
                  </a:cubicBezTo>
                  <a:cubicBezTo>
                    <a:pt x="325" y="240"/>
                    <a:pt x="327" y="232"/>
                    <a:pt x="327" y="222"/>
                  </a:cubicBezTo>
                  <a:cubicBezTo>
                    <a:pt x="327" y="37"/>
                    <a:pt x="327" y="37"/>
                    <a:pt x="327" y="37"/>
                  </a:cubicBezTo>
                  <a:cubicBezTo>
                    <a:pt x="327" y="26"/>
                    <a:pt x="327" y="26"/>
                    <a:pt x="327" y="26"/>
                  </a:cubicBezTo>
                  <a:cubicBezTo>
                    <a:pt x="322" y="13"/>
                    <a:pt x="299" y="7"/>
                    <a:pt x="290" y="6"/>
                  </a:cubicBezTo>
                  <a:cubicBezTo>
                    <a:pt x="233" y="0"/>
                    <a:pt x="81" y="4"/>
                    <a:pt x="23" y="6"/>
                  </a:cubicBezTo>
                  <a:cubicBezTo>
                    <a:pt x="10" y="6"/>
                    <a:pt x="0" y="17"/>
                    <a:pt x="0" y="29"/>
                  </a:cubicBezTo>
                  <a:cubicBezTo>
                    <a:pt x="0" y="199"/>
                    <a:pt x="0" y="199"/>
                    <a:pt x="0" y="199"/>
                  </a:cubicBezTo>
                  <a:cubicBezTo>
                    <a:pt x="0" y="212"/>
                    <a:pt x="10" y="222"/>
                    <a:pt x="23" y="221"/>
                  </a:cubicBezTo>
                  <a:cubicBezTo>
                    <a:pt x="74" y="220"/>
                    <a:pt x="194" y="217"/>
                    <a:pt x="263" y="220"/>
                  </a:cubicBezTo>
                  <a:cubicBezTo>
                    <a:pt x="273" y="221"/>
                    <a:pt x="283" y="221"/>
                    <a:pt x="290" y="222"/>
                  </a:cubicBezTo>
                  <a:cubicBezTo>
                    <a:pt x="301" y="223"/>
                    <a:pt x="327" y="230"/>
                    <a:pt x="322" y="251"/>
                  </a:cubicBezTo>
                  <a:lnTo>
                    <a:pt x="322" y="250"/>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94" name="Freeform 16">
              <a:extLst>
                <a:ext uri="{FF2B5EF4-FFF2-40B4-BE49-F238E27FC236}">
                  <a16:creationId xmlns:a16="http://schemas.microsoft.com/office/drawing/2014/main" id="{BFE39DC4-62F2-476A-99D7-CB3C8F6E0B9D}"/>
                </a:ext>
              </a:extLst>
            </p:cNvPr>
            <p:cNvSpPr>
              <a:spLocks/>
            </p:cNvSpPr>
            <p:nvPr/>
          </p:nvSpPr>
          <p:spPr bwMode="auto">
            <a:xfrm>
              <a:off x="9066213" y="1528763"/>
              <a:ext cx="1346200" cy="1039812"/>
            </a:xfrm>
            <a:custGeom>
              <a:avLst/>
              <a:gdLst>
                <a:gd name="T0" fmla="*/ 327 w 328"/>
                <a:gd name="T1" fmla="*/ 37 h 252"/>
                <a:gd name="T2" fmla="*/ 327 w 328"/>
                <a:gd name="T3" fmla="*/ 26 h 252"/>
                <a:gd name="T4" fmla="*/ 290 w 328"/>
                <a:gd name="T5" fmla="*/ 7 h 252"/>
                <a:gd name="T6" fmla="*/ 23 w 328"/>
                <a:gd name="T7" fmla="*/ 6 h 252"/>
                <a:gd name="T8" fmla="*/ 0 w 328"/>
                <a:gd name="T9" fmla="*/ 30 h 252"/>
                <a:gd name="T10" fmla="*/ 0 w 328"/>
                <a:gd name="T11" fmla="*/ 199 h 252"/>
                <a:gd name="T12" fmla="*/ 23 w 328"/>
                <a:gd name="T13" fmla="*/ 222 h 252"/>
                <a:gd name="T14" fmla="*/ 290 w 328"/>
                <a:gd name="T15" fmla="*/ 222 h 252"/>
                <a:gd name="T16" fmla="*/ 322 w 328"/>
                <a:gd name="T17" fmla="*/ 252 h 252"/>
                <a:gd name="T18" fmla="*/ 327 w 328"/>
                <a:gd name="T19" fmla="*/ 222 h 252"/>
                <a:gd name="T20" fmla="*/ 327 w 328"/>
                <a:gd name="T21" fmla="*/ 3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252">
                  <a:moveTo>
                    <a:pt x="327" y="37"/>
                  </a:moveTo>
                  <a:cubicBezTo>
                    <a:pt x="327" y="26"/>
                    <a:pt x="327" y="26"/>
                    <a:pt x="327" y="26"/>
                  </a:cubicBezTo>
                  <a:cubicBezTo>
                    <a:pt x="322" y="13"/>
                    <a:pt x="299" y="8"/>
                    <a:pt x="290" y="7"/>
                  </a:cubicBezTo>
                  <a:cubicBezTo>
                    <a:pt x="233" y="0"/>
                    <a:pt x="81" y="4"/>
                    <a:pt x="23" y="6"/>
                  </a:cubicBezTo>
                  <a:cubicBezTo>
                    <a:pt x="10" y="6"/>
                    <a:pt x="0" y="17"/>
                    <a:pt x="0" y="30"/>
                  </a:cubicBezTo>
                  <a:cubicBezTo>
                    <a:pt x="0" y="199"/>
                    <a:pt x="0" y="199"/>
                    <a:pt x="0" y="199"/>
                  </a:cubicBezTo>
                  <a:cubicBezTo>
                    <a:pt x="0" y="212"/>
                    <a:pt x="10" y="222"/>
                    <a:pt x="23" y="222"/>
                  </a:cubicBezTo>
                  <a:cubicBezTo>
                    <a:pt x="81" y="220"/>
                    <a:pt x="233" y="216"/>
                    <a:pt x="290" y="222"/>
                  </a:cubicBezTo>
                  <a:cubicBezTo>
                    <a:pt x="301" y="223"/>
                    <a:pt x="328" y="230"/>
                    <a:pt x="322" y="252"/>
                  </a:cubicBezTo>
                  <a:cubicBezTo>
                    <a:pt x="325" y="243"/>
                    <a:pt x="327" y="234"/>
                    <a:pt x="327" y="222"/>
                  </a:cubicBezTo>
                  <a:lnTo>
                    <a:pt x="327" y="37"/>
                  </a:lnTo>
                  <a:close/>
                </a:path>
              </a:pathLst>
            </a:custGeom>
            <a:gradFill>
              <a:gsLst>
                <a:gs pos="40000">
                  <a:schemeClr val="accent5"/>
                </a:gs>
                <a:gs pos="12000">
                  <a:schemeClr val="accent5">
                    <a:lumMod val="75000"/>
                  </a:schemeClr>
                </a:gs>
                <a:gs pos="0">
                  <a:schemeClr val="accent5">
                    <a:lumMod val="40000"/>
                    <a:lumOff val="60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02" name="Group 101">
            <a:extLst>
              <a:ext uri="{FF2B5EF4-FFF2-40B4-BE49-F238E27FC236}">
                <a16:creationId xmlns:a16="http://schemas.microsoft.com/office/drawing/2014/main" id="{4E30DE1B-3A0B-46BA-9A87-F947EF9B76E1}"/>
              </a:ext>
            </a:extLst>
          </p:cNvPr>
          <p:cNvGrpSpPr/>
          <p:nvPr/>
        </p:nvGrpSpPr>
        <p:grpSpPr>
          <a:xfrm>
            <a:off x="5703835" y="1685013"/>
            <a:ext cx="917684" cy="883946"/>
            <a:chOff x="6715125" y="2906713"/>
            <a:chExt cx="863600" cy="831850"/>
          </a:xfrm>
        </p:grpSpPr>
        <p:sp>
          <p:nvSpPr>
            <p:cNvPr id="103" name="Freeform 184">
              <a:extLst>
                <a:ext uri="{FF2B5EF4-FFF2-40B4-BE49-F238E27FC236}">
                  <a16:creationId xmlns:a16="http://schemas.microsoft.com/office/drawing/2014/main" id="{7522CA33-9A71-4122-AFFC-B31C48E9D0CA}"/>
                </a:ext>
              </a:extLst>
            </p:cNvPr>
            <p:cNvSpPr>
              <a:spLocks/>
            </p:cNvSpPr>
            <p:nvPr/>
          </p:nvSpPr>
          <p:spPr bwMode="auto">
            <a:xfrm>
              <a:off x="6715125" y="2906713"/>
              <a:ext cx="863600" cy="831850"/>
            </a:xfrm>
            <a:custGeom>
              <a:avLst/>
              <a:gdLst>
                <a:gd name="T0" fmla="*/ 151 w 241"/>
                <a:gd name="T1" fmla="*/ 6 h 232"/>
                <a:gd name="T2" fmla="*/ 241 w 241"/>
                <a:gd name="T3" fmla="*/ 95 h 232"/>
                <a:gd name="T4" fmla="*/ 104 w 241"/>
                <a:gd name="T5" fmla="*/ 232 h 232"/>
                <a:gd name="T6" fmla="*/ 24 w 241"/>
                <a:gd name="T7" fmla="*/ 152 h 232"/>
                <a:gd name="T8" fmla="*/ 38 w 241"/>
                <a:gd name="T9" fmla="*/ 61 h 232"/>
                <a:gd name="T10" fmla="*/ 37 w 241"/>
                <a:gd name="T11" fmla="*/ 61 h 232"/>
                <a:gd name="T12" fmla="*/ 21 w 241"/>
                <a:gd name="T13" fmla="*/ 44 h 232"/>
                <a:gd name="T14" fmla="*/ 21 w 241"/>
                <a:gd name="T15" fmla="*/ 41 h 232"/>
                <a:gd name="T16" fmla="*/ 42 w 241"/>
                <a:gd name="T17" fmla="*/ 38 h 232"/>
                <a:gd name="T18" fmla="*/ 24 w 241"/>
                <a:gd name="T19" fmla="*/ 20 h 232"/>
                <a:gd name="T20" fmla="*/ 26 w 241"/>
                <a:gd name="T21" fmla="*/ 4 h 232"/>
                <a:gd name="T22" fmla="*/ 47 w 241"/>
                <a:gd name="T23" fmla="*/ 3 h 232"/>
                <a:gd name="T24" fmla="*/ 66 w 241"/>
                <a:gd name="T25" fmla="*/ 22 h 232"/>
                <a:gd name="T26" fmla="*/ 66 w 241"/>
                <a:gd name="T27" fmla="*/ 20 h 232"/>
                <a:gd name="T28" fmla="*/ 52 w 241"/>
                <a:gd name="T29" fmla="*/ 6 h 232"/>
                <a:gd name="T30" fmla="*/ 52 w 241"/>
                <a:gd name="T31" fmla="*/ 2 h 232"/>
                <a:gd name="T32" fmla="*/ 85 w 241"/>
                <a:gd name="T33" fmla="*/ 2 h 232"/>
                <a:gd name="T34" fmla="*/ 92 w 241"/>
                <a:gd name="T35" fmla="*/ 8 h 232"/>
                <a:gd name="T36" fmla="*/ 92 w 241"/>
                <a:gd name="T37" fmla="*/ 2 h 232"/>
                <a:gd name="T38" fmla="*/ 116 w 241"/>
                <a:gd name="T39" fmla="*/ 2 h 232"/>
                <a:gd name="T40" fmla="*/ 126 w 241"/>
                <a:gd name="T41" fmla="*/ 12 h 232"/>
                <a:gd name="T42" fmla="*/ 126 w 241"/>
                <a:gd name="T43" fmla="*/ 3 h 232"/>
                <a:gd name="T44" fmla="*/ 151 w 241"/>
                <a:gd name="T45" fmla="*/ 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1" h="232">
                  <a:moveTo>
                    <a:pt x="151" y="6"/>
                  </a:moveTo>
                  <a:cubicBezTo>
                    <a:pt x="241" y="95"/>
                    <a:pt x="241" y="95"/>
                    <a:pt x="241" y="95"/>
                  </a:cubicBezTo>
                  <a:cubicBezTo>
                    <a:pt x="104" y="232"/>
                    <a:pt x="104" y="232"/>
                    <a:pt x="104" y="232"/>
                  </a:cubicBezTo>
                  <a:cubicBezTo>
                    <a:pt x="24" y="152"/>
                    <a:pt x="24" y="152"/>
                    <a:pt x="24" y="152"/>
                  </a:cubicBezTo>
                  <a:cubicBezTo>
                    <a:pt x="24" y="152"/>
                    <a:pt x="0" y="80"/>
                    <a:pt x="38" y="61"/>
                  </a:cubicBezTo>
                  <a:cubicBezTo>
                    <a:pt x="37" y="61"/>
                    <a:pt x="37" y="61"/>
                    <a:pt x="37" y="61"/>
                  </a:cubicBezTo>
                  <a:cubicBezTo>
                    <a:pt x="21" y="44"/>
                    <a:pt x="21" y="44"/>
                    <a:pt x="21" y="44"/>
                  </a:cubicBezTo>
                  <a:cubicBezTo>
                    <a:pt x="21" y="41"/>
                    <a:pt x="21" y="41"/>
                    <a:pt x="21" y="41"/>
                  </a:cubicBezTo>
                  <a:cubicBezTo>
                    <a:pt x="21" y="41"/>
                    <a:pt x="39" y="46"/>
                    <a:pt x="42" y="38"/>
                  </a:cubicBezTo>
                  <a:cubicBezTo>
                    <a:pt x="39" y="35"/>
                    <a:pt x="24" y="20"/>
                    <a:pt x="24" y="20"/>
                  </a:cubicBezTo>
                  <a:cubicBezTo>
                    <a:pt x="24" y="20"/>
                    <a:pt x="20" y="8"/>
                    <a:pt x="26" y="4"/>
                  </a:cubicBezTo>
                  <a:cubicBezTo>
                    <a:pt x="29" y="3"/>
                    <a:pt x="30" y="0"/>
                    <a:pt x="47" y="3"/>
                  </a:cubicBezTo>
                  <a:cubicBezTo>
                    <a:pt x="56" y="12"/>
                    <a:pt x="66" y="22"/>
                    <a:pt x="66" y="22"/>
                  </a:cubicBezTo>
                  <a:cubicBezTo>
                    <a:pt x="66" y="20"/>
                    <a:pt x="66" y="20"/>
                    <a:pt x="66" y="20"/>
                  </a:cubicBezTo>
                  <a:cubicBezTo>
                    <a:pt x="52" y="6"/>
                    <a:pt x="52" y="6"/>
                    <a:pt x="52" y="6"/>
                  </a:cubicBezTo>
                  <a:cubicBezTo>
                    <a:pt x="52" y="2"/>
                    <a:pt x="52" y="2"/>
                    <a:pt x="52" y="2"/>
                  </a:cubicBezTo>
                  <a:cubicBezTo>
                    <a:pt x="85" y="2"/>
                    <a:pt x="85" y="2"/>
                    <a:pt x="85" y="2"/>
                  </a:cubicBezTo>
                  <a:cubicBezTo>
                    <a:pt x="92" y="8"/>
                    <a:pt x="92" y="8"/>
                    <a:pt x="92" y="8"/>
                  </a:cubicBezTo>
                  <a:cubicBezTo>
                    <a:pt x="92" y="2"/>
                    <a:pt x="92" y="2"/>
                    <a:pt x="92" y="2"/>
                  </a:cubicBezTo>
                  <a:cubicBezTo>
                    <a:pt x="116" y="2"/>
                    <a:pt x="116" y="2"/>
                    <a:pt x="116" y="2"/>
                  </a:cubicBezTo>
                  <a:cubicBezTo>
                    <a:pt x="126" y="12"/>
                    <a:pt x="126" y="12"/>
                    <a:pt x="126" y="12"/>
                  </a:cubicBezTo>
                  <a:cubicBezTo>
                    <a:pt x="126" y="3"/>
                    <a:pt x="126" y="3"/>
                    <a:pt x="126" y="3"/>
                  </a:cubicBezTo>
                  <a:cubicBezTo>
                    <a:pt x="126" y="3"/>
                    <a:pt x="140" y="1"/>
                    <a:pt x="151" y="6"/>
                  </a:cubicBezTo>
                  <a:close/>
                </a:path>
              </a:pathLst>
            </a:custGeom>
            <a:gradFill flip="none" rotWithShape="1">
              <a:gsLst>
                <a:gs pos="13000">
                  <a:schemeClr val="accent3">
                    <a:lumMod val="50000"/>
                  </a:schemeClr>
                </a:gs>
                <a:gs pos="61000">
                  <a:schemeClr val="accent3">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4" name="Freeform 185">
              <a:extLst>
                <a:ext uri="{FF2B5EF4-FFF2-40B4-BE49-F238E27FC236}">
                  <a16:creationId xmlns:a16="http://schemas.microsoft.com/office/drawing/2014/main" id="{22AEF988-F209-4694-BEF7-08732A0480EA}"/>
                </a:ext>
              </a:extLst>
            </p:cNvPr>
            <p:cNvSpPr>
              <a:spLocks noEditPoints="1"/>
            </p:cNvSpPr>
            <p:nvPr/>
          </p:nvSpPr>
          <p:spPr bwMode="auto">
            <a:xfrm>
              <a:off x="6761163" y="2909888"/>
              <a:ext cx="530225" cy="582613"/>
            </a:xfrm>
            <a:custGeom>
              <a:avLst/>
              <a:gdLst>
                <a:gd name="T0" fmla="*/ 31 w 148"/>
                <a:gd name="T1" fmla="*/ 42 h 162"/>
                <a:gd name="T2" fmla="*/ 8 w 148"/>
                <a:gd name="T3" fmla="*/ 43 h 162"/>
                <a:gd name="T4" fmla="*/ 13 w 148"/>
                <a:gd name="T5" fmla="*/ 40 h 162"/>
                <a:gd name="T6" fmla="*/ 28 w 148"/>
                <a:gd name="T7" fmla="*/ 39 h 162"/>
                <a:gd name="T8" fmla="*/ 29 w 148"/>
                <a:gd name="T9" fmla="*/ 30 h 162"/>
                <a:gd name="T10" fmla="*/ 20 w 148"/>
                <a:gd name="T11" fmla="*/ 24 h 162"/>
                <a:gd name="T12" fmla="*/ 8 w 148"/>
                <a:gd name="T13" fmla="*/ 11 h 162"/>
                <a:gd name="T14" fmla="*/ 22 w 148"/>
                <a:gd name="T15" fmla="*/ 0 h 162"/>
                <a:gd name="T16" fmla="*/ 33 w 148"/>
                <a:gd name="T17" fmla="*/ 7 h 162"/>
                <a:gd name="T18" fmla="*/ 16 w 148"/>
                <a:gd name="T19" fmla="*/ 6 h 162"/>
                <a:gd name="T20" fmla="*/ 14 w 148"/>
                <a:gd name="T21" fmla="*/ 15 h 162"/>
                <a:gd name="T22" fmla="*/ 23 w 148"/>
                <a:gd name="T23" fmla="*/ 20 h 162"/>
                <a:gd name="T24" fmla="*/ 35 w 148"/>
                <a:gd name="T25" fmla="*/ 33 h 162"/>
                <a:gd name="T26" fmla="*/ 53 w 148"/>
                <a:gd name="T27" fmla="*/ 45 h 162"/>
                <a:gd name="T28" fmla="*/ 39 w 148"/>
                <a:gd name="T29" fmla="*/ 5 h 162"/>
                <a:gd name="T30" fmla="*/ 72 w 148"/>
                <a:gd name="T31" fmla="*/ 1 h 162"/>
                <a:gd name="T32" fmla="*/ 58 w 148"/>
                <a:gd name="T33" fmla="*/ 5 h 162"/>
                <a:gd name="T34" fmla="*/ 103 w 148"/>
                <a:gd name="T35" fmla="*/ 45 h 162"/>
                <a:gd name="T36" fmla="*/ 79 w 148"/>
                <a:gd name="T37" fmla="*/ 1 h 162"/>
                <a:gd name="T38" fmla="*/ 103 w 148"/>
                <a:gd name="T39" fmla="*/ 5 h 162"/>
                <a:gd name="T40" fmla="*/ 84 w 148"/>
                <a:gd name="T41" fmla="*/ 19 h 162"/>
                <a:gd name="T42" fmla="*/ 102 w 148"/>
                <a:gd name="T43" fmla="*/ 24 h 162"/>
                <a:gd name="T44" fmla="*/ 84 w 148"/>
                <a:gd name="T45" fmla="*/ 40 h 162"/>
                <a:gd name="T46" fmla="*/ 103 w 148"/>
                <a:gd name="T47" fmla="*/ 45 h 162"/>
                <a:gd name="T48" fmla="*/ 136 w 148"/>
                <a:gd name="T49" fmla="*/ 24 h 162"/>
                <a:gd name="T50" fmla="*/ 118 w 148"/>
                <a:gd name="T51" fmla="*/ 27 h 162"/>
                <a:gd name="T52" fmla="*/ 113 w 148"/>
                <a:gd name="T53" fmla="*/ 45 h 162"/>
                <a:gd name="T54" fmla="*/ 124 w 148"/>
                <a:gd name="T55" fmla="*/ 1 h 162"/>
                <a:gd name="T56" fmla="*/ 118 w 148"/>
                <a:gd name="T57" fmla="*/ 23 h 162"/>
                <a:gd name="T58" fmla="*/ 133 w 148"/>
                <a:gd name="T59" fmla="*/ 21 h 162"/>
                <a:gd name="T60" fmla="*/ 133 w 148"/>
                <a:gd name="T61" fmla="*/ 7 h 162"/>
                <a:gd name="T62" fmla="*/ 118 w 148"/>
                <a:gd name="T63" fmla="*/ 5 h 162"/>
                <a:gd name="T64" fmla="*/ 69 w 148"/>
                <a:gd name="T65" fmla="*/ 110 h 162"/>
                <a:gd name="T66" fmla="*/ 34 w 148"/>
                <a:gd name="T67" fmla="*/ 162 h 162"/>
                <a:gd name="T68" fmla="*/ 0 w 148"/>
                <a:gd name="T69" fmla="*/ 110 h 162"/>
                <a:gd name="T70" fmla="*/ 34 w 148"/>
                <a:gd name="T71" fmla="*/ 58 h 162"/>
                <a:gd name="T72" fmla="*/ 69 w 148"/>
                <a:gd name="T73" fmla="*/ 110 h 162"/>
                <a:gd name="T74" fmla="*/ 21 w 148"/>
                <a:gd name="T75" fmla="*/ 140 h 162"/>
                <a:gd name="T76" fmla="*/ 48 w 148"/>
                <a:gd name="T77" fmla="*/ 140 h 162"/>
                <a:gd name="T78" fmla="*/ 48 w 148"/>
                <a:gd name="T79" fmla="*/ 81 h 162"/>
                <a:gd name="T80" fmla="*/ 21 w 148"/>
                <a:gd name="T81" fmla="*/ 81 h 162"/>
                <a:gd name="T82" fmla="*/ 145 w 148"/>
                <a:gd name="T83" fmla="*/ 83 h 162"/>
                <a:gd name="T84" fmla="*/ 124 w 148"/>
                <a:gd name="T85" fmla="*/ 108 h 162"/>
                <a:gd name="T86" fmla="*/ 142 w 148"/>
                <a:gd name="T87" fmla="*/ 116 h 162"/>
                <a:gd name="T88" fmla="*/ 138 w 148"/>
                <a:gd name="T89" fmla="*/ 154 h 162"/>
                <a:gd name="T90" fmla="*/ 81 w 148"/>
                <a:gd name="T91" fmla="*/ 157 h 162"/>
                <a:gd name="T92" fmla="*/ 94 w 148"/>
                <a:gd name="T93" fmla="*/ 147 h 162"/>
                <a:gd name="T94" fmla="*/ 126 w 148"/>
                <a:gd name="T95" fmla="*/ 145 h 162"/>
                <a:gd name="T96" fmla="*/ 125 w 148"/>
                <a:gd name="T97" fmla="*/ 119 h 162"/>
                <a:gd name="T98" fmla="*/ 96 w 148"/>
                <a:gd name="T99" fmla="*/ 115 h 162"/>
                <a:gd name="T100" fmla="*/ 105 w 148"/>
                <a:gd name="T101" fmla="*/ 102 h 162"/>
                <a:gd name="T102" fmla="*/ 125 w 148"/>
                <a:gd name="T103" fmla="*/ 76 h 162"/>
                <a:gd name="T104" fmla="*/ 101 w 148"/>
                <a:gd name="T105" fmla="*/ 74 h 162"/>
                <a:gd name="T106" fmla="*/ 81 w 148"/>
                <a:gd name="T107" fmla="*/ 69 h 162"/>
                <a:gd name="T108" fmla="*/ 137 w 148"/>
                <a:gd name="T109" fmla="*/ 6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 h="162">
                  <a:moveTo>
                    <a:pt x="35" y="33"/>
                  </a:moveTo>
                  <a:cubicBezTo>
                    <a:pt x="35" y="37"/>
                    <a:pt x="34" y="40"/>
                    <a:pt x="31" y="42"/>
                  </a:cubicBezTo>
                  <a:cubicBezTo>
                    <a:pt x="28" y="44"/>
                    <a:pt x="24" y="45"/>
                    <a:pt x="20" y="45"/>
                  </a:cubicBezTo>
                  <a:cubicBezTo>
                    <a:pt x="14" y="45"/>
                    <a:pt x="10" y="45"/>
                    <a:pt x="8" y="43"/>
                  </a:cubicBezTo>
                  <a:cubicBezTo>
                    <a:pt x="8" y="38"/>
                    <a:pt x="8" y="38"/>
                    <a:pt x="8" y="38"/>
                  </a:cubicBezTo>
                  <a:cubicBezTo>
                    <a:pt x="9" y="39"/>
                    <a:pt x="11" y="40"/>
                    <a:pt x="13" y="40"/>
                  </a:cubicBezTo>
                  <a:cubicBezTo>
                    <a:pt x="16" y="41"/>
                    <a:pt x="18" y="41"/>
                    <a:pt x="20" y="41"/>
                  </a:cubicBezTo>
                  <a:cubicBezTo>
                    <a:pt x="23" y="41"/>
                    <a:pt x="26" y="40"/>
                    <a:pt x="28" y="39"/>
                  </a:cubicBezTo>
                  <a:cubicBezTo>
                    <a:pt x="29" y="38"/>
                    <a:pt x="30" y="36"/>
                    <a:pt x="30" y="34"/>
                  </a:cubicBezTo>
                  <a:cubicBezTo>
                    <a:pt x="30" y="32"/>
                    <a:pt x="30" y="31"/>
                    <a:pt x="29" y="30"/>
                  </a:cubicBezTo>
                  <a:cubicBezTo>
                    <a:pt x="29" y="29"/>
                    <a:pt x="28" y="28"/>
                    <a:pt x="26" y="27"/>
                  </a:cubicBezTo>
                  <a:cubicBezTo>
                    <a:pt x="25" y="26"/>
                    <a:pt x="23" y="25"/>
                    <a:pt x="20" y="24"/>
                  </a:cubicBezTo>
                  <a:cubicBezTo>
                    <a:pt x="15" y="23"/>
                    <a:pt x="12" y="21"/>
                    <a:pt x="11" y="19"/>
                  </a:cubicBezTo>
                  <a:cubicBezTo>
                    <a:pt x="9" y="17"/>
                    <a:pt x="8" y="14"/>
                    <a:pt x="8" y="11"/>
                  </a:cubicBezTo>
                  <a:cubicBezTo>
                    <a:pt x="8" y="8"/>
                    <a:pt x="9" y="5"/>
                    <a:pt x="12" y="3"/>
                  </a:cubicBezTo>
                  <a:cubicBezTo>
                    <a:pt x="15" y="1"/>
                    <a:pt x="18" y="0"/>
                    <a:pt x="22" y="0"/>
                  </a:cubicBezTo>
                  <a:cubicBezTo>
                    <a:pt x="26" y="0"/>
                    <a:pt x="31" y="1"/>
                    <a:pt x="34" y="2"/>
                  </a:cubicBezTo>
                  <a:cubicBezTo>
                    <a:pt x="33" y="7"/>
                    <a:pt x="33" y="7"/>
                    <a:pt x="33" y="7"/>
                  </a:cubicBezTo>
                  <a:cubicBezTo>
                    <a:pt x="29" y="5"/>
                    <a:pt x="25" y="5"/>
                    <a:pt x="22" y="5"/>
                  </a:cubicBezTo>
                  <a:cubicBezTo>
                    <a:pt x="19" y="5"/>
                    <a:pt x="17" y="5"/>
                    <a:pt x="16" y="6"/>
                  </a:cubicBezTo>
                  <a:cubicBezTo>
                    <a:pt x="14" y="8"/>
                    <a:pt x="13" y="9"/>
                    <a:pt x="13" y="11"/>
                  </a:cubicBezTo>
                  <a:cubicBezTo>
                    <a:pt x="13" y="13"/>
                    <a:pt x="14" y="14"/>
                    <a:pt x="14" y="15"/>
                  </a:cubicBezTo>
                  <a:cubicBezTo>
                    <a:pt x="15" y="16"/>
                    <a:pt x="16" y="17"/>
                    <a:pt x="17" y="18"/>
                  </a:cubicBezTo>
                  <a:cubicBezTo>
                    <a:pt x="18" y="18"/>
                    <a:pt x="20" y="19"/>
                    <a:pt x="23" y="20"/>
                  </a:cubicBezTo>
                  <a:cubicBezTo>
                    <a:pt x="28" y="22"/>
                    <a:pt x="31" y="24"/>
                    <a:pt x="33" y="26"/>
                  </a:cubicBezTo>
                  <a:cubicBezTo>
                    <a:pt x="34" y="28"/>
                    <a:pt x="35" y="30"/>
                    <a:pt x="35"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4"/>
                  </a:moveTo>
                  <a:cubicBezTo>
                    <a:pt x="141" y="18"/>
                    <a:pt x="139" y="21"/>
                    <a:pt x="136" y="24"/>
                  </a:cubicBezTo>
                  <a:cubicBezTo>
                    <a:pt x="133"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4" y="1"/>
                    <a:pt x="124" y="1"/>
                    <a:pt x="124" y="1"/>
                  </a:cubicBezTo>
                  <a:cubicBezTo>
                    <a:pt x="135" y="1"/>
                    <a:pt x="141" y="5"/>
                    <a:pt x="141" y="14"/>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2"/>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45" y="83"/>
                  </a:moveTo>
                  <a:cubicBezTo>
                    <a:pt x="145" y="89"/>
                    <a:pt x="144" y="95"/>
                    <a:pt x="140" y="99"/>
                  </a:cubicBezTo>
                  <a:cubicBezTo>
                    <a:pt x="136" y="103"/>
                    <a:pt x="131" y="106"/>
                    <a:pt x="124" y="108"/>
                  </a:cubicBezTo>
                  <a:cubicBezTo>
                    <a:pt x="124" y="108"/>
                    <a:pt x="124" y="108"/>
                    <a:pt x="124" y="108"/>
                  </a:cubicBezTo>
                  <a:cubicBezTo>
                    <a:pt x="132" y="109"/>
                    <a:pt x="138" y="112"/>
                    <a:pt x="142" y="116"/>
                  </a:cubicBezTo>
                  <a:cubicBezTo>
                    <a:pt x="146" y="120"/>
                    <a:pt x="148" y="125"/>
                    <a:pt x="148" y="132"/>
                  </a:cubicBezTo>
                  <a:cubicBezTo>
                    <a:pt x="148" y="141"/>
                    <a:pt x="145" y="149"/>
                    <a:pt x="138" y="154"/>
                  </a:cubicBezTo>
                  <a:cubicBezTo>
                    <a:pt x="131" y="159"/>
                    <a:pt x="122" y="162"/>
                    <a:pt x="109" y="162"/>
                  </a:cubicBezTo>
                  <a:cubicBezTo>
                    <a:pt x="98" y="162"/>
                    <a:pt x="88" y="160"/>
                    <a:pt x="81" y="157"/>
                  </a:cubicBezTo>
                  <a:cubicBezTo>
                    <a:pt x="81" y="142"/>
                    <a:pt x="81" y="142"/>
                    <a:pt x="81" y="142"/>
                  </a:cubicBezTo>
                  <a:cubicBezTo>
                    <a:pt x="85" y="144"/>
                    <a:pt x="89" y="146"/>
                    <a:pt x="94" y="147"/>
                  </a:cubicBezTo>
                  <a:cubicBezTo>
                    <a:pt x="99" y="148"/>
                    <a:pt x="104" y="149"/>
                    <a:pt x="108" y="149"/>
                  </a:cubicBezTo>
                  <a:cubicBezTo>
                    <a:pt x="116" y="149"/>
                    <a:pt x="122" y="147"/>
                    <a:pt x="126" y="145"/>
                  </a:cubicBezTo>
                  <a:cubicBezTo>
                    <a:pt x="129" y="142"/>
                    <a:pt x="131" y="137"/>
                    <a:pt x="131" y="131"/>
                  </a:cubicBezTo>
                  <a:cubicBezTo>
                    <a:pt x="131" y="126"/>
                    <a:pt x="129" y="122"/>
                    <a:pt x="125" y="119"/>
                  </a:cubicBezTo>
                  <a:cubicBezTo>
                    <a:pt x="121" y="117"/>
                    <a:pt x="114" y="115"/>
                    <a:pt x="105" y="115"/>
                  </a:cubicBezTo>
                  <a:cubicBezTo>
                    <a:pt x="96" y="115"/>
                    <a:pt x="96" y="115"/>
                    <a:pt x="96" y="115"/>
                  </a:cubicBezTo>
                  <a:cubicBezTo>
                    <a:pt x="96" y="102"/>
                    <a:pt x="96" y="102"/>
                    <a:pt x="96" y="102"/>
                  </a:cubicBezTo>
                  <a:cubicBezTo>
                    <a:pt x="105" y="102"/>
                    <a:pt x="105" y="102"/>
                    <a:pt x="105" y="102"/>
                  </a:cubicBezTo>
                  <a:cubicBezTo>
                    <a:pt x="121" y="102"/>
                    <a:pt x="129" y="97"/>
                    <a:pt x="129" y="85"/>
                  </a:cubicBezTo>
                  <a:cubicBezTo>
                    <a:pt x="129" y="81"/>
                    <a:pt x="128" y="78"/>
                    <a:pt x="125" y="76"/>
                  </a:cubicBezTo>
                  <a:cubicBezTo>
                    <a:pt x="122" y="73"/>
                    <a:pt x="118" y="72"/>
                    <a:pt x="112" y="72"/>
                  </a:cubicBezTo>
                  <a:cubicBezTo>
                    <a:pt x="109" y="72"/>
                    <a:pt x="105" y="73"/>
                    <a:pt x="101" y="74"/>
                  </a:cubicBezTo>
                  <a:cubicBezTo>
                    <a:pt x="98" y="75"/>
                    <a:pt x="94" y="77"/>
                    <a:pt x="89" y="80"/>
                  </a:cubicBezTo>
                  <a:cubicBezTo>
                    <a:pt x="81" y="69"/>
                    <a:pt x="81" y="69"/>
                    <a:pt x="81" y="69"/>
                  </a:cubicBezTo>
                  <a:cubicBezTo>
                    <a:pt x="90" y="62"/>
                    <a:pt x="101" y="58"/>
                    <a:pt x="113" y="58"/>
                  </a:cubicBezTo>
                  <a:cubicBezTo>
                    <a:pt x="123" y="58"/>
                    <a:pt x="131" y="61"/>
                    <a:pt x="137" y="65"/>
                  </a:cubicBezTo>
                  <a:cubicBezTo>
                    <a:pt x="143" y="69"/>
                    <a:pt x="145" y="75"/>
                    <a:pt x="145"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05" name="Group 104">
            <a:extLst>
              <a:ext uri="{FF2B5EF4-FFF2-40B4-BE49-F238E27FC236}">
                <a16:creationId xmlns:a16="http://schemas.microsoft.com/office/drawing/2014/main" id="{76367E5B-3FAC-4716-9451-56B439F197F1}"/>
              </a:ext>
            </a:extLst>
          </p:cNvPr>
          <p:cNvGrpSpPr/>
          <p:nvPr/>
        </p:nvGrpSpPr>
        <p:grpSpPr>
          <a:xfrm>
            <a:off x="2081213" y="1650685"/>
            <a:ext cx="867076" cy="899127"/>
            <a:chOff x="2974975" y="2886076"/>
            <a:chExt cx="815975" cy="846138"/>
          </a:xfrm>
        </p:grpSpPr>
        <p:sp>
          <p:nvSpPr>
            <p:cNvPr id="106" name="Freeform 186">
              <a:extLst>
                <a:ext uri="{FF2B5EF4-FFF2-40B4-BE49-F238E27FC236}">
                  <a16:creationId xmlns:a16="http://schemas.microsoft.com/office/drawing/2014/main" id="{FAE52509-40DF-4E91-A7F2-4D060D8AA483}"/>
                </a:ext>
              </a:extLst>
            </p:cNvPr>
            <p:cNvSpPr>
              <a:spLocks/>
            </p:cNvSpPr>
            <p:nvPr/>
          </p:nvSpPr>
          <p:spPr bwMode="auto">
            <a:xfrm>
              <a:off x="2974975" y="2886075"/>
              <a:ext cx="815975" cy="846138"/>
            </a:xfrm>
            <a:custGeom>
              <a:avLst/>
              <a:gdLst>
                <a:gd name="T0" fmla="*/ 138 w 228"/>
                <a:gd name="T1" fmla="*/ 13 h 236"/>
                <a:gd name="T2" fmla="*/ 228 w 228"/>
                <a:gd name="T3" fmla="*/ 104 h 236"/>
                <a:gd name="T4" fmla="*/ 95 w 228"/>
                <a:gd name="T5" fmla="*/ 236 h 236"/>
                <a:gd name="T6" fmla="*/ 20 w 228"/>
                <a:gd name="T7" fmla="*/ 159 h 236"/>
                <a:gd name="T8" fmla="*/ 26 w 228"/>
                <a:gd name="T9" fmla="*/ 70 h 236"/>
                <a:gd name="T10" fmla="*/ 7 w 228"/>
                <a:gd name="T11" fmla="*/ 50 h 236"/>
                <a:gd name="T12" fmla="*/ 8 w 228"/>
                <a:gd name="T13" fmla="*/ 46 h 236"/>
                <a:gd name="T14" fmla="*/ 29 w 228"/>
                <a:gd name="T15" fmla="*/ 45 h 236"/>
                <a:gd name="T16" fmla="*/ 11 w 228"/>
                <a:gd name="T17" fmla="*/ 27 h 236"/>
                <a:gd name="T18" fmla="*/ 33 w 228"/>
                <a:gd name="T19" fmla="*/ 10 h 236"/>
                <a:gd name="T20" fmla="*/ 52 w 228"/>
                <a:gd name="T21" fmla="*/ 29 h 236"/>
                <a:gd name="T22" fmla="*/ 52 w 228"/>
                <a:gd name="T23" fmla="*/ 25 h 236"/>
                <a:gd name="T24" fmla="*/ 38 w 228"/>
                <a:gd name="T25" fmla="*/ 12 h 236"/>
                <a:gd name="T26" fmla="*/ 38 w 228"/>
                <a:gd name="T27" fmla="*/ 8 h 236"/>
                <a:gd name="T28" fmla="*/ 71 w 228"/>
                <a:gd name="T29" fmla="*/ 8 h 236"/>
                <a:gd name="T30" fmla="*/ 79 w 228"/>
                <a:gd name="T31" fmla="*/ 15 h 236"/>
                <a:gd name="T32" fmla="*/ 79 w 228"/>
                <a:gd name="T33" fmla="*/ 8 h 236"/>
                <a:gd name="T34" fmla="*/ 103 w 228"/>
                <a:gd name="T35" fmla="*/ 8 h 236"/>
                <a:gd name="T36" fmla="*/ 113 w 228"/>
                <a:gd name="T37" fmla="*/ 19 h 236"/>
                <a:gd name="T38" fmla="*/ 113 w 228"/>
                <a:gd name="T39" fmla="*/ 8 h 236"/>
                <a:gd name="T40" fmla="*/ 138 w 228"/>
                <a:gd name="T41"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236">
                  <a:moveTo>
                    <a:pt x="138" y="13"/>
                  </a:moveTo>
                  <a:cubicBezTo>
                    <a:pt x="228" y="104"/>
                    <a:pt x="228" y="104"/>
                    <a:pt x="228" y="104"/>
                  </a:cubicBezTo>
                  <a:cubicBezTo>
                    <a:pt x="95" y="236"/>
                    <a:pt x="95" y="236"/>
                    <a:pt x="95" y="236"/>
                  </a:cubicBezTo>
                  <a:cubicBezTo>
                    <a:pt x="20" y="159"/>
                    <a:pt x="20" y="159"/>
                    <a:pt x="20" y="159"/>
                  </a:cubicBezTo>
                  <a:cubicBezTo>
                    <a:pt x="20" y="159"/>
                    <a:pt x="0" y="108"/>
                    <a:pt x="26" y="70"/>
                  </a:cubicBezTo>
                  <a:cubicBezTo>
                    <a:pt x="21" y="64"/>
                    <a:pt x="7" y="50"/>
                    <a:pt x="7" y="50"/>
                  </a:cubicBezTo>
                  <a:cubicBezTo>
                    <a:pt x="8" y="46"/>
                    <a:pt x="8" y="46"/>
                    <a:pt x="8" y="46"/>
                  </a:cubicBezTo>
                  <a:cubicBezTo>
                    <a:pt x="8" y="46"/>
                    <a:pt x="23" y="53"/>
                    <a:pt x="29" y="45"/>
                  </a:cubicBezTo>
                  <a:cubicBezTo>
                    <a:pt x="29" y="44"/>
                    <a:pt x="11" y="27"/>
                    <a:pt x="11" y="27"/>
                  </a:cubicBezTo>
                  <a:cubicBezTo>
                    <a:pt x="11" y="27"/>
                    <a:pt x="0" y="0"/>
                    <a:pt x="33" y="10"/>
                  </a:cubicBezTo>
                  <a:cubicBezTo>
                    <a:pt x="34" y="11"/>
                    <a:pt x="52" y="29"/>
                    <a:pt x="52" y="29"/>
                  </a:cubicBezTo>
                  <a:cubicBezTo>
                    <a:pt x="52" y="25"/>
                    <a:pt x="52" y="25"/>
                    <a:pt x="52" y="25"/>
                  </a:cubicBezTo>
                  <a:cubicBezTo>
                    <a:pt x="38" y="12"/>
                    <a:pt x="38" y="12"/>
                    <a:pt x="38" y="12"/>
                  </a:cubicBezTo>
                  <a:cubicBezTo>
                    <a:pt x="38" y="8"/>
                    <a:pt x="38" y="8"/>
                    <a:pt x="38" y="8"/>
                  </a:cubicBezTo>
                  <a:cubicBezTo>
                    <a:pt x="71" y="8"/>
                    <a:pt x="71" y="8"/>
                    <a:pt x="71" y="8"/>
                  </a:cubicBezTo>
                  <a:cubicBezTo>
                    <a:pt x="79" y="15"/>
                    <a:pt x="79" y="15"/>
                    <a:pt x="79" y="15"/>
                  </a:cubicBezTo>
                  <a:cubicBezTo>
                    <a:pt x="79" y="8"/>
                    <a:pt x="79" y="8"/>
                    <a:pt x="79" y="8"/>
                  </a:cubicBezTo>
                  <a:cubicBezTo>
                    <a:pt x="103" y="8"/>
                    <a:pt x="103" y="8"/>
                    <a:pt x="103" y="8"/>
                  </a:cubicBezTo>
                  <a:cubicBezTo>
                    <a:pt x="113" y="19"/>
                    <a:pt x="113" y="19"/>
                    <a:pt x="113" y="19"/>
                  </a:cubicBezTo>
                  <a:cubicBezTo>
                    <a:pt x="113" y="8"/>
                    <a:pt x="113" y="8"/>
                    <a:pt x="113" y="8"/>
                  </a:cubicBezTo>
                  <a:cubicBezTo>
                    <a:pt x="113" y="8"/>
                    <a:pt x="125" y="8"/>
                    <a:pt x="138" y="13"/>
                  </a:cubicBezTo>
                  <a:close/>
                </a:path>
              </a:pathLst>
            </a:custGeom>
            <a:gradFill flip="none" rotWithShape="1">
              <a:gsLst>
                <a:gs pos="0">
                  <a:schemeClr val="accent6">
                    <a:lumMod val="50000"/>
                  </a:schemeClr>
                </a:gs>
                <a:gs pos="68000">
                  <a:schemeClr val="accent6">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07" name="Freeform 187">
              <a:extLst>
                <a:ext uri="{FF2B5EF4-FFF2-40B4-BE49-F238E27FC236}">
                  <a16:creationId xmlns:a16="http://schemas.microsoft.com/office/drawing/2014/main" id="{69D7887A-8545-4BE7-A58D-DFF87226F11D}"/>
                </a:ext>
              </a:extLst>
            </p:cNvPr>
            <p:cNvSpPr>
              <a:spLocks noEditPoints="1"/>
            </p:cNvSpPr>
            <p:nvPr/>
          </p:nvSpPr>
          <p:spPr bwMode="auto">
            <a:xfrm>
              <a:off x="3000375" y="2909888"/>
              <a:ext cx="474663" cy="582613"/>
            </a:xfrm>
            <a:custGeom>
              <a:avLst/>
              <a:gdLst>
                <a:gd name="T0" fmla="*/ 24 w 133"/>
                <a:gd name="T1" fmla="*/ 42 h 162"/>
                <a:gd name="T2" fmla="*/ 0 w 133"/>
                <a:gd name="T3" fmla="*/ 43 h 162"/>
                <a:gd name="T4" fmla="*/ 6 w 133"/>
                <a:gd name="T5" fmla="*/ 40 h 162"/>
                <a:gd name="T6" fmla="*/ 20 w 133"/>
                <a:gd name="T7" fmla="*/ 39 h 162"/>
                <a:gd name="T8" fmla="*/ 22 w 133"/>
                <a:gd name="T9" fmla="*/ 30 h 162"/>
                <a:gd name="T10" fmla="*/ 12 w 133"/>
                <a:gd name="T11" fmla="*/ 24 h 162"/>
                <a:gd name="T12" fmla="*/ 1 w 133"/>
                <a:gd name="T13" fmla="*/ 11 h 162"/>
                <a:gd name="T14" fmla="*/ 14 w 133"/>
                <a:gd name="T15" fmla="*/ 0 h 162"/>
                <a:gd name="T16" fmla="*/ 25 w 133"/>
                <a:gd name="T17" fmla="*/ 7 h 162"/>
                <a:gd name="T18" fmla="*/ 8 w 133"/>
                <a:gd name="T19" fmla="*/ 6 h 162"/>
                <a:gd name="T20" fmla="*/ 7 w 133"/>
                <a:gd name="T21" fmla="*/ 15 h 162"/>
                <a:gd name="T22" fmla="*/ 16 w 133"/>
                <a:gd name="T23" fmla="*/ 20 h 162"/>
                <a:gd name="T24" fmla="*/ 28 w 133"/>
                <a:gd name="T25" fmla="*/ 33 h 162"/>
                <a:gd name="T26" fmla="*/ 45 w 133"/>
                <a:gd name="T27" fmla="*/ 45 h 162"/>
                <a:gd name="T28" fmla="*/ 31 w 133"/>
                <a:gd name="T29" fmla="*/ 5 h 162"/>
                <a:gd name="T30" fmla="*/ 64 w 133"/>
                <a:gd name="T31" fmla="*/ 1 h 162"/>
                <a:gd name="T32" fmla="*/ 50 w 133"/>
                <a:gd name="T33" fmla="*/ 5 h 162"/>
                <a:gd name="T34" fmla="*/ 96 w 133"/>
                <a:gd name="T35" fmla="*/ 45 h 162"/>
                <a:gd name="T36" fmla="*/ 71 w 133"/>
                <a:gd name="T37" fmla="*/ 1 h 162"/>
                <a:gd name="T38" fmla="*/ 96 w 133"/>
                <a:gd name="T39" fmla="*/ 5 h 162"/>
                <a:gd name="T40" fmla="*/ 76 w 133"/>
                <a:gd name="T41" fmla="*/ 19 h 162"/>
                <a:gd name="T42" fmla="*/ 94 w 133"/>
                <a:gd name="T43" fmla="*/ 24 h 162"/>
                <a:gd name="T44" fmla="*/ 76 w 133"/>
                <a:gd name="T45" fmla="*/ 40 h 162"/>
                <a:gd name="T46" fmla="*/ 96 w 133"/>
                <a:gd name="T47" fmla="*/ 45 h 162"/>
                <a:gd name="T48" fmla="*/ 129 w 133"/>
                <a:gd name="T49" fmla="*/ 24 h 162"/>
                <a:gd name="T50" fmla="*/ 111 w 133"/>
                <a:gd name="T51" fmla="*/ 27 h 162"/>
                <a:gd name="T52" fmla="*/ 105 w 133"/>
                <a:gd name="T53" fmla="*/ 45 h 162"/>
                <a:gd name="T54" fmla="*/ 117 w 133"/>
                <a:gd name="T55" fmla="*/ 1 h 162"/>
                <a:gd name="T56" fmla="*/ 111 w 133"/>
                <a:gd name="T57" fmla="*/ 23 h 162"/>
                <a:gd name="T58" fmla="*/ 125 w 133"/>
                <a:gd name="T59" fmla="*/ 21 h 162"/>
                <a:gd name="T60" fmla="*/ 125 w 133"/>
                <a:gd name="T61" fmla="*/ 7 h 162"/>
                <a:gd name="T62" fmla="*/ 111 w 133"/>
                <a:gd name="T63" fmla="*/ 5 h 162"/>
                <a:gd name="T64" fmla="*/ 71 w 133"/>
                <a:gd name="T65" fmla="*/ 110 h 162"/>
                <a:gd name="T66" fmla="*/ 37 w 133"/>
                <a:gd name="T67" fmla="*/ 162 h 162"/>
                <a:gd name="T68" fmla="*/ 2 w 133"/>
                <a:gd name="T69" fmla="*/ 110 h 162"/>
                <a:gd name="T70" fmla="*/ 37 w 133"/>
                <a:gd name="T71" fmla="*/ 58 h 162"/>
                <a:gd name="T72" fmla="*/ 71 w 133"/>
                <a:gd name="T73" fmla="*/ 110 h 162"/>
                <a:gd name="T74" fmla="*/ 23 w 133"/>
                <a:gd name="T75" fmla="*/ 140 h 162"/>
                <a:gd name="T76" fmla="*/ 50 w 133"/>
                <a:gd name="T77" fmla="*/ 140 h 162"/>
                <a:gd name="T78" fmla="*/ 50 w 133"/>
                <a:gd name="T79" fmla="*/ 81 h 162"/>
                <a:gd name="T80" fmla="*/ 23 w 133"/>
                <a:gd name="T81" fmla="*/ 81 h 162"/>
                <a:gd name="T82" fmla="*/ 131 w 133"/>
                <a:gd name="T83" fmla="*/ 161 h 162"/>
                <a:gd name="T84" fmla="*/ 115 w 133"/>
                <a:gd name="T85" fmla="*/ 96 h 162"/>
                <a:gd name="T86" fmla="*/ 111 w 133"/>
                <a:gd name="T87" fmla="*/ 81 h 162"/>
                <a:gd name="T88" fmla="*/ 88 w 133"/>
                <a:gd name="T89" fmla="*/ 83 h 162"/>
                <a:gd name="T90" fmla="*/ 131 w 133"/>
                <a:gd name="T91"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62">
                  <a:moveTo>
                    <a:pt x="28" y="33"/>
                  </a:moveTo>
                  <a:cubicBezTo>
                    <a:pt x="28" y="37"/>
                    <a:pt x="26" y="40"/>
                    <a:pt x="24" y="42"/>
                  </a:cubicBezTo>
                  <a:cubicBezTo>
                    <a:pt x="21" y="44"/>
                    <a:pt x="17" y="45"/>
                    <a:pt x="12" y="45"/>
                  </a:cubicBezTo>
                  <a:cubicBezTo>
                    <a:pt x="7" y="45"/>
                    <a:pt x="3" y="45"/>
                    <a:pt x="0" y="43"/>
                  </a:cubicBezTo>
                  <a:cubicBezTo>
                    <a:pt x="0" y="38"/>
                    <a:pt x="0" y="38"/>
                    <a:pt x="0" y="38"/>
                  </a:cubicBezTo>
                  <a:cubicBezTo>
                    <a:pt x="2" y="39"/>
                    <a:pt x="4" y="40"/>
                    <a:pt x="6" y="40"/>
                  </a:cubicBezTo>
                  <a:cubicBezTo>
                    <a:pt x="8" y="41"/>
                    <a:pt x="10" y="41"/>
                    <a:pt x="12" y="41"/>
                  </a:cubicBezTo>
                  <a:cubicBezTo>
                    <a:pt x="16" y="41"/>
                    <a:pt x="18" y="40"/>
                    <a:pt x="20" y="39"/>
                  </a:cubicBezTo>
                  <a:cubicBezTo>
                    <a:pt x="22" y="38"/>
                    <a:pt x="23" y="36"/>
                    <a:pt x="23" y="33"/>
                  </a:cubicBezTo>
                  <a:cubicBezTo>
                    <a:pt x="23" y="32"/>
                    <a:pt x="22" y="31"/>
                    <a:pt x="22" y="30"/>
                  </a:cubicBezTo>
                  <a:cubicBezTo>
                    <a:pt x="21" y="29"/>
                    <a:pt x="20" y="28"/>
                    <a:pt x="19" y="27"/>
                  </a:cubicBezTo>
                  <a:cubicBezTo>
                    <a:pt x="17" y="26"/>
                    <a:pt x="15" y="25"/>
                    <a:pt x="12" y="24"/>
                  </a:cubicBezTo>
                  <a:cubicBezTo>
                    <a:pt x="8" y="23"/>
                    <a:pt x="5" y="21"/>
                    <a:pt x="3" y="19"/>
                  </a:cubicBezTo>
                  <a:cubicBezTo>
                    <a:pt x="1" y="17"/>
                    <a:pt x="1" y="14"/>
                    <a:pt x="1" y="11"/>
                  </a:cubicBezTo>
                  <a:cubicBezTo>
                    <a:pt x="1" y="8"/>
                    <a:pt x="2" y="5"/>
                    <a:pt x="4" y="3"/>
                  </a:cubicBezTo>
                  <a:cubicBezTo>
                    <a:pt x="7" y="1"/>
                    <a:pt x="10" y="0"/>
                    <a:pt x="14" y="0"/>
                  </a:cubicBezTo>
                  <a:cubicBezTo>
                    <a:pt x="19" y="0"/>
                    <a:pt x="23" y="1"/>
                    <a:pt x="27" y="2"/>
                  </a:cubicBezTo>
                  <a:cubicBezTo>
                    <a:pt x="25" y="7"/>
                    <a:pt x="25" y="7"/>
                    <a:pt x="25" y="7"/>
                  </a:cubicBezTo>
                  <a:cubicBezTo>
                    <a:pt x="21" y="5"/>
                    <a:pt x="18" y="5"/>
                    <a:pt x="14" y="5"/>
                  </a:cubicBezTo>
                  <a:cubicBezTo>
                    <a:pt x="12" y="5"/>
                    <a:pt x="10" y="5"/>
                    <a:pt x="8" y="6"/>
                  </a:cubicBezTo>
                  <a:cubicBezTo>
                    <a:pt x="6" y="7"/>
                    <a:pt x="6" y="9"/>
                    <a:pt x="6" y="11"/>
                  </a:cubicBezTo>
                  <a:cubicBezTo>
                    <a:pt x="6" y="13"/>
                    <a:pt x="6" y="14"/>
                    <a:pt x="7" y="15"/>
                  </a:cubicBezTo>
                  <a:cubicBezTo>
                    <a:pt x="7" y="16"/>
                    <a:pt x="8" y="17"/>
                    <a:pt x="9" y="18"/>
                  </a:cubicBezTo>
                  <a:cubicBezTo>
                    <a:pt x="11" y="18"/>
                    <a:pt x="13" y="19"/>
                    <a:pt x="16" y="20"/>
                  </a:cubicBezTo>
                  <a:cubicBezTo>
                    <a:pt x="20" y="22"/>
                    <a:pt x="23" y="24"/>
                    <a:pt x="25" y="26"/>
                  </a:cubicBezTo>
                  <a:cubicBezTo>
                    <a:pt x="27" y="28"/>
                    <a:pt x="28" y="30"/>
                    <a:pt x="28" y="33"/>
                  </a:cubicBezTo>
                  <a:close/>
                  <a:moveTo>
                    <a:pt x="50" y="45"/>
                  </a:moveTo>
                  <a:cubicBezTo>
                    <a:pt x="45" y="45"/>
                    <a:pt x="45" y="45"/>
                    <a:pt x="45" y="45"/>
                  </a:cubicBezTo>
                  <a:cubicBezTo>
                    <a:pt x="45" y="5"/>
                    <a:pt x="45" y="5"/>
                    <a:pt x="45" y="5"/>
                  </a:cubicBezTo>
                  <a:cubicBezTo>
                    <a:pt x="31" y="5"/>
                    <a:pt x="31" y="5"/>
                    <a:pt x="31" y="5"/>
                  </a:cubicBezTo>
                  <a:cubicBezTo>
                    <a:pt x="31" y="1"/>
                    <a:pt x="31" y="1"/>
                    <a:pt x="31" y="1"/>
                  </a:cubicBezTo>
                  <a:cubicBezTo>
                    <a:pt x="64" y="1"/>
                    <a:pt x="64" y="1"/>
                    <a:pt x="64" y="1"/>
                  </a:cubicBezTo>
                  <a:cubicBezTo>
                    <a:pt x="64" y="5"/>
                    <a:pt x="64" y="5"/>
                    <a:pt x="64" y="5"/>
                  </a:cubicBezTo>
                  <a:cubicBezTo>
                    <a:pt x="50" y="5"/>
                    <a:pt x="50" y="5"/>
                    <a:pt x="50" y="5"/>
                  </a:cubicBezTo>
                  <a:lnTo>
                    <a:pt x="50" y="45"/>
                  </a:lnTo>
                  <a:close/>
                  <a:moveTo>
                    <a:pt x="96" y="45"/>
                  </a:moveTo>
                  <a:cubicBezTo>
                    <a:pt x="71" y="45"/>
                    <a:pt x="71" y="45"/>
                    <a:pt x="71" y="45"/>
                  </a:cubicBezTo>
                  <a:cubicBezTo>
                    <a:pt x="71" y="1"/>
                    <a:pt x="71" y="1"/>
                    <a:pt x="71" y="1"/>
                  </a:cubicBezTo>
                  <a:cubicBezTo>
                    <a:pt x="96" y="1"/>
                    <a:pt x="96" y="1"/>
                    <a:pt x="96" y="1"/>
                  </a:cubicBezTo>
                  <a:cubicBezTo>
                    <a:pt x="96" y="5"/>
                    <a:pt x="96" y="5"/>
                    <a:pt x="96" y="5"/>
                  </a:cubicBezTo>
                  <a:cubicBezTo>
                    <a:pt x="76" y="5"/>
                    <a:pt x="76" y="5"/>
                    <a:pt x="76" y="5"/>
                  </a:cubicBezTo>
                  <a:cubicBezTo>
                    <a:pt x="76" y="19"/>
                    <a:pt x="76" y="19"/>
                    <a:pt x="76" y="19"/>
                  </a:cubicBezTo>
                  <a:cubicBezTo>
                    <a:pt x="94" y="19"/>
                    <a:pt x="94" y="19"/>
                    <a:pt x="94" y="19"/>
                  </a:cubicBezTo>
                  <a:cubicBezTo>
                    <a:pt x="94" y="24"/>
                    <a:pt x="94" y="24"/>
                    <a:pt x="94" y="24"/>
                  </a:cubicBezTo>
                  <a:cubicBezTo>
                    <a:pt x="76" y="24"/>
                    <a:pt x="76" y="24"/>
                    <a:pt x="76" y="24"/>
                  </a:cubicBezTo>
                  <a:cubicBezTo>
                    <a:pt x="76" y="40"/>
                    <a:pt x="76" y="40"/>
                    <a:pt x="76" y="40"/>
                  </a:cubicBezTo>
                  <a:cubicBezTo>
                    <a:pt x="96" y="40"/>
                    <a:pt x="96" y="40"/>
                    <a:pt x="96" y="40"/>
                  </a:cubicBezTo>
                  <a:lnTo>
                    <a:pt x="96" y="45"/>
                  </a:lnTo>
                  <a:close/>
                  <a:moveTo>
                    <a:pt x="133" y="13"/>
                  </a:moveTo>
                  <a:cubicBezTo>
                    <a:pt x="133" y="18"/>
                    <a:pt x="132" y="21"/>
                    <a:pt x="129" y="24"/>
                  </a:cubicBezTo>
                  <a:cubicBezTo>
                    <a:pt x="126" y="26"/>
                    <a:pt x="121" y="27"/>
                    <a:pt x="116" y="27"/>
                  </a:cubicBezTo>
                  <a:cubicBezTo>
                    <a:pt x="111" y="27"/>
                    <a:pt x="111" y="27"/>
                    <a:pt x="111" y="27"/>
                  </a:cubicBezTo>
                  <a:cubicBezTo>
                    <a:pt x="111" y="45"/>
                    <a:pt x="111" y="45"/>
                    <a:pt x="111" y="45"/>
                  </a:cubicBezTo>
                  <a:cubicBezTo>
                    <a:pt x="105" y="45"/>
                    <a:pt x="105" y="45"/>
                    <a:pt x="105" y="45"/>
                  </a:cubicBezTo>
                  <a:cubicBezTo>
                    <a:pt x="105" y="1"/>
                    <a:pt x="105" y="1"/>
                    <a:pt x="105" y="1"/>
                  </a:cubicBezTo>
                  <a:cubicBezTo>
                    <a:pt x="117" y="1"/>
                    <a:pt x="117" y="1"/>
                    <a:pt x="117" y="1"/>
                  </a:cubicBezTo>
                  <a:cubicBezTo>
                    <a:pt x="128" y="1"/>
                    <a:pt x="133" y="5"/>
                    <a:pt x="133" y="13"/>
                  </a:cubicBezTo>
                  <a:close/>
                  <a:moveTo>
                    <a:pt x="111" y="23"/>
                  </a:moveTo>
                  <a:cubicBezTo>
                    <a:pt x="115" y="23"/>
                    <a:pt x="115" y="23"/>
                    <a:pt x="115" y="23"/>
                  </a:cubicBezTo>
                  <a:cubicBezTo>
                    <a:pt x="120" y="23"/>
                    <a:pt x="123" y="22"/>
                    <a:pt x="125" y="21"/>
                  </a:cubicBezTo>
                  <a:cubicBezTo>
                    <a:pt x="127" y="19"/>
                    <a:pt x="128" y="17"/>
                    <a:pt x="128" y="14"/>
                  </a:cubicBezTo>
                  <a:cubicBezTo>
                    <a:pt x="128" y="11"/>
                    <a:pt x="127" y="9"/>
                    <a:pt x="125" y="7"/>
                  </a:cubicBezTo>
                  <a:cubicBezTo>
                    <a:pt x="123" y="6"/>
                    <a:pt x="120" y="5"/>
                    <a:pt x="116" y="5"/>
                  </a:cubicBezTo>
                  <a:cubicBezTo>
                    <a:pt x="111" y="5"/>
                    <a:pt x="111" y="5"/>
                    <a:pt x="111" y="5"/>
                  </a:cubicBezTo>
                  <a:lnTo>
                    <a:pt x="111" y="23"/>
                  </a:lnTo>
                  <a:close/>
                  <a:moveTo>
                    <a:pt x="71" y="110"/>
                  </a:moveTo>
                  <a:cubicBezTo>
                    <a:pt x="71" y="128"/>
                    <a:pt x="68" y="141"/>
                    <a:pt x="63" y="149"/>
                  </a:cubicBezTo>
                  <a:cubicBezTo>
                    <a:pt x="57" y="158"/>
                    <a:pt x="48" y="162"/>
                    <a:pt x="37" y="162"/>
                  </a:cubicBezTo>
                  <a:cubicBezTo>
                    <a:pt x="25" y="162"/>
                    <a:pt x="17" y="158"/>
                    <a:pt x="11" y="149"/>
                  </a:cubicBezTo>
                  <a:cubicBezTo>
                    <a:pt x="5" y="140"/>
                    <a:pt x="2" y="127"/>
                    <a:pt x="2" y="110"/>
                  </a:cubicBezTo>
                  <a:cubicBezTo>
                    <a:pt x="2" y="92"/>
                    <a:pt x="5" y="79"/>
                    <a:pt x="11" y="71"/>
                  </a:cubicBezTo>
                  <a:cubicBezTo>
                    <a:pt x="17" y="62"/>
                    <a:pt x="25" y="58"/>
                    <a:pt x="37" y="58"/>
                  </a:cubicBezTo>
                  <a:cubicBezTo>
                    <a:pt x="48" y="58"/>
                    <a:pt x="56" y="63"/>
                    <a:pt x="62" y="71"/>
                  </a:cubicBezTo>
                  <a:cubicBezTo>
                    <a:pt x="68" y="80"/>
                    <a:pt x="71" y="93"/>
                    <a:pt x="71" y="110"/>
                  </a:cubicBezTo>
                  <a:close/>
                  <a:moveTo>
                    <a:pt x="19" y="110"/>
                  </a:moveTo>
                  <a:cubicBezTo>
                    <a:pt x="19" y="124"/>
                    <a:pt x="20" y="134"/>
                    <a:pt x="23" y="140"/>
                  </a:cubicBezTo>
                  <a:cubicBezTo>
                    <a:pt x="26" y="146"/>
                    <a:pt x="30" y="149"/>
                    <a:pt x="37" y="149"/>
                  </a:cubicBezTo>
                  <a:cubicBezTo>
                    <a:pt x="43" y="149"/>
                    <a:pt x="47" y="146"/>
                    <a:pt x="50" y="140"/>
                  </a:cubicBezTo>
                  <a:cubicBezTo>
                    <a:pt x="53" y="134"/>
                    <a:pt x="55" y="124"/>
                    <a:pt x="55" y="110"/>
                  </a:cubicBezTo>
                  <a:cubicBezTo>
                    <a:pt x="55" y="97"/>
                    <a:pt x="53" y="87"/>
                    <a:pt x="50" y="81"/>
                  </a:cubicBezTo>
                  <a:cubicBezTo>
                    <a:pt x="47" y="75"/>
                    <a:pt x="43" y="72"/>
                    <a:pt x="37" y="72"/>
                  </a:cubicBezTo>
                  <a:cubicBezTo>
                    <a:pt x="30" y="72"/>
                    <a:pt x="26" y="75"/>
                    <a:pt x="23" y="81"/>
                  </a:cubicBezTo>
                  <a:cubicBezTo>
                    <a:pt x="20" y="87"/>
                    <a:pt x="19" y="97"/>
                    <a:pt x="19" y="110"/>
                  </a:cubicBezTo>
                  <a:close/>
                  <a:moveTo>
                    <a:pt x="131" y="161"/>
                  </a:moveTo>
                  <a:cubicBezTo>
                    <a:pt x="115" y="161"/>
                    <a:pt x="115" y="161"/>
                    <a:pt x="115" y="161"/>
                  </a:cubicBezTo>
                  <a:cubicBezTo>
                    <a:pt x="115" y="96"/>
                    <a:pt x="115" y="96"/>
                    <a:pt x="115" y="96"/>
                  </a:cubicBezTo>
                  <a:cubicBezTo>
                    <a:pt x="115" y="88"/>
                    <a:pt x="115" y="82"/>
                    <a:pt x="115" y="77"/>
                  </a:cubicBezTo>
                  <a:cubicBezTo>
                    <a:pt x="114" y="78"/>
                    <a:pt x="113" y="79"/>
                    <a:pt x="111" y="81"/>
                  </a:cubicBezTo>
                  <a:cubicBezTo>
                    <a:pt x="110" y="82"/>
                    <a:pt x="105" y="86"/>
                    <a:pt x="96" y="93"/>
                  </a:cubicBezTo>
                  <a:cubicBezTo>
                    <a:pt x="88" y="83"/>
                    <a:pt x="88" y="83"/>
                    <a:pt x="88" y="83"/>
                  </a:cubicBezTo>
                  <a:cubicBezTo>
                    <a:pt x="117" y="60"/>
                    <a:pt x="117" y="60"/>
                    <a:pt x="117" y="60"/>
                  </a:cubicBezTo>
                  <a:cubicBezTo>
                    <a:pt x="131" y="60"/>
                    <a:pt x="131" y="60"/>
                    <a:pt x="131" y="60"/>
                  </a:cubicBezTo>
                  <a:lnTo>
                    <a:pt x="131"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08" name="Group 107">
            <a:extLst>
              <a:ext uri="{FF2B5EF4-FFF2-40B4-BE49-F238E27FC236}">
                <a16:creationId xmlns:a16="http://schemas.microsoft.com/office/drawing/2014/main" id="{B76F8A34-91D1-4B57-A456-F755A06FDF1E}"/>
              </a:ext>
            </a:extLst>
          </p:cNvPr>
          <p:cNvGrpSpPr/>
          <p:nvPr/>
        </p:nvGrpSpPr>
        <p:grpSpPr>
          <a:xfrm>
            <a:off x="3870180" y="1671490"/>
            <a:ext cx="939614" cy="880571"/>
            <a:chOff x="4843463" y="2909888"/>
            <a:chExt cx="884238" cy="828675"/>
          </a:xfrm>
        </p:grpSpPr>
        <p:sp>
          <p:nvSpPr>
            <p:cNvPr id="109" name="Freeform 188">
              <a:extLst>
                <a:ext uri="{FF2B5EF4-FFF2-40B4-BE49-F238E27FC236}">
                  <a16:creationId xmlns:a16="http://schemas.microsoft.com/office/drawing/2014/main" id="{D783EB48-16D0-432C-A823-92842A7F5090}"/>
                </a:ext>
              </a:extLst>
            </p:cNvPr>
            <p:cNvSpPr>
              <a:spLocks/>
            </p:cNvSpPr>
            <p:nvPr/>
          </p:nvSpPr>
          <p:spPr bwMode="auto">
            <a:xfrm>
              <a:off x="4843463" y="2909888"/>
              <a:ext cx="884238" cy="828675"/>
            </a:xfrm>
            <a:custGeom>
              <a:avLst/>
              <a:gdLst>
                <a:gd name="T0" fmla="*/ 154 w 247"/>
                <a:gd name="T1" fmla="*/ 5 h 231"/>
                <a:gd name="T2" fmla="*/ 247 w 247"/>
                <a:gd name="T3" fmla="*/ 93 h 231"/>
                <a:gd name="T4" fmla="*/ 110 w 247"/>
                <a:gd name="T5" fmla="*/ 231 h 231"/>
                <a:gd name="T6" fmla="*/ 27 w 247"/>
                <a:gd name="T7" fmla="*/ 153 h 231"/>
                <a:gd name="T8" fmla="*/ 40 w 247"/>
                <a:gd name="T9" fmla="*/ 59 h 231"/>
                <a:gd name="T10" fmla="*/ 23 w 247"/>
                <a:gd name="T11" fmla="*/ 43 h 231"/>
                <a:gd name="T12" fmla="*/ 23 w 247"/>
                <a:gd name="T13" fmla="*/ 39 h 231"/>
                <a:gd name="T14" fmla="*/ 45 w 247"/>
                <a:gd name="T15" fmla="*/ 38 h 231"/>
                <a:gd name="T16" fmla="*/ 44 w 247"/>
                <a:gd name="T17" fmla="*/ 37 h 231"/>
                <a:gd name="T18" fmla="*/ 27 w 247"/>
                <a:gd name="T19" fmla="*/ 20 h 231"/>
                <a:gd name="T20" fmla="*/ 30 w 247"/>
                <a:gd name="T21" fmla="*/ 2 h 231"/>
                <a:gd name="T22" fmla="*/ 49 w 247"/>
                <a:gd name="T23" fmla="*/ 2 h 231"/>
                <a:gd name="T24" fmla="*/ 68 w 247"/>
                <a:gd name="T25" fmla="*/ 21 h 231"/>
                <a:gd name="T26" fmla="*/ 68 w 247"/>
                <a:gd name="T27" fmla="*/ 18 h 231"/>
                <a:gd name="T28" fmla="*/ 54 w 247"/>
                <a:gd name="T29" fmla="*/ 5 h 231"/>
                <a:gd name="T30" fmla="*/ 54 w 247"/>
                <a:gd name="T31" fmla="*/ 1 h 231"/>
                <a:gd name="T32" fmla="*/ 87 w 247"/>
                <a:gd name="T33" fmla="*/ 1 h 231"/>
                <a:gd name="T34" fmla="*/ 94 w 247"/>
                <a:gd name="T35" fmla="*/ 8 h 231"/>
                <a:gd name="T36" fmla="*/ 94 w 247"/>
                <a:gd name="T37" fmla="*/ 1 h 231"/>
                <a:gd name="T38" fmla="*/ 118 w 247"/>
                <a:gd name="T39" fmla="*/ 1 h 231"/>
                <a:gd name="T40" fmla="*/ 129 w 247"/>
                <a:gd name="T41" fmla="*/ 11 h 231"/>
                <a:gd name="T42" fmla="*/ 129 w 247"/>
                <a:gd name="T43" fmla="*/ 1 h 231"/>
                <a:gd name="T44" fmla="*/ 154 w 247"/>
                <a:gd name="T45"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7" h="231">
                  <a:moveTo>
                    <a:pt x="154" y="5"/>
                  </a:moveTo>
                  <a:cubicBezTo>
                    <a:pt x="247" y="93"/>
                    <a:pt x="247" y="93"/>
                    <a:pt x="247" y="93"/>
                  </a:cubicBezTo>
                  <a:cubicBezTo>
                    <a:pt x="110" y="231"/>
                    <a:pt x="110" y="231"/>
                    <a:pt x="110" y="231"/>
                  </a:cubicBezTo>
                  <a:cubicBezTo>
                    <a:pt x="27" y="153"/>
                    <a:pt x="27" y="153"/>
                    <a:pt x="27" y="153"/>
                  </a:cubicBezTo>
                  <a:cubicBezTo>
                    <a:pt x="27" y="153"/>
                    <a:pt x="0" y="84"/>
                    <a:pt x="40" y="59"/>
                  </a:cubicBezTo>
                  <a:cubicBezTo>
                    <a:pt x="27" y="46"/>
                    <a:pt x="23" y="43"/>
                    <a:pt x="23" y="43"/>
                  </a:cubicBezTo>
                  <a:cubicBezTo>
                    <a:pt x="23" y="39"/>
                    <a:pt x="23" y="39"/>
                    <a:pt x="23" y="39"/>
                  </a:cubicBezTo>
                  <a:cubicBezTo>
                    <a:pt x="23" y="39"/>
                    <a:pt x="38" y="45"/>
                    <a:pt x="45" y="38"/>
                  </a:cubicBezTo>
                  <a:cubicBezTo>
                    <a:pt x="44" y="37"/>
                    <a:pt x="44" y="37"/>
                    <a:pt x="44" y="37"/>
                  </a:cubicBezTo>
                  <a:cubicBezTo>
                    <a:pt x="27" y="20"/>
                    <a:pt x="27" y="20"/>
                    <a:pt x="27" y="20"/>
                  </a:cubicBezTo>
                  <a:cubicBezTo>
                    <a:pt x="27" y="20"/>
                    <a:pt x="20" y="8"/>
                    <a:pt x="30" y="2"/>
                  </a:cubicBezTo>
                  <a:cubicBezTo>
                    <a:pt x="34" y="1"/>
                    <a:pt x="41" y="0"/>
                    <a:pt x="49" y="2"/>
                  </a:cubicBezTo>
                  <a:cubicBezTo>
                    <a:pt x="54" y="8"/>
                    <a:pt x="68" y="21"/>
                    <a:pt x="68" y="21"/>
                  </a:cubicBezTo>
                  <a:cubicBezTo>
                    <a:pt x="68" y="18"/>
                    <a:pt x="68" y="18"/>
                    <a:pt x="68" y="18"/>
                  </a:cubicBezTo>
                  <a:cubicBezTo>
                    <a:pt x="54" y="5"/>
                    <a:pt x="54" y="5"/>
                    <a:pt x="54" y="5"/>
                  </a:cubicBezTo>
                  <a:cubicBezTo>
                    <a:pt x="54" y="1"/>
                    <a:pt x="54" y="1"/>
                    <a:pt x="54" y="1"/>
                  </a:cubicBezTo>
                  <a:cubicBezTo>
                    <a:pt x="87" y="1"/>
                    <a:pt x="87" y="1"/>
                    <a:pt x="87" y="1"/>
                  </a:cubicBezTo>
                  <a:cubicBezTo>
                    <a:pt x="94" y="8"/>
                    <a:pt x="94" y="8"/>
                    <a:pt x="94" y="8"/>
                  </a:cubicBezTo>
                  <a:cubicBezTo>
                    <a:pt x="94" y="1"/>
                    <a:pt x="94" y="1"/>
                    <a:pt x="94" y="1"/>
                  </a:cubicBezTo>
                  <a:cubicBezTo>
                    <a:pt x="118" y="1"/>
                    <a:pt x="118" y="1"/>
                    <a:pt x="118" y="1"/>
                  </a:cubicBezTo>
                  <a:cubicBezTo>
                    <a:pt x="129" y="11"/>
                    <a:pt x="129" y="11"/>
                    <a:pt x="129" y="11"/>
                  </a:cubicBezTo>
                  <a:cubicBezTo>
                    <a:pt x="129" y="1"/>
                    <a:pt x="129" y="1"/>
                    <a:pt x="129" y="1"/>
                  </a:cubicBezTo>
                  <a:lnTo>
                    <a:pt x="154" y="5"/>
                  </a:lnTo>
                  <a:close/>
                </a:path>
              </a:pathLst>
            </a:custGeom>
            <a:gradFill flip="none" rotWithShape="1">
              <a:gsLst>
                <a:gs pos="22000">
                  <a:schemeClr val="accent1">
                    <a:lumMod val="50000"/>
                  </a:schemeClr>
                </a:gs>
                <a:gs pos="65000">
                  <a:schemeClr val="accent1">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0" name="Freeform 189">
              <a:extLst>
                <a:ext uri="{FF2B5EF4-FFF2-40B4-BE49-F238E27FC236}">
                  <a16:creationId xmlns:a16="http://schemas.microsoft.com/office/drawing/2014/main" id="{A0D79F7A-6680-4F30-920F-29237501DF07}"/>
                </a:ext>
              </a:extLst>
            </p:cNvPr>
            <p:cNvSpPr>
              <a:spLocks noEditPoints="1"/>
            </p:cNvSpPr>
            <p:nvPr/>
          </p:nvSpPr>
          <p:spPr bwMode="auto">
            <a:xfrm>
              <a:off x="4897438" y="2909888"/>
              <a:ext cx="533400" cy="582613"/>
            </a:xfrm>
            <a:custGeom>
              <a:avLst/>
              <a:gdLst>
                <a:gd name="T0" fmla="*/ 31 w 149"/>
                <a:gd name="T1" fmla="*/ 42 h 162"/>
                <a:gd name="T2" fmla="*/ 8 w 149"/>
                <a:gd name="T3" fmla="*/ 43 h 162"/>
                <a:gd name="T4" fmla="*/ 14 w 149"/>
                <a:gd name="T5" fmla="*/ 40 h 162"/>
                <a:gd name="T6" fmla="*/ 28 w 149"/>
                <a:gd name="T7" fmla="*/ 39 h 162"/>
                <a:gd name="T8" fmla="*/ 29 w 149"/>
                <a:gd name="T9" fmla="*/ 30 h 162"/>
                <a:gd name="T10" fmla="*/ 20 w 149"/>
                <a:gd name="T11" fmla="*/ 24 h 162"/>
                <a:gd name="T12" fmla="*/ 8 w 149"/>
                <a:gd name="T13" fmla="*/ 11 h 162"/>
                <a:gd name="T14" fmla="*/ 22 w 149"/>
                <a:gd name="T15" fmla="*/ 0 h 162"/>
                <a:gd name="T16" fmla="*/ 33 w 149"/>
                <a:gd name="T17" fmla="*/ 7 h 162"/>
                <a:gd name="T18" fmla="*/ 16 w 149"/>
                <a:gd name="T19" fmla="*/ 6 h 162"/>
                <a:gd name="T20" fmla="*/ 14 w 149"/>
                <a:gd name="T21" fmla="*/ 15 h 162"/>
                <a:gd name="T22" fmla="*/ 23 w 149"/>
                <a:gd name="T23" fmla="*/ 20 h 162"/>
                <a:gd name="T24" fmla="*/ 36 w 149"/>
                <a:gd name="T25" fmla="*/ 33 h 162"/>
                <a:gd name="T26" fmla="*/ 53 w 149"/>
                <a:gd name="T27" fmla="*/ 45 h 162"/>
                <a:gd name="T28" fmla="*/ 39 w 149"/>
                <a:gd name="T29" fmla="*/ 5 h 162"/>
                <a:gd name="T30" fmla="*/ 72 w 149"/>
                <a:gd name="T31" fmla="*/ 1 h 162"/>
                <a:gd name="T32" fmla="*/ 58 w 149"/>
                <a:gd name="T33" fmla="*/ 5 h 162"/>
                <a:gd name="T34" fmla="*/ 103 w 149"/>
                <a:gd name="T35" fmla="*/ 45 h 162"/>
                <a:gd name="T36" fmla="*/ 79 w 149"/>
                <a:gd name="T37" fmla="*/ 1 h 162"/>
                <a:gd name="T38" fmla="*/ 103 w 149"/>
                <a:gd name="T39" fmla="*/ 5 h 162"/>
                <a:gd name="T40" fmla="*/ 84 w 149"/>
                <a:gd name="T41" fmla="*/ 19 h 162"/>
                <a:gd name="T42" fmla="*/ 102 w 149"/>
                <a:gd name="T43" fmla="*/ 24 h 162"/>
                <a:gd name="T44" fmla="*/ 84 w 149"/>
                <a:gd name="T45" fmla="*/ 40 h 162"/>
                <a:gd name="T46" fmla="*/ 103 w 149"/>
                <a:gd name="T47" fmla="*/ 45 h 162"/>
                <a:gd name="T48" fmla="*/ 137 w 149"/>
                <a:gd name="T49" fmla="*/ 24 h 162"/>
                <a:gd name="T50" fmla="*/ 118 w 149"/>
                <a:gd name="T51" fmla="*/ 27 h 162"/>
                <a:gd name="T52" fmla="*/ 113 w 149"/>
                <a:gd name="T53" fmla="*/ 45 h 162"/>
                <a:gd name="T54" fmla="*/ 125 w 149"/>
                <a:gd name="T55" fmla="*/ 1 h 162"/>
                <a:gd name="T56" fmla="*/ 118 w 149"/>
                <a:gd name="T57" fmla="*/ 23 h 162"/>
                <a:gd name="T58" fmla="*/ 133 w 149"/>
                <a:gd name="T59" fmla="*/ 21 h 162"/>
                <a:gd name="T60" fmla="*/ 133 w 149"/>
                <a:gd name="T61" fmla="*/ 7 h 162"/>
                <a:gd name="T62" fmla="*/ 118 w 149"/>
                <a:gd name="T63" fmla="*/ 5 h 162"/>
                <a:gd name="T64" fmla="*/ 68 w 149"/>
                <a:gd name="T65" fmla="*/ 110 h 162"/>
                <a:gd name="T66" fmla="*/ 34 w 149"/>
                <a:gd name="T67" fmla="*/ 162 h 162"/>
                <a:gd name="T68" fmla="*/ 0 w 149"/>
                <a:gd name="T69" fmla="*/ 110 h 162"/>
                <a:gd name="T70" fmla="*/ 34 w 149"/>
                <a:gd name="T71" fmla="*/ 58 h 162"/>
                <a:gd name="T72" fmla="*/ 68 w 149"/>
                <a:gd name="T73" fmla="*/ 110 h 162"/>
                <a:gd name="T74" fmla="*/ 21 w 149"/>
                <a:gd name="T75" fmla="*/ 140 h 162"/>
                <a:gd name="T76" fmla="*/ 48 w 149"/>
                <a:gd name="T77" fmla="*/ 140 h 162"/>
                <a:gd name="T78" fmla="*/ 48 w 149"/>
                <a:gd name="T79" fmla="*/ 81 h 162"/>
                <a:gd name="T80" fmla="*/ 21 w 149"/>
                <a:gd name="T81" fmla="*/ 81 h 162"/>
                <a:gd name="T82" fmla="*/ 149 w 149"/>
                <a:gd name="T83" fmla="*/ 161 h 162"/>
                <a:gd name="T84" fmla="*/ 81 w 149"/>
                <a:gd name="T85" fmla="*/ 148 h 162"/>
                <a:gd name="T86" fmla="*/ 122 w 149"/>
                <a:gd name="T87" fmla="*/ 106 h 162"/>
                <a:gd name="T88" fmla="*/ 129 w 149"/>
                <a:gd name="T89" fmla="*/ 87 h 162"/>
                <a:gd name="T90" fmla="*/ 114 w 149"/>
                <a:gd name="T91" fmla="*/ 72 h 162"/>
                <a:gd name="T92" fmla="*/ 90 w 149"/>
                <a:gd name="T93" fmla="*/ 82 h 162"/>
                <a:gd name="T94" fmla="*/ 98 w 149"/>
                <a:gd name="T95" fmla="*/ 61 h 162"/>
                <a:gd name="T96" fmla="*/ 137 w 149"/>
                <a:gd name="T97" fmla="*/ 66 h 162"/>
                <a:gd name="T98" fmla="*/ 143 w 149"/>
                <a:gd name="T99" fmla="*/ 98 h 162"/>
                <a:gd name="T100" fmla="*/ 119 w 149"/>
                <a:gd name="T101" fmla="*/ 129 h 162"/>
                <a:gd name="T102" fmla="*/ 101 w 149"/>
                <a:gd name="T103" fmla="*/ 146 h 162"/>
                <a:gd name="T104" fmla="*/ 149 w 149"/>
                <a:gd name="T105"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162">
                  <a:moveTo>
                    <a:pt x="36" y="33"/>
                  </a:moveTo>
                  <a:cubicBezTo>
                    <a:pt x="36" y="37"/>
                    <a:pt x="34" y="40"/>
                    <a:pt x="31" y="42"/>
                  </a:cubicBezTo>
                  <a:cubicBezTo>
                    <a:pt x="29" y="44"/>
                    <a:pt x="25" y="45"/>
                    <a:pt x="20" y="45"/>
                  </a:cubicBezTo>
                  <a:cubicBezTo>
                    <a:pt x="15" y="45"/>
                    <a:pt x="11" y="45"/>
                    <a:pt x="8" y="43"/>
                  </a:cubicBezTo>
                  <a:cubicBezTo>
                    <a:pt x="8" y="38"/>
                    <a:pt x="8" y="38"/>
                    <a:pt x="8" y="38"/>
                  </a:cubicBezTo>
                  <a:cubicBezTo>
                    <a:pt x="10" y="39"/>
                    <a:pt x="11" y="40"/>
                    <a:pt x="14" y="40"/>
                  </a:cubicBezTo>
                  <a:cubicBezTo>
                    <a:pt x="16" y="41"/>
                    <a:pt x="18" y="41"/>
                    <a:pt x="20" y="41"/>
                  </a:cubicBezTo>
                  <a:cubicBezTo>
                    <a:pt x="23" y="41"/>
                    <a:pt x="26" y="40"/>
                    <a:pt x="28" y="39"/>
                  </a:cubicBezTo>
                  <a:cubicBezTo>
                    <a:pt x="29" y="38"/>
                    <a:pt x="30" y="36"/>
                    <a:pt x="30" y="33"/>
                  </a:cubicBezTo>
                  <a:cubicBezTo>
                    <a:pt x="30" y="32"/>
                    <a:pt x="30" y="31"/>
                    <a:pt x="29" y="30"/>
                  </a:cubicBezTo>
                  <a:cubicBezTo>
                    <a:pt x="29" y="29"/>
                    <a:pt x="28" y="28"/>
                    <a:pt x="26" y="27"/>
                  </a:cubicBezTo>
                  <a:cubicBezTo>
                    <a:pt x="25" y="26"/>
                    <a:pt x="23" y="25"/>
                    <a:pt x="20" y="24"/>
                  </a:cubicBezTo>
                  <a:cubicBezTo>
                    <a:pt x="16" y="23"/>
                    <a:pt x="13" y="21"/>
                    <a:pt x="11" y="19"/>
                  </a:cubicBezTo>
                  <a:cubicBezTo>
                    <a:pt x="9" y="17"/>
                    <a:pt x="8" y="14"/>
                    <a:pt x="8" y="11"/>
                  </a:cubicBezTo>
                  <a:cubicBezTo>
                    <a:pt x="8" y="8"/>
                    <a:pt x="10" y="5"/>
                    <a:pt x="12" y="3"/>
                  </a:cubicBezTo>
                  <a:cubicBezTo>
                    <a:pt x="15" y="1"/>
                    <a:pt x="18" y="0"/>
                    <a:pt x="22" y="0"/>
                  </a:cubicBezTo>
                  <a:cubicBezTo>
                    <a:pt x="27" y="0"/>
                    <a:pt x="31" y="1"/>
                    <a:pt x="34" y="2"/>
                  </a:cubicBezTo>
                  <a:cubicBezTo>
                    <a:pt x="33" y="7"/>
                    <a:pt x="33" y="7"/>
                    <a:pt x="33" y="7"/>
                  </a:cubicBezTo>
                  <a:cubicBezTo>
                    <a:pt x="29" y="5"/>
                    <a:pt x="26" y="4"/>
                    <a:pt x="22" y="4"/>
                  </a:cubicBezTo>
                  <a:cubicBezTo>
                    <a:pt x="19" y="4"/>
                    <a:pt x="17" y="5"/>
                    <a:pt x="16" y="6"/>
                  </a:cubicBezTo>
                  <a:cubicBezTo>
                    <a:pt x="14" y="7"/>
                    <a:pt x="14" y="9"/>
                    <a:pt x="14" y="11"/>
                  </a:cubicBezTo>
                  <a:cubicBezTo>
                    <a:pt x="14" y="13"/>
                    <a:pt x="14" y="14"/>
                    <a:pt x="14" y="15"/>
                  </a:cubicBezTo>
                  <a:cubicBezTo>
                    <a:pt x="15" y="16"/>
                    <a:pt x="16" y="17"/>
                    <a:pt x="17" y="18"/>
                  </a:cubicBezTo>
                  <a:cubicBezTo>
                    <a:pt x="19" y="18"/>
                    <a:pt x="21" y="19"/>
                    <a:pt x="23" y="20"/>
                  </a:cubicBezTo>
                  <a:cubicBezTo>
                    <a:pt x="28" y="22"/>
                    <a:pt x="31" y="24"/>
                    <a:pt x="33" y="26"/>
                  </a:cubicBezTo>
                  <a:cubicBezTo>
                    <a:pt x="35" y="28"/>
                    <a:pt x="36" y="30"/>
                    <a:pt x="36"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3"/>
                  </a:moveTo>
                  <a:cubicBezTo>
                    <a:pt x="141" y="18"/>
                    <a:pt x="140" y="21"/>
                    <a:pt x="137" y="24"/>
                  </a:cubicBezTo>
                  <a:cubicBezTo>
                    <a:pt x="134"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5" y="1"/>
                    <a:pt x="125" y="1"/>
                    <a:pt x="125" y="1"/>
                  </a:cubicBezTo>
                  <a:cubicBezTo>
                    <a:pt x="136" y="1"/>
                    <a:pt x="141" y="5"/>
                    <a:pt x="141" y="13"/>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8" y="110"/>
                  </a:moveTo>
                  <a:cubicBezTo>
                    <a:pt x="68" y="128"/>
                    <a:pt x="66" y="141"/>
                    <a:pt x="60" y="149"/>
                  </a:cubicBezTo>
                  <a:cubicBezTo>
                    <a:pt x="54" y="158"/>
                    <a:pt x="46" y="162"/>
                    <a:pt x="34" y="162"/>
                  </a:cubicBezTo>
                  <a:cubicBezTo>
                    <a:pt x="23" y="162"/>
                    <a:pt x="14" y="158"/>
                    <a:pt x="9" y="149"/>
                  </a:cubicBezTo>
                  <a:cubicBezTo>
                    <a:pt x="3" y="140"/>
                    <a:pt x="0" y="127"/>
                    <a:pt x="0" y="110"/>
                  </a:cubicBezTo>
                  <a:cubicBezTo>
                    <a:pt x="0" y="93"/>
                    <a:pt x="3" y="79"/>
                    <a:pt x="8" y="71"/>
                  </a:cubicBezTo>
                  <a:cubicBezTo>
                    <a:pt x="14" y="62"/>
                    <a:pt x="23" y="58"/>
                    <a:pt x="34" y="58"/>
                  </a:cubicBezTo>
                  <a:cubicBezTo>
                    <a:pt x="45" y="58"/>
                    <a:pt x="54" y="63"/>
                    <a:pt x="60" y="71"/>
                  </a:cubicBezTo>
                  <a:cubicBezTo>
                    <a:pt x="65" y="80"/>
                    <a:pt x="68" y="93"/>
                    <a:pt x="68" y="110"/>
                  </a:cubicBezTo>
                  <a:close/>
                  <a:moveTo>
                    <a:pt x="16" y="110"/>
                  </a:moveTo>
                  <a:cubicBezTo>
                    <a:pt x="16" y="124"/>
                    <a:pt x="18" y="134"/>
                    <a:pt x="21" y="140"/>
                  </a:cubicBezTo>
                  <a:cubicBezTo>
                    <a:pt x="23" y="146"/>
                    <a:pt x="28" y="149"/>
                    <a:pt x="34" y="149"/>
                  </a:cubicBezTo>
                  <a:cubicBezTo>
                    <a:pt x="40" y="149"/>
                    <a:pt x="45" y="146"/>
                    <a:pt x="48" y="140"/>
                  </a:cubicBezTo>
                  <a:cubicBezTo>
                    <a:pt x="51" y="134"/>
                    <a:pt x="52" y="124"/>
                    <a:pt x="52" y="110"/>
                  </a:cubicBezTo>
                  <a:cubicBezTo>
                    <a:pt x="52" y="97"/>
                    <a:pt x="51" y="87"/>
                    <a:pt x="48" y="81"/>
                  </a:cubicBezTo>
                  <a:cubicBezTo>
                    <a:pt x="45" y="75"/>
                    <a:pt x="40" y="72"/>
                    <a:pt x="34" y="72"/>
                  </a:cubicBezTo>
                  <a:cubicBezTo>
                    <a:pt x="28" y="72"/>
                    <a:pt x="23" y="75"/>
                    <a:pt x="21" y="81"/>
                  </a:cubicBezTo>
                  <a:cubicBezTo>
                    <a:pt x="18" y="87"/>
                    <a:pt x="16" y="96"/>
                    <a:pt x="16" y="110"/>
                  </a:cubicBezTo>
                  <a:close/>
                  <a:moveTo>
                    <a:pt x="149" y="161"/>
                  </a:moveTo>
                  <a:cubicBezTo>
                    <a:pt x="81" y="161"/>
                    <a:pt x="81" y="161"/>
                    <a:pt x="81" y="161"/>
                  </a:cubicBezTo>
                  <a:cubicBezTo>
                    <a:pt x="81" y="148"/>
                    <a:pt x="81" y="148"/>
                    <a:pt x="81" y="148"/>
                  </a:cubicBezTo>
                  <a:cubicBezTo>
                    <a:pt x="107" y="122"/>
                    <a:pt x="107" y="122"/>
                    <a:pt x="107" y="122"/>
                  </a:cubicBezTo>
                  <a:cubicBezTo>
                    <a:pt x="114" y="114"/>
                    <a:pt x="119" y="109"/>
                    <a:pt x="122" y="106"/>
                  </a:cubicBezTo>
                  <a:cubicBezTo>
                    <a:pt x="124" y="102"/>
                    <a:pt x="126" y="99"/>
                    <a:pt x="127" y="96"/>
                  </a:cubicBezTo>
                  <a:cubicBezTo>
                    <a:pt x="129" y="93"/>
                    <a:pt x="129" y="90"/>
                    <a:pt x="129" y="87"/>
                  </a:cubicBezTo>
                  <a:cubicBezTo>
                    <a:pt x="129" y="82"/>
                    <a:pt x="128" y="79"/>
                    <a:pt x="125" y="76"/>
                  </a:cubicBezTo>
                  <a:cubicBezTo>
                    <a:pt x="122" y="74"/>
                    <a:pt x="119" y="72"/>
                    <a:pt x="114" y="72"/>
                  </a:cubicBezTo>
                  <a:cubicBezTo>
                    <a:pt x="110" y="72"/>
                    <a:pt x="106" y="73"/>
                    <a:pt x="103" y="74"/>
                  </a:cubicBezTo>
                  <a:cubicBezTo>
                    <a:pt x="99" y="76"/>
                    <a:pt x="95" y="78"/>
                    <a:pt x="90" y="82"/>
                  </a:cubicBezTo>
                  <a:cubicBezTo>
                    <a:pt x="81" y="71"/>
                    <a:pt x="81" y="71"/>
                    <a:pt x="81" y="71"/>
                  </a:cubicBezTo>
                  <a:cubicBezTo>
                    <a:pt x="87" y="67"/>
                    <a:pt x="92" y="63"/>
                    <a:pt x="98" y="61"/>
                  </a:cubicBezTo>
                  <a:cubicBezTo>
                    <a:pt x="103" y="59"/>
                    <a:pt x="108" y="58"/>
                    <a:pt x="114" y="58"/>
                  </a:cubicBezTo>
                  <a:cubicBezTo>
                    <a:pt x="124" y="58"/>
                    <a:pt x="131" y="61"/>
                    <a:pt x="137" y="66"/>
                  </a:cubicBezTo>
                  <a:cubicBezTo>
                    <a:pt x="143" y="71"/>
                    <a:pt x="146" y="77"/>
                    <a:pt x="146" y="85"/>
                  </a:cubicBezTo>
                  <a:cubicBezTo>
                    <a:pt x="146" y="90"/>
                    <a:pt x="145" y="94"/>
                    <a:pt x="143" y="98"/>
                  </a:cubicBezTo>
                  <a:cubicBezTo>
                    <a:pt x="141" y="103"/>
                    <a:pt x="139" y="107"/>
                    <a:pt x="135" y="111"/>
                  </a:cubicBezTo>
                  <a:cubicBezTo>
                    <a:pt x="132" y="115"/>
                    <a:pt x="127" y="121"/>
                    <a:pt x="119" y="129"/>
                  </a:cubicBezTo>
                  <a:cubicBezTo>
                    <a:pt x="101" y="146"/>
                    <a:pt x="101" y="146"/>
                    <a:pt x="101" y="146"/>
                  </a:cubicBezTo>
                  <a:cubicBezTo>
                    <a:pt x="101" y="146"/>
                    <a:pt x="101" y="146"/>
                    <a:pt x="101" y="146"/>
                  </a:cubicBezTo>
                  <a:cubicBezTo>
                    <a:pt x="149" y="146"/>
                    <a:pt x="149" y="146"/>
                    <a:pt x="149" y="146"/>
                  </a:cubicBezTo>
                  <a:lnTo>
                    <a:pt x="149"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11" name="Group 110">
            <a:extLst>
              <a:ext uri="{FF2B5EF4-FFF2-40B4-BE49-F238E27FC236}">
                <a16:creationId xmlns:a16="http://schemas.microsoft.com/office/drawing/2014/main" id="{E3B8AC60-A070-4689-86B6-ABA8121AB3D9}"/>
              </a:ext>
            </a:extLst>
          </p:cNvPr>
          <p:cNvGrpSpPr/>
          <p:nvPr/>
        </p:nvGrpSpPr>
        <p:grpSpPr>
          <a:xfrm>
            <a:off x="7553554" y="1678631"/>
            <a:ext cx="924432" cy="877198"/>
            <a:chOff x="8605838" y="2909888"/>
            <a:chExt cx="869950" cy="825500"/>
          </a:xfrm>
        </p:grpSpPr>
        <p:sp>
          <p:nvSpPr>
            <p:cNvPr id="112" name="Freeform 190">
              <a:extLst>
                <a:ext uri="{FF2B5EF4-FFF2-40B4-BE49-F238E27FC236}">
                  <a16:creationId xmlns:a16="http://schemas.microsoft.com/office/drawing/2014/main" id="{D5E22CC3-FDDF-41EE-8358-E4187967C4B2}"/>
                </a:ext>
              </a:extLst>
            </p:cNvPr>
            <p:cNvSpPr>
              <a:spLocks/>
            </p:cNvSpPr>
            <p:nvPr/>
          </p:nvSpPr>
          <p:spPr bwMode="auto">
            <a:xfrm>
              <a:off x="8605838" y="2909888"/>
              <a:ext cx="869950" cy="825500"/>
            </a:xfrm>
            <a:custGeom>
              <a:avLst/>
              <a:gdLst>
                <a:gd name="T0" fmla="*/ 154 w 243"/>
                <a:gd name="T1" fmla="*/ 5 h 230"/>
                <a:gd name="T2" fmla="*/ 243 w 243"/>
                <a:gd name="T3" fmla="*/ 92 h 230"/>
                <a:gd name="T4" fmla="*/ 104 w 243"/>
                <a:gd name="T5" fmla="*/ 230 h 230"/>
                <a:gd name="T6" fmla="*/ 25 w 243"/>
                <a:gd name="T7" fmla="*/ 152 h 230"/>
                <a:gd name="T8" fmla="*/ 41 w 243"/>
                <a:gd name="T9" fmla="*/ 60 h 230"/>
                <a:gd name="T10" fmla="*/ 40 w 243"/>
                <a:gd name="T11" fmla="*/ 59 h 230"/>
                <a:gd name="T12" fmla="*/ 24 w 243"/>
                <a:gd name="T13" fmla="*/ 43 h 230"/>
                <a:gd name="T14" fmla="*/ 24 w 243"/>
                <a:gd name="T15" fmla="*/ 40 h 230"/>
                <a:gd name="T16" fmla="*/ 46 w 243"/>
                <a:gd name="T17" fmla="*/ 38 h 230"/>
                <a:gd name="T18" fmla="*/ 27 w 243"/>
                <a:gd name="T19" fmla="*/ 20 h 230"/>
                <a:gd name="T20" fmla="*/ 33 w 243"/>
                <a:gd name="T21" fmla="*/ 2 h 230"/>
                <a:gd name="T22" fmla="*/ 50 w 243"/>
                <a:gd name="T23" fmla="*/ 2 h 230"/>
                <a:gd name="T24" fmla="*/ 69 w 243"/>
                <a:gd name="T25" fmla="*/ 21 h 230"/>
                <a:gd name="T26" fmla="*/ 69 w 243"/>
                <a:gd name="T27" fmla="*/ 19 h 230"/>
                <a:gd name="T28" fmla="*/ 55 w 243"/>
                <a:gd name="T29" fmla="*/ 5 h 230"/>
                <a:gd name="T30" fmla="*/ 55 w 243"/>
                <a:gd name="T31" fmla="*/ 1 h 230"/>
                <a:gd name="T32" fmla="*/ 88 w 243"/>
                <a:gd name="T33" fmla="*/ 1 h 230"/>
                <a:gd name="T34" fmla="*/ 95 w 243"/>
                <a:gd name="T35" fmla="*/ 7 h 230"/>
                <a:gd name="T36" fmla="*/ 95 w 243"/>
                <a:gd name="T37" fmla="*/ 1 h 230"/>
                <a:gd name="T38" fmla="*/ 119 w 243"/>
                <a:gd name="T39" fmla="*/ 1 h 230"/>
                <a:gd name="T40" fmla="*/ 129 w 243"/>
                <a:gd name="T41" fmla="*/ 10 h 230"/>
                <a:gd name="T42" fmla="*/ 129 w 243"/>
                <a:gd name="T43" fmla="*/ 2 h 230"/>
                <a:gd name="T44" fmla="*/ 154 w 243"/>
                <a:gd name="T45" fmla="*/ 5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3" h="230">
                  <a:moveTo>
                    <a:pt x="154" y="5"/>
                  </a:moveTo>
                  <a:cubicBezTo>
                    <a:pt x="243" y="92"/>
                    <a:pt x="243" y="92"/>
                    <a:pt x="243" y="92"/>
                  </a:cubicBezTo>
                  <a:cubicBezTo>
                    <a:pt x="104" y="230"/>
                    <a:pt x="104" y="230"/>
                    <a:pt x="104" y="230"/>
                  </a:cubicBezTo>
                  <a:cubicBezTo>
                    <a:pt x="25" y="152"/>
                    <a:pt x="25" y="152"/>
                    <a:pt x="25" y="152"/>
                  </a:cubicBezTo>
                  <a:cubicBezTo>
                    <a:pt x="25" y="152"/>
                    <a:pt x="0" y="78"/>
                    <a:pt x="41" y="60"/>
                  </a:cubicBezTo>
                  <a:cubicBezTo>
                    <a:pt x="40" y="59"/>
                    <a:pt x="40" y="59"/>
                    <a:pt x="40" y="59"/>
                  </a:cubicBezTo>
                  <a:cubicBezTo>
                    <a:pt x="24" y="43"/>
                    <a:pt x="24" y="43"/>
                    <a:pt x="24" y="43"/>
                  </a:cubicBezTo>
                  <a:cubicBezTo>
                    <a:pt x="24" y="40"/>
                    <a:pt x="24" y="40"/>
                    <a:pt x="24" y="40"/>
                  </a:cubicBezTo>
                  <a:cubicBezTo>
                    <a:pt x="24" y="40"/>
                    <a:pt x="39" y="46"/>
                    <a:pt x="46" y="38"/>
                  </a:cubicBezTo>
                  <a:cubicBezTo>
                    <a:pt x="27" y="20"/>
                    <a:pt x="27" y="20"/>
                    <a:pt x="27" y="20"/>
                  </a:cubicBezTo>
                  <a:cubicBezTo>
                    <a:pt x="27" y="20"/>
                    <a:pt x="23" y="4"/>
                    <a:pt x="33" y="2"/>
                  </a:cubicBezTo>
                  <a:cubicBezTo>
                    <a:pt x="40" y="1"/>
                    <a:pt x="50" y="2"/>
                    <a:pt x="50" y="2"/>
                  </a:cubicBezTo>
                  <a:cubicBezTo>
                    <a:pt x="69" y="21"/>
                    <a:pt x="69" y="21"/>
                    <a:pt x="69" y="21"/>
                  </a:cubicBezTo>
                  <a:cubicBezTo>
                    <a:pt x="69" y="19"/>
                    <a:pt x="69" y="19"/>
                    <a:pt x="69" y="19"/>
                  </a:cubicBezTo>
                  <a:cubicBezTo>
                    <a:pt x="55" y="5"/>
                    <a:pt x="55" y="5"/>
                    <a:pt x="55" y="5"/>
                  </a:cubicBezTo>
                  <a:cubicBezTo>
                    <a:pt x="55" y="1"/>
                    <a:pt x="55" y="1"/>
                    <a:pt x="55" y="1"/>
                  </a:cubicBezTo>
                  <a:cubicBezTo>
                    <a:pt x="88" y="1"/>
                    <a:pt x="88" y="1"/>
                    <a:pt x="88" y="1"/>
                  </a:cubicBezTo>
                  <a:cubicBezTo>
                    <a:pt x="95" y="7"/>
                    <a:pt x="95" y="7"/>
                    <a:pt x="95" y="7"/>
                  </a:cubicBezTo>
                  <a:cubicBezTo>
                    <a:pt x="95" y="1"/>
                    <a:pt x="95" y="1"/>
                    <a:pt x="95" y="1"/>
                  </a:cubicBezTo>
                  <a:cubicBezTo>
                    <a:pt x="119" y="1"/>
                    <a:pt x="119" y="1"/>
                    <a:pt x="119" y="1"/>
                  </a:cubicBezTo>
                  <a:cubicBezTo>
                    <a:pt x="129" y="10"/>
                    <a:pt x="129" y="10"/>
                    <a:pt x="129" y="10"/>
                  </a:cubicBezTo>
                  <a:cubicBezTo>
                    <a:pt x="129" y="2"/>
                    <a:pt x="129" y="2"/>
                    <a:pt x="129" y="2"/>
                  </a:cubicBezTo>
                  <a:cubicBezTo>
                    <a:pt x="129" y="2"/>
                    <a:pt x="143" y="0"/>
                    <a:pt x="154" y="5"/>
                  </a:cubicBezTo>
                  <a:close/>
                </a:path>
              </a:pathLst>
            </a:custGeom>
            <a:gradFill flip="none" rotWithShape="1">
              <a:gsLst>
                <a:gs pos="13000">
                  <a:schemeClr val="accent4">
                    <a:lumMod val="50000"/>
                  </a:schemeClr>
                </a:gs>
                <a:gs pos="64000">
                  <a:schemeClr val="accent4">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13" name="Freeform 191">
              <a:extLst>
                <a:ext uri="{FF2B5EF4-FFF2-40B4-BE49-F238E27FC236}">
                  <a16:creationId xmlns:a16="http://schemas.microsoft.com/office/drawing/2014/main" id="{40074628-6637-4D93-BC22-2444B36AF540}"/>
                </a:ext>
              </a:extLst>
            </p:cNvPr>
            <p:cNvSpPr>
              <a:spLocks noEditPoints="1"/>
            </p:cNvSpPr>
            <p:nvPr/>
          </p:nvSpPr>
          <p:spPr bwMode="auto">
            <a:xfrm>
              <a:off x="8655050" y="2909888"/>
              <a:ext cx="547688" cy="582613"/>
            </a:xfrm>
            <a:custGeom>
              <a:avLst/>
              <a:gdLst>
                <a:gd name="T0" fmla="*/ 33 w 153"/>
                <a:gd name="T1" fmla="*/ 42 h 162"/>
                <a:gd name="T2" fmla="*/ 10 w 153"/>
                <a:gd name="T3" fmla="*/ 43 h 162"/>
                <a:gd name="T4" fmla="*/ 16 w 153"/>
                <a:gd name="T5" fmla="*/ 40 h 162"/>
                <a:gd name="T6" fmla="*/ 30 w 153"/>
                <a:gd name="T7" fmla="*/ 39 h 162"/>
                <a:gd name="T8" fmla="*/ 31 w 153"/>
                <a:gd name="T9" fmla="*/ 30 h 162"/>
                <a:gd name="T10" fmla="*/ 22 w 153"/>
                <a:gd name="T11" fmla="*/ 24 h 162"/>
                <a:gd name="T12" fmla="*/ 10 w 153"/>
                <a:gd name="T13" fmla="*/ 11 h 162"/>
                <a:gd name="T14" fmla="*/ 24 w 153"/>
                <a:gd name="T15" fmla="*/ 0 h 162"/>
                <a:gd name="T16" fmla="*/ 35 w 153"/>
                <a:gd name="T17" fmla="*/ 7 h 162"/>
                <a:gd name="T18" fmla="*/ 18 w 153"/>
                <a:gd name="T19" fmla="*/ 6 h 162"/>
                <a:gd name="T20" fmla="*/ 16 w 153"/>
                <a:gd name="T21" fmla="*/ 15 h 162"/>
                <a:gd name="T22" fmla="*/ 25 w 153"/>
                <a:gd name="T23" fmla="*/ 20 h 162"/>
                <a:gd name="T24" fmla="*/ 38 w 153"/>
                <a:gd name="T25" fmla="*/ 33 h 162"/>
                <a:gd name="T26" fmla="*/ 55 w 153"/>
                <a:gd name="T27" fmla="*/ 45 h 162"/>
                <a:gd name="T28" fmla="*/ 41 w 153"/>
                <a:gd name="T29" fmla="*/ 5 h 162"/>
                <a:gd name="T30" fmla="*/ 74 w 153"/>
                <a:gd name="T31" fmla="*/ 1 h 162"/>
                <a:gd name="T32" fmla="*/ 60 w 153"/>
                <a:gd name="T33" fmla="*/ 5 h 162"/>
                <a:gd name="T34" fmla="*/ 105 w 153"/>
                <a:gd name="T35" fmla="*/ 45 h 162"/>
                <a:gd name="T36" fmla="*/ 81 w 153"/>
                <a:gd name="T37" fmla="*/ 1 h 162"/>
                <a:gd name="T38" fmla="*/ 105 w 153"/>
                <a:gd name="T39" fmla="*/ 5 h 162"/>
                <a:gd name="T40" fmla="*/ 86 w 153"/>
                <a:gd name="T41" fmla="*/ 19 h 162"/>
                <a:gd name="T42" fmla="*/ 104 w 153"/>
                <a:gd name="T43" fmla="*/ 24 h 162"/>
                <a:gd name="T44" fmla="*/ 86 w 153"/>
                <a:gd name="T45" fmla="*/ 40 h 162"/>
                <a:gd name="T46" fmla="*/ 105 w 153"/>
                <a:gd name="T47" fmla="*/ 45 h 162"/>
                <a:gd name="T48" fmla="*/ 139 w 153"/>
                <a:gd name="T49" fmla="*/ 24 h 162"/>
                <a:gd name="T50" fmla="*/ 120 w 153"/>
                <a:gd name="T51" fmla="*/ 27 h 162"/>
                <a:gd name="T52" fmla="*/ 115 w 153"/>
                <a:gd name="T53" fmla="*/ 45 h 162"/>
                <a:gd name="T54" fmla="*/ 127 w 153"/>
                <a:gd name="T55" fmla="*/ 1 h 162"/>
                <a:gd name="T56" fmla="*/ 120 w 153"/>
                <a:gd name="T57" fmla="*/ 23 h 162"/>
                <a:gd name="T58" fmla="*/ 135 w 153"/>
                <a:gd name="T59" fmla="*/ 21 h 162"/>
                <a:gd name="T60" fmla="*/ 135 w 153"/>
                <a:gd name="T61" fmla="*/ 7 h 162"/>
                <a:gd name="T62" fmla="*/ 120 w 153"/>
                <a:gd name="T63" fmla="*/ 5 h 162"/>
                <a:gd name="T64" fmla="*/ 69 w 153"/>
                <a:gd name="T65" fmla="*/ 110 h 162"/>
                <a:gd name="T66" fmla="*/ 34 w 153"/>
                <a:gd name="T67" fmla="*/ 162 h 162"/>
                <a:gd name="T68" fmla="*/ 0 w 153"/>
                <a:gd name="T69" fmla="*/ 110 h 162"/>
                <a:gd name="T70" fmla="*/ 34 w 153"/>
                <a:gd name="T71" fmla="*/ 58 h 162"/>
                <a:gd name="T72" fmla="*/ 69 w 153"/>
                <a:gd name="T73" fmla="*/ 110 h 162"/>
                <a:gd name="T74" fmla="*/ 21 w 153"/>
                <a:gd name="T75" fmla="*/ 140 h 162"/>
                <a:gd name="T76" fmla="*/ 48 w 153"/>
                <a:gd name="T77" fmla="*/ 140 h 162"/>
                <a:gd name="T78" fmla="*/ 48 w 153"/>
                <a:gd name="T79" fmla="*/ 81 h 162"/>
                <a:gd name="T80" fmla="*/ 21 w 153"/>
                <a:gd name="T81" fmla="*/ 81 h 162"/>
                <a:gd name="T82" fmla="*/ 153 w 153"/>
                <a:gd name="T83" fmla="*/ 139 h 162"/>
                <a:gd name="T84" fmla="*/ 139 w 153"/>
                <a:gd name="T85" fmla="*/ 161 h 162"/>
                <a:gd name="T86" fmla="*/ 123 w 153"/>
                <a:gd name="T87" fmla="*/ 139 h 162"/>
                <a:gd name="T88" fmla="*/ 77 w 153"/>
                <a:gd name="T89" fmla="*/ 126 h 162"/>
                <a:gd name="T90" fmla="*/ 139 w 153"/>
                <a:gd name="T91" fmla="*/ 60 h 162"/>
                <a:gd name="T92" fmla="*/ 153 w 153"/>
                <a:gd name="T93" fmla="*/ 125 h 162"/>
                <a:gd name="T94" fmla="*/ 123 w 153"/>
                <a:gd name="T95" fmla="*/ 125 h 162"/>
                <a:gd name="T96" fmla="*/ 124 w 153"/>
                <a:gd name="T97" fmla="*/ 78 h 162"/>
                <a:gd name="T98" fmla="*/ 118 w 153"/>
                <a:gd name="T99" fmla="*/ 89 h 162"/>
                <a:gd name="T100" fmla="*/ 123 w 153"/>
                <a:gd name="T101" fmla="*/ 12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62">
                  <a:moveTo>
                    <a:pt x="38" y="33"/>
                  </a:moveTo>
                  <a:cubicBezTo>
                    <a:pt x="38" y="37"/>
                    <a:pt x="36" y="40"/>
                    <a:pt x="33" y="42"/>
                  </a:cubicBezTo>
                  <a:cubicBezTo>
                    <a:pt x="31" y="44"/>
                    <a:pt x="27" y="45"/>
                    <a:pt x="22" y="45"/>
                  </a:cubicBezTo>
                  <a:cubicBezTo>
                    <a:pt x="17" y="45"/>
                    <a:pt x="13" y="45"/>
                    <a:pt x="10" y="43"/>
                  </a:cubicBezTo>
                  <a:cubicBezTo>
                    <a:pt x="10" y="38"/>
                    <a:pt x="10" y="38"/>
                    <a:pt x="10" y="38"/>
                  </a:cubicBezTo>
                  <a:cubicBezTo>
                    <a:pt x="12" y="39"/>
                    <a:pt x="14" y="40"/>
                    <a:pt x="16" y="40"/>
                  </a:cubicBezTo>
                  <a:cubicBezTo>
                    <a:pt x="18" y="41"/>
                    <a:pt x="20" y="41"/>
                    <a:pt x="22" y="41"/>
                  </a:cubicBezTo>
                  <a:cubicBezTo>
                    <a:pt x="25" y="41"/>
                    <a:pt x="28" y="40"/>
                    <a:pt x="30" y="39"/>
                  </a:cubicBezTo>
                  <a:cubicBezTo>
                    <a:pt x="32" y="38"/>
                    <a:pt x="32" y="36"/>
                    <a:pt x="32" y="34"/>
                  </a:cubicBezTo>
                  <a:cubicBezTo>
                    <a:pt x="32" y="32"/>
                    <a:pt x="32" y="31"/>
                    <a:pt x="31" y="30"/>
                  </a:cubicBezTo>
                  <a:cubicBezTo>
                    <a:pt x="31" y="29"/>
                    <a:pt x="30" y="28"/>
                    <a:pt x="28" y="27"/>
                  </a:cubicBezTo>
                  <a:cubicBezTo>
                    <a:pt x="27" y="26"/>
                    <a:pt x="25" y="25"/>
                    <a:pt x="22" y="24"/>
                  </a:cubicBezTo>
                  <a:cubicBezTo>
                    <a:pt x="18" y="23"/>
                    <a:pt x="15" y="21"/>
                    <a:pt x="13" y="19"/>
                  </a:cubicBezTo>
                  <a:cubicBezTo>
                    <a:pt x="11" y="17"/>
                    <a:pt x="10" y="14"/>
                    <a:pt x="10" y="11"/>
                  </a:cubicBezTo>
                  <a:cubicBezTo>
                    <a:pt x="10" y="8"/>
                    <a:pt x="12" y="5"/>
                    <a:pt x="14" y="3"/>
                  </a:cubicBezTo>
                  <a:cubicBezTo>
                    <a:pt x="17" y="1"/>
                    <a:pt x="20" y="0"/>
                    <a:pt x="24" y="0"/>
                  </a:cubicBezTo>
                  <a:cubicBezTo>
                    <a:pt x="29" y="0"/>
                    <a:pt x="33" y="1"/>
                    <a:pt x="36" y="2"/>
                  </a:cubicBezTo>
                  <a:cubicBezTo>
                    <a:pt x="35" y="7"/>
                    <a:pt x="35" y="7"/>
                    <a:pt x="35" y="7"/>
                  </a:cubicBezTo>
                  <a:cubicBezTo>
                    <a:pt x="31" y="5"/>
                    <a:pt x="28" y="5"/>
                    <a:pt x="24" y="5"/>
                  </a:cubicBezTo>
                  <a:cubicBezTo>
                    <a:pt x="21" y="5"/>
                    <a:pt x="19" y="5"/>
                    <a:pt x="18" y="6"/>
                  </a:cubicBezTo>
                  <a:cubicBezTo>
                    <a:pt x="16" y="8"/>
                    <a:pt x="16" y="9"/>
                    <a:pt x="16" y="11"/>
                  </a:cubicBezTo>
                  <a:cubicBezTo>
                    <a:pt x="16" y="13"/>
                    <a:pt x="16" y="14"/>
                    <a:pt x="16" y="15"/>
                  </a:cubicBezTo>
                  <a:cubicBezTo>
                    <a:pt x="17" y="16"/>
                    <a:pt x="18" y="17"/>
                    <a:pt x="19" y="18"/>
                  </a:cubicBezTo>
                  <a:cubicBezTo>
                    <a:pt x="21" y="19"/>
                    <a:pt x="23" y="19"/>
                    <a:pt x="25" y="20"/>
                  </a:cubicBezTo>
                  <a:cubicBezTo>
                    <a:pt x="30" y="22"/>
                    <a:pt x="33" y="24"/>
                    <a:pt x="35" y="26"/>
                  </a:cubicBezTo>
                  <a:cubicBezTo>
                    <a:pt x="37" y="28"/>
                    <a:pt x="38" y="30"/>
                    <a:pt x="38" y="33"/>
                  </a:cubicBezTo>
                  <a:close/>
                  <a:moveTo>
                    <a:pt x="60" y="45"/>
                  </a:moveTo>
                  <a:cubicBezTo>
                    <a:pt x="55" y="45"/>
                    <a:pt x="55" y="45"/>
                    <a:pt x="55" y="45"/>
                  </a:cubicBezTo>
                  <a:cubicBezTo>
                    <a:pt x="55" y="5"/>
                    <a:pt x="55" y="5"/>
                    <a:pt x="55" y="5"/>
                  </a:cubicBezTo>
                  <a:cubicBezTo>
                    <a:pt x="41" y="5"/>
                    <a:pt x="41" y="5"/>
                    <a:pt x="41" y="5"/>
                  </a:cubicBezTo>
                  <a:cubicBezTo>
                    <a:pt x="41" y="1"/>
                    <a:pt x="41" y="1"/>
                    <a:pt x="41" y="1"/>
                  </a:cubicBezTo>
                  <a:cubicBezTo>
                    <a:pt x="74" y="1"/>
                    <a:pt x="74" y="1"/>
                    <a:pt x="74" y="1"/>
                  </a:cubicBezTo>
                  <a:cubicBezTo>
                    <a:pt x="74" y="5"/>
                    <a:pt x="74" y="5"/>
                    <a:pt x="74" y="5"/>
                  </a:cubicBezTo>
                  <a:cubicBezTo>
                    <a:pt x="60" y="5"/>
                    <a:pt x="60" y="5"/>
                    <a:pt x="60" y="5"/>
                  </a:cubicBezTo>
                  <a:lnTo>
                    <a:pt x="60" y="45"/>
                  </a:lnTo>
                  <a:close/>
                  <a:moveTo>
                    <a:pt x="105" y="45"/>
                  </a:moveTo>
                  <a:cubicBezTo>
                    <a:pt x="81" y="45"/>
                    <a:pt x="81" y="45"/>
                    <a:pt x="81" y="45"/>
                  </a:cubicBezTo>
                  <a:cubicBezTo>
                    <a:pt x="81" y="1"/>
                    <a:pt x="81" y="1"/>
                    <a:pt x="81" y="1"/>
                  </a:cubicBezTo>
                  <a:cubicBezTo>
                    <a:pt x="105" y="1"/>
                    <a:pt x="105" y="1"/>
                    <a:pt x="105" y="1"/>
                  </a:cubicBezTo>
                  <a:cubicBezTo>
                    <a:pt x="105" y="5"/>
                    <a:pt x="105" y="5"/>
                    <a:pt x="105" y="5"/>
                  </a:cubicBezTo>
                  <a:cubicBezTo>
                    <a:pt x="86" y="5"/>
                    <a:pt x="86" y="5"/>
                    <a:pt x="86" y="5"/>
                  </a:cubicBezTo>
                  <a:cubicBezTo>
                    <a:pt x="86" y="19"/>
                    <a:pt x="86" y="19"/>
                    <a:pt x="86" y="19"/>
                  </a:cubicBezTo>
                  <a:cubicBezTo>
                    <a:pt x="104" y="19"/>
                    <a:pt x="104" y="19"/>
                    <a:pt x="104" y="19"/>
                  </a:cubicBezTo>
                  <a:cubicBezTo>
                    <a:pt x="104" y="24"/>
                    <a:pt x="104" y="24"/>
                    <a:pt x="104" y="24"/>
                  </a:cubicBezTo>
                  <a:cubicBezTo>
                    <a:pt x="86" y="24"/>
                    <a:pt x="86" y="24"/>
                    <a:pt x="86" y="24"/>
                  </a:cubicBezTo>
                  <a:cubicBezTo>
                    <a:pt x="86" y="40"/>
                    <a:pt x="86" y="40"/>
                    <a:pt x="86" y="40"/>
                  </a:cubicBezTo>
                  <a:cubicBezTo>
                    <a:pt x="105" y="40"/>
                    <a:pt x="105" y="40"/>
                    <a:pt x="105" y="40"/>
                  </a:cubicBezTo>
                  <a:lnTo>
                    <a:pt x="105" y="45"/>
                  </a:lnTo>
                  <a:close/>
                  <a:moveTo>
                    <a:pt x="143" y="14"/>
                  </a:moveTo>
                  <a:cubicBezTo>
                    <a:pt x="143" y="18"/>
                    <a:pt x="142" y="21"/>
                    <a:pt x="139" y="24"/>
                  </a:cubicBezTo>
                  <a:cubicBezTo>
                    <a:pt x="136" y="26"/>
                    <a:pt x="131" y="27"/>
                    <a:pt x="126" y="27"/>
                  </a:cubicBezTo>
                  <a:cubicBezTo>
                    <a:pt x="120" y="27"/>
                    <a:pt x="120" y="27"/>
                    <a:pt x="120" y="27"/>
                  </a:cubicBezTo>
                  <a:cubicBezTo>
                    <a:pt x="120" y="45"/>
                    <a:pt x="120" y="45"/>
                    <a:pt x="120" y="45"/>
                  </a:cubicBezTo>
                  <a:cubicBezTo>
                    <a:pt x="115" y="45"/>
                    <a:pt x="115" y="45"/>
                    <a:pt x="115" y="45"/>
                  </a:cubicBezTo>
                  <a:cubicBezTo>
                    <a:pt x="115" y="1"/>
                    <a:pt x="115" y="1"/>
                    <a:pt x="115" y="1"/>
                  </a:cubicBezTo>
                  <a:cubicBezTo>
                    <a:pt x="127" y="1"/>
                    <a:pt x="127" y="1"/>
                    <a:pt x="127" y="1"/>
                  </a:cubicBezTo>
                  <a:cubicBezTo>
                    <a:pt x="138" y="1"/>
                    <a:pt x="143" y="5"/>
                    <a:pt x="143" y="14"/>
                  </a:cubicBezTo>
                  <a:close/>
                  <a:moveTo>
                    <a:pt x="120" y="23"/>
                  </a:moveTo>
                  <a:cubicBezTo>
                    <a:pt x="125" y="23"/>
                    <a:pt x="125" y="23"/>
                    <a:pt x="125" y="23"/>
                  </a:cubicBezTo>
                  <a:cubicBezTo>
                    <a:pt x="130" y="23"/>
                    <a:pt x="133" y="22"/>
                    <a:pt x="135" y="21"/>
                  </a:cubicBezTo>
                  <a:cubicBezTo>
                    <a:pt x="137" y="19"/>
                    <a:pt x="138" y="17"/>
                    <a:pt x="138" y="14"/>
                  </a:cubicBezTo>
                  <a:cubicBezTo>
                    <a:pt x="138" y="11"/>
                    <a:pt x="137" y="9"/>
                    <a:pt x="135" y="7"/>
                  </a:cubicBezTo>
                  <a:cubicBezTo>
                    <a:pt x="133" y="6"/>
                    <a:pt x="130" y="5"/>
                    <a:pt x="126" y="5"/>
                  </a:cubicBezTo>
                  <a:cubicBezTo>
                    <a:pt x="120" y="5"/>
                    <a:pt x="120" y="5"/>
                    <a:pt x="120" y="5"/>
                  </a:cubicBezTo>
                  <a:lnTo>
                    <a:pt x="120"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3"/>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53" y="139"/>
                  </a:moveTo>
                  <a:cubicBezTo>
                    <a:pt x="139" y="139"/>
                    <a:pt x="139" y="139"/>
                    <a:pt x="139" y="139"/>
                  </a:cubicBezTo>
                  <a:cubicBezTo>
                    <a:pt x="139" y="161"/>
                    <a:pt x="139" y="161"/>
                    <a:pt x="139" y="161"/>
                  </a:cubicBezTo>
                  <a:cubicBezTo>
                    <a:pt x="123" y="161"/>
                    <a:pt x="123" y="161"/>
                    <a:pt x="123" y="161"/>
                  </a:cubicBezTo>
                  <a:cubicBezTo>
                    <a:pt x="123" y="139"/>
                    <a:pt x="123" y="139"/>
                    <a:pt x="123" y="139"/>
                  </a:cubicBezTo>
                  <a:cubicBezTo>
                    <a:pt x="77" y="139"/>
                    <a:pt x="77" y="139"/>
                    <a:pt x="77" y="139"/>
                  </a:cubicBezTo>
                  <a:cubicBezTo>
                    <a:pt x="77" y="126"/>
                    <a:pt x="77" y="126"/>
                    <a:pt x="77" y="126"/>
                  </a:cubicBezTo>
                  <a:cubicBezTo>
                    <a:pt x="123" y="60"/>
                    <a:pt x="123" y="60"/>
                    <a:pt x="123" y="60"/>
                  </a:cubicBezTo>
                  <a:cubicBezTo>
                    <a:pt x="139" y="60"/>
                    <a:pt x="139" y="60"/>
                    <a:pt x="139" y="60"/>
                  </a:cubicBezTo>
                  <a:cubicBezTo>
                    <a:pt x="139" y="125"/>
                    <a:pt x="139" y="125"/>
                    <a:pt x="139" y="125"/>
                  </a:cubicBezTo>
                  <a:cubicBezTo>
                    <a:pt x="153" y="125"/>
                    <a:pt x="153" y="125"/>
                    <a:pt x="153" y="125"/>
                  </a:cubicBezTo>
                  <a:lnTo>
                    <a:pt x="153" y="139"/>
                  </a:lnTo>
                  <a:close/>
                  <a:moveTo>
                    <a:pt x="123" y="125"/>
                  </a:moveTo>
                  <a:cubicBezTo>
                    <a:pt x="123" y="100"/>
                    <a:pt x="123" y="100"/>
                    <a:pt x="123" y="100"/>
                  </a:cubicBezTo>
                  <a:cubicBezTo>
                    <a:pt x="123" y="91"/>
                    <a:pt x="124" y="84"/>
                    <a:pt x="124" y="78"/>
                  </a:cubicBezTo>
                  <a:cubicBezTo>
                    <a:pt x="124" y="78"/>
                    <a:pt x="124" y="78"/>
                    <a:pt x="124" y="78"/>
                  </a:cubicBezTo>
                  <a:cubicBezTo>
                    <a:pt x="122" y="81"/>
                    <a:pt x="120" y="84"/>
                    <a:pt x="118" y="89"/>
                  </a:cubicBezTo>
                  <a:cubicBezTo>
                    <a:pt x="93" y="125"/>
                    <a:pt x="93" y="125"/>
                    <a:pt x="93" y="125"/>
                  </a:cubicBezTo>
                  <a:lnTo>
                    <a:pt x="123" y="1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21" name="Group 120">
            <a:extLst>
              <a:ext uri="{FF2B5EF4-FFF2-40B4-BE49-F238E27FC236}">
                <a16:creationId xmlns:a16="http://schemas.microsoft.com/office/drawing/2014/main" id="{D025F35C-B909-4CDF-941D-D88B5811202E}"/>
              </a:ext>
            </a:extLst>
          </p:cNvPr>
          <p:cNvGrpSpPr/>
          <p:nvPr/>
        </p:nvGrpSpPr>
        <p:grpSpPr>
          <a:xfrm>
            <a:off x="9388415" y="1656239"/>
            <a:ext cx="891940" cy="877197"/>
            <a:chOff x="10801230" y="1685013"/>
            <a:chExt cx="768350" cy="755650"/>
          </a:xfrm>
        </p:grpSpPr>
        <p:sp>
          <p:nvSpPr>
            <p:cNvPr id="119" name="Freeform 10">
              <a:extLst>
                <a:ext uri="{FF2B5EF4-FFF2-40B4-BE49-F238E27FC236}">
                  <a16:creationId xmlns:a16="http://schemas.microsoft.com/office/drawing/2014/main" id="{4E55384F-3BD3-46C9-B4D1-D2A219B244FF}"/>
                </a:ext>
              </a:extLst>
            </p:cNvPr>
            <p:cNvSpPr>
              <a:spLocks/>
            </p:cNvSpPr>
            <p:nvPr/>
          </p:nvSpPr>
          <p:spPr bwMode="auto">
            <a:xfrm>
              <a:off x="10801230" y="1685013"/>
              <a:ext cx="768350" cy="755650"/>
            </a:xfrm>
            <a:custGeom>
              <a:avLst/>
              <a:gdLst>
                <a:gd name="T0" fmla="*/ 131 w 201"/>
                <a:gd name="T1" fmla="*/ 10 h 198"/>
                <a:gd name="T2" fmla="*/ 201 w 201"/>
                <a:gd name="T3" fmla="*/ 81 h 198"/>
                <a:gd name="T4" fmla="*/ 84 w 201"/>
                <a:gd name="T5" fmla="*/ 198 h 198"/>
                <a:gd name="T6" fmla="*/ 22 w 201"/>
                <a:gd name="T7" fmla="*/ 136 h 198"/>
                <a:gd name="T8" fmla="*/ 33 w 201"/>
                <a:gd name="T9" fmla="*/ 57 h 198"/>
                <a:gd name="T10" fmla="*/ 33 w 201"/>
                <a:gd name="T11" fmla="*/ 56 h 198"/>
                <a:gd name="T12" fmla="*/ 19 w 201"/>
                <a:gd name="T13" fmla="*/ 42 h 198"/>
                <a:gd name="T14" fmla="*/ 19 w 201"/>
                <a:gd name="T15" fmla="*/ 39 h 198"/>
                <a:gd name="T16" fmla="*/ 38 w 201"/>
                <a:gd name="T17" fmla="*/ 37 h 198"/>
                <a:gd name="T18" fmla="*/ 37 w 201"/>
                <a:gd name="T19" fmla="*/ 37 h 198"/>
                <a:gd name="T20" fmla="*/ 22 w 201"/>
                <a:gd name="T21" fmla="*/ 22 h 198"/>
                <a:gd name="T22" fmla="*/ 42 w 201"/>
                <a:gd name="T23" fmla="*/ 7 h 198"/>
                <a:gd name="T24" fmla="*/ 58 w 201"/>
                <a:gd name="T25" fmla="*/ 23 h 198"/>
                <a:gd name="T26" fmla="*/ 58 w 201"/>
                <a:gd name="T27" fmla="*/ 21 h 198"/>
                <a:gd name="T28" fmla="*/ 46 w 201"/>
                <a:gd name="T29" fmla="*/ 10 h 198"/>
                <a:gd name="T30" fmla="*/ 46 w 201"/>
                <a:gd name="T31" fmla="*/ 6 h 198"/>
                <a:gd name="T32" fmla="*/ 74 w 201"/>
                <a:gd name="T33" fmla="*/ 6 h 198"/>
                <a:gd name="T34" fmla="*/ 80 w 201"/>
                <a:gd name="T35" fmla="*/ 11 h 198"/>
                <a:gd name="T36" fmla="*/ 80 w 201"/>
                <a:gd name="T37" fmla="*/ 6 h 198"/>
                <a:gd name="T38" fmla="*/ 101 w 201"/>
                <a:gd name="T39" fmla="*/ 6 h 198"/>
                <a:gd name="T40" fmla="*/ 109 w 201"/>
                <a:gd name="T41" fmla="*/ 14 h 198"/>
                <a:gd name="T42" fmla="*/ 109 w 201"/>
                <a:gd name="T43" fmla="*/ 7 h 198"/>
                <a:gd name="T44" fmla="*/ 131 w 201"/>
                <a:gd name="T45" fmla="*/ 1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1" h="198">
                  <a:moveTo>
                    <a:pt x="131" y="10"/>
                  </a:moveTo>
                  <a:cubicBezTo>
                    <a:pt x="201" y="81"/>
                    <a:pt x="201" y="81"/>
                    <a:pt x="201" y="81"/>
                  </a:cubicBezTo>
                  <a:cubicBezTo>
                    <a:pt x="84" y="198"/>
                    <a:pt x="84" y="198"/>
                    <a:pt x="84" y="198"/>
                  </a:cubicBezTo>
                  <a:cubicBezTo>
                    <a:pt x="22" y="136"/>
                    <a:pt x="22" y="136"/>
                    <a:pt x="22" y="136"/>
                  </a:cubicBezTo>
                  <a:cubicBezTo>
                    <a:pt x="22" y="136"/>
                    <a:pt x="0" y="74"/>
                    <a:pt x="33" y="57"/>
                  </a:cubicBezTo>
                  <a:cubicBezTo>
                    <a:pt x="33" y="56"/>
                    <a:pt x="33" y="56"/>
                    <a:pt x="33" y="56"/>
                  </a:cubicBezTo>
                  <a:cubicBezTo>
                    <a:pt x="19" y="42"/>
                    <a:pt x="19" y="42"/>
                    <a:pt x="19" y="42"/>
                  </a:cubicBezTo>
                  <a:cubicBezTo>
                    <a:pt x="19" y="39"/>
                    <a:pt x="19" y="39"/>
                    <a:pt x="19" y="39"/>
                  </a:cubicBezTo>
                  <a:cubicBezTo>
                    <a:pt x="19" y="39"/>
                    <a:pt x="34" y="44"/>
                    <a:pt x="38" y="37"/>
                  </a:cubicBezTo>
                  <a:cubicBezTo>
                    <a:pt x="37" y="37"/>
                    <a:pt x="37" y="37"/>
                    <a:pt x="37" y="37"/>
                  </a:cubicBezTo>
                  <a:cubicBezTo>
                    <a:pt x="22" y="22"/>
                    <a:pt x="22" y="22"/>
                    <a:pt x="22" y="22"/>
                  </a:cubicBezTo>
                  <a:cubicBezTo>
                    <a:pt x="22" y="22"/>
                    <a:pt x="16" y="0"/>
                    <a:pt x="42" y="7"/>
                  </a:cubicBezTo>
                  <a:cubicBezTo>
                    <a:pt x="49" y="15"/>
                    <a:pt x="58" y="23"/>
                    <a:pt x="58" y="23"/>
                  </a:cubicBezTo>
                  <a:cubicBezTo>
                    <a:pt x="58" y="21"/>
                    <a:pt x="58" y="21"/>
                    <a:pt x="58" y="21"/>
                  </a:cubicBezTo>
                  <a:cubicBezTo>
                    <a:pt x="46" y="10"/>
                    <a:pt x="46" y="10"/>
                    <a:pt x="46" y="10"/>
                  </a:cubicBezTo>
                  <a:cubicBezTo>
                    <a:pt x="46" y="6"/>
                    <a:pt x="46" y="6"/>
                    <a:pt x="46" y="6"/>
                  </a:cubicBezTo>
                  <a:cubicBezTo>
                    <a:pt x="74" y="6"/>
                    <a:pt x="74" y="6"/>
                    <a:pt x="74" y="6"/>
                  </a:cubicBezTo>
                  <a:cubicBezTo>
                    <a:pt x="80" y="11"/>
                    <a:pt x="80" y="11"/>
                    <a:pt x="80" y="11"/>
                  </a:cubicBezTo>
                  <a:cubicBezTo>
                    <a:pt x="80" y="6"/>
                    <a:pt x="80" y="6"/>
                    <a:pt x="80" y="6"/>
                  </a:cubicBezTo>
                  <a:cubicBezTo>
                    <a:pt x="101" y="6"/>
                    <a:pt x="101" y="6"/>
                    <a:pt x="101" y="6"/>
                  </a:cubicBezTo>
                  <a:cubicBezTo>
                    <a:pt x="109" y="14"/>
                    <a:pt x="109" y="14"/>
                    <a:pt x="109" y="14"/>
                  </a:cubicBezTo>
                  <a:cubicBezTo>
                    <a:pt x="109" y="7"/>
                    <a:pt x="109" y="7"/>
                    <a:pt x="109" y="7"/>
                  </a:cubicBezTo>
                  <a:cubicBezTo>
                    <a:pt x="109" y="7"/>
                    <a:pt x="125" y="5"/>
                    <a:pt x="131" y="10"/>
                  </a:cubicBezTo>
                  <a:close/>
                </a:path>
              </a:pathLst>
            </a:custGeom>
            <a:gradFill flip="none" rotWithShape="1">
              <a:gsLst>
                <a:gs pos="13000">
                  <a:schemeClr val="accent5">
                    <a:lumMod val="50000"/>
                  </a:schemeClr>
                </a:gs>
                <a:gs pos="66000">
                  <a:schemeClr val="accent5">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20" name="Freeform 11">
              <a:extLst>
                <a:ext uri="{FF2B5EF4-FFF2-40B4-BE49-F238E27FC236}">
                  <a16:creationId xmlns:a16="http://schemas.microsoft.com/office/drawing/2014/main" id="{13AE6901-79C5-485A-821D-891CBDFCA82E}"/>
                </a:ext>
              </a:extLst>
            </p:cNvPr>
            <p:cNvSpPr>
              <a:spLocks noEditPoints="1"/>
            </p:cNvSpPr>
            <p:nvPr/>
          </p:nvSpPr>
          <p:spPr bwMode="auto">
            <a:xfrm>
              <a:off x="10852030" y="1704063"/>
              <a:ext cx="481013" cy="530225"/>
            </a:xfrm>
            <a:custGeom>
              <a:avLst/>
              <a:gdLst>
                <a:gd name="T0" fmla="*/ 26 w 126"/>
                <a:gd name="T1" fmla="*/ 36 h 139"/>
                <a:gd name="T2" fmla="*/ 6 w 126"/>
                <a:gd name="T3" fmla="*/ 37 h 139"/>
                <a:gd name="T4" fmla="*/ 11 w 126"/>
                <a:gd name="T5" fmla="*/ 35 h 139"/>
                <a:gd name="T6" fmla="*/ 23 w 126"/>
                <a:gd name="T7" fmla="*/ 33 h 139"/>
                <a:gd name="T8" fmla="*/ 25 w 126"/>
                <a:gd name="T9" fmla="*/ 26 h 139"/>
                <a:gd name="T10" fmla="*/ 16 w 126"/>
                <a:gd name="T11" fmla="*/ 21 h 139"/>
                <a:gd name="T12" fmla="*/ 6 w 126"/>
                <a:gd name="T13" fmla="*/ 10 h 139"/>
                <a:gd name="T14" fmla="*/ 18 w 126"/>
                <a:gd name="T15" fmla="*/ 0 h 139"/>
                <a:gd name="T16" fmla="*/ 27 w 126"/>
                <a:gd name="T17" fmla="*/ 6 h 139"/>
                <a:gd name="T18" fmla="*/ 13 w 126"/>
                <a:gd name="T19" fmla="*/ 6 h 139"/>
                <a:gd name="T20" fmla="*/ 12 w 126"/>
                <a:gd name="T21" fmla="*/ 13 h 139"/>
                <a:gd name="T22" fmla="*/ 19 w 126"/>
                <a:gd name="T23" fmla="*/ 18 h 139"/>
                <a:gd name="T24" fmla="*/ 30 w 126"/>
                <a:gd name="T25" fmla="*/ 28 h 139"/>
                <a:gd name="T26" fmla="*/ 45 w 126"/>
                <a:gd name="T27" fmla="*/ 38 h 139"/>
                <a:gd name="T28" fmla="*/ 33 w 126"/>
                <a:gd name="T29" fmla="*/ 5 h 139"/>
                <a:gd name="T30" fmla="*/ 61 w 126"/>
                <a:gd name="T31" fmla="*/ 1 h 139"/>
                <a:gd name="T32" fmla="*/ 49 w 126"/>
                <a:gd name="T33" fmla="*/ 5 h 139"/>
                <a:gd name="T34" fmla="*/ 88 w 126"/>
                <a:gd name="T35" fmla="*/ 38 h 139"/>
                <a:gd name="T36" fmla="*/ 67 w 126"/>
                <a:gd name="T37" fmla="*/ 1 h 139"/>
                <a:gd name="T38" fmla="*/ 88 w 126"/>
                <a:gd name="T39" fmla="*/ 5 h 139"/>
                <a:gd name="T40" fmla="*/ 71 w 126"/>
                <a:gd name="T41" fmla="*/ 17 h 139"/>
                <a:gd name="T42" fmla="*/ 87 w 126"/>
                <a:gd name="T43" fmla="*/ 21 h 139"/>
                <a:gd name="T44" fmla="*/ 71 w 126"/>
                <a:gd name="T45" fmla="*/ 34 h 139"/>
                <a:gd name="T46" fmla="*/ 88 w 126"/>
                <a:gd name="T47" fmla="*/ 38 h 139"/>
                <a:gd name="T48" fmla="*/ 116 w 126"/>
                <a:gd name="T49" fmla="*/ 20 h 139"/>
                <a:gd name="T50" fmla="*/ 101 w 126"/>
                <a:gd name="T51" fmla="*/ 24 h 139"/>
                <a:gd name="T52" fmla="*/ 96 w 126"/>
                <a:gd name="T53" fmla="*/ 38 h 139"/>
                <a:gd name="T54" fmla="*/ 106 w 126"/>
                <a:gd name="T55" fmla="*/ 1 h 139"/>
                <a:gd name="T56" fmla="*/ 101 w 126"/>
                <a:gd name="T57" fmla="*/ 20 h 139"/>
                <a:gd name="T58" fmla="*/ 113 w 126"/>
                <a:gd name="T59" fmla="*/ 18 h 139"/>
                <a:gd name="T60" fmla="*/ 113 w 126"/>
                <a:gd name="T61" fmla="*/ 6 h 139"/>
                <a:gd name="T62" fmla="*/ 101 w 126"/>
                <a:gd name="T63" fmla="*/ 4 h 139"/>
                <a:gd name="T64" fmla="*/ 58 w 126"/>
                <a:gd name="T65" fmla="*/ 95 h 139"/>
                <a:gd name="T66" fmla="*/ 29 w 126"/>
                <a:gd name="T67" fmla="*/ 139 h 139"/>
                <a:gd name="T68" fmla="*/ 0 w 126"/>
                <a:gd name="T69" fmla="*/ 95 h 139"/>
                <a:gd name="T70" fmla="*/ 29 w 126"/>
                <a:gd name="T71" fmla="*/ 50 h 139"/>
                <a:gd name="T72" fmla="*/ 58 w 126"/>
                <a:gd name="T73" fmla="*/ 95 h 139"/>
                <a:gd name="T74" fmla="*/ 17 w 126"/>
                <a:gd name="T75" fmla="*/ 120 h 139"/>
                <a:gd name="T76" fmla="*/ 41 w 126"/>
                <a:gd name="T77" fmla="*/ 120 h 139"/>
                <a:gd name="T78" fmla="*/ 41 w 126"/>
                <a:gd name="T79" fmla="*/ 69 h 139"/>
                <a:gd name="T80" fmla="*/ 17 w 126"/>
                <a:gd name="T81" fmla="*/ 69 h 139"/>
                <a:gd name="T82" fmla="*/ 98 w 126"/>
                <a:gd name="T83" fmla="*/ 84 h 139"/>
                <a:gd name="T84" fmla="*/ 126 w 126"/>
                <a:gd name="T85" fmla="*/ 110 h 139"/>
                <a:gd name="T86" fmla="*/ 93 w 126"/>
                <a:gd name="T87" fmla="*/ 139 h 139"/>
                <a:gd name="T88" fmla="*/ 71 w 126"/>
                <a:gd name="T89" fmla="*/ 122 h 139"/>
                <a:gd name="T90" fmla="*/ 93 w 126"/>
                <a:gd name="T91" fmla="*/ 127 h 139"/>
                <a:gd name="T92" fmla="*/ 112 w 126"/>
                <a:gd name="T93" fmla="*/ 111 h 139"/>
                <a:gd name="T94" fmla="*/ 86 w 126"/>
                <a:gd name="T95" fmla="*/ 96 h 139"/>
                <a:gd name="T96" fmla="*/ 72 w 126"/>
                <a:gd name="T97" fmla="*/ 94 h 139"/>
                <a:gd name="T98" fmla="*/ 120 w 126"/>
                <a:gd name="T99" fmla="*/ 51 h 139"/>
                <a:gd name="T100" fmla="*/ 88 w 126"/>
                <a:gd name="T101" fmla="*/ 64 h 139"/>
                <a:gd name="T102" fmla="*/ 91 w 126"/>
                <a:gd name="T103" fmla="*/ 8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6" h="139">
                  <a:moveTo>
                    <a:pt x="30" y="28"/>
                  </a:moveTo>
                  <a:cubicBezTo>
                    <a:pt x="30" y="32"/>
                    <a:pt x="29" y="34"/>
                    <a:pt x="26" y="36"/>
                  </a:cubicBezTo>
                  <a:cubicBezTo>
                    <a:pt x="24" y="38"/>
                    <a:pt x="20" y="39"/>
                    <a:pt x="16" y="39"/>
                  </a:cubicBezTo>
                  <a:cubicBezTo>
                    <a:pt x="12" y="39"/>
                    <a:pt x="8" y="38"/>
                    <a:pt x="6" y="37"/>
                  </a:cubicBezTo>
                  <a:cubicBezTo>
                    <a:pt x="6" y="33"/>
                    <a:pt x="6" y="33"/>
                    <a:pt x="6" y="33"/>
                  </a:cubicBezTo>
                  <a:cubicBezTo>
                    <a:pt x="8" y="34"/>
                    <a:pt x="9" y="34"/>
                    <a:pt x="11" y="35"/>
                  </a:cubicBezTo>
                  <a:cubicBezTo>
                    <a:pt x="13" y="35"/>
                    <a:pt x="15" y="35"/>
                    <a:pt x="16" y="35"/>
                  </a:cubicBezTo>
                  <a:cubicBezTo>
                    <a:pt x="19" y="35"/>
                    <a:pt x="22" y="35"/>
                    <a:pt x="23" y="33"/>
                  </a:cubicBezTo>
                  <a:cubicBezTo>
                    <a:pt x="25" y="32"/>
                    <a:pt x="25" y="31"/>
                    <a:pt x="25" y="29"/>
                  </a:cubicBezTo>
                  <a:cubicBezTo>
                    <a:pt x="25" y="27"/>
                    <a:pt x="25" y="26"/>
                    <a:pt x="25" y="26"/>
                  </a:cubicBezTo>
                  <a:cubicBezTo>
                    <a:pt x="24" y="25"/>
                    <a:pt x="23" y="24"/>
                    <a:pt x="22" y="23"/>
                  </a:cubicBezTo>
                  <a:cubicBezTo>
                    <a:pt x="21" y="23"/>
                    <a:pt x="19" y="22"/>
                    <a:pt x="16" y="21"/>
                  </a:cubicBezTo>
                  <a:cubicBezTo>
                    <a:pt x="13" y="20"/>
                    <a:pt x="10" y="18"/>
                    <a:pt x="9" y="16"/>
                  </a:cubicBezTo>
                  <a:cubicBezTo>
                    <a:pt x="7" y="15"/>
                    <a:pt x="6" y="12"/>
                    <a:pt x="6" y="10"/>
                  </a:cubicBezTo>
                  <a:cubicBezTo>
                    <a:pt x="6" y="7"/>
                    <a:pt x="8" y="4"/>
                    <a:pt x="10" y="3"/>
                  </a:cubicBezTo>
                  <a:cubicBezTo>
                    <a:pt x="12" y="1"/>
                    <a:pt x="15" y="0"/>
                    <a:pt x="18" y="0"/>
                  </a:cubicBezTo>
                  <a:cubicBezTo>
                    <a:pt x="22" y="0"/>
                    <a:pt x="26" y="1"/>
                    <a:pt x="29" y="2"/>
                  </a:cubicBezTo>
                  <a:cubicBezTo>
                    <a:pt x="27" y="6"/>
                    <a:pt x="27" y="6"/>
                    <a:pt x="27" y="6"/>
                  </a:cubicBezTo>
                  <a:cubicBezTo>
                    <a:pt x="24" y="5"/>
                    <a:pt x="21" y="4"/>
                    <a:pt x="18" y="4"/>
                  </a:cubicBezTo>
                  <a:cubicBezTo>
                    <a:pt x="16" y="4"/>
                    <a:pt x="14" y="5"/>
                    <a:pt x="13" y="6"/>
                  </a:cubicBezTo>
                  <a:cubicBezTo>
                    <a:pt x="12" y="6"/>
                    <a:pt x="11" y="8"/>
                    <a:pt x="11" y="10"/>
                  </a:cubicBezTo>
                  <a:cubicBezTo>
                    <a:pt x="11" y="11"/>
                    <a:pt x="11" y="12"/>
                    <a:pt x="12" y="13"/>
                  </a:cubicBezTo>
                  <a:cubicBezTo>
                    <a:pt x="12" y="14"/>
                    <a:pt x="13" y="14"/>
                    <a:pt x="14" y="15"/>
                  </a:cubicBezTo>
                  <a:cubicBezTo>
                    <a:pt x="15" y="16"/>
                    <a:pt x="17" y="17"/>
                    <a:pt x="19" y="18"/>
                  </a:cubicBezTo>
                  <a:cubicBezTo>
                    <a:pt x="23" y="19"/>
                    <a:pt x="26" y="20"/>
                    <a:pt x="28" y="22"/>
                  </a:cubicBezTo>
                  <a:cubicBezTo>
                    <a:pt x="29" y="24"/>
                    <a:pt x="30" y="26"/>
                    <a:pt x="30" y="28"/>
                  </a:cubicBezTo>
                  <a:close/>
                  <a:moveTo>
                    <a:pt x="49" y="38"/>
                  </a:moveTo>
                  <a:cubicBezTo>
                    <a:pt x="45" y="38"/>
                    <a:pt x="45" y="38"/>
                    <a:pt x="45" y="38"/>
                  </a:cubicBezTo>
                  <a:cubicBezTo>
                    <a:pt x="45" y="5"/>
                    <a:pt x="45" y="5"/>
                    <a:pt x="45" y="5"/>
                  </a:cubicBezTo>
                  <a:cubicBezTo>
                    <a:pt x="33" y="5"/>
                    <a:pt x="33" y="5"/>
                    <a:pt x="33" y="5"/>
                  </a:cubicBezTo>
                  <a:cubicBezTo>
                    <a:pt x="33" y="1"/>
                    <a:pt x="33" y="1"/>
                    <a:pt x="33" y="1"/>
                  </a:cubicBezTo>
                  <a:cubicBezTo>
                    <a:pt x="61" y="1"/>
                    <a:pt x="61" y="1"/>
                    <a:pt x="61" y="1"/>
                  </a:cubicBezTo>
                  <a:cubicBezTo>
                    <a:pt x="61" y="5"/>
                    <a:pt x="61" y="5"/>
                    <a:pt x="61" y="5"/>
                  </a:cubicBezTo>
                  <a:cubicBezTo>
                    <a:pt x="49" y="5"/>
                    <a:pt x="49" y="5"/>
                    <a:pt x="49" y="5"/>
                  </a:cubicBezTo>
                  <a:lnTo>
                    <a:pt x="49" y="38"/>
                  </a:lnTo>
                  <a:close/>
                  <a:moveTo>
                    <a:pt x="88" y="38"/>
                  </a:moveTo>
                  <a:cubicBezTo>
                    <a:pt x="67" y="38"/>
                    <a:pt x="67" y="38"/>
                    <a:pt x="67" y="38"/>
                  </a:cubicBezTo>
                  <a:cubicBezTo>
                    <a:pt x="67" y="1"/>
                    <a:pt x="67" y="1"/>
                    <a:pt x="67" y="1"/>
                  </a:cubicBezTo>
                  <a:cubicBezTo>
                    <a:pt x="88" y="1"/>
                    <a:pt x="88" y="1"/>
                    <a:pt x="88" y="1"/>
                  </a:cubicBezTo>
                  <a:cubicBezTo>
                    <a:pt x="88" y="5"/>
                    <a:pt x="88" y="5"/>
                    <a:pt x="88" y="5"/>
                  </a:cubicBezTo>
                  <a:cubicBezTo>
                    <a:pt x="71" y="5"/>
                    <a:pt x="71" y="5"/>
                    <a:pt x="71" y="5"/>
                  </a:cubicBezTo>
                  <a:cubicBezTo>
                    <a:pt x="71" y="17"/>
                    <a:pt x="71" y="17"/>
                    <a:pt x="71" y="17"/>
                  </a:cubicBezTo>
                  <a:cubicBezTo>
                    <a:pt x="87" y="17"/>
                    <a:pt x="87" y="17"/>
                    <a:pt x="87" y="17"/>
                  </a:cubicBezTo>
                  <a:cubicBezTo>
                    <a:pt x="87" y="21"/>
                    <a:pt x="87" y="21"/>
                    <a:pt x="87" y="21"/>
                  </a:cubicBezTo>
                  <a:cubicBezTo>
                    <a:pt x="71" y="21"/>
                    <a:pt x="71" y="21"/>
                    <a:pt x="71" y="21"/>
                  </a:cubicBezTo>
                  <a:cubicBezTo>
                    <a:pt x="71" y="34"/>
                    <a:pt x="71" y="34"/>
                    <a:pt x="71" y="34"/>
                  </a:cubicBezTo>
                  <a:cubicBezTo>
                    <a:pt x="88" y="34"/>
                    <a:pt x="88" y="34"/>
                    <a:pt x="88" y="34"/>
                  </a:cubicBezTo>
                  <a:lnTo>
                    <a:pt x="88" y="38"/>
                  </a:lnTo>
                  <a:close/>
                  <a:moveTo>
                    <a:pt x="120" y="12"/>
                  </a:moveTo>
                  <a:cubicBezTo>
                    <a:pt x="120" y="15"/>
                    <a:pt x="119" y="18"/>
                    <a:pt x="116" y="20"/>
                  </a:cubicBezTo>
                  <a:cubicBezTo>
                    <a:pt x="114" y="23"/>
                    <a:pt x="110" y="24"/>
                    <a:pt x="105" y="24"/>
                  </a:cubicBezTo>
                  <a:cubicBezTo>
                    <a:pt x="101" y="24"/>
                    <a:pt x="101" y="24"/>
                    <a:pt x="101" y="24"/>
                  </a:cubicBezTo>
                  <a:cubicBezTo>
                    <a:pt x="101" y="38"/>
                    <a:pt x="101" y="38"/>
                    <a:pt x="101" y="38"/>
                  </a:cubicBezTo>
                  <a:cubicBezTo>
                    <a:pt x="96" y="38"/>
                    <a:pt x="96" y="38"/>
                    <a:pt x="96" y="38"/>
                  </a:cubicBezTo>
                  <a:cubicBezTo>
                    <a:pt x="96" y="1"/>
                    <a:pt x="96" y="1"/>
                    <a:pt x="96" y="1"/>
                  </a:cubicBezTo>
                  <a:cubicBezTo>
                    <a:pt x="106" y="1"/>
                    <a:pt x="106" y="1"/>
                    <a:pt x="106" y="1"/>
                  </a:cubicBezTo>
                  <a:cubicBezTo>
                    <a:pt x="116" y="1"/>
                    <a:pt x="120" y="4"/>
                    <a:pt x="120" y="12"/>
                  </a:cubicBezTo>
                  <a:close/>
                  <a:moveTo>
                    <a:pt x="101" y="20"/>
                  </a:moveTo>
                  <a:cubicBezTo>
                    <a:pt x="105" y="20"/>
                    <a:pt x="105" y="20"/>
                    <a:pt x="105" y="20"/>
                  </a:cubicBezTo>
                  <a:cubicBezTo>
                    <a:pt x="108" y="20"/>
                    <a:pt x="111" y="19"/>
                    <a:pt x="113" y="18"/>
                  </a:cubicBezTo>
                  <a:cubicBezTo>
                    <a:pt x="115" y="17"/>
                    <a:pt x="116" y="15"/>
                    <a:pt x="116" y="12"/>
                  </a:cubicBezTo>
                  <a:cubicBezTo>
                    <a:pt x="116" y="9"/>
                    <a:pt x="115" y="7"/>
                    <a:pt x="113" y="6"/>
                  </a:cubicBezTo>
                  <a:cubicBezTo>
                    <a:pt x="112" y="5"/>
                    <a:pt x="109" y="4"/>
                    <a:pt x="106" y="4"/>
                  </a:cubicBezTo>
                  <a:cubicBezTo>
                    <a:pt x="101" y="4"/>
                    <a:pt x="101" y="4"/>
                    <a:pt x="101" y="4"/>
                  </a:cubicBezTo>
                  <a:lnTo>
                    <a:pt x="101" y="20"/>
                  </a:lnTo>
                  <a:close/>
                  <a:moveTo>
                    <a:pt x="58" y="95"/>
                  </a:moveTo>
                  <a:cubicBezTo>
                    <a:pt x="58" y="110"/>
                    <a:pt x="56" y="121"/>
                    <a:pt x="51" y="128"/>
                  </a:cubicBezTo>
                  <a:cubicBezTo>
                    <a:pt x="46" y="135"/>
                    <a:pt x="39" y="139"/>
                    <a:pt x="29" y="139"/>
                  </a:cubicBezTo>
                  <a:cubicBezTo>
                    <a:pt x="19" y="139"/>
                    <a:pt x="12" y="135"/>
                    <a:pt x="7" y="128"/>
                  </a:cubicBezTo>
                  <a:cubicBezTo>
                    <a:pt x="2" y="120"/>
                    <a:pt x="0" y="109"/>
                    <a:pt x="0" y="95"/>
                  </a:cubicBezTo>
                  <a:cubicBezTo>
                    <a:pt x="0" y="79"/>
                    <a:pt x="2" y="68"/>
                    <a:pt x="7" y="61"/>
                  </a:cubicBezTo>
                  <a:cubicBezTo>
                    <a:pt x="12" y="54"/>
                    <a:pt x="19" y="50"/>
                    <a:pt x="29" y="50"/>
                  </a:cubicBezTo>
                  <a:cubicBezTo>
                    <a:pt x="39" y="50"/>
                    <a:pt x="46" y="54"/>
                    <a:pt x="51" y="61"/>
                  </a:cubicBezTo>
                  <a:cubicBezTo>
                    <a:pt x="56" y="69"/>
                    <a:pt x="58" y="80"/>
                    <a:pt x="58" y="95"/>
                  </a:cubicBezTo>
                  <a:close/>
                  <a:moveTo>
                    <a:pt x="14" y="95"/>
                  </a:moveTo>
                  <a:cubicBezTo>
                    <a:pt x="14" y="106"/>
                    <a:pt x="15" y="115"/>
                    <a:pt x="17" y="120"/>
                  </a:cubicBezTo>
                  <a:cubicBezTo>
                    <a:pt x="20" y="125"/>
                    <a:pt x="24" y="127"/>
                    <a:pt x="29" y="127"/>
                  </a:cubicBezTo>
                  <a:cubicBezTo>
                    <a:pt x="34" y="127"/>
                    <a:pt x="38" y="125"/>
                    <a:pt x="41" y="120"/>
                  </a:cubicBezTo>
                  <a:cubicBezTo>
                    <a:pt x="43" y="114"/>
                    <a:pt x="44" y="106"/>
                    <a:pt x="44" y="95"/>
                  </a:cubicBezTo>
                  <a:cubicBezTo>
                    <a:pt x="44" y="83"/>
                    <a:pt x="43" y="75"/>
                    <a:pt x="41" y="69"/>
                  </a:cubicBezTo>
                  <a:cubicBezTo>
                    <a:pt x="38" y="64"/>
                    <a:pt x="34" y="62"/>
                    <a:pt x="29" y="62"/>
                  </a:cubicBezTo>
                  <a:cubicBezTo>
                    <a:pt x="24" y="62"/>
                    <a:pt x="20" y="64"/>
                    <a:pt x="17" y="69"/>
                  </a:cubicBezTo>
                  <a:cubicBezTo>
                    <a:pt x="15" y="74"/>
                    <a:pt x="14" y="83"/>
                    <a:pt x="14" y="95"/>
                  </a:cubicBezTo>
                  <a:close/>
                  <a:moveTo>
                    <a:pt x="98" y="84"/>
                  </a:moveTo>
                  <a:cubicBezTo>
                    <a:pt x="107" y="84"/>
                    <a:pt x="114" y="86"/>
                    <a:pt x="119" y="91"/>
                  </a:cubicBezTo>
                  <a:cubicBezTo>
                    <a:pt x="124" y="95"/>
                    <a:pt x="126" y="102"/>
                    <a:pt x="126" y="110"/>
                  </a:cubicBezTo>
                  <a:cubicBezTo>
                    <a:pt x="126" y="119"/>
                    <a:pt x="124" y="126"/>
                    <a:pt x="118" y="131"/>
                  </a:cubicBezTo>
                  <a:cubicBezTo>
                    <a:pt x="112" y="136"/>
                    <a:pt x="104" y="139"/>
                    <a:pt x="93" y="139"/>
                  </a:cubicBezTo>
                  <a:cubicBezTo>
                    <a:pt x="84" y="139"/>
                    <a:pt x="76" y="137"/>
                    <a:pt x="71" y="134"/>
                  </a:cubicBezTo>
                  <a:cubicBezTo>
                    <a:pt x="71" y="122"/>
                    <a:pt x="71" y="122"/>
                    <a:pt x="71" y="122"/>
                  </a:cubicBezTo>
                  <a:cubicBezTo>
                    <a:pt x="74" y="123"/>
                    <a:pt x="77" y="125"/>
                    <a:pt x="81" y="126"/>
                  </a:cubicBezTo>
                  <a:cubicBezTo>
                    <a:pt x="86" y="127"/>
                    <a:pt x="89" y="127"/>
                    <a:pt x="93" y="127"/>
                  </a:cubicBezTo>
                  <a:cubicBezTo>
                    <a:pt x="99" y="127"/>
                    <a:pt x="104" y="126"/>
                    <a:pt x="107" y="123"/>
                  </a:cubicBezTo>
                  <a:cubicBezTo>
                    <a:pt x="111" y="120"/>
                    <a:pt x="112" y="116"/>
                    <a:pt x="112" y="111"/>
                  </a:cubicBezTo>
                  <a:cubicBezTo>
                    <a:pt x="112" y="101"/>
                    <a:pt x="106" y="95"/>
                    <a:pt x="92" y="95"/>
                  </a:cubicBezTo>
                  <a:cubicBezTo>
                    <a:pt x="91" y="95"/>
                    <a:pt x="88" y="96"/>
                    <a:pt x="86" y="96"/>
                  </a:cubicBezTo>
                  <a:cubicBezTo>
                    <a:pt x="83" y="96"/>
                    <a:pt x="81" y="97"/>
                    <a:pt x="78" y="97"/>
                  </a:cubicBezTo>
                  <a:cubicBezTo>
                    <a:pt x="72" y="94"/>
                    <a:pt x="72" y="94"/>
                    <a:pt x="72" y="94"/>
                  </a:cubicBezTo>
                  <a:cubicBezTo>
                    <a:pt x="76" y="51"/>
                    <a:pt x="76" y="51"/>
                    <a:pt x="76" y="51"/>
                  </a:cubicBezTo>
                  <a:cubicBezTo>
                    <a:pt x="120" y="51"/>
                    <a:pt x="120" y="51"/>
                    <a:pt x="120" y="51"/>
                  </a:cubicBezTo>
                  <a:cubicBezTo>
                    <a:pt x="120" y="64"/>
                    <a:pt x="120" y="64"/>
                    <a:pt x="120" y="64"/>
                  </a:cubicBezTo>
                  <a:cubicBezTo>
                    <a:pt x="88" y="64"/>
                    <a:pt x="88" y="64"/>
                    <a:pt x="88" y="64"/>
                  </a:cubicBezTo>
                  <a:cubicBezTo>
                    <a:pt x="86" y="85"/>
                    <a:pt x="86" y="85"/>
                    <a:pt x="86" y="85"/>
                  </a:cubicBezTo>
                  <a:cubicBezTo>
                    <a:pt x="87" y="85"/>
                    <a:pt x="89" y="85"/>
                    <a:pt x="91" y="84"/>
                  </a:cubicBezTo>
                  <a:cubicBezTo>
                    <a:pt x="93" y="84"/>
                    <a:pt x="95" y="84"/>
                    <a:pt x="9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4" name="Group 13">
            <a:extLst>
              <a:ext uri="{FF2B5EF4-FFF2-40B4-BE49-F238E27FC236}">
                <a16:creationId xmlns:a16="http://schemas.microsoft.com/office/drawing/2014/main" id="{2A373115-5F8E-4A5C-8381-26BE6111936B}"/>
              </a:ext>
            </a:extLst>
          </p:cNvPr>
          <p:cNvGrpSpPr/>
          <p:nvPr/>
        </p:nvGrpSpPr>
        <p:grpSpPr>
          <a:xfrm>
            <a:off x="1384336" y="3330575"/>
            <a:ext cx="1292578" cy="1894516"/>
            <a:chOff x="1384336" y="3330575"/>
            <a:chExt cx="1292578" cy="1894516"/>
          </a:xfrm>
        </p:grpSpPr>
        <p:sp>
          <p:nvSpPr>
            <p:cNvPr id="18" name="Rectangle 17">
              <a:extLst>
                <a:ext uri="{FF2B5EF4-FFF2-40B4-BE49-F238E27FC236}">
                  <a16:creationId xmlns:a16="http://schemas.microsoft.com/office/drawing/2014/main" id="{B50C9866-7AB0-429D-B840-7184F99C2AE2}"/>
                </a:ext>
              </a:extLst>
            </p:cNvPr>
            <p:cNvSpPr>
              <a:spLocks noChangeArrowheads="1"/>
            </p:cNvSpPr>
            <p:nvPr/>
          </p:nvSpPr>
          <p:spPr bwMode="auto">
            <a:xfrm>
              <a:off x="1497013" y="3330575"/>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6"/>
                  </a:solidFill>
                  <a:effectLst/>
                  <a:latin typeface="Open Sans" panose="020B0606030504020204" pitchFamily="34" charset="0"/>
                </a:rPr>
                <a:t>INFODATA</a:t>
              </a:r>
              <a:endParaRPr kumimoji="0" lang="ru-UA" altLang="ru-UA" sz="1800" b="0" i="0" u="none" strike="noStrike" cap="none" normalizeH="0" baseline="0">
                <a:ln>
                  <a:noFill/>
                </a:ln>
                <a:solidFill>
                  <a:schemeClr val="accent6"/>
                </a:solidFill>
                <a:effectLst/>
              </a:endParaRPr>
            </a:p>
          </p:txBody>
        </p:sp>
        <p:sp>
          <p:nvSpPr>
            <p:cNvPr id="122" name="Text_02">
              <a:extLst>
                <a:ext uri="{FF2B5EF4-FFF2-40B4-BE49-F238E27FC236}">
                  <a16:creationId xmlns:a16="http://schemas.microsoft.com/office/drawing/2014/main" id="{166A099D-1A7A-4A6F-B54A-D24BDD84B643}"/>
                </a:ext>
              </a:extLst>
            </p:cNvPr>
            <p:cNvSpPr txBox="1"/>
            <p:nvPr/>
          </p:nvSpPr>
          <p:spPr>
            <a:xfrm>
              <a:off x="1384336" y="3609264"/>
              <a:ext cx="1292578" cy="1615827"/>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 quis nostrud exercitation ullamco laboris </a:t>
              </a:r>
              <a:r>
                <a:rPr lang="en-US" sz="900"/>
                <a:t>nisi ut</a:t>
              </a:r>
              <a:endParaRPr lang="ru-RU" sz="900" dirty="0"/>
            </a:p>
          </p:txBody>
        </p:sp>
      </p:grpSp>
      <p:grpSp>
        <p:nvGrpSpPr>
          <p:cNvPr id="15" name="Group 14">
            <a:extLst>
              <a:ext uri="{FF2B5EF4-FFF2-40B4-BE49-F238E27FC236}">
                <a16:creationId xmlns:a16="http://schemas.microsoft.com/office/drawing/2014/main" id="{85A17EC5-CF74-47C0-B2B2-229C8AEBAA99}"/>
              </a:ext>
            </a:extLst>
          </p:cNvPr>
          <p:cNvGrpSpPr/>
          <p:nvPr/>
        </p:nvGrpSpPr>
        <p:grpSpPr>
          <a:xfrm>
            <a:off x="3140774" y="3330575"/>
            <a:ext cx="1292578" cy="1894516"/>
            <a:chOff x="3140774" y="3330575"/>
            <a:chExt cx="1292578" cy="1894516"/>
          </a:xfrm>
        </p:grpSpPr>
        <p:sp>
          <p:nvSpPr>
            <p:cNvPr id="45" name="Rectangle 44">
              <a:extLst>
                <a:ext uri="{FF2B5EF4-FFF2-40B4-BE49-F238E27FC236}">
                  <a16:creationId xmlns:a16="http://schemas.microsoft.com/office/drawing/2014/main" id="{F2ED5FD3-3F98-4752-8C2D-38F79980DB11}"/>
                </a:ext>
              </a:extLst>
            </p:cNvPr>
            <p:cNvSpPr>
              <a:spLocks noChangeArrowheads="1"/>
            </p:cNvSpPr>
            <p:nvPr/>
          </p:nvSpPr>
          <p:spPr bwMode="auto">
            <a:xfrm>
              <a:off x="3316288" y="3330575"/>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1"/>
                  </a:solidFill>
                  <a:effectLst/>
                  <a:latin typeface="Open Sans" panose="020B0606030504020204" pitchFamily="34" charset="0"/>
                </a:rPr>
                <a:t>INFODATA</a:t>
              </a:r>
              <a:endParaRPr kumimoji="0" lang="ru-UA" altLang="ru-UA" sz="1800" b="0" i="0" u="none" strike="noStrike" cap="none" normalizeH="0" baseline="0">
                <a:ln>
                  <a:noFill/>
                </a:ln>
                <a:solidFill>
                  <a:schemeClr val="accent1"/>
                </a:solidFill>
                <a:effectLst/>
              </a:endParaRPr>
            </a:p>
          </p:txBody>
        </p:sp>
        <p:sp>
          <p:nvSpPr>
            <p:cNvPr id="123" name="Text_02">
              <a:extLst>
                <a:ext uri="{FF2B5EF4-FFF2-40B4-BE49-F238E27FC236}">
                  <a16:creationId xmlns:a16="http://schemas.microsoft.com/office/drawing/2014/main" id="{6BB9F791-A793-4B0F-A8B5-7DF633D10E4E}"/>
                </a:ext>
              </a:extLst>
            </p:cNvPr>
            <p:cNvSpPr txBox="1"/>
            <p:nvPr/>
          </p:nvSpPr>
          <p:spPr>
            <a:xfrm>
              <a:off x="3140774" y="3609264"/>
              <a:ext cx="1292578" cy="1615827"/>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 quis nostrud exercitation ullamco laboris </a:t>
              </a:r>
              <a:r>
                <a:rPr lang="en-US" sz="900"/>
                <a:t>nisi ut</a:t>
              </a:r>
              <a:endParaRPr lang="ru-RU" sz="900" dirty="0"/>
            </a:p>
          </p:txBody>
        </p:sp>
      </p:grpSp>
      <p:grpSp>
        <p:nvGrpSpPr>
          <p:cNvPr id="19" name="Group 18">
            <a:extLst>
              <a:ext uri="{FF2B5EF4-FFF2-40B4-BE49-F238E27FC236}">
                <a16:creationId xmlns:a16="http://schemas.microsoft.com/office/drawing/2014/main" id="{2042E391-9BBE-4FE2-975C-39F949646139}"/>
              </a:ext>
            </a:extLst>
          </p:cNvPr>
          <p:cNvGrpSpPr/>
          <p:nvPr/>
        </p:nvGrpSpPr>
        <p:grpSpPr>
          <a:xfrm>
            <a:off x="4943261" y="3330575"/>
            <a:ext cx="1292578" cy="1894516"/>
            <a:chOff x="4943261" y="3330575"/>
            <a:chExt cx="1292578" cy="1894516"/>
          </a:xfrm>
        </p:grpSpPr>
        <p:sp>
          <p:nvSpPr>
            <p:cNvPr id="77" name="Rectangle 76">
              <a:extLst>
                <a:ext uri="{FF2B5EF4-FFF2-40B4-BE49-F238E27FC236}">
                  <a16:creationId xmlns:a16="http://schemas.microsoft.com/office/drawing/2014/main" id="{DB89E6E6-D25D-411E-ACB4-EC3707337349}"/>
                </a:ext>
              </a:extLst>
            </p:cNvPr>
            <p:cNvSpPr>
              <a:spLocks noChangeArrowheads="1"/>
            </p:cNvSpPr>
            <p:nvPr/>
          </p:nvSpPr>
          <p:spPr bwMode="auto">
            <a:xfrm>
              <a:off x="5131931" y="3330575"/>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3"/>
                  </a:solidFill>
                  <a:effectLst/>
                  <a:latin typeface="Open Sans" panose="020B0606030504020204" pitchFamily="34" charset="0"/>
                </a:rPr>
                <a:t>INFODATA</a:t>
              </a:r>
              <a:endParaRPr kumimoji="0" lang="ru-UA" altLang="ru-UA" sz="1800" b="0" i="0" u="none" strike="noStrike" cap="none" normalizeH="0" baseline="0">
                <a:ln>
                  <a:noFill/>
                </a:ln>
                <a:solidFill>
                  <a:schemeClr val="accent3"/>
                </a:solidFill>
                <a:effectLst/>
              </a:endParaRPr>
            </a:p>
          </p:txBody>
        </p:sp>
        <p:sp>
          <p:nvSpPr>
            <p:cNvPr id="124" name="Text_02">
              <a:extLst>
                <a:ext uri="{FF2B5EF4-FFF2-40B4-BE49-F238E27FC236}">
                  <a16:creationId xmlns:a16="http://schemas.microsoft.com/office/drawing/2014/main" id="{14539E34-39E2-41F0-8AB7-335CCE25FEF5}"/>
                </a:ext>
              </a:extLst>
            </p:cNvPr>
            <p:cNvSpPr txBox="1"/>
            <p:nvPr/>
          </p:nvSpPr>
          <p:spPr>
            <a:xfrm>
              <a:off x="4943261" y="3609264"/>
              <a:ext cx="1292578" cy="1615827"/>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 quis nostrud exercitation ullamco laboris </a:t>
              </a:r>
              <a:r>
                <a:rPr lang="en-US" sz="900"/>
                <a:t>nisi ut</a:t>
              </a:r>
              <a:endParaRPr lang="ru-RU" sz="900" dirty="0"/>
            </a:p>
          </p:txBody>
        </p:sp>
      </p:grpSp>
      <p:grpSp>
        <p:nvGrpSpPr>
          <p:cNvPr id="20" name="Group 19">
            <a:extLst>
              <a:ext uri="{FF2B5EF4-FFF2-40B4-BE49-F238E27FC236}">
                <a16:creationId xmlns:a16="http://schemas.microsoft.com/office/drawing/2014/main" id="{762E18A1-B798-47AE-940D-3A2D480CB885}"/>
              </a:ext>
            </a:extLst>
          </p:cNvPr>
          <p:cNvGrpSpPr/>
          <p:nvPr/>
        </p:nvGrpSpPr>
        <p:grpSpPr>
          <a:xfrm>
            <a:off x="6804953" y="3330575"/>
            <a:ext cx="1292578" cy="1894516"/>
            <a:chOff x="6804953" y="3330575"/>
            <a:chExt cx="1292578" cy="1894516"/>
          </a:xfrm>
        </p:grpSpPr>
        <p:sp>
          <p:nvSpPr>
            <p:cNvPr id="86" name="Rectangle 85">
              <a:extLst>
                <a:ext uri="{FF2B5EF4-FFF2-40B4-BE49-F238E27FC236}">
                  <a16:creationId xmlns:a16="http://schemas.microsoft.com/office/drawing/2014/main" id="{9BB985FE-CCDE-4859-B9AA-82AE473158A4}"/>
                </a:ext>
              </a:extLst>
            </p:cNvPr>
            <p:cNvSpPr>
              <a:spLocks noChangeArrowheads="1"/>
            </p:cNvSpPr>
            <p:nvPr/>
          </p:nvSpPr>
          <p:spPr bwMode="auto">
            <a:xfrm>
              <a:off x="6973888" y="3330575"/>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4"/>
                  </a:solidFill>
                  <a:effectLst/>
                  <a:latin typeface="Open Sans" panose="020B0606030504020204" pitchFamily="34" charset="0"/>
                </a:rPr>
                <a:t>INFODATA</a:t>
              </a:r>
              <a:endParaRPr kumimoji="0" lang="ru-UA" altLang="ru-UA" sz="1800" b="0" i="0" u="none" strike="noStrike" cap="none" normalizeH="0" baseline="0">
                <a:ln>
                  <a:noFill/>
                </a:ln>
                <a:solidFill>
                  <a:schemeClr val="accent4"/>
                </a:solidFill>
                <a:effectLst/>
              </a:endParaRPr>
            </a:p>
          </p:txBody>
        </p:sp>
        <p:sp>
          <p:nvSpPr>
            <p:cNvPr id="125" name="Text_02">
              <a:extLst>
                <a:ext uri="{FF2B5EF4-FFF2-40B4-BE49-F238E27FC236}">
                  <a16:creationId xmlns:a16="http://schemas.microsoft.com/office/drawing/2014/main" id="{679E19FA-69FE-4FB6-9CDE-AE15CF17B79F}"/>
                </a:ext>
              </a:extLst>
            </p:cNvPr>
            <p:cNvSpPr txBox="1"/>
            <p:nvPr/>
          </p:nvSpPr>
          <p:spPr>
            <a:xfrm>
              <a:off x="6804953" y="3609264"/>
              <a:ext cx="1292578" cy="1615827"/>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 quis nostrud exercitation ullamco laboris </a:t>
              </a:r>
              <a:r>
                <a:rPr lang="en-US" sz="900"/>
                <a:t>nisi ut</a:t>
              </a:r>
              <a:endParaRPr lang="ru-RU" sz="900" dirty="0"/>
            </a:p>
          </p:txBody>
        </p:sp>
      </p:grpSp>
      <p:grpSp>
        <p:nvGrpSpPr>
          <p:cNvPr id="21" name="Group 20">
            <a:extLst>
              <a:ext uri="{FF2B5EF4-FFF2-40B4-BE49-F238E27FC236}">
                <a16:creationId xmlns:a16="http://schemas.microsoft.com/office/drawing/2014/main" id="{620C748B-842E-46ED-B35A-FE5E003AEA0A}"/>
              </a:ext>
            </a:extLst>
          </p:cNvPr>
          <p:cNvGrpSpPr/>
          <p:nvPr/>
        </p:nvGrpSpPr>
        <p:grpSpPr>
          <a:xfrm>
            <a:off x="8620596" y="3330575"/>
            <a:ext cx="1292578" cy="1894516"/>
            <a:chOff x="8620596" y="3330575"/>
            <a:chExt cx="1292578" cy="1894516"/>
          </a:xfrm>
        </p:grpSpPr>
        <p:sp>
          <p:nvSpPr>
            <p:cNvPr id="95" name="Rectangle 94">
              <a:extLst>
                <a:ext uri="{FF2B5EF4-FFF2-40B4-BE49-F238E27FC236}">
                  <a16:creationId xmlns:a16="http://schemas.microsoft.com/office/drawing/2014/main" id="{C8CE2C3A-77CE-4AD8-B79B-56AFAAD77796}"/>
                </a:ext>
              </a:extLst>
            </p:cNvPr>
            <p:cNvSpPr>
              <a:spLocks noChangeArrowheads="1"/>
            </p:cNvSpPr>
            <p:nvPr/>
          </p:nvSpPr>
          <p:spPr bwMode="auto">
            <a:xfrm>
              <a:off x="8802688" y="3330575"/>
              <a:ext cx="10985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5"/>
                  </a:solidFill>
                  <a:effectLst/>
                  <a:latin typeface="Open Sans" panose="020B0606030504020204" pitchFamily="34" charset="0"/>
                </a:rPr>
                <a:t>INFODATA</a:t>
              </a:r>
              <a:endParaRPr kumimoji="0" lang="ru-UA" altLang="ru-UA" sz="1800" b="0" i="0" u="none" strike="noStrike" cap="none" normalizeH="0" baseline="0">
                <a:ln>
                  <a:noFill/>
                </a:ln>
                <a:solidFill>
                  <a:schemeClr val="accent5"/>
                </a:solidFill>
                <a:effectLst/>
              </a:endParaRPr>
            </a:p>
          </p:txBody>
        </p:sp>
        <p:sp>
          <p:nvSpPr>
            <p:cNvPr id="126" name="Text_02">
              <a:extLst>
                <a:ext uri="{FF2B5EF4-FFF2-40B4-BE49-F238E27FC236}">
                  <a16:creationId xmlns:a16="http://schemas.microsoft.com/office/drawing/2014/main" id="{52295990-F5FD-4700-86A2-9D4D18B12BCA}"/>
                </a:ext>
              </a:extLst>
            </p:cNvPr>
            <p:cNvSpPr txBox="1"/>
            <p:nvPr/>
          </p:nvSpPr>
          <p:spPr>
            <a:xfrm>
              <a:off x="8620596" y="3609264"/>
              <a:ext cx="1292578" cy="1615827"/>
            </a:xfrm>
            <a:prstGeom prst="rect">
              <a:avLst/>
            </a:prstGeom>
            <a:noFill/>
          </p:spPr>
          <p:txBody>
            <a:bodyPr wrap="square" rtlCol="0">
              <a:spAutoFit/>
            </a:bodyPr>
            <a:lstStyle/>
            <a:p>
              <a:r>
                <a:rPr lang="en-US" sz="900" dirty="0"/>
                <a:t>Lorem ipsum dolor sit amet, consectetur adipiscing elit, sed do eiusmod tempor incididunt ut labore et dolore magna aliqua. Ut enim ad minim veniam, quis nostrud exercitation ullamco laboris </a:t>
              </a:r>
              <a:r>
                <a:rPr lang="en-US" sz="900"/>
                <a:t>nisi ut</a:t>
              </a:r>
              <a:endParaRPr lang="ru-RU" sz="900" dirty="0"/>
            </a:p>
          </p:txBody>
        </p:sp>
      </p:grpSp>
    </p:spTree>
    <p:extLst>
      <p:ext uri="{BB962C8B-B14F-4D97-AF65-F5344CB8AC3E}">
        <p14:creationId xmlns:p14="http://schemas.microsoft.com/office/powerpoint/2010/main" val="306948323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down)">
                                          <p:cBhvr>
                                            <p:cTn id="7" dur="750"/>
                                            <p:tgtEl>
                                              <p:spTgt spid="26"/>
                                            </p:tgtEl>
                                          </p:cBhvr>
                                        </p:animEffect>
                                      </p:childTnLst>
                                    </p:cTn>
                                  </p:par>
                                  <p:par>
                                    <p:cTn id="8" presetID="22" presetClass="entr" presetSubtype="4" fill="hold" nodeType="withEffect">
                                      <p:stCondLst>
                                        <p:cond delay="500"/>
                                      </p:stCondLst>
                                      <p:childTnLst>
                                        <p:set>
                                          <p:cBhvr>
                                            <p:cTn id="9" dur="1" fill="hold">
                                              <p:stCondLst>
                                                <p:cond delay="0"/>
                                              </p:stCondLst>
                                            </p:cTn>
                                            <p:tgtEl>
                                              <p:spTgt spid="39"/>
                                            </p:tgtEl>
                                            <p:attrNameLst>
                                              <p:attrName>style.visibility</p:attrName>
                                            </p:attrNameLst>
                                          </p:cBhvr>
                                          <p:to>
                                            <p:strVal val="visible"/>
                                          </p:to>
                                        </p:set>
                                        <p:animEffect transition="in" filter="wipe(down)">
                                          <p:cBhvr>
                                            <p:cTn id="10" dur="750"/>
                                            <p:tgtEl>
                                              <p:spTgt spid="39"/>
                                            </p:tgtEl>
                                          </p:cBhvr>
                                        </p:animEffect>
                                      </p:childTnLst>
                                    </p:cTn>
                                  </p:par>
                                  <p:par>
                                    <p:cTn id="11" presetID="22" presetClass="entr" presetSubtype="4" fill="hold" nodeType="withEffect">
                                      <p:stCondLst>
                                        <p:cond delay="1000"/>
                                      </p:stCondLst>
                                      <p:childTnLst>
                                        <p:set>
                                          <p:cBhvr>
                                            <p:cTn id="12" dur="1" fill="hold">
                                              <p:stCondLst>
                                                <p:cond delay="0"/>
                                              </p:stCondLst>
                                            </p:cTn>
                                            <p:tgtEl>
                                              <p:spTgt spid="73"/>
                                            </p:tgtEl>
                                            <p:attrNameLst>
                                              <p:attrName>style.visibility</p:attrName>
                                            </p:attrNameLst>
                                          </p:cBhvr>
                                          <p:to>
                                            <p:strVal val="visible"/>
                                          </p:to>
                                        </p:set>
                                        <p:animEffect transition="in" filter="wipe(down)">
                                          <p:cBhvr>
                                            <p:cTn id="13" dur="750"/>
                                            <p:tgtEl>
                                              <p:spTgt spid="73"/>
                                            </p:tgtEl>
                                          </p:cBhvr>
                                        </p:animEffect>
                                      </p:childTnLst>
                                    </p:cTn>
                                  </p:par>
                                  <p:par>
                                    <p:cTn id="14" presetID="22" presetClass="entr" presetSubtype="4" fill="hold" nodeType="withEffect">
                                      <p:stCondLst>
                                        <p:cond delay="1500"/>
                                      </p:stCondLst>
                                      <p:childTnLst>
                                        <p:set>
                                          <p:cBhvr>
                                            <p:cTn id="15" dur="1" fill="hold">
                                              <p:stCondLst>
                                                <p:cond delay="0"/>
                                              </p:stCondLst>
                                            </p:cTn>
                                            <p:tgtEl>
                                              <p:spTgt spid="82"/>
                                            </p:tgtEl>
                                            <p:attrNameLst>
                                              <p:attrName>style.visibility</p:attrName>
                                            </p:attrNameLst>
                                          </p:cBhvr>
                                          <p:to>
                                            <p:strVal val="visible"/>
                                          </p:to>
                                        </p:set>
                                        <p:animEffect transition="in" filter="wipe(down)">
                                          <p:cBhvr>
                                            <p:cTn id="16" dur="750"/>
                                            <p:tgtEl>
                                              <p:spTgt spid="82"/>
                                            </p:tgtEl>
                                          </p:cBhvr>
                                        </p:animEffect>
                                      </p:childTnLst>
                                    </p:cTn>
                                  </p:par>
                                  <p:par>
                                    <p:cTn id="17" presetID="22" presetClass="entr" presetSubtype="4" fill="hold" nodeType="withEffect">
                                      <p:stCondLst>
                                        <p:cond delay="2000"/>
                                      </p:stCondLst>
                                      <p:childTnLst>
                                        <p:set>
                                          <p:cBhvr>
                                            <p:cTn id="18" dur="1" fill="hold">
                                              <p:stCondLst>
                                                <p:cond delay="0"/>
                                              </p:stCondLst>
                                            </p:cTn>
                                            <p:tgtEl>
                                              <p:spTgt spid="91"/>
                                            </p:tgtEl>
                                            <p:attrNameLst>
                                              <p:attrName>style.visibility</p:attrName>
                                            </p:attrNameLst>
                                          </p:cBhvr>
                                          <p:to>
                                            <p:strVal val="visible"/>
                                          </p:to>
                                        </p:set>
                                        <p:animEffect transition="in" filter="wipe(down)">
                                          <p:cBhvr>
                                            <p:cTn id="19" dur="750"/>
                                            <p:tgtEl>
                                              <p:spTgt spid="91"/>
                                            </p:tgtEl>
                                          </p:cBhvr>
                                        </p:animEffect>
                                      </p:childTnLst>
                                    </p:cTn>
                                  </p:par>
                                  <p:par>
                                    <p:cTn id="20" presetID="2" presetClass="entr" presetSubtype="1" fill="hold" grpId="0" nodeType="withEffect" p14:presetBounceEnd="67000">
                                      <p:stCondLst>
                                        <p:cond delay="250"/>
                                      </p:stCondLst>
                                      <p:childTnLst>
                                        <p:set>
                                          <p:cBhvr>
                                            <p:cTn id="21" dur="1" fill="hold">
                                              <p:stCondLst>
                                                <p:cond delay="0"/>
                                              </p:stCondLst>
                                            </p:cTn>
                                            <p:tgtEl>
                                              <p:spTgt spid="9"/>
                                            </p:tgtEl>
                                            <p:attrNameLst>
                                              <p:attrName>style.visibility</p:attrName>
                                            </p:attrNameLst>
                                          </p:cBhvr>
                                          <p:to>
                                            <p:strVal val="visible"/>
                                          </p:to>
                                        </p:set>
                                        <p:anim calcmode="lin" valueType="num" p14:bounceEnd="67000">
                                          <p:cBhvr additive="base">
                                            <p:cTn id="22" dur="1000" fill="hold"/>
                                            <p:tgtEl>
                                              <p:spTgt spid="9"/>
                                            </p:tgtEl>
                                            <p:attrNameLst>
                                              <p:attrName>ppt_x</p:attrName>
                                            </p:attrNameLst>
                                          </p:cBhvr>
                                          <p:tavLst>
                                            <p:tav tm="0">
                                              <p:val>
                                                <p:strVal val="#ppt_x"/>
                                              </p:val>
                                            </p:tav>
                                            <p:tav tm="100000">
                                              <p:val>
                                                <p:strVal val="#ppt_x"/>
                                              </p:val>
                                            </p:tav>
                                          </p:tavLst>
                                        </p:anim>
                                        <p:anim calcmode="lin" valueType="num" p14:bounceEnd="67000">
                                          <p:cBhvr additive="base">
                                            <p:cTn id="23" dur="1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14:presetBounceEnd="67000">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14:bounceEnd="67000">
                                          <p:cBhvr additive="base">
                                            <p:cTn id="26" dur="1000" fill="hold"/>
                                            <p:tgtEl>
                                              <p:spTgt spid="8"/>
                                            </p:tgtEl>
                                            <p:attrNameLst>
                                              <p:attrName>ppt_x</p:attrName>
                                            </p:attrNameLst>
                                          </p:cBhvr>
                                          <p:tavLst>
                                            <p:tav tm="0">
                                              <p:val>
                                                <p:strVal val="#ppt_x"/>
                                              </p:val>
                                            </p:tav>
                                            <p:tav tm="100000">
                                              <p:val>
                                                <p:strVal val="#ppt_x"/>
                                              </p:val>
                                            </p:tav>
                                          </p:tavLst>
                                        </p:anim>
                                        <p:anim calcmode="lin" valueType="num" p14:bounceEnd="67000">
                                          <p:cBhvr additive="base">
                                            <p:cTn id="27" dur="1000" fill="hold"/>
                                            <p:tgtEl>
                                              <p:spTgt spid="8"/>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14:presetBounceEnd="67000">
                                      <p:stCondLst>
                                        <p:cond delay="750"/>
                                      </p:stCondLst>
                                      <p:childTnLst>
                                        <p:set>
                                          <p:cBhvr>
                                            <p:cTn id="29" dur="1" fill="hold">
                                              <p:stCondLst>
                                                <p:cond delay="0"/>
                                              </p:stCondLst>
                                            </p:cTn>
                                            <p:tgtEl>
                                              <p:spTgt spid="38"/>
                                            </p:tgtEl>
                                            <p:attrNameLst>
                                              <p:attrName>style.visibility</p:attrName>
                                            </p:attrNameLst>
                                          </p:cBhvr>
                                          <p:to>
                                            <p:strVal val="visible"/>
                                          </p:to>
                                        </p:set>
                                        <p:anim calcmode="lin" valueType="num" p14:bounceEnd="67000">
                                          <p:cBhvr additive="base">
                                            <p:cTn id="30" dur="1000" fill="hold"/>
                                            <p:tgtEl>
                                              <p:spTgt spid="38"/>
                                            </p:tgtEl>
                                            <p:attrNameLst>
                                              <p:attrName>ppt_x</p:attrName>
                                            </p:attrNameLst>
                                          </p:cBhvr>
                                          <p:tavLst>
                                            <p:tav tm="0">
                                              <p:val>
                                                <p:strVal val="#ppt_x"/>
                                              </p:val>
                                            </p:tav>
                                            <p:tav tm="100000">
                                              <p:val>
                                                <p:strVal val="#ppt_x"/>
                                              </p:val>
                                            </p:tav>
                                          </p:tavLst>
                                        </p:anim>
                                        <p:anim calcmode="lin" valueType="num" p14:bounceEnd="67000">
                                          <p:cBhvr additive="base">
                                            <p:cTn id="31" dur="1000" fill="hold"/>
                                            <p:tgtEl>
                                              <p:spTgt spid="38"/>
                                            </p:tgtEl>
                                            <p:attrNameLst>
                                              <p:attrName>ppt_y</p:attrName>
                                            </p:attrNameLst>
                                          </p:cBhvr>
                                          <p:tavLst>
                                            <p:tav tm="0">
                                              <p:val>
                                                <p:strVal val="0-#ppt_h/2"/>
                                              </p:val>
                                            </p:tav>
                                            <p:tav tm="100000">
                                              <p:val>
                                                <p:strVal val="#ppt_y"/>
                                              </p:val>
                                            </p:tav>
                                          </p:tavLst>
                                        </p:anim>
                                      </p:childTnLst>
                                    </p:cTn>
                                  </p:par>
                                  <p:par>
                                    <p:cTn id="32" presetID="2" presetClass="entr" presetSubtype="1" fill="hold" nodeType="withEffect" p14:presetBounceEnd="67000">
                                      <p:stCondLst>
                                        <p:cond delay="750"/>
                                      </p:stCondLst>
                                      <p:childTnLst>
                                        <p:set>
                                          <p:cBhvr>
                                            <p:cTn id="33" dur="1" fill="hold">
                                              <p:stCondLst>
                                                <p:cond delay="0"/>
                                              </p:stCondLst>
                                            </p:cTn>
                                            <p:tgtEl>
                                              <p:spTgt spid="10"/>
                                            </p:tgtEl>
                                            <p:attrNameLst>
                                              <p:attrName>style.visibility</p:attrName>
                                            </p:attrNameLst>
                                          </p:cBhvr>
                                          <p:to>
                                            <p:strVal val="visible"/>
                                          </p:to>
                                        </p:set>
                                        <p:anim calcmode="lin" valueType="num" p14:bounceEnd="67000">
                                          <p:cBhvr additive="base">
                                            <p:cTn id="34" dur="1000" fill="hold"/>
                                            <p:tgtEl>
                                              <p:spTgt spid="10"/>
                                            </p:tgtEl>
                                            <p:attrNameLst>
                                              <p:attrName>ppt_x</p:attrName>
                                            </p:attrNameLst>
                                          </p:cBhvr>
                                          <p:tavLst>
                                            <p:tav tm="0">
                                              <p:val>
                                                <p:strVal val="#ppt_x"/>
                                              </p:val>
                                            </p:tav>
                                            <p:tav tm="100000">
                                              <p:val>
                                                <p:strVal val="#ppt_x"/>
                                              </p:val>
                                            </p:tav>
                                          </p:tavLst>
                                        </p:anim>
                                        <p:anim calcmode="lin" valueType="num" p14:bounceEnd="67000">
                                          <p:cBhvr additive="base">
                                            <p:cTn id="35" dur="1000" fill="hold"/>
                                            <p:tgtEl>
                                              <p:spTgt spid="10"/>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14:presetBounceEnd="67000">
                                      <p:stCondLst>
                                        <p:cond delay="1250"/>
                                      </p:stCondLst>
                                      <p:childTnLst>
                                        <p:set>
                                          <p:cBhvr>
                                            <p:cTn id="37" dur="1" fill="hold">
                                              <p:stCondLst>
                                                <p:cond delay="0"/>
                                              </p:stCondLst>
                                            </p:cTn>
                                            <p:tgtEl>
                                              <p:spTgt spid="72"/>
                                            </p:tgtEl>
                                            <p:attrNameLst>
                                              <p:attrName>style.visibility</p:attrName>
                                            </p:attrNameLst>
                                          </p:cBhvr>
                                          <p:to>
                                            <p:strVal val="visible"/>
                                          </p:to>
                                        </p:set>
                                        <p:anim calcmode="lin" valueType="num" p14:bounceEnd="67000">
                                          <p:cBhvr additive="base">
                                            <p:cTn id="38" dur="1000" fill="hold"/>
                                            <p:tgtEl>
                                              <p:spTgt spid="72"/>
                                            </p:tgtEl>
                                            <p:attrNameLst>
                                              <p:attrName>ppt_x</p:attrName>
                                            </p:attrNameLst>
                                          </p:cBhvr>
                                          <p:tavLst>
                                            <p:tav tm="0">
                                              <p:val>
                                                <p:strVal val="#ppt_x"/>
                                              </p:val>
                                            </p:tav>
                                            <p:tav tm="100000">
                                              <p:val>
                                                <p:strVal val="#ppt_x"/>
                                              </p:val>
                                            </p:tav>
                                          </p:tavLst>
                                        </p:anim>
                                        <p:anim calcmode="lin" valueType="num" p14:bounceEnd="67000">
                                          <p:cBhvr additive="base">
                                            <p:cTn id="39" dur="1000" fill="hold"/>
                                            <p:tgtEl>
                                              <p:spTgt spid="72"/>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14:presetBounceEnd="67000">
                                      <p:stCondLst>
                                        <p:cond delay="1250"/>
                                      </p:stCondLst>
                                      <p:childTnLst>
                                        <p:set>
                                          <p:cBhvr>
                                            <p:cTn id="41" dur="1" fill="hold">
                                              <p:stCondLst>
                                                <p:cond delay="0"/>
                                              </p:stCondLst>
                                            </p:cTn>
                                            <p:tgtEl>
                                              <p:spTgt spid="11"/>
                                            </p:tgtEl>
                                            <p:attrNameLst>
                                              <p:attrName>style.visibility</p:attrName>
                                            </p:attrNameLst>
                                          </p:cBhvr>
                                          <p:to>
                                            <p:strVal val="visible"/>
                                          </p:to>
                                        </p:set>
                                        <p:anim calcmode="lin" valueType="num" p14:bounceEnd="67000">
                                          <p:cBhvr additive="base">
                                            <p:cTn id="42"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43" dur="1000" fill="hold"/>
                                            <p:tgtEl>
                                              <p:spTgt spid="11"/>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14:presetBounceEnd="67000">
                                      <p:stCondLst>
                                        <p:cond delay="1750"/>
                                      </p:stCondLst>
                                      <p:childTnLst>
                                        <p:set>
                                          <p:cBhvr>
                                            <p:cTn id="45" dur="1" fill="hold">
                                              <p:stCondLst>
                                                <p:cond delay="0"/>
                                              </p:stCondLst>
                                            </p:cTn>
                                            <p:tgtEl>
                                              <p:spTgt spid="81"/>
                                            </p:tgtEl>
                                            <p:attrNameLst>
                                              <p:attrName>style.visibility</p:attrName>
                                            </p:attrNameLst>
                                          </p:cBhvr>
                                          <p:to>
                                            <p:strVal val="visible"/>
                                          </p:to>
                                        </p:set>
                                        <p:anim calcmode="lin" valueType="num" p14:bounceEnd="67000">
                                          <p:cBhvr additive="base">
                                            <p:cTn id="46" dur="1000" fill="hold"/>
                                            <p:tgtEl>
                                              <p:spTgt spid="81"/>
                                            </p:tgtEl>
                                            <p:attrNameLst>
                                              <p:attrName>ppt_x</p:attrName>
                                            </p:attrNameLst>
                                          </p:cBhvr>
                                          <p:tavLst>
                                            <p:tav tm="0">
                                              <p:val>
                                                <p:strVal val="#ppt_x"/>
                                              </p:val>
                                            </p:tav>
                                            <p:tav tm="100000">
                                              <p:val>
                                                <p:strVal val="#ppt_x"/>
                                              </p:val>
                                            </p:tav>
                                          </p:tavLst>
                                        </p:anim>
                                        <p:anim calcmode="lin" valueType="num" p14:bounceEnd="67000">
                                          <p:cBhvr additive="base">
                                            <p:cTn id="47" dur="1000" fill="hold"/>
                                            <p:tgtEl>
                                              <p:spTgt spid="81"/>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14:presetBounceEnd="67000">
                                      <p:stCondLst>
                                        <p:cond delay="1750"/>
                                      </p:stCondLst>
                                      <p:childTnLst>
                                        <p:set>
                                          <p:cBhvr>
                                            <p:cTn id="49" dur="1" fill="hold">
                                              <p:stCondLst>
                                                <p:cond delay="0"/>
                                              </p:stCondLst>
                                            </p:cTn>
                                            <p:tgtEl>
                                              <p:spTgt spid="12"/>
                                            </p:tgtEl>
                                            <p:attrNameLst>
                                              <p:attrName>style.visibility</p:attrName>
                                            </p:attrNameLst>
                                          </p:cBhvr>
                                          <p:to>
                                            <p:strVal val="visible"/>
                                          </p:to>
                                        </p:set>
                                        <p:anim calcmode="lin" valueType="num" p14:bounceEnd="67000">
                                          <p:cBhvr additive="base">
                                            <p:cTn id="50" dur="1000" fill="hold"/>
                                            <p:tgtEl>
                                              <p:spTgt spid="12"/>
                                            </p:tgtEl>
                                            <p:attrNameLst>
                                              <p:attrName>ppt_x</p:attrName>
                                            </p:attrNameLst>
                                          </p:cBhvr>
                                          <p:tavLst>
                                            <p:tav tm="0">
                                              <p:val>
                                                <p:strVal val="#ppt_x"/>
                                              </p:val>
                                            </p:tav>
                                            <p:tav tm="100000">
                                              <p:val>
                                                <p:strVal val="#ppt_x"/>
                                              </p:val>
                                            </p:tav>
                                          </p:tavLst>
                                        </p:anim>
                                        <p:anim calcmode="lin" valueType="num" p14:bounceEnd="67000">
                                          <p:cBhvr additive="base">
                                            <p:cTn id="51" dur="1000" fill="hold"/>
                                            <p:tgtEl>
                                              <p:spTgt spid="12"/>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14:presetBounceEnd="67000">
                                      <p:stCondLst>
                                        <p:cond delay="2250"/>
                                      </p:stCondLst>
                                      <p:childTnLst>
                                        <p:set>
                                          <p:cBhvr>
                                            <p:cTn id="53" dur="1" fill="hold">
                                              <p:stCondLst>
                                                <p:cond delay="0"/>
                                              </p:stCondLst>
                                            </p:cTn>
                                            <p:tgtEl>
                                              <p:spTgt spid="90"/>
                                            </p:tgtEl>
                                            <p:attrNameLst>
                                              <p:attrName>style.visibility</p:attrName>
                                            </p:attrNameLst>
                                          </p:cBhvr>
                                          <p:to>
                                            <p:strVal val="visible"/>
                                          </p:to>
                                        </p:set>
                                        <p:anim calcmode="lin" valueType="num" p14:bounceEnd="67000">
                                          <p:cBhvr additive="base">
                                            <p:cTn id="54" dur="1000" fill="hold"/>
                                            <p:tgtEl>
                                              <p:spTgt spid="90"/>
                                            </p:tgtEl>
                                            <p:attrNameLst>
                                              <p:attrName>ppt_x</p:attrName>
                                            </p:attrNameLst>
                                          </p:cBhvr>
                                          <p:tavLst>
                                            <p:tav tm="0">
                                              <p:val>
                                                <p:strVal val="#ppt_x"/>
                                              </p:val>
                                            </p:tav>
                                            <p:tav tm="100000">
                                              <p:val>
                                                <p:strVal val="#ppt_x"/>
                                              </p:val>
                                            </p:tav>
                                          </p:tavLst>
                                        </p:anim>
                                        <p:anim calcmode="lin" valueType="num" p14:bounceEnd="67000">
                                          <p:cBhvr additive="base">
                                            <p:cTn id="55" dur="1000" fill="hold"/>
                                            <p:tgtEl>
                                              <p:spTgt spid="90"/>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14:presetBounceEnd="67000">
                                      <p:stCondLst>
                                        <p:cond delay="2250"/>
                                      </p:stCondLst>
                                      <p:childTnLst>
                                        <p:set>
                                          <p:cBhvr>
                                            <p:cTn id="57" dur="1" fill="hold">
                                              <p:stCondLst>
                                                <p:cond delay="0"/>
                                              </p:stCondLst>
                                            </p:cTn>
                                            <p:tgtEl>
                                              <p:spTgt spid="13"/>
                                            </p:tgtEl>
                                            <p:attrNameLst>
                                              <p:attrName>style.visibility</p:attrName>
                                            </p:attrNameLst>
                                          </p:cBhvr>
                                          <p:to>
                                            <p:strVal val="visible"/>
                                          </p:to>
                                        </p:set>
                                        <p:anim calcmode="lin" valueType="num" p14:bounceEnd="67000">
                                          <p:cBhvr additive="base">
                                            <p:cTn id="58" dur="1000" fill="hold"/>
                                            <p:tgtEl>
                                              <p:spTgt spid="13"/>
                                            </p:tgtEl>
                                            <p:attrNameLst>
                                              <p:attrName>ppt_x</p:attrName>
                                            </p:attrNameLst>
                                          </p:cBhvr>
                                          <p:tavLst>
                                            <p:tav tm="0">
                                              <p:val>
                                                <p:strVal val="#ppt_x"/>
                                              </p:val>
                                            </p:tav>
                                            <p:tav tm="100000">
                                              <p:val>
                                                <p:strVal val="#ppt_x"/>
                                              </p:val>
                                            </p:tav>
                                          </p:tavLst>
                                        </p:anim>
                                        <p:anim calcmode="lin" valueType="num" p14:bounceEnd="67000">
                                          <p:cBhvr additive="base">
                                            <p:cTn id="59" dur="1000" fill="hold"/>
                                            <p:tgtEl>
                                              <p:spTgt spid="13"/>
                                            </p:tgtEl>
                                            <p:attrNameLst>
                                              <p:attrName>ppt_y</p:attrName>
                                            </p:attrNameLst>
                                          </p:cBhvr>
                                          <p:tavLst>
                                            <p:tav tm="0">
                                              <p:val>
                                                <p:strVal val="0-#ppt_h/2"/>
                                              </p:val>
                                            </p:tav>
                                            <p:tav tm="100000">
                                              <p:val>
                                                <p:strVal val="#ppt_y"/>
                                              </p:val>
                                            </p:tav>
                                          </p:tavLst>
                                        </p:anim>
                                      </p:childTnLst>
                                    </p:cTn>
                                  </p:par>
                                  <p:par>
                                    <p:cTn id="60" presetID="22" presetClass="entr" presetSubtype="2" fill="hold" grpId="0" nodeType="withEffect">
                                      <p:stCondLst>
                                        <p:cond delay="500"/>
                                      </p:stCondLst>
                                      <p:childTnLst>
                                        <p:set>
                                          <p:cBhvr>
                                            <p:cTn id="61" dur="1" fill="hold">
                                              <p:stCondLst>
                                                <p:cond delay="0"/>
                                              </p:stCondLst>
                                            </p:cTn>
                                            <p:tgtEl>
                                              <p:spTgt spid="31"/>
                                            </p:tgtEl>
                                            <p:attrNameLst>
                                              <p:attrName>style.visibility</p:attrName>
                                            </p:attrNameLst>
                                          </p:cBhvr>
                                          <p:to>
                                            <p:strVal val="visible"/>
                                          </p:to>
                                        </p:set>
                                        <p:animEffect transition="in" filter="wipe(right)">
                                          <p:cBhvr>
                                            <p:cTn id="62" dur="750"/>
                                            <p:tgtEl>
                                              <p:spTgt spid="31"/>
                                            </p:tgtEl>
                                          </p:cBhvr>
                                        </p:animEffect>
                                      </p:childTnLst>
                                    </p:cTn>
                                  </p:par>
                                  <p:par>
                                    <p:cTn id="63" presetID="22" presetClass="entr" presetSubtype="2" fill="hold" grpId="0" nodeType="withEffect">
                                      <p:stCondLst>
                                        <p:cond delay="1000"/>
                                      </p:stCondLst>
                                      <p:childTnLst>
                                        <p:set>
                                          <p:cBhvr>
                                            <p:cTn id="64" dur="1" fill="hold">
                                              <p:stCondLst>
                                                <p:cond delay="0"/>
                                              </p:stCondLst>
                                            </p:cTn>
                                            <p:tgtEl>
                                              <p:spTgt spid="42"/>
                                            </p:tgtEl>
                                            <p:attrNameLst>
                                              <p:attrName>style.visibility</p:attrName>
                                            </p:attrNameLst>
                                          </p:cBhvr>
                                          <p:to>
                                            <p:strVal val="visible"/>
                                          </p:to>
                                        </p:set>
                                        <p:animEffect transition="in" filter="wipe(right)">
                                          <p:cBhvr>
                                            <p:cTn id="65" dur="750"/>
                                            <p:tgtEl>
                                              <p:spTgt spid="42"/>
                                            </p:tgtEl>
                                          </p:cBhvr>
                                        </p:animEffect>
                                      </p:childTnLst>
                                    </p:cTn>
                                  </p:par>
                                  <p:par>
                                    <p:cTn id="66" presetID="22" presetClass="entr" presetSubtype="2" fill="hold" grpId="0" nodeType="withEffect">
                                      <p:stCondLst>
                                        <p:cond delay="1500"/>
                                      </p:stCondLst>
                                      <p:childTnLst>
                                        <p:set>
                                          <p:cBhvr>
                                            <p:cTn id="67" dur="1" fill="hold">
                                              <p:stCondLst>
                                                <p:cond delay="0"/>
                                              </p:stCondLst>
                                            </p:cTn>
                                            <p:tgtEl>
                                              <p:spTgt spid="74"/>
                                            </p:tgtEl>
                                            <p:attrNameLst>
                                              <p:attrName>style.visibility</p:attrName>
                                            </p:attrNameLst>
                                          </p:cBhvr>
                                          <p:to>
                                            <p:strVal val="visible"/>
                                          </p:to>
                                        </p:set>
                                        <p:animEffect transition="in" filter="wipe(right)">
                                          <p:cBhvr>
                                            <p:cTn id="68" dur="750"/>
                                            <p:tgtEl>
                                              <p:spTgt spid="74"/>
                                            </p:tgtEl>
                                          </p:cBhvr>
                                        </p:animEffect>
                                      </p:childTnLst>
                                    </p:cTn>
                                  </p:par>
                                  <p:par>
                                    <p:cTn id="69" presetID="22" presetClass="entr" presetSubtype="2" fill="hold" grpId="0" nodeType="withEffect">
                                      <p:stCondLst>
                                        <p:cond delay="2000"/>
                                      </p:stCondLst>
                                      <p:childTnLst>
                                        <p:set>
                                          <p:cBhvr>
                                            <p:cTn id="70" dur="1" fill="hold">
                                              <p:stCondLst>
                                                <p:cond delay="0"/>
                                              </p:stCondLst>
                                            </p:cTn>
                                            <p:tgtEl>
                                              <p:spTgt spid="83"/>
                                            </p:tgtEl>
                                            <p:attrNameLst>
                                              <p:attrName>style.visibility</p:attrName>
                                            </p:attrNameLst>
                                          </p:cBhvr>
                                          <p:to>
                                            <p:strVal val="visible"/>
                                          </p:to>
                                        </p:set>
                                        <p:animEffect transition="in" filter="wipe(right)">
                                          <p:cBhvr>
                                            <p:cTn id="71" dur="750"/>
                                            <p:tgtEl>
                                              <p:spTgt spid="83"/>
                                            </p:tgtEl>
                                          </p:cBhvr>
                                        </p:animEffect>
                                      </p:childTnLst>
                                    </p:cTn>
                                  </p:par>
                                  <p:par>
                                    <p:cTn id="72" presetID="22" presetClass="entr" presetSubtype="2" fill="hold" grpId="0" nodeType="withEffect">
                                      <p:stCondLst>
                                        <p:cond delay="2500"/>
                                      </p:stCondLst>
                                      <p:childTnLst>
                                        <p:set>
                                          <p:cBhvr>
                                            <p:cTn id="73" dur="1" fill="hold">
                                              <p:stCondLst>
                                                <p:cond delay="0"/>
                                              </p:stCondLst>
                                            </p:cTn>
                                            <p:tgtEl>
                                              <p:spTgt spid="92"/>
                                            </p:tgtEl>
                                            <p:attrNameLst>
                                              <p:attrName>style.visibility</p:attrName>
                                            </p:attrNameLst>
                                          </p:cBhvr>
                                          <p:to>
                                            <p:strVal val="visible"/>
                                          </p:to>
                                        </p:set>
                                        <p:animEffect transition="in" filter="wipe(right)">
                                          <p:cBhvr>
                                            <p:cTn id="74" dur="750"/>
                                            <p:tgtEl>
                                              <p:spTgt spid="92"/>
                                            </p:tgtEl>
                                          </p:cBhvr>
                                        </p:animEffect>
                                      </p:childTnLst>
                                    </p:cTn>
                                  </p:par>
                                  <p:par>
                                    <p:cTn id="75" presetID="53" presetClass="entr" presetSubtype="16" fill="hold" nodeType="withEffect">
                                      <p:stCondLst>
                                        <p:cond delay="500"/>
                                      </p:stCondLst>
                                      <p:childTnLst>
                                        <p:set>
                                          <p:cBhvr>
                                            <p:cTn id="76" dur="1" fill="hold">
                                              <p:stCondLst>
                                                <p:cond delay="0"/>
                                              </p:stCondLst>
                                            </p:cTn>
                                            <p:tgtEl>
                                              <p:spTgt spid="105"/>
                                            </p:tgtEl>
                                            <p:attrNameLst>
                                              <p:attrName>style.visibility</p:attrName>
                                            </p:attrNameLst>
                                          </p:cBhvr>
                                          <p:to>
                                            <p:strVal val="visible"/>
                                          </p:to>
                                        </p:set>
                                        <p:anim calcmode="lin" valueType="num">
                                          <p:cBhvr>
                                            <p:cTn id="77" dur="750" fill="hold"/>
                                            <p:tgtEl>
                                              <p:spTgt spid="105"/>
                                            </p:tgtEl>
                                            <p:attrNameLst>
                                              <p:attrName>ppt_w</p:attrName>
                                            </p:attrNameLst>
                                          </p:cBhvr>
                                          <p:tavLst>
                                            <p:tav tm="0">
                                              <p:val>
                                                <p:fltVal val="0"/>
                                              </p:val>
                                            </p:tav>
                                            <p:tav tm="100000">
                                              <p:val>
                                                <p:strVal val="#ppt_w"/>
                                              </p:val>
                                            </p:tav>
                                          </p:tavLst>
                                        </p:anim>
                                        <p:anim calcmode="lin" valueType="num">
                                          <p:cBhvr>
                                            <p:cTn id="78" dur="750" fill="hold"/>
                                            <p:tgtEl>
                                              <p:spTgt spid="105"/>
                                            </p:tgtEl>
                                            <p:attrNameLst>
                                              <p:attrName>ppt_h</p:attrName>
                                            </p:attrNameLst>
                                          </p:cBhvr>
                                          <p:tavLst>
                                            <p:tav tm="0">
                                              <p:val>
                                                <p:fltVal val="0"/>
                                              </p:val>
                                            </p:tav>
                                            <p:tav tm="100000">
                                              <p:val>
                                                <p:strVal val="#ppt_h"/>
                                              </p:val>
                                            </p:tav>
                                          </p:tavLst>
                                        </p:anim>
                                        <p:animEffect transition="in" filter="fade">
                                          <p:cBhvr>
                                            <p:cTn id="79" dur="750"/>
                                            <p:tgtEl>
                                              <p:spTgt spid="105"/>
                                            </p:tgtEl>
                                          </p:cBhvr>
                                        </p:animEffect>
                                      </p:childTnLst>
                                    </p:cTn>
                                  </p:par>
                                  <p:par>
                                    <p:cTn id="80" presetID="53" presetClass="entr" presetSubtype="16" fill="hold" nodeType="withEffect">
                                      <p:stCondLst>
                                        <p:cond delay="1000"/>
                                      </p:stCondLst>
                                      <p:childTnLst>
                                        <p:set>
                                          <p:cBhvr>
                                            <p:cTn id="81" dur="1" fill="hold">
                                              <p:stCondLst>
                                                <p:cond delay="0"/>
                                              </p:stCondLst>
                                            </p:cTn>
                                            <p:tgtEl>
                                              <p:spTgt spid="108"/>
                                            </p:tgtEl>
                                            <p:attrNameLst>
                                              <p:attrName>style.visibility</p:attrName>
                                            </p:attrNameLst>
                                          </p:cBhvr>
                                          <p:to>
                                            <p:strVal val="visible"/>
                                          </p:to>
                                        </p:set>
                                        <p:anim calcmode="lin" valueType="num">
                                          <p:cBhvr>
                                            <p:cTn id="82" dur="750" fill="hold"/>
                                            <p:tgtEl>
                                              <p:spTgt spid="108"/>
                                            </p:tgtEl>
                                            <p:attrNameLst>
                                              <p:attrName>ppt_w</p:attrName>
                                            </p:attrNameLst>
                                          </p:cBhvr>
                                          <p:tavLst>
                                            <p:tav tm="0">
                                              <p:val>
                                                <p:fltVal val="0"/>
                                              </p:val>
                                            </p:tav>
                                            <p:tav tm="100000">
                                              <p:val>
                                                <p:strVal val="#ppt_w"/>
                                              </p:val>
                                            </p:tav>
                                          </p:tavLst>
                                        </p:anim>
                                        <p:anim calcmode="lin" valueType="num">
                                          <p:cBhvr>
                                            <p:cTn id="83" dur="750" fill="hold"/>
                                            <p:tgtEl>
                                              <p:spTgt spid="108"/>
                                            </p:tgtEl>
                                            <p:attrNameLst>
                                              <p:attrName>ppt_h</p:attrName>
                                            </p:attrNameLst>
                                          </p:cBhvr>
                                          <p:tavLst>
                                            <p:tav tm="0">
                                              <p:val>
                                                <p:fltVal val="0"/>
                                              </p:val>
                                            </p:tav>
                                            <p:tav tm="100000">
                                              <p:val>
                                                <p:strVal val="#ppt_h"/>
                                              </p:val>
                                            </p:tav>
                                          </p:tavLst>
                                        </p:anim>
                                        <p:animEffect transition="in" filter="fade">
                                          <p:cBhvr>
                                            <p:cTn id="84" dur="750"/>
                                            <p:tgtEl>
                                              <p:spTgt spid="108"/>
                                            </p:tgtEl>
                                          </p:cBhvr>
                                        </p:animEffect>
                                      </p:childTnLst>
                                    </p:cTn>
                                  </p:par>
                                  <p:par>
                                    <p:cTn id="85" presetID="53" presetClass="entr" presetSubtype="16" fill="hold" nodeType="withEffect">
                                      <p:stCondLst>
                                        <p:cond delay="1500"/>
                                      </p:stCondLst>
                                      <p:childTnLst>
                                        <p:set>
                                          <p:cBhvr>
                                            <p:cTn id="86" dur="1" fill="hold">
                                              <p:stCondLst>
                                                <p:cond delay="0"/>
                                              </p:stCondLst>
                                            </p:cTn>
                                            <p:tgtEl>
                                              <p:spTgt spid="102"/>
                                            </p:tgtEl>
                                            <p:attrNameLst>
                                              <p:attrName>style.visibility</p:attrName>
                                            </p:attrNameLst>
                                          </p:cBhvr>
                                          <p:to>
                                            <p:strVal val="visible"/>
                                          </p:to>
                                        </p:set>
                                        <p:anim calcmode="lin" valueType="num">
                                          <p:cBhvr>
                                            <p:cTn id="87" dur="750" fill="hold"/>
                                            <p:tgtEl>
                                              <p:spTgt spid="102"/>
                                            </p:tgtEl>
                                            <p:attrNameLst>
                                              <p:attrName>ppt_w</p:attrName>
                                            </p:attrNameLst>
                                          </p:cBhvr>
                                          <p:tavLst>
                                            <p:tav tm="0">
                                              <p:val>
                                                <p:fltVal val="0"/>
                                              </p:val>
                                            </p:tav>
                                            <p:tav tm="100000">
                                              <p:val>
                                                <p:strVal val="#ppt_w"/>
                                              </p:val>
                                            </p:tav>
                                          </p:tavLst>
                                        </p:anim>
                                        <p:anim calcmode="lin" valueType="num">
                                          <p:cBhvr>
                                            <p:cTn id="88" dur="750" fill="hold"/>
                                            <p:tgtEl>
                                              <p:spTgt spid="102"/>
                                            </p:tgtEl>
                                            <p:attrNameLst>
                                              <p:attrName>ppt_h</p:attrName>
                                            </p:attrNameLst>
                                          </p:cBhvr>
                                          <p:tavLst>
                                            <p:tav tm="0">
                                              <p:val>
                                                <p:fltVal val="0"/>
                                              </p:val>
                                            </p:tav>
                                            <p:tav tm="100000">
                                              <p:val>
                                                <p:strVal val="#ppt_h"/>
                                              </p:val>
                                            </p:tav>
                                          </p:tavLst>
                                        </p:anim>
                                        <p:animEffect transition="in" filter="fade">
                                          <p:cBhvr>
                                            <p:cTn id="89" dur="750"/>
                                            <p:tgtEl>
                                              <p:spTgt spid="102"/>
                                            </p:tgtEl>
                                          </p:cBhvr>
                                        </p:animEffect>
                                      </p:childTnLst>
                                    </p:cTn>
                                  </p:par>
                                  <p:par>
                                    <p:cTn id="90" presetID="53" presetClass="entr" presetSubtype="16" fill="hold" nodeType="withEffect">
                                      <p:stCondLst>
                                        <p:cond delay="2000"/>
                                      </p:stCondLst>
                                      <p:childTnLst>
                                        <p:set>
                                          <p:cBhvr>
                                            <p:cTn id="91" dur="1" fill="hold">
                                              <p:stCondLst>
                                                <p:cond delay="0"/>
                                              </p:stCondLst>
                                            </p:cTn>
                                            <p:tgtEl>
                                              <p:spTgt spid="111"/>
                                            </p:tgtEl>
                                            <p:attrNameLst>
                                              <p:attrName>style.visibility</p:attrName>
                                            </p:attrNameLst>
                                          </p:cBhvr>
                                          <p:to>
                                            <p:strVal val="visible"/>
                                          </p:to>
                                        </p:set>
                                        <p:anim calcmode="lin" valueType="num">
                                          <p:cBhvr>
                                            <p:cTn id="92" dur="750" fill="hold"/>
                                            <p:tgtEl>
                                              <p:spTgt spid="111"/>
                                            </p:tgtEl>
                                            <p:attrNameLst>
                                              <p:attrName>ppt_w</p:attrName>
                                            </p:attrNameLst>
                                          </p:cBhvr>
                                          <p:tavLst>
                                            <p:tav tm="0">
                                              <p:val>
                                                <p:fltVal val="0"/>
                                              </p:val>
                                            </p:tav>
                                            <p:tav tm="100000">
                                              <p:val>
                                                <p:strVal val="#ppt_w"/>
                                              </p:val>
                                            </p:tav>
                                          </p:tavLst>
                                        </p:anim>
                                        <p:anim calcmode="lin" valueType="num">
                                          <p:cBhvr>
                                            <p:cTn id="93" dur="750" fill="hold"/>
                                            <p:tgtEl>
                                              <p:spTgt spid="111"/>
                                            </p:tgtEl>
                                            <p:attrNameLst>
                                              <p:attrName>ppt_h</p:attrName>
                                            </p:attrNameLst>
                                          </p:cBhvr>
                                          <p:tavLst>
                                            <p:tav tm="0">
                                              <p:val>
                                                <p:fltVal val="0"/>
                                              </p:val>
                                            </p:tav>
                                            <p:tav tm="100000">
                                              <p:val>
                                                <p:strVal val="#ppt_h"/>
                                              </p:val>
                                            </p:tav>
                                          </p:tavLst>
                                        </p:anim>
                                        <p:animEffect transition="in" filter="fade">
                                          <p:cBhvr>
                                            <p:cTn id="94" dur="750"/>
                                            <p:tgtEl>
                                              <p:spTgt spid="111"/>
                                            </p:tgtEl>
                                          </p:cBhvr>
                                        </p:animEffect>
                                      </p:childTnLst>
                                    </p:cTn>
                                  </p:par>
                                  <p:par>
                                    <p:cTn id="95" presetID="53" presetClass="entr" presetSubtype="16" fill="hold" nodeType="withEffect">
                                      <p:stCondLst>
                                        <p:cond delay="2500"/>
                                      </p:stCondLst>
                                      <p:childTnLst>
                                        <p:set>
                                          <p:cBhvr>
                                            <p:cTn id="96" dur="1" fill="hold">
                                              <p:stCondLst>
                                                <p:cond delay="0"/>
                                              </p:stCondLst>
                                            </p:cTn>
                                            <p:tgtEl>
                                              <p:spTgt spid="121"/>
                                            </p:tgtEl>
                                            <p:attrNameLst>
                                              <p:attrName>style.visibility</p:attrName>
                                            </p:attrNameLst>
                                          </p:cBhvr>
                                          <p:to>
                                            <p:strVal val="visible"/>
                                          </p:to>
                                        </p:set>
                                        <p:anim calcmode="lin" valueType="num">
                                          <p:cBhvr>
                                            <p:cTn id="97" dur="750" fill="hold"/>
                                            <p:tgtEl>
                                              <p:spTgt spid="121"/>
                                            </p:tgtEl>
                                            <p:attrNameLst>
                                              <p:attrName>ppt_w</p:attrName>
                                            </p:attrNameLst>
                                          </p:cBhvr>
                                          <p:tavLst>
                                            <p:tav tm="0">
                                              <p:val>
                                                <p:fltVal val="0"/>
                                              </p:val>
                                            </p:tav>
                                            <p:tav tm="100000">
                                              <p:val>
                                                <p:strVal val="#ppt_w"/>
                                              </p:val>
                                            </p:tav>
                                          </p:tavLst>
                                        </p:anim>
                                        <p:anim calcmode="lin" valueType="num">
                                          <p:cBhvr>
                                            <p:cTn id="98" dur="750" fill="hold"/>
                                            <p:tgtEl>
                                              <p:spTgt spid="121"/>
                                            </p:tgtEl>
                                            <p:attrNameLst>
                                              <p:attrName>ppt_h</p:attrName>
                                            </p:attrNameLst>
                                          </p:cBhvr>
                                          <p:tavLst>
                                            <p:tav tm="0">
                                              <p:val>
                                                <p:fltVal val="0"/>
                                              </p:val>
                                            </p:tav>
                                            <p:tav tm="100000">
                                              <p:val>
                                                <p:strVal val="#ppt_h"/>
                                              </p:val>
                                            </p:tav>
                                          </p:tavLst>
                                        </p:anim>
                                        <p:animEffect transition="in" filter="fade">
                                          <p:cBhvr>
                                            <p:cTn id="99" dur="750"/>
                                            <p:tgtEl>
                                              <p:spTgt spid="121"/>
                                            </p:tgtEl>
                                          </p:cBhvr>
                                        </p:animEffect>
                                      </p:childTnLst>
                                    </p:cTn>
                                  </p:par>
                                  <p:par>
                                    <p:cTn id="100" presetID="2" presetClass="entr" presetSubtype="4" fill="hold" nodeType="withEffect" p14:presetBounceEnd="67000">
                                      <p:stCondLst>
                                        <p:cond delay="500"/>
                                      </p:stCondLst>
                                      <p:childTnLst>
                                        <p:set>
                                          <p:cBhvr>
                                            <p:cTn id="101" dur="1" fill="hold">
                                              <p:stCondLst>
                                                <p:cond delay="0"/>
                                              </p:stCondLst>
                                            </p:cTn>
                                            <p:tgtEl>
                                              <p:spTgt spid="14"/>
                                            </p:tgtEl>
                                            <p:attrNameLst>
                                              <p:attrName>style.visibility</p:attrName>
                                            </p:attrNameLst>
                                          </p:cBhvr>
                                          <p:to>
                                            <p:strVal val="visible"/>
                                          </p:to>
                                        </p:set>
                                        <p:anim calcmode="lin" valueType="num" p14:bounceEnd="67000">
                                          <p:cBhvr additive="base">
                                            <p:cTn id="102" dur="1000" fill="hold"/>
                                            <p:tgtEl>
                                              <p:spTgt spid="14"/>
                                            </p:tgtEl>
                                            <p:attrNameLst>
                                              <p:attrName>ppt_x</p:attrName>
                                            </p:attrNameLst>
                                          </p:cBhvr>
                                          <p:tavLst>
                                            <p:tav tm="0">
                                              <p:val>
                                                <p:strVal val="#ppt_x"/>
                                              </p:val>
                                            </p:tav>
                                            <p:tav tm="100000">
                                              <p:val>
                                                <p:strVal val="#ppt_x"/>
                                              </p:val>
                                            </p:tav>
                                          </p:tavLst>
                                        </p:anim>
                                        <p:anim calcmode="lin" valueType="num" p14:bounceEnd="67000">
                                          <p:cBhvr additive="base">
                                            <p:cTn id="103" dur="1000" fill="hold"/>
                                            <p:tgtEl>
                                              <p:spTgt spid="14"/>
                                            </p:tgtEl>
                                            <p:attrNameLst>
                                              <p:attrName>ppt_y</p:attrName>
                                            </p:attrNameLst>
                                          </p:cBhvr>
                                          <p:tavLst>
                                            <p:tav tm="0">
                                              <p:val>
                                                <p:strVal val="1+#ppt_h/2"/>
                                              </p:val>
                                            </p:tav>
                                            <p:tav tm="100000">
                                              <p:val>
                                                <p:strVal val="#ppt_y"/>
                                              </p:val>
                                            </p:tav>
                                          </p:tavLst>
                                        </p:anim>
                                      </p:childTnLst>
                                    </p:cTn>
                                  </p:par>
                                  <p:par>
                                    <p:cTn id="104" presetID="2" presetClass="entr" presetSubtype="4" fill="hold" nodeType="withEffect" p14:presetBounceEnd="67000">
                                      <p:stCondLst>
                                        <p:cond delay="1000"/>
                                      </p:stCondLst>
                                      <p:childTnLst>
                                        <p:set>
                                          <p:cBhvr>
                                            <p:cTn id="105" dur="1" fill="hold">
                                              <p:stCondLst>
                                                <p:cond delay="0"/>
                                              </p:stCondLst>
                                            </p:cTn>
                                            <p:tgtEl>
                                              <p:spTgt spid="15"/>
                                            </p:tgtEl>
                                            <p:attrNameLst>
                                              <p:attrName>style.visibility</p:attrName>
                                            </p:attrNameLst>
                                          </p:cBhvr>
                                          <p:to>
                                            <p:strVal val="visible"/>
                                          </p:to>
                                        </p:set>
                                        <p:anim calcmode="lin" valueType="num" p14:bounceEnd="67000">
                                          <p:cBhvr additive="base">
                                            <p:cTn id="106" dur="1000" fill="hold"/>
                                            <p:tgtEl>
                                              <p:spTgt spid="15"/>
                                            </p:tgtEl>
                                            <p:attrNameLst>
                                              <p:attrName>ppt_x</p:attrName>
                                            </p:attrNameLst>
                                          </p:cBhvr>
                                          <p:tavLst>
                                            <p:tav tm="0">
                                              <p:val>
                                                <p:strVal val="#ppt_x"/>
                                              </p:val>
                                            </p:tav>
                                            <p:tav tm="100000">
                                              <p:val>
                                                <p:strVal val="#ppt_x"/>
                                              </p:val>
                                            </p:tav>
                                          </p:tavLst>
                                        </p:anim>
                                        <p:anim calcmode="lin" valueType="num" p14:bounceEnd="67000">
                                          <p:cBhvr additive="base">
                                            <p:cTn id="107" dur="1000" fill="hold"/>
                                            <p:tgtEl>
                                              <p:spTgt spid="15"/>
                                            </p:tgtEl>
                                            <p:attrNameLst>
                                              <p:attrName>ppt_y</p:attrName>
                                            </p:attrNameLst>
                                          </p:cBhvr>
                                          <p:tavLst>
                                            <p:tav tm="0">
                                              <p:val>
                                                <p:strVal val="1+#ppt_h/2"/>
                                              </p:val>
                                            </p:tav>
                                            <p:tav tm="100000">
                                              <p:val>
                                                <p:strVal val="#ppt_y"/>
                                              </p:val>
                                            </p:tav>
                                          </p:tavLst>
                                        </p:anim>
                                      </p:childTnLst>
                                    </p:cTn>
                                  </p:par>
                                  <p:par>
                                    <p:cTn id="108" presetID="2" presetClass="entr" presetSubtype="4" fill="hold" nodeType="withEffect" p14:presetBounceEnd="67000">
                                      <p:stCondLst>
                                        <p:cond delay="1500"/>
                                      </p:stCondLst>
                                      <p:childTnLst>
                                        <p:set>
                                          <p:cBhvr>
                                            <p:cTn id="109" dur="1" fill="hold">
                                              <p:stCondLst>
                                                <p:cond delay="0"/>
                                              </p:stCondLst>
                                            </p:cTn>
                                            <p:tgtEl>
                                              <p:spTgt spid="19"/>
                                            </p:tgtEl>
                                            <p:attrNameLst>
                                              <p:attrName>style.visibility</p:attrName>
                                            </p:attrNameLst>
                                          </p:cBhvr>
                                          <p:to>
                                            <p:strVal val="visible"/>
                                          </p:to>
                                        </p:set>
                                        <p:anim calcmode="lin" valueType="num" p14:bounceEnd="67000">
                                          <p:cBhvr additive="base">
                                            <p:cTn id="110" dur="1000" fill="hold"/>
                                            <p:tgtEl>
                                              <p:spTgt spid="19"/>
                                            </p:tgtEl>
                                            <p:attrNameLst>
                                              <p:attrName>ppt_x</p:attrName>
                                            </p:attrNameLst>
                                          </p:cBhvr>
                                          <p:tavLst>
                                            <p:tav tm="0">
                                              <p:val>
                                                <p:strVal val="#ppt_x"/>
                                              </p:val>
                                            </p:tav>
                                            <p:tav tm="100000">
                                              <p:val>
                                                <p:strVal val="#ppt_x"/>
                                              </p:val>
                                            </p:tav>
                                          </p:tavLst>
                                        </p:anim>
                                        <p:anim calcmode="lin" valueType="num" p14:bounceEnd="67000">
                                          <p:cBhvr additive="base">
                                            <p:cTn id="111" dur="1000" fill="hold"/>
                                            <p:tgtEl>
                                              <p:spTgt spid="19"/>
                                            </p:tgtEl>
                                            <p:attrNameLst>
                                              <p:attrName>ppt_y</p:attrName>
                                            </p:attrNameLst>
                                          </p:cBhvr>
                                          <p:tavLst>
                                            <p:tav tm="0">
                                              <p:val>
                                                <p:strVal val="1+#ppt_h/2"/>
                                              </p:val>
                                            </p:tav>
                                            <p:tav tm="100000">
                                              <p:val>
                                                <p:strVal val="#ppt_y"/>
                                              </p:val>
                                            </p:tav>
                                          </p:tavLst>
                                        </p:anim>
                                      </p:childTnLst>
                                    </p:cTn>
                                  </p:par>
                                  <p:par>
                                    <p:cTn id="112" presetID="2" presetClass="entr" presetSubtype="4" fill="hold" nodeType="withEffect" p14:presetBounceEnd="67000">
                                      <p:stCondLst>
                                        <p:cond delay="2000"/>
                                      </p:stCondLst>
                                      <p:childTnLst>
                                        <p:set>
                                          <p:cBhvr>
                                            <p:cTn id="113" dur="1" fill="hold">
                                              <p:stCondLst>
                                                <p:cond delay="0"/>
                                              </p:stCondLst>
                                            </p:cTn>
                                            <p:tgtEl>
                                              <p:spTgt spid="20"/>
                                            </p:tgtEl>
                                            <p:attrNameLst>
                                              <p:attrName>style.visibility</p:attrName>
                                            </p:attrNameLst>
                                          </p:cBhvr>
                                          <p:to>
                                            <p:strVal val="visible"/>
                                          </p:to>
                                        </p:set>
                                        <p:anim calcmode="lin" valueType="num" p14:bounceEnd="67000">
                                          <p:cBhvr additive="base">
                                            <p:cTn id="114" dur="1000" fill="hold"/>
                                            <p:tgtEl>
                                              <p:spTgt spid="20"/>
                                            </p:tgtEl>
                                            <p:attrNameLst>
                                              <p:attrName>ppt_x</p:attrName>
                                            </p:attrNameLst>
                                          </p:cBhvr>
                                          <p:tavLst>
                                            <p:tav tm="0">
                                              <p:val>
                                                <p:strVal val="#ppt_x"/>
                                              </p:val>
                                            </p:tav>
                                            <p:tav tm="100000">
                                              <p:val>
                                                <p:strVal val="#ppt_x"/>
                                              </p:val>
                                            </p:tav>
                                          </p:tavLst>
                                        </p:anim>
                                        <p:anim calcmode="lin" valueType="num" p14:bounceEnd="67000">
                                          <p:cBhvr additive="base">
                                            <p:cTn id="115" dur="1000" fill="hold"/>
                                            <p:tgtEl>
                                              <p:spTgt spid="20"/>
                                            </p:tgtEl>
                                            <p:attrNameLst>
                                              <p:attrName>ppt_y</p:attrName>
                                            </p:attrNameLst>
                                          </p:cBhvr>
                                          <p:tavLst>
                                            <p:tav tm="0">
                                              <p:val>
                                                <p:strVal val="1+#ppt_h/2"/>
                                              </p:val>
                                            </p:tav>
                                            <p:tav tm="100000">
                                              <p:val>
                                                <p:strVal val="#ppt_y"/>
                                              </p:val>
                                            </p:tav>
                                          </p:tavLst>
                                        </p:anim>
                                      </p:childTnLst>
                                    </p:cTn>
                                  </p:par>
                                  <p:par>
                                    <p:cTn id="116" presetID="2" presetClass="entr" presetSubtype="4" fill="hold" nodeType="withEffect" p14:presetBounceEnd="67000">
                                      <p:stCondLst>
                                        <p:cond delay="2500"/>
                                      </p:stCondLst>
                                      <p:childTnLst>
                                        <p:set>
                                          <p:cBhvr>
                                            <p:cTn id="117" dur="1" fill="hold">
                                              <p:stCondLst>
                                                <p:cond delay="0"/>
                                              </p:stCondLst>
                                            </p:cTn>
                                            <p:tgtEl>
                                              <p:spTgt spid="21"/>
                                            </p:tgtEl>
                                            <p:attrNameLst>
                                              <p:attrName>style.visibility</p:attrName>
                                            </p:attrNameLst>
                                          </p:cBhvr>
                                          <p:to>
                                            <p:strVal val="visible"/>
                                          </p:to>
                                        </p:set>
                                        <p:anim calcmode="lin" valueType="num" p14:bounceEnd="67000">
                                          <p:cBhvr additive="base">
                                            <p:cTn id="118" dur="1000" fill="hold"/>
                                            <p:tgtEl>
                                              <p:spTgt spid="21"/>
                                            </p:tgtEl>
                                            <p:attrNameLst>
                                              <p:attrName>ppt_x</p:attrName>
                                            </p:attrNameLst>
                                          </p:cBhvr>
                                          <p:tavLst>
                                            <p:tav tm="0">
                                              <p:val>
                                                <p:strVal val="#ppt_x"/>
                                              </p:val>
                                            </p:tav>
                                            <p:tav tm="100000">
                                              <p:val>
                                                <p:strVal val="#ppt_x"/>
                                              </p:val>
                                            </p:tav>
                                          </p:tavLst>
                                        </p:anim>
                                        <p:anim calcmode="lin" valueType="num" p14:bounceEnd="67000">
                                          <p:cBhvr additive="base">
                                            <p:cTn id="119" dur="1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31" grpId="0" animBg="1"/>
          <p:bldP spid="38" grpId="0" animBg="1"/>
          <p:bldP spid="42" grpId="0" animBg="1"/>
          <p:bldP spid="72" grpId="0" animBg="1"/>
          <p:bldP spid="74" grpId="0" animBg="1"/>
          <p:bldP spid="81" grpId="0" animBg="1"/>
          <p:bldP spid="83" grpId="0" animBg="1"/>
          <p:bldP spid="90" grpId="0" animBg="1"/>
          <p:bldP spid="9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down)">
                                          <p:cBhvr>
                                            <p:cTn id="7" dur="750"/>
                                            <p:tgtEl>
                                              <p:spTgt spid="26"/>
                                            </p:tgtEl>
                                          </p:cBhvr>
                                        </p:animEffect>
                                      </p:childTnLst>
                                    </p:cTn>
                                  </p:par>
                                  <p:par>
                                    <p:cTn id="8" presetID="22" presetClass="entr" presetSubtype="4" fill="hold" nodeType="withEffect">
                                      <p:stCondLst>
                                        <p:cond delay="500"/>
                                      </p:stCondLst>
                                      <p:childTnLst>
                                        <p:set>
                                          <p:cBhvr>
                                            <p:cTn id="9" dur="1" fill="hold">
                                              <p:stCondLst>
                                                <p:cond delay="0"/>
                                              </p:stCondLst>
                                            </p:cTn>
                                            <p:tgtEl>
                                              <p:spTgt spid="39"/>
                                            </p:tgtEl>
                                            <p:attrNameLst>
                                              <p:attrName>style.visibility</p:attrName>
                                            </p:attrNameLst>
                                          </p:cBhvr>
                                          <p:to>
                                            <p:strVal val="visible"/>
                                          </p:to>
                                        </p:set>
                                        <p:animEffect transition="in" filter="wipe(down)">
                                          <p:cBhvr>
                                            <p:cTn id="10" dur="750"/>
                                            <p:tgtEl>
                                              <p:spTgt spid="39"/>
                                            </p:tgtEl>
                                          </p:cBhvr>
                                        </p:animEffect>
                                      </p:childTnLst>
                                    </p:cTn>
                                  </p:par>
                                  <p:par>
                                    <p:cTn id="11" presetID="22" presetClass="entr" presetSubtype="4" fill="hold" nodeType="withEffect">
                                      <p:stCondLst>
                                        <p:cond delay="1000"/>
                                      </p:stCondLst>
                                      <p:childTnLst>
                                        <p:set>
                                          <p:cBhvr>
                                            <p:cTn id="12" dur="1" fill="hold">
                                              <p:stCondLst>
                                                <p:cond delay="0"/>
                                              </p:stCondLst>
                                            </p:cTn>
                                            <p:tgtEl>
                                              <p:spTgt spid="73"/>
                                            </p:tgtEl>
                                            <p:attrNameLst>
                                              <p:attrName>style.visibility</p:attrName>
                                            </p:attrNameLst>
                                          </p:cBhvr>
                                          <p:to>
                                            <p:strVal val="visible"/>
                                          </p:to>
                                        </p:set>
                                        <p:animEffect transition="in" filter="wipe(down)">
                                          <p:cBhvr>
                                            <p:cTn id="13" dur="750"/>
                                            <p:tgtEl>
                                              <p:spTgt spid="73"/>
                                            </p:tgtEl>
                                          </p:cBhvr>
                                        </p:animEffect>
                                      </p:childTnLst>
                                    </p:cTn>
                                  </p:par>
                                  <p:par>
                                    <p:cTn id="14" presetID="22" presetClass="entr" presetSubtype="4" fill="hold" nodeType="withEffect">
                                      <p:stCondLst>
                                        <p:cond delay="1500"/>
                                      </p:stCondLst>
                                      <p:childTnLst>
                                        <p:set>
                                          <p:cBhvr>
                                            <p:cTn id="15" dur="1" fill="hold">
                                              <p:stCondLst>
                                                <p:cond delay="0"/>
                                              </p:stCondLst>
                                            </p:cTn>
                                            <p:tgtEl>
                                              <p:spTgt spid="82"/>
                                            </p:tgtEl>
                                            <p:attrNameLst>
                                              <p:attrName>style.visibility</p:attrName>
                                            </p:attrNameLst>
                                          </p:cBhvr>
                                          <p:to>
                                            <p:strVal val="visible"/>
                                          </p:to>
                                        </p:set>
                                        <p:animEffect transition="in" filter="wipe(down)">
                                          <p:cBhvr>
                                            <p:cTn id="16" dur="750"/>
                                            <p:tgtEl>
                                              <p:spTgt spid="82"/>
                                            </p:tgtEl>
                                          </p:cBhvr>
                                        </p:animEffect>
                                      </p:childTnLst>
                                    </p:cTn>
                                  </p:par>
                                  <p:par>
                                    <p:cTn id="17" presetID="22" presetClass="entr" presetSubtype="4" fill="hold" nodeType="withEffect">
                                      <p:stCondLst>
                                        <p:cond delay="2000"/>
                                      </p:stCondLst>
                                      <p:childTnLst>
                                        <p:set>
                                          <p:cBhvr>
                                            <p:cTn id="18" dur="1" fill="hold">
                                              <p:stCondLst>
                                                <p:cond delay="0"/>
                                              </p:stCondLst>
                                            </p:cTn>
                                            <p:tgtEl>
                                              <p:spTgt spid="91"/>
                                            </p:tgtEl>
                                            <p:attrNameLst>
                                              <p:attrName>style.visibility</p:attrName>
                                            </p:attrNameLst>
                                          </p:cBhvr>
                                          <p:to>
                                            <p:strVal val="visible"/>
                                          </p:to>
                                        </p:set>
                                        <p:animEffect transition="in" filter="wipe(down)">
                                          <p:cBhvr>
                                            <p:cTn id="19" dur="750"/>
                                            <p:tgtEl>
                                              <p:spTgt spid="91"/>
                                            </p:tgtEl>
                                          </p:cBhvr>
                                        </p:animEffect>
                                      </p:childTnLst>
                                    </p:cTn>
                                  </p:par>
                                  <p:par>
                                    <p:cTn id="20" presetID="2" presetClass="entr" presetSubtype="1" fill="hold" grpId="0" nodeType="withEffect">
                                      <p:stCondLst>
                                        <p:cond delay="25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1000" fill="hold"/>
                                            <p:tgtEl>
                                              <p:spTgt spid="9"/>
                                            </p:tgtEl>
                                            <p:attrNameLst>
                                              <p:attrName>ppt_x</p:attrName>
                                            </p:attrNameLst>
                                          </p:cBhvr>
                                          <p:tavLst>
                                            <p:tav tm="0">
                                              <p:val>
                                                <p:strVal val="#ppt_x"/>
                                              </p:val>
                                            </p:tav>
                                            <p:tav tm="100000">
                                              <p:val>
                                                <p:strVal val="#ppt_x"/>
                                              </p:val>
                                            </p:tav>
                                          </p:tavLst>
                                        </p:anim>
                                        <p:anim calcmode="lin" valueType="num">
                                          <p:cBhvr additive="base">
                                            <p:cTn id="23" dur="1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000" fill="hold"/>
                                            <p:tgtEl>
                                              <p:spTgt spid="8"/>
                                            </p:tgtEl>
                                            <p:attrNameLst>
                                              <p:attrName>ppt_x</p:attrName>
                                            </p:attrNameLst>
                                          </p:cBhvr>
                                          <p:tavLst>
                                            <p:tav tm="0">
                                              <p:val>
                                                <p:strVal val="#ppt_x"/>
                                              </p:val>
                                            </p:tav>
                                            <p:tav tm="100000">
                                              <p:val>
                                                <p:strVal val="#ppt_x"/>
                                              </p:val>
                                            </p:tav>
                                          </p:tavLst>
                                        </p:anim>
                                        <p:anim calcmode="lin" valueType="num">
                                          <p:cBhvr additive="base">
                                            <p:cTn id="27" dur="1000" fill="hold"/>
                                            <p:tgtEl>
                                              <p:spTgt spid="8"/>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75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1000" fill="hold"/>
                                            <p:tgtEl>
                                              <p:spTgt spid="38"/>
                                            </p:tgtEl>
                                            <p:attrNameLst>
                                              <p:attrName>ppt_x</p:attrName>
                                            </p:attrNameLst>
                                          </p:cBhvr>
                                          <p:tavLst>
                                            <p:tav tm="0">
                                              <p:val>
                                                <p:strVal val="#ppt_x"/>
                                              </p:val>
                                            </p:tav>
                                            <p:tav tm="100000">
                                              <p:val>
                                                <p:strVal val="#ppt_x"/>
                                              </p:val>
                                            </p:tav>
                                          </p:tavLst>
                                        </p:anim>
                                        <p:anim calcmode="lin" valueType="num">
                                          <p:cBhvr additive="base">
                                            <p:cTn id="31" dur="1000" fill="hold"/>
                                            <p:tgtEl>
                                              <p:spTgt spid="38"/>
                                            </p:tgtEl>
                                            <p:attrNameLst>
                                              <p:attrName>ppt_y</p:attrName>
                                            </p:attrNameLst>
                                          </p:cBhvr>
                                          <p:tavLst>
                                            <p:tav tm="0">
                                              <p:val>
                                                <p:strVal val="0-#ppt_h/2"/>
                                              </p:val>
                                            </p:tav>
                                            <p:tav tm="100000">
                                              <p:val>
                                                <p:strVal val="#ppt_y"/>
                                              </p:val>
                                            </p:tav>
                                          </p:tavLst>
                                        </p:anim>
                                      </p:childTnLst>
                                    </p:cTn>
                                  </p:par>
                                  <p:par>
                                    <p:cTn id="32" presetID="2" presetClass="entr" presetSubtype="1" fill="hold" nodeType="withEffect">
                                      <p:stCondLst>
                                        <p:cond delay="75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1000" fill="hold"/>
                                            <p:tgtEl>
                                              <p:spTgt spid="10"/>
                                            </p:tgtEl>
                                            <p:attrNameLst>
                                              <p:attrName>ppt_x</p:attrName>
                                            </p:attrNameLst>
                                          </p:cBhvr>
                                          <p:tavLst>
                                            <p:tav tm="0">
                                              <p:val>
                                                <p:strVal val="#ppt_x"/>
                                              </p:val>
                                            </p:tav>
                                            <p:tav tm="100000">
                                              <p:val>
                                                <p:strVal val="#ppt_x"/>
                                              </p:val>
                                            </p:tav>
                                          </p:tavLst>
                                        </p:anim>
                                        <p:anim calcmode="lin" valueType="num">
                                          <p:cBhvr additive="base">
                                            <p:cTn id="35" dur="1000" fill="hold"/>
                                            <p:tgtEl>
                                              <p:spTgt spid="10"/>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1250"/>
                                      </p:stCondLst>
                                      <p:childTnLst>
                                        <p:set>
                                          <p:cBhvr>
                                            <p:cTn id="37" dur="1" fill="hold">
                                              <p:stCondLst>
                                                <p:cond delay="0"/>
                                              </p:stCondLst>
                                            </p:cTn>
                                            <p:tgtEl>
                                              <p:spTgt spid="72"/>
                                            </p:tgtEl>
                                            <p:attrNameLst>
                                              <p:attrName>style.visibility</p:attrName>
                                            </p:attrNameLst>
                                          </p:cBhvr>
                                          <p:to>
                                            <p:strVal val="visible"/>
                                          </p:to>
                                        </p:set>
                                        <p:anim calcmode="lin" valueType="num">
                                          <p:cBhvr additive="base">
                                            <p:cTn id="38" dur="1000" fill="hold"/>
                                            <p:tgtEl>
                                              <p:spTgt spid="72"/>
                                            </p:tgtEl>
                                            <p:attrNameLst>
                                              <p:attrName>ppt_x</p:attrName>
                                            </p:attrNameLst>
                                          </p:cBhvr>
                                          <p:tavLst>
                                            <p:tav tm="0">
                                              <p:val>
                                                <p:strVal val="#ppt_x"/>
                                              </p:val>
                                            </p:tav>
                                            <p:tav tm="100000">
                                              <p:val>
                                                <p:strVal val="#ppt_x"/>
                                              </p:val>
                                            </p:tav>
                                          </p:tavLst>
                                        </p:anim>
                                        <p:anim calcmode="lin" valueType="num">
                                          <p:cBhvr additive="base">
                                            <p:cTn id="39" dur="1000" fill="hold"/>
                                            <p:tgtEl>
                                              <p:spTgt spid="72"/>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stCondLst>
                                        <p:cond delay="125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1000" fill="hold"/>
                                            <p:tgtEl>
                                              <p:spTgt spid="11"/>
                                            </p:tgtEl>
                                            <p:attrNameLst>
                                              <p:attrName>ppt_x</p:attrName>
                                            </p:attrNameLst>
                                          </p:cBhvr>
                                          <p:tavLst>
                                            <p:tav tm="0">
                                              <p:val>
                                                <p:strVal val="#ppt_x"/>
                                              </p:val>
                                            </p:tav>
                                            <p:tav tm="100000">
                                              <p:val>
                                                <p:strVal val="#ppt_x"/>
                                              </p:val>
                                            </p:tav>
                                          </p:tavLst>
                                        </p:anim>
                                        <p:anim calcmode="lin" valueType="num">
                                          <p:cBhvr additive="base">
                                            <p:cTn id="43" dur="1000" fill="hold"/>
                                            <p:tgtEl>
                                              <p:spTgt spid="11"/>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1750"/>
                                      </p:stCondLst>
                                      <p:childTnLst>
                                        <p:set>
                                          <p:cBhvr>
                                            <p:cTn id="45" dur="1" fill="hold">
                                              <p:stCondLst>
                                                <p:cond delay="0"/>
                                              </p:stCondLst>
                                            </p:cTn>
                                            <p:tgtEl>
                                              <p:spTgt spid="81"/>
                                            </p:tgtEl>
                                            <p:attrNameLst>
                                              <p:attrName>style.visibility</p:attrName>
                                            </p:attrNameLst>
                                          </p:cBhvr>
                                          <p:to>
                                            <p:strVal val="visible"/>
                                          </p:to>
                                        </p:set>
                                        <p:anim calcmode="lin" valueType="num">
                                          <p:cBhvr additive="base">
                                            <p:cTn id="46" dur="1000" fill="hold"/>
                                            <p:tgtEl>
                                              <p:spTgt spid="81"/>
                                            </p:tgtEl>
                                            <p:attrNameLst>
                                              <p:attrName>ppt_x</p:attrName>
                                            </p:attrNameLst>
                                          </p:cBhvr>
                                          <p:tavLst>
                                            <p:tav tm="0">
                                              <p:val>
                                                <p:strVal val="#ppt_x"/>
                                              </p:val>
                                            </p:tav>
                                            <p:tav tm="100000">
                                              <p:val>
                                                <p:strVal val="#ppt_x"/>
                                              </p:val>
                                            </p:tav>
                                          </p:tavLst>
                                        </p:anim>
                                        <p:anim calcmode="lin" valueType="num">
                                          <p:cBhvr additive="base">
                                            <p:cTn id="47" dur="1000" fill="hold"/>
                                            <p:tgtEl>
                                              <p:spTgt spid="81"/>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stCondLst>
                                        <p:cond delay="1750"/>
                                      </p:stCondLst>
                                      <p:childTnLst>
                                        <p:set>
                                          <p:cBhvr>
                                            <p:cTn id="49" dur="1" fill="hold">
                                              <p:stCondLst>
                                                <p:cond delay="0"/>
                                              </p:stCondLst>
                                            </p:cTn>
                                            <p:tgtEl>
                                              <p:spTgt spid="12"/>
                                            </p:tgtEl>
                                            <p:attrNameLst>
                                              <p:attrName>style.visibility</p:attrName>
                                            </p:attrNameLst>
                                          </p:cBhvr>
                                          <p:to>
                                            <p:strVal val="visible"/>
                                          </p:to>
                                        </p:set>
                                        <p:anim calcmode="lin" valueType="num">
                                          <p:cBhvr additive="base">
                                            <p:cTn id="50" dur="1000" fill="hold"/>
                                            <p:tgtEl>
                                              <p:spTgt spid="12"/>
                                            </p:tgtEl>
                                            <p:attrNameLst>
                                              <p:attrName>ppt_x</p:attrName>
                                            </p:attrNameLst>
                                          </p:cBhvr>
                                          <p:tavLst>
                                            <p:tav tm="0">
                                              <p:val>
                                                <p:strVal val="#ppt_x"/>
                                              </p:val>
                                            </p:tav>
                                            <p:tav tm="100000">
                                              <p:val>
                                                <p:strVal val="#ppt_x"/>
                                              </p:val>
                                            </p:tav>
                                          </p:tavLst>
                                        </p:anim>
                                        <p:anim calcmode="lin" valueType="num">
                                          <p:cBhvr additive="base">
                                            <p:cTn id="51" dur="1000" fill="hold"/>
                                            <p:tgtEl>
                                              <p:spTgt spid="12"/>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2250"/>
                                      </p:stCondLst>
                                      <p:childTnLst>
                                        <p:set>
                                          <p:cBhvr>
                                            <p:cTn id="53" dur="1" fill="hold">
                                              <p:stCondLst>
                                                <p:cond delay="0"/>
                                              </p:stCondLst>
                                            </p:cTn>
                                            <p:tgtEl>
                                              <p:spTgt spid="90"/>
                                            </p:tgtEl>
                                            <p:attrNameLst>
                                              <p:attrName>style.visibility</p:attrName>
                                            </p:attrNameLst>
                                          </p:cBhvr>
                                          <p:to>
                                            <p:strVal val="visible"/>
                                          </p:to>
                                        </p:set>
                                        <p:anim calcmode="lin" valueType="num">
                                          <p:cBhvr additive="base">
                                            <p:cTn id="54" dur="1000" fill="hold"/>
                                            <p:tgtEl>
                                              <p:spTgt spid="90"/>
                                            </p:tgtEl>
                                            <p:attrNameLst>
                                              <p:attrName>ppt_x</p:attrName>
                                            </p:attrNameLst>
                                          </p:cBhvr>
                                          <p:tavLst>
                                            <p:tav tm="0">
                                              <p:val>
                                                <p:strVal val="#ppt_x"/>
                                              </p:val>
                                            </p:tav>
                                            <p:tav tm="100000">
                                              <p:val>
                                                <p:strVal val="#ppt_x"/>
                                              </p:val>
                                            </p:tav>
                                          </p:tavLst>
                                        </p:anim>
                                        <p:anim calcmode="lin" valueType="num">
                                          <p:cBhvr additive="base">
                                            <p:cTn id="55" dur="1000" fill="hold"/>
                                            <p:tgtEl>
                                              <p:spTgt spid="90"/>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stCondLst>
                                        <p:cond delay="2250"/>
                                      </p:stCondLst>
                                      <p:childTnLst>
                                        <p:set>
                                          <p:cBhvr>
                                            <p:cTn id="57" dur="1" fill="hold">
                                              <p:stCondLst>
                                                <p:cond delay="0"/>
                                              </p:stCondLst>
                                            </p:cTn>
                                            <p:tgtEl>
                                              <p:spTgt spid="13"/>
                                            </p:tgtEl>
                                            <p:attrNameLst>
                                              <p:attrName>style.visibility</p:attrName>
                                            </p:attrNameLst>
                                          </p:cBhvr>
                                          <p:to>
                                            <p:strVal val="visible"/>
                                          </p:to>
                                        </p:set>
                                        <p:anim calcmode="lin" valueType="num">
                                          <p:cBhvr additive="base">
                                            <p:cTn id="58" dur="1000" fill="hold"/>
                                            <p:tgtEl>
                                              <p:spTgt spid="13"/>
                                            </p:tgtEl>
                                            <p:attrNameLst>
                                              <p:attrName>ppt_x</p:attrName>
                                            </p:attrNameLst>
                                          </p:cBhvr>
                                          <p:tavLst>
                                            <p:tav tm="0">
                                              <p:val>
                                                <p:strVal val="#ppt_x"/>
                                              </p:val>
                                            </p:tav>
                                            <p:tav tm="100000">
                                              <p:val>
                                                <p:strVal val="#ppt_x"/>
                                              </p:val>
                                            </p:tav>
                                          </p:tavLst>
                                        </p:anim>
                                        <p:anim calcmode="lin" valueType="num">
                                          <p:cBhvr additive="base">
                                            <p:cTn id="59" dur="1000" fill="hold"/>
                                            <p:tgtEl>
                                              <p:spTgt spid="13"/>
                                            </p:tgtEl>
                                            <p:attrNameLst>
                                              <p:attrName>ppt_y</p:attrName>
                                            </p:attrNameLst>
                                          </p:cBhvr>
                                          <p:tavLst>
                                            <p:tav tm="0">
                                              <p:val>
                                                <p:strVal val="0-#ppt_h/2"/>
                                              </p:val>
                                            </p:tav>
                                            <p:tav tm="100000">
                                              <p:val>
                                                <p:strVal val="#ppt_y"/>
                                              </p:val>
                                            </p:tav>
                                          </p:tavLst>
                                        </p:anim>
                                      </p:childTnLst>
                                    </p:cTn>
                                  </p:par>
                                  <p:par>
                                    <p:cTn id="60" presetID="22" presetClass="entr" presetSubtype="2" fill="hold" grpId="0" nodeType="withEffect">
                                      <p:stCondLst>
                                        <p:cond delay="500"/>
                                      </p:stCondLst>
                                      <p:childTnLst>
                                        <p:set>
                                          <p:cBhvr>
                                            <p:cTn id="61" dur="1" fill="hold">
                                              <p:stCondLst>
                                                <p:cond delay="0"/>
                                              </p:stCondLst>
                                            </p:cTn>
                                            <p:tgtEl>
                                              <p:spTgt spid="31"/>
                                            </p:tgtEl>
                                            <p:attrNameLst>
                                              <p:attrName>style.visibility</p:attrName>
                                            </p:attrNameLst>
                                          </p:cBhvr>
                                          <p:to>
                                            <p:strVal val="visible"/>
                                          </p:to>
                                        </p:set>
                                        <p:animEffect transition="in" filter="wipe(right)">
                                          <p:cBhvr>
                                            <p:cTn id="62" dur="750"/>
                                            <p:tgtEl>
                                              <p:spTgt spid="31"/>
                                            </p:tgtEl>
                                          </p:cBhvr>
                                        </p:animEffect>
                                      </p:childTnLst>
                                    </p:cTn>
                                  </p:par>
                                  <p:par>
                                    <p:cTn id="63" presetID="22" presetClass="entr" presetSubtype="2" fill="hold" grpId="0" nodeType="withEffect">
                                      <p:stCondLst>
                                        <p:cond delay="1000"/>
                                      </p:stCondLst>
                                      <p:childTnLst>
                                        <p:set>
                                          <p:cBhvr>
                                            <p:cTn id="64" dur="1" fill="hold">
                                              <p:stCondLst>
                                                <p:cond delay="0"/>
                                              </p:stCondLst>
                                            </p:cTn>
                                            <p:tgtEl>
                                              <p:spTgt spid="42"/>
                                            </p:tgtEl>
                                            <p:attrNameLst>
                                              <p:attrName>style.visibility</p:attrName>
                                            </p:attrNameLst>
                                          </p:cBhvr>
                                          <p:to>
                                            <p:strVal val="visible"/>
                                          </p:to>
                                        </p:set>
                                        <p:animEffect transition="in" filter="wipe(right)">
                                          <p:cBhvr>
                                            <p:cTn id="65" dur="750"/>
                                            <p:tgtEl>
                                              <p:spTgt spid="42"/>
                                            </p:tgtEl>
                                          </p:cBhvr>
                                        </p:animEffect>
                                      </p:childTnLst>
                                    </p:cTn>
                                  </p:par>
                                  <p:par>
                                    <p:cTn id="66" presetID="22" presetClass="entr" presetSubtype="2" fill="hold" grpId="0" nodeType="withEffect">
                                      <p:stCondLst>
                                        <p:cond delay="1500"/>
                                      </p:stCondLst>
                                      <p:childTnLst>
                                        <p:set>
                                          <p:cBhvr>
                                            <p:cTn id="67" dur="1" fill="hold">
                                              <p:stCondLst>
                                                <p:cond delay="0"/>
                                              </p:stCondLst>
                                            </p:cTn>
                                            <p:tgtEl>
                                              <p:spTgt spid="74"/>
                                            </p:tgtEl>
                                            <p:attrNameLst>
                                              <p:attrName>style.visibility</p:attrName>
                                            </p:attrNameLst>
                                          </p:cBhvr>
                                          <p:to>
                                            <p:strVal val="visible"/>
                                          </p:to>
                                        </p:set>
                                        <p:animEffect transition="in" filter="wipe(right)">
                                          <p:cBhvr>
                                            <p:cTn id="68" dur="750"/>
                                            <p:tgtEl>
                                              <p:spTgt spid="74"/>
                                            </p:tgtEl>
                                          </p:cBhvr>
                                        </p:animEffect>
                                      </p:childTnLst>
                                    </p:cTn>
                                  </p:par>
                                  <p:par>
                                    <p:cTn id="69" presetID="22" presetClass="entr" presetSubtype="2" fill="hold" grpId="0" nodeType="withEffect">
                                      <p:stCondLst>
                                        <p:cond delay="2000"/>
                                      </p:stCondLst>
                                      <p:childTnLst>
                                        <p:set>
                                          <p:cBhvr>
                                            <p:cTn id="70" dur="1" fill="hold">
                                              <p:stCondLst>
                                                <p:cond delay="0"/>
                                              </p:stCondLst>
                                            </p:cTn>
                                            <p:tgtEl>
                                              <p:spTgt spid="83"/>
                                            </p:tgtEl>
                                            <p:attrNameLst>
                                              <p:attrName>style.visibility</p:attrName>
                                            </p:attrNameLst>
                                          </p:cBhvr>
                                          <p:to>
                                            <p:strVal val="visible"/>
                                          </p:to>
                                        </p:set>
                                        <p:animEffect transition="in" filter="wipe(right)">
                                          <p:cBhvr>
                                            <p:cTn id="71" dur="750"/>
                                            <p:tgtEl>
                                              <p:spTgt spid="83"/>
                                            </p:tgtEl>
                                          </p:cBhvr>
                                        </p:animEffect>
                                      </p:childTnLst>
                                    </p:cTn>
                                  </p:par>
                                  <p:par>
                                    <p:cTn id="72" presetID="22" presetClass="entr" presetSubtype="2" fill="hold" grpId="0" nodeType="withEffect">
                                      <p:stCondLst>
                                        <p:cond delay="2500"/>
                                      </p:stCondLst>
                                      <p:childTnLst>
                                        <p:set>
                                          <p:cBhvr>
                                            <p:cTn id="73" dur="1" fill="hold">
                                              <p:stCondLst>
                                                <p:cond delay="0"/>
                                              </p:stCondLst>
                                            </p:cTn>
                                            <p:tgtEl>
                                              <p:spTgt spid="92"/>
                                            </p:tgtEl>
                                            <p:attrNameLst>
                                              <p:attrName>style.visibility</p:attrName>
                                            </p:attrNameLst>
                                          </p:cBhvr>
                                          <p:to>
                                            <p:strVal val="visible"/>
                                          </p:to>
                                        </p:set>
                                        <p:animEffect transition="in" filter="wipe(right)">
                                          <p:cBhvr>
                                            <p:cTn id="74" dur="750"/>
                                            <p:tgtEl>
                                              <p:spTgt spid="92"/>
                                            </p:tgtEl>
                                          </p:cBhvr>
                                        </p:animEffect>
                                      </p:childTnLst>
                                    </p:cTn>
                                  </p:par>
                                  <p:par>
                                    <p:cTn id="75" presetID="53" presetClass="entr" presetSubtype="16" fill="hold" nodeType="withEffect">
                                      <p:stCondLst>
                                        <p:cond delay="500"/>
                                      </p:stCondLst>
                                      <p:childTnLst>
                                        <p:set>
                                          <p:cBhvr>
                                            <p:cTn id="76" dur="1" fill="hold">
                                              <p:stCondLst>
                                                <p:cond delay="0"/>
                                              </p:stCondLst>
                                            </p:cTn>
                                            <p:tgtEl>
                                              <p:spTgt spid="105"/>
                                            </p:tgtEl>
                                            <p:attrNameLst>
                                              <p:attrName>style.visibility</p:attrName>
                                            </p:attrNameLst>
                                          </p:cBhvr>
                                          <p:to>
                                            <p:strVal val="visible"/>
                                          </p:to>
                                        </p:set>
                                        <p:anim calcmode="lin" valueType="num">
                                          <p:cBhvr>
                                            <p:cTn id="77" dur="750" fill="hold"/>
                                            <p:tgtEl>
                                              <p:spTgt spid="105"/>
                                            </p:tgtEl>
                                            <p:attrNameLst>
                                              <p:attrName>ppt_w</p:attrName>
                                            </p:attrNameLst>
                                          </p:cBhvr>
                                          <p:tavLst>
                                            <p:tav tm="0">
                                              <p:val>
                                                <p:fltVal val="0"/>
                                              </p:val>
                                            </p:tav>
                                            <p:tav tm="100000">
                                              <p:val>
                                                <p:strVal val="#ppt_w"/>
                                              </p:val>
                                            </p:tav>
                                          </p:tavLst>
                                        </p:anim>
                                        <p:anim calcmode="lin" valueType="num">
                                          <p:cBhvr>
                                            <p:cTn id="78" dur="750" fill="hold"/>
                                            <p:tgtEl>
                                              <p:spTgt spid="105"/>
                                            </p:tgtEl>
                                            <p:attrNameLst>
                                              <p:attrName>ppt_h</p:attrName>
                                            </p:attrNameLst>
                                          </p:cBhvr>
                                          <p:tavLst>
                                            <p:tav tm="0">
                                              <p:val>
                                                <p:fltVal val="0"/>
                                              </p:val>
                                            </p:tav>
                                            <p:tav tm="100000">
                                              <p:val>
                                                <p:strVal val="#ppt_h"/>
                                              </p:val>
                                            </p:tav>
                                          </p:tavLst>
                                        </p:anim>
                                        <p:animEffect transition="in" filter="fade">
                                          <p:cBhvr>
                                            <p:cTn id="79" dur="750"/>
                                            <p:tgtEl>
                                              <p:spTgt spid="105"/>
                                            </p:tgtEl>
                                          </p:cBhvr>
                                        </p:animEffect>
                                      </p:childTnLst>
                                    </p:cTn>
                                  </p:par>
                                  <p:par>
                                    <p:cTn id="80" presetID="53" presetClass="entr" presetSubtype="16" fill="hold" nodeType="withEffect">
                                      <p:stCondLst>
                                        <p:cond delay="1000"/>
                                      </p:stCondLst>
                                      <p:childTnLst>
                                        <p:set>
                                          <p:cBhvr>
                                            <p:cTn id="81" dur="1" fill="hold">
                                              <p:stCondLst>
                                                <p:cond delay="0"/>
                                              </p:stCondLst>
                                            </p:cTn>
                                            <p:tgtEl>
                                              <p:spTgt spid="108"/>
                                            </p:tgtEl>
                                            <p:attrNameLst>
                                              <p:attrName>style.visibility</p:attrName>
                                            </p:attrNameLst>
                                          </p:cBhvr>
                                          <p:to>
                                            <p:strVal val="visible"/>
                                          </p:to>
                                        </p:set>
                                        <p:anim calcmode="lin" valueType="num">
                                          <p:cBhvr>
                                            <p:cTn id="82" dur="750" fill="hold"/>
                                            <p:tgtEl>
                                              <p:spTgt spid="108"/>
                                            </p:tgtEl>
                                            <p:attrNameLst>
                                              <p:attrName>ppt_w</p:attrName>
                                            </p:attrNameLst>
                                          </p:cBhvr>
                                          <p:tavLst>
                                            <p:tav tm="0">
                                              <p:val>
                                                <p:fltVal val="0"/>
                                              </p:val>
                                            </p:tav>
                                            <p:tav tm="100000">
                                              <p:val>
                                                <p:strVal val="#ppt_w"/>
                                              </p:val>
                                            </p:tav>
                                          </p:tavLst>
                                        </p:anim>
                                        <p:anim calcmode="lin" valueType="num">
                                          <p:cBhvr>
                                            <p:cTn id="83" dur="750" fill="hold"/>
                                            <p:tgtEl>
                                              <p:spTgt spid="108"/>
                                            </p:tgtEl>
                                            <p:attrNameLst>
                                              <p:attrName>ppt_h</p:attrName>
                                            </p:attrNameLst>
                                          </p:cBhvr>
                                          <p:tavLst>
                                            <p:tav tm="0">
                                              <p:val>
                                                <p:fltVal val="0"/>
                                              </p:val>
                                            </p:tav>
                                            <p:tav tm="100000">
                                              <p:val>
                                                <p:strVal val="#ppt_h"/>
                                              </p:val>
                                            </p:tav>
                                          </p:tavLst>
                                        </p:anim>
                                        <p:animEffect transition="in" filter="fade">
                                          <p:cBhvr>
                                            <p:cTn id="84" dur="750"/>
                                            <p:tgtEl>
                                              <p:spTgt spid="108"/>
                                            </p:tgtEl>
                                          </p:cBhvr>
                                        </p:animEffect>
                                      </p:childTnLst>
                                    </p:cTn>
                                  </p:par>
                                  <p:par>
                                    <p:cTn id="85" presetID="53" presetClass="entr" presetSubtype="16" fill="hold" nodeType="withEffect">
                                      <p:stCondLst>
                                        <p:cond delay="1500"/>
                                      </p:stCondLst>
                                      <p:childTnLst>
                                        <p:set>
                                          <p:cBhvr>
                                            <p:cTn id="86" dur="1" fill="hold">
                                              <p:stCondLst>
                                                <p:cond delay="0"/>
                                              </p:stCondLst>
                                            </p:cTn>
                                            <p:tgtEl>
                                              <p:spTgt spid="102"/>
                                            </p:tgtEl>
                                            <p:attrNameLst>
                                              <p:attrName>style.visibility</p:attrName>
                                            </p:attrNameLst>
                                          </p:cBhvr>
                                          <p:to>
                                            <p:strVal val="visible"/>
                                          </p:to>
                                        </p:set>
                                        <p:anim calcmode="lin" valueType="num">
                                          <p:cBhvr>
                                            <p:cTn id="87" dur="750" fill="hold"/>
                                            <p:tgtEl>
                                              <p:spTgt spid="102"/>
                                            </p:tgtEl>
                                            <p:attrNameLst>
                                              <p:attrName>ppt_w</p:attrName>
                                            </p:attrNameLst>
                                          </p:cBhvr>
                                          <p:tavLst>
                                            <p:tav tm="0">
                                              <p:val>
                                                <p:fltVal val="0"/>
                                              </p:val>
                                            </p:tav>
                                            <p:tav tm="100000">
                                              <p:val>
                                                <p:strVal val="#ppt_w"/>
                                              </p:val>
                                            </p:tav>
                                          </p:tavLst>
                                        </p:anim>
                                        <p:anim calcmode="lin" valueType="num">
                                          <p:cBhvr>
                                            <p:cTn id="88" dur="750" fill="hold"/>
                                            <p:tgtEl>
                                              <p:spTgt spid="102"/>
                                            </p:tgtEl>
                                            <p:attrNameLst>
                                              <p:attrName>ppt_h</p:attrName>
                                            </p:attrNameLst>
                                          </p:cBhvr>
                                          <p:tavLst>
                                            <p:tav tm="0">
                                              <p:val>
                                                <p:fltVal val="0"/>
                                              </p:val>
                                            </p:tav>
                                            <p:tav tm="100000">
                                              <p:val>
                                                <p:strVal val="#ppt_h"/>
                                              </p:val>
                                            </p:tav>
                                          </p:tavLst>
                                        </p:anim>
                                        <p:animEffect transition="in" filter="fade">
                                          <p:cBhvr>
                                            <p:cTn id="89" dur="750"/>
                                            <p:tgtEl>
                                              <p:spTgt spid="102"/>
                                            </p:tgtEl>
                                          </p:cBhvr>
                                        </p:animEffect>
                                      </p:childTnLst>
                                    </p:cTn>
                                  </p:par>
                                  <p:par>
                                    <p:cTn id="90" presetID="53" presetClass="entr" presetSubtype="16" fill="hold" nodeType="withEffect">
                                      <p:stCondLst>
                                        <p:cond delay="2000"/>
                                      </p:stCondLst>
                                      <p:childTnLst>
                                        <p:set>
                                          <p:cBhvr>
                                            <p:cTn id="91" dur="1" fill="hold">
                                              <p:stCondLst>
                                                <p:cond delay="0"/>
                                              </p:stCondLst>
                                            </p:cTn>
                                            <p:tgtEl>
                                              <p:spTgt spid="111"/>
                                            </p:tgtEl>
                                            <p:attrNameLst>
                                              <p:attrName>style.visibility</p:attrName>
                                            </p:attrNameLst>
                                          </p:cBhvr>
                                          <p:to>
                                            <p:strVal val="visible"/>
                                          </p:to>
                                        </p:set>
                                        <p:anim calcmode="lin" valueType="num">
                                          <p:cBhvr>
                                            <p:cTn id="92" dur="750" fill="hold"/>
                                            <p:tgtEl>
                                              <p:spTgt spid="111"/>
                                            </p:tgtEl>
                                            <p:attrNameLst>
                                              <p:attrName>ppt_w</p:attrName>
                                            </p:attrNameLst>
                                          </p:cBhvr>
                                          <p:tavLst>
                                            <p:tav tm="0">
                                              <p:val>
                                                <p:fltVal val="0"/>
                                              </p:val>
                                            </p:tav>
                                            <p:tav tm="100000">
                                              <p:val>
                                                <p:strVal val="#ppt_w"/>
                                              </p:val>
                                            </p:tav>
                                          </p:tavLst>
                                        </p:anim>
                                        <p:anim calcmode="lin" valueType="num">
                                          <p:cBhvr>
                                            <p:cTn id="93" dur="750" fill="hold"/>
                                            <p:tgtEl>
                                              <p:spTgt spid="111"/>
                                            </p:tgtEl>
                                            <p:attrNameLst>
                                              <p:attrName>ppt_h</p:attrName>
                                            </p:attrNameLst>
                                          </p:cBhvr>
                                          <p:tavLst>
                                            <p:tav tm="0">
                                              <p:val>
                                                <p:fltVal val="0"/>
                                              </p:val>
                                            </p:tav>
                                            <p:tav tm="100000">
                                              <p:val>
                                                <p:strVal val="#ppt_h"/>
                                              </p:val>
                                            </p:tav>
                                          </p:tavLst>
                                        </p:anim>
                                        <p:animEffect transition="in" filter="fade">
                                          <p:cBhvr>
                                            <p:cTn id="94" dur="750"/>
                                            <p:tgtEl>
                                              <p:spTgt spid="111"/>
                                            </p:tgtEl>
                                          </p:cBhvr>
                                        </p:animEffect>
                                      </p:childTnLst>
                                    </p:cTn>
                                  </p:par>
                                  <p:par>
                                    <p:cTn id="95" presetID="53" presetClass="entr" presetSubtype="16" fill="hold" nodeType="withEffect">
                                      <p:stCondLst>
                                        <p:cond delay="2500"/>
                                      </p:stCondLst>
                                      <p:childTnLst>
                                        <p:set>
                                          <p:cBhvr>
                                            <p:cTn id="96" dur="1" fill="hold">
                                              <p:stCondLst>
                                                <p:cond delay="0"/>
                                              </p:stCondLst>
                                            </p:cTn>
                                            <p:tgtEl>
                                              <p:spTgt spid="121"/>
                                            </p:tgtEl>
                                            <p:attrNameLst>
                                              <p:attrName>style.visibility</p:attrName>
                                            </p:attrNameLst>
                                          </p:cBhvr>
                                          <p:to>
                                            <p:strVal val="visible"/>
                                          </p:to>
                                        </p:set>
                                        <p:anim calcmode="lin" valueType="num">
                                          <p:cBhvr>
                                            <p:cTn id="97" dur="750" fill="hold"/>
                                            <p:tgtEl>
                                              <p:spTgt spid="121"/>
                                            </p:tgtEl>
                                            <p:attrNameLst>
                                              <p:attrName>ppt_w</p:attrName>
                                            </p:attrNameLst>
                                          </p:cBhvr>
                                          <p:tavLst>
                                            <p:tav tm="0">
                                              <p:val>
                                                <p:fltVal val="0"/>
                                              </p:val>
                                            </p:tav>
                                            <p:tav tm="100000">
                                              <p:val>
                                                <p:strVal val="#ppt_w"/>
                                              </p:val>
                                            </p:tav>
                                          </p:tavLst>
                                        </p:anim>
                                        <p:anim calcmode="lin" valueType="num">
                                          <p:cBhvr>
                                            <p:cTn id="98" dur="750" fill="hold"/>
                                            <p:tgtEl>
                                              <p:spTgt spid="121"/>
                                            </p:tgtEl>
                                            <p:attrNameLst>
                                              <p:attrName>ppt_h</p:attrName>
                                            </p:attrNameLst>
                                          </p:cBhvr>
                                          <p:tavLst>
                                            <p:tav tm="0">
                                              <p:val>
                                                <p:fltVal val="0"/>
                                              </p:val>
                                            </p:tav>
                                            <p:tav tm="100000">
                                              <p:val>
                                                <p:strVal val="#ppt_h"/>
                                              </p:val>
                                            </p:tav>
                                          </p:tavLst>
                                        </p:anim>
                                        <p:animEffect transition="in" filter="fade">
                                          <p:cBhvr>
                                            <p:cTn id="99" dur="750"/>
                                            <p:tgtEl>
                                              <p:spTgt spid="121"/>
                                            </p:tgtEl>
                                          </p:cBhvr>
                                        </p:animEffect>
                                      </p:childTnLst>
                                    </p:cTn>
                                  </p:par>
                                  <p:par>
                                    <p:cTn id="100" presetID="2" presetClass="entr" presetSubtype="4" fill="hold" nodeType="withEffect">
                                      <p:stCondLst>
                                        <p:cond delay="500"/>
                                      </p:stCondLst>
                                      <p:childTnLst>
                                        <p:set>
                                          <p:cBhvr>
                                            <p:cTn id="101" dur="1" fill="hold">
                                              <p:stCondLst>
                                                <p:cond delay="0"/>
                                              </p:stCondLst>
                                            </p:cTn>
                                            <p:tgtEl>
                                              <p:spTgt spid="14"/>
                                            </p:tgtEl>
                                            <p:attrNameLst>
                                              <p:attrName>style.visibility</p:attrName>
                                            </p:attrNameLst>
                                          </p:cBhvr>
                                          <p:to>
                                            <p:strVal val="visible"/>
                                          </p:to>
                                        </p:set>
                                        <p:anim calcmode="lin" valueType="num">
                                          <p:cBhvr additive="base">
                                            <p:cTn id="102" dur="1000" fill="hold"/>
                                            <p:tgtEl>
                                              <p:spTgt spid="14"/>
                                            </p:tgtEl>
                                            <p:attrNameLst>
                                              <p:attrName>ppt_x</p:attrName>
                                            </p:attrNameLst>
                                          </p:cBhvr>
                                          <p:tavLst>
                                            <p:tav tm="0">
                                              <p:val>
                                                <p:strVal val="#ppt_x"/>
                                              </p:val>
                                            </p:tav>
                                            <p:tav tm="100000">
                                              <p:val>
                                                <p:strVal val="#ppt_x"/>
                                              </p:val>
                                            </p:tav>
                                          </p:tavLst>
                                        </p:anim>
                                        <p:anim calcmode="lin" valueType="num">
                                          <p:cBhvr additive="base">
                                            <p:cTn id="103" dur="1000" fill="hold"/>
                                            <p:tgtEl>
                                              <p:spTgt spid="14"/>
                                            </p:tgtEl>
                                            <p:attrNameLst>
                                              <p:attrName>ppt_y</p:attrName>
                                            </p:attrNameLst>
                                          </p:cBhvr>
                                          <p:tavLst>
                                            <p:tav tm="0">
                                              <p:val>
                                                <p:strVal val="1+#ppt_h/2"/>
                                              </p:val>
                                            </p:tav>
                                            <p:tav tm="100000">
                                              <p:val>
                                                <p:strVal val="#ppt_y"/>
                                              </p:val>
                                            </p:tav>
                                          </p:tavLst>
                                        </p:anim>
                                      </p:childTnLst>
                                    </p:cTn>
                                  </p:par>
                                  <p:par>
                                    <p:cTn id="104" presetID="2" presetClass="entr" presetSubtype="4" fill="hold" nodeType="withEffect">
                                      <p:stCondLst>
                                        <p:cond delay="1000"/>
                                      </p:stCondLst>
                                      <p:childTnLst>
                                        <p:set>
                                          <p:cBhvr>
                                            <p:cTn id="105" dur="1" fill="hold">
                                              <p:stCondLst>
                                                <p:cond delay="0"/>
                                              </p:stCondLst>
                                            </p:cTn>
                                            <p:tgtEl>
                                              <p:spTgt spid="15"/>
                                            </p:tgtEl>
                                            <p:attrNameLst>
                                              <p:attrName>style.visibility</p:attrName>
                                            </p:attrNameLst>
                                          </p:cBhvr>
                                          <p:to>
                                            <p:strVal val="visible"/>
                                          </p:to>
                                        </p:set>
                                        <p:anim calcmode="lin" valueType="num">
                                          <p:cBhvr additive="base">
                                            <p:cTn id="106" dur="1000" fill="hold"/>
                                            <p:tgtEl>
                                              <p:spTgt spid="15"/>
                                            </p:tgtEl>
                                            <p:attrNameLst>
                                              <p:attrName>ppt_x</p:attrName>
                                            </p:attrNameLst>
                                          </p:cBhvr>
                                          <p:tavLst>
                                            <p:tav tm="0">
                                              <p:val>
                                                <p:strVal val="#ppt_x"/>
                                              </p:val>
                                            </p:tav>
                                            <p:tav tm="100000">
                                              <p:val>
                                                <p:strVal val="#ppt_x"/>
                                              </p:val>
                                            </p:tav>
                                          </p:tavLst>
                                        </p:anim>
                                        <p:anim calcmode="lin" valueType="num">
                                          <p:cBhvr additive="base">
                                            <p:cTn id="107" dur="1000" fill="hold"/>
                                            <p:tgtEl>
                                              <p:spTgt spid="15"/>
                                            </p:tgtEl>
                                            <p:attrNameLst>
                                              <p:attrName>ppt_y</p:attrName>
                                            </p:attrNameLst>
                                          </p:cBhvr>
                                          <p:tavLst>
                                            <p:tav tm="0">
                                              <p:val>
                                                <p:strVal val="1+#ppt_h/2"/>
                                              </p:val>
                                            </p:tav>
                                            <p:tav tm="100000">
                                              <p:val>
                                                <p:strVal val="#ppt_y"/>
                                              </p:val>
                                            </p:tav>
                                          </p:tavLst>
                                        </p:anim>
                                      </p:childTnLst>
                                    </p:cTn>
                                  </p:par>
                                  <p:par>
                                    <p:cTn id="108" presetID="2" presetClass="entr" presetSubtype="4" fill="hold" nodeType="withEffect">
                                      <p:stCondLst>
                                        <p:cond delay="1500"/>
                                      </p:stCondLst>
                                      <p:childTnLst>
                                        <p:set>
                                          <p:cBhvr>
                                            <p:cTn id="109" dur="1" fill="hold">
                                              <p:stCondLst>
                                                <p:cond delay="0"/>
                                              </p:stCondLst>
                                            </p:cTn>
                                            <p:tgtEl>
                                              <p:spTgt spid="19"/>
                                            </p:tgtEl>
                                            <p:attrNameLst>
                                              <p:attrName>style.visibility</p:attrName>
                                            </p:attrNameLst>
                                          </p:cBhvr>
                                          <p:to>
                                            <p:strVal val="visible"/>
                                          </p:to>
                                        </p:set>
                                        <p:anim calcmode="lin" valueType="num">
                                          <p:cBhvr additive="base">
                                            <p:cTn id="110" dur="1000" fill="hold"/>
                                            <p:tgtEl>
                                              <p:spTgt spid="19"/>
                                            </p:tgtEl>
                                            <p:attrNameLst>
                                              <p:attrName>ppt_x</p:attrName>
                                            </p:attrNameLst>
                                          </p:cBhvr>
                                          <p:tavLst>
                                            <p:tav tm="0">
                                              <p:val>
                                                <p:strVal val="#ppt_x"/>
                                              </p:val>
                                            </p:tav>
                                            <p:tav tm="100000">
                                              <p:val>
                                                <p:strVal val="#ppt_x"/>
                                              </p:val>
                                            </p:tav>
                                          </p:tavLst>
                                        </p:anim>
                                        <p:anim calcmode="lin" valueType="num">
                                          <p:cBhvr additive="base">
                                            <p:cTn id="111" dur="1000" fill="hold"/>
                                            <p:tgtEl>
                                              <p:spTgt spid="19"/>
                                            </p:tgtEl>
                                            <p:attrNameLst>
                                              <p:attrName>ppt_y</p:attrName>
                                            </p:attrNameLst>
                                          </p:cBhvr>
                                          <p:tavLst>
                                            <p:tav tm="0">
                                              <p:val>
                                                <p:strVal val="1+#ppt_h/2"/>
                                              </p:val>
                                            </p:tav>
                                            <p:tav tm="100000">
                                              <p:val>
                                                <p:strVal val="#ppt_y"/>
                                              </p:val>
                                            </p:tav>
                                          </p:tavLst>
                                        </p:anim>
                                      </p:childTnLst>
                                    </p:cTn>
                                  </p:par>
                                  <p:par>
                                    <p:cTn id="112" presetID="2" presetClass="entr" presetSubtype="4" fill="hold" nodeType="withEffect">
                                      <p:stCondLst>
                                        <p:cond delay="2000"/>
                                      </p:stCondLst>
                                      <p:childTnLst>
                                        <p:set>
                                          <p:cBhvr>
                                            <p:cTn id="113" dur="1" fill="hold">
                                              <p:stCondLst>
                                                <p:cond delay="0"/>
                                              </p:stCondLst>
                                            </p:cTn>
                                            <p:tgtEl>
                                              <p:spTgt spid="20"/>
                                            </p:tgtEl>
                                            <p:attrNameLst>
                                              <p:attrName>style.visibility</p:attrName>
                                            </p:attrNameLst>
                                          </p:cBhvr>
                                          <p:to>
                                            <p:strVal val="visible"/>
                                          </p:to>
                                        </p:set>
                                        <p:anim calcmode="lin" valueType="num">
                                          <p:cBhvr additive="base">
                                            <p:cTn id="114" dur="1000" fill="hold"/>
                                            <p:tgtEl>
                                              <p:spTgt spid="20"/>
                                            </p:tgtEl>
                                            <p:attrNameLst>
                                              <p:attrName>ppt_x</p:attrName>
                                            </p:attrNameLst>
                                          </p:cBhvr>
                                          <p:tavLst>
                                            <p:tav tm="0">
                                              <p:val>
                                                <p:strVal val="#ppt_x"/>
                                              </p:val>
                                            </p:tav>
                                            <p:tav tm="100000">
                                              <p:val>
                                                <p:strVal val="#ppt_x"/>
                                              </p:val>
                                            </p:tav>
                                          </p:tavLst>
                                        </p:anim>
                                        <p:anim calcmode="lin" valueType="num">
                                          <p:cBhvr additive="base">
                                            <p:cTn id="115" dur="1000" fill="hold"/>
                                            <p:tgtEl>
                                              <p:spTgt spid="20"/>
                                            </p:tgtEl>
                                            <p:attrNameLst>
                                              <p:attrName>ppt_y</p:attrName>
                                            </p:attrNameLst>
                                          </p:cBhvr>
                                          <p:tavLst>
                                            <p:tav tm="0">
                                              <p:val>
                                                <p:strVal val="1+#ppt_h/2"/>
                                              </p:val>
                                            </p:tav>
                                            <p:tav tm="100000">
                                              <p:val>
                                                <p:strVal val="#ppt_y"/>
                                              </p:val>
                                            </p:tav>
                                          </p:tavLst>
                                        </p:anim>
                                      </p:childTnLst>
                                    </p:cTn>
                                  </p:par>
                                  <p:par>
                                    <p:cTn id="116" presetID="2" presetClass="entr" presetSubtype="4" fill="hold" nodeType="withEffect">
                                      <p:stCondLst>
                                        <p:cond delay="2500"/>
                                      </p:stCondLst>
                                      <p:childTnLst>
                                        <p:set>
                                          <p:cBhvr>
                                            <p:cTn id="117" dur="1" fill="hold">
                                              <p:stCondLst>
                                                <p:cond delay="0"/>
                                              </p:stCondLst>
                                            </p:cTn>
                                            <p:tgtEl>
                                              <p:spTgt spid="21"/>
                                            </p:tgtEl>
                                            <p:attrNameLst>
                                              <p:attrName>style.visibility</p:attrName>
                                            </p:attrNameLst>
                                          </p:cBhvr>
                                          <p:to>
                                            <p:strVal val="visible"/>
                                          </p:to>
                                        </p:set>
                                        <p:anim calcmode="lin" valueType="num">
                                          <p:cBhvr additive="base">
                                            <p:cTn id="118" dur="1000" fill="hold"/>
                                            <p:tgtEl>
                                              <p:spTgt spid="21"/>
                                            </p:tgtEl>
                                            <p:attrNameLst>
                                              <p:attrName>ppt_x</p:attrName>
                                            </p:attrNameLst>
                                          </p:cBhvr>
                                          <p:tavLst>
                                            <p:tav tm="0">
                                              <p:val>
                                                <p:strVal val="#ppt_x"/>
                                              </p:val>
                                            </p:tav>
                                            <p:tav tm="100000">
                                              <p:val>
                                                <p:strVal val="#ppt_x"/>
                                              </p:val>
                                            </p:tav>
                                          </p:tavLst>
                                        </p:anim>
                                        <p:anim calcmode="lin" valueType="num">
                                          <p:cBhvr additive="base">
                                            <p:cTn id="119" dur="1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31" grpId="0" animBg="1"/>
          <p:bldP spid="38" grpId="0" animBg="1"/>
          <p:bldP spid="42" grpId="0" animBg="1"/>
          <p:bldP spid="72" grpId="0" animBg="1"/>
          <p:bldP spid="74" grpId="0" animBg="1"/>
          <p:bldP spid="81" grpId="0" animBg="1"/>
          <p:bldP spid="83" grpId="0" animBg="1"/>
          <p:bldP spid="90" grpId="0" animBg="1"/>
          <p:bldP spid="92" grpId="0" animBg="1"/>
        </p:bldLst>
      </p:timing>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6C953582-9B36-4445-84EF-A8EFB9C18A1F}"/>
              </a:ext>
            </a:extLst>
          </p:cNvPr>
          <p:cNvGrpSpPr/>
          <p:nvPr/>
        </p:nvGrpSpPr>
        <p:grpSpPr>
          <a:xfrm>
            <a:off x="6137276" y="2343151"/>
            <a:ext cx="1762125" cy="1808162"/>
            <a:chOff x="6137276" y="2343151"/>
            <a:chExt cx="1762125" cy="1808162"/>
          </a:xfrm>
        </p:grpSpPr>
        <p:sp>
          <p:nvSpPr>
            <p:cNvPr id="6" name="Oval 5">
              <a:extLst>
                <a:ext uri="{FF2B5EF4-FFF2-40B4-BE49-F238E27FC236}">
                  <a16:creationId xmlns:a16="http://schemas.microsoft.com/office/drawing/2014/main" id="{EACC28B8-D5BB-4666-B6EF-916C5DD4516A}"/>
                </a:ext>
              </a:extLst>
            </p:cNvPr>
            <p:cNvSpPr>
              <a:spLocks noChangeArrowheads="1"/>
            </p:cNvSpPr>
            <p:nvPr/>
          </p:nvSpPr>
          <p:spPr bwMode="auto">
            <a:xfrm>
              <a:off x="7775576" y="4024313"/>
              <a:ext cx="123825" cy="127000"/>
            </a:xfrm>
            <a:prstGeom prst="ellipse">
              <a:avLst/>
            </a:prstGeom>
            <a:noFill/>
            <a:ln w="28575"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9E07188F-DA47-4998-902A-DFF02B80D2BE}"/>
                </a:ext>
              </a:extLst>
            </p:cNvPr>
            <p:cNvSpPr>
              <a:spLocks/>
            </p:cNvSpPr>
            <p:nvPr/>
          </p:nvSpPr>
          <p:spPr bwMode="auto">
            <a:xfrm>
              <a:off x="6137276" y="2343151"/>
              <a:ext cx="1700213" cy="1681163"/>
            </a:xfrm>
            <a:custGeom>
              <a:avLst/>
              <a:gdLst>
                <a:gd name="T0" fmla="*/ 161 w 469"/>
                <a:gd name="T1" fmla="*/ 0 h 462"/>
                <a:gd name="T2" fmla="*/ 0 w 469"/>
                <a:gd name="T3" fmla="*/ 161 h 462"/>
                <a:gd name="T4" fmla="*/ 161 w 469"/>
                <a:gd name="T5" fmla="*/ 322 h 462"/>
                <a:gd name="T6" fmla="*/ 469 w 469"/>
                <a:gd name="T7" fmla="*/ 322 h 462"/>
                <a:gd name="T8" fmla="*/ 469 w 469"/>
                <a:gd name="T9" fmla="*/ 462 h 462"/>
              </a:gdLst>
              <a:ahLst/>
              <a:cxnLst>
                <a:cxn ang="0">
                  <a:pos x="T0" y="T1"/>
                </a:cxn>
                <a:cxn ang="0">
                  <a:pos x="T2" y="T3"/>
                </a:cxn>
                <a:cxn ang="0">
                  <a:pos x="T4" y="T5"/>
                </a:cxn>
                <a:cxn ang="0">
                  <a:pos x="T6" y="T7"/>
                </a:cxn>
                <a:cxn ang="0">
                  <a:pos x="T8" y="T9"/>
                </a:cxn>
              </a:cxnLst>
              <a:rect l="0" t="0" r="r" b="b"/>
              <a:pathLst>
                <a:path w="469" h="462">
                  <a:moveTo>
                    <a:pt x="161" y="0"/>
                  </a:moveTo>
                  <a:cubicBezTo>
                    <a:pt x="72" y="0"/>
                    <a:pt x="0" y="72"/>
                    <a:pt x="0" y="161"/>
                  </a:cubicBezTo>
                  <a:cubicBezTo>
                    <a:pt x="0" y="250"/>
                    <a:pt x="72" y="322"/>
                    <a:pt x="161" y="322"/>
                  </a:cubicBezTo>
                  <a:cubicBezTo>
                    <a:pt x="469" y="322"/>
                    <a:pt x="469" y="322"/>
                    <a:pt x="469" y="322"/>
                  </a:cubicBezTo>
                  <a:cubicBezTo>
                    <a:pt x="469" y="462"/>
                    <a:pt x="469" y="462"/>
                    <a:pt x="469" y="462"/>
                  </a:cubicBezTo>
                </a:path>
              </a:pathLst>
            </a:custGeom>
            <a:noFill/>
            <a:ln w="28575"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76" name="Group 75">
            <a:extLst>
              <a:ext uri="{FF2B5EF4-FFF2-40B4-BE49-F238E27FC236}">
                <a16:creationId xmlns:a16="http://schemas.microsoft.com/office/drawing/2014/main" id="{618A9DFF-A391-4E80-A8F5-A86701FD74A7}"/>
              </a:ext>
            </a:extLst>
          </p:cNvPr>
          <p:cNvGrpSpPr/>
          <p:nvPr/>
        </p:nvGrpSpPr>
        <p:grpSpPr>
          <a:xfrm>
            <a:off x="3727451" y="2343151"/>
            <a:ext cx="1762125" cy="1808162"/>
            <a:chOff x="3727451" y="2343151"/>
            <a:chExt cx="1762125" cy="1808162"/>
          </a:xfrm>
        </p:grpSpPr>
        <p:sp>
          <p:nvSpPr>
            <p:cNvPr id="8" name="Oval 7">
              <a:extLst>
                <a:ext uri="{FF2B5EF4-FFF2-40B4-BE49-F238E27FC236}">
                  <a16:creationId xmlns:a16="http://schemas.microsoft.com/office/drawing/2014/main" id="{3DFF57BD-4E77-4774-8BD6-74336E736BBD}"/>
                </a:ext>
              </a:extLst>
            </p:cNvPr>
            <p:cNvSpPr>
              <a:spLocks noChangeArrowheads="1"/>
            </p:cNvSpPr>
            <p:nvPr/>
          </p:nvSpPr>
          <p:spPr bwMode="auto">
            <a:xfrm>
              <a:off x="5362576" y="4024313"/>
              <a:ext cx="127000" cy="127000"/>
            </a:xfrm>
            <a:prstGeom prst="ellipse">
              <a:avLst/>
            </a:prstGeom>
            <a:noFill/>
            <a:ln w="28575"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8D5EC5A8-8868-452A-BEDE-D98A25207964}"/>
                </a:ext>
              </a:extLst>
            </p:cNvPr>
            <p:cNvSpPr>
              <a:spLocks/>
            </p:cNvSpPr>
            <p:nvPr/>
          </p:nvSpPr>
          <p:spPr bwMode="auto">
            <a:xfrm>
              <a:off x="3727451" y="2343151"/>
              <a:ext cx="1700213" cy="1681163"/>
            </a:xfrm>
            <a:custGeom>
              <a:avLst/>
              <a:gdLst>
                <a:gd name="T0" fmla="*/ 161 w 469"/>
                <a:gd name="T1" fmla="*/ 0 h 462"/>
                <a:gd name="T2" fmla="*/ 0 w 469"/>
                <a:gd name="T3" fmla="*/ 161 h 462"/>
                <a:gd name="T4" fmla="*/ 161 w 469"/>
                <a:gd name="T5" fmla="*/ 322 h 462"/>
                <a:gd name="T6" fmla="*/ 469 w 469"/>
                <a:gd name="T7" fmla="*/ 322 h 462"/>
                <a:gd name="T8" fmla="*/ 469 w 469"/>
                <a:gd name="T9" fmla="*/ 462 h 462"/>
              </a:gdLst>
              <a:ahLst/>
              <a:cxnLst>
                <a:cxn ang="0">
                  <a:pos x="T0" y="T1"/>
                </a:cxn>
                <a:cxn ang="0">
                  <a:pos x="T2" y="T3"/>
                </a:cxn>
                <a:cxn ang="0">
                  <a:pos x="T4" y="T5"/>
                </a:cxn>
                <a:cxn ang="0">
                  <a:pos x="T6" y="T7"/>
                </a:cxn>
                <a:cxn ang="0">
                  <a:pos x="T8" y="T9"/>
                </a:cxn>
              </a:cxnLst>
              <a:rect l="0" t="0" r="r" b="b"/>
              <a:pathLst>
                <a:path w="469" h="462">
                  <a:moveTo>
                    <a:pt x="161" y="0"/>
                  </a:moveTo>
                  <a:cubicBezTo>
                    <a:pt x="72" y="0"/>
                    <a:pt x="0" y="72"/>
                    <a:pt x="0" y="161"/>
                  </a:cubicBezTo>
                  <a:cubicBezTo>
                    <a:pt x="0" y="250"/>
                    <a:pt x="72" y="322"/>
                    <a:pt x="161" y="322"/>
                  </a:cubicBezTo>
                  <a:cubicBezTo>
                    <a:pt x="469" y="322"/>
                    <a:pt x="469" y="322"/>
                    <a:pt x="469" y="322"/>
                  </a:cubicBezTo>
                  <a:cubicBezTo>
                    <a:pt x="469" y="462"/>
                    <a:pt x="469" y="462"/>
                    <a:pt x="469" y="462"/>
                  </a:cubicBezTo>
                </a:path>
              </a:pathLst>
            </a:custGeom>
            <a:noFill/>
            <a:ln w="28575"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75" name="Group 74">
            <a:extLst>
              <a:ext uri="{FF2B5EF4-FFF2-40B4-BE49-F238E27FC236}">
                <a16:creationId xmlns:a16="http://schemas.microsoft.com/office/drawing/2014/main" id="{6AF0FCDA-8223-4448-BCDF-5DBA254F1A6B}"/>
              </a:ext>
            </a:extLst>
          </p:cNvPr>
          <p:cNvGrpSpPr/>
          <p:nvPr/>
        </p:nvGrpSpPr>
        <p:grpSpPr>
          <a:xfrm>
            <a:off x="1327151" y="2343151"/>
            <a:ext cx="1762125" cy="1808162"/>
            <a:chOff x="1327151" y="2343151"/>
            <a:chExt cx="1762125" cy="1808162"/>
          </a:xfrm>
        </p:grpSpPr>
        <p:sp>
          <p:nvSpPr>
            <p:cNvPr id="10" name="Oval 9">
              <a:extLst>
                <a:ext uri="{FF2B5EF4-FFF2-40B4-BE49-F238E27FC236}">
                  <a16:creationId xmlns:a16="http://schemas.microsoft.com/office/drawing/2014/main" id="{34DE40A5-B10A-42D1-860B-F086FA9C5BF3}"/>
                </a:ext>
              </a:extLst>
            </p:cNvPr>
            <p:cNvSpPr>
              <a:spLocks noChangeArrowheads="1"/>
            </p:cNvSpPr>
            <p:nvPr/>
          </p:nvSpPr>
          <p:spPr bwMode="auto">
            <a:xfrm>
              <a:off x="2962276" y="4024313"/>
              <a:ext cx="127000" cy="127000"/>
            </a:xfrm>
            <a:prstGeom prst="ellipse">
              <a:avLst/>
            </a:prstGeom>
            <a:noFill/>
            <a:ln w="28575"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A07A0D78-233D-470E-BC6C-D0AD66317D29}"/>
                </a:ext>
              </a:extLst>
            </p:cNvPr>
            <p:cNvSpPr>
              <a:spLocks/>
            </p:cNvSpPr>
            <p:nvPr/>
          </p:nvSpPr>
          <p:spPr bwMode="auto">
            <a:xfrm>
              <a:off x="1327151" y="2343151"/>
              <a:ext cx="1700213" cy="1681163"/>
            </a:xfrm>
            <a:custGeom>
              <a:avLst/>
              <a:gdLst>
                <a:gd name="T0" fmla="*/ 161 w 469"/>
                <a:gd name="T1" fmla="*/ 0 h 462"/>
                <a:gd name="T2" fmla="*/ 0 w 469"/>
                <a:gd name="T3" fmla="*/ 161 h 462"/>
                <a:gd name="T4" fmla="*/ 161 w 469"/>
                <a:gd name="T5" fmla="*/ 322 h 462"/>
                <a:gd name="T6" fmla="*/ 469 w 469"/>
                <a:gd name="T7" fmla="*/ 322 h 462"/>
                <a:gd name="T8" fmla="*/ 469 w 469"/>
                <a:gd name="T9" fmla="*/ 462 h 462"/>
              </a:gdLst>
              <a:ahLst/>
              <a:cxnLst>
                <a:cxn ang="0">
                  <a:pos x="T0" y="T1"/>
                </a:cxn>
                <a:cxn ang="0">
                  <a:pos x="T2" y="T3"/>
                </a:cxn>
                <a:cxn ang="0">
                  <a:pos x="T4" y="T5"/>
                </a:cxn>
                <a:cxn ang="0">
                  <a:pos x="T6" y="T7"/>
                </a:cxn>
                <a:cxn ang="0">
                  <a:pos x="T8" y="T9"/>
                </a:cxn>
              </a:cxnLst>
              <a:rect l="0" t="0" r="r" b="b"/>
              <a:pathLst>
                <a:path w="469" h="462">
                  <a:moveTo>
                    <a:pt x="161" y="0"/>
                  </a:moveTo>
                  <a:cubicBezTo>
                    <a:pt x="72" y="0"/>
                    <a:pt x="0" y="72"/>
                    <a:pt x="0" y="161"/>
                  </a:cubicBezTo>
                  <a:cubicBezTo>
                    <a:pt x="0" y="250"/>
                    <a:pt x="72" y="322"/>
                    <a:pt x="161" y="322"/>
                  </a:cubicBezTo>
                  <a:cubicBezTo>
                    <a:pt x="469" y="322"/>
                    <a:pt x="469" y="322"/>
                    <a:pt x="469" y="322"/>
                  </a:cubicBezTo>
                  <a:cubicBezTo>
                    <a:pt x="469" y="462"/>
                    <a:pt x="469" y="462"/>
                    <a:pt x="469" y="462"/>
                  </a:cubicBezTo>
                </a:path>
              </a:pathLst>
            </a:custGeom>
            <a:noFill/>
            <a:ln w="28575"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78" name="Group 77">
            <a:extLst>
              <a:ext uri="{FF2B5EF4-FFF2-40B4-BE49-F238E27FC236}">
                <a16:creationId xmlns:a16="http://schemas.microsoft.com/office/drawing/2014/main" id="{C430B785-A330-4500-8F33-E946FF8D4EFA}"/>
              </a:ext>
            </a:extLst>
          </p:cNvPr>
          <p:cNvGrpSpPr/>
          <p:nvPr/>
        </p:nvGrpSpPr>
        <p:grpSpPr>
          <a:xfrm>
            <a:off x="8548688" y="2343151"/>
            <a:ext cx="1765300" cy="1808162"/>
            <a:chOff x="8548688" y="2343151"/>
            <a:chExt cx="1765300" cy="1808162"/>
          </a:xfrm>
        </p:grpSpPr>
        <p:sp>
          <p:nvSpPr>
            <p:cNvPr id="33" name="Oval 32">
              <a:extLst>
                <a:ext uri="{FF2B5EF4-FFF2-40B4-BE49-F238E27FC236}">
                  <a16:creationId xmlns:a16="http://schemas.microsoft.com/office/drawing/2014/main" id="{EB61A31D-F65C-4B29-B52C-BA69409C5297}"/>
                </a:ext>
              </a:extLst>
            </p:cNvPr>
            <p:cNvSpPr>
              <a:spLocks noChangeArrowheads="1"/>
            </p:cNvSpPr>
            <p:nvPr/>
          </p:nvSpPr>
          <p:spPr bwMode="auto">
            <a:xfrm>
              <a:off x="10186988" y="4024313"/>
              <a:ext cx="127000" cy="127000"/>
            </a:xfrm>
            <a:prstGeom prst="ellipse">
              <a:avLst/>
            </a:prstGeom>
            <a:noFill/>
            <a:ln w="28575"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D9F478B7-AAA9-40C3-B445-25CE736F8441}"/>
                </a:ext>
              </a:extLst>
            </p:cNvPr>
            <p:cNvSpPr>
              <a:spLocks/>
            </p:cNvSpPr>
            <p:nvPr/>
          </p:nvSpPr>
          <p:spPr bwMode="auto">
            <a:xfrm>
              <a:off x="8548688" y="2343151"/>
              <a:ext cx="1700213" cy="1681163"/>
            </a:xfrm>
            <a:custGeom>
              <a:avLst/>
              <a:gdLst>
                <a:gd name="T0" fmla="*/ 161 w 469"/>
                <a:gd name="T1" fmla="*/ 0 h 462"/>
                <a:gd name="T2" fmla="*/ 0 w 469"/>
                <a:gd name="T3" fmla="*/ 161 h 462"/>
                <a:gd name="T4" fmla="*/ 161 w 469"/>
                <a:gd name="T5" fmla="*/ 322 h 462"/>
                <a:gd name="T6" fmla="*/ 469 w 469"/>
                <a:gd name="T7" fmla="*/ 322 h 462"/>
                <a:gd name="T8" fmla="*/ 469 w 469"/>
                <a:gd name="T9" fmla="*/ 462 h 462"/>
              </a:gdLst>
              <a:ahLst/>
              <a:cxnLst>
                <a:cxn ang="0">
                  <a:pos x="T0" y="T1"/>
                </a:cxn>
                <a:cxn ang="0">
                  <a:pos x="T2" y="T3"/>
                </a:cxn>
                <a:cxn ang="0">
                  <a:pos x="T4" y="T5"/>
                </a:cxn>
                <a:cxn ang="0">
                  <a:pos x="T6" y="T7"/>
                </a:cxn>
                <a:cxn ang="0">
                  <a:pos x="T8" y="T9"/>
                </a:cxn>
              </a:cxnLst>
              <a:rect l="0" t="0" r="r" b="b"/>
              <a:pathLst>
                <a:path w="469" h="462">
                  <a:moveTo>
                    <a:pt x="161" y="0"/>
                  </a:moveTo>
                  <a:cubicBezTo>
                    <a:pt x="72" y="0"/>
                    <a:pt x="0" y="72"/>
                    <a:pt x="0" y="161"/>
                  </a:cubicBezTo>
                  <a:cubicBezTo>
                    <a:pt x="0" y="250"/>
                    <a:pt x="72" y="322"/>
                    <a:pt x="161" y="322"/>
                  </a:cubicBezTo>
                  <a:cubicBezTo>
                    <a:pt x="469" y="322"/>
                    <a:pt x="469" y="322"/>
                    <a:pt x="469" y="322"/>
                  </a:cubicBezTo>
                  <a:cubicBezTo>
                    <a:pt x="469" y="462"/>
                    <a:pt x="469" y="462"/>
                    <a:pt x="469" y="462"/>
                  </a:cubicBezTo>
                </a:path>
              </a:pathLst>
            </a:custGeom>
            <a:noFill/>
            <a:ln w="28575"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33071AEF-63E3-48A1-A0DA-3AB4C8ED6557}"/>
              </a:ext>
            </a:extLst>
          </p:cNvPr>
          <p:cNvGrpSpPr/>
          <p:nvPr/>
        </p:nvGrpSpPr>
        <p:grpSpPr>
          <a:xfrm>
            <a:off x="1431474" y="2447868"/>
            <a:ext cx="2215015" cy="958398"/>
            <a:chOff x="1431474" y="2447868"/>
            <a:chExt cx="2215015" cy="958398"/>
          </a:xfrm>
        </p:grpSpPr>
        <p:grpSp>
          <p:nvGrpSpPr>
            <p:cNvPr id="71" name="Group 70">
              <a:extLst>
                <a:ext uri="{FF2B5EF4-FFF2-40B4-BE49-F238E27FC236}">
                  <a16:creationId xmlns:a16="http://schemas.microsoft.com/office/drawing/2014/main" id="{8F7C91E4-FCF5-429C-89EB-E67DE4304121}"/>
                </a:ext>
              </a:extLst>
            </p:cNvPr>
            <p:cNvGrpSpPr/>
            <p:nvPr/>
          </p:nvGrpSpPr>
          <p:grpSpPr>
            <a:xfrm>
              <a:off x="1911351" y="2452688"/>
              <a:ext cx="1735138" cy="952500"/>
              <a:chOff x="1911351" y="2452688"/>
              <a:chExt cx="1735138" cy="952500"/>
            </a:xfrm>
            <a:effectLst>
              <a:outerShdw blurRad="139700" dist="114300" dir="2700000" sx="97000" sy="97000" algn="tl" rotWithShape="0">
                <a:prstClr val="black">
                  <a:alpha val="26000"/>
                </a:prstClr>
              </a:outerShdw>
            </a:effectLst>
          </p:grpSpPr>
          <p:sp>
            <p:nvSpPr>
              <p:cNvPr id="12" name="Freeform 11">
                <a:extLst>
                  <a:ext uri="{FF2B5EF4-FFF2-40B4-BE49-F238E27FC236}">
                    <a16:creationId xmlns:a16="http://schemas.microsoft.com/office/drawing/2014/main" id="{80F65BB6-1782-44D7-8BA0-7EA65258F261}"/>
                  </a:ext>
                </a:extLst>
              </p:cNvPr>
              <p:cNvSpPr>
                <a:spLocks/>
              </p:cNvSpPr>
              <p:nvPr/>
            </p:nvSpPr>
            <p:spPr bwMode="auto">
              <a:xfrm>
                <a:off x="1911351" y="2452688"/>
                <a:ext cx="1735138" cy="952500"/>
              </a:xfrm>
              <a:custGeom>
                <a:avLst/>
                <a:gdLst>
                  <a:gd name="T0" fmla="*/ 870 w 1093"/>
                  <a:gd name="T1" fmla="*/ 600 h 600"/>
                  <a:gd name="T2" fmla="*/ 0 w 1093"/>
                  <a:gd name="T3" fmla="*/ 600 h 600"/>
                  <a:gd name="T4" fmla="*/ 0 w 1093"/>
                  <a:gd name="T5" fmla="*/ 0 h 600"/>
                  <a:gd name="T6" fmla="*/ 870 w 1093"/>
                  <a:gd name="T7" fmla="*/ 0 h 600"/>
                  <a:gd name="T8" fmla="*/ 1093 w 1093"/>
                  <a:gd name="T9" fmla="*/ 300 h 600"/>
                  <a:gd name="T10" fmla="*/ 870 w 1093"/>
                  <a:gd name="T11" fmla="*/ 600 h 600"/>
                </a:gdLst>
                <a:ahLst/>
                <a:cxnLst>
                  <a:cxn ang="0">
                    <a:pos x="T0" y="T1"/>
                  </a:cxn>
                  <a:cxn ang="0">
                    <a:pos x="T2" y="T3"/>
                  </a:cxn>
                  <a:cxn ang="0">
                    <a:pos x="T4" y="T5"/>
                  </a:cxn>
                  <a:cxn ang="0">
                    <a:pos x="T6" y="T7"/>
                  </a:cxn>
                  <a:cxn ang="0">
                    <a:pos x="T8" y="T9"/>
                  </a:cxn>
                  <a:cxn ang="0">
                    <a:pos x="T10" y="T11"/>
                  </a:cxn>
                </a:cxnLst>
                <a:rect l="0" t="0" r="r" b="b"/>
                <a:pathLst>
                  <a:path w="1093" h="600">
                    <a:moveTo>
                      <a:pt x="870" y="600"/>
                    </a:moveTo>
                    <a:lnTo>
                      <a:pt x="0" y="600"/>
                    </a:lnTo>
                    <a:lnTo>
                      <a:pt x="0" y="0"/>
                    </a:lnTo>
                    <a:lnTo>
                      <a:pt x="870" y="0"/>
                    </a:lnTo>
                    <a:lnTo>
                      <a:pt x="1093" y="300"/>
                    </a:lnTo>
                    <a:lnTo>
                      <a:pt x="870" y="60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1464861D-C16C-46BA-80B1-82FF0390A16B}"/>
                  </a:ext>
                </a:extLst>
              </p:cNvPr>
              <p:cNvSpPr>
                <a:spLocks/>
              </p:cNvSpPr>
              <p:nvPr/>
            </p:nvSpPr>
            <p:spPr bwMode="auto">
              <a:xfrm>
                <a:off x="1911351" y="2452688"/>
                <a:ext cx="1735138" cy="476250"/>
              </a:xfrm>
              <a:custGeom>
                <a:avLst/>
                <a:gdLst>
                  <a:gd name="T0" fmla="*/ 867 w 1093"/>
                  <a:gd name="T1" fmla="*/ 11 h 300"/>
                  <a:gd name="T2" fmla="*/ 1093 w 1093"/>
                  <a:gd name="T3" fmla="*/ 300 h 300"/>
                  <a:gd name="T4" fmla="*/ 870 w 1093"/>
                  <a:gd name="T5" fmla="*/ 0 h 300"/>
                  <a:gd name="T6" fmla="*/ 0 w 1093"/>
                  <a:gd name="T7" fmla="*/ 0 h 300"/>
                  <a:gd name="T8" fmla="*/ 0 w 1093"/>
                  <a:gd name="T9" fmla="*/ 11 h 300"/>
                  <a:gd name="T10" fmla="*/ 867 w 1093"/>
                  <a:gd name="T11" fmla="*/ 11 h 300"/>
                </a:gdLst>
                <a:ahLst/>
                <a:cxnLst>
                  <a:cxn ang="0">
                    <a:pos x="T0" y="T1"/>
                  </a:cxn>
                  <a:cxn ang="0">
                    <a:pos x="T2" y="T3"/>
                  </a:cxn>
                  <a:cxn ang="0">
                    <a:pos x="T4" y="T5"/>
                  </a:cxn>
                  <a:cxn ang="0">
                    <a:pos x="T6" y="T7"/>
                  </a:cxn>
                  <a:cxn ang="0">
                    <a:pos x="T8" y="T9"/>
                  </a:cxn>
                  <a:cxn ang="0">
                    <a:pos x="T10" y="T11"/>
                  </a:cxn>
                </a:cxnLst>
                <a:rect l="0" t="0" r="r" b="b"/>
                <a:pathLst>
                  <a:path w="1093" h="300">
                    <a:moveTo>
                      <a:pt x="867" y="11"/>
                    </a:moveTo>
                    <a:lnTo>
                      <a:pt x="1093" y="300"/>
                    </a:lnTo>
                    <a:lnTo>
                      <a:pt x="870" y="0"/>
                    </a:lnTo>
                    <a:lnTo>
                      <a:pt x="0" y="0"/>
                    </a:lnTo>
                    <a:lnTo>
                      <a:pt x="0" y="11"/>
                    </a:lnTo>
                    <a:lnTo>
                      <a:pt x="867" y="1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2E6540D6-DFC9-450B-BFB4-21EC754367EC}"/>
                  </a:ext>
                </a:extLst>
              </p:cNvPr>
              <p:cNvSpPr>
                <a:spLocks/>
              </p:cNvSpPr>
              <p:nvPr/>
            </p:nvSpPr>
            <p:spPr bwMode="auto">
              <a:xfrm>
                <a:off x="1911351" y="2928938"/>
                <a:ext cx="1735138" cy="476250"/>
              </a:xfrm>
              <a:custGeom>
                <a:avLst/>
                <a:gdLst>
                  <a:gd name="T0" fmla="*/ 0 w 1093"/>
                  <a:gd name="T1" fmla="*/ 300 h 300"/>
                  <a:gd name="T2" fmla="*/ 870 w 1093"/>
                  <a:gd name="T3" fmla="*/ 300 h 300"/>
                  <a:gd name="T4" fmla="*/ 1093 w 1093"/>
                  <a:gd name="T5" fmla="*/ 0 h 300"/>
                  <a:gd name="T6" fmla="*/ 0 w 1093"/>
                  <a:gd name="T7" fmla="*/ 0 h 300"/>
                  <a:gd name="T8" fmla="*/ 0 w 1093"/>
                  <a:gd name="T9" fmla="*/ 300 h 300"/>
                </a:gdLst>
                <a:ahLst/>
                <a:cxnLst>
                  <a:cxn ang="0">
                    <a:pos x="T0" y="T1"/>
                  </a:cxn>
                  <a:cxn ang="0">
                    <a:pos x="T2" y="T3"/>
                  </a:cxn>
                  <a:cxn ang="0">
                    <a:pos x="T4" y="T5"/>
                  </a:cxn>
                  <a:cxn ang="0">
                    <a:pos x="T6" y="T7"/>
                  </a:cxn>
                  <a:cxn ang="0">
                    <a:pos x="T8" y="T9"/>
                  </a:cxn>
                </a:cxnLst>
                <a:rect l="0" t="0" r="r" b="b"/>
                <a:pathLst>
                  <a:path w="1093" h="300">
                    <a:moveTo>
                      <a:pt x="0" y="300"/>
                    </a:moveTo>
                    <a:lnTo>
                      <a:pt x="870" y="300"/>
                    </a:lnTo>
                    <a:lnTo>
                      <a:pt x="1093" y="0"/>
                    </a:lnTo>
                    <a:lnTo>
                      <a:pt x="0" y="0"/>
                    </a:lnTo>
                    <a:lnTo>
                      <a:pt x="0" y="300"/>
                    </a:lnTo>
                    <a:close/>
                  </a:path>
                </a:pathLst>
              </a:custGeom>
              <a:gradFill>
                <a:gsLst>
                  <a:gs pos="0">
                    <a:schemeClr val="accent1"/>
                  </a:gs>
                  <a:gs pos="100000">
                    <a:schemeClr val="accent1">
                      <a:lumMod val="75000"/>
                    </a:schemeClr>
                  </a:gs>
                </a:gsLst>
                <a:lin ang="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9FF20CFA-7F11-4870-96DC-A89ECAF4F806}"/>
                  </a:ext>
                </a:extLst>
              </p:cNvPr>
              <p:cNvSpPr>
                <a:spLocks/>
              </p:cNvSpPr>
              <p:nvPr/>
            </p:nvSpPr>
            <p:spPr bwMode="auto">
              <a:xfrm>
                <a:off x="1911351" y="2928938"/>
                <a:ext cx="1735138" cy="476250"/>
              </a:xfrm>
              <a:custGeom>
                <a:avLst/>
                <a:gdLst>
                  <a:gd name="T0" fmla="*/ 867 w 1093"/>
                  <a:gd name="T1" fmla="*/ 286 h 300"/>
                  <a:gd name="T2" fmla="*/ 1093 w 1093"/>
                  <a:gd name="T3" fmla="*/ 0 h 300"/>
                  <a:gd name="T4" fmla="*/ 870 w 1093"/>
                  <a:gd name="T5" fmla="*/ 300 h 300"/>
                  <a:gd name="T6" fmla="*/ 0 w 1093"/>
                  <a:gd name="T7" fmla="*/ 300 h 300"/>
                  <a:gd name="T8" fmla="*/ 0 w 1093"/>
                  <a:gd name="T9" fmla="*/ 286 h 300"/>
                  <a:gd name="T10" fmla="*/ 867 w 1093"/>
                  <a:gd name="T11" fmla="*/ 286 h 300"/>
                </a:gdLst>
                <a:ahLst/>
                <a:cxnLst>
                  <a:cxn ang="0">
                    <a:pos x="T0" y="T1"/>
                  </a:cxn>
                  <a:cxn ang="0">
                    <a:pos x="T2" y="T3"/>
                  </a:cxn>
                  <a:cxn ang="0">
                    <a:pos x="T4" y="T5"/>
                  </a:cxn>
                  <a:cxn ang="0">
                    <a:pos x="T6" y="T7"/>
                  </a:cxn>
                  <a:cxn ang="0">
                    <a:pos x="T8" y="T9"/>
                  </a:cxn>
                  <a:cxn ang="0">
                    <a:pos x="T10" y="T11"/>
                  </a:cxn>
                </a:cxnLst>
                <a:rect l="0" t="0" r="r" b="b"/>
                <a:pathLst>
                  <a:path w="1093" h="300">
                    <a:moveTo>
                      <a:pt x="867" y="286"/>
                    </a:moveTo>
                    <a:lnTo>
                      <a:pt x="1093" y="0"/>
                    </a:lnTo>
                    <a:lnTo>
                      <a:pt x="870" y="300"/>
                    </a:lnTo>
                    <a:lnTo>
                      <a:pt x="0" y="300"/>
                    </a:lnTo>
                    <a:lnTo>
                      <a:pt x="0" y="286"/>
                    </a:lnTo>
                    <a:lnTo>
                      <a:pt x="867" y="286"/>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8" name="Group 47">
              <a:extLst>
                <a:ext uri="{FF2B5EF4-FFF2-40B4-BE49-F238E27FC236}">
                  <a16:creationId xmlns:a16="http://schemas.microsoft.com/office/drawing/2014/main" id="{7D01DBFE-B989-4A55-9946-02B88881DD67}"/>
                </a:ext>
              </a:extLst>
            </p:cNvPr>
            <p:cNvGrpSpPr/>
            <p:nvPr/>
          </p:nvGrpSpPr>
          <p:grpSpPr>
            <a:xfrm>
              <a:off x="1431474" y="2447868"/>
              <a:ext cx="956919" cy="958398"/>
              <a:chOff x="6345238" y="4948238"/>
              <a:chExt cx="1027113" cy="1028700"/>
            </a:xfrm>
            <a:effectLst>
              <a:outerShdw blurRad="241300" dist="152400" dir="2700000" sx="102000" sy="102000" algn="tl" rotWithShape="0">
                <a:prstClr val="black">
                  <a:alpha val="42000"/>
                </a:prstClr>
              </a:outerShdw>
            </a:effectLst>
          </p:grpSpPr>
          <p:sp>
            <p:nvSpPr>
              <p:cNvPr id="55" name="Oval 56">
                <a:extLst>
                  <a:ext uri="{FF2B5EF4-FFF2-40B4-BE49-F238E27FC236}">
                    <a16:creationId xmlns:a16="http://schemas.microsoft.com/office/drawing/2014/main" id="{F134BE3D-9002-4E9B-90A0-F6F40815278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6" name="Oval 57">
                <a:extLst>
                  <a:ext uri="{FF2B5EF4-FFF2-40B4-BE49-F238E27FC236}">
                    <a16:creationId xmlns:a16="http://schemas.microsoft.com/office/drawing/2014/main" id="{0CBBE783-6433-4848-A34B-11437F40741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4" name="Group 3">
            <a:extLst>
              <a:ext uri="{FF2B5EF4-FFF2-40B4-BE49-F238E27FC236}">
                <a16:creationId xmlns:a16="http://schemas.microsoft.com/office/drawing/2014/main" id="{B2F78058-45B9-4D88-90BD-0502C569B0A1}"/>
              </a:ext>
            </a:extLst>
          </p:cNvPr>
          <p:cNvGrpSpPr/>
          <p:nvPr/>
        </p:nvGrpSpPr>
        <p:grpSpPr>
          <a:xfrm>
            <a:off x="3836537" y="2447868"/>
            <a:ext cx="2218189" cy="958398"/>
            <a:chOff x="3836537" y="2447868"/>
            <a:chExt cx="2218189" cy="958398"/>
          </a:xfrm>
        </p:grpSpPr>
        <p:grpSp>
          <p:nvGrpSpPr>
            <p:cNvPr id="72" name="Group 71">
              <a:extLst>
                <a:ext uri="{FF2B5EF4-FFF2-40B4-BE49-F238E27FC236}">
                  <a16:creationId xmlns:a16="http://schemas.microsoft.com/office/drawing/2014/main" id="{306BF8E6-8FB3-4BE0-A0B4-068091C8B443}"/>
                </a:ext>
              </a:extLst>
            </p:cNvPr>
            <p:cNvGrpSpPr/>
            <p:nvPr/>
          </p:nvGrpSpPr>
          <p:grpSpPr>
            <a:xfrm>
              <a:off x="4318001" y="2452688"/>
              <a:ext cx="1736725" cy="952500"/>
              <a:chOff x="4318001" y="2452688"/>
              <a:chExt cx="1736725" cy="952500"/>
            </a:xfrm>
            <a:effectLst>
              <a:outerShdw blurRad="139700" dist="114300" dir="2700000" sx="97000" sy="97000" algn="tl" rotWithShape="0">
                <a:prstClr val="black">
                  <a:alpha val="26000"/>
                </a:prstClr>
              </a:outerShdw>
            </a:effectLst>
          </p:grpSpPr>
          <p:sp>
            <p:nvSpPr>
              <p:cNvPr id="16" name="Freeform 15">
                <a:extLst>
                  <a:ext uri="{FF2B5EF4-FFF2-40B4-BE49-F238E27FC236}">
                    <a16:creationId xmlns:a16="http://schemas.microsoft.com/office/drawing/2014/main" id="{6E70EB02-2A4B-4E56-A0D4-D6C4D6528734}"/>
                  </a:ext>
                </a:extLst>
              </p:cNvPr>
              <p:cNvSpPr>
                <a:spLocks/>
              </p:cNvSpPr>
              <p:nvPr/>
            </p:nvSpPr>
            <p:spPr bwMode="auto">
              <a:xfrm>
                <a:off x="4318001" y="2452688"/>
                <a:ext cx="1736725" cy="952500"/>
              </a:xfrm>
              <a:custGeom>
                <a:avLst/>
                <a:gdLst>
                  <a:gd name="T0" fmla="*/ 870 w 1094"/>
                  <a:gd name="T1" fmla="*/ 600 h 600"/>
                  <a:gd name="T2" fmla="*/ 0 w 1094"/>
                  <a:gd name="T3" fmla="*/ 600 h 600"/>
                  <a:gd name="T4" fmla="*/ 0 w 1094"/>
                  <a:gd name="T5" fmla="*/ 0 h 600"/>
                  <a:gd name="T6" fmla="*/ 870 w 1094"/>
                  <a:gd name="T7" fmla="*/ 0 h 600"/>
                  <a:gd name="T8" fmla="*/ 1094 w 1094"/>
                  <a:gd name="T9" fmla="*/ 300 h 600"/>
                  <a:gd name="T10" fmla="*/ 870 w 1094"/>
                  <a:gd name="T11" fmla="*/ 600 h 600"/>
                </a:gdLst>
                <a:ahLst/>
                <a:cxnLst>
                  <a:cxn ang="0">
                    <a:pos x="T0" y="T1"/>
                  </a:cxn>
                  <a:cxn ang="0">
                    <a:pos x="T2" y="T3"/>
                  </a:cxn>
                  <a:cxn ang="0">
                    <a:pos x="T4" y="T5"/>
                  </a:cxn>
                  <a:cxn ang="0">
                    <a:pos x="T6" y="T7"/>
                  </a:cxn>
                  <a:cxn ang="0">
                    <a:pos x="T8" y="T9"/>
                  </a:cxn>
                  <a:cxn ang="0">
                    <a:pos x="T10" y="T11"/>
                  </a:cxn>
                </a:cxnLst>
                <a:rect l="0" t="0" r="r" b="b"/>
                <a:pathLst>
                  <a:path w="1094" h="600">
                    <a:moveTo>
                      <a:pt x="870" y="600"/>
                    </a:moveTo>
                    <a:lnTo>
                      <a:pt x="0" y="600"/>
                    </a:lnTo>
                    <a:lnTo>
                      <a:pt x="0" y="0"/>
                    </a:lnTo>
                    <a:lnTo>
                      <a:pt x="870" y="0"/>
                    </a:lnTo>
                    <a:lnTo>
                      <a:pt x="1094" y="300"/>
                    </a:lnTo>
                    <a:lnTo>
                      <a:pt x="870" y="6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211D1AA4-5293-4220-A55C-14224616FEFB}"/>
                  </a:ext>
                </a:extLst>
              </p:cNvPr>
              <p:cNvSpPr>
                <a:spLocks/>
              </p:cNvSpPr>
              <p:nvPr/>
            </p:nvSpPr>
            <p:spPr bwMode="auto">
              <a:xfrm>
                <a:off x="4318001" y="2452688"/>
                <a:ext cx="1736725" cy="476250"/>
              </a:xfrm>
              <a:custGeom>
                <a:avLst/>
                <a:gdLst>
                  <a:gd name="T0" fmla="*/ 868 w 1094"/>
                  <a:gd name="T1" fmla="*/ 11 h 300"/>
                  <a:gd name="T2" fmla="*/ 1094 w 1094"/>
                  <a:gd name="T3" fmla="*/ 300 h 300"/>
                  <a:gd name="T4" fmla="*/ 870 w 1094"/>
                  <a:gd name="T5" fmla="*/ 0 h 300"/>
                  <a:gd name="T6" fmla="*/ 0 w 1094"/>
                  <a:gd name="T7" fmla="*/ 0 h 300"/>
                  <a:gd name="T8" fmla="*/ 0 w 1094"/>
                  <a:gd name="T9" fmla="*/ 11 h 300"/>
                  <a:gd name="T10" fmla="*/ 868 w 1094"/>
                  <a:gd name="T11" fmla="*/ 11 h 300"/>
                </a:gdLst>
                <a:ahLst/>
                <a:cxnLst>
                  <a:cxn ang="0">
                    <a:pos x="T0" y="T1"/>
                  </a:cxn>
                  <a:cxn ang="0">
                    <a:pos x="T2" y="T3"/>
                  </a:cxn>
                  <a:cxn ang="0">
                    <a:pos x="T4" y="T5"/>
                  </a:cxn>
                  <a:cxn ang="0">
                    <a:pos x="T6" y="T7"/>
                  </a:cxn>
                  <a:cxn ang="0">
                    <a:pos x="T8" y="T9"/>
                  </a:cxn>
                  <a:cxn ang="0">
                    <a:pos x="T10" y="T11"/>
                  </a:cxn>
                </a:cxnLst>
                <a:rect l="0" t="0" r="r" b="b"/>
                <a:pathLst>
                  <a:path w="1094" h="300">
                    <a:moveTo>
                      <a:pt x="868" y="11"/>
                    </a:moveTo>
                    <a:lnTo>
                      <a:pt x="1094" y="300"/>
                    </a:lnTo>
                    <a:lnTo>
                      <a:pt x="870" y="0"/>
                    </a:lnTo>
                    <a:lnTo>
                      <a:pt x="0" y="0"/>
                    </a:lnTo>
                    <a:lnTo>
                      <a:pt x="0" y="11"/>
                    </a:lnTo>
                    <a:lnTo>
                      <a:pt x="868" y="11"/>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F640C79B-33BF-40EE-9D02-292B9408FD7E}"/>
                  </a:ext>
                </a:extLst>
              </p:cNvPr>
              <p:cNvSpPr>
                <a:spLocks/>
              </p:cNvSpPr>
              <p:nvPr/>
            </p:nvSpPr>
            <p:spPr bwMode="auto">
              <a:xfrm>
                <a:off x="4318001" y="2928938"/>
                <a:ext cx="1736725" cy="476250"/>
              </a:xfrm>
              <a:custGeom>
                <a:avLst/>
                <a:gdLst>
                  <a:gd name="T0" fmla="*/ 0 w 1094"/>
                  <a:gd name="T1" fmla="*/ 300 h 300"/>
                  <a:gd name="T2" fmla="*/ 870 w 1094"/>
                  <a:gd name="T3" fmla="*/ 300 h 300"/>
                  <a:gd name="T4" fmla="*/ 1094 w 1094"/>
                  <a:gd name="T5" fmla="*/ 0 h 300"/>
                  <a:gd name="T6" fmla="*/ 0 w 1094"/>
                  <a:gd name="T7" fmla="*/ 0 h 300"/>
                  <a:gd name="T8" fmla="*/ 0 w 1094"/>
                  <a:gd name="T9" fmla="*/ 300 h 300"/>
                </a:gdLst>
                <a:ahLst/>
                <a:cxnLst>
                  <a:cxn ang="0">
                    <a:pos x="T0" y="T1"/>
                  </a:cxn>
                  <a:cxn ang="0">
                    <a:pos x="T2" y="T3"/>
                  </a:cxn>
                  <a:cxn ang="0">
                    <a:pos x="T4" y="T5"/>
                  </a:cxn>
                  <a:cxn ang="0">
                    <a:pos x="T6" y="T7"/>
                  </a:cxn>
                  <a:cxn ang="0">
                    <a:pos x="T8" y="T9"/>
                  </a:cxn>
                </a:cxnLst>
                <a:rect l="0" t="0" r="r" b="b"/>
                <a:pathLst>
                  <a:path w="1094" h="300">
                    <a:moveTo>
                      <a:pt x="0" y="300"/>
                    </a:moveTo>
                    <a:lnTo>
                      <a:pt x="870" y="300"/>
                    </a:lnTo>
                    <a:lnTo>
                      <a:pt x="1094" y="0"/>
                    </a:lnTo>
                    <a:lnTo>
                      <a:pt x="0" y="0"/>
                    </a:lnTo>
                    <a:lnTo>
                      <a:pt x="0" y="300"/>
                    </a:lnTo>
                    <a:close/>
                  </a:path>
                </a:pathLst>
              </a:custGeom>
              <a:gradFill>
                <a:gsLst>
                  <a:gs pos="0">
                    <a:schemeClr val="accent2"/>
                  </a:gs>
                  <a:gs pos="100000">
                    <a:schemeClr val="accent2">
                      <a:lumMod val="75000"/>
                    </a:schemeClr>
                  </a:gs>
                </a:gsLst>
                <a:lin ang="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2EB58F14-BF9E-4496-AA25-791862EEDC19}"/>
                  </a:ext>
                </a:extLst>
              </p:cNvPr>
              <p:cNvSpPr>
                <a:spLocks/>
              </p:cNvSpPr>
              <p:nvPr/>
            </p:nvSpPr>
            <p:spPr bwMode="auto">
              <a:xfrm>
                <a:off x="4318001" y="2928938"/>
                <a:ext cx="1736725" cy="476250"/>
              </a:xfrm>
              <a:custGeom>
                <a:avLst/>
                <a:gdLst>
                  <a:gd name="T0" fmla="*/ 868 w 1094"/>
                  <a:gd name="T1" fmla="*/ 286 h 300"/>
                  <a:gd name="T2" fmla="*/ 1094 w 1094"/>
                  <a:gd name="T3" fmla="*/ 0 h 300"/>
                  <a:gd name="T4" fmla="*/ 870 w 1094"/>
                  <a:gd name="T5" fmla="*/ 300 h 300"/>
                  <a:gd name="T6" fmla="*/ 0 w 1094"/>
                  <a:gd name="T7" fmla="*/ 300 h 300"/>
                  <a:gd name="T8" fmla="*/ 0 w 1094"/>
                  <a:gd name="T9" fmla="*/ 286 h 300"/>
                  <a:gd name="T10" fmla="*/ 868 w 1094"/>
                  <a:gd name="T11" fmla="*/ 286 h 300"/>
                </a:gdLst>
                <a:ahLst/>
                <a:cxnLst>
                  <a:cxn ang="0">
                    <a:pos x="T0" y="T1"/>
                  </a:cxn>
                  <a:cxn ang="0">
                    <a:pos x="T2" y="T3"/>
                  </a:cxn>
                  <a:cxn ang="0">
                    <a:pos x="T4" y="T5"/>
                  </a:cxn>
                  <a:cxn ang="0">
                    <a:pos x="T6" y="T7"/>
                  </a:cxn>
                  <a:cxn ang="0">
                    <a:pos x="T8" y="T9"/>
                  </a:cxn>
                  <a:cxn ang="0">
                    <a:pos x="T10" y="T11"/>
                  </a:cxn>
                </a:cxnLst>
                <a:rect l="0" t="0" r="r" b="b"/>
                <a:pathLst>
                  <a:path w="1094" h="300">
                    <a:moveTo>
                      <a:pt x="868" y="286"/>
                    </a:moveTo>
                    <a:lnTo>
                      <a:pt x="1094" y="0"/>
                    </a:lnTo>
                    <a:lnTo>
                      <a:pt x="870" y="300"/>
                    </a:lnTo>
                    <a:lnTo>
                      <a:pt x="0" y="300"/>
                    </a:lnTo>
                    <a:lnTo>
                      <a:pt x="0" y="286"/>
                    </a:lnTo>
                    <a:lnTo>
                      <a:pt x="868" y="286"/>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0" name="Group 59">
              <a:extLst>
                <a:ext uri="{FF2B5EF4-FFF2-40B4-BE49-F238E27FC236}">
                  <a16:creationId xmlns:a16="http://schemas.microsoft.com/office/drawing/2014/main" id="{E265D5F9-08C3-485C-8AC1-C9AF11D0841A}"/>
                </a:ext>
              </a:extLst>
            </p:cNvPr>
            <p:cNvGrpSpPr/>
            <p:nvPr/>
          </p:nvGrpSpPr>
          <p:grpSpPr>
            <a:xfrm>
              <a:off x="3836537" y="2447868"/>
              <a:ext cx="956919" cy="958398"/>
              <a:chOff x="6345238" y="4948238"/>
              <a:chExt cx="1027113" cy="1028700"/>
            </a:xfrm>
            <a:effectLst>
              <a:outerShdw blurRad="241300" dist="152400" dir="2700000" sx="102000" sy="102000" algn="tl" rotWithShape="0">
                <a:prstClr val="black">
                  <a:alpha val="42000"/>
                </a:prstClr>
              </a:outerShdw>
            </a:effectLst>
          </p:grpSpPr>
          <p:sp>
            <p:nvSpPr>
              <p:cNvPr id="61" name="Oval 56">
                <a:extLst>
                  <a:ext uri="{FF2B5EF4-FFF2-40B4-BE49-F238E27FC236}">
                    <a16:creationId xmlns:a16="http://schemas.microsoft.com/office/drawing/2014/main" id="{41A9EB66-7BE3-49CB-A72E-A920351D11E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2" name="Oval 57">
                <a:extLst>
                  <a:ext uri="{FF2B5EF4-FFF2-40B4-BE49-F238E27FC236}">
                    <a16:creationId xmlns:a16="http://schemas.microsoft.com/office/drawing/2014/main" id="{587252C4-0D8D-481C-9D6C-DB908C73841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3" name="Group 2">
            <a:extLst>
              <a:ext uri="{FF2B5EF4-FFF2-40B4-BE49-F238E27FC236}">
                <a16:creationId xmlns:a16="http://schemas.microsoft.com/office/drawing/2014/main" id="{63B2F154-B769-48AF-932B-BA609F55EEB0}"/>
              </a:ext>
            </a:extLst>
          </p:cNvPr>
          <p:cNvGrpSpPr/>
          <p:nvPr/>
        </p:nvGrpSpPr>
        <p:grpSpPr>
          <a:xfrm>
            <a:off x="6246362" y="2447868"/>
            <a:ext cx="2215014" cy="958398"/>
            <a:chOff x="6246362" y="2447868"/>
            <a:chExt cx="2215014" cy="958398"/>
          </a:xfrm>
        </p:grpSpPr>
        <p:grpSp>
          <p:nvGrpSpPr>
            <p:cNvPr id="73" name="Group 72">
              <a:extLst>
                <a:ext uri="{FF2B5EF4-FFF2-40B4-BE49-F238E27FC236}">
                  <a16:creationId xmlns:a16="http://schemas.microsoft.com/office/drawing/2014/main" id="{E7B616A4-16F2-4F1C-9DB1-34BC202A4645}"/>
                </a:ext>
              </a:extLst>
            </p:cNvPr>
            <p:cNvGrpSpPr/>
            <p:nvPr/>
          </p:nvGrpSpPr>
          <p:grpSpPr>
            <a:xfrm>
              <a:off x="6721476" y="2452688"/>
              <a:ext cx="1739900" cy="952500"/>
              <a:chOff x="6721476" y="2452688"/>
              <a:chExt cx="1739900" cy="952500"/>
            </a:xfrm>
            <a:effectLst>
              <a:outerShdw blurRad="139700" dist="114300" dir="2700000" sx="97000" sy="97000" algn="tl" rotWithShape="0">
                <a:prstClr val="black">
                  <a:alpha val="26000"/>
                </a:prstClr>
              </a:outerShdw>
            </a:effectLst>
          </p:grpSpPr>
          <p:sp>
            <p:nvSpPr>
              <p:cNvPr id="20" name="Freeform 19">
                <a:extLst>
                  <a:ext uri="{FF2B5EF4-FFF2-40B4-BE49-F238E27FC236}">
                    <a16:creationId xmlns:a16="http://schemas.microsoft.com/office/drawing/2014/main" id="{A530E527-265C-4930-84F1-F7C4D77AF67F}"/>
                  </a:ext>
                </a:extLst>
              </p:cNvPr>
              <p:cNvSpPr>
                <a:spLocks/>
              </p:cNvSpPr>
              <p:nvPr/>
            </p:nvSpPr>
            <p:spPr bwMode="auto">
              <a:xfrm>
                <a:off x="6721476" y="2452688"/>
                <a:ext cx="1739900" cy="952500"/>
              </a:xfrm>
              <a:custGeom>
                <a:avLst/>
                <a:gdLst>
                  <a:gd name="T0" fmla="*/ 872 w 1096"/>
                  <a:gd name="T1" fmla="*/ 600 h 600"/>
                  <a:gd name="T2" fmla="*/ 0 w 1096"/>
                  <a:gd name="T3" fmla="*/ 600 h 600"/>
                  <a:gd name="T4" fmla="*/ 0 w 1096"/>
                  <a:gd name="T5" fmla="*/ 0 h 600"/>
                  <a:gd name="T6" fmla="*/ 872 w 1096"/>
                  <a:gd name="T7" fmla="*/ 0 h 600"/>
                  <a:gd name="T8" fmla="*/ 1096 w 1096"/>
                  <a:gd name="T9" fmla="*/ 300 h 600"/>
                  <a:gd name="T10" fmla="*/ 872 w 1096"/>
                  <a:gd name="T11" fmla="*/ 600 h 600"/>
                </a:gdLst>
                <a:ahLst/>
                <a:cxnLst>
                  <a:cxn ang="0">
                    <a:pos x="T0" y="T1"/>
                  </a:cxn>
                  <a:cxn ang="0">
                    <a:pos x="T2" y="T3"/>
                  </a:cxn>
                  <a:cxn ang="0">
                    <a:pos x="T4" y="T5"/>
                  </a:cxn>
                  <a:cxn ang="0">
                    <a:pos x="T6" y="T7"/>
                  </a:cxn>
                  <a:cxn ang="0">
                    <a:pos x="T8" y="T9"/>
                  </a:cxn>
                  <a:cxn ang="0">
                    <a:pos x="T10" y="T11"/>
                  </a:cxn>
                </a:cxnLst>
                <a:rect l="0" t="0" r="r" b="b"/>
                <a:pathLst>
                  <a:path w="1096" h="600">
                    <a:moveTo>
                      <a:pt x="872" y="600"/>
                    </a:moveTo>
                    <a:lnTo>
                      <a:pt x="0" y="600"/>
                    </a:lnTo>
                    <a:lnTo>
                      <a:pt x="0" y="0"/>
                    </a:lnTo>
                    <a:lnTo>
                      <a:pt x="872" y="0"/>
                    </a:lnTo>
                    <a:lnTo>
                      <a:pt x="1096" y="300"/>
                    </a:lnTo>
                    <a:lnTo>
                      <a:pt x="872" y="60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DDE0C4CE-CD04-4AAB-AECF-01F37CEE0FC9}"/>
                  </a:ext>
                </a:extLst>
              </p:cNvPr>
              <p:cNvSpPr>
                <a:spLocks/>
              </p:cNvSpPr>
              <p:nvPr/>
            </p:nvSpPr>
            <p:spPr bwMode="auto">
              <a:xfrm>
                <a:off x="6721476" y="2452688"/>
                <a:ext cx="1739900" cy="476250"/>
              </a:xfrm>
              <a:custGeom>
                <a:avLst/>
                <a:gdLst>
                  <a:gd name="T0" fmla="*/ 870 w 1096"/>
                  <a:gd name="T1" fmla="*/ 11 h 300"/>
                  <a:gd name="T2" fmla="*/ 1096 w 1096"/>
                  <a:gd name="T3" fmla="*/ 300 h 300"/>
                  <a:gd name="T4" fmla="*/ 872 w 1096"/>
                  <a:gd name="T5" fmla="*/ 0 h 300"/>
                  <a:gd name="T6" fmla="*/ 0 w 1096"/>
                  <a:gd name="T7" fmla="*/ 0 h 300"/>
                  <a:gd name="T8" fmla="*/ 0 w 1096"/>
                  <a:gd name="T9" fmla="*/ 11 h 300"/>
                  <a:gd name="T10" fmla="*/ 870 w 1096"/>
                  <a:gd name="T11" fmla="*/ 11 h 300"/>
                </a:gdLst>
                <a:ahLst/>
                <a:cxnLst>
                  <a:cxn ang="0">
                    <a:pos x="T0" y="T1"/>
                  </a:cxn>
                  <a:cxn ang="0">
                    <a:pos x="T2" y="T3"/>
                  </a:cxn>
                  <a:cxn ang="0">
                    <a:pos x="T4" y="T5"/>
                  </a:cxn>
                  <a:cxn ang="0">
                    <a:pos x="T6" y="T7"/>
                  </a:cxn>
                  <a:cxn ang="0">
                    <a:pos x="T8" y="T9"/>
                  </a:cxn>
                  <a:cxn ang="0">
                    <a:pos x="T10" y="T11"/>
                  </a:cxn>
                </a:cxnLst>
                <a:rect l="0" t="0" r="r" b="b"/>
                <a:pathLst>
                  <a:path w="1096" h="300">
                    <a:moveTo>
                      <a:pt x="870" y="11"/>
                    </a:moveTo>
                    <a:lnTo>
                      <a:pt x="1096" y="300"/>
                    </a:lnTo>
                    <a:lnTo>
                      <a:pt x="872" y="0"/>
                    </a:lnTo>
                    <a:lnTo>
                      <a:pt x="0" y="0"/>
                    </a:lnTo>
                    <a:lnTo>
                      <a:pt x="0" y="11"/>
                    </a:lnTo>
                    <a:lnTo>
                      <a:pt x="870" y="11"/>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F79CF604-DC24-4B68-989B-0AE3B3C00BF7}"/>
                  </a:ext>
                </a:extLst>
              </p:cNvPr>
              <p:cNvSpPr>
                <a:spLocks/>
              </p:cNvSpPr>
              <p:nvPr/>
            </p:nvSpPr>
            <p:spPr bwMode="auto">
              <a:xfrm>
                <a:off x="6721476" y="2928938"/>
                <a:ext cx="1739900" cy="476250"/>
              </a:xfrm>
              <a:custGeom>
                <a:avLst/>
                <a:gdLst>
                  <a:gd name="T0" fmla="*/ 0 w 1096"/>
                  <a:gd name="T1" fmla="*/ 300 h 300"/>
                  <a:gd name="T2" fmla="*/ 872 w 1096"/>
                  <a:gd name="T3" fmla="*/ 300 h 300"/>
                  <a:gd name="T4" fmla="*/ 1096 w 1096"/>
                  <a:gd name="T5" fmla="*/ 0 h 300"/>
                  <a:gd name="T6" fmla="*/ 0 w 1096"/>
                  <a:gd name="T7" fmla="*/ 0 h 300"/>
                  <a:gd name="T8" fmla="*/ 0 w 1096"/>
                  <a:gd name="T9" fmla="*/ 300 h 300"/>
                </a:gdLst>
                <a:ahLst/>
                <a:cxnLst>
                  <a:cxn ang="0">
                    <a:pos x="T0" y="T1"/>
                  </a:cxn>
                  <a:cxn ang="0">
                    <a:pos x="T2" y="T3"/>
                  </a:cxn>
                  <a:cxn ang="0">
                    <a:pos x="T4" y="T5"/>
                  </a:cxn>
                  <a:cxn ang="0">
                    <a:pos x="T6" y="T7"/>
                  </a:cxn>
                  <a:cxn ang="0">
                    <a:pos x="T8" y="T9"/>
                  </a:cxn>
                </a:cxnLst>
                <a:rect l="0" t="0" r="r" b="b"/>
                <a:pathLst>
                  <a:path w="1096" h="300">
                    <a:moveTo>
                      <a:pt x="0" y="300"/>
                    </a:moveTo>
                    <a:lnTo>
                      <a:pt x="872" y="300"/>
                    </a:lnTo>
                    <a:lnTo>
                      <a:pt x="1096" y="0"/>
                    </a:lnTo>
                    <a:lnTo>
                      <a:pt x="0" y="0"/>
                    </a:lnTo>
                    <a:lnTo>
                      <a:pt x="0" y="300"/>
                    </a:lnTo>
                    <a:close/>
                  </a:path>
                </a:pathLst>
              </a:custGeom>
              <a:gradFill>
                <a:gsLst>
                  <a:gs pos="0">
                    <a:schemeClr val="accent3"/>
                  </a:gs>
                  <a:gs pos="100000">
                    <a:schemeClr val="accent3">
                      <a:lumMod val="75000"/>
                    </a:schemeClr>
                  </a:gs>
                </a:gsLst>
                <a:lin ang="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3B1C197D-964F-4BAE-9B0E-94E380843358}"/>
                  </a:ext>
                </a:extLst>
              </p:cNvPr>
              <p:cNvSpPr>
                <a:spLocks/>
              </p:cNvSpPr>
              <p:nvPr/>
            </p:nvSpPr>
            <p:spPr bwMode="auto">
              <a:xfrm>
                <a:off x="6721476" y="2928938"/>
                <a:ext cx="1739900" cy="476250"/>
              </a:xfrm>
              <a:custGeom>
                <a:avLst/>
                <a:gdLst>
                  <a:gd name="T0" fmla="*/ 870 w 1096"/>
                  <a:gd name="T1" fmla="*/ 286 h 300"/>
                  <a:gd name="T2" fmla="*/ 1096 w 1096"/>
                  <a:gd name="T3" fmla="*/ 0 h 300"/>
                  <a:gd name="T4" fmla="*/ 872 w 1096"/>
                  <a:gd name="T5" fmla="*/ 300 h 300"/>
                  <a:gd name="T6" fmla="*/ 0 w 1096"/>
                  <a:gd name="T7" fmla="*/ 300 h 300"/>
                  <a:gd name="T8" fmla="*/ 0 w 1096"/>
                  <a:gd name="T9" fmla="*/ 286 h 300"/>
                  <a:gd name="T10" fmla="*/ 870 w 1096"/>
                  <a:gd name="T11" fmla="*/ 286 h 300"/>
                </a:gdLst>
                <a:ahLst/>
                <a:cxnLst>
                  <a:cxn ang="0">
                    <a:pos x="T0" y="T1"/>
                  </a:cxn>
                  <a:cxn ang="0">
                    <a:pos x="T2" y="T3"/>
                  </a:cxn>
                  <a:cxn ang="0">
                    <a:pos x="T4" y="T5"/>
                  </a:cxn>
                  <a:cxn ang="0">
                    <a:pos x="T6" y="T7"/>
                  </a:cxn>
                  <a:cxn ang="0">
                    <a:pos x="T8" y="T9"/>
                  </a:cxn>
                  <a:cxn ang="0">
                    <a:pos x="T10" y="T11"/>
                  </a:cxn>
                </a:cxnLst>
                <a:rect l="0" t="0" r="r" b="b"/>
                <a:pathLst>
                  <a:path w="1096" h="300">
                    <a:moveTo>
                      <a:pt x="870" y="286"/>
                    </a:moveTo>
                    <a:lnTo>
                      <a:pt x="1096" y="0"/>
                    </a:lnTo>
                    <a:lnTo>
                      <a:pt x="872" y="300"/>
                    </a:lnTo>
                    <a:lnTo>
                      <a:pt x="0" y="300"/>
                    </a:lnTo>
                    <a:lnTo>
                      <a:pt x="0" y="286"/>
                    </a:lnTo>
                    <a:lnTo>
                      <a:pt x="870" y="286"/>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3" name="Group 62">
              <a:extLst>
                <a:ext uri="{FF2B5EF4-FFF2-40B4-BE49-F238E27FC236}">
                  <a16:creationId xmlns:a16="http://schemas.microsoft.com/office/drawing/2014/main" id="{0AA64CAF-96C5-4865-8199-CBDCCC3AE8EC}"/>
                </a:ext>
              </a:extLst>
            </p:cNvPr>
            <p:cNvGrpSpPr/>
            <p:nvPr/>
          </p:nvGrpSpPr>
          <p:grpSpPr>
            <a:xfrm>
              <a:off x="6246362" y="2447868"/>
              <a:ext cx="956919" cy="958398"/>
              <a:chOff x="6345238" y="4948238"/>
              <a:chExt cx="1027113" cy="1028700"/>
            </a:xfrm>
            <a:effectLst>
              <a:outerShdw blurRad="241300" dist="152400" dir="2700000" sx="102000" sy="102000" algn="tl" rotWithShape="0">
                <a:prstClr val="black">
                  <a:alpha val="42000"/>
                </a:prstClr>
              </a:outerShdw>
            </a:effectLst>
          </p:grpSpPr>
          <p:sp>
            <p:nvSpPr>
              <p:cNvPr id="64" name="Oval 56">
                <a:extLst>
                  <a:ext uri="{FF2B5EF4-FFF2-40B4-BE49-F238E27FC236}">
                    <a16:creationId xmlns:a16="http://schemas.microsoft.com/office/drawing/2014/main" id="{C5AE60F9-0CE7-43F7-9032-FC3AD661BD68}"/>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5" name="Oval 57">
                <a:extLst>
                  <a:ext uri="{FF2B5EF4-FFF2-40B4-BE49-F238E27FC236}">
                    <a16:creationId xmlns:a16="http://schemas.microsoft.com/office/drawing/2014/main" id="{DB7287AA-7B04-47EF-BD61-9C3A8A49C6A0}"/>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grpSp>
        <p:nvGrpSpPr>
          <p:cNvPr id="2" name="Group 1">
            <a:extLst>
              <a:ext uri="{FF2B5EF4-FFF2-40B4-BE49-F238E27FC236}">
                <a16:creationId xmlns:a16="http://schemas.microsoft.com/office/drawing/2014/main" id="{B5DAAE9C-4404-476E-8063-DB026E88EE29}"/>
              </a:ext>
            </a:extLst>
          </p:cNvPr>
          <p:cNvGrpSpPr/>
          <p:nvPr/>
        </p:nvGrpSpPr>
        <p:grpSpPr>
          <a:xfrm>
            <a:off x="8656638" y="2447868"/>
            <a:ext cx="2219325" cy="958398"/>
            <a:chOff x="8656638" y="2447868"/>
            <a:chExt cx="2219325" cy="958398"/>
          </a:xfrm>
        </p:grpSpPr>
        <p:grpSp>
          <p:nvGrpSpPr>
            <p:cNvPr id="74" name="Group 73">
              <a:extLst>
                <a:ext uri="{FF2B5EF4-FFF2-40B4-BE49-F238E27FC236}">
                  <a16:creationId xmlns:a16="http://schemas.microsoft.com/office/drawing/2014/main" id="{36B9878F-4A3B-4C97-BD26-D7F62049C485}"/>
                </a:ext>
              </a:extLst>
            </p:cNvPr>
            <p:cNvGrpSpPr/>
            <p:nvPr/>
          </p:nvGrpSpPr>
          <p:grpSpPr>
            <a:xfrm>
              <a:off x="9136063" y="2452688"/>
              <a:ext cx="1739900" cy="952500"/>
              <a:chOff x="9136063" y="2452688"/>
              <a:chExt cx="1739900" cy="952500"/>
            </a:xfrm>
            <a:effectLst>
              <a:outerShdw blurRad="139700" dist="114300" dir="2700000" sx="97000" sy="97000" algn="tl" rotWithShape="0">
                <a:prstClr val="black">
                  <a:alpha val="26000"/>
                </a:prstClr>
              </a:outerShdw>
            </a:effectLst>
          </p:grpSpPr>
          <p:sp>
            <p:nvSpPr>
              <p:cNvPr id="35" name="Freeform 34">
                <a:extLst>
                  <a:ext uri="{FF2B5EF4-FFF2-40B4-BE49-F238E27FC236}">
                    <a16:creationId xmlns:a16="http://schemas.microsoft.com/office/drawing/2014/main" id="{3B44401F-9F48-439B-9ECC-A56424B82611}"/>
                  </a:ext>
                </a:extLst>
              </p:cNvPr>
              <p:cNvSpPr>
                <a:spLocks/>
              </p:cNvSpPr>
              <p:nvPr/>
            </p:nvSpPr>
            <p:spPr bwMode="auto">
              <a:xfrm>
                <a:off x="9136063" y="2452688"/>
                <a:ext cx="1739900" cy="952500"/>
              </a:xfrm>
              <a:custGeom>
                <a:avLst/>
                <a:gdLst>
                  <a:gd name="T0" fmla="*/ 870 w 1096"/>
                  <a:gd name="T1" fmla="*/ 600 h 600"/>
                  <a:gd name="T2" fmla="*/ 0 w 1096"/>
                  <a:gd name="T3" fmla="*/ 600 h 600"/>
                  <a:gd name="T4" fmla="*/ 0 w 1096"/>
                  <a:gd name="T5" fmla="*/ 0 h 600"/>
                  <a:gd name="T6" fmla="*/ 870 w 1096"/>
                  <a:gd name="T7" fmla="*/ 0 h 600"/>
                  <a:gd name="T8" fmla="*/ 1096 w 1096"/>
                  <a:gd name="T9" fmla="*/ 300 h 600"/>
                  <a:gd name="T10" fmla="*/ 870 w 1096"/>
                  <a:gd name="T11" fmla="*/ 600 h 600"/>
                </a:gdLst>
                <a:ahLst/>
                <a:cxnLst>
                  <a:cxn ang="0">
                    <a:pos x="T0" y="T1"/>
                  </a:cxn>
                  <a:cxn ang="0">
                    <a:pos x="T2" y="T3"/>
                  </a:cxn>
                  <a:cxn ang="0">
                    <a:pos x="T4" y="T5"/>
                  </a:cxn>
                  <a:cxn ang="0">
                    <a:pos x="T6" y="T7"/>
                  </a:cxn>
                  <a:cxn ang="0">
                    <a:pos x="T8" y="T9"/>
                  </a:cxn>
                  <a:cxn ang="0">
                    <a:pos x="T10" y="T11"/>
                  </a:cxn>
                </a:cxnLst>
                <a:rect l="0" t="0" r="r" b="b"/>
                <a:pathLst>
                  <a:path w="1096" h="600">
                    <a:moveTo>
                      <a:pt x="870" y="600"/>
                    </a:moveTo>
                    <a:lnTo>
                      <a:pt x="0" y="600"/>
                    </a:lnTo>
                    <a:lnTo>
                      <a:pt x="0" y="0"/>
                    </a:lnTo>
                    <a:lnTo>
                      <a:pt x="870" y="0"/>
                    </a:lnTo>
                    <a:lnTo>
                      <a:pt x="1096" y="300"/>
                    </a:lnTo>
                    <a:lnTo>
                      <a:pt x="870" y="60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36" name="Freeform 35">
                <a:extLst>
                  <a:ext uri="{FF2B5EF4-FFF2-40B4-BE49-F238E27FC236}">
                    <a16:creationId xmlns:a16="http://schemas.microsoft.com/office/drawing/2014/main" id="{89A7B661-38AD-48BC-824B-836FB5FBF2BE}"/>
                  </a:ext>
                </a:extLst>
              </p:cNvPr>
              <p:cNvSpPr>
                <a:spLocks/>
              </p:cNvSpPr>
              <p:nvPr/>
            </p:nvSpPr>
            <p:spPr bwMode="auto">
              <a:xfrm>
                <a:off x="9136063" y="2452688"/>
                <a:ext cx="1739900" cy="476250"/>
              </a:xfrm>
              <a:custGeom>
                <a:avLst/>
                <a:gdLst>
                  <a:gd name="T0" fmla="*/ 868 w 1096"/>
                  <a:gd name="T1" fmla="*/ 11 h 300"/>
                  <a:gd name="T2" fmla="*/ 1096 w 1096"/>
                  <a:gd name="T3" fmla="*/ 300 h 300"/>
                  <a:gd name="T4" fmla="*/ 870 w 1096"/>
                  <a:gd name="T5" fmla="*/ 0 h 300"/>
                  <a:gd name="T6" fmla="*/ 0 w 1096"/>
                  <a:gd name="T7" fmla="*/ 0 h 300"/>
                  <a:gd name="T8" fmla="*/ 0 w 1096"/>
                  <a:gd name="T9" fmla="*/ 11 h 300"/>
                  <a:gd name="T10" fmla="*/ 868 w 1096"/>
                  <a:gd name="T11" fmla="*/ 11 h 300"/>
                </a:gdLst>
                <a:ahLst/>
                <a:cxnLst>
                  <a:cxn ang="0">
                    <a:pos x="T0" y="T1"/>
                  </a:cxn>
                  <a:cxn ang="0">
                    <a:pos x="T2" y="T3"/>
                  </a:cxn>
                  <a:cxn ang="0">
                    <a:pos x="T4" y="T5"/>
                  </a:cxn>
                  <a:cxn ang="0">
                    <a:pos x="T6" y="T7"/>
                  </a:cxn>
                  <a:cxn ang="0">
                    <a:pos x="T8" y="T9"/>
                  </a:cxn>
                  <a:cxn ang="0">
                    <a:pos x="T10" y="T11"/>
                  </a:cxn>
                </a:cxnLst>
                <a:rect l="0" t="0" r="r" b="b"/>
                <a:pathLst>
                  <a:path w="1096" h="300">
                    <a:moveTo>
                      <a:pt x="868" y="11"/>
                    </a:moveTo>
                    <a:lnTo>
                      <a:pt x="1096" y="300"/>
                    </a:lnTo>
                    <a:lnTo>
                      <a:pt x="870" y="0"/>
                    </a:lnTo>
                    <a:lnTo>
                      <a:pt x="0" y="0"/>
                    </a:lnTo>
                    <a:lnTo>
                      <a:pt x="0" y="11"/>
                    </a:lnTo>
                    <a:lnTo>
                      <a:pt x="868" y="11"/>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8" name="Freeform 37">
                <a:extLst>
                  <a:ext uri="{FF2B5EF4-FFF2-40B4-BE49-F238E27FC236}">
                    <a16:creationId xmlns:a16="http://schemas.microsoft.com/office/drawing/2014/main" id="{895C1C66-C81E-4234-B967-D2183BD38E26}"/>
                  </a:ext>
                </a:extLst>
              </p:cNvPr>
              <p:cNvSpPr>
                <a:spLocks/>
              </p:cNvSpPr>
              <p:nvPr/>
            </p:nvSpPr>
            <p:spPr bwMode="auto">
              <a:xfrm>
                <a:off x="9136063" y="2928938"/>
                <a:ext cx="1739900" cy="476250"/>
              </a:xfrm>
              <a:custGeom>
                <a:avLst/>
                <a:gdLst>
                  <a:gd name="T0" fmla="*/ 0 w 1096"/>
                  <a:gd name="T1" fmla="*/ 300 h 300"/>
                  <a:gd name="T2" fmla="*/ 870 w 1096"/>
                  <a:gd name="T3" fmla="*/ 300 h 300"/>
                  <a:gd name="T4" fmla="*/ 1096 w 1096"/>
                  <a:gd name="T5" fmla="*/ 0 h 300"/>
                  <a:gd name="T6" fmla="*/ 0 w 1096"/>
                  <a:gd name="T7" fmla="*/ 0 h 300"/>
                  <a:gd name="T8" fmla="*/ 0 w 1096"/>
                  <a:gd name="T9" fmla="*/ 300 h 300"/>
                </a:gdLst>
                <a:ahLst/>
                <a:cxnLst>
                  <a:cxn ang="0">
                    <a:pos x="T0" y="T1"/>
                  </a:cxn>
                  <a:cxn ang="0">
                    <a:pos x="T2" y="T3"/>
                  </a:cxn>
                  <a:cxn ang="0">
                    <a:pos x="T4" y="T5"/>
                  </a:cxn>
                  <a:cxn ang="0">
                    <a:pos x="T6" y="T7"/>
                  </a:cxn>
                  <a:cxn ang="0">
                    <a:pos x="T8" y="T9"/>
                  </a:cxn>
                </a:cxnLst>
                <a:rect l="0" t="0" r="r" b="b"/>
                <a:pathLst>
                  <a:path w="1096" h="300">
                    <a:moveTo>
                      <a:pt x="0" y="300"/>
                    </a:moveTo>
                    <a:lnTo>
                      <a:pt x="870" y="300"/>
                    </a:lnTo>
                    <a:lnTo>
                      <a:pt x="1096" y="0"/>
                    </a:lnTo>
                    <a:lnTo>
                      <a:pt x="0" y="0"/>
                    </a:lnTo>
                    <a:lnTo>
                      <a:pt x="0" y="300"/>
                    </a:lnTo>
                    <a:close/>
                  </a:path>
                </a:pathLst>
              </a:custGeom>
              <a:gradFill>
                <a:gsLst>
                  <a:gs pos="0">
                    <a:schemeClr val="accent4"/>
                  </a:gs>
                  <a:gs pos="100000">
                    <a:schemeClr val="accent4">
                      <a:lumMod val="75000"/>
                    </a:schemeClr>
                  </a:gs>
                </a:gsLst>
                <a:lin ang="0" scaled="0"/>
              </a:gradFill>
              <a:ln>
                <a:noFill/>
              </a:ln>
            </p:spPr>
            <p:txBody>
              <a:bodyPr vert="horz" wrap="square" lIns="91440" tIns="45720" rIns="91440" bIns="45720" numCol="1" anchor="t" anchorCtr="0" compatLnSpc="1">
                <a:prstTxWarp prst="textNoShape">
                  <a:avLst/>
                </a:prstTxWarp>
              </a:bodyPr>
              <a:lstStyle/>
              <a:p>
                <a:endParaRPr lang="ru-UA"/>
              </a:p>
            </p:txBody>
          </p:sp>
          <p:sp>
            <p:nvSpPr>
              <p:cNvPr id="37" name="Freeform 36">
                <a:extLst>
                  <a:ext uri="{FF2B5EF4-FFF2-40B4-BE49-F238E27FC236}">
                    <a16:creationId xmlns:a16="http://schemas.microsoft.com/office/drawing/2014/main" id="{69C9DFEA-F521-4AB3-80BB-181352B9302D}"/>
                  </a:ext>
                </a:extLst>
              </p:cNvPr>
              <p:cNvSpPr>
                <a:spLocks/>
              </p:cNvSpPr>
              <p:nvPr/>
            </p:nvSpPr>
            <p:spPr bwMode="auto">
              <a:xfrm>
                <a:off x="9136063" y="2928938"/>
                <a:ext cx="1739900" cy="476250"/>
              </a:xfrm>
              <a:custGeom>
                <a:avLst/>
                <a:gdLst>
                  <a:gd name="T0" fmla="*/ 868 w 1096"/>
                  <a:gd name="T1" fmla="*/ 286 h 300"/>
                  <a:gd name="T2" fmla="*/ 1096 w 1096"/>
                  <a:gd name="T3" fmla="*/ 0 h 300"/>
                  <a:gd name="T4" fmla="*/ 870 w 1096"/>
                  <a:gd name="T5" fmla="*/ 300 h 300"/>
                  <a:gd name="T6" fmla="*/ 0 w 1096"/>
                  <a:gd name="T7" fmla="*/ 300 h 300"/>
                  <a:gd name="T8" fmla="*/ 0 w 1096"/>
                  <a:gd name="T9" fmla="*/ 286 h 300"/>
                  <a:gd name="T10" fmla="*/ 868 w 1096"/>
                  <a:gd name="T11" fmla="*/ 286 h 300"/>
                </a:gdLst>
                <a:ahLst/>
                <a:cxnLst>
                  <a:cxn ang="0">
                    <a:pos x="T0" y="T1"/>
                  </a:cxn>
                  <a:cxn ang="0">
                    <a:pos x="T2" y="T3"/>
                  </a:cxn>
                  <a:cxn ang="0">
                    <a:pos x="T4" y="T5"/>
                  </a:cxn>
                  <a:cxn ang="0">
                    <a:pos x="T6" y="T7"/>
                  </a:cxn>
                  <a:cxn ang="0">
                    <a:pos x="T8" y="T9"/>
                  </a:cxn>
                  <a:cxn ang="0">
                    <a:pos x="T10" y="T11"/>
                  </a:cxn>
                </a:cxnLst>
                <a:rect l="0" t="0" r="r" b="b"/>
                <a:pathLst>
                  <a:path w="1096" h="300">
                    <a:moveTo>
                      <a:pt x="868" y="286"/>
                    </a:moveTo>
                    <a:lnTo>
                      <a:pt x="1096" y="0"/>
                    </a:lnTo>
                    <a:lnTo>
                      <a:pt x="870" y="300"/>
                    </a:lnTo>
                    <a:lnTo>
                      <a:pt x="0" y="300"/>
                    </a:lnTo>
                    <a:lnTo>
                      <a:pt x="0" y="286"/>
                    </a:lnTo>
                    <a:lnTo>
                      <a:pt x="868" y="286"/>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6" name="Group 65">
              <a:extLst>
                <a:ext uri="{FF2B5EF4-FFF2-40B4-BE49-F238E27FC236}">
                  <a16:creationId xmlns:a16="http://schemas.microsoft.com/office/drawing/2014/main" id="{6F2D3B15-9F5F-48AB-9C14-8A6963BA1B70}"/>
                </a:ext>
              </a:extLst>
            </p:cNvPr>
            <p:cNvGrpSpPr/>
            <p:nvPr/>
          </p:nvGrpSpPr>
          <p:grpSpPr>
            <a:xfrm>
              <a:off x="8656638" y="2447868"/>
              <a:ext cx="956919" cy="958398"/>
              <a:chOff x="6345238" y="4948238"/>
              <a:chExt cx="1027113" cy="1028700"/>
            </a:xfrm>
            <a:effectLst>
              <a:outerShdw blurRad="241300" dist="152400" dir="2700000" sx="102000" sy="102000" algn="tl" rotWithShape="0">
                <a:prstClr val="black">
                  <a:alpha val="42000"/>
                </a:prstClr>
              </a:outerShdw>
            </a:effectLst>
          </p:grpSpPr>
          <p:sp>
            <p:nvSpPr>
              <p:cNvPr id="67" name="Oval 56">
                <a:extLst>
                  <a:ext uri="{FF2B5EF4-FFF2-40B4-BE49-F238E27FC236}">
                    <a16:creationId xmlns:a16="http://schemas.microsoft.com/office/drawing/2014/main" id="{42773A35-A685-47CA-A266-4E34FC78E08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8" name="Oval 57">
                <a:extLst>
                  <a:ext uri="{FF2B5EF4-FFF2-40B4-BE49-F238E27FC236}">
                    <a16:creationId xmlns:a16="http://schemas.microsoft.com/office/drawing/2014/main" id="{D42A3DA4-64B7-4D12-85F5-29089FCE9A46}"/>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sp>
        <p:nvSpPr>
          <p:cNvPr id="42" name="Freeform 41">
            <a:extLst>
              <a:ext uri="{FF2B5EF4-FFF2-40B4-BE49-F238E27FC236}">
                <a16:creationId xmlns:a16="http://schemas.microsoft.com/office/drawing/2014/main" id="{78318A12-D1C5-4569-97EB-15DD07D74353}"/>
              </a:ext>
            </a:extLst>
          </p:cNvPr>
          <p:cNvSpPr>
            <a:spLocks noEditPoints="1"/>
          </p:cNvSpPr>
          <p:nvPr/>
        </p:nvSpPr>
        <p:spPr bwMode="auto">
          <a:xfrm>
            <a:off x="6427788" y="2760663"/>
            <a:ext cx="590550" cy="334963"/>
          </a:xfrm>
          <a:custGeom>
            <a:avLst/>
            <a:gdLst>
              <a:gd name="T0" fmla="*/ 39 w 163"/>
              <a:gd name="T1" fmla="*/ 75 h 92"/>
              <a:gd name="T2" fmla="*/ 38 w 163"/>
              <a:gd name="T3" fmla="*/ 68 h 92"/>
              <a:gd name="T4" fmla="*/ 47 w 163"/>
              <a:gd name="T5" fmla="*/ 59 h 92"/>
              <a:gd name="T6" fmla="*/ 53 w 163"/>
              <a:gd name="T7" fmla="*/ 64 h 92"/>
              <a:gd name="T8" fmla="*/ 45 w 163"/>
              <a:gd name="T9" fmla="*/ 74 h 92"/>
              <a:gd name="T10" fmla="*/ 99 w 163"/>
              <a:gd name="T11" fmla="*/ 66 h 92"/>
              <a:gd name="T12" fmla="*/ 118 w 163"/>
              <a:gd name="T13" fmla="*/ 75 h 92"/>
              <a:gd name="T14" fmla="*/ 119 w 163"/>
              <a:gd name="T15" fmla="*/ 66 h 92"/>
              <a:gd name="T16" fmla="*/ 99 w 163"/>
              <a:gd name="T17" fmla="*/ 81 h 92"/>
              <a:gd name="T18" fmla="*/ 109 w 163"/>
              <a:gd name="T19" fmla="*/ 82 h 92"/>
              <a:gd name="T20" fmla="*/ 110 w 163"/>
              <a:gd name="T21" fmla="*/ 75 h 92"/>
              <a:gd name="T22" fmla="*/ 89 w 163"/>
              <a:gd name="T23" fmla="*/ 88 h 92"/>
              <a:gd name="T24" fmla="*/ 98 w 163"/>
              <a:gd name="T25" fmla="*/ 88 h 92"/>
              <a:gd name="T26" fmla="*/ 99 w 163"/>
              <a:gd name="T27" fmla="*/ 82 h 92"/>
              <a:gd name="T28" fmla="*/ 76 w 163"/>
              <a:gd name="T29" fmla="*/ 90 h 92"/>
              <a:gd name="T30" fmla="*/ 87 w 163"/>
              <a:gd name="T31" fmla="*/ 89 h 92"/>
              <a:gd name="T32" fmla="*/ 52 w 163"/>
              <a:gd name="T33" fmla="*/ 82 h 92"/>
              <a:gd name="T34" fmla="*/ 63 w 163"/>
              <a:gd name="T35" fmla="*/ 62 h 92"/>
              <a:gd name="T36" fmla="*/ 56 w 163"/>
              <a:gd name="T37" fmla="*/ 63 h 92"/>
              <a:gd name="T38" fmla="*/ 45 w 163"/>
              <a:gd name="T39" fmla="*/ 82 h 92"/>
              <a:gd name="T40" fmla="*/ 52 w 163"/>
              <a:gd name="T41" fmla="*/ 82 h 92"/>
              <a:gd name="T42" fmla="*/ 71 w 163"/>
              <a:gd name="T43" fmla="*/ 75 h 92"/>
              <a:gd name="T44" fmla="*/ 67 w 163"/>
              <a:gd name="T45" fmla="*/ 67 h 92"/>
              <a:gd name="T46" fmla="*/ 54 w 163"/>
              <a:gd name="T47" fmla="*/ 80 h 92"/>
              <a:gd name="T48" fmla="*/ 58 w 163"/>
              <a:gd name="T49" fmla="*/ 88 h 92"/>
              <a:gd name="T50" fmla="*/ 75 w 163"/>
              <a:gd name="T51" fmla="*/ 85 h 92"/>
              <a:gd name="T52" fmla="*/ 76 w 163"/>
              <a:gd name="T53" fmla="*/ 76 h 92"/>
              <a:gd name="T54" fmla="*/ 69 w 163"/>
              <a:gd name="T55" fmla="*/ 77 h 92"/>
              <a:gd name="T56" fmla="*/ 64 w 163"/>
              <a:gd name="T57" fmla="*/ 90 h 92"/>
              <a:gd name="T58" fmla="*/ 71 w 163"/>
              <a:gd name="T59" fmla="*/ 90 h 92"/>
              <a:gd name="T60" fmla="*/ 139 w 163"/>
              <a:gd name="T61" fmla="*/ 1 h 92"/>
              <a:gd name="T62" fmla="*/ 135 w 163"/>
              <a:gd name="T63" fmla="*/ 55 h 92"/>
              <a:gd name="T64" fmla="*/ 163 w 163"/>
              <a:gd name="T65" fmla="*/ 44 h 92"/>
              <a:gd name="T66" fmla="*/ 88 w 163"/>
              <a:gd name="T67" fmla="*/ 24 h 92"/>
              <a:gd name="T68" fmla="*/ 80 w 163"/>
              <a:gd name="T69" fmla="*/ 24 h 92"/>
              <a:gd name="T70" fmla="*/ 56 w 163"/>
              <a:gd name="T71" fmla="*/ 36 h 92"/>
              <a:gd name="T72" fmla="*/ 77 w 163"/>
              <a:gd name="T73" fmla="*/ 41 h 92"/>
              <a:gd name="T74" fmla="*/ 119 w 163"/>
              <a:gd name="T75" fmla="*/ 66 h 92"/>
              <a:gd name="T76" fmla="*/ 126 w 163"/>
              <a:gd name="T77" fmla="*/ 57 h 92"/>
              <a:gd name="T78" fmla="*/ 119 w 163"/>
              <a:gd name="T79" fmla="*/ 66 h 92"/>
              <a:gd name="T80" fmla="*/ 41 w 163"/>
              <a:gd name="T81" fmla="*/ 65 h 92"/>
              <a:gd name="T82" fmla="*/ 24 w 163"/>
              <a:gd name="T83" fmla="*/ 61 h 92"/>
              <a:gd name="T84" fmla="*/ 34 w 163"/>
              <a:gd name="T85" fmla="*/ 0 h 92"/>
              <a:gd name="T86" fmla="*/ 39 w 163"/>
              <a:gd name="T87" fmla="*/ 67 h 92"/>
              <a:gd name="T88" fmla="*/ 54 w 163"/>
              <a:gd name="T89" fmla="*/ 2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 h="92">
                <a:moveTo>
                  <a:pt x="42" y="76"/>
                </a:moveTo>
                <a:cubicBezTo>
                  <a:pt x="41" y="76"/>
                  <a:pt x="40" y="76"/>
                  <a:pt x="39" y="75"/>
                </a:cubicBezTo>
                <a:cubicBezTo>
                  <a:pt x="38" y="74"/>
                  <a:pt x="37" y="73"/>
                  <a:pt x="37" y="71"/>
                </a:cubicBezTo>
                <a:cubicBezTo>
                  <a:pt x="37" y="70"/>
                  <a:pt x="37" y="69"/>
                  <a:pt x="38" y="68"/>
                </a:cubicBezTo>
                <a:cubicBezTo>
                  <a:pt x="44" y="61"/>
                  <a:pt x="44" y="61"/>
                  <a:pt x="44" y="61"/>
                </a:cubicBezTo>
                <a:cubicBezTo>
                  <a:pt x="45" y="60"/>
                  <a:pt x="46" y="59"/>
                  <a:pt x="47" y="59"/>
                </a:cubicBezTo>
                <a:cubicBezTo>
                  <a:pt x="49" y="59"/>
                  <a:pt x="50" y="60"/>
                  <a:pt x="51" y="60"/>
                </a:cubicBezTo>
                <a:cubicBezTo>
                  <a:pt x="52" y="61"/>
                  <a:pt x="53" y="63"/>
                  <a:pt x="53" y="64"/>
                </a:cubicBezTo>
                <a:cubicBezTo>
                  <a:pt x="53" y="65"/>
                  <a:pt x="53" y="66"/>
                  <a:pt x="52" y="67"/>
                </a:cubicBezTo>
                <a:cubicBezTo>
                  <a:pt x="45" y="74"/>
                  <a:pt x="45" y="74"/>
                  <a:pt x="45" y="74"/>
                </a:cubicBezTo>
                <a:cubicBezTo>
                  <a:pt x="45" y="75"/>
                  <a:pt x="44" y="76"/>
                  <a:pt x="42" y="76"/>
                </a:cubicBezTo>
                <a:close/>
                <a:moveTo>
                  <a:pt x="99" y="66"/>
                </a:moveTo>
                <a:cubicBezTo>
                  <a:pt x="99" y="66"/>
                  <a:pt x="111" y="76"/>
                  <a:pt x="114" y="77"/>
                </a:cubicBezTo>
                <a:cubicBezTo>
                  <a:pt x="116" y="77"/>
                  <a:pt x="117" y="76"/>
                  <a:pt x="118" y="75"/>
                </a:cubicBezTo>
                <a:cubicBezTo>
                  <a:pt x="120" y="74"/>
                  <a:pt x="121" y="72"/>
                  <a:pt x="121" y="70"/>
                </a:cubicBezTo>
                <a:cubicBezTo>
                  <a:pt x="121" y="69"/>
                  <a:pt x="120" y="67"/>
                  <a:pt x="119" y="66"/>
                </a:cubicBezTo>
                <a:moveTo>
                  <a:pt x="89" y="73"/>
                </a:moveTo>
                <a:cubicBezTo>
                  <a:pt x="99" y="81"/>
                  <a:pt x="99" y="81"/>
                  <a:pt x="99" y="81"/>
                </a:cubicBezTo>
                <a:cubicBezTo>
                  <a:pt x="101" y="83"/>
                  <a:pt x="102" y="83"/>
                  <a:pt x="104" y="84"/>
                </a:cubicBezTo>
                <a:cubicBezTo>
                  <a:pt x="106" y="84"/>
                  <a:pt x="107" y="83"/>
                  <a:pt x="109" y="82"/>
                </a:cubicBezTo>
                <a:cubicBezTo>
                  <a:pt x="110" y="81"/>
                  <a:pt x="111" y="79"/>
                  <a:pt x="111" y="77"/>
                </a:cubicBezTo>
                <a:cubicBezTo>
                  <a:pt x="111" y="76"/>
                  <a:pt x="110" y="75"/>
                  <a:pt x="110" y="75"/>
                </a:cubicBezTo>
                <a:moveTo>
                  <a:pt x="84" y="83"/>
                </a:moveTo>
                <a:cubicBezTo>
                  <a:pt x="89" y="88"/>
                  <a:pt x="89" y="88"/>
                  <a:pt x="89" y="88"/>
                </a:cubicBezTo>
                <a:cubicBezTo>
                  <a:pt x="90" y="89"/>
                  <a:pt x="91" y="90"/>
                  <a:pt x="93" y="90"/>
                </a:cubicBezTo>
                <a:cubicBezTo>
                  <a:pt x="95" y="90"/>
                  <a:pt x="96" y="89"/>
                  <a:pt x="98" y="88"/>
                </a:cubicBezTo>
                <a:cubicBezTo>
                  <a:pt x="99" y="87"/>
                  <a:pt x="100" y="85"/>
                  <a:pt x="100" y="83"/>
                </a:cubicBezTo>
                <a:cubicBezTo>
                  <a:pt x="100" y="83"/>
                  <a:pt x="100" y="82"/>
                  <a:pt x="99" y="82"/>
                </a:cubicBezTo>
                <a:moveTo>
                  <a:pt x="73" y="88"/>
                </a:moveTo>
                <a:cubicBezTo>
                  <a:pt x="76" y="90"/>
                  <a:pt x="76" y="90"/>
                  <a:pt x="76" y="90"/>
                </a:cubicBezTo>
                <a:cubicBezTo>
                  <a:pt x="77" y="90"/>
                  <a:pt x="79" y="91"/>
                  <a:pt x="82" y="90"/>
                </a:cubicBezTo>
                <a:cubicBezTo>
                  <a:pt x="84" y="90"/>
                  <a:pt x="85" y="90"/>
                  <a:pt x="87" y="89"/>
                </a:cubicBezTo>
                <a:cubicBezTo>
                  <a:pt x="87" y="88"/>
                  <a:pt x="88" y="88"/>
                  <a:pt x="88" y="87"/>
                </a:cubicBezTo>
                <a:moveTo>
                  <a:pt x="52" y="82"/>
                </a:moveTo>
                <a:cubicBezTo>
                  <a:pt x="63" y="69"/>
                  <a:pt x="63" y="69"/>
                  <a:pt x="63" y="69"/>
                </a:cubicBezTo>
                <a:cubicBezTo>
                  <a:pt x="65" y="67"/>
                  <a:pt x="65" y="64"/>
                  <a:pt x="63" y="62"/>
                </a:cubicBezTo>
                <a:cubicBezTo>
                  <a:pt x="62" y="61"/>
                  <a:pt x="60" y="61"/>
                  <a:pt x="59" y="61"/>
                </a:cubicBezTo>
                <a:cubicBezTo>
                  <a:pt x="58" y="61"/>
                  <a:pt x="57" y="62"/>
                  <a:pt x="56" y="63"/>
                </a:cubicBezTo>
                <a:cubicBezTo>
                  <a:pt x="45" y="75"/>
                  <a:pt x="45" y="75"/>
                  <a:pt x="45" y="75"/>
                </a:cubicBezTo>
                <a:cubicBezTo>
                  <a:pt x="43" y="77"/>
                  <a:pt x="43" y="80"/>
                  <a:pt x="45" y="82"/>
                </a:cubicBezTo>
                <a:cubicBezTo>
                  <a:pt x="46" y="83"/>
                  <a:pt x="48" y="83"/>
                  <a:pt x="49" y="83"/>
                </a:cubicBezTo>
                <a:cubicBezTo>
                  <a:pt x="50" y="83"/>
                  <a:pt x="51" y="83"/>
                  <a:pt x="52" y="82"/>
                </a:cubicBezTo>
                <a:close/>
                <a:moveTo>
                  <a:pt x="61" y="86"/>
                </a:moveTo>
                <a:cubicBezTo>
                  <a:pt x="71" y="75"/>
                  <a:pt x="71" y="75"/>
                  <a:pt x="71" y="75"/>
                </a:cubicBezTo>
                <a:cubicBezTo>
                  <a:pt x="73" y="73"/>
                  <a:pt x="73" y="70"/>
                  <a:pt x="71" y="68"/>
                </a:cubicBezTo>
                <a:cubicBezTo>
                  <a:pt x="70" y="67"/>
                  <a:pt x="68" y="66"/>
                  <a:pt x="67" y="67"/>
                </a:cubicBezTo>
                <a:cubicBezTo>
                  <a:pt x="66" y="67"/>
                  <a:pt x="65" y="67"/>
                  <a:pt x="64" y="68"/>
                </a:cubicBezTo>
                <a:cubicBezTo>
                  <a:pt x="54" y="80"/>
                  <a:pt x="54" y="80"/>
                  <a:pt x="54" y="80"/>
                </a:cubicBezTo>
                <a:cubicBezTo>
                  <a:pt x="52" y="82"/>
                  <a:pt x="52" y="85"/>
                  <a:pt x="54" y="86"/>
                </a:cubicBezTo>
                <a:cubicBezTo>
                  <a:pt x="55" y="87"/>
                  <a:pt x="57" y="88"/>
                  <a:pt x="58" y="88"/>
                </a:cubicBezTo>
                <a:cubicBezTo>
                  <a:pt x="59" y="87"/>
                  <a:pt x="60" y="87"/>
                  <a:pt x="61" y="86"/>
                </a:cubicBezTo>
                <a:close/>
                <a:moveTo>
                  <a:pt x="75" y="85"/>
                </a:moveTo>
                <a:cubicBezTo>
                  <a:pt x="77" y="83"/>
                  <a:pt x="77" y="83"/>
                  <a:pt x="77" y="83"/>
                </a:cubicBezTo>
                <a:cubicBezTo>
                  <a:pt x="78" y="81"/>
                  <a:pt x="78" y="78"/>
                  <a:pt x="76" y="76"/>
                </a:cubicBezTo>
                <a:cubicBezTo>
                  <a:pt x="75" y="75"/>
                  <a:pt x="74" y="75"/>
                  <a:pt x="72" y="75"/>
                </a:cubicBezTo>
                <a:cubicBezTo>
                  <a:pt x="71" y="75"/>
                  <a:pt x="70" y="76"/>
                  <a:pt x="69" y="77"/>
                </a:cubicBezTo>
                <a:cubicBezTo>
                  <a:pt x="63" y="83"/>
                  <a:pt x="63" y="83"/>
                  <a:pt x="63" y="83"/>
                </a:cubicBezTo>
                <a:cubicBezTo>
                  <a:pt x="62" y="85"/>
                  <a:pt x="62" y="88"/>
                  <a:pt x="64" y="90"/>
                </a:cubicBezTo>
                <a:cubicBezTo>
                  <a:pt x="65" y="91"/>
                  <a:pt x="66" y="92"/>
                  <a:pt x="68" y="91"/>
                </a:cubicBezTo>
                <a:cubicBezTo>
                  <a:pt x="69" y="91"/>
                  <a:pt x="70" y="91"/>
                  <a:pt x="71" y="90"/>
                </a:cubicBezTo>
                <a:lnTo>
                  <a:pt x="75" y="85"/>
                </a:lnTo>
                <a:close/>
                <a:moveTo>
                  <a:pt x="139" y="1"/>
                </a:moveTo>
                <a:cubicBezTo>
                  <a:pt x="129" y="6"/>
                  <a:pt x="114" y="14"/>
                  <a:pt x="112" y="15"/>
                </a:cubicBezTo>
                <a:cubicBezTo>
                  <a:pt x="114" y="19"/>
                  <a:pt x="123" y="35"/>
                  <a:pt x="135" y="55"/>
                </a:cubicBezTo>
                <a:cubicBezTo>
                  <a:pt x="137" y="57"/>
                  <a:pt x="137" y="57"/>
                  <a:pt x="137" y="57"/>
                </a:cubicBezTo>
                <a:cubicBezTo>
                  <a:pt x="163" y="44"/>
                  <a:pt x="163" y="44"/>
                  <a:pt x="163" y="44"/>
                </a:cubicBezTo>
                <a:moveTo>
                  <a:pt x="115" y="21"/>
                </a:moveTo>
                <a:cubicBezTo>
                  <a:pt x="102" y="16"/>
                  <a:pt x="96" y="24"/>
                  <a:pt x="88" y="24"/>
                </a:cubicBezTo>
                <a:cubicBezTo>
                  <a:pt x="85" y="24"/>
                  <a:pt x="82" y="24"/>
                  <a:pt x="81" y="24"/>
                </a:cubicBezTo>
                <a:cubicBezTo>
                  <a:pt x="80" y="24"/>
                  <a:pt x="80" y="24"/>
                  <a:pt x="80" y="24"/>
                </a:cubicBezTo>
                <a:cubicBezTo>
                  <a:pt x="79" y="24"/>
                  <a:pt x="79" y="24"/>
                  <a:pt x="78" y="25"/>
                </a:cubicBezTo>
                <a:cubicBezTo>
                  <a:pt x="56" y="36"/>
                  <a:pt x="56" y="36"/>
                  <a:pt x="56" y="36"/>
                </a:cubicBezTo>
                <a:cubicBezTo>
                  <a:pt x="46" y="41"/>
                  <a:pt x="56" y="49"/>
                  <a:pt x="59" y="48"/>
                </a:cubicBezTo>
                <a:cubicBezTo>
                  <a:pt x="63" y="47"/>
                  <a:pt x="72" y="44"/>
                  <a:pt x="77" y="41"/>
                </a:cubicBezTo>
                <a:cubicBezTo>
                  <a:pt x="81" y="40"/>
                  <a:pt x="85" y="40"/>
                  <a:pt x="88" y="43"/>
                </a:cubicBezTo>
                <a:cubicBezTo>
                  <a:pt x="98" y="50"/>
                  <a:pt x="118" y="65"/>
                  <a:pt x="119" y="66"/>
                </a:cubicBezTo>
                <a:moveTo>
                  <a:pt x="134" y="53"/>
                </a:moveTo>
                <a:cubicBezTo>
                  <a:pt x="132" y="54"/>
                  <a:pt x="128" y="56"/>
                  <a:pt x="126" y="57"/>
                </a:cubicBezTo>
                <a:cubicBezTo>
                  <a:pt x="126" y="58"/>
                  <a:pt x="125" y="59"/>
                  <a:pt x="124" y="60"/>
                </a:cubicBezTo>
                <a:cubicBezTo>
                  <a:pt x="123" y="63"/>
                  <a:pt x="121" y="66"/>
                  <a:pt x="119" y="66"/>
                </a:cubicBezTo>
                <a:moveTo>
                  <a:pt x="41" y="65"/>
                </a:moveTo>
                <a:cubicBezTo>
                  <a:pt x="41" y="65"/>
                  <a:pt x="41" y="65"/>
                  <a:pt x="41" y="65"/>
                </a:cubicBezTo>
                <a:moveTo>
                  <a:pt x="0" y="41"/>
                </a:moveTo>
                <a:cubicBezTo>
                  <a:pt x="24" y="61"/>
                  <a:pt x="24" y="61"/>
                  <a:pt x="24" y="61"/>
                </a:cubicBezTo>
                <a:cubicBezTo>
                  <a:pt x="57" y="19"/>
                  <a:pt x="57" y="19"/>
                  <a:pt x="57" y="19"/>
                </a:cubicBezTo>
                <a:cubicBezTo>
                  <a:pt x="34" y="0"/>
                  <a:pt x="34" y="0"/>
                  <a:pt x="34" y="0"/>
                </a:cubicBezTo>
                <a:moveTo>
                  <a:pt x="26" y="58"/>
                </a:moveTo>
                <a:cubicBezTo>
                  <a:pt x="33" y="63"/>
                  <a:pt x="39" y="67"/>
                  <a:pt x="39" y="67"/>
                </a:cubicBezTo>
                <a:moveTo>
                  <a:pt x="70" y="29"/>
                </a:moveTo>
                <a:cubicBezTo>
                  <a:pt x="67" y="27"/>
                  <a:pt x="60" y="24"/>
                  <a:pt x="54" y="22"/>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3" name="Freeform 42">
            <a:extLst>
              <a:ext uri="{FF2B5EF4-FFF2-40B4-BE49-F238E27FC236}">
                <a16:creationId xmlns:a16="http://schemas.microsoft.com/office/drawing/2014/main" id="{00525A1C-0776-486B-BD1C-D115593BB6C1}"/>
              </a:ext>
            </a:extLst>
          </p:cNvPr>
          <p:cNvSpPr>
            <a:spLocks noEditPoints="1"/>
          </p:cNvSpPr>
          <p:nvPr/>
        </p:nvSpPr>
        <p:spPr bwMode="auto">
          <a:xfrm>
            <a:off x="4143376" y="2720976"/>
            <a:ext cx="349250" cy="411163"/>
          </a:xfrm>
          <a:custGeom>
            <a:avLst/>
            <a:gdLst>
              <a:gd name="T0" fmla="*/ 220 w 220"/>
              <a:gd name="T1" fmla="*/ 108 h 259"/>
              <a:gd name="T2" fmla="*/ 220 w 220"/>
              <a:gd name="T3" fmla="*/ 259 h 259"/>
              <a:gd name="T4" fmla="*/ 0 w 220"/>
              <a:gd name="T5" fmla="*/ 259 h 259"/>
              <a:gd name="T6" fmla="*/ 0 w 220"/>
              <a:gd name="T7" fmla="*/ 108 h 259"/>
              <a:gd name="T8" fmla="*/ 220 w 220"/>
              <a:gd name="T9" fmla="*/ 259 h 259"/>
              <a:gd name="T10" fmla="*/ 110 w 220"/>
              <a:gd name="T11" fmla="*/ 184 h 259"/>
              <a:gd name="T12" fmla="*/ 0 w 220"/>
              <a:gd name="T13" fmla="*/ 259 h 259"/>
              <a:gd name="T14" fmla="*/ 220 w 220"/>
              <a:gd name="T15" fmla="*/ 108 h 259"/>
              <a:gd name="T16" fmla="*/ 144 w 220"/>
              <a:gd name="T17" fmla="*/ 186 h 259"/>
              <a:gd name="T18" fmla="*/ 0 w 220"/>
              <a:gd name="T19" fmla="*/ 108 h 259"/>
              <a:gd name="T20" fmla="*/ 73 w 220"/>
              <a:gd name="T21" fmla="*/ 186 h 259"/>
              <a:gd name="T22" fmla="*/ 192 w 220"/>
              <a:gd name="T23" fmla="*/ 103 h 259"/>
              <a:gd name="T24" fmla="*/ 192 w 220"/>
              <a:gd name="T25" fmla="*/ 48 h 259"/>
              <a:gd name="T26" fmla="*/ 144 w 220"/>
              <a:gd name="T27" fmla="*/ 0 h 259"/>
              <a:gd name="T28" fmla="*/ 25 w 220"/>
              <a:gd name="T29" fmla="*/ 0 h 259"/>
              <a:gd name="T30" fmla="*/ 25 w 220"/>
              <a:gd name="T31" fmla="*/ 103 h 259"/>
              <a:gd name="T32" fmla="*/ 192 w 220"/>
              <a:gd name="T33" fmla="*/ 48 h 259"/>
              <a:gd name="T34" fmla="*/ 144 w 220"/>
              <a:gd name="T35" fmla="*/ 0 h 259"/>
              <a:gd name="T36" fmla="*/ 144 w 220"/>
              <a:gd name="T37" fmla="*/ 48 h 259"/>
              <a:gd name="T38" fmla="*/ 192 w 220"/>
              <a:gd name="T39" fmla="*/ 48 h 259"/>
              <a:gd name="T40" fmla="*/ 73 w 220"/>
              <a:gd name="T41" fmla="*/ 76 h 259"/>
              <a:gd name="T42" fmla="*/ 51 w 220"/>
              <a:gd name="T43" fmla="*/ 76 h 259"/>
              <a:gd name="T44" fmla="*/ 162 w 220"/>
              <a:gd name="T45" fmla="*/ 76 h 259"/>
              <a:gd name="T46" fmla="*/ 96 w 220"/>
              <a:gd name="T47" fmla="*/ 76 h 259"/>
              <a:gd name="T48" fmla="*/ 51 w 220"/>
              <a:gd name="T49" fmla="*/ 101 h 259"/>
              <a:gd name="T50" fmla="*/ 112 w 220"/>
              <a:gd name="T51" fmla="*/ 101 h 259"/>
              <a:gd name="T52" fmla="*/ 162 w 220"/>
              <a:gd name="T53" fmla="*/ 101 h 259"/>
              <a:gd name="T54" fmla="*/ 137 w 220"/>
              <a:gd name="T55" fmla="*/ 10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0" h="259">
                <a:moveTo>
                  <a:pt x="220" y="108"/>
                </a:moveTo>
                <a:lnTo>
                  <a:pt x="220" y="259"/>
                </a:lnTo>
                <a:lnTo>
                  <a:pt x="0" y="259"/>
                </a:lnTo>
                <a:lnTo>
                  <a:pt x="0" y="108"/>
                </a:lnTo>
                <a:moveTo>
                  <a:pt x="220" y="259"/>
                </a:moveTo>
                <a:lnTo>
                  <a:pt x="110" y="184"/>
                </a:lnTo>
                <a:lnTo>
                  <a:pt x="0" y="259"/>
                </a:lnTo>
                <a:moveTo>
                  <a:pt x="220" y="108"/>
                </a:moveTo>
                <a:lnTo>
                  <a:pt x="144" y="186"/>
                </a:lnTo>
                <a:moveTo>
                  <a:pt x="0" y="108"/>
                </a:moveTo>
                <a:lnTo>
                  <a:pt x="73" y="186"/>
                </a:lnTo>
                <a:moveTo>
                  <a:pt x="192" y="103"/>
                </a:moveTo>
                <a:lnTo>
                  <a:pt x="192" y="48"/>
                </a:lnTo>
                <a:moveTo>
                  <a:pt x="144" y="0"/>
                </a:moveTo>
                <a:lnTo>
                  <a:pt x="25" y="0"/>
                </a:lnTo>
                <a:lnTo>
                  <a:pt x="25" y="103"/>
                </a:lnTo>
                <a:moveTo>
                  <a:pt x="192" y="48"/>
                </a:moveTo>
                <a:lnTo>
                  <a:pt x="144" y="0"/>
                </a:lnTo>
                <a:lnTo>
                  <a:pt x="144" y="48"/>
                </a:lnTo>
                <a:lnTo>
                  <a:pt x="192" y="48"/>
                </a:lnTo>
                <a:moveTo>
                  <a:pt x="73" y="76"/>
                </a:moveTo>
                <a:lnTo>
                  <a:pt x="51" y="76"/>
                </a:lnTo>
                <a:moveTo>
                  <a:pt x="162" y="76"/>
                </a:moveTo>
                <a:lnTo>
                  <a:pt x="96" y="76"/>
                </a:lnTo>
                <a:moveTo>
                  <a:pt x="51" y="101"/>
                </a:moveTo>
                <a:lnTo>
                  <a:pt x="112" y="101"/>
                </a:lnTo>
                <a:moveTo>
                  <a:pt x="162" y="101"/>
                </a:moveTo>
                <a:lnTo>
                  <a:pt x="137" y="101"/>
                </a:ln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Freeform 43">
            <a:extLst>
              <a:ext uri="{FF2B5EF4-FFF2-40B4-BE49-F238E27FC236}">
                <a16:creationId xmlns:a16="http://schemas.microsoft.com/office/drawing/2014/main" id="{6F3C6309-8257-4EF1-9F7F-030C356333D5}"/>
              </a:ext>
            </a:extLst>
          </p:cNvPr>
          <p:cNvSpPr>
            <a:spLocks noEditPoints="1"/>
          </p:cNvSpPr>
          <p:nvPr/>
        </p:nvSpPr>
        <p:spPr bwMode="auto">
          <a:xfrm>
            <a:off x="8961438" y="2725738"/>
            <a:ext cx="388938" cy="388938"/>
          </a:xfrm>
          <a:custGeom>
            <a:avLst/>
            <a:gdLst>
              <a:gd name="T0" fmla="*/ 92 w 107"/>
              <a:gd name="T1" fmla="*/ 29 h 107"/>
              <a:gd name="T2" fmla="*/ 100 w 107"/>
              <a:gd name="T3" fmla="*/ 57 h 107"/>
              <a:gd name="T4" fmla="*/ 50 w 107"/>
              <a:gd name="T5" fmla="*/ 107 h 107"/>
              <a:gd name="T6" fmla="*/ 0 w 107"/>
              <a:gd name="T7" fmla="*/ 57 h 107"/>
              <a:gd name="T8" fmla="*/ 50 w 107"/>
              <a:gd name="T9" fmla="*/ 7 h 107"/>
              <a:gd name="T10" fmla="*/ 77 w 107"/>
              <a:gd name="T11" fmla="*/ 15 h 107"/>
              <a:gd name="T12" fmla="*/ 69 w 107"/>
              <a:gd name="T13" fmla="*/ 24 h 107"/>
              <a:gd name="T14" fmla="*/ 50 w 107"/>
              <a:gd name="T15" fmla="*/ 19 h 107"/>
              <a:gd name="T16" fmla="*/ 12 w 107"/>
              <a:gd name="T17" fmla="*/ 57 h 107"/>
              <a:gd name="T18" fmla="*/ 50 w 107"/>
              <a:gd name="T19" fmla="*/ 95 h 107"/>
              <a:gd name="T20" fmla="*/ 88 w 107"/>
              <a:gd name="T21" fmla="*/ 57 h 107"/>
              <a:gd name="T22" fmla="*/ 82 w 107"/>
              <a:gd name="T23" fmla="*/ 38 h 107"/>
              <a:gd name="T24" fmla="*/ 59 w 107"/>
              <a:gd name="T25" fmla="*/ 34 h 107"/>
              <a:gd name="T26" fmla="*/ 50 w 107"/>
              <a:gd name="T27" fmla="*/ 32 h 107"/>
              <a:gd name="T28" fmla="*/ 25 w 107"/>
              <a:gd name="T29" fmla="*/ 57 h 107"/>
              <a:gd name="T30" fmla="*/ 50 w 107"/>
              <a:gd name="T31" fmla="*/ 82 h 107"/>
              <a:gd name="T32" fmla="*/ 75 w 107"/>
              <a:gd name="T33" fmla="*/ 57 h 107"/>
              <a:gd name="T34" fmla="*/ 72 w 107"/>
              <a:gd name="T35" fmla="*/ 46 h 107"/>
              <a:gd name="T36" fmla="*/ 50 w 107"/>
              <a:gd name="T37" fmla="*/ 57 h 107"/>
              <a:gd name="T38" fmla="*/ 104 w 107"/>
              <a:gd name="T39" fmla="*/ 3 h 107"/>
              <a:gd name="T40" fmla="*/ 91 w 107"/>
              <a:gd name="T41" fmla="*/ 0 h 107"/>
              <a:gd name="T42" fmla="*/ 91 w 107"/>
              <a:gd name="T43" fmla="*/ 16 h 107"/>
              <a:gd name="T44" fmla="*/ 107 w 107"/>
              <a:gd name="T45" fmla="*/ 16 h 107"/>
              <a:gd name="T46" fmla="*/ 8 w 107"/>
              <a:gd name="T47" fmla="*/ 107 h 107"/>
              <a:gd name="T48" fmla="*/ 18 w 107"/>
              <a:gd name="T49" fmla="*/ 96 h 107"/>
              <a:gd name="T50" fmla="*/ 81 w 107"/>
              <a:gd name="T51" fmla="*/ 96 h 107"/>
              <a:gd name="T52" fmla="*/ 92 w 107"/>
              <a:gd name="T53"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107">
                <a:moveTo>
                  <a:pt x="92" y="29"/>
                </a:moveTo>
                <a:cubicBezTo>
                  <a:pt x="97" y="37"/>
                  <a:pt x="100" y="47"/>
                  <a:pt x="100" y="57"/>
                </a:cubicBezTo>
                <a:cubicBezTo>
                  <a:pt x="100" y="85"/>
                  <a:pt x="78" y="107"/>
                  <a:pt x="50" y="107"/>
                </a:cubicBezTo>
                <a:cubicBezTo>
                  <a:pt x="22" y="107"/>
                  <a:pt x="0" y="85"/>
                  <a:pt x="0" y="57"/>
                </a:cubicBezTo>
                <a:cubicBezTo>
                  <a:pt x="0" y="29"/>
                  <a:pt x="22" y="7"/>
                  <a:pt x="50" y="7"/>
                </a:cubicBezTo>
                <a:cubicBezTo>
                  <a:pt x="60" y="7"/>
                  <a:pt x="69" y="10"/>
                  <a:pt x="77" y="15"/>
                </a:cubicBezTo>
                <a:moveTo>
                  <a:pt x="69" y="24"/>
                </a:moveTo>
                <a:cubicBezTo>
                  <a:pt x="63" y="21"/>
                  <a:pt x="57" y="19"/>
                  <a:pt x="50" y="19"/>
                </a:cubicBezTo>
                <a:cubicBezTo>
                  <a:pt x="29" y="19"/>
                  <a:pt x="12" y="36"/>
                  <a:pt x="12" y="57"/>
                </a:cubicBezTo>
                <a:cubicBezTo>
                  <a:pt x="12" y="78"/>
                  <a:pt x="29" y="95"/>
                  <a:pt x="50" y="95"/>
                </a:cubicBezTo>
                <a:cubicBezTo>
                  <a:pt x="71" y="95"/>
                  <a:pt x="88" y="78"/>
                  <a:pt x="88" y="57"/>
                </a:cubicBezTo>
                <a:cubicBezTo>
                  <a:pt x="88" y="50"/>
                  <a:pt x="86" y="43"/>
                  <a:pt x="82" y="38"/>
                </a:cubicBezTo>
                <a:moveTo>
                  <a:pt x="59" y="34"/>
                </a:moveTo>
                <a:cubicBezTo>
                  <a:pt x="56" y="33"/>
                  <a:pt x="53" y="32"/>
                  <a:pt x="50" y="32"/>
                </a:cubicBezTo>
                <a:cubicBezTo>
                  <a:pt x="36" y="32"/>
                  <a:pt x="25" y="43"/>
                  <a:pt x="25" y="57"/>
                </a:cubicBezTo>
                <a:cubicBezTo>
                  <a:pt x="25" y="71"/>
                  <a:pt x="36" y="82"/>
                  <a:pt x="50" y="82"/>
                </a:cubicBezTo>
                <a:cubicBezTo>
                  <a:pt x="63" y="82"/>
                  <a:pt x="75" y="71"/>
                  <a:pt x="75" y="57"/>
                </a:cubicBezTo>
                <a:cubicBezTo>
                  <a:pt x="75" y="53"/>
                  <a:pt x="74" y="49"/>
                  <a:pt x="72" y="46"/>
                </a:cubicBezTo>
                <a:moveTo>
                  <a:pt x="50" y="57"/>
                </a:moveTo>
                <a:cubicBezTo>
                  <a:pt x="104" y="3"/>
                  <a:pt x="104" y="3"/>
                  <a:pt x="104" y="3"/>
                </a:cubicBezTo>
                <a:moveTo>
                  <a:pt x="91" y="0"/>
                </a:moveTo>
                <a:cubicBezTo>
                  <a:pt x="91" y="16"/>
                  <a:pt x="91" y="16"/>
                  <a:pt x="91" y="16"/>
                </a:cubicBezTo>
                <a:cubicBezTo>
                  <a:pt x="107" y="16"/>
                  <a:pt x="107" y="16"/>
                  <a:pt x="107" y="16"/>
                </a:cubicBezTo>
                <a:moveTo>
                  <a:pt x="8" y="107"/>
                </a:moveTo>
                <a:cubicBezTo>
                  <a:pt x="18" y="96"/>
                  <a:pt x="18" y="96"/>
                  <a:pt x="18" y="96"/>
                </a:cubicBezTo>
                <a:moveTo>
                  <a:pt x="81" y="96"/>
                </a:moveTo>
                <a:cubicBezTo>
                  <a:pt x="92" y="107"/>
                  <a:pt x="92" y="107"/>
                  <a:pt x="92" y="107"/>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Freeform 44">
            <a:extLst>
              <a:ext uri="{FF2B5EF4-FFF2-40B4-BE49-F238E27FC236}">
                <a16:creationId xmlns:a16="http://schemas.microsoft.com/office/drawing/2014/main" id="{4353CF84-573B-40D7-8B93-3042E185D7BF}"/>
              </a:ext>
            </a:extLst>
          </p:cNvPr>
          <p:cNvSpPr>
            <a:spLocks noEditPoints="1"/>
          </p:cNvSpPr>
          <p:nvPr/>
        </p:nvSpPr>
        <p:spPr bwMode="auto">
          <a:xfrm>
            <a:off x="1685926" y="2673351"/>
            <a:ext cx="446088" cy="466725"/>
          </a:xfrm>
          <a:custGeom>
            <a:avLst/>
            <a:gdLst>
              <a:gd name="T0" fmla="*/ 46 w 123"/>
              <a:gd name="T1" fmla="*/ 14 h 128"/>
              <a:gd name="T2" fmla="*/ 108 w 123"/>
              <a:gd name="T3" fmla="*/ 52 h 128"/>
              <a:gd name="T4" fmla="*/ 123 w 123"/>
              <a:gd name="T5" fmla="*/ 82 h 128"/>
              <a:gd name="T6" fmla="*/ 110 w 123"/>
              <a:gd name="T7" fmla="*/ 82 h 128"/>
              <a:gd name="T8" fmla="*/ 110 w 123"/>
              <a:gd name="T9" fmla="*/ 104 h 128"/>
              <a:gd name="T10" fmla="*/ 104 w 123"/>
              <a:gd name="T11" fmla="*/ 110 h 128"/>
              <a:gd name="T12" fmla="*/ 90 w 123"/>
              <a:gd name="T13" fmla="*/ 110 h 128"/>
              <a:gd name="T14" fmla="*/ 90 w 123"/>
              <a:gd name="T15" fmla="*/ 128 h 128"/>
              <a:gd name="T16" fmla="*/ 33 w 123"/>
              <a:gd name="T17" fmla="*/ 128 h 128"/>
              <a:gd name="T18" fmla="*/ 33 w 123"/>
              <a:gd name="T19" fmla="*/ 110 h 128"/>
              <a:gd name="T20" fmla="*/ 27 w 123"/>
              <a:gd name="T21" fmla="*/ 97 h 128"/>
              <a:gd name="T22" fmla="*/ 69 w 123"/>
              <a:gd name="T23" fmla="*/ 58 h 128"/>
              <a:gd name="T24" fmla="*/ 69 w 123"/>
              <a:gd name="T25" fmla="*/ 50 h 128"/>
              <a:gd name="T26" fmla="*/ 59 w 123"/>
              <a:gd name="T27" fmla="*/ 46 h 128"/>
              <a:gd name="T28" fmla="*/ 58 w 123"/>
              <a:gd name="T29" fmla="*/ 42 h 128"/>
              <a:gd name="T30" fmla="*/ 62 w 123"/>
              <a:gd name="T31" fmla="*/ 33 h 128"/>
              <a:gd name="T32" fmla="*/ 56 w 123"/>
              <a:gd name="T33" fmla="*/ 27 h 128"/>
              <a:gd name="T34" fmla="*/ 46 w 123"/>
              <a:gd name="T35" fmla="*/ 31 h 128"/>
              <a:gd name="T36" fmla="*/ 43 w 123"/>
              <a:gd name="T37" fmla="*/ 29 h 128"/>
              <a:gd name="T38" fmla="*/ 39 w 123"/>
              <a:gd name="T39" fmla="*/ 20 h 128"/>
              <a:gd name="T40" fmla="*/ 30 w 123"/>
              <a:gd name="T41" fmla="*/ 20 h 128"/>
              <a:gd name="T42" fmla="*/ 26 w 123"/>
              <a:gd name="T43" fmla="*/ 29 h 128"/>
              <a:gd name="T44" fmla="*/ 23 w 123"/>
              <a:gd name="T45" fmla="*/ 31 h 128"/>
              <a:gd name="T46" fmla="*/ 13 w 123"/>
              <a:gd name="T47" fmla="*/ 27 h 128"/>
              <a:gd name="T48" fmla="*/ 7 w 123"/>
              <a:gd name="T49" fmla="*/ 33 h 128"/>
              <a:gd name="T50" fmla="*/ 11 w 123"/>
              <a:gd name="T51" fmla="*/ 42 h 128"/>
              <a:gd name="T52" fmla="*/ 10 w 123"/>
              <a:gd name="T53" fmla="*/ 46 h 128"/>
              <a:gd name="T54" fmla="*/ 0 w 123"/>
              <a:gd name="T55" fmla="*/ 50 h 128"/>
              <a:gd name="T56" fmla="*/ 0 w 123"/>
              <a:gd name="T57" fmla="*/ 58 h 128"/>
              <a:gd name="T58" fmla="*/ 10 w 123"/>
              <a:gd name="T59" fmla="*/ 62 h 128"/>
              <a:gd name="T60" fmla="*/ 11 w 123"/>
              <a:gd name="T61" fmla="*/ 66 h 128"/>
              <a:gd name="T62" fmla="*/ 7 w 123"/>
              <a:gd name="T63" fmla="*/ 75 h 128"/>
              <a:gd name="T64" fmla="*/ 13 w 123"/>
              <a:gd name="T65" fmla="*/ 81 h 128"/>
              <a:gd name="T66" fmla="*/ 23 w 123"/>
              <a:gd name="T67" fmla="*/ 77 h 128"/>
              <a:gd name="T68" fmla="*/ 26 w 123"/>
              <a:gd name="T69" fmla="*/ 79 h 128"/>
              <a:gd name="T70" fmla="*/ 30 w 123"/>
              <a:gd name="T71" fmla="*/ 88 h 128"/>
              <a:gd name="T72" fmla="*/ 39 w 123"/>
              <a:gd name="T73" fmla="*/ 88 h 128"/>
              <a:gd name="T74" fmla="*/ 43 w 123"/>
              <a:gd name="T75" fmla="*/ 79 h 128"/>
              <a:gd name="T76" fmla="*/ 46 w 123"/>
              <a:gd name="T77" fmla="*/ 77 h 128"/>
              <a:gd name="T78" fmla="*/ 56 w 123"/>
              <a:gd name="T79" fmla="*/ 81 h 128"/>
              <a:gd name="T80" fmla="*/ 62 w 123"/>
              <a:gd name="T81" fmla="*/ 75 h 128"/>
              <a:gd name="T82" fmla="*/ 58 w 123"/>
              <a:gd name="T83" fmla="*/ 66 h 128"/>
              <a:gd name="T84" fmla="*/ 59 w 123"/>
              <a:gd name="T85" fmla="*/ 62 h 128"/>
              <a:gd name="T86" fmla="*/ 69 w 123"/>
              <a:gd name="T87" fmla="*/ 58 h 128"/>
              <a:gd name="T88" fmla="*/ 34 w 123"/>
              <a:gd name="T89" fmla="*/ 39 h 128"/>
              <a:gd name="T90" fmla="*/ 20 w 123"/>
              <a:gd name="T91" fmla="*/ 54 h 128"/>
              <a:gd name="T92" fmla="*/ 34 w 123"/>
              <a:gd name="T93" fmla="*/ 68 h 128"/>
              <a:gd name="T94" fmla="*/ 49 w 123"/>
              <a:gd name="T95" fmla="*/ 54 h 128"/>
              <a:gd name="T96" fmla="*/ 34 w 123"/>
              <a:gd name="T97" fmla="*/ 39 h 128"/>
              <a:gd name="T98" fmla="*/ 90 w 123"/>
              <a:gd name="T99" fmla="*/ 110 h 128"/>
              <a:gd name="T100" fmla="*/ 82 w 123"/>
              <a:gd name="T101" fmla="*/ 11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3" h="128">
                <a:moveTo>
                  <a:pt x="46" y="14"/>
                </a:moveTo>
                <a:cubicBezTo>
                  <a:pt x="114" y="0"/>
                  <a:pt x="108" y="52"/>
                  <a:pt x="108" y="52"/>
                </a:cubicBezTo>
                <a:cubicBezTo>
                  <a:pt x="123" y="82"/>
                  <a:pt x="123" y="82"/>
                  <a:pt x="123" y="82"/>
                </a:cubicBezTo>
                <a:cubicBezTo>
                  <a:pt x="110" y="82"/>
                  <a:pt x="110" y="82"/>
                  <a:pt x="110" y="82"/>
                </a:cubicBezTo>
                <a:cubicBezTo>
                  <a:pt x="110" y="104"/>
                  <a:pt x="110" y="104"/>
                  <a:pt x="110" y="104"/>
                </a:cubicBezTo>
                <a:cubicBezTo>
                  <a:pt x="110" y="107"/>
                  <a:pt x="107" y="110"/>
                  <a:pt x="104" y="110"/>
                </a:cubicBezTo>
                <a:cubicBezTo>
                  <a:pt x="90" y="110"/>
                  <a:pt x="90" y="110"/>
                  <a:pt x="90" y="110"/>
                </a:cubicBezTo>
                <a:cubicBezTo>
                  <a:pt x="90" y="128"/>
                  <a:pt x="90" y="128"/>
                  <a:pt x="90" y="128"/>
                </a:cubicBezTo>
                <a:moveTo>
                  <a:pt x="33" y="128"/>
                </a:moveTo>
                <a:cubicBezTo>
                  <a:pt x="33" y="110"/>
                  <a:pt x="33" y="110"/>
                  <a:pt x="33" y="110"/>
                </a:cubicBezTo>
                <a:cubicBezTo>
                  <a:pt x="27" y="97"/>
                  <a:pt x="27" y="97"/>
                  <a:pt x="27" y="97"/>
                </a:cubicBezTo>
                <a:moveTo>
                  <a:pt x="69" y="58"/>
                </a:moveTo>
                <a:cubicBezTo>
                  <a:pt x="69" y="50"/>
                  <a:pt x="69" y="50"/>
                  <a:pt x="69" y="50"/>
                </a:cubicBezTo>
                <a:cubicBezTo>
                  <a:pt x="59" y="46"/>
                  <a:pt x="59" y="46"/>
                  <a:pt x="59" y="46"/>
                </a:cubicBezTo>
                <a:cubicBezTo>
                  <a:pt x="59" y="45"/>
                  <a:pt x="58" y="43"/>
                  <a:pt x="58" y="42"/>
                </a:cubicBezTo>
                <a:cubicBezTo>
                  <a:pt x="62" y="33"/>
                  <a:pt x="62" y="33"/>
                  <a:pt x="62" y="33"/>
                </a:cubicBezTo>
                <a:cubicBezTo>
                  <a:pt x="56" y="27"/>
                  <a:pt x="56" y="27"/>
                  <a:pt x="56" y="27"/>
                </a:cubicBezTo>
                <a:cubicBezTo>
                  <a:pt x="46" y="31"/>
                  <a:pt x="46" y="31"/>
                  <a:pt x="46" y="31"/>
                </a:cubicBezTo>
                <a:cubicBezTo>
                  <a:pt x="45" y="30"/>
                  <a:pt x="44" y="30"/>
                  <a:pt x="43" y="29"/>
                </a:cubicBezTo>
                <a:cubicBezTo>
                  <a:pt x="39" y="20"/>
                  <a:pt x="39" y="20"/>
                  <a:pt x="39" y="20"/>
                </a:cubicBezTo>
                <a:cubicBezTo>
                  <a:pt x="30" y="20"/>
                  <a:pt x="30" y="20"/>
                  <a:pt x="30" y="20"/>
                </a:cubicBezTo>
                <a:cubicBezTo>
                  <a:pt x="26" y="29"/>
                  <a:pt x="26" y="29"/>
                  <a:pt x="26" y="29"/>
                </a:cubicBezTo>
                <a:cubicBezTo>
                  <a:pt x="25" y="30"/>
                  <a:pt x="24" y="30"/>
                  <a:pt x="23" y="31"/>
                </a:cubicBezTo>
                <a:cubicBezTo>
                  <a:pt x="13" y="27"/>
                  <a:pt x="13" y="27"/>
                  <a:pt x="13" y="27"/>
                </a:cubicBezTo>
                <a:cubicBezTo>
                  <a:pt x="7" y="33"/>
                  <a:pt x="7" y="33"/>
                  <a:pt x="7" y="33"/>
                </a:cubicBezTo>
                <a:cubicBezTo>
                  <a:pt x="11" y="42"/>
                  <a:pt x="11" y="42"/>
                  <a:pt x="11" y="42"/>
                </a:cubicBezTo>
                <a:cubicBezTo>
                  <a:pt x="11" y="43"/>
                  <a:pt x="10" y="45"/>
                  <a:pt x="10" y="46"/>
                </a:cubicBezTo>
                <a:cubicBezTo>
                  <a:pt x="0" y="50"/>
                  <a:pt x="0" y="50"/>
                  <a:pt x="0" y="50"/>
                </a:cubicBezTo>
                <a:cubicBezTo>
                  <a:pt x="0" y="58"/>
                  <a:pt x="0" y="58"/>
                  <a:pt x="0" y="58"/>
                </a:cubicBezTo>
                <a:cubicBezTo>
                  <a:pt x="10" y="62"/>
                  <a:pt x="10" y="62"/>
                  <a:pt x="10" y="62"/>
                </a:cubicBezTo>
                <a:cubicBezTo>
                  <a:pt x="10" y="63"/>
                  <a:pt x="11" y="64"/>
                  <a:pt x="11" y="66"/>
                </a:cubicBezTo>
                <a:cubicBezTo>
                  <a:pt x="7" y="75"/>
                  <a:pt x="7" y="75"/>
                  <a:pt x="7" y="75"/>
                </a:cubicBezTo>
                <a:cubicBezTo>
                  <a:pt x="13" y="81"/>
                  <a:pt x="13" y="81"/>
                  <a:pt x="13" y="81"/>
                </a:cubicBezTo>
                <a:cubicBezTo>
                  <a:pt x="23" y="77"/>
                  <a:pt x="23" y="77"/>
                  <a:pt x="23" y="77"/>
                </a:cubicBezTo>
                <a:cubicBezTo>
                  <a:pt x="24" y="78"/>
                  <a:pt x="25" y="78"/>
                  <a:pt x="26" y="79"/>
                </a:cubicBezTo>
                <a:cubicBezTo>
                  <a:pt x="30" y="88"/>
                  <a:pt x="30" y="88"/>
                  <a:pt x="30" y="88"/>
                </a:cubicBezTo>
                <a:cubicBezTo>
                  <a:pt x="39" y="88"/>
                  <a:pt x="39" y="88"/>
                  <a:pt x="39" y="88"/>
                </a:cubicBezTo>
                <a:cubicBezTo>
                  <a:pt x="43" y="79"/>
                  <a:pt x="43" y="79"/>
                  <a:pt x="43" y="79"/>
                </a:cubicBezTo>
                <a:cubicBezTo>
                  <a:pt x="44" y="78"/>
                  <a:pt x="45" y="78"/>
                  <a:pt x="46" y="77"/>
                </a:cubicBezTo>
                <a:cubicBezTo>
                  <a:pt x="56" y="81"/>
                  <a:pt x="56" y="81"/>
                  <a:pt x="56" y="81"/>
                </a:cubicBezTo>
                <a:cubicBezTo>
                  <a:pt x="62" y="75"/>
                  <a:pt x="62" y="75"/>
                  <a:pt x="62" y="75"/>
                </a:cubicBezTo>
                <a:cubicBezTo>
                  <a:pt x="58" y="66"/>
                  <a:pt x="58" y="66"/>
                  <a:pt x="58" y="66"/>
                </a:cubicBezTo>
                <a:cubicBezTo>
                  <a:pt x="58" y="64"/>
                  <a:pt x="59" y="63"/>
                  <a:pt x="59" y="62"/>
                </a:cubicBezTo>
                <a:lnTo>
                  <a:pt x="69" y="58"/>
                </a:lnTo>
                <a:close/>
                <a:moveTo>
                  <a:pt x="34" y="39"/>
                </a:moveTo>
                <a:cubicBezTo>
                  <a:pt x="26" y="39"/>
                  <a:pt x="20" y="46"/>
                  <a:pt x="20" y="54"/>
                </a:cubicBezTo>
                <a:cubicBezTo>
                  <a:pt x="20" y="62"/>
                  <a:pt x="26" y="68"/>
                  <a:pt x="34" y="68"/>
                </a:cubicBezTo>
                <a:cubicBezTo>
                  <a:pt x="42" y="68"/>
                  <a:pt x="49" y="62"/>
                  <a:pt x="49" y="54"/>
                </a:cubicBezTo>
                <a:cubicBezTo>
                  <a:pt x="49" y="46"/>
                  <a:pt x="42" y="39"/>
                  <a:pt x="34" y="39"/>
                </a:cubicBezTo>
                <a:close/>
                <a:moveTo>
                  <a:pt x="90" y="110"/>
                </a:moveTo>
                <a:cubicBezTo>
                  <a:pt x="82" y="110"/>
                  <a:pt x="82" y="110"/>
                  <a:pt x="82" y="110"/>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7" name="Rectangle 26">
            <a:extLst>
              <a:ext uri="{FF2B5EF4-FFF2-40B4-BE49-F238E27FC236}">
                <a16:creationId xmlns:a16="http://schemas.microsoft.com/office/drawing/2014/main" id="{3285D80A-8542-4A1C-B763-A051471A2EFD}"/>
              </a:ext>
            </a:extLst>
          </p:cNvPr>
          <p:cNvSpPr>
            <a:spLocks noChangeArrowheads="1"/>
          </p:cNvSpPr>
          <p:nvPr/>
        </p:nvSpPr>
        <p:spPr bwMode="auto">
          <a:xfrm>
            <a:off x="7342982" y="2774951"/>
            <a:ext cx="81111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3">
                    <a:lumMod val="75000"/>
                  </a:schemeClr>
                </a:solidFill>
                <a:effectLst/>
                <a:latin typeface="Open Sans" panose="020B0606030504020204" pitchFamily="34" charset="0"/>
              </a:rPr>
              <a:t>STEP 03</a:t>
            </a:r>
            <a:endParaRPr kumimoji="0" lang="ru-UA" altLang="ru-UA" sz="1800" b="0" i="0" u="none" strike="noStrike" cap="none" normalizeH="0" baseline="0">
              <a:ln>
                <a:noFill/>
              </a:ln>
              <a:solidFill>
                <a:schemeClr val="accent3">
                  <a:lumMod val="75000"/>
                </a:schemeClr>
              </a:solidFill>
              <a:effectLst/>
            </a:endParaRPr>
          </a:p>
        </p:txBody>
      </p:sp>
      <p:sp>
        <p:nvSpPr>
          <p:cNvPr id="28" name="Rectangle 27">
            <a:extLst>
              <a:ext uri="{FF2B5EF4-FFF2-40B4-BE49-F238E27FC236}">
                <a16:creationId xmlns:a16="http://schemas.microsoft.com/office/drawing/2014/main" id="{E9E9FA16-3FCC-4503-9221-A6F71A756E63}"/>
              </a:ext>
            </a:extLst>
          </p:cNvPr>
          <p:cNvSpPr>
            <a:spLocks noChangeArrowheads="1"/>
          </p:cNvSpPr>
          <p:nvPr/>
        </p:nvSpPr>
        <p:spPr bwMode="auto">
          <a:xfrm>
            <a:off x="4920457" y="2774951"/>
            <a:ext cx="81111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2">
                    <a:lumMod val="75000"/>
                  </a:schemeClr>
                </a:solidFill>
                <a:effectLst/>
                <a:latin typeface="Open Sans" panose="020B0606030504020204" pitchFamily="34" charset="0"/>
              </a:rPr>
              <a:t>STEP 02</a:t>
            </a:r>
            <a:endParaRPr kumimoji="0" lang="ru-UA" altLang="ru-UA" sz="1800" b="0" i="0" u="none" strike="noStrike" cap="none" normalizeH="0" baseline="0">
              <a:ln>
                <a:noFill/>
              </a:ln>
              <a:solidFill>
                <a:schemeClr val="accent2">
                  <a:lumMod val="75000"/>
                </a:schemeClr>
              </a:solidFill>
              <a:effectLst/>
            </a:endParaRPr>
          </a:p>
        </p:txBody>
      </p:sp>
      <p:sp>
        <p:nvSpPr>
          <p:cNvPr id="29" name="Rectangle 28">
            <a:extLst>
              <a:ext uri="{FF2B5EF4-FFF2-40B4-BE49-F238E27FC236}">
                <a16:creationId xmlns:a16="http://schemas.microsoft.com/office/drawing/2014/main" id="{5DB7B57C-098B-435A-B810-149620B7316A}"/>
              </a:ext>
            </a:extLst>
          </p:cNvPr>
          <p:cNvSpPr>
            <a:spLocks noChangeArrowheads="1"/>
          </p:cNvSpPr>
          <p:nvPr/>
        </p:nvSpPr>
        <p:spPr bwMode="auto">
          <a:xfrm>
            <a:off x="2552701" y="2774951"/>
            <a:ext cx="81111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1">
                    <a:lumMod val="50000"/>
                  </a:schemeClr>
                </a:solidFill>
                <a:effectLst/>
                <a:latin typeface="Open Sans" panose="020B0606030504020204" pitchFamily="34" charset="0"/>
              </a:rPr>
              <a:t>STEP 01</a:t>
            </a:r>
            <a:endParaRPr kumimoji="0" lang="ru-UA" altLang="ru-UA" sz="1800" b="0" i="0" u="none" strike="noStrike" cap="none" normalizeH="0" baseline="0">
              <a:ln>
                <a:noFill/>
              </a:ln>
              <a:solidFill>
                <a:schemeClr val="accent1">
                  <a:lumMod val="50000"/>
                </a:schemeClr>
              </a:solidFill>
              <a:effectLst/>
            </a:endParaRPr>
          </a:p>
        </p:txBody>
      </p:sp>
      <p:sp>
        <p:nvSpPr>
          <p:cNvPr id="40" name="Rectangle 39">
            <a:extLst>
              <a:ext uri="{FF2B5EF4-FFF2-40B4-BE49-F238E27FC236}">
                <a16:creationId xmlns:a16="http://schemas.microsoft.com/office/drawing/2014/main" id="{1DA29DD2-1FA9-427F-B927-106A3B98FC5D}"/>
              </a:ext>
            </a:extLst>
          </p:cNvPr>
          <p:cNvSpPr>
            <a:spLocks noChangeArrowheads="1"/>
          </p:cNvSpPr>
          <p:nvPr/>
        </p:nvSpPr>
        <p:spPr bwMode="auto">
          <a:xfrm>
            <a:off x="9752807" y="2774951"/>
            <a:ext cx="68608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4">
                    <a:lumMod val="75000"/>
                  </a:schemeClr>
                </a:solidFill>
                <a:effectLst/>
                <a:latin typeface="Open Sans" panose="020B0606030504020204" pitchFamily="34" charset="0"/>
              </a:rPr>
              <a:t>STEP </a:t>
            </a:r>
            <a:r>
              <a:rPr kumimoji="0" lang="ru-RU" altLang="ru-UA" sz="1700" b="1" i="0" u="none" strike="noStrike" cap="none" normalizeH="0" baseline="0">
                <a:ln>
                  <a:noFill/>
                </a:ln>
                <a:solidFill>
                  <a:schemeClr val="accent4">
                    <a:lumMod val="75000"/>
                  </a:schemeClr>
                </a:solidFill>
                <a:effectLst/>
                <a:latin typeface="Open Sans" panose="020B0606030504020204" pitchFamily="34" charset="0"/>
              </a:rPr>
              <a:t>4</a:t>
            </a:r>
            <a:endParaRPr kumimoji="0" lang="ru-UA" altLang="ru-UA" sz="1800" b="0" i="0" u="none" strike="noStrike" cap="none" normalizeH="0" baseline="0">
              <a:ln>
                <a:noFill/>
              </a:ln>
              <a:solidFill>
                <a:schemeClr val="accent4">
                  <a:lumMod val="75000"/>
                </a:schemeClr>
              </a:solidFill>
              <a:effectLst/>
            </a:endParaRPr>
          </a:p>
        </p:txBody>
      </p:sp>
      <p:grpSp>
        <p:nvGrpSpPr>
          <p:cNvPr id="39" name="Group 38">
            <a:extLst>
              <a:ext uri="{FF2B5EF4-FFF2-40B4-BE49-F238E27FC236}">
                <a16:creationId xmlns:a16="http://schemas.microsoft.com/office/drawing/2014/main" id="{A13D8338-E4ED-497F-BA66-DE78C13903BD}"/>
              </a:ext>
            </a:extLst>
          </p:cNvPr>
          <p:cNvGrpSpPr/>
          <p:nvPr/>
        </p:nvGrpSpPr>
        <p:grpSpPr>
          <a:xfrm>
            <a:off x="2019441" y="4222751"/>
            <a:ext cx="1877637" cy="1246188"/>
            <a:chOff x="2019441" y="4222751"/>
            <a:chExt cx="1877637" cy="1246188"/>
          </a:xfrm>
        </p:grpSpPr>
        <p:sp>
          <p:nvSpPr>
            <p:cNvPr id="30" name="Rectangle 29">
              <a:extLst>
                <a:ext uri="{FF2B5EF4-FFF2-40B4-BE49-F238E27FC236}">
                  <a16:creationId xmlns:a16="http://schemas.microsoft.com/office/drawing/2014/main" id="{2CE5E27A-C0F6-4435-94CB-4D9A4587A863}"/>
                </a:ext>
              </a:extLst>
            </p:cNvPr>
            <p:cNvSpPr>
              <a:spLocks noChangeArrowheads="1"/>
            </p:cNvSpPr>
            <p:nvPr/>
          </p:nvSpPr>
          <p:spPr bwMode="auto">
            <a:xfrm>
              <a:off x="2205038" y="4222751"/>
              <a:ext cx="100271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1"/>
                  </a:solidFill>
                  <a:effectLst/>
                  <a:latin typeface="Open Sans" panose="020B0606030504020204" pitchFamily="34" charset="0"/>
                </a:rPr>
                <a:t>CREATIVE</a:t>
              </a:r>
              <a:endParaRPr kumimoji="0" lang="ru-UA" altLang="ru-UA" sz="1800" b="0" i="0" u="none" strike="noStrike" cap="none" normalizeH="0" baseline="0">
                <a:ln>
                  <a:noFill/>
                </a:ln>
                <a:solidFill>
                  <a:schemeClr val="accent1"/>
                </a:solidFill>
                <a:effectLst/>
              </a:endParaRPr>
            </a:p>
          </p:txBody>
        </p:sp>
        <p:sp>
          <p:nvSpPr>
            <p:cNvPr id="80" name="Text Placeholder 33">
              <a:extLst>
                <a:ext uri="{FF2B5EF4-FFF2-40B4-BE49-F238E27FC236}">
                  <a16:creationId xmlns:a16="http://schemas.microsoft.com/office/drawing/2014/main" id="{E036A12A-4A69-4A1C-9349-240BE911D620}"/>
                </a:ext>
              </a:extLst>
            </p:cNvPr>
            <p:cNvSpPr txBox="1">
              <a:spLocks/>
            </p:cNvSpPr>
            <p:nvPr/>
          </p:nvSpPr>
          <p:spPr>
            <a:xfrm>
              <a:off x="2019441" y="4500564"/>
              <a:ext cx="1877637"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50"/>
                <a:t>Lorem ipsum dolor sit amet, consectetur adipiscing elit, sed do eiusmod tempor incididunt ut labore et dolore magna</a:t>
              </a:r>
            </a:p>
          </p:txBody>
        </p:sp>
      </p:grpSp>
      <p:grpSp>
        <p:nvGrpSpPr>
          <p:cNvPr id="26" name="Group 25">
            <a:extLst>
              <a:ext uri="{FF2B5EF4-FFF2-40B4-BE49-F238E27FC236}">
                <a16:creationId xmlns:a16="http://schemas.microsoft.com/office/drawing/2014/main" id="{F5727A9F-E61F-4920-9149-998C12F86AF1}"/>
              </a:ext>
            </a:extLst>
          </p:cNvPr>
          <p:cNvGrpSpPr/>
          <p:nvPr/>
        </p:nvGrpSpPr>
        <p:grpSpPr>
          <a:xfrm>
            <a:off x="4460033" y="4222751"/>
            <a:ext cx="1877637" cy="1246188"/>
            <a:chOff x="4460033" y="4222751"/>
            <a:chExt cx="1877637" cy="1246188"/>
          </a:xfrm>
        </p:grpSpPr>
        <p:sp>
          <p:nvSpPr>
            <p:cNvPr id="31" name="Rectangle 30">
              <a:extLst>
                <a:ext uri="{FF2B5EF4-FFF2-40B4-BE49-F238E27FC236}">
                  <a16:creationId xmlns:a16="http://schemas.microsoft.com/office/drawing/2014/main" id="{09102626-23F8-4250-9A28-98EB7C283AA8}"/>
                </a:ext>
              </a:extLst>
            </p:cNvPr>
            <p:cNvSpPr>
              <a:spLocks noChangeArrowheads="1"/>
            </p:cNvSpPr>
            <p:nvPr/>
          </p:nvSpPr>
          <p:spPr bwMode="auto">
            <a:xfrm>
              <a:off x="4611688" y="4222751"/>
              <a:ext cx="130003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2"/>
                  </a:solidFill>
                  <a:effectLst/>
                  <a:latin typeface="Open Sans" panose="020B0606030504020204" pitchFamily="34" charset="0"/>
                </a:rPr>
                <a:t>MARKETING</a:t>
              </a:r>
              <a:endParaRPr kumimoji="0" lang="ru-UA" altLang="ru-UA" sz="1800" b="0" i="0" u="none" strike="noStrike" cap="none" normalizeH="0" baseline="0">
                <a:ln>
                  <a:noFill/>
                </a:ln>
                <a:solidFill>
                  <a:schemeClr val="accent2"/>
                </a:solidFill>
                <a:effectLst/>
              </a:endParaRPr>
            </a:p>
          </p:txBody>
        </p:sp>
        <p:sp>
          <p:nvSpPr>
            <p:cNvPr id="81" name="Text Placeholder 33">
              <a:extLst>
                <a:ext uri="{FF2B5EF4-FFF2-40B4-BE49-F238E27FC236}">
                  <a16:creationId xmlns:a16="http://schemas.microsoft.com/office/drawing/2014/main" id="{A50B8802-A6E8-4431-98B3-91FBDF4099AA}"/>
                </a:ext>
              </a:extLst>
            </p:cNvPr>
            <p:cNvSpPr txBox="1">
              <a:spLocks/>
            </p:cNvSpPr>
            <p:nvPr/>
          </p:nvSpPr>
          <p:spPr>
            <a:xfrm>
              <a:off x="4460033" y="4500564"/>
              <a:ext cx="1877637"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50"/>
                <a:t>Lorem ipsum dolor sit amet, consectetur adipiscing elit, sed do eiusmod tempor incididunt ut labore et dolore magna</a:t>
              </a:r>
            </a:p>
          </p:txBody>
        </p:sp>
      </p:grpSp>
      <p:grpSp>
        <p:nvGrpSpPr>
          <p:cNvPr id="25" name="Group 24">
            <a:extLst>
              <a:ext uri="{FF2B5EF4-FFF2-40B4-BE49-F238E27FC236}">
                <a16:creationId xmlns:a16="http://schemas.microsoft.com/office/drawing/2014/main" id="{F6536FA9-1D67-4983-8A32-8013F1DF89F1}"/>
              </a:ext>
            </a:extLst>
          </p:cNvPr>
          <p:cNvGrpSpPr/>
          <p:nvPr/>
        </p:nvGrpSpPr>
        <p:grpSpPr>
          <a:xfrm>
            <a:off x="6874312" y="4222751"/>
            <a:ext cx="1877637" cy="1246188"/>
            <a:chOff x="6874312" y="4222751"/>
            <a:chExt cx="1877637" cy="1246188"/>
          </a:xfrm>
        </p:grpSpPr>
        <p:sp>
          <p:nvSpPr>
            <p:cNvPr id="32" name="Rectangle 31">
              <a:extLst>
                <a:ext uri="{FF2B5EF4-FFF2-40B4-BE49-F238E27FC236}">
                  <a16:creationId xmlns:a16="http://schemas.microsoft.com/office/drawing/2014/main" id="{16A8DDA8-DA6E-4113-90D2-4F11EEEF3337}"/>
                </a:ext>
              </a:extLst>
            </p:cNvPr>
            <p:cNvSpPr>
              <a:spLocks noChangeArrowheads="1"/>
            </p:cNvSpPr>
            <p:nvPr/>
          </p:nvSpPr>
          <p:spPr bwMode="auto">
            <a:xfrm>
              <a:off x="7018338" y="4222751"/>
              <a:ext cx="127387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3"/>
                  </a:solidFill>
                  <a:effectLst/>
                  <a:latin typeface="Open Sans" panose="020B0606030504020204" pitchFamily="34" charset="0"/>
                </a:rPr>
                <a:t>TEAMWORK</a:t>
              </a:r>
              <a:endParaRPr kumimoji="0" lang="ru-UA" altLang="ru-UA" sz="1800" b="0" i="0" u="none" strike="noStrike" cap="none" normalizeH="0" baseline="0">
                <a:ln>
                  <a:noFill/>
                </a:ln>
                <a:solidFill>
                  <a:schemeClr val="accent3"/>
                </a:solidFill>
                <a:effectLst/>
              </a:endParaRPr>
            </a:p>
          </p:txBody>
        </p:sp>
        <p:sp>
          <p:nvSpPr>
            <p:cNvPr id="82" name="Text Placeholder 33">
              <a:extLst>
                <a:ext uri="{FF2B5EF4-FFF2-40B4-BE49-F238E27FC236}">
                  <a16:creationId xmlns:a16="http://schemas.microsoft.com/office/drawing/2014/main" id="{8CC9716C-CCF4-44A4-B953-FA55EED9B41A}"/>
                </a:ext>
              </a:extLst>
            </p:cNvPr>
            <p:cNvSpPr txBox="1">
              <a:spLocks/>
            </p:cNvSpPr>
            <p:nvPr/>
          </p:nvSpPr>
          <p:spPr>
            <a:xfrm>
              <a:off x="6874312" y="4500564"/>
              <a:ext cx="1877637"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50"/>
                <a:t>Lorem ipsum dolor sit amet, consectetur adipiscing elit, sed do eiusmod tempor incididunt ut labore et dolore magna</a:t>
              </a:r>
            </a:p>
          </p:txBody>
        </p:sp>
      </p:grpSp>
      <p:grpSp>
        <p:nvGrpSpPr>
          <p:cNvPr id="24" name="Group 23">
            <a:extLst>
              <a:ext uri="{FF2B5EF4-FFF2-40B4-BE49-F238E27FC236}">
                <a16:creationId xmlns:a16="http://schemas.microsoft.com/office/drawing/2014/main" id="{588BE93C-353F-450E-8114-2DF9DDDE41FC}"/>
              </a:ext>
            </a:extLst>
          </p:cNvPr>
          <p:cNvGrpSpPr/>
          <p:nvPr/>
        </p:nvGrpSpPr>
        <p:grpSpPr>
          <a:xfrm>
            <a:off x="9255699" y="4222751"/>
            <a:ext cx="1877637" cy="1246188"/>
            <a:chOff x="9255699" y="4222751"/>
            <a:chExt cx="1877637" cy="1246188"/>
          </a:xfrm>
        </p:grpSpPr>
        <p:sp>
          <p:nvSpPr>
            <p:cNvPr id="41" name="Rectangle 40">
              <a:extLst>
                <a:ext uri="{FF2B5EF4-FFF2-40B4-BE49-F238E27FC236}">
                  <a16:creationId xmlns:a16="http://schemas.microsoft.com/office/drawing/2014/main" id="{A8BBA797-7798-400A-B29F-F4849A610E93}"/>
                </a:ext>
              </a:extLst>
            </p:cNvPr>
            <p:cNvSpPr>
              <a:spLocks noChangeArrowheads="1"/>
            </p:cNvSpPr>
            <p:nvPr/>
          </p:nvSpPr>
          <p:spPr bwMode="auto">
            <a:xfrm>
              <a:off x="9429751" y="4222751"/>
              <a:ext cx="81195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4"/>
                  </a:solidFill>
                  <a:effectLst/>
                  <a:latin typeface="Open Sans" panose="020B0606030504020204" pitchFamily="34" charset="0"/>
                </a:rPr>
                <a:t>TARGET</a:t>
              </a:r>
              <a:endParaRPr kumimoji="0" lang="ru-UA" altLang="ru-UA" sz="1800" b="0" i="0" u="none" strike="noStrike" cap="none" normalizeH="0" baseline="0">
                <a:ln>
                  <a:noFill/>
                </a:ln>
                <a:solidFill>
                  <a:schemeClr val="accent4"/>
                </a:solidFill>
                <a:effectLst/>
              </a:endParaRPr>
            </a:p>
          </p:txBody>
        </p:sp>
        <p:sp>
          <p:nvSpPr>
            <p:cNvPr id="83" name="Text Placeholder 33">
              <a:extLst>
                <a:ext uri="{FF2B5EF4-FFF2-40B4-BE49-F238E27FC236}">
                  <a16:creationId xmlns:a16="http://schemas.microsoft.com/office/drawing/2014/main" id="{E54421B2-CBCA-4BE7-AAB7-C07EE876757A}"/>
                </a:ext>
              </a:extLst>
            </p:cNvPr>
            <p:cNvSpPr txBox="1">
              <a:spLocks/>
            </p:cNvSpPr>
            <p:nvPr/>
          </p:nvSpPr>
          <p:spPr>
            <a:xfrm>
              <a:off x="9255699" y="4500564"/>
              <a:ext cx="1877637"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50"/>
                <a:t>Lorem ipsum dolor sit amet, consectetur adipiscing elit, sed do eiusmod tempor incididunt ut labore et dolore magna</a:t>
              </a:r>
            </a:p>
          </p:txBody>
        </p:sp>
      </p:grpSp>
    </p:spTree>
    <p:extLst>
      <p:ext uri="{BB962C8B-B14F-4D97-AF65-F5344CB8AC3E}">
        <p14:creationId xmlns:p14="http://schemas.microsoft.com/office/powerpoint/2010/main" val="235527570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7000">
                                          <p:cBhvr additive="base">
                                            <p:cTn id="7" dur="1000" fill="hold"/>
                                            <p:tgtEl>
                                              <p:spTgt spid="2"/>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7000">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14:bounceEnd="67000">
                                          <p:cBhvr additive="base">
                                            <p:cTn id="11" dur="1000" fill="hold"/>
                                            <p:tgtEl>
                                              <p:spTgt spid="3"/>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67000">
                                      <p:stCondLst>
                                        <p:cond delay="500"/>
                                      </p:stCondLst>
                                      <p:childTnLst>
                                        <p:set>
                                          <p:cBhvr>
                                            <p:cTn id="14" dur="1" fill="hold">
                                              <p:stCondLst>
                                                <p:cond delay="0"/>
                                              </p:stCondLst>
                                            </p:cTn>
                                            <p:tgtEl>
                                              <p:spTgt spid="4"/>
                                            </p:tgtEl>
                                            <p:attrNameLst>
                                              <p:attrName>style.visibility</p:attrName>
                                            </p:attrNameLst>
                                          </p:cBhvr>
                                          <p:to>
                                            <p:strVal val="visible"/>
                                          </p:to>
                                        </p:set>
                                        <p:anim calcmode="lin" valueType="num" p14:bounceEnd="67000">
                                          <p:cBhvr additive="base">
                                            <p:cTn id="15" dur="1000" fill="hold"/>
                                            <p:tgtEl>
                                              <p:spTgt spid="4"/>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67000">
                                      <p:stCondLst>
                                        <p:cond delay="750"/>
                                      </p:stCondLst>
                                      <p:childTnLst>
                                        <p:set>
                                          <p:cBhvr>
                                            <p:cTn id="18" dur="1" fill="hold">
                                              <p:stCondLst>
                                                <p:cond delay="0"/>
                                              </p:stCondLst>
                                            </p:cTn>
                                            <p:tgtEl>
                                              <p:spTgt spid="5"/>
                                            </p:tgtEl>
                                            <p:attrNameLst>
                                              <p:attrName>style.visibility</p:attrName>
                                            </p:attrNameLst>
                                          </p:cBhvr>
                                          <p:to>
                                            <p:strVal val="visible"/>
                                          </p:to>
                                        </p:set>
                                        <p:anim calcmode="lin" valueType="num" p14:bounceEnd="67000">
                                          <p:cBhvr additive="base">
                                            <p:cTn id="19" dur="1000" fill="hold"/>
                                            <p:tgtEl>
                                              <p:spTgt spid="5"/>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5"/>
                                            </p:tgtEl>
                                            <p:attrNameLst>
                                              <p:attrName>ppt_y</p:attrName>
                                            </p:attrNameLst>
                                          </p:cBhvr>
                                          <p:tavLst>
                                            <p:tav tm="0">
                                              <p:val>
                                                <p:strVal val="#ppt_y"/>
                                              </p:val>
                                            </p:tav>
                                            <p:tav tm="100000">
                                              <p:val>
                                                <p:strVal val="#ppt_y"/>
                                              </p:val>
                                            </p:tav>
                                          </p:tavLst>
                                        </p:anim>
                                      </p:childTnLst>
                                    </p:cTn>
                                  </p:par>
                                  <p:par>
                                    <p:cTn id="21" presetID="22" presetClass="entr" presetSubtype="1" fill="hold" nodeType="withEffect">
                                      <p:stCondLst>
                                        <p:cond delay="250"/>
                                      </p:stCondLst>
                                      <p:childTnLst>
                                        <p:set>
                                          <p:cBhvr>
                                            <p:cTn id="22" dur="1" fill="hold">
                                              <p:stCondLst>
                                                <p:cond delay="0"/>
                                              </p:stCondLst>
                                            </p:cTn>
                                            <p:tgtEl>
                                              <p:spTgt spid="78"/>
                                            </p:tgtEl>
                                            <p:attrNameLst>
                                              <p:attrName>style.visibility</p:attrName>
                                            </p:attrNameLst>
                                          </p:cBhvr>
                                          <p:to>
                                            <p:strVal val="visible"/>
                                          </p:to>
                                        </p:set>
                                        <p:animEffect transition="in" filter="wipe(up)">
                                          <p:cBhvr>
                                            <p:cTn id="23" dur="750"/>
                                            <p:tgtEl>
                                              <p:spTgt spid="78"/>
                                            </p:tgtEl>
                                          </p:cBhvr>
                                        </p:animEffect>
                                      </p:childTnLst>
                                    </p:cTn>
                                  </p:par>
                                  <p:par>
                                    <p:cTn id="24" presetID="22" presetClass="entr" presetSubtype="1" fill="hold" nodeType="withEffect">
                                      <p:stCondLst>
                                        <p:cond delay="500"/>
                                      </p:stCondLst>
                                      <p:childTnLst>
                                        <p:set>
                                          <p:cBhvr>
                                            <p:cTn id="25" dur="1" fill="hold">
                                              <p:stCondLst>
                                                <p:cond delay="0"/>
                                              </p:stCondLst>
                                            </p:cTn>
                                            <p:tgtEl>
                                              <p:spTgt spid="77"/>
                                            </p:tgtEl>
                                            <p:attrNameLst>
                                              <p:attrName>style.visibility</p:attrName>
                                            </p:attrNameLst>
                                          </p:cBhvr>
                                          <p:to>
                                            <p:strVal val="visible"/>
                                          </p:to>
                                        </p:set>
                                        <p:animEffect transition="in" filter="wipe(up)">
                                          <p:cBhvr>
                                            <p:cTn id="26" dur="750"/>
                                            <p:tgtEl>
                                              <p:spTgt spid="77"/>
                                            </p:tgtEl>
                                          </p:cBhvr>
                                        </p:animEffect>
                                      </p:childTnLst>
                                    </p:cTn>
                                  </p:par>
                                  <p:par>
                                    <p:cTn id="27" presetID="22" presetClass="entr" presetSubtype="1" fill="hold" nodeType="withEffect">
                                      <p:stCondLst>
                                        <p:cond delay="750"/>
                                      </p:stCondLst>
                                      <p:childTnLst>
                                        <p:set>
                                          <p:cBhvr>
                                            <p:cTn id="28" dur="1" fill="hold">
                                              <p:stCondLst>
                                                <p:cond delay="0"/>
                                              </p:stCondLst>
                                            </p:cTn>
                                            <p:tgtEl>
                                              <p:spTgt spid="76"/>
                                            </p:tgtEl>
                                            <p:attrNameLst>
                                              <p:attrName>style.visibility</p:attrName>
                                            </p:attrNameLst>
                                          </p:cBhvr>
                                          <p:to>
                                            <p:strVal val="visible"/>
                                          </p:to>
                                        </p:set>
                                        <p:animEffect transition="in" filter="wipe(up)">
                                          <p:cBhvr>
                                            <p:cTn id="29" dur="750"/>
                                            <p:tgtEl>
                                              <p:spTgt spid="76"/>
                                            </p:tgtEl>
                                          </p:cBhvr>
                                        </p:animEffect>
                                      </p:childTnLst>
                                    </p:cTn>
                                  </p:par>
                                  <p:par>
                                    <p:cTn id="30" presetID="22" presetClass="entr" presetSubtype="1" fill="hold" nodeType="withEffect">
                                      <p:stCondLst>
                                        <p:cond delay="1000"/>
                                      </p:stCondLst>
                                      <p:childTnLst>
                                        <p:set>
                                          <p:cBhvr>
                                            <p:cTn id="31" dur="1" fill="hold">
                                              <p:stCondLst>
                                                <p:cond delay="0"/>
                                              </p:stCondLst>
                                            </p:cTn>
                                            <p:tgtEl>
                                              <p:spTgt spid="75"/>
                                            </p:tgtEl>
                                            <p:attrNameLst>
                                              <p:attrName>style.visibility</p:attrName>
                                            </p:attrNameLst>
                                          </p:cBhvr>
                                          <p:to>
                                            <p:strVal val="visible"/>
                                          </p:to>
                                        </p:set>
                                        <p:animEffect transition="in" filter="wipe(up)">
                                          <p:cBhvr>
                                            <p:cTn id="32" dur="750"/>
                                            <p:tgtEl>
                                              <p:spTgt spid="75"/>
                                            </p:tgtEl>
                                          </p:cBhvr>
                                        </p:animEffect>
                                      </p:childTnLst>
                                    </p:cTn>
                                  </p:par>
                                  <p:par>
                                    <p:cTn id="33" presetID="53" presetClass="entr" presetSubtype="16" fill="hold" grpId="0" nodeType="withEffect">
                                      <p:stCondLst>
                                        <p:cond delay="500"/>
                                      </p:stCondLst>
                                      <p:childTnLst>
                                        <p:set>
                                          <p:cBhvr>
                                            <p:cTn id="34" dur="1" fill="hold">
                                              <p:stCondLst>
                                                <p:cond delay="0"/>
                                              </p:stCondLst>
                                            </p:cTn>
                                            <p:tgtEl>
                                              <p:spTgt spid="40"/>
                                            </p:tgtEl>
                                            <p:attrNameLst>
                                              <p:attrName>style.visibility</p:attrName>
                                            </p:attrNameLst>
                                          </p:cBhvr>
                                          <p:to>
                                            <p:strVal val="visible"/>
                                          </p:to>
                                        </p:set>
                                        <p:anim calcmode="lin" valueType="num">
                                          <p:cBhvr>
                                            <p:cTn id="35" dur="750" fill="hold"/>
                                            <p:tgtEl>
                                              <p:spTgt spid="40"/>
                                            </p:tgtEl>
                                            <p:attrNameLst>
                                              <p:attrName>ppt_w</p:attrName>
                                            </p:attrNameLst>
                                          </p:cBhvr>
                                          <p:tavLst>
                                            <p:tav tm="0">
                                              <p:val>
                                                <p:fltVal val="0"/>
                                              </p:val>
                                            </p:tav>
                                            <p:tav tm="100000">
                                              <p:val>
                                                <p:strVal val="#ppt_w"/>
                                              </p:val>
                                            </p:tav>
                                          </p:tavLst>
                                        </p:anim>
                                        <p:anim calcmode="lin" valueType="num">
                                          <p:cBhvr>
                                            <p:cTn id="36" dur="750" fill="hold"/>
                                            <p:tgtEl>
                                              <p:spTgt spid="40"/>
                                            </p:tgtEl>
                                            <p:attrNameLst>
                                              <p:attrName>ppt_h</p:attrName>
                                            </p:attrNameLst>
                                          </p:cBhvr>
                                          <p:tavLst>
                                            <p:tav tm="0">
                                              <p:val>
                                                <p:fltVal val="0"/>
                                              </p:val>
                                            </p:tav>
                                            <p:tav tm="100000">
                                              <p:val>
                                                <p:strVal val="#ppt_h"/>
                                              </p:val>
                                            </p:tav>
                                          </p:tavLst>
                                        </p:anim>
                                        <p:animEffect transition="in" filter="fade">
                                          <p:cBhvr>
                                            <p:cTn id="37" dur="750"/>
                                            <p:tgtEl>
                                              <p:spTgt spid="40"/>
                                            </p:tgtEl>
                                          </p:cBhvr>
                                        </p:animEffect>
                                      </p:childTnLst>
                                    </p:cTn>
                                  </p:par>
                                  <p:par>
                                    <p:cTn id="38" presetID="53" presetClass="entr" presetSubtype="16" fill="hold" grpId="0" nodeType="withEffect">
                                      <p:stCondLst>
                                        <p:cond delay="750"/>
                                      </p:stCondLst>
                                      <p:childTnLst>
                                        <p:set>
                                          <p:cBhvr>
                                            <p:cTn id="39" dur="1" fill="hold">
                                              <p:stCondLst>
                                                <p:cond delay="0"/>
                                              </p:stCondLst>
                                            </p:cTn>
                                            <p:tgtEl>
                                              <p:spTgt spid="27"/>
                                            </p:tgtEl>
                                            <p:attrNameLst>
                                              <p:attrName>style.visibility</p:attrName>
                                            </p:attrNameLst>
                                          </p:cBhvr>
                                          <p:to>
                                            <p:strVal val="visible"/>
                                          </p:to>
                                        </p:set>
                                        <p:anim calcmode="lin" valueType="num">
                                          <p:cBhvr>
                                            <p:cTn id="40" dur="750" fill="hold"/>
                                            <p:tgtEl>
                                              <p:spTgt spid="27"/>
                                            </p:tgtEl>
                                            <p:attrNameLst>
                                              <p:attrName>ppt_w</p:attrName>
                                            </p:attrNameLst>
                                          </p:cBhvr>
                                          <p:tavLst>
                                            <p:tav tm="0">
                                              <p:val>
                                                <p:fltVal val="0"/>
                                              </p:val>
                                            </p:tav>
                                            <p:tav tm="100000">
                                              <p:val>
                                                <p:strVal val="#ppt_w"/>
                                              </p:val>
                                            </p:tav>
                                          </p:tavLst>
                                        </p:anim>
                                        <p:anim calcmode="lin" valueType="num">
                                          <p:cBhvr>
                                            <p:cTn id="41" dur="750" fill="hold"/>
                                            <p:tgtEl>
                                              <p:spTgt spid="27"/>
                                            </p:tgtEl>
                                            <p:attrNameLst>
                                              <p:attrName>ppt_h</p:attrName>
                                            </p:attrNameLst>
                                          </p:cBhvr>
                                          <p:tavLst>
                                            <p:tav tm="0">
                                              <p:val>
                                                <p:fltVal val="0"/>
                                              </p:val>
                                            </p:tav>
                                            <p:tav tm="100000">
                                              <p:val>
                                                <p:strVal val="#ppt_h"/>
                                              </p:val>
                                            </p:tav>
                                          </p:tavLst>
                                        </p:anim>
                                        <p:animEffect transition="in" filter="fade">
                                          <p:cBhvr>
                                            <p:cTn id="42" dur="750"/>
                                            <p:tgtEl>
                                              <p:spTgt spid="27"/>
                                            </p:tgtEl>
                                          </p:cBhvr>
                                        </p:animEffect>
                                      </p:childTnLst>
                                    </p:cTn>
                                  </p:par>
                                  <p:par>
                                    <p:cTn id="43" presetID="53" presetClass="entr" presetSubtype="16" fill="hold" grpId="0" nodeType="withEffect">
                                      <p:stCondLst>
                                        <p:cond delay="1000"/>
                                      </p:stCondLst>
                                      <p:childTnLst>
                                        <p:set>
                                          <p:cBhvr>
                                            <p:cTn id="44" dur="1" fill="hold">
                                              <p:stCondLst>
                                                <p:cond delay="0"/>
                                              </p:stCondLst>
                                            </p:cTn>
                                            <p:tgtEl>
                                              <p:spTgt spid="28"/>
                                            </p:tgtEl>
                                            <p:attrNameLst>
                                              <p:attrName>style.visibility</p:attrName>
                                            </p:attrNameLst>
                                          </p:cBhvr>
                                          <p:to>
                                            <p:strVal val="visible"/>
                                          </p:to>
                                        </p:set>
                                        <p:anim calcmode="lin" valueType="num">
                                          <p:cBhvr>
                                            <p:cTn id="45" dur="750" fill="hold"/>
                                            <p:tgtEl>
                                              <p:spTgt spid="28"/>
                                            </p:tgtEl>
                                            <p:attrNameLst>
                                              <p:attrName>ppt_w</p:attrName>
                                            </p:attrNameLst>
                                          </p:cBhvr>
                                          <p:tavLst>
                                            <p:tav tm="0">
                                              <p:val>
                                                <p:fltVal val="0"/>
                                              </p:val>
                                            </p:tav>
                                            <p:tav tm="100000">
                                              <p:val>
                                                <p:strVal val="#ppt_w"/>
                                              </p:val>
                                            </p:tav>
                                          </p:tavLst>
                                        </p:anim>
                                        <p:anim calcmode="lin" valueType="num">
                                          <p:cBhvr>
                                            <p:cTn id="46" dur="750" fill="hold"/>
                                            <p:tgtEl>
                                              <p:spTgt spid="28"/>
                                            </p:tgtEl>
                                            <p:attrNameLst>
                                              <p:attrName>ppt_h</p:attrName>
                                            </p:attrNameLst>
                                          </p:cBhvr>
                                          <p:tavLst>
                                            <p:tav tm="0">
                                              <p:val>
                                                <p:fltVal val="0"/>
                                              </p:val>
                                            </p:tav>
                                            <p:tav tm="100000">
                                              <p:val>
                                                <p:strVal val="#ppt_h"/>
                                              </p:val>
                                            </p:tav>
                                          </p:tavLst>
                                        </p:anim>
                                        <p:animEffect transition="in" filter="fade">
                                          <p:cBhvr>
                                            <p:cTn id="47" dur="750"/>
                                            <p:tgtEl>
                                              <p:spTgt spid="28"/>
                                            </p:tgtEl>
                                          </p:cBhvr>
                                        </p:animEffect>
                                      </p:childTnLst>
                                    </p:cTn>
                                  </p:par>
                                  <p:par>
                                    <p:cTn id="48" presetID="53" presetClass="entr" presetSubtype="16" fill="hold" grpId="0" nodeType="withEffect">
                                      <p:stCondLst>
                                        <p:cond delay="1250"/>
                                      </p:stCondLst>
                                      <p:childTnLst>
                                        <p:set>
                                          <p:cBhvr>
                                            <p:cTn id="49" dur="1" fill="hold">
                                              <p:stCondLst>
                                                <p:cond delay="0"/>
                                              </p:stCondLst>
                                            </p:cTn>
                                            <p:tgtEl>
                                              <p:spTgt spid="29"/>
                                            </p:tgtEl>
                                            <p:attrNameLst>
                                              <p:attrName>style.visibility</p:attrName>
                                            </p:attrNameLst>
                                          </p:cBhvr>
                                          <p:to>
                                            <p:strVal val="visible"/>
                                          </p:to>
                                        </p:set>
                                        <p:anim calcmode="lin" valueType="num">
                                          <p:cBhvr>
                                            <p:cTn id="50" dur="750" fill="hold"/>
                                            <p:tgtEl>
                                              <p:spTgt spid="29"/>
                                            </p:tgtEl>
                                            <p:attrNameLst>
                                              <p:attrName>ppt_w</p:attrName>
                                            </p:attrNameLst>
                                          </p:cBhvr>
                                          <p:tavLst>
                                            <p:tav tm="0">
                                              <p:val>
                                                <p:fltVal val="0"/>
                                              </p:val>
                                            </p:tav>
                                            <p:tav tm="100000">
                                              <p:val>
                                                <p:strVal val="#ppt_w"/>
                                              </p:val>
                                            </p:tav>
                                          </p:tavLst>
                                        </p:anim>
                                        <p:anim calcmode="lin" valueType="num">
                                          <p:cBhvr>
                                            <p:cTn id="51" dur="750" fill="hold"/>
                                            <p:tgtEl>
                                              <p:spTgt spid="29"/>
                                            </p:tgtEl>
                                            <p:attrNameLst>
                                              <p:attrName>ppt_h</p:attrName>
                                            </p:attrNameLst>
                                          </p:cBhvr>
                                          <p:tavLst>
                                            <p:tav tm="0">
                                              <p:val>
                                                <p:fltVal val="0"/>
                                              </p:val>
                                            </p:tav>
                                            <p:tav tm="100000">
                                              <p:val>
                                                <p:strVal val="#ppt_h"/>
                                              </p:val>
                                            </p:tav>
                                          </p:tavLst>
                                        </p:anim>
                                        <p:animEffect transition="in" filter="fade">
                                          <p:cBhvr>
                                            <p:cTn id="52" dur="750"/>
                                            <p:tgtEl>
                                              <p:spTgt spid="29"/>
                                            </p:tgtEl>
                                          </p:cBhvr>
                                        </p:animEffect>
                                      </p:childTnLst>
                                    </p:cTn>
                                  </p:par>
                                  <p:par>
                                    <p:cTn id="53" presetID="2" presetClass="entr" presetSubtype="4" fill="hold" nodeType="withEffect" p14:presetBounceEnd="67000">
                                      <p:stCondLst>
                                        <p:cond delay="500"/>
                                      </p:stCondLst>
                                      <p:childTnLst>
                                        <p:set>
                                          <p:cBhvr>
                                            <p:cTn id="54" dur="1" fill="hold">
                                              <p:stCondLst>
                                                <p:cond delay="0"/>
                                              </p:stCondLst>
                                            </p:cTn>
                                            <p:tgtEl>
                                              <p:spTgt spid="24"/>
                                            </p:tgtEl>
                                            <p:attrNameLst>
                                              <p:attrName>style.visibility</p:attrName>
                                            </p:attrNameLst>
                                          </p:cBhvr>
                                          <p:to>
                                            <p:strVal val="visible"/>
                                          </p:to>
                                        </p:set>
                                        <p:anim calcmode="lin" valueType="num" p14:bounceEnd="67000">
                                          <p:cBhvr additive="base">
                                            <p:cTn id="55" dur="1000" fill="hold"/>
                                            <p:tgtEl>
                                              <p:spTgt spid="24"/>
                                            </p:tgtEl>
                                            <p:attrNameLst>
                                              <p:attrName>ppt_x</p:attrName>
                                            </p:attrNameLst>
                                          </p:cBhvr>
                                          <p:tavLst>
                                            <p:tav tm="0">
                                              <p:val>
                                                <p:strVal val="#ppt_x"/>
                                              </p:val>
                                            </p:tav>
                                            <p:tav tm="100000">
                                              <p:val>
                                                <p:strVal val="#ppt_x"/>
                                              </p:val>
                                            </p:tav>
                                          </p:tavLst>
                                        </p:anim>
                                        <p:anim calcmode="lin" valueType="num" p14:bounceEnd="67000">
                                          <p:cBhvr additive="base">
                                            <p:cTn id="56" dur="1000" fill="hold"/>
                                            <p:tgtEl>
                                              <p:spTgt spid="24"/>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67000">
                                      <p:stCondLst>
                                        <p:cond delay="750"/>
                                      </p:stCondLst>
                                      <p:childTnLst>
                                        <p:set>
                                          <p:cBhvr>
                                            <p:cTn id="58" dur="1" fill="hold">
                                              <p:stCondLst>
                                                <p:cond delay="0"/>
                                              </p:stCondLst>
                                            </p:cTn>
                                            <p:tgtEl>
                                              <p:spTgt spid="25"/>
                                            </p:tgtEl>
                                            <p:attrNameLst>
                                              <p:attrName>style.visibility</p:attrName>
                                            </p:attrNameLst>
                                          </p:cBhvr>
                                          <p:to>
                                            <p:strVal val="visible"/>
                                          </p:to>
                                        </p:set>
                                        <p:anim calcmode="lin" valueType="num" p14:bounceEnd="67000">
                                          <p:cBhvr additive="base">
                                            <p:cTn id="59" dur="1000" fill="hold"/>
                                            <p:tgtEl>
                                              <p:spTgt spid="25"/>
                                            </p:tgtEl>
                                            <p:attrNameLst>
                                              <p:attrName>ppt_x</p:attrName>
                                            </p:attrNameLst>
                                          </p:cBhvr>
                                          <p:tavLst>
                                            <p:tav tm="0">
                                              <p:val>
                                                <p:strVal val="#ppt_x"/>
                                              </p:val>
                                            </p:tav>
                                            <p:tav tm="100000">
                                              <p:val>
                                                <p:strVal val="#ppt_x"/>
                                              </p:val>
                                            </p:tav>
                                          </p:tavLst>
                                        </p:anim>
                                        <p:anim calcmode="lin" valueType="num" p14:bounceEnd="67000">
                                          <p:cBhvr additive="base">
                                            <p:cTn id="60" dur="1000" fill="hold"/>
                                            <p:tgtEl>
                                              <p:spTgt spid="25"/>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67000">
                                      <p:stCondLst>
                                        <p:cond delay="1000"/>
                                      </p:stCondLst>
                                      <p:childTnLst>
                                        <p:set>
                                          <p:cBhvr>
                                            <p:cTn id="62" dur="1" fill="hold">
                                              <p:stCondLst>
                                                <p:cond delay="0"/>
                                              </p:stCondLst>
                                            </p:cTn>
                                            <p:tgtEl>
                                              <p:spTgt spid="26"/>
                                            </p:tgtEl>
                                            <p:attrNameLst>
                                              <p:attrName>style.visibility</p:attrName>
                                            </p:attrNameLst>
                                          </p:cBhvr>
                                          <p:to>
                                            <p:strVal val="visible"/>
                                          </p:to>
                                        </p:set>
                                        <p:anim calcmode="lin" valueType="num" p14:bounceEnd="67000">
                                          <p:cBhvr additive="base">
                                            <p:cTn id="63" dur="1000" fill="hold"/>
                                            <p:tgtEl>
                                              <p:spTgt spid="26"/>
                                            </p:tgtEl>
                                            <p:attrNameLst>
                                              <p:attrName>ppt_x</p:attrName>
                                            </p:attrNameLst>
                                          </p:cBhvr>
                                          <p:tavLst>
                                            <p:tav tm="0">
                                              <p:val>
                                                <p:strVal val="#ppt_x"/>
                                              </p:val>
                                            </p:tav>
                                            <p:tav tm="100000">
                                              <p:val>
                                                <p:strVal val="#ppt_x"/>
                                              </p:val>
                                            </p:tav>
                                          </p:tavLst>
                                        </p:anim>
                                        <p:anim calcmode="lin" valueType="num" p14:bounceEnd="67000">
                                          <p:cBhvr additive="base">
                                            <p:cTn id="64" dur="10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14:presetBounceEnd="67000">
                                      <p:stCondLst>
                                        <p:cond delay="1250"/>
                                      </p:stCondLst>
                                      <p:childTnLst>
                                        <p:set>
                                          <p:cBhvr>
                                            <p:cTn id="66" dur="1" fill="hold">
                                              <p:stCondLst>
                                                <p:cond delay="0"/>
                                              </p:stCondLst>
                                            </p:cTn>
                                            <p:tgtEl>
                                              <p:spTgt spid="39"/>
                                            </p:tgtEl>
                                            <p:attrNameLst>
                                              <p:attrName>style.visibility</p:attrName>
                                            </p:attrNameLst>
                                          </p:cBhvr>
                                          <p:to>
                                            <p:strVal val="visible"/>
                                          </p:to>
                                        </p:set>
                                        <p:anim calcmode="lin" valueType="num" p14:bounceEnd="67000">
                                          <p:cBhvr additive="base">
                                            <p:cTn id="67" dur="1000" fill="hold"/>
                                            <p:tgtEl>
                                              <p:spTgt spid="39"/>
                                            </p:tgtEl>
                                            <p:attrNameLst>
                                              <p:attrName>ppt_x</p:attrName>
                                            </p:attrNameLst>
                                          </p:cBhvr>
                                          <p:tavLst>
                                            <p:tav tm="0">
                                              <p:val>
                                                <p:strVal val="#ppt_x"/>
                                              </p:val>
                                            </p:tav>
                                            <p:tav tm="100000">
                                              <p:val>
                                                <p:strVal val="#ppt_x"/>
                                              </p:val>
                                            </p:tav>
                                          </p:tavLst>
                                        </p:anim>
                                        <p:anim calcmode="lin" valueType="num" p14:bounceEnd="67000">
                                          <p:cBhvr additive="base">
                                            <p:cTn id="68" dur="1000" fill="hold"/>
                                            <p:tgtEl>
                                              <p:spTgt spid="39"/>
                                            </p:tgtEl>
                                            <p:attrNameLst>
                                              <p:attrName>ppt_y</p:attrName>
                                            </p:attrNameLst>
                                          </p:cBhvr>
                                          <p:tavLst>
                                            <p:tav tm="0">
                                              <p:val>
                                                <p:strVal val="1+#ppt_h/2"/>
                                              </p:val>
                                            </p:tav>
                                            <p:tav tm="100000">
                                              <p:val>
                                                <p:strVal val="#ppt_y"/>
                                              </p:val>
                                            </p:tav>
                                          </p:tavLst>
                                        </p:anim>
                                      </p:childTnLst>
                                    </p:cTn>
                                  </p:par>
                                  <p:par>
                                    <p:cTn id="69" presetID="53" presetClass="entr" presetSubtype="16" fill="hold" grpId="0" nodeType="withEffect">
                                      <p:stCondLst>
                                        <p:cond delay="750"/>
                                      </p:stCondLst>
                                      <p:childTnLst>
                                        <p:set>
                                          <p:cBhvr>
                                            <p:cTn id="70" dur="1" fill="hold">
                                              <p:stCondLst>
                                                <p:cond delay="0"/>
                                              </p:stCondLst>
                                            </p:cTn>
                                            <p:tgtEl>
                                              <p:spTgt spid="44"/>
                                            </p:tgtEl>
                                            <p:attrNameLst>
                                              <p:attrName>style.visibility</p:attrName>
                                            </p:attrNameLst>
                                          </p:cBhvr>
                                          <p:to>
                                            <p:strVal val="visible"/>
                                          </p:to>
                                        </p:set>
                                        <p:anim calcmode="lin" valueType="num">
                                          <p:cBhvr>
                                            <p:cTn id="71" dur="750" fill="hold"/>
                                            <p:tgtEl>
                                              <p:spTgt spid="44"/>
                                            </p:tgtEl>
                                            <p:attrNameLst>
                                              <p:attrName>ppt_w</p:attrName>
                                            </p:attrNameLst>
                                          </p:cBhvr>
                                          <p:tavLst>
                                            <p:tav tm="0">
                                              <p:val>
                                                <p:fltVal val="0"/>
                                              </p:val>
                                            </p:tav>
                                            <p:tav tm="100000">
                                              <p:val>
                                                <p:strVal val="#ppt_w"/>
                                              </p:val>
                                            </p:tav>
                                          </p:tavLst>
                                        </p:anim>
                                        <p:anim calcmode="lin" valueType="num">
                                          <p:cBhvr>
                                            <p:cTn id="72" dur="750" fill="hold"/>
                                            <p:tgtEl>
                                              <p:spTgt spid="44"/>
                                            </p:tgtEl>
                                            <p:attrNameLst>
                                              <p:attrName>ppt_h</p:attrName>
                                            </p:attrNameLst>
                                          </p:cBhvr>
                                          <p:tavLst>
                                            <p:tav tm="0">
                                              <p:val>
                                                <p:fltVal val="0"/>
                                              </p:val>
                                            </p:tav>
                                            <p:tav tm="100000">
                                              <p:val>
                                                <p:strVal val="#ppt_h"/>
                                              </p:val>
                                            </p:tav>
                                          </p:tavLst>
                                        </p:anim>
                                        <p:animEffect transition="in" filter="fade">
                                          <p:cBhvr>
                                            <p:cTn id="73" dur="750"/>
                                            <p:tgtEl>
                                              <p:spTgt spid="44"/>
                                            </p:tgtEl>
                                          </p:cBhvr>
                                        </p:animEffect>
                                      </p:childTnLst>
                                    </p:cTn>
                                  </p:par>
                                  <p:par>
                                    <p:cTn id="74" presetID="53" presetClass="entr" presetSubtype="16" fill="hold" grpId="0" nodeType="withEffect">
                                      <p:stCondLst>
                                        <p:cond delay="1000"/>
                                      </p:stCondLst>
                                      <p:childTnLst>
                                        <p:set>
                                          <p:cBhvr>
                                            <p:cTn id="75" dur="1" fill="hold">
                                              <p:stCondLst>
                                                <p:cond delay="0"/>
                                              </p:stCondLst>
                                            </p:cTn>
                                            <p:tgtEl>
                                              <p:spTgt spid="42"/>
                                            </p:tgtEl>
                                            <p:attrNameLst>
                                              <p:attrName>style.visibility</p:attrName>
                                            </p:attrNameLst>
                                          </p:cBhvr>
                                          <p:to>
                                            <p:strVal val="visible"/>
                                          </p:to>
                                        </p:set>
                                        <p:anim calcmode="lin" valueType="num">
                                          <p:cBhvr>
                                            <p:cTn id="76" dur="750" fill="hold"/>
                                            <p:tgtEl>
                                              <p:spTgt spid="42"/>
                                            </p:tgtEl>
                                            <p:attrNameLst>
                                              <p:attrName>ppt_w</p:attrName>
                                            </p:attrNameLst>
                                          </p:cBhvr>
                                          <p:tavLst>
                                            <p:tav tm="0">
                                              <p:val>
                                                <p:fltVal val="0"/>
                                              </p:val>
                                            </p:tav>
                                            <p:tav tm="100000">
                                              <p:val>
                                                <p:strVal val="#ppt_w"/>
                                              </p:val>
                                            </p:tav>
                                          </p:tavLst>
                                        </p:anim>
                                        <p:anim calcmode="lin" valueType="num">
                                          <p:cBhvr>
                                            <p:cTn id="77" dur="750" fill="hold"/>
                                            <p:tgtEl>
                                              <p:spTgt spid="42"/>
                                            </p:tgtEl>
                                            <p:attrNameLst>
                                              <p:attrName>ppt_h</p:attrName>
                                            </p:attrNameLst>
                                          </p:cBhvr>
                                          <p:tavLst>
                                            <p:tav tm="0">
                                              <p:val>
                                                <p:fltVal val="0"/>
                                              </p:val>
                                            </p:tav>
                                            <p:tav tm="100000">
                                              <p:val>
                                                <p:strVal val="#ppt_h"/>
                                              </p:val>
                                            </p:tav>
                                          </p:tavLst>
                                        </p:anim>
                                        <p:animEffect transition="in" filter="fade">
                                          <p:cBhvr>
                                            <p:cTn id="78" dur="750"/>
                                            <p:tgtEl>
                                              <p:spTgt spid="42"/>
                                            </p:tgtEl>
                                          </p:cBhvr>
                                        </p:animEffect>
                                      </p:childTnLst>
                                    </p:cTn>
                                  </p:par>
                                  <p:par>
                                    <p:cTn id="79" presetID="53" presetClass="entr" presetSubtype="16" fill="hold" grpId="0" nodeType="withEffect">
                                      <p:stCondLst>
                                        <p:cond delay="1250"/>
                                      </p:stCondLst>
                                      <p:childTnLst>
                                        <p:set>
                                          <p:cBhvr>
                                            <p:cTn id="80" dur="1" fill="hold">
                                              <p:stCondLst>
                                                <p:cond delay="0"/>
                                              </p:stCondLst>
                                            </p:cTn>
                                            <p:tgtEl>
                                              <p:spTgt spid="43"/>
                                            </p:tgtEl>
                                            <p:attrNameLst>
                                              <p:attrName>style.visibility</p:attrName>
                                            </p:attrNameLst>
                                          </p:cBhvr>
                                          <p:to>
                                            <p:strVal val="visible"/>
                                          </p:to>
                                        </p:set>
                                        <p:anim calcmode="lin" valueType="num">
                                          <p:cBhvr>
                                            <p:cTn id="81" dur="750" fill="hold"/>
                                            <p:tgtEl>
                                              <p:spTgt spid="43"/>
                                            </p:tgtEl>
                                            <p:attrNameLst>
                                              <p:attrName>ppt_w</p:attrName>
                                            </p:attrNameLst>
                                          </p:cBhvr>
                                          <p:tavLst>
                                            <p:tav tm="0">
                                              <p:val>
                                                <p:fltVal val="0"/>
                                              </p:val>
                                            </p:tav>
                                            <p:tav tm="100000">
                                              <p:val>
                                                <p:strVal val="#ppt_w"/>
                                              </p:val>
                                            </p:tav>
                                          </p:tavLst>
                                        </p:anim>
                                        <p:anim calcmode="lin" valueType="num">
                                          <p:cBhvr>
                                            <p:cTn id="82" dur="750" fill="hold"/>
                                            <p:tgtEl>
                                              <p:spTgt spid="43"/>
                                            </p:tgtEl>
                                            <p:attrNameLst>
                                              <p:attrName>ppt_h</p:attrName>
                                            </p:attrNameLst>
                                          </p:cBhvr>
                                          <p:tavLst>
                                            <p:tav tm="0">
                                              <p:val>
                                                <p:fltVal val="0"/>
                                              </p:val>
                                            </p:tav>
                                            <p:tav tm="100000">
                                              <p:val>
                                                <p:strVal val="#ppt_h"/>
                                              </p:val>
                                            </p:tav>
                                          </p:tavLst>
                                        </p:anim>
                                        <p:animEffect transition="in" filter="fade">
                                          <p:cBhvr>
                                            <p:cTn id="83" dur="750"/>
                                            <p:tgtEl>
                                              <p:spTgt spid="43"/>
                                            </p:tgtEl>
                                          </p:cBhvr>
                                        </p:animEffect>
                                      </p:childTnLst>
                                    </p:cTn>
                                  </p:par>
                                  <p:par>
                                    <p:cTn id="84" presetID="53" presetClass="entr" presetSubtype="16" fill="hold" grpId="0" nodeType="withEffect">
                                      <p:stCondLst>
                                        <p:cond delay="1500"/>
                                      </p:stCondLst>
                                      <p:childTnLst>
                                        <p:set>
                                          <p:cBhvr>
                                            <p:cTn id="85" dur="1" fill="hold">
                                              <p:stCondLst>
                                                <p:cond delay="0"/>
                                              </p:stCondLst>
                                            </p:cTn>
                                            <p:tgtEl>
                                              <p:spTgt spid="45"/>
                                            </p:tgtEl>
                                            <p:attrNameLst>
                                              <p:attrName>style.visibility</p:attrName>
                                            </p:attrNameLst>
                                          </p:cBhvr>
                                          <p:to>
                                            <p:strVal val="visible"/>
                                          </p:to>
                                        </p:set>
                                        <p:anim calcmode="lin" valueType="num">
                                          <p:cBhvr>
                                            <p:cTn id="86" dur="750" fill="hold"/>
                                            <p:tgtEl>
                                              <p:spTgt spid="45"/>
                                            </p:tgtEl>
                                            <p:attrNameLst>
                                              <p:attrName>ppt_w</p:attrName>
                                            </p:attrNameLst>
                                          </p:cBhvr>
                                          <p:tavLst>
                                            <p:tav tm="0">
                                              <p:val>
                                                <p:fltVal val="0"/>
                                              </p:val>
                                            </p:tav>
                                            <p:tav tm="100000">
                                              <p:val>
                                                <p:strVal val="#ppt_w"/>
                                              </p:val>
                                            </p:tav>
                                          </p:tavLst>
                                        </p:anim>
                                        <p:anim calcmode="lin" valueType="num">
                                          <p:cBhvr>
                                            <p:cTn id="87" dur="750" fill="hold"/>
                                            <p:tgtEl>
                                              <p:spTgt spid="45"/>
                                            </p:tgtEl>
                                            <p:attrNameLst>
                                              <p:attrName>ppt_h</p:attrName>
                                            </p:attrNameLst>
                                          </p:cBhvr>
                                          <p:tavLst>
                                            <p:tav tm="0">
                                              <p:val>
                                                <p:fltVal val="0"/>
                                              </p:val>
                                            </p:tav>
                                            <p:tav tm="100000">
                                              <p:val>
                                                <p:strVal val="#ppt_h"/>
                                              </p:val>
                                            </p:tav>
                                          </p:tavLst>
                                        </p:anim>
                                        <p:animEffect transition="in" filter="fade">
                                          <p:cBhvr>
                                            <p:cTn id="88" dur="75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P spid="45" grpId="0" animBg="1"/>
          <p:bldP spid="27" grpId="0"/>
          <p:bldP spid="28" grpId="0"/>
          <p:bldP spid="29" grpId="0"/>
          <p:bldP spid="4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0-#ppt_w/2"/>
                                              </p:val>
                                            </p:tav>
                                            <p:tav tm="100000">
                                              <p:val>
                                                <p:strVal val="#ppt_x"/>
                                              </p:val>
                                            </p:tav>
                                          </p:tavLst>
                                        </p:anim>
                                        <p:anim calcmode="lin" valueType="num">
                                          <p:cBhvr additive="base">
                                            <p:cTn id="12" dur="10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5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000" fill="hold"/>
                                            <p:tgtEl>
                                              <p:spTgt spid="4"/>
                                            </p:tgtEl>
                                            <p:attrNameLst>
                                              <p:attrName>ppt_x</p:attrName>
                                            </p:attrNameLst>
                                          </p:cBhvr>
                                          <p:tavLst>
                                            <p:tav tm="0">
                                              <p:val>
                                                <p:strVal val="0-#ppt_w/2"/>
                                              </p:val>
                                            </p:tav>
                                            <p:tav tm="100000">
                                              <p:val>
                                                <p:strVal val="#ppt_x"/>
                                              </p:val>
                                            </p:tav>
                                          </p:tavLst>
                                        </p:anim>
                                        <p:anim calcmode="lin" valueType="num">
                                          <p:cBhvr additive="base">
                                            <p:cTn id="16" dur="100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75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000" fill="hold"/>
                                            <p:tgtEl>
                                              <p:spTgt spid="5"/>
                                            </p:tgtEl>
                                            <p:attrNameLst>
                                              <p:attrName>ppt_x</p:attrName>
                                            </p:attrNameLst>
                                          </p:cBhvr>
                                          <p:tavLst>
                                            <p:tav tm="0">
                                              <p:val>
                                                <p:strVal val="0-#ppt_w/2"/>
                                              </p:val>
                                            </p:tav>
                                            <p:tav tm="100000">
                                              <p:val>
                                                <p:strVal val="#ppt_x"/>
                                              </p:val>
                                            </p:tav>
                                          </p:tavLst>
                                        </p:anim>
                                        <p:anim calcmode="lin" valueType="num">
                                          <p:cBhvr additive="base">
                                            <p:cTn id="20" dur="1000" fill="hold"/>
                                            <p:tgtEl>
                                              <p:spTgt spid="5"/>
                                            </p:tgtEl>
                                            <p:attrNameLst>
                                              <p:attrName>ppt_y</p:attrName>
                                            </p:attrNameLst>
                                          </p:cBhvr>
                                          <p:tavLst>
                                            <p:tav tm="0">
                                              <p:val>
                                                <p:strVal val="#ppt_y"/>
                                              </p:val>
                                            </p:tav>
                                            <p:tav tm="100000">
                                              <p:val>
                                                <p:strVal val="#ppt_y"/>
                                              </p:val>
                                            </p:tav>
                                          </p:tavLst>
                                        </p:anim>
                                      </p:childTnLst>
                                    </p:cTn>
                                  </p:par>
                                  <p:par>
                                    <p:cTn id="21" presetID="22" presetClass="entr" presetSubtype="1" fill="hold" nodeType="withEffect">
                                      <p:stCondLst>
                                        <p:cond delay="250"/>
                                      </p:stCondLst>
                                      <p:childTnLst>
                                        <p:set>
                                          <p:cBhvr>
                                            <p:cTn id="22" dur="1" fill="hold">
                                              <p:stCondLst>
                                                <p:cond delay="0"/>
                                              </p:stCondLst>
                                            </p:cTn>
                                            <p:tgtEl>
                                              <p:spTgt spid="78"/>
                                            </p:tgtEl>
                                            <p:attrNameLst>
                                              <p:attrName>style.visibility</p:attrName>
                                            </p:attrNameLst>
                                          </p:cBhvr>
                                          <p:to>
                                            <p:strVal val="visible"/>
                                          </p:to>
                                        </p:set>
                                        <p:animEffect transition="in" filter="wipe(up)">
                                          <p:cBhvr>
                                            <p:cTn id="23" dur="750"/>
                                            <p:tgtEl>
                                              <p:spTgt spid="78"/>
                                            </p:tgtEl>
                                          </p:cBhvr>
                                        </p:animEffect>
                                      </p:childTnLst>
                                    </p:cTn>
                                  </p:par>
                                  <p:par>
                                    <p:cTn id="24" presetID="22" presetClass="entr" presetSubtype="1" fill="hold" nodeType="withEffect">
                                      <p:stCondLst>
                                        <p:cond delay="500"/>
                                      </p:stCondLst>
                                      <p:childTnLst>
                                        <p:set>
                                          <p:cBhvr>
                                            <p:cTn id="25" dur="1" fill="hold">
                                              <p:stCondLst>
                                                <p:cond delay="0"/>
                                              </p:stCondLst>
                                            </p:cTn>
                                            <p:tgtEl>
                                              <p:spTgt spid="77"/>
                                            </p:tgtEl>
                                            <p:attrNameLst>
                                              <p:attrName>style.visibility</p:attrName>
                                            </p:attrNameLst>
                                          </p:cBhvr>
                                          <p:to>
                                            <p:strVal val="visible"/>
                                          </p:to>
                                        </p:set>
                                        <p:animEffect transition="in" filter="wipe(up)">
                                          <p:cBhvr>
                                            <p:cTn id="26" dur="750"/>
                                            <p:tgtEl>
                                              <p:spTgt spid="77"/>
                                            </p:tgtEl>
                                          </p:cBhvr>
                                        </p:animEffect>
                                      </p:childTnLst>
                                    </p:cTn>
                                  </p:par>
                                  <p:par>
                                    <p:cTn id="27" presetID="22" presetClass="entr" presetSubtype="1" fill="hold" nodeType="withEffect">
                                      <p:stCondLst>
                                        <p:cond delay="750"/>
                                      </p:stCondLst>
                                      <p:childTnLst>
                                        <p:set>
                                          <p:cBhvr>
                                            <p:cTn id="28" dur="1" fill="hold">
                                              <p:stCondLst>
                                                <p:cond delay="0"/>
                                              </p:stCondLst>
                                            </p:cTn>
                                            <p:tgtEl>
                                              <p:spTgt spid="76"/>
                                            </p:tgtEl>
                                            <p:attrNameLst>
                                              <p:attrName>style.visibility</p:attrName>
                                            </p:attrNameLst>
                                          </p:cBhvr>
                                          <p:to>
                                            <p:strVal val="visible"/>
                                          </p:to>
                                        </p:set>
                                        <p:animEffect transition="in" filter="wipe(up)">
                                          <p:cBhvr>
                                            <p:cTn id="29" dur="750"/>
                                            <p:tgtEl>
                                              <p:spTgt spid="76"/>
                                            </p:tgtEl>
                                          </p:cBhvr>
                                        </p:animEffect>
                                      </p:childTnLst>
                                    </p:cTn>
                                  </p:par>
                                  <p:par>
                                    <p:cTn id="30" presetID="22" presetClass="entr" presetSubtype="1" fill="hold" nodeType="withEffect">
                                      <p:stCondLst>
                                        <p:cond delay="1000"/>
                                      </p:stCondLst>
                                      <p:childTnLst>
                                        <p:set>
                                          <p:cBhvr>
                                            <p:cTn id="31" dur="1" fill="hold">
                                              <p:stCondLst>
                                                <p:cond delay="0"/>
                                              </p:stCondLst>
                                            </p:cTn>
                                            <p:tgtEl>
                                              <p:spTgt spid="75"/>
                                            </p:tgtEl>
                                            <p:attrNameLst>
                                              <p:attrName>style.visibility</p:attrName>
                                            </p:attrNameLst>
                                          </p:cBhvr>
                                          <p:to>
                                            <p:strVal val="visible"/>
                                          </p:to>
                                        </p:set>
                                        <p:animEffect transition="in" filter="wipe(up)">
                                          <p:cBhvr>
                                            <p:cTn id="32" dur="750"/>
                                            <p:tgtEl>
                                              <p:spTgt spid="75"/>
                                            </p:tgtEl>
                                          </p:cBhvr>
                                        </p:animEffect>
                                      </p:childTnLst>
                                    </p:cTn>
                                  </p:par>
                                  <p:par>
                                    <p:cTn id="33" presetID="53" presetClass="entr" presetSubtype="16" fill="hold" grpId="0" nodeType="withEffect">
                                      <p:stCondLst>
                                        <p:cond delay="500"/>
                                      </p:stCondLst>
                                      <p:childTnLst>
                                        <p:set>
                                          <p:cBhvr>
                                            <p:cTn id="34" dur="1" fill="hold">
                                              <p:stCondLst>
                                                <p:cond delay="0"/>
                                              </p:stCondLst>
                                            </p:cTn>
                                            <p:tgtEl>
                                              <p:spTgt spid="40"/>
                                            </p:tgtEl>
                                            <p:attrNameLst>
                                              <p:attrName>style.visibility</p:attrName>
                                            </p:attrNameLst>
                                          </p:cBhvr>
                                          <p:to>
                                            <p:strVal val="visible"/>
                                          </p:to>
                                        </p:set>
                                        <p:anim calcmode="lin" valueType="num">
                                          <p:cBhvr>
                                            <p:cTn id="35" dur="750" fill="hold"/>
                                            <p:tgtEl>
                                              <p:spTgt spid="40"/>
                                            </p:tgtEl>
                                            <p:attrNameLst>
                                              <p:attrName>ppt_w</p:attrName>
                                            </p:attrNameLst>
                                          </p:cBhvr>
                                          <p:tavLst>
                                            <p:tav tm="0">
                                              <p:val>
                                                <p:fltVal val="0"/>
                                              </p:val>
                                            </p:tav>
                                            <p:tav tm="100000">
                                              <p:val>
                                                <p:strVal val="#ppt_w"/>
                                              </p:val>
                                            </p:tav>
                                          </p:tavLst>
                                        </p:anim>
                                        <p:anim calcmode="lin" valueType="num">
                                          <p:cBhvr>
                                            <p:cTn id="36" dur="750" fill="hold"/>
                                            <p:tgtEl>
                                              <p:spTgt spid="40"/>
                                            </p:tgtEl>
                                            <p:attrNameLst>
                                              <p:attrName>ppt_h</p:attrName>
                                            </p:attrNameLst>
                                          </p:cBhvr>
                                          <p:tavLst>
                                            <p:tav tm="0">
                                              <p:val>
                                                <p:fltVal val="0"/>
                                              </p:val>
                                            </p:tav>
                                            <p:tav tm="100000">
                                              <p:val>
                                                <p:strVal val="#ppt_h"/>
                                              </p:val>
                                            </p:tav>
                                          </p:tavLst>
                                        </p:anim>
                                        <p:animEffect transition="in" filter="fade">
                                          <p:cBhvr>
                                            <p:cTn id="37" dur="750"/>
                                            <p:tgtEl>
                                              <p:spTgt spid="40"/>
                                            </p:tgtEl>
                                          </p:cBhvr>
                                        </p:animEffect>
                                      </p:childTnLst>
                                    </p:cTn>
                                  </p:par>
                                  <p:par>
                                    <p:cTn id="38" presetID="53" presetClass="entr" presetSubtype="16" fill="hold" grpId="0" nodeType="withEffect">
                                      <p:stCondLst>
                                        <p:cond delay="750"/>
                                      </p:stCondLst>
                                      <p:childTnLst>
                                        <p:set>
                                          <p:cBhvr>
                                            <p:cTn id="39" dur="1" fill="hold">
                                              <p:stCondLst>
                                                <p:cond delay="0"/>
                                              </p:stCondLst>
                                            </p:cTn>
                                            <p:tgtEl>
                                              <p:spTgt spid="27"/>
                                            </p:tgtEl>
                                            <p:attrNameLst>
                                              <p:attrName>style.visibility</p:attrName>
                                            </p:attrNameLst>
                                          </p:cBhvr>
                                          <p:to>
                                            <p:strVal val="visible"/>
                                          </p:to>
                                        </p:set>
                                        <p:anim calcmode="lin" valueType="num">
                                          <p:cBhvr>
                                            <p:cTn id="40" dur="750" fill="hold"/>
                                            <p:tgtEl>
                                              <p:spTgt spid="27"/>
                                            </p:tgtEl>
                                            <p:attrNameLst>
                                              <p:attrName>ppt_w</p:attrName>
                                            </p:attrNameLst>
                                          </p:cBhvr>
                                          <p:tavLst>
                                            <p:tav tm="0">
                                              <p:val>
                                                <p:fltVal val="0"/>
                                              </p:val>
                                            </p:tav>
                                            <p:tav tm="100000">
                                              <p:val>
                                                <p:strVal val="#ppt_w"/>
                                              </p:val>
                                            </p:tav>
                                          </p:tavLst>
                                        </p:anim>
                                        <p:anim calcmode="lin" valueType="num">
                                          <p:cBhvr>
                                            <p:cTn id="41" dur="750" fill="hold"/>
                                            <p:tgtEl>
                                              <p:spTgt spid="27"/>
                                            </p:tgtEl>
                                            <p:attrNameLst>
                                              <p:attrName>ppt_h</p:attrName>
                                            </p:attrNameLst>
                                          </p:cBhvr>
                                          <p:tavLst>
                                            <p:tav tm="0">
                                              <p:val>
                                                <p:fltVal val="0"/>
                                              </p:val>
                                            </p:tav>
                                            <p:tav tm="100000">
                                              <p:val>
                                                <p:strVal val="#ppt_h"/>
                                              </p:val>
                                            </p:tav>
                                          </p:tavLst>
                                        </p:anim>
                                        <p:animEffect transition="in" filter="fade">
                                          <p:cBhvr>
                                            <p:cTn id="42" dur="750"/>
                                            <p:tgtEl>
                                              <p:spTgt spid="27"/>
                                            </p:tgtEl>
                                          </p:cBhvr>
                                        </p:animEffect>
                                      </p:childTnLst>
                                    </p:cTn>
                                  </p:par>
                                  <p:par>
                                    <p:cTn id="43" presetID="53" presetClass="entr" presetSubtype="16" fill="hold" grpId="0" nodeType="withEffect">
                                      <p:stCondLst>
                                        <p:cond delay="1000"/>
                                      </p:stCondLst>
                                      <p:childTnLst>
                                        <p:set>
                                          <p:cBhvr>
                                            <p:cTn id="44" dur="1" fill="hold">
                                              <p:stCondLst>
                                                <p:cond delay="0"/>
                                              </p:stCondLst>
                                            </p:cTn>
                                            <p:tgtEl>
                                              <p:spTgt spid="28"/>
                                            </p:tgtEl>
                                            <p:attrNameLst>
                                              <p:attrName>style.visibility</p:attrName>
                                            </p:attrNameLst>
                                          </p:cBhvr>
                                          <p:to>
                                            <p:strVal val="visible"/>
                                          </p:to>
                                        </p:set>
                                        <p:anim calcmode="lin" valueType="num">
                                          <p:cBhvr>
                                            <p:cTn id="45" dur="750" fill="hold"/>
                                            <p:tgtEl>
                                              <p:spTgt spid="28"/>
                                            </p:tgtEl>
                                            <p:attrNameLst>
                                              <p:attrName>ppt_w</p:attrName>
                                            </p:attrNameLst>
                                          </p:cBhvr>
                                          <p:tavLst>
                                            <p:tav tm="0">
                                              <p:val>
                                                <p:fltVal val="0"/>
                                              </p:val>
                                            </p:tav>
                                            <p:tav tm="100000">
                                              <p:val>
                                                <p:strVal val="#ppt_w"/>
                                              </p:val>
                                            </p:tav>
                                          </p:tavLst>
                                        </p:anim>
                                        <p:anim calcmode="lin" valueType="num">
                                          <p:cBhvr>
                                            <p:cTn id="46" dur="750" fill="hold"/>
                                            <p:tgtEl>
                                              <p:spTgt spid="28"/>
                                            </p:tgtEl>
                                            <p:attrNameLst>
                                              <p:attrName>ppt_h</p:attrName>
                                            </p:attrNameLst>
                                          </p:cBhvr>
                                          <p:tavLst>
                                            <p:tav tm="0">
                                              <p:val>
                                                <p:fltVal val="0"/>
                                              </p:val>
                                            </p:tav>
                                            <p:tav tm="100000">
                                              <p:val>
                                                <p:strVal val="#ppt_h"/>
                                              </p:val>
                                            </p:tav>
                                          </p:tavLst>
                                        </p:anim>
                                        <p:animEffect transition="in" filter="fade">
                                          <p:cBhvr>
                                            <p:cTn id="47" dur="750"/>
                                            <p:tgtEl>
                                              <p:spTgt spid="28"/>
                                            </p:tgtEl>
                                          </p:cBhvr>
                                        </p:animEffect>
                                      </p:childTnLst>
                                    </p:cTn>
                                  </p:par>
                                  <p:par>
                                    <p:cTn id="48" presetID="53" presetClass="entr" presetSubtype="16" fill="hold" grpId="0" nodeType="withEffect">
                                      <p:stCondLst>
                                        <p:cond delay="1250"/>
                                      </p:stCondLst>
                                      <p:childTnLst>
                                        <p:set>
                                          <p:cBhvr>
                                            <p:cTn id="49" dur="1" fill="hold">
                                              <p:stCondLst>
                                                <p:cond delay="0"/>
                                              </p:stCondLst>
                                            </p:cTn>
                                            <p:tgtEl>
                                              <p:spTgt spid="29"/>
                                            </p:tgtEl>
                                            <p:attrNameLst>
                                              <p:attrName>style.visibility</p:attrName>
                                            </p:attrNameLst>
                                          </p:cBhvr>
                                          <p:to>
                                            <p:strVal val="visible"/>
                                          </p:to>
                                        </p:set>
                                        <p:anim calcmode="lin" valueType="num">
                                          <p:cBhvr>
                                            <p:cTn id="50" dur="750" fill="hold"/>
                                            <p:tgtEl>
                                              <p:spTgt spid="29"/>
                                            </p:tgtEl>
                                            <p:attrNameLst>
                                              <p:attrName>ppt_w</p:attrName>
                                            </p:attrNameLst>
                                          </p:cBhvr>
                                          <p:tavLst>
                                            <p:tav tm="0">
                                              <p:val>
                                                <p:fltVal val="0"/>
                                              </p:val>
                                            </p:tav>
                                            <p:tav tm="100000">
                                              <p:val>
                                                <p:strVal val="#ppt_w"/>
                                              </p:val>
                                            </p:tav>
                                          </p:tavLst>
                                        </p:anim>
                                        <p:anim calcmode="lin" valueType="num">
                                          <p:cBhvr>
                                            <p:cTn id="51" dur="750" fill="hold"/>
                                            <p:tgtEl>
                                              <p:spTgt spid="29"/>
                                            </p:tgtEl>
                                            <p:attrNameLst>
                                              <p:attrName>ppt_h</p:attrName>
                                            </p:attrNameLst>
                                          </p:cBhvr>
                                          <p:tavLst>
                                            <p:tav tm="0">
                                              <p:val>
                                                <p:fltVal val="0"/>
                                              </p:val>
                                            </p:tav>
                                            <p:tav tm="100000">
                                              <p:val>
                                                <p:strVal val="#ppt_h"/>
                                              </p:val>
                                            </p:tav>
                                          </p:tavLst>
                                        </p:anim>
                                        <p:animEffect transition="in" filter="fade">
                                          <p:cBhvr>
                                            <p:cTn id="52" dur="750"/>
                                            <p:tgtEl>
                                              <p:spTgt spid="29"/>
                                            </p:tgtEl>
                                          </p:cBhvr>
                                        </p:animEffect>
                                      </p:childTnLst>
                                    </p:cTn>
                                  </p:par>
                                  <p:par>
                                    <p:cTn id="53" presetID="2" presetClass="entr" presetSubtype="4" fill="hold" nodeType="withEffect">
                                      <p:stCondLst>
                                        <p:cond delay="500"/>
                                      </p:stCondLst>
                                      <p:childTnLst>
                                        <p:set>
                                          <p:cBhvr>
                                            <p:cTn id="54" dur="1" fill="hold">
                                              <p:stCondLst>
                                                <p:cond delay="0"/>
                                              </p:stCondLst>
                                            </p:cTn>
                                            <p:tgtEl>
                                              <p:spTgt spid="24"/>
                                            </p:tgtEl>
                                            <p:attrNameLst>
                                              <p:attrName>style.visibility</p:attrName>
                                            </p:attrNameLst>
                                          </p:cBhvr>
                                          <p:to>
                                            <p:strVal val="visible"/>
                                          </p:to>
                                        </p:set>
                                        <p:anim calcmode="lin" valueType="num">
                                          <p:cBhvr additive="base">
                                            <p:cTn id="55" dur="1000" fill="hold"/>
                                            <p:tgtEl>
                                              <p:spTgt spid="24"/>
                                            </p:tgtEl>
                                            <p:attrNameLst>
                                              <p:attrName>ppt_x</p:attrName>
                                            </p:attrNameLst>
                                          </p:cBhvr>
                                          <p:tavLst>
                                            <p:tav tm="0">
                                              <p:val>
                                                <p:strVal val="#ppt_x"/>
                                              </p:val>
                                            </p:tav>
                                            <p:tav tm="100000">
                                              <p:val>
                                                <p:strVal val="#ppt_x"/>
                                              </p:val>
                                            </p:tav>
                                          </p:tavLst>
                                        </p:anim>
                                        <p:anim calcmode="lin" valueType="num">
                                          <p:cBhvr additive="base">
                                            <p:cTn id="56" dur="1000" fill="hold"/>
                                            <p:tgtEl>
                                              <p:spTgt spid="24"/>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750"/>
                                      </p:stCondLst>
                                      <p:childTnLst>
                                        <p:set>
                                          <p:cBhvr>
                                            <p:cTn id="58" dur="1" fill="hold">
                                              <p:stCondLst>
                                                <p:cond delay="0"/>
                                              </p:stCondLst>
                                            </p:cTn>
                                            <p:tgtEl>
                                              <p:spTgt spid="25"/>
                                            </p:tgtEl>
                                            <p:attrNameLst>
                                              <p:attrName>style.visibility</p:attrName>
                                            </p:attrNameLst>
                                          </p:cBhvr>
                                          <p:to>
                                            <p:strVal val="visible"/>
                                          </p:to>
                                        </p:set>
                                        <p:anim calcmode="lin" valueType="num">
                                          <p:cBhvr additive="base">
                                            <p:cTn id="59" dur="1000" fill="hold"/>
                                            <p:tgtEl>
                                              <p:spTgt spid="25"/>
                                            </p:tgtEl>
                                            <p:attrNameLst>
                                              <p:attrName>ppt_x</p:attrName>
                                            </p:attrNameLst>
                                          </p:cBhvr>
                                          <p:tavLst>
                                            <p:tav tm="0">
                                              <p:val>
                                                <p:strVal val="#ppt_x"/>
                                              </p:val>
                                            </p:tav>
                                            <p:tav tm="100000">
                                              <p:val>
                                                <p:strVal val="#ppt_x"/>
                                              </p:val>
                                            </p:tav>
                                          </p:tavLst>
                                        </p:anim>
                                        <p:anim calcmode="lin" valueType="num">
                                          <p:cBhvr additive="base">
                                            <p:cTn id="60" dur="1000" fill="hold"/>
                                            <p:tgtEl>
                                              <p:spTgt spid="25"/>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100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1000" fill="hold"/>
                                            <p:tgtEl>
                                              <p:spTgt spid="26"/>
                                            </p:tgtEl>
                                            <p:attrNameLst>
                                              <p:attrName>ppt_x</p:attrName>
                                            </p:attrNameLst>
                                          </p:cBhvr>
                                          <p:tavLst>
                                            <p:tav tm="0">
                                              <p:val>
                                                <p:strVal val="#ppt_x"/>
                                              </p:val>
                                            </p:tav>
                                            <p:tav tm="100000">
                                              <p:val>
                                                <p:strVal val="#ppt_x"/>
                                              </p:val>
                                            </p:tav>
                                          </p:tavLst>
                                        </p:anim>
                                        <p:anim calcmode="lin" valueType="num">
                                          <p:cBhvr additive="base">
                                            <p:cTn id="64" dur="10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125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1000" fill="hold"/>
                                            <p:tgtEl>
                                              <p:spTgt spid="39"/>
                                            </p:tgtEl>
                                            <p:attrNameLst>
                                              <p:attrName>ppt_x</p:attrName>
                                            </p:attrNameLst>
                                          </p:cBhvr>
                                          <p:tavLst>
                                            <p:tav tm="0">
                                              <p:val>
                                                <p:strVal val="#ppt_x"/>
                                              </p:val>
                                            </p:tav>
                                            <p:tav tm="100000">
                                              <p:val>
                                                <p:strVal val="#ppt_x"/>
                                              </p:val>
                                            </p:tav>
                                          </p:tavLst>
                                        </p:anim>
                                        <p:anim calcmode="lin" valueType="num">
                                          <p:cBhvr additive="base">
                                            <p:cTn id="68" dur="1000" fill="hold"/>
                                            <p:tgtEl>
                                              <p:spTgt spid="39"/>
                                            </p:tgtEl>
                                            <p:attrNameLst>
                                              <p:attrName>ppt_y</p:attrName>
                                            </p:attrNameLst>
                                          </p:cBhvr>
                                          <p:tavLst>
                                            <p:tav tm="0">
                                              <p:val>
                                                <p:strVal val="1+#ppt_h/2"/>
                                              </p:val>
                                            </p:tav>
                                            <p:tav tm="100000">
                                              <p:val>
                                                <p:strVal val="#ppt_y"/>
                                              </p:val>
                                            </p:tav>
                                          </p:tavLst>
                                        </p:anim>
                                      </p:childTnLst>
                                    </p:cTn>
                                  </p:par>
                                  <p:par>
                                    <p:cTn id="69" presetID="53" presetClass="entr" presetSubtype="16" fill="hold" grpId="0" nodeType="withEffect">
                                      <p:stCondLst>
                                        <p:cond delay="750"/>
                                      </p:stCondLst>
                                      <p:childTnLst>
                                        <p:set>
                                          <p:cBhvr>
                                            <p:cTn id="70" dur="1" fill="hold">
                                              <p:stCondLst>
                                                <p:cond delay="0"/>
                                              </p:stCondLst>
                                            </p:cTn>
                                            <p:tgtEl>
                                              <p:spTgt spid="44"/>
                                            </p:tgtEl>
                                            <p:attrNameLst>
                                              <p:attrName>style.visibility</p:attrName>
                                            </p:attrNameLst>
                                          </p:cBhvr>
                                          <p:to>
                                            <p:strVal val="visible"/>
                                          </p:to>
                                        </p:set>
                                        <p:anim calcmode="lin" valueType="num">
                                          <p:cBhvr>
                                            <p:cTn id="71" dur="750" fill="hold"/>
                                            <p:tgtEl>
                                              <p:spTgt spid="44"/>
                                            </p:tgtEl>
                                            <p:attrNameLst>
                                              <p:attrName>ppt_w</p:attrName>
                                            </p:attrNameLst>
                                          </p:cBhvr>
                                          <p:tavLst>
                                            <p:tav tm="0">
                                              <p:val>
                                                <p:fltVal val="0"/>
                                              </p:val>
                                            </p:tav>
                                            <p:tav tm="100000">
                                              <p:val>
                                                <p:strVal val="#ppt_w"/>
                                              </p:val>
                                            </p:tav>
                                          </p:tavLst>
                                        </p:anim>
                                        <p:anim calcmode="lin" valueType="num">
                                          <p:cBhvr>
                                            <p:cTn id="72" dur="750" fill="hold"/>
                                            <p:tgtEl>
                                              <p:spTgt spid="44"/>
                                            </p:tgtEl>
                                            <p:attrNameLst>
                                              <p:attrName>ppt_h</p:attrName>
                                            </p:attrNameLst>
                                          </p:cBhvr>
                                          <p:tavLst>
                                            <p:tav tm="0">
                                              <p:val>
                                                <p:fltVal val="0"/>
                                              </p:val>
                                            </p:tav>
                                            <p:tav tm="100000">
                                              <p:val>
                                                <p:strVal val="#ppt_h"/>
                                              </p:val>
                                            </p:tav>
                                          </p:tavLst>
                                        </p:anim>
                                        <p:animEffect transition="in" filter="fade">
                                          <p:cBhvr>
                                            <p:cTn id="73" dur="750"/>
                                            <p:tgtEl>
                                              <p:spTgt spid="44"/>
                                            </p:tgtEl>
                                          </p:cBhvr>
                                        </p:animEffect>
                                      </p:childTnLst>
                                    </p:cTn>
                                  </p:par>
                                  <p:par>
                                    <p:cTn id="74" presetID="53" presetClass="entr" presetSubtype="16" fill="hold" grpId="0" nodeType="withEffect">
                                      <p:stCondLst>
                                        <p:cond delay="1000"/>
                                      </p:stCondLst>
                                      <p:childTnLst>
                                        <p:set>
                                          <p:cBhvr>
                                            <p:cTn id="75" dur="1" fill="hold">
                                              <p:stCondLst>
                                                <p:cond delay="0"/>
                                              </p:stCondLst>
                                            </p:cTn>
                                            <p:tgtEl>
                                              <p:spTgt spid="42"/>
                                            </p:tgtEl>
                                            <p:attrNameLst>
                                              <p:attrName>style.visibility</p:attrName>
                                            </p:attrNameLst>
                                          </p:cBhvr>
                                          <p:to>
                                            <p:strVal val="visible"/>
                                          </p:to>
                                        </p:set>
                                        <p:anim calcmode="lin" valueType="num">
                                          <p:cBhvr>
                                            <p:cTn id="76" dur="750" fill="hold"/>
                                            <p:tgtEl>
                                              <p:spTgt spid="42"/>
                                            </p:tgtEl>
                                            <p:attrNameLst>
                                              <p:attrName>ppt_w</p:attrName>
                                            </p:attrNameLst>
                                          </p:cBhvr>
                                          <p:tavLst>
                                            <p:tav tm="0">
                                              <p:val>
                                                <p:fltVal val="0"/>
                                              </p:val>
                                            </p:tav>
                                            <p:tav tm="100000">
                                              <p:val>
                                                <p:strVal val="#ppt_w"/>
                                              </p:val>
                                            </p:tav>
                                          </p:tavLst>
                                        </p:anim>
                                        <p:anim calcmode="lin" valueType="num">
                                          <p:cBhvr>
                                            <p:cTn id="77" dur="750" fill="hold"/>
                                            <p:tgtEl>
                                              <p:spTgt spid="42"/>
                                            </p:tgtEl>
                                            <p:attrNameLst>
                                              <p:attrName>ppt_h</p:attrName>
                                            </p:attrNameLst>
                                          </p:cBhvr>
                                          <p:tavLst>
                                            <p:tav tm="0">
                                              <p:val>
                                                <p:fltVal val="0"/>
                                              </p:val>
                                            </p:tav>
                                            <p:tav tm="100000">
                                              <p:val>
                                                <p:strVal val="#ppt_h"/>
                                              </p:val>
                                            </p:tav>
                                          </p:tavLst>
                                        </p:anim>
                                        <p:animEffect transition="in" filter="fade">
                                          <p:cBhvr>
                                            <p:cTn id="78" dur="750"/>
                                            <p:tgtEl>
                                              <p:spTgt spid="42"/>
                                            </p:tgtEl>
                                          </p:cBhvr>
                                        </p:animEffect>
                                      </p:childTnLst>
                                    </p:cTn>
                                  </p:par>
                                  <p:par>
                                    <p:cTn id="79" presetID="53" presetClass="entr" presetSubtype="16" fill="hold" grpId="0" nodeType="withEffect">
                                      <p:stCondLst>
                                        <p:cond delay="1250"/>
                                      </p:stCondLst>
                                      <p:childTnLst>
                                        <p:set>
                                          <p:cBhvr>
                                            <p:cTn id="80" dur="1" fill="hold">
                                              <p:stCondLst>
                                                <p:cond delay="0"/>
                                              </p:stCondLst>
                                            </p:cTn>
                                            <p:tgtEl>
                                              <p:spTgt spid="43"/>
                                            </p:tgtEl>
                                            <p:attrNameLst>
                                              <p:attrName>style.visibility</p:attrName>
                                            </p:attrNameLst>
                                          </p:cBhvr>
                                          <p:to>
                                            <p:strVal val="visible"/>
                                          </p:to>
                                        </p:set>
                                        <p:anim calcmode="lin" valueType="num">
                                          <p:cBhvr>
                                            <p:cTn id="81" dur="750" fill="hold"/>
                                            <p:tgtEl>
                                              <p:spTgt spid="43"/>
                                            </p:tgtEl>
                                            <p:attrNameLst>
                                              <p:attrName>ppt_w</p:attrName>
                                            </p:attrNameLst>
                                          </p:cBhvr>
                                          <p:tavLst>
                                            <p:tav tm="0">
                                              <p:val>
                                                <p:fltVal val="0"/>
                                              </p:val>
                                            </p:tav>
                                            <p:tav tm="100000">
                                              <p:val>
                                                <p:strVal val="#ppt_w"/>
                                              </p:val>
                                            </p:tav>
                                          </p:tavLst>
                                        </p:anim>
                                        <p:anim calcmode="lin" valueType="num">
                                          <p:cBhvr>
                                            <p:cTn id="82" dur="750" fill="hold"/>
                                            <p:tgtEl>
                                              <p:spTgt spid="43"/>
                                            </p:tgtEl>
                                            <p:attrNameLst>
                                              <p:attrName>ppt_h</p:attrName>
                                            </p:attrNameLst>
                                          </p:cBhvr>
                                          <p:tavLst>
                                            <p:tav tm="0">
                                              <p:val>
                                                <p:fltVal val="0"/>
                                              </p:val>
                                            </p:tav>
                                            <p:tav tm="100000">
                                              <p:val>
                                                <p:strVal val="#ppt_h"/>
                                              </p:val>
                                            </p:tav>
                                          </p:tavLst>
                                        </p:anim>
                                        <p:animEffect transition="in" filter="fade">
                                          <p:cBhvr>
                                            <p:cTn id="83" dur="750"/>
                                            <p:tgtEl>
                                              <p:spTgt spid="43"/>
                                            </p:tgtEl>
                                          </p:cBhvr>
                                        </p:animEffect>
                                      </p:childTnLst>
                                    </p:cTn>
                                  </p:par>
                                  <p:par>
                                    <p:cTn id="84" presetID="53" presetClass="entr" presetSubtype="16" fill="hold" grpId="0" nodeType="withEffect">
                                      <p:stCondLst>
                                        <p:cond delay="1500"/>
                                      </p:stCondLst>
                                      <p:childTnLst>
                                        <p:set>
                                          <p:cBhvr>
                                            <p:cTn id="85" dur="1" fill="hold">
                                              <p:stCondLst>
                                                <p:cond delay="0"/>
                                              </p:stCondLst>
                                            </p:cTn>
                                            <p:tgtEl>
                                              <p:spTgt spid="45"/>
                                            </p:tgtEl>
                                            <p:attrNameLst>
                                              <p:attrName>style.visibility</p:attrName>
                                            </p:attrNameLst>
                                          </p:cBhvr>
                                          <p:to>
                                            <p:strVal val="visible"/>
                                          </p:to>
                                        </p:set>
                                        <p:anim calcmode="lin" valueType="num">
                                          <p:cBhvr>
                                            <p:cTn id="86" dur="750" fill="hold"/>
                                            <p:tgtEl>
                                              <p:spTgt spid="45"/>
                                            </p:tgtEl>
                                            <p:attrNameLst>
                                              <p:attrName>ppt_w</p:attrName>
                                            </p:attrNameLst>
                                          </p:cBhvr>
                                          <p:tavLst>
                                            <p:tav tm="0">
                                              <p:val>
                                                <p:fltVal val="0"/>
                                              </p:val>
                                            </p:tav>
                                            <p:tav tm="100000">
                                              <p:val>
                                                <p:strVal val="#ppt_w"/>
                                              </p:val>
                                            </p:tav>
                                          </p:tavLst>
                                        </p:anim>
                                        <p:anim calcmode="lin" valueType="num">
                                          <p:cBhvr>
                                            <p:cTn id="87" dur="750" fill="hold"/>
                                            <p:tgtEl>
                                              <p:spTgt spid="45"/>
                                            </p:tgtEl>
                                            <p:attrNameLst>
                                              <p:attrName>ppt_h</p:attrName>
                                            </p:attrNameLst>
                                          </p:cBhvr>
                                          <p:tavLst>
                                            <p:tav tm="0">
                                              <p:val>
                                                <p:fltVal val="0"/>
                                              </p:val>
                                            </p:tav>
                                            <p:tav tm="100000">
                                              <p:val>
                                                <p:strVal val="#ppt_h"/>
                                              </p:val>
                                            </p:tav>
                                          </p:tavLst>
                                        </p:anim>
                                        <p:animEffect transition="in" filter="fade">
                                          <p:cBhvr>
                                            <p:cTn id="88" dur="75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P spid="45" grpId="0" animBg="1"/>
          <p:bldP spid="27" grpId="0"/>
          <p:bldP spid="28" grpId="0"/>
          <p:bldP spid="29" grpId="0"/>
          <p:bldP spid="40" grpId="0"/>
        </p:bldLst>
      </p:timing>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Oval 56">
            <a:extLst>
              <a:ext uri="{FF2B5EF4-FFF2-40B4-BE49-F238E27FC236}">
                <a16:creationId xmlns:a16="http://schemas.microsoft.com/office/drawing/2014/main" id="{B8404B3F-D8BB-4D16-BAE0-3FD7827A119A}"/>
              </a:ext>
            </a:extLst>
          </p:cNvPr>
          <p:cNvSpPr/>
          <p:nvPr/>
        </p:nvSpPr>
        <p:spPr>
          <a:xfrm>
            <a:off x="1895968" y="5629222"/>
            <a:ext cx="2098183" cy="269982"/>
          </a:xfrm>
          <a:prstGeom prst="ellipse">
            <a:avLst/>
          </a:prstGeom>
          <a:gradFill flip="none" rotWithShape="1">
            <a:gsLst>
              <a:gs pos="100000">
                <a:schemeClr val="bg2">
                  <a:alpha val="0"/>
                </a:schemeClr>
              </a:gs>
              <a:gs pos="0">
                <a:srgbClr val="737373"/>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8" name="Oval 57">
            <a:extLst>
              <a:ext uri="{FF2B5EF4-FFF2-40B4-BE49-F238E27FC236}">
                <a16:creationId xmlns:a16="http://schemas.microsoft.com/office/drawing/2014/main" id="{063703BD-F2BA-4A50-AE72-67B2A745E4B5}"/>
              </a:ext>
            </a:extLst>
          </p:cNvPr>
          <p:cNvSpPr/>
          <p:nvPr/>
        </p:nvSpPr>
        <p:spPr>
          <a:xfrm>
            <a:off x="4018690" y="5629222"/>
            <a:ext cx="2098183" cy="269982"/>
          </a:xfrm>
          <a:prstGeom prst="ellipse">
            <a:avLst/>
          </a:prstGeom>
          <a:gradFill flip="none" rotWithShape="1">
            <a:gsLst>
              <a:gs pos="100000">
                <a:schemeClr val="bg2">
                  <a:alpha val="0"/>
                </a:schemeClr>
              </a:gs>
              <a:gs pos="0">
                <a:srgbClr val="737373"/>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9" name="Oval 58">
            <a:extLst>
              <a:ext uri="{FF2B5EF4-FFF2-40B4-BE49-F238E27FC236}">
                <a16:creationId xmlns:a16="http://schemas.microsoft.com/office/drawing/2014/main" id="{9E80C461-747E-455D-A5FB-4A71DD384E72}"/>
              </a:ext>
            </a:extLst>
          </p:cNvPr>
          <p:cNvSpPr/>
          <p:nvPr/>
        </p:nvSpPr>
        <p:spPr>
          <a:xfrm>
            <a:off x="6086722" y="5615715"/>
            <a:ext cx="2098183" cy="269982"/>
          </a:xfrm>
          <a:prstGeom prst="ellipse">
            <a:avLst/>
          </a:prstGeom>
          <a:gradFill flip="none" rotWithShape="1">
            <a:gsLst>
              <a:gs pos="100000">
                <a:schemeClr val="bg2">
                  <a:alpha val="0"/>
                </a:schemeClr>
              </a:gs>
              <a:gs pos="0">
                <a:srgbClr val="737373"/>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0" name="Oval 59">
            <a:extLst>
              <a:ext uri="{FF2B5EF4-FFF2-40B4-BE49-F238E27FC236}">
                <a16:creationId xmlns:a16="http://schemas.microsoft.com/office/drawing/2014/main" id="{0851F293-1CC1-42E3-9BC9-68B8352EB7A5}"/>
              </a:ext>
            </a:extLst>
          </p:cNvPr>
          <p:cNvSpPr/>
          <p:nvPr/>
        </p:nvSpPr>
        <p:spPr>
          <a:xfrm>
            <a:off x="8184905" y="5629222"/>
            <a:ext cx="2098183" cy="269982"/>
          </a:xfrm>
          <a:prstGeom prst="ellipse">
            <a:avLst/>
          </a:prstGeom>
          <a:gradFill flip="none" rotWithShape="1">
            <a:gsLst>
              <a:gs pos="100000">
                <a:schemeClr val="bg2">
                  <a:alpha val="0"/>
                </a:schemeClr>
              </a:gs>
              <a:gs pos="0">
                <a:srgbClr val="737373"/>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nvGrpSpPr>
          <p:cNvPr id="53" name="Group 52">
            <a:extLst>
              <a:ext uri="{FF2B5EF4-FFF2-40B4-BE49-F238E27FC236}">
                <a16:creationId xmlns:a16="http://schemas.microsoft.com/office/drawing/2014/main" id="{ACD3D19E-2D36-4B23-AAB3-7A71A5AF8C13}"/>
              </a:ext>
            </a:extLst>
          </p:cNvPr>
          <p:cNvGrpSpPr/>
          <p:nvPr/>
        </p:nvGrpSpPr>
        <p:grpSpPr>
          <a:xfrm>
            <a:off x="2266950" y="1084263"/>
            <a:ext cx="1350963" cy="4679950"/>
            <a:chOff x="2266950" y="1084263"/>
            <a:chExt cx="1350963" cy="4679950"/>
          </a:xfrm>
        </p:grpSpPr>
        <p:sp>
          <p:nvSpPr>
            <p:cNvPr id="15" name="Freeform 14">
              <a:extLst>
                <a:ext uri="{FF2B5EF4-FFF2-40B4-BE49-F238E27FC236}">
                  <a16:creationId xmlns:a16="http://schemas.microsoft.com/office/drawing/2014/main" id="{A815F8C6-12C9-4E7A-9762-6C7114320095}"/>
                </a:ext>
              </a:extLst>
            </p:cNvPr>
            <p:cNvSpPr>
              <a:spLocks/>
            </p:cNvSpPr>
            <p:nvPr/>
          </p:nvSpPr>
          <p:spPr bwMode="auto">
            <a:xfrm>
              <a:off x="2266950" y="2162175"/>
              <a:ext cx="1350963" cy="3602038"/>
            </a:xfrm>
            <a:custGeom>
              <a:avLst/>
              <a:gdLst>
                <a:gd name="T0" fmla="*/ 319 w 319"/>
                <a:gd name="T1" fmla="*/ 275 h 850"/>
                <a:gd name="T2" fmla="*/ 289 w 319"/>
                <a:gd name="T3" fmla="*/ 182 h 850"/>
                <a:gd name="T4" fmla="*/ 289 w 319"/>
                <a:gd name="T5" fmla="*/ 182 h 850"/>
                <a:gd name="T6" fmla="*/ 289 w 319"/>
                <a:gd name="T7" fmla="*/ 0 h 850"/>
                <a:gd name="T8" fmla="*/ 289 w 319"/>
                <a:gd name="T9" fmla="*/ 0 h 850"/>
                <a:gd name="T10" fmla="*/ 160 w 319"/>
                <a:gd name="T11" fmla="*/ 65 h 850"/>
                <a:gd name="T12" fmla="*/ 31 w 319"/>
                <a:gd name="T13" fmla="*/ 0 h 850"/>
                <a:gd name="T14" fmla="*/ 31 w 319"/>
                <a:gd name="T15" fmla="*/ 0 h 850"/>
                <a:gd name="T16" fmla="*/ 31 w 319"/>
                <a:gd name="T17" fmla="*/ 182 h 850"/>
                <a:gd name="T18" fmla="*/ 31 w 319"/>
                <a:gd name="T19" fmla="*/ 182 h 850"/>
                <a:gd name="T20" fmla="*/ 0 w 319"/>
                <a:gd name="T21" fmla="*/ 275 h 850"/>
                <a:gd name="T22" fmla="*/ 0 w 319"/>
                <a:gd name="T23" fmla="*/ 275 h 850"/>
                <a:gd name="T24" fmla="*/ 0 w 319"/>
                <a:gd name="T25" fmla="*/ 731 h 850"/>
                <a:gd name="T26" fmla="*/ 160 w 319"/>
                <a:gd name="T27" fmla="*/ 850 h 850"/>
                <a:gd name="T28" fmla="*/ 319 w 319"/>
                <a:gd name="T29" fmla="*/ 731 h 850"/>
                <a:gd name="T30" fmla="*/ 319 w 319"/>
                <a:gd name="T31" fmla="*/ 275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9" h="850">
                  <a:moveTo>
                    <a:pt x="319" y="275"/>
                  </a:moveTo>
                  <a:cubicBezTo>
                    <a:pt x="319" y="241"/>
                    <a:pt x="308" y="208"/>
                    <a:pt x="289" y="182"/>
                  </a:cubicBezTo>
                  <a:cubicBezTo>
                    <a:pt x="289" y="182"/>
                    <a:pt x="289" y="182"/>
                    <a:pt x="289" y="182"/>
                  </a:cubicBezTo>
                  <a:cubicBezTo>
                    <a:pt x="235" y="108"/>
                    <a:pt x="235" y="73"/>
                    <a:pt x="289" y="0"/>
                  </a:cubicBezTo>
                  <a:cubicBezTo>
                    <a:pt x="289" y="0"/>
                    <a:pt x="289" y="0"/>
                    <a:pt x="289" y="0"/>
                  </a:cubicBezTo>
                  <a:cubicBezTo>
                    <a:pt x="260" y="39"/>
                    <a:pt x="213" y="65"/>
                    <a:pt x="160" y="65"/>
                  </a:cubicBezTo>
                  <a:cubicBezTo>
                    <a:pt x="107" y="65"/>
                    <a:pt x="60" y="39"/>
                    <a:pt x="31" y="0"/>
                  </a:cubicBezTo>
                  <a:cubicBezTo>
                    <a:pt x="31" y="0"/>
                    <a:pt x="31" y="0"/>
                    <a:pt x="31" y="0"/>
                  </a:cubicBezTo>
                  <a:cubicBezTo>
                    <a:pt x="84" y="73"/>
                    <a:pt x="84" y="108"/>
                    <a:pt x="31" y="182"/>
                  </a:cubicBezTo>
                  <a:cubicBezTo>
                    <a:pt x="31" y="182"/>
                    <a:pt x="31" y="182"/>
                    <a:pt x="31" y="182"/>
                  </a:cubicBezTo>
                  <a:cubicBezTo>
                    <a:pt x="12" y="208"/>
                    <a:pt x="0" y="241"/>
                    <a:pt x="0" y="275"/>
                  </a:cubicBezTo>
                  <a:cubicBezTo>
                    <a:pt x="0" y="275"/>
                    <a:pt x="0" y="275"/>
                    <a:pt x="0" y="275"/>
                  </a:cubicBezTo>
                  <a:cubicBezTo>
                    <a:pt x="0" y="731"/>
                    <a:pt x="0" y="731"/>
                    <a:pt x="0" y="731"/>
                  </a:cubicBezTo>
                  <a:cubicBezTo>
                    <a:pt x="160" y="850"/>
                    <a:pt x="160" y="850"/>
                    <a:pt x="160" y="850"/>
                  </a:cubicBezTo>
                  <a:cubicBezTo>
                    <a:pt x="319" y="731"/>
                    <a:pt x="319" y="731"/>
                    <a:pt x="319" y="731"/>
                  </a:cubicBezTo>
                  <a:cubicBezTo>
                    <a:pt x="319" y="275"/>
                    <a:pt x="319" y="275"/>
                    <a:pt x="319" y="27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1" name="Freeform 20">
              <a:extLst>
                <a:ext uri="{FF2B5EF4-FFF2-40B4-BE49-F238E27FC236}">
                  <a16:creationId xmlns:a16="http://schemas.microsoft.com/office/drawing/2014/main" id="{4DD435B5-3185-43A9-A4E1-E42BC05CF73E}"/>
                </a:ext>
              </a:extLst>
            </p:cNvPr>
            <p:cNvSpPr>
              <a:spLocks/>
            </p:cNvSpPr>
            <p:nvPr/>
          </p:nvSpPr>
          <p:spPr bwMode="auto">
            <a:xfrm>
              <a:off x="2944813" y="2162175"/>
              <a:ext cx="673100" cy="3602038"/>
            </a:xfrm>
            <a:custGeom>
              <a:avLst/>
              <a:gdLst>
                <a:gd name="T0" fmla="*/ 159 w 159"/>
                <a:gd name="T1" fmla="*/ 275 h 850"/>
                <a:gd name="T2" fmla="*/ 129 w 159"/>
                <a:gd name="T3" fmla="*/ 182 h 850"/>
                <a:gd name="T4" fmla="*/ 129 w 159"/>
                <a:gd name="T5" fmla="*/ 182 h 850"/>
                <a:gd name="T6" fmla="*/ 129 w 159"/>
                <a:gd name="T7" fmla="*/ 0 h 850"/>
                <a:gd name="T8" fmla="*/ 129 w 159"/>
                <a:gd name="T9" fmla="*/ 0 h 850"/>
                <a:gd name="T10" fmla="*/ 0 w 159"/>
                <a:gd name="T11" fmla="*/ 65 h 850"/>
                <a:gd name="T12" fmla="*/ 0 w 159"/>
                <a:gd name="T13" fmla="*/ 850 h 850"/>
                <a:gd name="T14" fmla="*/ 159 w 159"/>
                <a:gd name="T15" fmla="*/ 731 h 850"/>
                <a:gd name="T16" fmla="*/ 159 w 159"/>
                <a:gd name="T17" fmla="*/ 275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50">
                  <a:moveTo>
                    <a:pt x="159" y="275"/>
                  </a:moveTo>
                  <a:cubicBezTo>
                    <a:pt x="159" y="241"/>
                    <a:pt x="148" y="208"/>
                    <a:pt x="129" y="182"/>
                  </a:cubicBezTo>
                  <a:cubicBezTo>
                    <a:pt x="129" y="182"/>
                    <a:pt x="129" y="182"/>
                    <a:pt x="129" y="182"/>
                  </a:cubicBezTo>
                  <a:cubicBezTo>
                    <a:pt x="75" y="108"/>
                    <a:pt x="75" y="73"/>
                    <a:pt x="129" y="0"/>
                  </a:cubicBezTo>
                  <a:cubicBezTo>
                    <a:pt x="129" y="0"/>
                    <a:pt x="129" y="0"/>
                    <a:pt x="129" y="0"/>
                  </a:cubicBezTo>
                  <a:cubicBezTo>
                    <a:pt x="100" y="39"/>
                    <a:pt x="53" y="65"/>
                    <a:pt x="0" y="65"/>
                  </a:cubicBezTo>
                  <a:cubicBezTo>
                    <a:pt x="0" y="850"/>
                    <a:pt x="0" y="850"/>
                    <a:pt x="0" y="850"/>
                  </a:cubicBezTo>
                  <a:cubicBezTo>
                    <a:pt x="159" y="731"/>
                    <a:pt x="159" y="731"/>
                    <a:pt x="159" y="731"/>
                  </a:cubicBezTo>
                  <a:cubicBezTo>
                    <a:pt x="159" y="275"/>
                    <a:pt x="159" y="275"/>
                    <a:pt x="159" y="275"/>
                  </a:cubicBezTo>
                  <a:close/>
                </a:path>
              </a:pathLst>
            </a:custGeom>
            <a:gradFill flip="none" rotWithShape="1">
              <a:gsLst>
                <a:gs pos="0">
                  <a:schemeClr val="accent1">
                    <a:lumMod val="75000"/>
                  </a:schemeClr>
                </a:gs>
                <a:gs pos="100000">
                  <a:schemeClr val="accent1">
                    <a:shade val="100000"/>
                    <a:satMod val="11500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6" name="Oval 15">
              <a:extLst>
                <a:ext uri="{FF2B5EF4-FFF2-40B4-BE49-F238E27FC236}">
                  <a16:creationId xmlns:a16="http://schemas.microsoft.com/office/drawing/2014/main" id="{C2385EB9-5E0D-4D65-BFC8-466717DFD159}"/>
                </a:ext>
              </a:extLst>
            </p:cNvPr>
            <p:cNvSpPr>
              <a:spLocks noChangeArrowheads="1"/>
            </p:cNvSpPr>
            <p:nvPr/>
          </p:nvSpPr>
          <p:spPr bwMode="auto">
            <a:xfrm>
              <a:off x="2266950" y="1084263"/>
              <a:ext cx="1350963" cy="1352550"/>
            </a:xfrm>
            <a:prstGeom prst="ellipse">
              <a:avLst/>
            </a:prstGeom>
            <a:solidFill>
              <a:schemeClr val="accent1"/>
            </a:solidFill>
            <a:ln>
              <a:noFill/>
            </a:ln>
            <a:effectLst>
              <a:outerShdw blurRad="76200" dist="127000" dir="5400000" sx="95000" sy="95000" algn="t" rotWithShape="0">
                <a:prstClr val="black">
                  <a:alpha val="24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4C26E918-A4FE-4AC2-A4D8-08340A28BD7F}"/>
                </a:ext>
              </a:extLst>
            </p:cNvPr>
            <p:cNvSpPr>
              <a:spLocks/>
            </p:cNvSpPr>
            <p:nvPr/>
          </p:nvSpPr>
          <p:spPr bwMode="auto">
            <a:xfrm>
              <a:off x="2266950" y="1084263"/>
              <a:ext cx="690563" cy="4679950"/>
            </a:xfrm>
            <a:custGeom>
              <a:avLst/>
              <a:gdLst>
                <a:gd name="T0" fmla="*/ 7 w 163"/>
                <a:gd name="T1" fmla="*/ 985 h 1104"/>
                <a:gd name="T2" fmla="*/ 7 w 163"/>
                <a:gd name="T3" fmla="*/ 529 h 1104"/>
                <a:gd name="T4" fmla="*/ 38 w 163"/>
                <a:gd name="T5" fmla="*/ 436 h 1104"/>
                <a:gd name="T6" fmla="*/ 38 w 163"/>
                <a:gd name="T7" fmla="*/ 436 h 1104"/>
                <a:gd name="T8" fmla="*/ 38 w 163"/>
                <a:gd name="T9" fmla="*/ 254 h 1104"/>
                <a:gd name="T10" fmla="*/ 38 w 163"/>
                <a:gd name="T11" fmla="*/ 254 h 1104"/>
                <a:gd name="T12" fmla="*/ 7 w 163"/>
                <a:gd name="T13" fmla="*/ 160 h 1104"/>
                <a:gd name="T14" fmla="*/ 163 w 163"/>
                <a:gd name="T15" fmla="*/ 0 h 1104"/>
                <a:gd name="T16" fmla="*/ 160 w 163"/>
                <a:gd name="T17" fmla="*/ 0 h 1104"/>
                <a:gd name="T18" fmla="*/ 0 w 163"/>
                <a:gd name="T19" fmla="*/ 160 h 1104"/>
                <a:gd name="T20" fmla="*/ 31 w 163"/>
                <a:gd name="T21" fmla="*/ 254 h 1104"/>
                <a:gd name="T22" fmla="*/ 31 w 163"/>
                <a:gd name="T23" fmla="*/ 254 h 1104"/>
                <a:gd name="T24" fmla="*/ 31 w 163"/>
                <a:gd name="T25" fmla="*/ 436 h 1104"/>
                <a:gd name="T26" fmla="*/ 31 w 163"/>
                <a:gd name="T27" fmla="*/ 436 h 1104"/>
                <a:gd name="T28" fmla="*/ 0 w 163"/>
                <a:gd name="T29" fmla="*/ 529 h 1104"/>
                <a:gd name="T30" fmla="*/ 0 w 163"/>
                <a:gd name="T31" fmla="*/ 985 h 1104"/>
                <a:gd name="T32" fmla="*/ 160 w 163"/>
                <a:gd name="T33" fmla="*/ 1104 h 1104"/>
                <a:gd name="T34" fmla="*/ 7 w 163"/>
                <a:gd name="T35" fmla="*/ 985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1104">
                  <a:moveTo>
                    <a:pt x="7" y="985"/>
                  </a:moveTo>
                  <a:cubicBezTo>
                    <a:pt x="7" y="529"/>
                    <a:pt x="7" y="529"/>
                    <a:pt x="7" y="529"/>
                  </a:cubicBezTo>
                  <a:cubicBezTo>
                    <a:pt x="7" y="495"/>
                    <a:pt x="19" y="462"/>
                    <a:pt x="38" y="436"/>
                  </a:cubicBezTo>
                  <a:cubicBezTo>
                    <a:pt x="38" y="436"/>
                    <a:pt x="38" y="436"/>
                    <a:pt x="38" y="436"/>
                  </a:cubicBezTo>
                  <a:cubicBezTo>
                    <a:pt x="91" y="362"/>
                    <a:pt x="91" y="327"/>
                    <a:pt x="38" y="254"/>
                  </a:cubicBezTo>
                  <a:cubicBezTo>
                    <a:pt x="38" y="254"/>
                    <a:pt x="38" y="254"/>
                    <a:pt x="38" y="254"/>
                  </a:cubicBezTo>
                  <a:cubicBezTo>
                    <a:pt x="19" y="227"/>
                    <a:pt x="7" y="195"/>
                    <a:pt x="7" y="160"/>
                  </a:cubicBezTo>
                  <a:cubicBezTo>
                    <a:pt x="7" y="73"/>
                    <a:pt x="77" y="2"/>
                    <a:pt x="163" y="0"/>
                  </a:cubicBezTo>
                  <a:cubicBezTo>
                    <a:pt x="162" y="0"/>
                    <a:pt x="161" y="0"/>
                    <a:pt x="160" y="0"/>
                  </a:cubicBezTo>
                  <a:cubicBezTo>
                    <a:pt x="72" y="0"/>
                    <a:pt x="0" y="72"/>
                    <a:pt x="0" y="160"/>
                  </a:cubicBezTo>
                  <a:cubicBezTo>
                    <a:pt x="0" y="195"/>
                    <a:pt x="12" y="227"/>
                    <a:pt x="31" y="254"/>
                  </a:cubicBezTo>
                  <a:cubicBezTo>
                    <a:pt x="31" y="254"/>
                    <a:pt x="31" y="254"/>
                    <a:pt x="31" y="254"/>
                  </a:cubicBezTo>
                  <a:cubicBezTo>
                    <a:pt x="84" y="327"/>
                    <a:pt x="84" y="362"/>
                    <a:pt x="31" y="436"/>
                  </a:cubicBezTo>
                  <a:cubicBezTo>
                    <a:pt x="31" y="436"/>
                    <a:pt x="31" y="436"/>
                    <a:pt x="31" y="436"/>
                  </a:cubicBezTo>
                  <a:cubicBezTo>
                    <a:pt x="12" y="462"/>
                    <a:pt x="0" y="495"/>
                    <a:pt x="0" y="529"/>
                  </a:cubicBezTo>
                  <a:cubicBezTo>
                    <a:pt x="0" y="985"/>
                    <a:pt x="0" y="985"/>
                    <a:pt x="0" y="985"/>
                  </a:cubicBezTo>
                  <a:cubicBezTo>
                    <a:pt x="160" y="1104"/>
                    <a:pt x="160" y="1104"/>
                    <a:pt x="160" y="1104"/>
                  </a:cubicBezTo>
                  <a:lnTo>
                    <a:pt x="7" y="985"/>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6" name="Group 55">
            <a:extLst>
              <a:ext uri="{FF2B5EF4-FFF2-40B4-BE49-F238E27FC236}">
                <a16:creationId xmlns:a16="http://schemas.microsoft.com/office/drawing/2014/main" id="{276235DE-B311-4371-B1C2-D4C3C9FEA351}"/>
              </a:ext>
            </a:extLst>
          </p:cNvPr>
          <p:cNvGrpSpPr/>
          <p:nvPr/>
        </p:nvGrpSpPr>
        <p:grpSpPr>
          <a:xfrm>
            <a:off x="8570913" y="1084263"/>
            <a:ext cx="1349375" cy="4679950"/>
            <a:chOff x="8570913" y="1084263"/>
            <a:chExt cx="1349375" cy="4679950"/>
          </a:xfrm>
        </p:grpSpPr>
        <p:sp>
          <p:nvSpPr>
            <p:cNvPr id="6" name="Freeform 5">
              <a:extLst>
                <a:ext uri="{FF2B5EF4-FFF2-40B4-BE49-F238E27FC236}">
                  <a16:creationId xmlns:a16="http://schemas.microsoft.com/office/drawing/2014/main" id="{93C01085-4BD7-461F-B257-B6B904309A72}"/>
                </a:ext>
              </a:extLst>
            </p:cNvPr>
            <p:cNvSpPr>
              <a:spLocks/>
            </p:cNvSpPr>
            <p:nvPr/>
          </p:nvSpPr>
          <p:spPr bwMode="auto">
            <a:xfrm>
              <a:off x="8570913" y="2162175"/>
              <a:ext cx="1349375" cy="3602038"/>
            </a:xfrm>
            <a:custGeom>
              <a:avLst/>
              <a:gdLst>
                <a:gd name="T0" fmla="*/ 319 w 319"/>
                <a:gd name="T1" fmla="*/ 275 h 850"/>
                <a:gd name="T2" fmla="*/ 288 w 319"/>
                <a:gd name="T3" fmla="*/ 182 h 850"/>
                <a:gd name="T4" fmla="*/ 288 w 319"/>
                <a:gd name="T5" fmla="*/ 182 h 850"/>
                <a:gd name="T6" fmla="*/ 288 w 319"/>
                <a:gd name="T7" fmla="*/ 0 h 850"/>
                <a:gd name="T8" fmla="*/ 288 w 319"/>
                <a:gd name="T9" fmla="*/ 0 h 850"/>
                <a:gd name="T10" fmla="*/ 159 w 319"/>
                <a:gd name="T11" fmla="*/ 65 h 850"/>
                <a:gd name="T12" fmla="*/ 30 w 319"/>
                <a:gd name="T13" fmla="*/ 0 h 850"/>
                <a:gd name="T14" fmla="*/ 30 w 319"/>
                <a:gd name="T15" fmla="*/ 0 h 850"/>
                <a:gd name="T16" fmla="*/ 30 w 319"/>
                <a:gd name="T17" fmla="*/ 182 h 850"/>
                <a:gd name="T18" fmla="*/ 30 w 319"/>
                <a:gd name="T19" fmla="*/ 182 h 850"/>
                <a:gd name="T20" fmla="*/ 0 w 319"/>
                <a:gd name="T21" fmla="*/ 275 h 850"/>
                <a:gd name="T22" fmla="*/ 0 w 319"/>
                <a:gd name="T23" fmla="*/ 275 h 850"/>
                <a:gd name="T24" fmla="*/ 0 w 319"/>
                <a:gd name="T25" fmla="*/ 731 h 850"/>
                <a:gd name="T26" fmla="*/ 159 w 319"/>
                <a:gd name="T27" fmla="*/ 850 h 850"/>
                <a:gd name="T28" fmla="*/ 319 w 319"/>
                <a:gd name="T29" fmla="*/ 731 h 850"/>
                <a:gd name="T30" fmla="*/ 319 w 319"/>
                <a:gd name="T31" fmla="*/ 275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9" h="850">
                  <a:moveTo>
                    <a:pt x="319" y="275"/>
                  </a:moveTo>
                  <a:cubicBezTo>
                    <a:pt x="319" y="241"/>
                    <a:pt x="307" y="208"/>
                    <a:pt x="288" y="182"/>
                  </a:cubicBezTo>
                  <a:cubicBezTo>
                    <a:pt x="288" y="182"/>
                    <a:pt x="288" y="182"/>
                    <a:pt x="288" y="182"/>
                  </a:cubicBezTo>
                  <a:cubicBezTo>
                    <a:pt x="235" y="108"/>
                    <a:pt x="235" y="73"/>
                    <a:pt x="288" y="0"/>
                  </a:cubicBezTo>
                  <a:cubicBezTo>
                    <a:pt x="288" y="0"/>
                    <a:pt x="288" y="0"/>
                    <a:pt x="288" y="0"/>
                  </a:cubicBezTo>
                  <a:cubicBezTo>
                    <a:pt x="259" y="39"/>
                    <a:pt x="212" y="65"/>
                    <a:pt x="159" y="65"/>
                  </a:cubicBezTo>
                  <a:cubicBezTo>
                    <a:pt x="106" y="65"/>
                    <a:pt x="59" y="39"/>
                    <a:pt x="30" y="0"/>
                  </a:cubicBezTo>
                  <a:cubicBezTo>
                    <a:pt x="30" y="0"/>
                    <a:pt x="30" y="0"/>
                    <a:pt x="30" y="0"/>
                  </a:cubicBezTo>
                  <a:cubicBezTo>
                    <a:pt x="84" y="73"/>
                    <a:pt x="84" y="108"/>
                    <a:pt x="30" y="182"/>
                  </a:cubicBezTo>
                  <a:cubicBezTo>
                    <a:pt x="30" y="182"/>
                    <a:pt x="30" y="182"/>
                    <a:pt x="30" y="182"/>
                  </a:cubicBezTo>
                  <a:cubicBezTo>
                    <a:pt x="11" y="208"/>
                    <a:pt x="0" y="241"/>
                    <a:pt x="0" y="275"/>
                  </a:cubicBezTo>
                  <a:cubicBezTo>
                    <a:pt x="0" y="275"/>
                    <a:pt x="0" y="275"/>
                    <a:pt x="0" y="275"/>
                  </a:cubicBezTo>
                  <a:cubicBezTo>
                    <a:pt x="0" y="731"/>
                    <a:pt x="0" y="731"/>
                    <a:pt x="0" y="731"/>
                  </a:cubicBezTo>
                  <a:cubicBezTo>
                    <a:pt x="159" y="850"/>
                    <a:pt x="159" y="850"/>
                    <a:pt x="159" y="850"/>
                  </a:cubicBezTo>
                  <a:cubicBezTo>
                    <a:pt x="319" y="731"/>
                    <a:pt x="319" y="731"/>
                    <a:pt x="319" y="731"/>
                  </a:cubicBezTo>
                  <a:cubicBezTo>
                    <a:pt x="319" y="275"/>
                    <a:pt x="319" y="275"/>
                    <a:pt x="319" y="27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Oval 6">
              <a:extLst>
                <a:ext uri="{FF2B5EF4-FFF2-40B4-BE49-F238E27FC236}">
                  <a16:creationId xmlns:a16="http://schemas.microsoft.com/office/drawing/2014/main" id="{E0ED0C08-D775-45FA-A5D4-97744C20A8C6}"/>
                </a:ext>
              </a:extLst>
            </p:cNvPr>
            <p:cNvSpPr>
              <a:spLocks noChangeArrowheads="1"/>
            </p:cNvSpPr>
            <p:nvPr/>
          </p:nvSpPr>
          <p:spPr bwMode="auto">
            <a:xfrm>
              <a:off x="8570913" y="1084263"/>
              <a:ext cx="1349375" cy="1352550"/>
            </a:xfrm>
            <a:prstGeom prst="ellipse">
              <a:avLst/>
            </a:prstGeom>
            <a:solidFill>
              <a:schemeClr val="accent4"/>
            </a:solidFill>
            <a:ln>
              <a:noFill/>
            </a:ln>
            <a:effectLst>
              <a:outerShdw blurRad="76200" dist="127000" dir="5400000" sx="95000" sy="95000" algn="t" rotWithShape="0">
                <a:prstClr val="black">
                  <a:alpha val="24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85D41CE5-8880-49DE-9633-AF006F41EAF4}"/>
                </a:ext>
              </a:extLst>
            </p:cNvPr>
            <p:cNvSpPr>
              <a:spLocks/>
            </p:cNvSpPr>
            <p:nvPr/>
          </p:nvSpPr>
          <p:spPr bwMode="auto">
            <a:xfrm>
              <a:off x="8570913" y="1084263"/>
              <a:ext cx="688975" cy="4679950"/>
            </a:xfrm>
            <a:custGeom>
              <a:avLst/>
              <a:gdLst>
                <a:gd name="T0" fmla="*/ 7 w 163"/>
                <a:gd name="T1" fmla="*/ 985 h 1104"/>
                <a:gd name="T2" fmla="*/ 7 w 163"/>
                <a:gd name="T3" fmla="*/ 529 h 1104"/>
                <a:gd name="T4" fmla="*/ 37 w 163"/>
                <a:gd name="T5" fmla="*/ 436 h 1104"/>
                <a:gd name="T6" fmla="*/ 37 w 163"/>
                <a:gd name="T7" fmla="*/ 436 h 1104"/>
                <a:gd name="T8" fmla="*/ 37 w 163"/>
                <a:gd name="T9" fmla="*/ 254 h 1104"/>
                <a:gd name="T10" fmla="*/ 37 w 163"/>
                <a:gd name="T11" fmla="*/ 254 h 1104"/>
                <a:gd name="T12" fmla="*/ 7 w 163"/>
                <a:gd name="T13" fmla="*/ 160 h 1104"/>
                <a:gd name="T14" fmla="*/ 163 w 163"/>
                <a:gd name="T15" fmla="*/ 0 h 1104"/>
                <a:gd name="T16" fmla="*/ 159 w 163"/>
                <a:gd name="T17" fmla="*/ 0 h 1104"/>
                <a:gd name="T18" fmla="*/ 0 w 163"/>
                <a:gd name="T19" fmla="*/ 160 h 1104"/>
                <a:gd name="T20" fmla="*/ 30 w 163"/>
                <a:gd name="T21" fmla="*/ 254 h 1104"/>
                <a:gd name="T22" fmla="*/ 30 w 163"/>
                <a:gd name="T23" fmla="*/ 254 h 1104"/>
                <a:gd name="T24" fmla="*/ 30 w 163"/>
                <a:gd name="T25" fmla="*/ 436 h 1104"/>
                <a:gd name="T26" fmla="*/ 30 w 163"/>
                <a:gd name="T27" fmla="*/ 436 h 1104"/>
                <a:gd name="T28" fmla="*/ 0 w 163"/>
                <a:gd name="T29" fmla="*/ 529 h 1104"/>
                <a:gd name="T30" fmla="*/ 0 w 163"/>
                <a:gd name="T31" fmla="*/ 985 h 1104"/>
                <a:gd name="T32" fmla="*/ 159 w 163"/>
                <a:gd name="T33" fmla="*/ 1104 h 1104"/>
                <a:gd name="T34" fmla="*/ 7 w 163"/>
                <a:gd name="T35" fmla="*/ 985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1104">
                  <a:moveTo>
                    <a:pt x="7" y="985"/>
                  </a:moveTo>
                  <a:cubicBezTo>
                    <a:pt x="7" y="529"/>
                    <a:pt x="7" y="529"/>
                    <a:pt x="7" y="529"/>
                  </a:cubicBezTo>
                  <a:cubicBezTo>
                    <a:pt x="7" y="495"/>
                    <a:pt x="18" y="462"/>
                    <a:pt x="37" y="436"/>
                  </a:cubicBezTo>
                  <a:cubicBezTo>
                    <a:pt x="37" y="436"/>
                    <a:pt x="37" y="436"/>
                    <a:pt x="37" y="436"/>
                  </a:cubicBezTo>
                  <a:cubicBezTo>
                    <a:pt x="91" y="362"/>
                    <a:pt x="91" y="327"/>
                    <a:pt x="37" y="254"/>
                  </a:cubicBezTo>
                  <a:cubicBezTo>
                    <a:pt x="37" y="254"/>
                    <a:pt x="37" y="254"/>
                    <a:pt x="37" y="254"/>
                  </a:cubicBezTo>
                  <a:cubicBezTo>
                    <a:pt x="18" y="227"/>
                    <a:pt x="7" y="195"/>
                    <a:pt x="7" y="160"/>
                  </a:cubicBezTo>
                  <a:cubicBezTo>
                    <a:pt x="7" y="73"/>
                    <a:pt x="76" y="2"/>
                    <a:pt x="163" y="0"/>
                  </a:cubicBezTo>
                  <a:cubicBezTo>
                    <a:pt x="162" y="0"/>
                    <a:pt x="160" y="0"/>
                    <a:pt x="159" y="0"/>
                  </a:cubicBezTo>
                  <a:cubicBezTo>
                    <a:pt x="71" y="0"/>
                    <a:pt x="0" y="72"/>
                    <a:pt x="0" y="160"/>
                  </a:cubicBezTo>
                  <a:cubicBezTo>
                    <a:pt x="0" y="195"/>
                    <a:pt x="11" y="227"/>
                    <a:pt x="30" y="254"/>
                  </a:cubicBezTo>
                  <a:cubicBezTo>
                    <a:pt x="30" y="254"/>
                    <a:pt x="30" y="254"/>
                    <a:pt x="30" y="254"/>
                  </a:cubicBezTo>
                  <a:cubicBezTo>
                    <a:pt x="84" y="327"/>
                    <a:pt x="84" y="362"/>
                    <a:pt x="30" y="436"/>
                  </a:cubicBezTo>
                  <a:cubicBezTo>
                    <a:pt x="30" y="436"/>
                    <a:pt x="30" y="436"/>
                    <a:pt x="30" y="436"/>
                  </a:cubicBezTo>
                  <a:cubicBezTo>
                    <a:pt x="11" y="462"/>
                    <a:pt x="0" y="495"/>
                    <a:pt x="0" y="529"/>
                  </a:cubicBezTo>
                  <a:cubicBezTo>
                    <a:pt x="0" y="985"/>
                    <a:pt x="0" y="985"/>
                    <a:pt x="0" y="985"/>
                  </a:cubicBezTo>
                  <a:cubicBezTo>
                    <a:pt x="159" y="1104"/>
                    <a:pt x="159" y="1104"/>
                    <a:pt x="159" y="1104"/>
                  </a:cubicBezTo>
                  <a:lnTo>
                    <a:pt x="7" y="985"/>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431112CE-D3B5-4392-B29C-C27D13E6943A}"/>
                </a:ext>
              </a:extLst>
            </p:cNvPr>
            <p:cNvSpPr>
              <a:spLocks/>
            </p:cNvSpPr>
            <p:nvPr/>
          </p:nvSpPr>
          <p:spPr bwMode="auto">
            <a:xfrm>
              <a:off x="9244013" y="2162175"/>
              <a:ext cx="676275" cy="3602038"/>
            </a:xfrm>
            <a:custGeom>
              <a:avLst/>
              <a:gdLst>
                <a:gd name="T0" fmla="*/ 160 w 160"/>
                <a:gd name="T1" fmla="*/ 275 h 850"/>
                <a:gd name="T2" fmla="*/ 129 w 160"/>
                <a:gd name="T3" fmla="*/ 182 h 850"/>
                <a:gd name="T4" fmla="*/ 129 w 160"/>
                <a:gd name="T5" fmla="*/ 182 h 850"/>
                <a:gd name="T6" fmla="*/ 129 w 160"/>
                <a:gd name="T7" fmla="*/ 0 h 850"/>
                <a:gd name="T8" fmla="*/ 129 w 160"/>
                <a:gd name="T9" fmla="*/ 0 h 850"/>
                <a:gd name="T10" fmla="*/ 0 w 160"/>
                <a:gd name="T11" fmla="*/ 65 h 850"/>
                <a:gd name="T12" fmla="*/ 0 w 160"/>
                <a:gd name="T13" fmla="*/ 850 h 850"/>
                <a:gd name="T14" fmla="*/ 160 w 160"/>
                <a:gd name="T15" fmla="*/ 731 h 850"/>
                <a:gd name="T16" fmla="*/ 160 w 160"/>
                <a:gd name="T17" fmla="*/ 275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850">
                  <a:moveTo>
                    <a:pt x="160" y="275"/>
                  </a:moveTo>
                  <a:cubicBezTo>
                    <a:pt x="160" y="241"/>
                    <a:pt x="148" y="208"/>
                    <a:pt x="129" y="182"/>
                  </a:cubicBezTo>
                  <a:cubicBezTo>
                    <a:pt x="129" y="182"/>
                    <a:pt x="129" y="182"/>
                    <a:pt x="129" y="182"/>
                  </a:cubicBezTo>
                  <a:cubicBezTo>
                    <a:pt x="76" y="108"/>
                    <a:pt x="76" y="73"/>
                    <a:pt x="129" y="0"/>
                  </a:cubicBezTo>
                  <a:cubicBezTo>
                    <a:pt x="129" y="0"/>
                    <a:pt x="129" y="0"/>
                    <a:pt x="129" y="0"/>
                  </a:cubicBezTo>
                  <a:cubicBezTo>
                    <a:pt x="100" y="39"/>
                    <a:pt x="53" y="65"/>
                    <a:pt x="0" y="65"/>
                  </a:cubicBezTo>
                  <a:cubicBezTo>
                    <a:pt x="0" y="850"/>
                    <a:pt x="0" y="850"/>
                    <a:pt x="0" y="850"/>
                  </a:cubicBezTo>
                  <a:cubicBezTo>
                    <a:pt x="160" y="731"/>
                    <a:pt x="160" y="731"/>
                    <a:pt x="160" y="731"/>
                  </a:cubicBezTo>
                  <a:cubicBezTo>
                    <a:pt x="160" y="275"/>
                    <a:pt x="160" y="275"/>
                    <a:pt x="160" y="275"/>
                  </a:cubicBezTo>
                  <a:close/>
                </a:path>
              </a:pathLst>
            </a:custGeom>
            <a:gradFill flip="none" rotWithShape="1">
              <a:gsLst>
                <a:gs pos="0">
                  <a:schemeClr val="accent4">
                    <a:lumMod val="75000"/>
                  </a:schemeClr>
                </a:gs>
                <a:gs pos="100000">
                  <a:schemeClr val="accent4">
                    <a:alpha val="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5" name="Group 54">
            <a:extLst>
              <a:ext uri="{FF2B5EF4-FFF2-40B4-BE49-F238E27FC236}">
                <a16:creationId xmlns:a16="http://schemas.microsoft.com/office/drawing/2014/main" id="{E6D5F8D5-533A-48AC-9006-BCA22A7AACAF}"/>
              </a:ext>
            </a:extLst>
          </p:cNvPr>
          <p:cNvGrpSpPr/>
          <p:nvPr/>
        </p:nvGrpSpPr>
        <p:grpSpPr>
          <a:xfrm>
            <a:off x="6470650" y="1084263"/>
            <a:ext cx="1350963" cy="4679950"/>
            <a:chOff x="6470650" y="1084263"/>
            <a:chExt cx="1350963" cy="4679950"/>
          </a:xfrm>
        </p:grpSpPr>
        <p:sp>
          <p:nvSpPr>
            <p:cNvPr id="9" name="Freeform 8">
              <a:extLst>
                <a:ext uri="{FF2B5EF4-FFF2-40B4-BE49-F238E27FC236}">
                  <a16:creationId xmlns:a16="http://schemas.microsoft.com/office/drawing/2014/main" id="{7F3C9C06-99B9-4687-876B-3FE7E931DE06}"/>
                </a:ext>
              </a:extLst>
            </p:cNvPr>
            <p:cNvSpPr>
              <a:spLocks/>
            </p:cNvSpPr>
            <p:nvPr/>
          </p:nvSpPr>
          <p:spPr bwMode="auto">
            <a:xfrm>
              <a:off x="6470650" y="2162175"/>
              <a:ext cx="1350963" cy="3602038"/>
            </a:xfrm>
            <a:custGeom>
              <a:avLst/>
              <a:gdLst>
                <a:gd name="T0" fmla="*/ 319 w 319"/>
                <a:gd name="T1" fmla="*/ 275 h 850"/>
                <a:gd name="T2" fmla="*/ 288 w 319"/>
                <a:gd name="T3" fmla="*/ 182 h 850"/>
                <a:gd name="T4" fmla="*/ 288 w 319"/>
                <a:gd name="T5" fmla="*/ 182 h 850"/>
                <a:gd name="T6" fmla="*/ 288 w 319"/>
                <a:gd name="T7" fmla="*/ 0 h 850"/>
                <a:gd name="T8" fmla="*/ 288 w 319"/>
                <a:gd name="T9" fmla="*/ 0 h 850"/>
                <a:gd name="T10" fmla="*/ 159 w 319"/>
                <a:gd name="T11" fmla="*/ 65 h 850"/>
                <a:gd name="T12" fmla="*/ 30 w 319"/>
                <a:gd name="T13" fmla="*/ 0 h 850"/>
                <a:gd name="T14" fmla="*/ 30 w 319"/>
                <a:gd name="T15" fmla="*/ 0 h 850"/>
                <a:gd name="T16" fmla="*/ 30 w 319"/>
                <a:gd name="T17" fmla="*/ 182 h 850"/>
                <a:gd name="T18" fmla="*/ 30 w 319"/>
                <a:gd name="T19" fmla="*/ 182 h 850"/>
                <a:gd name="T20" fmla="*/ 0 w 319"/>
                <a:gd name="T21" fmla="*/ 275 h 850"/>
                <a:gd name="T22" fmla="*/ 0 w 319"/>
                <a:gd name="T23" fmla="*/ 275 h 850"/>
                <a:gd name="T24" fmla="*/ 0 w 319"/>
                <a:gd name="T25" fmla="*/ 731 h 850"/>
                <a:gd name="T26" fmla="*/ 159 w 319"/>
                <a:gd name="T27" fmla="*/ 850 h 850"/>
                <a:gd name="T28" fmla="*/ 319 w 319"/>
                <a:gd name="T29" fmla="*/ 731 h 850"/>
                <a:gd name="T30" fmla="*/ 319 w 319"/>
                <a:gd name="T31" fmla="*/ 275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9" h="850">
                  <a:moveTo>
                    <a:pt x="319" y="275"/>
                  </a:moveTo>
                  <a:cubicBezTo>
                    <a:pt x="319" y="241"/>
                    <a:pt x="307" y="208"/>
                    <a:pt x="288" y="182"/>
                  </a:cubicBezTo>
                  <a:cubicBezTo>
                    <a:pt x="288" y="182"/>
                    <a:pt x="288" y="182"/>
                    <a:pt x="288" y="182"/>
                  </a:cubicBezTo>
                  <a:cubicBezTo>
                    <a:pt x="234" y="108"/>
                    <a:pt x="234" y="73"/>
                    <a:pt x="288" y="0"/>
                  </a:cubicBezTo>
                  <a:cubicBezTo>
                    <a:pt x="288" y="0"/>
                    <a:pt x="288" y="0"/>
                    <a:pt x="288" y="0"/>
                  </a:cubicBezTo>
                  <a:cubicBezTo>
                    <a:pt x="259" y="39"/>
                    <a:pt x="212" y="65"/>
                    <a:pt x="159" y="65"/>
                  </a:cubicBezTo>
                  <a:cubicBezTo>
                    <a:pt x="106" y="65"/>
                    <a:pt x="59" y="39"/>
                    <a:pt x="30" y="0"/>
                  </a:cubicBezTo>
                  <a:cubicBezTo>
                    <a:pt x="30" y="0"/>
                    <a:pt x="30" y="0"/>
                    <a:pt x="30" y="0"/>
                  </a:cubicBezTo>
                  <a:cubicBezTo>
                    <a:pt x="84" y="73"/>
                    <a:pt x="84" y="108"/>
                    <a:pt x="30" y="182"/>
                  </a:cubicBezTo>
                  <a:cubicBezTo>
                    <a:pt x="30" y="182"/>
                    <a:pt x="30" y="182"/>
                    <a:pt x="30" y="182"/>
                  </a:cubicBezTo>
                  <a:cubicBezTo>
                    <a:pt x="11" y="208"/>
                    <a:pt x="0" y="241"/>
                    <a:pt x="0" y="275"/>
                  </a:cubicBezTo>
                  <a:cubicBezTo>
                    <a:pt x="0" y="275"/>
                    <a:pt x="0" y="275"/>
                    <a:pt x="0" y="275"/>
                  </a:cubicBezTo>
                  <a:cubicBezTo>
                    <a:pt x="0" y="731"/>
                    <a:pt x="0" y="731"/>
                    <a:pt x="0" y="731"/>
                  </a:cubicBezTo>
                  <a:cubicBezTo>
                    <a:pt x="159" y="850"/>
                    <a:pt x="159" y="850"/>
                    <a:pt x="159" y="850"/>
                  </a:cubicBezTo>
                  <a:cubicBezTo>
                    <a:pt x="319" y="731"/>
                    <a:pt x="319" y="731"/>
                    <a:pt x="319" y="731"/>
                  </a:cubicBezTo>
                  <a:cubicBezTo>
                    <a:pt x="319" y="275"/>
                    <a:pt x="319" y="275"/>
                    <a:pt x="319" y="27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Oval 9">
              <a:extLst>
                <a:ext uri="{FF2B5EF4-FFF2-40B4-BE49-F238E27FC236}">
                  <a16:creationId xmlns:a16="http://schemas.microsoft.com/office/drawing/2014/main" id="{F918E747-A631-4AEE-886F-82A81A330478}"/>
                </a:ext>
              </a:extLst>
            </p:cNvPr>
            <p:cNvSpPr>
              <a:spLocks noChangeArrowheads="1"/>
            </p:cNvSpPr>
            <p:nvPr/>
          </p:nvSpPr>
          <p:spPr bwMode="auto">
            <a:xfrm>
              <a:off x="6470650" y="1084263"/>
              <a:ext cx="1350963" cy="1352550"/>
            </a:xfrm>
            <a:prstGeom prst="ellipse">
              <a:avLst/>
            </a:prstGeom>
            <a:solidFill>
              <a:schemeClr val="accent3"/>
            </a:solidFill>
            <a:ln>
              <a:noFill/>
            </a:ln>
            <a:effectLst>
              <a:outerShdw blurRad="76200" dist="127000" dir="5400000" sx="95000" sy="95000" algn="t" rotWithShape="0">
                <a:prstClr val="black">
                  <a:alpha val="24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16701828-D8B1-48F6-A545-4587B416809C}"/>
                </a:ext>
              </a:extLst>
            </p:cNvPr>
            <p:cNvSpPr>
              <a:spLocks/>
            </p:cNvSpPr>
            <p:nvPr/>
          </p:nvSpPr>
          <p:spPr bwMode="auto">
            <a:xfrm>
              <a:off x="6470650" y="1084263"/>
              <a:ext cx="690563" cy="4679950"/>
            </a:xfrm>
            <a:custGeom>
              <a:avLst/>
              <a:gdLst>
                <a:gd name="T0" fmla="*/ 7 w 163"/>
                <a:gd name="T1" fmla="*/ 985 h 1104"/>
                <a:gd name="T2" fmla="*/ 7 w 163"/>
                <a:gd name="T3" fmla="*/ 529 h 1104"/>
                <a:gd name="T4" fmla="*/ 37 w 163"/>
                <a:gd name="T5" fmla="*/ 436 h 1104"/>
                <a:gd name="T6" fmla="*/ 37 w 163"/>
                <a:gd name="T7" fmla="*/ 436 h 1104"/>
                <a:gd name="T8" fmla="*/ 37 w 163"/>
                <a:gd name="T9" fmla="*/ 254 h 1104"/>
                <a:gd name="T10" fmla="*/ 37 w 163"/>
                <a:gd name="T11" fmla="*/ 254 h 1104"/>
                <a:gd name="T12" fmla="*/ 7 w 163"/>
                <a:gd name="T13" fmla="*/ 160 h 1104"/>
                <a:gd name="T14" fmla="*/ 163 w 163"/>
                <a:gd name="T15" fmla="*/ 0 h 1104"/>
                <a:gd name="T16" fmla="*/ 159 w 163"/>
                <a:gd name="T17" fmla="*/ 0 h 1104"/>
                <a:gd name="T18" fmla="*/ 0 w 163"/>
                <a:gd name="T19" fmla="*/ 160 h 1104"/>
                <a:gd name="T20" fmla="*/ 30 w 163"/>
                <a:gd name="T21" fmla="*/ 254 h 1104"/>
                <a:gd name="T22" fmla="*/ 30 w 163"/>
                <a:gd name="T23" fmla="*/ 254 h 1104"/>
                <a:gd name="T24" fmla="*/ 30 w 163"/>
                <a:gd name="T25" fmla="*/ 436 h 1104"/>
                <a:gd name="T26" fmla="*/ 30 w 163"/>
                <a:gd name="T27" fmla="*/ 436 h 1104"/>
                <a:gd name="T28" fmla="*/ 0 w 163"/>
                <a:gd name="T29" fmla="*/ 529 h 1104"/>
                <a:gd name="T30" fmla="*/ 0 w 163"/>
                <a:gd name="T31" fmla="*/ 985 h 1104"/>
                <a:gd name="T32" fmla="*/ 159 w 163"/>
                <a:gd name="T33" fmla="*/ 1104 h 1104"/>
                <a:gd name="T34" fmla="*/ 7 w 163"/>
                <a:gd name="T35" fmla="*/ 985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1104">
                  <a:moveTo>
                    <a:pt x="7" y="985"/>
                  </a:moveTo>
                  <a:cubicBezTo>
                    <a:pt x="7" y="529"/>
                    <a:pt x="7" y="529"/>
                    <a:pt x="7" y="529"/>
                  </a:cubicBezTo>
                  <a:cubicBezTo>
                    <a:pt x="7" y="495"/>
                    <a:pt x="18" y="462"/>
                    <a:pt x="37" y="436"/>
                  </a:cubicBezTo>
                  <a:cubicBezTo>
                    <a:pt x="37" y="436"/>
                    <a:pt x="37" y="436"/>
                    <a:pt x="37" y="436"/>
                  </a:cubicBezTo>
                  <a:cubicBezTo>
                    <a:pt x="91" y="362"/>
                    <a:pt x="91" y="327"/>
                    <a:pt x="37" y="254"/>
                  </a:cubicBezTo>
                  <a:cubicBezTo>
                    <a:pt x="37" y="254"/>
                    <a:pt x="37" y="254"/>
                    <a:pt x="37" y="254"/>
                  </a:cubicBezTo>
                  <a:cubicBezTo>
                    <a:pt x="18" y="227"/>
                    <a:pt x="7" y="195"/>
                    <a:pt x="7" y="160"/>
                  </a:cubicBezTo>
                  <a:cubicBezTo>
                    <a:pt x="7" y="73"/>
                    <a:pt x="76" y="2"/>
                    <a:pt x="163" y="0"/>
                  </a:cubicBezTo>
                  <a:cubicBezTo>
                    <a:pt x="161" y="0"/>
                    <a:pt x="160" y="0"/>
                    <a:pt x="159" y="0"/>
                  </a:cubicBezTo>
                  <a:cubicBezTo>
                    <a:pt x="71" y="0"/>
                    <a:pt x="0" y="72"/>
                    <a:pt x="0" y="160"/>
                  </a:cubicBezTo>
                  <a:cubicBezTo>
                    <a:pt x="0" y="195"/>
                    <a:pt x="11" y="227"/>
                    <a:pt x="30" y="254"/>
                  </a:cubicBezTo>
                  <a:cubicBezTo>
                    <a:pt x="30" y="254"/>
                    <a:pt x="30" y="254"/>
                    <a:pt x="30" y="254"/>
                  </a:cubicBezTo>
                  <a:cubicBezTo>
                    <a:pt x="84" y="327"/>
                    <a:pt x="84" y="362"/>
                    <a:pt x="30" y="436"/>
                  </a:cubicBezTo>
                  <a:cubicBezTo>
                    <a:pt x="30" y="436"/>
                    <a:pt x="30" y="436"/>
                    <a:pt x="30" y="436"/>
                  </a:cubicBezTo>
                  <a:cubicBezTo>
                    <a:pt x="11" y="462"/>
                    <a:pt x="0" y="495"/>
                    <a:pt x="0" y="529"/>
                  </a:cubicBezTo>
                  <a:cubicBezTo>
                    <a:pt x="0" y="985"/>
                    <a:pt x="0" y="985"/>
                    <a:pt x="0" y="985"/>
                  </a:cubicBezTo>
                  <a:cubicBezTo>
                    <a:pt x="159" y="1104"/>
                    <a:pt x="159" y="1104"/>
                    <a:pt x="159" y="1104"/>
                  </a:cubicBezTo>
                  <a:lnTo>
                    <a:pt x="7" y="985"/>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A239FEFD-F6BE-4EA7-8F0B-A274646431D6}"/>
                </a:ext>
              </a:extLst>
            </p:cNvPr>
            <p:cNvSpPr>
              <a:spLocks/>
            </p:cNvSpPr>
            <p:nvPr/>
          </p:nvSpPr>
          <p:spPr bwMode="auto">
            <a:xfrm>
              <a:off x="7143750" y="2162175"/>
              <a:ext cx="677863" cy="3602038"/>
            </a:xfrm>
            <a:custGeom>
              <a:avLst/>
              <a:gdLst>
                <a:gd name="T0" fmla="*/ 160 w 160"/>
                <a:gd name="T1" fmla="*/ 275 h 850"/>
                <a:gd name="T2" fmla="*/ 129 w 160"/>
                <a:gd name="T3" fmla="*/ 182 h 850"/>
                <a:gd name="T4" fmla="*/ 129 w 160"/>
                <a:gd name="T5" fmla="*/ 182 h 850"/>
                <a:gd name="T6" fmla="*/ 129 w 160"/>
                <a:gd name="T7" fmla="*/ 0 h 850"/>
                <a:gd name="T8" fmla="*/ 129 w 160"/>
                <a:gd name="T9" fmla="*/ 0 h 850"/>
                <a:gd name="T10" fmla="*/ 0 w 160"/>
                <a:gd name="T11" fmla="*/ 65 h 850"/>
                <a:gd name="T12" fmla="*/ 0 w 160"/>
                <a:gd name="T13" fmla="*/ 850 h 850"/>
                <a:gd name="T14" fmla="*/ 160 w 160"/>
                <a:gd name="T15" fmla="*/ 731 h 850"/>
                <a:gd name="T16" fmla="*/ 160 w 160"/>
                <a:gd name="T17" fmla="*/ 275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850">
                  <a:moveTo>
                    <a:pt x="160" y="275"/>
                  </a:moveTo>
                  <a:cubicBezTo>
                    <a:pt x="160" y="241"/>
                    <a:pt x="148" y="208"/>
                    <a:pt x="129" y="182"/>
                  </a:cubicBezTo>
                  <a:cubicBezTo>
                    <a:pt x="129" y="182"/>
                    <a:pt x="129" y="182"/>
                    <a:pt x="129" y="182"/>
                  </a:cubicBezTo>
                  <a:cubicBezTo>
                    <a:pt x="75" y="108"/>
                    <a:pt x="75" y="73"/>
                    <a:pt x="129" y="0"/>
                  </a:cubicBezTo>
                  <a:cubicBezTo>
                    <a:pt x="129" y="0"/>
                    <a:pt x="129" y="0"/>
                    <a:pt x="129" y="0"/>
                  </a:cubicBezTo>
                  <a:cubicBezTo>
                    <a:pt x="100" y="39"/>
                    <a:pt x="53" y="65"/>
                    <a:pt x="0" y="65"/>
                  </a:cubicBezTo>
                  <a:cubicBezTo>
                    <a:pt x="0" y="850"/>
                    <a:pt x="0" y="850"/>
                    <a:pt x="0" y="850"/>
                  </a:cubicBezTo>
                  <a:cubicBezTo>
                    <a:pt x="160" y="731"/>
                    <a:pt x="160" y="731"/>
                    <a:pt x="160" y="731"/>
                  </a:cubicBezTo>
                  <a:cubicBezTo>
                    <a:pt x="160" y="275"/>
                    <a:pt x="160" y="275"/>
                    <a:pt x="160" y="275"/>
                  </a:cubicBezTo>
                  <a:close/>
                </a:path>
              </a:pathLst>
            </a:custGeom>
            <a:gradFill flip="none" rotWithShape="1">
              <a:gsLst>
                <a:gs pos="0">
                  <a:schemeClr val="accent3">
                    <a:lumMod val="75000"/>
                  </a:schemeClr>
                </a:gs>
                <a:gs pos="100000">
                  <a:schemeClr val="accent3">
                    <a:alpha val="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4" name="Group 53">
            <a:extLst>
              <a:ext uri="{FF2B5EF4-FFF2-40B4-BE49-F238E27FC236}">
                <a16:creationId xmlns:a16="http://schemas.microsoft.com/office/drawing/2014/main" id="{1E062861-7DC0-43D2-B883-C77800740B9F}"/>
              </a:ext>
            </a:extLst>
          </p:cNvPr>
          <p:cNvGrpSpPr/>
          <p:nvPr/>
        </p:nvGrpSpPr>
        <p:grpSpPr>
          <a:xfrm>
            <a:off x="4367213" y="1084263"/>
            <a:ext cx="1349375" cy="4679950"/>
            <a:chOff x="4367213" y="1084263"/>
            <a:chExt cx="1349375" cy="4679950"/>
          </a:xfrm>
        </p:grpSpPr>
        <p:sp>
          <p:nvSpPr>
            <p:cNvPr id="12" name="Freeform 11">
              <a:extLst>
                <a:ext uri="{FF2B5EF4-FFF2-40B4-BE49-F238E27FC236}">
                  <a16:creationId xmlns:a16="http://schemas.microsoft.com/office/drawing/2014/main" id="{30F9D46B-0035-421E-829A-03D86683A82E}"/>
                </a:ext>
              </a:extLst>
            </p:cNvPr>
            <p:cNvSpPr>
              <a:spLocks/>
            </p:cNvSpPr>
            <p:nvPr/>
          </p:nvSpPr>
          <p:spPr bwMode="auto">
            <a:xfrm>
              <a:off x="4367213" y="2162175"/>
              <a:ext cx="1349375" cy="3602038"/>
            </a:xfrm>
            <a:custGeom>
              <a:avLst/>
              <a:gdLst>
                <a:gd name="T0" fmla="*/ 319 w 319"/>
                <a:gd name="T1" fmla="*/ 275 h 850"/>
                <a:gd name="T2" fmla="*/ 289 w 319"/>
                <a:gd name="T3" fmla="*/ 182 h 850"/>
                <a:gd name="T4" fmla="*/ 289 w 319"/>
                <a:gd name="T5" fmla="*/ 182 h 850"/>
                <a:gd name="T6" fmla="*/ 289 w 319"/>
                <a:gd name="T7" fmla="*/ 0 h 850"/>
                <a:gd name="T8" fmla="*/ 289 w 319"/>
                <a:gd name="T9" fmla="*/ 0 h 850"/>
                <a:gd name="T10" fmla="*/ 160 w 319"/>
                <a:gd name="T11" fmla="*/ 65 h 850"/>
                <a:gd name="T12" fmla="*/ 31 w 319"/>
                <a:gd name="T13" fmla="*/ 0 h 850"/>
                <a:gd name="T14" fmla="*/ 31 w 319"/>
                <a:gd name="T15" fmla="*/ 0 h 850"/>
                <a:gd name="T16" fmla="*/ 31 w 319"/>
                <a:gd name="T17" fmla="*/ 182 h 850"/>
                <a:gd name="T18" fmla="*/ 31 w 319"/>
                <a:gd name="T19" fmla="*/ 182 h 850"/>
                <a:gd name="T20" fmla="*/ 0 w 319"/>
                <a:gd name="T21" fmla="*/ 275 h 850"/>
                <a:gd name="T22" fmla="*/ 0 w 319"/>
                <a:gd name="T23" fmla="*/ 275 h 850"/>
                <a:gd name="T24" fmla="*/ 0 w 319"/>
                <a:gd name="T25" fmla="*/ 731 h 850"/>
                <a:gd name="T26" fmla="*/ 160 w 319"/>
                <a:gd name="T27" fmla="*/ 850 h 850"/>
                <a:gd name="T28" fmla="*/ 319 w 319"/>
                <a:gd name="T29" fmla="*/ 731 h 850"/>
                <a:gd name="T30" fmla="*/ 319 w 319"/>
                <a:gd name="T31" fmla="*/ 275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9" h="850">
                  <a:moveTo>
                    <a:pt x="319" y="275"/>
                  </a:moveTo>
                  <a:cubicBezTo>
                    <a:pt x="319" y="241"/>
                    <a:pt x="308" y="208"/>
                    <a:pt x="289" y="182"/>
                  </a:cubicBezTo>
                  <a:cubicBezTo>
                    <a:pt x="289" y="182"/>
                    <a:pt x="289" y="182"/>
                    <a:pt x="289" y="182"/>
                  </a:cubicBezTo>
                  <a:cubicBezTo>
                    <a:pt x="235" y="108"/>
                    <a:pt x="235" y="73"/>
                    <a:pt x="289" y="0"/>
                  </a:cubicBezTo>
                  <a:cubicBezTo>
                    <a:pt x="289" y="0"/>
                    <a:pt x="289" y="0"/>
                    <a:pt x="289" y="0"/>
                  </a:cubicBezTo>
                  <a:cubicBezTo>
                    <a:pt x="260" y="39"/>
                    <a:pt x="213" y="65"/>
                    <a:pt x="160" y="65"/>
                  </a:cubicBezTo>
                  <a:cubicBezTo>
                    <a:pt x="107" y="65"/>
                    <a:pt x="60" y="39"/>
                    <a:pt x="31" y="0"/>
                  </a:cubicBezTo>
                  <a:cubicBezTo>
                    <a:pt x="31" y="0"/>
                    <a:pt x="31" y="0"/>
                    <a:pt x="31" y="0"/>
                  </a:cubicBezTo>
                  <a:cubicBezTo>
                    <a:pt x="85" y="73"/>
                    <a:pt x="85" y="108"/>
                    <a:pt x="31" y="182"/>
                  </a:cubicBezTo>
                  <a:cubicBezTo>
                    <a:pt x="31" y="182"/>
                    <a:pt x="31" y="182"/>
                    <a:pt x="31" y="182"/>
                  </a:cubicBezTo>
                  <a:cubicBezTo>
                    <a:pt x="12" y="208"/>
                    <a:pt x="0" y="241"/>
                    <a:pt x="0" y="275"/>
                  </a:cubicBezTo>
                  <a:cubicBezTo>
                    <a:pt x="0" y="275"/>
                    <a:pt x="0" y="275"/>
                    <a:pt x="0" y="275"/>
                  </a:cubicBezTo>
                  <a:cubicBezTo>
                    <a:pt x="0" y="731"/>
                    <a:pt x="0" y="731"/>
                    <a:pt x="0" y="731"/>
                  </a:cubicBezTo>
                  <a:cubicBezTo>
                    <a:pt x="160" y="850"/>
                    <a:pt x="160" y="850"/>
                    <a:pt x="160" y="850"/>
                  </a:cubicBezTo>
                  <a:cubicBezTo>
                    <a:pt x="319" y="731"/>
                    <a:pt x="319" y="731"/>
                    <a:pt x="319" y="731"/>
                  </a:cubicBezTo>
                  <a:cubicBezTo>
                    <a:pt x="319" y="275"/>
                    <a:pt x="319" y="275"/>
                    <a:pt x="319" y="27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Oval 12">
              <a:extLst>
                <a:ext uri="{FF2B5EF4-FFF2-40B4-BE49-F238E27FC236}">
                  <a16:creationId xmlns:a16="http://schemas.microsoft.com/office/drawing/2014/main" id="{4FD651D7-D680-430E-A9C9-D153E6B3EA08}"/>
                </a:ext>
              </a:extLst>
            </p:cNvPr>
            <p:cNvSpPr>
              <a:spLocks noChangeArrowheads="1"/>
            </p:cNvSpPr>
            <p:nvPr/>
          </p:nvSpPr>
          <p:spPr bwMode="auto">
            <a:xfrm>
              <a:off x="4367213" y="1084263"/>
              <a:ext cx="1349375" cy="1352550"/>
            </a:xfrm>
            <a:prstGeom prst="ellipse">
              <a:avLst/>
            </a:prstGeom>
            <a:solidFill>
              <a:schemeClr val="accent2"/>
            </a:solidFill>
            <a:ln>
              <a:noFill/>
            </a:ln>
            <a:effectLst>
              <a:outerShdw blurRad="76200" dist="127000" dir="5400000" sx="95000" sy="95000" algn="t" rotWithShape="0">
                <a:prstClr val="black">
                  <a:alpha val="24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4" name="Freeform 13">
              <a:extLst>
                <a:ext uri="{FF2B5EF4-FFF2-40B4-BE49-F238E27FC236}">
                  <a16:creationId xmlns:a16="http://schemas.microsoft.com/office/drawing/2014/main" id="{D93D2B08-2505-45E0-B670-EAB626E5F831}"/>
                </a:ext>
              </a:extLst>
            </p:cNvPr>
            <p:cNvSpPr>
              <a:spLocks/>
            </p:cNvSpPr>
            <p:nvPr/>
          </p:nvSpPr>
          <p:spPr bwMode="auto">
            <a:xfrm>
              <a:off x="4367213" y="1084263"/>
              <a:ext cx="688975" cy="4679950"/>
            </a:xfrm>
            <a:custGeom>
              <a:avLst/>
              <a:gdLst>
                <a:gd name="T0" fmla="*/ 7 w 163"/>
                <a:gd name="T1" fmla="*/ 985 h 1104"/>
                <a:gd name="T2" fmla="*/ 7 w 163"/>
                <a:gd name="T3" fmla="*/ 529 h 1104"/>
                <a:gd name="T4" fmla="*/ 38 w 163"/>
                <a:gd name="T5" fmla="*/ 436 h 1104"/>
                <a:gd name="T6" fmla="*/ 38 w 163"/>
                <a:gd name="T7" fmla="*/ 436 h 1104"/>
                <a:gd name="T8" fmla="*/ 38 w 163"/>
                <a:gd name="T9" fmla="*/ 254 h 1104"/>
                <a:gd name="T10" fmla="*/ 38 w 163"/>
                <a:gd name="T11" fmla="*/ 254 h 1104"/>
                <a:gd name="T12" fmla="*/ 7 w 163"/>
                <a:gd name="T13" fmla="*/ 160 h 1104"/>
                <a:gd name="T14" fmla="*/ 163 w 163"/>
                <a:gd name="T15" fmla="*/ 0 h 1104"/>
                <a:gd name="T16" fmla="*/ 160 w 163"/>
                <a:gd name="T17" fmla="*/ 0 h 1104"/>
                <a:gd name="T18" fmla="*/ 0 w 163"/>
                <a:gd name="T19" fmla="*/ 160 h 1104"/>
                <a:gd name="T20" fmla="*/ 31 w 163"/>
                <a:gd name="T21" fmla="*/ 254 h 1104"/>
                <a:gd name="T22" fmla="*/ 31 w 163"/>
                <a:gd name="T23" fmla="*/ 254 h 1104"/>
                <a:gd name="T24" fmla="*/ 31 w 163"/>
                <a:gd name="T25" fmla="*/ 436 h 1104"/>
                <a:gd name="T26" fmla="*/ 31 w 163"/>
                <a:gd name="T27" fmla="*/ 436 h 1104"/>
                <a:gd name="T28" fmla="*/ 0 w 163"/>
                <a:gd name="T29" fmla="*/ 529 h 1104"/>
                <a:gd name="T30" fmla="*/ 0 w 163"/>
                <a:gd name="T31" fmla="*/ 985 h 1104"/>
                <a:gd name="T32" fmla="*/ 160 w 163"/>
                <a:gd name="T33" fmla="*/ 1104 h 1104"/>
                <a:gd name="T34" fmla="*/ 7 w 163"/>
                <a:gd name="T35" fmla="*/ 985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1104">
                  <a:moveTo>
                    <a:pt x="7" y="985"/>
                  </a:moveTo>
                  <a:cubicBezTo>
                    <a:pt x="7" y="529"/>
                    <a:pt x="7" y="529"/>
                    <a:pt x="7" y="529"/>
                  </a:cubicBezTo>
                  <a:cubicBezTo>
                    <a:pt x="7" y="495"/>
                    <a:pt x="19" y="462"/>
                    <a:pt x="38" y="436"/>
                  </a:cubicBezTo>
                  <a:cubicBezTo>
                    <a:pt x="38" y="436"/>
                    <a:pt x="38" y="436"/>
                    <a:pt x="38" y="436"/>
                  </a:cubicBezTo>
                  <a:cubicBezTo>
                    <a:pt x="92" y="362"/>
                    <a:pt x="92" y="327"/>
                    <a:pt x="38" y="254"/>
                  </a:cubicBezTo>
                  <a:cubicBezTo>
                    <a:pt x="38" y="254"/>
                    <a:pt x="38" y="254"/>
                    <a:pt x="38" y="254"/>
                  </a:cubicBezTo>
                  <a:cubicBezTo>
                    <a:pt x="19" y="227"/>
                    <a:pt x="7" y="195"/>
                    <a:pt x="7" y="160"/>
                  </a:cubicBezTo>
                  <a:cubicBezTo>
                    <a:pt x="7" y="73"/>
                    <a:pt x="77" y="2"/>
                    <a:pt x="163" y="0"/>
                  </a:cubicBezTo>
                  <a:cubicBezTo>
                    <a:pt x="162" y="0"/>
                    <a:pt x="161" y="0"/>
                    <a:pt x="160" y="0"/>
                  </a:cubicBezTo>
                  <a:cubicBezTo>
                    <a:pt x="72" y="0"/>
                    <a:pt x="0" y="72"/>
                    <a:pt x="0" y="160"/>
                  </a:cubicBezTo>
                  <a:cubicBezTo>
                    <a:pt x="0" y="195"/>
                    <a:pt x="12" y="227"/>
                    <a:pt x="31" y="254"/>
                  </a:cubicBezTo>
                  <a:cubicBezTo>
                    <a:pt x="31" y="254"/>
                    <a:pt x="31" y="254"/>
                    <a:pt x="31" y="254"/>
                  </a:cubicBezTo>
                  <a:cubicBezTo>
                    <a:pt x="85" y="327"/>
                    <a:pt x="85" y="362"/>
                    <a:pt x="31" y="436"/>
                  </a:cubicBezTo>
                  <a:cubicBezTo>
                    <a:pt x="31" y="436"/>
                    <a:pt x="31" y="436"/>
                    <a:pt x="31" y="436"/>
                  </a:cubicBezTo>
                  <a:cubicBezTo>
                    <a:pt x="12" y="462"/>
                    <a:pt x="0" y="495"/>
                    <a:pt x="0" y="529"/>
                  </a:cubicBezTo>
                  <a:cubicBezTo>
                    <a:pt x="0" y="985"/>
                    <a:pt x="0" y="985"/>
                    <a:pt x="0" y="985"/>
                  </a:cubicBezTo>
                  <a:cubicBezTo>
                    <a:pt x="160" y="1104"/>
                    <a:pt x="160" y="1104"/>
                    <a:pt x="160" y="1104"/>
                  </a:cubicBezTo>
                  <a:lnTo>
                    <a:pt x="7" y="985"/>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43B01A89-B525-46F5-9925-190D6B8A9C57}"/>
                </a:ext>
              </a:extLst>
            </p:cNvPr>
            <p:cNvSpPr>
              <a:spLocks/>
            </p:cNvSpPr>
            <p:nvPr/>
          </p:nvSpPr>
          <p:spPr bwMode="auto">
            <a:xfrm>
              <a:off x="5043488" y="2162175"/>
              <a:ext cx="673100" cy="3602038"/>
            </a:xfrm>
            <a:custGeom>
              <a:avLst/>
              <a:gdLst>
                <a:gd name="T0" fmla="*/ 159 w 159"/>
                <a:gd name="T1" fmla="*/ 275 h 850"/>
                <a:gd name="T2" fmla="*/ 129 w 159"/>
                <a:gd name="T3" fmla="*/ 182 h 850"/>
                <a:gd name="T4" fmla="*/ 129 w 159"/>
                <a:gd name="T5" fmla="*/ 182 h 850"/>
                <a:gd name="T6" fmla="*/ 129 w 159"/>
                <a:gd name="T7" fmla="*/ 0 h 850"/>
                <a:gd name="T8" fmla="*/ 129 w 159"/>
                <a:gd name="T9" fmla="*/ 0 h 850"/>
                <a:gd name="T10" fmla="*/ 0 w 159"/>
                <a:gd name="T11" fmla="*/ 65 h 850"/>
                <a:gd name="T12" fmla="*/ 0 w 159"/>
                <a:gd name="T13" fmla="*/ 850 h 850"/>
                <a:gd name="T14" fmla="*/ 159 w 159"/>
                <a:gd name="T15" fmla="*/ 731 h 850"/>
                <a:gd name="T16" fmla="*/ 159 w 159"/>
                <a:gd name="T17" fmla="*/ 275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50">
                  <a:moveTo>
                    <a:pt x="159" y="275"/>
                  </a:moveTo>
                  <a:cubicBezTo>
                    <a:pt x="159" y="241"/>
                    <a:pt x="148" y="208"/>
                    <a:pt x="129" y="182"/>
                  </a:cubicBezTo>
                  <a:cubicBezTo>
                    <a:pt x="129" y="182"/>
                    <a:pt x="129" y="182"/>
                    <a:pt x="129" y="182"/>
                  </a:cubicBezTo>
                  <a:cubicBezTo>
                    <a:pt x="75" y="108"/>
                    <a:pt x="75" y="73"/>
                    <a:pt x="129" y="0"/>
                  </a:cubicBezTo>
                  <a:cubicBezTo>
                    <a:pt x="129" y="0"/>
                    <a:pt x="129" y="0"/>
                    <a:pt x="129" y="0"/>
                  </a:cubicBezTo>
                  <a:cubicBezTo>
                    <a:pt x="100" y="39"/>
                    <a:pt x="53" y="65"/>
                    <a:pt x="0" y="65"/>
                  </a:cubicBezTo>
                  <a:cubicBezTo>
                    <a:pt x="0" y="850"/>
                    <a:pt x="0" y="850"/>
                    <a:pt x="0" y="850"/>
                  </a:cubicBezTo>
                  <a:cubicBezTo>
                    <a:pt x="159" y="731"/>
                    <a:pt x="159" y="731"/>
                    <a:pt x="159" y="731"/>
                  </a:cubicBezTo>
                  <a:cubicBezTo>
                    <a:pt x="159" y="275"/>
                    <a:pt x="159" y="275"/>
                    <a:pt x="159" y="275"/>
                  </a:cubicBezTo>
                  <a:close/>
                </a:path>
              </a:pathLst>
            </a:custGeom>
            <a:gradFill flip="none" rotWithShape="1">
              <a:gsLst>
                <a:gs pos="0">
                  <a:schemeClr val="accent2">
                    <a:lumMod val="75000"/>
                  </a:schemeClr>
                </a:gs>
                <a:gs pos="100000">
                  <a:schemeClr val="accent2">
                    <a:alpha val="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4" name="Group 33">
            <a:extLst>
              <a:ext uri="{FF2B5EF4-FFF2-40B4-BE49-F238E27FC236}">
                <a16:creationId xmlns:a16="http://schemas.microsoft.com/office/drawing/2014/main" id="{3968D53C-6C6D-4A77-A6B0-77B255E5340E}"/>
              </a:ext>
            </a:extLst>
          </p:cNvPr>
          <p:cNvGrpSpPr/>
          <p:nvPr/>
        </p:nvGrpSpPr>
        <p:grpSpPr>
          <a:xfrm>
            <a:off x="2380661" y="1192214"/>
            <a:ext cx="1128556" cy="1130300"/>
            <a:chOff x="6345238" y="4948238"/>
            <a:chExt cx="1027113" cy="1028700"/>
          </a:xfrm>
          <a:effectLst>
            <a:outerShdw blurRad="114300" dist="76200" dir="2700000" sx="102000" sy="102000" algn="tl" rotWithShape="0">
              <a:prstClr val="black">
                <a:alpha val="40000"/>
              </a:prstClr>
            </a:outerShdw>
          </a:effectLst>
        </p:grpSpPr>
        <p:sp>
          <p:nvSpPr>
            <p:cNvPr id="35" name="Oval 56">
              <a:extLst>
                <a:ext uri="{FF2B5EF4-FFF2-40B4-BE49-F238E27FC236}">
                  <a16:creationId xmlns:a16="http://schemas.microsoft.com/office/drawing/2014/main" id="{18F697ED-35B0-4FFB-897B-6853FEEEE94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6" name="Oval 57">
              <a:extLst>
                <a:ext uri="{FF2B5EF4-FFF2-40B4-BE49-F238E27FC236}">
                  <a16:creationId xmlns:a16="http://schemas.microsoft.com/office/drawing/2014/main" id="{EA5DC20D-EEAB-462B-9792-B6B1A787D5F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8" name="Group 37">
            <a:extLst>
              <a:ext uri="{FF2B5EF4-FFF2-40B4-BE49-F238E27FC236}">
                <a16:creationId xmlns:a16="http://schemas.microsoft.com/office/drawing/2014/main" id="{14AC67F0-12B6-4721-8AD0-8502C5436B8C}"/>
              </a:ext>
            </a:extLst>
          </p:cNvPr>
          <p:cNvGrpSpPr/>
          <p:nvPr/>
        </p:nvGrpSpPr>
        <p:grpSpPr>
          <a:xfrm>
            <a:off x="4476318" y="1192214"/>
            <a:ext cx="1128556" cy="1130300"/>
            <a:chOff x="6345238" y="4948238"/>
            <a:chExt cx="1027113" cy="1028700"/>
          </a:xfrm>
          <a:effectLst>
            <a:outerShdw blurRad="114300" dist="76200" dir="2700000" sx="102000" sy="102000" algn="tl" rotWithShape="0">
              <a:prstClr val="black">
                <a:alpha val="40000"/>
              </a:prstClr>
            </a:outerShdw>
          </a:effectLst>
        </p:grpSpPr>
        <p:sp>
          <p:nvSpPr>
            <p:cNvPr id="39" name="Oval 56">
              <a:extLst>
                <a:ext uri="{FF2B5EF4-FFF2-40B4-BE49-F238E27FC236}">
                  <a16:creationId xmlns:a16="http://schemas.microsoft.com/office/drawing/2014/main" id="{DAF49E59-18A9-4BC5-AEF8-3BD350AECA7E}"/>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0" name="Oval 57">
              <a:extLst>
                <a:ext uri="{FF2B5EF4-FFF2-40B4-BE49-F238E27FC236}">
                  <a16:creationId xmlns:a16="http://schemas.microsoft.com/office/drawing/2014/main" id="{248C4BB4-D0D6-4AE2-A95F-F56D7A30110D}"/>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1" name="Group 40">
            <a:extLst>
              <a:ext uri="{FF2B5EF4-FFF2-40B4-BE49-F238E27FC236}">
                <a16:creationId xmlns:a16="http://schemas.microsoft.com/office/drawing/2014/main" id="{9A849765-3E85-4B67-8B44-104A474C11B5}"/>
              </a:ext>
            </a:extLst>
          </p:cNvPr>
          <p:cNvGrpSpPr/>
          <p:nvPr/>
        </p:nvGrpSpPr>
        <p:grpSpPr>
          <a:xfrm>
            <a:off x="6579472" y="1192214"/>
            <a:ext cx="1128556" cy="1130300"/>
            <a:chOff x="6345238" y="4948238"/>
            <a:chExt cx="1027113" cy="1028700"/>
          </a:xfrm>
          <a:effectLst>
            <a:outerShdw blurRad="114300" dist="76200" dir="2700000" sx="102000" sy="102000" algn="tl" rotWithShape="0">
              <a:prstClr val="black">
                <a:alpha val="40000"/>
              </a:prstClr>
            </a:outerShdw>
          </a:effectLst>
        </p:grpSpPr>
        <p:sp>
          <p:nvSpPr>
            <p:cNvPr id="42" name="Oval 56">
              <a:extLst>
                <a:ext uri="{FF2B5EF4-FFF2-40B4-BE49-F238E27FC236}">
                  <a16:creationId xmlns:a16="http://schemas.microsoft.com/office/drawing/2014/main" id="{5DF2A33F-A56B-4818-8C1C-7D472E7D79E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3" name="Oval 57">
              <a:extLst>
                <a:ext uri="{FF2B5EF4-FFF2-40B4-BE49-F238E27FC236}">
                  <a16:creationId xmlns:a16="http://schemas.microsoft.com/office/drawing/2014/main" id="{5FA7A087-5F8B-46DB-B2B0-976296FBEBA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4" name="Group 43">
            <a:extLst>
              <a:ext uri="{FF2B5EF4-FFF2-40B4-BE49-F238E27FC236}">
                <a16:creationId xmlns:a16="http://schemas.microsoft.com/office/drawing/2014/main" id="{44FCB28B-8D68-4F61-A60E-169C4989038F}"/>
              </a:ext>
            </a:extLst>
          </p:cNvPr>
          <p:cNvGrpSpPr/>
          <p:nvPr/>
        </p:nvGrpSpPr>
        <p:grpSpPr>
          <a:xfrm>
            <a:off x="8685213" y="1192214"/>
            <a:ext cx="1128556" cy="1130300"/>
            <a:chOff x="6345238" y="4948238"/>
            <a:chExt cx="1027113" cy="1028700"/>
          </a:xfrm>
          <a:effectLst>
            <a:outerShdw blurRad="114300" dist="76200" dir="2700000" sx="102000" sy="102000" algn="tl" rotWithShape="0">
              <a:prstClr val="black">
                <a:alpha val="40000"/>
              </a:prstClr>
            </a:outerShdw>
          </a:effectLst>
        </p:grpSpPr>
        <p:sp>
          <p:nvSpPr>
            <p:cNvPr id="45" name="Oval 56">
              <a:extLst>
                <a:ext uri="{FF2B5EF4-FFF2-40B4-BE49-F238E27FC236}">
                  <a16:creationId xmlns:a16="http://schemas.microsoft.com/office/drawing/2014/main" id="{10112EA8-BE10-4C49-9A16-0946297AD6B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6" name="Oval 57">
              <a:extLst>
                <a:ext uri="{FF2B5EF4-FFF2-40B4-BE49-F238E27FC236}">
                  <a16:creationId xmlns:a16="http://schemas.microsoft.com/office/drawing/2014/main" id="{DE6898E7-F887-468F-B9D2-9EDE6E350AC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9E560588-A072-4769-9D56-9417F962DD01}"/>
              </a:ext>
            </a:extLst>
          </p:cNvPr>
          <p:cNvGrpSpPr/>
          <p:nvPr/>
        </p:nvGrpSpPr>
        <p:grpSpPr>
          <a:xfrm>
            <a:off x="2433121" y="3171825"/>
            <a:ext cx="1054206" cy="981978"/>
            <a:chOff x="2433121" y="3171825"/>
            <a:chExt cx="1054206" cy="981978"/>
          </a:xfrm>
        </p:grpSpPr>
        <p:sp>
          <p:nvSpPr>
            <p:cNvPr id="33" name="Rectangle 32">
              <a:extLst>
                <a:ext uri="{FF2B5EF4-FFF2-40B4-BE49-F238E27FC236}">
                  <a16:creationId xmlns:a16="http://schemas.microsoft.com/office/drawing/2014/main" id="{6243D0A6-10C5-4E39-9BBC-9890CC2BD836}"/>
                </a:ext>
              </a:extLst>
            </p:cNvPr>
            <p:cNvSpPr>
              <a:spLocks noChangeArrowheads="1"/>
            </p:cNvSpPr>
            <p:nvPr/>
          </p:nvSpPr>
          <p:spPr bwMode="auto">
            <a:xfrm>
              <a:off x="2551113" y="3171825"/>
              <a:ext cx="81111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STEP 01</a:t>
              </a:r>
              <a:endParaRPr kumimoji="0" lang="ru-UA" altLang="ru-UA" sz="1800" b="0" i="0" u="none" strike="noStrike" cap="none" normalizeH="0" baseline="0">
                <a:ln>
                  <a:noFill/>
                </a:ln>
                <a:solidFill>
                  <a:schemeClr val="bg2"/>
                </a:solidFill>
                <a:effectLst/>
              </a:endParaRPr>
            </a:p>
          </p:txBody>
        </p:sp>
        <p:sp>
          <p:nvSpPr>
            <p:cNvPr id="48" name="Text_02">
              <a:extLst>
                <a:ext uri="{FF2B5EF4-FFF2-40B4-BE49-F238E27FC236}">
                  <a16:creationId xmlns:a16="http://schemas.microsoft.com/office/drawing/2014/main" id="{B129EDA3-55D1-4A63-9639-84437A39492C}"/>
                </a:ext>
              </a:extLst>
            </p:cNvPr>
            <p:cNvSpPr txBox="1"/>
            <p:nvPr/>
          </p:nvSpPr>
          <p:spPr>
            <a:xfrm>
              <a:off x="2433121" y="3507472"/>
              <a:ext cx="1054206" cy="646331"/>
            </a:xfrm>
            <a:prstGeom prst="rect">
              <a:avLst/>
            </a:prstGeom>
            <a:noFill/>
          </p:spPr>
          <p:txBody>
            <a:bodyPr wrap="square" rtlCol="0">
              <a:spAutoFit/>
            </a:bodyPr>
            <a:lstStyle/>
            <a:p>
              <a:pPr algn="ctr"/>
              <a:r>
                <a:rPr lang="en-US" sz="900" dirty="0">
                  <a:solidFill>
                    <a:schemeClr val="bg2"/>
                  </a:solidFill>
                </a:rPr>
                <a:t>Lorem ipsum dolor sit amet, consectetur </a:t>
              </a:r>
              <a:r>
                <a:rPr lang="en-US" sz="900">
                  <a:solidFill>
                    <a:schemeClr val="bg2"/>
                  </a:solidFill>
                </a:rPr>
                <a:t>adipiscing elit</a:t>
              </a:r>
              <a:endParaRPr lang="ru-RU" sz="900" dirty="0">
                <a:solidFill>
                  <a:schemeClr val="bg2"/>
                </a:solidFill>
              </a:endParaRPr>
            </a:p>
          </p:txBody>
        </p:sp>
      </p:grpSp>
      <p:grpSp>
        <p:nvGrpSpPr>
          <p:cNvPr id="3" name="Group 2">
            <a:extLst>
              <a:ext uri="{FF2B5EF4-FFF2-40B4-BE49-F238E27FC236}">
                <a16:creationId xmlns:a16="http://schemas.microsoft.com/office/drawing/2014/main" id="{D9B13CE2-691F-46C7-A757-3D6B2E24C466}"/>
              </a:ext>
            </a:extLst>
          </p:cNvPr>
          <p:cNvGrpSpPr/>
          <p:nvPr/>
        </p:nvGrpSpPr>
        <p:grpSpPr>
          <a:xfrm>
            <a:off x="4519096" y="3171825"/>
            <a:ext cx="1054206" cy="981978"/>
            <a:chOff x="4519096" y="3171825"/>
            <a:chExt cx="1054206" cy="981978"/>
          </a:xfrm>
        </p:grpSpPr>
        <p:sp>
          <p:nvSpPr>
            <p:cNvPr id="32" name="Rectangle 31">
              <a:extLst>
                <a:ext uri="{FF2B5EF4-FFF2-40B4-BE49-F238E27FC236}">
                  <a16:creationId xmlns:a16="http://schemas.microsoft.com/office/drawing/2014/main" id="{2AD7841C-AF9E-4878-8F6C-0E1E05354CE5}"/>
                </a:ext>
              </a:extLst>
            </p:cNvPr>
            <p:cNvSpPr>
              <a:spLocks noChangeArrowheads="1"/>
            </p:cNvSpPr>
            <p:nvPr/>
          </p:nvSpPr>
          <p:spPr bwMode="auto">
            <a:xfrm>
              <a:off x="4649788" y="3171825"/>
              <a:ext cx="81111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STEP 02</a:t>
              </a:r>
              <a:endParaRPr kumimoji="0" lang="ru-UA" altLang="ru-UA" sz="1800" b="0" i="0" u="none" strike="noStrike" cap="none" normalizeH="0" baseline="0">
                <a:ln>
                  <a:noFill/>
                </a:ln>
                <a:solidFill>
                  <a:schemeClr val="bg2"/>
                </a:solidFill>
                <a:effectLst/>
              </a:endParaRPr>
            </a:p>
          </p:txBody>
        </p:sp>
        <p:sp>
          <p:nvSpPr>
            <p:cNvPr id="49" name="Text_02">
              <a:extLst>
                <a:ext uri="{FF2B5EF4-FFF2-40B4-BE49-F238E27FC236}">
                  <a16:creationId xmlns:a16="http://schemas.microsoft.com/office/drawing/2014/main" id="{FD2D842B-523E-400E-808B-A3450074A74E}"/>
                </a:ext>
              </a:extLst>
            </p:cNvPr>
            <p:cNvSpPr txBox="1"/>
            <p:nvPr/>
          </p:nvSpPr>
          <p:spPr>
            <a:xfrm>
              <a:off x="4519096" y="3507472"/>
              <a:ext cx="1054206" cy="646331"/>
            </a:xfrm>
            <a:prstGeom prst="rect">
              <a:avLst/>
            </a:prstGeom>
            <a:noFill/>
          </p:spPr>
          <p:txBody>
            <a:bodyPr wrap="square" rtlCol="0">
              <a:spAutoFit/>
            </a:bodyPr>
            <a:lstStyle/>
            <a:p>
              <a:pPr algn="ctr"/>
              <a:r>
                <a:rPr lang="en-US" sz="900" dirty="0">
                  <a:solidFill>
                    <a:schemeClr val="bg2"/>
                  </a:solidFill>
                </a:rPr>
                <a:t>Lorem ipsum dolor sit amet, consectetur </a:t>
              </a:r>
              <a:r>
                <a:rPr lang="en-US" sz="900">
                  <a:solidFill>
                    <a:schemeClr val="bg2"/>
                  </a:solidFill>
                </a:rPr>
                <a:t>adipiscing elit</a:t>
              </a:r>
              <a:endParaRPr lang="ru-RU" sz="900" dirty="0">
                <a:solidFill>
                  <a:schemeClr val="bg2"/>
                </a:solidFill>
              </a:endParaRPr>
            </a:p>
          </p:txBody>
        </p:sp>
      </p:grpSp>
      <p:grpSp>
        <p:nvGrpSpPr>
          <p:cNvPr id="4" name="Group 3">
            <a:extLst>
              <a:ext uri="{FF2B5EF4-FFF2-40B4-BE49-F238E27FC236}">
                <a16:creationId xmlns:a16="http://schemas.microsoft.com/office/drawing/2014/main" id="{52004646-4E1B-4568-8070-3DDB6D637FCB}"/>
              </a:ext>
            </a:extLst>
          </p:cNvPr>
          <p:cNvGrpSpPr/>
          <p:nvPr/>
        </p:nvGrpSpPr>
        <p:grpSpPr>
          <a:xfrm>
            <a:off x="6619358" y="3171825"/>
            <a:ext cx="1054206" cy="981978"/>
            <a:chOff x="6619358" y="3171825"/>
            <a:chExt cx="1054206" cy="981978"/>
          </a:xfrm>
        </p:grpSpPr>
        <p:sp>
          <p:nvSpPr>
            <p:cNvPr id="31" name="Rectangle 30">
              <a:extLst>
                <a:ext uri="{FF2B5EF4-FFF2-40B4-BE49-F238E27FC236}">
                  <a16:creationId xmlns:a16="http://schemas.microsoft.com/office/drawing/2014/main" id="{CEE577A4-DB4B-4A04-A7F9-FD3ACCE8E762}"/>
                </a:ext>
              </a:extLst>
            </p:cNvPr>
            <p:cNvSpPr>
              <a:spLocks noChangeArrowheads="1"/>
            </p:cNvSpPr>
            <p:nvPr/>
          </p:nvSpPr>
          <p:spPr bwMode="auto">
            <a:xfrm>
              <a:off x="6750050" y="3171825"/>
              <a:ext cx="81111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STEP 03</a:t>
              </a:r>
              <a:endParaRPr kumimoji="0" lang="ru-UA" altLang="ru-UA" sz="1800" b="0" i="0" u="none" strike="noStrike" cap="none" normalizeH="0" baseline="0">
                <a:ln>
                  <a:noFill/>
                </a:ln>
                <a:solidFill>
                  <a:schemeClr val="bg2"/>
                </a:solidFill>
                <a:effectLst/>
              </a:endParaRPr>
            </a:p>
          </p:txBody>
        </p:sp>
        <p:sp>
          <p:nvSpPr>
            <p:cNvPr id="50" name="Text_02">
              <a:extLst>
                <a:ext uri="{FF2B5EF4-FFF2-40B4-BE49-F238E27FC236}">
                  <a16:creationId xmlns:a16="http://schemas.microsoft.com/office/drawing/2014/main" id="{BC6E5313-1061-4405-BB0A-BDF0B8B5CE29}"/>
                </a:ext>
              </a:extLst>
            </p:cNvPr>
            <p:cNvSpPr txBox="1"/>
            <p:nvPr/>
          </p:nvSpPr>
          <p:spPr>
            <a:xfrm>
              <a:off x="6619358" y="3507472"/>
              <a:ext cx="1054206" cy="646331"/>
            </a:xfrm>
            <a:prstGeom prst="rect">
              <a:avLst/>
            </a:prstGeom>
            <a:noFill/>
          </p:spPr>
          <p:txBody>
            <a:bodyPr wrap="square" rtlCol="0">
              <a:spAutoFit/>
            </a:bodyPr>
            <a:lstStyle/>
            <a:p>
              <a:pPr algn="ctr"/>
              <a:r>
                <a:rPr lang="en-US" sz="900" dirty="0">
                  <a:solidFill>
                    <a:schemeClr val="bg2"/>
                  </a:solidFill>
                </a:rPr>
                <a:t>Lorem ipsum dolor sit amet, consectetur </a:t>
              </a:r>
              <a:r>
                <a:rPr lang="en-US" sz="900">
                  <a:solidFill>
                    <a:schemeClr val="bg2"/>
                  </a:solidFill>
                </a:rPr>
                <a:t>adipiscing elit</a:t>
              </a:r>
              <a:endParaRPr lang="ru-RU" sz="900" dirty="0">
                <a:solidFill>
                  <a:schemeClr val="bg2"/>
                </a:solidFill>
              </a:endParaRPr>
            </a:p>
          </p:txBody>
        </p:sp>
      </p:grpSp>
      <p:grpSp>
        <p:nvGrpSpPr>
          <p:cNvPr id="5" name="Group 4">
            <a:extLst>
              <a:ext uri="{FF2B5EF4-FFF2-40B4-BE49-F238E27FC236}">
                <a16:creationId xmlns:a16="http://schemas.microsoft.com/office/drawing/2014/main" id="{1735F060-4A8F-481E-A073-D2205BE015AA}"/>
              </a:ext>
            </a:extLst>
          </p:cNvPr>
          <p:cNvGrpSpPr/>
          <p:nvPr/>
        </p:nvGrpSpPr>
        <p:grpSpPr>
          <a:xfrm>
            <a:off x="8733908" y="3171825"/>
            <a:ext cx="1054206" cy="981978"/>
            <a:chOff x="8733908" y="3171825"/>
            <a:chExt cx="1054206" cy="981978"/>
          </a:xfrm>
        </p:grpSpPr>
        <p:sp>
          <p:nvSpPr>
            <p:cNvPr id="30" name="Rectangle 29">
              <a:extLst>
                <a:ext uri="{FF2B5EF4-FFF2-40B4-BE49-F238E27FC236}">
                  <a16:creationId xmlns:a16="http://schemas.microsoft.com/office/drawing/2014/main" id="{A68F9A68-0E4E-4D06-BD04-BD921293A08F}"/>
                </a:ext>
              </a:extLst>
            </p:cNvPr>
            <p:cNvSpPr>
              <a:spLocks noChangeArrowheads="1"/>
            </p:cNvSpPr>
            <p:nvPr/>
          </p:nvSpPr>
          <p:spPr bwMode="auto">
            <a:xfrm>
              <a:off x="8853488" y="3171825"/>
              <a:ext cx="81111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bg2"/>
                  </a:solidFill>
                  <a:effectLst/>
                  <a:latin typeface="Open Sans" panose="020B0606030504020204" pitchFamily="34" charset="0"/>
                </a:rPr>
                <a:t>STEP 04</a:t>
              </a:r>
              <a:endParaRPr kumimoji="0" lang="ru-UA" altLang="ru-UA" sz="1800" b="0" i="0" u="none" strike="noStrike" cap="none" normalizeH="0" baseline="0">
                <a:ln>
                  <a:noFill/>
                </a:ln>
                <a:solidFill>
                  <a:schemeClr val="bg2"/>
                </a:solidFill>
                <a:effectLst/>
              </a:endParaRPr>
            </a:p>
          </p:txBody>
        </p:sp>
        <p:sp>
          <p:nvSpPr>
            <p:cNvPr id="51" name="Text_02">
              <a:extLst>
                <a:ext uri="{FF2B5EF4-FFF2-40B4-BE49-F238E27FC236}">
                  <a16:creationId xmlns:a16="http://schemas.microsoft.com/office/drawing/2014/main" id="{0FDB51D8-DF37-4E70-8F81-297D7DA5C06E}"/>
                </a:ext>
              </a:extLst>
            </p:cNvPr>
            <p:cNvSpPr txBox="1"/>
            <p:nvPr/>
          </p:nvSpPr>
          <p:spPr>
            <a:xfrm>
              <a:off x="8733908" y="3507472"/>
              <a:ext cx="1054206" cy="646331"/>
            </a:xfrm>
            <a:prstGeom prst="rect">
              <a:avLst/>
            </a:prstGeom>
            <a:noFill/>
          </p:spPr>
          <p:txBody>
            <a:bodyPr wrap="square" rtlCol="0">
              <a:spAutoFit/>
            </a:bodyPr>
            <a:lstStyle/>
            <a:p>
              <a:pPr algn="ctr"/>
              <a:r>
                <a:rPr lang="en-US" sz="900" dirty="0">
                  <a:solidFill>
                    <a:schemeClr val="bg2"/>
                  </a:solidFill>
                </a:rPr>
                <a:t>Lorem ipsum dolor sit amet, consectetur </a:t>
              </a:r>
              <a:r>
                <a:rPr lang="en-US" sz="900">
                  <a:solidFill>
                    <a:schemeClr val="bg2"/>
                  </a:solidFill>
                </a:rPr>
                <a:t>adipiscing elit</a:t>
              </a:r>
              <a:endParaRPr lang="ru-RU" sz="900" dirty="0">
                <a:solidFill>
                  <a:schemeClr val="bg2"/>
                </a:solidFill>
              </a:endParaRPr>
            </a:p>
          </p:txBody>
        </p:sp>
      </p:grpSp>
      <p:sp>
        <p:nvSpPr>
          <p:cNvPr id="26" name="Freeform 25">
            <a:extLst>
              <a:ext uri="{FF2B5EF4-FFF2-40B4-BE49-F238E27FC236}">
                <a16:creationId xmlns:a16="http://schemas.microsoft.com/office/drawing/2014/main" id="{BF2532CE-12EA-4A26-92E9-9E3D49A572C7}"/>
              </a:ext>
            </a:extLst>
          </p:cNvPr>
          <p:cNvSpPr>
            <a:spLocks noEditPoints="1"/>
          </p:cNvSpPr>
          <p:nvPr/>
        </p:nvSpPr>
        <p:spPr bwMode="auto">
          <a:xfrm>
            <a:off x="2716213" y="1504950"/>
            <a:ext cx="452438" cy="517525"/>
          </a:xfrm>
          <a:custGeom>
            <a:avLst/>
            <a:gdLst>
              <a:gd name="T0" fmla="*/ 34 w 107"/>
              <a:gd name="T1" fmla="*/ 95 h 122"/>
              <a:gd name="T2" fmla="*/ 26 w 107"/>
              <a:gd name="T3" fmla="*/ 73 h 122"/>
              <a:gd name="T4" fmla="*/ 20 w 107"/>
              <a:gd name="T5" fmla="*/ 55 h 122"/>
              <a:gd name="T6" fmla="*/ 54 w 107"/>
              <a:gd name="T7" fmla="*/ 21 h 122"/>
              <a:gd name="T8" fmla="*/ 87 w 107"/>
              <a:gd name="T9" fmla="*/ 55 h 122"/>
              <a:gd name="T10" fmla="*/ 82 w 107"/>
              <a:gd name="T11" fmla="*/ 73 h 122"/>
              <a:gd name="T12" fmla="*/ 73 w 107"/>
              <a:gd name="T13" fmla="*/ 91 h 122"/>
              <a:gd name="T14" fmla="*/ 54 w 107"/>
              <a:gd name="T15" fmla="*/ 34 h 122"/>
              <a:gd name="T16" fmla="*/ 34 w 107"/>
              <a:gd name="T17" fmla="*/ 54 h 122"/>
              <a:gd name="T18" fmla="*/ 54 w 107"/>
              <a:gd name="T19" fmla="*/ 74 h 122"/>
              <a:gd name="T20" fmla="*/ 74 w 107"/>
              <a:gd name="T21" fmla="*/ 54 h 122"/>
              <a:gd name="T22" fmla="*/ 54 w 107"/>
              <a:gd name="T23" fmla="*/ 34 h 122"/>
              <a:gd name="T24" fmla="*/ 46 w 107"/>
              <a:gd name="T25" fmla="*/ 57 h 122"/>
              <a:gd name="T26" fmla="*/ 52 w 107"/>
              <a:gd name="T27" fmla="*/ 64 h 122"/>
              <a:gd name="T28" fmla="*/ 61 w 107"/>
              <a:gd name="T29" fmla="*/ 48 h 122"/>
              <a:gd name="T30" fmla="*/ 54 w 107"/>
              <a:gd name="T31" fmla="*/ 11 h 122"/>
              <a:gd name="T32" fmla="*/ 54 w 107"/>
              <a:gd name="T33" fmla="*/ 0 h 122"/>
              <a:gd name="T34" fmla="*/ 32 w 107"/>
              <a:gd name="T35" fmla="*/ 16 h 122"/>
              <a:gd name="T36" fmla="*/ 27 w 107"/>
              <a:gd name="T37" fmla="*/ 7 h 122"/>
              <a:gd name="T38" fmla="*/ 7 w 107"/>
              <a:gd name="T39" fmla="*/ 27 h 122"/>
              <a:gd name="T40" fmla="*/ 16 w 107"/>
              <a:gd name="T41" fmla="*/ 32 h 122"/>
              <a:gd name="T42" fmla="*/ 0 w 107"/>
              <a:gd name="T43" fmla="*/ 54 h 122"/>
              <a:gd name="T44" fmla="*/ 11 w 107"/>
              <a:gd name="T45" fmla="*/ 54 h 122"/>
              <a:gd name="T46" fmla="*/ 80 w 107"/>
              <a:gd name="T47" fmla="*/ 7 h 122"/>
              <a:gd name="T48" fmla="*/ 75 w 107"/>
              <a:gd name="T49" fmla="*/ 16 h 122"/>
              <a:gd name="T50" fmla="*/ 100 w 107"/>
              <a:gd name="T51" fmla="*/ 27 h 122"/>
              <a:gd name="T52" fmla="*/ 91 w 107"/>
              <a:gd name="T53" fmla="*/ 32 h 122"/>
              <a:gd name="T54" fmla="*/ 97 w 107"/>
              <a:gd name="T55" fmla="*/ 54 h 122"/>
              <a:gd name="T56" fmla="*/ 107 w 107"/>
              <a:gd name="T57" fmla="*/ 54 h 122"/>
              <a:gd name="T58" fmla="*/ 66 w 107"/>
              <a:gd name="T59" fmla="*/ 98 h 122"/>
              <a:gd name="T60" fmla="*/ 39 w 107"/>
              <a:gd name="T61" fmla="*/ 105 h 122"/>
              <a:gd name="T62" fmla="*/ 36 w 107"/>
              <a:gd name="T63" fmla="*/ 109 h 122"/>
              <a:gd name="T64" fmla="*/ 41 w 107"/>
              <a:gd name="T65" fmla="*/ 114 h 122"/>
              <a:gd name="T66" fmla="*/ 43 w 107"/>
              <a:gd name="T67" fmla="*/ 113 h 122"/>
              <a:gd name="T68" fmla="*/ 66 w 107"/>
              <a:gd name="T69" fmla="*/ 107 h 122"/>
              <a:gd name="T70" fmla="*/ 66 w 107"/>
              <a:gd name="T71" fmla="*/ 107 h 122"/>
              <a:gd name="T72" fmla="*/ 67 w 107"/>
              <a:gd name="T73" fmla="*/ 107 h 122"/>
              <a:gd name="T74" fmla="*/ 71 w 107"/>
              <a:gd name="T75" fmla="*/ 111 h 122"/>
              <a:gd name="T76" fmla="*/ 68 w 107"/>
              <a:gd name="T77" fmla="*/ 115 h 122"/>
              <a:gd name="T78" fmla="*/ 46 w 107"/>
              <a:gd name="T7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122">
                <a:moveTo>
                  <a:pt x="34" y="95"/>
                </a:moveTo>
                <a:cubicBezTo>
                  <a:pt x="35" y="89"/>
                  <a:pt x="33" y="84"/>
                  <a:pt x="26" y="73"/>
                </a:cubicBezTo>
                <a:cubicBezTo>
                  <a:pt x="22" y="67"/>
                  <a:pt x="20" y="61"/>
                  <a:pt x="20" y="55"/>
                </a:cubicBezTo>
                <a:cubicBezTo>
                  <a:pt x="20" y="36"/>
                  <a:pt x="35" y="21"/>
                  <a:pt x="54" y="21"/>
                </a:cubicBezTo>
                <a:cubicBezTo>
                  <a:pt x="72" y="21"/>
                  <a:pt x="87" y="36"/>
                  <a:pt x="87" y="55"/>
                </a:cubicBezTo>
                <a:cubicBezTo>
                  <a:pt x="87" y="61"/>
                  <a:pt x="85" y="67"/>
                  <a:pt x="82" y="73"/>
                </a:cubicBezTo>
                <a:cubicBezTo>
                  <a:pt x="76" y="81"/>
                  <a:pt x="74" y="87"/>
                  <a:pt x="73" y="91"/>
                </a:cubicBezTo>
                <a:moveTo>
                  <a:pt x="54" y="34"/>
                </a:moveTo>
                <a:cubicBezTo>
                  <a:pt x="43" y="34"/>
                  <a:pt x="34" y="43"/>
                  <a:pt x="34" y="54"/>
                </a:cubicBezTo>
                <a:cubicBezTo>
                  <a:pt x="34" y="65"/>
                  <a:pt x="43" y="74"/>
                  <a:pt x="54" y="74"/>
                </a:cubicBezTo>
                <a:cubicBezTo>
                  <a:pt x="65" y="74"/>
                  <a:pt x="74" y="65"/>
                  <a:pt x="74" y="54"/>
                </a:cubicBezTo>
                <a:cubicBezTo>
                  <a:pt x="74" y="43"/>
                  <a:pt x="65" y="34"/>
                  <a:pt x="54" y="34"/>
                </a:cubicBezTo>
                <a:close/>
                <a:moveTo>
                  <a:pt x="46" y="57"/>
                </a:moveTo>
                <a:cubicBezTo>
                  <a:pt x="52" y="64"/>
                  <a:pt x="52" y="64"/>
                  <a:pt x="52" y="64"/>
                </a:cubicBezTo>
                <a:cubicBezTo>
                  <a:pt x="61" y="48"/>
                  <a:pt x="61" y="48"/>
                  <a:pt x="61" y="48"/>
                </a:cubicBezTo>
                <a:moveTo>
                  <a:pt x="54" y="11"/>
                </a:moveTo>
                <a:cubicBezTo>
                  <a:pt x="54" y="0"/>
                  <a:pt x="54" y="0"/>
                  <a:pt x="54" y="0"/>
                </a:cubicBezTo>
                <a:moveTo>
                  <a:pt x="32" y="16"/>
                </a:moveTo>
                <a:cubicBezTo>
                  <a:pt x="27" y="7"/>
                  <a:pt x="27" y="7"/>
                  <a:pt x="27" y="7"/>
                </a:cubicBezTo>
                <a:moveTo>
                  <a:pt x="7" y="27"/>
                </a:moveTo>
                <a:cubicBezTo>
                  <a:pt x="16" y="32"/>
                  <a:pt x="16" y="32"/>
                  <a:pt x="16" y="32"/>
                </a:cubicBezTo>
                <a:moveTo>
                  <a:pt x="0" y="54"/>
                </a:moveTo>
                <a:cubicBezTo>
                  <a:pt x="11" y="54"/>
                  <a:pt x="11" y="54"/>
                  <a:pt x="11" y="54"/>
                </a:cubicBezTo>
                <a:moveTo>
                  <a:pt x="80" y="7"/>
                </a:moveTo>
                <a:cubicBezTo>
                  <a:pt x="75" y="16"/>
                  <a:pt x="75" y="16"/>
                  <a:pt x="75" y="16"/>
                </a:cubicBezTo>
                <a:moveTo>
                  <a:pt x="100" y="27"/>
                </a:moveTo>
                <a:cubicBezTo>
                  <a:pt x="91" y="32"/>
                  <a:pt x="91" y="32"/>
                  <a:pt x="91" y="32"/>
                </a:cubicBezTo>
                <a:moveTo>
                  <a:pt x="97" y="54"/>
                </a:moveTo>
                <a:cubicBezTo>
                  <a:pt x="107" y="54"/>
                  <a:pt x="107" y="54"/>
                  <a:pt x="107" y="54"/>
                </a:cubicBezTo>
                <a:moveTo>
                  <a:pt x="66" y="98"/>
                </a:moveTo>
                <a:cubicBezTo>
                  <a:pt x="66" y="98"/>
                  <a:pt x="39" y="105"/>
                  <a:pt x="39" y="105"/>
                </a:cubicBezTo>
                <a:cubicBezTo>
                  <a:pt x="38" y="106"/>
                  <a:pt x="36" y="107"/>
                  <a:pt x="36" y="109"/>
                </a:cubicBezTo>
                <a:cubicBezTo>
                  <a:pt x="36" y="112"/>
                  <a:pt x="38" y="114"/>
                  <a:pt x="41" y="114"/>
                </a:cubicBezTo>
                <a:cubicBezTo>
                  <a:pt x="41" y="114"/>
                  <a:pt x="43" y="113"/>
                  <a:pt x="43" y="113"/>
                </a:cubicBezTo>
                <a:cubicBezTo>
                  <a:pt x="66" y="107"/>
                  <a:pt x="66" y="107"/>
                  <a:pt x="66" y="107"/>
                </a:cubicBezTo>
                <a:cubicBezTo>
                  <a:pt x="66" y="107"/>
                  <a:pt x="66" y="107"/>
                  <a:pt x="66" y="107"/>
                </a:cubicBezTo>
                <a:cubicBezTo>
                  <a:pt x="66" y="107"/>
                  <a:pt x="66" y="107"/>
                  <a:pt x="67" y="107"/>
                </a:cubicBezTo>
                <a:cubicBezTo>
                  <a:pt x="69" y="107"/>
                  <a:pt x="71" y="109"/>
                  <a:pt x="71" y="111"/>
                </a:cubicBezTo>
                <a:cubicBezTo>
                  <a:pt x="71" y="113"/>
                  <a:pt x="70" y="115"/>
                  <a:pt x="68" y="115"/>
                </a:cubicBezTo>
                <a:cubicBezTo>
                  <a:pt x="46" y="122"/>
                  <a:pt x="46" y="122"/>
                  <a:pt x="46" y="122"/>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93795004-621A-437B-92B9-EF025D7BA8A8}"/>
              </a:ext>
            </a:extLst>
          </p:cNvPr>
          <p:cNvSpPr>
            <a:spLocks noEditPoints="1"/>
          </p:cNvSpPr>
          <p:nvPr/>
        </p:nvSpPr>
        <p:spPr bwMode="auto">
          <a:xfrm>
            <a:off x="8913813" y="1576388"/>
            <a:ext cx="663575" cy="373063"/>
          </a:xfrm>
          <a:custGeom>
            <a:avLst/>
            <a:gdLst>
              <a:gd name="T0" fmla="*/ 37 w 157"/>
              <a:gd name="T1" fmla="*/ 72 h 88"/>
              <a:gd name="T2" fmla="*/ 36 w 157"/>
              <a:gd name="T3" fmla="*/ 65 h 88"/>
              <a:gd name="T4" fmla="*/ 45 w 157"/>
              <a:gd name="T5" fmla="*/ 57 h 88"/>
              <a:gd name="T6" fmla="*/ 51 w 157"/>
              <a:gd name="T7" fmla="*/ 61 h 88"/>
              <a:gd name="T8" fmla="*/ 43 w 157"/>
              <a:gd name="T9" fmla="*/ 71 h 88"/>
              <a:gd name="T10" fmla="*/ 95 w 157"/>
              <a:gd name="T11" fmla="*/ 64 h 88"/>
              <a:gd name="T12" fmla="*/ 114 w 157"/>
              <a:gd name="T13" fmla="*/ 72 h 88"/>
              <a:gd name="T14" fmla="*/ 115 w 157"/>
              <a:gd name="T15" fmla="*/ 64 h 88"/>
              <a:gd name="T16" fmla="*/ 96 w 157"/>
              <a:gd name="T17" fmla="*/ 78 h 88"/>
              <a:gd name="T18" fmla="*/ 104 w 157"/>
              <a:gd name="T19" fmla="*/ 79 h 88"/>
              <a:gd name="T20" fmla="*/ 106 w 157"/>
              <a:gd name="T21" fmla="*/ 72 h 88"/>
              <a:gd name="T22" fmla="*/ 85 w 157"/>
              <a:gd name="T23" fmla="*/ 84 h 88"/>
              <a:gd name="T24" fmla="*/ 94 w 157"/>
              <a:gd name="T25" fmla="*/ 85 h 88"/>
              <a:gd name="T26" fmla="*/ 96 w 157"/>
              <a:gd name="T27" fmla="*/ 78 h 88"/>
              <a:gd name="T28" fmla="*/ 73 w 157"/>
              <a:gd name="T29" fmla="*/ 86 h 88"/>
              <a:gd name="T30" fmla="*/ 83 w 157"/>
              <a:gd name="T31" fmla="*/ 85 h 88"/>
              <a:gd name="T32" fmla="*/ 50 w 157"/>
              <a:gd name="T33" fmla="*/ 78 h 88"/>
              <a:gd name="T34" fmla="*/ 60 w 157"/>
              <a:gd name="T35" fmla="*/ 60 h 88"/>
              <a:gd name="T36" fmla="*/ 53 w 157"/>
              <a:gd name="T37" fmla="*/ 60 h 88"/>
              <a:gd name="T38" fmla="*/ 43 w 157"/>
              <a:gd name="T39" fmla="*/ 79 h 88"/>
              <a:gd name="T40" fmla="*/ 50 w 157"/>
              <a:gd name="T41" fmla="*/ 78 h 88"/>
              <a:gd name="T42" fmla="*/ 68 w 157"/>
              <a:gd name="T43" fmla="*/ 72 h 88"/>
              <a:gd name="T44" fmla="*/ 64 w 157"/>
              <a:gd name="T45" fmla="*/ 64 h 88"/>
              <a:gd name="T46" fmla="*/ 52 w 157"/>
              <a:gd name="T47" fmla="*/ 76 h 88"/>
              <a:gd name="T48" fmla="*/ 56 w 157"/>
              <a:gd name="T49" fmla="*/ 84 h 88"/>
              <a:gd name="T50" fmla="*/ 72 w 157"/>
              <a:gd name="T51" fmla="*/ 81 h 88"/>
              <a:gd name="T52" fmla="*/ 73 w 157"/>
              <a:gd name="T53" fmla="*/ 73 h 88"/>
              <a:gd name="T54" fmla="*/ 67 w 157"/>
              <a:gd name="T55" fmla="*/ 74 h 88"/>
              <a:gd name="T56" fmla="*/ 61 w 157"/>
              <a:gd name="T57" fmla="*/ 87 h 88"/>
              <a:gd name="T58" fmla="*/ 68 w 157"/>
              <a:gd name="T59" fmla="*/ 86 h 88"/>
              <a:gd name="T60" fmla="*/ 134 w 157"/>
              <a:gd name="T61" fmla="*/ 0 h 88"/>
              <a:gd name="T62" fmla="*/ 130 w 157"/>
              <a:gd name="T63" fmla="*/ 52 h 88"/>
              <a:gd name="T64" fmla="*/ 157 w 157"/>
              <a:gd name="T65" fmla="*/ 42 h 88"/>
              <a:gd name="T66" fmla="*/ 85 w 157"/>
              <a:gd name="T67" fmla="*/ 22 h 88"/>
              <a:gd name="T68" fmla="*/ 77 w 157"/>
              <a:gd name="T69" fmla="*/ 23 h 88"/>
              <a:gd name="T70" fmla="*/ 54 w 157"/>
              <a:gd name="T71" fmla="*/ 34 h 88"/>
              <a:gd name="T72" fmla="*/ 74 w 157"/>
              <a:gd name="T73" fmla="*/ 39 h 88"/>
              <a:gd name="T74" fmla="*/ 115 w 157"/>
              <a:gd name="T75" fmla="*/ 64 h 88"/>
              <a:gd name="T76" fmla="*/ 122 w 157"/>
              <a:gd name="T77" fmla="*/ 55 h 88"/>
              <a:gd name="T78" fmla="*/ 115 w 157"/>
              <a:gd name="T79" fmla="*/ 64 h 88"/>
              <a:gd name="T80" fmla="*/ 39 w 157"/>
              <a:gd name="T81" fmla="*/ 62 h 88"/>
              <a:gd name="T82" fmla="*/ 23 w 157"/>
              <a:gd name="T83" fmla="*/ 58 h 88"/>
              <a:gd name="T84" fmla="*/ 32 w 157"/>
              <a:gd name="T85" fmla="*/ 0 h 88"/>
              <a:gd name="T86" fmla="*/ 38 w 157"/>
              <a:gd name="T87" fmla="*/ 64 h 88"/>
              <a:gd name="T88" fmla="*/ 52 w 157"/>
              <a:gd name="T89" fmla="*/ 2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7" h="88">
                <a:moveTo>
                  <a:pt x="41" y="73"/>
                </a:moveTo>
                <a:cubicBezTo>
                  <a:pt x="39" y="73"/>
                  <a:pt x="38" y="73"/>
                  <a:pt x="37" y="72"/>
                </a:cubicBezTo>
                <a:cubicBezTo>
                  <a:pt x="36" y="71"/>
                  <a:pt x="35" y="70"/>
                  <a:pt x="35" y="68"/>
                </a:cubicBezTo>
                <a:cubicBezTo>
                  <a:pt x="35" y="67"/>
                  <a:pt x="36" y="66"/>
                  <a:pt x="36" y="65"/>
                </a:cubicBezTo>
                <a:cubicBezTo>
                  <a:pt x="43" y="58"/>
                  <a:pt x="43" y="58"/>
                  <a:pt x="43" y="58"/>
                </a:cubicBezTo>
                <a:cubicBezTo>
                  <a:pt x="43" y="57"/>
                  <a:pt x="44" y="57"/>
                  <a:pt x="45" y="57"/>
                </a:cubicBezTo>
                <a:cubicBezTo>
                  <a:pt x="47" y="57"/>
                  <a:pt x="48" y="57"/>
                  <a:pt x="49" y="58"/>
                </a:cubicBezTo>
                <a:cubicBezTo>
                  <a:pt x="50" y="59"/>
                  <a:pt x="51" y="60"/>
                  <a:pt x="51" y="61"/>
                </a:cubicBezTo>
                <a:cubicBezTo>
                  <a:pt x="51" y="62"/>
                  <a:pt x="50" y="64"/>
                  <a:pt x="50" y="65"/>
                </a:cubicBezTo>
                <a:cubicBezTo>
                  <a:pt x="43" y="71"/>
                  <a:pt x="43" y="71"/>
                  <a:pt x="43" y="71"/>
                </a:cubicBezTo>
                <a:cubicBezTo>
                  <a:pt x="43" y="72"/>
                  <a:pt x="42" y="73"/>
                  <a:pt x="41" y="73"/>
                </a:cubicBezTo>
                <a:close/>
                <a:moveTo>
                  <a:pt x="95" y="64"/>
                </a:moveTo>
                <a:cubicBezTo>
                  <a:pt x="95" y="64"/>
                  <a:pt x="107" y="73"/>
                  <a:pt x="110" y="74"/>
                </a:cubicBezTo>
                <a:cubicBezTo>
                  <a:pt x="112" y="74"/>
                  <a:pt x="113" y="73"/>
                  <a:pt x="114" y="72"/>
                </a:cubicBezTo>
                <a:cubicBezTo>
                  <a:pt x="115" y="71"/>
                  <a:pt x="116" y="69"/>
                  <a:pt x="116" y="67"/>
                </a:cubicBezTo>
                <a:cubicBezTo>
                  <a:pt x="116" y="66"/>
                  <a:pt x="116" y="65"/>
                  <a:pt x="115" y="64"/>
                </a:cubicBezTo>
                <a:moveTo>
                  <a:pt x="86" y="70"/>
                </a:moveTo>
                <a:cubicBezTo>
                  <a:pt x="96" y="78"/>
                  <a:pt x="96" y="78"/>
                  <a:pt x="96" y="78"/>
                </a:cubicBezTo>
                <a:cubicBezTo>
                  <a:pt x="97" y="79"/>
                  <a:pt x="98" y="80"/>
                  <a:pt x="100" y="80"/>
                </a:cubicBezTo>
                <a:cubicBezTo>
                  <a:pt x="102" y="80"/>
                  <a:pt x="103" y="80"/>
                  <a:pt x="104" y="79"/>
                </a:cubicBezTo>
                <a:cubicBezTo>
                  <a:pt x="106" y="77"/>
                  <a:pt x="107" y="76"/>
                  <a:pt x="106" y="74"/>
                </a:cubicBezTo>
                <a:cubicBezTo>
                  <a:pt x="106" y="73"/>
                  <a:pt x="106" y="72"/>
                  <a:pt x="106" y="72"/>
                </a:cubicBezTo>
                <a:moveTo>
                  <a:pt x="81" y="80"/>
                </a:moveTo>
                <a:cubicBezTo>
                  <a:pt x="85" y="84"/>
                  <a:pt x="85" y="84"/>
                  <a:pt x="85" y="84"/>
                </a:cubicBezTo>
                <a:cubicBezTo>
                  <a:pt x="86" y="86"/>
                  <a:pt x="88" y="86"/>
                  <a:pt x="89" y="86"/>
                </a:cubicBezTo>
                <a:cubicBezTo>
                  <a:pt x="91" y="87"/>
                  <a:pt x="93" y="86"/>
                  <a:pt x="94" y="85"/>
                </a:cubicBezTo>
                <a:cubicBezTo>
                  <a:pt x="95" y="84"/>
                  <a:pt x="96" y="82"/>
                  <a:pt x="96" y="80"/>
                </a:cubicBezTo>
                <a:cubicBezTo>
                  <a:pt x="96" y="79"/>
                  <a:pt x="96" y="79"/>
                  <a:pt x="96" y="78"/>
                </a:cubicBezTo>
                <a:moveTo>
                  <a:pt x="70" y="84"/>
                </a:moveTo>
                <a:cubicBezTo>
                  <a:pt x="73" y="86"/>
                  <a:pt x="73" y="86"/>
                  <a:pt x="73" y="86"/>
                </a:cubicBezTo>
                <a:cubicBezTo>
                  <a:pt x="74" y="87"/>
                  <a:pt x="76" y="87"/>
                  <a:pt x="79" y="87"/>
                </a:cubicBezTo>
                <a:cubicBezTo>
                  <a:pt x="80" y="87"/>
                  <a:pt x="82" y="86"/>
                  <a:pt x="83" y="85"/>
                </a:cubicBezTo>
                <a:cubicBezTo>
                  <a:pt x="84" y="85"/>
                  <a:pt x="84" y="84"/>
                  <a:pt x="85" y="84"/>
                </a:cubicBezTo>
                <a:moveTo>
                  <a:pt x="50" y="78"/>
                </a:moveTo>
                <a:cubicBezTo>
                  <a:pt x="60" y="66"/>
                  <a:pt x="60" y="66"/>
                  <a:pt x="60" y="66"/>
                </a:cubicBezTo>
                <a:cubicBezTo>
                  <a:pt x="62" y="65"/>
                  <a:pt x="62" y="62"/>
                  <a:pt x="60" y="60"/>
                </a:cubicBezTo>
                <a:cubicBezTo>
                  <a:pt x="59" y="59"/>
                  <a:pt x="58" y="58"/>
                  <a:pt x="56" y="59"/>
                </a:cubicBezTo>
                <a:cubicBezTo>
                  <a:pt x="55" y="59"/>
                  <a:pt x="54" y="59"/>
                  <a:pt x="53" y="60"/>
                </a:cubicBezTo>
                <a:cubicBezTo>
                  <a:pt x="43" y="72"/>
                  <a:pt x="43" y="72"/>
                  <a:pt x="43" y="72"/>
                </a:cubicBezTo>
                <a:cubicBezTo>
                  <a:pt x="41" y="74"/>
                  <a:pt x="41" y="77"/>
                  <a:pt x="43" y="79"/>
                </a:cubicBezTo>
                <a:cubicBezTo>
                  <a:pt x="44" y="80"/>
                  <a:pt x="46" y="80"/>
                  <a:pt x="47" y="80"/>
                </a:cubicBezTo>
                <a:cubicBezTo>
                  <a:pt x="48" y="80"/>
                  <a:pt x="49" y="79"/>
                  <a:pt x="50" y="78"/>
                </a:cubicBezTo>
                <a:close/>
                <a:moveTo>
                  <a:pt x="59" y="83"/>
                </a:moveTo>
                <a:cubicBezTo>
                  <a:pt x="68" y="72"/>
                  <a:pt x="68" y="72"/>
                  <a:pt x="68" y="72"/>
                </a:cubicBezTo>
                <a:cubicBezTo>
                  <a:pt x="70" y="70"/>
                  <a:pt x="70" y="67"/>
                  <a:pt x="68" y="65"/>
                </a:cubicBezTo>
                <a:cubicBezTo>
                  <a:pt x="67" y="64"/>
                  <a:pt x="66" y="64"/>
                  <a:pt x="64" y="64"/>
                </a:cubicBezTo>
                <a:cubicBezTo>
                  <a:pt x="63" y="64"/>
                  <a:pt x="62" y="65"/>
                  <a:pt x="62" y="65"/>
                </a:cubicBezTo>
                <a:cubicBezTo>
                  <a:pt x="52" y="76"/>
                  <a:pt x="52" y="76"/>
                  <a:pt x="52" y="76"/>
                </a:cubicBezTo>
                <a:cubicBezTo>
                  <a:pt x="50" y="78"/>
                  <a:pt x="50" y="81"/>
                  <a:pt x="52" y="83"/>
                </a:cubicBezTo>
                <a:cubicBezTo>
                  <a:pt x="53" y="84"/>
                  <a:pt x="54" y="84"/>
                  <a:pt x="56" y="84"/>
                </a:cubicBezTo>
                <a:cubicBezTo>
                  <a:pt x="57" y="84"/>
                  <a:pt x="58" y="83"/>
                  <a:pt x="59" y="83"/>
                </a:cubicBezTo>
                <a:close/>
                <a:moveTo>
                  <a:pt x="72" y="81"/>
                </a:moveTo>
                <a:cubicBezTo>
                  <a:pt x="74" y="80"/>
                  <a:pt x="74" y="80"/>
                  <a:pt x="74" y="80"/>
                </a:cubicBezTo>
                <a:cubicBezTo>
                  <a:pt x="75" y="78"/>
                  <a:pt x="75" y="75"/>
                  <a:pt x="73" y="73"/>
                </a:cubicBezTo>
                <a:cubicBezTo>
                  <a:pt x="72" y="72"/>
                  <a:pt x="71" y="72"/>
                  <a:pt x="69" y="72"/>
                </a:cubicBezTo>
                <a:cubicBezTo>
                  <a:pt x="68" y="72"/>
                  <a:pt x="67" y="73"/>
                  <a:pt x="67" y="74"/>
                </a:cubicBezTo>
                <a:cubicBezTo>
                  <a:pt x="61" y="80"/>
                  <a:pt x="61" y="80"/>
                  <a:pt x="61" y="80"/>
                </a:cubicBezTo>
                <a:cubicBezTo>
                  <a:pt x="59" y="82"/>
                  <a:pt x="59" y="85"/>
                  <a:pt x="61" y="87"/>
                </a:cubicBezTo>
                <a:cubicBezTo>
                  <a:pt x="62" y="88"/>
                  <a:pt x="64" y="88"/>
                  <a:pt x="65" y="88"/>
                </a:cubicBezTo>
                <a:cubicBezTo>
                  <a:pt x="66" y="88"/>
                  <a:pt x="67" y="87"/>
                  <a:pt x="68" y="86"/>
                </a:cubicBezTo>
                <a:lnTo>
                  <a:pt x="72" y="81"/>
                </a:lnTo>
                <a:close/>
                <a:moveTo>
                  <a:pt x="134" y="0"/>
                </a:moveTo>
                <a:cubicBezTo>
                  <a:pt x="124" y="5"/>
                  <a:pt x="110" y="13"/>
                  <a:pt x="108" y="14"/>
                </a:cubicBezTo>
                <a:cubicBezTo>
                  <a:pt x="110" y="18"/>
                  <a:pt x="119" y="33"/>
                  <a:pt x="130" y="52"/>
                </a:cubicBezTo>
                <a:cubicBezTo>
                  <a:pt x="131" y="55"/>
                  <a:pt x="131" y="55"/>
                  <a:pt x="131" y="55"/>
                </a:cubicBezTo>
                <a:cubicBezTo>
                  <a:pt x="157" y="42"/>
                  <a:pt x="157" y="42"/>
                  <a:pt x="157" y="42"/>
                </a:cubicBezTo>
                <a:moveTo>
                  <a:pt x="111" y="20"/>
                </a:moveTo>
                <a:cubicBezTo>
                  <a:pt x="98" y="15"/>
                  <a:pt x="92" y="22"/>
                  <a:pt x="85" y="22"/>
                </a:cubicBezTo>
                <a:cubicBezTo>
                  <a:pt x="81" y="22"/>
                  <a:pt x="79" y="23"/>
                  <a:pt x="77" y="23"/>
                </a:cubicBezTo>
                <a:cubicBezTo>
                  <a:pt x="77" y="23"/>
                  <a:pt x="77" y="23"/>
                  <a:pt x="77" y="23"/>
                </a:cubicBezTo>
                <a:cubicBezTo>
                  <a:pt x="76" y="23"/>
                  <a:pt x="76" y="23"/>
                  <a:pt x="75" y="23"/>
                </a:cubicBezTo>
                <a:cubicBezTo>
                  <a:pt x="54" y="34"/>
                  <a:pt x="54" y="34"/>
                  <a:pt x="54" y="34"/>
                </a:cubicBezTo>
                <a:cubicBezTo>
                  <a:pt x="44" y="39"/>
                  <a:pt x="54" y="47"/>
                  <a:pt x="57" y="46"/>
                </a:cubicBezTo>
                <a:cubicBezTo>
                  <a:pt x="60" y="45"/>
                  <a:pt x="69" y="42"/>
                  <a:pt x="74" y="39"/>
                </a:cubicBezTo>
                <a:cubicBezTo>
                  <a:pt x="78" y="38"/>
                  <a:pt x="82" y="38"/>
                  <a:pt x="85" y="41"/>
                </a:cubicBezTo>
                <a:cubicBezTo>
                  <a:pt x="94" y="47"/>
                  <a:pt x="113" y="62"/>
                  <a:pt x="115" y="64"/>
                </a:cubicBezTo>
                <a:moveTo>
                  <a:pt x="129" y="50"/>
                </a:moveTo>
                <a:cubicBezTo>
                  <a:pt x="127" y="51"/>
                  <a:pt x="123" y="54"/>
                  <a:pt x="122" y="55"/>
                </a:cubicBezTo>
                <a:cubicBezTo>
                  <a:pt x="121" y="55"/>
                  <a:pt x="120" y="57"/>
                  <a:pt x="120" y="58"/>
                </a:cubicBezTo>
                <a:cubicBezTo>
                  <a:pt x="118" y="60"/>
                  <a:pt x="117" y="63"/>
                  <a:pt x="115" y="64"/>
                </a:cubicBezTo>
                <a:moveTo>
                  <a:pt x="39" y="62"/>
                </a:moveTo>
                <a:cubicBezTo>
                  <a:pt x="39" y="62"/>
                  <a:pt x="39" y="62"/>
                  <a:pt x="39" y="62"/>
                </a:cubicBezTo>
                <a:moveTo>
                  <a:pt x="0" y="40"/>
                </a:moveTo>
                <a:cubicBezTo>
                  <a:pt x="23" y="58"/>
                  <a:pt x="23" y="58"/>
                  <a:pt x="23" y="58"/>
                </a:cubicBezTo>
                <a:cubicBezTo>
                  <a:pt x="54" y="18"/>
                  <a:pt x="54" y="18"/>
                  <a:pt x="54" y="18"/>
                </a:cubicBezTo>
                <a:cubicBezTo>
                  <a:pt x="32" y="0"/>
                  <a:pt x="32" y="0"/>
                  <a:pt x="32" y="0"/>
                </a:cubicBezTo>
                <a:moveTo>
                  <a:pt x="25" y="55"/>
                </a:moveTo>
                <a:cubicBezTo>
                  <a:pt x="31" y="60"/>
                  <a:pt x="38" y="64"/>
                  <a:pt x="38" y="64"/>
                </a:cubicBezTo>
                <a:moveTo>
                  <a:pt x="67" y="27"/>
                </a:moveTo>
                <a:cubicBezTo>
                  <a:pt x="64" y="26"/>
                  <a:pt x="58" y="23"/>
                  <a:pt x="52" y="21"/>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2F0A7743-7618-4607-AE83-FBA7B9361C09}"/>
              </a:ext>
            </a:extLst>
          </p:cNvPr>
          <p:cNvSpPr>
            <a:spLocks noEditPoints="1"/>
          </p:cNvSpPr>
          <p:nvPr/>
        </p:nvSpPr>
        <p:spPr bwMode="auto">
          <a:xfrm>
            <a:off x="4789488" y="1558925"/>
            <a:ext cx="508000" cy="407988"/>
          </a:xfrm>
          <a:custGeom>
            <a:avLst/>
            <a:gdLst>
              <a:gd name="T0" fmla="*/ 120 w 120"/>
              <a:gd name="T1" fmla="*/ 96 h 96"/>
              <a:gd name="T2" fmla="*/ 0 w 120"/>
              <a:gd name="T3" fmla="*/ 96 h 96"/>
              <a:gd name="T4" fmla="*/ 29 w 120"/>
              <a:gd name="T5" fmla="*/ 70 h 96"/>
              <a:gd name="T6" fmla="*/ 13 w 120"/>
              <a:gd name="T7" fmla="*/ 70 h 96"/>
              <a:gd name="T8" fmla="*/ 13 w 120"/>
              <a:gd name="T9" fmla="*/ 96 h 96"/>
              <a:gd name="T10" fmla="*/ 29 w 120"/>
              <a:gd name="T11" fmla="*/ 96 h 96"/>
              <a:gd name="T12" fmla="*/ 29 w 120"/>
              <a:gd name="T13" fmla="*/ 70 h 96"/>
              <a:gd name="T14" fmla="*/ 55 w 120"/>
              <a:gd name="T15" fmla="*/ 45 h 96"/>
              <a:gd name="T16" fmla="*/ 38 w 120"/>
              <a:gd name="T17" fmla="*/ 45 h 96"/>
              <a:gd name="T18" fmla="*/ 38 w 120"/>
              <a:gd name="T19" fmla="*/ 96 h 96"/>
              <a:gd name="T20" fmla="*/ 55 w 120"/>
              <a:gd name="T21" fmla="*/ 96 h 96"/>
              <a:gd name="T22" fmla="*/ 55 w 120"/>
              <a:gd name="T23" fmla="*/ 45 h 96"/>
              <a:gd name="T24" fmla="*/ 81 w 120"/>
              <a:gd name="T25" fmla="*/ 56 h 96"/>
              <a:gd name="T26" fmla="*/ 64 w 120"/>
              <a:gd name="T27" fmla="*/ 56 h 96"/>
              <a:gd name="T28" fmla="*/ 64 w 120"/>
              <a:gd name="T29" fmla="*/ 96 h 96"/>
              <a:gd name="T30" fmla="*/ 81 w 120"/>
              <a:gd name="T31" fmla="*/ 96 h 96"/>
              <a:gd name="T32" fmla="*/ 81 w 120"/>
              <a:gd name="T33" fmla="*/ 56 h 96"/>
              <a:gd name="T34" fmla="*/ 107 w 120"/>
              <a:gd name="T35" fmla="*/ 29 h 96"/>
              <a:gd name="T36" fmla="*/ 90 w 120"/>
              <a:gd name="T37" fmla="*/ 29 h 96"/>
              <a:gd name="T38" fmla="*/ 90 w 120"/>
              <a:gd name="T39" fmla="*/ 96 h 96"/>
              <a:gd name="T40" fmla="*/ 107 w 120"/>
              <a:gd name="T41" fmla="*/ 96 h 96"/>
              <a:gd name="T42" fmla="*/ 107 w 120"/>
              <a:gd name="T43" fmla="*/ 29 h 96"/>
              <a:gd name="T44" fmla="*/ 21 w 120"/>
              <a:gd name="T45" fmla="*/ 42 h 96"/>
              <a:gd name="T46" fmla="*/ 16 w 120"/>
              <a:gd name="T47" fmla="*/ 46 h 96"/>
              <a:gd name="T48" fmla="*/ 21 w 120"/>
              <a:gd name="T49" fmla="*/ 51 h 96"/>
              <a:gd name="T50" fmla="*/ 26 w 120"/>
              <a:gd name="T51" fmla="*/ 46 h 96"/>
              <a:gd name="T52" fmla="*/ 21 w 120"/>
              <a:gd name="T53" fmla="*/ 42 h 96"/>
              <a:gd name="T54" fmla="*/ 47 w 120"/>
              <a:gd name="T55" fmla="*/ 17 h 96"/>
              <a:gd name="T56" fmla="*/ 42 w 120"/>
              <a:gd name="T57" fmla="*/ 22 h 96"/>
              <a:gd name="T58" fmla="*/ 47 w 120"/>
              <a:gd name="T59" fmla="*/ 26 h 96"/>
              <a:gd name="T60" fmla="*/ 51 w 120"/>
              <a:gd name="T61" fmla="*/ 22 h 96"/>
              <a:gd name="T62" fmla="*/ 47 w 120"/>
              <a:gd name="T63" fmla="*/ 17 h 96"/>
              <a:gd name="T64" fmla="*/ 73 w 120"/>
              <a:gd name="T65" fmla="*/ 29 h 96"/>
              <a:gd name="T66" fmla="*/ 68 w 120"/>
              <a:gd name="T67" fmla="*/ 34 h 96"/>
              <a:gd name="T68" fmla="*/ 73 w 120"/>
              <a:gd name="T69" fmla="*/ 39 h 96"/>
              <a:gd name="T70" fmla="*/ 77 w 120"/>
              <a:gd name="T71" fmla="*/ 34 h 96"/>
              <a:gd name="T72" fmla="*/ 73 w 120"/>
              <a:gd name="T73" fmla="*/ 29 h 96"/>
              <a:gd name="T74" fmla="*/ 99 w 120"/>
              <a:gd name="T75" fmla="*/ 0 h 96"/>
              <a:gd name="T76" fmla="*/ 94 w 120"/>
              <a:gd name="T77" fmla="*/ 5 h 96"/>
              <a:gd name="T78" fmla="*/ 99 w 120"/>
              <a:gd name="T79" fmla="*/ 9 h 96"/>
              <a:gd name="T80" fmla="*/ 103 w 120"/>
              <a:gd name="T81" fmla="*/ 5 h 96"/>
              <a:gd name="T82" fmla="*/ 99 w 120"/>
              <a:gd name="T83" fmla="*/ 0 h 96"/>
              <a:gd name="T84" fmla="*/ 76 w 120"/>
              <a:gd name="T85" fmla="*/ 30 h 96"/>
              <a:gd name="T86" fmla="*/ 95 w 120"/>
              <a:gd name="T87" fmla="*/ 8 h 96"/>
              <a:gd name="T88" fmla="*/ 51 w 120"/>
              <a:gd name="T89" fmla="*/ 24 h 96"/>
              <a:gd name="T90" fmla="*/ 68 w 120"/>
              <a:gd name="T91" fmla="*/ 32 h 96"/>
              <a:gd name="T92" fmla="*/ 43 w 120"/>
              <a:gd name="T93" fmla="*/ 25 h 96"/>
              <a:gd name="T94" fmla="*/ 24 w 120"/>
              <a:gd name="T95" fmla="*/ 4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96">
                <a:moveTo>
                  <a:pt x="120" y="96"/>
                </a:moveTo>
                <a:cubicBezTo>
                  <a:pt x="0" y="96"/>
                  <a:pt x="0" y="96"/>
                  <a:pt x="0" y="96"/>
                </a:cubicBezTo>
                <a:moveTo>
                  <a:pt x="29" y="70"/>
                </a:moveTo>
                <a:cubicBezTo>
                  <a:pt x="13" y="70"/>
                  <a:pt x="13" y="70"/>
                  <a:pt x="13" y="70"/>
                </a:cubicBezTo>
                <a:cubicBezTo>
                  <a:pt x="13" y="96"/>
                  <a:pt x="13" y="96"/>
                  <a:pt x="13" y="96"/>
                </a:cubicBezTo>
                <a:cubicBezTo>
                  <a:pt x="29" y="96"/>
                  <a:pt x="29" y="96"/>
                  <a:pt x="29" y="96"/>
                </a:cubicBezTo>
                <a:lnTo>
                  <a:pt x="29" y="70"/>
                </a:lnTo>
                <a:close/>
                <a:moveTo>
                  <a:pt x="55" y="45"/>
                </a:moveTo>
                <a:cubicBezTo>
                  <a:pt x="38" y="45"/>
                  <a:pt x="38" y="45"/>
                  <a:pt x="38" y="45"/>
                </a:cubicBezTo>
                <a:cubicBezTo>
                  <a:pt x="38" y="96"/>
                  <a:pt x="38" y="96"/>
                  <a:pt x="38" y="96"/>
                </a:cubicBezTo>
                <a:cubicBezTo>
                  <a:pt x="55" y="96"/>
                  <a:pt x="55" y="96"/>
                  <a:pt x="55" y="96"/>
                </a:cubicBezTo>
                <a:lnTo>
                  <a:pt x="55" y="45"/>
                </a:lnTo>
                <a:close/>
                <a:moveTo>
                  <a:pt x="81" y="56"/>
                </a:moveTo>
                <a:cubicBezTo>
                  <a:pt x="64" y="56"/>
                  <a:pt x="64" y="56"/>
                  <a:pt x="64" y="56"/>
                </a:cubicBezTo>
                <a:cubicBezTo>
                  <a:pt x="64" y="96"/>
                  <a:pt x="64" y="96"/>
                  <a:pt x="64" y="96"/>
                </a:cubicBezTo>
                <a:cubicBezTo>
                  <a:pt x="81" y="96"/>
                  <a:pt x="81" y="96"/>
                  <a:pt x="81" y="96"/>
                </a:cubicBezTo>
                <a:lnTo>
                  <a:pt x="81" y="56"/>
                </a:lnTo>
                <a:close/>
                <a:moveTo>
                  <a:pt x="107" y="29"/>
                </a:moveTo>
                <a:cubicBezTo>
                  <a:pt x="90" y="29"/>
                  <a:pt x="90" y="29"/>
                  <a:pt x="90" y="29"/>
                </a:cubicBezTo>
                <a:cubicBezTo>
                  <a:pt x="90" y="96"/>
                  <a:pt x="90" y="96"/>
                  <a:pt x="90" y="96"/>
                </a:cubicBezTo>
                <a:cubicBezTo>
                  <a:pt x="107" y="96"/>
                  <a:pt x="107" y="96"/>
                  <a:pt x="107" y="96"/>
                </a:cubicBezTo>
                <a:lnTo>
                  <a:pt x="107" y="29"/>
                </a:lnTo>
                <a:close/>
                <a:moveTo>
                  <a:pt x="21" y="42"/>
                </a:moveTo>
                <a:cubicBezTo>
                  <a:pt x="18" y="42"/>
                  <a:pt x="16" y="44"/>
                  <a:pt x="16" y="46"/>
                </a:cubicBezTo>
                <a:cubicBezTo>
                  <a:pt x="16" y="49"/>
                  <a:pt x="18" y="51"/>
                  <a:pt x="21" y="51"/>
                </a:cubicBezTo>
                <a:cubicBezTo>
                  <a:pt x="23" y="51"/>
                  <a:pt x="26" y="49"/>
                  <a:pt x="26" y="46"/>
                </a:cubicBezTo>
                <a:cubicBezTo>
                  <a:pt x="26" y="44"/>
                  <a:pt x="23" y="42"/>
                  <a:pt x="21" y="42"/>
                </a:cubicBezTo>
                <a:close/>
                <a:moveTo>
                  <a:pt x="47" y="17"/>
                </a:moveTo>
                <a:cubicBezTo>
                  <a:pt x="44" y="17"/>
                  <a:pt x="42" y="19"/>
                  <a:pt x="42" y="22"/>
                </a:cubicBezTo>
                <a:cubicBezTo>
                  <a:pt x="42" y="24"/>
                  <a:pt x="44" y="26"/>
                  <a:pt x="47" y="26"/>
                </a:cubicBezTo>
                <a:cubicBezTo>
                  <a:pt x="49" y="26"/>
                  <a:pt x="51" y="24"/>
                  <a:pt x="51" y="22"/>
                </a:cubicBezTo>
                <a:cubicBezTo>
                  <a:pt x="51" y="19"/>
                  <a:pt x="49" y="17"/>
                  <a:pt x="47" y="17"/>
                </a:cubicBezTo>
                <a:close/>
                <a:moveTo>
                  <a:pt x="73" y="29"/>
                </a:moveTo>
                <a:cubicBezTo>
                  <a:pt x="70" y="29"/>
                  <a:pt x="68" y="31"/>
                  <a:pt x="68" y="34"/>
                </a:cubicBezTo>
                <a:cubicBezTo>
                  <a:pt x="68" y="37"/>
                  <a:pt x="70" y="39"/>
                  <a:pt x="73" y="39"/>
                </a:cubicBezTo>
                <a:cubicBezTo>
                  <a:pt x="75" y="39"/>
                  <a:pt x="77" y="37"/>
                  <a:pt x="77" y="34"/>
                </a:cubicBezTo>
                <a:cubicBezTo>
                  <a:pt x="77" y="31"/>
                  <a:pt x="75" y="29"/>
                  <a:pt x="73" y="29"/>
                </a:cubicBezTo>
                <a:close/>
                <a:moveTo>
                  <a:pt x="99" y="0"/>
                </a:moveTo>
                <a:cubicBezTo>
                  <a:pt x="96" y="0"/>
                  <a:pt x="94" y="2"/>
                  <a:pt x="94" y="5"/>
                </a:cubicBezTo>
                <a:cubicBezTo>
                  <a:pt x="94" y="7"/>
                  <a:pt x="96" y="9"/>
                  <a:pt x="99" y="9"/>
                </a:cubicBezTo>
                <a:cubicBezTo>
                  <a:pt x="101" y="9"/>
                  <a:pt x="103" y="7"/>
                  <a:pt x="103" y="5"/>
                </a:cubicBezTo>
                <a:cubicBezTo>
                  <a:pt x="103" y="2"/>
                  <a:pt x="101" y="0"/>
                  <a:pt x="99" y="0"/>
                </a:cubicBezTo>
                <a:close/>
                <a:moveTo>
                  <a:pt x="76" y="30"/>
                </a:moveTo>
                <a:cubicBezTo>
                  <a:pt x="95" y="8"/>
                  <a:pt x="95" y="8"/>
                  <a:pt x="95" y="8"/>
                </a:cubicBezTo>
                <a:moveTo>
                  <a:pt x="51" y="24"/>
                </a:moveTo>
                <a:cubicBezTo>
                  <a:pt x="68" y="32"/>
                  <a:pt x="68" y="32"/>
                  <a:pt x="68" y="32"/>
                </a:cubicBezTo>
                <a:moveTo>
                  <a:pt x="43" y="25"/>
                </a:moveTo>
                <a:cubicBezTo>
                  <a:pt x="24" y="43"/>
                  <a:pt x="24" y="43"/>
                  <a:pt x="24" y="43"/>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D25FDFF5-3E3E-49C1-88F7-15D4B82419E1}"/>
              </a:ext>
            </a:extLst>
          </p:cNvPr>
          <p:cNvSpPr>
            <a:spLocks noEditPoints="1"/>
          </p:cNvSpPr>
          <p:nvPr/>
        </p:nvSpPr>
        <p:spPr bwMode="auto">
          <a:xfrm>
            <a:off x="6894513" y="1479550"/>
            <a:ext cx="503238" cy="520700"/>
          </a:xfrm>
          <a:custGeom>
            <a:avLst/>
            <a:gdLst>
              <a:gd name="T0" fmla="*/ 44 w 119"/>
              <a:gd name="T1" fmla="*/ 12 h 123"/>
              <a:gd name="T2" fmla="*/ 104 w 119"/>
              <a:gd name="T3" fmla="*/ 49 h 123"/>
              <a:gd name="T4" fmla="*/ 119 w 119"/>
              <a:gd name="T5" fmla="*/ 79 h 123"/>
              <a:gd name="T6" fmla="*/ 106 w 119"/>
              <a:gd name="T7" fmla="*/ 79 h 123"/>
              <a:gd name="T8" fmla="*/ 106 w 119"/>
              <a:gd name="T9" fmla="*/ 99 h 123"/>
              <a:gd name="T10" fmla="*/ 100 w 119"/>
              <a:gd name="T11" fmla="*/ 106 h 123"/>
              <a:gd name="T12" fmla="*/ 86 w 119"/>
              <a:gd name="T13" fmla="*/ 106 h 123"/>
              <a:gd name="T14" fmla="*/ 86 w 119"/>
              <a:gd name="T15" fmla="*/ 123 h 123"/>
              <a:gd name="T16" fmla="*/ 32 w 119"/>
              <a:gd name="T17" fmla="*/ 123 h 123"/>
              <a:gd name="T18" fmla="*/ 32 w 119"/>
              <a:gd name="T19" fmla="*/ 105 h 123"/>
              <a:gd name="T20" fmla="*/ 26 w 119"/>
              <a:gd name="T21" fmla="*/ 93 h 123"/>
              <a:gd name="T22" fmla="*/ 66 w 119"/>
              <a:gd name="T23" fmla="*/ 56 h 123"/>
              <a:gd name="T24" fmla="*/ 66 w 119"/>
              <a:gd name="T25" fmla="*/ 47 h 123"/>
              <a:gd name="T26" fmla="*/ 57 w 119"/>
              <a:gd name="T27" fmla="*/ 44 h 123"/>
              <a:gd name="T28" fmla="*/ 55 w 119"/>
              <a:gd name="T29" fmla="*/ 40 h 123"/>
              <a:gd name="T30" fmla="*/ 59 w 119"/>
              <a:gd name="T31" fmla="*/ 31 h 123"/>
              <a:gd name="T32" fmla="*/ 53 w 119"/>
              <a:gd name="T33" fmla="*/ 25 h 123"/>
              <a:gd name="T34" fmla="*/ 44 w 119"/>
              <a:gd name="T35" fmla="*/ 29 h 123"/>
              <a:gd name="T36" fmla="*/ 41 w 119"/>
              <a:gd name="T37" fmla="*/ 28 h 123"/>
              <a:gd name="T38" fmla="*/ 37 w 119"/>
              <a:gd name="T39" fmla="*/ 18 h 123"/>
              <a:gd name="T40" fmla="*/ 29 w 119"/>
              <a:gd name="T41" fmla="*/ 18 h 123"/>
              <a:gd name="T42" fmla="*/ 25 w 119"/>
              <a:gd name="T43" fmla="*/ 28 h 123"/>
              <a:gd name="T44" fmla="*/ 22 w 119"/>
              <a:gd name="T45" fmla="*/ 29 h 123"/>
              <a:gd name="T46" fmla="*/ 12 w 119"/>
              <a:gd name="T47" fmla="*/ 25 h 123"/>
              <a:gd name="T48" fmla="*/ 6 w 119"/>
              <a:gd name="T49" fmla="*/ 31 h 123"/>
              <a:gd name="T50" fmla="*/ 11 w 119"/>
              <a:gd name="T51" fmla="*/ 40 h 123"/>
              <a:gd name="T52" fmla="*/ 9 w 119"/>
              <a:gd name="T53" fmla="*/ 44 h 123"/>
              <a:gd name="T54" fmla="*/ 0 w 119"/>
              <a:gd name="T55" fmla="*/ 47 h 123"/>
              <a:gd name="T56" fmla="*/ 0 w 119"/>
              <a:gd name="T57" fmla="*/ 56 h 123"/>
              <a:gd name="T58" fmla="*/ 9 w 119"/>
              <a:gd name="T59" fmla="*/ 59 h 123"/>
              <a:gd name="T60" fmla="*/ 11 w 119"/>
              <a:gd name="T61" fmla="*/ 63 h 123"/>
              <a:gd name="T62" fmla="*/ 6 w 119"/>
              <a:gd name="T63" fmla="*/ 72 h 123"/>
              <a:gd name="T64" fmla="*/ 12 w 119"/>
              <a:gd name="T65" fmla="*/ 78 h 123"/>
              <a:gd name="T66" fmla="*/ 22 w 119"/>
              <a:gd name="T67" fmla="*/ 74 h 123"/>
              <a:gd name="T68" fmla="*/ 25 w 119"/>
              <a:gd name="T69" fmla="*/ 75 h 123"/>
              <a:gd name="T70" fmla="*/ 29 w 119"/>
              <a:gd name="T71" fmla="*/ 85 h 123"/>
              <a:gd name="T72" fmla="*/ 37 w 119"/>
              <a:gd name="T73" fmla="*/ 85 h 123"/>
              <a:gd name="T74" fmla="*/ 41 w 119"/>
              <a:gd name="T75" fmla="*/ 75 h 123"/>
              <a:gd name="T76" fmla="*/ 44 w 119"/>
              <a:gd name="T77" fmla="*/ 74 h 123"/>
              <a:gd name="T78" fmla="*/ 53 w 119"/>
              <a:gd name="T79" fmla="*/ 78 h 123"/>
              <a:gd name="T80" fmla="*/ 59 w 119"/>
              <a:gd name="T81" fmla="*/ 72 h 123"/>
              <a:gd name="T82" fmla="*/ 55 w 119"/>
              <a:gd name="T83" fmla="*/ 63 h 123"/>
              <a:gd name="T84" fmla="*/ 57 w 119"/>
              <a:gd name="T85" fmla="*/ 59 h 123"/>
              <a:gd name="T86" fmla="*/ 66 w 119"/>
              <a:gd name="T87" fmla="*/ 56 h 123"/>
              <a:gd name="T88" fmla="*/ 33 w 119"/>
              <a:gd name="T89" fmla="*/ 37 h 123"/>
              <a:gd name="T90" fmla="*/ 19 w 119"/>
              <a:gd name="T91" fmla="*/ 51 h 123"/>
              <a:gd name="T92" fmla="*/ 33 w 119"/>
              <a:gd name="T93" fmla="*/ 65 h 123"/>
              <a:gd name="T94" fmla="*/ 47 w 119"/>
              <a:gd name="T95" fmla="*/ 51 h 123"/>
              <a:gd name="T96" fmla="*/ 33 w 119"/>
              <a:gd name="T97" fmla="*/ 37 h 123"/>
              <a:gd name="T98" fmla="*/ 86 w 119"/>
              <a:gd name="T99" fmla="*/ 106 h 123"/>
              <a:gd name="T100" fmla="*/ 78 w 119"/>
              <a:gd name="T101" fmla="*/ 10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 h="123">
                <a:moveTo>
                  <a:pt x="44" y="12"/>
                </a:moveTo>
                <a:cubicBezTo>
                  <a:pt x="110" y="0"/>
                  <a:pt x="104" y="49"/>
                  <a:pt x="104" y="49"/>
                </a:cubicBezTo>
                <a:cubicBezTo>
                  <a:pt x="119" y="79"/>
                  <a:pt x="119" y="79"/>
                  <a:pt x="119" y="79"/>
                </a:cubicBezTo>
                <a:cubicBezTo>
                  <a:pt x="106" y="79"/>
                  <a:pt x="106" y="79"/>
                  <a:pt x="106" y="79"/>
                </a:cubicBezTo>
                <a:cubicBezTo>
                  <a:pt x="106" y="99"/>
                  <a:pt x="106" y="99"/>
                  <a:pt x="106" y="99"/>
                </a:cubicBezTo>
                <a:cubicBezTo>
                  <a:pt x="106" y="103"/>
                  <a:pt x="103" y="106"/>
                  <a:pt x="100" y="106"/>
                </a:cubicBezTo>
                <a:cubicBezTo>
                  <a:pt x="86" y="106"/>
                  <a:pt x="86" y="106"/>
                  <a:pt x="86" y="106"/>
                </a:cubicBezTo>
                <a:cubicBezTo>
                  <a:pt x="86" y="123"/>
                  <a:pt x="86" y="123"/>
                  <a:pt x="86" y="123"/>
                </a:cubicBezTo>
                <a:moveTo>
                  <a:pt x="32" y="123"/>
                </a:moveTo>
                <a:cubicBezTo>
                  <a:pt x="32" y="105"/>
                  <a:pt x="32" y="105"/>
                  <a:pt x="32" y="105"/>
                </a:cubicBezTo>
                <a:cubicBezTo>
                  <a:pt x="26" y="93"/>
                  <a:pt x="26" y="93"/>
                  <a:pt x="26" y="93"/>
                </a:cubicBezTo>
                <a:moveTo>
                  <a:pt x="66" y="56"/>
                </a:moveTo>
                <a:cubicBezTo>
                  <a:pt x="66" y="47"/>
                  <a:pt x="66" y="47"/>
                  <a:pt x="66" y="47"/>
                </a:cubicBezTo>
                <a:cubicBezTo>
                  <a:pt x="57" y="44"/>
                  <a:pt x="57" y="44"/>
                  <a:pt x="57" y="44"/>
                </a:cubicBezTo>
                <a:cubicBezTo>
                  <a:pt x="56" y="42"/>
                  <a:pt x="56" y="41"/>
                  <a:pt x="55" y="40"/>
                </a:cubicBezTo>
                <a:cubicBezTo>
                  <a:pt x="59" y="31"/>
                  <a:pt x="59" y="31"/>
                  <a:pt x="59" y="31"/>
                </a:cubicBezTo>
                <a:cubicBezTo>
                  <a:pt x="53" y="25"/>
                  <a:pt x="53" y="25"/>
                  <a:pt x="53" y="25"/>
                </a:cubicBezTo>
                <a:cubicBezTo>
                  <a:pt x="44" y="29"/>
                  <a:pt x="44" y="29"/>
                  <a:pt x="44" y="29"/>
                </a:cubicBezTo>
                <a:cubicBezTo>
                  <a:pt x="43" y="29"/>
                  <a:pt x="42" y="28"/>
                  <a:pt x="41" y="28"/>
                </a:cubicBezTo>
                <a:cubicBezTo>
                  <a:pt x="37" y="18"/>
                  <a:pt x="37" y="18"/>
                  <a:pt x="37" y="18"/>
                </a:cubicBezTo>
                <a:cubicBezTo>
                  <a:pt x="29" y="18"/>
                  <a:pt x="29" y="18"/>
                  <a:pt x="29" y="18"/>
                </a:cubicBezTo>
                <a:cubicBezTo>
                  <a:pt x="25" y="28"/>
                  <a:pt x="25" y="28"/>
                  <a:pt x="25" y="28"/>
                </a:cubicBezTo>
                <a:cubicBezTo>
                  <a:pt x="24" y="28"/>
                  <a:pt x="23" y="29"/>
                  <a:pt x="22" y="29"/>
                </a:cubicBezTo>
                <a:cubicBezTo>
                  <a:pt x="12" y="25"/>
                  <a:pt x="12" y="25"/>
                  <a:pt x="12" y="25"/>
                </a:cubicBezTo>
                <a:cubicBezTo>
                  <a:pt x="6" y="31"/>
                  <a:pt x="6" y="31"/>
                  <a:pt x="6" y="31"/>
                </a:cubicBezTo>
                <a:cubicBezTo>
                  <a:pt x="11" y="40"/>
                  <a:pt x="11" y="40"/>
                  <a:pt x="11" y="40"/>
                </a:cubicBezTo>
                <a:cubicBezTo>
                  <a:pt x="10" y="41"/>
                  <a:pt x="10" y="42"/>
                  <a:pt x="9" y="44"/>
                </a:cubicBezTo>
                <a:cubicBezTo>
                  <a:pt x="0" y="47"/>
                  <a:pt x="0" y="47"/>
                  <a:pt x="0" y="47"/>
                </a:cubicBezTo>
                <a:cubicBezTo>
                  <a:pt x="0" y="56"/>
                  <a:pt x="0" y="56"/>
                  <a:pt x="0" y="56"/>
                </a:cubicBezTo>
                <a:cubicBezTo>
                  <a:pt x="9" y="59"/>
                  <a:pt x="9" y="59"/>
                  <a:pt x="9" y="59"/>
                </a:cubicBezTo>
                <a:cubicBezTo>
                  <a:pt x="10" y="60"/>
                  <a:pt x="10" y="62"/>
                  <a:pt x="11" y="63"/>
                </a:cubicBezTo>
                <a:cubicBezTo>
                  <a:pt x="6" y="72"/>
                  <a:pt x="6" y="72"/>
                  <a:pt x="6" y="72"/>
                </a:cubicBezTo>
                <a:cubicBezTo>
                  <a:pt x="12" y="78"/>
                  <a:pt x="12" y="78"/>
                  <a:pt x="12" y="78"/>
                </a:cubicBezTo>
                <a:cubicBezTo>
                  <a:pt x="22" y="74"/>
                  <a:pt x="22" y="74"/>
                  <a:pt x="22" y="74"/>
                </a:cubicBezTo>
                <a:cubicBezTo>
                  <a:pt x="23" y="74"/>
                  <a:pt x="24" y="75"/>
                  <a:pt x="25" y="75"/>
                </a:cubicBezTo>
                <a:cubicBezTo>
                  <a:pt x="29" y="85"/>
                  <a:pt x="29" y="85"/>
                  <a:pt x="29" y="85"/>
                </a:cubicBezTo>
                <a:cubicBezTo>
                  <a:pt x="37" y="85"/>
                  <a:pt x="37" y="85"/>
                  <a:pt x="37" y="85"/>
                </a:cubicBezTo>
                <a:cubicBezTo>
                  <a:pt x="41" y="75"/>
                  <a:pt x="41" y="75"/>
                  <a:pt x="41" y="75"/>
                </a:cubicBezTo>
                <a:cubicBezTo>
                  <a:pt x="42" y="75"/>
                  <a:pt x="43" y="74"/>
                  <a:pt x="44" y="74"/>
                </a:cubicBezTo>
                <a:cubicBezTo>
                  <a:pt x="53" y="78"/>
                  <a:pt x="53" y="78"/>
                  <a:pt x="53" y="78"/>
                </a:cubicBezTo>
                <a:cubicBezTo>
                  <a:pt x="59" y="72"/>
                  <a:pt x="59" y="72"/>
                  <a:pt x="59" y="72"/>
                </a:cubicBezTo>
                <a:cubicBezTo>
                  <a:pt x="55" y="63"/>
                  <a:pt x="55" y="63"/>
                  <a:pt x="55" y="63"/>
                </a:cubicBezTo>
                <a:cubicBezTo>
                  <a:pt x="56" y="62"/>
                  <a:pt x="56" y="60"/>
                  <a:pt x="57" y="59"/>
                </a:cubicBezTo>
                <a:lnTo>
                  <a:pt x="66" y="56"/>
                </a:lnTo>
                <a:close/>
                <a:moveTo>
                  <a:pt x="33" y="37"/>
                </a:moveTo>
                <a:cubicBezTo>
                  <a:pt x="25" y="37"/>
                  <a:pt x="19" y="44"/>
                  <a:pt x="19" y="51"/>
                </a:cubicBezTo>
                <a:cubicBezTo>
                  <a:pt x="19" y="59"/>
                  <a:pt x="25" y="65"/>
                  <a:pt x="33" y="65"/>
                </a:cubicBezTo>
                <a:cubicBezTo>
                  <a:pt x="41" y="65"/>
                  <a:pt x="47" y="59"/>
                  <a:pt x="47" y="51"/>
                </a:cubicBezTo>
                <a:cubicBezTo>
                  <a:pt x="47" y="44"/>
                  <a:pt x="41" y="37"/>
                  <a:pt x="33" y="37"/>
                </a:cubicBezTo>
                <a:close/>
                <a:moveTo>
                  <a:pt x="86" y="106"/>
                </a:moveTo>
                <a:cubicBezTo>
                  <a:pt x="78" y="106"/>
                  <a:pt x="78" y="106"/>
                  <a:pt x="78" y="106"/>
                </a:cubicBezTo>
              </a:path>
            </a:pathLst>
          </a:custGeom>
          <a:noFill/>
          <a:ln w="1270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222085316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7000">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14:bounceEnd="67000">
                                          <p:cBhvr additive="base">
                                            <p:cTn id="7" dur="1000" fill="hold"/>
                                            <p:tgtEl>
                                              <p:spTgt spid="53"/>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53"/>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250"/>
                                      </p:stCondLst>
                                      <p:childTnLst>
                                        <p:set>
                                          <p:cBhvr>
                                            <p:cTn id="10" dur="1" fill="hold">
                                              <p:stCondLst>
                                                <p:cond delay="0"/>
                                              </p:stCondLst>
                                            </p:cTn>
                                            <p:tgtEl>
                                              <p:spTgt spid="54"/>
                                            </p:tgtEl>
                                            <p:attrNameLst>
                                              <p:attrName>style.visibility</p:attrName>
                                            </p:attrNameLst>
                                          </p:cBhvr>
                                          <p:to>
                                            <p:strVal val="visible"/>
                                          </p:to>
                                        </p:set>
                                        <p:anim calcmode="lin" valueType="num" p14:bounceEnd="67000">
                                          <p:cBhvr additive="base">
                                            <p:cTn id="11" dur="1000" fill="hold"/>
                                            <p:tgtEl>
                                              <p:spTgt spid="54"/>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54"/>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7000">
                                      <p:stCondLst>
                                        <p:cond delay="500"/>
                                      </p:stCondLst>
                                      <p:childTnLst>
                                        <p:set>
                                          <p:cBhvr>
                                            <p:cTn id="14" dur="1" fill="hold">
                                              <p:stCondLst>
                                                <p:cond delay="0"/>
                                              </p:stCondLst>
                                            </p:cTn>
                                            <p:tgtEl>
                                              <p:spTgt spid="55"/>
                                            </p:tgtEl>
                                            <p:attrNameLst>
                                              <p:attrName>style.visibility</p:attrName>
                                            </p:attrNameLst>
                                          </p:cBhvr>
                                          <p:to>
                                            <p:strVal val="visible"/>
                                          </p:to>
                                        </p:set>
                                        <p:anim calcmode="lin" valueType="num" p14:bounceEnd="67000">
                                          <p:cBhvr additive="base">
                                            <p:cTn id="15" dur="1000" fill="hold"/>
                                            <p:tgtEl>
                                              <p:spTgt spid="55"/>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55"/>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67000">
                                      <p:stCondLst>
                                        <p:cond delay="750"/>
                                      </p:stCondLst>
                                      <p:childTnLst>
                                        <p:set>
                                          <p:cBhvr>
                                            <p:cTn id="18" dur="1" fill="hold">
                                              <p:stCondLst>
                                                <p:cond delay="0"/>
                                              </p:stCondLst>
                                            </p:cTn>
                                            <p:tgtEl>
                                              <p:spTgt spid="56"/>
                                            </p:tgtEl>
                                            <p:attrNameLst>
                                              <p:attrName>style.visibility</p:attrName>
                                            </p:attrNameLst>
                                          </p:cBhvr>
                                          <p:to>
                                            <p:strVal val="visible"/>
                                          </p:to>
                                        </p:set>
                                        <p:anim calcmode="lin" valueType="num" p14:bounceEnd="67000">
                                          <p:cBhvr additive="base">
                                            <p:cTn id="19" dur="1000" fill="hold"/>
                                            <p:tgtEl>
                                              <p:spTgt spid="56"/>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56"/>
                                            </p:tgtEl>
                                            <p:attrNameLst>
                                              <p:attrName>ppt_y</p:attrName>
                                            </p:attrNameLst>
                                          </p:cBhvr>
                                          <p:tavLst>
                                            <p:tav tm="0">
                                              <p:val>
                                                <p:strVal val="0-#ppt_h/2"/>
                                              </p:val>
                                            </p:tav>
                                            <p:tav tm="100000">
                                              <p:val>
                                                <p:strVal val="#ppt_y"/>
                                              </p:val>
                                            </p:tav>
                                          </p:tavLst>
                                        </p:anim>
                                      </p:childTnLst>
                                    </p:cTn>
                                  </p:par>
                                  <p:par>
                                    <p:cTn id="21" presetID="53" presetClass="entr" presetSubtype="16" fill="hold" nodeType="withEffect">
                                      <p:stCondLst>
                                        <p:cond delay="250"/>
                                      </p:stCondLst>
                                      <p:childTnLst>
                                        <p:set>
                                          <p:cBhvr>
                                            <p:cTn id="22" dur="1" fill="hold">
                                              <p:stCondLst>
                                                <p:cond delay="0"/>
                                              </p:stCondLst>
                                            </p:cTn>
                                            <p:tgtEl>
                                              <p:spTgt spid="34"/>
                                            </p:tgtEl>
                                            <p:attrNameLst>
                                              <p:attrName>style.visibility</p:attrName>
                                            </p:attrNameLst>
                                          </p:cBhvr>
                                          <p:to>
                                            <p:strVal val="visible"/>
                                          </p:to>
                                        </p:set>
                                        <p:anim calcmode="lin" valueType="num">
                                          <p:cBhvr>
                                            <p:cTn id="23" dur="750" fill="hold"/>
                                            <p:tgtEl>
                                              <p:spTgt spid="34"/>
                                            </p:tgtEl>
                                            <p:attrNameLst>
                                              <p:attrName>ppt_w</p:attrName>
                                            </p:attrNameLst>
                                          </p:cBhvr>
                                          <p:tavLst>
                                            <p:tav tm="0">
                                              <p:val>
                                                <p:fltVal val="0"/>
                                              </p:val>
                                            </p:tav>
                                            <p:tav tm="100000">
                                              <p:val>
                                                <p:strVal val="#ppt_w"/>
                                              </p:val>
                                            </p:tav>
                                          </p:tavLst>
                                        </p:anim>
                                        <p:anim calcmode="lin" valueType="num">
                                          <p:cBhvr>
                                            <p:cTn id="24" dur="750" fill="hold"/>
                                            <p:tgtEl>
                                              <p:spTgt spid="34"/>
                                            </p:tgtEl>
                                            <p:attrNameLst>
                                              <p:attrName>ppt_h</p:attrName>
                                            </p:attrNameLst>
                                          </p:cBhvr>
                                          <p:tavLst>
                                            <p:tav tm="0">
                                              <p:val>
                                                <p:fltVal val="0"/>
                                              </p:val>
                                            </p:tav>
                                            <p:tav tm="100000">
                                              <p:val>
                                                <p:strVal val="#ppt_h"/>
                                              </p:val>
                                            </p:tav>
                                          </p:tavLst>
                                        </p:anim>
                                        <p:animEffect transition="in" filter="fade">
                                          <p:cBhvr>
                                            <p:cTn id="25" dur="750"/>
                                            <p:tgtEl>
                                              <p:spTgt spid="34"/>
                                            </p:tgtEl>
                                          </p:cBhvr>
                                        </p:animEffect>
                                      </p:childTnLst>
                                    </p:cTn>
                                  </p:par>
                                  <p:par>
                                    <p:cTn id="26" presetID="53" presetClass="entr" presetSubtype="16" fill="hold" nodeType="withEffect">
                                      <p:stCondLst>
                                        <p:cond delay="500"/>
                                      </p:stCondLst>
                                      <p:childTnLst>
                                        <p:set>
                                          <p:cBhvr>
                                            <p:cTn id="27" dur="1" fill="hold">
                                              <p:stCondLst>
                                                <p:cond delay="0"/>
                                              </p:stCondLst>
                                            </p:cTn>
                                            <p:tgtEl>
                                              <p:spTgt spid="38"/>
                                            </p:tgtEl>
                                            <p:attrNameLst>
                                              <p:attrName>style.visibility</p:attrName>
                                            </p:attrNameLst>
                                          </p:cBhvr>
                                          <p:to>
                                            <p:strVal val="visible"/>
                                          </p:to>
                                        </p:set>
                                        <p:anim calcmode="lin" valueType="num">
                                          <p:cBhvr>
                                            <p:cTn id="28" dur="750" fill="hold"/>
                                            <p:tgtEl>
                                              <p:spTgt spid="38"/>
                                            </p:tgtEl>
                                            <p:attrNameLst>
                                              <p:attrName>ppt_w</p:attrName>
                                            </p:attrNameLst>
                                          </p:cBhvr>
                                          <p:tavLst>
                                            <p:tav tm="0">
                                              <p:val>
                                                <p:fltVal val="0"/>
                                              </p:val>
                                            </p:tav>
                                            <p:tav tm="100000">
                                              <p:val>
                                                <p:strVal val="#ppt_w"/>
                                              </p:val>
                                            </p:tav>
                                          </p:tavLst>
                                        </p:anim>
                                        <p:anim calcmode="lin" valueType="num">
                                          <p:cBhvr>
                                            <p:cTn id="29" dur="750" fill="hold"/>
                                            <p:tgtEl>
                                              <p:spTgt spid="38"/>
                                            </p:tgtEl>
                                            <p:attrNameLst>
                                              <p:attrName>ppt_h</p:attrName>
                                            </p:attrNameLst>
                                          </p:cBhvr>
                                          <p:tavLst>
                                            <p:tav tm="0">
                                              <p:val>
                                                <p:fltVal val="0"/>
                                              </p:val>
                                            </p:tav>
                                            <p:tav tm="100000">
                                              <p:val>
                                                <p:strVal val="#ppt_h"/>
                                              </p:val>
                                            </p:tav>
                                          </p:tavLst>
                                        </p:anim>
                                        <p:animEffect transition="in" filter="fade">
                                          <p:cBhvr>
                                            <p:cTn id="30" dur="750"/>
                                            <p:tgtEl>
                                              <p:spTgt spid="38"/>
                                            </p:tgtEl>
                                          </p:cBhvr>
                                        </p:animEffect>
                                      </p:childTnLst>
                                    </p:cTn>
                                  </p:par>
                                  <p:par>
                                    <p:cTn id="31" presetID="53" presetClass="entr" presetSubtype="16" fill="hold" nodeType="withEffect">
                                      <p:stCondLst>
                                        <p:cond delay="750"/>
                                      </p:stCondLst>
                                      <p:childTnLst>
                                        <p:set>
                                          <p:cBhvr>
                                            <p:cTn id="32" dur="1" fill="hold">
                                              <p:stCondLst>
                                                <p:cond delay="0"/>
                                              </p:stCondLst>
                                            </p:cTn>
                                            <p:tgtEl>
                                              <p:spTgt spid="41"/>
                                            </p:tgtEl>
                                            <p:attrNameLst>
                                              <p:attrName>style.visibility</p:attrName>
                                            </p:attrNameLst>
                                          </p:cBhvr>
                                          <p:to>
                                            <p:strVal val="visible"/>
                                          </p:to>
                                        </p:set>
                                        <p:anim calcmode="lin" valueType="num">
                                          <p:cBhvr>
                                            <p:cTn id="33" dur="750" fill="hold"/>
                                            <p:tgtEl>
                                              <p:spTgt spid="41"/>
                                            </p:tgtEl>
                                            <p:attrNameLst>
                                              <p:attrName>ppt_w</p:attrName>
                                            </p:attrNameLst>
                                          </p:cBhvr>
                                          <p:tavLst>
                                            <p:tav tm="0">
                                              <p:val>
                                                <p:fltVal val="0"/>
                                              </p:val>
                                            </p:tav>
                                            <p:tav tm="100000">
                                              <p:val>
                                                <p:strVal val="#ppt_w"/>
                                              </p:val>
                                            </p:tav>
                                          </p:tavLst>
                                        </p:anim>
                                        <p:anim calcmode="lin" valueType="num">
                                          <p:cBhvr>
                                            <p:cTn id="34" dur="750" fill="hold"/>
                                            <p:tgtEl>
                                              <p:spTgt spid="41"/>
                                            </p:tgtEl>
                                            <p:attrNameLst>
                                              <p:attrName>ppt_h</p:attrName>
                                            </p:attrNameLst>
                                          </p:cBhvr>
                                          <p:tavLst>
                                            <p:tav tm="0">
                                              <p:val>
                                                <p:fltVal val="0"/>
                                              </p:val>
                                            </p:tav>
                                            <p:tav tm="100000">
                                              <p:val>
                                                <p:strVal val="#ppt_h"/>
                                              </p:val>
                                            </p:tav>
                                          </p:tavLst>
                                        </p:anim>
                                        <p:animEffect transition="in" filter="fade">
                                          <p:cBhvr>
                                            <p:cTn id="35" dur="750"/>
                                            <p:tgtEl>
                                              <p:spTgt spid="41"/>
                                            </p:tgtEl>
                                          </p:cBhvr>
                                        </p:animEffect>
                                      </p:childTnLst>
                                    </p:cTn>
                                  </p:par>
                                  <p:par>
                                    <p:cTn id="36" presetID="53" presetClass="entr" presetSubtype="16" fill="hold" nodeType="withEffect">
                                      <p:stCondLst>
                                        <p:cond delay="1000"/>
                                      </p:stCondLst>
                                      <p:childTnLst>
                                        <p:set>
                                          <p:cBhvr>
                                            <p:cTn id="37" dur="1" fill="hold">
                                              <p:stCondLst>
                                                <p:cond delay="0"/>
                                              </p:stCondLst>
                                            </p:cTn>
                                            <p:tgtEl>
                                              <p:spTgt spid="44"/>
                                            </p:tgtEl>
                                            <p:attrNameLst>
                                              <p:attrName>style.visibility</p:attrName>
                                            </p:attrNameLst>
                                          </p:cBhvr>
                                          <p:to>
                                            <p:strVal val="visible"/>
                                          </p:to>
                                        </p:set>
                                        <p:anim calcmode="lin" valueType="num">
                                          <p:cBhvr>
                                            <p:cTn id="38" dur="750" fill="hold"/>
                                            <p:tgtEl>
                                              <p:spTgt spid="44"/>
                                            </p:tgtEl>
                                            <p:attrNameLst>
                                              <p:attrName>ppt_w</p:attrName>
                                            </p:attrNameLst>
                                          </p:cBhvr>
                                          <p:tavLst>
                                            <p:tav tm="0">
                                              <p:val>
                                                <p:fltVal val="0"/>
                                              </p:val>
                                            </p:tav>
                                            <p:tav tm="100000">
                                              <p:val>
                                                <p:strVal val="#ppt_w"/>
                                              </p:val>
                                            </p:tav>
                                          </p:tavLst>
                                        </p:anim>
                                        <p:anim calcmode="lin" valueType="num">
                                          <p:cBhvr>
                                            <p:cTn id="39" dur="750" fill="hold"/>
                                            <p:tgtEl>
                                              <p:spTgt spid="44"/>
                                            </p:tgtEl>
                                            <p:attrNameLst>
                                              <p:attrName>ppt_h</p:attrName>
                                            </p:attrNameLst>
                                          </p:cBhvr>
                                          <p:tavLst>
                                            <p:tav tm="0">
                                              <p:val>
                                                <p:fltVal val="0"/>
                                              </p:val>
                                            </p:tav>
                                            <p:tav tm="100000">
                                              <p:val>
                                                <p:strVal val="#ppt_h"/>
                                              </p:val>
                                            </p:tav>
                                          </p:tavLst>
                                        </p:anim>
                                        <p:animEffect transition="in" filter="fade">
                                          <p:cBhvr>
                                            <p:cTn id="40" dur="750"/>
                                            <p:tgtEl>
                                              <p:spTgt spid="44"/>
                                            </p:tgtEl>
                                          </p:cBhvr>
                                        </p:animEffect>
                                      </p:childTnLst>
                                    </p:cTn>
                                  </p:par>
                                  <p:par>
                                    <p:cTn id="41" presetID="53" presetClass="entr" presetSubtype="16" fill="hold" grpId="0" nodeType="withEffect">
                                      <p:stCondLst>
                                        <p:cond delay="300"/>
                                      </p:stCondLst>
                                      <p:childTnLst>
                                        <p:set>
                                          <p:cBhvr>
                                            <p:cTn id="42" dur="1" fill="hold">
                                              <p:stCondLst>
                                                <p:cond delay="0"/>
                                              </p:stCondLst>
                                            </p:cTn>
                                            <p:tgtEl>
                                              <p:spTgt spid="26"/>
                                            </p:tgtEl>
                                            <p:attrNameLst>
                                              <p:attrName>style.visibility</p:attrName>
                                            </p:attrNameLst>
                                          </p:cBhvr>
                                          <p:to>
                                            <p:strVal val="visible"/>
                                          </p:to>
                                        </p:set>
                                        <p:anim calcmode="lin" valueType="num">
                                          <p:cBhvr>
                                            <p:cTn id="43" dur="750" fill="hold"/>
                                            <p:tgtEl>
                                              <p:spTgt spid="26"/>
                                            </p:tgtEl>
                                            <p:attrNameLst>
                                              <p:attrName>ppt_w</p:attrName>
                                            </p:attrNameLst>
                                          </p:cBhvr>
                                          <p:tavLst>
                                            <p:tav tm="0">
                                              <p:val>
                                                <p:fltVal val="0"/>
                                              </p:val>
                                            </p:tav>
                                            <p:tav tm="100000">
                                              <p:val>
                                                <p:strVal val="#ppt_w"/>
                                              </p:val>
                                            </p:tav>
                                          </p:tavLst>
                                        </p:anim>
                                        <p:anim calcmode="lin" valueType="num">
                                          <p:cBhvr>
                                            <p:cTn id="44" dur="750" fill="hold"/>
                                            <p:tgtEl>
                                              <p:spTgt spid="26"/>
                                            </p:tgtEl>
                                            <p:attrNameLst>
                                              <p:attrName>ppt_h</p:attrName>
                                            </p:attrNameLst>
                                          </p:cBhvr>
                                          <p:tavLst>
                                            <p:tav tm="0">
                                              <p:val>
                                                <p:fltVal val="0"/>
                                              </p:val>
                                            </p:tav>
                                            <p:tav tm="100000">
                                              <p:val>
                                                <p:strVal val="#ppt_h"/>
                                              </p:val>
                                            </p:tav>
                                          </p:tavLst>
                                        </p:anim>
                                        <p:animEffect transition="in" filter="fade">
                                          <p:cBhvr>
                                            <p:cTn id="45" dur="750"/>
                                            <p:tgtEl>
                                              <p:spTgt spid="26"/>
                                            </p:tgtEl>
                                          </p:cBhvr>
                                        </p:animEffect>
                                      </p:childTnLst>
                                    </p:cTn>
                                  </p:par>
                                  <p:par>
                                    <p:cTn id="46" presetID="53" presetClass="entr" presetSubtype="16" fill="hold" grpId="0" nodeType="withEffect">
                                      <p:stCondLst>
                                        <p:cond delay="600"/>
                                      </p:stCondLst>
                                      <p:childTnLst>
                                        <p:set>
                                          <p:cBhvr>
                                            <p:cTn id="47" dur="1" fill="hold">
                                              <p:stCondLst>
                                                <p:cond delay="0"/>
                                              </p:stCondLst>
                                            </p:cTn>
                                            <p:tgtEl>
                                              <p:spTgt spid="28"/>
                                            </p:tgtEl>
                                            <p:attrNameLst>
                                              <p:attrName>style.visibility</p:attrName>
                                            </p:attrNameLst>
                                          </p:cBhvr>
                                          <p:to>
                                            <p:strVal val="visible"/>
                                          </p:to>
                                        </p:set>
                                        <p:anim calcmode="lin" valueType="num">
                                          <p:cBhvr>
                                            <p:cTn id="48" dur="750" fill="hold"/>
                                            <p:tgtEl>
                                              <p:spTgt spid="28"/>
                                            </p:tgtEl>
                                            <p:attrNameLst>
                                              <p:attrName>ppt_w</p:attrName>
                                            </p:attrNameLst>
                                          </p:cBhvr>
                                          <p:tavLst>
                                            <p:tav tm="0">
                                              <p:val>
                                                <p:fltVal val="0"/>
                                              </p:val>
                                            </p:tav>
                                            <p:tav tm="100000">
                                              <p:val>
                                                <p:strVal val="#ppt_w"/>
                                              </p:val>
                                            </p:tav>
                                          </p:tavLst>
                                        </p:anim>
                                        <p:anim calcmode="lin" valueType="num">
                                          <p:cBhvr>
                                            <p:cTn id="49" dur="750" fill="hold"/>
                                            <p:tgtEl>
                                              <p:spTgt spid="28"/>
                                            </p:tgtEl>
                                            <p:attrNameLst>
                                              <p:attrName>ppt_h</p:attrName>
                                            </p:attrNameLst>
                                          </p:cBhvr>
                                          <p:tavLst>
                                            <p:tav tm="0">
                                              <p:val>
                                                <p:fltVal val="0"/>
                                              </p:val>
                                            </p:tav>
                                            <p:tav tm="100000">
                                              <p:val>
                                                <p:strVal val="#ppt_h"/>
                                              </p:val>
                                            </p:tav>
                                          </p:tavLst>
                                        </p:anim>
                                        <p:animEffect transition="in" filter="fade">
                                          <p:cBhvr>
                                            <p:cTn id="50" dur="750"/>
                                            <p:tgtEl>
                                              <p:spTgt spid="28"/>
                                            </p:tgtEl>
                                          </p:cBhvr>
                                        </p:animEffect>
                                      </p:childTnLst>
                                    </p:cTn>
                                  </p:par>
                                  <p:par>
                                    <p:cTn id="51" presetID="53" presetClass="entr" presetSubtype="16" fill="hold" grpId="0" nodeType="withEffect">
                                      <p:stCondLst>
                                        <p:cond delay="900"/>
                                      </p:stCondLst>
                                      <p:childTnLst>
                                        <p:set>
                                          <p:cBhvr>
                                            <p:cTn id="52" dur="1" fill="hold">
                                              <p:stCondLst>
                                                <p:cond delay="0"/>
                                              </p:stCondLst>
                                            </p:cTn>
                                            <p:tgtEl>
                                              <p:spTgt spid="29"/>
                                            </p:tgtEl>
                                            <p:attrNameLst>
                                              <p:attrName>style.visibility</p:attrName>
                                            </p:attrNameLst>
                                          </p:cBhvr>
                                          <p:to>
                                            <p:strVal val="visible"/>
                                          </p:to>
                                        </p:set>
                                        <p:anim calcmode="lin" valueType="num">
                                          <p:cBhvr>
                                            <p:cTn id="53" dur="750" fill="hold"/>
                                            <p:tgtEl>
                                              <p:spTgt spid="29"/>
                                            </p:tgtEl>
                                            <p:attrNameLst>
                                              <p:attrName>ppt_w</p:attrName>
                                            </p:attrNameLst>
                                          </p:cBhvr>
                                          <p:tavLst>
                                            <p:tav tm="0">
                                              <p:val>
                                                <p:fltVal val="0"/>
                                              </p:val>
                                            </p:tav>
                                            <p:tav tm="100000">
                                              <p:val>
                                                <p:strVal val="#ppt_w"/>
                                              </p:val>
                                            </p:tav>
                                          </p:tavLst>
                                        </p:anim>
                                        <p:anim calcmode="lin" valueType="num">
                                          <p:cBhvr>
                                            <p:cTn id="54" dur="750" fill="hold"/>
                                            <p:tgtEl>
                                              <p:spTgt spid="29"/>
                                            </p:tgtEl>
                                            <p:attrNameLst>
                                              <p:attrName>ppt_h</p:attrName>
                                            </p:attrNameLst>
                                          </p:cBhvr>
                                          <p:tavLst>
                                            <p:tav tm="0">
                                              <p:val>
                                                <p:fltVal val="0"/>
                                              </p:val>
                                            </p:tav>
                                            <p:tav tm="100000">
                                              <p:val>
                                                <p:strVal val="#ppt_h"/>
                                              </p:val>
                                            </p:tav>
                                          </p:tavLst>
                                        </p:anim>
                                        <p:animEffect transition="in" filter="fade">
                                          <p:cBhvr>
                                            <p:cTn id="55" dur="750"/>
                                            <p:tgtEl>
                                              <p:spTgt spid="29"/>
                                            </p:tgtEl>
                                          </p:cBhvr>
                                        </p:animEffect>
                                      </p:childTnLst>
                                    </p:cTn>
                                  </p:par>
                                  <p:par>
                                    <p:cTn id="56" presetID="53" presetClass="entr" presetSubtype="16" fill="hold" grpId="0" nodeType="withEffect">
                                      <p:stCondLst>
                                        <p:cond delay="1200"/>
                                      </p:stCondLst>
                                      <p:childTnLst>
                                        <p:set>
                                          <p:cBhvr>
                                            <p:cTn id="57" dur="1" fill="hold">
                                              <p:stCondLst>
                                                <p:cond delay="0"/>
                                              </p:stCondLst>
                                            </p:cTn>
                                            <p:tgtEl>
                                              <p:spTgt spid="27"/>
                                            </p:tgtEl>
                                            <p:attrNameLst>
                                              <p:attrName>style.visibility</p:attrName>
                                            </p:attrNameLst>
                                          </p:cBhvr>
                                          <p:to>
                                            <p:strVal val="visible"/>
                                          </p:to>
                                        </p:set>
                                        <p:anim calcmode="lin" valueType="num">
                                          <p:cBhvr>
                                            <p:cTn id="58" dur="750" fill="hold"/>
                                            <p:tgtEl>
                                              <p:spTgt spid="27"/>
                                            </p:tgtEl>
                                            <p:attrNameLst>
                                              <p:attrName>ppt_w</p:attrName>
                                            </p:attrNameLst>
                                          </p:cBhvr>
                                          <p:tavLst>
                                            <p:tav tm="0">
                                              <p:val>
                                                <p:fltVal val="0"/>
                                              </p:val>
                                            </p:tav>
                                            <p:tav tm="100000">
                                              <p:val>
                                                <p:strVal val="#ppt_w"/>
                                              </p:val>
                                            </p:tav>
                                          </p:tavLst>
                                        </p:anim>
                                        <p:anim calcmode="lin" valueType="num">
                                          <p:cBhvr>
                                            <p:cTn id="59" dur="750" fill="hold"/>
                                            <p:tgtEl>
                                              <p:spTgt spid="27"/>
                                            </p:tgtEl>
                                            <p:attrNameLst>
                                              <p:attrName>ppt_h</p:attrName>
                                            </p:attrNameLst>
                                          </p:cBhvr>
                                          <p:tavLst>
                                            <p:tav tm="0">
                                              <p:val>
                                                <p:fltVal val="0"/>
                                              </p:val>
                                            </p:tav>
                                            <p:tav tm="100000">
                                              <p:val>
                                                <p:strVal val="#ppt_h"/>
                                              </p:val>
                                            </p:tav>
                                          </p:tavLst>
                                        </p:anim>
                                        <p:animEffect transition="in" filter="fade">
                                          <p:cBhvr>
                                            <p:cTn id="60" dur="750"/>
                                            <p:tgtEl>
                                              <p:spTgt spid="27"/>
                                            </p:tgtEl>
                                          </p:cBhvr>
                                        </p:animEffect>
                                      </p:childTnLst>
                                    </p:cTn>
                                  </p:par>
                                  <p:par>
                                    <p:cTn id="61" presetID="53" presetClass="entr" presetSubtype="16" fill="hold" nodeType="withEffect">
                                      <p:stCondLst>
                                        <p:cond delay="300"/>
                                      </p:stCondLst>
                                      <p:childTnLst>
                                        <p:set>
                                          <p:cBhvr>
                                            <p:cTn id="62" dur="1" fill="hold">
                                              <p:stCondLst>
                                                <p:cond delay="0"/>
                                              </p:stCondLst>
                                            </p:cTn>
                                            <p:tgtEl>
                                              <p:spTgt spid="2"/>
                                            </p:tgtEl>
                                            <p:attrNameLst>
                                              <p:attrName>style.visibility</p:attrName>
                                            </p:attrNameLst>
                                          </p:cBhvr>
                                          <p:to>
                                            <p:strVal val="visible"/>
                                          </p:to>
                                        </p:set>
                                        <p:anim calcmode="lin" valueType="num">
                                          <p:cBhvr>
                                            <p:cTn id="63" dur="750" fill="hold"/>
                                            <p:tgtEl>
                                              <p:spTgt spid="2"/>
                                            </p:tgtEl>
                                            <p:attrNameLst>
                                              <p:attrName>ppt_w</p:attrName>
                                            </p:attrNameLst>
                                          </p:cBhvr>
                                          <p:tavLst>
                                            <p:tav tm="0">
                                              <p:val>
                                                <p:fltVal val="0"/>
                                              </p:val>
                                            </p:tav>
                                            <p:tav tm="100000">
                                              <p:val>
                                                <p:strVal val="#ppt_w"/>
                                              </p:val>
                                            </p:tav>
                                          </p:tavLst>
                                        </p:anim>
                                        <p:anim calcmode="lin" valueType="num">
                                          <p:cBhvr>
                                            <p:cTn id="64" dur="750" fill="hold"/>
                                            <p:tgtEl>
                                              <p:spTgt spid="2"/>
                                            </p:tgtEl>
                                            <p:attrNameLst>
                                              <p:attrName>ppt_h</p:attrName>
                                            </p:attrNameLst>
                                          </p:cBhvr>
                                          <p:tavLst>
                                            <p:tav tm="0">
                                              <p:val>
                                                <p:fltVal val="0"/>
                                              </p:val>
                                            </p:tav>
                                            <p:tav tm="100000">
                                              <p:val>
                                                <p:strVal val="#ppt_h"/>
                                              </p:val>
                                            </p:tav>
                                          </p:tavLst>
                                        </p:anim>
                                        <p:animEffect transition="in" filter="fade">
                                          <p:cBhvr>
                                            <p:cTn id="65" dur="750"/>
                                            <p:tgtEl>
                                              <p:spTgt spid="2"/>
                                            </p:tgtEl>
                                          </p:cBhvr>
                                        </p:animEffect>
                                      </p:childTnLst>
                                    </p:cTn>
                                  </p:par>
                                  <p:par>
                                    <p:cTn id="66" presetID="53" presetClass="entr" presetSubtype="16" fill="hold" nodeType="withEffect">
                                      <p:stCondLst>
                                        <p:cond delay="600"/>
                                      </p:stCondLst>
                                      <p:childTnLst>
                                        <p:set>
                                          <p:cBhvr>
                                            <p:cTn id="67" dur="1" fill="hold">
                                              <p:stCondLst>
                                                <p:cond delay="0"/>
                                              </p:stCondLst>
                                            </p:cTn>
                                            <p:tgtEl>
                                              <p:spTgt spid="3"/>
                                            </p:tgtEl>
                                            <p:attrNameLst>
                                              <p:attrName>style.visibility</p:attrName>
                                            </p:attrNameLst>
                                          </p:cBhvr>
                                          <p:to>
                                            <p:strVal val="visible"/>
                                          </p:to>
                                        </p:set>
                                        <p:anim calcmode="lin" valueType="num">
                                          <p:cBhvr>
                                            <p:cTn id="68" dur="750" fill="hold"/>
                                            <p:tgtEl>
                                              <p:spTgt spid="3"/>
                                            </p:tgtEl>
                                            <p:attrNameLst>
                                              <p:attrName>ppt_w</p:attrName>
                                            </p:attrNameLst>
                                          </p:cBhvr>
                                          <p:tavLst>
                                            <p:tav tm="0">
                                              <p:val>
                                                <p:fltVal val="0"/>
                                              </p:val>
                                            </p:tav>
                                            <p:tav tm="100000">
                                              <p:val>
                                                <p:strVal val="#ppt_w"/>
                                              </p:val>
                                            </p:tav>
                                          </p:tavLst>
                                        </p:anim>
                                        <p:anim calcmode="lin" valueType="num">
                                          <p:cBhvr>
                                            <p:cTn id="69" dur="750" fill="hold"/>
                                            <p:tgtEl>
                                              <p:spTgt spid="3"/>
                                            </p:tgtEl>
                                            <p:attrNameLst>
                                              <p:attrName>ppt_h</p:attrName>
                                            </p:attrNameLst>
                                          </p:cBhvr>
                                          <p:tavLst>
                                            <p:tav tm="0">
                                              <p:val>
                                                <p:fltVal val="0"/>
                                              </p:val>
                                            </p:tav>
                                            <p:tav tm="100000">
                                              <p:val>
                                                <p:strVal val="#ppt_h"/>
                                              </p:val>
                                            </p:tav>
                                          </p:tavLst>
                                        </p:anim>
                                        <p:animEffect transition="in" filter="fade">
                                          <p:cBhvr>
                                            <p:cTn id="70" dur="750"/>
                                            <p:tgtEl>
                                              <p:spTgt spid="3"/>
                                            </p:tgtEl>
                                          </p:cBhvr>
                                        </p:animEffect>
                                      </p:childTnLst>
                                    </p:cTn>
                                  </p:par>
                                  <p:par>
                                    <p:cTn id="71" presetID="53" presetClass="entr" presetSubtype="16" fill="hold" nodeType="withEffect">
                                      <p:stCondLst>
                                        <p:cond delay="900"/>
                                      </p:stCondLst>
                                      <p:childTnLst>
                                        <p:set>
                                          <p:cBhvr>
                                            <p:cTn id="72" dur="1" fill="hold">
                                              <p:stCondLst>
                                                <p:cond delay="0"/>
                                              </p:stCondLst>
                                            </p:cTn>
                                            <p:tgtEl>
                                              <p:spTgt spid="4"/>
                                            </p:tgtEl>
                                            <p:attrNameLst>
                                              <p:attrName>style.visibility</p:attrName>
                                            </p:attrNameLst>
                                          </p:cBhvr>
                                          <p:to>
                                            <p:strVal val="visible"/>
                                          </p:to>
                                        </p:set>
                                        <p:anim calcmode="lin" valueType="num">
                                          <p:cBhvr>
                                            <p:cTn id="73" dur="750" fill="hold"/>
                                            <p:tgtEl>
                                              <p:spTgt spid="4"/>
                                            </p:tgtEl>
                                            <p:attrNameLst>
                                              <p:attrName>ppt_w</p:attrName>
                                            </p:attrNameLst>
                                          </p:cBhvr>
                                          <p:tavLst>
                                            <p:tav tm="0">
                                              <p:val>
                                                <p:fltVal val="0"/>
                                              </p:val>
                                            </p:tav>
                                            <p:tav tm="100000">
                                              <p:val>
                                                <p:strVal val="#ppt_w"/>
                                              </p:val>
                                            </p:tav>
                                          </p:tavLst>
                                        </p:anim>
                                        <p:anim calcmode="lin" valueType="num">
                                          <p:cBhvr>
                                            <p:cTn id="74" dur="750" fill="hold"/>
                                            <p:tgtEl>
                                              <p:spTgt spid="4"/>
                                            </p:tgtEl>
                                            <p:attrNameLst>
                                              <p:attrName>ppt_h</p:attrName>
                                            </p:attrNameLst>
                                          </p:cBhvr>
                                          <p:tavLst>
                                            <p:tav tm="0">
                                              <p:val>
                                                <p:fltVal val="0"/>
                                              </p:val>
                                            </p:tav>
                                            <p:tav tm="100000">
                                              <p:val>
                                                <p:strVal val="#ppt_h"/>
                                              </p:val>
                                            </p:tav>
                                          </p:tavLst>
                                        </p:anim>
                                        <p:animEffect transition="in" filter="fade">
                                          <p:cBhvr>
                                            <p:cTn id="75" dur="750"/>
                                            <p:tgtEl>
                                              <p:spTgt spid="4"/>
                                            </p:tgtEl>
                                          </p:cBhvr>
                                        </p:animEffect>
                                      </p:childTnLst>
                                    </p:cTn>
                                  </p:par>
                                  <p:par>
                                    <p:cTn id="76" presetID="53" presetClass="entr" presetSubtype="16" fill="hold" nodeType="withEffect">
                                      <p:stCondLst>
                                        <p:cond delay="1200"/>
                                      </p:stCondLst>
                                      <p:childTnLst>
                                        <p:set>
                                          <p:cBhvr>
                                            <p:cTn id="77" dur="1" fill="hold">
                                              <p:stCondLst>
                                                <p:cond delay="0"/>
                                              </p:stCondLst>
                                            </p:cTn>
                                            <p:tgtEl>
                                              <p:spTgt spid="5"/>
                                            </p:tgtEl>
                                            <p:attrNameLst>
                                              <p:attrName>style.visibility</p:attrName>
                                            </p:attrNameLst>
                                          </p:cBhvr>
                                          <p:to>
                                            <p:strVal val="visible"/>
                                          </p:to>
                                        </p:set>
                                        <p:anim calcmode="lin" valueType="num">
                                          <p:cBhvr>
                                            <p:cTn id="78" dur="750" fill="hold"/>
                                            <p:tgtEl>
                                              <p:spTgt spid="5"/>
                                            </p:tgtEl>
                                            <p:attrNameLst>
                                              <p:attrName>ppt_w</p:attrName>
                                            </p:attrNameLst>
                                          </p:cBhvr>
                                          <p:tavLst>
                                            <p:tav tm="0">
                                              <p:val>
                                                <p:fltVal val="0"/>
                                              </p:val>
                                            </p:tav>
                                            <p:tav tm="100000">
                                              <p:val>
                                                <p:strVal val="#ppt_w"/>
                                              </p:val>
                                            </p:tav>
                                          </p:tavLst>
                                        </p:anim>
                                        <p:anim calcmode="lin" valueType="num">
                                          <p:cBhvr>
                                            <p:cTn id="79" dur="750" fill="hold"/>
                                            <p:tgtEl>
                                              <p:spTgt spid="5"/>
                                            </p:tgtEl>
                                            <p:attrNameLst>
                                              <p:attrName>ppt_h</p:attrName>
                                            </p:attrNameLst>
                                          </p:cBhvr>
                                          <p:tavLst>
                                            <p:tav tm="0">
                                              <p:val>
                                                <p:fltVal val="0"/>
                                              </p:val>
                                            </p:tav>
                                            <p:tav tm="100000">
                                              <p:val>
                                                <p:strVal val="#ppt_h"/>
                                              </p:val>
                                            </p:tav>
                                          </p:tavLst>
                                        </p:anim>
                                        <p:animEffect transition="in" filter="fade">
                                          <p:cBhvr>
                                            <p:cTn id="80" dur="750"/>
                                            <p:tgtEl>
                                              <p:spTgt spid="5"/>
                                            </p:tgtEl>
                                          </p:cBhvr>
                                        </p:animEffect>
                                      </p:childTnLst>
                                    </p:cTn>
                                  </p:par>
                                  <p:par>
                                    <p:cTn id="81" presetID="53" presetClass="entr" presetSubtype="16" fill="hold" grpId="0" nodeType="withEffect">
                                      <p:stCondLst>
                                        <p:cond delay="250"/>
                                      </p:stCondLst>
                                      <p:childTnLst>
                                        <p:set>
                                          <p:cBhvr>
                                            <p:cTn id="82" dur="1" fill="hold">
                                              <p:stCondLst>
                                                <p:cond delay="0"/>
                                              </p:stCondLst>
                                            </p:cTn>
                                            <p:tgtEl>
                                              <p:spTgt spid="57"/>
                                            </p:tgtEl>
                                            <p:attrNameLst>
                                              <p:attrName>style.visibility</p:attrName>
                                            </p:attrNameLst>
                                          </p:cBhvr>
                                          <p:to>
                                            <p:strVal val="visible"/>
                                          </p:to>
                                        </p:set>
                                        <p:anim calcmode="lin" valueType="num">
                                          <p:cBhvr>
                                            <p:cTn id="83" dur="750" fill="hold"/>
                                            <p:tgtEl>
                                              <p:spTgt spid="57"/>
                                            </p:tgtEl>
                                            <p:attrNameLst>
                                              <p:attrName>ppt_w</p:attrName>
                                            </p:attrNameLst>
                                          </p:cBhvr>
                                          <p:tavLst>
                                            <p:tav tm="0">
                                              <p:val>
                                                <p:fltVal val="0"/>
                                              </p:val>
                                            </p:tav>
                                            <p:tav tm="100000">
                                              <p:val>
                                                <p:strVal val="#ppt_w"/>
                                              </p:val>
                                            </p:tav>
                                          </p:tavLst>
                                        </p:anim>
                                        <p:anim calcmode="lin" valueType="num">
                                          <p:cBhvr>
                                            <p:cTn id="84" dur="750" fill="hold"/>
                                            <p:tgtEl>
                                              <p:spTgt spid="57"/>
                                            </p:tgtEl>
                                            <p:attrNameLst>
                                              <p:attrName>ppt_h</p:attrName>
                                            </p:attrNameLst>
                                          </p:cBhvr>
                                          <p:tavLst>
                                            <p:tav tm="0">
                                              <p:val>
                                                <p:fltVal val="0"/>
                                              </p:val>
                                            </p:tav>
                                            <p:tav tm="100000">
                                              <p:val>
                                                <p:strVal val="#ppt_h"/>
                                              </p:val>
                                            </p:tav>
                                          </p:tavLst>
                                        </p:anim>
                                        <p:animEffect transition="in" filter="fade">
                                          <p:cBhvr>
                                            <p:cTn id="85" dur="750"/>
                                            <p:tgtEl>
                                              <p:spTgt spid="57"/>
                                            </p:tgtEl>
                                          </p:cBhvr>
                                        </p:animEffect>
                                      </p:childTnLst>
                                    </p:cTn>
                                  </p:par>
                                  <p:par>
                                    <p:cTn id="86" presetID="53" presetClass="entr" presetSubtype="16" fill="hold" grpId="0" nodeType="withEffect">
                                      <p:stCondLst>
                                        <p:cond delay="500"/>
                                      </p:stCondLst>
                                      <p:childTnLst>
                                        <p:set>
                                          <p:cBhvr>
                                            <p:cTn id="87" dur="1" fill="hold">
                                              <p:stCondLst>
                                                <p:cond delay="0"/>
                                              </p:stCondLst>
                                            </p:cTn>
                                            <p:tgtEl>
                                              <p:spTgt spid="58"/>
                                            </p:tgtEl>
                                            <p:attrNameLst>
                                              <p:attrName>style.visibility</p:attrName>
                                            </p:attrNameLst>
                                          </p:cBhvr>
                                          <p:to>
                                            <p:strVal val="visible"/>
                                          </p:to>
                                        </p:set>
                                        <p:anim calcmode="lin" valueType="num">
                                          <p:cBhvr>
                                            <p:cTn id="88" dur="750" fill="hold"/>
                                            <p:tgtEl>
                                              <p:spTgt spid="58"/>
                                            </p:tgtEl>
                                            <p:attrNameLst>
                                              <p:attrName>ppt_w</p:attrName>
                                            </p:attrNameLst>
                                          </p:cBhvr>
                                          <p:tavLst>
                                            <p:tav tm="0">
                                              <p:val>
                                                <p:fltVal val="0"/>
                                              </p:val>
                                            </p:tav>
                                            <p:tav tm="100000">
                                              <p:val>
                                                <p:strVal val="#ppt_w"/>
                                              </p:val>
                                            </p:tav>
                                          </p:tavLst>
                                        </p:anim>
                                        <p:anim calcmode="lin" valueType="num">
                                          <p:cBhvr>
                                            <p:cTn id="89" dur="750" fill="hold"/>
                                            <p:tgtEl>
                                              <p:spTgt spid="58"/>
                                            </p:tgtEl>
                                            <p:attrNameLst>
                                              <p:attrName>ppt_h</p:attrName>
                                            </p:attrNameLst>
                                          </p:cBhvr>
                                          <p:tavLst>
                                            <p:tav tm="0">
                                              <p:val>
                                                <p:fltVal val="0"/>
                                              </p:val>
                                            </p:tav>
                                            <p:tav tm="100000">
                                              <p:val>
                                                <p:strVal val="#ppt_h"/>
                                              </p:val>
                                            </p:tav>
                                          </p:tavLst>
                                        </p:anim>
                                        <p:animEffect transition="in" filter="fade">
                                          <p:cBhvr>
                                            <p:cTn id="90" dur="750"/>
                                            <p:tgtEl>
                                              <p:spTgt spid="58"/>
                                            </p:tgtEl>
                                          </p:cBhvr>
                                        </p:animEffect>
                                      </p:childTnLst>
                                    </p:cTn>
                                  </p:par>
                                  <p:par>
                                    <p:cTn id="91" presetID="53" presetClass="entr" presetSubtype="16" fill="hold" grpId="0" nodeType="withEffect">
                                      <p:stCondLst>
                                        <p:cond delay="750"/>
                                      </p:stCondLst>
                                      <p:childTnLst>
                                        <p:set>
                                          <p:cBhvr>
                                            <p:cTn id="92" dur="1" fill="hold">
                                              <p:stCondLst>
                                                <p:cond delay="0"/>
                                              </p:stCondLst>
                                            </p:cTn>
                                            <p:tgtEl>
                                              <p:spTgt spid="59"/>
                                            </p:tgtEl>
                                            <p:attrNameLst>
                                              <p:attrName>style.visibility</p:attrName>
                                            </p:attrNameLst>
                                          </p:cBhvr>
                                          <p:to>
                                            <p:strVal val="visible"/>
                                          </p:to>
                                        </p:set>
                                        <p:anim calcmode="lin" valueType="num">
                                          <p:cBhvr>
                                            <p:cTn id="93" dur="750" fill="hold"/>
                                            <p:tgtEl>
                                              <p:spTgt spid="59"/>
                                            </p:tgtEl>
                                            <p:attrNameLst>
                                              <p:attrName>ppt_w</p:attrName>
                                            </p:attrNameLst>
                                          </p:cBhvr>
                                          <p:tavLst>
                                            <p:tav tm="0">
                                              <p:val>
                                                <p:fltVal val="0"/>
                                              </p:val>
                                            </p:tav>
                                            <p:tav tm="100000">
                                              <p:val>
                                                <p:strVal val="#ppt_w"/>
                                              </p:val>
                                            </p:tav>
                                          </p:tavLst>
                                        </p:anim>
                                        <p:anim calcmode="lin" valueType="num">
                                          <p:cBhvr>
                                            <p:cTn id="94" dur="750" fill="hold"/>
                                            <p:tgtEl>
                                              <p:spTgt spid="59"/>
                                            </p:tgtEl>
                                            <p:attrNameLst>
                                              <p:attrName>ppt_h</p:attrName>
                                            </p:attrNameLst>
                                          </p:cBhvr>
                                          <p:tavLst>
                                            <p:tav tm="0">
                                              <p:val>
                                                <p:fltVal val="0"/>
                                              </p:val>
                                            </p:tav>
                                            <p:tav tm="100000">
                                              <p:val>
                                                <p:strVal val="#ppt_h"/>
                                              </p:val>
                                            </p:tav>
                                          </p:tavLst>
                                        </p:anim>
                                        <p:animEffect transition="in" filter="fade">
                                          <p:cBhvr>
                                            <p:cTn id="95" dur="750"/>
                                            <p:tgtEl>
                                              <p:spTgt spid="59"/>
                                            </p:tgtEl>
                                          </p:cBhvr>
                                        </p:animEffect>
                                      </p:childTnLst>
                                    </p:cTn>
                                  </p:par>
                                  <p:par>
                                    <p:cTn id="96" presetID="53" presetClass="entr" presetSubtype="16" fill="hold" grpId="0" nodeType="withEffect">
                                      <p:stCondLst>
                                        <p:cond delay="1000"/>
                                      </p:stCondLst>
                                      <p:childTnLst>
                                        <p:set>
                                          <p:cBhvr>
                                            <p:cTn id="97" dur="1" fill="hold">
                                              <p:stCondLst>
                                                <p:cond delay="0"/>
                                              </p:stCondLst>
                                            </p:cTn>
                                            <p:tgtEl>
                                              <p:spTgt spid="60"/>
                                            </p:tgtEl>
                                            <p:attrNameLst>
                                              <p:attrName>style.visibility</p:attrName>
                                            </p:attrNameLst>
                                          </p:cBhvr>
                                          <p:to>
                                            <p:strVal val="visible"/>
                                          </p:to>
                                        </p:set>
                                        <p:anim calcmode="lin" valueType="num">
                                          <p:cBhvr>
                                            <p:cTn id="98" dur="750" fill="hold"/>
                                            <p:tgtEl>
                                              <p:spTgt spid="60"/>
                                            </p:tgtEl>
                                            <p:attrNameLst>
                                              <p:attrName>ppt_w</p:attrName>
                                            </p:attrNameLst>
                                          </p:cBhvr>
                                          <p:tavLst>
                                            <p:tav tm="0">
                                              <p:val>
                                                <p:fltVal val="0"/>
                                              </p:val>
                                            </p:tav>
                                            <p:tav tm="100000">
                                              <p:val>
                                                <p:strVal val="#ppt_w"/>
                                              </p:val>
                                            </p:tav>
                                          </p:tavLst>
                                        </p:anim>
                                        <p:anim calcmode="lin" valueType="num">
                                          <p:cBhvr>
                                            <p:cTn id="99" dur="750" fill="hold"/>
                                            <p:tgtEl>
                                              <p:spTgt spid="60"/>
                                            </p:tgtEl>
                                            <p:attrNameLst>
                                              <p:attrName>ppt_h</p:attrName>
                                            </p:attrNameLst>
                                          </p:cBhvr>
                                          <p:tavLst>
                                            <p:tav tm="0">
                                              <p:val>
                                                <p:fltVal val="0"/>
                                              </p:val>
                                            </p:tav>
                                            <p:tav tm="100000">
                                              <p:val>
                                                <p:strVal val="#ppt_h"/>
                                              </p:val>
                                            </p:tav>
                                          </p:tavLst>
                                        </p:anim>
                                        <p:animEffect transition="in" filter="fade">
                                          <p:cBhvr>
                                            <p:cTn id="100" dur="75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animBg="1"/>
          <p:bldP spid="60" grpId="0" animBg="1"/>
          <p:bldP spid="26" grpId="0" animBg="1"/>
          <p:bldP spid="27" grpId="0" animBg="1"/>
          <p:bldP spid="28" grpId="0" animBg="1"/>
          <p:bldP spid="2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1000" fill="hold"/>
                                            <p:tgtEl>
                                              <p:spTgt spid="53"/>
                                            </p:tgtEl>
                                            <p:attrNameLst>
                                              <p:attrName>ppt_x</p:attrName>
                                            </p:attrNameLst>
                                          </p:cBhvr>
                                          <p:tavLst>
                                            <p:tav tm="0">
                                              <p:val>
                                                <p:strVal val="#ppt_x"/>
                                              </p:val>
                                            </p:tav>
                                            <p:tav tm="100000">
                                              <p:val>
                                                <p:strVal val="#ppt_x"/>
                                              </p:val>
                                            </p:tav>
                                          </p:tavLst>
                                        </p:anim>
                                        <p:anim calcmode="lin" valueType="num">
                                          <p:cBhvr additive="base">
                                            <p:cTn id="8" dur="1000" fill="hold"/>
                                            <p:tgtEl>
                                              <p:spTgt spid="53"/>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50"/>
                                      </p:stCondLst>
                                      <p:childTnLst>
                                        <p:set>
                                          <p:cBhvr>
                                            <p:cTn id="10" dur="1" fill="hold">
                                              <p:stCondLst>
                                                <p:cond delay="0"/>
                                              </p:stCondLst>
                                            </p:cTn>
                                            <p:tgtEl>
                                              <p:spTgt spid="54"/>
                                            </p:tgtEl>
                                            <p:attrNameLst>
                                              <p:attrName>style.visibility</p:attrName>
                                            </p:attrNameLst>
                                          </p:cBhvr>
                                          <p:to>
                                            <p:strVal val="visible"/>
                                          </p:to>
                                        </p:set>
                                        <p:anim calcmode="lin" valueType="num">
                                          <p:cBhvr additive="base">
                                            <p:cTn id="11" dur="1000" fill="hold"/>
                                            <p:tgtEl>
                                              <p:spTgt spid="54"/>
                                            </p:tgtEl>
                                            <p:attrNameLst>
                                              <p:attrName>ppt_x</p:attrName>
                                            </p:attrNameLst>
                                          </p:cBhvr>
                                          <p:tavLst>
                                            <p:tav tm="0">
                                              <p:val>
                                                <p:strVal val="#ppt_x"/>
                                              </p:val>
                                            </p:tav>
                                            <p:tav tm="100000">
                                              <p:val>
                                                <p:strVal val="#ppt_x"/>
                                              </p:val>
                                            </p:tav>
                                          </p:tavLst>
                                        </p:anim>
                                        <p:anim calcmode="lin" valueType="num">
                                          <p:cBhvr additive="base">
                                            <p:cTn id="12" dur="1000" fill="hold"/>
                                            <p:tgtEl>
                                              <p:spTgt spid="54"/>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500"/>
                                      </p:stCondLst>
                                      <p:childTnLst>
                                        <p:set>
                                          <p:cBhvr>
                                            <p:cTn id="14" dur="1" fill="hold">
                                              <p:stCondLst>
                                                <p:cond delay="0"/>
                                              </p:stCondLst>
                                            </p:cTn>
                                            <p:tgtEl>
                                              <p:spTgt spid="55"/>
                                            </p:tgtEl>
                                            <p:attrNameLst>
                                              <p:attrName>style.visibility</p:attrName>
                                            </p:attrNameLst>
                                          </p:cBhvr>
                                          <p:to>
                                            <p:strVal val="visible"/>
                                          </p:to>
                                        </p:set>
                                        <p:anim calcmode="lin" valueType="num">
                                          <p:cBhvr additive="base">
                                            <p:cTn id="15" dur="1000" fill="hold"/>
                                            <p:tgtEl>
                                              <p:spTgt spid="55"/>
                                            </p:tgtEl>
                                            <p:attrNameLst>
                                              <p:attrName>ppt_x</p:attrName>
                                            </p:attrNameLst>
                                          </p:cBhvr>
                                          <p:tavLst>
                                            <p:tav tm="0">
                                              <p:val>
                                                <p:strVal val="#ppt_x"/>
                                              </p:val>
                                            </p:tav>
                                            <p:tav tm="100000">
                                              <p:val>
                                                <p:strVal val="#ppt_x"/>
                                              </p:val>
                                            </p:tav>
                                          </p:tavLst>
                                        </p:anim>
                                        <p:anim calcmode="lin" valueType="num">
                                          <p:cBhvr additive="base">
                                            <p:cTn id="16" dur="1000" fill="hold"/>
                                            <p:tgtEl>
                                              <p:spTgt spid="55"/>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75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000" fill="hold"/>
                                            <p:tgtEl>
                                              <p:spTgt spid="56"/>
                                            </p:tgtEl>
                                            <p:attrNameLst>
                                              <p:attrName>ppt_x</p:attrName>
                                            </p:attrNameLst>
                                          </p:cBhvr>
                                          <p:tavLst>
                                            <p:tav tm="0">
                                              <p:val>
                                                <p:strVal val="#ppt_x"/>
                                              </p:val>
                                            </p:tav>
                                            <p:tav tm="100000">
                                              <p:val>
                                                <p:strVal val="#ppt_x"/>
                                              </p:val>
                                            </p:tav>
                                          </p:tavLst>
                                        </p:anim>
                                        <p:anim calcmode="lin" valueType="num">
                                          <p:cBhvr additive="base">
                                            <p:cTn id="20" dur="1000" fill="hold"/>
                                            <p:tgtEl>
                                              <p:spTgt spid="56"/>
                                            </p:tgtEl>
                                            <p:attrNameLst>
                                              <p:attrName>ppt_y</p:attrName>
                                            </p:attrNameLst>
                                          </p:cBhvr>
                                          <p:tavLst>
                                            <p:tav tm="0">
                                              <p:val>
                                                <p:strVal val="0-#ppt_h/2"/>
                                              </p:val>
                                            </p:tav>
                                            <p:tav tm="100000">
                                              <p:val>
                                                <p:strVal val="#ppt_y"/>
                                              </p:val>
                                            </p:tav>
                                          </p:tavLst>
                                        </p:anim>
                                      </p:childTnLst>
                                    </p:cTn>
                                  </p:par>
                                  <p:par>
                                    <p:cTn id="21" presetID="53" presetClass="entr" presetSubtype="16" fill="hold" nodeType="withEffect">
                                      <p:stCondLst>
                                        <p:cond delay="250"/>
                                      </p:stCondLst>
                                      <p:childTnLst>
                                        <p:set>
                                          <p:cBhvr>
                                            <p:cTn id="22" dur="1" fill="hold">
                                              <p:stCondLst>
                                                <p:cond delay="0"/>
                                              </p:stCondLst>
                                            </p:cTn>
                                            <p:tgtEl>
                                              <p:spTgt spid="34"/>
                                            </p:tgtEl>
                                            <p:attrNameLst>
                                              <p:attrName>style.visibility</p:attrName>
                                            </p:attrNameLst>
                                          </p:cBhvr>
                                          <p:to>
                                            <p:strVal val="visible"/>
                                          </p:to>
                                        </p:set>
                                        <p:anim calcmode="lin" valueType="num">
                                          <p:cBhvr>
                                            <p:cTn id="23" dur="750" fill="hold"/>
                                            <p:tgtEl>
                                              <p:spTgt spid="34"/>
                                            </p:tgtEl>
                                            <p:attrNameLst>
                                              <p:attrName>ppt_w</p:attrName>
                                            </p:attrNameLst>
                                          </p:cBhvr>
                                          <p:tavLst>
                                            <p:tav tm="0">
                                              <p:val>
                                                <p:fltVal val="0"/>
                                              </p:val>
                                            </p:tav>
                                            <p:tav tm="100000">
                                              <p:val>
                                                <p:strVal val="#ppt_w"/>
                                              </p:val>
                                            </p:tav>
                                          </p:tavLst>
                                        </p:anim>
                                        <p:anim calcmode="lin" valueType="num">
                                          <p:cBhvr>
                                            <p:cTn id="24" dur="750" fill="hold"/>
                                            <p:tgtEl>
                                              <p:spTgt spid="34"/>
                                            </p:tgtEl>
                                            <p:attrNameLst>
                                              <p:attrName>ppt_h</p:attrName>
                                            </p:attrNameLst>
                                          </p:cBhvr>
                                          <p:tavLst>
                                            <p:tav tm="0">
                                              <p:val>
                                                <p:fltVal val="0"/>
                                              </p:val>
                                            </p:tav>
                                            <p:tav tm="100000">
                                              <p:val>
                                                <p:strVal val="#ppt_h"/>
                                              </p:val>
                                            </p:tav>
                                          </p:tavLst>
                                        </p:anim>
                                        <p:animEffect transition="in" filter="fade">
                                          <p:cBhvr>
                                            <p:cTn id="25" dur="750"/>
                                            <p:tgtEl>
                                              <p:spTgt spid="34"/>
                                            </p:tgtEl>
                                          </p:cBhvr>
                                        </p:animEffect>
                                      </p:childTnLst>
                                    </p:cTn>
                                  </p:par>
                                  <p:par>
                                    <p:cTn id="26" presetID="53" presetClass="entr" presetSubtype="16" fill="hold" nodeType="withEffect">
                                      <p:stCondLst>
                                        <p:cond delay="500"/>
                                      </p:stCondLst>
                                      <p:childTnLst>
                                        <p:set>
                                          <p:cBhvr>
                                            <p:cTn id="27" dur="1" fill="hold">
                                              <p:stCondLst>
                                                <p:cond delay="0"/>
                                              </p:stCondLst>
                                            </p:cTn>
                                            <p:tgtEl>
                                              <p:spTgt spid="38"/>
                                            </p:tgtEl>
                                            <p:attrNameLst>
                                              <p:attrName>style.visibility</p:attrName>
                                            </p:attrNameLst>
                                          </p:cBhvr>
                                          <p:to>
                                            <p:strVal val="visible"/>
                                          </p:to>
                                        </p:set>
                                        <p:anim calcmode="lin" valueType="num">
                                          <p:cBhvr>
                                            <p:cTn id="28" dur="750" fill="hold"/>
                                            <p:tgtEl>
                                              <p:spTgt spid="38"/>
                                            </p:tgtEl>
                                            <p:attrNameLst>
                                              <p:attrName>ppt_w</p:attrName>
                                            </p:attrNameLst>
                                          </p:cBhvr>
                                          <p:tavLst>
                                            <p:tav tm="0">
                                              <p:val>
                                                <p:fltVal val="0"/>
                                              </p:val>
                                            </p:tav>
                                            <p:tav tm="100000">
                                              <p:val>
                                                <p:strVal val="#ppt_w"/>
                                              </p:val>
                                            </p:tav>
                                          </p:tavLst>
                                        </p:anim>
                                        <p:anim calcmode="lin" valueType="num">
                                          <p:cBhvr>
                                            <p:cTn id="29" dur="750" fill="hold"/>
                                            <p:tgtEl>
                                              <p:spTgt spid="38"/>
                                            </p:tgtEl>
                                            <p:attrNameLst>
                                              <p:attrName>ppt_h</p:attrName>
                                            </p:attrNameLst>
                                          </p:cBhvr>
                                          <p:tavLst>
                                            <p:tav tm="0">
                                              <p:val>
                                                <p:fltVal val="0"/>
                                              </p:val>
                                            </p:tav>
                                            <p:tav tm="100000">
                                              <p:val>
                                                <p:strVal val="#ppt_h"/>
                                              </p:val>
                                            </p:tav>
                                          </p:tavLst>
                                        </p:anim>
                                        <p:animEffect transition="in" filter="fade">
                                          <p:cBhvr>
                                            <p:cTn id="30" dur="750"/>
                                            <p:tgtEl>
                                              <p:spTgt spid="38"/>
                                            </p:tgtEl>
                                          </p:cBhvr>
                                        </p:animEffect>
                                      </p:childTnLst>
                                    </p:cTn>
                                  </p:par>
                                  <p:par>
                                    <p:cTn id="31" presetID="53" presetClass="entr" presetSubtype="16" fill="hold" nodeType="withEffect">
                                      <p:stCondLst>
                                        <p:cond delay="750"/>
                                      </p:stCondLst>
                                      <p:childTnLst>
                                        <p:set>
                                          <p:cBhvr>
                                            <p:cTn id="32" dur="1" fill="hold">
                                              <p:stCondLst>
                                                <p:cond delay="0"/>
                                              </p:stCondLst>
                                            </p:cTn>
                                            <p:tgtEl>
                                              <p:spTgt spid="41"/>
                                            </p:tgtEl>
                                            <p:attrNameLst>
                                              <p:attrName>style.visibility</p:attrName>
                                            </p:attrNameLst>
                                          </p:cBhvr>
                                          <p:to>
                                            <p:strVal val="visible"/>
                                          </p:to>
                                        </p:set>
                                        <p:anim calcmode="lin" valueType="num">
                                          <p:cBhvr>
                                            <p:cTn id="33" dur="750" fill="hold"/>
                                            <p:tgtEl>
                                              <p:spTgt spid="41"/>
                                            </p:tgtEl>
                                            <p:attrNameLst>
                                              <p:attrName>ppt_w</p:attrName>
                                            </p:attrNameLst>
                                          </p:cBhvr>
                                          <p:tavLst>
                                            <p:tav tm="0">
                                              <p:val>
                                                <p:fltVal val="0"/>
                                              </p:val>
                                            </p:tav>
                                            <p:tav tm="100000">
                                              <p:val>
                                                <p:strVal val="#ppt_w"/>
                                              </p:val>
                                            </p:tav>
                                          </p:tavLst>
                                        </p:anim>
                                        <p:anim calcmode="lin" valueType="num">
                                          <p:cBhvr>
                                            <p:cTn id="34" dur="750" fill="hold"/>
                                            <p:tgtEl>
                                              <p:spTgt spid="41"/>
                                            </p:tgtEl>
                                            <p:attrNameLst>
                                              <p:attrName>ppt_h</p:attrName>
                                            </p:attrNameLst>
                                          </p:cBhvr>
                                          <p:tavLst>
                                            <p:tav tm="0">
                                              <p:val>
                                                <p:fltVal val="0"/>
                                              </p:val>
                                            </p:tav>
                                            <p:tav tm="100000">
                                              <p:val>
                                                <p:strVal val="#ppt_h"/>
                                              </p:val>
                                            </p:tav>
                                          </p:tavLst>
                                        </p:anim>
                                        <p:animEffect transition="in" filter="fade">
                                          <p:cBhvr>
                                            <p:cTn id="35" dur="750"/>
                                            <p:tgtEl>
                                              <p:spTgt spid="41"/>
                                            </p:tgtEl>
                                          </p:cBhvr>
                                        </p:animEffect>
                                      </p:childTnLst>
                                    </p:cTn>
                                  </p:par>
                                  <p:par>
                                    <p:cTn id="36" presetID="53" presetClass="entr" presetSubtype="16" fill="hold" nodeType="withEffect">
                                      <p:stCondLst>
                                        <p:cond delay="1000"/>
                                      </p:stCondLst>
                                      <p:childTnLst>
                                        <p:set>
                                          <p:cBhvr>
                                            <p:cTn id="37" dur="1" fill="hold">
                                              <p:stCondLst>
                                                <p:cond delay="0"/>
                                              </p:stCondLst>
                                            </p:cTn>
                                            <p:tgtEl>
                                              <p:spTgt spid="44"/>
                                            </p:tgtEl>
                                            <p:attrNameLst>
                                              <p:attrName>style.visibility</p:attrName>
                                            </p:attrNameLst>
                                          </p:cBhvr>
                                          <p:to>
                                            <p:strVal val="visible"/>
                                          </p:to>
                                        </p:set>
                                        <p:anim calcmode="lin" valueType="num">
                                          <p:cBhvr>
                                            <p:cTn id="38" dur="750" fill="hold"/>
                                            <p:tgtEl>
                                              <p:spTgt spid="44"/>
                                            </p:tgtEl>
                                            <p:attrNameLst>
                                              <p:attrName>ppt_w</p:attrName>
                                            </p:attrNameLst>
                                          </p:cBhvr>
                                          <p:tavLst>
                                            <p:tav tm="0">
                                              <p:val>
                                                <p:fltVal val="0"/>
                                              </p:val>
                                            </p:tav>
                                            <p:tav tm="100000">
                                              <p:val>
                                                <p:strVal val="#ppt_w"/>
                                              </p:val>
                                            </p:tav>
                                          </p:tavLst>
                                        </p:anim>
                                        <p:anim calcmode="lin" valueType="num">
                                          <p:cBhvr>
                                            <p:cTn id="39" dur="750" fill="hold"/>
                                            <p:tgtEl>
                                              <p:spTgt spid="44"/>
                                            </p:tgtEl>
                                            <p:attrNameLst>
                                              <p:attrName>ppt_h</p:attrName>
                                            </p:attrNameLst>
                                          </p:cBhvr>
                                          <p:tavLst>
                                            <p:tav tm="0">
                                              <p:val>
                                                <p:fltVal val="0"/>
                                              </p:val>
                                            </p:tav>
                                            <p:tav tm="100000">
                                              <p:val>
                                                <p:strVal val="#ppt_h"/>
                                              </p:val>
                                            </p:tav>
                                          </p:tavLst>
                                        </p:anim>
                                        <p:animEffect transition="in" filter="fade">
                                          <p:cBhvr>
                                            <p:cTn id="40" dur="750"/>
                                            <p:tgtEl>
                                              <p:spTgt spid="44"/>
                                            </p:tgtEl>
                                          </p:cBhvr>
                                        </p:animEffect>
                                      </p:childTnLst>
                                    </p:cTn>
                                  </p:par>
                                  <p:par>
                                    <p:cTn id="41" presetID="53" presetClass="entr" presetSubtype="16" fill="hold" grpId="0" nodeType="withEffect">
                                      <p:stCondLst>
                                        <p:cond delay="300"/>
                                      </p:stCondLst>
                                      <p:childTnLst>
                                        <p:set>
                                          <p:cBhvr>
                                            <p:cTn id="42" dur="1" fill="hold">
                                              <p:stCondLst>
                                                <p:cond delay="0"/>
                                              </p:stCondLst>
                                            </p:cTn>
                                            <p:tgtEl>
                                              <p:spTgt spid="26"/>
                                            </p:tgtEl>
                                            <p:attrNameLst>
                                              <p:attrName>style.visibility</p:attrName>
                                            </p:attrNameLst>
                                          </p:cBhvr>
                                          <p:to>
                                            <p:strVal val="visible"/>
                                          </p:to>
                                        </p:set>
                                        <p:anim calcmode="lin" valueType="num">
                                          <p:cBhvr>
                                            <p:cTn id="43" dur="750" fill="hold"/>
                                            <p:tgtEl>
                                              <p:spTgt spid="26"/>
                                            </p:tgtEl>
                                            <p:attrNameLst>
                                              <p:attrName>ppt_w</p:attrName>
                                            </p:attrNameLst>
                                          </p:cBhvr>
                                          <p:tavLst>
                                            <p:tav tm="0">
                                              <p:val>
                                                <p:fltVal val="0"/>
                                              </p:val>
                                            </p:tav>
                                            <p:tav tm="100000">
                                              <p:val>
                                                <p:strVal val="#ppt_w"/>
                                              </p:val>
                                            </p:tav>
                                          </p:tavLst>
                                        </p:anim>
                                        <p:anim calcmode="lin" valueType="num">
                                          <p:cBhvr>
                                            <p:cTn id="44" dur="750" fill="hold"/>
                                            <p:tgtEl>
                                              <p:spTgt spid="26"/>
                                            </p:tgtEl>
                                            <p:attrNameLst>
                                              <p:attrName>ppt_h</p:attrName>
                                            </p:attrNameLst>
                                          </p:cBhvr>
                                          <p:tavLst>
                                            <p:tav tm="0">
                                              <p:val>
                                                <p:fltVal val="0"/>
                                              </p:val>
                                            </p:tav>
                                            <p:tav tm="100000">
                                              <p:val>
                                                <p:strVal val="#ppt_h"/>
                                              </p:val>
                                            </p:tav>
                                          </p:tavLst>
                                        </p:anim>
                                        <p:animEffect transition="in" filter="fade">
                                          <p:cBhvr>
                                            <p:cTn id="45" dur="750"/>
                                            <p:tgtEl>
                                              <p:spTgt spid="26"/>
                                            </p:tgtEl>
                                          </p:cBhvr>
                                        </p:animEffect>
                                      </p:childTnLst>
                                    </p:cTn>
                                  </p:par>
                                  <p:par>
                                    <p:cTn id="46" presetID="53" presetClass="entr" presetSubtype="16" fill="hold" grpId="0" nodeType="withEffect">
                                      <p:stCondLst>
                                        <p:cond delay="600"/>
                                      </p:stCondLst>
                                      <p:childTnLst>
                                        <p:set>
                                          <p:cBhvr>
                                            <p:cTn id="47" dur="1" fill="hold">
                                              <p:stCondLst>
                                                <p:cond delay="0"/>
                                              </p:stCondLst>
                                            </p:cTn>
                                            <p:tgtEl>
                                              <p:spTgt spid="28"/>
                                            </p:tgtEl>
                                            <p:attrNameLst>
                                              <p:attrName>style.visibility</p:attrName>
                                            </p:attrNameLst>
                                          </p:cBhvr>
                                          <p:to>
                                            <p:strVal val="visible"/>
                                          </p:to>
                                        </p:set>
                                        <p:anim calcmode="lin" valueType="num">
                                          <p:cBhvr>
                                            <p:cTn id="48" dur="750" fill="hold"/>
                                            <p:tgtEl>
                                              <p:spTgt spid="28"/>
                                            </p:tgtEl>
                                            <p:attrNameLst>
                                              <p:attrName>ppt_w</p:attrName>
                                            </p:attrNameLst>
                                          </p:cBhvr>
                                          <p:tavLst>
                                            <p:tav tm="0">
                                              <p:val>
                                                <p:fltVal val="0"/>
                                              </p:val>
                                            </p:tav>
                                            <p:tav tm="100000">
                                              <p:val>
                                                <p:strVal val="#ppt_w"/>
                                              </p:val>
                                            </p:tav>
                                          </p:tavLst>
                                        </p:anim>
                                        <p:anim calcmode="lin" valueType="num">
                                          <p:cBhvr>
                                            <p:cTn id="49" dur="750" fill="hold"/>
                                            <p:tgtEl>
                                              <p:spTgt spid="28"/>
                                            </p:tgtEl>
                                            <p:attrNameLst>
                                              <p:attrName>ppt_h</p:attrName>
                                            </p:attrNameLst>
                                          </p:cBhvr>
                                          <p:tavLst>
                                            <p:tav tm="0">
                                              <p:val>
                                                <p:fltVal val="0"/>
                                              </p:val>
                                            </p:tav>
                                            <p:tav tm="100000">
                                              <p:val>
                                                <p:strVal val="#ppt_h"/>
                                              </p:val>
                                            </p:tav>
                                          </p:tavLst>
                                        </p:anim>
                                        <p:animEffect transition="in" filter="fade">
                                          <p:cBhvr>
                                            <p:cTn id="50" dur="750"/>
                                            <p:tgtEl>
                                              <p:spTgt spid="28"/>
                                            </p:tgtEl>
                                          </p:cBhvr>
                                        </p:animEffect>
                                      </p:childTnLst>
                                    </p:cTn>
                                  </p:par>
                                  <p:par>
                                    <p:cTn id="51" presetID="53" presetClass="entr" presetSubtype="16" fill="hold" grpId="0" nodeType="withEffect">
                                      <p:stCondLst>
                                        <p:cond delay="900"/>
                                      </p:stCondLst>
                                      <p:childTnLst>
                                        <p:set>
                                          <p:cBhvr>
                                            <p:cTn id="52" dur="1" fill="hold">
                                              <p:stCondLst>
                                                <p:cond delay="0"/>
                                              </p:stCondLst>
                                            </p:cTn>
                                            <p:tgtEl>
                                              <p:spTgt spid="29"/>
                                            </p:tgtEl>
                                            <p:attrNameLst>
                                              <p:attrName>style.visibility</p:attrName>
                                            </p:attrNameLst>
                                          </p:cBhvr>
                                          <p:to>
                                            <p:strVal val="visible"/>
                                          </p:to>
                                        </p:set>
                                        <p:anim calcmode="lin" valueType="num">
                                          <p:cBhvr>
                                            <p:cTn id="53" dur="750" fill="hold"/>
                                            <p:tgtEl>
                                              <p:spTgt spid="29"/>
                                            </p:tgtEl>
                                            <p:attrNameLst>
                                              <p:attrName>ppt_w</p:attrName>
                                            </p:attrNameLst>
                                          </p:cBhvr>
                                          <p:tavLst>
                                            <p:tav tm="0">
                                              <p:val>
                                                <p:fltVal val="0"/>
                                              </p:val>
                                            </p:tav>
                                            <p:tav tm="100000">
                                              <p:val>
                                                <p:strVal val="#ppt_w"/>
                                              </p:val>
                                            </p:tav>
                                          </p:tavLst>
                                        </p:anim>
                                        <p:anim calcmode="lin" valueType="num">
                                          <p:cBhvr>
                                            <p:cTn id="54" dur="750" fill="hold"/>
                                            <p:tgtEl>
                                              <p:spTgt spid="29"/>
                                            </p:tgtEl>
                                            <p:attrNameLst>
                                              <p:attrName>ppt_h</p:attrName>
                                            </p:attrNameLst>
                                          </p:cBhvr>
                                          <p:tavLst>
                                            <p:tav tm="0">
                                              <p:val>
                                                <p:fltVal val="0"/>
                                              </p:val>
                                            </p:tav>
                                            <p:tav tm="100000">
                                              <p:val>
                                                <p:strVal val="#ppt_h"/>
                                              </p:val>
                                            </p:tav>
                                          </p:tavLst>
                                        </p:anim>
                                        <p:animEffect transition="in" filter="fade">
                                          <p:cBhvr>
                                            <p:cTn id="55" dur="750"/>
                                            <p:tgtEl>
                                              <p:spTgt spid="29"/>
                                            </p:tgtEl>
                                          </p:cBhvr>
                                        </p:animEffect>
                                      </p:childTnLst>
                                    </p:cTn>
                                  </p:par>
                                  <p:par>
                                    <p:cTn id="56" presetID="53" presetClass="entr" presetSubtype="16" fill="hold" grpId="0" nodeType="withEffect">
                                      <p:stCondLst>
                                        <p:cond delay="1200"/>
                                      </p:stCondLst>
                                      <p:childTnLst>
                                        <p:set>
                                          <p:cBhvr>
                                            <p:cTn id="57" dur="1" fill="hold">
                                              <p:stCondLst>
                                                <p:cond delay="0"/>
                                              </p:stCondLst>
                                            </p:cTn>
                                            <p:tgtEl>
                                              <p:spTgt spid="27"/>
                                            </p:tgtEl>
                                            <p:attrNameLst>
                                              <p:attrName>style.visibility</p:attrName>
                                            </p:attrNameLst>
                                          </p:cBhvr>
                                          <p:to>
                                            <p:strVal val="visible"/>
                                          </p:to>
                                        </p:set>
                                        <p:anim calcmode="lin" valueType="num">
                                          <p:cBhvr>
                                            <p:cTn id="58" dur="750" fill="hold"/>
                                            <p:tgtEl>
                                              <p:spTgt spid="27"/>
                                            </p:tgtEl>
                                            <p:attrNameLst>
                                              <p:attrName>ppt_w</p:attrName>
                                            </p:attrNameLst>
                                          </p:cBhvr>
                                          <p:tavLst>
                                            <p:tav tm="0">
                                              <p:val>
                                                <p:fltVal val="0"/>
                                              </p:val>
                                            </p:tav>
                                            <p:tav tm="100000">
                                              <p:val>
                                                <p:strVal val="#ppt_w"/>
                                              </p:val>
                                            </p:tav>
                                          </p:tavLst>
                                        </p:anim>
                                        <p:anim calcmode="lin" valueType="num">
                                          <p:cBhvr>
                                            <p:cTn id="59" dur="750" fill="hold"/>
                                            <p:tgtEl>
                                              <p:spTgt spid="27"/>
                                            </p:tgtEl>
                                            <p:attrNameLst>
                                              <p:attrName>ppt_h</p:attrName>
                                            </p:attrNameLst>
                                          </p:cBhvr>
                                          <p:tavLst>
                                            <p:tav tm="0">
                                              <p:val>
                                                <p:fltVal val="0"/>
                                              </p:val>
                                            </p:tav>
                                            <p:tav tm="100000">
                                              <p:val>
                                                <p:strVal val="#ppt_h"/>
                                              </p:val>
                                            </p:tav>
                                          </p:tavLst>
                                        </p:anim>
                                        <p:animEffect transition="in" filter="fade">
                                          <p:cBhvr>
                                            <p:cTn id="60" dur="750"/>
                                            <p:tgtEl>
                                              <p:spTgt spid="27"/>
                                            </p:tgtEl>
                                          </p:cBhvr>
                                        </p:animEffect>
                                      </p:childTnLst>
                                    </p:cTn>
                                  </p:par>
                                  <p:par>
                                    <p:cTn id="61" presetID="53" presetClass="entr" presetSubtype="16" fill="hold" nodeType="withEffect">
                                      <p:stCondLst>
                                        <p:cond delay="300"/>
                                      </p:stCondLst>
                                      <p:childTnLst>
                                        <p:set>
                                          <p:cBhvr>
                                            <p:cTn id="62" dur="1" fill="hold">
                                              <p:stCondLst>
                                                <p:cond delay="0"/>
                                              </p:stCondLst>
                                            </p:cTn>
                                            <p:tgtEl>
                                              <p:spTgt spid="2"/>
                                            </p:tgtEl>
                                            <p:attrNameLst>
                                              <p:attrName>style.visibility</p:attrName>
                                            </p:attrNameLst>
                                          </p:cBhvr>
                                          <p:to>
                                            <p:strVal val="visible"/>
                                          </p:to>
                                        </p:set>
                                        <p:anim calcmode="lin" valueType="num">
                                          <p:cBhvr>
                                            <p:cTn id="63" dur="750" fill="hold"/>
                                            <p:tgtEl>
                                              <p:spTgt spid="2"/>
                                            </p:tgtEl>
                                            <p:attrNameLst>
                                              <p:attrName>ppt_w</p:attrName>
                                            </p:attrNameLst>
                                          </p:cBhvr>
                                          <p:tavLst>
                                            <p:tav tm="0">
                                              <p:val>
                                                <p:fltVal val="0"/>
                                              </p:val>
                                            </p:tav>
                                            <p:tav tm="100000">
                                              <p:val>
                                                <p:strVal val="#ppt_w"/>
                                              </p:val>
                                            </p:tav>
                                          </p:tavLst>
                                        </p:anim>
                                        <p:anim calcmode="lin" valueType="num">
                                          <p:cBhvr>
                                            <p:cTn id="64" dur="750" fill="hold"/>
                                            <p:tgtEl>
                                              <p:spTgt spid="2"/>
                                            </p:tgtEl>
                                            <p:attrNameLst>
                                              <p:attrName>ppt_h</p:attrName>
                                            </p:attrNameLst>
                                          </p:cBhvr>
                                          <p:tavLst>
                                            <p:tav tm="0">
                                              <p:val>
                                                <p:fltVal val="0"/>
                                              </p:val>
                                            </p:tav>
                                            <p:tav tm="100000">
                                              <p:val>
                                                <p:strVal val="#ppt_h"/>
                                              </p:val>
                                            </p:tav>
                                          </p:tavLst>
                                        </p:anim>
                                        <p:animEffect transition="in" filter="fade">
                                          <p:cBhvr>
                                            <p:cTn id="65" dur="750"/>
                                            <p:tgtEl>
                                              <p:spTgt spid="2"/>
                                            </p:tgtEl>
                                          </p:cBhvr>
                                        </p:animEffect>
                                      </p:childTnLst>
                                    </p:cTn>
                                  </p:par>
                                  <p:par>
                                    <p:cTn id="66" presetID="53" presetClass="entr" presetSubtype="16" fill="hold" nodeType="withEffect">
                                      <p:stCondLst>
                                        <p:cond delay="600"/>
                                      </p:stCondLst>
                                      <p:childTnLst>
                                        <p:set>
                                          <p:cBhvr>
                                            <p:cTn id="67" dur="1" fill="hold">
                                              <p:stCondLst>
                                                <p:cond delay="0"/>
                                              </p:stCondLst>
                                            </p:cTn>
                                            <p:tgtEl>
                                              <p:spTgt spid="3"/>
                                            </p:tgtEl>
                                            <p:attrNameLst>
                                              <p:attrName>style.visibility</p:attrName>
                                            </p:attrNameLst>
                                          </p:cBhvr>
                                          <p:to>
                                            <p:strVal val="visible"/>
                                          </p:to>
                                        </p:set>
                                        <p:anim calcmode="lin" valueType="num">
                                          <p:cBhvr>
                                            <p:cTn id="68" dur="750" fill="hold"/>
                                            <p:tgtEl>
                                              <p:spTgt spid="3"/>
                                            </p:tgtEl>
                                            <p:attrNameLst>
                                              <p:attrName>ppt_w</p:attrName>
                                            </p:attrNameLst>
                                          </p:cBhvr>
                                          <p:tavLst>
                                            <p:tav tm="0">
                                              <p:val>
                                                <p:fltVal val="0"/>
                                              </p:val>
                                            </p:tav>
                                            <p:tav tm="100000">
                                              <p:val>
                                                <p:strVal val="#ppt_w"/>
                                              </p:val>
                                            </p:tav>
                                          </p:tavLst>
                                        </p:anim>
                                        <p:anim calcmode="lin" valueType="num">
                                          <p:cBhvr>
                                            <p:cTn id="69" dur="750" fill="hold"/>
                                            <p:tgtEl>
                                              <p:spTgt spid="3"/>
                                            </p:tgtEl>
                                            <p:attrNameLst>
                                              <p:attrName>ppt_h</p:attrName>
                                            </p:attrNameLst>
                                          </p:cBhvr>
                                          <p:tavLst>
                                            <p:tav tm="0">
                                              <p:val>
                                                <p:fltVal val="0"/>
                                              </p:val>
                                            </p:tav>
                                            <p:tav tm="100000">
                                              <p:val>
                                                <p:strVal val="#ppt_h"/>
                                              </p:val>
                                            </p:tav>
                                          </p:tavLst>
                                        </p:anim>
                                        <p:animEffect transition="in" filter="fade">
                                          <p:cBhvr>
                                            <p:cTn id="70" dur="750"/>
                                            <p:tgtEl>
                                              <p:spTgt spid="3"/>
                                            </p:tgtEl>
                                          </p:cBhvr>
                                        </p:animEffect>
                                      </p:childTnLst>
                                    </p:cTn>
                                  </p:par>
                                  <p:par>
                                    <p:cTn id="71" presetID="53" presetClass="entr" presetSubtype="16" fill="hold" nodeType="withEffect">
                                      <p:stCondLst>
                                        <p:cond delay="900"/>
                                      </p:stCondLst>
                                      <p:childTnLst>
                                        <p:set>
                                          <p:cBhvr>
                                            <p:cTn id="72" dur="1" fill="hold">
                                              <p:stCondLst>
                                                <p:cond delay="0"/>
                                              </p:stCondLst>
                                            </p:cTn>
                                            <p:tgtEl>
                                              <p:spTgt spid="4"/>
                                            </p:tgtEl>
                                            <p:attrNameLst>
                                              <p:attrName>style.visibility</p:attrName>
                                            </p:attrNameLst>
                                          </p:cBhvr>
                                          <p:to>
                                            <p:strVal val="visible"/>
                                          </p:to>
                                        </p:set>
                                        <p:anim calcmode="lin" valueType="num">
                                          <p:cBhvr>
                                            <p:cTn id="73" dur="750" fill="hold"/>
                                            <p:tgtEl>
                                              <p:spTgt spid="4"/>
                                            </p:tgtEl>
                                            <p:attrNameLst>
                                              <p:attrName>ppt_w</p:attrName>
                                            </p:attrNameLst>
                                          </p:cBhvr>
                                          <p:tavLst>
                                            <p:tav tm="0">
                                              <p:val>
                                                <p:fltVal val="0"/>
                                              </p:val>
                                            </p:tav>
                                            <p:tav tm="100000">
                                              <p:val>
                                                <p:strVal val="#ppt_w"/>
                                              </p:val>
                                            </p:tav>
                                          </p:tavLst>
                                        </p:anim>
                                        <p:anim calcmode="lin" valueType="num">
                                          <p:cBhvr>
                                            <p:cTn id="74" dur="750" fill="hold"/>
                                            <p:tgtEl>
                                              <p:spTgt spid="4"/>
                                            </p:tgtEl>
                                            <p:attrNameLst>
                                              <p:attrName>ppt_h</p:attrName>
                                            </p:attrNameLst>
                                          </p:cBhvr>
                                          <p:tavLst>
                                            <p:tav tm="0">
                                              <p:val>
                                                <p:fltVal val="0"/>
                                              </p:val>
                                            </p:tav>
                                            <p:tav tm="100000">
                                              <p:val>
                                                <p:strVal val="#ppt_h"/>
                                              </p:val>
                                            </p:tav>
                                          </p:tavLst>
                                        </p:anim>
                                        <p:animEffect transition="in" filter="fade">
                                          <p:cBhvr>
                                            <p:cTn id="75" dur="750"/>
                                            <p:tgtEl>
                                              <p:spTgt spid="4"/>
                                            </p:tgtEl>
                                          </p:cBhvr>
                                        </p:animEffect>
                                      </p:childTnLst>
                                    </p:cTn>
                                  </p:par>
                                  <p:par>
                                    <p:cTn id="76" presetID="53" presetClass="entr" presetSubtype="16" fill="hold" nodeType="withEffect">
                                      <p:stCondLst>
                                        <p:cond delay="1200"/>
                                      </p:stCondLst>
                                      <p:childTnLst>
                                        <p:set>
                                          <p:cBhvr>
                                            <p:cTn id="77" dur="1" fill="hold">
                                              <p:stCondLst>
                                                <p:cond delay="0"/>
                                              </p:stCondLst>
                                            </p:cTn>
                                            <p:tgtEl>
                                              <p:spTgt spid="5"/>
                                            </p:tgtEl>
                                            <p:attrNameLst>
                                              <p:attrName>style.visibility</p:attrName>
                                            </p:attrNameLst>
                                          </p:cBhvr>
                                          <p:to>
                                            <p:strVal val="visible"/>
                                          </p:to>
                                        </p:set>
                                        <p:anim calcmode="lin" valueType="num">
                                          <p:cBhvr>
                                            <p:cTn id="78" dur="750" fill="hold"/>
                                            <p:tgtEl>
                                              <p:spTgt spid="5"/>
                                            </p:tgtEl>
                                            <p:attrNameLst>
                                              <p:attrName>ppt_w</p:attrName>
                                            </p:attrNameLst>
                                          </p:cBhvr>
                                          <p:tavLst>
                                            <p:tav tm="0">
                                              <p:val>
                                                <p:fltVal val="0"/>
                                              </p:val>
                                            </p:tav>
                                            <p:tav tm="100000">
                                              <p:val>
                                                <p:strVal val="#ppt_w"/>
                                              </p:val>
                                            </p:tav>
                                          </p:tavLst>
                                        </p:anim>
                                        <p:anim calcmode="lin" valueType="num">
                                          <p:cBhvr>
                                            <p:cTn id="79" dur="750" fill="hold"/>
                                            <p:tgtEl>
                                              <p:spTgt spid="5"/>
                                            </p:tgtEl>
                                            <p:attrNameLst>
                                              <p:attrName>ppt_h</p:attrName>
                                            </p:attrNameLst>
                                          </p:cBhvr>
                                          <p:tavLst>
                                            <p:tav tm="0">
                                              <p:val>
                                                <p:fltVal val="0"/>
                                              </p:val>
                                            </p:tav>
                                            <p:tav tm="100000">
                                              <p:val>
                                                <p:strVal val="#ppt_h"/>
                                              </p:val>
                                            </p:tav>
                                          </p:tavLst>
                                        </p:anim>
                                        <p:animEffect transition="in" filter="fade">
                                          <p:cBhvr>
                                            <p:cTn id="80" dur="750"/>
                                            <p:tgtEl>
                                              <p:spTgt spid="5"/>
                                            </p:tgtEl>
                                          </p:cBhvr>
                                        </p:animEffect>
                                      </p:childTnLst>
                                    </p:cTn>
                                  </p:par>
                                  <p:par>
                                    <p:cTn id="81" presetID="53" presetClass="entr" presetSubtype="16" fill="hold" grpId="0" nodeType="withEffect">
                                      <p:stCondLst>
                                        <p:cond delay="250"/>
                                      </p:stCondLst>
                                      <p:childTnLst>
                                        <p:set>
                                          <p:cBhvr>
                                            <p:cTn id="82" dur="1" fill="hold">
                                              <p:stCondLst>
                                                <p:cond delay="0"/>
                                              </p:stCondLst>
                                            </p:cTn>
                                            <p:tgtEl>
                                              <p:spTgt spid="57"/>
                                            </p:tgtEl>
                                            <p:attrNameLst>
                                              <p:attrName>style.visibility</p:attrName>
                                            </p:attrNameLst>
                                          </p:cBhvr>
                                          <p:to>
                                            <p:strVal val="visible"/>
                                          </p:to>
                                        </p:set>
                                        <p:anim calcmode="lin" valueType="num">
                                          <p:cBhvr>
                                            <p:cTn id="83" dur="750" fill="hold"/>
                                            <p:tgtEl>
                                              <p:spTgt spid="57"/>
                                            </p:tgtEl>
                                            <p:attrNameLst>
                                              <p:attrName>ppt_w</p:attrName>
                                            </p:attrNameLst>
                                          </p:cBhvr>
                                          <p:tavLst>
                                            <p:tav tm="0">
                                              <p:val>
                                                <p:fltVal val="0"/>
                                              </p:val>
                                            </p:tav>
                                            <p:tav tm="100000">
                                              <p:val>
                                                <p:strVal val="#ppt_w"/>
                                              </p:val>
                                            </p:tav>
                                          </p:tavLst>
                                        </p:anim>
                                        <p:anim calcmode="lin" valueType="num">
                                          <p:cBhvr>
                                            <p:cTn id="84" dur="750" fill="hold"/>
                                            <p:tgtEl>
                                              <p:spTgt spid="57"/>
                                            </p:tgtEl>
                                            <p:attrNameLst>
                                              <p:attrName>ppt_h</p:attrName>
                                            </p:attrNameLst>
                                          </p:cBhvr>
                                          <p:tavLst>
                                            <p:tav tm="0">
                                              <p:val>
                                                <p:fltVal val="0"/>
                                              </p:val>
                                            </p:tav>
                                            <p:tav tm="100000">
                                              <p:val>
                                                <p:strVal val="#ppt_h"/>
                                              </p:val>
                                            </p:tav>
                                          </p:tavLst>
                                        </p:anim>
                                        <p:animEffect transition="in" filter="fade">
                                          <p:cBhvr>
                                            <p:cTn id="85" dur="750"/>
                                            <p:tgtEl>
                                              <p:spTgt spid="57"/>
                                            </p:tgtEl>
                                          </p:cBhvr>
                                        </p:animEffect>
                                      </p:childTnLst>
                                    </p:cTn>
                                  </p:par>
                                  <p:par>
                                    <p:cTn id="86" presetID="53" presetClass="entr" presetSubtype="16" fill="hold" grpId="0" nodeType="withEffect">
                                      <p:stCondLst>
                                        <p:cond delay="500"/>
                                      </p:stCondLst>
                                      <p:childTnLst>
                                        <p:set>
                                          <p:cBhvr>
                                            <p:cTn id="87" dur="1" fill="hold">
                                              <p:stCondLst>
                                                <p:cond delay="0"/>
                                              </p:stCondLst>
                                            </p:cTn>
                                            <p:tgtEl>
                                              <p:spTgt spid="58"/>
                                            </p:tgtEl>
                                            <p:attrNameLst>
                                              <p:attrName>style.visibility</p:attrName>
                                            </p:attrNameLst>
                                          </p:cBhvr>
                                          <p:to>
                                            <p:strVal val="visible"/>
                                          </p:to>
                                        </p:set>
                                        <p:anim calcmode="lin" valueType="num">
                                          <p:cBhvr>
                                            <p:cTn id="88" dur="750" fill="hold"/>
                                            <p:tgtEl>
                                              <p:spTgt spid="58"/>
                                            </p:tgtEl>
                                            <p:attrNameLst>
                                              <p:attrName>ppt_w</p:attrName>
                                            </p:attrNameLst>
                                          </p:cBhvr>
                                          <p:tavLst>
                                            <p:tav tm="0">
                                              <p:val>
                                                <p:fltVal val="0"/>
                                              </p:val>
                                            </p:tav>
                                            <p:tav tm="100000">
                                              <p:val>
                                                <p:strVal val="#ppt_w"/>
                                              </p:val>
                                            </p:tav>
                                          </p:tavLst>
                                        </p:anim>
                                        <p:anim calcmode="lin" valueType="num">
                                          <p:cBhvr>
                                            <p:cTn id="89" dur="750" fill="hold"/>
                                            <p:tgtEl>
                                              <p:spTgt spid="58"/>
                                            </p:tgtEl>
                                            <p:attrNameLst>
                                              <p:attrName>ppt_h</p:attrName>
                                            </p:attrNameLst>
                                          </p:cBhvr>
                                          <p:tavLst>
                                            <p:tav tm="0">
                                              <p:val>
                                                <p:fltVal val="0"/>
                                              </p:val>
                                            </p:tav>
                                            <p:tav tm="100000">
                                              <p:val>
                                                <p:strVal val="#ppt_h"/>
                                              </p:val>
                                            </p:tav>
                                          </p:tavLst>
                                        </p:anim>
                                        <p:animEffect transition="in" filter="fade">
                                          <p:cBhvr>
                                            <p:cTn id="90" dur="750"/>
                                            <p:tgtEl>
                                              <p:spTgt spid="58"/>
                                            </p:tgtEl>
                                          </p:cBhvr>
                                        </p:animEffect>
                                      </p:childTnLst>
                                    </p:cTn>
                                  </p:par>
                                  <p:par>
                                    <p:cTn id="91" presetID="53" presetClass="entr" presetSubtype="16" fill="hold" grpId="0" nodeType="withEffect">
                                      <p:stCondLst>
                                        <p:cond delay="750"/>
                                      </p:stCondLst>
                                      <p:childTnLst>
                                        <p:set>
                                          <p:cBhvr>
                                            <p:cTn id="92" dur="1" fill="hold">
                                              <p:stCondLst>
                                                <p:cond delay="0"/>
                                              </p:stCondLst>
                                            </p:cTn>
                                            <p:tgtEl>
                                              <p:spTgt spid="59"/>
                                            </p:tgtEl>
                                            <p:attrNameLst>
                                              <p:attrName>style.visibility</p:attrName>
                                            </p:attrNameLst>
                                          </p:cBhvr>
                                          <p:to>
                                            <p:strVal val="visible"/>
                                          </p:to>
                                        </p:set>
                                        <p:anim calcmode="lin" valueType="num">
                                          <p:cBhvr>
                                            <p:cTn id="93" dur="750" fill="hold"/>
                                            <p:tgtEl>
                                              <p:spTgt spid="59"/>
                                            </p:tgtEl>
                                            <p:attrNameLst>
                                              <p:attrName>ppt_w</p:attrName>
                                            </p:attrNameLst>
                                          </p:cBhvr>
                                          <p:tavLst>
                                            <p:tav tm="0">
                                              <p:val>
                                                <p:fltVal val="0"/>
                                              </p:val>
                                            </p:tav>
                                            <p:tav tm="100000">
                                              <p:val>
                                                <p:strVal val="#ppt_w"/>
                                              </p:val>
                                            </p:tav>
                                          </p:tavLst>
                                        </p:anim>
                                        <p:anim calcmode="lin" valueType="num">
                                          <p:cBhvr>
                                            <p:cTn id="94" dur="750" fill="hold"/>
                                            <p:tgtEl>
                                              <p:spTgt spid="59"/>
                                            </p:tgtEl>
                                            <p:attrNameLst>
                                              <p:attrName>ppt_h</p:attrName>
                                            </p:attrNameLst>
                                          </p:cBhvr>
                                          <p:tavLst>
                                            <p:tav tm="0">
                                              <p:val>
                                                <p:fltVal val="0"/>
                                              </p:val>
                                            </p:tav>
                                            <p:tav tm="100000">
                                              <p:val>
                                                <p:strVal val="#ppt_h"/>
                                              </p:val>
                                            </p:tav>
                                          </p:tavLst>
                                        </p:anim>
                                        <p:animEffect transition="in" filter="fade">
                                          <p:cBhvr>
                                            <p:cTn id="95" dur="750"/>
                                            <p:tgtEl>
                                              <p:spTgt spid="59"/>
                                            </p:tgtEl>
                                          </p:cBhvr>
                                        </p:animEffect>
                                      </p:childTnLst>
                                    </p:cTn>
                                  </p:par>
                                  <p:par>
                                    <p:cTn id="96" presetID="53" presetClass="entr" presetSubtype="16" fill="hold" grpId="0" nodeType="withEffect">
                                      <p:stCondLst>
                                        <p:cond delay="1000"/>
                                      </p:stCondLst>
                                      <p:childTnLst>
                                        <p:set>
                                          <p:cBhvr>
                                            <p:cTn id="97" dur="1" fill="hold">
                                              <p:stCondLst>
                                                <p:cond delay="0"/>
                                              </p:stCondLst>
                                            </p:cTn>
                                            <p:tgtEl>
                                              <p:spTgt spid="60"/>
                                            </p:tgtEl>
                                            <p:attrNameLst>
                                              <p:attrName>style.visibility</p:attrName>
                                            </p:attrNameLst>
                                          </p:cBhvr>
                                          <p:to>
                                            <p:strVal val="visible"/>
                                          </p:to>
                                        </p:set>
                                        <p:anim calcmode="lin" valueType="num">
                                          <p:cBhvr>
                                            <p:cTn id="98" dur="750" fill="hold"/>
                                            <p:tgtEl>
                                              <p:spTgt spid="60"/>
                                            </p:tgtEl>
                                            <p:attrNameLst>
                                              <p:attrName>ppt_w</p:attrName>
                                            </p:attrNameLst>
                                          </p:cBhvr>
                                          <p:tavLst>
                                            <p:tav tm="0">
                                              <p:val>
                                                <p:fltVal val="0"/>
                                              </p:val>
                                            </p:tav>
                                            <p:tav tm="100000">
                                              <p:val>
                                                <p:strVal val="#ppt_w"/>
                                              </p:val>
                                            </p:tav>
                                          </p:tavLst>
                                        </p:anim>
                                        <p:anim calcmode="lin" valueType="num">
                                          <p:cBhvr>
                                            <p:cTn id="99" dur="750" fill="hold"/>
                                            <p:tgtEl>
                                              <p:spTgt spid="60"/>
                                            </p:tgtEl>
                                            <p:attrNameLst>
                                              <p:attrName>ppt_h</p:attrName>
                                            </p:attrNameLst>
                                          </p:cBhvr>
                                          <p:tavLst>
                                            <p:tav tm="0">
                                              <p:val>
                                                <p:fltVal val="0"/>
                                              </p:val>
                                            </p:tav>
                                            <p:tav tm="100000">
                                              <p:val>
                                                <p:strVal val="#ppt_h"/>
                                              </p:val>
                                            </p:tav>
                                          </p:tavLst>
                                        </p:anim>
                                        <p:animEffect transition="in" filter="fade">
                                          <p:cBhvr>
                                            <p:cTn id="100" dur="75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animBg="1"/>
          <p:bldP spid="60" grpId="0" animBg="1"/>
          <p:bldP spid="26" grpId="0" animBg="1"/>
          <p:bldP spid="27" grpId="0" animBg="1"/>
          <p:bldP spid="28" grpId="0" animBg="1"/>
          <p:bldP spid="29" grpId="0" animBg="1"/>
        </p:bldLst>
      </p:timing>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AEA32AF5-E861-41AA-8CA1-C72C5847FA93}"/>
              </a:ext>
            </a:extLst>
          </p:cNvPr>
          <p:cNvGrpSpPr/>
          <p:nvPr/>
        </p:nvGrpSpPr>
        <p:grpSpPr>
          <a:xfrm>
            <a:off x="8548688" y="1905000"/>
            <a:ext cx="2016125" cy="2024063"/>
            <a:chOff x="8548688" y="1905000"/>
            <a:chExt cx="2016125" cy="2024063"/>
          </a:xfrm>
          <a:effectLst>
            <a:outerShdw blurRad="165100" dist="88900" dir="2700000" algn="tl" rotWithShape="0">
              <a:prstClr val="black">
                <a:alpha val="27000"/>
              </a:prstClr>
            </a:outerShdw>
          </a:effectLst>
        </p:grpSpPr>
        <p:sp>
          <p:nvSpPr>
            <p:cNvPr id="6" name="Oval 5">
              <a:extLst>
                <a:ext uri="{FF2B5EF4-FFF2-40B4-BE49-F238E27FC236}">
                  <a16:creationId xmlns:a16="http://schemas.microsoft.com/office/drawing/2014/main" id="{46307DC4-67D4-4DAC-A0CE-887D5A175CCB}"/>
                </a:ext>
              </a:extLst>
            </p:cNvPr>
            <p:cNvSpPr>
              <a:spLocks noChangeArrowheads="1"/>
            </p:cNvSpPr>
            <p:nvPr/>
          </p:nvSpPr>
          <p:spPr bwMode="auto">
            <a:xfrm>
              <a:off x="8548688" y="1905000"/>
              <a:ext cx="2016125" cy="2024063"/>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06CCDA52-E8E5-4B9F-AC96-7EB25F1FBA29}"/>
                </a:ext>
              </a:extLst>
            </p:cNvPr>
            <p:cNvSpPr>
              <a:spLocks/>
            </p:cNvSpPr>
            <p:nvPr/>
          </p:nvSpPr>
          <p:spPr bwMode="auto">
            <a:xfrm>
              <a:off x="8548688" y="1905000"/>
              <a:ext cx="2016125" cy="1019175"/>
            </a:xfrm>
            <a:custGeom>
              <a:avLst/>
              <a:gdLst>
                <a:gd name="T0" fmla="*/ 273 w 547"/>
                <a:gd name="T1" fmla="*/ 5 h 276"/>
                <a:gd name="T2" fmla="*/ 547 w 547"/>
                <a:gd name="T3" fmla="*/ 276 h 276"/>
                <a:gd name="T4" fmla="*/ 547 w 547"/>
                <a:gd name="T5" fmla="*/ 274 h 276"/>
                <a:gd name="T6" fmla="*/ 273 w 547"/>
                <a:gd name="T7" fmla="*/ 0 h 276"/>
                <a:gd name="T8" fmla="*/ 0 w 547"/>
                <a:gd name="T9" fmla="*/ 274 h 276"/>
                <a:gd name="T10" fmla="*/ 0 w 547"/>
                <a:gd name="T11" fmla="*/ 276 h 276"/>
                <a:gd name="T12" fmla="*/ 273 w 547"/>
                <a:gd name="T13" fmla="*/ 5 h 276"/>
              </a:gdLst>
              <a:ahLst/>
              <a:cxnLst>
                <a:cxn ang="0">
                  <a:pos x="T0" y="T1"/>
                </a:cxn>
                <a:cxn ang="0">
                  <a:pos x="T2" y="T3"/>
                </a:cxn>
                <a:cxn ang="0">
                  <a:pos x="T4" y="T5"/>
                </a:cxn>
                <a:cxn ang="0">
                  <a:pos x="T6" y="T7"/>
                </a:cxn>
                <a:cxn ang="0">
                  <a:pos x="T8" y="T9"/>
                </a:cxn>
                <a:cxn ang="0">
                  <a:pos x="T10" y="T11"/>
                </a:cxn>
                <a:cxn ang="0">
                  <a:pos x="T12" y="T13"/>
                </a:cxn>
              </a:cxnLst>
              <a:rect l="0" t="0" r="r" b="b"/>
              <a:pathLst>
                <a:path w="547" h="276">
                  <a:moveTo>
                    <a:pt x="273" y="5"/>
                  </a:moveTo>
                  <a:cubicBezTo>
                    <a:pt x="424" y="5"/>
                    <a:pt x="546" y="126"/>
                    <a:pt x="547" y="276"/>
                  </a:cubicBezTo>
                  <a:cubicBezTo>
                    <a:pt x="547" y="276"/>
                    <a:pt x="547" y="275"/>
                    <a:pt x="547" y="274"/>
                  </a:cubicBezTo>
                  <a:cubicBezTo>
                    <a:pt x="547" y="123"/>
                    <a:pt x="425" y="0"/>
                    <a:pt x="273" y="0"/>
                  </a:cubicBezTo>
                  <a:cubicBezTo>
                    <a:pt x="122" y="0"/>
                    <a:pt x="0" y="123"/>
                    <a:pt x="0" y="274"/>
                  </a:cubicBezTo>
                  <a:cubicBezTo>
                    <a:pt x="0" y="275"/>
                    <a:pt x="0" y="276"/>
                    <a:pt x="0" y="276"/>
                  </a:cubicBezTo>
                  <a:cubicBezTo>
                    <a:pt x="1" y="126"/>
                    <a:pt x="123" y="5"/>
                    <a:pt x="273" y="5"/>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3" name="Group 52">
            <a:extLst>
              <a:ext uri="{FF2B5EF4-FFF2-40B4-BE49-F238E27FC236}">
                <a16:creationId xmlns:a16="http://schemas.microsoft.com/office/drawing/2014/main" id="{AA0519A4-D0B4-4A80-AA90-2E222EC60AE0}"/>
              </a:ext>
            </a:extLst>
          </p:cNvPr>
          <p:cNvGrpSpPr/>
          <p:nvPr/>
        </p:nvGrpSpPr>
        <p:grpSpPr>
          <a:xfrm>
            <a:off x="8784972" y="2143920"/>
            <a:ext cx="1567115" cy="1569536"/>
            <a:chOff x="6345238" y="4948238"/>
            <a:chExt cx="1027113" cy="1028700"/>
          </a:xfrm>
          <a:effectLst>
            <a:outerShdw blurRad="114300" dist="76200" dir="2700000" sx="102000" sy="102000" algn="tl" rotWithShape="0">
              <a:prstClr val="black">
                <a:alpha val="25000"/>
              </a:prstClr>
            </a:outerShdw>
          </a:effectLst>
        </p:grpSpPr>
        <p:sp>
          <p:nvSpPr>
            <p:cNvPr id="54" name="Oval 56">
              <a:extLst>
                <a:ext uri="{FF2B5EF4-FFF2-40B4-BE49-F238E27FC236}">
                  <a16:creationId xmlns:a16="http://schemas.microsoft.com/office/drawing/2014/main" id="{F6453EAD-36AC-4B1D-A708-9055236CB30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5" name="Oval 57">
              <a:extLst>
                <a:ext uri="{FF2B5EF4-FFF2-40B4-BE49-F238E27FC236}">
                  <a16:creationId xmlns:a16="http://schemas.microsoft.com/office/drawing/2014/main" id="{79D3788E-3C34-49EC-A6BE-284AA65AE77C}"/>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9" name="Group 38">
            <a:extLst>
              <a:ext uri="{FF2B5EF4-FFF2-40B4-BE49-F238E27FC236}">
                <a16:creationId xmlns:a16="http://schemas.microsoft.com/office/drawing/2014/main" id="{630A7A6F-2C11-4465-9E8F-327928700161}"/>
              </a:ext>
            </a:extLst>
          </p:cNvPr>
          <p:cNvGrpSpPr/>
          <p:nvPr/>
        </p:nvGrpSpPr>
        <p:grpSpPr>
          <a:xfrm>
            <a:off x="6816726" y="1905000"/>
            <a:ext cx="2247900" cy="2024063"/>
            <a:chOff x="6816726" y="1905000"/>
            <a:chExt cx="2247900" cy="2024063"/>
          </a:xfrm>
          <a:effectLst>
            <a:outerShdw blurRad="165100" dist="88900" dir="2700000" algn="tl" rotWithShape="0">
              <a:prstClr val="black">
                <a:alpha val="27000"/>
              </a:prstClr>
            </a:outerShdw>
          </a:effectLst>
        </p:grpSpPr>
        <p:sp>
          <p:nvSpPr>
            <p:cNvPr id="9" name="Freeform 8">
              <a:extLst>
                <a:ext uri="{FF2B5EF4-FFF2-40B4-BE49-F238E27FC236}">
                  <a16:creationId xmlns:a16="http://schemas.microsoft.com/office/drawing/2014/main" id="{B0EB6F02-8285-4BDA-A3F6-C5EC9A38FC71}"/>
                </a:ext>
              </a:extLst>
            </p:cNvPr>
            <p:cNvSpPr>
              <a:spLocks/>
            </p:cNvSpPr>
            <p:nvPr/>
          </p:nvSpPr>
          <p:spPr bwMode="auto">
            <a:xfrm>
              <a:off x="6816726" y="1905000"/>
              <a:ext cx="2247900" cy="2024063"/>
            </a:xfrm>
            <a:custGeom>
              <a:avLst/>
              <a:gdLst>
                <a:gd name="T0" fmla="*/ 610 w 610"/>
                <a:gd name="T1" fmla="*/ 274 h 548"/>
                <a:gd name="T2" fmla="*/ 541 w 610"/>
                <a:gd name="T3" fmla="*/ 218 h 548"/>
                <a:gd name="T4" fmla="*/ 274 w 610"/>
                <a:gd name="T5" fmla="*/ 0 h 548"/>
                <a:gd name="T6" fmla="*/ 0 w 610"/>
                <a:gd name="T7" fmla="*/ 274 h 548"/>
                <a:gd name="T8" fmla="*/ 274 w 610"/>
                <a:gd name="T9" fmla="*/ 548 h 548"/>
                <a:gd name="T10" fmla="*/ 541 w 610"/>
                <a:gd name="T11" fmla="*/ 330 h 548"/>
                <a:gd name="T12" fmla="*/ 610 w 610"/>
                <a:gd name="T13" fmla="*/ 274 h 548"/>
              </a:gdLst>
              <a:ahLst/>
              <a:cxnLst>
                <a:cxn ang="0">
                  <a:pos x="T0" y="T1"/>
                </a:cxn>
                <a:cxn ang="0">
                  <a:pos x="T2" y="T3"/>
                </a:cxn>
                <a:cxn ang="0">
                  <a:pos x="T4" y="T5"/>
                </a:cxn>
                <a:cxn ang="0">
                  <a:pos x="T6" y="T7"/>
                </a:cxn>
                <a:cxn ang="0">
                  <a:pos x="T8" y="T9"/>
                </a:cxn>
                <a:cxn ang="0">
                  <a:pos x="T10" y="T11"/>
                </a:cxn>
                <a:cxn ang="0">
                  <a:pos x="T12" y="T13"/>
                </a:cxn>
              </a:cxnLst>
              <a:rect l="0" t="0" r="r" b="b"/>
              <a:pathLst>
                <a:path w="610" h="548">
                  <a:moveTo>
                    <a:pt x="610" y="274"/>
                  </a:moveTo>
                  <a:cubicBezTo>
                    <a:pt x="541" y="218"/>
                    <a:pt x="541" y="218"/>
                    <a:pt x="541" y="218"/>
                  </a:cubicBezTo>
                  <a:cubicBezTo>
                    <a:pt x="515" y="94"/>
                    <a:pt x="405" y="0"/>
                    <a:pt x="274" y="0"/>
                  </a:cubicBezTo>
                  <a:cubicBezTo>
                    <a:pt x="123" y="0"/>
                    <a:pt x="0" y="123"/>
                    <a:pt x="0" y="274"/>
                  </a:cubicBezTo>
                  <a:cubicBezTo>
                    <a:pt x="0" y="425"/>
                    <a:pt x="123" y="548"/>
                    <a:pt x="274" y="548"/>
                  </a:cubicBezTo>
                  <a:cubicBezTo>
                    <a:pt x="405" y="548"/>
                    <a:pt x="515" y="455"/>
                    <a:pt x="541" y="330"/>
                  </a:cubicBezTo>
                  <a:lnTo>
                    <a:pt x="610" y="274"/>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32B47CA7-7476-48B9-9015-8EC18BCD1C4D}"/>
                </a:ext>
              </a:extLst>
            </p:cNvPr>
            <p:cNvSpPr>
              <a:spLocks/>
            </p:cNvSpPr>
            <p:nvPr/>
          </p:nvSpPr>
          <p:spPr bwMode="auto">
            <a:xfrm>
              <a:off x="6816726" y="1905000"/>
              <a:ext cx="2247900" cy="1019175"/>
            </a:xfrm>
            <a:custGeom>
              <a:avLst/>
              <a:gdLst>
                <a:gd name="T0" fmla="*/ 274 w 610"/>
                <a:gd name="T1" fmla="*/ 5 h 276"/>
                <a:gd name="T2" fmla="*/ 541 w 610"/>
                <a:gd name="T3" fmla="*/ 222 h 276"/>
                <a:gd name="T4" fmla="*/ 607 w 610"/>
                <a:gd name="T5" fmla="*/ 276 h 276"/>
                <a:gd name="T6" fmla="*/ 610 w 610"/>
                <a:gd name="T7" fmla="*/ 274 h 276"/>
                <a:gd name="T8" fmla="*/ 541 w 610"/>
                <a:gd name="T9" fmla="*/ 218 h 276"/>
                <a:gd name="T10" fmla="*/ 274 w 610"/>
                <a:gd name="T11" fmla="*/ 0 h 276"/>
                <a:gd name="T12" fmla="*/ 0 w 610"/>
                <a:gd name="T13" fmla="*/ 274 h 276"/>
                <a:gd name="T14" fmla="*/ 0 w 610"/>
                <a:gd name="T15" fmla="*/ 276 h 276"/>
                <a:gd name="T16" fmla="*/ 274 w 610"/>
                <a:gd name="T17" fmla="*/ 5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0" h="276">
                  <a:moveTo>
                    <a:pt x="274" y="5"/>
                  </a:moveTo>
                  <a:cubicBezTo>
                    <a:pt x="405" y="5"/>
                    <a:pt x="515" y="98"/>
                    <a:pt x="541" y="222"/>
                  </a:cubicBezTo>
                  <a:cubicBezTo>
                    <a:pt x="607" y="276"/>
                    <a:pt x="607" y="276"/>
                    <a:pt x="607" y="276"/>
                  </a:cubicBezTo>
                  <a:cubicBezTo>
                    <a:pt x="610" y="274"/>
                    <a:pt x="610" y="274"/>
                    <a:pt x="610" y="274"/>
                  </a:cubicBezTo>
                  <a:cubicBezTo>
                    <a:pt x="541" y="218"/>
                    <a:pt x="541" y="218"/>
                    <a:pt x="541" y="218"/>
                  </a:cubicBezTo>
                  <a:cubicBezTo>
                    <a:pt x="515" y="94"/>
                    <a:pt x="405" y="0"/>
                    <a:pt x="274" y="0"/>
                  </a:cubicBezTo>
                  <a:cubicBezTo>
                    <a:pt x="123" y="0"/>
                    <a:pt x="0" y="123"/>
                    <a:pt x="0" y="274"/>
                  </a:cubicBezTo>
                  <a:cubicBezTo>
                    <a:pt x="0" y="275"/>
                    <a:pt x="0" y="276"/>
                    <a:pt x="0" y="276"/>
                  </a:cubicBezTo>
                  <a:cubicBezTo>
                    <a:pt x="1" y="126"/>
                    <a:pt x="123" y="5"/>
                    <a:pt x="274" y="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806AE257-3A87-493E-906D-208389983995}"/>
              </a:ext>
            </a:extLst>
          </p:cNvPr>
          <p:cNvGrpSpPr/>
          <p:nvPr/>
        </p:nvGrpSpPr>
        <p:grpSpPr>
          <a:xfrm>
            <a:off x="7051422" y="2143920"/>
            <a:ext cx="1567115" cy="1569536"/>
            <a:chOff x="6345238" y="4948238"/>
            <a:chExt cx="1027113" cy="1028700"/>
          </a:xfrm>
          <a:effectLst>
            <a:outerShdw blurRad="114300" dist="76200" dir="2700000" sx="102000" sy="102000" algn="tl" rotWithShape="0">
              <a:prstClr val="black">
                <a:alpha val="25000"/>
              </a:prstClr>
            </a:outerShdw>
          </a:effectLst>
        </p:grpSpPr>
        <p:sp>
          <p:nvSpPr>
            <p:cNvPr id="51" name="Oval 56">
              <a:extLst>
                <a:ext uri="{FF2B5EF4-FFF2-40B4-BE49-F238E27FC236}">
                  <a16:creationId xmlns:a16="http://schemas.microsoft.com/office/drawing/2014/main" id="{AE1C3BB9-893C-45E9-B289-C0A344F3C049}"/>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2" name="Oval 57">
              <a:extLst>
                <a:ext uri="{FF2B5EF4-FFF2-40B4-BE49-F238E27FC236}">
                  <a16:creationId xmlns:a16="http://schemas.microsoft.com/office/drawing/2014/main" id="{24E6F0EB-2AC8-4A91-A54E-98B714CB4E77}"/>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8" name="Group 37">
            <a:extLst>
              <a:ext uri="{FF2B5EF4-FFF2-40B4-BE49-F238E27FC236}">
                <a16:creationId xmlns:a16="http://schemas.microsoft.com/office/drawing/2014/main" id="{389BD049-9995-4C64-9493-C69F7F389D9F}"/>
              </a:ext>
            </a:extLst>
          </p:cNvPr>
          <p:cNvGrpSpPr/>
          <p:nvPr/>
        </p:nvGrpSpPr>
        <p:grpSpPr>
          <a:xfrm>
            <a:off x="5091113" y="1905000"/>
            <a:ext cx="2247900" cy="2024063"/>
            <a:chOff x="5091113" y="1905000"/>
            <a:chExt cx="2247900" cy="2024063"/>
          </a:xfrm>
          <a:effectLst>
            <a:outerShdw blurRad="165100" dist="88900" dir="2700000" algn="tl" rotWithShape="0">
              <a:prstClr val="black">
                <a:alpha val="27000"/>
              </a:prstClr>
            </a:outerShdw>
          </a:effectLst>
        </p:grpSpPr>
        <p:sp>
          <p:nvSpPr>
            <p:cNvPr id="12" name="Freeform 11">
              <a:extLst>
                <a:ext uri="{FF2B5EF4-FFF2-40B4-BE49-F238E27FC236}">
                  <a16:creationId xmlns:a16="http://schemas.microsoft.com/office/drawing/2014/main" id="{430DE388-C33D-48AC-836C-19AB8E82832B}"/>
                </a:ext>
              </a:extLst>
            </p:cNvPr>
            <p:cNvSpPr>
              <a:spLocks/>
            </p:cNvSpPr>
            <p:nvPr/>
          </p:nvSpPr>
          <p:spPr bwMode="auto">
            <a:xfrm>
              <a:off x="5091113" y="1905000"/>
              <a:ext cx="2247900" cy="2024063"/>
            </a:xfrm>
            <a:custGeom>
              <a:avLst/>
              <a:gdLst>
                <a:gd name="T0" fmla="*/ 610 w 610"/>
                <a:gd name="T1" fmla="*/ 274 h 548"/>
                <a:gd name="T2" fmla="*/ 541 w 610"/>
                <a:gd name="T3" fmla="*/ 218 h 548"/>
                <a:gd name="T4" fmla="*/ 273 w 610"/>
                <a:gd name="T5" fmla="*/ 0 h 548"/>
                <a:gd name="T6" fmla="*/ 0 w 610"/>
                <a:gd name="T7" fmla="*/ 274 h 548"/>
                <a:gd name="T8" fmla="*/ 273 w 610"/>
                <a:gd name="T9" fmla="*/ 548 h 548"/>
                <a:gd name="T10" fmla="*/ 541 w 610"/>
                <a:gd name="T11" fmla="*/ 330 h 548"/>
                <a:gd name="T12" fmla="*/ 610 w 610"/>
                <a:gd name="T13" fmla="*/ 274 h 548"/>
              </a:gdLst>
              <a:ahLst/>
              <a:cxnLst>
                <a:cxn ang="0">
                  <a:pos x="T0" y="T1"/>
                </a:cxn>
                <a:cxn ang="0">
                  <a:pos x="T2" y="T3"/>
                </a:cxn>
                <a:cxn ang="0">
                  <a:pos x="T4" y="T5"/>
                </a:cxn>
                <a:cxn ang="0">
                  <a:pos x="T6" y="T7"/>
                </a:cxn>
                <a:cxn ang="0">
                  <a:pos x="T8" y="T9"/>
                </a:cxn>
                <a:cxn ang="0">
                  <a:pos x="T10" y="T11"/>
                </a:cxn>
                <a:cxn ang="0">
                  <a:pos x="T12" y="T13"/>
                </a:cxn>
              </a:cxnLst>
              <a:rect l="0" t="0" r="r" b="b"/>
              <a:pathLst>
                <a:path w="610" h="548">
                  <a:moveTo>
                    <a:pt x="610" y="274"/>
                  </a:moveTo>
                  <a:cubicBezTo>
                    <a:pt x="541" y="218"/>
                    <a:pt x="541" y="218"/>
                    <a:pt x="541" y="218"/>
                  </a:cubicBezTo>
                  <a:cubicBezTo>
                    <a:pt x="515" y="94"/>
                    <a:pt x="405" y="0"/>
                    <a:pt x="273" y="0"/>
                  </a:cubicBezTo>
                  <a:cubicBezTo>
                    <a:pt x="122" y="0"/>
                    <a:pt x="0" y="123"/>
                    <a:pt x="0" y="274"/>
                  </a:cubicBezTo>
                  <a:cubicBezTo>
                    <a:pt x="0" y="425"/>
                    <a:pt x="122" y="548"/>
                    <a:pt x="273" y="548"/>
                  </a:cubicBezTo>
                  <a:cubicBezTo>
                    <a:pt x="405" y="548"/>
                    <a:pt x="515" y="455"/>
                    <a:pt x="541" y="330"/>
                  </a:cubicBezTo>
                  <a:lnTo>
                    <a:pt x="610" y="27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042A4FD6-E670-4E7A-80A6-88B42414B4E8}"/>
                </a:ext>
              </a:extLst>
            </p:cNvPr>
            <p:cNvSpPr>
              <a:spLocks/>
            </p:cNvSpPr>
            <p:nvPr/>
          </p:nvSpPr>
          <p:spPr bwMode="auto">
            <a:xfrm>
              <a:off x="5091113" y="1905000"/>
              <a:ext cx="2247900" cy="1019175"/>
            </a:xfrm>
            <a:custGeom>
              <a:avLst/>
              <a:gdLst>
                <a:gd name="T0" fmla="*/ 273 w 610"/>
                <a:gd name="T1" fmla="*/ 5 h 276"/>
                <a:gd name="T2" fmla="*/ 541 w 610"/>
                <a:gd name="T3" fmla="*/ 222 h 276"/>
                <a:gd name="T4" fmla="*/ 607 w 610"/>
                <a:gd name="T5" fmla="*/ 276 h 276"/>
                <a:gd name="T6" fmla="*/ 610 w 610"/>
                <a:gd name="T7" fmla="*/ 274 h 276"/>
                <a:gd name="T8" fmla="*/ 541 w 610"/>
                <a:gd name="T9" fmla="*/ 218 h 276"/>
                <a:gd name="T10" fmla="*/ 273 w 610"/>
                <a:gd name="T11" fmla="*/ 0 h 276"/>
                <a:gd name="T12" fmla="*/ 0 w 610"/>
                <a:gd name="T13" fmla="*/ 274 h 276"/>
                <a:gd name="T14" fmla="*/ 0 w 610"/>
                <a:gd name="T15" fmla="*/ 276 h 276"/>
                <a:gd name="T16" fmla="*/ 273 w 610"/>
                <a:gd name="T17" fmla="*/ 5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0" h="276">
                  <a:moveTo>
                    <a:pt x="273" y="5"/>
                  </a:moveTo>
                  <a:cubicBezTo>
                    <a:pt x="405" y="5"/>
                    <a:pt x="515" y="98"/>
                    <a:pt x="541" y="222"/>
                  </a:cubicBezTo>
                  <a:cubicBezTo>
                    <a:pt x="607" y="276"/>
                    <a:pt x="607" y="276"/>
                    <a:pt x="607" y="276"/>
                  </a:cubicBezTo>
                  <a:cubicBezTo>
                    <a:pt x="610" y="274"/>
                    <a:pt x="610" y="274"/>
                    <a:pt x="610" y="274"/>
                  </a:cubicBezTo>
                  <a:cubicBezTo>
                    <a:pt x="541" y="218"/>
                    <a:pt x="541" y="218"/>
                    <a:pt x="541" y="218"/>
                  </a:cubicBezTo>
                  <a:cubicBezTo>
                    <a:pt x="515" y="94"/>
                    <a:pt x="405" y="0"/>
                    <a:pt x="273" y="0"/>
                  </a:cubicBezTo>
                  <a:cubicBezTo>
                    <a:pt x="122" y="0"/>
                    <a:pt x="0" y="123"/>
                    <a:pt x="0" y="274"/>
                  </a:cubicBezTo>
                  <a:cubicBezTo>
                    <a:pt x="0" y="275"/>
                    <a:pt x="0" y="276"/>
                    <a:pt x="0" y="276"/>
                  </a:cubicBezTo>
                  <a:cubicBezTo>
                    <a:pt x="1" y="126"/>
                    <a:pt x="123" y="5"/>
                    <a:pt x="273" y="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7" name="Group 46">
            <a:extLst>
              <a:ext uri="{FF2B5EF4-FFF2-40B4-BE49-F238E27FC236}">
                <a16:creationId xmlns:a16="http://schemas.microsoft.com/office/drawing/2014/main" id="{8AC1DD70-0B8F-4FD1-9E22-99CEAFB826FB}"/>
              </a:ext>
            </a:extLst>
          </p:cNvPr>
          <p:cNvGrpSpPr/>
          <p:nvPr/>
        </p:nvGrpSpPr>
        <p:grpSpPr>
          <a:xfrm>
            <a:off x="5324222" y="2143920"/>
            <a:ext cx="1567115" cy="1569536"/>
            <a:chOff x="6345238" y="4948238"/>
            <a:chExt cx="1027113" cy="1028700"/>
          </a:xfrm>
          <a:effectLst>
            <a:outerShdw blurRad="114300" dist="76200" dir="2700000" sx="102000" sy="102000" algn="tl" rotWithShape="0">
              <a:prstClr val="black">
                <a:alpha val="25000"/>
              </a:prstClr>
            </a:outerShdw>
          </a:effectLst>
        </p:grpSpPr>
        <p:sp>
          <p:nvSpPr>
            <p:cNvPr id="48" name="Oval 56">
              <a:extLst>
                <a:ext uri="{FF2B5EF4-FFF2-40B4-BE49-F238E27FC236}">
                  <a16:creationId xmlns:a16="http://schemas.microsoft.com/office/drawing/2014/main" id="{1D59B48F-ED9D-48A0-B6FF-6EF7C3FC997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9" name="Oval 57">
              <a:extLst>
                <a:ext uri="{FF2B5EF4-FFF2-40B4-BE49-F238E27FC236}">
                  <a16:creationId xmlns:a16="http://schemas.microsoft.com/office/drawing/2014/main" id="{651792E5-3CDC-48DF-A852-7928F6D9FC55}"/>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7" name="Group 36">
            <a:extLst>
              <a:ext uri="{FF2B5EF4-FFF2-40B4-BE49-F238E27FC236}">
                <a16:creationId xmlns:a16="http://schemas.microsoft.com/office/drawing/2014/main" id="{3CCCB7F8-A0C2-40E5-AB48-03C5C7E48D3F}"/>
              </a:ext>
            </a:extLst>
          </p:cNvPr>
          <p:cNvGrpSpPr/>
          <p:nvPr/>
        </p:nvGrpSpPr>
        <p:grpSpPr>
          <a:xfrm>
            <a:off x="3359151" y="1905000"/>
            <a:ext cx="2247900" cy="2024063"/>
            <a:chOff x="3359151" y="1905000"/>
            <a:chExt cx="2247900" cy="2024063"/>
          </a:xfrm>
          <a:effectLst>
            <a:outerShdw blurRad="165100" dist="88900" dir="2700000" algn="tl" rotWithShape="0">
              <a:prstClr val="black">
                <a:alpha val="27000"/>
              </a:prstClr>
            </a:outerShdw>
          </a:effectLst>
        </p:grpSpPr>
        <p:sp>
          <p:nvSpPr>
            <p:cNvPr id="15" name="Freeform 14">
              <a:extLst>
                <a:ext uri="{FF2B5EF4-FFF2-40B4-BE49-F238E27FC236}">
                  <a16:creationId xmlns:a16="http://schemas.microsoft.com/office/drawing/2014/main" id="{A693D8FB-0DB5-4235-854F-BEF5AC944480}"/>
                </a:ext>
              </a:extLst>
            </p:cNvPr>
            <p:cNvSpPr>
              <a:spLocks/>
            </p:cNvSpPr>
            <p:nvPr/>
          </p:nvSpPr>
          <p:spPr bwMode="auto">
            <a:xfrm>
              <a:off x="3359151" y="1905000"/>
              <a:ext cx="2247900" cy="2024063"/>
            </a:xfrm>
            <a:custGeom>
              <a:avLst/>
              <a:gdLst>
                <a:gd name="T0" fmla="*/ 610 w 610"/>
                <a:gd name="T1" fmla="*/ 274 h 548"/>
                <a:gd name="T2" fmla="*/ 541 w 610"/>
                <a:gd name="T3" fmla="*/ 218 h 548"/>
                <a:gd name="T4" fmla="*/ 273 w 610"/>
                <a:gd name="T5" fmla="*/ 0 h 548"/>
                <a:gd name="T6" fmla="*/ 0 w 610"/>
                <a:gd name="T7" fmla="*/ 274 h 548"/>
                <a:gd name="T8" fmla="*/ 273 w 610"/>
                <a:gd name="T9" fmla="*/ 548 h 548"/>
                <a:gd name="T10" fmla="*/ 541 w 610"/>
                <a:gd name="T11" fmla="*/ 330 h 548"/>
                <a:gd name="T12" fmla="*/ 610 w 610"/>
                <a:gd name="T13" fmla="*/ 274 h 548"/>
              </a:gdLst>
              <a:ahLst/>
              <a:cxnLst>
                <a:cxn ang="0">
                  <a:pos x="T0" y="T1"/>
                </a:cxn>
                <a:cxn ang="0">
                  <a:pos x="T2" y="T3"/>
                </a:cxn>
                <a:cxn ang="0">
                  <a:pos x="T4" y="T5"/>
                </a:cxn>
                <a:cxn ang="0">
                  <a:pos x="T6" y="T7"/>
                </a:cxn>
                <a:cxn ang="0">
                  <a:pos x="T8" y="T9"/>
                </a:cxn>
                <a:cxn ang="0">
                  <a:pos x="T10" y="T11"/>
                </a:cxn>
                <a:cxn ang="0">
                  <a:pos x="T12" y="T13"/>
                </a:cxn>
              </a:cxnLst>
              <a:rect l="0" t="0" r="r" b="b"/>
              <a:pathLst>
                <a:path w="610" h="548">
                  <a:moveTo>
                    <a:pt x="610" y="274"/>
                  </a:moveTo>
                  <a:cubicBezTo>
                    <a:pt x="541" y="218"/>
                    <a:pt x="541" y="218"/>
                    <a:pt x="541" y="218"/>
                  </a:cubicBezTo>
                  <a:cubicBezTo>
                    <a:pt x="515" y="94"/>
                    <a:pt x="405" y="0"/>
                    <a:pt x="273" y="0"/>
                  </a:cubicBezTo>
                  <a:cubicBezTo>
                    <a:pt x="122" y="0"/>
                    <a:pt x="0" y="123"/>
                    <a:pt x="0" y="274"/>
                  </a:cubicBezTo>
                  <a:cubicBezTo>
                    <a:pt x="0" y="425"/>
                    <a:pt x="122" y="548"/>
                    <a:pt x="273" y="548"/>
                  </a:cubicBezTo>
                  <a:cubicBezTo>
                    <a:pt x="405" y="548"/>
                    <a:pt x="515" y="455"/>
                    <a:pt x="541" y="330"/>
                  </a:cubicBezTo>
                  <a:lnTo>
                    <a:pt x="610" y="27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87C7911F-0157-4FF9-AB3B-E59516BCCA26}"/>
                </a:ext>
              </a:extLst>
            </p:cNvPr>
            <p:cNvSpPr>
              <a:spLocks/>
            </p:cNvSpPr>
            <p:nvPr/>
          </p:nvSpPr>
          <p:spPr bwMode="auto">
            <a:xfrm>
              <a:off x="3359151" y="1905000"/>
              <a:ext cx="2247900" cy="1019175"/>
            </a:xfrm>
            <a:custGeom>
              <a:avLst/>
              <a:gdLst>
                <a:gd name="T0" fmla="*/ 273 w 610"/>
                <a:gd name="T1" fmla="*/ 5 h 276"/>
                <a:gd name="T2" fmla="*/ 541 w 610"/>
                <a:gd name="T3" fmla="*/ 222 h 276"/>
                <a:gd name="T4" fmla="*/ 607 w 610"/>
                <a:gd name="T5" fmla="*/ 276 h 276"/>
                <a:gd name="T6" fmla="*/ 610 w 610"/>
                <a:gd name="T7" fmla="*/ 274 h 276"/>
                <a:gd name="T8" fmla="*/ 541 w 610"/>
                <a:gd name="T9" fmla="*/ 218 h 276"/>
                <a:gd name="T10" fmla="*/ 273 w 610"/>
                <a:gd name="T11" fmla="*/ 0 h 276"/>
                <a:gd name="T12" fmla="*/ 0 w 610"/>
                <a:gd name="T13" fmla="*/ 274 h 276"/>
                <a:gd name="T14" fmla="*/ 0 w 610"/>
                <a:gd name="T15" fmla="*/ 276 h 276"/>
                <a:gd name="T16" fmla="*/ 273 w 610"/>
                <a:gd name="T17" fmla="*/ 5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0" h="276">
                  <a:moveTo>
                    <a:pt x="273" y="5"/>
                  </a:moveTo>
                  <a:cubicBezTo>
                    <a:pt x="405" y="5"/>
                    <a:pt x="515" y="98"/>
                    <a:pt x="541" y="222"/>
                  </a:cubicBezTo>
                  <a:cubicBezTo>
                    <a:pt x="607" y="276"/>
                    <a:pt x="607" y="276"/>
                    <a:pt x="607" y="276"/>
                  </a:cubicBezTo>
                  <a:cubicBezTo>
                    <a:pt x="610" y="274"/>
                    <a:pt x="610" y="274"/>
                    <a:pt x="610" y="274"/>
                  </a:cubicBezTo>
                  <a:cubicBezTo>
                    <a:pt x="541" y="218"/>
                    <a:pt x="541" y="218"/>
                    <a:pt x="541" y="218"/>
                  </a:cubicBezTo>
                  <a:cubicBezTo>
                    <a:pt x="515" y="94"/>
                    <a:pt x="405" y="0"/>
                    <a:pt x="273" y="0"/>
                  </a:cubicBezTo>
                  <a:cubicBezTo>
                    <a:pt x="122" y="0"/>
                    <a:pt x="0" y="123"/>
                    <a:pt x="0" y="274"/>
                  </a:cubicBezTo>
                  <a:cubicBezTo>
                    <a:pt x="0" y="275"/>
                    <a:pt x="0" y="276"/>
                    <a:pt x="0" y="276"/>
                  </a:cubicBezTo>
                  <a:cubicBezTo>
                    <a:pt x="1" y="126"/>
                    <a:pt x="123" y="5"/>
                    <a:pt x="273" y="5"/>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4" name="Group 43">
            <a:extLst>
              <a:ext uri="{FF2B5EF4-FFF2-40B4-BE49-F238E27FC236}">
                <a16:creationId xmlns:a16="http://schemas.microsoft.com/office/drawing/2014/main" id="{F9459732-1572-417A-8163-31148B34F6C5}"/>
              </a:ext>
            </a:extLst>
          </p:cNvPr>
          <p:cNvGrpSpPr/>
          <p:nvPr/>
        </p:nvGrpSpPr>
        <p:grpSpPr>
          <a:xfrm>
            <a:off x="3595435" y="2143920"/>
            <a:ext cx="1567115" cy="1569536"/>
            <a:chOff x="6345238" y="4948238"/>
            <a:chExt cx="1027113" cy="1028700"/>
          </a:xfrm>
          <a:effectLst>
            <a:outerShdw blurRad="114300" dist="76200" dir="2700000" sx="102000" sy="102000" algn="tl" rotWithShape="0">
              <a:prstClr val="black">
                <a:alpha val="25000"/>
              </a:prstClr>
            </a:outerShdw>
          </a:effectLst>
        </p:grpSpPr>
        <p:sp>
          <p:nvSpPr>
            <p:cNvPr id="45" name="Oval 56">
              <a:extLst>
                <a:ext uri="{FF2B5EF4-FFF2-40B4-BE49-F238E27FC236}">
                  <a16:creationId xmlns:a16="http://schemas.microsoft.com/office/drawing/2014/main" id="{1A0B7464-8C67-4810-811E-A93F6252E8AE}"/>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6" name="Oval 57">
              <a:extLst>
                <a:ext uri="{FF2B5EF4-FFF2-40B4-BE49-F238E27FC236}">
                  <a16:creationId xmlns:a16="http://schemas.microsoft.com/office/drawing/2014/main" id="{C7A07613-F84A-48F9-9B4D-EC9287952011}"/>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6" name="Group 35">
            <a:extLst>
              <a:ext uri="{FF2B5EF4-FFF2-40B4-BE49-F238E27FC236}">
                <a16:creationId xmlns:a16="http://schemas.microsoft.com/office/drawing/2014/main" id="{EE02605C-50E8-4888-A56E-1DFDB3196D21}"/>
              </a:ext>
            </a:extLst>
          </p:cNvPr>
          <p:cNvGrpSpPr/>
          <p:nvPr/>
        </p:nvGrpSpPr>
        <p:grpSpPr>
          <a:xfrm>
            <a:off x="1627188" y="1905000"/>
            <a:ext cx="2247900" cy="2024063"/>
            <a:chOff x="1627188" y="1905000"/>
            <a:chExt cx="2247900" cy="2024063"/>
          </a:xfrm>
          <a:effectLst>
            <a:outerShdw blurRad="165100" dist="88900" dir="2700000" algn="tl" rotWithShape="0">
              <a:prstClr val="black">
                <a:alpha val="27000"/>
              </a:prstClr>
            </a:outerShdw>
          </a:effectLst>
        </p:grpSpPr>
        <p:sp>
          <p:nvSpPr>
            <p:cNvPr id="18" name="Freeform 17">
              <a:extLst>
                <a:ext uri="{FF2B5EF4-FFF2-40B4-BE49-F238E27FC236}">
                  <a16:creationId xmlns:a16="http://schemas.microsoft.com/office/drawing/2014/main" id="{E36B76FF-DDB7-4198-88F0-A10BA6613404}"/>
                </a:ext>
              </a:extLst>
            </p:cNvPr>
            <p:cNvSpPr>
              <a:spLocks/>
            </p:cNvSpPr>
            <p:nvPr/>
          </p:nvSpPr>
          <p:spPr bwMode="auto">
            <a:xfrm>
              <a:off x="1627188" y="1905000"/>
              <a:ext cx="2247900" cy="2024063"/>
            </a:xfrm>
            <a:custGeom>
              <a:avLst/>
              <a:gdLst>
                <a:gd name="T0" fmla="*/ 610 w 610"/>
                <a:gd name="T1" fmla="*/ 274 h 548"/>
                <a:gd name="T2" fmla="*/ 542 w 610"/>
                <a:gd name="T3" fmla="*/ 218 h 548"/>
                <a:gd name="T4" fmla="*/ 274 w 610"/>
                <a:gd name="T5" fmla="*/ 0 h 548"/>
                <a:gd name="T6" fmla="*/ 0 w 610"/>
                <a:gd name="T7" fmla="*/ 274 h 548"/>
                <a:gd name="T8" fmla="*/ 274 w 610"/>
                <a:gd name="T9" fmla="*/ 548 h 548"/>
                <a:gd name="T10" fmla="*/ 542 w 610"/>
                <a:gd name="T11" fmla="*/ 330 h 548"/>
                <a:gd name="T12" fmla="*/ 610 w 610"/>
                <a:gd name="T13" fmla="*/ 274 h 548"/>
              </a:gdLst>
              <a:ahLst/>
              <a:cxnLst>
                <a:cxn ang="0">
                  <a:pos x="T0" y="T1"/>
                </a:cxn>
                <a:cxn ang="0">
                  <a:pos x="T2" y="T3"/>
                </a:cxn>
                <a:cxn ang="0">
                  <a:pos x="T4" y="T5"/>
                </a:cxn>
                <a:cxn ang="0">
                  <a:pos x="T6" y="T7"/>
                </a:cxn>
                <a:cxn ang="0">
                  <a:pos x="T8" y="T9"/>
                </a:cxn>
                <a:cxn ang="0">
                  <a:pos x="T10" y="T11"/>
                </a:cxn>
                <a:cxn ang="0">
                  <a:pos x="T12" y="T13"/>
                </a:cxn>
              </a:cxnLst>
              <a:rect l="0" t="0" r="r" b="b"/>
              <a:pathLst>
                <a:path w="610" h="548">
                  <a:moveTo>
                    <a:pt x="610" y="274"/>
                  </a:moveTo>
                  <a:cubicBezTo>
                    <a:pt x="542" y="218"/>
                    <a:pt x="542" y="218"/>
                    <a:pt x="542" y="218"/>
                  </a:cubicBezTo>
                  <a:cubicBezTo>
                    <a:pt x="516" y="94"/>
                    <a:pt x="406" y="0"/>
                    <a:pt x="274" y="0"/>
                  </a:cubicBezTo>
                  <a:cubicBezTo>
                    <a:pt x="123" y="0"/>
                    <a:pt x="0" y="123"/>
                    <a:pt x="0" y="274"/>
                  </a:cubicBezTo>
                  <a:cubicBezTo>
                    <a:pt x="0" y="425"/>
                    <a:pt x="123" y="548"/>
                    <a:pt x="274" y="548"/>
                  </a:cubicBezTo>
                  <a:cubicBezTo>
                    <a:pt x="406" y="548"/>
                    <a:pt x="516" y="455"/>
                    <a:pt x="542" y="330"/>
                  </a:cubicBezTo>
                  <a:lnTo>
                    <a:pt x="610" y="27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DF14F365-B371-4DE8-9A41-D56047BD718E}"/>
                </a:ext>
              </a:extLst>
            </p:cNvPr>
            <p:cNvSpPr>
              <a:spLocks/>
            </p:cNvSpPr>
            <p:nvPr/>
          </p:nvSpPr>
          <p:spPr bwMode="auto">
            <a:xfrm>
              <a:off x="1627188" y="1905000"/>
              <a:ext cx="2247900" cy="1019175"/>
            </a:xfrm>
            <a:custGeom>
              <a:avLst/>
              <a:gdLst>
                <a:gd name="T0" fmla="*/ 274 w 610"/>
                <a:gd name="T1" fmla="*/ 5 h 276"/>
                <a:gd name="T2" fmla="*/ 542 w 610"/>
                <a:gd name="T3" fmla="*/ 222 h 276"/>
                <a:gd name="T4" fmla="*/ 607 w 610"/>
                <a:gd name="T5" fmla="*/ 276 h 276"/>
                <a:gd name="T6" fmla="*/ 610 w 610"/>
                <a:gd name="T7" fmla="*/ 274 h 276"/>
                <a:gd name="T8" fmla="*/ 542 w 610"/>
                <a:gd name="T9" fmla="*/ 218 h 276"/>
                <a:gd name="T10" fmla="*/ 274 w 610"/>
                <a:gd name="T11" fmla="*/ 0 h 276"/>
                <a:gd name="T12" fmla="*/ 0 w 610"/>
                <a:gd name="T13" fmla="*/ 274 h 276"/>
                <a:gd name="T14" fmla="*/ 0 w 610"/>
                <a:gd name="T15" fmla="*/ 276 h 276"/>
                <a:gd name="T16" fmla="*/ 274 w 610"/>
                <a:gd name="T17" fmla="*/ 5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0" h="276">
                  <a:moveTo>
                    <a:pt x="274" y="5"/>
                  </a:moveTo>
                  <a:cubicBezTo>
                    <a:pt x="406" y="5"/>
                    <a:pt x="516" y="98"/>
                    <a:pt x="542" y="222"/>
                  </a:cubicBezTo>
                  <a:cubicBezTo>
                    <a:pt x="607" y="276"/>
                    <a:pt x="607" y="276"/>
                    <a:pt x="607" y="276"/>
                  </a:cubicBezTo>
                  <a:cubicBezTo>
                    <a:pt x="610" y="274"/>
                    <a:pt x="610" y="274"/>
                    <a:pt x="610" y="274"/>
                  </a:cubicBezTo>
                  <a:cubicBezTo>
                    <a:pt x="542" y="218"/>
                    <a:pt x="542" y="218"/>
                    <a:pt x="542" y="218"/>
                  </a:cubicBezTo>
                  <a:cubicBezTo>
                    <a:pt x="516" y="94"/>
                    <a:pt x="406" y="0"/>
                    <a:pt x="274" y="0"/>
                  </a:cubicBezTo>
                  <a:cubicBezTo>
                    <a:pt x="123" y="0"/>
                    <a:pt x="0" y="123"/>
                    <a:pt x="0" y="274"/>
                  </a:cubicBezTo>
                  <a:cubicBezTo>
                    <a:pt x="0" y="275"/>
                    <a:pt x="0" y="276"/>
                    <a:pt x="0" y="276"/>
                  </a:cubicBezTo>
                  <a:cubicBezTo>
                    <a:pt x="1" y="126"/>
                    <a:pt x="123" y="5"/>
                    <a:pt x="274" y="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21" name="Freeform 20">
            <a:extLst>
              <a:ext uri="{FF2B5EF4-FFF2-40B4-BE49-F238E27FC236}">
                <a16:creationId xmlns:a16="http://schemas.microsoft.com/office/drawing/2014/main" id="{278966F0-34F5-49C4-B863-6D1C14CD26DE}"/>
              </a:ext>
            </a:extLst>
          </p:cNvPr>
          <p:cNvSpPr>
            <a:spLocks/>
          </p:cNvSpPr>
          <p:nvPr/>
        </p:nvSpPr>
        <p:spPr bwMode="auto">
          <a:xfrm>
            <a:off x="1985963" y="4668838"/>
            <a:ext cx="1319213" cy="284163"/>
          </a:xfrm>
          <a:custGeom>
            <a:avLst/>
            <a:gdLst>
              <a:gd name="T0" fmla="*/ 320 w 358"/>
              <a:gd name="T1" fmla="*/ 77 h 77"/>
              <a:gd name="T2" fmla="*/ 38 w 358"/>
              <a:gd name="T3" fmla="*/ 77 h 77"/>
              <a:gd name="T4" fmla="*/ 0 w 358"/>
              <a:gd name="T5" fmla="*/ 38 h 77"/>
              <a:gd name="T6" fmla="*/ 0 w 358"/>
              <a:gd name="T7" fmla="*/ 38 h 77"/>
              <a:gd name="T8" fmla="*/ 38 w 358"/>
              <a:gd name="T9" fmla="*/ 0 h 77"/>
              <a:gd name="T10" fmla="*/ 320 w 358"/>
              <a:gd name="T11" fmla="*/ 0 h 77"/>
              <a:gd name="T12" fmla="*/ 358 w 358"/>
              <a:gd name="T13" fmla="*/ 38 h 77"/>
              <a:gd name="T14" fmla="*/ 358 w 358"/>
              <a:gd name="T15" fmla="*/ 38 h 77"/>
              <a:gd name="T16" fmla="*/ 320 w 35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8" h="77">
                <a:moveTo>
                  <a:pt x="320" y="77"/>
                </a:moveTo>
                <a:cubicBezTo>
                  <a:pt x="38" y="77"/>
                  <a:pt x="38" y="77"/>
                  <a:pt x="38" y="77"/>
                </a:cubicBezTo>
                <a:cubicBezTo>
                  <a:pt x="17" y="77"/>
                  <a:pt x="0" y="60"/>
                  <a:pt x="0" y="38"/>
                </a:cubicBezTo>
                <a:cubicBezTo>
                  <a:pt x="0" y="38"/>
                  <a:pt x="0" y="38"/>
                  <a:pt x="0" y="38"/>
                </a:cubicBezTo>
                <a:cubicBezTo>
                  <a:pt x="0" y="17"/>
                  <a:pt x="17" y="0"/>
                  <a:pt x="38" y="0"/>
                </a:cubicBezTo>
                <a:cubicBezTo>
                  <a:pt x="320" y="0"/>
                  <a:pt x="320" y="0"/>
                  <a:pt x="320" y="0"/>
                </a:cubicBezTo>
                <a:cubicBezTo>
                  <a:pt x="341" y="0"/>
                  <a:pt x="358" y="17"/>
                  <a:pt x="358" y="38"/>
                </a:cubicBezTo>
                <a:cubicBezTo>
                  <a:pt x="358" y="38"/>
                  <a:pt x="358" y="38"/>
                  <a:pt x="358" y="38"/>
                </a:cubicBezTo>
                <a:cubicBezTo>
                  <a:pt x="358" y="60"/>
                  <a:pt x="341" y="77"/>
                  <a:pt x="320" y="77"/>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Rectangle 21">
            <a:extLst>
              <a:ext uri="{FF2B5EF4-FFF2-40B4-BE49-F238E27FC236}">
                <a16:creationId xmlns:a16="http://schemas.microsoft.com/office/drawing/2014/main" id="{CEACFBAD-ED1D-46AB-B5D6-0F554D70071D}"/>
              </a:ext>
            </a:extLst>
          </p:cNvPr>
          <p:cNvSpPr>
            <a:spLocks noChangeArrowheads="1"/>
          </p:cNvSpPr>
          <p:nvPr/>
        </p:nvSpPr>
        <p:spPr bwMode="auto">
          <a:xfrm>
            <a:off x="2289703" y="4706937"/>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01</a:t>
            </a:r>
            <a:endParaRPr kumimoji="0" lang="ru-UA" altLang="ru-UA" sz="1800" b="0" i="0" u="none" strike="noStrike" cap="none" normalizeH="0" baseline="0">
              <a:ln>
                <a:noFill/>
              </a:ln>
              <a:solidFill>
                <a:schemeClr val="bg2"/>
              </a:solidFill>
              <a:effectLst/>
            </a:endParaRPr>
          </a:p>
        </p:txBody>
      </p:sp>
      <p:sp>
        <p:nvSpPr>
          <p:cNvPr id="23" name="Freeform 22">
            <a:extLst>
              <a:ext uri="{FF2B5EF4-FFF2-40B4-BE49-F238E27FC236}">
                <a16:creationId xmlns:a16="http://schemas.microsoft.com/office/drawing/2014/main" id="{04D266FE-10CD-4BF0-BF5A-5B0C2762CA08}"/>
              </a:ext>
            </a:extLst>
          </p:cNvPr>
          <p:cNvSpPr>
            <a:spLocks/>
          </p:cNvSpPr>
          <p:nvPr/>
        </p:nvSpPr>
        <p:spPr bwMode="auto">
          <a:xfrm>
            <a:off x="3713163" y="4668838"/>
            <a:ext cx="1319213" cy="284163"/>
          </a:xfrm>
          <a:custGeom>
            <a:avLst/>
            <a:gdLst>
              <a:gd name="T0" fmla="*/ 320 w 358"/>
              <a:gd name="T1" fmla="*/ 77 h 77"/>
              <a:gd name="T2" fmla="*/ 38 w 358"/>
              <a:gd name="T3" fmla="*/ 77 h 77"/>
              <a:gd name="T4" fmla="*/ 0 w 358"/>
              <a:gd name="T5" fmla="*/ 38 h 77"/>
              <a:gd name="T6" fmla="*/ 0 w 358"/>
              <a:gd name="T7" fmla="*/ 38 h 77"/>
              <a:gd name="T8" fmla="*/ 38 w 358"/>
              <a:gd name="T9" fmla="*/ 0 h 77"/>
              <a:gd name="T10" fmla="*/ 320 w 358"/>
              <a:gd name="T11" fmla="*/ 0 h 77"/>
              <a:gd name="T12" fmla="*/ 358 w 358"/>
              <a:gd name="T13" fmla="*/ 38 h 77"/>
              <a:gd name="T14" fmla="*/ 358 w 358"/>
              <a:gd name="T15" fmla="*/ 38 h 77"/>
              <a:gd name="T16" fmla="*/ 320 w 35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8" h="77">
                <a:moveTo>
                  <a:pt x="320" y="77"/>
                </a:moveTo>
                <a:cubicBezTo>
                  <a:pt x="38" y="77"/>
                  <a:pt x="38" y="77"/>
                  <a:pt x="38" y="77"/>
                </a:cubicBezTo>
                <a:cubicBezTo>
                  <a:pt x="17" y="77"/>
                  <a:pt x="0" y="60"/>
                  <a:pt x="0" y="38"/>
                </a:cubicBezTo>
                <a:cubicBezTo>
                  <a:pt x="0" y="38"/>
                  <a:pt x="0" y="38"/>
                  <a:pt x="0" y="38"/>
                </a:cubicBezTo>
                <a:cubicBezTo>
                  <a:pt x="0" y="17"/>
                  <a:pt x="17" y="0"/>
                  <a:pt x="38" y="0"/>
                </a:cubicBezTo>
                <a:cubicBezTo>
                  <a:pt x="320" y="0"/>
                  <a:pt x="320" y="0"/>
                  <a:pt x="320" y="0"/>
                </a:cubicBezTo>
                <a:cubicBezTo>
                  <a:pt x="341" y="0"/>
                  <a:pt x="358" y="17"/>
                  <a:pt x="358" y="38"/>
                </a:cubicBezTo>
                <a:cubicBezTo>
                  <a:pt x="358" y="38"/>
                  <a:pt x="358" y="38"/>
                  <a:pt x="358" y="38"/>
                </a:cubicBezTo>
                <a:cubicBezTo>
                  <a:pt x="358" y="60"/>
                  <a:pt x="341" y="77"/>
                  <a:pt x="320" y="77"/>
                </a:cubicBezTo>
                <a:close/>
              </a:path>
            </a:pathLst>
          </a:custGeom>
          <a:solidFill>
            <a:srgbClr val="FFD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Rectangle 23">
            <a:extLst>
              <a:ext uri="{FF2B5EF4-FFF2-40B4-BE49-F238E27FC236}">
                <a16:creationId xmlns:a16="http://schemas.microsoft.com/office/drawing/2014/main" id="{78762BFB-D575-4218-A98B-5791AED724BE}"/>
              </a:ext>
            </a:extLst>
          </p:cNvPr>
          <p:cNvSpPr>
            <a:spLocks noChangeArrowheads="1"/>
          </p:cNvSpPr>
          <p:nvPr/>
        </p:nvSpPr>
        <p:spPr bwMode="auto">
          <a:xfrm>
            <a:off x="4021666" y="4706937"/>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02</a:t>
            </a:r>
            <a:endParaRPr kumimoji="0" lang="ru-UA" altLang="ru-UA" sz="1800" b="0" i="0" u="none" strike="noStrike" cap="none" normalizeH="0" baseline="0">
              <a:ln>
                <a:noFill/>
              </a:ln>
              <a:solidFill>
                <a:schemeClr val="bg2"/>
              </a:solidFill>
              <a:effectLst/>
            </a:endParaRPr>
          </a:p>
        </p:txBody>
      </p:sp>
      <p:sp>
        <p:nvSpPr>
          <p:cNvPr id="25" name="Freeform 24">
            <a:extLst>
              <a:ext uri="{FF2B5EF4-FFF2-40B4-BE49-F238E27FC236}">
                <a16:creationId xmlns:a16="http://schemas.microsoft.com/office/drawing/2014/main" id="{D998BFDB-6AC6-4FF9-8FEB-0F2BF5381BFD}"/>
              </a:ext>
            </a:extLst>
          </p:cNvPr>
          <p:cNvSpPr>
            <a:spLocks/>
          </p:cNvSpPr>
          <p:nvPr/>
        </p:nvSpPr>
        <p:spPr bwMode="auto">
          <a:xfrm>
            <a:off x="5445126" y="4668838"/>
            <a:ext cx="1319213" cy="284163"/>
          </a:xfrm>
          <a:custGeom>
            <a:avLst/>
            <a:gdLst>
              <a:gd name="T0" fmla="*/ 320 w 358"/>
              <a:gd name="T1" fmla="*/ 77 h 77"/>
              <a:gd name="T2" fmla="*/ 38 w 358"/>
              <a:gd name="T3" fmla="*/ 77 h 77"/>
              <a:gd name="T4" fmla="*/ 0 w 358"/>
              <a:gd name="T5" fmla="*/ 38 h 77"/>
              <a:gd name="T6" fmla="*/ 0 w 358"/>
              <a:gd name="T7" fmla="*/ 38 h 77"/>
              <a:gd name="T8" fmla="*/ 38 w 358"/>
              <a:gd name="T9" fmla="*/ 0 h 77"/>
              <a:gd name="T10" fmla="*/ 320 w 358"/>
              <a:gd name="T11" fmla="*/ 0 h 77"/>
              <a:gd name="T12" fmla="*/ 358 w 358"/>
              <a:gd name="T13" fmla="*/ 38 h 77"/>
              <a:gd name="T14" fmla="*/ 358 w 358"/>
              <a:gd name="T15" fmla="*/ 38 h 77"/>
              <a:gd name="T16" fmla="*/ 320 w 35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8" h="77">
                <a:moveTo>
                  <a:pt x="320" y="77"/>
                </a:moveTo>
                <a:cubicBezTo>
                  <a:pt x="38" y="77"/>
                  <a:pt x="38" y="77"/>
                  <a:pt x="38" y="77"/>
                </a:cubicBezTo>
                <a:cubicBezTo>
                  <a:pt x="17" y="77"/>
                  <a:pt x="0" y="60"/>
                  <a:pt x="0" y="38"/>
                </a:cubicBezTo>
                <a:cubicBezTo>
                  <a:pt x="0" y="38"/>
                  <a:pt x="0" y="38"/>
                  <a:pt x="0" y="38"/>
                </a:cubicBezTo>
                <a:cubicBezTo>
                  <a:pt x="0" y="17"/>
                  <a:pt x="17" y="0"/>
                  <a:pt x="38" y="0"/>
                </a:cubicBezTo>
                <a:cubicBezTo>
                  <a:pt x="320" y="0"/>
                  <a:pt x="320" y="0"/>
                  <a:pt x="320" y="0"/>
                </a:cubicBezTo>
                <a:cubicBezTo>
                  <a:pt x="341" y="0"/>
                  <a:pt x="358" y="17"/>
                  <a:pt x="358" y="38"/>
                </a:cubicBezTo>
                <a:cubicBezTo>
                  <a:pt x="358" y="38"/>
                  <a:pt x="358" y="38"/>
                  <a:pt x="358" y="38"/>
                </a:cubicBezTo>
                <a:cubicBezTo>
                  <a:pt x="358" y="60"/>
                  <a:pt x="341" y="77"/>
                  <a:pt x="320" y="77"/>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Rectangle 25">
            <a:extLst>
              <a:ext uri="{FF2B5EF4-FFF2-40B4-BE49-F238E27FC236}">
                <a16:creationId xmlns:a16="http://schemas.microsoft.com/office/drawing/2014/main" id="{85E5127D-99A4-4FDF-9046-C108B6D3DB8F}"/>
              </a:ext>
            </a:extLst>
          </p:cNvPr>
          <p:cNvSpPr>
            <a:spLocks noChangeArrowheads="1"/>
          </p:cNvSpPr>
          <p:nvPr/>
        </p:nvSpPr>
        <p:spPr bwMode="auto">
          <a:xfrm>
            <a:off x="5753628" y="4706937"/>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03</a:t>
            </a:r>
            <a:endParaRPr kumimoji="0" lang="ru-UA" altLang="ru-UA" sz="1800" b="0" i="0" u="none" strike="noStrike" cap="none" normalizeH="0" baseline="0">
              <a:ln>
                <a:noFill/>
              </a:ln>
              <a:solidFill>
                <a:schemeClr val="bg2"/>
              </a:solidFill>
              <a:effectLst/>
            </a:endParaRPr>
          </a:p>
        </p:txBody>
      </p:sp>
      <p:sp>
        <p:nvSpPr>
          <p:cNvPr id="27" name="Freeform 26">
            <a:extLst>
              <a:ext uri="{FF2B5EF4-FFF2-40B4-BE49-F238E27FC236}">
                <a16:creationId xmlns:a16="http://schemas.microsoft.com/office/drawing/2014/main" id="{A1CF4D32-32D7-43F5-A259-3F9A0BCE5E63}"/>
              </a:ext>
            </a:extLst>
          </p:cNvPr>
          <p:cNvSpPr>
            <a:spLocks/>
          </p:cNvSpPr>
          <p:nvPr/>
        </p:nvSpPr>
        <p:spPr bwMode="auto">
          <a:xfrm>
            <a:off x="7173913" y="4668838"/>
            <a:ext cx="1319213" cy="284163"/>
          </a:xfrm>
          <a:custGeom>
            <a:avLst/>
            <a:gdLst>
              <a:gd name="T0" fmla="*/ 320 w 358"/>
              <a:gd name="T1" fmla="*/ 77 h 77"/>
              <a:gd name="T2" fmla="*/ 39 w 358"/>
              <a:gd name="T3" fmla="*/ 77 h 77"/>
              <a:gd name="T4" fmla="*/ 0 w 358"/>
              <a:gd name="T5" fmla="*/ 38 h 77"/>
              <a:gd name="T6" fmla="*/ 0 w 358"/>
              <a:gd name="T7" fmla="*/ 38 h 77"/>
              <a:gd name="T8" fmla="*/ 38 w 358"/>
              <a:gd name="T9" fmla="*/ 0 h 77"/>
              <a:gd name="T10" fmla="*/ 320 w 358"/>
              <a:gd name="T11" fmla="*/ 0 h 77"/>
              <a:gd name="T12" fmla="*/ 358 w 358"/>
              <a:gd name="T13" fmla="*/ 38 h 77"/>
              <a:gd name="T14" fmla="*/ 358 w 358"/>
              <a:gd name="T15" fmla="*/ 38 h 77"/>
              <a:gd name="T16" fmla="*/ 320 w 35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8" h="77">
                <a:moveTo>
                  <a:pt x="320" y="77"/>
                </a:moveTo>
                <a:cubicBezTo>
                  <a:pt x="39" y="77"/>
                  <a:pt x="39" y="77"/>
                  <a:pt x="39" y="77"/>
                </a:cubicBezTo>
                <a:cubicBezTo>
                  <a:pt x="17" y="77"/>
                  <a:pt x="0" y="60"/>
                  <a:pt x="0" y="38"/>
                </a:cubicBezTo>
                <a:cubicBezTo>
                  <a:pt x="0" y="38"/>
                  <a:pt x="0" y="38"/>
                  <a:pt x="0" y="38"/>
                </a:cubicBezTo>
                <a:cubicBezTo>
                  <a:pt x="0" y="17"/>
                  <a:pt x="17" y="0"/>
                  <a:pt x="38" y="0"/>
                </a:cubicBezTo>
                <a:cubicBezTo>
                  <a:pt x="320" y="0"/>
                  <a:pt x="320" y="0"/>
                  <a:pt x="320" y="0"/>
                </a:cubicBezTo>
                <a:cubicBezTo>
                  <a:pt x="341" y="0"/>
                  <a:pt x="358" y="17"/>
                  <a:pt x="358" y="38"/>
                </a:cubicBezTo>
                <a:cubicBezTo>
                  <a:pt x="358" y="38"/>
                  <a:pt x="358" y="38"/>
                  <a:pt x="358" y="38"/>
                </a:cubicBezTo>
                <a:cubicBezTo>
                  <a:pt x="358" y="60"/>
                  <a:pt x="341" y="77"/>
                  <a:pt x="320" y="77"/>
                </a:cubicBezTo>
                <a:close/>
              </a:path>
            </a:pathLst>
          </a:custGeom>
          <a:solidFill>
            <a:srgbClr val="03A9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Rectangle 27">
            <a:extLst>
              <a:ext uri="{FF2B5EF4-FFF2-40B4-BE49-F238E27FC236}">
                <a16:creationId xmlns:a16="http://schemas.microsoft.com/office/drawing/2014/main" id="{10DC34FC-9284-495E-915F-6A539E32B30D}"/>
              </a:ext>
            </a:extLst>
          </p:cNvPr>
          <p:cNvSpPr>
            <a:spLocks noChangeArrowheads="1"/>
          </p:cNvSpPr>
          <p:nvPr/>
        </p:nvSpPr>
        <p:spPr bwMode="auto">
          <a:xfrm>
            <a:off x="7480828" y="4706937"/>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04</a:t>
            </a:r>
            <a:endParaRPr kumimoji="0" lang="ru-UA" altLang="ru-UA" sz="1800" b="0" i="0" u="none" strike="noStrike" cap="none" normalizeH="0" baseline="0">
              <a:ln>
                <a:noFill/>
              </a:ln>
              <a:solidFill>
                <a:schemeClr val="bg2"/>
              </a:solidFill>
              <a:effectLst/>
            </a:endParaRPr>
          </a:p>
        </p:txBody>
      </p:sp>
      <p:sp>
        <p:nvSpPr>
          <p:cNvPr id="29" name="Freeform 28">
            <a:extLst>
              <a:ext uri="{FF2B5EF4-FFF2-40B4-BE49-F238E27FC236}">
                <a16:creationId xmlns:a16="http://schemas.microsoft.com/office/drawing/2014/main" id="{0077303F-11CF-486F-AA04-7EB21B793EF8}"/>
              </a:ext>
            </a:extLst>
          </p:cNvPr>
          <p:cNvSpPr>
            <a:spLocks/>
          </p:cNvSpPr>
          <p:nvPr/>
        </p:nvSpPr>
        <p:spPr bwMode="auto">
          <a:xfrm>
            <a:off x="8905876" y="4668838"/>
            <a:ext cx="1319213" cy="284163"/>
          </a:xfrm>
          <a:custGeom>
            <a:avLst/>
            <a:gdLst>
              <a:gd name="T0" fmla="*/ 320 w 358"/>
              <a:gd name="T1" fmla="*/ 77 h 77"/>
              <a:gd name="T2" fmla="*/ 38 w 358"/>
              <a:gd name="T3" fmla="*/ 77 h 77"/>
              <a:gd name="T4" fmla="*/ 0 w 358"/>
              <a:gd name="T5" fmla="*/ 38 h 77"/>
              <a:gd name="T6" fmla="*/ 0 w 358"/>
              <a:gd name="T7" fmla="*/ 38 h 77"/>
              <a:gd name="T8" fmla="*/ 38 w 358"/>
              <a:gd name="T9" fmla="*/ 0 h 77"/>
              <a:gd name="T10" fmla="*/ 320 w 358"/>
              <a:gd name="T11" fmla="*/ 0 h 77"/>
              <a:gd name="T12" fmla="*/ 358 w 358"/>
              <a:gd name="T13" fmla="*/ 38 h 77"/>
              <a:gd name="T14" fmla="*/ 358 w 358"/>
              <a:gd name="T15" fmla="*/ 38 h 77"/>
              <a:gd name="T16" fmla="*/ 320 w 35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8" h="77">
                <a:moveTo>
                  <a:pt x="320" y="77"/>
                </a:moveTo>
                <a:cubicBezTo>
                  <a:pt x="38" y="77"/>
                  <a:pt x="38" y="77"/>
                  <a:pt x="38" y="77"/>
                </a:cubicBezTo>
                <a:cubicBezTo>
                  <a:pt x="17" y="77"/>
                  <a:pt x="0" y="60"/>
                  <a:pt x="0" y="38"/>
                </a:cubicBezTo>
                <a:cubicBezTo>
                  <a:pt x="0" y="38"/>
                  <a:pt x="0" y="38"/>
                  <a:pt x="0" y="38"/>
                </a:cubicBezTo>
                <a:cubicBezTo>
                  <a:pt x="0" y="17"/>
                  <a:pt x="17" y="0"/>
                  <a:pt x="38" y="0"/>
                </a:cubicBezTo>
                <a:cubicBezTo>
                  <a:pt x="320" y="0"/>
                  <a:pt x="320" y="0"/>
                  <a:pt x="320" y="0"/>
                </a:cubicBezTo>
                <a:cubicBezTo>
                  <a:pt x="341" y="0"/>
                  <a:pt x="358" y="17"/>
                  <a:pt x="358" y="38"/>
                </a:cubicBezTo>
                <a:cubicBezTo>
                  <a:pt x="358" y="38"/>
                  <a:pt x="358" y="38"/>
                  <a:pt x="358" y="38"/>
                </a:cubicBezTo>
                <a:cubicBezTo>
                  <a:pt x="358" y="60"/>
                  <a:pt x="341" y="77"/>
                  <a:pt x="320" y="77"/>
                </a:cubicBezTo>
                <a:close/>
              </a:path>
            </a:pathLst>
          </a:custGeom>
          <a:solidFill>
            <a:srgbClr val="0653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Rectangle 29">
            <a:extLst>
              <a:ext uri="{FF2B5EF4-FFF2-40B4-BE49-F238E27FC236}">
                <a16:creationId xmlns:a16="http://schemas.microsoft.com/office/drawing/2014/main" id="{12E04661-2E06-4FDC-8EA3-751886549D7D}"/>
              </a:ext>
            </a:extLst>
          </p:cNvPr>
          <p:cNvSpPr>
            <a:spLocks noChangeArrowheads="1"/>
          </p:cNvSpPr>
          <p:nvPr/>
        </p:nvSpPr>
        <p:spPr bwMode="auto">
          <a:xfrm>
            <a:off x="9212791" y="4706937"/>
            <a:ext cx="7117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bg2"/>
                </a:solidFill>
                <a:effectLst/>
                <a:latin typeface="Open Sans" panose="020B0606030504020204" pitchFamily="34" charset="0"/>
              </a:rPr>
              <a:t>STEP 05</a:t>
            </a:r>
            <a:endParaRPr kumimoji="0" lang="ru-UA" altLang="ru-UA" sz="1800" b="0" i="0" u="none" strike="noStrike" cap="none" normalizeH="0" baseline="0">
              <a:ln>
                <a:noFill/>
              </a:ln>
              <a:solidFill>
                <a:schemeClr val="bg2"/>
              </a:solidFill>
              <a:effectLst/>
            </a:endParaRPr>
          </a:p>
        </p:txBody>
      </p:sp>
      <p:grpSp>
        <p:nvGrpSpPr>
          <p:cNvPr id="41" name="Group 40">
            <a:extLst>
              <a:ext uri="{FF2B5EF4-FFF2-40B4-BE49-F238E27FC236}">
                <a16:creationId xmlns:a16="http://schemas.microsoft.com/office/drawing/2014/main" id="{DF9E74DA-2D3F-4D44-B53A-485D26B1EE9A}"/>
              </a:ext>
            </a:extLst>
          </p:cNvPr>
          <p:cNvGrpSpPr/>
          <p:nvPr/>
        </p:nvGrpSpPr>
        <p:grpSpPr>
          <a:xfrm>
            <a:off x="1861885" y="2143920"/>
            <a:ext cx="1567115" cy="1569536"/>
            <a:chOff x="6345238" y="4948238"/>
            <a:chExt cx="1027113" cy="1028700"/>
          </a:xfrm>
          <a:effectLst>
            <a:outerShdw blurRad="114300" dist="76200" dir="2700000" sx="102000" sy="102000" algn="tl" rotWithShape="0">
              <a:prstClr val="black">
                <a:alpha val="25000"/>
              </a:prstClr>
            </a:outerShdw>
          </a:effectLst>
        </p:grpSpPr>
        <p:sp>
          <p:nvSpPr>
            <p:cNvPr id="42" name="Oval 56">
              <a:extLst>
                <a:ext uri="{FF2B5EF4-FFF2-40B4-BE49-F238E27FC236}">
                  <a16:creationId xmlns:a16="http://schemas.microsoft.com/office/drawing/2014/main" id="{A66A39D7-1F68-4B9C-A50C-DDB602E825C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3" name="Oval 57">
              <a:extLst>
                <a:ext uri="{FF2B5EF4-FFF2-40B4-BE49-F238E27FC236}">
                  <a16:creationId xmlns:a16="http://schemas.microsoft.com/office/drawing/2014/main" id="{2BADEC36-30C5-486B-B33D-3D4A826A89D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1" name="Rectangle 30">
            <a:extLst>
              <a:ext uri="{FF2B5EF4-FFF2-40B4-BE49-F238E27FC236}">
                <a16:creationId xmlns:a16="http://schemas.microsoft.com/office/drawing/2014/main" id="{4230D8F5-B840-412A-9C80-DC1454F43EA0}"/>
              </a:ext>
            </a:extLst>
          </p:cNvPr>
          <p:cNvSpPr>
            <a:spLocks noChangeArrowheads="1"/>
          </p:cNvSpPr>
          <p:nvPr/>
        </p:nvSpPr>
        <p:spPr bwMode="auto">
          <a:xfrm>
            <a:off x="2256570" y="2490788"/>
            <a:ext cx="833562"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700" b="1" i="0" u="none" strike="noStrike" cap="none" normalizeH="0" baseline="0">
                <a:ln>
                  <a:noFill/>
                </a:ln>
                <a:solidFill>
                  <a:srgbClr val="FF0000"/>
                </a:solidFill>
                <a:effectLst/>
                <a:latin typeface="Open Sans" panose="020B0606030504020204" pitchFamily="34" charset="0"/>
              </a:rPr>
              <a:t>01</a:t>
            </a:r>
            <a:endParaRPr kumimoji="0" lang="ru-UA" altLang="ru-UA" sz="1800" b="0" i="0" u="none" strike="noStrike" cap="none" normalizeH="0" baseline="0">
              <a:ln>
                <a:noFill/>
              </a:ln>
              <a:solidFill>
                <a:srgbClr val="FF0000"/>
              </a:solidFill>
              <a:effectLst/>
            </a:endParaRPr>
          </a:p>
        </p:txBody>
      </p:sp>
      <p:sp>
        <p:nvSpPr>
          <p:cNvPr id="32" name="Rectangle 31">
            <a:extLst>
              <a:ext uri="{FF2B5EF4-FFF2-40B4-BE49-F238E27FC236}">
                <a16:creationId xmlns:a16="http://schemas.microsoft.com/office/drawing/2014/main" id="{73EE65B4-723F-4670-B20A-C6B4B3AD2CDF}"/>
              </a:ext>
            </a:extLst>
          </p:cNvPr>
          <p:cNvSpPr>
            <a:spLocks noChangeArrowheads="1"/>
          </p:cNvSpPr>
          <p:nvPr/>
        </p:nvSpPr>
        <p:spPr bwMode="auto">
          <a:xfrm>
            <a:off x="3988532" y="2490788"/>
            <a:ext cx="833562"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700" b="1" i="0" u="none" strike="noStrike" cap="none" normalizeH="0" baseline="0">
                <a:ln>
                  <a:noFill/>
                </a:ln>
                <a:solidFill>
                  <a:schemeClr val="accent2"/>
                </a:solidFill>
                <a:effectLst/>
                <a:latin typeface="Open Sans" panose="020B0606030504020204" pitchFamily="34" charset="0"/>
              </a:rPr>
              <a:t>02</a:t>
            </a:r>
            <a:endParaRPr kumimoji="0" lang="ru-UA" altLang="ru-UA" sz="1800" b="0" i="0" u="none" strike="noStrike" cap="none" normalizeH="0" baseline="0">
              <a:ln>
                <a:noFill/>
              </a:ln>
              <a:solidFill>
                <a:schemeClr val="accent2"/>
              </a:solidFill>
              <a:effectLst/>
            </a:endParaRPr>
          </a:p>
        </p:txBody>
      </p:sp>
      <p:sp>
        <p:nvSpPr>
          <p:cNvPr id="33" name="Rectangle 32">
            <a:extLst>
              <a:ext uri="{FF2B5EF4-FFF2-40B4-BE49-F238E27FC236}">
                <a16:creationId xmlns:a16="http://schemas.microsoft.com/office/drawing/2014/main" id="{559204BE-84FD-41D8-BCE8-53AA9EE275E1}"/>
              </a:ext>
            </a:extLst>
          </p:cNvPr>
          <p:cNvSpPr>
            <a:spLocks noChangeArrowheads="1"/>
          </p:cNvSpPr>
          <p:nvPr/>
        </p:nvSpPr>
        <p:spPr bwMode="auto">
          <a:xfrm>
            <a:off x="5720495" y="2490788"/>
            <a:ext cx="833562"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700" b="1" i="0" u="none" strike="noStrike" cap="none" normalizeH="0" baseline="0">
                <a:ln>
                  <a:noFill/>
                </a:ln>
                <a:solidFill>
                  <a:schemeClr val="accent3"/>
                </a:solidFill>
                <a:effectLst/>
                <a:latin typeface="Open Sans" panose="020B0606030504020204" pitchFamily="34" charset="0"/>
              </a:rPr>
              <a:t>03</a:t>
            </a:r>
            <a:endParaRPr kumimoji="0" lang="ru-UA" altLang="ru-UA" sz="1800" b="0" i="0" u="none" strike="noStrike" cap="none" normalizeH="0" baseline="0">
              <a:ln>
                <a:noFill/>
              </a:ln>
              <a:solidFill>
                <a:schemeClr val="accent3"/>
              </a:solidFill>
              <a:effectLst/>
            </a:endParaRPr>
          </a:p>
        </p:txBody>
      </p:sp>
      <p:sp>
        <p:nvSpPr>
          <p:cNvPr id="34" name="Rectangle 33">
            <a:extLst>
              <a:ext uri="{FF2B5EF4-FFF2-40B4-BE49-F238E27FC236}">
                <a16:creationId xmlns:a16="http://schemas.microsoft.com/office/drawing/2014/main" id="{AA3FE73E-3BCE-4D55-840C-370F27311698}"/>
              </a:ext>
            </a:extLst>
          </p:cNvPr>
          <p:cNvSpPr>
            <a:spLocks noChangeArrowheads="1"/>
          </p:cNvSpPr>
          <p:nvPr/>
        </p:nvSpPr>
        <p:spPr bwMode="auto">
          <a:xfrm>
            <a:off x="7444520" y="2490788"/>
            <a:ext cx="833562"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700" b="1" i="0" u="none" strike="noStrike" cap="none" normalizeH="0" baseline="0">
                <a:ln>
                  <a:noFill/>
                </a:ln>
                <a:solidFill>
                  <a:schemeClr val="accent4"/>
                </a:solidFill>
                <a:effectLst/>
                <a:latin typeface="Open Sans" panose="020B0606030504020204" pitchFamily="34" charset="0"/>
              </a:rPr>
              <a:t>04</a:t>
            </a:r>
            <a:endParaRPr kumimoji="0" lang="ru-UA" altLang="ru-UA" sz="1800" b="0" i="0" u="none" strike="noStrike" cap="none" normalizeH="0" baseline="0">
              <a:ln>
                <a:noFill/>
              </a:ln>
              <a:solidFill>
                <a:schemeClr val="accent4"/>
              </a:solidFill>
              <a:effectLst/>
            </a:endParaRPr>
          </a:p>
        </p:txBody>
      </p:sp>
      <p:sp>
        <p:nvSpPr>
          <p:cNvPr id="35" name="Rectangle 34">
            <a:extLst>
              <a:ext uri="{FF2B5EF4-FFF2-40B4-BE49-F238E27FC236}">
                <a16:creationId xmlns:a16="http://schemas.microsoft.com/office/drawing/2014/main" id="{02ACFA3C-E2CD-43D7-A011-B6AF94268CFE}"/>
              </a:ext>
            </a:extLst>
          </p:cNvPr>
          <p:cNvSpPr>
            <a:spLocks noChangeArrowheads="1"/>
          </p:cNvSpPr>
          <p:nvPr/>
        </p:nvSpPr>
        <p:spPr bwMode="auto">
          <a:xfrm>
            <a:off x="9190770" y="2490788"/>
            <a:ext cx="833562"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5700" b="1" i="0" u="none" strike="noStrike" cap="none" normalizeH="0" baseline="0">
                <a:ln>
                  <a:noFill/>
                </a:ln>
                <a:solidFill>
                  <a:schemeClr val="accent5"/>
                </a:solidFill>
                <a:effectLst/>
                <a:latin typeface="Open Sans" panose="020B0606030504020204" pitchFamily="34" charset="0"/>
              </a:rPr>
              <a:t>05</a:t>
            </a:r>
            <a:endParaRPr kumimoji="0" lang="ru-UA" altLang="ru-UA" sz="1800" b="0" i="0" u="none" strike="noStrike" cap="none" normalizeH="0" baseline="0">
              <a:ln>
                <a:noFill/>
              </a:ln>
              <a:solidFill>
                <a:schemeClr val="accent5"/>
              </a:solidFill>
              <a:effectLst/>
            </a:endParaRPr>
          </a:p>
        </p:txBody>
      </p:sp>
      <p:sp>
        <p:nvSpPr>
          <p:cNvPr id="58" name="Text_02">
            <a:extLst>
              <a:ext uri="{FF2B5EF4-FFF2-40B4-BE49-F238E27FC236}">
                <a16:creationId xmlns:a16="http://schemas.microsoft.com/office/drawing/2014/main" id="{03CDFA16-B3E6-41EC-A682-98BFFF1C73F1}"/>
              </a:ext>
            </a:extLst>
          </p:cNvPr>
          <p:cNvSpPr txBox="1"/>
          <p:nvPr/>
        </p:nvSpPr>
        <p:spPr>
          <a:xfrm>
            <a:off x="1996128" y="5017046"/>
            <a:ext cx="1319213" cy="923330"/>
          </a:xfrm>
          <a:prstGeom prst="rect">
            <a:avLst/>
          </a:prstGeom>
          <a:noFill/>
        </p:spPr>
        <p:txBody>
          <a:bodyPr wrap="square" rtlCol="0">
            <a:spAutoFit/>
          </a:bodyPr>
          <a:lstStyle/>
          <a:p>
            <a:r>
              <a:rPr lang="en-US" sz="900" dirty="0"/>
              <a:t>Lorem ipsum dolor sit amet, consectetur adipiscing elit, sed do eiusmod tempor incididunt ut labore et </a:t>
            </a:r>
            <a:r>
              <a:rPr lang="en-US" sz="900"/>
              <a:t>dolore magna</a:t>
            </a:r>
            <a:endParaRPr lang="ru-RU" sz="900" dirty="0"/>
          </a:p>
        </p:txBody>
      </p:sp>
      <p:sp>
        <p:nvSpPr>
          <p:cNvPr id="59" name="Text_02">
            <a:extLst>
              <a:ext uri="{FF2B5EF4-FFF2-40B4-BE49-F238E27FC236}">
                <a16:creationId xmlns:a16="http://schemas.microsoft.com/office/drawing/2014/main" id="{0326E453-F825-4486-A9B4-BE3CBCC76064}"/>
              </a:ext>
            </a:extLst>
          </p:cNvPr>
          <p:cNvSpPr txBox="1"/>
          <p:nvPr/>
        </p:nvSpPr>
        <p:spPr>
          <a:xfrm>
            <a:off x="3745987" y="5017046"/>
            <a:ext cx="1319213" cy="923330"/>
          </a:xfrm>
          <a:prstGeom prst="rect">
            <a:avLst/>
          </a:prstGeom>
          <a:noFill/>
        </p:spPr>
        <p:txBody>
          <a:bodyPr wrap="square" rtlCol="0">
            <a:spAutoFit/>
          </a:bodyPr>
          <a:lstStyle/>
          <a:p>
            <a:r>
              <a:rPr lang="en-US" sz="900" dirty="0"/>
              <a:t>Lorem ipsum dolor sit amet, consectetur adipiscing elit, sed do eiusmod tempor incididunt ut labore et </a:t>
            </a:r>
            <a:r>
              <a:rPr lang="en-US" sz="900"/>
              <a:t>dolore magna</a:t>
            </a:r>
            <a:endParaRPr lang="ru-RU" sz="900" dirty="0"/>
          </a:p>
        </p:txBody>
      </p:sp>
      <p:sp>
        <p:nvSpPr>
          <p:cNvPr id="60" name="Text_02">
            <a:extLst>
              <a:ext uri="{FF2B5EF4-FFF2-40B4-BE49-F238E27FC236}">
                <a16:creationId xmlns:a16="http://schemas.microsoft.com/office/drawing/2014/main" id="{95EB7AA5-B881-46AF-9E85-3DFD1A1943DA}"/>
              </a:ext>
            </a:extLst>
          </p:cNvPr>
          <p:cNvSpPr txBox="1"/>
          <p:nvPr/>
        </p:nvSpPr>
        <p:spPr>
          <a:xfrm>
            <a:off x="5489268" y="5017046"/>
            <a:ext cx="1319213" cy="923330"/>
          </a:xfrm>
          <a:prstGeom prst="rect">
            <a:avLst/>
          </a:prstGeom>
          <a:noFill/>
        </p:spPr>
        <p:txBody>
          <a:bodyPr wrap="square" rtlCol="0">
            <a:spAutoFit/>
          </a:bodyPr>
          <a:lstStyle/>
          <a:p>
            <a:r>
              <a:rPr lang="en-US" sz="900" dirty="0"/>
              <a:t>Lorem ipsum dolor sit amet, consectetur adipiscing elit, sed do eiusmod tempor incididunt ut labore et </a:t>
            </a:r>
            <a:r>
              <a:rPr lang="en-US" sz="900"/>
              <a:t>dolore magna</a:t>
            </a:r>
            <a:endParaRPr lang="ru-RU" sz="900" dirty="0"/>
          </a:p>
        </p:txBody>
      </p:sp>
      <p:sp>
        <p:nvSpPr>
          <p:cNvPr id="61" name="Text_02">
            <a:extLst>
              <a:ext uri="{FF2B5EF4-FFF2-40B4-BE49-F238E27FC236}">
                <a16:creationId xmlns:a16="http://schemas.microsoft.com/office/drawing/2014/main" id="{67D71725-465C-43FD-9322-A584C101D122}"/>
              </a:ext>
            </a:extLst>
          </p:cNvPr>
          <p:cNvSpPr txBox="1"/>
          <p:nvPr/>
        </p:nvSpPr>
        <p:spPr>
          <a:xfrm>
            <a:off x="7252284" y="5017046"/>
            <a:ext cx="1319213" cy="923330"/>
          </a:xfrm>
          <a:prstGeom prst="rect">
            <a:avLst/>
          </a:prstGeom>
          <a:noFill/>
        </p:spPr>
        <p:txBody>
          <a:bodyPr wrap="square" rtlCol="0">
            <a:spAutoFit/>
          </a:bodyPr>
          <a:lstStyle/>
          <a:p>
            <a:r>
              <a:rPr lang="en-US" sz="900" dirty="0"/>
              <a:t>Lorem ipsum dolor sit amet, consectetur adipiscing elit, sed do eiusmod tempor incididunt ut labore et </a:t>
            </a:r>
            <a:r>
              <a:rPr lang="en-US" sz="900"/>
              <a:t>dolore magna</a:t>
            </a:r>
            <a:endParaRPr lang="ru-RU" sz="900" dirty="0"/>
          </a:p>
        </p:txBody>
      </p:sp>
      <p:sp>
        <p:nvSpPr>
          <p:cNvPr id="62" name="Text_02">
            <a:extLst>
              <a:ext uri="{FF2B5EF4-FFF2-40B4-BE49-F238E27FC236}">
                <a16:creationId xmlns:a16="http://schemas.microsoft.com/office/drawing/2014/main" id="{3A7F5513-3EB0-4852-92F0-F65DCE49760A}"/>
              </a:ext>
            </a:extLst>
          </p:cNvPr>
          <p:cNvSpPr txBox="1"/>
          <p:nvPr/>
        </p:nvSpPr>
        <p:spPr>
          <a:xfrm>
            <a:off x="8969251" y="5017046"/>
            <a:ext cx="1319213" cy="923330"/>
          </a:xfrm>
          <a:prstGeom prst="rect">
            <a:avLst/>
          </a:prstGeom>
          <a:noFill/>
        </p:spPr>
        <p:txBody>
          <a:bodyPr wrap="square" rtlCol="0">
            <a:spAutoFit/>
          </a:bodyPr>
          <a:lstStyle/>
          <a:p>
            <a:r>
              <a:rPr lang="en-US" sz="900" dirty="0"/>
              <a:t>Lorem ipsum dolor sit amet, consectetur adipiscing elit, sed do eiusmod tempor incididunt ut labore et </a:t>
            </a:r>
            <a:r>
              <a:rPr lang="en-US" sz="900"/>
              <a:t>dolore magna</a:t>
            </a:r>
            <a:endParaRPr lang="ru-RU" sz="900" dirty="0"/>
          </a:p>
        </p:txBody>
      </p:sp>
    </p:spTree>
    <p:extLst>
      <p:ext uri="{BB962C8B-B14F-4D97-AF65-F5344CB8AC3E}">
        <p14:creationId xmlns:p14="http://schemas.microsoft.com/office/powerpoint/2010/main" val="420553096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500" fill="hold"/>
                                            <p:tgtEl>
                                              <p:spTgt spid="40"/>
                                            </p:tgtEl>
                                            <p:attrNameLst>
                                              <p:attrName>ppt_w</p:attrName>
                                            </p:attrNameLst>
                                          </p:cBhvr>
                                          <p:tavLst>
                                            <p:tav tm="0">
                                              <p:val>
                                                <p:fltVal val="0"/>
                                              </p:val>
                                            </p:tav>
                                            <p:tav tm="100000">
                                              <p:val>
                                                <p:strVal val="#ppt_w"/>
                                              </p:val>
                                            </p:tav>
                                          </p:tavLst>
                                        </p:anim>
                                        <p:anim calcmode="lin" valueType="num">
                                          <p:cBhvr>
                                            <p:cTn id="8" dur="500" fill="hold"/>
                                            <p:tgtEl>
                                              <p:spTgt spid="40"/>
                                            </p:tgtEl>
                                            <p:attrNameLst>
                                              <p:attrName>ppt_h</p:attrName>
                                            </p:attrNameLst>
                                          </p:cBhvr>
                                          <p:tavLst>
                                            <p:tav tm="0">
                                              <p:val>
                                                <p:fltVal val="0"/>
                                              </p:val>
                                            </p:tav>
                                            <p:tav tm="100000">
                                              <p:val>
                                                <p:strVal val="#ppt_h"/>
                                              </p:val>
                                            </p:tav>
                                          </p:tavLst>
                                        </p:anim>
                                        <p:animEffect transition="in" filter="fade">
                                          <p:cBhvr>
                                            <p:cTn id="9" dur="500"/>
                                            <p:tgtEl>
                                              <p:spTgt spid="40"/>
                                            </p:tgtEl>
                                          </p:cBhvr>
                                        </p:animEffect>
                                      </p:childTnLst>
                                    </p:cTn>
                                  </p:par>
                                  <p:par>
                                    <p:cTn id="10" presetID="53" presetClass="entr" presetSubtype="16" fill="hold" nodeType="withEffect">
                                      <p:stCondLst>
                                        <p:cond delay="250"/>
                                      </p:stCondLst>
                                      <p:childTnLst>
                                        <p:set>
                                          <p:cBhvr>
                                            <p:cTn id="11" dur="1" fill="hold">
                                              <p:stCondLst>
                                                <p:cond delay="0"/>
                                              </p:stCondLst>
                                            </p:cTn>
                                            <p:tgtEl>
                                              <p:spTgt spid="53"/>
                                            </p:tgtEl>
                                            <p:attrNameLst>
                                              <p:attrName>style.visibility</p:attrName>
                                            </p:attrNameLst>
                                          </p:cBhvr>
                                          <p:to>
                                            <p:strVal val="visible"/>
                                          </p:to>
                                        </p:set>
                                        <p:anim calcmode="lin" valueType="num">
                                          <p:cBhvr>
                                            <p:cTn id="12" dur="750" fill="hold"/>
                                            <p:tgtEl>
                                              <p:spTgt spid="53"/>
                                            </p:tgtEl>
                                            <p:attrNameLst>
                                              <p:attrName>ppt_w</p:attrName>
                                            </p:attrNameLst>
                                          </p:cBhvr>
                                          <p:tavLst>
                                            <p:tav tm="0">
                                              <p:val>
                                                <p:fltVal val="0"/>
                                              </p:val>
                                            </p:tav>
                                            <p:tav tm="100000">
                                              <p:val>
                                                <p:strVal val="#ppt_w"/>
                                              </p:val>
                                            </p:tav>
                                          </p:tavLst>
                                        </p:anim>
                                        <p:anim calcmode="lin" valueType="num">
                                          <p:cBhvr>
                                            <p:cTn id="13" dur="750" fill="hold"/>
                                            <p:tgtEl>
                                              <p:spTgt spid="53"/>
                                            </p:tgtEl>
                                            <p:attrNameLst>
                                              <p:attrName>ppt_h</p:attrName>
                                            </p:attrNameLst>
                                          </p:cBhvr>
                                          <p:tavLst>
                                            <p:tav tm="0">
                                              <p:val>
                                                <p:fltVal val="0"/>
                                              </p:val>
                                            </p:tav>
                                            <p:tav tm="100000">
                                              <p:val>
                                                <p:strVal val="#ppt_h"/>
                                              </p:val>
                                            </p:tav>
                                          </p:tavLst>
                                        </p:anim>
                                        <p:animEffect transition="in" filter="fade">
                                          <p:cBhvr>
                                            <p:cTn id="14" dur="750"/>
                                            <p:tgtEl>
                                              <p:spTgt spid="53"/>
                                            </p:tgtEl>
                                          </p:cBhvr>
                                        </p:animEffect>
                                      </p:childTnLst>
                                    </p:cTn>
                                  </p:par>
                                  <p:par>
                                    <p:cTn id="15" presetID="2" presetClass="entr" presetSubtype="8" fill="hold" nodeType="withEffect" p14:presetBounceEnd="67000">
                                      <p:stCondLst>
                                        <p:cond delay="500"/>
                                      </p:stCondLst>
                                      <p:childTnLst>
                                        <p:set>
                                          <p:cBhvr>
                                            <p:cTn id="16" dur="1" fill="hold">
                                              <p:stCondLst>
                                                <p:cond delay="0"/>
                                              </p:stCondLst>
                                            </p:cTn>
                                            <p:tgtEl>
                                              <p:spTgt spid="39"/>
                                            </p:tgtEl>
                                            <p:attrNameLst>
                                              <p:attrName>style.visibility</p:attrName>
                                            </p:attrNameLst>
                                          </p:cBhvr>
                                          <p:to>
                                            <p:strVal val="visible"/>
                                          </p:to>
                                        </p:set>
                                        <p:anim calcmode="lin" valueType="num" p14:bounceEnd="67000">
                                          <p:cBhvr additive="base">
                                            <p:cTn id="17" dur="1000" fill="hold"/>
                                            <p:tgtEl>
                                              <p:spTgt spid="39"/>
                                            </p:tgtEl>
                                            <p:attrNameLst>
                                              <p:attrName>ppt_x</p:attrName>
                                            </p:attrNameLst>
                                          </p:cBhvr>
                                          <p:tavLst>
                                            <p:tav tm="0">
                                              <p:val>
                                                <p:strVal val="0-#ppt_w/2"/>
                                              </p:val>
                                            </p:tav>
                                            <p:tav tm="100000">
                                              <p:val>
                                                <p:strVal val="#ppt_x"/>
                                              </p:val>
                                            </p:tav>
                                          </p:tavLst>
                                        </p:anim>
                                        <p:anim calcmode="lin" valueType="num" p14:bounceEnd="67000">
                                          <p:cBhvr additive="base">
                                            <p:cTn id="18" dur="1000" fill="hold"/>
                                            <p:tgtEl>
                                              <p:spTgt spid="39"/>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14:presetBounceEnd="67000">
                                      <p:stCondLst>
                                        <p:cond delay="750"/>
                                      </p:stCondLst>
                                      <p:childTnLst>
                                        <p:set>
                                          <p:cBhvr>
                                            <p:cTn id="20" dur="1" fill="hold">
                                              <p:stCondLst>
                                                <p:cond delay="0"/>
                                              </p:stCondLst>
                                            </p:cTn>
                                            <p:tgtEl>
                                              <p:spTgt spid="38"/>
                                            </p:tgtEl>
                                            <p:attrNameLst>
                                              <p:attrName>style.visibility</p:attrName>
                                            </p:attrNameLst>
                                          </p:cBhvr>
                                          <p:to>
                                            <p:strVal val="visible"/>
                                          </p:to>
                                        </p:set>
                                        <p:anim calcmode="lin" valueType="num" p14:bounceEnd="67000">
                                          <p:cBhvr additive="base">
                                            <p:cTn id="21" dur="1000" fill="hold"/>
                                            <p:tgtEl>
                                              <p:spTgt spid="38"/>
                                            </p:tgtEl>
                                            <p:attrNameLst>
                                              <p:attrName>ppt_x</p:attrName>
                                            </p:attrNameLst>
                                          </p:cBhvr>
                                          <p:tavLst>
                                            <p:tav tm="0">
                                              <p:val>
                                                <p:strVal val="0-#ppt_w/2"/>
                                              </p:val>
                                            </p:tav>
                                            <p:tav tm="100000">
                                              <p:val>
                                                <p:strVal val="#ppt_x"/>
                                              </p:val>
                                            </p:tav>
                                          </p:tavLst>
                                        </p:anim>
                                        <p:anim calcmode="lin" valueType="num" p14:bounceEnd="67000">
                                          <p:cBhvr additive="base">
                                            <p:cTn id="22" dur="1000" fill="hold"/>
                                            <p:tgtEl>
                                              <p:spTgt spid="38"/>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14:presetBounceEnd="67000">
                                      <p:stCondLst>
                                        <p:cond delay="1000"/>
                                      </p:stCondLst>
                                      <p:childTnLst>
                                        <p:set>
                                          <p:cBhvr>
                                            <p:cTn id="24" dur="1" fill="hold">
                                              <p:stCondLst>
                                                <p:cond delay="0"/>
                                              </p:stCondLst>
                                            </p:cTn>
                                            <p:tgtEl>
                                              <p:spTgt spid="37"/>
                                            </p:tgtEl>
                                            <p:attrNameLst>
                                              <p:attrName>style.visibility</p:attrName>
                                            </p:attrNameLst>
                                          </p:cBhvr>
                                          <p:to>
                                            <p:strVal val="visible"/>
                                          </p:to>
                                        </p:set>
                                        <p:anim calcmode="lin" valueType="num" p14:bounceEnd="67000">
                                          <p:cBhvr additive="base">
                                            <p:cTn id="25" dur="1000" fill="hold"/>
                                            <p:tgtEl>
                                              <p:spTgt spid="37"/>
                                            </p:tgtEl>
                                            <p:attrNameLst>
                                              <p:attrName>ppt_x</p:attrName>
                                            </p:attrNameLst>
                                          </p:cBhvr>
                                          <p:tavLst>
                                            <p:tav tm="0">
                                              <p:val>
                                                <p:strVal val="0-#ppt_w/2"/>
                                              </p:val>
                                            </p:tav>
                                            <p:tav tm="100000">
                                              <p:val>
                                                <p:strVal val="#ppt_x"/>
                                              </p:val>
                                            </p:tav>
                                          </p:tavLst>
                                        </p:anim>
                                        <p:anim calcmode="lin" valueType="num" p14:bounceEnd="67000">
                                          <p:cBhvr additive="base">
                                            <p:cTn id="26" dur="1000" fill="hold"/>
                                            <p:tgtEl>
                                              <p:spTgt spid="37"/>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14:presetBounceEnd="67000">
                                      <p:stCondLst>
                                        <p:cond delay="1250"/>
                                      </p:stCondLst>
                                      <p:childTnLst>
                                        <p:set>
                                          <p:cBhvr>
                                            <p:cTn id="28" dur="1" fill="hold">
                                              <p:stCondLst>
                                                <p:cond delay="0"/>
                                              </p:stCondLst>
                                            </p:cTn>
                                            <p:tgtEl>
                                              <p:spTgt spid="36"/>
                                            </p:tgtEl>
                                            <p:attrNameLst>
                                              <p:attrName>style.visibility</p:attrName>
                                            </p:attrNameLst>
                                          </p:cBhvr>
                                          <p:to>
                                            <p:strVal val="visible"/>
                                          </p:to>
                                        </p:set>
                                        <p:anim calcmode="lin" valueType="num" p14:bounceEnd="67000">
                                          <p:cBhvr additive="base">
                                            <p:cTn id="29" dur="1000" fill="hold"/>
                                            <p:tgtEl>
                                              <p:spTgt spid="36"/>
                                            </p:tgtEl>
                                            <p:attrNameLst>
                                              <p:attrName>ppt_x</p:attrName>
                                            </p:attrNameLst>
                                          </p:cBhvr>
                                          <p:tavLst>
                                            <p:tav tm="0">
                                              <p:val>
                                                <p:strVal val="0-#ppt_w/2"/>
                                              </p:val>
                                            </p:tav>
                                            <p:tav tm="100000">
                                              <p:val>
                                                <p:strVal val="#ppt_x"/>
                                              </p:val>
                                            </p:tav>
                                          </p:tavLst>
                                        </p:anim>
                                        <p:anim calcmode="lin" valueType="num" p14:bounceEnd="67000">
                                          <p:cBhvr additive="base">
                                            <p:cTn id="30" dur="1000" fill="hold"/>
                                            <p:tgtEl>
                                              <p:spTgt spid="36"/>
                                            </p:tgtEl>
                                            <p:attrNameLst>
                                              <p:attrName>ppt_y</p:attrName>
                                            </p:attrNameLst>
                                          </p:cBhvr>
                                          <p:tavLst>
                                            <p:tav tm="0">
                                              <p:val>
                                                <p:strVal val="#ppt_y"/>
                                              </p:val>
                                            </p:tav>
                                            <p:tav tm="100000">
                                              <p:val>
                                                <p:strVal val="#ppt_y"/>
                                              </p:val>
                                            </p:tav>
                                          </p:tavLst>
                                        </p:anim>
                                      </p:childTnLst>
                                    </p:cTn>
                                  </p:par>
                                  <p:par>
                                    <p:cTn id="31" presetID="53" presetClass="entr" presetSubtype="16" fill="hold" nodeType="withEffect">
                                      <p:stCondLst>
                                        <p:cond delay="750"/>
                                      </p:stCondLst>
                                      <p:childTnLst>
                                        <p:set>
                                          <p:cBhvr>
                                            <p:cTn id="32" dur="1" fill="hold">
                                              <p:stCondLst>
                                                <p:cond delay="0"/>
                                              </p:stCondLst>
                                            </p:cTn>
                                            <p:tgtEl>
                                              <p:spTgt spid="50"/>
                                            </p:tgtEl>
                                            <p:attrNameLst>
                                              <p:attrName>style.visibility</p:attrName>
                                            </p:attrNameLst>
                                          </p:cBhvr>
                                          <p:to>
                                            <p:strVal val="visible"/>
                                          </p:to>
                                        </p:set>
                                        <p:anim calcmode="lin" valueType="num">
                                          <p:cBhvr>
                                            <p:cTn id="33" dur="750" fill="hold"/>
                                            <p:tgtEl>
                                              <p:spTgt spid="50"/>
                                            </p:tgtEl>
                                            <p:attrNameLst>
                                              <p:attrName>ppt_w</p:attrName>
                                            </p:attrNameLst>
                                          </p:cBhvr>
                                          <p:tavLst>
                                            <p:tav tm="0">
                                              <p:val>
                                                <p:fltVal val="0"/>
                                              </p:val>
                                            </p:tav>
                                            <p:tav tm="100000">
                                              <p:val>
                                                <p:strVal val="#ppt_w"/>
                                              </p:val>
                                            </p:tav>
                                          </p:tavLst>
                                        </p:anim>
                                        <p:anim calcmode="lin" valueType="num">
                                          <p:cBhvr>
                                            <p:cTn id="34" dur="750" fill="hold"/>
                                            <p:tgtEl>
                                              <p:spTgt spid="50"/>
                                            </p:tgtEl>
                                            <p:attrNameLst>
                                              <p:attrName>ppt_h</p:attrName>
                                            </p:attrNameLst>
                                          </p:cBhvr>
                                          <p:tavLst>
                                            <p:tav tm="0">
                                              <p:val>
                                                <p:fltVal val="0"/>
                                              </p:val>
                                            </p:tav>
                                            <p:tav tm="100000">
                                              <p:val>
                                                <p:strVal val="#ppt_h"/>
                                              </p:val>
                                            </p:tav>
                                          </p:tavLst>
                                        </p:anim>
                                        <p:animEffect transition="in" filter="fade">
                                          <p:cBhvr>
                                            <p:cTn id="35" dur="750"/>
                                            <p:tgtEl>
                                              <p:spTgt spid="50"/>
                                            </p:tgtEl>
                                          </p:cBhvr>
                                        </p:animEffect>
                                      </p:childTnLst>
                                    </p:cTn>
                                  </p:par>
                                  <p:par>
                                    <p:cTn id="36" presetID="53" presetClass="entr" presetSubtype="16" fill="hold" nodeType="withEffect">
                                      <p:stCondLst>
                                        <p:cond delay="1000"/>
                                      </p:stCondLst>
                                      <p:childTnLst>
                                        <p:set>
                                          <p:cBhvr>
                                            <p:cTn id="37" dur="1" fill="hold">
                                              <p:stCondLst>
                                                <p:cond delay="0"/>
                                              </p:stCondLst>
                                            </p:cTn>
                                            <p:tgtEl>
                                              <p:spTgt spid="47"/>
                                            </p:tgtEl>
                                            <p:attrNameLst>
                                              <p:attrName>style.visibility</p:attrName>
                                            </p:attrNameLst>
                                          </p:cBhvr>
                                          <p:to>
                                            <p:strVal val="visible"/>
                                          </p:to>
                                        </p:set>
                                        <p:anim calcmode="lin" valueType="num">
                                          <p:cBhvr>
                                            <p:cTn id="38" dur="750" fill="hold"/>
                                            <p:tgtEl>
                                              <p:spTgt spid="47"/>
                                            </p:tgtEl>
                                            <p:attrNameLst>
                                              <p:attrName>ppt_w</p:attrName>
                                            </p:attrNameLst>
                                          </p:cBhvr>
                                          <p:tavLst>
                                            <p:tav tm="0">
                                              <p:val>
                                                <p:fltVal val="0"/>
                                              </p:val>
                                            </p:tav>
                                            <p:tav tm="100000">
                                              <p:val>
                                                <p:strVal val="#ppt_w"/>
                                              </p:val>
                                            </p:tav>
                                          </p:tavLst>
                                        </p:anim>
                                        <p:anim calcmode="lin" valueType="num">
                                          <p:cBhvr>
                                            <p:cTn id="39" dur="750" fill="hold"/>
                                            <p:tgtEl>
                                              <p:spTgt spid="47"/>
                                            </p:tgtEl>
                                            <p:attrNameLst>
                                              <p:attrName>ppt_h</p:attrName>
                                            </p:attrNameLst>
                                          </p:cBhvr>
                                          <p:tavLst>
                                            <p:tav tm="0">
                                              <p:val>
                                                <p:fltVal val="0"/>
                                              </p:val>
                                            </p:tav>
                                            <p:tav tm="100000">
                                              <p:val>
                                                <p:strVal val="#ppt_h"/>
                                              </p:val>
                                            </p:tav>
                                          </p:tavLst>
                                        </p:anim>
                                        <p:animEffect transition="in" filter="fade">
                                          <p:cBhvr>
                                            <p:cTn id="40" dur="750"/>
                                            <p:tgtEl>
                                              <p:spTgt spid="47"/>
                                            </p:tgtEl>
                                          </p:cBhvr>
                                        </p:animEffect>
                                      </p:childTnLst>
                                    </p:cTn>
                                  </p:par>
                                  <p:par>
                                    <p:cTn id="41" presetID="53" presetClass="entr" presetSubtype="16" fill="hold" nodeType="withEffect">
                                      <p:stCondLst>
                                        <p:cond delay="1250"/>
                                      </p:stCondLst>
                                      <p:childTnLst>
                                        <p:set>
                                          <p:cBhvr>
                                            <p:cTn id="42" dur="1" fill="hold">
                                              <p:stCondLst>
                                                <p:cond delay="0"/>
                                              </p:stCondLst>
                                            </p:cTn>
                                            <p:tgtEl>
                                              <p:spTgt spid="44"/>
                                            </p:tgtEl>
                                            <p:attrNameLst>
                                              <p:attrName>style.visibility</p:attrName>
                                            </p:attrNameLst>
                                          </p:cBhvr>
                                          <p:to>
                                            <p:strVal val="visible"/>
                                          </p:to>
                                        </p:set>
                                        <p:anim calcmode="lin" valueType="num">
                                          <p:cBhvr>
                                            <p:cTn id="43" dur="750" fill="hold"/>
                                            <p:tgtEl>
                                              <p:spTgt spid="44"/>
                                            </p:tgtEl>
                                            <p:attrNameLst>
                                              <p:attrName>ppt_w</p:attrName>
                                            </p:attrNameLst>
                                          </p:cBhvr>
                                          <p:tavLst>
                                            <p:tav tm="0">
                                              <p:val>
                                                <p:fltVal val="0"/>
                                              </p:val>
                                            </p:tav>
                                            <p:tav tm="100000">
                                              <p:val>
                                                <p:strVal val="#ppt_w"/>
                                              </p:val>
                                            </p:tav>
                                          </p:tavLst>
                                        </p:anim>
                                        <p:anim calcmode="lin" valueType="num">
                                          <p:cBhvr>
                                            <p:cTn id="44" dur="750" fill="hold"/>
                                            <p:tgtEl>
                                              <p:spTgt spid="44"/>
                                            </p:tgtEl>
                                            <p:attrNameLst>
                                              <p:attrName>ppt_h</p:attrName>
                                            </p:attrNameLst>
                                          </p:cBhvr>
                                          <p:tavLst>
                                            <p:tav tm="0">
                                              <p:val>
                                                <p:fltVal val="0"/>
                                              </p:val>
                                            </p:tav>
                                            <p:tav tm="100000">
                                              <p:val>
                                                <p:strVal val="#ppt_h"/>
                                              </p:val>
                                            </p:tav>
                                          </p:tavLst>
                                        </p:anim>
                                        <p:animEffect transition="in" filter="fade">
                                          <p:cBhvr>
                                            <p:cTn id="45" dur="750"/>
                                            <p:tgtEl>
                                              <p:spTgt spid="44"/>
                                            </p:tgtEl>
                                          </p:cBhvr>
                                        </p:animEffect>
                                      </p:childTnLst>
                                    </p:cTn>
                                  </p:par>
                                  <p:par>
                                    <p:cTn id="46" presetID="53" presetClass="entr" presetSubtype="16" fill="hold" nodeType="withEffect">
                                      <p:stCondLst>
                                        <p:cond delay="1500"/>
                                      </p:stCondLst>
                                      <p:childTnLst>
                                        <p:set>
                                          <p:cBhvr>
                                            <p:cTn id="47" dur="1" fill="hold">
                                              <p:stCondLst>
                                                <p:cond delay="0"/>
                                              </p:stCondLst>
                                            </p:cTn>
                                            <p:tgtEl>
                                              <p:spTgt spid="41"/>
                                            </p:tgtEl>
                                            <p:attrNameLst>
                                              <p:attrName>style.visibility</p:attrName>
                                            </p:attrNameLst>
                                          </p:cBhvr>
                                          <p:to>
                                            <p:strVal val="visible"/>
                                          </p:to>
                                        </p:set>
                                        <p:anim calcmode="lin" valueType="num">
                                          <p:cBhvr>
                                            <p:cTn id="48" dur="750" fill="hold"/>
                                            <p:tgtEl>
                                              <p:spTgt spid="41"/>
                                            </p:tgtEl>
                                            <p:attrNameLst>
                                              <p:attrName>ppt_w</p:attrName>
                                            </p:attrNameLst>
                                          </p:cBhvr>
                                          <p:tavLst>
                                            <p:tav tm="0">
                                              <p:val>
                                                <p:fltVal val="0"/>
                                              </p:val>
                                            </p:tav>
                                            <p:tav tm="100000">
                                              <p:val>
                                                <p:strVal val="#ppt_w"/>
                                              </p:val>
                                            </p:tav>
                                          </p:tavLst>
                                        </p:anim>
                                        <p:anim calcmode="lin" valueType="num">
                                          <p:cBhvr>
                                            <p:cTn id="49" dur="750" fill="hold"/>
                                            <p:tgtEl>
                                              <p:spTgt spid="41"/>
                                            </p:tgtEl>
                                            <p:attrNameLst>
                                              <p:attrName>ppt_h</p:attrName>
                                            </p:attrNameLst>
                                          </p:cBhvr>
                                          <p:tavLst>
                                            <p:tav tm="0">
                                              <p:val>
                                                <p:fltVal val="0"/>
                                              </p:val>
                                            </p:tav>
                                            <p:tav tm="100000">
                                              <p:val>
                                                <p:strVal val="#ppt_h"/>
                                              </p:val>
                                            </p:tav>
                                          </p:tavLst>
                                        </p:anim>
                                        <p:animEffect transition="in" filter="fade">
                                          <p:cBhvr>
                                            <p:cTn id="50" dur="750"/>
                                            <p:tgtEl>
                                              <p:spTgt spid="41"/>
                                            </p:tgtEl>
                                          </p:cBhvr>
                                        </p:animEffect>
                                      </p:childTnLst>
                                    </p:cTn>
                                  </p:par>
                                  <p:par>
                                    <p:cTn id="51" presetID="53" presetClass="entr" presetSubtype="16" fill="hold" grpId="0" nodeType="withEffect">
                                      <p:stCondLst>
                                        <p:cond delay="1000"/>
                                      </p:stCondLst>
                                      <p:childTnLst>
                                        <p:set>
                                          <p:cBhvr>
                                            <p:cTn id="52" dur="1" fill="hold">
                                              <p:stCondLst>
                                                <p:cond delay="0"/>
                                              </p:stCondLst>
                                            </p:cTn>
                                            <p:tgtEl>
                                              <p:spTgt spid="35"/>
                                            </p:tgtEl>
                                            <p:attrNameLst>
                                              <p:attrName>style.visibility</p:attrName>
                                            </p:attrNameLst>
                                          </p:cBhvr>
                                          <p:to>
                                            <p:strVal val="visible"/>
                                          </p:to>
                                        </p:set>
                                        <p:anim calcmode="lin" valueType="num">
                                          <p:cBhvr>
                                            <p:cTn id="53" dur="750" fill="hold"/>
                                            <p:tgtEl>
                                              <p:spTgt spid="35"/>
                                            </p:tgtEl>
                                            <p:attrNameLst>
                                              <p:attrName>ppt_w</p:attrName>
                                            </p:attrNameLst>
                                          </p:cBhvr>
                                          <p:tavLst>
                                            <p:tav tm="0">
                                              <p:val>
                                                <p:fltVal val="0"/>
                                              </p:val>
                                            </p:tav>
                                            <p:tav tm="100000">
                                              <p:val>
                                                <p:strVal val="#ppt_w"/>
                                              </p:val>
                                            </p:tav>
                                          </p:tavLst>
                                        </p:anim>
                                        <p:anim calcmode="lin" valueType="num">
                                          <p:cBhvr>
                                            <p:cTn id="54" dur="750" fill="hold"/>
                                            <p:tgtEl>
                                              <p:spTgt spid="35"/>
                                            </p:tgtEl>
                                            <p:attrNameLst>
                                              <p:attrName>ppt_h</p:attrName>
                                            </p:attrNameLst>
                                          </p:cBhvr>
                                          <p:tavLst>
                                            <p:tav tm="0">
                                              <p:val>
                                                <p:fltVal val="0"/>
                                              </p:val>
                                            </p:tav>
                                            <p:tav tm="100000">
                                              <p:val>
                                                <p:strVal val="#ppt_h"/>
                                              </p:val>
                                            </p:tav>
                                          </p:tavLst>
                                        </p:anim>
                                        <p:animEffect transition="in" filter="fade">
                                          <p:cBhvr>
                                            <p:cTn id="55" dur="750"/>
                                            <p:tgtEl>
                                              <p:spTgt spid="35"/>
                                            </p:tgtEl>
                                          </p:cBhvr>
                                        </p:animEffect>
                                      </p:childTnLst>
                                    </p:cTn>
                                  </p:par>
                                  <p:par>
                                    <p:cTn id="56" presetID="53" presetClass="entr" presetSubtype="16" fill="hold" grpId="0" nodeType="withEffect">
                                      <p:stCondLst>
                                        <p:cond delay="1250"/>
                                      </p:stCondLst>
                                      <p:childTnLst>
                                        <p:set>
                                          <p:cBhvr>
                                            <p:cTn id="57" dur="1" fill="hold">
                                              <p:stCondLst>
                                                <p:cond delay="0"/>
                                              </p:stCondLst>
                                            </p:cTn>
                                            <p:tgtEl>
                                              <p:spTgt spid="34"/>
                                            </p:tgtEl>
                                            <p:attrNameLst>
                                              <p:attrName>style.visibility</p:attrName>
                                            </p:attrNameLst>
                                          </p:cBhvr>
                                          <p:to>
                                            <p:strVal val="visible"/>
                                          </p:to>
                                        </p:set>
                                        <p:anim calcmode="lin" valueType="num">
                                          <p:cBhvr>
                                            <p:cTn id="58" dur="750" fill="hold"/>
                                            <p:tgtEl>
                                              <p:spTgt spid="34"/>
                                            </p:tgtEl>
                                            <p:attrNameLst>
                                              <p:attrName>ppt_w</p:attrName>
                                            </p:attrNameLst>
                                          </p:cBhvr>
                                          <p:tavLst>
                                            <p:tav tm="0">
                                              <p:val>
                                                <p:fltVal val="0"/>
                                              </p:val>
                                            </p:tav>
                                            <p:tav tm="100000">
                                              <p:val>
                                                <p:strVal val="#ppt_w"/>
                                              </p:val>
                                            </p:tav>
                                          </p:tavLst>
                                        </p:anim>
                                        <p:anim calcmode="lin" valueType="num">
                                          <p:cBhvr>
                                            <p:cTn id="59" dur="750" fill="hold"/>
                                            <p:tgtEl>
                                              <p:spTgt spid="34"/>
                                            </p:tgtEl>
                                            <p:attrNameLst>
                                              <p:attrName>ppt_h</p:attrName>
                                            </p:attrNameLst>
                                          </p:cBhvr>
                                          <p:tavLst>
                                            <p:tav tm="0">
                                              <p:val>
                                                <p:fltVal val="0"/>
                                              </p:val>
                                            </p:tav>
                                            <p:tav tm="100000">
                                              <p:val>
                                                <p:strVal val="#ppt_h"/>
                                              </p:val>
                                            </p:tav>
                                          </p:tavLst>
                                        </p:anim>
                                        <p:animEffect transition="in" filter="fade">
                                          <p:cBhvr>
                                            <p:cTn id="60" dur="750"/>
                                            <p:tgtEl>
                                              <p:spTgt spid="34"/>
                                            </p:tgtEl>
                                          </p:cBhvr>
                                        </p:animEffect>
                                      </p:childTnLst>
                                    </p:cTn>
                                  </p:par>
                                  <p:par>
                                    <p:cTn id="61" presetID="53" presetClass="entr" presetSubtype="16" fill="hold" grpId="0" nodeType="withEffect">
                                      <p:stCondLst>
                                        <p:cond delay="1500"/>
                                      </p:stCondLst>
                                      <p:childTnLst>
                                        <p:set>
                                          <p:cBhvr>
                                            <p:cTn id="62" dur="1" fill="hold">
                                              <p:stCondLst>
                                                <p:cond delay="0"/>
                                              </p:stCondLst>
                                            </p:cTn>
                                            <p:tgtEl>
                                              <p:spTgt spid="33"/>
                                            </p:tgtEl>
                                            <p:attrNameLst>
                                              <p:attrName>style.visibility</p:attrName>
                                            </p:attrNameLst>
                                          </p:cBhvr>
                                          <p:to>
                                            <p:strVal val="visible"/>
                                          </p:to>
                                        </p:set>
                                        <p:anim calcmode="lin" valueType="num">
                                          <p:cBhvr>
                                            <p:cTn id="63" dur="750" fill="hold"/>
                                            <p:tgtEl>
                                              <p:spTgt spid="33"/>
                                            </p:tgtEl>
                                            <p:attrNameLst>
                                              <p:attrName>ppt_w</p:attrName>
                                            </p:attrNameLst>
                                          </p:cBhvr>
                                          <p:tavLst>
                                            <p:tav tm="0">
                                              <p:val>
                                                <p:fltVal val="0"/>
                                              </p:val>
                                            </p:tav>
                                            <p:tav tm="100000">
                                              <p:val>
                                                <p:strVal val="#ppt_w"/>
                                              </p:val>
                                            </p:tav>
                                          </p:tavLst>
                                        </p:anim>
                                        <p:anim calcmode="lin" valueType="num">
                                          <p:cBhvr>
                                            <p:cTn id="64" dur="750" fill="hold"/>
                                            <p:tgtEl>
                                              <p:spTgt spid="33"/>
                                            </p:tgtEl>
                                            <p:attrNameLst>
                                              <p:attrName>ppt_h</p:attrName>
                                            </p:attrNameLst>
                                          </p:cBhvr>
                                          <p:tavLst>
                                            <p:tav tm="0">
                                              <p:val>
                                                <p:fltVal val="0"/>
                                              </p:val>
                                            </p:tav>
                                            <p:tav tm="100000">
                                              <p:val>
                                                <p:strVal val="#ppt_h"/>
                                              </p:val>
                                            </p:tav>
                                          </p:tavLst>
                                        </p:anim>
                                        <p:animEffect transition="in" filter="fade">
                                          <p:cBhvr>
                                            <p:cTn id="65" dur="750"/>
                                            <p:tgtEl>
                                              <p:spTgt spid="33"/>
                                            </p:tgtEl>
                                          </p:cBhvr>
                                        </p:animEffect>
                                      </p:childTnLst>
                                    </p:cTn>
                                  </p:par>
                                  <p:par>
                                    <p:cTn id="66" presetID="53" presetClass="entr" presetSubtype="16" fill="hold" grpId="0" nodeType="withEffect">
                                      <p:stCondLst>
                                        <p:cond delay="1750"/>
                                      </p:stCondLst>
                                      <p:childTnLst>
                                        <p:set>
                                          <p:cBhvr>
                                            <p:cTn id="67" dur="1" fill="hold">
                                              <p:stCondLst>
                                                <p:cond delay="0"/>
                                              </p:stCondLst>
                                            </p:cTn>
                                            <p:tgtEl>
                                              <p:spTgt spid="32"/>
                                            </p:tgtEl>
                                            <p:attrNameLst>
                                              <p:attrName>style.visibility</p:attrName>
                                            </p:attrNameLst>
                                          </p:cBhvr>
                                          <p:to>
                                            <p:strVal val="visible"/>
                                          </p:to>
                                        </p:set>
                                        <p:anim calcmode="lin" valueType="num">
                                          <p:cBhvr>
                                            <p:cTn id="68" dur="750" fill="hold"/>
                                            <p:tgtEl>
                                              <p:spTgt spid="32"/>
                                            </p:tgtEl>
                                            <p:attrNameLst>
                                              <p:attrName>ppt_w</p:attrName>
                                            </p:attrNameLst>
                                          </p:cBhvr>
                                          <p:tavLst>
                                            <p:tav tm="0">
                                              <p:val>
                                                <p:fltVal val="0"/>
                                              </p:val>
                                            </p:tav>
                                            <p:tav tm="100000">
                                              <p:val>
                                                <p:strVal val="#ppt_w"/>
                                              </p:val>
                                            </p:tav>
                                          </p:tavLst>
                                        </p:anim>
                                        <p:anim calcmode="lin" valueType="num">
                                          <p:cBhvr>
                                            <p:cTn id="69" dur="750" fill="hold"/>
                                            <p:tgtEl>
                                              <p:spTgt spid="32"/>
                                            </p:tgtEl>
                                            <p:attrNameLst>
                                              <p:attrName>ppt_h</p:attrName>
                                            </p:attrNameLst>
                                          </p:cBhvr>
                                          <p:tavLst>
                                            <p:tav tm="0">
                                              <p:val>
                                                <p:fltVal val="0"/>
                                              </p:val>
                                            </p:tav>
                                            <p:tav tm="100000">
                                              <p:val>
                                                <p:strVal val="#ppt_h"/>
                                              </p:val>
                                            </p:tav>
                                          </p:tavLst>
                                        </p:anim>
                                        <p:animEffect transition="in" filter="fade">
                                          <p:cBhvr>
                                            <p:cTn id="70" dur="750"/>
                                            <p:tgtEl>
                                              <p:spTgt spid="32"/>
                                            </p:tgtEl>
                                          </p:cBhvr>
                                        </p:animEffect>
                                      </p:childTnLst>
                                    </p:cTn>
                                  </p:par>
                                  <p:par>
                                    <p:cTn id="71" presetID="53" presetClass="entr" presetSubtype="16" fill="hold" grpId="0" nodeType="withEffect">
                                      <p:stCondLst>
                                        <p:cond delay="2000"/>
                                      </p:stCondLst>
                                      <p:childTnLst>
                                        <p:set>
                                          <p:cBhvr>
                                            <p:cTn id="72" dur="1" fill="hold">
                                              <p:stCondLst>
                                                <p:cond delay="0"/>
                                              </p:stCondLst>
                                            </p:cTn>
                                            <p:tgtEl>
                                              <p:spTgt spid="31"/>
                                            </p:tgtEl>
                                            <p:attrNameLst>
                                              <p:attrName>style.visibility</p:attrName>
                                            </p:attrNameLst>
                                          </p:cBhvr>
                                          <p:to>
                                            <p:strVal val="visible"/>
                                          </p:to>
                                        </p:set>
                                        <p:anim calcmode="lin" valueType="num">
                                          <p:cBhvr>
                                            <p:cTn id="73" dur="750" fill="hold"/>
                                            <p:tgtEl>
                                              <p:spTgt spid="31"/>
                                            </p:tgtEl>
                                            <p:attrNameLst>
                                              <p:attrName>ppt_w</p:attrName>
                                            </p:attrNameLst>
                                          </p:cBhvr>
                                          <p:tavLst>
                                            <p:tav tm="0">
                                              <p:val>
                                                <p:fltVal val="0"/>
                                              </p:val>
                                            </p:tav>
                                            <p:tav tm="100000">
                                              <p:val>
                                                <p:strVal val="#ppt_w"/>
                                              </p:val>
                                            </p:tav>
                                          </p:tavLst>
                                        </p:anim>
                                        <p:anim calcmode="lin" valueType="num">
                                          <p:cBhvr>
                                            <p:cTn id="74" dur="750" fill="hold"/>
                                            <p:tgtEl>
                                              <p:spTgt spid="31"/>
                                            </p:tgtEl>
                                            <p:attrNameLst>
                                              <p:attrName>ppt_h</p:attrName>
                                            </p:attrNameLst>
                                          </p:cBhvr>
                                          <p:tavLst>
                                            <p:tav tm="0">
                                              <p:val>
                                                <p:fltVal val="0"/>
                                              </p:val>
                                            </p:tav>
                                            <p:tav tm="100000">
                                              <p:val>
                                                <p:strVal val="#ppt_h"/>
                                              </p:val>
                                            </p:tav>
                                          </p:tavLst>
                                        </p:anim>
                                        <p:animEffect transition="in" filter="fade">
                                          <p:cBhvr>
                                            <p:cTn id="75" dur="750"/>
                                            <p:tgtEl>
                                              <p:spTgt spid="31"/>
                                            </p:tgtEl>
                                          </p:cBhvr>
                                        </p:animEffect>
                                      </p:childTnLst>
                                    </p:cTn>
                                  </p:par>
                                  <p:par>
                                    <p:cTn id="76" presetID="2" presetClass="entr" presetSubtype="4" fill="hold" grpId="0" nodeType="withEffect" p14:presetBounceEnd="67000">
                                      <p:stCondLst>
                                        <p:cond delay="750"/>
                                      </p:stCondLst>
                                      <p:childTnLst>
                                        <p:set>
                                          <p:cBhvr>
                                            <p:cTn id="77" dur="1" fill="hold">
                                              <p:stCondLst>
                                                <p:cond delay="0"/>
                                              </p:stCondLst>
                                            </p:cTn>
                                            <p:tgtEl>
                                              <p:spTgt spid="29"/>
                                            </p:tgtEl>
                                            <p:attrNameLst>
                                              <p:attrName>style.visibility</p:attrName>
                                            </p:attrNameLst>
                                          </p:cBhvr>
                                          <p:to>
                                            <p:strVal val="visible"/>
                                          </p:to>
                                        </p:set>
                                        <p:anim calcmode="lin" valueType="num" p14:bounceEnd="67000">
                                          <p:cBhvr additive="base">
                                            <p:cTn id="78" dur="1000" fill="hold"/>
                                            <p:tgtEl>
                                              <p:spTgt spid="29"/>
                                            </p:tgtEl>
                                            <p:attrNameLst>
                                              <p:attrName>ppt_x</p:attrName>
                                            </p:attrNameLst>
                                          </p:cBhvr>
                                          <p:tavLst>
                                            <p:tav tm="0">
                                              <p:val>
                                                <p:strVal val="#ppt_x"/>
                                              </p:val>
                                            </p:tav>
                                            <p:tav tm="100000">
                                              <p:val>
                                                <p:strVal val="#ppt_x"/>
                                              </p:val>
                                            </p:tav>
                                          </p:tavLst>
                                        </p:anim>
                                        <p:anim calcmode="lin" valueType="num" p14:bounceEnd="67000">
                                          <p:cBhvr additive="base">
                                            <p:cTn id="79" dur="1000" fill="hold"/>
                                            <p:tgtEl>
                                              <p:spTgt spid="29"/>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14:presetBounceEnd="67000">
                                      <p:stCondLst>
                                        <p:cond delay="750"/>
                                      </p:stCondLst>
                                      <p:childTnLst>
                                        <p:set>
                                          <p:cBhvr>
                                            <p:cTn id="81" dur="1" fill="hold">
                                              <p:stCondLst>
                                                <p:cond delay="0"/>
                                              </p:stCondLst>
                                            </p:cTn>
                                            <p:tgtEl>
                                              <p:spTgt spid="30"/>
                                            </p:tgtEl>
                                            <p:attrNameLst>
                                              <p:attrName>style.visibility</p:attrName>
                                            </p:attrNameLst>
                                          </p:cBhvr>
                                          <p:to>
                                            <p:strVal val="visible"/>
                                          </p:to>
                                        </p:set>
                                        <p:anim calcmode="lin" valueType="num" p14:bounceEnd="67000">
                                          <p:cBhvr additive="base">
                                            <p:cTn id="82" dur="1000" fill="hold"/>
                                            <p:tgtEl>
                                              <p:spTgt spid="30"/>
                                            </p:tgtEl>
                                            <p:attrNameLst>
                                              <p:attrName>ppt_x</p:attrName>
                                            </p:attrNameLst>
                                          </p:cBhvr>
                                          <p:tavLst>
                                            <p:tav tm="0">
                                              <p:val>
                                                <p:strVal val="#ppt_x"/>
                                              </p:val>
                                            </p:tav>
                                            <p:tav tm="100000">
                                              <p:val>
                                                <p:strVal val="#ppt_x"/>
                                              </p:val>
                                            </p:tav>
                                          </p:tavLst>
                                        </p:anim>
                                        <p:anim calcmode="lin" valueType="num" p14:bounceEnd="67000">
                                          <p:cBhvr additive="base">
                                            <p:cTn id="83" dur="1000" fill="hold"/>
                                            <p:tgtEl>
                                              <p:spTgt spid="30"/>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14:presetBounceEnd="67000">
                                      <p:stCondLst>
                                        <p:cond delay="750"/>
                                      </p:stCondLst>
                                      <p:childTnLst>
                                        <p:set>
                                          <p:cBhvr>
                                            <p:cTn id="85" dur="1" fill="hold">
                                              <p:stCondLst>
                                                <p:cond delay="0"/>
                                              </p:stCondLst>
                                            </p:cTn>
                                            <p:tgtEl>
                                              <p:spTgt spid="62"/>
                                            </p:tgtEl>
                                            <p:attrNameLst>
                                              <p:attrName>style.visibility</p:attrName>
                                            </p:attrNameLst>
                                          </p:cBhvr>
                                          <p:to>
                                            <p:strVal val="visible"/>
                                          </p:to>
                                        </p:set>
                                        <p:anim calcmode="lin" valueType="num" p14:bounceEnd="67000">
                                          <p:cBhvr additive="base">
                                            <p:cTn id="86" dur="1000" fill="hold"/>
                                            <p:tgtEl>
                                              <p:spTgt spid="62"/>
                                            </p:tgtEl>
                                            <p:attrNameLst>
                                              <p:attrName>ppt_x</p:attrName>
                                            </p:attrNameLst>
                                          </p:cBhvr>
                                          <p:tavLst>
                                            <p:tav tm="0">
                                              <p:val>
                                                <p:strVal val="#ppt_x"/>
                                              </p:val>
                                            </p:tav>
                                            <p:tav tm="100000">
                                              <p:val>
                                                <p:strVal val="#ppt_x"/>
                                              </p:val>
                                            </p:tav>
                                          </p:tavLst>
                                        </p:anim>
                                        <p:anim calcmode="lin" valueType="num" p14:bounceEnd="67000">
                                          <p:cBhvr additive="base">
                                            <p:cTn id="87" dur="1000" fill="hold"/>
                                            <p:tgtEl>
                                              <p:spTgt spid="6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14:presetBounceEnd="67000">
                                      <p:stCondLst>
                                        <p:cond delay="1000"/>
                                      </p:stCondLst>
                                      <p:childTnLst>
                                        <p:set>
                                          <p:cBhvr>
                                            <p:cTn id="89" dur="1" fill="hold">
                                              <p:stCondLst>
                                                <p:cond delay="0"/>
                                              </p:stCondLst>
                                            </p:cTn>
                                            <p:tgtEl>
                                              <p:spTgt spid="27"/>
                                            </p:tgtEl>
                                            <p:attrNameLst>
                                              <p:attrName>style.visibility</p:attrName>
                                            </p:attrNameLst>
                                          </p:cBhvr>
                                          <p:to>
                                            <p:strVal val="visible"/>
                                          </p:to>
                                        </p:set>
                                        <p:anim calcmode="lin" valueType="num" p14:bounceEnd="67000">
                                          <p:cBhvr additive="base">
                                            <p:cTn id="90" dur="1000" fill="hold"/>
                                            <p:tgtEl>
                                              <p:spTgt spid="27"/>
                                            </p:tgtEl>
                                            <p:attrNameLst>
                                              <p:attrName>ppt_x</p:attrName>
                                            </p:attrNameLst>
                                          </p:cBhvr>
                                          <p:tavLst>
                                            <p:tav tm="0">
                                              <p:val>
                                                <p:strVal val="#ppt_x"/>
                                              </p:val>
                                            </p:tav>
                                            <p:tav tm="100000">
                                              <p:val>
                                                <p:strVal val="#ppt_x"/>
                                              </p:val>
                                            </p:tav>
                                          </p:tavLst>
                                        </p:anim>
                                        <p:anim calcmode="lin" valueType="num" p14:bounceEnd="67000">
                                          <p:cBhvr additive="base">
                                            <p:cTn id="91" dur="1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14:presetBounceEnd="67000">
                                      <p:stCondLst>
                                        <p:cond delay="1000"/>
                                      </p:stCondLst>
                                      <p:childTnLst>
                                        <p:set>
                                          <p:cBhvr>
                                            <p:cTn id="93" dur="1" fill="hold">
                                              <p:stCondLst>
                                                <p:cond delay="0"/>
                                              </p:stCondLst>
                                            </p:cTn>
                                            <p:tgtEl>
                                              <p:spTgt spid="28"/>
                                            </p:tgtEl>
                                            <p:attrNameLst>
                                              <p:attrName>style.visibility</p:attrName>
                                            </p:attrNameLst>
                                          </p:cBhvr>
                                          <p:to>
                                            <p:strVal val="visible"/>
                                          </p:to>
                                        </p:set>
                                        <p:anim calcmode="lin" valueType="num" p14:bounceEnd="67000">
                                          <p:cBhvr additive="base">
                                            <p:cTn id="94" dur="1000" fill="hold"/>
                                            <p:tgtEl>
                                              <p:spTgt spid="28"/>
                                            </p:tgtEl>
                                            <p:attrNameLst>
                                              <p:attrName>ppt_x</p:attrName>
                                            </p:attrNameLst>
                                          </p:cBhvr>
                                          <p:tavLst>
                                            <p:tav tm="0">
                                              <p:val>
                                                <p:strVal val="#ppt_x"/>
                                              </p:val>
                                            </p:tav>
                                            <p:tav tm="100000">
                                              <p:val>
                                                <p:strVal val="#ppt_x"/>
                                              </p:val>
                                            </p:tav>
                                          </p:tavLst>
                                        </p:anim>
                                        <p:anim calcmode="lin" valueType="num" p14:bounceEnd="67000">
                                          <p:cBhvr additive="base">
                                            <p:cTn id="95" dur="1000" fill="hold"/>
                                            <p:tgtEl>
                                              <p:spTgt spid="28"/>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14:presetBounceEnd="67000">
                                      <p:stCondLst>
                                        <p:cond delay="1000"/>
                                      </p:stCondLst>
                                      <p:childTnLst>
                                        <p:set>
                                          <p:cBhvr>
                                            <p:cTn id="97" dur="1" fill="hold">
                                              <p:stCondLst>
                                                <p:cond delay="0"/>
                                              </p:stCondLst>
                                            </p:cTn>
                                            <p:tgtEl>
                                              <p:spTgt spid="61"/>
                                            </p:tgtEl>
                                            <p:attrNameLst>
                                              <p:attrName>style.visibility</p:attrName>
                                            </p:attrNameLst>
                                          </p:cBhvr>
                                          <p:to>
                                            <p:strVal val="visible"/>
                                          </p:to>
                                        </p:set>
                                        <p:anim calcmode="lin" valueType="num" p14:bounceEnd="67000">
                                          <p:cBhvr additive="base">
                                            <p:cTn id="98" dur="1000" fill="hold"/>
                                            <p:tgtEl>
                                              <p:spTgt spid="61"/>
                                            </p:tgtEl>
                                            <p:attrNameLst>
                                              <p:attrName>ppt_x</p:attrName>
                                            </p:attrNameLst>
                                          </p:cBhvr>
                                          <p:tavLst>
                                            <p:tav tm="0">
                                              <p:val>
                                                <p:strVal val="#ppt_x"/>
                                              </p:val>
                                            </p:tav>
                                            <p:tav tm="100000">
                                              <p:val>
                                                <p:strVal val="#ppt_x"/>
                                              </p:val>
                                            </p:tav>
                                          </p:tavLst>
                                        </p:anim>
                                        <p:anim calcmode="lin" valueType="num" p14:bounceEnd="67000">
                                          <p:cBhvr additive="base">
                                            <p:cTn id="99" dur="1000" fill="hold"/>
                                            <p:tgtEl>
                                              <p:spTgt spid="61"/>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14:presetBounceEnd="67000">
                                      <p:stCondLst>
                                        <p:cond delay="1250"/>
                                      </p:stCondLst>
                                      <p:childTnLst>
                                        <p:set>
                                          <p:cBhvr>
                                            <p:cTn id="101" dur="1" fill="hold">
                                              <p:stCondLst>
                                                <p:cond delay="0"/>
                                              </p:stCondLst>
                                            </p:cTn>
                                            <p:tgtEl>
                                              <p:spTgt spid="25"/>
                                            </p:tgtEl>
                                            <p:attrNameLst>
                                              <p:attrName>style.visibility</p:attrName>
                                            </p:attrNameLst>
                                          </p:cBhvr>
                                          <p:to>
                                            <p:strVal val="visible"/>
                                          </p:to>
                                        </p:set>
                                        <p:anim calcmode="lin" valueType="num" p14:bounceEnd="67000">
                                          <p:cBhvr additive="base">
                                            <p:cTn id="102" dur="1000" fill="hold"/>
                                            <p:tgtEl>
                                              <p:spTgt spid="25"/>
                                            </p:tgtEl>
                                            <p:attrNameLst>
                                              <p:attrName>ppt_x</p:attrName>
                                            </p:attrNameLst>
                                          </p:cBhvr>
                                          <p:tavLst>
                                            <p:tav tm="0">
                                              <p:val>
                                                <p:strVal val="#ppt_x"/>
                                              </p:val>
                                            </p:tav>
                                            <p:tav tm="100000">
                                              <p:val>
                                                <p:strVal val="#ppt_x"/>
                                              </p:val>
                                            </p:tav>
                                          </p:tavLst>
                                        </p:anim>
                                        <p:anim calcmode="lin" valueType="num" p14:bounceEnd="67000">
                                          <p:cBhvr additive="base">
                                            <p:cTn id="103" dur="1000" fill="hold"/>
                                            <p:tgtEl>
                                              <p:spTgt spid="25"/>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14:presetBounceEnd="67000">
                                      <p:stCondLst>
                                        <p:cond delay="1250"/>
                                      </p:stCondLst>
                                      <p:childTnLst>
                                        <p:set>
                                          <p:cBhvr>
                                            <p:cTn id="105" dur="1" fill="hold">
                                              <p:stCondLst>
                                                <p:cond delay="0"/>
                                              </p:stCondLst>
                                            </p:cTn>
                                            <p:tgtEl>
                                              <p:spTgt spid="26"/>
                                            </p:tgtEl>
                                            <p:attrNameLst>
                                              <p:attrName>style.visibility</p:attrName>
                                            </p:attrNameLst>
                                          </p:cBhvr>
                                          <p:to>
                                            <p:strVal val="visible"/>
                                          </p:to>
                                        </p:set>
                                        <p:anim calcmode="lin" valueType="num" p14:bounceEnd="67000">
                                          <p:cBhvr additive="base">
                                            <p:cTn id="106" dur="1000" fill="hold"/>
                                            <p:tgtEl>
                                              <p:spTgt spid="26"/>
                                            </p:tgtEl>
                                            <p:attrNameLst>
                                              <p:attrName>ppt_x</p:attrName>
                                            </p:attrNameLst>
                                          </p:cBhvr>
                                          <p:tavLst>
                                            <p:tav tm="0">
                                              <p:val>
                                                <p:strVal val="#ppt_x"/>
                                              </p:val>
                                            </p:tav>
                                            <p:tav tm="100000">
                                              <p:val>
                                                <p:strVal val="#ppt_x"/>
                                              </p:val>
                                            </p:tav>
                                          </p:tavLst>
                                        </p:anim>
                                        <p:anim calcmode="lin" valueType="num" p14:bounceEnd="67000">
                                          <p:cBhvr additive="base">
                                            <p:cTn id="107" dur="1000" fill="hold"/>
                                            <p:tgtEl>
                                              <p:spTgt spid="26"/>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14:presetBounceEnd="67000">
                                      <p:stCondLst>
                                        <p:cond delay="1250"/>
                                      </p:stCondLst>
                                      <p:childTnLst>
                                        <p:set>
                                          <p:cBhvr>
                                            <p:cTn id="109" dur="1" fill="hold">
                                              <p:stCondLst>
                                                <p:cond delay="0"/>
                                              </p:stCondLst>
                                            </p:cTn>
                                            <p:tgtEl>
                                              <p:spTgt spid="60"/>
                                            </p:tgtEl>
                                            <p:attrNameLst>
                                              <p:attrName>style.visibility</p:attrName>
                                            </p:attrNameLst>
                                          </p:cBhvr>
                                          <p:to>
                                            <p:strVal val="visible"/>
                                          </p:to>
                                        </p:set>
                                        <p:anim calcmode="lin" valueType="num" p14:bounceEnd="67000">
                                          <p:cBhvr additive="base">
                                            <p:cTn id="110" dur="1000" fill="hold"/>
                                            <p:tgtEl>
                                              <p:spTgt spid="60"/>
                                            </p:tgtEl>
                                            <p:attrNameLst>
                                              <p:attrName>ppt_x</p:attrName>
                                            </p:attrNameLst>
                                          </p:cBhvr>
                                          <p:tavLst>
                                            <p:tav tm="0">
                                              <p:val>
                                                <p:strVal val="#ppt_x"/>
                                              </p:val>
                                            </p:tav>
                                            <p:tav tm="100000">
                                              <p:val>
                                                <p:strVal val="#ppt_x"/>
                                              </p:val>
                                            </p:tav>
                                          </p:tavLst>
                                        </p:anim>
                                        <p:anim calcmode="lin" valueType="num" p14:bounceEnd="67000">
                                          <p:cBhvr additive="base">
                                            <p:cTn id="111" dur="1000" fill="hold"/>
                                            <p:tgtEl>
                                              <p:spTgt spid="6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14:presetBounceEnd="67000">
                                      <p:stCondLst>
                                        <p:cond delay="1500"/>
                                      </p:stCondLst>
                                      <p:childTnLst>
                                        <p:set>
                                          <p:cBhvr>
                                            <p:cTn id="113" dur="1" fill="hold">
                                              <p:stCondLst>
                                                <p:cond delay="0"/>
                                              </p:stCondLst>
                                            </p:cTn>
                                            <p:tgtEl>
                                              <p:spTgt spid="23"/>
                                            </p:tgtEl>
                                            <p:attrNameLst>
                                              <p:attrName>style.visibility</p:attrName>
                                            </p:attrNameLst>
                                          </p:cBhvr>
                                          <p:to>
                                            <p:strVal val="visible"/>
                                          </p:to>
                                        </p:set>
                                        <p:anim calcmode="lin" valueType="num" p14:bounceEnd="67000">
                                          <p:cBhvr additive="base">
                                            <p:cTn id="114" dur="1000" fill="hold"/>
                                            <p:tgtEl>
                                              <p:spTgt spid="23"/>
                                            </p:tgtEl>
                                            <p:attrNameLst>
                                              <p:attrName>ppt_x</p:attrName>
                                            </p:attrNameLst>
                                          </p:cBhvr>
                                          <p:tavLst>
                                            <p:tav tm="0">
                                              <p:val>
                                                <p:strVal val="#ppt_x"/>
                                              </p:val>
                                            </p:tav>
                                            <p:tav tm="100000">
                                              <p:val>
                                                <p:strVal val="#ppt_x"/>
                                              </p:val>
                                            </p:tav>
                                          </p:tavLst>
                                        </p:anim>
                                        <p:anim calcmode="lin" valueType="num" p14:bounceEnd="67000">
                                          <p:cBhvr additive="base">
                                            <p:cTn id="115" dur="1000" fill="hold"/>
                                            <p:tgtEl>
                                              <p:spTgt spid="23"/>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14:presetBounceEnd="67000">
                                      <p:stCondLst>
                                        <p:cond delay="1500"/>
                                      </p:stCondLst>
                                      <p:childTnLst>
                                        <p:set>
                                          <p:cBhvr>
                                            <p:cTn id="117" dur="1" fill="hold">
                                              <p:stCondLst>
                                                <p:cond delay="0"/>
                                              </p:stCondLst>
                                            </p:cTn>
                                            <p:tgtEl>
                                              <p:spTgt spid="24"/>
                                            </p:tgtEl>
                                            <p:attrNameLst>
                                              <p:attrName>style.visibility</p:attrName>
                                            </p:attrNameLst>
                                          </p:cBhvr>
                                          <p:to>
                                            <p:strVal val="visible"/>
                                          </p:to>
                                        </p:set>
                                        <p:anim calcmode="lin" valueType="num" p14:bounceEnd="67000">
                                          <p:cBhvr additive="base">
                                            <p:cTn id="118" dur="1000" fill="hold"/>
                                            <p:tgtEl>
                                              <p:spTgt spid="24"/>
                                            </p:tgtEl>
                                            <p:attrNameLst>
                                              <p:attrName>ppt_x</p:attrName>
                                            </p:attrNameLst>
                                          </p:cBhvr>
                                          <p:tavLst>
                                            <p:tav tm="0">
                                              <p:val>
                                                <p:strVal val="#ppt_x"/>
                                              </p:val>
                                            </p:tav>
                                            <p:tav tm="100000">
                                              <p:val>
                                                <p:strVal val="#ppt_x"/>
                                              </p:val>
                                            </p:tav>
                                          </p:tavLst>
                                        </p:anim>
                                        <p:anim calcmode="lin" valueType="num" p14:bounceEnd="67000">
                                          <p:cBhvr additive="base">
                                            <p:cTn id="119" dur="1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14:presetBounceEnd="67000">
                                      <p:stCondLst>
                                        <p:cond delay="1500"/>
                                      </p:stCondLst>
                                      <p:childTnLst>
                                        <p:set>
                                          <p:cBhvr>
                                            <p:cTn id="121" dur="1" fill="hold">
                                              <p:stCondLst>
                                                <p:cond delay="0"/>
                                              </p:stCondLst>
                                            </p:cTn>
                                            <p:tgtEl>
                                              <p:spTgt spid="59"/>
                                            </p:tgtEl>
                                            <p:attrNameLst>
                                              <p:attrName>style.visibility</p:attrName>
                                            </p:attrNameLst>
                                          </p:cBhvr>
                                          <p:to>
                                            <p:strVal val="visible"/>
                                          </p:to>
                                        </p:set>
                                        <p:anim calcmode="lin" valueType="num" p14:bounceEnd="67000">
                                          <p:cBhvr additive="base">
                                            <p:cTn id="122" dur="1000" fill="hold"/>
                                            <p:tgtEl>
                                              <p:spTgt spid="59"/>
                                            </p:tgtEl>
                                            <p:attrNameLst>
                                              <p:attrName>ppt_x</p:attrName>
                                            </p:attrNameLst>
                                          </p:cBhvr>
                                          <p:tavLst>
                                            <p:tav tm="0">
                                              <p:val>
                                                <p:strVal val="#ppt_x"/>
                                              </p:val>
                                            </p:tav>
                                            <p:tav tm="100000">
                                              <p:val>
                                                <p:strVal val="#ppt_x"/>
                                              </p:val>
                                            </p:tav>
                                          </p:tavLst>
                                        </p:anim>
                                        <p:anim calcmode="lin" valueType="num" p14:bounceEnd="67000">
                                          <p:cBhvr additive="base">
                                            <p:cTn id="123" dur="1000" fill="hold"/>
                                            <p:tgtEl>
                                              <p:spTgt spid="59"/>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14:presetBounceEnd="67000">
                                      <p:stCondLst>
                                        <p:cond delay="1750"/>
                                      </p:stCondLst>
                                      <p:childTnLst>
                                        <p:set>
                                          <p:cBhvr>
                                            <p:cTn id="125" dur="1" fill="hold">
                                              <p:stCondLst>
                                                <p:cond delay="0"/>
                                              </p:stCondLst>
                                            </p:cTn>
                                            <p:tgtEl>
                                              <p:spTgt spid="21"/>
                                            </p:tgtEl>
                                            <p:attrNameLst>
                                              <p:attrName>style.visibility</p:attrName>
                                            </p:attrNameLst>
                                          </p:cBhvr>
                                          <p:to>
                                            <p:strVal val="visible"/>
                                          </p:to>
                                        </p:set>
                                        <p:anim calcmode="lin" valueType="num" p14:bounceEnd="67000">
                                          <p:cBhvr additive="base">
                                            <p:cTn id="126" dur="1000" fill="hold"/>
                                            <p:tgtEl>
                                              <p:spTgt spid="21"/>
                                            </p:tgtEl>
                                            <p:attrNameLst>
                                              <p:attrName>ppt_x</p:attrName>
                                            </p:attrNameLst>
                                          </p:cBhvr>
                                          <p:tavLst>
                                            <p:tav tm="0">
                                              <p:val>
                                                <p:strVal val="#ppt_x"/>
                                              </p:val>
                                            </p:tav>
                                            <p:tav tm="100000">
                                              <p:val>
                                                <p:strVal val="#ppt_x"/>
                                              </p:val>
                                            </p:tav>
                                          </p:tavLst>
                                        </p:anim>
                                        <p:anim calcmode="lin" valueType="num" p14:bounceEnd="67000">
                                          <p:cBhvr additive="base">
                                            <p:cTn id="127" dur="1000" fill="hold"/>
                                            <p:tgtEl>
                                              <p:spTgt spid="21"/>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14:presetBounceEnd="67000">
                                      <p:stCondLst>
                                        <p:cond delay="1750"/>
                                      </p:stCondLst>
                                      <p:childTnLst>
                                        <p:set>
                                          <p:cBhvr>
                                            <p:cTn id="129" dur="1" fill="hold">
                                              <p:stCondLst>
                                                <p:cond delay="0"/>
                                              </p:stCondLst>
                                            </p:cTn>
                                            <p:tgtEl>
                                              <p:spTgt spid="22"/>
                                            </p:tgtEl>
                                            <p:attrNameLst>
                                              <p:attrName>style.visibility</p:attrName>
                                            </p:attrNameLst>
                                          </p:cBhvr>
                                          <p:to>
                                            <p:strVal val="visible"/>
                                          </p:to>
                                        </p:set>
                                        <p:anim calcmode="lin" valueType="num" p14:bounceEnd="67000">
                                          <p:cBhvr additive="base">
                                            <p:cTn id="130" dur="1000" fill="hold"/>
                                            <p:tgtEl>
                                              <p:spTgt spid="22"/>
                                            </p:tgtEl>
                                            <p:attrNameLst>
                                              <p:attrName>ppt_x</p:attrName>
                                            </p:attrNameLst>
                                          </p:cBhvr>
                                          <p:tavLst>
                                            <p:tav tm="0">
                                              <p:val>
                                                <p:strVal val="#ppt_x"/>
                                              </p:val>
                                            </p:tav>
                                            <p:tav tm="100000">
                                              <p:val>
                                                <p:strVal val="#ppt_x"/>
                                              </p:val>
                                            </p:tav>
                                          </p:tavLst>
                                        </p:anim>
                                        <p:anim calcmode="lin" valueType="num" p14:bounceEnd="67000">
                                          <p:cBhvr additive="base">
                                            <p:cTn id="131" dur="1000" fill="hold"/>
                                            <p:tgtEl>
                                              <p:spTgt spid="22"/>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14:presetBounceEnd="67000">
                                      <p:stCondLst>
                                        <p:cond delay="1750"/>
                                      </p:stCondLst>
                                      <p:childTnLst>
                                        <p:set>
                                          <p:cBhvr>
                                            <p:cTn id="133" dur="1" fill="hold">
                                              <p:stCondLst>
                                                <p:cond delay="0"/>
                                              </p:stCondLst>
                                            </p:cTn>
                                            <p:tgtEl>
                                              <p:spTgt spid="58"/>
                                            </p:tgtEl>
                                            <p:attrNameLst>
                                              <p:attrName>style.visibility</p:attrName>
                                            </p:attrNameLst>
                                          </p:cBhvr>
                                          <p:to>
                                            <p:strVal val="visible"/>
                                          </p:to>
                                        </p:set>
                                        <p:anim calcmode="lin" valueType="num" p14:bounceEnd="67000">
                                          <p:cBhvr additive="base">
                                            <p:cTn id="134" dur="1000" fill="hold"/>
                                            <p:tgtEl>
                                              <p:spTgt spid="58"/>
                                            </p:tgtEl>
                                            <p:attrNameLst>
                                              <p:attrName>ppt_x</p:attrName>
                                            </p:attrNameLst>
                                          </p:cBhvr>
                                          <p:tavLst>
                                            <p:tav tm="0">
                                              <p:val>
                                                <p:strVal val="#ppt_x"/>
                                              </p:val>
                                            </p:tav>
                                            <p:tav tm="100000">
                                              <p:val>
                                                <p:strVal val="#ppt_x"/>
                                              </p:val>
                                            </p:tav>
                                          </p:tavLst>
                                        </p:anim>
                                        <p:anim calcmode="lin" valueType="num" p14:bounceEnd="67000">
                                          <p:cBhvr additive="base">
                                            <p:cTn id="135" dur="1000" fill="hold"/>
                                            <p:tgtEl>
                                              <p:spTgt spid="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p:bldP spid="23" grpId="0" animBg="1"/>
          <p:bldP spid="24" grpId="0"/>
          <p:bldP spid="25" grpId="0" animBg="1"/>
          <p:bldP spid="26" grpId="0"/>
          <p:bldP spid="27" grpId="0" animBg="1"/>
          <p:bldP spid="28" grpId="0"/>
          <p:bldP spid="29" grpId="0" animBg="1"/>
          <p:bldP spid="30" grpId="0"/>
          <p:bldP spid="31" grpId="0"/>
          <p:bldP spid="32" grpId="0"/>
          <p:bldP spid="33" grpId="0"/>
          <p:bldP spid="34" grpId="0"/>
          <p:bldP spid="35" grpId="0"/>
          <p:bldP spid="58" grpId="0"/>
          <p:bldP spid="59" grpId="0"/>
          <p:bldP spid="60" grpId="0"/>
          <p:bldP spid="61" grpId="0"/>
          <p:bldP spid="6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500" fill="hold"/>
                                            <p:tgtEl>
                                              <p:spTgt spid="40"/>
                                            </p:tgtEl>
                                            <p:attrNameLst>
                                              <p:attrName>ppt_w</p:attrName>
                                            </p:attrNameLst>
                                          </p:cBhvr>
                                          <p:tavLst>
                                            <p:tav tm="0">
                                              <p:val>
                                                <p:fltVal val="0"/>
                                              </p:val>
                                            </p:tav>
                                            <p:tav tm="100000">
                                              <p:val>
                                                <p:strVal val="#ppt_w"/>
                                              </p:val>
                                            </p:tav>
                                          </p:tavLst>
                                        </p:anim>
                                        <p:anim calcmode="lin" valueType="num">
                                          <p:cBhvr>
                                            <p:cTn id="8" dur="500" fill="hold"/>
                                            <p:tgtEl>
                                              <p:spTgt spid="40"/>
                                            </p:tgtEl>
                                            <p:attrNameLst>
                                              <p:attrName>ppt_h</p:attrName>
                                            </p:attrNameLst>
                                          </p:cBhvr>
                                          <p:tavLst>
                                            <p:tav tm="0">
                                              <p:val>
                                                <p:fltVal val="0"/>
                                              </p:val>
                                            </p:tav>
                                            <p:tav tm="100000">
                                              <p:val>
                                                <p:strVal val="#ppt_h"/>
                                              </p:val>
                                            </p:tav>
                                          </p:tavLst>
                                        </p:anim>
                                        <p:animEffect transition="in" filter="fade">
                                          <p:cBhvr>
                                            <p:cTn id="9" dur="500"/>
                                            <p:tgtEl>
                                              <p:spTgt spid="40"/>
                                            </p:tgtEl>
                                          </p:cBhvr>
                                        </p:animEffect>
                                      </p:childTnLst>
                                    </p:cTn>
                                  </p:par>
                                  <p:par>
                                    <p:cTn id="10" presetID="53" presetClass="entr" presetSubtype="16" fill="hold" nodeType="withEffect">
                                      <p:stCondLst>
                                        <p:cond delay="250"/>
                                      </p:stCondLst>
                                      <p:childTnLst>
                                        <p:set>
                                          <p:cBhvr>
                                            <p:cTn id="11" dur="1" fill="hold">
                                              <p:stCondLst>
                                                <p:cond delay="0"/>
                                              </p:stCondLst>
                                            </p:cTn>
                                            <p:tgtEl>
                                              <p:spTgt spid="53"/>
                                            </p:tgtEl>
                                            <p:attrNameLst>
                                              <p:attrName>style.visibility</p:attrName>
                                            </p:attrNameLst>
                                          </p:cBhvr>
                                          <p:to>
                                            <p:strVal val="visible"/>
                                          </p:to>
                                        </p:set>
                                        <p:anim calcmode="lin" valueType="num">
                                          <p:cBhvr>
                                            <p:cTn id="12" dur="750" fill="hold"/>
                                            <p:tgtEl>
                                              <p:spTgt spid="53"/>
                                            </p:tgtEl>
                                            <p:attrNameLst>
                                              <p:attrName>ppt_w</p:attrName>
                                            </p:attrNameLst>
                                          </p:cBhvr>
                                          <p:tavLst>
                                            <p:tav tm="0">
                                              <p:val>
                                                <p:fltVal val="0"/>
                                              </p:val>
                                            </p:tav>
                                            <p:tav tm="100000">
                                              <p:val>
                                                <p:strVal val="#ppt_w"/>
                                              </p:val>
                                            </p:tav>
                                          </p:tavLst>
                                        </p:anim>
                                        <p:anim calcmode="lin" valueType="num">
                                          <p:cBhvr>
                                            <p:cTn id="13" dur="750" fill="hold"/>
                                            <p:tgtEl>
                                              <p:spTgt spid="53"/>
                                            </p:tgtEl>
                                            <p:attrNameLst>
                                              <p:attrName>ppt_h</p:attrName>
                                            </p:attrNameLst>
                                          </p:cBhvr>
                                          <p:tavLst>
                                            <p:tav tm="0">
                                              <p:val>
                                                <p:fltVal val="0"/>
                                              </p:val>
                                            </p:tav>
                                            <p:tav tm="100000">
                                              <p:val>
                                                <p:strVal val="#ppt_h"/>
                                              </p:val>
                                            </p:tav>
                                          </p:tavLst>
                                        </p:anim>
                                        <p:animEffect transition="in" filter="fade">
                                          <p:cBhvr>
                                            <p:cTn id="14" dur="750"/>
                                            <p:tgtEl>
                                              <p:spTgt spid="53"/>
                                            </p:tgtEl>
                                          </p:cBhvr>
                                        </p:animEffect>
                                      </p:childTnLst>
                                    </p:cTn>
                                  </p:par>
                                  <p:par>
                                    <p:cTn id="15" presetID="2" presetClass="entr" presetSubtype="8" fill="hold" nodeType="withEffect">
                                      <p:stCondLst>
                                        <p:cond delay="500"/>
                                      </p:stCondLst>
                                      <p:childTnLst>
                                        <p:set>
                                          <p:cBhvr>
                                            <p:cTn id="16" dur="1" fill="hold">
                                              <p:stCondLst>
                                                <p:cond delay="0"/>
                                              </p:stCondLst>
                                            </p:cTn>
                                            <p:tgtEl>
                                              <p:spTgt spid="39"/>
                                            </p:tgtEl>
                                            <p:attrNameLst>
                                              <p:attrName>style.visibility</p:attrName>
                                            </p:attrNameLst>
                                          </p:cBhvr>
                                          <p:to>
                                            <p:strVal val="visible"/>
                                          </p:to>
                                        </p:set>
                                        <p:anim calcmode="lin" valueType="num">
                                          <p:cBhvr additive="base">
                                            <p:cTn id="17" dur="1000" fill="hold"/>
                                            <p:tgtEl>
                                              <p:spTgt spid="39"/>
                                            </p:tgtEl>
                                            <p:attrNameLst>
                                              <p:attrName>ppt_x</p:attrName>
                                            </p:attrNameLst>
                                          </p:cBhvr>
                                          <p:tavLst>
                                            <p:tav tm="0">
                                              <p:val>
                                                <p:strVal val="0-#ppt_w/2"/>
                                              </p:val>
                                            </p:tav>
                                            <p:tav tm="100000">
                                              <p:val>
                                                <p:strVal val="#ppt_x"/>
                                              </p:val>
                                            </p:tav>
                                          </p:tavLst>
                                        </p:anim>
                                        <p:anim calcmode="lin" valueType="num">
                                          <p:cBhvr additive="base">
                                            <p:cTn id="18" dur="1000" fill="hold"/>
                                            <p:tgtEl>
                                              <p:spTgt spid="39"/>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750"/>
                                      </p:stCondLst>
                                      <p:childTnLst>
                                        <p:set>
                                          <p:cBhvr>
                                            <p:cTn id="20" dur="1" fill="hold">
                                              <p:stCondLst>
                                                <p:cond delay="0"/>
                                              </p:stCondLst>
                                            </p:cTn>
                                            <p:tgtEl>
                                              <p:spTgt spid="38"/>
                                            </p:tgtEl>
                                            <p:attrNameLst>
                                              <p:attrName>style.visibility</p:attrName>
                                            </p:attrNameLst>
                                          </p:cBhvr>
                                          <p:to>
                                            <p:strVal val="visible"/>
                                          </p:to>
                                        </p:set>
                                        <p:anim calcmode="lin" valueType="num">
                                          <p:cBhvr additive="base">
                                            <p:cTn id="21" dur="1000" fill="hold"/>
                                            <p:tgtEl>
                                              <p:spTgt spid="38"/>
                                            </p:tgtEl>
                                            <p:attrNameLst>
                                              <p:attrName>ppt_x</p:attrName>
                                            </p:attrNameLst>
                                          </p:cBhvr>
                                          <p:tavLst>
                                            <p:tav tm="0">
                                              <p:val>
                                                <p:strVal val="0-#ppt_w/2"/>
                                              </p:val>
                                            </p:tav>
                                            <p:tav tm="100000">
                                              <p:val>
                                                <p:strVal val="#ppt_x"/>
                                              </p:val>
                                            </p:tav>
                                          </p:tavLst>
                                        </p:anim>
                                        <p:anim calcmode="lin" valueType="num">
                                          <p:cBhvr additive="base">
                                            <p:cTn id="22" dur="1000" fill="hold"/>
                                            <p:tgtEl>
                                              <p:spTgt spid="38"/>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100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1000" fill="hold"/>
                                            <p:tgtEl>
                                              <p:spTgt spid="37"/>
                                            </p:tgtEl>
                                            <p:attrNameLst>
                                              <p:attrName>ppt_x</p:attrName>
                                            </p:attrNameLst>
                                          </p:cBhvr>
                                          <p:tavLst>
                                            <p:tav tm="0">
                                              <p:val>
                                                <p:strVal val="0-#ppt_w/2"/>
                                              </p:val>
                                            </p:tav>
                                            <p:tav tm="100000">
                                              <p:val>
                                                <p:strVal val="#ppt_x"/>
                                              </p:val>
                                            </p:tav>
                                          </p:tavLst>
                                        </p:anim>
                                        <p:anim calcmode="lin" valueType="num">
                                          <p:cBhvr additive="base">
                                            <p:cTn id="26" dur="1000" fill="hold"/>
                                            <p:tgtEl>
                                              <p:spTgt spid="37"/>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1250"/>
                                      </p:stCondLst>
                                      <p:childTnLst>
                                        <p:set>
                                          <p:cBhvr>
                                            <p:cTn id="28" dur="1" fill="hold">
                                              <p:stCondLst>
                                                <p:cond delay="0"/>
                                              </p:stCondLst>
                                            </p:cTn>
                                            <p:tgtEl>
                                              <p:spTgt spid="36"/>
                                            </p:tgtEl>
                                            <p:attrNameLst>
                                              <p:attrName>style.visibility</p:attrName>
                                            </p:attrNameLst>
                                          </p:cBhvr>
                                          <p:to>
                                            <p:strVal val="visible"/>
                                          </p:to>
                                        </p:set>
                                        <p:anim calcmode="lin" valueType="num">
                                          <p:cBhvr additive="base">
                                            <p:cTn id="29" dur="1000" fill="hold"/>
                                            <p:tgtEl>
                                              <p:spTgt spid="36"/>
                                            </p:tgtEl>
                                            <p:attrNameLst>
                                              <p:attrName>ppt_x</p:attrName>
                                            </p:attrNameLst>
                                          </p:cBhvr>
                                          <p:tavLst>
                                            <p:tav tm="0">
                                              <p:val>
                                                <p:strVal val="0-#ppt_w/2"/>
                                              </p:val>
                                            </p:tav>
                                            <p:tav tm="100000">
                                              <p:val>
                                                <p:strVal val="#ppt_x"/>
                                              </p:val>
                                            </p:tav>
                                          </p:tavLst>
                                        </p:anim>
                                        <p:anim calcmode="lin" valueType="num">
                                          <p:cBhvr additive="base">
                                            <p:cTn id="30" dur="1000" fill="hold"/>
                                            <p:tgtEl>
                                              <p:spTgt spid="36"/>
                                            </p:tgtEl>
                                            <p:attrNameLst>
                                              <p:attrName>ppt_y</p:attrName>
                                            </p:attrNameLst>
                                          </p:cBhvr>
                                          <p:tavLst>
                                            <p:tav tm="0">
                                              <p:val>
                                                <p:strVal val="#ppt_y"/>
                                              </p:val>
                                            </p:tav>
                                            <p:tav tm="100000">
                                              <p:val>
                                                <p:strVal val="#ppt_y"/>
                                              </p:val>
                                            </p:tav>
                                          </p:tavLst>
                                        </p:anim>
                                      </p:childTnLst>
                                    </p:cTn>
                                  </p:par>
                                  <p:par>
                                    <p:cTn id="31" presetID="53" presetClass="entr" presetSubtype="16" fill="hold" nodeType="withEffect">
                                      <p:stCondLst>
                                        <p:cond delay="750"/>
                                      </p:stCondLst>
                                      <p:childTnLst>
                                        <p:set>
                                          <p:cBhvr>
                                            <p:cTn id="32" dur="1" fill="hold">
                                              <p:stCondLst>
                                                <p:cond delay="0"/>
                                              </p:stCondLst>
                                            </p:cTn>
                                            <p:tgtEl>
                                              <p:spTgt spid="50"/>
                                            </p:tgtEl>
                                            <p:attrNameLst>
                                              <p:attrName>style.visibility</p:attrName>
                                            </p:attrNameLst>
                                          </p:cBhvr>
                                          <p:to>
                                            <p:strVal val="visible"/>
                                          </p:to>
                                        </p:set>
                                        <p:anim calcmode="lin" valueType="num">
                                          <p:cBhvr>
                                            <p:cTn id="33" dur="750" fill="hold"/>
                                            <p:tgtEl>
                                              <p:spTgt spid="50"/>
                                            </p:tgtEl>
                                            <p:attrNameLst>
                                              <p:attrName>ppt_w</p:attrName>
                                            </p:attrNameLst>
                                          </p:cBhvr>
                                          <p:tavLst>
                                            <p:tav tm="0">
                                              <p:val>
                                                <p:fltVal val="0"/>
                                              </p:val>
                                            </p:tav>
                                            <p:tav tm="100000">
                                              <p:val>
                                                <p:strVal val="#ppt_w"/>
                                              </p:val>
                                            </p:tav>
                                          </p:tavLst>
                                        </p:anim>
                                        <p:anim calcmode="lin" valueType="num">
                                          <p:cBhvr>
                                            <p:cTn id="34" dur="750" fill="hold"/>
                                            <p:tgtEl>
                                              <p:spTgt spid="50"/>
                                            </p:tgtEl>
                                            <p:attrNameLst>
                                              <p:attrName>ppt_h</p:attrName>
                                            </p:attrNameLst>
                                          </p:cBhvr>
                                          <p:tavLst>
                                            <p:tav tm="0">
                                              <p:val>
                                                <p:fltVal val="0"/>
                                              </p:val>
                                            </p:tav>
                                            <p:tav tm="100000">
                                              <p:val>
                                                <p:strVal val="#ppt_h"/>
                                              </p:val>
                                            </p:tav>
                                          </p:tavLst>
                                        </p:anim>
                                        <p:animEffect transition="in" filter="fade">
                                          <p:cBhvr>
                                            <p:cTn id="35" dur="750"/>
                                            <p:tgtEl>
                                              <p:spTgt spid="50"/>
                                            </p:tgtEl>
                                          </p:cBhvr>
                                        </p:animEffect>
                                      </p:childTnLst>
                                    </p:cTn>
                                  </p:par>
                                  <p:par>
                                    <p:cTn id="36" presetID="53" presetClass="entr" presetSubtype="16" fill="hold" nodeType="withEffect">
                                      <p:stCondLst>
                                        <p:cond delay="1000"/>
                                      </p:stCondLst>
                                      <p:childTnLst>
                                        <p:set>
                                          <p:cBhvr>
                                            <p:cTn id="37" dur="1" fill="hold">
                                              <p:stCondLst>
                                                <p:cond delay="0"/>
                                              </p:stCondLst>
                                            </p:cTn>
                                            <p:tgtEl>
                                              <p:spTgt spid="47"/>
                                            </p:tgtEl>
                                            <p:attrNameLst>
                                              <p:attrName>style.visibility</p:attrName>
                                            </p:attrNameLst>
                                          </p:cBhvr>
                                          <p:to>
                                            <p:strVal val="visible"/>
                                          </p:to>
                                        </p:set>
                                        <p:anim calcmode="lin" valueType="num">
                                          <p:cBhvr>
                                            <p:cTn id="38" dur="750" fill="hold"/>
                                            <p:tgtEl>
                                              <p:spTgt spid="47"/>
                                            </p:tgtEl>
                                            <p:attrNameLst>
                                              <p:attrName>ppt_w</p:attrName>
                                            </p:attrNameLst>
                                          </p:cBhvr>
                                          <p:tavLst>
                                            <p:tav tm="0">
                                              <p:val>
                                                <p:fltVal val="0"/>
                                              </p:val>
                                            </p:tav>
                                            <p:tav tm="100000">
                                              <p:val>
                                                <p:strVal val="#ppt_w"/>
                                              </p:val>
                                            </p:tav>
                                          </p:tavLst>
                                        </p:anim>
                                        <p:anim calcmode="lin" valueType="num">
                                          <p:cBhvr>
                                            <p:cTn id="39" dur="750" fill="hold"/>
                                            <p:tgtEl>
                                              <p:spTgt spid="47"/>
                                            </p:tgtEl>
                                            <p:attrNameLst>
                                              <p:attrName>ppt_h</p:attrName>
                                            </p:attrNameLst>
                                          </p:cBhvr>
                                          <p:tavLst>
                                            <p:tav tm="0">
                                              <p:val>
                                                <p:fltVal val="0"/>
                                              </p:val>
                                            </p:tav>
                                            <p:tav tm="100000">
                                              <p:val>
                                                <p:strVal val="#ppt_h"/>
                                              </p:val>
                                            </p:tav>
                                          </p:tavLst>
                                        </p:anim>
                                        <p:animEffect transition="in" filter="fade">
                                          <p:cBhvr>
                                            <p:cTn id="40" dur="750"/>
                                            <p:tgtEl>
                                              <p:spTgt spid="47"/>
                                            </p:tgtEl>
                                          </p:cBhvr>
                                        </p:animEffect>
                                      </p:childTnLst>
                                    </p:cTn>
                                  </p:par>
                                  <p:par>
                                    <p:cTn id="41" presetID="53" presetClass="entr" presetSubtype="16" fill="hold" nodeType="withEffect">
                                      <p:stCondLst>
                                        <p:cond delay="1250"/>
                                      </p:stCondLst>
                                      <p:childTnLst>
                                        <p:set>
                                          <p:cBhvr>
                                            <p:cTn id="42" dur="1" fill="hold">
                                              <p:stCondLst>
                                                <p:cond delay="0"/>
                                              </p:stCondLst>
                                            </p:cTn>
                                            <p:tgtEl>
                                              <p:spTgt spid="44"/>
                                            </p:tgtEl>
                                            <p:attrNameLst>
                                              <p:attrName>style.visibility</p:attrName>
                                            </p:attrNameLst>
                                          </p:cBhvr>
                                          <p:to>
                                            <p:strVal val="visible"/>
                                          </p:to>
                                        </p:set>
                                        <p:anim calcmode="lin" valueType="num">
                                          <p:cBhvr>
                                            <p:cTn id="43" dur="750" fill="hold"/>
                                            <p:tgtEl>
                                              <p:spTgt spid="44"/>
                                            </p:tgtEl>
                                            <p:attrNameLst>
                                              <p:attrName>ppt_w</p:attrName>
                                            </p:attrNameLst>
                                          </p:cBhvr>
                                          <p:tavLst>
                                            <p:tav tm="0">
                                              <p:val>
                                                <p:fltVal val="0"/>
                                              </p:val>
                                            </p:tav>
                                            <p:tav tm="100000">
                                              <p:val>
                                                <p:strVal val="#ppt_w"/>
                                              </p:val>
                                            </p:tav>
                                          </p:tavLst>
                                        </p:anim>
                                        <p:anim calcmode="lin" valueType="num">
                                          <p:cBhvr>
                                            <p:cTn id="44" dur="750" fill="hold"/>
                                            <p:tgtEl>
                                              <p:spTgt spid="44"/>
                                            </p:tgtEl>
                                            <p:attrNameLst>
                                              <p:attrName>ppt_h</p:attrName>
                                            </p:attrNameLst>
                                          </p:cBhvr>
                                          <p:tavLst>
                                            <p:tav tm="0">
                                              <p:val>
                                                <p:fltVal val="0"/>
                                              </p:val>
                                            </p:tav>
                                            <p:tav tm="100000">
                                              <p:val>
                                                <p:strVal val="#ppt_h"/>
                                              </p:val>
                                            </p:tav>
                                          </p:tavLst>
                                        </p:anim>
                                        <p:animEffect transition="in" filter="fade">
                                          <p:cBhvr>
                                            <p:cTn id="45" dur="750"/>
                                            <p:tgtEl>
                                              <p:spTgt spid="44"/>
                                            </p:tgtEl>
                                          </p:cBhvr>
                                        </p:animEffect>
                                      </p:childTnLst>
                                    </p:cTn>
                                  </p:par>
                                  <p:par>
                                    <p:cTn id="46" presetID="53" presetClass="entr" presetSubtype="16" fill="hold" nodeType="withEffect">
                                      <p:stCondLst>
                                        <p:cond delay="1500"/>
                                      </p:stCondLst>
                                      <p:childTnLst>
                                        <p:set>
                                          <p:cBhvr>
                                            <p:cTn id="47" dur="1" fill="hold">
                                              <p:stCondLst>
                                                <p:cond delay="0"/>
                                              </p:stCondLst>
                                            </p:cTn>
                                            <p:tgtEl>
                                              <p:spTgt spid="41"/>
                                            </p:tgtEl>
                                            <p:attrNameLst>
                                              <p:attrName>style.visibility</p:attrName>
                                            </p:attrNameLst>
                                          </p:cBhvr>
                                          <p:to>
                                            <p:strVal val="visible"/>
                                          </p:to>
                                        </p:set>
                                        <p:anim calcmode="lin" valueType="num">
                                          <p:cBhvr>
                                            <p:cTn id="48" dur="750" fill="hold"/>
                                            <p:tgtEl>
                                              <p:spTgt spid="41"/>
                                            </p:tgtEl>
                                            <p:attrNameLst>
                                              <p:attrName>ppt_w</p:attrName>
                                            </p:attrNameLst>
                                          </p:cBhvr>
                                          <p:tavLst>
                                            <p:tav tm="0">
                                              <p:val>
                                                <p:fltVal val="0"/>
                                              </p:val>
                                            </p:tav>
                                            <p:tav tm="100000">
                                              <p:val>
                                                <p:strVal val="#ppt_w"/>
                                              </p:val>
                                            </p:tav>
                                          </p:tavLst>
                                        </p:anim>
                                        <p:anim calcmode="lin" valueType="num">
                                          <p:cBhvr>
                                            <p:cTn id="49" dur="750" fill="hold"/>
                                            <p:tgtEl>
                                              <p:spTgt spid="41"/>
                                            </p:tgtEl>
                                            <p:attrNameLst>
                                              <p:attrName>ppt_h</p:attrName>
                                            </p:attrNameLst>
                                          </p:cBhvr>
                                          <p:tavLst>
                                            <p:tav tm="0">
                                              <p:val>
                                                <p:fltVal val="0"/>
                                              </p:val>
                                            </p:tav>
                                            <p:tav tm="100000">
                                              <p:val>
                                                <p:strVal val="#ppt_h"/>
                                              </p:val>
                                            </p:tav>
                                          </p:tavLst>
                                        </p:anim>
                                        <p:animEffect transition="in" filter="fade">
                                          <p:cBhvr>
                                            <p:cTn id="50" dur="750"/>
                                            <p:tgtEl>
                                              <p:spTgt spid="41"/>
                                            </p:tgtEl>
                                          </p:cBhvr>
                                        </p:animEffect>
                                      </p:childTnLst>
                                    </p:cTn>
                                  </p:par>
                                  <p:par>
                                    <p:cTn id="51" presetID="53" presetClass="entr" presetSubtype="16" fill="hold" grpId="0" nodeType="withEffect">
                                      <p:stCondLst>
                                        <p:cond delay="1000"/>
                                      </p:stCondLst>
                                      <p:childTnLst>
                                        <p:set>
                                          <p:cBhvr>
                                            <p:cTn id="52" dur="1" fill="hold">
                                              <p:stCondLst>
                                                <p:cond delay="0"/>
                                              </p:stCondLst>
                                            </p:cTn>
                                            <p:tgtEl>
                                              <p:spTgt spid="35"/>
                                            </p:tgtEl>
                                            <p:attrNameLst>
                                              <p:attrName>style.visibility</p:attrName>
                                            </p:attrNameLst>
                                          </p:cBhvr>
                                          <p:to>
                                            <p:strVal val="visible"/>
                                          </p:to>
                                        </p:set>
                                        <p:anim calcmode="lin" valueType="num">
                                          <p:cBhvr>
                                            <p:cTn id="53" dur="750" fill="hold"/>
                                            <p:tgtEl>
                                              <p:spTgt spid="35"/>
                                            </p:tgtEl>
                                            <p:attrNameLst>
                                              <p:attrName>ppt_w</p:attrName>
                                            </p:attrNameLst>
                                          </p:cBhvr>
                                          <p:tavLst>
                                            <p:tav tm="0">
                                              <p:val>
                                                <p:fltVal val="0"/>
                                              </p:val>
                                            </p:tav>
                                            <p:tav tm="100000">
                                              <p:val>
                                                <p:strVal val="#ppt_w"/>
                                              </p:val>
                                            </p:tav>
                                          </p:tavLst>
                                        </p:anim>
                                        <p:anim calcmode="lin" valueType="num">
                                          <p:cBhvr>
                                            <p:cTn id="54" dur="750" fill="hold"/>
                                            <p:tgtEl>
                                              <p:spTgt spid="35"/>
                                            </p:tgtEl>
                                            <p:attrNameLst>
                                              <p:attrName>ppt_h</p:attrName>
                                            </p:attrNameLst>
                                          </p:cBhvr>
                                          <p:tavLst>
                                            <p:tav tm="0">
                                              <p:val>
                                                <p:fltVal val="0"/>
                                              </p:val>
                                            </p:tav>
                                            <p:tav tm="100000">
                                              <p:val>
                                                <p:strVal val="#ppt_h"/>
                                              </p:val>
                                            </p:tav>
                                          </p:tavLst>
                                        </p:anim>
                                        <p:animEffect transition="in" filter="fade">
                                          <p:cBhvr>
                                            <p:cTn id="55" dur="750"/>
                                            <p:tgtEl>
                                              <p:spTgt spid="35"/>
                                            </p:tgtEl>
                                          </p:cBhvr>
                                        </p:animEffect>
                                      </p:childTnLst>
                                    </p:cTn>
                                  </p:par>
                                  <p:par>
                                    <p:cTn id="56" presetID="53" presetClass="entr" presetSubtype="16" fill="hold" grpId="0" nodeType="withEffect">
                                      <p:stCondLst>
                                        <p:cond delay="1250"/>
                                      </p:stCondLst>
                                      <p:childTnLst>
                                        <p:set>
                                          <p:cBhvr>
                                            <p:cTn id="57" dur="1" fill="hold">
                                              <p:stCondLst>
                                                <p:cond delay="0"/>
                                              </p:stCondLst>
                                            </p:cTn>
                                            <p:tgtEl>
                                              <p:spTgt spid="34"/>
                                            </p:tgtEl>
                                            <p:attrNameLst>
                                              <p:attrName>style.visibility</p:attrName>
                                            </p:attrNameLst>
                                          </p:cBhvr>
                                          <p:to>
                                            <p:strVal val="visible"/>
                                          </p:to>
                                        </p:set>
                                        <p:anim calcmode="lin" valueType="num">
                                          <p:cBhvr>
                                            <p:cTn id="58" dur="750" fill="hold"/>
                                            <p:tgtEl>
                                              <p:spTgt spid="34"/>
                                            </p:tgtEl>
                                            <p:attrNameLst>
                                              <p:attrName>ppt_w</p:attrName>
                                            </p:attrNameLst>
                                          </p:cBhvr>
                                          <p:tavLst>
                                            <p:tav tm="0">
                                              <p:val>
                                                <p:fltVal val="0"/>
                                              </p:val>
                                            </p:tav>
                                            <p:tav tm="100000">
                                              <p:val>
                                                <p:strVal val="#ppt_w"/>
                                              </p:val>
                                            </p:tav>
                                          </p:tavLst>
                                        </p:anim>
                                        <p:anim calcmode="lin" valueType="num">
                                          <p:cBhvr>
                                            <p:cTn id="59" dur="750" fill="hold"/>
                                            <p:tgtEl>
                                              <p:spTgt spid="34"/>
                                            </p:tgtEl>
                                            <p:attrNameLst>
                                              <p:attrName>ppt_h</p:attrName>
                                            </p:attrNameLst>
                                          </p:cBhvr>
                                          <p:tavLst>
                                            <p:tav tm="0">
                                              <p:val>
                                                <p:fltVal val="0"/>
                                              </p:val>
                                            </p:tav>
                                            <p:tav tm="100000">
                                              <p:val>
                                                <p:strVal val="#ppt_h"/>
                                              </p:val>
                                            </p:tav>
                                          </p:tavLst>
                                        </p:anim>
                                        <p:animEffect transition="in" filter="fade">
                                          <p:cBhvr>
                                            <p:cTn id="60" dur="750"/>
                                            <p:tgtEl>
                                              <p:spTgt spid="34"/>
                                            </p:tgtEl>
                                          </p:cBhvr>
                                        </p:animEffect>
                                      </p:childTnLst>
                                    </p:cTn>
                                  </p:par>
                                  <p:par>
                                    <p:cTn id="61" presetID="53" presetClass="entr" presetSubtype="16" fill="hold" grpId="0" nodeType="withEffect">
                                      <p:stCondLst>
                                        <p:cond delay="1500"/>
                                      </p:stCondLst>
                                      <p:childTnLst>
                                        <p:set>
                                          <p:cBhvr>
                                            <p:cTn id="62" dur="1" fill="hold">
                                              <p:stCondLst>
                                                <p:cond delay="0"/>
                                              </p:stCondLst>
                                            </p:cTn>
                                            <p:tgtEl>
                                              <p:spTgt spid="33"/>
                                            </p:tgtEl>
                                            <p:attrNameLst>
                                              <p:attrName>style.visibility</p:attrName>
                                            </p:attrNameLst>
                                          </p:cBhvr>
                                          <p:to>
                                            <p:strVal val="visible"/>
                                          </p:to>
                                        </p:set>
                                        <p:anim calcmode="lin" valueType="num">
                                          <p:cBhvr>
                                            <p:cTn id="63" dur="750" fill="hold"/>
                                            <p:tgtEl>
                                              <p:spTgt spid="33"/>
                                            </p:tgtEl>
                                            <p:attrNameLst>
                                              <p:attrName>ppt_w</p:attrName>
                                            </p:attrNameLst>
                                          </p:cBhvr>
                                          <p:tavLst>
                                            <p:tav tm="0">
                                              <p:val>
                                                <p:fltVal val="0"/>
                                              </p:val>
                                            </p:tav>
                                            <p:tav tm="100000">
                                              <p:val>
                                                <p:strVal val="#ppt_w"/>
                                              </p:val>
                                            </p:tav>
                                          </p:tavLst>
                                        </p:anim>
                                        <p:anim calcmode="lin" valueType="num">
                                          <p:cBhvr>
                                            <p:cTn id="64" dur="750" fill="hold"/>
                                            <p:tgtEl>
                                              <p:spTgt spid="33"/>
                                            </p:tgtEl>
                                            <p:attrNameLst>
                                              <p:attrName>ppt_h</p:attrName>
                                            </p:attrNameLst>
                                          </p:cBhvr>
                                          <p:tavLst>
                                            <p:tav tm="0">
                                              <p:val>
                                                <p:fltVal val="0"/>
                                              </p:val>
                                            </p:tav>
                                            <p:tav tm="100000">
                                              <p:val>
                                                <p:strVal val="#ppt_h"/>
                                              </p:val>
                                            </p:tav>
                                          </p:tavLst>
                                        </p:anim>
                                        <p:animEffect transition="in" filter="fade">
                                          <p:cBhvr>
                                            <p:cTn id="65" dur="750"/>
                                            <p:tgtEl>
                                              <p:spTgt spid="33"/>
                                            </p:tgtEl>
                                          </p:cBhvr>
                                        </p:animEffect>
                                      </p:childTnLst>
                                    </p:cTn>
                                  </p:par>
                                  <p:par>
                                    <p:cTn id="66" presetID="53" presetClass="entr" presetSubtype="16" fill="hold" grpId="0" nodeType="withEffect">
                                      <p:stCondLst>
                                        <p:cond delay="1750"/>
                                      </p:stCondLst>
                                      <p:childTnLst>
                                        <p:set>
                                          <p:cBhvr>
                                            <p:cTn id="67" dur="1" fill="hold">
                                              <p:stCondLst>
                                                <p:cond delay="0"/>
                                              </p:stCondLst>
                                            </p:cTn>
                                            <p:tgtEl>
                                              <p:spTgt spid="32"/>
                                            </p:tgtEl>
                                            <p:attrNameLst>
                                              <p:attrName>style.visibility</p:attrName>
                                            </p:attrNameLst>
                                          </p:cBhvr>
                                          <p:to>
                                            <p:strVal val="visible"/>
                                          </p:to>
                                        </p:set>
                                        <p:anim calcmode="lin" valueType="num">
                                          <p:cBhvr>
                                            <p:cTn id="68" dur="750" fill="hold"/>
                                            <p:tgtEl>
                                              <p:spTgt spid="32"/>
                                            </p:tgtEl>
                                            <p:attrNameLst>
                                              <p:attrName>ppt_w</p:attrName>
                                            </p:attrNameLst>
                                          </p:cBhvr>
                                          <p:tavLst>
                                            <p:tav tm="0">
                                              <p:val>
                                                <p:fltVal val="0"/>
                                              </p:val>
                                            </p:tav>
                                            <p:tav tm="100000">
                                              <p:val>
                                                <p:strVal val="#ppt_w"/>
                                              </p:val>
                                            </p:tav>
                                          </p:tavLst>
                                        </p:anim>
                                        <p:anim calcmode="lin" valueType="num">
                                          <p:cBhvr>
                                            <p:cTn id="69" dur="750" fill="hold"/>
                                            <p:tgtEl>
                                              <p:spTgt spid="32"/>
                                            </p:tgtEl>
                                            <p:attrNameLst>
                                              <p:attrName>ppt_h</p:attrName>
                                            </p:attrNameLst>
                                          </p:cBhvr>
                                          <p:tavLst>
                                            <p:tav tm="0">
                                              <p:val>
                                                <p:fltVal val="0"/>
                                              </p:val>
                                            </p:tav>
                                            <p:tav tm="100000">
                                              <p:val>
                                                <p:strVal val="#ppt_h"/>
                                              </p:val>
                                            </p:tav>
                                          </p:tavLst>
                                        </p:anim>
                                        <p:animEffect transition="in" filter="fade">
                                          <p:cBhvr>
                                            <p:cTn id="70" dur="750"/>
                                            <p:tgtEl>
                                              <p:spTgt spid="32"/>
                                            </p:tgtEl>
                                          </p:cBhvr>
                                        </p:animEffect>
                                      </p:childTnLst>
                                    </p:cTn>
                                  </p:par>
                                  <p:par>
                                    <p:cTn id="71" presetID="53" presetClass="entr" presetSubtype="16" fill="hold" grpId="0" nodeType="withEffect">
                                      <p:stCondLst>
                                        <p:cond delay="2000"/>
                                      </p:stCondLst>
                                      <p:childTnLst>
                                        <p:set>
                                          <p:cBhvr>
                                            <p:cTn id="72" dur="1" fill="hold">
                                              <p:stCondLst>
                                                <p:cond delay="0"/>
                                              </p:stCondLst>
                                            </p:cTn>
                                            <p:tgtEl>
                                              <p:spTgt spid="31"/>
                                            </p:tgtEl>
                                            <p:attrNameLst>
                                              <p:attrName>style.visibility</p:attrName>
                                            </p:attrNameLst>
                                          </p:cBhvr>
                                          <p:to>
                                            <p:strVal val="visible"/>
                                          </p:to>
                                        </p:set>
                                        <p:anim calcmode="lin" valueType="num">
                                          <p:cBhvr>
                                            <p:cTn id="73" dur="750" fill="hold"/>
                                            <p:tgtEl>
                                              <p:spTgt spid="31"/>
                                            </p:tgtEl>
                                            <p:attrNameLst>
                                              <p:attrName>ppt_w</p:attrName>
                                            </p:attrNameLst>
                                          </p:cBhvr>
                                          <p:tavLst>
                                            <p:tav tm="0">
                                              <p:val>
                                                <p:fltVal val="0"/>
                                              </p:val>
                                            </p:tav>
                                            <p:tav tm="100000">
                                              <p:val>
                                                <p:strVal val="#ppt_w"/>
                                              </p:val>
                                            </p:tav>
                                          </p:tavLst>
                                        </p:anim>
                                        <p:anim calcmode="lin" valueType="num">
                                          <p:cBhvr>
                                            <p:cTn id="74" dur="750" fill="hold"/>
                                            <p:tgtEl>
                                              <p:spTgt spid="31"/>
                                            </p:tgtEl>
                                            <p:attrNameLst>
                                              <p:attrName>ppt_h</p:attrName>
                                            </p:attrNameLst>
                                          </p:cBhvr>
                                          <p:tavLst>
                                            <p:tav tm="0">
                                              <p:val>
                                                <p:fltVal val="0"/>
                                              </p:val>
                                            </p:tav>
                                            <p:tav tm="100000">
                                              <p:val>
                                                <p:strVal val="#ppt_h"/>
                                              </p:val>
                                            </p:tav>
                                          </p:tavLst>
                                        </p:anim>
                                        <p:animEffect transition="in" filter="fade">
                                          <p:cBhvr>
                                            <p:cTn id="75" dur="750"/>
                                            <p:tgtEl>
                                              <p:spTgt spid="31"/>
                                            </p:tgtEl>
                                          </p:cBhvr>
                                        </p:animEffect>
                                      </p:childTnLst>
                                    </p:cTn>
                                  </p:par>
                                  <p:par>
                                    <p:cTn id="76" presetID="2" presetClass="entr" presetSubtype="4" fill="hold" grpId="0" nodeType="withEffect">
                                      <p:stCondLst>
                                        <p:cond delay="750"/>
                                      </p:stCondLst>
                                      <p:childTnLst>
                                        <p:set>
                                          <p:cBhvr>
                                            <p:cTn id="77" dur="1" fill="hold">
                                              <p:stCondLst>
                                                <p:cond delay="0"/>
                                              </p:stCondLst>
                                            </p:cTn>
                                            <p:tgtEl>
                                              <p:spTgt spid="29"/>
                                            </p:tgtEl>
                                            <p:attrNameLst>
                                              <p:attrName>style.visibility</p:attrName>
                                            </p:attrNameLst>
                                          </p:cBhvr>
                                          <p:to>
                                            <p:strVal val="visible"/>
                                          </p:to>
                                        </p:set>
                                        <p:anim calcmode="lin" valueType="num">
                                          <p:cBhvr additive="base">
                                            <p:cTn id="78" dur="1000" fill="hold"/>
                                            <p:tgtEl>
                                              <p:spTgt spid="29"/>
                                            </p:tgtEl>
                                            <p:attrNameLst>
                                              <p:attrName>ppt_x</p:attrName>
                                            </p:attrNameLst>
                                          </p:cBhvr>
                                          <p:tavLst>
                                            <p:tav tm="0">
                                              <p:val>
                                                <p:strVal val="#ppt_x"/>
                                              </p:val>
                                            </p:tav>
                                            <p:tav tm="100000">
                                              <p:val>
                                                <p:strVal val="#ppt_x"/>
                                              </p:val>
                                            </p:tav>
                                          </p:tavLst>
                                        </p:anim>
                                        <p:anim calcmode="lin" valueType="num">
                                          <p:cBhvr additive="base">
                                            <p:cTn id="79" dur="1000" fill="hold"/>
                                            <p:tgtEl>
                                              <p:spTgt spid="29"/>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750"/>
                                      </p:stCondLst>
                                      <p:childTnLst>
                                        <p:set>
                                          <p:cBhvr>
                                            <p:cTn id="81" dur="1" fill="hold">
                                              <p:stCondLst>
                                                <p:cond delay="0"/>
                                              </p:stCondLst>
                                            </p:cTn>
                                            <p:tgtEl>
                                              <p:spTgt spid="30"/>
                                            </p:tgtEl>
                                            <p:attrNameLst>
                                              <p:attrName>style.visibility</p:attrName>
                                            </p:attrNameLst>
                                          </p:cBhvr>
                                          <p:to>
                                            <p:strVal val="visible"/>
                                          </p:to>
                                        </p:set>
                                        <p:anim calcmode="lin" valueType="num">
                                          <p:cBhvr additive="base">
                                            <p:cTn id="82" dur="1000" fill="hold"/>
                                            <p:tgtEl>
                                              <p:spTgt spid="30"/>
                                            </p:tgtEl>
                                            <p:attrNameLst>
                                              <p:attrName>ppt_x</p:attrName>
                                            </p:attrNameLst>
                                          </p:cBhvr>
                                          <p:tavLst>
                                            <p:tav tm="0">
                                              <p:val>
                                                <p:strVal val="#ppt_x"/>
                                              </p:val>
                                            </p:tav>
                                            <p:tav tm="100000">
                                              <p:val>
                                                <p:strVal val="#ppt_x"/>
                                              </p:val>
                                            </p:tav>
                                          </p:tavLst>
                                        </p:anim>
                                        <p:anim calcmode="lin" valueType="num">
                                          <p:cBhvr additive="base">
                                            <p:cTn id="83" dur="1000" fill="hold"/>
                                            <p:tgtEl>
                                              <p:spTgt spid="30"/>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750"/>
                                      </p:stCondLst>
                                      <p:childTnLst>
                                        <p:set>
                                          <p:cBhvr>
                                            <p:cTn id="85" dur="1" fill="hold">
                                              <p:stCondLst>
                                                <p:cond delay="0"/>
                                              </p:stCondLst>
                                            </p:cTn>
                                            <p:tgtEl>
                                              <p:spTgt spid="62"/>
                                            </p:tgtEl>
                                            <p:attrNameLst>
                                              <p:attrName>style.visibility</p:attrName>
                                            </p:attrNameLst>
                                          </p:cBhvr>
                                          <p:to>
                                            <p:strVal val="visible"/>
                                          </p:to>
                                        </p:set>
                                        <p:anim calcmode="lin" valueType="num">
                                          <p:cBhvr additive="base">
                                            <p:cTn id="86" dur="1000" fill="hold"/>
                                            <p:tgtEl>
                                              <p:spTgt spid="62"/>
                                            </p:tgtEl>
                                            <p:attrNameLst>
                                              <p:attrName>ppt_x</p:attrName>
                                            </p:attrNameLst>
                                          </p:cBhvr>
                                          <p:tavLst>
                                            <p:tav tm="0">
                                              <p:val>
                                                <p:strVal val="#ppt_x"/>
                                              </p:val>
                                            </p:tav>
                                            <p:tav tm="100000">
                                              <p:val>
                                                <p:strVal val="#ppt_x"/>
                                              </p:val>
                                            </p:tav>
                                          </p:tavLst>
                                        </p:anim>
                                        <p:anim calcmode="lin" valueType="num">
                                          <p:cBhvr additive="base">
                                            <p:cTn id="87" dur="1000" fill="hold"/>
                                            <p:tgtEl>
                                              <p:spTgt spid="6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1000"/>
                                      </p:stCondLst>
                                      <p:childTnLst>
                                        <p:set>
                                          <p:cBhvr>
                                            <p:cTn id="89" dur="1" fill="hold">
                                              <p:stCondLst>
                                                <p:cond delay="0"/>
                                              </p:stCondLst>
                                            </p:cTn>
                                            <p:tgtEl>
                                              <p:spTgt spid="27"/>
                                            </p:tgtEl>
                                            <p:attrNameLst>
                                              <p:attrName>style.visibility</p:attrName>
                                            </p:attrNameLst>
                                          </p:cBhvr>
                                          <p:to>
                                            <p:strVal val="visible"/>
                                          </p:to>
                                        </p:set>
                                        <p:anim calcmode="lin" valueType="num">
                                          <p:cBhvr additive="base">
                                            <p:cTn id="90" dur="1000" fill="hold"/>
                                            <p:tgtEl>
                                              <p:spTgt spid="27"/>
                                            </p:tgtEl>
                                            <p:attrNameLst>
                                              <p:attrName>ppt_x</p:attrName>
                                            </p:attrNameLst>
                                          </p:cBhvr>
                                          <p:tavLst>
                                            <p:tav tm="0">
                                              <p:val>
                                                <p:strVal val="#ppt_x"/>
                                              </p:val>
                                            </p:tav>
                                            <p:tav tm="100000">
                                              <p:val>
                                                <p:strVal val="#ppt_x"/>
                                              </p:val>
                                            </p:tav>
                                          </p:tavLst>
                                        </p:anim>
                                        <p:anim calcmode="lin" valueType="num">
                                          <p:cBhvr additive="base">
                                            <p:cTn id="91" dur="1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1000"/>
                                      </p:stCondLst>
                                      <p:childTnLst>
                                        <p:set>
                                          <p:cBhvr>
                                            <p:cTn id="93" dur="1" fill="hold">
                                              <p:stCondLst>
                                                <p:cond delay="0"/>
                                              </p:stCondLst>
                                            </p:cTn>
                                            <p:tgtEl>
                                              <p:spTgt spid="28"/>
                                            </p:tgtEl>
                                            <p:attrNameLst>
                                              <p:attrName>style.visibility</p:attrName>
                                            </p:attrNameLst>
                                          </p:cBhvr>
                                          <p:to>
                                            <p:strVal val="visible"/>
                                          </p:to>
                                        </p:set>
                                        <p:anim calcmode="lin" valueType="num">
                                          <p:cBhvr additive="base">
                                            <p:cTn id="94" dur="1000" fill="hold"/>
                                            <p:tgtEl>
                                              <p:spTgt spid="28"/>
                                            </p:tgtEl>
                                            <p:attrNameLst>
                                              <p:attrName>ppt_x</p:attrName>
                                            </p:attrNameLst>
                                          </p:cBhvr>
                                          <p:tavLst>
                                            <p:tav tm="0">
                                              <p:val>
                                                <p:strVal val="#ppt_x"/>
                                              </p:val>
                                            </p:tav>
                                            <p:tav tm="100000">
                                              <p:val>
                                                <p:strVal val="#ppt_x"/>
                                              </p:val>
                                            </p:tav>
                                          </p:tavLst>
                                        </p:anim>
                                        <p:anim calcmode="lin" valueType="num">
                                          <p:cBhvr additive="base">
                                            <p:cTn id="95" dur="1000" fill="hold"/>
                                            <p:tgtEl>
                                              <p:spTgt spid="28"/>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100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1000" fill="hold"/>
                                            <p:tgtEl>
                                              <p:spTgt spid="61"/>
                                            </p:tgtEl>
                                            <p:attrNameLst>
                                              <p:attrName>ppt_x</p:attrName>
                                            </p:attrNameLst>
                                          </p:cBhvr>
                                          <p:tavLst>
                                            <p:tav tm="0">
                                              <p:val>
                                                <p:strVal val="#ppt_x"/>
                                              </p:val>
                                            </p:tav>
                                            <p:tav tm="100000">
                                              <p:val>
                                                <p:strVal val="#ppt_x"/>
                                              </p:val>
                                            </p:tav>
                                          </p:tavLst>
                                        </p:anim>
                                        <p:anim calcmode="lin" valueType="num">
                                          <p:cBhvr additive="base">
                                            <p:cTn id="99" dur="1000" fill="hold"/>
                                            <p:tgtEl>
                                              <p:spTgt spid="61"/>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125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1000" fill="hold"/>
                                            <p:tgtEl>
                                              <p:spTgt spid="25"/>
                                            </p:tgtEl>
                                            <p:attrNameLst>
                                              <p:attrName>ppt_x</p:attrName>
                                            </p:attrNameLst>
                                          </p:cBhvr>
                                          <p:tavLst>
                                            <p:tav tm="0">
                                              <p:val>
                                                <p:strVal val="#ppt_x"/>
                                              </p:val>
                                            </p:tav>
                                            <p:tav tm="100000">
                                              <p:val>
                                                <p:strVal val="#ppt_x"/>
                                              </p:val>
                                            </p:tav>
                                          </p:tavLst>
                                        </p:anim>
                                        <p:anim calcmode="lin" valueType="num">
                                          <p:cBhvr additive="base">
                                            <p:cTn id="103" dur="1000" fill="hold"/>
                                            <p:tgtEl>
                                              <p:spTgt spid="25"/>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125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1000" fill="hold"/>
                                            <p:tgtEl>
                                              <p:spTgt spid="26"/>
                                            </p:tgtEl>
                                            <p:attrNameLst>
                                              <p:attrName>ppt_x</p:attrName>
                                            </p:attrNameLst>
                                          </p:cBhvr>
                                          <p:tavLst>
                                            <p:tav tm="0">
                                              <p:val>
                                                <p:strVal val="#ppt_x"/>
                                              </p:val>
                                            </p:tav>
                                            <p:tav tm="100000">
                                              <p:val>
                                                <p:strVal val="#ppt_x"/>
                                              </p:val>
                                            </p:tav>
                                          </p:tavLst>
                                        </p:anim>
                                        <p:anim calcmode="lin" valueType="num">
                                          <p:cBhvr additive="base">
                                            <p:cTn id="107" dur="1000" fill="hold"/>
                                            <p:tgtEl>
                                              <p:spTgt spid="26"/>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1250"/>
                                      </p:stCondLst>
                                      <p:childTnLst>
                                        <p:set>
                                          <p:cBhvr>
                                            <p:cTn id="109" dur="1" fill="hold">
                                              <p:stCondLst>
                                                <p:cond delay="0"/>
                                              </p:stCondLst>
                                            </p:cTn>
                                            <p:tgtEl>
                                              <p:spTgt spid="60"/>
                                            </p:tgtEl>
                                            <p:attrNameLst>
                                              <p:attrName>style.visibility</p:attrName>
                                            </p:attrNameLst>
                                          </p:cBhvr>
                                          <p:to>
                                            <p:strVal val="visible"/>
                                          </p:to>
                                        </p:set>
                                        <p:anim calcmode="lin" valueType="num">
                                          <p:cBhvr additive="base">
                                            <p:cTn id="110" dur="1000" fill="hold"/>
                                            <p:tgtEl>
                                              <p:spTgt spid="60"/>
                                            </p:tgtEl>
                                            <p:attrNameLst>
                                              <p:attrName>ppt_x</p:attrName>
                                            </p:attrNameLst>
                                          </p:cBhvr>
                                          <p:tavLst>
                                            <p:tav tm="0">
                                              <p:val>
                                                <p:strVal val="#ppt_x"/>
                                              </p:val>
                                            </p:tav>
                                            <p:tav tm="100000">
                                              <p:val>
                                                <p:strVal val="#ppt_x"/>
                                              </p:val>
                                            </p:tav>
                                          </p:tavLst>
                                        </p:anim>
                                        <p:anim calcmode="lin" valueType="num">
                                          <p:cBhvr additive="base">
                                            <p:cTn id="111" dur="1000" fill="hold"/>
                                            <p:tgtEl>
                                              <p:spTgt spid="6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1500"/>
                                      </p:stCondLst>
                                      <p:childTnLst>
                                        <p:set>
                                          <p:cBhvr>
                                            <p:cTn id="113" dur="1" fill="hold">
                                              <p:stCondLst>
                                                <p:cond delay="0"/>
                                              </p:stCondLst>
                                            </p:cTn>
                                            <p:tgtEl>
                                              <p:spTgt spid="23"/>
                                            </p:tgtEl>
                                            <p:attrNameLst>
                                              <p:attrName>style.visibility</p:attrName>
                                            </p:attrNameLst>
                                          </p:cBhvr>
                                          <p:to>
                                            <p:strVal val="visible"/>
                                          </p:to>
                                        </p:set>
                                        <p:anim calcmode="lin" valueType="num">
                                          <p:cBhvr additive="base">
                                            <p:cTn id="114" dur="1000" fill="hold"/>
                                            <p:tgtEl>
                                              <p:spTgt spid="23"/>
                                            </p:tgtEl>
                                            <p:attrNameLst>
                                              <p:attrName>ppt_x</p:attrName>
                                            </p:attrNameLst>
                                          </p:cBhvr>
                                          <p:tavLst>
                                            <p:tav tm="0">
                                              <p:val>
                                                <p:strVal val="#ppt_x"/>
                                              </p:val>
                                            </p:tav>
                                            <p:tav tm="100000">
                                              <p:val>
                                                <p:strVal val="#ppt_x"/>
                                              </p:val>
                                            </p:tav>
                                          </p:tavLst>
                                        </p:anim>
                                        <p:anim calcmode="lin" valueType="num">
                                          <p:cBhvr additive="base">
                                            <p:cTn id="115" dur="1000" fill="hold"/>
                                            <p:tgtEl>
                                              <p:spTgt spid="23"/>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1500"/>
                                      </p:stCondLst>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1000" fill="hold"/>
                                            <p:tgtEl>
                                              <p:spTgt spid="24"/>
                                            </p:tgtEl>
                                            <p:attrNameLst>
                                              <p:attrName>ppt_x</p:attrName>
                                            </p:attrNameLst>
                                          </p:cBhvr>
                                          <p:tavLst>
                                            <p:tav tm="0">
                                              <p:val>
                                                <p:strVal val="#ppt_x"/>
                                              </p:val>
                                            </p:tav>
                                            <p:tav tm="100000">
                                              <p:val>
                                                <p:strVal val="#ppt_x"/>
                                              </p:val>
                                            </p:tav>
                                          </p:tavLst>
                                        </p:anim>
                                        <p:anim calcmode="lin" valueType="num">
                                          <p:cBhvr additive="base">
                                            <p:cTn id="119" dur="1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1500"/>
                                      </p:stCondLst>
                                      <p:childTnLst>
                                        <p:set>
                                          <p:cBhvr>
                                            <p:cTn id="121" dur="1" fill="hold">
                                              <p:stCondLst>
                                                <p:cond delay="0"/>
                                              </p:stCondLst>
                                            </p:cTn>
                                            <p:tgtEl>
                                              <p:spTgt spid="59"/>
                                            </p:tgtEl>
                                            <p:attrNameLst>
                                              <p:attrName>style.visibility</p:attrName>
                                            </p:attrNameLst>
                                          </p:cBhvr>
                                          <p:to>
                                            <p:strVal val="visible"/>
                                          </p:to>
                                        </p:set>
                                        <p:anim calcmode="lin" valueType="num">
                                          <p:cBhvr additive="base">
                                            <p:cTn id="122" dur="1000" fill="hold"/>
                                            <p:tgtEl>
                                              <p:spTgt spid="59"/>
                                            </p:tgtEl>
                                            <p:attrNameLst>
                                              <p:attrName>ppt_x</p:attrName>
                                            </p:attrNameLst>
                                          </p:cBhvr>
                                          <p:tavLst>
                                            <p:tav tm="0">
                                              <p:val>
                                                <p:strVal val="#ppt_x"/>
                                              </p:val>
                                            </p:tav>
                                            <p:tav tm="100000">
                                              <p:val>
                                                <p:strVal val="#ppt_x"/>
                                              </p:val>
                                            </p:tav>
                                          </p:tavLst>
                                        </p:anim>
                                        <p:anim calcmode="lin" valueType="num">
                                          <p:cBhvr additive="base">
                                            <p:cTn id="123" dur="1000" fill="hold"/>
                                            <p:tgtEl>
                                              <p:spTgt spid="59"/>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1750"/>
                                      </p:stCondLst>
                                      <p:childTnLst>
                                        <p:set>
                                          <p:cBhvr>
                                            <p:cTn id="125" dur="1" fill="hold">
                                              <p:stCondLst>
                                                <p:cond delay="0"/>
                                              </p:stCondLst>
                                            </p:cTn>
                                            <p:tgtEl>
                                              <p:spTgt spid="21"/>
                                            </p:tgtEl>
                                            <p:attrNameLst>
                                              <p:attrName>style.visibility</p:attrName>
                                            </p:attrNameLst>
                                          </p:cBhvr>
                                          <p:to>
                                            <p:strVal val="visible"/>
                                          </p:to>
                                        </p:set>
                                        <p:anim calcmode="lin" valueType="num">
                                          <p:cBhvr additive="base">
                                            <p:cTn id="126" dur="1000" fill="hold"/>
                                            <p:tgtEl>
                                              <p:spTgt spid="21"/>
                                            </p:tgtEl>
                                            <p:attrNameLst>
                                              <p:attrName>ppt_x</p:attrName>
                                            </p:attrNameLst>
                                          </p:cBhvr>
                                          <p:tavLst>
                                            <p:tav tm="0">
                                              <p:val>
                                                <p:strVal val="#ppt_x"/>
                                              </p:val>
                                            </p:tav>
                                            <p:tav tm="100000">
                                              <p:val>
                                                <p:strVal val="#ppt_x"/>
                                              </p:val>
                                            </p:tav>
                                          </p:tavLst>
                                        </p:anim>
                                        <p:anim calcmode="lin" valueType="num">
                                          <p:cBhvr additive="base">
                                            <p:cTn id="127" dur="1000" fill="hold"/>
                                            <p:tgtEl>
                                              <p:spTgt spid="21"/>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175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1000" fill="hold"/>
                                            <p:tgtEl>
                                              <p:spTgt spid="22"/>
                                            </p:tgtEl>
                                            <p:attrNameLst>
                                              <p:attrName>ppt_x</p:attrName>
                                            </p:attrNameLst>
                                          </p:cBhvr>
                                          <p:tavLst>
                                            <p:tav tm="0">
                                              <p:val>
                                                <p:strVal val="#ppt_x"/>
                                              </p:val>
                                            </p:tav>
                                            <p:tav tm="100000">
                                              <p:val>
                                                <p:strVal val="#ppt_x"/>
                                              </p:val>
                                            </p:tav>
                                          </p:tavLst>
                                        </p:anim>
                                        <p:anim calcmode="lin" valueType="num">
                                          <p:cBhvr additive="base">
                                            <p:cTn id="131" dur="1000" fill="hold"/>
                                            <p:tgtEl>
                                              <p:spTgt spid="22"/>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1750"/>
                                      </p:stCondLst>
                                      <p:childTnLst>
                                        <p:set>
                                          <p:cBhvr>
                                            <p:cTn id="133" dur="1" fill="hold">
                                              <p:stCondLst>
                                                <p:cond delay="0"/>
                                              </p:stCondLst>
                                            </p:cTn>
                                            <p:tgtEl>
                                              <p:spTgt spid="58"/>
                                            </p:tgtEl>
                                            <p:attrNameLst>
                                              <p:attrName>style.visibility</p:attrName>
                                            </p:attrNameLst>
                                          </p:cBhvr>
                                          <p:to>
                                            <p:strVal val="visible"/>
                                          </p:to>
                                        </p:set>
                                        <p:anim calcmode="lin" valueType="num">
                                          <p:cBhvr additive="base">
                                            <p:cTn id="134" dur="1000" fill="hold"/>
                                            <p:tgtEl>
                                              <p:spTgt spid="58"/>
                                            </p:tgtEl>
                                            <p:attrNameLst>
                                              <p:attrName>ppt_x</p:attrName>
                                            </p:attrNameLst>
                                          </p:cBhvr>
                                          <p:tavLst>
                                            <p:tav tm="0">
                                              <p:val>
                                                <p:strVal val="#ppt_x"/>
                                              </p:val>
                                            </p:tav>
                                            <p:tav tm="100000">
                                              <p:val>
                                                <p:strVal val="#ppt_x"/>
                                              </p:val>
                                            </p:tav>
                                          </p:tavLst>
                                        </p:anim>
                                        <p:anim calcmode="lin" valueType="num">
                                          <p:cBhvr additive="base">
                                            <p:cTn id="135" dur="1000" fill="hold"/>
                                            <p:tgtEl>
                                              <p:spTgt spid="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p:bldP spid="23" grpId="0" animBg="1"/>
          <p:bldP spid="24" grpId="0"/>
          <p:bldP spid="25" grpId="0" animBg="1"/>
          <p:bldP spid="26" grpId="0"/>
          <p:bldP spid="27" grpId="0" animBg="1"/>
          <p:bldP spid="28" grpId="0"/>
          <p:bldP spid="29" grpId="0" animBg="1"/>
          <p:bldP spid="30" grpId="0"/>
          <p:bldP spid="31" grpId="0"/>
          <p:bldP spid="32" grpId="0"/>
          <p:bldP spid="33" grpId="0"/>
          <p:bldP spid="34" grpId="0"/>
          <p:bldP spid="35" grpId="0"/>
          <p:bldP spid="58" grpId="0"/>
          <p:bldP spid="59" grpId="0"/>
          <p:bldP spid="60" grpId="0"/>
          <p:bldP spid="61" grpId="0"/>
          <p:bldP spid="62" grpId="0"/>
        </p:bldLst>
      </p:timing>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FC4F4CC8-FC9F-413A-AFD6-029E691EB506}"/>
              </a:ext>
            </a:extLst>
          </p:cNvPr>
          <p:cNvGrpSpPr/>
          <p:nvPr/>
        </p:nvGrpSpPr>
        <p:grpSpPr>
          <a:xfrm>
            <a:off x="7338709" y="437293"/>
            <a:ext cx="1781790" cy="5983419"/>
            <a:chOff x="7338709" y="437293"/>
            <a:chExt cx="1781790" cy="5983419"/>
          </a:xfrm>
        </p:grpSpPr>
        <p:sp>
          <p:nvSpPr>
            <p:cNvPr id="2" name="Freeform 5">
              <a:extLst>
                <a:ext uri="{FF2B5EF4-FFF2-40B4-BE49-F238E27FC236}">
                  <a16:creationId xmlns:a16="http://schemas.microsoft.com/office/drawing/2014/main" id="{7B40B580-92B2-4C8E-82D7-48ACDB4DBF89}"/>
                </a:ext>
              </a:extLst>
            </p:cNvPr>
            <p:cNvSpPr>
              <a:spLocks noEditPoints="1"/>
            </p:cNvSpPr>
            <p:nvPr/>
          </p:nvSpPr>
          <p:spPr bwMode="auto">
            <a:xfrm rot="5400000">
              <a:off x="5237894" y="2538108"/>
              <a:ext cx="5983419" cy="1781790"/>
            </a:xfrm>
            <a:custGeom>
              <a:avLst/>
              <a:gdLst>
                <a:gd name="T0" fmla="*/ 2076 w 2438"/>
                <a:gd name="T1" fmla="*/ 0 h 724"/>
                <a:gd name="T2" fmla="*/ 1790 w 2438"/>
                <a:gd name="T3" fmla="*/ 140 h 724"/>
                <a:gd name="T4" fmla="*/ 1505 w 2438"/>
                <a:gd name="T5" fmla="*/ 0 h 724"/>
                <a:gd name="T6" fmla="*/ 1219 w 2438"/>
                <a:gd name="T7" fmla="*/ 140 h 724"/>
                <a:gd name="T8" fmla="*/ 934 w 2438"/>
                <a:gd name="T9" fmla="*/ 0 h 724"/>
                <a:gd name="T10" fmla="*/ 648 w 2438"/>
                <a:gd name="T11" fmla="*/ 140 h 724"/>
                <a:gd name="T12" fmla="*/ 362 w 2438"/>
                <a:gd name="T13" fmla="*/ 0 h 724"/>
                <a:gd name="T14" fmla="*/ 0 w 2438"/>
                <a:gd name="T15" fmla="*/ 362 h 724"/>
                <a:gd name="T16" fmla="*/ 362 w 2438"/>
                <a:gd name="T17" fmla="*/ 724 h 724"/>
                <a:gd name="T18" fmla="*/ 648 w 2438"/>
                <a:gd name="T19" fmla="*/ 584 h 724"/>
                <a:gd name="T20" fmla="*/ 934 w 2438"/>
                <a:gd name="T21" fmla="*/ 724 h 724"/>
                <a:gd name="T22" fmla="*/ 1219 w 2438"/>
                <a:gd name="T23" fmla="*/ 584 h 724"/>
                <a:gd name="T24" fmla="*/ 1505 w 2438"/>
                <a:gd name="T25" fmla="*/ 724 h 724"/>
                <a:gd name="T26" fmla="*/ 1790 w 2438"/>
                <a:gd name="T27" fmla="*/ 584 h 724"/>
                <a:gd name="T28" fmla="*/ 2076 w 2438"/>
                <a:gd name="T29" fmla="*/ 724 h 724"/>
                <a:gd name="T30" fmla="*/ 2438 w 2438"/>
                <a:gd name="T31" fmla="*/ 362 h 724"/>
                <a:gd name="T32" fmla="*/ 2076 w 2438"/>
                <a:gd name="T33" fmla="*/ 0 h 724"/>
                <a:gd name="T34" fmla="*/ 362 w 2438"/>
                <a:gd name="T35" fmla="*/ 571 h 724"/>
                <a:gd name="T36" fmla="*/ 153 w 2438"/>
                <a:gd name="T37" fmla="*/ 362 h 724"/>
                <a:gd name="T38" fmla="*/ 362 w 2438"/>
                <a:gd name="T39" fmla="*/ 153 h 724"/>
                <a:gd name="T40" fmla="*/ 571 w 2438"/>
                <a:gd name="T41" fmla="*/ 362 h 724"/>
                <a:gd name="T42" fmla="*/ 362 w 2438"/>
                <a:gd name="T43" fmla="*/ 571 h 724"/>
                <a:gd name="T44" fmla="*/ 934 w 2438"/>
                <a:gd name="T45" fmla="*/ 571 h 724"/>
                <a:gd name="T46" fmla="*/ 724 w 2438"/>
                <a:gd name="T47" fmla="*/ 362 h 724"/>
                <a:gd name="T48" fmla="*/ 934 w 2438"/>
                <a:gd name="T49" fmla="*/ 153 h 724"/>
                <a:gd name="T50" fmla="*/ 1143 w 2438"/>
                <a:gd name="T51" fmla="*/ 362 h 724"/>
                <a:gd name="T52" fmla="*/ 934 w 2438"/>
                <a:gd name="T53" fmla="*/ 571 h 724"/>
                <a:gd name="T54" fmla="*/ 1505 w 2438"/>
                <a:gd name="T55" fmla="*/ 571 h 724"/>
                <a:gd name="T56" fmla="*/ 1296 w 2438"/>
                <a:gd name="T57" fmla="*/ 362 h 724"/>
                <a:gd name="T58" fmla="*/ 1505 w 2438"/>
                <a:gd name="T59" fmla="*/ 153 h 724"/>
                <a:gd name="T60" fmla="*/ 1714 w 2438"/>
                <a:gd name="T61" fmla="*/ 362 h 724"/>
                <a:gd name="T62" fmla="*/ 1505 w 2438"/>
                <a:gd name="T63" fmla="*/ 571 h 724"/>
                <a:gd name="T64" fmla="*/ 2076 w 2438"/>
                <a:gd name="T65" fmla="*/ 571 h 724"/>
                <a:gd name="T66" fmla="*/ 1867 w 2438"/>
                <a:gd name="T67" fmla="*/ 362 h 724"/>
                <a:gd name="T68" fmla="*/ 2076 w 2438"/>
                <a:gd name="T69" fmla="*/ 153 h 724"/>
                <a:gd name="T70" fmla="*/ 2285 w 2438"/>
                <a:gd name="T71" fmla="*/ 362 h 724"/>
                <a:gd name="T72" fmla="*/ 2076 w 2438"/>
                <a:gd name="T73" fmla="*/ 571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38" h="724">
                  <a:moveTo>
                    <a:pt x="2076" y="0"/>
                  </a:moveTo>
                  <a:cubicBezTo>
                    <a:pt x="1960" y="0"/>
                    <a:pt x="1857" y="55"/>
                    <a:pt x="1790" y="140"/>
                  </a:cubicBezTo>
                  <a:cubicBezTo>
                    <a:pt x="1724" y="55"/>
                    <a:pt x="1621" y="0"/>
                    <a:pt x="1505" y="0"/>
                  </a:cubicBezTo>
                  <a:cubicBezTo>
                    <a:pt x="1389" y="0"/>
                    <a:pt x="1285" y="55"/>
                    <a:pt x="1219" y="140"/>
                  </a:cubicBezTo>
                  <a:cubicBezTo>
                    <a:pt x="1153" y="55"/>
                    <a:pt x="1049" y="0"/>
                    <a:pt x="934" y="0"/>
                  </a:cubicBezTo>
                  <a:cubicBezTo>
                    <a:pt x="818" y="0"/>
                    <a:pt x="714" y="55"/>
                    <a:pt x="648" y="140"/>
                  </a:cubicBezTo>
                  <a:cubicBezTo>
                    <a:pt x="582" y="55"/>
                    <a:pt x="478" y="0"/>
                    <a:pt x="362" y="0"/>
                  </a:cubicBezTo>
                  <a:cubicBezTo>
                    <a:pt x="163" y="0"/>
                    <a:pt x="0" y="163"/>
                    <a:pt x="0" y="362"/>
                  </a:cubicBezTo>
                  <a:cubicBezTo>
                    <a:pt x="0" y="562"/>
                    <a:pt x="163" y="724"/>
                    <a:pt x="362" y="724"/>
                  </a:cubicBezTo>
                  <a:cubicBezTo>
                    <a:pt x="478" y="724"/>
                    <a:pt x="582" y="669"/>
                    <a:pt x="648" y="584"/>
                  </a:cubicBezTo>
                  <a:cubicBezTo>
                    <a:pt x="714" y="669"/>
                    <a:pt x="818" y="724"/>
                    <a:pt x="934" y="724"/>
                  </a:cubicBezTo>
                  <a:cubicBezTo>
                    <a:pt x="1049" y="724"/>
                    <a:pt x="1153" y="669"/>
                    <a:pt x="1219" y="584"/>
                  </a:cubicBezTo>
                  <a:cubicBezTo>
                    <a:pt x="1285" y="669"/>
                    <a:pt x="1389" y="724"/>
                    <a:pt x="1505" y="724"/>
                  </a:cubicBezTo>
                  <a:cubicBezTo>
                    <a:pt x="1621" y="724"/>
                    <a:pt x="1724" y="669"/>
                    <a:pt x="1790" y="584"/>
                  </a:cubicBezTo>
                  <a:cubicBezTo>
                    <a:pt x="1857" y="669"/>
                    <a:pt x="1960" y="724"/>
                    <a:pt x="2076" y="724"/>
                  </a:cubicBezTo>
                  <a:cubicBezTo>
                    <a:pt x="2276" y="724"/>
                    <a:pt x="2438" y="562"/>
                    <a:pt x="2438" y="362"/>
                  </a:cubicBezTo>
                  <a:cubicBezTo>
                    <a:pt x="2438" y="163"/>
                    <a:pt x="2276" y="0"/>
                    <a:pt x="2076" y="0"/>
                  </a:cubicBezTo>
                  <a:moveTo>
                    <a:pt x="362" y="571"/>
                  </a:moveTo>
                  <a:cubicBezTo>
                    <a:pt x="247" y="571"/>
                    <a:pt x="153" y="478"/>
                    <a:pt x="153" y="362"/>
                  </a:cubicBezTo>
                  <a:cubicBezTo>
                    <a:pt x="153" y="247"/>
                    <a:pt x="247" y="153"/>
                    <a:pt x="362" y="153"/>
                  </a:cubicBezTo>
                  <a:cubicBezTo>
                    <a:pt x="478" y="153"/>
                    <a:pt x="571" y="247"/>
                    <a:pt x="571" y="362"/>
                  </a:cubicBezTo>
                  <a:cubicBezTo>
                    <a:pt x="571" y="478"/>
                    <a:pt x="478" y="571"/>
                    <a:pt x="362" y="571"/>
                  </a:cubicBezTo>
                  <a:moveTo>
                    <a:pt x="934" y="571"/>
                  </a:moveTo>
                  <a:cubicBezTo>
                    <a:pt x="818" y="571"/>
                    <a:pt x="724" y="478"/>
                    <a:pt x="724" y="362"/>
                  </a:cubicBezTo>
                  <a:cubicBezTo>
                    <a:pt x="724" y="247"/>
                    <a:pt x="818" y="153"/>
                    <a:pt x="934" y="153"/>
                  </a:cubicBezTo>
                  <a:cubicBezTo>
                    <a:pt x="1049" y="153"/>
                    <a:pt x="1143" y="247"/>
                    <a:pt x="1143" y="362"/>
                  </a:cubicBezTo>
                  <a:cubicBezTo>
                    <a:pt x="1143" y="478"/>
                    <a:pt x="1049" y="571"/>
                    <a:pt x="934" y="571"/>
                  </a:cubicBezTo>
                  <a:moveTo>
                    <a:pt x="1505" y="571"/>
                  </a:moveTo>
                  <a:cubicBezTo>
                    <a:pt x="1389" y="571"/>
                    <a:pt x="1296" y="478"/>
                    <a:pt x="1296" y="362"/>
                  </a:cubicBezTo>
                  <a:cubicBezTo>
                    <a:pt x="1296" y="247"/>
                    <a:pt x="1389" y="153"/>
                    <a:pt x="1505" y="153"/>
                  </a:cubicBezTo>
                  <a:cubicBezTo>
                    <a:pt x="1620" y="153"/>
                    <a:pt x="1714" y="247"/>
                    <a:pt x="1714" y="362"/>
                  </a:cubicBezTo>
                  <a:cubicBezTo>
                    <a:pt x="1714" y="478"/>
                    <a:pt x="1620" y="571"/>
                    <a:pt x="1505" y="571"/>
                  </a:cubicBezTo>
                  <a:moveTo>
                    <a:pt x="2076" y="571"/>
                  </a:moveTo>
                  <a:cubicBezTo>
                    <a:pt x="1961" y="571"/>
                    <a:pt x="1867" y="478"/>
                    <a:pt x="1867" y="362"/>
                  </a:cubicBezTo>
                  <a:cubicBezTo>
                    <a:pt x="1867" y="247"/>
                    <a:pt x="1961" y="153"/>
                    <a:pt x="2076" y="153"/>
                  </a:cubicBezTo>
                  <a:cubicBezTo>
                    <a:pt x="2191" y="153"/>
                    <a:pt x="2285" y="247"/>
                    <a:pt x="2285" y="362"/>
                  </a:cubicBezTo>
                  <a:cubicBezTo>
                    <a:pt x="2285" y="478"/>
                    <a:pt x="2191" y="571"/>
                    <a:pt x="2076" y="571"/>
                  </a:cubicBezTo>
                </a:path>
              </a:pathLst>
            </a:custGeom>
            <a:solidFill>
              <a:srgbClr val="F7FBFD"/>
            </a:solidFill>
            <a:ln>
              <a:noFill/>
            </a:ln>
            <a:effectLst>
              <a:outerShdw blurRad="279400" dist="152400" dir="2700000" sx="99000" sy="99000" algn="tl" rotWithShape="0">
                <a:srgbClr val="233953">
                  <a:alpha val="20000"/>
                </a:srgbClr>
              </a:outerShdw>
            </a:effectLst>
          </p:spPr>
          <p:txBody>
            <a:bodyPr vert="horz" wrap="square" lIns="91440" tIns="45720" rIns="91440" bIns="45720" numCol="1" anchor="t" anchorCtr="0" compatLnSpc="1">
              <a:prstTxWarp prst="textNoShape">
                <a:avLst/>
              </a:prstTxWarp>
            </a:bodyPr>
            <a:lstStyle/>
            <a:p>
              <a:endParaRPr lang="ru-UA"/>
            </a:p>
          </p:txBody>
        </p:sp>
        <p:sp>
          <p:nvSpPr>
            <p:cNvPr id="3" name="Freeform 6">
              <a:extLst>
                <a:ext uri="{FF2B5EF4-FFF2-40B4-BE49-F238E27FC236}">
                  <a16:creationId xmlns:a16="http://schemas.microsoft.com/office/drawing/2014/main" id="{2DB22715-049A-45BA-9331-3583842053E8}"/>
                </a:ext>
              </a:extLst>
            </p:cNvPr>
            <p:cNvSpPr>
              <a:spLocks/>
            </p:cNvSpPr>
            <p:nvPr/>
          </p:nvSpPr>
          <p:spPr bwMode="auto">
            <a:xfrm rot="5400000">
              <a:off x="7974176" y="2282681"/>
              <a:ext cx="1401233" cy="891412"/>
            </a:xfrm>
            <a:custGeom>
              <a:avLst/>
              <a:gdLst>
                <a:gd name="T0" fmla="*/ 286 w 571"/>
                <a:gd name="T1" fmla="*/ 0 h 362"/>
                <a:gd name="T2" fmla="*/ 255 w 571"/>
                <a:gd name="T3" fmla="*/ 1 h 362"/>
                <a:gd name="T4" fmla="*/ 0 w 571"/>
                <a:gd name="T5" fmla="*/ 140 h 362"/>
                <a:gd name="T6" fmla="*/ 76 w 571"/>
                <a:gd name="T7" fmla="*/ 362 h 362"/>
                <a:gd name="T8" fmla="*/ 286 w 571"/>
                <a:gd name="T9" fmla="*/ 153 h 362"/>
                <a:gd name="T10" fmla="*/ 495 w 571"/>
                <a:gd name="T11" fmla="*/ 362 h 362"/>
                <a:gd name="T12" fmla="*/ 571 w 571"/>
                <a:gd name="T13" fmla="*/ 140 h 362"/>
                <a:gd name="T14" fmla="*/ 316 w 571"/>
                <a:gd name="T15" fmla="*/ 1 h 362"/>
                <a:gd name="T16" fmla="*/ 286 w 571"/>
                <a:gd name="T1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1" h="362">
                  <a:moveTo>
                    <a:pt x="286" y="0"/>
                  </a:moveTo>
                  <a:cubicBezTo>
                    <a:pt x="275" y="0"/>
                    <a:pt x="265" y="1"/>
                    <a:pt x="255" y="1"/>
                  </a:cubicBezTo>
                  <a:cubicBezTo>
                    <a:pt x="152" y="10"/>
                    <a:pt x="60" y="62"/>
                    <a:pt x="0" y="140"/>
                  </a:cubicBezTo>
                  <a:cubicBezTo>
                    <a:pt x="48" y="201"/>
                    <a:pt x="76" y="279"/>
                    <a:pt x="76" y="362"/>
                  </a:cubicBezTo>
                  <a:cubicBezTo>
                    <a:pt x="76" y="247"/>
                    <a:pt x="170" y="153"/>
                    <a:pt x="286" y="153"/>
                  </a:cubicBezTo>
                  <a:cubicBezTo>
                    <a:pt x="401" y="153"/>
                    <a:pt x="495" y="247"/>
                    <a:pt x="495" y="362"/>
                  </a:cubicBezTo>
                  <a:cubicBezTo>
                    <a:pt x="495" y="279"/>
                    <a:pt x="523" y="201"/>
                    <a:pt x="571" y="140"/>
                  </a:cubicBezTo>
                  <a:cubicBezTo>
                    <a:pt x="511" y="62"/>
                    <a:pt x="419" y="10"/>
                    <a:pt x="316" y="1"/>
                  </a:cubicBezTo>
                  <a:cubicBezTo>
                    <a:pt x="306" y="1"/>
                    <a:pt x="296" y="0"/>
                    <a:pt x="286" y="0"/>
                  </a:cubicBezTo>
                </a:path>
              </a:pathLst>
            </a:custGeom>
            <a:gradFill flip="none" rotWithShape="1">
              <a:gsLst>
                <a:gs pos="0">
                  <a:schemeClr val="bg2">
                    <a:shade val="30000"/>
                    <a:satMod val="115000"/>
                  </a:schemeClr>
                </a:gs>
                <a:gs pos="36000">
                  <a:schemeClr val="bg2">
                    <a:shade val="100000"/>
                    <a:satMod val="115000"/>
                    <a:alpha val="0"/>
                  </a:schemeClr>
                </a:gs>
              </a:gsLst>
              <a:lin ang="192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 name="Freeform 7">
              <a:extLst>
                <a:ext uri="{FF2B5EF4-FFF2-40B4-BE49-F238E27FC236}">
                  <a16:creationId xmlns:a16="http://schemas.microsoft.com/office/drawing/2014/main" id="{D9466E91-D53E-455B-9309-08228F2C2497}"/>
                </a:ext>
              </a:extLst>
            </p:cNvPr>
            <p:cNvSpPr>
              <a:spLocks/>
            </p:cNvSpPr>
            <p:nvPr/>
          </p:nvSpPr>
          <p:spPr bwMode="auto">
            <a:xfrm rot="5400000">
              <a:off x="7083281" y="3684430"/>
              <a:ext cx="1401233" cy="890378"/>
            </a:xfrm>
            <a:custGeom>
              <a:avLst/>
              <a:gdLst>
                <a:gd name="T0" fmla="*/ 495 w 571"/>
                <a:gd name="T1" fmla="*/ 0 h 362"/>
                <a:gd name="T2" fmla="*/ 495 w 571"/>
                <a:gd name="T3" fmla="*/ 0 h 362"/>
                <a:gd name="T4" fmla="*/ 495 w 571"/>
                <a:gd name="T5" fmla="*/ 0 h 362"/>
                <a:gd name="T6" fmla="*/ 286 w 571"/>
                <a:gd name="T7" fmla="*/ 209 h 362"/>
                <a:gd name="T8" fmla="*/ 77 w 571"/>
                <a:gd name="T9" fmla="*/ 0 h 362"/>
                <a:gd name="T10" fmla="*/ 77 w 571"/>
                <a:gd name="T11" fmla="*/ 0 h 362"/>
                <a:gd name="T12" fmla="*/ 77 w 571"/>
                <a:gd name="T13" fmla="*/ 0 h 362"/>
                <a:gd name="T14" fmla="*/ 0 w 571"/>
                <a:gd name="T15" fmla="*/ 222 h 362"/>
                <a:gd name="T16" fmla="*/ 286 w 571"/>
                <a:gd name="T17" fmla="*/ 362 h 362"/>
                <a:gd name="T18" fmla="*/ 571 w 571"/>
                <a:gd name="T19" fmla="*/ 222 h 362"/>
                <a:gd name="T20" fmla="*/ 495 w 571"/>
                <a:gd name="T21"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1" h="362">
                  <a:moveTo>
                    <a:pt x="495" y="0"/>
                  </a:moveTo>
                  <a:cubicBezTo>
                    <a:pt x="495" y="0"/>
                    <a:pt x="495" y="0"/>
                    <a:pt x="495" y="0"/>
                  </a:cubicBezTo>
                  <a:cubicBezTo>
                    <a:pt x="495" y="0"/>
                    <a:pt x="495" y="0"/>
                    <a:pt x="495" y="0"/>
                  </a:cubicBezTo>
                  <a:cubicBezTo>
                    <a:pt x="495" y="116"/>
                    <a:pt x="401" y="209"/>
                    <a:pt x="286" y="209"/>
                  </a:cubicBezTo>
                  <a:cubicBezTo>
                    <a:pt x="170" y="209"/>
                    <a:pt x="77" y="116"/>
                    <a:pt x="77" y="0"/>
                  </a:cubicBezTo>
                  <a:cubicBezTo>
                    <a:pt x="77" y="0"/>
                    <a:pt x="77" y="0"/>
                    <a:pt x="77" y="0"/>
                  </a:cubicBezTo>
                  <a:cubicBezTo>
                    <a:pt x="77" y="0"/>
                    <a:pt x="77" y="0"/>
                    <a:pt x="77" y="0"/>
                  </a:cubicBezTo>
                  <a:cubicBezTo>
                    <a:pt x="77" y="84"/>
                    <a:pt x="48" y="161"/>
                    <a:pt x="0" y="222"/>
                  </a:cubicBezTo>
                  <a:cubicBezTo>
                    <a:pt x="66" y="307"/>
                    <a:pt x="170" y="362"/>
                    <a:pt x="286" y="362"/>
                  </a:cubicBezTo>
                  <a:cubicBezTo>
                    <a:pt x="402" y="362"/>
                    <a:pt x="505" y="307"/>
                    <a:pt x="571" y="222"/>
                  </a:cubicBezTo>
                  <a:cubicBezTo>
                    <a:pt x="524" y="161"/>
                    <a:pt x="495" y="84"/>
                    <a:pt x="495" y="0"/>
                  </a:cubicBezTo>
                </a:path>
              </a:pathLst>
            </a:custGeom>
            <a:gradFill flip="none" rotWithShape="1">
              <a:gsLst>
                <a:gs pos="0">
                  <a:schemeClr val="bg2">
                    <a:shade val="30000"/>
                    <a:satMod val="115000"/>
                  </a:schemeClr>
                </a:gs>
                <a:gs pos="36000">
                  <a:schemeClr val="bg2">
                    <a:shade val="100000"/>
                    <a:satMod val="115000"/>
                    <a:alpha val="0"/>
                  </a:schemeClr>
                </a:gs>
              </a:gsLst>
              <a:lin ang="18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 name="Freeform 8">
              <a:extLst>
                <a:ext uri="{FF2B5EF4-FFF2-40B4-BE49-F238E27FC236}">
                  <a16:creationId xmlns:a16="http://schemas.microsoft.com/office/drawing/2014/main" id="{8E35F201-F095-4F59-B1B1-6889B72AD1DC}"/>
                </a:ext>
              </a:extLst>
            </p:cNvPr>
            <p:cNvSpPr>
              <a:spLocks/>
            </p:cNvSpPr>
            <p:nvPr/>
          </p:nvSpPr>
          <p:spPr bwMode="auto">
            <a:xfrm rot="5400000">
              <a:off x="7879554" y="5179768"/>
              <a:ext cx="1590477" cy="891412"/>
            </a:xfrm>
            <a:custGeom>
              <a:avLst/>
              <a:gdLst>
                <a:gd name="T0" fmla="*/ 77 w 648"/>
                <a:gd name="T1" fmla="*/ 362 h 362"/>
                <a:gd name="T2" fmla="*/ 286 w 648"/>
                <a:gd name="T3" fmla="*/ 153 h 362"/>
                <a:gd name="T4" fmla="*/ 495 w 648"/>
                <a:gd name="T5" fmla="*/ 362 h 362"/>
                <a:gd name="T6" fmla="*/ 648 w 648"/>
                <a:gd name="T7" fmla="*/ 362 h 362"/>
                <a:gd name="T8" fmla="*/ 286 w 648"/>
                <a:gd name="T9" fmla="*/ 0 h 362"/>
                <a:gd name="T10" fmla="*/ 0 w 648"/>
                <a:gd name="T11" fmla="*/ 140 h 362"/>
                <a:gd name="T12" fmla="*/ 77 w 648"/>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648" h="362">
                  <a:moveTo>
                    <a:pt x="77" y="362"/>
                  </a:moveTo>
                  <a:cubicBezTo>
                    <a:pt x="77" y="247"/>
                    <a:pt x="171" y="153"/>
                    <a:pt x="286" y="153"/>
                  </a:cubicBezTo>
                  <a:cubicBezTo>
                    <a:pt x="401" y="153"/>
                    <a:pt x="495" y="247"/>
                    <a:pt x="495" y="362"/>
                  </a:cubicBezTo>
                  <a:cubicBezTo>
                    <a:pt x="648" y="362"/>
                    <a:pt x="648" y="362"/>
                    <a:pt x="648" y="362"/>
                  </a:cubicBezTo>
                  <a:cubicBezTo>
                    <a:pt x="648" y="163"/>
                    <a:pt x="486" y="0"/>
                    <a:pt x="286" y="0"/>
                  </a:cubicBezTo>
                  <a:cubicBezTo>
                    <a:pt x="170" y="0"/>
                    <a:pt x="67" y="55"/>
                    <a:pt x="0" y="140"/>
                  </a:cubicBezTo>
                  <a:cubicBezTo>
                    <a:pt x="48" y="201"/>
                    <a:pt x="77" y="279"/>
                    <a:pt x="77" y="362"/>
                  </a:cubicBezTo>
                  <a:close/>
                </a:path>
              </a:pathLst>
            </a:custGeom>
            <a:gradFill flip="none" rotWithShape="1">
              <a:gsLst>
                <a:gs pos="0">
                  <a:schemeClr val="bg2">
                    <a:shade val="30000"/>
                    <a:satMod val="115000"/>
                  </a:schemeClr>
                </a:gs>
                <a:gs pos="36000">
                  <a:schemeClr val="bg2">
                    <a:shade val="100000"/>
                    <a:satMod val="115000"/>
                    <a:alpha val="0"/>
                  </a:schemeClr>
                </a:gs>
              </a:gsLst>
              <a:lin ang="192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6" name="Freeform 9">
              <a:extLst>
                <a:ext uri="{FF2B5EF4-FFF2-40B4-BE49-F238E27FC236}">
                  <a16:creationId xmlns:a16="http://schemas.microsoft.com/office/drawing/2014/main" id="{AEF3B61E-A2AE-4A1A-8B8C-BCFA9414CB07}"/>
                </a:ext>
              </a:extLst>
            </p:cNvPr>
            <p:cNvSpPr>
              <a:spLocks/>
            </p:cNvSpPr>
            <p:nvPr/>
          </p:nvSpPr>
          <p:spPr bwMode="auto">
            <a:xfrm rot="5400000">
              <a:off x="7974176" y="2282681"/>
              <a:ext cx="1401233" cy="891412"/>
            </a:xfrm>
            <a:custGeom>
              <a:avLst/>
              <a:gdLst>
                <a:gd name="T0" fmla="*/ 76 w 571"/>
                <a:gd name="T1" fmla="*/ 362 h 362"/>
                <a:gd name="T2" fmla="*/ 286 w 571"/>
                <a:gd name="T3" fmla="*/ 153 h 362"/>
                <a:gd name="T4" fmla="*/ 495 w 571"/>
                <a:gd name="T5" fmla="*/ 362 h 362"/>
                <a:gd name="T6" fmla="*/ 571 w 571"/>
                <a:gd name="T7" fmla="*/ 140 h 362"/>
                <a:gd name="T8" fmla="*/ 286 w 571"/>
                <a:gd name="T9" fmla="*/ 0 h 362"/>
                <a:gd name="T10" fmla="*/ 0 w 571"/>
                <a:gd name="T11" fmla="*/ 140 h 362"/>
                <a:gd name="T12" fmla="*/ 76 w 571"/>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571" h="362">
                  <a:moveTo>
                    <a:pt x="76" y="362"/>
                  </a:moveTo>
                  <a:cubicBezTo>
                    <a:pt x="76" y="247"/>
                    <a:pt x="170" y="153"/>
                    <a:pt x="286" y="153"/>
                  </a:cubicBezTo>
                  <a:cubicBezTo>
                    <a:pt x="401" y="153"/>
                    <a:pt x="495" y="247"/>
                    <a:pt x="495" y="362"/>
                  </a:cubicBezTo>
                  <a:cubicBezTo>
                    <a:pt x="495" y="279"/>
                    <a:pt x="523" y="201"/>
                    <a:pt x="571" y="140"/>
                  </a:cubicBezTo>
                  <a:cubicBezTo>
                    <a:pt x="505" y="55"/>
                    <a:pt x="401" y="0"/>
                    <a:pt x="286" y="0"/>
                  </a:cubicBezTo>
                  <a:cubicBezTo>
                    <a:pt x="170" y="0"/>
                    <a:pt x="66" y="55"/>
                    <a:pt x="0" y="140"/>
                  </a:cubicBezTo>
                  <a:cubicBezTo>
                    <a:pt x="48" y="201"/>
                    <a:pt x="76" y="279"/>
                    <a:pt x="76" y="362"/>
                  </a:cubicBezTo>
                  <a:close/>
                </a:path>
              </a:pathLst>
            </a:custGeom>
            <a:gradFill flip="none" rotWithShape="1">
              <a:gsLst>
                <a:gs pos="0">
                  <a:schemeClr val="bg2">
                    <a:shade val="30000"/>
                    <a:satMod val="115000"/>
                  </a:schemeClr>
                </a:gs>
                <a:gs pos="36000">
                  <a:schemeClr val="bg2">
                    <a:shade val="100000"/>
                    <a:satMod val="115000"/>
                    <a:alpha val="0"/>
                  </a:schemeClr>
                </a:gs>
              </a:gsLst>
              <a:lin ang="132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10">
              <a:extLst>
                <a:ext uri="{FF2B5EF4-FFF2-40B4-BE49-F238E27FC236}">
                  <a16:creationId xmlns:a16="http://schemas.microsoft.com/office/drawing/2014/main" id="{4C6C7C05-63D6-473F-8316-D61E9277E628}"/>
                </a:ext>
              </a:extLst>
            </p:cNvPr>
            <p:cNvSpPr>
              <a:spLocks/>
            </p:cNvSpPr>
            <p:nvPr/>
          </p:nvSpPr>
          <p:spPr bwMode="auto">
            <a:xfrm rot="5400000">
              <a:off x="7083281" y="3684430"/>
              <a:ext cx="1401233" cy="890378"/>
            </a:xfrm>
            <a:custGeom>
              <a:avLst/>
              <a:gdLst>
                <a:gd name="T0" fmla="*/ 495 w 571"/>
                <a:gd name="T1" fmla="*/ 0 h 362"/>
                <a:gd name="T2" fmla="*/ 286 w 571"/>
                <a:gd name="T3" fmla="*/ 209 h 362"/>
                <a:gd name="T4" fmla="*/ 77 w 571"/>
                <a:gd name="T5" fmla="*/ 0 h 362"/>
                <a:gd name="T6" fmla="*/ 0 w 571"/>
                <a:gd name="T7" fmla="*/ 222 h 362"/>
                <a:gd name="T8" fmla="*/ 286 w 571"/>
                <a:gd name="T9" fmla="*/ 362 h 362"/>
                <a:gd name="T10" fmla="*/ 571 w 571"/>
                <a:gd name="T11" fmla="*/ 222 h 362"/>
                <a:gd name="T12" fmla="*/ 495 w 571"/>
                <a:gd name="T13" fmla="*/ 0 h 362"/>
              </a:gdLst>
              <a:ahLst/>
              <a:cxnLst>
                <a:cxn ang="0">
                  <a:pos x="T0" y="T1"/>
                </a:cxn>
                <a:cxn ang="0">
                  <a:pos x="T2" y="T3"/>
                </a:cxn>
                <a:cxn ang="0">
                  <a:pos x="T4" y="T5"/>
                </a:cxn>
                <a:cxn ang="0">
                  <a:pos x="T6" y="T7"/>
                </a:cxn>
                <a:cxn ang="0">
                  <a:pos x="T8" y="T9"/>
                </a:cxn>
                <a:cxn ang="0">
                  <a:pos x="T10" y="T11"/>
                </a:cxn>
                <a:cxn ang="0">
                  <a:pos x="T12" y="T13"/>
                </a:cxn>
              </a:cxnLst>
              <a:rect l="0" t="0" r="r" b="b"/>
              <a:pathLst>
                <a:path w="571" h="362">
                  <a:moveTo>
                    <a:pt x="495" y="0"/>
                  </a:moveTo>
                  <a:cubicBezTo>
                    <a:pt x="495" y="116"/>
                    <a:pt x="401" y="209"/>
                    <a:pt x="286" y="209"/>
                  </a:cubicBezTo>
                  <a:cubicBezTo>
                    <a:pt x="170" y="209"/>
                    <a:pt x="77" y="116"/>
                    <a:pt x="77" y="0"/>
                  </a:cubicBezTo>
                  <a:cubicBezTo>
                    <a:pt x="77" y="84"/>
                    <a:pt x="48" y="161"/>
                    <a:pt x="0" y="222"/>
                  </a:cubicBezTo>
                  <a:cubicBezTo>
                    <a:pt x="66" y="307"/>
                    <a:pt x="170" y="362"/>
                    <a:pt x="286" y="362"/>
                  </a:cubicBezTo>
                  <a:cubicBezTo>
                    <a:pt x="402" y="362"/>
                    <a:pt x="505" y="307"/>
                    <a:pt x="571" y="222"/>
                  </a:cubicBezTo>
                  <a:cubicBezTo>
                    <a:pt x="524" y="161"/>
                    <a:pt x="495" y="84"/>
                    <a:pt x="495" y="0"/>
                  </a:cubicBezTo>
                  <a:close/>
                </a:path>
              </a:pathLst>
            </a:custGeom>
            <a:gradFill flip="none" rotWithShape="1">
              <a:gsLst>
                <a:gs pos="0">
                  <a:schemeClr val="bg2">
                    <a:shade val="30000"/>
                    <a:satMod val="115000"/>
                  </a:schemeClr>
                </a:gs>
                <a:gs pos="36000">
                  <a:schemeClr val="bg2">
                    <a:shade val="100000"/>
                    <a:satMod val="115000"/>
                    <a:alpha val="0"/>
                  </a:schemeClr>
                </a:gs>
              </a:gsLst>
              <a:lin ang="9000000" scaled="0"/>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11">
              <a:extLst>
                <a:ext uri="{FF2B5EF4-FFF2-40B4-BE49-F238E27FC236}">
                  <a16:creationId xmlns:a16="http://schemas.microsoft.com/office/drawing/2014/main" id="{94D9CA4B-354D-498E-B970-8A039AB9DE41}"/>
                </a:ext>
              </a:extLst>
            </p:cNvPr>
            <p:cNvSpPr>
              <a:spLocks/>
            </p:cNvSpPr>
            <p:nvPr/>
          </p:nvSpPr>
          <p:spPr bwMode="auto">
            <a:xfrm rot="5400000">
              <a:off x="6988659" y="787343"/>
              <a:ext cx="1590477" cy="890378"/>
            </a:xfrm>
            <a:custGeom>
              <a:avLst/>
              <a:gdLst>
                <a:gd name="T0" fmla="*/ 571 w 648"/>
                <a:gd name="T1" fmla="*/ 0 h 362"/>
                <a:gd name="T2" fmla="*/ 362 w 648"/>
                <a:gd name="T3" fmla="*/ 209 h 362"/>
                <a:gd name="T4" fmla="*/ 153 w 648"/>
                <a:gd name="T5" fmla="*/ 0 h 362"/>
                <a:gd name="T6" fmla="*/ 0 w 648"/>
                <a:gd name="T7" fmla="*/ 0 h 362"/>
                <a:gd name="T8" fmla="*/ 362 w 648"/>
                <a:gd name="T9" fmla="*/ 362 h 362"/>
                <a:gd name="T10" fmla="*/ 648 w 648"/>
                <a:gd name="T11" fmla="*/ 222 h 362"/>
                <a:gd name="T12" fmla="*/ 571 w 648"/>
                <a:gd name="T13" fmla="*/ 0 h 362"/>
              </a:gdLst>
              <a:ahLst/>
              <a:cxnLst>
                <a:cxn ang="0">
                  <a:pos x="T0" y="T1"/>
                </a:cxn>
                <a:cxn ang="0">
                  <a:pos x="T2" y="T3"/>
                </a:cxn>
                <a:cxn ang="0">
                  <a:pos x="T4" y="T5"/>
                </a:cxn>
                <a:cxn ang="0">
                  <a:pos x="T6" y="T7"/>
                </a:cxn>
                <a:cxn ang="0">
                  <a:pos x="T8" y="T9"/>
                </a:cxn>
                <a:cxn ang="0">
                  <a:pos x="T10" y="T11"/>
                </a:cxn>
                <a:cxn ang="0">
                  <a:pos x="T12" y="T13"/>
                </a:cxn>
              </a:cxnLst>
              <a:rect l="0" t="0" r="r" b="b"/>
              <a:pathLst>
                <a:path w="648" h="362">
                  <a:moveTo>
                    <a:pt x="571" y="0"/>
                  </a:moveTo>
                  <a:cubicBezTo>
                    <a:pt x="571" y="116"/>
                    <a:pt x="478" y="209"/>
                    <a:pt x="362" y="209"/>
                  </a:cubicBezTo>
                  <a:cubicBezTo>
                    <a:pt x="247" y="209"/>
                    <a:pt x="153" y="116"/>
                    <a:pt x="153" y="0"/>
                  </a:cubicBezTo>
                  <a:cubicBezTo>
                    <a:pt x="0" y="0"/>
                    <a:pt x="0" y="0"/>
                    <a:pt x="0" y="0"/>
                  </a:cubicBezTo>
                  <a:cubicBezTo>
                    <a:pt x="0" y="200"/>
                    <a:pt x="163" y="362"/>
                    <a:pt x="362" y="362"/>
                  </a:cubicBezTo>
                  <a:cubicBezTo>
                    <a:pt x="478" y="362"/>
                    <a:pt x="582" y="307"/>
                    <a:pt x="648" y="222"/>
                  </a:cubicBezTo>
                  <a:cubicBezTo>
                    <a:pt x="600" y="161"/>
                    <a:pt x="571" y="84"/>
                    <a:pt x="571" y="0"/>
                  </a:cubicBezTo>
                  <a:close/>
                </a:path>
              </a:pathLst>
            </a:custGeom>
            <a:gradFill flip="none" rotWithShape="1">
              <a:gsLst>
                <a:gs pos="0">
                  <a:schemeClr val="bg2">
                    <a:shade val="30000"/>
                    <a:satMod val="115000"/>
                  </a:schemeClr>
                </a:gs>
                <a:gs pos="36000">
                  <a:schemeClr val="bg2">
                    <a:shade val="100000"/>
                    <a:satMod val="115000"/>
                    <a:alpha val="0"/>
                  </a:schemeClr>
                </a:gs>
              </a:gsLst>
              <a:lin ang="9000000" scaled="0"/>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9" name="Group 8">
            <a:extLst>
              <a:ext uri="{FF2B5EF4-FFF2-40B4-BE49-F238E27FC236}">
                <a16:creationId xmlns:a16="http://schemas.microsoft.com/office/drawing/2014/main" id="{6FB4DCD6-DED6-48A4-A3A7-4C73CD7DAB4A}"/>
              </a:ext>
            </a:extLst>
          </p:cNvPr>
          <p:cNvGrpSpPr/>
          <p:nvPr/>
        </p:nvGrpSpPr>
        <p:grpSpPr>
          <a:xfrm>
            <a:off x="7708473" y="795550"/>
            <a:ext cx="1056738" cy="1057906"/>
            <a:chOff x="2868613" y="2697163"/>
            <a:chExt cx="1436688" cy="1438275"/>
          </a:xfrm>
          <a:effectLst>
            <a:outerShdw blurRad="355600" dist="177800" dir="2700000" sx="90000" sy="90000" algn="tl" rotWithShape="0">
              <a:prstClr val="black">
                <a:alpha val="57000"/>
              </a:prstClr>
            </a:outerShdw>
          </a:effectLst>
        </p:grpSpPr>
        <p:sp>
          <p:nvSpPr>
            <p:cNvPr id="10" name="Oval 27">
              <a:extLst>
                <a:ext uri="{FF2B5EF4-FFF2-40B4-BE49-F238E27FC236}">
                  <a16:creationId xmlns:a16="http://schemas.microsoft.com/office/drawing/2014/main" id="{B18A178B-58C2-4663-B241-23032FD60863}"/>
                </a:ext>
              </a:extLst>
            </p:cNvPr>
            <p:cNvSpPr>
              <a:spLocks noChangeArrowheads="1"/>
            </p:cNvSpPr>
            <p:nvPr/>
          </p:nvSpPr>
          <p:spPr bwMode="auto">
            <a:xfrm>
              <a:off x="2868613" y="2697163"/>
              <a:ext cx="1436688" cy="14382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28">
              <a:extLst>
                <a:ext uri="{FF2B5EF4-FFF2-40B4-BE49-F238E27FC236}">
                  <a16:creationId xmlns:a16="http://schemas.microsoft.com/office/drawing/2014/main" id="{5C6BFBD8-077A-47D5-84B9-06B0996656D0}"/>
                </a:ext>
              </a:extLst>
            </p:cNvPr>
            <p:cNvSpPr>
              <a:spLocks/>
            </p:cNvSpPr>
            <p:nvPr/>
          </p:nvSpPr>
          <p:spPr bwMode="auto">
            <a:xfrm>
              <a:off x="3071813" y="2903538"/>
              <a:ext cx="1233488" cy="1231900"/>
            </a:xfrm>
            <a:custGeom>
              <a:avLst/>
              <a:gdLst>
                <a:gd name="T0" fmla="*/ 320 w 388"/>
                <a:gd name="T1" fmla="*/ 0 h 387"/>
                <a:gd name="T2" fmla="*/ 384 w 388"/>
                <a:gd name="T3" fmla="*/ 158 h 387"/>
                <a:gd name="T4" fmla="*/ 158 w 388"/>
                <a:gd name="T5" fmla="*/ 384 h 387"/>
                <a:gd name="T6" fmla="*/ 0 w 388"/>
                <a:gd name="T7" fmla="*/ 319 h 387"/>
                <a:gd name="T8" fmla="*/ 162 w 388"/>
                <a:gd name="T9" fmla="*/ 387 h 387"/>
                <a:gd name="T10" fmla="*/ 388 w 388"/>
                <a:gd name="T11" fmla="*/ 161 h 387"/>
                <a:gd name="T12" fmla="*/ 320 w 388"/>
                <a:gd name="T13" fmla="*/ 0 h 387"/>
              </a:gdLst>
              <a:ahLst/>
              <a:cxnLst>
                <a:cxn ang="0">
                  <a:pos x="T0" y="T1"/>
                </a:cxn>
                <a:cxn ang="0">
                  <a:pos x="T2" y="T3"/>
                </a:cxn>
                <a:cxn ang="0">
                  <a:pos x="T4" y="T5"/>
                </a:cxn>
                <a:cxn ang="0">
                  <a:pos x="T6" y="T7"/>
                </a:cxn>
                <a:cxn ang="0">
                  <a:pos x="T8" y="T9"/>
                </a:cxn>
                <a:cxn ang="0">
                  <a:pos x="T10" y="T11"/>
                </a:cxn>
                <a:cxn ang="0">
                  <a:pos x="T12" y="T13"/>
                </a:cxn>
              </a:cxnLst>
              <a:rect l="0" t="0" r="r" b="b"/>
              <a:pathLst>
                <a:path w="388" h="387">
                  <a:moveTo>
                    <a:pt x="320" y="0"/>
                  </a:moveTo>
                  <a:cubicBezTo>
                    <a:pt x="360" y="40"/>
                    <a:pt x="384" y="96"/>
                    <a:pt x="384" y="158"/>
                  </a:cubicBezTo>
                  <a:cubicBezTo>
                    <a:pt x="384" y="282"/>
                    <a:pt x="283" y="384"/>
                    <a:pt x="158" y="384"/>
                  </a:cubicBezTo>
                  <a:cubicBezTo>
                    <a:pt x="97" y="384"/>
                    <a:pt x="41" y="359"/>
                    <a:pt x="0" y="319"/>
                  </a:cubicBezTo>
                  <a:cubicBezTo>
                    <a:pt x="41" y="361"/>
                    <a:pt x="99" y="387"/>
                    <a:pt x="162" y="387"/>
                  </a:cubicBezTo>
                  <a:cubicBezTo>
                    <a:pt x="287" y="387"/>
                    <a:pt x="388" y="286"/>
                    <a:pt x="388" y="161"/>
                  </a:cubicBezTo>
                  <a:cubicBezTo>
                    <a:pt x="388" y="98"/>
                    <a:pt x="362" y="41"/>
                    <a:pt x="320"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29">
              <a:extLst>
                <a:ext uri="{FF2B5EF4-FFF2-40B4-BE49-F238E27FC236}">
                  <a16:creationId xmlns:a16="http://schemas.microsoft.com/office/drawing/2014/main" id="{4C30888D-874C-4320-8B7E-BBA31FFA9556}"/>
                </a:ext>
              </a:extLst>
            </p:cNvPr>
            <p:cNvSpPr>
              <a:spLocks/>
            </p:cNvSpPr>
            <p:nvPr/>
          </p:nvSpPr>
          <p:spPr bwMode="auto">
            <a:xfrm>
              <a:off x="2868613" y="2697163"/>
              <a:ext cx="1233488" cy="1238250"/>
            </a:xfrm>
            <a:custGeom>
              <a:avLst/>
              <a:gdLst>
                <a:gd name="T0" fmla="*/ 5 w 388"/>
                <a:gd name="T1" fmla="*/ 232 h 389"/>
                <a:gd name="T2" fmla="*/ 231 w 388"/>
                <a:gd name="T3" fmla="*/ 6 h 389"/>
                <a:gd name="T4" fmla="*/ 388 w 388"/>
                <a:gd name="T5" fmla="*/ 69 h 389"/>
                <a:gd name="T6" fmla="*/ 226 w 388"/>
                <a:gd name="T7" fmla="*/ 0 h 389"/>
                <a:gd name="T8" fmla="*/ 0 w 388"/>
                <a:gd name="T9" fmla="*/ 226 h 389"/>
                <a:gd name="T10" fmla="*/ 69 w 388"/>
                <a:gd name="T11" fmla="*/ 389 h 389"/>
                <a:gd name="T12" fmla="*/ 5 w 388"/>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8" h="389">
                  <a:moveTo>
                    <a:pt x="5" y="232"/>
                  </a:moveTo>
                  <a:cubicBezTo>
                    <a:pt x="5" y="107"/>
                    <a:pt x="107" y="6"/>
                    <a:pt x="231" y="6"/>
                  </a:cubicBezTo>
                  <a:cubicBezTo>
                    <a:pt x="292" y="6"/>
                    <a:pt x="348" y="30"/>
                    <a:pt x="388" y="69"/>
                  </a:cubicBezTo>
                  <a:cubicBezTo>
                    <a:pt x="347" y="27"/>
                    <a:pt x="290" y="0"/>
                    <a:pt x="226" y="0"/>
                  </a:cubicBezTo>
                  <a:cubicBezTo>
                    <a:pt x="101" y="0"/>
                    <a:pt x="0" y="102"/>
                    <a:pt x="0" y="226"/>
                  </a:cubicBezTo>
                  <a:cubicBezTo>
                    <a:pt x="0" y="290"/>
                    <a:pt x="27" y="348"/>
                    <a:pt x="69" y="389"/>
                  </a:cubicBezTo>
                  <a:cubicBezTo>
                    <a:pt x="30" y="348"/>
                    <a:pt x="5" y="293"/>
                    <a:pt x="5" y="23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3" name="Group 12">
            <a:extLst>
              <a:ext uri="{FF2B5EF4-FFF2-40B4-BE49-F238E27FC236}">
                <a16:creationId xmlns:a16="http://schemas.microsoft.com/office/drawing/2014/main" id="{13C8A25B-2974-4488-BE95-C4FAA2AE69B9}"/>
              </a:ext>
            </a:extLst>
          </p:cNvPr>
          <p:cNvGrpSpPr/>
          <p:nvPr/>
        </p:nvGrpSpPr>
        <p:grpSpPr>
          <a:xfrm>
            <a:off x="7699675" y="2203068"/>
            <a:ext cx="1060241" cy="1057906"/>
            <a:chOff x="4333876" y="4170363"/>
            <a:chExt cx="1441450" cy="1438275"/>
          </a:xfrm>
          <a:effectLst>
            <a:outerShdw blurRad="355600" dist="177800" dir="2700000" sx="90000" sy="90000" algn="tl" rotWithShape="0">
              <a:prstClr val="black">
                <a:alpha val="57000"/>
              </a:prstClr>
            </a:outerShdw>
          </a:effectLst>
        </p:grpSpPr>
        <p:sp>
          <p:nvSpPr>
            <p:cNvPr id="14" name="Oval 30">
              <a:extLst>
                <a:ext uri="{FF2B5EF4-FFF2-40B4-BE49-F238E27FC236}">
                  <a16:creationId xmlns:a16="http://schemas.microsoft.com/office/drawing/2014/main" id="{27202F17-1461-4A3C-AB79-D4A9AFD8E658}"/>
                </a:ext>
              </a:extLst>
            </p:cNvPr>
            <p:cNvSpPr>
              <a:spLocks noChangeArrowheads="1"/>
            </p:cNvSpPr>
            <p:nvPr/>
          </p:nvSpPr>
          <p:spPr bwMode="auto">
            <a:xfrm>
              <a:off x="4333876" y="4170363"/>
              <a:ext cx="1441450" cy="1438275"/>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31">
              <a:extLst>
                <a:ext uri="{FF2B5EF4-FFF2-40B4-BE49-F238E27FC236}">
                  <a16:creationId xmlns:a16="http://schemas.microsoft.com/office/drawing/2014/main" id="{3D420F56-954C-49C6-B483-A19BA63FDFC0}"/>
                </a:ext>
              </a:extLst>
            </p:cNvPr>
            <p:cNvSpPr>
              <a:spLocks/>
            </p:cNvSpPr>
            <p:nvPr/>
          </p:nvSpPr>
          <p:spPr bwMode="auto">
            <a:xfrm>
              <a:off x="4540251" y="4376738"/>
              <a:ext cx="1235075" cy="1231900"/>
            </a:xfrm>
            <a:custGeom>
              <a:avLst/>
              <a:gdLst>
                <a:gd name="T0" fmla="*/ 319 w 388"/>
                <a:gd name="T1" fmla="*/ 0 h 387"/>
                <a:gd name="T2" fmla="*/ 384 w 388"/>
                <a:gd name="T3" fmla="*/ 157 h 387"/>
                <a:gd name="T4" fmla="*/ 158 w 388"/>
                <a:gd name="T5" fmla="*/ 383 h 387"/>
                <a:gd name="T6" fmla="*/ 0 w 388"/>
                <a:gd name="T7" fmla="*/ 319 h 387"/>
                <a:gd name="T8" fmla="*/ 161 w 388"/>
                <a:gd name="T9" fmla="*/ 387 h 387"/>
                <a:gd name="T10" fmla="*/ 388 w 388"/>
                <a:gd name="T11" fmla="*/ 161 h 387"/>
                <a:gd name="T12" fmla="*/ 319 w 388"/>
                <a:gd name="T13" fmla="*/ 0 h 387"/>
              </a:gdLst>
              <a:ahLst/>
              <a:cxnLst>
                <a:cxn ang="0">
                  <a:pos x="T0" y="T1"/>
                </a:cxn>
                <a:cxn ang="0">
                  <a:pos x="T2" y="T3"/>
                </a:cxn>
                <a:cxn ang="0">
                  <a:pos x="T4" y="T5"/>
                </a:cxn>
                <a:cxn ang="0">
                  <a:pos x="T6" y="T7"/>
                </a:cxn>
                <a:cxn ang="0">
                  <a:pos x="T8" y="T9"/>
                </a:cxn>
                <a:cxn ang="0">
                  <a:pos x="T10" y="T11"/>
                </a:cxn>
                <a:cxn ang="0">
                  <a:pos x="T12" y="T13"/>
                </a:cxn>
              </a:cxnLst>
              <a:rect l="0" t="0" r="r" b="b"/>
              <a:pathLst>
                <a:path w="388" h="387">
                  <a:moveTo>
                    <a:pt x="319" y="0"/>
                  </a:moveTo>
                  <a:cubicBezTo>
                    <a:pt x="359" y="40"/>
                    <a:pt x="384" y="96"/>
                    <a:pt x="384" y="157"/>
                  </a:cubicBezTo>
                  <a:cubicBezTo>
                    <a:pt x="384" y="282"/>
                    <a:pt x="282" y="383"/>
                    <a:pt x="158" y="383"/>
                  </a:cubicBezTo>
                  <a:cubicBezTo>
                    <a:pt x="96" y="383"/>
                    <a:pt x="40" y="359"/>
                    <a:pt x="0" y="319"/>
                  </a:cubicBezTo>
                  <a:cubicBezTo>
                    <a:pt x="41" y="361"/>
                    <a:pt x="98" y="387"/>
                    <a:pt x="161" y="387"/>
                  </a:cubicBezTo>
                  <a:cubicBezTo>
                    <a:pt x="286" y="387"/>
                    <a:pt x="388" y="286"/>
                    <a:pt x="388" y="161"/>
                  </a:cubicBezTo>
                  <a:cubicBezTo>
                    <a:pt x="388" y="98"/>
                    <a:pt x="361" y="41"/>
                    <a:pt x="319" y="0"/>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32">
              <a:extLst>
                <a:ext uri="{FF2B5EF4-FFF2-40B4-BE49-F238E27FC236}">
                  <a16:creationId xmlns:a16="http://schemas.microsoft.com/office/drawing/2014/main" id="{8BEA8C43-28AC-411A-9D08-F33AECB3EC21}"/>
                </a:ext>
              </a:extLst>
            </p:cNvPr>
            <p:cNvSpPr>
              <a:spLocks/>
            </p:cNvSpPr>
            <p:nvPr/>
          </p:nvSpPr>
          <p:spPr bwMode="auto">
            <a:xfrm>
              <a:off x="4333876" y="4170363"/>
              <a:ext cx="1236663" cy="1238250"/>
            </a:xfrm>
            <a:custGeom>
              <a:avLst/>
              <a:gdLst>
                <a:gd name="T0" fmla="*/ 6 w 389"/>
                <a:gd name="T1" fmla="*/ 232 h 389"/>
                <a:gd name="T2" fmla="*/ 232 w 389"/>
                <a:gd name="T3" fmla="*/ 6 h 389"/>
                <a:gd name="T4" fmla="*/ 389 w 389"/>
                <a:gd name="T5" fmla="*/ 69 h 389"/>
                <a:gd name="T6" fmla="*/ 226 w 389"/>
                <a:gd name="T7" fmla="*/ 0 h 389"/>
                <a:gd name="T8" fmla="*/ 0 w 389"/>
                <a:gd name="T9" fmla="*/ 226 h 389"/>
                <a:gd name="T10" fmla="*/ 70 w 389"/>
                <a:gd name="T11" fmla="*/ 389 h 389"/>
                <a:gd name="T12" fmla="*/ 6 w 389"/>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9" h="389">
                  <a:moveTo>
                    <a:pt x="6" y="232"/>
                  </a:moveTo>
                  <a:cubicBezTo>
                    <a:pt x="6" y="107"/>
                    <a:pt x="107" y="6"/>
                    <a:pt x="232" y="6"/>
                  </a:cubicBezTo>
                  <a:cubicBezTo>
                    <a:pt x="293" y="6"/>
                    <a:pt x="348" y="30"/>
                    <a:pt x="389" y="69"/>
                  </a:cubicBezTo>
                  <a:cubicBezTo>
                    <a:pt x="348" y="27"/>
                    <a:pt x="290" y="0"/>
                    <a:pt x="226" y="0"/>
                  </a:cubicBezTo>
                  <a:cubicBezTo>
                    <a:pt x="102" y="0"/>
                    <a:pt x="0" y="101"/>
                    <a:pt x="0" y="226"/>
                  </a:cubicBezTo>
                  <a:cubicBezTo>
                    <a:pt x="0" y="290"/>
                    <a:pt x="27" y="348"/>
                    <a:pt x="70" y="389"/>
                  </a:cubicBezTo>
                  <a:cubicBezTo>
                    <a:pt x="30" y="348"/>
                    <a:pt x="6" y="293"/>
                    <a:pt x="6" y="232"/>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7" name="Group 16">
            <a:extLst>
              <a:ext uri="{FF2B5EF4-FFF2-40B4-BE49-F238E27FC236}">
                <a16:creationId xmlns:a16="http://schemas.microsoft.com/office/drawing/2014/main" id="{01CBA9B3-3302-48FA-A09B-D5619B135C16}"/>
              </a:ext>
            </a:extLst>
          </p:cNvPr>
          <p:cNvGrpSpPr/>
          <p:nvPr/>
        </p:nvGrpSpPr>
        <p:grpSpPr>
          <a:xfrm>
            <a:off x="7693467" y="3597767"/>
            <a:ext cx="1057905" cy="1057906"/>
            <a:chOff x="6413501" y="4173538"/>
            <a:chExt cx="1438275" cy="1438275"/>
          </a:xfrm>
          <a:effectLst>
            <a:outerShdw blurRad="355600" dist="177800" dir="2700000" sx="90000" sy="90000" algn="tl" rotWithShape="0">
              <a:prstClr val="black">
                <a:alpha val="57000"/>
              </a:prstClr>
            </a:outerShdw>
          </a:effectLst>
        </p:grpSpPr>
        <p:sp>
          <p:nvSpPr>
            <p:cNvPr id="18" name="Oval 33">
              <a:extLst>
                <a:ext uri="{FF2B5EF4-FFF2-40B4-BE49-F238E27FC236}">
                  <a16:creationId xmlns:a16="http://schemas.microsoft.com/office/drawing/2014/main" id="{3287AC23-0711-4770-B145-E3E6C0C9B92B}"/>
                </a:ext>
              </a:extLst>
            </p:cNvPr>
            <p:cNvSpPr>
              <a:spLocks noChangeArrowheads="1"/>
            </p:cNvSpPr>
            <p:nvPr/>
          </p:nvSpPr>
          <p:spPr bwMode="auto">
            <a:xfrm>
              <a:off x="6413501" y="4173538"/>
              <a:ext cx="1438275" cy="14382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34">
              <a:extLst>
                <a:ext uri="{FF2B5EF4-FFF2-40B4-BE49-F238E27FC236}">
                  <a16:creationId xmlns:a16="http://schemas.microsoft.com/office/drawing/2014/main" id="{AD78C746-365B-4E57-8A34-88FBE3AE336B}"/>
                </a:ext>
              </a:extLst>
            </p:cNvPr>
            <p:cNvSpPr>
              <a:spLocks/>
            </p:cNvSpPr>
            <p:nvPr/>
          </p:nvSpPr>
          <p:spPr bwMode="auto">
            <a:xfrm>
              <a:off x="6616701" y="4376738"/>
              <a:ext cx="1235075" cy="1235075"/>
            </a:xfrm>
            <a:custGeom>
              <a:avLst/>
              <a:gdLst>
                <a:gd name="T0" fmla="*/ 320 w 388"/>
                <a:gd name="T1" fmla="*/ 0 h 388"/>
                <a:gd name="T2" fmla="*/ 384 w 388"/>
                <a:gd name="T3" fmla="*/ 158 h 388"/>
                <a:gd name="T4" fmla="*/ 158 w 388"/>
                <a:gd name="T5" fmla="*/ 384 h 388"/>
                <a:gd name="T6" fmla="*/ 0 w 388"/>
                <a:gd name="T7" fmla="*/ 320 h 388"/>
                <a:gd name="T8" fmla="*/ 162 w 388"/>
                <a:gd name="T9" fmla="*/ 388 h 388"/>
                <a:gd name="T10" fmla="*/ 388 w 388"/>
                <a:gd name="T11" fmla="*/ 162 h 388"/>
                <a:gd name="T12" fmla="*/ 320 w 388"/>
                <a:gd name="T13" fmla="*/ 0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320" y="0"/>
                  </a:moveTo>
                  <a:cubicBezTo>
                    <a:pt x="359" y="41"/>
                    <a:pt x="384" y="97"/>
                    <a:pt x="384" y="158"/>
                  </a:cubicBezTo>
                  <a:cubicBezTo>
                    <a:pt x="384" y="283"/>
                    <a:pt x="283" y="384"/>
                    <a:pt x="158" y="384"/>
                  </a:cubicBezTo>
                  <a:cubicBezTo>
                    <a:pt x="97" y="384"/>
                    <a:pt x="41" y="360"/>
                    <a:pt x="0" y="320"/>
                  </a:cubicBezTo>
                  <a:cubicBezTo>
                    <a:pt x="41" y="362"/>
                    <a:pt x="99" y="388"/>
                    <a:pt x="162" y="388"/>
                  </a:cubicBezTo>
                  <a:cubicBezTo>
                    <a:pt x="287" y="388"/>
                    <a:pt x="388" y="287"/>
                    <a:pt x="388" y="162"/>
                  </a:cubicBezTo>
                  <a:cubicBezTo>
                    <a:pt x="388" y="99"/>
                    <a:pt x="362" y="42"/>
                    <a:pt x="320"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35">
              <a:extLst>
                <a:ext uri="{FF2B5EF4-FFF2-40B4-BE49-F238E27FC236}">
                  <a16:creationId xmlns:a16="http://schemas.microsoft.com/office/drawing/2014/main" id="{47DC04EC-2606-4499-8F98-55B013CA58ED}"/>
                </a:ext>
              </a:extLst>
            </p:cNvPr>
            <p:cNvSpPr>
              <a:spLocks/>
            </p:cNvSpPr>
            <p:nvPr/>
          </p:nvSpPr>
          <p:spPr bwMode="auto">
            <a:xfrm>
              <a:off x="6413501" y="4173538"/>
              <a:ext cx="1233488" cy="1238250"/>
            </a:xfrm>
            <a:custGeom>
              <a:avLst/>
              <a:gdLst>
                <a:gd name="T0" fmla="*/ 5 w 388"/>
                <a:gd name="T1" fmla="*/ 232 h 389"/>
                <a:gd name="T2" fmla="*/ 231 w 388"/>
                <a:gd name="T3" fmla="*/ 6 h 389"/>
                <a:gd name="T4" fmla="*/ 388 w 388"/>
                <a:gd name="T5" fmla="*/ 69 h 389"/>
                <a:gd name="T6" fmla="*/ 226 w 388"/>
                <a:gd name="T7" fmla="*/ 0 h 389"/>
                <a:gd name="T8" fmla="*/ 0 w 388"/>
                <a:gd name="T9" fmla="*/ 226 h 389"/>
                <a:gd name="T10" fmla="*/ 69 w 388"/>
                <a:gd name="T11" fmla="*/ 389 h 389"/>
                <a:gd name="T12" fmla="*/ 5 w 388"/>
                <a:gd name="T13" fmla="*/ 232 h 389"/>
              </a:gdLst>
              <a:ahLst/>
              <a:cxnLst>
                <a:cxn ang="0">
                  <a:pos x="T0" y="T1"/>
                </a:cxn>
                <a:cxn ang="0">
                  <a:pos x="T2" y="T3"/>
                </a:cxn>
                <a:cxn ang="0">
                  <a:pos x="T4" y="T5"/>
                </a:cxn>
                <a:cxn ang="0">
                  <a:pos x="T6" y="T7"/>
                </a:cxn>
                <a:cxn ang="0">
                  <a:pos x="T8" y="T9"/>
                </a:cxn>
                <a:cxn ang="0">
                  <a:pos x="T10" y="T11"/>
                </a:cxn>
                <a:cxn ang="0">
                  <a:pos x="T12" y="T13"/>
                </a:cxn>
              </a:cxnLst>
              <a:rect l="0" t="0" r="r" b="b"/>
              <a:pathLst>
                <a:path w="388" h="389">
                  <a:moveTo>
                    <a:pt x="5" y="232"/>
                  </a:moveTo>
                  <a:cubicBezTo>
                    <a:pt x="5" y="107"/>
                    <a:pt x="107" y="6"/>
                    <a:pt x="231" y="6"/>
                  </a:cubicBezTo>
                  <a:cubicBezTo>
                    <a:pt x="292" y="6"/>
                    <a:pt x="348" y="30"/>
                    <a:pt x="388" y="69"/>
                  </a:cubicBezTo>
                  <a:cubicBezTo>
                    <a:pt x="347" y="27"/>
                    <a:pt x="290" y="0"/>
                    <a:pt x="226" y="0"/>
                  </a:cubicBezTo>
                  <a:cubicBezTo>
                    <a:pt x="101" y="0"/>
                    <a:pt x="0" y="101"/>
                    <a:pt x="0" y="226"/>
                  </a:cubicBezTo>
                  <a:cubicBezTo>
                    <a:pt x="0" y="290"/>
                    <a:pt x="27" y="348"/>
                    <a:pt x="69" y="389"/>
                  </a:cubicBezTo>
                  <a:cubicBezTo>
                    <a:pt x="30" y="348"/>
                    <a:pt x="5" y="293"/>
                    <a:pt x="5" y="232"/>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1" name="Group 20">
            <a:extLst>
              <a:ext uri="{FF2B5EF4-FFF2-40B4-BE49-F238E27FC236}">
                <a16:creationId xmlns:a16="http://schemas.microsoft.com/office/drawing/2014/main" id="{40857244-A472-45E4-8AA9-301C99CCC501}"/>
              </a:ext>
            </a:extLst>
          </p:cNvPr>
          <p:cNvGrpSpPr/>
          <p:nvPr/>
        </p:nvGrpSpPr>
        <p:grpSpPr>
          <a:xfrm>
            <a:off x="7706203" y="4999053"/>
            <a:ext cx="1056738" cy="1057906"/>
            <a:chOff x="7886701" y="2706688"/>
            <a:chExt cx="1436688" cy="1438275"/>
          </a:xfrm>
          <a:effectLst>
            <a:outerShdw blurRad="355600" dist="177800" dir="2700000" sx="90000" sy="90000" algn="tl" rotWithShape="0">
              <a:prstClr val="black">
                <a:alpha val="57000"/>
              </a:prstClr>
            </a:outerShdw>
          </a:effectLst>
        </p:grpSpPr>
        <p:sp>
          <p:nvSpPr>
            <p:cNvPr id="22" name="Oval 36">
              <a:extLst>
                <a:ext uri="{FF2B5EF4-FFF2-40B4-BE49-F238E27FC236}">
                  <a16:creationId xmlns:a16="http://schemas.microsoft.com/office/drawing/2014/main" id="{8024832D-1FB4-4921-A65E-0464FF7472DC}"/>
                </a:ext>
              </a:extLst>
            </p:cNvPr>
            <p:cNvSpPr>
              <a:spLocks noChangeArrowheads="1"/>
            </p:cNvSpPr>
            <p:nvPr/>
          </p:nvSpPr>
          <p:spPr bwMode="auto">
            <a:xfrm>
              <a:off x="7886701" y="2706688"/>
              <a:ext cx="1436688" cy="14382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3" name="Freeform 37">
              <a:extLst>
                <a:ext uri="{FF2B5EF4-FFF2-40B4-BE49-F238E27FC236}">
                  <a16:creationId xmlns:a16="http://schemas.microsoft.com/office/drawing/2014/main" id="{4A8C0161-807F-4282-AAC5-8AB80A998AA3}"/>
                </a:ext>
              </a:extLst>
            </p:cNvPr>
            <p:cNvSpPr>
              <a:spLocks/>
            </p:cNvSpPr>
            <p:nvPr/>
          </p:nvSpPr>
          <p:spPr bwMode="auto">
            <a:xfrm>
              <a:off x="8089901" y="2909888"/>
              <a:ext cx="1233488" cy="1235075"/>
            </a:xfrm>
            <a:custGeom>
              <a:avLst/>
              <a:gdLst>
                <a:gd name="T0" fmla="*/ 320 w 388"/>
                <a:gd name="T1" fmla="*/ 0 h 388"/>
                <a:gd name="T2" fmla="*/ 384 w 388"/>
                <a:gd name="T3" fmla="*/ 158 h 388"/>
                <a:gd name="T4" fmla="*/ 158 w 388"/>
                <a:gd name="T5" fmla="*/ 384 h 388"/>
                <a:gd name="T6" fmla="*/ 0 w 388"/>
                <a:gd name="T7" fmla="*/ 320 h 388"/>
                <a:gd name="T8" fmla="*/ 162 w 388"/>
                <a:gd name="T9" fmla="*/ 388 h 388"/>
                <a:gd name="T10" fmla="*/ 388 w 388"/>
                <a:gd name="T11" fmla="*/ 162 h 388"/>
                <a:gd name="T12" fmla="*/ 320 w 388"/>
                <a:gd name="T13" fmla="*/ 0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320" y="0"/>
                  </a:moveTo>
                  <a:cubicBezTo>
                    <a:pt x="359" y="41"/>
                    <a:pt x="384" y="96"/>
                    <a:pt x="384" y="158"/>
                  </a:cubicBezTo>
                  <a:cubicBezTo>
                    <a:pt x="384" y="283"/>
                    <a:pt x="283" y="384"/>
                    <a:pt x="158" y="384"/>
                  </a:cubicBezTo>
                  <a:cubicBezTo>
                    <a:pt x="96" y="384"/>
                    <a:pt x="41" y="359"/>
                    <a:pt x="0" y="320"/>
                  </a:cubicBezTo>
                  <a:cubicBezTo>
                    <a:pt x="41" y="362"/>
                    <a:pt x="98" y="388"/>
                    <a:pt x="162" y="388"/>
                  </a:cubicBezTo>
                  <a:cubicBezTo>
                    <a:pt x="287" y="388"/>
                    <a:pt x="388" y="287"/>
                    <a:pt x="388" y="162"/>
                  </a:cubicBezTo>
                  <a:cubicBezTo>
                    <a:pt x="388" y="98"/>
                    <a:pt x="362" y="41"/>
                    <a:pt x="320"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4" name="Freeform 38">
              <a:extLst>
                <a:ext uri="{FF2B5EF4-FFF2-40B4-BE49-F238E27FC236}">
                  <a16:creationId xmlns:a16="http://schemas.microsoft.com/office/drawing/2014/main" id="{6E97C07B-9131-4969-BF33-1BFA78563E15}"/>
                </a:ext>
              </a:extLst>
            </p:cNvPr>
            <p:cNvSpPr>
              <a:spLocks/>
            </p:cNvSpPr>
            <p:nvPr/>
          </p:nvSpPr>
          <p:spPr bwMode="auto">
            <a:xfrm>
              <a:off x="7886701" y="2706688"/>
              <a:ext cx="1233488" cy="1235075"/>
            </a:xfrm>
            <a:custGeom>
              <a:avLst/>
              <a:gdLst>
                <a:gd name="T0" fmla="*/ 5 w 388"/>
                <a:gd name="T1" fmla="*/ 231 h 388"/>
                <a:gd name="T2" fmla="*/ 231 w 388"/>
                <a:gd name="T3" fmla="*/ 5 h 388"/>
                <a:gd name="T4" fmla="*/ 388 w 388"/>
                <a:gd name="T5" fmla="*/ 69 h 388"/>
                <a:gd name="T6" fmla="*/ 226 w 388"/>
                <a:gd name="T7" fmla="*/ 0 h 388"/>
                <a:gd name="T8" fmla="*/ 0 w 388"/>
                <a:gd name="T9" fmla="*/ 226 h 388"/>
                <a:gd name="T10" fmla="*/ 69 w 388"/>
                <a:gd name="T11" fmla="*/ 388 h 388"/>
                <a:gd name="T12" fmla="*/ 5 w 388"/>
                <a:gd name="T13" fmla="*/ 231 h 388"/>
              </a:gdLst>
              <a:ahLst/>
              <a:cxnLst>
                <a:cxn ang="0">
                  <a:pos x="T0" y="T1"/>
                </a:cxn>
                <a:cxn ang="0">
                  <a:pos x="T2" y="T3"/>
                </a:cxn>
                <a:cxn ang="0">
                  <a:pos x="T4" y="T5"/>
                </a:cxn>
                <a:cxn ang="0">
                  <a:pos x="T6" y="T7"/>
                </a:cxn>
                <a:cxn ang="0">
                  <a:pos x="T8" y="T9"/>
                </a:cxn>
                <a:cxn ang="0">
                  <a:pos x="T10" y="T11"/>
                </a:cxn>
                <a:cxn ang="0">
                  <a:pos x="T12" y="T13"/>
                </a:cxn>
              </a:cxnLst>
              <a:rect l="0" t="0" r="r" b="b"/>
              <a:pathLst>
                <a:path w="388" h="388">
                  <a:moveTo>
                    <a:pt x="5" y="231"/>
                  </a:moveTo>
                  <a:cubicBezTo>
                    <a:pt x="5" y="106"/>
                    <a:pt x="106" y="5"/>
                    <a:pt x="231" y="5"/>
                  </a:cubicBezTo>
                  <a:cubicBezTo>
                    <a:pt x="292" y="5"/>
                    <a:pt x="347" y="29"/>
                    <a:pt x="388" y="69"/>
                  </a:cubicBezTo>
                  <a:cubicBezTo>
                    <a:pt x="347" y="26"/>
                    <a:pt x="290" y="0"/>
                    <a:pt x="226" y="0"/>
                  </a:cubicBezTo>
                  <a:cubicBezTo>
                    <a:pt x="101" y="0"/>
                    <a:pt x="0" y="101"/>
                    <a:pt x="0" y="226"/>
                  </a:cubicBezTo>
                  <a:cubicBezTo>
                    <a:pt x="0" y="290"/>
                    <a:pt x="26" y="347"/>
                    <a:pt x="69" y="388"/>
                  </a:cubicBezTo>
                  <a:cubicBezTo>
                    <a:pt x="29" y="348"/>
                    <a:pt x="5" y="292"/>
                    <a:pt x="5" y="231"/>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3" name="Group 42">
            <a:extLst>
              <a:ext uri="{FF2B5EF4-FFF2-40B4-BE49-F238E27FC236}">
                <a16:creationId xmlns:a16="http://schemas.microsoft.com/office/drawing/2014/main" id="{0B51B69D-1F6F-4F2A-AF25-868A16482C06}"/>
              </a:ext>
            </a:extLst>
          </p:cNvPr>
          <p:cNvGrpSpPr/>
          <p:nvPr/>
        </p:nvGrpSpPr>
        <p:grpSpPr>
          <a:xfrm>
            <a:off x="7944831" y="3871263"/>
            <a:ext cx="816524" cy="786505"/>
            <a:chOff x="6715125" y="2906713"/>
            <a:chExt cx="863600" cy="831850"/>
          </a:xfrm>
        </p:grpSpPr>
        <p:sp>
          <p:nvSpPr>
            <p:cNvPr id="44" name="Freeform 184">
              <a:extLst>
                <a:ext uri="{FF2B5EF4-FFF2-40B4-BE49-F238E27FC236}">
                  <a16:creationId xmlns:a16="http://schemas.microsoft.com/office/drawing/2014/main" id="{49897E5A-25B2-4C6E-8E33-F34D198A882B}"/>
                </a:ext>
              </a:extLst>
            </p:cNvPr>
            <p:cNvSpPr>
              <a:spLocks/>
            </p:cNvSpPr>
            <p:nvPr/>
          </p:nvSpPr>
          <p:spPr bwMode="auto">
            <a:xfrm>
              <a:off x="6715125" y="2906713"/>
              <a:ext cx="863600" cy="831850"/>
            </a:xfrm>
            <a:custGeom>
              <a:avLst/>
              <a:gdLst>
                <a:gd name="T0" fmla="*/ 151 w 241"/>
                <a:gd name="T1" fmla="*/ 6 h 232"/>
                <a:gd name="T2" fmla="*/ 241 w 241"/>
                <a:gd name="T3" fmla="*/ 95 h 232"/>
                <a:gd name="T4" fmla="*/ 104 w 241"/>
                <a:gd name="T5" fmla="*/ 232 h 232"/>
                <a:gd name="T6" fmla="*/ 24 w 241"/>
                <a:gd name="T7" fmla="*/ 152 h 232"/>
                <a:gd name="T8" fmla="*/ 38 w 241"/>
                <a:gd name="T9" fmla="*/ 61 h 232"/>
                <a:gd name="T10" fmla="*/ 37 w 241"/>
                <a:gd name="T11" fmla="*/ 61 h 232"/>
                <a:gd name="T12" fmla="*/ 21 w 241"/>
                <a:gd name="T13" fmla="*/ 44 h 232"/>
                <a:gd name="T14" fmla="*/ 21 w 241"/>
                <a:gd name="T15" fmla="*/ 41 h 232"/>
                <a:gd name="T16" fmla="*/ 42 w 241"/>
                <a:gd name="T17" fmla="*/ 38 h 232"/>
                <a:gd name="T18" fmla="*/ 24 w 241"/>
                <a:gd name="T19" fmla="*/ 20 h 232"/>
                <a:gd name="T20" fmla="*/ 26 w 241"/>
                <a:gd name="T21" fmla="*/ 4 h 232"/>
                <a:gd name="T22" fmla="*/ 47 w 241"/>
                <a:gd name="T23" fmla="*/ 3 h 232"/>
                <a:gd name="T24" fmla="*/ 66 w 241"/>
                <a:gd name="T25" fmla="*/ 22 h 232"/>
                <a:gd name="T26" fmla="*/ 66 w 241"/>
                <a:gd name="T27" fmla="*/ 20 h 232"/>
                <a:gd name="T28" fmla="*/ 52 w 241"/>
                <a:gd name="T29" fmla="*/ 6 h 232"/>
                <a:gd name="T30" fmla="*/ 52 w 241"/>
                <a:gd name="T31" fmla="*/ 2 h 232"/>
                <a:gd name="T32" fmla="*/ 85 w 241"/>
                <a:gd name="T33" fmla="*/ 2 h 232"/>
                <a:gd name="T34" fmla="*/ 92 w 241"/>
                <a:gd name="T35" fmla="*/ 8 h 232"/>
                <a:gd name="T36" fmla="*/ 92 w 241"/>
                <a:gd name="T37" fmla="*/ 2 h 232"/>
                <a:gd name="T38" fmla="*/ 116 w 241"/>
                <a:gd name="T39" fmla="*/ 2 h 232"/>
                <a:gd name="T40" fmla="*/ 126 w 241"/>
                <a:gd name="T41" fmla="*/ 12 h 232"/>
                <a:gd name="T42" fmla="*/ 126 w 241"/>
                <a:gd name="T43" fmla="*/ 3 h 232"/>
                <a:gd name="T44" fmla="*/ 151 w 241"/>
                <a:gd name="T45" fmla="*/ 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1" h="232">
                  <a:moveTo>
                    <a:pt x="151" y="6"/>
                  </a:moveTo>
                  <a:cubicBezTo>
                    <a:pt x="241" y="95"/>
                    <a:pt x="241" y="95"/>
                    <a:pt x="241" y="95"/>
                  </a:cubicBezTo>
                  <a:cubicBezTo>
                    <a:pt x="104" y="232"/>
                    <a:pt x="104" y="232"/>
                    <a:pt x="104" y="232"/>
                  </a:cubicBezTo>
                  <a:cubicBezTo>
                    <a:pt x="24" y="152"/>
                    <a:pt x="24" y="152"/>
                    <a:pt x="24" y="152"/>
                  </a:cubicBezTo>
                  <a:cubicBezTo>
                    <a:pt x="24" y="152"/>
                    <a:pt x="0" y="80"/>
                    <a:pt x="38" y="61"/>
                  </a:cubicBezTo>
                  <a:cubicBezTo>
                    <a:pt x="37" y="61"/>
                    <a:pt x="37" y="61"/>
                    <a:pt x="37" y="61"/>
                  </a:cubicBezTo>
                  <a:cubicBezTo>
                    <a:pt x="21" y="44"/>
                    <a:pt x="21" y="44"/>
                    <a:pt x="21" y="44"/>
                  </a:cubicBezTo>
                  <a:cubicBezTo>
                    <a:pt x="21" y="41"/>
                    <a:pt x="21" y="41"/>
                    <a:pt x="21" y="41"/>
                  </a:cubicBezTo>
                  <a:cubicBezTo>
                    <a:pt x="21" y="41"/>
                    <a:pt x="39" y="46"/>
                    <a:pt x="42" y="38"/>
                  </a:cubicBezTo>
                  <a:cubicBezTo>
                    <a:pt x="39" y="35"/>
                    <a:pt x="24" y="20"/>
                    <a:pt x="24" y="20"/>
                  </a:cubicBezTo>
                  <a:cubicBezTo>
                    <a:pt x="24" y="20"/>
                    <a:pt x="20" y="8"/>
                    <a:pt x="26" y="4"/>
                  </a:cubicBezTo>
                  <a:cubicBezTo>
                    <a:pt x="29" y="3"/>
                    <a:pt x="30" y="0"/>
                    <a:pt x="47" y="3"/>
                  </a:cubicBezTo>
                  <a:cubicBezTo>
                    <a:pt x="56" y="12"/>
                    <a:pt x="66" y="22"/>
                    <a:pt x="66" y="22"/>
                  </a:cubicBezTo>
                  <a:cubicBezTo>
                    <a:pt x="66" y="20"/>
                    <a:pt x="66" y="20"/>
                    <a:pt x="66" y="20"/>
                  </a:cubicBezTo>
                  <a:cubicBezTo>
                    <a:pt x="52" y="6"/>
                    <a:pt x="52" y="6"/>
                    <a:pt x="52" y="6"/>
                  </a:cubicBezTo>
                  <a:cubicBezTo>
                    <a:pt x="52" y="2"/>
                    <a:pt x="52" y="2"/>
                    <a:pt x="52" y="2"/>
                  </a:cubicBezTo>
                  <a:cubicBezTo>
                    <a:pt x="85" y="2"/>
                    <a:pt x="85" y="2"/>
                    <a:pt x="85" y="2"/>
                  </a:cubicBezTo>
                  <a:cubicBezTo>
                    <a:pt x="92" y="8"/>
                    <a:pt x="92" y="8"/>
                    <a:pt x="92" y="8"/>
                  </a:cubicBezTo>
                  <a:cubicBezTo>
                    <a:pt x="92" y="2"/>
                    <a:pt x="92" y="2"/>
                    <a:pt x="92" y="2"/>
                  </a:cubicBezTo>
                  <a:cubicBezTo>
                    <a:pt x="116" y="2"/>
                    <a:pt x="116" y="2"/>
                    <a:pt x="116" y="2"/>
                  </a:cubicBezTo>
                  <a:cubicBezTo>
                    <a:pt x="126" y="12"/>
                    <a:pt x="126" y="12"/>
                    <a:pt x="126" y="12"/>
                  </a:cubicBezTo>
                  <a:cubicBezTo>
                    <a:pt x="126" y="3"/>
                    <a:pt x="126" y="3"/>
                    <a:pt x="126" y="3"/>
                  </a:cubicBezTo>
                  <a:cubicBezTo>
                    <a:pt x="126" y="3"/>
                    <a:pt x="140" y="1"/>
                    <a:pt x="151" y="6"/>
                  </a:cubicBezTo>
                  <a:close/>
                </a:path>
              </a:pathLst>
            </a:custGeom>
            <a:gradFill flip="none" rotWithShape="1">
              <a:gsLst>
                <a:gs pos="13000">
                  <a:schemeClr val="accent3">
                    <a:lumMod val="50000"/>
                  </a:schemeClr>
                </a:gs>
                <a:gs pos="61000">
                  <a:schemeClr val="accent3">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5" name="Freeform 185">
              <a:extLst>
                <a:ext uri="{FF2B5EF4-FFF2-40B4-BE49-F238E27FC236}">
                  <a16:creationId xmlns:a16="http://schemas.microsoft.com/office/drawing/2014/main" id="{B62E3AB6-0EE0-4C54-A065-99296F42A005}"/>
                </a:ext>
              </a:extLst>
            </p:cNvPr>
            <p:cNvSpPr>
              <a:spLocks noEditPoints="1"/>
            </p:cNvSpPr>
            <p:nvPr/>
          </p:nvSpPr>
          <p:spPr bwMode="auto">
            <a:xfrm>
              <a:off x="6761163" y="2909888"/>
              <a:ext cx="530225" cy="582613"/>
            </a:xfrm>
            <a:custGeom>
              <a:avLst/>
              <a:gdLst>
                <a:gd name="T0" fmla="*/ 31 w 148"/>
                <a:gd name="T1" fmla="*/ 42 h 162"/>
                <a:gd name="T2" fmla="*/ 8 w 148"/>
                <a:gd name="T3" fmla="*/ 43 h 162"/>
                <a:gd name="T4" fmla="*/ 13 w 148"/>
                <a:gd name="T5" fmla="*/ 40 h 162"/>
                <a:gd name="T6" fmla="*/ 28 w 148"/>
                <a:gd name="T7" fmla="*/ 39 h 162"/>
                <a:gd name="T8" fmla="*/ 29 w 148"/>
                <a:gd name="T9" fmla="*/ 30 h 162"/>
                <a:gd name="T10" fmla="*/ 20 w 148"/>
                <a:gd name="T11" fmla="*/ 24 h 162"/>
                <a:gd name="T12" fmla="*/ 8 w 148"/>
                <a:gd name="T13" fmla="*/ 11 h 162"/>
                <a:gd name="T14" fmla="*/ 22 w 148"/>
                <a:gd name="T15" fmla="*/ 0 h 162"/>
                <a:gd name="T16" fmla="*/ 33 w 148"/>
                <a:gd name="T17" fmla="*/ 7 h 162"/>
                <a:gd name="T18" fmla="*/ 16 w 148"/>
                <a:gd name="T19" fmla="*/ 6 h 162"/>
                <a:gd name="T20" fmla="*/ 14 w 148"/>
                <a:gd name="T21" fmla="*/ 15 h 162"/>
                <a:gd name="T22" fmla="*/ 23 w 148"/>
                <a:gd name="T23" fmla="*/ 20 h 162"/>
                <a:gd name="T24" fmla="*/ 35 w 148"/>
                <a:gd name="T25" fmla="*/ 33 h 162"/>
                <a:gd name="T26" fmla="*/ 53 w 148"/>
                <a:gd name="T27" fmla="*/ 45 h 162"/>
                <a:gd name="T28" fmla="*/ 39 w 148"/>
                <a:gd name="T29" fmla="*/ 5 h 162"/>
                <a:gd name="T30" fmla="*/ 72 w 148"/>
                <a:gd name="T31" fmla="*/ 1 h 162"/>
                <a:gd name="T32" fmla="*/ 58 w 148"/>
                <a:gd name="T33" fmla="*/ 5 h 162"/>
                <a:gd name="T34" fmla="*/ 103 w 148"/>
                <a:gd name="T35" fmla="*/ 45 h 162"/>
                <a:gd name="T36" fmla="*/ 79 w 148"/>
                <a:gd name="T37" fmla="*/ 1 h 162"/>
                <a:gd name="T38" fmla="*/ 103 w 148"/>
                <a:gd name="T39" fmla="*/ 5 h 162"/>
                <a:gd name="T40" fmla="*/ 84 w 148"/>
                <a:gd name="T41" fmla="*/ 19 h 162"/>
                <a:gd name="T42" fmla="*/ 102 w 148"/>
                <a:gd name="T43" fmla="*/ 24 h 162"/>
                <a:gd name="T44" fmla="*/ 84 w 148"/>
                <a:gd name="T45" fmla="*/ 40 h 162"/>
                <a:gd name="T46" fmla="*/ 103 w 148"/>
                <a:gd name="T47" fmla="*/ 45 h 162"/>
                <a:gd name="T48" fmla="*/ 136 w 148"/>
                <a:gd name="T49" fmla="*/ 24 h 162"/>
                <a:gd name="T50" fmla="*/ 118 w 148"/>
                <a:gd name="T51" fmla="*/ 27 h 162"/>
                <a:gd name="T52" fmla="*/ 113 w 148"/>
                <a:gd name="T53" fmla="*/ 45 h 162"/>
                <a:gd name="T54" fmla="*/ 124 w 148"/>
                <a:gd name="T55" fmla="*/ 1 h 162"/>
                <a:gd name="T56" fmla="*/ 118 w 148"/>
                <a:gd name="T57" fmla="*/ 23 h 162"/>
                <a:gd name="T58" fmla="*/ 133 w 148"/>
                <a:gd name="T59" fmla="*/ 21 h 162"/>
                <a:gd name="T60" fmla="*/ 133 w 148"/>
                <a:gd name="T61" fmla="*/ 7 h 162"/>
                <a:gd name="T62" fmla="*/ 118 w 148"/>
                <a:gd name="T63" fmla="*/ 5 h 162"/>
                <a:gd name="T64" fmla="*/ 69 w 148"/>
                <a:gd name="T65" fmla="*/ 110 h 162"/>
                <a:gd name="T66" fmla="*/ 34 w 148"/>
                <a:gd name="T67" fmla="*/ 162 h 162"/>
                <a:gd name="T68" fmla="*/ 0 w 148"/>
                <a:gd name="T69" fmla="*/ 110 h 162"/>
                <a:gd name="T70" fmla="*/ 34 w 148"/>
                <a:gd name="T71" fmla="*/ 58 h 162"/>
                <a:gd name="T72" fmla="*/ 69 w 148"/>
                <a:gd name="T73" fmla="*/ 110 h 162"/>
                <a:gd name="T74" fmla="*/ 21 w 148"/>
                <a:gd name="T75" fmla="*/ 140 h 162"/>
                <a:gd name="T76" fmla="*/ 48 w 148"/>
                <a:gd name="T77" fmla="*/ 140 h 162"/>
                <a:gd name="T78" fmla="*/ 48 w 148"/>
                <a:gd name="T79" fmla="*/ 81 h 162"/>
                <a:gd name="T80" fmla="*/ 21 w 148"/>
                <a:gd name="T81" fmla="*/ 81 h 162"/>
                <a:gd name="T82" fmla="*/ 145 w 148"/>
                <a:gd name="T83" fmla="*/ 83 h 162"/>
                <a:gd name="T84" fmla="*/ 124 w 148"/>
                <a:gd name="T85" fmla="*/ 108 h 162"/>
                <a:gd name="T86" fmla="*/ 142 w 148"/>
                <a:gd name="T87" fmla="*/ 116 h 162"/>
                <a:gd name="T88" fmla="*/ 138 w 148"/>
                <a:gd name="T89" fmla="*/ 154 h 162"/>
                <a:gd name="T90" fmla="*/ 81 w 148"/>
                <a:gd name="T91" fmla="*/ 157 h 162"/>
                <a:gd name="T92" fmla="*/ 94 w 148"/>
                <a:gd name="T93" fmla="*/ 147 h 162"/>
                <a:gd name="T94" fmla="*/ 126 w 148"/>
                <a:gd name="T95" fmla="*/ 145 h 162"/>
                <a:gd name="T96" fmla="*/ 125 w 148"/>
                <a:gd name="T97" fmla="*/ 119 h 162"/>
                <a:gd name="T98" fmla="*/ 96 w 148"/>
                <a:gd name="T99" fmla="*/ 115 h 162"/>
                <a:gd name="T100" fmla="*/ 105 w 148"/>
                <a:gd name="T101" fmla="*/ 102 h 162"/>
                <a:gd name="T102" fmla="*/ 125 w 148"/>
                <a:gd name="T103" fmla="*/ 76 h 162"/>
                <a:gd name="T104" fmla="*/ 101 w 148"/>
                <a:gd name="T105" fmla="*/ 74 h 162"/>
                <a:gd name="T106" fmla="*/ 81 w 148"/>
                <a:gd name="T107" fmla="*/ 69 h 162"/>
                <a:gd name="T108" fmla="*/ 137 w 148"/>
                <a:gd name="T109" fmla="*/ 6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 h="162">
                  <a:moveTo>
                    <a:pt x="35" y="33"/>
                  </a:moveTo>
                  <a:cubicBezTo>
                    <a:pt x="35" y="37"/>
                    <a:pt x="34" y="40"/>
                    <a:pt x="31" y="42"/>
                  </a:cubicBezTo>
                  <a:cubicBezTo>
                    <a:pt x="28" y="44"/>
                    <a:pt x="24" y="45"/>
                    <a:pt x="20" y="45"/>
                  </a:cubicBezTo>
                  <a:cubicBezTo>
                    <a:pt x="14" y="45"/>
                    <a:pt x="10" y="45"/>
                    <a:pt x="8" y="43"/>
                  </a:cubicBezTo>
                  <a:cubicBezTo>
                    <a:pt x="8" y="38"/>
                    <a:pt x="8" y="38"/>
                    <a:pt x="8" y="38"/>
                  </a:cubicBezTo>
                  <a:cubicBezTo>
                    <a:pt x="9" y="39"/>
                    <a:pt x="11" y="40"/>
                    <a:pt x="13" y="40"/>
                  </a:cubicBezTo>
                  <a:cubicBezTo>
                    <a:pt x="16" y="41"/>
                    <a:pt x="18" y="41"/>
                    <a:pt x="20" y="41"/>
                  </a:cubicBezTo>
                  <a:cubicBezTo>
                    <a:pt x="23" y="41"/>
                    <a:pt x="26" y="40"/>
                    <a:pt x="28" y="39"/>
                  </a:cubicBezTo>
                  <a:cubicBezTo>
                    <a:pt x="29" y="38"/>
                    <a:pt x="30" y="36"/>
                    <a:pt x="30" y="34"/>
                  </a:cubicBezTo>
                  <a:cubicBezTo>
                    <a:pt x="30" y="32"/>
                    <a:pt x="30" y="31"/>
                    <a:pt x="29" y="30"/>
                  </a:cubicBezTo>
                  <a:cubicBezTo>
                    <a:pt x="29" y="29"/>
                    <a:pt x="28" y="28"/>
                    <a:pt x="26" y="27"/>
                  </a:cubicBezTo>
                  <a:cubicBezTo>
                    <a:pt x="25" y="26"/>
                    <a:pt x="23" y="25"/>
                    <a:pt x="20" y="24"/>
                  </a:cubicBezTo>
                  <a:cubicBezTo>
                    <a:pt x="15" y="23"/>
                    <a:pt x="12" y="21"/>
                    <a:pt x="11" y="19"/>
                  </a:cubicBezTo>
                  <a:cubicBezTo>
                    <a:pt x="9" y="17"/>
                    <a:pt x="8" y="14"/>
                    <a:pt x="8" y="11"/>
                  </a:cubicBezTo>
                  <a:cubicBezTo>
                    <a:pt x="8" y="8"/>
                    <a:pt x="9" y="5"/>
                    <a:pt x="12" y="3"/>
                  </a:cubicBezTo>
                  <a:cubicBezTo>
                    <a:pt x="15" y="1"/>
                    <a:pt x="18" y="0"/>
                    <a:pt x="22" y="0"/>
                  </a:cubicBezTo>
                  <a:cubicBezTo>
                    <a:pt x="26" y="0"/>
                    <a:pt x="31" y="1"/>
                    <a:pt x="34" y="2"/>
                  </a:cubicBezTo>
                  <a:cubicBezTo>
                    <a:pt x="33" y="7"/>
                    <a:pt x="33" y="7"/>
                    <a:pt x="33" y="7"/>
                  </a:cubicBezTo>
                  <a:cubicBezTo>
                    <a:pt x="29" y="5"/>
                    <a:pt x="25" y="5"/>
                    <a:pt x="22" y="5"/>
                  </a:cubicBezTo>
                  <a:cubicBezTo>
                    <a:pt x="19" y="5"/>
                    <a:pt x="17" y="5"/>
                    <a:pt x="16" y="6"/>
                  </a:cubicBezTo>
                  <a:cubicBezTo>
                    <a:pt x="14" y="8"/>
                    <a:pt x="13" y="9"/>
                    <a:pt x="13" y="11"/>
                  </a:cubicBezTo>
                  <a:cubicBezTo>
                    <a:pt x="13" y="13"/>
                    <a:pt x="14" y="14"/>
                    <a:pt x="14" y="15"/>
                  </a:cubicBezTo>
                  <a:cubicBezTo>
                    <a:pt x="15" y="16"/>
                    <a:pt x="16" y="17"/>
                    <a:pt x="17" y="18"/>
                  </a:cubicBezTo>
                  <a:cubicBezTo>
                    <a:pt x="18" y="18"/>
                    <a:pt x="20" y="19"/>
                    <a:pt x="23" y="20"/>
                  </a:cubicBezTo>
                  <a:cubicBezTo>
                    <a:pt x="28" y="22"/>
                    <a:pt x="31" y="24"/>
                    <a:pt x="33" y="26"/>
                  </a:cubicBezTo>
                  <a:cubicBezTo>
                    <a:pt x="34" y="28"/>
                    <a:pt x="35" y="30"/>
                    <a:pt x="35"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4"/>
                  </a:moveTo>
                  <a:cubicBezTo>
                    <a:pt x="141" y="18"/>
                    <a:pt x="139" y="21"/>
                    <a:pt x="136" y="24"/>
                  </a:cubicBezTo>
                  <a:cubicBezTo>
                    <a:pt x="133"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4" y="1"/>
                    <a:pt x="124" y="1"/>
                    <a:pt x="124" y="1"/>
                  </a:cubicBezTo>
                  <a:cubicBezTo>
                    <a:pt x="135" y="1"/>
                    <a:pt x="141" y="5"/>
                    <a:pt x="141" y="14"/>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2"/>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45" y="83"/>
                  </a:moveTo>
                  <a:cubicBezTo>
                    <a:pt x="145" y="89"/>
                    <a:pt x="144" y="95"/>
                    <a:pt x="140" y="99"/>
                  </a:cubicBezTo>
                  <a:cubicBezTo>
                    <a:pt x="136" y="103"/>
                    <a:pt x="131" y="106"/>
                    <a:pt x="124" y="108"/>
                  </a:cubicBezTo>
                  <a:cubicBezTo>
                    <a:pt x="124" y="108"/>
                    <a:pt x="124" y="108"/>
                    <a:pt x="124" y="108"/>
                  </a:cubicBezTo>
                  <a:cubicBezTo>
                    <a:pt x="132" y="109"/>
                    <a:pt x="138" y="112"/>
                    <a:pt x="142" y="116"/>
                  </a:cubicBezTo>
                  <a:cubicBezTo>
                    <a:pt x="146" y="120"/>
                    <a:pt x="148" y="125"/>
                    <a:pt x="148" y="132"/>
                  </a:cubicBezTo>
                  <a:cubicBezTo>
                    <a:pt x="148" y="141"/>
                    <a:pt x="145" y="149"/>
                    <a:pt x="138" y="154"/>
                  </a:cubicBezTo>
                  <a:cubicBezTo>
                    <a:pt x="131" y="159"/>
                    <a:pt x="122" y="162"/>
                    <a:pt x="109" y="162"/>
                  </a:cubicBezTo>
                  <a:cubicBezTo>
                    <a:pt x="98" y="162"/>
                    <a:pt x="88" y="160"/>
                    <a:pt x="81" y="157"/>
                  </a:cubicBezTo>
                  <a:cubicBezTo>
                    <a:pt x="81" y="142"/>
                    <a:pt x="81" y="142"/>
                    <a:pt x="81" y="142"/>
                  </a:cubicBezTo>
                  <a:cubicBezTo>
                    <a:pt x="85" y="144"/>
                    <a:pt x="89" y="146"/>
                    <a:pt x="94" y="147"/>
                  </a:cubicBezTo>
                  <a:cubicBezTo>
                    <a:pt x="99" y="148"/>
                    <a:pt x="104" y="149"/>
                    <a:pt x="108" y="149"/>
                  </a:cubicBezTo>
                  <a:cubicBezTo>
                    <a:pt x="116" y="149"/>
                    <a:pt x="122" y="147"/>
                    <a:pt x="126" y="145"/>
                  </a:cubicBezTo>
                  <a:cubicBezTo>
                    <a:pt x="129" y="142"/>
                    <a:pt x="131" y="137"/>
                    <a:pt x="131" y="131"/>
                  </a:cubicBezTo>
                  <a:cubicBezTo>
                    <a:pt x="131" y="126"/>
                    <a:pt x="129" y="122"/>
                    <a:pt x="125" y="119"/>
                  </a:cubicBezTo>
                  <a:cubicBezTo>
                    <a:pt x="121" y="117"/>
                    <a:pt x="114" y="115"/>
                    <a:pt x="105" y="115"/>
                  </a:cubicBezTo>
                  <a:cubicBezTo>
                    <a:pt x="96" y="115"/>
                    <a:pt x="96" y="115"/>
                    <a:pt x="96" y="115"/>
                  </a:cubicBezTo>
                  <a:cubicBezTo>
                    <a:pt x="96" y="102"/>
                    <a:pt x="96" y="102"/>
                    <a:pt x="96" y="102"/>
                  </a:cubicBezTo>
                  <a:cubicBezTo>
                    <a:pt x="105" y="102"/>
                    <a:pt x="105" y="102"/>
                    <a:pt x="105" y="102"/>
                  </a:cubicBezTo>
                  <a:cubicBezTo>
                    <a:pt x="121" y="102"/>
                    <a:pt x="129" y="97"/>
                    <a:pt x="129" y="85"/>
                  </a:cubicBezTo>
                  <a:cubicBezTo>
                    <a:pt x="129" y="81"/>
                    <a:pt x="128" y="78"/>
                    <a:pt x="125" y="76"/>
                  </a:cubicBezTo>
                  <a:cubicBezTo>
                    <a:pt x="122" y="73"/>
                    <a:pt x="118" y="72"/>
                    <a:pt x="112" y="72"/>
                  </a:cubicBezTo>
                  <a:cubicBezTo>
                    <a:pt x="109" y="72"/>
                    <a:pt x="105" y="73"/>
                    <a:pt x="101" y="74"/>
                  </a:cubicBezTo>
                  <a:cubicBezTo>
                    <a:pt x="98" y="75"/>
                    <a:pt x="94" y="77"/>
                    <a:pt x="89" y="80"/>
                  </a:cubicBezTo>
                  <a:cubicBezTo>
                    <a:pt x="81" y="69"/>
                    <a:pt x="81" y="69"/>
                    <a:pt x="81" y="69"/>
                  </a:cubicBezTo>
                  <a:cubicBezTo>
                    <a:pt x="90" y="62"/>
                    <a:pt x="101" y="58"/>
                    <a:pt x="113" y="58"/>
                  </a:cubicBezTo>
                  <a:cubicBezTo>
                    <a:pt x="123" y="58"/>
                    <a:pt x="131" y="61"/>
                    <a:pt x="137" y="65"/>
                  </a:cubicBezTo>
                  <a:cubicBezTo>
                    <a:pt x="143" y="69"/>
                    <a:pt x="145" y="75"/>
                    <a:pt x="145" y="8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6" name="Group 45">
            <a:extLst>
              <a:ext uri="{FF2B5EF4-FFF2-40B4-BE49-F238E27FC236}">
                <a16:creationId xmlns:a16="http://schemas.microsoft.com/office/drawing/2014/main" id="{191C684C-8C05-4A2E-84C1-4969E9135A3F}"/>
              </a:ext>
            </a:extLst>
          </p:cNvPr>
          <p:cNvGrpSpPr/>
          <p:nvPr/>
        </p:nvGrpSpPr>
        <p:grpSpPr>
          <a:xfrm>
            <a:off x="7970718" y="1034575"/>
            <a:ext cx="771495" cy="800013"/>
            <a:chOff x="2974975" y="2886076"/>
            <a:chExt cx="815975" cy="846138"/>
          </a:xfrm>
        </p:grpSpPr>
        <p:sp>
          <p:nvSpPr>
            <p:cNvPr id="47" name="Freeform 186">
              <a:extLst>
                <a:ext uri="{FF2B5EF4-FFF2-40B4-BE49-F238E27FC236}">
                  <a16:creationId xmlns:a16="http://schemas.microsoft.com/office/drawing/2014/main" id="{F7735B44-1406-4B67-9FD7-13F0A129FE8A}"/>
                </a:ext>
              </a:extLst>
            </p:cNvPr>
            <p:cNvSpPr>
              <a:spLocks/>
            </p:cNvSpPr>
            <p:nvPr/>
          </p:nvSpPr>
          <p:spPr bwMode="auto">
            <a:xfrm>
              <a:off x="2974975" y="2886075"/>
              <a:ext cx="815975" cy="846138"/>
            </a:xfrm>
            <a:custGeom>
              <a:avLst/>
              <a:gdLst>
                <a:gd name="T0" fmla="*/ 138 w 228"/>
                <a:gd name="T1" fmla="*/ 13 h 236"/>
                <a:gd name="T2" fmla="*/ 228 w 228"/>
                <a:gd name="T3" fmla="*/ 104 h 236"/>
                <a:gd name="T4" fmla="*/ 95 w 228"/>
                <a:gd name="T5" fmla="*/ 236 h 236"/>
                <a:gd name="T6" fmla="*/ 20 w 228"/>
                <a:gd name="T7" fmla="*/ 159 h 236"/>
                <a:gd name="T8" fmla="*/ 26 w 228"/>
                <a:gd name="T9" fmla="*/ 70 h 236"/>
                <a:gd name="T10" fmla="*/ 7 w 228"/>
                <a:gd name="T11" fmla="*/ 50 h 236"/>
                <a:gd name="T12" fmla="*/ 8 w 228"/>
                <a:gd name="T13" fmla="*/ 46 h 236"/>
                <a:gd name="T14" fmla="*/ 29 w 228"/>
                <a:gd name="T15" fmla="*/ 45 h 236"/>
                <a:gd name="T16" fmla="*/ 11 w 228"/>
                <a:gd name="T17" fmla="*/ 27 h 236"/>
                <a:gd name="T18" fmla="*/ 33 w 228"/>
                <a:gd name="T19" fmla="*/ 10 h 236"/>
                <a:gd name="T20" fmla="*/ 52 w 228"/>
                <a:gd name="T21" fmla="*/ 29 h 236"/>
                <a:gd name="T22" fmla="*/ 52 w 228"/>
                <a:gd name="T23" fmla="*/ 25 h 236"/>
                <a:gd name="T24" fmla="*/ 38 w 228"/>
                <a:gd name="T25" fmla="*/ 12 h 236"/>
                <a:gd name="T26" fmla="*/ 38 w 228"/>
                <a:gd name="T27" fmla="*/ 8 h 236"/>
                <a:gd name="T28" fmla="*/ 71 w 228"/>
                <a:gd name="T29" fmla="*/ 8 h 236"/>
                <a:gd name="T30" fmla="*/ 79 w 228"/>
                <a:gd name="T31" fmla="*/ 15 h 236"/>
                <a:gd name="T32" fmla="*/ 79 w 228"/>
                <a:gd name="T33" fmla="*/ 8 h 236"/>
                <a:gd name="T34" fmla="*/ 103 w 228"/>
                <a:gd name="T35" fmla="*/ 8 h 236"/>
                <a:gd name="T36" fmla="*/ 113 w 228"/>
                <a:gd name="T37" fmla="*/ 19 h 236"/>
                <a:gd name="T38" fmla="*/ 113 w 228"/>
                <a:gd name="T39" fmla="*/ 8 h 236"/>
                <a:gd name="T40" fmla="*/ 138 w 228"/>
                <a:gd name="T41"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236">
                  <a:moveTo>
                    <a:pt x="138" y="13"/>
                  </a:moveTo>
                  <a:cubicBezTo>
                    <a:pt x="228" y="104"/>
                    <a:pt x="228" y="104"/>
                    <a:pt x="228" y="104"/>
                  </a:cubicBezTo>
                  <a:cubicBezTo>
                    <a:pt x="95" y="236"/>
                    <a:pt x="95" y="236"/>
                    <a:pt x="95" y="236"/>
                  </a:cubicBezTo>
                  <a:cubicBezTo>
                    <a:pt x="20" y="159"/>
                    <a:pt x="20" y="159"/>
                    <a:pt x="20" y="159"/>
                  </a:cubicBezTo>
                  <a:cubicBezTo>
                    <a:pt x="20" y="159"/>
                    <a:pt x="0" y="108"/>
                    <a:pt x="26" y="70"/>
                  </a:cubicBezTo>
                  <a:cubicBezTo>
                    <a:pt x="21" y="64"/>
                    <a:pt x="7" y="50"/>
                    <a:pt x="7" y="50"/>
                  </a:cubicBezTo>
                  <a:cubicBezTo>
                    <a:pt x="8" y="46"/>
                    <a:pt x="8" y="46"/>
                    <a:pt x="8" y="46"/>
                  </a:cubicBezTo>
                  <a:cubicBezTo>
                    <a:pt x="8" y="46"/>
                    <a:pt x="23" y="53"/>
                    <a:pt x="29" y="45"/>
                  </a:cubicBezTo>
                  <a:cubicBezTo>
                    <a:pt x="29" y="44"/>
                    <a:pt x="11" y="27"/>
                    <a:pt x="11" y="27"/>
                  </a:cubicBezTo>
                  <a:cubicBezTo>
                    <a:pt x="11" y="27"/>
                    <a:pt x="0" y="0"/>
                    <a:pt x="33" y="10"/>
                  </a:cubicBezTo>
                  <a:cubicBezTo>
                    <a:pt x="34" y="11"/>
                    <a:pt x="52" y="29"/>
                    <a:pt x="52" y="29"/>
                  </a:cubicBezTo>
                  <a:cubicBezTo>
                    <a:pt x="52" y="25"/>
                    <a:pt x="52" y="25"/>
                    <a:pt x="52" y="25"/>
                  </a:cubicBezTo>
                  <a:cubicBezTo>
                    <a:pt x="38" y="12"/>
                    <a:pt x="38" y="12"/>
                    <a:pt x="38" y="12"/>
                  </a:cubicBezTo>
                  <a:cubicBezTo>
                    <a:pt x="38" y="8"/>
                    <a:pt x="38" y="8"/>
                    <a:pt x="38" y="8"/>
                  </a:cubicBezTo>
                  <a:cubicBezTo>
                    <a:pt x="71" y="8"/>
                    <a:pt x="71" y="8"/>
                    <a:pt x="71" y="8"/>
                  </a:cubicBezTo>
                  <a:cubicBezTo>
                    <a:pt x="79" y="15"/>
                    <a:pt x="79" y="15"/>
                    <a:pt x="79" y="15"/>
                  </a:cubicBezTo>
                  <a:cubicBezTo>
                    <a:pt x="79" y="8"/>
                    <a:pt x="79" y="8"/>
                    <a:pt x="79" y="8"/>
                  </a:cubicBezTo>
                  <a:cubicBezTo>
                    <a:pt x="103" y="8"/>
                    <a:pt x="103" y="8"/>
                    <a:pt x="103" y="8"/>
                  </a:cubicBezTo>
                  <a:cubicBezTo>
                    <a:pt x="113" y="19"/>
                    <a:pt x="113" y="19"/>
                    <a:pt x="113" y="19"/>
                  </a:cubicBezTo>
                  <a:cubicBezTo>
                    <a:pt x="113" y="8"/>
                    <a:pt x="113" y="8"/>
                    <a:pt x="113" y="8"/>
                  </a:cubicBezTo>
                  <a:cubicBezTo>
                    <a:pt x="113" y="8"/>
                    <a:pt x="125" y="8"/>
                    <a:pt x="138" y="13"/>
                  </a:cubicBezTo>
                  <a:close/>
                </a:path>
              </a:pathLst>
            </a:custGeom>
            <a:gradFill flip="none" rotWithShape="1">
              <a:gsLst>
                <a:gs pos="0">
                  <a:schemeClr val="accent6">
                    <a:lumMod val="50000"/>
                  </a:schemeClr>
                </a:gs>
                <a:gs pos="68000">
                  <a:schemeClr val="accent6">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8" name="Freeform 187">
              <a:extLst>
                <a:ext uri="{FF2B5EF4-FFF2-40B4-BE49-F238E27FC236}">
                  <a16:creationId xmlns:a16="http://schemas.microsoft.com/office/drawing/2014/main" id="{67A530C3-4BF7-43A6-AD80-C6430A2730F6}"/>
                </a:ext>
              </a:extLst>
            </p:cNvPr>
            <p:cNvSpPr>
              <a:spLocks noEditPoints="1"/>
            </p:cNvSpPr>
            <p:nvPr/>
          </p:nvSpPr>
          <p:spPr bwMode="auto">
            <a:xfrm>
              <a:off x="3000375" y="2909888"/>
              <a:ext cx="474663" cy="582613"/>
            </a:xfrm>
            <a:custGeom>
              <a:avLst/>
              <a:gdLst>
                <a:gd name="T0" fmla="*/ 24 w 133"/>
                <a:gd name="T1" fmla="*/ 42 h 162"/>
                <a:gd name="T2" fmla="*/ 0 w 133"/>
                <a:gd name="T3" fmla="*/ 43 h 162"/>
                <a:gd name="T4" fmla="*/ 6 w 133"/>
                <a:gd name="T5" fmla="*/ 40 h 162"/>
                <a:gd name="T6" fmla="*/ 20 w 133"/>
                <a:gd name="T7" fmla="*/ 39 h 162"/>
                <a:gd name="T8" fmla="*/ 22 w 133"/>
                <a:gd name="T9" fmla="*/ 30 h 162"/>
                <a:gd name="T10" fmla="*/ 12 w 133"/>
                <a:gd name="T11" fmla="*/ 24 h 162"/>
                <a:gd name="T12" fmla="*/ 1 w 133"/>
                <a:gd name="T13" fmla="*/ 11 h 162"/>
                <a:gd name="T14" fmla="*/ 14 w 133"/>
                <a:gd name="T15" fmla="*/ 0 h 162"/>
                <a:gd name="T16" fmla="*/ 25 w 133"/>
                <a:gd name="T17" fmla="*/ 7 h 162"/>
                <a:gd name="T18" fmla="*/ 8 w 133"/>
                <a:gd name="T19" fmla="*/ 6 h 162"/>
                <a:gd name="T20" fmla="*/ 7 w 133"/>
                <a:gd name="T21" fmla="*/ 15 h 162"/>
                <a:gd name="T22" fmla="*/ 16 w 133"/>
                <a:gd name="T23" fmla="*/ 20 h 162"/>
                <a:gd name="T24" fmla="*/ 28 w 133"/>
                <a:gd name="T25" fmla="*/ 33 h 162"/>
                <a:gd name="T26" fmla="*/ 45 w 133"/>
                <a:gd name="T27" fmla="*/ 45 h 162"/>
                <a:gd name="T28" fmla="*/ 31 w 133"/>
                <a:gd name="T29" fmla="*/ 5 h 162"/>
                <a:gd name="T30" fmla="*/ 64 w 133"/>
                <a:gd name="T31" fmla="*/ 1 h 162"/>
                <a:gd name="T32" fmla="*/ 50 w 133"/>
                <a:gd name="T33" fmla="*/ 5 h 162"/>
                <a:gd name="T34" fmla="*/ 96 w 133"/>
                <a:gd name="T35" fmla="*/ 45 h 162"/>
                <a:gd name="T36" fmla="*/ 71 w 133"/>
                <a:gd name="T37" fmla="*/ 1 h 162"/>
                <a:gd name="T38" fmla="*/ 96 w 133"/>
                <a:gd name="T39" fmla="*/ 5 h 162"/>
                <a:gd name="T40" fmla="*/ 76 w 133"/>
                <a:gd name="T41" fmla="*/ 19 h 162"/>
                <a:gd name="T42" fmla="*/ 94 w 133"/>
                <a:gd name="T43" fmla="*/ 24 h 162"/>
                <a:gd name="T44" fmla="*/ 76 w 133"/>
                <a:gd name="T45" fmla="*/ 40 h 162"/>
                <a:gd name="T46" fmla="*/ 96 w 133"/>
                <a:gd name="T47" fmla="*/ 45 h 162"/>
                <a:gd name="T48" fmla="*/ 129 w 133"/>
                <a:gd name="T49" fmla="*/ 24 h 162"/>
                <a:gd name="T50" fmla="*/ 111 w 133"/>
                <a:gd name="T51" fmla="*/ 27 h 162"/>
                <a:gd name="T52" fmla="*/ 105 w 133"/>
                <a:gd name="T53" fmla="*/ 45 h 162"/>
                <a:gd name="T54" fmla="*/ 117 w 133"/>
                <a:gd name="T55" fmla="*/ 1 h 162"/>
                <a:gd name="T56" fmla="*/ 111 w 133"/>
                <a:gd name="T57" fmla="*/ 23 h 162"/>
                <a:gd name="T58" fmla="*/ 125 w 133"/>
                <a:gd name="T59" fmla="*/ 21 h 162"/>
                <a:gd name="T60" fmla="*/ 125 w 133"/>
                <a:gd name="T61" fmla="*/ 7 h 162"/>
                <a:gd name="T62" fmla="*/ 111 w 133"/>
                <a:gd name="T63" fmla="*/ 5 h 162"/>
                <a:gd name="T64" fmla="*/ 71 w 133"/>
                <a:gd name="T65" fmla="*/ 110 h 162"/>
                <a:gd name="T66" fmla="*/ 37 w 133"/>
                <a:gd name="T67" fmla="*/ 162 h 162"/>
                <a:gd name="T68" fmla="*/ 2 w 133"/>
                <a:gd name="T69" fmla="*/ 110 h 162"/>
                <a:gd name="T70" fmla="*/ 37 w 133"/>
                <a:gd name="T71" fmla="*/ 58 h 162"/>
                <a:gd name="T72" fmla="*/ 71 w 133"/>
                <a:gd name="T73" fmla="*/ 110 h 162"/>
                <a:gd name="T74" fmla="*/ 23 w 133"/>
                <a:gd name="T75" fmla="*/ 140 h 162"/>
                <a:gd name="T76" fmla="*/ 50 w 133"/>
                <a:gd name="T77" fmla="*/ 140 h 162"/>
                <a:gd name="T78" fmla="*/ 50 w 133"/>
                <a:gd name="T79" fmla="*/ 81 h 162"/>
                <a:gd name="T80" fmla="*/ 23 w 133"/>
                <a:gd name="T81" fmla="*/ 81 h 162"/>
                <a:gd name="T82" fmla="*/ 131 w 133"/>
                <a:gd name="T83" fmla="*/ 161 h 162"/>
                <a:gd name="T84" fmla="*/ 115 w 133"/>
                <a:gd name="T85" fmla="*/ 96 h 162"/>
                <a:gd name="T86" fmla="*/ 111 w 133"/>
                <a:gd name="T87" fmla="*/ 81 h 162"/>
                <a:gd name="T88" fmla="*/ 88 w 133"/>
                <a:gd name="T89" fmla="*/ 83 h 162"/>
                <a:gd name="T90" fmla="*/ 131 w 133"/>
                <a:gd name="T91"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62">
                  <a:moveTo>
                    <a:pt x="28" y="33"/>
                  </a:moveTo>
                  <a:cubicBezTo>
                    <a:pt x="28" y="37"/>
                    <a:pt x="26" y="40"/>
                    <a:pt x="24" y="42"/>
                  </a:cubicBezTo>
                  <a:cubicBezTo>
                    <a:pt x="21" y="44"/>
                    <a:pt x="17" y="45"/>
                    <a:pt x="12" y="45"/>
                  </a:cubicBezTo>
                  <a:cubicBezTo>
                    <a:pt x="7" y="45"/>
                    <a:pt x="3" y="45"/>
                    <a:pt x="0" y="43"/>
                  </a:cubicBezTo>
                  <a:cubicBezTo>
                    <a:pt x="0" y="38"/>
                    <a:pt x="0" y="38"/>
                    <a:pt x="0" y="38"/>
                  </a:cubicBezTo>
                  <a:cubicBezTo>
                    <a:pt x="2" y="39"/>
                    <a:pt x="4" y="40"/>
                    <a:pt x="6" y="40"/>
                  </a:cubicBezTo>
                  <a:cubicBezTo>
                    <a:pt x="8" y="41"/>
                    <a:pt x="10" y="41"/>
                    <a:pt x="12" y="41"/>
                  </a:cubicBezTo>
                  <a:cubicBezTo>
                    <a:pt x="16" y="41"/>
                    <a:pt x="18" y="40"/>
                    <a:pt x="20" y="39"/>
                  </a:cubicBezTo>
                  <a:cubicBezTo>
                    <a:pt x="22" y="38"/>
                    <a:pt x="23" y="36"/>
                    <a:pt x="23" y="33"/>
                  </a:cubicBezTo>
                  <a:cubicBezTo>
                    <a:pt x="23" y="32"/>
                    <a:pt x="22" y="31"/>
                    <a:pt x="22" y="30"/>
                  </a:cubicBezTo>
                  <a:cubicBezTo>
                    <a:pt x="21" y="29"/>
                    <a:pt x="20" y="28"/>
                    <a:pt x="19" y="27"/>
                  </a:cubicBezTo>
                  <a:cubicBezTo>
                    <a:pt x="17" y="26"/>
                    <a:pt x="15" y="25"/>
                    <a:pt x="12" y="24"/>
                  </a:cubicBezTo>
                  <a:cubicBezTo>
                    <a:pt x="8" y="23"/>
                    <a:pt x="5" y="21"/>
                    <a:pt x="3" y="19"/>
                  </a:cubicBezTo>
                  <a:cubicBezTo>
                    <a:pt x="1" y="17"/>
                    <a:pt x="1" y="14"/>
                    <a:pt x="1" y="11"/>
                  </a:cubicBezTo>
                  <a:cubicBezTo>
                    <a:pt x="1" y="8"/>
                    <a:pt x="2" y="5"/>
                    <a:pt x="4" y="3"/>
                  </a:cubicBezTo>
                  <a:cubicBezTo>
                    <a:pt x="7" y="1"/>
                    <a:pt x="10" y="0"/>
                    <a:pt x="14" y="0"/>
                  </a:cubicBezTo>
                  <a:cubicBezTo>
                    <a:pt x="19" y="0"/>
                    <a:pt x="23" y="1"/>
                    <a:pt x="27" y="2"/>
                  </a:cubicBezTo>
                  <a:cubicBezTo>
                    <a:pt x="25" y="7"/>
                    <a:pt x="25" y="7"/>
                    <a:pt x="25" y="7"/>
                  </a:cubicBezTo>
                  <a:cubicBezTo>
                    <a:pt x="21" y="5"/>
                    <a:pt x="18" y="5"/>
                    <a:pt x="14" y="5"/>
                  </a:cubicBezTo>
                  <a:cubicBezTo>
                    <a:pt x="12" y="5"/>
                    <a:pt x="10" y="5"/>
                    <a:pt x="8" y="6"/>
                  </a:cubicBezTo>
                  <a:cubicBezTo>
                    <a:pt x="6" y="7"/>
                    <a:pt x="6" y="9"/>
                    <a:pt x="6" y="11"/>
                  </a:cubicBezTo>
                  <a:cubicBezTo>
                    <a:pt x="6" y="13"/>
                    <a:pt x="6" y="14"/>
                    <a:pt x="7" y="15"/>
                  </a:cubicBezTo>
                  <a:cubicBezTo>
                    <a:pt x="7" y="16"/>
                    <a:pt x="8" y="17"/>
                    <a:pt x="9" y="18"/>
                  </a:cubicBezTo>
                  <a:cubicBezTo>
                    <a:pt x="11" y="18"/>
                    <a:pt x="13" y="19"/>
                    <a:pt x="16" y="20"/>
                  </a:cubicBezTo>
                  <a:cubicBezTo>
                    <a:pt x="20" y="22"/>
                    <a:pt x="23" y="24"/>
                    <a:pt x="25" y="26"/>
                  </a:cubicBezTo>
                  <a:cubicBezTo>
                    <a:pt x="27" y="28"/>
                    <a:pt x="28" y="30"/>
                    <a:pt x="28" y="33"/>
                  </a:cubicBezTo>
                  <a:close/>
                  <a:moveTo>
                    <a:pt x="50" y="45"/>
                  </a:moveTo>
                  <a:cubicBezTo>
                    <a:pt x="45" y="45"/>
                    <a:pt x="45" y="45"/>
                    <a:pt x="45" y="45"/>
                  </a:cubicBezTo>
                  <a:cubicBezTo>
                    <a:pt x="45" y="5"/>
                    <a:pt x="45" y="5"/>
                    <a:pt x="45" y="5"/>
                  </a:cubicBezTo>
                  <a:cubicBezTo>
                    <a:pt x="31" y="5"/>
                    <a:pt x="31" y="5"/>
                    <a:pt x="31" y="5"/>
                  </a:cubicBezTo>
                  <a:cubicBezTo>
                    <a:pt x="31" y="1"/>
                    <a:pt x="31" y="1"/>
                    <a:pt x="31" y="1"/>
                  </a:cubicBezTo>
                  <a:cubicBezTo>
                    <a:pt x="64" y="1"/>
                    <a:pt x="64" y="1"/>
                    <a:pt x="64" y="1"/>
                  </a:cubicBezTo>
                  <a:cubicBezTo>
                    <a:pt x="64" y="5"/>
                    <a:pt x="64" y="5"/>
                    <a:pt x="64" y="5"/>
                  </a:cubicBezTo>
                  <a:cubicBezTo>
                    <a:pt x="50" y="5"/>
                    <a:pt x="50" y="5"/>
                    <a:pt x="50" y="5"/>
                  </a:cubicBezTo>
                  <a:lnTo>
                    <a:pt x="50" y="45"/>
                  </a:lnTo>
                  <a:close/>
                  <a:moveTo>
                    <a:pt x="96" y="45"/>
                  </a:moveTo>
                  <a:cubicBezTo>
                    <a:pt x="71" y="45"/>
                    <a:pt x="71" y="45"/>
                    <a:pt x="71" y="45"/>
                  </a:cubicBezTo>
                  <a:cubicBezTo>
                    <a:pt x="71" y="1"/>
                    <a:pt x="71" y="1"/>
                    <a:pt x="71" y="1"/>
                  </a:cubicBezTo>
                  <a:cubicBezTo>
                    <a:pt x="96" y="1"/>
                    <a:pt x="96" y="1"/>
                    <a:pt x="96" y="1"/>
                  </a:cubicBezTo>
                  <a:cubicBezTo>
                    <a:pt x="96" y="5"/>
                    <a:pt x="96" y="5"/>
                    <a:pt x="96" y="5"/>
                  </a:cubicBezTo>
                  <a:cubicBezTo>
                    <a:pt x="76" y="5"/>
                    <a:pt x="76" y="5"/>
                    <a:pt x="76" y="5"/>
                  </a:cubicBezTo>
                  <a:cubicBezTo>
                    <a:pt x="76" y="19"/>
                    <a:pt x="76" y="19"/>
                    <a:pt x="76" y="19"/>
                  </a:cubicBezTo>
                  <a:cubicBezTo>
                    <a:pt x="94" y="19"/>
                    <a:pt x="94" y="19"/>
                    <a:pt x="94" y="19"/>
                  </a:cubicBezTo>
                  <a:cubicBezTo>
                    <a:pt x="94" y="24"/>
                    <a:pt x="94" y="24"/>
                    <a:pt x="94" y="24"/>
                  </a:cubicBezTo>
                  <a:cubicBezTo>
                    <a:pt x="76" y="24"/>
                    <a:pt x="76" y="24"/>
                    <a:pt x="76" y="24"/>
                  </a:cubicBezTo>
                  <a:cubicBezTo>
                    <a:pt x="76" y="40"/>
                    <a:pt x="76" y="40"/>
                    <a:pt x="76" y="40"/>
                  </a:cubicBezTo>
                  <a:cubicBezTo>
                    <a:pt x="96" y="40"/>
                    <a:pt x="96" y="40"/>
                    <a:pt x="96" y="40"/>
                  </a:cubicBezTo>
                  <a:lnTo>
                    <a:pt x="96" y="45"/>
                  </a:lnTo>
                  <a:close/>
                  <a:moveTo>
                    <a:pt x="133" y="13"/>
                  </a:moveTo>
                  <a:cubicBezTo>
                    <a:pt x="133" y="18"/>
                    <a:pt x="132" y="21"/>
                    <a:pt x="129" y="24"/>
                  </a:cubicBezTo>
                  <a:cubicBezTo>
                    <a:pt x="126" y="26"/>
                    <a:pt x="121" y="27"/>
                    <a:pt x="116" y="27"/>
                  </a:cubicBezTo>
                  <a:cubicBezTo>
                    <a:pt x="111" y="27"/>
                    <a:pt x="111" y="27"/>
                    <a:pt x="111" y="27"/>
                  </a:cubicBezTo>
                  <a:cubicBezTo>
                    <a:pt x="111" y="45"/>
                    <a:pt x="111" y="45"/>
                    <a:pt x="111" y="45"/>
                  </a:cubicBezTo>
                  <a:cubicBezTo>
                    <a:pt x="105" y="45"/>
                    <a:pt x="105" y="45"/>
                    <a:pt x="105" y="45"/>
                  </a:cubicBezTo>
                  <a:cubicBezTo>
                    <a:pt x="105" y="1"/>
                    <a:pt x="105" y="1"/>
                    <a:pt x="105" y="1"/>
                  </a:cubicBezTo>
                  <a:cubicBezTo>
                    <a:pt x="117" y="1"/>
                    <a:pt x="117" y="1"/>
                    <a:pt x="117" y="1"/>
                  </a:cubicBezTo>
                  <a:cubicBezTo>
                    <a:pt x="128" y="1"/>
                    <a:pt x="133" y="5"/>
                    <a:pt x="133" y="13"/>
                  </a:cubicBezTo>
                  <a:close/>
                  <a:moveTo>
                    <a:pt x="111" y="23"/>
                  </a:moveTo>
                  <a:cubicBezTo>
                    <a:pt x="115" y="23"/>
                    <a:pt x="115" y="23"/>
                    <a:pt x="115" y="23"/>
                  </a:cubicBezTo>
                  <a:cubicBezTo>
                    <a:pt x="120" y="23"/>
                    <a:pt x="123" y="22"/>
                    <a:pt x="125" y="21"/>
                  </a:cubicBezTo>
                  <a:cubicBezTo>
                    <a:pt x="127" y="19"/>
                    <a:pt x="128" y="17"/>
                    <a:pt x="128" y="14"/>
                  </a:cubicBezTo>
                  <a:cubicBezTo>
                    <a:pt x="128" y="11"/>
                    <a:pt x="127" y="9"/>
                    <a:pt x="125" y="7"/>
                  </a:cubicBezTo>
                  <a:cubicBezTo>
                    <a:pt x="123" y="6"/>
                    <a:pt x="120" y="5"/>
                    <a:pt x="116" y="5"/>
                  </a:cubicBezTo>
                  <a:cubicBezTo>
                    <a:pt x="111" y="5"/>
                    <a:pt x="111" y="5"/>
                    <a:pt x="111" y="5"/>
                  </a:cubicBezTo>
                  <a:lnTo>
                    <a:pt x="111" y="23"/>
                  </a:lnTo>
                  <a:close/>
                  <a:moveTo>
                    <a:pt x="71" y="110"/>
                  </a:moveTo>
                  <a:cubicBezTo>
                    <a:pt x="71" y="128"/>
                    <a:pt x="68" y="141"/>
                    <a:pt x="63" y="149"/>
                  </a:cubicBezTo>
                  <a:cubicBezTo>
                    <a:pt x="57" y="158"/>
                    <a:pt x="48" y="162"/>
                    <a:pt x="37" y="162"/>
                  </a:cubicBezTo>
                  <a:cubicBezTo>
                    <a:pt x="25" y="162"/>
                    <a:pt x="17" y="158"/>
                    <a:pt x="11" y="149"/>
                  </a:cubicBezTo>
                  <a:cubicBezTo>
                    <a:pt x="5" y="140"/>
                    <a:pt x="2" y="127"/>
                    <a:pt x="2" y="110"/>
                  </a:cubicBezTo>
                  <a:cubicBezTo>
                    <a:pt x="2" y="92"/>
                    <a:pt x="5" y="79"/>
                    <a:pt x="11" y="71"/>
                  </a:cubicBezTo>
                  <a:cubicBezTo>
                    <a:pt x="17" y="62"/>
                    <a:pt x="25" y="58"/>
                    <a:pt x="37" y="58"/>
                  </a:cubicBezTo>
                  <a:cubicBezTo>
                    <a:pt x="48" y="58"/>
                    <a:pt x="56" y="63"/>
                    <a:pt x="62" y="71"/>
                  </a:cubicBezTo>
                  <a:cubicBezTo>
                    <a:pt x="68" y="80"/>
                    <a:pt x="71" y="93"/>
                    <a:pt x="71" y="110"/>
                  </a:cubicBezTo>
                  <a:close/>
                  <a:moveTo>
                    <a:pt x="19" y="110"/>
                  </a:moveTo>
                  <a:cubicBezTo>
                    <a:pt x="19" y="124"/>
                    <a:pt x="20" y="134"/>
                    <a:pt x="23" y="140"/>
                  </a:cubicBezTo>
                  <a:cubicBezTo>
                    <a:pt x="26" y="146"/>
                    <a:pt x="30" y="149"/>
                    <a:pt x="37" y="149"/>
                  </a:cubicBezTo>
                  <a:cubicBezTo>
                    <a:pt x="43" y="149"/>
                    <a:pt x="47" y="146"/>
                    <a:pt x="50" y="140"/>
                  </a:cubicBezTo>
                  <a:cubicBezTo>
                    <a:pt x="53" y="134"/>
                    <a:pt x="55" y="124"/>
                    <a:pt x="55" y="110"/>
                  </a:cubicBezTo>
                  <a:cubicBezTo>
                    <a:pt x="55" y="97"/>
                    <a:pt x="53" y="87"/>
                    <a:pt x="50" y="81"/>
                  </a:cubicBezTo>
                  <a:cubicBezTo>
                    <a:pt x="47" y="75"/>
                    <a:pt x="43" y="72"/>
                    <a:pt x="37" y="72"/>
                  </a:cubicBezTo>
                  <a:cubicBezTo>
                    <a:pt x="30" y="72"/>
                    <a:pt x="26" y="75"/>
                    <a:pt x="23" y="81"/>
                  </a:cubicBezTo>
                  <a:cubicBezTo>
                    <a:pt x="20" y="87"/>
                    <a:pt x="19" y="97"/>
                    <a:pt x="19" y="110"/>
                  </a:cubicBezTo>
                  <a:close/>
                  <a:moveTo>
                    <a:pt x="131" y="161"/>
                  </a:moveTo>
                  <a:cubicBezTo>
                    <a:pt x="115" y="161"/>
                    <a:pt x="115" y="161"/>
                    <a:pt x="115" y="161"/>
                  </a:cubicBezTo>
                  <a:cubicBezTo>
                    <a:pt x="115" y="96"/>
                    <a:pt x="115" y="96"/>
                    <a:pt x="115" y="96"/>
                  </a:cubicBezTo>
                  <a:cubicBezTo>
                    <a:pt x="115" y="88"/>
                    <a:pt x="115" y="82"/>
                    <a:pt x="115" y="77"/>
                  </a:cubicBezTo>
                  <a:cubicBezTo>
                    <a:pt x="114" y="78"/>
                    <a:pt x="113" y="79"/>
                    <a:pt x="111" y="81"/>
                  </a:cubicBezTo>
                  <a:cubicBezTo>
                    <a:pt x="110" y="82"/>
                    <a:pt x="105" y="86"/>
                    <a:pt x="96" y="93"/>
                  </a:cubicBezTo>
                  <a:cubicBezTo>
                    <a:pt x="88" y="83"/>
                    <a:pt x="88" y="83"/>
                    <a:pt x="88" y="83"/>
                  </a:cubicBezTo>
                  <a:cubicBezTo>
                    <a:pt x="117" y="60"/>
                    <a:pt x="117" y="60"/>
                    <a:pt x="117" y="60"/>
                  </a:cubicBezTo>
                  <a:cubicBezTo>
                    <a:pt x="131" y="60"/>
                    <a:pt x="131" y="60"/>
                    <a:pt x="131" y="60"/>
                  </a:cubicBezTo>
                  <a:lnTo>
                    <a:pt x="131"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9" name="Group 48">
            <a:extLst>
              <a:ext uri="{FF2B5EF4-FFF2-40B4-BE49-F238E27FC236}">
                <a16:creationId xmlns:a16="http://schemas.microsoft.com/office/drawing/2014/main" id="{E1E75AF9-160A-44C5-9F45-D54B3EC3F0F6}"/>
              </a:ext>
            </a:extLst>
          </p:cNvPr>
          <p:cNvGrpSpPr/>
          <p:nvPr/>
        </p:nvGrpSpPr>
        <p:grpSpPr>
          <a:xfrm>
            <a:off x="7921218" y="2454208"/>
            <a:ext cx="836037" cy="783502"/>
            <a:chOff x="4843463" y="2909888"/>
            <a:chExt cx="884238" cy="828675"/>
          </a:xfrm>
        </p:grpSpPr>
        <p:sp>
          <p:nvSpPr>
            <p:cNvPr id="50" name="Freeform 188">
              <a:extLst>
                <a:ext uri="{FF2B5EF4-FFF2-40B4-BE49-F238E27FC236}">
                  <a16:creationId xmlns:a16="http://schemas.microsoft.com/office/drawing/2014/main" id="{F17DEFB8-8071-4189-97AE-F70B8543E64B}"/>
                </a:ext>
              </a:extLst>
            </p:cNvPr>
            <p:cNvSpPr>
              <a:spLocks/>
            </p:cNvSpPr>
            <p:nvPr/>
          </p:nvSpPr>
          <p:spPr bwMode="auto">
            <a:xfrm>
              <a:off x="4843463" y="2909888"/>
              <a:ext cx="884238" cy="828675"/>
            </a:xfrm>
            <a:custGeom>
              <a:avLst/>
              <a:gdLst>
                <a:gd name="T0" fmla="*/ 154 w 247"/>
                <a:gd name="T1" fmla="*/ 5 h 231"/>
                <a:gd name="T2" fmla="*/ 247 w 247"/>
                <a:gd name="T3" fmla="*/ 93 h 231"/>
                <a:gd name="T4" fmla="*/ 110 w 247"/>
                <a:gd name="T5" fmla="*/ 231 h 231"/>
                <a:gd name="T6" fmla="*/ 27 w 247"/>
                <a:gd name="T7" fmla="*/ 153 h 231"/>
                <a:gd name="T8" fmla="*/ 40 w 247"/>
                <a:gd name="T9" fmla="*/ 59 h 231"/>
                <a:gd name="T10" fmla="*/ 23 w 247"/>
                <a:gd name="T11" fmla="*/ 43 h 231"/>
                <a:gd name="T12" fmla="*/ 23 w 247"/>
                <a:gd name="T13" fmla="*/ 39 h 231"/>
                <a:gd name="T14" fmla="*/ 45 w 247"/>
                <a:gd name="T15" fmla="*/ 38 h 231"/>
                <a:gd name="T16" fmla="*/ 44 w 247"/>
                <a:gd name="T17" fmla="*/ 37 h 231"/>
                <a:gd name="T18" fmla="*/ 27 w 247"/>
                <a:gd name="T19" fmla="*/ 20 h 231"/>
                <a:gd name="T20" fmla="*/ 30 w 247"/>
                <a:gd name="T21" fmla="*/ 2 h 231"/>
                <a:gd name="T22" fmla="*/ 49 w 247"/>
                <a:gd name="T23" fmla="*/ 2 h 231"/>
                <a:gd name="T24" fmla="*/ 68 w 247"/>
                <a:gd name="T25" fmla="*/ 21 h 231"/>
                <a:gd name="T26" fmla="*/ 68 w 247"/>
                <a:gd name="T27" fmla="*/ 18 h 231"/>
                <a:gd name="T28" fmla="*/ 54 w 247"/>
                <a:gd name="T29" fmla="*/ 5 h 231"/>
                <a:gd name="T30" fmla="*/ 54 w 247"/>
                <a:gd name="T31" fmla="*/ 1 h 231"/>
                <a:gd name="T32" fmla="*/ 87 w 247"/>
                <a:gd name="T33" fmla="*/ 1 h 231"/>
                <a:gd name="T34" fmla="*/ 94 w 247"/>
                <a:gd name="T35" fmla="*/ 8 h 231"/>
                <a:gd name="T36" fmla="*/ 94 w 247"/>
                <a:gd name="T37" fmla="*/ 1 h 231"/>
                <a:gd name="T38" fmla="*/ 118 w 247"/>
                <a:gd name="T39" fmla="*/ 1 h 231"/>
                <a:gd name="T40" fmla="*/ 129 w 247"/>
                <a:gd name="T41" fmla="*/ 11 h 231"/>
                <a:gd name="T42" fmla="*/ 129 w 247"/>
                <a:gd name="T43" fmla="*/ 1 h 231"/>
                <a:gd name="T44" fmla="*/ 154 w 247"/>
                <a:gd name="T45"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7" h="231">
                  <a:moveTo>
                    <a:pt x="154" y="5"/>
                  </a:moveTo>
                  <a:cubicBezTo>
                    <a:pt x="247" y="93"/>
                    <a:pt x="247" y="93"/>
                    <a:pt x="247" y="93"/>
                  </a:cubicBezTo>
                  <a:cubicBezTo>
                    <a:pt x="110" y="231"/>
                    <a:pt x="110" y="231"/>
                    <a:pt x="110" y="231"/>
                  </a:cubicBezTo>
                  <a:cubicBezTo>
                    <a:pt x="27" y="153"/>
                    <a:pt x="27" y="153"/>
                    <a:pt x="27" y="153"/>
                  </a:cubicBezTo>
                  <a:cubicBezTo>
                    <a:pt x="27" y="153"/>
                    <a:pt x="0" y="84"/>
                    <a:pt x="40" y="59"/>
                  </a:cubicBezTo>
                  <a:cubicBezTo>
                    <a:pt x="27" y="46"/>
                    <a:pt x="23" y="43"/>
                    <a:pt x="23" y="43"/>
                  </a:cubicBezTo>
                  <a:cubicBezTo>
                    <a:pt x="23" y="39"/>
                    <a:pt x="23" y="39"/>
                    <a:pt x="23" y="39"/>
                  </a:cubicBezTo>
                  <a:cubicBezTo>
                    <a:pt x="23" y="39"/>
                    <a:pt x="38" y="45"/>
                    <a:pt x="45" y="38"/>
                  </a:cubicBezTo>
                  <a:cubicBezTo>
                    <a:pt x="44" y="37"/>
                    <a:pt x="44" y="37"/>
                    <a:pt x="44" y="37"/>
                  </a:cubicBezTo>
                  <a:cubicBezTo>
                    <a:pt x="27" y="20"/>
                    <a:pt x="27" y="20"/>
                    <a:pt x="27" y="20"/>
                  </a:cubicBezTo>
                  <a:cubicBezTo>
                    <a:pt x="27" y="20"/>
                    <a:pt x="20" y="8"/>
                    <a:pt x="30" y="2"/>
                  </a:cubicBezTo>
                  <a:cubicBezTo>
                    <a:pt x="34" y="1"/>
                    <a:pt x="41" y="0"/>
                    <a:pt x="49" y="2"/>
                  </a:cubicBezTo>
                  <a:cubicBezTo>
                    <a:pt x="54" y="8"/>
                    <a:pt x="68" y="21"/>
                    <a:pt x="68" y="21"/>
                  </a:cubicBezTo>
                  <a:cubicBezTo>
                    <a:pt x="68" y="18"/>
                    <a:pt x="68" y="18"/>
                    <a:pt x="68" y="18"/>
                  </a:cubicBezTo>
                  <a:cubicBezTo>
                    <a:pt x="54" y="5"/>
                    <a:pt x="54" y="5"/>
                    <a:pt x="54" y="5"/>
                  </a:cubicBezTo>
                  <a:cubicBezTo>
                    <a:pt x="54" y="1"/>
                    <a:pt x="54" y="1"/>
                    <a:pt x="54" y="1"/>
                  </a:cubicBezTo>
                  <a:cubicBezTo>
                    <a:pt x="87" y="1"/>
                    <a:pt x="87" y="1"/>
                    <a:pt x="87" y="1"/>
                  </a:cubicBezTo>
                  <a:cubicBezTo>
                    <a:pt x="94" y="8"/>
                    <a:pt x="94" y="8"/>
                    <a:pt x="94" y="8"/>
                  </a:cubicBezTo>
                  <a:cubicBezTo>
                    <a:pt x="94" y="1"/>
                    <a:pt x="94" y="1"/>
                    <a:pt x="94" y="1"/>
                  </a:cubicBezTo>
                  <a:cubicBezTo>
                    <a:pt x="118" y="1"/>
                    <a:pt x="118" y="1"/>
                    <a:pt x="118" y="1"/>
                  </a:cubicBezTo>
                  <a:cubicBezTo>
                    <a:pt x="129" y="11"/>
                    <a:pt x="129" y="11"/>
                    <a:pt x="129" y="11"/>
                  </a:cubicBezTo>
                  <a:cubicBezTo>
                    <a:pt x="129" y="1"/>
                    <a:pt x="129" y="1"/>
                    <a:pt x="129" y="1"/>
                  </a:cubicBezTo>
                  <a:lnTo>
                    <a:pt x="154" y="5"/>
                  </a:lnTo>
                  <a:close/>
                </a:path>
              </a:pathLst>
            </a:custGeom>
            <a:gradFill flip="none" rotWithShape="1">
              <a:gsLst>
                <a:gs pos="22000">
                  <a:schemeClr val="accent6">
                    <a:lumMod val="50000"/>
                  </a:schemeClr>
                </a:gs>
                <a:gs pos="65000">
                  <a:schemeClr val="accent6">
                    <a:lumMod val="50000"/>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1" name="Freeform 189">
              <a:extLst>
                <a:ext uri="{FF2B5EF4-FFF2-40B4-BE49-F238E27FC236}">
                  <a16:creationId xmlns:a16="http://schemas.microsoft.com/office/drawing/2014/main" id="{67ADE714-AFE4-426F-86E6-CFCFE0EE10CA}"/>
                </a:ext>
              </a:extLst>
            </p:cNvPr>
            <p:cNvSpPr>
              <a:spLocks noEditPoints="1"/>
            </p:cNvSpPr>
            <p:nvPr/>
          </p:nvSpPr>
          <p:spPr bwMode="auto">
            <a:xfrm>
              <a:off x="4897438" y="2909888"/>
              <a:ext cx="533400" cy="582613"/>
            </a:xfrm>
            <a:custGeom>
              <a:avLst/>
              <a:gdLst>
                <a:gd name="T0" fmla="*/ 31 w 149"/>
                <a:gd name="T1" fmla="*/ 42 h 162"/>
                <a:gd name="T2" fmla="*/ 8 w 149"/>
                <a:gd name="T3" fmla="*/ 43 h 162"/>
                <a:gd name="T4" fmla="*/ 14 w 149"/>
                <a:gd name="T5" fmla="*/ 40 h 162"/>
                <a:gd name="T6" fmla="*/ 28 w 149"/>
                <a:gd name="T7" fmla="*/ 39 h 162"/>
                <a:gd name="T8" fmla="*/ 29 w 149"/>
                <a:gd name="T9" fmla="*/ 30 h 162"/>
                <a:gd name="T10" fmla="*/ 20 w 149"/>
                <a:gd name="T11" fmla="*/ 24 h 162"/>
                <a:gd name="T12" fmla="*/ 8 w 149"/>
                <a:gd name="T13" fmla="*/ 11 h 162"/>
                <a:gd name="T14" fmla="*/ 22 w 149"/>
                <a:gd name="T15" fmla="*/ 0 h 162"/>
                <a:gd name="T16" fmla="*/ 33 w 149"/>
                <a:gd name="T17" fmla="*/ 7 h 162"/>
                <a:gd name="T18" fmla="*/ 16 w 149"/>
                <a:gd name="T19" fmla="*/ 6 h 162"/>
                <a:gd name="T20" fmla="*/ 14 w 149"/>
                <a:gd name="T21" fmla="*/ 15 h 162"/>
                <a:gd name="T22" fmla="*/ 23 w 149"/>
                <a:gd name="T23" fmla="*/ 20 h 162"/>
                <a:gd name="T24" fmla="*/ 36 w 149"/>
                <a:gd name="T25" fmla="*/ 33 h 162"/>
                <a:gd name="T26" fmla="*/ 53 w 149"/>
                <a:gd name="T27" fmla="*/ 45 h 162"/>
                <a:gd name="T28" fmla="*/ 39 w 149"/>
                <a:gd name="T29" fmla="*/ 5 h 162"/>
                <a:gd name="T30" fmla="*/ 72 w 149"/>
                <a:gd name="T31" fmla="*/ 1 h 162"/>
                <a:gd name="T32" fmla="*/ 58 w 149"/>
                <a:gd name="T33" fmla="*/ 5 h 162"/>
                <a:gd name="T34" fmla="*/ 103 w 149"/>
                <a:gd name="T35" fmla="*/ 45 h 162"/>
                <a:gd name="T36" fmla="*/ 79 w 149"/>
                <a:gd name="T37" fmla="*/ 1 h 162"/>
                <a:gd name="T38" fmla="*/ 103 w 149"/>
                <a:gd name="T39" fmla="*/ 5 h 162"/>
                <a:gd name="T40" fmla="*/ 84 w 149"/>
                <a:gd name="T41" fmla="*/ 19 h 162"/>
                <a:gd name="T42" fmla="*/ 102 w 149"/>
                <a:gd name="T43" fmla="*/ 24 h 162"/>
                <a:gd name="T44" fmla="*/ 84 w 149"/>
                <a:gd name="T45" fmla="*/ 40 h 162"/>
                <a:gd name="T46" fmla="*/ 103 w 149"/>
                <a:gd name="T47" fmla="*/ 45 h 162"/>
                <a:gd name="T48" fmla="*/ 137 w 149"/>
                <a:gd name="T49" fmla="*/ 24 h 162"/>
                <a:gd name="T50" fmla="*/ 118 w 149"/>
                <a:gd name="T51" fmla="*/ 27 h 162"/>
                <a:gd name="T52" fmla="*/ 113 w 149"/>
                <a:gd name="T53" fmla="*/ 45 h 162"/>
                <a:gd name="T54" fmla="*/ 125 w 149"/>
                <a:gd name="T55" fmla="*/ 1 h 162"/>
                <a:gd name="T56" fmla="*/ 118 w 149"/>
                <a:gd name="T57" fmla="*/ 23 h 162"/>
                <a:gd name="T58" fmla="*/ 133 w 149"/>
                <a:gd name="T59" fmla="*/ 21 h 162"/>
                <a:gd name="T60" fmla="*/ 133 w 149"/>
                <a:gd name="T61" fmla="*/ 7 h 162"/>
                <a:gd name="T62" fmla="*/ 118 w 149"/>
                <a:gd name="T63" fmla="*/ 5 h 162"/>
                <a:gd name="T64" fmla="*/ 68 w 149"/>
                <a:gd name="T65" fmla="*/ 110 h 162"/>
                <a:gd name="T66" fmla="*/ 34 w 149"/>
                <a:gd name="T67" fmla="*/ 162 h 162"/>
                <a:gd name="T68" fmla="*/ 0 w 149"/>
                <a:gd name="T69" fmla="*/ 110 h 162"/>
                <a:gd name="T70" fmla="*/ 34 w 149"/>
                <a:gd name="T71" fmla="*/ 58 h 162"/>
                <a:gd name="T72" fmla="*/ 68 w 149"/>
                <a:gd name="T73" fmla="*/ 110 h 162"/>
                <a:gd name="T74" fmla="*/ 21 w 149"/>
                <a:gd name="T75" fmla="*/ 140 h 162"/>
                <a:gd name="T76" fmla="*/ 48 w 149"/>
                <a:gd name="T77" fmla="*/ 140 h 162"/>
                <a:gd name="T78" fmla="*/ 48 w 149"/>
                <a:gd name="T79" fmla="*/ 81 h 162"/>
                <a:gd name="T80" fmla="*/ 21 w 149"/>
                <a:gd name="T81" fmla="*/ 81 h 162"/>
                <a:gd name="T82" fmla="*/ 149 w 149"/>
                <a:gd name="T83" fmla="*/ 161 h 162"/>
                <a:gd name="T84" fmla="*/ 81 w 149"/>
                <a:gd name="T85" fmla="*/ 148 h 162"/>
                <a:gd name="T86" fmla="*/ 122 w 149"/>
                <a:gd name="T87" fmla="*/ 106 h 162"/>
                <a:gd name="T88" fmla="*/ 129 w 149"/>
                <a:gd name="T89" fmla="*/ 87 h 162"/>
                <a:gd name="T90" fmla="*/ 114 w 149"/>
                <a:gd name="T91" fmla="*/ 72 h 162"/>
                <a:gd name="T92" fmla="*/ 90 w 149"/>
                <a:gd name="T93" fmla="*/ 82 h 162"/>
                <a:gd name="T94" fmla="*/ 98 w 149"/>
                <a:gd name="T95" fmla="*/ 61 h 162"/>
                <a:gd name="T96" fmla="*/ 137 w 149"/>
                <a:gd name="T97" fmla="*/ 66 h 162"/>
                <a:gd name="T98" fmla="*/ 143 w 149"/>
                <a:gd name="T99" fmla="*/ 98 h 162"/>
                <a:gd name="T100" fmla="*/ 119 w 149"/>
                <a:gd name="T101" fmla="*/ 129 h 162"/>
                <a:gd name="T102" fmla="*/ 101 w 149"/>
                <a:gd name="T103" fmla="*/ 146 h 162"/>
                <a:gd name="T104" fmla="*/ 149 w 149"/>
                <a:gd name="T105"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162">
                  <a:moveTo>
                    <a:pt x="36" y="33"/>
                  </a:moveTo>
                  <a:cubicBezTo>
                    <a:pt x="36" y="37"/>
                    <a:pt x="34" y="40"/>
                    <a:pt x="31" y="42"/>
                  </a:cubicBezTo>
                  <a:cubicBezTo>
                    <a:pt x="29" y="44"/>
                    <a:pt x="25" y="45"/>
                    <a:pt x="20" y="45"/>
                  </a:cubicBezTo>
                  <a:cubicBezTo>
                    <a:pt x="15" y="45"/>
                    <a:pt x="11" y="45"/>
                    <a:pt x="8" y="43"/>
                  </a:cubicBezTo>
                  <a:cubicBezTo>
                    <a:pt x="8" y="38"/>
                    <a:pt x="8" y="38"/>
                    <a:pt x="8" y="38"/>
                  </a:cubicBezTo>
                  <a:cubicBezTo>
                    <a:pt x="10" y="39"/>
                    <a:pt x="11" y="40"/>
                    <a:pt x="14" y="40"/>
                  </a:cubicBezTo>
                  <a:cubicBezTo>
                    <a:pt x="16" y="41"/>
                    <a:pt x="18" y="41"/>
                    <a:pt x="20" y="41"/>
                  </a:cubicBezTo>
                  <a:cubicBezTo>
                    <a:pt x="23" y="41"/>
                    <a:pt x="26" y="40"/>
                    <a:pt x="28" y="39"/>
                  </a:cubicBezTo>
                  <a:cubicBezTo>
                    <a:pt x="29" y="38"/>
                    <a:pt x="30" y="36"/>
                    <a:pt x="30" y="33"/>
                  </a:cubicBezTo>
                  <a:cubicBezTo>
                    <a:pt x="30" y="32"/>
                    <a:pt x="30" y="31"/>
                    <a:pt x="29" y="30"/>
                  </a:cubicBezTo>
                  <a:cubicBezTo>
                    <a:pt x="29" y="29"/>
                    <a:pt x="28" y="28"/>
                    <a:pt x="26" y="27"/>
                  </a:cubicBezTo>
                  <a:cubicBezTo>
                    <a:pt x="25" y="26"/>
                    <a:pt x="23" y="25"/>
                    <a:pt x="20" y="24"/>
                  </a:cubicBezTo>
                  <a:cubicBezTo>
                    <a:pt x="16" y="23"/>
                    <a:pt x="13" y="21"/>
                    <a:pt x="11" y="19"/>
                  </a:cubicBezTo>
                  <a:cubicBezTo>
                    <a:pt x="9" y="17"/>
                    <a:pt x="8" y="14"/>
                    <a:pt x="8" y="11"/>
                  </a:cubicBezTo>
                  <a:cubicBezTo>
                    <a:pt x="8" y="8"/>
                    <a:pt x="10" y="5"/>
                    <a:pt x="12" y="3"/>
                  </a:cubicBezTo>
                  <a:cubicBezTo>
                    <a:pt x="15" y="1"/>
                    <a:pt x="18" y="0"/>
                    <a:pt x="22" y="0"/>
                  </a:cubicBezTo>
                  <a:cubicBezTo>
                    <a:pt x="27" y="0"/>
                    <a:pt x="31" y="1"/>
                    <a:pt x="34" y="2"/>
                  </a:cubicBezTo>
                  <a:cubicBezTo>
                    <a:pt x="33" y="7"/>
                    <a:pt x="33" y="7"/>
                    <a:pt x="33" y="7"/>
                  </a:cubicBezTo>
                  <a:cubicBezTo>
                    <a:pt x="29" y="5"/>
                    <a:pt x="26" y="4"/>
                    <a:pt x="22" y="4"/>
                  </a:cubicBezTo>
                  <a:cubicBezTo>
                    <a:pt x="19" y="4"/>
                    <a:pt x="17" y="5"/>
                    <a:pt x="16" y="6"/>
                  </a:cubicBezTo>
                  <a:cubicBezTo>
                    <a:pt x="14" y="7"/>
                    <a:pt x="14" y="9"/>
                    <a:pt x="14" y="11"/>
                  </a:cubicBezTo>
                  <a:cubicBezTo>
                    <a:pt x="14" y="13"/>
                    <a:pt x="14" y="14"/>
                    <a:pt x="14" y="15"/>
                  </a:cubicBezTo>
                  <a:cubicBezTo>
                    <a:pt x="15" y="16"/>
                    <a:pt x="16" y="17"/>
                    <a:pt x="17" y="18"/>
                  </a:cubicBezTo>
                  <a:cubicBezTo>
                    <a:pt x="19" y="18"/>
                    <a:pt x="21" y="19"/>
                    <a:pt x="23" y="20"/>
                  </a:cubicBezTo>
                  <a:cubicBezTo>
                    <a:pt x="28" y="22"/>
                    <a:pt x="31" y="24"/>
                    <a:pt x="33" y="26"/>
                  </a:cubicBezTo>
                  <a:cubicBezTo>
                    <a:pt x="35" y="28"/>
                    <a:pt x="36" y="30"/>
                    <a:pt x="36" y="33"/>
                  </a:cubicBezTo>
                  <a:close/>
                  <a:moveTo>
                    <a:pt x="58" y="45"/>
                  </a:moveTo>
                  <a:cubicBezTo>
                    <a:pt x="53" y="45"/>
                    <a:pt x="53" y="45"/>
                    <a:pt x="53" y="45"/>
                  </a:cubicBezTo>
                  <a:cubicBezTo>
                    <a:pt x="53" y="5"/>
                    <a:pt x="53" y="5"/>
                    <a:pt x="53" y="5"/>
                  </a:cubicBezTo>
                  <a:cubicBezTo>
                    <a:pt x="39" y="5"/>
                    <a:pt x="39" y="5"/>
                    <a:pt x="39" y="5"/>
                  </a:cubicBezTo>
                  <a:cubicBezTo>
                    <a:pt x="39" y="1"/>
                    <a:pt x="39" y="1"/>
                    <a:pt x="39" y="1"/>
                  </a:cubicBezTo>
                  <a:cubicBezTo>
                    <a:pt x="72" y="1"/>
                    <a:pt x="72" y="1"/>
                    <a:pt x="72" y="1"/>
                  </a:cubicBezTo>
                  <a:cubicBezTo>
                    <a:pt x="72" y="5"/>
                    <a:pt x="72" y="5"/>
                    <a:pt x="72" y="5"/>
                  </a:cubicBezTo>
                  <a:cubicBezTo>
                    <a:pt x="58" y="5"/>
                    <a:pt x="58" y="5"/>
                    <a:pt x="58" y="5"/>
                  </a:cubicBezTo>
                  <a:lnTo>
                    <a:pt x="58" y="45"/>
                  </a:lnTo>
                  <a:close/>
                  <a:moveTo>
                    <a:pt x="103" y="45"/>
                  </a:moveTo>
                  <a:cubicBezTo>
                    <a:pt x="79" y="45"/>
                    <a:pt x="79" y="45"/>
                    <a:pt x="79" y="45"/>
                  </a:cubicBezTo>
                  <a:cubicBezTo>
                    <a:pt x="79" y="1"/>
                    <a:pt x="79" y="1"/>
                    <a:pt x="79" y="1"/>
                  </a:cubicBezTo>
                  <a:cubicBezTo>
                    <a:pt x="103" y="1"/>
                    <a:pt x="103" y="1"/>
                    <a:pt x="103" y="1"/>
                  </a:cubicBezTo>
                  <a:cubicBezTo>
                    <a:pt x="103" y="5"/>
                    <a:pt x="103" y="5"/>
                    <a:pt x="103" y="5"/>
                  </a:cubicBezTo>
                  <a:cubicBezTo>
                    <a:pt x="84" y="5"/>
                    <a:pt x="84" y="5"/>
                    <a:pt x="84" y="5"/>
                  </a:cubicBezTo>
                  <a:cubicBezTo>
                    <a:pt x="84" y="19"/>
                    <a:pt x="84" y="19"/>
                    <a:pt x="84" y="19"/>
                  </a:cubicBezTo>
                  <a:cubicBezTo>
                    <a:pt x="102" y="19"/>
                    <a:pt x="102" y="19"/>
                    <a:pt x="102" y="19"/>
                  </a:cubicBezTo>
                  <a:cubicBezTo>
                    <a:pt x="102" y="24"/>
                    <a:pt x="102" y="24"/>
                    <a:pt x="102" y="24"/>
                  </a:cubicBezTo>
                  <a:cubicBezTo>
                    <a:pt x="84" y="24"/>
                    <a:pt x="84" y="24"/>
                    <a:pt x="84" y="24"/>
                  </a:cubicBezTo>
                  <a:cubicBezTo>
                    <a:pt x="84" y="40"/>
                    <a:pt x="84" y="40"/>
                    <a:pt x="84" y="40"/>
                  </a:cubicBezTo>
                  <a:cubicBezTo>
                    <a:pt x="103" y="40"/>
                    <a:pt x="103" y="40"/>
                    <a:pt x="103" y="40"/>
                  </a:cubicBezTo>
                  <a:lnTo>
                    <a:pt x="103" y="45"/>
                  </a:lnTo>
                  <a:close/>
                  <a:moveTo>
                    <a:pt x="141" y="13"/>
                  </a:moveTo>
                  <a:cubicBezTo>
                    <a:pt x="141" y="18"/>
                    <a:pt x="140" y="21"/>
                    <a:pt x="137" y="24"/>
                  </a:cubicBezTo>
                  <a:cubicBezTo>
                    <a:pt x="134" y="26"/>
                    <a:pt x="129" y="27"/>
                    <a:pt x="123" y="27"/>
                  </a:cubicBezTo>
                  <a:cubicBezTo>
                    <a:pt x="118" y="27"/>
                    <a:pt x="118" y="27"/>
                    <a:pt x="118" y="27"/>
                  </a:cubicBezTo>
                  <a:cubicBezTo>
                    <a:pt x="118" y="45"/>
                    <a:pt x="118" y="45"/>
                    <a:pt x="118" y="45"/>
                  </a:cubicBezTo>
                  <a:cubicBezTo>
                    <a:pt x="113" y="45"/>
                    <a:pt x="113" y="45"/>
                    <a:pt x="113" y="45"/>
                  </a:cubicBezTo>
                  <a:cubicBezTo>
                    <a:pt x="113" y="1"/>
                    <a:pt x="113" y="1"/>
                    <a:pt x="113" y="1"/>
                  </a:cubicBezTo>
                  <a:cubicBezTo>
                    <a:pt x="125" y="1"/>
                    <a:pt x="125" y="1"/>
                    <a:pt x="125" y="1"/>
                  </a:cubicBezTo>
                  <a:cubicBezTo>
                    <a:pt x="136" y="1"/>
                    <a:pt x="141" y="5"/>
                    <a:pt x="141" y="13"/>
                  </a:cubicBezTo>
                  <a:close/>
                  <a:moveTo>
                    <a:pt x="118" y="23"/>
                  </a:moveTo>
                  <a:cubicBezTo>
                    <a:pt x="123" y="23"/>
                    <a:pt x="123" y="23"/>
                    <a:pt x="123" y="23"/>
                  </a:cubicBezTo>
                  <a:cubicBezTo>
                    <a:pt x="127" y="23"/>
                    <a:pt x="131" y="22"/>
                    <a:pt x="133" y="21"/>
                  </a:cubicBezTo>
                  <a:cubicBezTo>
                    <a:pt x="135" y="19"/>
                    <a:pt x="136" y="17"/>
                    <a:pt x="136" y="14"/>
                  </a:cubicBezTo>
                  <a:cubicBezTo>
                    <a:pt x="136" y="11"/>
                    <a:pt x="135" y="9"/>
                    <a:pt x="133" y="7"/>
                  </a:cubicBezTo>
                  <a:cubicBezTo>
                    <a:pt x="131" y="6"/>
                    <a:pt x="128" y="5"/>
                    <a:pt x="124" y="5"/>
                  </a:cubicBezTo>
                  <a:cubicBezTo>
                    <a:pt x="118" y="5"/>
                    <a:pt x="118" y="5"/>
                    <a:pt x="118" y="5"/>
                  </a:cubicBezTo>
                  <a:lnTo>
                    <a:pt x="118" y="23"/>
                  </a:lnTo>
                  <a:close/>
                  <a:moveTo>
                    <a:pt x="68" y="110"/>
                  </a:moveTo>
                  <a:cubicBezTo>
                    <a:pt x="68" y="128"/>
                    <a:pt x="66" y="141"/>
                    <a:pt x="60" y="149"/>
                  </a:cubicBezTo>
                  <a:cubicBezTo>
                    <a:pt x="54" y="158"/>
                    <a:pt x="46" y="162"/>
                    <a:pt x="34" y="162"/>
                  </a:cubicBezTo>
                  <a:cubicBezTo>
                    <a:pt x="23" y="162"/>
                    <a:pt x="14" y="158"/>
                    <a:pt x="9" y="149"/>
                  </a:cubicBezTo>
                  <a:cubicBezTo>
                    <a:pt x="3" y="140"/>
                    <a:pt x="0" y="127"/>
                    <a:pt x="0" y="110"/>
                  </a:cubicBezTo>
                  <a:cubicBezTo>
                    <a:pt x="0" y="93"/>
                    <a:pt x="3" y="79"/>
                    <a:pt x="8" y="71"/>
                  </a:cubicBezTo>
                  <a:cubicBezTo>
                    <a:pt x="14" y="62"/>
                    <a:pt x="23" y="58"/>
                    <a:pt x="34" y="58"/>
                  </a:cubicBezTo>
                  <a:cubicBezTo>
                    <a:pt x="45" y="58"/>
                    <a:pt x="54" y="63"/>
                    <a:pt x="60" y="71"/>
                  </a:cubicBezTo>
                  <a:cubicBezTo>
                    <a:pt x="65" y="80"/>
                    <a:pt x="68" y="93"/>
                    <a:pt x="68" y="110"/>
                  </a:cubicBezTo>
                  <a:close/>
                  <a:moveTo>
                    <a:pt x="16" y="110"/>
                  </a:moveTo>
                  <a:cubicBezTo>
                    <a:pt x="16" y="124"/>
                    <a:pt x="18" y="134"/>
                    <a:pt x="21" y="140"/>
                  </a:cubicBezTo>
                  <a:cubicBezTo>
                    <a:pt x="23" y="146"/>
                    <a:pt x="28" y="149"/>
                    <a:pt x="34" y="149"/>
                  </a:cubicBezTo>
                  <a:cubicBezTo>
                    <a:pt x="40" y="149"/>
                    <a:pt x="45" y="146"/>
                    <a:pt x="48" y="140"/>
                  </a:cubicBezTo>
                  <a:cubicBezTo>
                    <a:pt x="51" y="134"/>
                    <a:pt x="52" y="124"/>
                    <a:pt x="52" y="110"/>
                  </a:cubicBezTo>
                  <a:cubicBezTo>
                    <a:pt x="52" y="97"/>
                    <a:pt x="51" y="87"/>
                    <a:pt x="48" y="81"/>
                  </a:cubicBezTo>
                  <a:cubicBezTo>
                    <a:pt x="45" y="75"/>
                    <a:pt x="40" y="72"/>
                    <a:pt x="34" y="72"/>
                  </a:cubicBezTo>
                  <a:cubicBezTo>
                    <a:pt x="28" y="72"/>
                    <a:pt x="23" y="75"/>
                    <a:pt x="21" y="81"/>
                  </a:cubicBezTo>
                  <a:cubicBezTo>
                    <a:pt x="18" y="87"/>
                    <a:pt x="16" y="96"/>
                    <a:pt x="16" y="110"/>
                  </a:cubicBezTo>
                  <a:close/>
                  <a:moveTo>
                    <a:pt x="149" y="161"/>
                  </a:moveTo>
                  <a:cubicBezTo>
                    <a:pt x="81" y="161"/>
                    <a:pt x="81" y="161"/>
                    <a:pt x="81" y="161"/>
                  </a:cubicBezTo>
                  <a:cubicBezTo>
                    <a:pt x="81" y="148"/>
                    <a:pt x="81" y="148"/>
                    <a:pt x="81" y="148"/>
                  </a:cubicBezTo>
                  <a:cubicBezTo>
                    <a:pt x="107" y="122"/>
                    <a:pt x="107" y="122"/>
                    <a:pt x="107" y="122"/>
                  </a:cubicBezTo>
                  <a:cubicBezTo>
                    <a:pt x="114" y="114"/>
                    <a:pt x="119" y="109"/>
                    <a:pt x="122" y="106"/>
                  </a:cubicBezTo>
                  <a:cubicBezTo>
                    <a:pt x="124" y="102"/>
                    <a:pt x="126" y="99"/>
                    <a:pt x="127" y="96"/>
                  </a:cubicBezTo>
                  <a:cubicBezTo>
                    <a:pt x="129" y="93"/>
                    <a:pt x="129" y="90"/>
                    <a:pt x="129" y="87"/>
                  </a:cubicBezTo>
                  <a:cubicBezTo>
                    <a:pt x="129" y="82"/>
                    <a:pt x="128" y="79"/>
                    <a:pt x="125" y="76"/>
                  </a:cubicBezTo>
                  <a:cubicBezTo>
                    <a:pt x="122" y="74"/>
                    <a:pt x="119" y="72"/>
                    <a:pt x="114" y="72"/>
                  </a:cubicBezTo>
                  <a:cubicBezTo>
                    <a:pt x="110" y="72"/>
                    <a:pt x="106" y="73"/>
                    <a:pt x="103" y="74"/>
                  </a:cubicBezTo>
                  <a:cubicBezTo>
                    <a:pt x="99" y="76"/>
                    <a:pt x="95" y="78"/>
                    <a:pt x="90" y="82"/>
                  </a:cubicBezTo>
                  <a:cubicBezTo>
                    <a:pt x="81" y="71"/>
                    <a:pt x="81" y="71"/>
                    <a:pt x="81" y="71"/>
                  </a:cubicBezTo>
                  <a:cubicBezTo>
                    <a:pt x="87" y="67"/>
                    <a:pt x="92" y="63"/>
                    <a:pt x="98" y="61"/>
                  </a:cubicBezTo>
                  <a:cubicBezTo>
                    <a:pt x="103" y="59"/>
                    <a:pt x="108" y="58"/>
                    <a:pt x="114" y="58"/>
                  </a:cubicBezTo>
                  <a:cubicBezTo>
                    <a:pt x="124" y="58"/>
                    <a:pt x="131" y="61"/>
                    <a:pt x="137" y="66"/>
                  </a:cubicBezTo>
                  <a:cubicBezTo>
                    <a:pt x="143" y="71"/>
                    <a:pt x="146" y="77"/>
                    <a:pt x="146" y="85"/>
                  </a:cubicBezTo>
                  <a:cubicBezTo>
                    <a:pt x="146" y="90"/>
                    <a:pt x="145" y="94"/>
                    <a:pt x="143" y="98"/>
                  </a:cubicBezTo>
                  <a:cubicBezTo>
                    <a:pt x="141" y="103"/>
                    <a:pt x="139" y="107"/>
                    <a:pt x="135" y="111"/>
                  </a:cubicBezTo>
                  <a:cubicBezTo>
                    <a:pt x="132" y="115"/>
                    <a:pt x="127" y="121"/>
                    <a:pt x="119" y="129"/>
                  </a:cubicBezTo>
                  <a:cubicBezTo>
                    <a:pt x="101" y="146"/>
                    <a:pt x="101" y="146"/>
                    <a:pt x="101" y="146"/>
                  </a:cubicBezTo>
                  <a:cubicBezTo>
                    <a:pt x="101" y="146"/>
                    <a:pt x="101" y="146"/>
                    <a:pt x="101" y="146"/>
                  </a:cubicBezTo>
                  <a:cubicBezTo>
                    <a:pt x="149" y="146"/>
                    <a:pt x="149" y="146"/>
                    <a:pt x="149" y="146"/>
                  </a:cubicBezTo>
                  <a:lnTo>
                    <a:pt x="149" y="1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2" name="Group 51">
            <a:extLst>
              <a:ext uri="{FF2B5EF4-FFF2-40B4-BE49-F238E27FC236}">
                <a16:creationId xmlns:a16="http://schemas.microsoft.com/office/drawing/2014/main" id="{21C7E257-3CC1-441C-98F4-FD406F6C1682}"/>
              </a:ext>
            </a:extLst>
          </p:cNvPr>
          <p:cNvGrpSpPr/>
          <p:nvPr/>
        </p:nvGrpSpPr>
        <p:grpSpPr>
          <a:xfrm>
            <a:off x="7941001" y="5265365"/>
            <a:ext cx="822529" cy="780501"/>
            <a:chOff x="8605838" y="2909888"/>
            <a:chExt cx="869950" cy="825500"/>
          </a:xfrm>
        </p:grpSpPr>
        <p:sp>
          <p:nvSpPr>
            <p:cNvPr id="53" name="Freeform 190">
              <a:extLst>
                <a:ext uri="{FF2B5EF4-FFF2-40B4-BE49-F238E27FC236}">
                  <a16:creationId xmlns:a16="http://schemas.microsoft.com/office/drawing/2014/main" id="{236F49BD-8DEF-42ED-ABB7-8839EAC293C6}"/>
                </a:ext>
              </a:extLst>
            </p:cNvPr>
            <p:cNvSpPr>
              <a:spLocks/>
            </p:cNvSpPr>
            <p:nvPr/>
          </p:nvSpPr>
          <p:spPr bwMode="auto">
            <a:xfrm>
              <a:off x="8605838" y="2909888"/>
              <a:ext cx="869950" cy="825500"/>
            </a:xfrm>
            <a:custGeom>
              <a:avLst/>
              <a:gdLst>
                <a:gd name="T0" fmla="*/ 154 w 243"/>
                <a:gd name="T1" fmla="*/ 5 h 230"/>
                <a:gd name="T2" fmla="*/ 243 w 243"/>
                <a:gd name="T3" fmla="*/ 92 h 230"/>
                <a:gd name="T4" fmla="*/ 104 w 243"/>
                <a:gd name="T5" fmla="*/ 230 h 230"/>
                <a:gd name="T6" fmla="*/ 25 w 243"/>
                <a:gd name="T7" fmla="*/ 152 h 230"/>
                <a:gd name="T8" fmla="*/ 41 w 243"/>
                <a:gd name="T9" fmla="*/ 60 h 230"/>
                <a:gd name="T10" fmla="*/ 40 w 243"/>
                <a:gd name="T11" fmla="*/ 59 h 230"/>
                <a:gd name="T12" fmla="*/ 24 w 243"/>
                <a:gd name="T13" fmla="*/ 43 h 230"/>
                <a:gd name="T14" fmla="*/ 24 w 243"/>
                <a:gd name="T15" fmla="*/ 40 h 230"/>
                <a:gd name="T16" fmla="*/ 46 w 243"/>
                <a:gd name="T17" fmla="*/ 38 h 230"/>
                <a:gd name="T18" fmla="*/ 27 w 243"/>
                <a:gd name="T19" fmla="*/ 20 h 230"/>
                <a:gd name="T20" fmla="*/ 33 w 243"/>
                <a:gd name="T21" fmla="*/ 2 h 230"/>
                <a:gd name="T22" fmla="*/ 50 w 243"/>
                <a:gd name="T23" fmla="*/ 2 h 230"/>
                <a:gd name="T24" fmla="*/ 69 w 243"/>
                <a:gd name="T25" fmla="*/ 21 h 230"/>
                <a:gd name="T26" fmla="*/ 69 w 243"/>
                <a:gd name="T27" fmla="*/ 19 h 230"/>
                <a:gd name="T28" fmla="*/ 55 w 243"/>
                <a:gd name="T29" fmla="*/ 5 h 230"/>
                <a:gd name="T30" fmla="*/ 55 w 243"/>
                <a:gd name="T31" fmla="*/ 1 h 230"/>
                <a:gd name="T32" fmla="*/ 88 w 243"/>
                <a:gd name="T33" fmla="*/ 1 h 230"/>
                <a:gd name="T34" fmla="*/ 95 w 243"/>
                <a:gd name="T35" fmla="*/ 7 h 230"/>
                <a:gd name="T36" fmla="*/ 95 w 243"/>
                <a:gd name="T37" fmla="*/ 1 h 230"/>
                <a:gd name="T38" fmla="*/ 119 w 243"/>
                <a:gd name="T39" fmla="*/ 1 h 230"/>
                <a:gd name="T40" fmla="*/ 129 w 243"/>
                <a:gd name="T41" fmla="*/ 10 h 230"/>
                <a:gd name="T42" fmla="*/ 129 w 243"/>
                <a:gd name="T43" fmla="*/ 2 h 230"/>
                <a:gd name="T44" fmla="*/ 154 w 243"/>
                <a:gd name="T45" fmla="*/ 5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3" h="230">
                  <a:moveTo>
                    <a:pt x="154" y="5"/>
                  </a:moveTo>
                  <a:cubicBezTo>
                    <a:pt x="243" y="92"/>
                    <a:pt x="243" y="92"/>
                    <a:pt x="243" y="92"/>
                  </a:cubicBezTo>
                  <a:cubicBezTo>
                    <a:pt x="104" y="230"/>
                    <a:pt x="104" y="230"/>
                    <a:pt x="104" y="230"/>
                  </a:cubicBezTo>
                  <a:cubicBezTo>
                    <a:pt x="25" y="152"/>
                    <a:pt x="25" y="152"/>
                    <a:pt x="25" y="152"/>
                  </a:cubicBezTo>
                  <a:cubicBezTo>
                    <a:pt x="25" y="152"/>
                    <a:pt x="0" y="78"/>
                    <a:pt x="41" y="60"/>
                  </a:cubicBezTo>
                  <a:cubicBezTo>
                    <a:pt x="40" y="59"/>
                    <a:pt x="40" y="59"/>
                    <a:pt x="40" y="59"/>
                  </a:cubicBezTo>
                  <a:cubicBezTo>
                    <a:pt x="24" y="43"/>
                    <a:pt x="24" y="43"/>
                    <a:pt x="24" y="43"/>
                  </a:cubicBezTo>
                  <a:cubicBezTo>
                    <a:pt x="24" y="40"/>
                    <a:pt x="24" y="40"/>
                    <a:pt x="24" y="40"/>
                  </a:cubicBezTo>
                  <a:cubicBezTo>
                    <a:pt x="24" y="40"/>
                    <a:pt x="39" y="46"/>
                    <a:pt x="46" y="38"/>
                  </a:cubicBezTo>
                  <a:cubicBezTo>
                    <a:pt x="27" y="20"/>
                    <a:pt x="27" y="20"/>
                    <a:pt x="27" y="20"/>
                  </a:cubicBezTo>
                  <a:cubicBezTo>
                    <a:pt x="27" y="20"/>
                    <a:pt x="23" y="4"/>
                    <a:pt x="33" y="2"/>
                  </a:cubicBezTo>
                  <a:cubicBezTo>
                    <a:pt x="40" y="1"/>
                    <a:pt x="50" y="2"/>
                    <a:pt x="50" y="2"/>
                  </a:cubicBezTo>
                  <a:cubicBezTo>
                    <a:pt x="69" y="21"/>
                    <a:pt x="69" y="21"/>
                    <a:pt x="69" y="21"/>
                  </a:cubicBezTo>
                  <a:cubicBezTo>
                    <a:pt x="69" y="19"/>
                    <a:pt x="69" y="19"/>
                    <a:pt x="69" y="19"/>
                  </a:cubicBezTo>
                  <a:cubicBezTo>
                    <a:pt x="55" y="5"/>
                    <a:pt x="55" y="5"/>
                    <a:pt x="55" y="5"/>
                  </a:cubicBezTo>
                  <a:cubicBezTo>
                    <a:pt x="55" y="1"/>
                    <a:pt x="55" y="1"/>
                    <a:pt x="55" y="1"/>
                  </a:cubicBezTo>
                  <a:cubicBezTo>
                    <a:pt x="88" y="1"/>
                    <a:pt x="88" y="1"/>
                    <a:pt x="88" y="1"/>
                  </a:cubicBezTo>
                  <a:cubicBezTo>
                    <a:pt x="95" y="7"/>
                    <a:pt x="95" y="7"/>
                    <a:pt x="95" y="7"/>
                  </a:cubicBezTo>
                  <a:cubicBezTo>
                    <a:pt x="95" y="1"/>
                    <a:pt x="95" y="1"/>
                    <a:pt x="95" y="1"/>
                  </a:cubicBezTo>
                  <a:cubicBezTo>
                    <a:pt x="119" y="1"/>
                    <a:pt x="119" y="1"/>
                    <a:pt x="119" y="1"/>
                  </a:cubicBezTo>
                  <a:cubicBezTo>
                    <a:pt x="129" y="10"/>
                    <a:pt x="129" y="10"/>
                    <a:pt x="129" y="10"/>
                  </a:cubicBezTo>
                  <a:cubicBezTo>
                    <a:pt x="129" y="2"/>
                    <a:pt x="129" y="2"/>
                    <a:pt x="129" y="2"/>
                  </a:cubicBezTo>
                  <a:cubicBezTo>
                    <a:pt x="129" y="2"/>
                    <a:pt x="143" y="0"/>
                    <a:pt x="154" y="5"/>
                  </a:cubicBezTo>
                  <a:close/>
                </a:path>
              </a:pathLst>
            </a:custGeom>
            <a:gradFill flip="none" rotWithShape="1">
              <a:gsLst>
                <a:gs pos="13000">
                  <a:schemeClr val="accent4">
                    <a:lumMod val="50000"/>
                  </a:schemeClr>
                </a:gs>
                <a:gs pos="64000">
                  <a:schemeClr val="accent4">
                    <a:alpha val="0"/>
                  </a:schemeClr>
                </a:gs>
              </a:gsLst>
              <a:lin ang="27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54" name="Freeform 191">
              <a:extLst>
                <a:ext uri="{FF2B5EF4-FFF2-40B4-BE49-F238E27FC236}">
                  <a16:creationId xmlns:a16="http://schemas.microsoft.com/office/drawing/2014/main" id="{0DC2EB9C-85B3-42DE-ADD3-BA0DC525BFB3}"/>
                </a:ext>
              </a:extLst>
            </p:cNvPr>
            <p:cNvSpPr>
              <a:spLocks noEditPoints="1"/>
            </p:cNvSpPr>
            <p:nvPr/>
          </p:nvSpPr>
          <p:spPr bwMode="auto">
            <a:xfrm>
              <a:off x="8655050" y="2909888"/>
              <a:ext cx="547688" cy="582613"/>
            </a:xfrm>
            <a:custGeom>
              <a:avLst/>
              <a:gdLst>
                <a:gd name="T0" fmla="*/ 33 w 153"/>
                <a:gd name="T1" fmla="*/ 42 h 162"/>
                <a:gd name="T2" fmla="*/ 10 w 153"/>
                <a:gd name="T3" fmla="*/ 43 h 162"/>
                <a:gd name="T4" fmla="*/ 16 w 153"/>
                <a:gd name="T5" fmla="*/ 40 h 162"/>
                <a:gd name="T6" fmla="*/ 30 w 153"/>
                <a:gd name="T7" fmla="*/ 39 h 162"/>
                <a:gd name="T8" fmla="*/ 31 w 153"/>
                <a:gd name="T9" fmla="*/ 30 h 162"/>
                <a:gd name="T10" fmla="*/ 22 w 153"/>
                <a:gd name="T11" fmla="*/ 24 h 162"/>
                <a:gd name="T12" fmla="*/ 10 w 153"/>
                <a:gd name="T13" fmla="*/ 11 h 162"/>
                <a:gd name="T14" fmla="*/ 24 w 153"/>
                <a:gd name="T15" fmla="*/ 0 h 162"/>
                <a:gd name="T16" fmla="*/ 35 w 153"/>
                <a:gd name="T17" fmla="*/ 7 h 162"/>
                <a:gd name="T18" fmla="*/ 18 w 153"/>
                <a:gd name="T19" fmla="*/ 6 h 162"/>
                <a:gd name="T20" fmla="*/ 16 w 153"/>
                <a:gd name="T21" fmla="*/ 15 h 162"/>
                <a:gd name="T22" fmla="*/ 25 w 153"/>
                <a:gd name="T23" fmla="*/ 20 h 162"/>
                <a:gd name="T24" fmla="*/ 38 w 153"/>
                <a:gd name="T25" fmla="*/ 33 h 162"/>
                <a:gd name="T26" fmla="*/ 55 w 153"/>
                <a:gd name="T27" fmla="*/ 45 h 162"/>
                <a:gd name="T28" fmla="*/ 41 w 153"/>
                <a:gd name="T29" fmla="*/ 5 h 162"/>
                <a:gd name="T30" fmla="*/ 74 w 153"/>
                <a:gd name="T31" fmla="*/ 1 h 162"/>
                <a:gd name="T32" fmla="*/ 60 w 153"/>
                <a:gd name="T33" fmla="*/ 5 h 162"/>
                <a:gd name="T34" fmla="*/ 105 w 153"/>
                <a:gd name="T35" fmla="*/ 45 h 162"/>
                <a:gd name="T36" fmla="*/ 81 w 153"/>
                <a:gd name="T37" fmla="*/ 1 h 162"/>
                <a:gd name="T38" fmla="*/ 105 w 153"/>
                <a:gd name="T39" fmla="*/ 5 h 162"/>
                <a:gd name="T40" fmla="*/ 86 w 153"/>
                <a:gd name="T41" fmla="*/ 19 h 162"/>
                <a:gd name="T42" fmla="*/ 104 w 153"/>
                <a:gd name="T43" fmla="*/ 24 h 162"/>
                <a:gd name="T44" fmla="*/ 86 w 153"/>
                <a:gd name="T45" fmla="*/ 40 h 162"/>
                <a:gd name="T46" fmla="*/ 105 w 153"/>
                <a:gd name="T47" fmla="*/ 45 h 162"/>
                <a:gd name="T48" fmla="*/ 139 w 153"/>
                <a:gd name="T49" fmla="*/ 24 h 162"/>
                <a:gd name="T50" fmla="*/ 120 w 153"/>
                <a:gd name="T51" fmla="*/ 27 h 162"/>
                <a:gd name="T52" fmla="*/ 115 w 153"/>
                <a:gd name="T53" fmla="*/ 45 h 162"/>
                <a:gd name="T54" fmla="*/ 127 w 153"/>
                <a:gd name="T55" fmla="*/ 1 h 162"/>
                <a:gd name="T56" fmla="*/ 120 w 153"/>
                <a:gd name="T57" fmla="*/ 23 h 162"/>
                <a:gd name="T58" fmla="*/ 135 w 153"/>
                <a:gd name="T59" fmla="*/ 21 h 162"/>
                <a:gd name="T60" fmla="*/ 135 w 153"/>
                <a:gd name="T61" fmla="*/ 7 h 162"/>
                <a:gd name="T62" fmla="*/ 120 w 153"/>
                <a:gd name="T63" fmla="*/ 5 h 162"/>
                <a:gd name="T64" fmla="*/ 69 w 153"/>
                <a:gd name="T65" fmla="*/ 110 h 162"/>
                <a:gd name="T66" fmla="*/ 34 w 153"/>
                <a:gd name="T67" fmla="*/ 162 h 162"/>
                <a:gd name="T68" fmla="*/ 0 w 153"/>
                <a:gd name="T69" fmla="*/ 110 h 162"/>
                <a:gd name="T70" fmla="*/ 34 w 153"/>
                <a:gd name="T71" fmla="*/ 58 h 162"/>
                <a:gd name="T72" fmla="*/ 69 w 153"/>
                <a:gd name="T73" fmla="*/ 110 h 162"/>
                <a:gd name="T74" fmla="*/ 21 w 153"/>
                <a:gd name="T75" fmla="*/ 140 h 162"/>
                <a:gd name="T76" fmla="*/ 48 w 153"/>
                <a:gd name="T77" fmla="*/ 140 h 162"/>
                <a:gd name="T78" fmla="*/ 48 w 153"/>
                <a:gd name="T79" fmla="*/ 81 h 162"/>
                <a:gd name="T80" fmla="*/ 21 w 153"/>
                <a:gd name="T81" fmla="*/ 81 h 162"/>
                <a:gd name="T82" fmla="*/ 153 w 153"/>
                <a:gd name="T83" fmla="*/ 139 h 162"/>
                <a:gd name="T84" fmla="*/ 139 w 153"/>
                <a:gd name="T85" fmla="*/ 161 h 162"/>
                <a:gd name="T86" fmla="*/ 123 w 153"/>
                <a:gd name="T87" fmla="*/ 139 h 162"/>
                <a:gd name="T88" fmla="*/ 77 w 153"/>
                <a:gd name="T89" fmla="*/ 126 h 162"/>
                <a:gd name="T90" fmla="*/ 139 w 153"/>
                <a:gd name="T91" fmla="*/ 60 h 162"/>
                <a:gd name="T92" fmla="*/ 153 w 153"/>
                <a:gd name="T93" fmla="*/ 125 h 162"/>
                <a:gd name="T94" fmla="*/ 123 w 153"/>
                <a:gd name="T95" fmla="*/ 125 h 162"/>
                <a:gd name="T96" fmla="*/ 124 w 153"/>
                <a:gd name="T97" fmla="*/ 78 h 162"/>
                <a:gd name="T98" fmla="*/ 118 w 153"/>
                <a:gd name="T99" fmla="*/ 89 h 162"/>
                <a:gd name="T100" fmla="*/ 123 w 153"/>
                <a:gd name="T101" fmla="*/ 12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62">
                  <a:moveTo>
                    <a:pt x="38" y="33"/>
                  </a:moveTo>
                  <a:cubicBezTo>
                    <a:pt x="38" y="37"/>
                    <a:pt x="36" y="40"/>
                    <a:pt x="33" y="42"/>
                  </a:cubicBezTo>
                  <a:cubicBezTo>
                    <a:pt x="31" y="44"/>
                    <a:pt x="27" y="45"/>
                    <a:pt x="22" y="45"/>
                  </a:cubicBezTo>
                  <a:cubicBezTo>
                    <a:pt x="17" y="45"/>
                    <a:pt x="13" y="45"/>
                    <a:pt x="10" y="43"/>
                  </a:cubicBezTo>
                  <a:cubicBezTo>
                    <a:pt x="10" y="38"/>
                    <a:pt x="10" y="38"/>
                    <a:pt x="10" y="38"/>
                  </a:cubicBezTo>
                  <a:cubicBezTo>
                    <a:pt x="12" y="39"/>
                    <a:pt x="14" y="40"/>
                    <a:pt x="16" y="40"/>
                  </a:cubicBezTo>
                  <a:cubicBezTo>
                    <a:pt x="18" y="41"/>
                    <a:pt x="20" y="41"/>
                    <a:pt x="22" y="41"/>
                  </a:cubicBezTo>
                  <a:cubicBezTo>
                    <a:pt x="25" y="41"/>
                    <a:pt x="28" y="40"/>
                    <a:pt x="30" y="39"/>
                  </a:cubicBezTo>
                  <a:cubicBezTo>
                    <a:pt x="32" y="38"/>
                    <a:pt x="32" y="36"/>
                    <a:pt x="32" y="34"/>
                  </a:cubicBezTo>
                  <a:cubicBezTo>
                    <a:pt x="32" y="32"/>
                    <a:pt x="32" y="31"/>
                    <a:pt x="31" y="30"/>
                  </a:cubicBezTo>
                  <a:cubicBezTo>
                    <a:pt x="31" y="29"/>
                    <a:pt x="30" y="28"/>
                    <a:pt x="28" y="27"/>
                  </a:cubicBezTo>
                  <a:cubicBezTo>
                    <a:pt x="27" y="26"/>
                    <a:pt x="25" y="25"/>
                    <a:pt x="22" y="24"/>
                  </a:cubicBezTo>
                  <a:cubicBezTo>
                    <a:pt x="18" y="23"/>
                    <a:pt x="15" y="21"/>
                    <a:pt x="13" y="19"/>
                  </a:cubicBezTo>
                  <a:cubicBezTo>
                    <a:pt x="11" y="17"/>
                    <a:pt x="10" y="14"/>
                    <a:pt x="10" y="11"/>
                  </a:cubicBezTo>
                  <a:cubicBezTo>
                    <a:pt x="10" y="8"/>
                    <a:pt x="12" y="5"/>
                    <a:pt x="14" y="3"/>
                  </a:cubicBezTo>
                  <a:cubicBezTo>
                    <a:pt x="17" y="1"/>
                    <a:pt x="20" y="0"/>
                    <a:pt x="24" y="0"/>
                  </a:cubicBezTo>
                  <a:cubicBezTo>
                    <a:pt x="29" y="0"/>
                    <a:pt x="33" y="1"/>
                    <a:pt x="36" y="2"/>
                  </a:cubicBezTo>
                  <a:cubicBezTo>
                    <a:pt x="35" y="7"/>
                    <a:pt x="35" y="7"/>
                    <a:pt x="35" y="7"/>
                  </a:cubicBezTo>
                  <a:cubicBezTo>
                    <a:pt x="31" y="5"/>
                    <a:pt x="28" y="5"/>
                    <a:pt x="24" y="5"/>
                  </a:cubicBezTo>
                  <a:cubicBezTo>
                    <a:pt x="21" y="5"/>
                    <a:pt x="19" y="5"/>
                    <a:pt x="18" y="6"/>
                  </a:cubicBezTo>
                  <a:cubicBezTo>
                    <a:pt x="16" y="8"/>
                    <a:pt x="16" y="9"/>
                    <a:pt x="16" y="11"/>
                  </a:cubicBezTo>
                  <a:cubicBezTo>
                    <a:pt x="16" y="13"/>
                    <a:pt x="16" y="14"/>
                    <a:pt x="16" y="15"/>
                  </a:cubicBezTo>
                  <a:cubicBezTo>
                    <a:pt x="17" y="16"/>
                    <a:pt x="18" y="17"/>
                    <a:pt x="19" y="18"/>
                  </a:cubicBezTo>
                  <a:cubicBezTo>
                    <a:pt x="21" y="19"/>
                    <a:pt x="23" y="19"/>
                    <a:pt x="25" y="20"/>
                  </a:cubicBezTo>
                  <a:cubicBezTo>
                    <a:pt x="30" y="22"/>
                    <a:pt x="33" y="24"/>
                    <a:pt x="35" y="26"/>
                  </a:cubicBezTo>
                  <a:cubicBezTo>
                    <a:pt x="37" y="28"/>
                    <a:pt x="38" y="30"/>
                    <a:pt x="38" y="33"/>
                  </a:cubicBezTo>
                  <a:close/>
                  <a:moveTo>
                    <a:pt x="60" y="45"/>
                  </a:moveTo>
                  <a:cubicBezTo>
                    <a:pt x="55" y="45"/>
                    <a:pt x="55" y="45"/>
                    <a:pt x="55" y="45"/>
                  </a:cubicBezTo>
                  <a:cubicBezTo>
                    <a:pt x="55" y="5"/>
                    <a:pt x="55" y="5"/>
                    <a:pt x="55" y="5"/>
                  </a:cubicBezTo>
                  <a:cubicBezTo>
                    <a:pt x="41" y="5"/>
                    <a:pt x="41" y="5"/>
                    <a:pt x="41" y="5"/>
                  </a:cubicBezTo>
                  <a:cubicBezTo>
                    <a:pt x="41" y="1"/>
                    <a:pt x="41" y="1"/>
                    <a:pt x="41" y="1"/>
                  </a:cubicBezTo>
                  <a:cubicBezTo>
                    <a:pt x="74" y="1"/>
                    <a:pt x="74" y="1"/>
                    <a:pt x="74" y="1"/>
                  </a:cubicBezTo>
                  <a:cubicBezTo>
                    <a:pt x="74" y="5"/>
                    <a:pt x="74" y="5"/>
                    <a:pt x="74" y="5"/>
                  </a:cubicBezTo>
                  <a:cubicBezTo>
                    <a:pt x="60" y="5"/>
                    <a:pt x="60" y="5"/>
                    <a:pt x="60" y="5"/>
                  </a:cubicBezTo>
                  <a:lnTo>
                    <a:pt x="60" y="45"/>
                  </a:lnTo>
                  <a:close/>
                  <a:moveTo>
                    <a:pt x="105" y="45"/>
                  </a:moveTo>
                  <a:cubicBezTo>
                    <a:pt x="81" y="45"/>
                    <a:pt x="81" y="45"/>
                    <a:pt x="81" y="45"/>
                  </a:cubicBezTo>
                  <a:cubicBezTo>
                    <a:pt x="81" y="1"/>
                    <a:pt x="81" y="1"/>
                    <a:pt x="81" y="1"/>
                  </a:cubicBezTo>
                  <a:cubicBezTo>
                    <a:pt x="105" y="1"/>
                    <a:pt x="105" y="1"/>
                    <a:pt x="105" y="1"/>
                  </a:cubicBezTo>
                  <a:cubicBezTo>
                    <a:pt x="105" y="5"/>
                    <a:pt x="105" y="5"/>
                    <a:pt x="105" y="5"/>
                  </a:cubicBezTo>
                  <a:cubicBezTo>
                    <a:pt x="86" y="5"/>
                    <a:pt x="86" y="5"/>
                    <a:pt x="86" y="5"/>
                  </a:cubicBezTo>
                  <a:cubicBezTo>
                    <a:pt x="86" y="19"/>
                    <a:pt x="86" y="19"/>
                    <a:pt x="86" y="19"/>
                  </a:cubicBezTo>
                  <a:cubicBezTo>
                    <a:pt x="104" y="19"/>
                    <a:pt x="104" y="19"/>
                    <a:pt x="104" y="19"/>
                  </a:cubicBezTo>
                  <a:cubicBezTo>
                    <a:pt x="104" y="24"/>
                    <a:pt x="104" y="24"/>
                    <a:pt x="104" y="24"/>
                  </a:cubicBezTo>
                  <a:cubicBezTo>
                    <a:pt x="86" y="24"/>
                    <a:pt x="86" y="24"/>
                    <a:pt x="86" y="24"/>
                  </a:cubicBezTo>
                  <a:cubicBezTo>
                    <a:pt x="86" y="40"/>
                    <a:pt x="86" y="40"/>
                    <a:pt x="86" y="40"/>
                  </a:cubicBezTo>
                  <a:cubicBezTo>
                    <a:pt x="105" y="40"/>
                    <a:pt x="105" y="40"/>
                    <a:pt x="105" y="40"/>
                  </a:cubicBezTo>
                  <a:lnTo>
                    <a:pt x="105" y="45"/>
                  </a:lnTo>
                  <a:close/>
                  <a:moveTo>
                    <a:pt x="143" y="14"/>
                  </a:moveTo>
                  <a:cubicBezTo>
                    <a:pt x="143" y="18"/>
                    <a:pt x="142" y="21"/>
                    <a:pt x="139" y="24"/>
                  </a:cubicBezTo>
                  <a:cubicBezTo>
                    <a:pt x="136" y="26"/>
                    <a:pt x="131" y="27"/>
                    <a:pt x="126" y="27"/>
                  </a:cubicBezTo>
                  <a:cubicBezTo>
                    <a:pt x="120" y="27"/>
                    <a:pt x="120" y="27"/>
                    <a:pt x="120" y="27"/>
                  </a:cubicBezTo>
                  <a:cubicBezTo>
                    <a:pt x="120" y="45"/>
                    <a:pt x="120" y="45"/>
                    <a:pt x="120" y="45"/>
                  </a:cubicBezTo>
                  <a:cubicBezTo>
                    <a:pt x="115" y="45"/>
                    <a:pt x="115" y="45"/>
                    <a:pt x="115" y="45"/>
                  </a:cubicBezTo>
                  <a:cubicBezTo>
                    <a:pt x="115" y="1"/>
                    <a:pt x="115" y="1"/>
                    <a:pt x="115" y="1"/>
                  </a:cubicBezTo>
                  <a:cubicBezTo>
                    <a:pt x="127" y="1"/>
                    <a:pt x="127" y="1"/>
                    <a:pt x="127" y="1"/>
                  </a:cubicBezTo>
                  <a:cubicBezTo>
                    <a:pt x="138" y="1"/>
                    <a:pt x="143" y="5"/>
                    <a:pt x="143" y="14"/>
                  </a:cubicBezTo>
                  <a:close/>
                  <a:moveTo>
                    <a:pt x="120" y="23"/>
                  </a:moveTo>
                  <a:cubicBezTo>
                    <a:pt x="125" y="23"/>
                    <a:pt x="125" y="23"/>
                    <a:pt x="125" y="23"/>
                  </a:cubicBezTo>
                  <a:cubicBezTo>
                    <a:pt x="130" y="23"/>
                    <a:pt x="133" y="22"/>
                    <a:pt x="135" y="21"/>
                  </a:cubicBezTo>
                  <a:cubicBezTo>
                    <a:pt x="137" y="19"/>
                    <a:pt x="138" y="17"/>
                    <a:pt x="138" y="14"/>
                  </a:cubicBezTo>
                  <a:cubicBezTo>
                    <a:pt x="138" y="11"/>
                    <a:pt x="137" y="9"/>
                    <a:pt x="135" y="7"/>
                  </a:cubicBezTo>
                  <a:cubicBezTo>
                    <a:pt x="133" y="6"/>
                    <a:pt x="130" y="5"/>
                    <a:pt x="126" y="5"/>
                  </a:cubicBezTo>
                  <a:cubicBezTo>
                    <a:pt x="120" y="5"/>
                    <a:pt x="120" y="5"/>
                    <a:pt x="120" y="5"/>
                  </a:cubicBezTo>
                  <a:lnTo>
                    <a:pt x="120" y="23"/>
                  </a:lnTo>
                  <a:close/>
                  <a:moveTo>
                    <a:pt x="69" y="110"/>
                  </a:moveTo>
                  <a:cubicBezTo>
                    <a:pt x="69" y="128"/>
                    <a:pt x="66" y="141"/>
                    <a:pt x="60" y="149"/>
                  </a:cubicBezTo>
                  <a:cubicBezTo>
                    <a:pt x="55" y="158"/>
                    <a:pt x="46" y="162"/>
                    <a:pt x="34" y="162"/>
                  </a:cubicBezTo>
                  <a:cubicBezTo>
                    <a:pt x="23" y="162"/>
                    <a:pt x="15" y="158"/>
                    <a:pt x="9" y="149"/>
                  </a:cubicBezTo>
                  <a:cubicBezTo>
                    <a:pt x="3" y="140"/>
                    <a:pt x="0" y="127"/>
                    <a:pt x="0" y="110"/>
                  </a:cubicBezTo>
                  <a:cubicBezTo>
                    <a:pt x="0" y="92"/>
                    <a:pt x="3" y="79"/>
                    <a:pt x="9" y="71"/>
                  </a:cubicBezTo>
                  <a:cubicBezTo>
                    <a:pt x="14" y="63"/>
                    <a:pt x="23" y="58"/>
                    <a:pt x="34" y="58"/>
                  </a:cubicBezTo>
                  <a:cubicBezTo>
                    <a:pt x="46" y="58"/>
                    <a:pt x="54" y="63"/>
                    <a:pt x="60" y="72"/>
                  </a:cubicBezTo>
                  <a:cubicBezTo>
                    <a:pt x="66" y="80"/>
                    <a:pt x="69" y="93"/>
                    <a:pt x="69" y="110"/>
                  </a:cubicBezTo>
                  <a:close/>
                  <a:moveTo>
                    <a:pt x="17" y="110"/>
                  </a:moveTo>
                  <a:cubicBezTo>
                    <a:pt x="17" y="124"/>
                    <a:pt x="18" y="134"/>
                    <a:pt x="21" y="140"/>
                  </a:cubicBezTo>
                  <a:cubicBezTo>
                    <a:pt x="24" y="146"/>
                    <a:pt x="28" y="149"/>
                    <a:pt x="34" y="149"/>
                  </a:cubicBezTo>
                  <a:cubicBezTo>
                    <a:pt x="41" y="149"/>
                    <a:pt x="45" y="146"/>
                    <a:pt x="48" y="140"/>
                  </a:cubicBezTo>
                  <a:cubicBezTo>
                    <a:pt x="51" y="134"/>
                    <a:pt x="52" y="124"/>
                    <a:pt x="52" y="110"/>
                  </a:cubicBezTo>
                  <a:cubicBezTo>
                    <a:pt x="52" y="97"/>
                    <a:pt x="51" y="87"/>
                    <a:pt x="48" y="81"/>
                  </a:cubicBezTo>
                  <a:cubicBezTo>
                    <a:pt x="45" y="75"/>
                    <a:pt x="41" y="72"/>
                    <a:pt x="34" y="72"/>
                  </a:cubicBezTo>
                  <a:cubicBezTo>
                    <a:pt x="28" y="72"/>
                    <a:pt x="24" y="75"/>
                    <a:pt x="21" y="81"/>
                  </a:cubicBezTo>
                  <a:cubicBezTo>
                    <a:pt x="18" y="87"/>
                    <a:pt x="17" y="97"/>
                    <a:pt x="17" y="110"/>
                  </a:cubicBezTo>
                  <a:close/>
                  <a:moveTo>
                    <a:pt x="153" y="139"/>
                  </a:moveTo>
                  <a:cubicBezTo>
                    <a:pt x="139" y="139"/>
                    <a:pt x="139" y="139"/>
                    <a:pt x="139" y="139"/>
                  </a:cubicBezTo>
                  <a:cubicBezTo>
                    <a:pt x="139" y="161"/>
                    <a:pt x="139" y="161"/>
                    <a:pt x="139" y="161"/>
                  </a:cubicBezTo>
                  <a:cubicBezTo>
                    <a:pt x="123" y="161"/>
                    <a:pt x="123" y="161"/>
                    <a:pt x="123" y="161"/>
                  </a:cubicBezTo>
                  <a:cubicBezTo>
                    <a:pt x="123" y="139"/>
                    <a:pt x="123" y="139"/>
                    <a:pt x="123" y="139"/>
                  </a:cubicBezTo>
                  <a:cubicBezTo>
                    <a:pt x="77" y="139"/>
                    <a:pt x="77" y="139"/>
                    <a:pt x="77" y="139"/>
                  </a:cubicBezTo>
                  <a:cubicBezTo>
                    <a:pt x="77" y="126"/>
                    <a:pt x="77" y="126"/>
                    <a:pt x="77" y="126"/>
                  </a:cubicBezTo>
                  <a:cubicBezTo>
                    <a:pt x="123" y="60"/>
                    <a:pt x="123" y="60"/>
                    <a:pt x="123" y="60"/>
                  </a:cubicBezTo>
                  <a:cubicBezTo>
                    <a:pt x="139" y="60"/>
                    <a:pt x="139" y="60"/>
                    <a:pt x="139" y="60"/>
                  </a:cubicBezTo>
                  <a:cubicBezTo>
                    <a:pt x="139" y="125"/>
                    <a:pt x="139" y="125"/>
                    <a:pt x="139" y="125"/>
                  </a:cubicBezTo>
                  <a:cubicBezTo>
                    <a:pt x="153" y="125"/>
                    <a:pt x="153" y="125"/>
                    <a:pt x="153" y="125"/>
                  </a:cubicBezTo>
                  <a:lnTo>
                    <a:pt x="153" y="139"/>
                  </a:lnTo>
                  <a:close/>
                  <a:moveTo>
                    <a:pt x="123" y="125"/>
                  </a:moveTo>
                  <a:cubicBezTo>
                    <a:pt x="123" y="100"/>
                    <a:pt x="123" y="100"/>
                    <a:pt x="123" y="100"/>
                  </a:cubicBezTo>
                  <a:cubicBezTo>
                    <a:pt x="123" y="91"/>
                    <a:pt x="124" y="84"/>
                    <a:pt x="124" y="78"/>
                  </a:cubicBezTo>
                  <a:cubicBezTo>
                    <a:pt x="124" y="78"/>
                    <a:pt x="124" y="78"/>
                    <a:pt x="124" y="78"/>
                  </a:cubicBezTo>
                  <a:cubicBezTo>
                    <a:pt x="122" y="81"/>
                    <a:pt x="120" y="84"/>
                    <a:pt x="118" y="89"/>
                  </a:cubicBezTo>
                  <a:cubicBezTo>
                    <a:pt x="93" y="125"/>
                    <a:pt x="93" y="125"/>
                    <a:pt x="93" y="125"/>
                  </a:cubicBezTo>
                  <a:lnTo>
                    <a:pt x="123" y="1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F5D89FD7-1BA2-44EE-9EAD-0DEB36747D9F}"/>
              </a:ext>
            </a:extLst>
          </p:cNvPr>
          <p:cNvGrpSpPr/>
          <p:nvPr/>
        </p:nvGrpSpPr>
        <p:grpSpPr>
          <a:xfrm>
            <a:off x="2317087" y="636330"/>
            <a:ext cx="3855721" cy="1229342"/>
            <a:chOff x="2317087" y="636330"/>
            <a:chExt cx="3855721" cy="1229342"/>
          </a:xfrm>
        </p:grpSpPr>
        <p:sp>
          <p:nvSpPr>
            <p:cNvPr id="55" name="Text Placeholder 33">
              <a:extLst>
                <a:ext uri="{FF2B5EF4-FFF2-40B4-BE49-F238E27FC236}">
                  <a16:creationId xmlns:a16="http://schemas.microsoft.com/office/drawing/2014/main" id="{08A59C96-C585-4FD0-8D45-04507BA9D85F}"/>
                </a:ext>
              </a:extLst>
            </p:cNvPr>
            <p:cNvSpPr txBox="1">
              <a:spLocks/>
            </p:cNvSpPr>
            <p:nvPr/>
          </p:nvSpPr>
          <p:spPr>
            <a:xfrm>
              <a:off x="2317088" y="1044318"/>
              <a:ext cx="3855720"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endParaRPr lang="en-US" dirty="0"/>
            </a:p>
          </p:txBody>
        </p:sp>
        <p:sp>
          <p:nvSpPr>
            <p:cNvPr id="56" name="Text Placeholder 36">
              <a:extLst>
                <a:ext uri="{FF2B5EF4-FFF2-40B4-BE49-F238E27FC236}">
                  <a16:creationId xmlns:a16="http://schemas.microsoft.com/office/drawing/2014/main" id="{A3184A43-78C0-429E-A900-3728445532C8}"/>
                </a:ext>
              </a:extLst>
            </p:cNvPr>
            <p:cNvSpPr txBox="1">
              <a:spLocks/>
            </p:cNvSpPr>
            <p:nvPr/>
          </p:nvSpPr>
          <p:spPr>
            <a:xfrm>
              <a:off x="2317087" y="636330"/>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01</a:t>
              </a:r>
            </a:p>
          </p:txBody>
        </p:sp>
      </p:grpSp>
      <p:grpSp>
        <p:nvGrpSpPr>
          <p:cNvPr id="29" name="Group 28">
            <a:extLst>
              <a:ext uri="{FF2B5EF4-FFF2-40B4-BE49-F238E27FC236}">
                <a16:creationId xmlns:a16="http://schemas.microsoft.com/office/drawing/2014/main" id="{A04F9E62-BBE3-4D63-B789-3949701A23CD}"/>
              </a:ext>
            </a:extLst>
          </p:cNvPr>
          <p:cNvGrpSpPr/>
          <p:nvPr/>
        </p:nvGrpSpPr>
        <p:grpSpPr>
          <a:xfrm>
            <a:off x="2317087" y="2103794"/>
            <a:ext cx="3855721" cy="1229342"/>
            <a:chOff x="2317087" y="2103794"/>
            <a:chExt cx="3855721" cy="1229342"/>
          </a:xfrm>
        </p:grpSpPr>
        <p:sp>
          <p:nvSpPr>
            <p:cNvPr id="57" name="Text Placeholder 33">
              <a:extLst>
                <a:ext uri="{FF2B5EF4-FFF2-40B4-BE49-F238E27FC236}">
                  <a16:creationId xmlns:a16="http://schemas.microsoft.com/office/drawing/2014/main" id="{37F42394-8810-49BB-B8B5-84435008A7FF}"/>
                </a:ext>
              </a:extLst>
            </p:cNvPr>
            <p:cNvSpPr txBox="1">
              <a:spLocks/>
            </p:cNvSpPr>
            <p:nvPr/>
          </p:nvSpPr>
          <p:spPr>
            <a:xfrm>
              <a:off x="2317088" y="2511782"/>
              <a:ext cx="3855720"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endParaRPr lang="en-US" dirty="0"/>
            </a:p>
          </p:txBody>
        </p:sp>
        <p:sp>
          <p:nvSpPr>
            <p:cNvPr id="58" name="Text Placeholder 36">
              <a:extLst>
                <a:ext uri="{FF2B5EF4-FFF2-40B4-BE49-F238E27FC236}">
                  <a16:creationId xmlns:a16="http://schemas.microsoft.com/office/drawing/2014/main" id="{900FBBA5-F920-464E-B6E0-A56F84B16F71}"/>
                </a:ext>
              </a:extLst>
            </p:cNvPr>
            <p:cNvSpPr txBox="1">
              <a:spLocks/>
            </p:cNvSpPr>
            <p:nvPr/>
          </p:nvSpPr>
          <p:spPr>
            <a:xfrm>
              <a:off x="2317087" y="2103794"/>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02</a:t>
              </a:r>
            </a:p>
          </p:txBody>
        </p:sp>
      </p:grpSp>
      <p:grpSp>
        <p:nvGrpSpPr>
          <p:cNvPr id="30" name="Group 29">
            <a:extLst>
              <a:ext uri="{FF2B5EF4-FFF2-40B4-BE49-F238E27FC236}">
                <a16:creationId xmlns:a16="http://schemas.microsoft.com/office/drawing/2014/main" id="{CFC52FF0-413C-4AD2-8D3E-D13B834BEE65}"/>
              </a:ext>
            </a:extLst>
          </p:cNvPr>
          <p:cNvGrpSpPr/>
          <p:nvPr/>
        </p:nvGrpSpPr>
        <p:grpSpPr>
          <a:xfrm>
            <a:off x="2317087" y="3578632"/>
            <a:ext cx="3855721" cy="1229342"/>
            <a:chOff x="2317087" y="3578632"/>
            <a:chExt cx="3855721" cy="1229342"/>
          </a:xfrm>
        </p:grpSpPr>
        <p:sp>
          <p:nvSpPr>
            <p:cNvPr id="59" name="Text Placeholder 33">
              <a:extLst>
                <a:ext uri="{FF2B5EF4-FFF2-40B4-BE49-F238E27FC236}">
                  <a16:creationId xmlns:a16="http://schemas.microsoft.com/office/drawing/2014/main" id="{88137932-F767-43D1-BBE5-220C4D489667}"/>
                </a:ext>
              </a:extLst>
            </p:cNvPr>
            <p:cNvSpPr txBox="1">
              <a:spLocks/>
            </p:cNvSpPr>
            <p:nvPr/>
          </p:nvSpPr>
          <p:spPr>
            <a:xfrm>
              <a:off x="2317088" y="3986620"/>
              <a:ext cx="3855720"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endParaRPr lang="en-US" dirty="0"/>
            </a:p>
          </p:txBody>
        </p:sp>
        <p:sp>
          <p:nvSpPr>
            <p:cNvPr id="60" name="Text Placeholder 36">
              <a:extLst>
                <a:ext uri="{FF2B5EF4-FFF2-40B4-BE49-F238E27FC236}">
                  <a16:creationId xmlns:a16="http://schemas.microsoft.com/office/drawing/2014/main" id="{F1D6734A-8908-40CF-BBF6-501F9B980B00}"/>
                </a:ext>
              </a:extLst>
            </p:cNvPr>
            <p:cNvSpPr txBox="1">
              <a:spLocks/>
            </p:cNvSpPr>
            <p:nvPr/>
          </p:nvSpPr>
          <p:spPr>
            <a:xfrm>
              <a:off x="2317087" y="3578632"/>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03</a:t>
              </a:r>
            </a:p>
          </p:txBody>
        </p:sp>
      </p:grpSp>
      <p:grpSp>
        <p:nvGrpSpPr>
          <p:cNvPr id="31" name="Group 30">
            <a:extLst>
              <a:ext uri="{FF2B5EF4-FFF2-40B4-BE49-F238E27FC236}">
                <a16:creationId xmlns:a16="http://schemas.microsoft.com/office/drawing/2014/main" id="{E86D6DD7-43FF-4B74-9A5E-108FA43F1516}"/>
              </a:ext>
            </a:extLst>
          </p:cNvPr>
          <p:cNvGrpSpPr/>
          <p:nvPr/>
        </p:nvGrpSpPr>
        <p:grpSpPr>
          <a:xfrm>
            <a:off x="2317087" y="5053470"/>
            <a:ext cx="3855721" cy="1229342"/>
            <a:chOff x="2317087" y="5053470"/>
            <a:chExt cx="3855721" cy="1229342"/>
          </a:xfrm>
        </p:grpSpPr>
        <p:sp>
          <p:nvSpPr>
            <p:cNvPr id="61" name="Text Placeholder 33">
              <a:extLst>
                <a:ext uri="{FF2B5EF4-FFF2-40B4-BE49-F238E27FC236}">
                  <a16:creationId xmlns:a16="http://schemas.microsoft.com/office/drawing/2014/main" id="{2AADCE6B-C7D8-4CDA-A945-C6FFA7A90EB9}"/>
                </a:ext>
              </a:extLst>
            </p:cNvPr>
            <p:cNvSpPr txBox="1">
              <a:spLocks/>
            </p:cNvSpPr>
            <p:nvPr/>
          </p:nvSpPr>
          <p:spPr>
            <a:xfrm>
              <a:off x="2317088" y="5461458"/>
              <a:ext cx="3855720"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Lorem ipsum dolor sit amet, consectetur adipiscing elit, sed do eiusmod tempor incididunt ut labore et dolore magna aliqua. Ut enim ad minim veniam, quis nostrud exercitation ullamco laboris nisi ut aliquip ex ea commodo consequat. </a:t>
              </a:r>
              <a:endParaRPr lang="en-US" dirty="0"/>
            </a:p>
          </p:txBody>
        </p:sp>
        <p:sp>
          <p:nvSpPr>
            <p:cNvPr id="62" name="Text Placeholder 36">
              <a:extLst>
                <a:ext uri="{FF2B5EF4-FFF2-40B4-BE49-F238E27FC236}">
                  <a16:creationId xmlns:a16="http://schemas.microsoft.com/office/drawing/2014/main" id="{2D2838DC-96A3-47F6-A0E3-85DA21CD168A}"/>
                </a:ext>
              </a:extLst>
            </p:cNvPr>
            <p:cNvSpPr txBox="1">
              <a:spLocks/>
            </p:cNvSpPr>
            <p:nvPr/>
          </p:nvSpPr>
          <p:spPr>
            <a:xfrm>
              <a:off x="2317087" y="5053470"/>
              <a:ext cx="2531747" cy="54133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INFODATA 04</a:t>
              </a:r>
            </a:p>
          </p:txBody>
        </p:sp>
      </p:grpSp>
    </p:spTree>
    <p:extLst>
      <p:ext uri="{BB962C8B-B14F-4D97-AF65-F5344CB8AC3E}">
        <p14:creationId xmlns:p14="http://schemas.microsoft.com/office/powerpoint/2010/main" val="298193249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up)">
                                          <p:cBhvr>
                                            <p:cTn id="7" dur="1500"/>
                                            <p:tgtEl>
                                              <p:spTgt spid="27"/>
                                            </p:tgtEl>
                                          </p:cBhvr>
                                        </p:animEffect>
                                      </p:childTnLst>
                                    </p:cTn>
                                  </p:par>
                                  <p:par>
                                    <p:cTn id="8" presetID="2" presetClass="entr" presetSubtype="2" fill="hold" nodeType="withEffect" p14:presetBounceEnd="67000">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14:bounceEnd="67000">
                                          <p:cBhvr additive="base">
                                            <p:cTn id="10" dur="1000" fill="hold"/>
                                            <p:tgtEl>
                                              <p:spTgt spid="9"/>
                                            </p:tgtEl>
                                            <p:attrNameLst>
                                              <p:attrName>ppt_x</p:attrName>
                                            </p:attrNameLst>
                                          </p:cBhvr>
                                          <p:tavLst>
                                            <p:tav tm="0">
                                              <p:val>
                                                <p:strVal val="1+#ppt_w/2"/>
                                              </p:val>
                                            </p:tav>
                                            <p:tav tm="100000">
                                              <p:val>
                                                <p:strVal val="#ppt_x"/>
                                              </p:val>
                                            </p:tav>
                                          </p:tavLst>
                                        </p:anim>
                                        <p:anim calcmode="lin" valueType="num" p14:bounceEnd="67000">
                                          <p:cBhvr additive="base">
                                            <p:cTn id="11" dur="1000" fill="hold"/>
                                            <p:tgtEl>
                                              <p:spTgt spid="9"/>
                                            </p:tgtEl>
                                            <p:attrNameLst>
                                              <p:attrName>ppt_y</p:attrName>
                                            </p:attrNameLst>
                                          </p:cBhvr>
                                          <p:tavLst>
                                            <p:tav tm="0">
                                              <p:val>
                                                <p:strVal val="#ppt_y"/>
                                              </p:val>
                                            </p:tav>
                                            <p:tav tm="100000">
                                              <p:val>
                                                <p:strVal val="#ppt_y"/>
                                              </p:val>
                                            </p:tav>
                                          </p:tavLst>
                                        </p:anim>
                                      </p:childTnLst>
                                    </p:cTn>
                                  </p:par>
                                  <p:par>
                                    <p:cTn id="12" presetID="2" presetClass="entr" presetSubtype="2" fill="hold" nodeType="withEffect" p14:presetBounceEnd="67000">
                                      <p:stCondLst>
                                        <p:cond delay="250"/>
                                      </p:stCondLst>
                                      <p:childTnLst>
                                        <p:set>
                                          <p:cBhvr>
                                            <p:cTn id="13" dur="1" fill="hold">
                                              <p:stCondLst>
                                                <p:cond delay="0"/>
                                              </p:stCondLst>
                                            </p:cTn>
                                            <p:tgtEl>
                                              <p:spTgt spid="13"/>
                                            </p:tgtEl>
                                            <p:attrNameLst>
                                              <p:attrName>style.visibility</p:attrName>
                                            </p:attrNameLst>
                                          </p:cBhvr>
                                          <p:to>
                                            <p:strVal val="visible"/>
                                          </p:to>
                                        </p:set>
                                        <p:anim calcmode="lin" valueType="num" p14:bounceEnd="67000">
                                          <p:cBhvr additive="base">
                                            <p:cTn id="14" dur="1000" fill="hold"/>
                                            <p:tgtEl>
                                              <p:spTgt spid="13"/>
                                            </p:tgtEl>
                                            <p:attrNameLst>
                                              <p:attrName>ppt_x</p:attrName>
                                            </p:attrNameLst>
                                          </p:cBhvr>
                                          <p:tavLst>
                                            <p:tav tm="0">
                                              <p:val>
                                                <p:strVal val="1+#ppt_w/2"/>
                                              </p:val>
                                            </p:tav>
                                            <p:tav tm="100000">
                                              <p:val>
                                                <p:strVal val="#ppt_x"/>
                                              </p:val>
                                            </p:tav>
                                          </p:tavLst>
                                        </p:anim>
                                        <p:anim calcmode="lin" valueType="num" p14:bounceEnd="67000">
                                          <p:cBhvr additive="base">
                                            <p:cTn id="15" dur="1000" fill="hold"/>
                                            <p:tgtEl>
                                              <p:spTgt spid="13"/>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14:presetBounceEnd="67000">
                                      <p:stCondLst>
                                        <p:cond delay="500"/>
                                      </p:stCondLst>
                                      <p:childTnLst>
                                        <p:set>
                                          <p:cBhvr>
                                            <p:cTn id="17" dur="1" fill="hold">
                                              <p:stCondLst>
                                                <p:cond delay="0"/>
                                              </p:stCondLst>
                                            </p:cTn>
                                            <p:tgtEl>
                                              <p:spTgt spid="17"/>
                                            </p:tgtEl>
                                            <p:attrNameLst>
                                              <p:attrName>style.visibility</p:attrName>
                                            </p:attrNameLst>
                                          </p:cBhvr>
                                          <p:to>
                                            <p:strVal val="visible"/>
                                          </p:to>
                                        </p:set>
                                        <p:anim calcmode="lin" valueType="num" p14:bounceEnd="67000">
                                          <p:cBhvr additive="base">
                                            <p:cTn id="18" dur="1000" fill="hold"/>
                                            <p:tgtEl>
                                              <p:spTgt spid="17"/>
                                            </p:tgtEl>
                                            <p:attrNameLst>
                                              <p:attrName>ppt_x</p:attrName>
                                            </p:attrNameLst>
                                          </p:cBhvr>
                                          <p:tavLst>
                                            <p:tav tm="0">
                                              <p:val>
                                                <p:strVal val="1+#ppt_w/2"/>
                                              </p:val>
                                            </p:tav>
                                            <p:tav tm="100000">
                                              <p:val>
                                                <p:strVal val="#ppt_x"/>
                                              </p:val>
                                            </p:tav>
                                          </p:tavLst>
                                        </p:anim>
                                        <p:anim calcmode="lin" valueType="num" p14:bounceEnd="67000">
                                          <p:cBhvr additive="base">
                                            <p:cTn id="19" dur="1000" fill="hold"/>
                                            <p:tgtEl>
                                              <p:spTgt spid="17"/>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14:presetBounceEnd="67000">
                                      <p:stCondLst>
                                        <p:cond delay="750"/>
                                      </p:stCondLst>
                                      <p:childTnLst>
                                        <p:set>
                                          <p:cBhvr>
                                            <p:cTn id="21" dur="1" fill="hold">
                                              <p:stCondLst>
                                                <p:cond delay="0"/>
                                              </p:stCondLst>
                                            </p:cTn>
                                            <p:tgtEl>
                                              <p:spTgt spid="21"/>
                                            </p:tgtEl>
                                            <p:attrNameLst>
                                              <p:attrName>style.visibility</p:attrName>
                                            </p:attrNameLst>
                                          </p:cBhvr>
                                          <p:to>
                                            <p:strVal val="visible"/>
                                          </p:to>
                                        </p:set>
                                        <p:anim calcmode="lin" valueType="num" p14:bounceEnd="67000">
                                          <p:cBhvr additive="base">
                                            <p:cTn id="22" dur="1000" fill="hold"/>
                                            <p:tgtEl>
                                              <p:spTgt spid="21"/>
                                            </p:tgtEl>
                                            <p:attrNameLst>
                                              <p:attrName>ppt_x</p:attrName>
                                            </p:attrNameLst>
                                          </p:cBhvr>
                                          <p:tavLst>
                                            <p:tav tm="0">
                                              <p:val>
                                                <p:strVal val="1+#ppt_w/2"/>
                                              </p:val>
                                            </p:tav>
                                            <p:tav tm="100000">
                                              <p:val>
                                                <p:strVal val="#ppt_x"/>
                                              </p:val>
                                            </p:tav>
                                          </p:tavLst>
                                        </p:anim>
                                        <p:anim calcmode="lin" valueType="num" p14:bounceEnd="67000">
                                          <p:cBhvr additive="base">
                                            <p:cTn id="23" dur="1000" fill="hold"/>
                                            <p:tgtEl>
                                              <p:spTgt spid="21"/>
                                            </p:tgtEl>
                                            <p:attrNameLst>
                                              <p:attrName>ppt_y</p:attrName>
                                            </p:attrNameLst>
                                          </p:cBhvr>
                                          <p:tavLst>
                                            <p:tav tm="0">
                                              <p:val>
                                                <p:strVal val="#ppt_y"/>
                                              </p:val>
                                            </p:tav>
                                            <p:tav tm="100000">
                                              <p:val>
                                                <p:strVal val="#ppt_y"/>
                                              </p:val>
                                            </p:tav>
                                          </p:tavLst>
                                        </p:anim>
                                      </p:childTnLst>
                                    </p:cTn>
                                  </p:par>
                                  <p:par>
                                    <p:cTn id="24" presetID="53" presetClass="entr" presetSubtype="16" fill="hold" nodeType="withEffect">
                                      <p:stCondLst>
                                        <p:cond delay="500"/>
                                      </p:stCondLst>
                                      <p:childTnLst>
                                        <p:set>
                                          <p:cBhvr>
                                            <p:cTn id="25" dur="1" fill="hold">
                                              <p:stCondLst>
                                                <p:cond delay="0"/>
                                              </p:stCondLst>
                                            </p:cTn>
                                            <p:tgtEl>
                                              <p:spTgt spid="46"/>
                                            </p:tgtEl>
                                            <p:attrNameLst>
                                              <p:attrName>style.visibility</p:attrName>
                                            </p:attrNameLst>
                                          </p:cBhvr>
                                          <p:to>
                                            <p:strVal val="visible"/>
                                          </p:to>
                                        </p:set>
                                        <p:anim calcmode="lin" valueType="num">
                                          <p:cBhvr>
                                            <p:cTn id="26" dur="750" fill="hold"/>
                                            <p:tgtEl>
                                              <p:spTgt spid="46"/>
                                            </p:tgtEl>
                                            <p:attrNameLst>
                                              <p:attrName>ppt_w</p:attrName>
                                            </p:attrNameLst>
                                          </p:cBhvr>
                                          <p:tavLst>
                                            <p:tav tm="0">
                                              <p:val>
                                                <p:fltVal val="0"/>
                                              </p:val>
                                            </p:tav>
                                            <p:tav tm="100000">
                                              <p:val>
                                                <p:strVal val="#ppt_w"/>
                                              </p:val>
                                            </p:tav>
                                          </p:tavLst>
                                        </p:anim>
                                        <p:anim calcmode="lin" valueType="num">
                                          <p:cBhvr>
                                            <p:cTn id="27" dur="750" fill="hold"/>
                                            <p:tgtEl>
                                              <p:spTgt spid="46"/>
                                            </p:tgtEl>
                                            <p:attrNameLst>
                                              <p:attrName>ppt_h</p:attrName>
                                            </p:attrNameLst>
                                          </p:cBhvr>
                                          <p:tavLst>
                                            <p:tav tm="0">
                                              <p:val>
                                                <p:fltVal val="0"/>
                                              </p:val>
                                            </p:tav>
                                            <p:tav tm="100000">
                                              <p:val>
                                                <p:strVal val="#ppt_h"/>
                                              </p:val>
                                            </p:tav>
                                          </p:tavLst>
                                        </p:anim>
                                        <p:animEffect transition="in" filter="fade">
                                          <p:cBhvr>
                                            <p:cTn id="28" dur="750"/>
                                            <p:tgtEl>
                                              <p:spTgt spid="46"/>
                                            </p:tgtEl>
                                          </p:cBhvr>
                                        </p:animEffect>
                                      </p:childTnLst>
                                    </p:cTn>
                                  </p:par>
                                  <p:par>
                                    <p:cTn id="29" presetID="53" presetClass="entr" presetSubtype="16" fill="hold" nodeType="withEffect">
                                      <p:stCondLst>
                                        <p:cond delay="750"/>
                                      </p:stCondLst>
                                      <p:childTnLst>
                                        <p:set>
                                          <p:cBhvr>
                                            <p:cTn id="30" dur="1" fill="hold">
                                              <p:stCondLst>
                                                <p:cond delay="0"/>
                                              </p:stCondLst>
                                            </p:cTn>
                                            <p:tgtEl>
                                              <p:spTgt spid="49"/>
                                            </p:tgtEl>
                                            <p:attrNameLst>
                                              <p:attrName>style.visibility</p:attrName>
                                            </p:attrNameLst>
                                          </p:cBhvr>
                                          <p:to>
                                            <p:strVal val="visible"/>
                                          </p:to>
                                        </p:set>
                                        <p:anim calcmode="lin" valueType="num">
                                          <p:cBhvr>
                                            <p:cTn id="31" dur="750" fill="hold"/>
                                            <p:tgtEl>
                                              <p:spTgt spid="49"/>
                                            </p:tgtEl>
                                            <p:attrNameLst>
                                              <p:attrName>ppt_w</p:attrName>
                                            </p:attrNameLst>
                                          </p:cBhvr>
                                          <p:tavLst>
                                            <p:tav tm="0">
                                              <p:val>
                                                <p:fltVal val="0"/>
                                              </p:val>
                                            </p:tav>
                                            <p:tav tm="100000">
                                              <p:val>
                                                <p:strVal val="#ppt_w"/>
                                              </p:val>
                                            </p:tav>
                                          </p:tavLst>
                                        </p:anim>
                                        <p:anim calcmode="lin" valueType="num">
                                          <p:cBhvr>
                                            <p:cTn id="32" dur="750" fill="hold"/>
                                            <p:tgtEl>
                                              <p:spTgt spid="49"/>
                                            </p:tgtEl>
                                            <p:attrNameLst>
                                              <p:attrName>ppt_h</p:attrName>
                                            </p:attrNameLst>
                                          </p:cBhvr>
                                          <p:tavLst>
                                            <p:tav tm="0">
                                              <p:val>
                                                <p:fltVal val="0"/>
                                              </p:val>
                                            </p:tav>
                                            <p:tav tm="100000">
                                              <p:val>
                                                <p:strVal val="#ppt_h"/>
                                              </p:val>
                                            </p:tav>
                                          </p:tavLst>
                                        </p:anim>
                                        <p:animEffect transition="in" filter="fade">
                                          <p:cBhvr>
                                            <p:cTn id="33" dur="750"/>
                                            <p:tgtEl>
                                              <p:spTgt spid="49"/>
                                            </p:tgtEl>
                                          </p:cBhvr>
                                        </p:animEffect>
                                      </p:childTnLst>
                                    </p:cTn>
                                  </p:par>
                                  <p:par>
                                    <p:cTn id="34" presetID="53" presetClass="entr" presetSubtype="16" fill="hold" nodeType="withEffect">
                                      <p:stCondLst>
                                        <p:cond delay="1000"/>
                                      </p:stCondLst>
                                      <p:childTnLst>
                                        <p:set>
                                          <p:cBhvr>
                                            <p:cTn id="35" dur="1" fill="hold">
                                              <p:stCondLst>
                                                <p:cond delay="0"/>
                                              </p:stCondLst>
                                            </p:cTn>
                                            <p:tgtEl>
                                              <p:spTgt spid="43"/>
                                            </p:tgtEl>
                                            <p:attrNameLst>
                                              <p:attrName>style.visibility</p:attrName>
                                            </p:attrNameLst>
                                          </p:cBhvr>
                                          <p:to>
                                            <p:strVal val="visible"/>
                                          </p:to>
                                        </p:set>
                                        <p:anim calcmode="lin" valueType="num">
                                          <p:cBhvr>
                                            <p:cTn id="36" dur="750" fill="hold"/>
                                            <p:tgtEl>
                                              <p:spTgt spid="43"/>
                                            </p:tgtEl>
                                            <p:attrNameLst>
                                              <p:attrName>ppt_w</p:attrName>
                                            </p:attrNameLst>
                                          </p:cBhvr>
                                          <p:tavLst>
                                            <p:tav tm="0">
                                              <p:val>
                                                <p:fltVal val="0"/>
                                              </p:val>
                                            </p:tav>
                                            <p:tav tm="100000">
                                              <p:val>
                                                <p:strVal val="#ppt_w"/>
                                              </p:val>
                                            </p:tav>
                                          </p:tavLst>
                                        </p:anim>
                                        <p:anim calcmode="lin" valueType="num">
                                          <p:cBhvr>
                                            <p:cTn id="37" dur="750" fill="hold"/>
                                            <p:tgtEl>
                                              <p:spTgt spid="43"/>
                                            </p:tgtEl>
                                            <p:attrNameLst>
                                              <p:attrName>ppt_h</p:attrName>
                                            </p:attrNameLst>
                                          </p:cBhvr>
                                          <p:tavLst>
                                            <p:tav tm="0">
                                              <p:val>
                                                <p:fltVal val="0"/>
                                              </p:val>
                                            </p:tav>
                                            <p:tav tm="100000">
                                              <p:val>
                                                <p:strVal val="#ppt_h"/>
                                              </p:val>
                                            </p:tav>
                                          </p:tavLst>
                                        </p:anim>
                                        <p:animEffect transition="in" filter="fade">
                                          <p:cBhvr>
                                            <p:cTn id="38" dur="750"/>
                                            <p:tgtEl>
                                              <p:spTgt spid="43"/>
                                            </p:tgtEl>
                                          </p:cBhvr>
                                        </p:animEffect>
                                      </p:childTnLst>
                                    </p:cTn>
                                  </p:par>
                                  <p:par>
                                    <p:cTn id="39" presetID="53" presetClass="entr" presetSubtype="16" fill="hold" nodeType="withEffect">
                                      <p:stCondLst>
                                        <p:cond delay="1250"/>
                                      </p:stCondLst>
                                      <p:childTnLst>
                                        <p:set>
                                          <p:cBhvr>
                                            <p:cTn id="40" dur="1" fill="hold">
                                              <p:stCondLst>
                                                <p:cond delay="0"/>
                                              </p:stCondLst>
                                            </p:cTn>
                                            <p:tgtEl>
                                              <p:spTgt spid="52"/>
                                            </p:tgtEl>
                                            <p:attrNameLst>
                                              <p:attrName>style.visibility</p:attrName>
                                            </p:attrNameLst>
                                          </p:cBhvr>
                                          <p:to>
                                            <p:strVal val="visible"/>
                                          </p:to>
                                        </p:set>
                                        <p:anim calcmode="lin" valueType="num">
                                          <p:cBhvr>
                                            <p:cTn id="41" dur="750" fill="hold"/>
                                            <p:tgtEl>
                                              <p:spTgt spid="52"/>
                                            </p:tgtEl>
                                            <p:attrNameLst>
                                              <p:attrName>ppt_w</p:attrName>
                                            </p:attrNameLst>
                                          </p:cBhvr>
                                          <p:tavLst>
                                            <p:tav tm="0">
                                              <p:val>
                                                <p:fltVal val="0"/>
                                              </p:val>
                                            </p:tav>
                                            <p:tav tm="100000">
                                              <p:val>
                                                <p:strVal val="#ppt_w"/>
                                              </p:val>
                                            </p:tav>
                                          </p:tavLst>
                                        </p:anim>
                                        <p:anim calcmode="lin" valueType="num">
                                          <p:cBhvr>
                                            <p:cTn id="42" dur="750" fill="hold"/>
                                            <p:tgtEl>
                                              <p:spTgt spid="52"/>
                                            </p:tgtEl>
                                            <p:attrNameLst>
                                              <p:attrName>ppt_h</p:attrName>
                                            </p:attrNameLst>
                                          </p:cBhvr>
                                          <p:tavLst>
                                            <p:tav tm="0">
                                              <p:val>
                                                <p:fltVal val="0"/>
                                              </p:val>
                                            </p:tav>
                                            <p:tav tm="100000">
                                              <p:val>
                                                <p:strVal val="#ppt_h"/>
                                              </p:val>
                                            </p:tav>
                                          </p:tavLst>
                                        </p:anim>
                                        <p:animEffect transition="in" filter="fade">
                                          <p:cBhvr>
                                            <p:cTn id="43" dur="750"/>
                                            <p:tgtEl>
                                              <p:spTgt spid="52"/>
                                            </p:tgtEl>
                                          </p:cBhvr>
                                        </p:animEffect>
                                      </p:childTnLst>
                                    </p:cTn>
                                  </p:par>
                                  <p:par>
                                    <p:cTn id="44" presetID="2" presetClass="entr" presetSubtype="8" fill="hold" nodeType="withEffect" p14:presetBounceEnd="67000">
                                      <p:stCondLst>
                                        <p:cond delay="500"/>
                                      </p:stCondLst>
                                      <p:childTnLst>
                                        <p:set>
                                          <p:cBhvr>
                                            <p:cTn id="45" dur="1" fill="hold">
                                              <p:stCondLst>
                                                <p:cond delay="0"/>
                                              </p:stCondLst>
                                            </p:cTn>
                                            <p:tgtEl>
                                              <p:spTgt spid="28"/>
                                            </p:tgtEl>
                                            <p:attrNameLst>
                                              <p:attrName>style.visibility</p:attrName>
                                            </p:attrNameLst>
                                          </p:cBhvr>
                                          <p:to>
                                            <p:strVal val="visible"/>
                                          </p:to>
                                        </p:set>
                                        <p:anim calcmode="lin" valueType="num" p14:bounceEnd="67000">
                                          <p:cBhvr additive="base">
                                            <p:cTn id="46" dur="1000" fill="hold"/>
                                            <p:tgtEl>
                                              <p:spTgt spid="28"/>
                                            </p:tgtEl>
                                            <p:attrNameLst>
                                              <p:attrName>ppt_x</p:attrName>
                                            </p:attrNameLst>
                                          </p:cBhvr>
                                          <p:tavLst>
                                            <p:tav tm="0">
                                              <p:val>
                                                <p:strVal val="0-#ppt_w/2"/>
                                              </p:val>
                                            </p:tav>
                                            <p:tav tm="100000">
                                              <p:val>
                                                <p:strVal val="#ppt_x"/>
                                              </p:val>
                                            </p:tav>
                                          </p:tavLst>
                                        </p:anim>
                                        <p:anim calcmode="lin" valueType="num" p14:bounceEnd="67000">
                                          <p:cBhvr additive="base">
                                            <p:cTn id="47" dur="1000" fill="hold"/>
                                            <p:tgtEl>
                                              <p:spTgt spid="28"/>
                                            </p:tgtEl>
                                            <p:attrNameLst>
                                              <p:attrName>ppt_y</p:attrName>
                                            </p:attrNameLst>
                                          </p:cBhvr>
                                          <p:tavLst>
                                            <p:tav tm="0">
                                              <p:val>
                                                <p:strVal val="#ppt_y"/>
                                              </p:val>
                                            </p:tav>
                                            <p:tav tm="100000">
                                              <p:val>
                                                <p:strVal val="#ppt_y"/>
                                              </p:val>
                                            </p:tav>
                                          </p:tavLst>
                                        </p:anim>
                                      </p:childTnLst>
                                    </p:cTn>
                                  </p:par>
                                  <p:par>
                                    <p:cTn id="48" presetID="2" presetClass="entr" presetSubtype="8" fill="hold" nodeType="withEffect" p14:presetBounceEnd="67000">
                                      <p:stCondLst>
                                        <p:cond delay="750"/>
                                      </p:stCondLst>
                                      <p:childTnLst>
                                        <p:set>
                                          <p:cBhvr>
                                            <p:cTn id="49" dur="1" fill="hold">
                                              <p:stCondLst>
                                                <p:cond delay="0"/>
                                              </p:stCondLst>
                                            </p:cTn>
                                            <p:tgtEl>
                                              <p:spTgt spid="29"/>
                                            </p:tgtEl>
                                            <p:attrNameLst>
                                              <p:attrName>style.visibility</p:attrName>
                                            </p:attrNameLst>
                                          </p:cBhvr>
                                          <p:to>
                                            <p:strVal val="visible"/>
                                          </p:to>
                                        </p:set>
                                        <p:anim calcmode="lin" valueType="num" p14:bounceEnd="67000">
                                          <p:cBhvr additive="base">
                                            <p:cTn id="50" dur="1000" fill="hold"/>
                                            <p:tgtEl>
                                              <p:spTgt spid="29"/>
                                            </p:tgtEl>
                                            <p:attrNameLst>
                                              <p:attrName>ppt_x</p:attrName>
                                            </p:attrNameLst>
                                          </p:cBhvr>
                                          <p:tavLst>
                                            <p:tav tm="0">
                                              <p:val>
                                                <p:strVal val="0-#ppt_w/2"/>
                                              </p:val>
                                            </p:tav>
                                            <p:tav tm="100000">
                                              <p:val>
                                                <p:strVal val="#ppt_x"/>
                                              </p:val>
                                            </p:tav>
                                          </p:tavLst>
                                        </p:anim>
                                        <p:anim calcmode="lin" valueType="num" p14:bounceEnd="67000">
                                          <p:cBhvr additive="base">
                                            <p:cTn id="51" dur="1000" fill="hold"/>
                                            <p:tgtEl>
                                              <p:spTgt spid="29"/>
                                            </p:tgtEl>
                                            <p:attrNameLst>
                                              <p:attrName>ppt_y</p:attrName>
                                            </p:attrNameLst>
                                          </p:cBhvr>
                                          <p:tavLst>
                                            <p:tav tm="0">
                                              <p:val>
                                                <p:strVal val="#ppt_y"/>
                                              </p:val>
                                            </p:tav>
                                            <p:tav tm="100000">
                                              <p:val>
                                                <p:strVal val="#ppt_y"/>
                                              </p:val>
                                            </p:tav>
                                          </p:tavLst>
                                        </p:anim>
                                      </p:childTnLst>
                                    </p:cTn>
                                  </p:par>
                                  <p:par>
                                    <p:cTn id="52" presetID="2" presetClass="entr" presetSubtype="8" fill="hold" nodeType="withEffect" p14:presetBounceEnd="67000">
                                      <p:stCondLst>
                                        <p:cond delay="1000"/>
                                      </p:stCondLst>
                                      <p:childTnLst>
                                        <p:set>
                                          <p:cBhvr>
                                            <p:cTn id="53" dur="1" fill="hold">
                                              <p:stCondLst>
                                                <p:cond delay="0"/>
                                              </p:stCondLst>
                                            </p:cTn>
                                            <p:tgtEl>
                                              <p:spTgt spid="30"/>
                                            </p:tgtEl>
                                            <p:attrNameLst>
                                              <p:attrName>style.visibility</p:attrName>
                                            </p:attrNameLst>
                                          </p:cBhvr>
                                          <p:to>
                                            <p:strVal val="visible"/>
                                          </p:to>
                                        </p:set>
                                        <p:anim calcmode="lin" valueType="num" p14:bounceEnd="67000">
                                          <p:cBhvr additive="base">
                                            <p:cTn id="54" dur="1000" fill="hold"/>
                                            <p:tgtEl>
                                              <p:spTgt spid="30"/>
                                            </p:tgtEl>
                                            <p:attrNameLst>
                                              <p:attrName>ppt_x</p:attrName>
                                            </p:attrNameLst>
                                          </p:cBhvr>
                                          <p:tavLst>
                                            <p:tav tm="0">
                                              <p:val>
                                                <p:strVal val="0-#ppt_w/2"/>
                                              </p:val>
                                            </p:tav>
                                            <p:tav tm="100000">
                                              <p:val>
                                                <p:strVal val="#ppt_x"/>
                                              </p:val>
                                            </p:tav>
                                          </p:tavLst>
                                        </p:anim>
                                        <p:anim calcmode="lin" valueType="num" p14:bounceEnd="67000">
                                          <p:cBhvr additive="base">
                                            <p:cTn id="55" dur="1000" fill="hold"/>
                                            <p:tgtEl>
                                              <p:spTgt spid="30"/>
                                            </p:tgtEl>
                                            <p:attrNameLst>
                                              <p:attrName>ppt_y</p:attrName>
                                            </p:attrNameLst>
                                          </p:cBhvr>
                                          <p:tavLst>
                                            <p:tav tm="0">
                                              <p:val>
                                                <p:strVal val="#ppt_y"/>
                                              </p:val>
                                            </p:tav>
                                            <p:tav tm="100000">
                                              <p:val>
                                                <p:strVal val="#ppt_y"/>
                                              </p:val>
                                            </p:tav>
                                          </p:tavLst>
                                        </p:anim>
                                      </p:childTnLst>
                                    </p:cTn>
                                  </p:par>
                                  <p:par>
                                    <p:cTn id="56" presetID="2" presetClass="entr" presetSubtype="8" fill="hold" nodeType="withEffect" p14:presetBounceEnd="67000">
                                      <p:stCondLst>
                                        <p:cond delay="1250"/>
                                      </p:stCondLst>
                                      <p:childTnLst>
                                        <p:set>
                                          <p:cBhvr>
                                            <p:cTn id="57" dur="1" fill="hold">
                                              <p:stCondLst>
                                                <p:cond delay="0"/>
                                              </p:stCondLst>
                                            </p:cTn>
                                            <p:tgtEl>
                                              <p:spTgt spid="31"/>
                                            </p:tgtEl>
                                            <p:attrNameLst>
                                              <p:attrName>style.visibility</p:attrName>
                                            </p:attrNameLst>
                                          </p:cBhvr>
                                          <p:to>
                                            <p:strVal val="visible"/>
                                          </p:to>
                                        </p:set>
                                        <p:anim calcmode="lin" valueType="num" p14:bounceEnd="67000">
                                          <p:cBhvr additive="base">
                                            <p:cTn id="58" dur="1000" fill="hold"/>
                                            <p:tgtEl>
                                              <p:spTgt spid="31"/>
                                            </p:tgtEl>
                                            <p:attrNameLst>
                                              <p:attrName>ppt_x</p:attrName>
                                            </p:attrNameLst>
                                          </p:cBhvr>
                                          <p:tavLst>
                                            <p:tav tm="0">
                                              <p:val>
                                                <p:strVal val="0-#ppt_w/2"/>
                                              </p:val>
                                            </p:tav>
                                            <p:tav tm="100000">
                                              <p:val>
                                                <p:strVal val="#ppt_x"/>
                                              </p:val>
                                            </p:tav>
                                          </p:tavLst>
                                        </p:anim>
                                        <p:anim calcmode="lin" valueType="num" p14:bounceEnd="67000">
                                          <p:cBhvr additive="base">
                                            <p:cTn id="59" dur="1000" fill="hold"/>
                                            <p:tgtEl>
                                              <p:spTgt spid="3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up)">
                                          <p:cBhvr>
                                            <p:cTn id="7" dur="1500"/>
                                            <p:tgtEl>
                                              <p:spTgt spid="27"/>
                                            </p:tgtEl>
                                          </p:cBhvr>
                                        </p:animEffect>
                                      </p:childTnLst>
                                    </p:cTn>
                                  </p:par>
                                  <p:par>
                                    <p:cTn id="8" presetID="2" presetClass="entr" presetSubtype="2"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additive="base">
                                            <p:cTn id="10" dur="1000" fill="hold"/>
                                            <p:tgtEl>
                                              <p:spTgt spid="9"/>
                                            </p:tgtEl>
                                            <p:attrNameLst>
                                              <p:attrName>ppt_x</p:attrName>
                                            </p:attrNameLst>
                                          </p:cBhvr>
                                          <p:tavLst>
                                            <p:tav tm="0">
                                              <p:val>
                                                <p:strVal val="1+#ppt_w/2"/>
                                              </p:val>
                                            </p:tav>
                                            <p:tav tm="100000">
                                              <p:val>
                                                <p:strVal val="#ppt_x"/>
                                              </p:val>
                                            </p:tav>
                                          </p:tavLst>
                                        </p:anim>
                                        <p:anim calcmode="lin" valueType="num">
                                          <p:cBhvr additive="base">
                                            <p:cTn id="11" dur="1000" fill="hold"/>
                                            <p:tgtEl>
                                              <p:spTgt spid="9"/>
                                            </p:tgtEl>
                                            <p:attrNameLst>
                                              <p:attrName>ppt_y</p:attrName>
                                            </p:attrNameLst>
                                          </p:cBhvr>
                                          <p:tavLst>
                                            <p:tav tm="0">
                                              <p:val>
                                                <p:strVal val="#ppt_y"/>
                                              </p:val>
                                            </p:tav>
                                            <p:tav tm="100000">
                                              <p:val>
                                                <p:strVal val="#ppt_y"/>
                                              </p:val>
                                            </p:tav>
                                          </p:tavLst>
                                        </p:anim>
                                      </p:childTnLst>
                                    </p:cTn>
                                  </p:par>
                                  <p:par>
                                    <p:cTn id="12" presetID="2" presetClass="entr" presetSubtype="2" fill="hold" nodeType="withEffect">
                                      <p:stCondLst>
                                        <p:cond delay="250"/>
                                      </p:stCondLst>
                                      <p:childTnLst>
                                        <p:set>
                                          <p:cBhvr>
                                            <p:cTn id="13" dur="1" fill="hold">
                                              <p:stCondLst>
                                                <p:cond delay="0"/>
                                              </p:stCondLst>
                                            </p:cTn>
                                            <p:tgtEl>
                                              <p:spTgt spid="13"/>
                                            </p:tgtEl>
                                            <p:attrNameLst>
                                              <p:attrName>style.visibility</p:attrName>
                                            </p:attrNameLst>
                                          </p:cBhvr>
                                          <p:to>
                                            <p:strVal val="visible"/>
                                          </p:to>
                                        </p:set>
                                        <p:anim calcmode="lin" valueType="num">
                                          <p:cBhvr additive="base">
                                            <p:cTn id="14" dur="1000" fill="hold"/>
                                            <p:tgtEl>
                                              <p:spTgt spid="13"/>
                                            </p:tgtEl>
                                            <p:attrNameLst>
                                              <p:attrName>ppt_x</p:attrName>
                                            </p:attrNameLst>
                                          </p:cBhvr>
                                          <p:tavLst>
                                            <p:tav tm="0">
                                              <p:val>
                                                <p:strVal val="1+#ppt_w/2"/>
                                              </p:val>
                                            </p:tav>
                                            <p:tav tm="100000">
                                              <p:val>
                                                <p:strVal val="#ppt_x"/>
                                              </p:val>
                                            </p:tav>
                                          </p:tavLst>
                                        </p:anim>
                                        <p:anim calcmode="lin" valueType="num">
                                          <p:cBhvr additive="base">
                                            <p:cTn id="15" dur="1000" fill="hold"/>
                                            <p:tgtEl>
                                              <p:spTgt spid="13"/>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stCondLst>
                                        <p:cond delay="500"/>
                                      </p:stCondLst>
                                      <p:childTnLst>
                                        <p:set>
                                          <p:cBhvr>
                                            <p:cTn id="17" dur="1" fill="hold">
                                              <p:stCondLst>
                                                <p:cond delay="0"/>
                                              </p:stCondLst>
                                            </p:cTn>
                                            <p:tgtEl>
                                              <p:spTgt spid="17"/>
                                            </p:tgtEl>
                                            <p:attrNameLst>
                                              <p:attrName>style.visibility</p:attrName>
                                            </p:attrNameLst>
                                          </p:cBhvr>
                                          <p:to>
                                            <p:strVal val="visible"/>
                                          </p:to>
                                        </p:set>
                                        <p:anim calcmode="lin" valueType="num">
                                          <p:cBhvr additive="base">
                                            <p:cTn id="18" dur="1000" fill="hold"/>
                                            <p:tgtEl>
                                              <p:spTgt spid="17"/>
                                            </p:tgtEl>
                                            <p:attrNameLst>
                                              <p:attrName>ppt_x</p:attrName>
                                            </p:attrNameLst>
                                          </p:cBhvr>
                                          <p:tavLst>
                                            <p:tav tm="0">
                                              <p:val>
                                                <p:strVal val="1+#ppt_w/2"/>
                                              </p:val>
                                            </p:tav>
                                            <p:tav tm="100000">
                                              <p:val>
                                                <p:strVal val="#ppt_x"/>
                                              </p:val>
                                            </p:tav>
                                          </p:tavLst>
                                        </p:anim>
                                        <p:anim calcmode="lin" valueType="num">
                                          <p:cBhvr additive="base">
                                            <p:cTn id="19" dur="1000" fill="hold"/>
                                            <p:tgtEl>
                                              <p:spTgt spid="17"/>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750"/>
                                      </p:stCondLst>
                                      <p:childTnLst>
                                        <p:set>
                                          <p:cBhvr>
                                            <p:cTn id="21" dur="1" fill="hold">
                                              <p:stCondLst>
                                                <p:cond delay="0"/>
                                              </p:stCondLst>
                                            </p:cTn>
                                            <p:tgtEl>
                                              <p:spTgt spid="21"/>
                                            </p:tgtEl>
                                            <p:attrNameLst>
                                              <p:attrName>style.visibility</p:attrName>
                                            </p:attrNameLst>
                                          </p:cBhvr>
                                          <p:to>
                                            <p:strVal val="visible"/>
                                          </p:to>
                                        </p:set>
                                        <p:anim calcmode="lin" valueType="num">
                                          <p:cBhvr additive="base">
                                            <p:cTn id="22" dur="1000" fill="hold"/>
                                            <p:tgtEl>
                                              <p:spTgt spid="21"/>
                                            </p:tgtEl>
                                            <p:attrNameLst>
                                              <p:attrName>ppt_x</p:attrName>
                                            </p:attrNameLst>
                                          </p:cBhvr>
                                          <p:tavLst>
                                            <p:tav tm="0">
                                              <p:val>
                                                <p:strVal val="1+#ppt_w/2"/>
                                              </p:val>
                                            </p:tav>
                                            <p:tav tm="100000">
                                              <p:val>
                                                <p:strVal val="#ppt_x"/>
                                              </p:val>
                                            </p:tav>
                                          </p:tavLst>
                                        </p:anim>
                                        <p:anim calcmode="lin" valueType="num">
                                          <p:cBhvr additive="base">
                                            <p:cTn id="23" dur="1000" fill="hold"/>
                                            <p:tgtEl>
                                              <p:spTgt spid="21"/>
                                            </p:tgtEl>
                                            <p:attrNameLst>
                                              <p:attrName>ppt_y</p:attrName>
                                            </p:attrNameLst>
                                          </p:cBhvr>
                                          <p:tavLst>
                                            <p:tav tm="0">
                                              <p:val>
                                                <p:strVal val="#ppt_y"/>
                                              </p:val>
                                            </p:tav>
                                            <p:tav tm="100000">
                                              <p:val>
                                                <p:strVal val="#ppt_y"/>
                                              </p:val>
                                            </p:tav>
                                          </p:tavLst>
                                        </p:anim>
                                      </p:childTnLst>
                                    </p:cTn>
                                  </p:par>
                                  <p:par>
                                    <p:cTn id="24" presetID="53" presetClass="entr" presetSubtype="16" fill="hold" nodeType="withEffect">
                                      <p:stCondLst>
                                        <p:cond delay="500"/>
                                      </p:stCondLst>
                                      <p:childTnLst>
                                        <p:set>
                                          <p:cBhvr>
                                            <p:cTn id="25" dur="1" fill="hold">
                                              <p:stCondLst>
                                                <p:cond delay="0"/>
                                              </p:stCondLst>
                                            </p:cTn>
                                            <p:tgtEl>
                                              <p:spTgt spid="46"/>
                                            </p:tgtEl>
                                            <p:attrNameLst>
                                              <p:attrName>style.visibility</p:attrName>
                                            </p:attrNameLst>
                                          </p:cBhvr>
                                          <p:to>
                                            <p:strVal val="visible"/>
                                          </p:to>
                                        </p:set>
                                        <p:anim calcmode="lin" valueType="num">
                                          <p:cBhvr>
                                            <p:cTn id="26" dur="750" fill="hold"/>
                                            <p:tgtEl>
                                              <p:spTgt spid="46"/>
                                            </p:tgtEl>
                                            <p:attrNameLst>
                                              <p:attrName>ppt_w</p:attrName>
                                            </p:attrNameLst>
                                          </p:cBhvr>
                                          <p:tavLst>
                                            <p:tav tm="0">
                                              <p:val>
                                                <p:fltVal val="0"/>
                                              </p:val>
                                            </p:tav>
                                            <p:tav tm="100000">
                                              <p:val>
                                                <p:strVal val="#ppt_w"/>
                                              </p:val>
                                            </p:tav>
                                          </p:tavLst>
                                        </p:anim>
                                        <p:anim calcmode="lin" valueType="num">
                                          <p:cBhvr>
                                            <p:cTn id="27" dur="750" fill="hold"/>
                                            <p:tgtEl>
                                              <p:spTgt spid="46"/>
                                            </p:tgtEl>
                                            <p:attrNameLst>
                                              <p:attrName>ppt_h</p:attrName>
                                            </p:attrNameLst>
                                          </p:cBhvr>
                                          <p:tavLst>
                                            <p:tav tm="0">
                                              <p:val>
                                                <p:fltVal val="0"/>
                                              </p:val>
                                            </p:tav>
                                            <p:tav tm="100000">
                                              <p:val>
                                                <p:strVal val="#ppt_h"/>
                                              </p:val>
                                            </p:tav>
                                          </p:tavLst>
                                        </p:anim>
                                        <p:animEffect transition="in" filter="fade">
                                          <p:cBhvr>
                                            <p:cTn id="28" dur="750"/>
                                            <p:tgtEl>
                                              <p:spTgt spid="46"/>
                                            </p:tgtEl>
                                          </p:cBhvr>
                                        </p:animEffect>
                                      </p:childTnLst>
                                    </p:cTn>
                                  </p:par>
                                  <p:par>
                                    <p:cTn id="29" presetID="53" presetClass="entr" presetSubtype="16" fill="hold" nodeType="withEffect">
                                      <p:stCondLst>
                                        <p:cond delay="750"/>
                                      </p:stCondLst>
                                      <p:childTnLst>
                                        <p:set>
                                          <p:cBhvr>
                                            <p:cTn id="30" dur="1" fill="hold">
                                              <p:stCondLst>
                                                <p:cond delay="0"/>
                                              </p:stCondLst>
                                            </p:cTn>
                                            <p:tgtEl>
                                              <p:spTgt spid="49"/>
                                            </p:tgtEl>
                                            <p:attrNameLst>
                                              <p:attrName>style.visibility</p:attrName>
                                            </p:attrNameLst>
                                          </p:cBhvr>
                                          <p:to>
                                            <p:strVal val="visible"/>
                                          </p:to>
                                        </p:set>
                                        <p:anim calcmode="lin" valueType="num">
                                          <p:cBhvr>
                                            <p:cTn id="31" dur="750" fill="hold"/>
                                            <p:tgtEl>
                                              <p:spTgt spid="49"/>
                                            </p:tgtEl>
                                            <p:attrNameLst>
                                              <p:attrName>ppt_w</p:attrName>
                                            </p:attrNameLst>
                                          </p:cBhvr>
                                          <p:tavLst>
                                            <p:tav tm="0">
                                              <p:val>
                                                <p:fltVal val="0"/>
                                              </p:val>
                                            </p:tav>
                                            <p:tav tm="100000">
                                              <p:val>
                                                <p:strVal val="#ppt_w"/>
                                              </p:val>
                                            </p:tav>
                                          </p:tavLst>
                                        </p:anim>
                                        <p:anim calcmode="lin" valueType="num">
                                          <p:cBhvr>
                                            <p:cTn id="32" dur="750" fill="hold"/>
                                            <p:tgtEl>
                                              <p:spTgt spid="49"/>
                                            </p:tgtEl>
                                            <p:attrNameLst>
                                              <p:attrName>ppt_h</p:attrName>
                                            </p:attrNameLst>
                                          </p:cBhvr>
                                          <p:tavLst>
                                            <p:tav tm="0">
                                              <p:val>
                                                <p:fltVal val="0"/>
                                              </p:val>
                                            </p:tav>
                                            <p:tav tm="100000">
                                              <p:val>
                                                <p:strVal val="#ppt_h"/>
                                              </p:val>
                                            </p:tav>
                                          </p:tavLst>
                                        </p:anim>
                                        <p:animEffect transition="in" filter="fade">
                                          <p:cBhvr>
                                            <p:cTn id="33" dur="750"/>
                                            <p:tgtEl>
                                              <p:spTgt spid="49"/>
                                            </p:tgtEl>
                                          </p:cBhvr>
                                        </p:animEffect>
                                      </p:childTnLst>
                                    </p:cTn>
                                  </p:par>
                                  <p:par>
                                    <p:cTn id="34" presetID="53" presetClass="entr" presetSubtype="16" fill="hold" nodeType="withEffect">
                                      <p:stCondLst>
                                        <p:cond delay="1000"/>
                                      </p:stCondLst>
                                      <p:childTnLst>
                                        <p:set>
                                          <p:cBhvr>
                                            <p:cTn id="35" dur="1" fill="hold">
                                              <p:stCondLst>
                                                <p:cond delay="0"/>
                                              </p:stCondLst>
                                            </p:cTn>
                                            <p:tgtEl>
                                              <p:spTgt spid="43"/>
                                            </p:tgtEl>
                                            <p:attrNameLst>
                                              <p:attrName>style.visibility</p:attrName>
                                            </p:attrNameLst>
                                          </p:cBhvr>
                                          <p:to>
                                            <p:strVal val="visible"/>
                                          </p:to>
                                        </p:set>
                                        <p:anim calcmode="lin" valueType="num">
                                          <p:cBhvr>
                                            <p:cTn id="36" dur="750" fill="hold"/>
                                            <p:tgtEl>
                                              <p:spTgt spid="43"/>
                                            </p:tgtEl>
                                            <p:attrNameLst>
                                              <p:attrName>ppt_w</p:attrName>
                                            </p:attrNameLst>
                                          </p:cBhvr>
                                          <p:tavLst>
                                            <p:tav tm="0">
                                              <p:val>
                                                <p:fltVal val="0"/>
                                              </p:val>
                                            </p:tav>
                                            <p:tav tm="100000">
                                              <p:val>
                                                <p:strVal val="#ppt_w"/>
                                              </p:val>
                                            </p:tav>
                                          </p:tavLst>
                                        </p:anim>
                                        <p:anim calcmode="lin" valueType="num">
                                          <p:cBhvr>
                                            <p:cTn id="37" dur="750" fill="hold"/>
                                            <p:tgtEl>
                                              <p:spTgt spid="43"/>
                                            </p:tgtEl>
                                            <p:attrNameLst>
                                              <p:attrName>ppt_h</p:attrName>
                                            </p:attrNameLst>
                                          </p:cBhvr>
                                          <p:tavLst>
                                            <p:tav tm="0">
                                              <p:val>
                                                <p:fltVal val="0"/>
                                              </p:val>
                                            </p:tav>
                                            <p:tav tm="100000">
                                              <p:val>
                                                <p:strVal val="#ppt_h"/>
                                              </p:val>
                                            </p:tav>
                                          </p:tavLst>
                                        </p:anim>
                                        <p:animEffect transition="in" filter="fade">
                                          <p:cBhvr>
                                            <p:cTn id="38" dur="750"/>
                                            <p:tgtEl>
                                              <p:spTgt spid="43"/>
                                            </p:tgtEl>
                                          </p:cBhvr>
                                        </p:animEffect>
                                      </p:childTnLst>
                                    </p:cTn>
                                  </p:par>
                                  <p:par>
                                    <p:cTn id="39" presetID="53" presetClass="entr" presetSubtype="16" fill="hold" nodeType="withEffect">
                                      <p:stCondLst>
                                        <p:cond delay="1250"/>
                                      </p:stCondLst>
                                      <p:childTnLst>
                                        <p:set>
                                          <p:cBhvr>
                                            <p:cTn id="40" dur="1" fill="hold">
                                              <p:stCondLst>
                                                <p:cond delay="0"/>
                                              </p:stCondLst>
                                            </p:cTn>
                                            <p:tgtEl>
                                              <p:spTgt spid="52"/>
                                            </p:tgtEl>
                                            <p:attrNameLst>
                                              <p:attrName>style.visibility</p:attrName>
                                            </p:attrNameLst>
                                          </p:cBhvr>
                                          <p:to>
                                            <p:strVal val="visible"/>
                                          </p:to>
                                        </p:set>
                                        <p:anim calcmode="lin" valueType="num">
                                          <p:cBhvr>
                                            <p:cTn id="41" dur="750" fill="hold"/>
                                            <p:tgtEl>
                                              <p:spTgt spid="52"/>
                                            </p:tgtEl>
                                            <p:attrNameLst>
                                              <p:attrName>ppt_w</p:attrName>
                                            </p:attrNameLst>
                                          </p:cBhvr>
                                          <p:tavLst>
                                            <p:tav tm="0">
                                              <p:val>
                                                <p:fltVal val="0"/>
                                              </p:val>
                                            </p:tav>
                                            <p:tav tm="100000">
                                              <p:val>
                                                <p:strVal val="#ppt_w"/>
                                              </p:val>
                                            </p:tav>
                                          </p:tavLst>
                                        </p:anim>
                                        <p:anim calcmode="lin" valueType="num">
                                          <p:cBhvr>
                                            <p:cTn id="42" dur="750" fill="hold"/>
                                            <p:tgtEl>
                                              <p:spTgt spid="52"/>
                                            </p:tgtEl>
                                            <p:attrNameLst>
                                              <p:attrName>ppt_h</p:attrName>
                                            </p:attrNameLst>
                                          </p:cBhvr>
                                          <p:tavLst>
                                            <p:tav tm="0">
                                              <p:val>
                                                <p:fltVal val="0"/>
                                              </p:val>
                                            </p:tav>
                                            <p:tav tm="100000">
                                              <p:val>
                                                <p:strVal val="#ppt_h"/>
                                              </p:val>
                                            </p:tav>
                                          </p:tavLst>
                                        </p:anim>
                                        <p:animEffect transition="in" filter="fade">
                                          <p:cBhvr>
                                            <p:cTn id="43" dur="750"/>
                                            <p:tgtEl>
                                              <p:spTgt spid="52"/>
                                            </p:tgtEl>
                                          </p:cBhvr>
                                        </p:animEffect>
                                      </p:childTnLst>
                                    </p:cTn>
                                  </p:par>
                                  <p:par>
                                    <p:cTn id="44" presetID="2" presetClass="entr" presetSubtype="8" fill="hold" nodeType="withEffect">
                                      <p:stCondLst>
                                        <p:cond delay="500"/>
                                      </p:stCondLst>
                                      <p:childTnLst>
                                        <p:set>
                                          <p:cBhvr>
                                            <p:cTn id="45" dur="1" fill="hold">
                                              <p:stCondLst>
                                                <p:cond delay="0"/>
                                              </p:stCondLst>
                                            </p:cTn>
                                            <p:tgtEl>
                                              <p:spTgt spid="28"/>
                                            </p:tgtEl>
                                            <p:attrNameLst>
                                              <p:attrName>style.visibility</p:attrName>
                                            </p:attrNameLst>
                                          </p:cBhvr>
                                          <p:to>
                                            <p:strVal val="visible"/>
                                          </p:to>
                                        </p:set>
                                        <p:anim calcmode="lin" valueType="num">
                                          <p:cBhvr additive="base">
                                            <p:cTn id="46" dur="1000" fill="hold"/>
                                            <p:tgtEl>
                                              <p:spTgt spid="28"/>
                                            </p:tgtEl>
                                            <p:attrNameLst>
                                              <p:attrName>ppt_x</p:attrName>
                                            </p:attrNameLst>
                                          </p:cBhvr>
                                          <p:tavLst>
                                            <p:tav tm="0">
                                              <p:val>
                                                <p:strVal val="0-#ppt_w/2"/>
                                              </p:val>
                                            </p:tav>
                                            <p:tav tm="100000">
                                              <p:val>
                                                <p:strVal val="#ppt_x"/>
                                              </p:val>
                                            </p:tav>
                                          </p:tavLst>
                                        </p:anim>
                                        <p:anim calcmode="lin" valueType="num">
                                          <p:cBhvr additive="base">
                                            <p:cTn id="47" dur="1000" fill="hold"/>
                                            <p:tgtEl>
                                              <p:spTgt spid="28"/>
                                            </p:tgtEl>
                                            <p:attrNameLst>
                                              <p:attrName>ppt_y</p:attrName>
                                            </p:attrNameLst>
                                          </p:cBhvr>
                                          <p:tavLst>
                                            <p:tav tm="0">
                                              <p:val>
                                                <p:strVal val="#ppt_y"/>
                                              </p:val>
                                            </p:tav>
                                            <p:tav tm="100000">
                                              <p:val>
                                                <p:strVal val="#ppt_y"/>
                                              </p:val>
                                            </p:tav>
                                          </p:tavLst>
                                        </p:anim>
                                      </p:childTnLst>
                                    </p:cTn>
                                  </p:par>
                                  <p:par>
                                    <p:cTn id="48" presetID="2" presetClass="entr" presetSubtype="8" fill="hold" nodeType="withEffect">
                                      <p:stCondLst>
                                        <p:cond delay="75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1000" fill="hold"/>
                                            <p:tgtEl>
                                              <p:spTgt spid="29"/>
                                            </p:tgtEl>
                                            <p:attrNameLst>
                                              <p:attrName>ppt_x</p:attrName>
                                            </p:attrNameLst>
                                          </p:cBhvr>
                                          <p:tavLst>
                                            <p:tav tm="0">
                                              <p:val>
                                                <p:strVal val="0-#ppt_w/2"/>
                                              </p:val>
                                            </p:tav>
                                            <p:tav tm="100000">
                                              <p:val>
                                                <p:strVal val="#ppt_x"/>
                                              </p:val>
                                            </p:tav>
                                          </p:tavLst>
                                        </p:anim>
                                        <p:anim calcmode="lin" valueType="num">
                                          <p:cBhvr additive="base">
                                            <p:cTn id="51" dur="1000" fill="hold"/>
                                            <p:tgtEl>
                                              <p:spTgt spid="29"/>
                                            </p:tgtEl>
                                            <p:attrNameLst>
                                              <p:attrName>ppt_y</p:attrName>
                                            </p:attrNameLst>
                                          </p:cBhvr>
                                          <p:tavLst>
                                            <p:tav tm="0">
                                              <p:val>
                                                <p:strVal val="#ppt_y"/>
                                              </p:val>
                                            </p:tav>
                                            <p:tav tm="100000">
                                              <p:val>
                                                <p:strVal val="#ppt_y"/>
                                              </p:val>
                                            </p:tav>
                                          </p:tavLst>
                                        </p:anim>
                                      </p:childTnLst>
                                    </p:cTn>
                                  </p:par>
                                  <p:par>
                                    <p:cTn id="52" presetID="2" presetClass="entr" presetSubtype="8" fill="hold" nodeType="withEffect">
                                      <p:stCondLst>
                                        <p:cond delay="1000"/>
                                      </p:stCondLst>
                                      <p:childTnLst>
                                        <p:set>
                                          <p:cBhvr>
                                            <p:cTn id="53" dur="1" fill="hold">
                                              <p:stCondLst>
                                                <p:cond delay="0"/>
                                              </p:stCondLst>
                                            </p:cTn>
                                            <p:tgtEl>
                                              <p:spTgt spid="30"/>
                                            </p:tgtEl>
                                            <p:attrNameLst>
                                              <p:attrName>style.visibility</p:attrName>
                                            </p:attrNameLst>
                                          </p:cBhvr>
                                          <p:to>
                                            <p:strVal val="visible"/>
                                          </p:to>
                                        </p:set>
                                        <p:anim calcmode="lin" valueType="num">
                                          <p:cBhvr additive="base">
                                            <p:cTn id="54" dur="1000" fill="hold"/>
                                            <p:tgtEl>
                                              <p:spTgt spid="30"/>
                                            </p:tgtEl>
                                            <p:attrNameLst>
                                              <p:attrName>ppt_x</p:attrName>
                                            </p:attrNameLst>
                                          </p:cBhvr>
                                          <p:tavLst>
                                            <p:tav tm="0">
                                              <p:val>
                                                <p:strVal val="0-#ppt_w/2"/>
                                              </p:val>
                                            </p:tav>
                                            <p:tav tm="100000">
                                              <p:val>
                                                <p:strVal val="#ppt_x"/>
                                              </p:val>
                                            </p:tav>
                                          </p:tavLst>
                                        </p:anim>
                                        <p:anim calcmode="lin" valueType="num">
                                          <p:cBhvr additive="base">
                                            <p:cTn id="55" dur="1000" fill="hold"/>
                                            <p:tgtEl>
                                              <p:spTgt spid="30"/>
                                            </p:tgtEl>
                                            <p:attrNameLst>
                                              <p:attrName>ppt_y</p:attrName>
                                            </p:attrNameLst>
                                          </p:cBhvr>
                                          <p:tavLst>
                                            <p:tav tm="0">
                                              <p:val>
                                                <p:strVal val="#ppt_y"/>
                                              </p:val>
                                            </p:tav>
                                            <p:tav tm="100000">
                                              <p:val>
                                                <p:strVal val="#ppt_y"/>
                                              </p:val>
                                            </p:tav>
                                          </p:tavLst>
                                        </p:anim>
                                      </p:childTnLst>
                                    </p:cTn>
                                  </p:par>
                                  <p:par>
                                    <p:cTn id="56" presetID="2" presetClass="entr" presetSubtype="8" fill="hold" nodeType="withEffect">
                                      <p:stCondLst>
                                        <p:cond delay="1250"/>
                                      </p:stCondLst>
                                      <p:childTnLst>
                                        <p:set>
                                          <p:cBhvr>
                                            <p:cTn id="57" dur="1" fill="hold">
                                              <p:stCondLst>
                                                <p:cond delay="0"/>
                                              </p:stCondLst>
                                            </p:cTn>
                                            <p:tgtEl>
                                              <p:spTgt spid="31"/>
                                            </p:tgtEl>
                                            <p:attrNameLst>
                                              <p:attrName>style.visibility</p:attrName>
                                            </p:attrNameLst>
                                          </p:cBhvr>
                                          <p:to>
                                            <p:strVal val="visible"/>
                                          </p:to>
                                        </p:set>
                                        <p:anim calcmode="lin" valueType="num">
                                          <p:cBhvr additive="base">
                                            <p:cTn id="58" dur="1000" fill="hold"/>
                                            <p:tgtEl>
                                              <p:spTgt spid="31"/>
                                            </p:tgtEl>
                                            <p:attrNameLst>
                                              <p:attrName>ppt_x</p:attrName>
                                            </p:attrNameLst>
                                          </p:cBhvr>
                                          <p:tavLst>
                                            <p:tav tm="0">
                                              <p:val>
                                                <p:strVal val="0-#ppt_w/2"/>
                                              </p:val>
                                            </p:tav>
                                            <p:tav tm="100000">
                                              <p:val>
                                                <p:strVal val="#ppt_x"/>
                                              </p:val>
                                            </p:tav>
                                          </p:tavLst>
                                        </p:anim>
                                        <p:anim calcmode="lin" valueType="num">
                                          <p:cBhvr additive="base">
                                            <p:cTn id="59" dur="1000" fill="hold"/>
                                            <p:tgtEl>
                                              <p:spTgt spid="3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
            <a:extLst>
              <a:ext uri="{FF2B5EF4-FFF2-40B4-BE49-F238E27FC236}">
                <a16:creationId xmlns:a16="http://schemas.microsoft.com/office/drawing/2014/main" id="{6C744BB7-0946-4D43-930A-5ED325AEA5AA}"/>
              </a:ext>
            </a:extLst>
          </p:cNvPr>
          <p:cNvSpPr>
            <a:spLocks/>
          </p:cNvSpPr>
          <p:nvPr/>
        </p:nvSpPr>
        <p:spPr bwMode="auto">
          <a:xfrm>
            <a:off x="6330951" y="3298826"/>
            <a:ext cx="2197100" cy="1874838"/>
          </a:xfrm>
          <a:custGeom>
            <a:avLst/>
            <a:gdLst>
              <a:gd name="T0" fmla="*/ 82 w 583"/>
              <a:gd name="T1" fmla="*/ 2 h 497"/>
              <a:gd name="T2" fmla="*/ 82 w 583"/>
              <a:gd name="T3" fmla="*/ 2 h 497"/>
              <a:gd name="T4" fmla="*/ 0 w 583"/>
              <a:gd name="T5" fmla="*/ 205 h 497"/>
              <a:gd name="T6" fmla="*/ 291 w 583"/>
              <a:gd name="T7" fmla="*/ 497 h 497"/>
              <a:gd name="T8" fmla="*/ 583 w 583"/>
              <a:gd name="T9" fmla="*/ 205 h 497"/>
              <a:gd name="T10" fmla="*/ 498 w 583"/>
              <a:gd name="T11" fmla="*/ 0 h 497"/>
              <a:gd name="T12" fmla="*/ 440 w 583"/>
              <a:gd name="T13" fmla="*/ 58 h 497"/>
              <a:gd name="T14" fmla="*/ 501 w 583"/>
              <a:gd name="T15" fmla="*/ 205 h 497"/>
              <a:gd name="T16" fmla="*/ 291 w 583"/>
              <a:gd name="T17" fmla="*/ 415 h 497"/>
              <a:gd name="T18" fmla="*/ 82 w 583"/>
              <a:gd name="T19" fmla="*/ 205 h 497"/>
              <a:gd name="T20" fmla="*/ 141 w 583"/>
              <a:gd name="T21" fmla="*/ 59 h 497"/>
              <a:gd name="T22" fmla="*/ 142 w 583"/>
              <a:gd name="T23" fmla="*/ 58 h 497"/>
              <a:gd name="T24" fmla="*/ 85 w 583"/>
              <a:gd name="T25" fmla="*/ 0 h 497"/>
              <a:gd name="T26" fmla="*/ 82 w 583"/>
              <a:gd name="T27" fmla="*/ 2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497">
                <a:moveTo>
                  <a:pt x="82" y="2"/>
                </a:moveTo>
                <a:cubicBezTo>
                  <a:pt x="82" y="2"/>
                  <a:pt x="82" y="2"/>
                  <a:pt x="82" y="2"/>
                </a:cubicBezTo>
                <a:cubicBezTo>
                  <a:pt x="29" y="57"/>
                  <a:pt x="0" y="129"/>
                  <a:pt x="0" y="205"/>
                </a:cubicBezTo>
                <a:cubicBezTo>
                  <a:pt x="0" y="366"/>
                  <a:pt x="131" y="497"/>
                  <a:pt x="291" y="497"/>
                </a:cubicBezTo>
                <a:cubicBezTo>
                  <a:pt x="452" y="497"/>
                  <a:pt x="583" y="366"/>
                  <a:pt x="583" y="205"/>
                </a:cubicBezTo>
                <a:cubicBezTo>
                  <a:pt x="583" y="127"/>
                  <a:pt x="553" y="55"/>
                  <a:pt x="498" y="0"/>
                </a:cubicBezTo>
                <a:cubicBezTo>
                  <a:pt x="440" y="58"/>
                  <a:pt x="440" y="58"/>
                  <a:pt x="440" y="58"/>
                </a:cubicBezTo>
                <a:cubicBezTo>
                  <a:pt x="479" y="98"/>
                  <a:pt x="501" y="150"/>
                  <a:pt x="501" y="205"/>
                </a:cubicBezTo>
                <a:cubicBezTo>
                  <a:pt x="501" y="321"/>
                  <a:pt x="407" y="415"/>
                  <a:pt x="291" y="415"/>
                </a:cubicBezTo>
                <a:cubicBezTo>
                  <a:pt x="176" y="415"/>
                  <a:pt x="82" y="321"/>
                  <a:pt x="82" y="205"/>
                </a:cubicBezTo>
                <a:cubicBezTo>
                  <a:pt x="82" y="150"/>
                  <a:pt x="103" y="99"/>
                  <a:pt x="141" y="59"/>
                </a:cubicBezTo>
                <a:cubicBezTo>
                  <a:pt x="141" y="59"/>
                  <a:pt x="142" y="59"/>
                  <a:pt x="142" y="58"/>
                </a:cubicBezTo>
                <a:cubicBezTo>
                  <a:pt x="85" y="0"/>
                  <a:pt x="85" y="0"/>
                  <a:pt x="85" y="0"/>
                </a:cubicBezTo>
                <a:cubicBezTo>
                  <a:pt x="84" y="1"/>
                  <a:pt x="83" y="1"/>
                  <a:pt x="82" y="2"/>
                </a:cubicBezTo>
                <a:close/>
              </a:path>
            </a:pathLst>
          </a:custGeom>
          <a:solidFill>
            <a:schemeClr val="accent4"/>
          </a:solidFill>
          <a:ln>
            <a:noFill/>
          </a:ln>
          <a:effectLst>
            <a:innerShdw blurRad="1016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12" name="Freeform 8">
            <a:extLst>
              <a:ext uri="{FF2B5EF4-FFF2-40B4-BE49-F238E27FC236}">
                <a16:creationId xmlns:a16="http://schemas.microsoft.com/office/drawing/2014/main" id="{2C72B12A-FCE6-492C-810C-C3B5DBA15AAB}"/>
              </a:ext>
            </a:extLst>
          </p:cNvPr>
          <p:cNvSpPr>
            <a:spLocks/>
          </p:cNvSpPr>
          <p:nvPr/>
        </p:nvSpPr>
        <p:spPr bwMode="auto">
          <a:xfrm>
            <a:off x="3663951" y="3298826"/>
            <a:ext cx="2197100" cy="1874838"/>
          </a:xfrm>
          <a:custGeom>
            <a:avLst/>
            <a:gdLst>
              <a:gd name="T0" fmla="*/ 0 w 583"/>
              <a:gd name="T1" fmla="*/ 205 h 497"/>
              <a:gd name="T2" fmla="*/ 291 w 583"/>
              <a:gd name="T3" fmla="*/ 497 h 497"/>
              <a:gd name="T4" fmla="*/ 583 w 583"/>
              <a:gd name="T5" fmla="*/ 205 h 497"/>
              <a:gd name="T6" fmla="*/ 500 w 583"/>
              <a:gd name="T7" fmla="*/ 2 h 497"/>
              <a:gd name="T8" fmla="*/ 500 w 583"/>
              <a:gd name="T9" fmla="*/ 2 h 497"/>
              <a:gd name="T10" fmla="*/ 498 w 583"/>
              <a:gd name="T11" fmla="*/ 0 h 497"/>
              <a:gd name="T12" fmla="*/ 440 w 583"/>
              <a:gd name="T13" fmla="*/ 58 h 497"/>
              <a:gd name="T14" fmla="*/ 442 w 583"/>
              <a:gd name="T15" fmla="*/ 59 h 497"/>
              <a:gd name="T16" fmla="*/ 501 w 583"/>
              <a:gd name="T17" fmla="*/ 205 h 497"/>
              <a:gd name="T18" fmla="*/ 291 w 583"/>
              <a:gd name="T19" fmla="*/ 415 h 497"/>
              <a:gd name="T20" fmla="*/ 82 w 583"/>
              <a:gd name="T21" fmla="*/ 205 h 497"/>
              <a:gd name="T22" fmla="*/ 142 w 583"/>
              <a:gd name="T23" fmla="*/ 58 h 497"/>
              <a:gd name="T24" fmla="*/ 84 w 583"/>
              <a:gd name="T25" fmla="*/ 0 h 497"/>
              <a:gd name="T26" fmla="*/ 0 w 583"/>
              <a:gd name="T27" fmla="*/ 20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497">
                <a:moveTo>
                  <a:pt x="0" y="205"/>
                </a:moveTo>
                <a:cubicBezTo>
                  <a:pt x="0" y="366"/>
                  <a:pt x="131" y="497"/>
                  <a:pt x="291" y="497"/>
                </a:cubicBezTo>
                <a:cubicBezTo>
                  <a:pt x="452" y="497"/>
                  <a:pt x="583" y="366"/>
                  <a:pt x="583" y="205"/>
                </a:cubicBezTo>
                <a:cubicBezTo>
                  <a:pt x="583" y="129"/>
                  <a:pt x="553" y="57"/>
                  <a:pt x="500" y="2"/>
                </a:cubicBezTo>
                <a:cubicBezTo>
                  <a:pt x="500" y="2"/>
                  <a:pt x="500" y="2"/>
                  <a:pt x="500" y="2"/>
                </a:cubicBezTo>
                <a:cubicBezTo>
                  <a:pt x="499" y="1"/>
                  <a:pt x="498" y="0"/>
                  <a:pt x="498" y="0"/>
                </a:cubicBezTo>
                <a:cubicBezTo>
                  <a:pt x="440" y="58"/>
                  <a:pt x="440" y="58"/>
                  <a:pt x="440" y="58"/>
                </a:cubicBezTo>
                <a:cubicBezTo>
                  <a:pt x="441" y="59"/>
                  <a:pt x="441" y="59"/>
                  <a:pt x="442" y="59"/>
                </a:cubicBezTo>
                <a:cubicBezTo>
                  <a:pt x="480" y="99"/>
                  <a:pt x="501" y="150"/>
                  <a:pt x="501" y="205"/>
                </a:cubicBezTo>
                <a:cubicBezTo>
                  <a:pt x="501" y="321"/>
                  <a:pt x="407" y="415"/>
                  <a:pt x="291" y="415"/>
                </a:cubicBezTo>
                <a:cubicBezTo>
                  <a:pt x="176" y="415"/>
                  <a:pt x="82" y="321"/>
                  <a:pt x="82" y="205"/>
                </a:cubicBezTo>
                <a:cubicBezTo>
                  <a:pt x="82" y="150"/>
                  <a:pt x="103" y="98"/>
                  <a:pt x="142" y="58"/>
                </a:cubicBezTo>
                <a:cubicBezTo>
                  <a:pt x="84" y="0"/>
                  <a:pt x="84" y="0"/>
                  <a:pt x="84" y="0"/>
                </a:cubicBezTo>
                <a:cubicBezTo>
                  <a:pt x="30" y="55"/>
                  <a:pt x="0" y="127"/>
                  <a:pt x="0" y="205"/>
                </a:cubicBezTo>
                <a:close/>
              </a:path>
            </a:pathLst>
          </a:custGeom>
          <a:solidFill>
            <a:schemeClr val="accent2"/>
          </a:solidFill>
          <a:ln>
            <a:noFill/>
          </a:ln>
          <a:effectLst>
            <a:innerShdw blurRad="1016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A924D3AA-AF11-43ED-90B5-805B88D1BF1F}"/>
              </a:ext>
            </a:extLst>
          </p:cNvPr>
          <p:cNvGrpSpPr/>
          <p:nvPr/>
        </p:nvGrpSpPr>
        <p:grpSpPr>
          <a:xfrm>
            <a:off x="2328863" y="1638301"/>
            <a:ext cx="2193925" cy="1879600"/>
            <a:chOff x="2328863" y="1638301"/>
            <a:chExt cx="2193925" cy="1879600"/>
          </a:xfrm>
        </p:grpSpPr>
        <p:sp>
          <p:nvSpPr>
            <p:cNvPr id="13" name="Freeform 9">
              <a:extLst>
                <a:ext uri="{FF2B5EF4-FFF2-40B4-BE49-F238E27FC236}">
                  <a16:creationId xmlns:a16="http://schemas.microsoft.com/office/drawing/2014/main" id="{F6E0042F-0C73-4795-B93D-008EE67FD82A}"/>
                </a:ext>
              </a:extLst>
            </p:cNvPr>
            <p:cNvSpPr>
              <a:spLocks/>
            </p:cNvSpPr>
            <p:nvPr/>
          </p:nvSpPr>
          <p:spPr bwMode="auto">
            <a:xfrm>
              <a:off x="2328863" y="1638301"/>
              <a:ext cx="2193925" cy="1879600"/>
            </a:xfrm>
            <a:custGeom>
              <a:avLst/>
              <a:gdLst>
                <a:gd name="T0" fmla="*/ 86 w 582"/>
                <a:gd name="T1" fmla="*/ 498 h 498"/>
                <a:gd name="T2" fmla="*/ 144 w 582"/>
                <a:gd name="T3" fmla="*/ 440 h 498"/>
                <a:gd name="T4" fmla="*/ 82 w 582"/>
                <a:gd name="T5" fmla="*/ 291 h 498"/>
                <a:gd name="T6" fmla="*/ 291 w 582"/>
                <a:gd name="T7" fmla="*/ 82 h 498"/>
                <a:gd name="T8" fmla="*/ 500 w 582"/>
                <a:gd name="T9" fmla="*/ 291 h 498"/>
                <a:gd name="T10" fmla="*/ 441 w 582"/>
                <a:gd name="T11" fmla="*/ 437 h 498"/>
                <a:gd name="T12" fmla="*/ 438 w 582"/>
                <a:gd name="T13" fmla="*/ 440 h 498"/>
                <a:gd name="T14" fmla="*/ 496 w 582"/>
                <a:gd name="T15" fmla="*/ 498 h 498"/>
                <a:gd name="T16" fmla="*/ 500 w 582"/>
                <a:gd name="T17" fmla="*/ 494 h 498"/>
                <a:gd name="T18" fmla="*/ 582 w 582"/>
                <a:gd name="T19" fmla="*/ 291 h 498"/>
                <a:gd name="T20" fmla="*/ 291 w 582"/>
                <a:gd name="T21" fmla="*/ 0 h 498"/>
                <a:gd name="T22" fmla="*/ 0 w 582"/>
                <a:gd name="T23" fmla="*/ 291 h 498"/>
                <a:gd name="T24" fmla="*/ 86 w 582"/>
                <a:gd name="T25"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2" h="498">
                  <a:moveTo>
                    <a:pt x="86" y="498"/>
                  </a:moveTo>
                  <a:cubicBezTo>
                    <a:pt x="144" y="440"/>
                    <a:pt x="144" y="440"/>
                    <a:pt x="144" y="440"/>
                  </a:cubicBezTo>
                  <a:cubicBezTo>
                    <a:pt x="105" y="402"/>
                    <a:pt x="82" y="349"/>
                    <a:pt x="82" y="291"/>
                  </a:cubicBezTo>
                  <a:cubicBezTo>
                    <a:pt x="82" y="176"/>
                    <a:pt x="176" y="82"/>
                    <a:pt x="291" y="82"/>
                  </a:cubicBezTo>
                  <a:cubicBezTo>
                    <a:pt x="407" y="82"/>
                    <a:pt x="500" y="176"/>
                    <a:pt x="500" y="291"/>
                  </a:cubicBezTo>
                  <a:cubicBezTo>
                    <a:pt x="500" y="346"/>
                    <a:pt x="479" y="398"/>
                    <a:pt x="441" y="437"/>
                  </a:cubicBezTo>
                  <a:cubicBezTo>
                    <a:pt x="440" y="438"/>
                    <a:pt x="439" y="439"/>
                    <a:pt x="438" y="440"/>
                  </a:cubicBezTo>
                  <a:cubicBezTo>
                    <a:pt x="496" y="498"/>
                    <a:pt x="496" y="498"/>
                    <a:pt x="496" y="498"/>
                  </a:cubicBezTo>
                  <a:cubicBezTo>
                    <a:pt x="497" y="497"/>
                    <a:pt x="499" y="496"/>
                    <a:pt x="500" y="494"/>
                  </a:cubicBezTo>
                  <a:cubicBezTo>
                    <a:pt x="553" y="440"/>
                    <a:pt x="582" y="367"/>
                    <a:pt x="582" y="291"/>
                  </a:cubicBezTo>
                  <a:cubicBezTo>
                    <a:pt x="582" y="130"/>
                    <a:pt x="452" y="0"/>
                    <a:pt x="291" y="0"/>
                  </a:cubicBezTo>
                  <a:cubicBezTo>
                    <a:pt x="130" y="0"/>
                    <a:pt x="0" y="130"/>
                    <a:pt x="0" y="291"/>
                  </a:cubicBezTo>
                  <a:cubicBezTo>
                    <a:pt x="0" y="372"/>
                    <a:pt x="33" y="445"/>
                    <a:pt x="86" y="498"/>
                  </a:cubicBezTo>
                  <a:close/>
                </a:path>
              </a:pathLst>
            </a:custGeom>
            <a:solidFill>
              <a:schemeClr val="accent1"/>
            </a:solidFill>
            <a:ln>
              <a:noFill/>
            </a:ln>
            <a:effectLst>
              <a:innerShdw blurRad="1016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14" name="Freeform 10">
              <a:extLst>
                <a:ext uri="{FF2B5EF4-FFF2-40B4-BE49-F238E27FC236}">
                  <a16:creationId xmlns:a16="http://schemas.microsoft.com/office/drawing/2014/main" id="{6DBBE437-456A-474E-A7D9-C9B5E0D4012A}"/>
                </a:ext>
              </a:extLst>
            </p:cNvPr>
            <p:cNvSpPr>
              <a:spLocks/>
            </p:cNvSpPr>
            <p:nvPr/>
          </p:nvSpPr>
          <p:spPr bwMode="auto">
            <a:xfrm>
              <a:off x="3979863" y="3041651"/>
              <a:ext cx="425450" cy="476250"/>
            </a:xfrm>
            <a:custGeom>
              <a:avLst/>
              <a:gdLst>
                <a:gd name="T0" fmla="*/ 3 w 113"/>
                <a:gd name="T1" fmla="*/ 65 h 126"/>
                <a:gd name="T2" fmla="*/ 0 w 113"/>
                <a:gd name="T3" fmla="*/ 68 h 126"/>
                <a:gd name="T4" fmla="*/ 58 w 113"/>
                <a:gd name="T5" fmla="*/ 126 h 126"/>
                <a:gd name="T6" fmla="*/ 62 w 113"/>
                <a:gd name="T7" fmla="*/ 122 h 126"/>
                <a:gd name="T8" fmla="*/ 113 w 113"/>
                <a:gd name="T9" fmla="*/ 50 h 126"/>
                <a:gd name="T10" fmla="*/ 46 w 113"/>
                <a:gd name="T11" fmla="*/ 0 h 126"/>
                <a:gd name="T12" fmla="*/ 3 w 113"/>
                <a:gd name="T13" fmla="*/ 65 h 126"/>
              </a:gdLst>
              <a:ahLst/>
              <a:cxnLst>
                <a:cxn ang="0">
                  <a:pos x="T0" y="T1"/>
                </a:cxn>
                <a:cxn ang="0">
                  <a:pos x="T2" y="T3"/>
                </a:cxn>
                <a:cxn ang="0">
                  <a:pos x="T4" y="T5"/>
                </a:cxn>
                <a:cxn ang="0">
                  <a:pos x="T6" y="T7"/>
                </a:cxn>
                <a:cxn ang="0">
                  <a:pos x="T8" y="T9"/>
                </a:cxn>
                <a:cxn ang="0">
                  <a:pos x="T10" y="T11"/>
                </a:cxn>
                <a:cxn ang="0">
                  <a:pos x="T12" y="T13"/>
                </a:cxn>
              </a:cxnLst>
              <a:rect l="0" t="0" r="r" b="b"/>
              <a:pathLst>
                <a:path w="113" h="126">
                  <a:moveTo>
                    <a:pt x="3" y="65"/>
                  </a:moveTo>
                  <a:cubicBezTo>
                    <a:pt x="2" y="66"/>
                    <a:pt x="1" y="67"/>
                    <a:pt x="0" y="68"/>
                  </a:cubicBezTo>
                  <a:cubicBezTo>
                    <a:pt x="58" y="126"/>
                    <a:pt x="58" y="126"/>
                    <a:pt x="58" y="126"/>
                  </a:cubicBezTo>
                  <a:cubicBezTo>
                    <a:pt x="59" y="125"/>
                    <a:pt x="61" y="124"/>
                    <a:pt x="62" y="122"/>
                  </a:cubicBezTo>
                  <a:cubicBezTo>
                    <a:pt x="83" y="101"/>
                    <a:pt x="100" y="76"/>
                    <a:pt x="113" y="50"/>
                  </a:cubicBezTo>
                  <a:cubicBezTo>
                    <a:pt x="46" y="0"/>
                    <a:pt x="46" y="0"/>
                    <a:pt x="46" y="0"/>
                  </a:cubicBezTo>
                  <a:cubicBezTo>
                    <a:pt x="36" y="24"/>
                    <a:pt x="22" y="46"/>
                    <a:pt x="3" y="65"/>
                  </a:cubicBezTo>
                  <a:close/>
                </a:path>
              </a:pathLst>
            </a:custGeom>
            <a:gradFill flip="none" rotWithShape="1">
              <a:gsLst>
                <a:gs pos="10000">
                  <a:schemeClr val="accent1">
                    <a:lumMod val="50000"/>
                  </a:schemeClr>
                </a:gs>
                <a:gs pos="51000">
                  <a:schemeClr val="accent1">
                    <a:lumMod val="50000"/>
                    <a:alpha val="0"/>
                  </a:schemeClr>
                </a:gs>
              </a:gsLst>
              <a:lin ang="189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B757652B-B519-4082-A42C-1E7D6AFD897E}"/>
              </a:ext>
            </a:extLst>
          </p:cNvPr>
          <p:cNvGrpSpPr/>
          <p:nvPr/>
        </p:nvGrpSpPr>
        <p:grpSpPr>
          <a:xfrm>
            <a:off x="4997451" y="1638301"/>
            <a:ext cx="2197100" cy="1879600"/>
            <a:chOff x="4997451" y="1638301"/>
            <a:chExt cx="2197100" cy="1879600"/>
          </a:xfrm>
        </p:grpSpPr>
        <p:sp>
          <p:nvSpPr>
            <p:cNvPr id="11" name="Freeform 7">
              <a:extLst>
                <a:ext uri="{FF2B5EF4-FFF2-40B4-BE49-F238E27FC236}">
                  <a16:creationId xmlns:a16="http://schemas.microsoft.com/office/drawing/2014/main" id="{7EE50E78-7E41-4881-A66C-3599906F8662}"/>
                </a:ext>
              </a:extLst>
            </p:cNvPr>
            <p:cNvSpPr>
              <a:spLocks/>
            </p:cNvSpPr>
            <p:nvPr/>
          </p:nvSpPr>
          <p:spPr bwMode="auto">
            <a:xfrm>
              <a:off x="4997451" y="1638301"/>
              <a:ext cx="2197100" cy="1879600"/>
            </a:xfrm>
            <a:custGeom>
              <a:avLst/>
              <a:gdLst>
                <a:gd name="T0" fmla="*/ 82 w 583"/>
                <a:gd name="T1" fmla="*/ 291 h 498"/>
                <a:gd name="T2" fmla="*/ 291 w 583"/>
                <a:gd name="T3" fmla="*/ 82 h 498"/>
                <a:gd name="T4" fmla="*/ 501 w 583"/>
                <a:gd name="T5" fmla="*/ 291 h 498"/>
                <a:gd name="T6" fmla="*/ 439 w 583"/>
                <a:gd name="T7" fmla="*/ 440 h 498"/>
                <a:gd name="T8" fmla="*/ 496 w 583"/>
                <a:gd name="T9" fmla="*/ 498 h 498"/>
                <a:gd name="T10" fmla="*/ 583 w 583"/>
                <a:gd name="T11" fmla="*/ 291 h 498"/>
                <a:gd name="T12" fmla="*/ 291 w 583"/>
                <a:gd name="T13" fmla="*/ 0 h 498"/>
                <a:gd name="T14" fmla="*/ 0 w 583"/>
                <a:gd name="T15" fmla="*/ 291 h 498"/>
                <a:gd name="T16" fmla="*/ 86 w 583"/>
                <a:gd name="T17" fmla="*/ 498 h 498"/>
                <a:gd name="T18" fmla="*/ 144 w 583"/>
                <a:gd name="T19" fmla="*/ 440 h 498"/>
                <a:gd name="T20" fmla="*/ 82 w 583"/>
                <a:gd name="T21" fmla="*/ 29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3" h="498">
                  <a:moveTo>
                    <a:pt x="82" y="291"/>
                  </a:moveTo>
                  <a:cubicBezTo>
                    <a:pt x="82" y="176"/>
                    <a:pt x="176" y="82"/>
                    <a:pt x="291" y="82"/>
                  </a:cubicBezTo>
                  <a:cubicBezTo>
                    <a:pt x="407" y="82"/>
                    <a:pt x="501" y="176"/>
                    <a:pt x="501" y="291"/>
                  </a:cubicBezTo>
                  <a:cubicBezTo>
                    <a:pt x="501" y="348"/>
                    <a:pt x="479" y="400"/>
                    <a:pt x="439" y="440"/>
                  </a:cubicBezTo>
                  <a:cubicBezTo>
                    <a:pt x="496" y="498"/>
                    <a:pt x="496" y="498"/>
                    <a:pt x="496" y="498"/>
                  </a:cubicBezTo>
                  <a:cubicBezTo>
                    <a:pt x="552" y="443"/>
                    <a:pt x="583" y="370"/>
                    <a:pt x="583" y="291"/>
                  </a:cubicBezTo>
                  <a:cubicBezTo>
                    <a:pt x="583" y="130"/>
                    <a:pt x="452" y="0"/>
                    <a:pt x="291" y="0"/>
                  </a:cubicBezTo>
                  <a:cubicBezTo>
                    <a:pt x="131" y="0"/>
                    <a:pt x="0" y="130"/>
                    <a:pt x="0" y="291"/>
                  </a:cubicBezTo>
                  <a:cubicBezTo>
                    <a:pt x="0" y="370"/>
                    <a:pt x="31" y="443"/>
                    <a:pt x="86" y="498"/>
                  </a:cubicBezTo>
                  <a:cubicBezTo>
                    <a:pt x="144" y="440"/>
                    <a:pt x="144" y="440"/>
                    <a:pt x="144" y="440"/>
                  </a:cubicBezTo>
                  <a:cubicBezTo>
                    <a:pt x="104" y="400"/>
                    <a:pt x="82" y="347"/>
                    <a:pt x="82" y="291"/>
                  </a:cubicBezTo>
                  <a:close/>
                </a:path>
              </a:pathLst>
            </a:custGeom>
            <a:solidFill>
              <a:schemeClr val="accent3"/>
            </a:solidFill>
            <a:ln>
              <a:noFill/>
            </a:ln>
            <a:effectLst>
              <a:innerShdw blurRad="1016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15" name="Freeform 11">
              <a:extLst>
                <a:ext uri="{FF2B5EF4-FFF2-40B4-BE49-F238E27FC236}">
                  <a16:creationId xmlns:a16="http://schemas.microsoft.com/office/drawing/2014/main" id="{23FEE9B9-717B-493C-BEDC-FF2934BAF71D}"/>
                </a:ext>
              </a:extLst>
            </p:cNvPr>
            <p:cNvSpPr>
              <a:spLocks/>
            </p:cNvSpPr>
            <p:nvPr/>
          </p:nvSpPr>
          <p:spPr bwMode="auto">
            <a:xfrm>
              <a:off x="6651626" y="2989263"/>
              <a:ext cx="455613" cy="528638"/>
            </a:xfrm>
            <a:custGeom>
              <a:avLst/>
              <a:gdLst>
                <a:gd name="T0" fmla="*/ 0 w 121"/>
                <a:gd name="T1" fmla="*/ 82 h 140"/>
                <a:gd name="T2" fmla="*/ 57 w 121"/>
                <a:gd name="T3" fmla="*/ 140 h 140"/>
                <a:gd name="T4" fmla="*/ 121 w 121"/>
                <a:gd name="T5" fmla="*/ 47 h 140"/>
                <a:gd name="T6" fmla="*/ 51 w 121"/>
                <a:gd name="T7" fmla="*/ 0 h 140"/>
                <a:gd name="T8" fmla="*/ 0 w 121"/>
                <a:gd name="T9" fmla="*/ 82 h 140"/>
              </a:gdLst>
              <a:ahLst/>
              <a:cxnLst>
                <a:cxn ang="0">
                  <a:pos x="T0" y="T1"/>
                </a:cxn>
                <a:cxn ang="0">
                  <a:pos x="T2" y="T3"/>
                </a:cxn>
                <a:cxn ang="0">
                  <a:pos x="T4" y="T5"/>
                </a:cxn>
                <a:cxn ang="0">
                  <a:pos x="T6" y="T7"/>
                </a:cxn>
                <a:cxn ang="0">
                  <a:pos x="T8" y="T9"/>
                </a:cxn>
              </a:cxnLst>
              <a:rect l="0" t="0" r="r" b="b"/>
              <a:pathLst>
                <a:path w="121" h="140">
                  <a:moveTo>
                    <a:pt x="0" y="82"/>
                  </a:moveTo>
                  <a:cubicBezTo>
                    <a:pt x="57" y="140"/>
                    <a:pt x="57" y="140"/>
                    <a:pt x="57" y="140"/>
                  </a:cubicBezTo>
                  <a:cubicBezTo>
                    <a:pt x="85" y="113"/>
                    <a:pt x="106" y="82"/>
                    <a:pt x="121" y="47"/>
                  </a:cubicBezTo>
                  <a:cubicBezTo>
                    <a:pt x="51" y="0"/>
                    <a:pt x="51" y="0"/>
                    <a:pt x="51" y="0"/>
                  </a:cubicBezTo>
                  <a:cubicBezTo>
                    <a:pt x="41" y="30"/>
                    <a:pt x="23" y="58"/>
                    <a:pt x="0" y="82"/>
                  </a:cubicBezTo>
                  <a:close/>
                </a:path>
              </a:pathLst>
            </a:custGeom>
            <a:gradFill flip="none" rotWithShape="1">
              <a:gsLst>
                <a:gs pos="0">
                  <a:schemeClr val="accent3">
                    <a:lumMod val="50000"/>
                  </a:schemeClr>
                </a:gs>
                <a:gs pos="49000">
                  <a:schemeClr val="accent3">
                    <a:lumMod val="50000"/>
                    <a:alpha val="0"/>
                  </a:schemeClr>
                </a:gs>
              </a:gsLst>
              <a:lin ang="189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2">
              <a:extLst>
                <a:ext uri="{FF2B5EF4-FFF2-40B4-BE49-F238E27FC236}">
                  <a16:creationId xmlns:a16="http://schemas.microsoft.com/office/drawing/2014/main" id="{32B4E74B-FB66-4785-9B61-5872D233BF71}"/>
                </a:ext>
              </a:extLst>
            </p:cNvPr>
            <p:cNvSpPr>
              <a:spLocks/>
            </p:cNvSpPr>
            <p:nvPr/>
          </p:nvSpPr>
          <p:spPr bwMode="auto">
            <a:xfrm>
              <a:off x="5076826" y="2970213"/>
              <a:ext cx="463550" cy="547688"/>
            </a:xfrm>
            <a:custGeom>
              <a:avLst/>
              <a:gdLst>
                <a:gd name="T0" fmla="*/ 123 w 123"/>
                <a:gd name="T1" fmla="*/ 87 h 145"/>
                <a:gd name="T2" fmla="*/ 70 w 123"/>
                <a:gd name="T3" fmla="*/ 0 h 145"/>
                <a:gd name="T4" fmla="*/ 0 w 123"/>
                <a:gd name="T5" fmla="*/ 46 h 145"/>
                <a:gd name="T6" fmla="*/ 65 w 123"/>
                <a:gd name="T7" fmla="*/ 145 h 145"/>
                <a:gd name="T8" fmla="*/ 123 w 123"/>
                <a:gd name="T9" fmla="*/ 87 h 145"/>
              </a:gdLst>
              <a:ahLst/>
              <a:cxnLst>
                <a:cxn ang="0">
                  <a:pos x="T0" y="T1"/>
                </a:cxn>
                <a:cxn ang="0">
                  <a:pos x="T2" y="T3"/>
                </a:cxn>
                <a:cxn ang="0">
                  <a:pos x="T4" y="T5"/>
                </a:cxn>
                <a:cxn ang="0">
                  <a:pos x="T6" y="T7"/>
                </a:cxn>
                <a:cxn ang="0">
                  <a:pos x="T8" y="T9"/>
                </a:cxn>
              </a:cxnLst>
              <a:rect l="0" t="0" r="r" b="b"/>
              <a:pathLst>
                <a:path w="123" h="145">
                  <a:moveTo>
                    <a:pt x="123" y="87"/>
                  </a:moveTo>
                  <a:cubicBezTo>
                    <a:pt x="98" y="62"/>
                    <a:pt x="80" y="33"/>
                    <a:pt x="70" y="0"/>
                  </a:cubicBezTo>
                  <a:cubicBezTo>
                    <a:pt x="0" y="46"/>
                    <a:pt x="0" y="46"/>
                    <a:pt x="0" y="46"/>
                  </a:cubicBezTo>
                  <a:cubicBezTo>
                    <a:pt x="14" y="83"/>
                    <a:pt x="36" y="116"/>
                    <a:pt x="65" y="145"/>
                  </a:cubicBezTo>
                  <a:lnTo>
                    <a:pt x="123" y="87"/>
                  </a:lnTo>
                  <a:close/>
                </a:path>
              </a:pathLst>
            </a:custGeom>
            <a:gradFill flip="none" rotWithShape="1">
              <a:gsLst>
                <a:gs pos="0">
                  <a:schemeClr val="accent3">
                    <a:lumMod val="50000"/>
                  </a:schemeClr>
                </a:gs>
                <a:gs pos="49000">
                  <a:schemeClr val="accent3">
                    <a:lumMod val="50000"/>
                    <a:alpha val="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15B1B3F4-17D9-4F87-8A99-78721E44A583}"/>
              </a:ext>
            </a:extLst>
          </p:cNvPr>
          <p:cNvGrpSpPr/>
          <p:nvPr/>
        </p:nvGrpSpPr>
        <p:grpSpPr>
          <a:xfrm>
            <a:off x="7666038" y="1638301"/>
            <a:ext cx="2197100" cy="1879600"/>
            <a:chOff x="7666038" y="1638301"/>
            <a:chExt cx="2197100" cy="1879600"/>
          </a:xfrm>
        </p:grpSpPr>
        <p:sp>
          <p:nvSpPr>
            <p:cNvPr id="9" name="Freeform 5">
              <a:extLst>
                <a:ext uri="{FF2B5EF4-FFF2-40B4-BE49-F238E27FC236}">
                  <a16:creationId xmlns:a16="http://schemas.microsoft.com/office/drawing/2014/main" id="{5AAA8BFB-E8A8-42B1-B0E5-253D35959F96}"/>
                </a:ext>
              </a:extLst>
            </p:cNvPr>
            <p:cNvSpPr>
              <a:spLocks/>
            </p:cNvSpPr>
            <p:nvPr/>
          </p:nvSpPr>
          <p:spPr bwMode="auto">
            <a:xfrm>
              <a:off x="7666038" y="1638301"/>
              <a:ext cx="2197100" cy="1879600"/>
            </a:xfrm>
            <a:custGeom>
              <a:avLst/>
              <a:gdLst>
                <a:gd name="T0" fmla="*/ 141 w 583"/>
                <a:gd name="T1" fmla="*/ 437 h 498"/>
                <a:gd name="T2" fmla="*/ 82 w 583"/>
                <a:gd name="T3" fmla="*/ 291 h 498"/>
                <a:gd name="T4" fmla="*/ 291 w 583"/>
                <a:gd name="T5" fmla="*/ 82 h 498"/>
                <a:gd name="T6" fmla="*/ 501 w 583"/>
                <a:gd name="T7" fmla="*/ 291 h 498"/>
                <a:gd name="T8" fmla="*/ 439 w 583"/>
                <a:gd name="T9" fmla="*/ 440 h 498"/>
                <a:gd name="T10" fmla="*/ 496 w 583"/>
                <a:gd name="T11" fmla="*/ 498 h 498"/>
                <a:gd name="T12" fmla="*/ 583 w 583"/>
                <a:gd name="T13" fmla="*/ 291 h 498"/>
                <a:gd name="T14" fmla="*/ 291 w 583"/>
                <a:gd name="T15" fmla="*/ 0 h 498"/>
                <a:gd name="T16" fmla="*/ 0 w 583"/>
                <a:gd name="T17" fmla="*/ 291 h 498"/>
                <a:gd name="T18" fmla="*/ 82 w 583"/>
                <a:gd name="T19" fmla="*/ 494 h 498"/>
                <a:gd name="T20" fmla="*/ 83 w 583"/>
                <a:gd name="T21" fmla="*/ 495 h 498"/>
                <a:gd name="T22" fmla="*/ 86 w 583"/>
                <a:gd name="T23" fmla="*/ 498 h 498"/>
                <a:gd name="T24" fmla="*/ 144 w 583"/>
                <a:gd name="T25" fmla="*/ 440 h 498"/>
                <a:gd name="T26" fmla="*/ 141 w 583"/>
                <a:gd name="T27" fmla="*/ 437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498">
                  <a:moveTo>
                    <a:pt x="141" y="437"/>
                  </a:moveTo>
                  <a:cubicBezTo>
                    <a:pt x="103" y="398"/>
                    <a:pt x="82" y="346"/>
                    <a:pt x="82" y="291"/>
                  </a:cubicBezTo>
                  <a:cubicBezTo>
                    <a:pt x="82" y="176"/>
                    <a:pt x="176" y="82"/>
                    <a:pt x="291" y="82"/>
                  </a:cubicBezTo>
                  <a:cubicBezTo>
                    <a:pt x="407" y="82"/>
                    <a:pt x="501" y="176"/>
                    <a:pt x="501" y="291"/>
                  </a:cubicBezTo>
                  <a:cubicBezTo>
                    <a:pt x="501" y="349"/>
                    <a:pt x="477" y="402"/>
                    <a:pt x="439" y="440"/>
                  </a:cubicBezTo>
                  <a:cubicBezTo>
                    <a:pt x="496" y="498"/>
                    <a:pt x="496" y="498"/>
                    <a:pt x="496" y="498"/>
                  </a:cubicBezTo>
                  <a:cubicBezTo>
                    <a:pt x="550" y="445"/>
                    <a:pt x="583" y="372"/>
                    <a:pt x="583" y="291"/>
                  </a:cubicBezTo>
                  <a:cubicBezTo>
                    <a:pt x="583" y="130"/>
                    <a:pt x="452" y="0"/>
                    <a:pt x="291" y="0"/>
                  </a:cubicBezTo>
                  <a:cubicBezTo>
                    <a:pt x="131" y="0"/>
                    <a:pt x="0" y="130"/>
                    <a:pt x="0" y="291"/>
                  </a:cubicBezTo>
                  <a:cubicBezTo>
                    <a:pt x="0" y="367"/>
                    <a:pt x="29" y="440"/>
                    <a:pt x="82" y="494"/>
                  </a:cubicBezTo>
                  <a:cubicBezTo>
                    <a:pt x="82" y="494"/>
                    <a:pt x="83" y="494"/>
                    <a:pt x="83" y="495"/>
                  </a:cubicBezTo>
                  <a:cubicBezTo>
                    <a:pt x="84" y="496"/>
                    <a:pt x="85" y="497"/>
                    <a:pt x="86" y="498"/>
                  </a:cubicBezTo>
                  <a:cubicBezTo>
                    <a:pt x="144" y="440"/>
                    <a:pt x="144" y="440"/>
                    <a:pt x="144" y="440"/>
                  </a:cubicBezTo>
                  <a:cubicBezTo>
                    <a:pt x="143" y="439"/>
                    <a:pt x="142" y="438"/>
                    <a:pt x="141" y="437"/>
                  </a:cubicBezTo>
                  <a:close/>
                </a:path>
              </a:pathLst>
            </a:custGeom>
            <a:solidFill>
              <a:schemeClr val="accent5"/>
            </a:solidFill>
            <a:ln>
              <a:noFill/>
            </a:ln>
            <a:effectLst>
              <a:innerShdw blurRad="101600" dir="13500000">
                <a:prstClr val="black">
                  <a:alpha val="50000"/>
                </a:prstClr>
              </a:innerShdw>
            </a:effectLst>
          </p:spPr>
          <p:txBody>
            <a:bodyPr vert="horz" wrap="square" lIns="91440" tIns="45720" rIns="91440" bIns="45720" numCol="1" anchor="t" anchorCtr="0" compatLnSpc="1">
              <a:prstTxWarp prst="textNoShape">
                <a:avLst/>
              </a:prstTxWarp>
            </a:bodyPr>
            <a:lstStyle/>
            <a:p>
              <a:endParaRPr lang="ru-UA"/>
            </a:p>
          </p:txBody>
        </p:sp>
        <p:sp>
          <p:nvSpPr>
            <p:cNvPr id="17" name="Freeform 13">
              <a:extLst>
                <a:ext uri="{FF2B5EF4-FFF2-40B4-BE49-F238E27FC236}">
                  <a16:creationId xmlns:a16="http://schemas.microsoft.com/office/drawing/2014/main" id="{F23DD65E-C9EC-43A0-8AEC-AE36DE9BDBB0}"/>
                </a:ext>
              </a:extLst>
            </p:cNvPr>
            <p:cNvSpPr>
              <a:spLocks/>
            </p:cNvSpPr>
            <p:nvPr/>
          </p:nvSpPr>
          <p:spPr bwMode="auto">
            <a:xfrm>
              <a:off x="7759701" y="2986088"/>
              <a:ext cx="447675" cy="531813"/>
            </a:xfrm>
            <a:custGeom>
              <a:avLst/>
              <a:gdLst>
                <a:gd name="T0" fmla="*/ 57 w 119"/>
                <a:gd name="T1" fmla="*/ 137 h 141"/>
                <a:gd name="T2" fmla="*/ 58 w 119"/>
                <a:gd name="T3" fmla="*/ 138 h 141"/>
                <a:gd name="T4" fmla="*/ 61 w 119"/>
                <a:gd name="T5" fmla="*/ 141 h 141"/>
                <a:gd name="T6" fmla="*/ 119 w 119"/>
                <a:gd name="T7" fmla="*/ 83 h 141"/>
                <a:gd name="T8" fmla="*/ 116 w 119"/>
                <a:gd name="T9" fmla="*/ 80 h 141"/>
                <a:gd name="T10" fmla="*/ 68 w 119"/>
                <a:gd name="T11" fmla="*/ 0 h 141"/>
                <a:gd name="T12" fmla="*/ 0 w 119"/>
                <a:gd name="T13" fmla="*/ 52 h 141"/>
                <a:gd name="T14" fmla="*/ 57 w 119"/>
                <a:gd name="T15" fmla="*/ 137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41">
                  <a:moveTo>
                    <a:pt x="57" y="137"/>
                  </a:moveTo>
                  <a:cubicBezTo>
                    <a:pt x="57" y="137"/>
                    <a:pt x="58" y="137"/>
                    <a:pt x="58" y="138"/>
                  </a:cubicBezTo>
                  <a:cubicBezTo>
                    <a:pt x="59" y="139"/>
                    <a:pt x="60" y="140"/>
                    <a:pt x="61" y="141"/>
                  </a:cubicBezTo>
                  <a:cubicBezTo>
                    <a:pt x="119" y="83"/>
                    <a:pt x="119" y="83"/>
                    <a:pt x="119" y="83"/>
                  </a:cubicBezTo>
                  <a:cubicBezTo>
                    <a:pt x="118" y="82"/>
                    <a:pt x="117" y="81"/>
                    <a:pt x="116" y="80"/>
                  </a:cubicBezTo>
                  <a:cubicBezTo>
                    <a:pt x="94" y="57"/>
                    <a:pt x="77" y="30"/>
                    <a:pt x="68" y="0"/>
                  </a:cubicBezTo>
                  <a:cubicBezTo>
                    <a:pt x="0" y="52"/>
                    <a:pt x="0" y="52"/>
                    <a:pt x="0" y="52"/>
                  </a:cubicBezTo>
                  <a:cubicBezTo>
                    <a:pt x="14" y="83"/>
                    <a:pt x="33" y="112"/>
                    <a:pt x="57" y="137"/>
                  </a:cubicBezTo>
                  <a:close/>
                </a:path>
              </a:pathLst>
            </a:custGeom>
            <a:gradFill flip="none" rotWithShape="1">
              <a:gsLst>
                <a:gs pos="0">
                  <a:schemeClr val="accent5">
                    <a:lumMod val="50000"/>
                  </a:schemeClr>
                </a:gs>
                <a:gs pos="49000">
                  <a:schemeClr val="accent5">
                    <a:lumMod val="50000"/>
                    <a:alpha val="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 name="Group 6">
            <a:extLst>
              <a:ext uri="{FF2B5EF4-FFF2-40B4-BE49-F238E27FC236}">
                <a16:creationId xmlns:a16="http://schemas.microsoft.com/office/drawing/2014/main" id="{963E729E-5800-4B71-99E2-7D503F60C77A}"/>
              </a:ext>
            </a:extLst>
          </p:cNvPr>
          <p:cNvGrpSpPr/>
          <p:nvPr/>
        </p:nvGrpSpPr>
        <p:grpSpPr>
          <a:xfrm>
            <a:off x="8701088" y="3559176"/>
            <a:ext cx="125413" cy="2011363"/>
            <a:chOff x="8701088" y="3559176"/>
            <a:chExt cx="125413" cy="2011363"/>
          </a:xfrm>
        </p:grpSpPr>
        <p:sp>
          <p:nvSpPr>
            <p:cNvPr id="18" name="Line 14">
              <a:extLst>
                <a:ext uri="{FF2B5EF4-FFF2-40B4-BE49-F238E27FC236}">
                  <a16:creationId xmlns:a16="http://schemas.microsoft.com/office/drawing/2014/main" id="{D478F2FA-8004-432A-AEA0-4DDDD5DDB6A8}"/>
                </a:ext>
              </a:extLst>
            </p:cNvPr>
            <p:cNvSpPr>
              <a:spLocks noChangeShapeType="1"/>
            </p:cNvSpPr>
            <p:nvPr/>
          </p:nvSpPr>
          <p:spPr bwMode="auto">
            <a:xfrm>
              <a:off x="8761413" y="3559176"/>
              <a:ext cx="0" cy="1946275"/>
            </a:xfrm>
            <a:prstGeom prst="line">
              <a:avLst/>
            </a:prstGeom>
            <a:noFill/>
            <a:ln w="222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Oval 19">
              <a:extLst>
                <a:ext uri="{FF2B5EF4-FFF2-40B4-BE49-F238E27FC236}">
                  <a16:creationId xmlns:a16="http://schemas.microsoft.com/office/drawing/2014/main" id="{5596927D-37FA-4FBE-B6EB-7B00671A42EF}"/>
                </a:ext>
              </a:extLst>
            </p:cNvPr>
            <p:cNvSpPr>
              <a:spLocks noChangeArrowheads="1"/>
            </p:cNvSpPr>
            <p:nvPr/>
          </p:nvSpPr>
          <p:spPr bwMode="auto">
            <a:xfrm>
              <a:off x="8701088" y="5445126"/>
              <a:ext cx="125413" cy="125413"/>
            </a:xfrm>
            <a:prstGeom prst="ellipse">
              <a:avLst/>
            </a:prstGeom>
            <a:solidFill>
              <a:schemeClr val="tx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347DA7D8-C095-481D-95A3-3E21CA321529}"/>
              </a:ext>
            </a:extLst>
          </p:cNvPr>
          <p:cNvGrpSpPr/>
          <p:nvPr/>
        </p:nvGrpSpPr>
        <p:grpSpPr>
          <a:xfrm>
            <a:off x="7367588" y="1287463"/>
            <a:ext cx="123825" cy="2011363"/>
            <a:chOff x="7367588" y="1287463"/>
            <a:chExt cx="123825" cy="2011363"/>
          </a:xfrm>
        </p:grpSpPr>
        <p:sp>
          <p:nvSpPr>
            <p:cNvPr id="19" name="Line 15">
              <a:extLst>
                <a:ext uri="{FF2B5EF4-FFF2-40B4-BE49-F238E27FC236}">
                  <a16:creationId xmlns:a16="http://schemas.microsoft.com/office/drawing/2014/main" id="{C847F7B6-3B80-4CBA-9911-3A9862C5160B}"/>
                </a:ext>
              </a:extLst>
            </p:cNvPr>
            <p:cNvSpPr>
              <a:spLocks noChangeShapeType="1"/>
            </p:cNvSpPr>
            <p:nvPr/>
          </p:nvSpPr>
          <p:spPr bwMode="auto">
            <a:xfrm flipV="1">
              <a:off x="7427913" y="1347788"/>
              <a:ext cx="0" cy="1951038"/>
            </a:xfrm>
            <a:prstGeom prst="line">
              <a:avLst/>
            </a:prstGeom>
            <a:noFill/>
            <a:ln w="222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4" name="Oval 20">
              <a:extLst>
                <a:ext uri="{FF2B5EF4-FFF2-40B4-BE49-F238E27FC236}">
                  <a16:creationId xmlns:a16="http://schemas.microsoft.com/office/drawing/2014/main" id="{C07F4E73-7152-4A91-BA05-C1B3ECDFBBE4}"/>
                </a:ext>
              </a:extLst>
            </p:cNvPr>
            <p:cNvSpPr>
              <a:spLocks noChangeArrowheads="1"/>
            </p:cNvSpPr>
            <p:nvPr/>
          </p:nvSpPr>
          <p:spPr bwMode="auto">
            <a:xfrm>
              <a:off x="7367588" y="1287463"/>
              <a:ext cx="123825" cy="120650"/>
            </a:xfrm>
            <a:prstGeom prst="ellipse">
              <a:avLst/>
            </a:prstGeom>
            <a:solidFill>
              <a:schemeClr val="tx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6" name="Group 5">
            <a:extLst>
              <a:ext uri="{FF2B5EF4-FFF2-40B4-BE49-F238E27FC236}">
                <a16:creationId xmlns:a16="http://schemas.microsoft.com/office/drawing/2014/main" id="{F7E1F59D-775A-4DB4-A2E9-9CF86F3A8835}"/>
              </a:ext>
            </a:extLst>
          </p:cNvPr>
          <p:cNvGrpSpPr/>
          <p:nvPr/>
        </p:nvGrpSpPr>
        <p:grpSpPr>
          <a:xfrm>
            <a:off x="6034088" y="3559176"/>
            <a:ext cx="123825" cy="2011363"/>
            <a:chOff x="6034088" y="3559176"/>
            <a:chExt cx="123825" cy="2011363"/>
          </a:xfrm>
        </p:grpSpPr>
        <p:sp>
          <p:nvSpPr>
            <p:cNvPr id="20" name="Line 16">
              <a:extLst>
                <a:ext uri="{FF2B5EF4-FFF2-40B4-BE49-F238E27FC236}">
                  <a16:creationId xmlns:a16="http://schemas.microsoft.com/office/drawing/2014/main" id="{453FFCFB-A510-4CFC-8195-59F77D3CC2B1}"/>
                </a:ext>
              </a:extLst>
            </p:cNvPr>
            <p:cNvSpPr>
              <a:spLocks noChangeShapeType="1"/>
            </p:cNvSpPr>
            <p:nvPr/>
          </p:nvSpPr>
          <p:spPr bwMode="auto">
            <a:xfrm>
              <a:off x="6094413" y="3559176"/>
              <a:ext cx="0" cy="1946275"/>
            </a:xfrm>
            <a:prstGeom prst="line">
              <a:avLst/>
            </a:prstGeom>
            <a:noFill/>
            <a:ln w="222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5" name="Oval 21">
              <a:extLst>
                <a:ext uri="{FF2B5EF4-FFF2-40B4-BE49-F238E27FC236}">
                  <a16:creationId xmlns:a16="http://schemas.microsoft.com/office/drawing/2014/main" id="{2528CDDB-648D-46B0-A229-F3A4EC51C898}"/>
                </a:ext>
              </a:extLst>
            </p:cNvPr>
            <p:cNvSpPr>
              <a:spLocks noChangeArrowheads="1"/>
            </p:cNvSpPr>
            <p:nvPr/>
          </p:nvSpPr>
          <p:spPr bwMode="auto">
            <a:xfrm>
              <a:off x="6034088" y="5445126"/>
              <a:ext cx="123825" cy="125413"/>
            </a:xfrm>
            <a:prstGeom prst="ellipse">
              <a:avLst/>
            </a:prstGeom>
            <a:solidFill>
              <a:schemeClr val="tx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 name="Group 7">
            <a:extLst>
              <a:ext uri="{FF2B5EF4-FFF2-40B4-BE49-F238E27FC236}">
                <a16:creationId xmlns:a16="http://schemas.microsoft.com/office/drawing/2014/main" id="{BBA36744-71D8-4BC8-B823-B3FE76217EE6}"/>
              </a:ext>
            </a:extLst>
          </p:cNvPr>
          <p:cNvGrpSpPr/>
          <p:nvPr/>
        </p:nvGrpSpPr>
        <p:grpSpPr>
          <a:xfrm>
            <a:off x="4699001" y="1287463"/>
            <a:ext cx="125413" cy="2011363"/>
            <a:chOff x="4699001" y="1287463"/>
            <a:chExt cx="125413" cy="2011363"/>
          </a:xfrm>
        </p:grpSpPr>
        <p:sp>
          <p:nvSpPr>
            <p:cNvPr id="21" name="Line 17">
              <a:extLst>
                <a:ext uri="{FF2B5EF4-FFF2-40B4-BE49-F238E27FC236}">
                  <a16:creationId xmlns:a16="http://schemas.microsoft.com/office/drawing/2014/main" id="{849BB272-7D99-4CE3-89B9-6384B6C8D682}"/>
                </a:ext>
              </a:extLst>
            </p:cNvPr>
            <p:cNvSpPr>
              <a:spLocks noChangeShapeType="1"/>
            </p:cNvSpPr>
            <p:nvPr/>
          </p:nvSpPr>
          <p:spPr bwMode="auto">
            <a:xfrm flipV="1">
              <a:off x="4759326" y="1347788"/>
              <a:ext cx="0" cy="1951038"/>
            </a:xfrm>
            <a:prstGeom prst="line">
              <a:avLst/>
            </a:prstGeom>
            <a:noFill/>
            <a:ln w="222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6" name="Oval 22">
              <a:extLst>
                <a:ext uri="{FF2B5EF4-FFF2-40B4-BE49-F238E27FC236}">
                  <a16:creationId xmlns:a16="http://schemas.microsoft.com/office/drawing/2014/main" id="{D02C6022-2EAF-4DB5-A5F7-7EB8EE2BCE9B}"/>
                </a:ext>
              </a:extLst>
            </p:cNvPr>
            <p:cNvSpPr>
              <a:spLocks noChangeArrowheads="1"/>
            </p:cNvSpPr>
            <p:nvPr/>
          </p:nvSpPr>
          <p:spPr bwMode="auto">
            <a:xfrm>
              <a:off x="4699001" y="1287463"/>
              <a:ext cx="125413" cy="120650"/>
            </a:xfrm>
            <a:prstGeom prst="ellipse">
              <a:avLst/>
            </a:prstGeom>
            <a:solidFill>
              <a:schemeClr val="tx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5F6A5497-850B-4288-9BBB-F06D1A398B19}"/>
              </a:ext>
            </a:extLst>
          </p:cNvPr>
          <p:cNvGrpSpPr/>
          <p:nvPr/>
        </p:nvGrpSpPr>
        <p:grpSpPr>
          <a:xfrm>
            <a:off x="3365501" y="3559176"/>
            <a:ext cx="123825" cy="2011363"/>
            <a:chOff x="3365501" y="3559176"/>
            <a:chExt cx="123825" cy="2011363"/>
          </a:xfrm>
        </p:grpSpPr>
        <p:sp>
          <p:nvSpPr>
            <p:cNvPr id="22" name="Line 18">
              <a:extLst>
                <a:ext uri="{FF2B5EF4-FFF2-40B4-BE49-F238E27FC236}">
                  <a16:creationId xmlns:a16="http://schemas.microsoft.com/office/drawing/2014/main" id="{F367FB3D-4A1A-42CA-B7C4-10186764E7FA}"/>
                </a:ext>
              </a:extLst>
            </p:cNvPr>
            <p:cNvSpPr>
              <a:spLocks noChangeShapeType="1"/>
            </p:cNvSpPr>
            <p:nvPr/>
          </p:nvSpPr>
          <p:spPr bwMode="auto">
            <a:xfrm>
              <a:off x="3425826" y="3559176"/>
              <a:ext cx="0" cy="1946275"/>
            </a:xfrm>
            <a:prstGeom prst="line">
              <a:avLst/>
            </a:prstGeom>
            <a:noFill/>
            <a:ln w="222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7" name="Oval 23">
              <a:extLst>
                <a:ext uri="{FF2B5EF4-FFF2-40B4-BE49-F238E27FC236}">
                  <a16:creationId xmlns:a16="http://schemas.microsoft.com/office/drawing/2014/main" id="{3B58C9B9-1846-49FA-BD49-350634C9897C}"/>
                </a:ext>
              </a:extLst>
            </p:cNvPr>
            <p:cNvSpPr>
              <a:spLocks noChangeArrowheads="1"/>
            </p:cNvSpPr>
            <p:nvPr/>
          </p:nvSpPr>
          <p:spPr bwMode="auto">
            <a:xfrm>
              <a:off x="3365501" y="5445126"/>
              <a:ext cx="123825" cy="125413"/>
            </a:xfrm>
            <a:prstGeom prst="ellipse">
              <a:avLst/>
            </a:prstGeom>
            <a:solidFill>
              <a:schemeClr val="tx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3" name="Group 32">
            <a:extLst>
              <a:ext uri="{FF2B5EF4-FFF2-40B4-BE49-F238E27FC236}">
                <a16:creationId xmlns:a16="http://schemas.microsoft.com/office/drawing/2014/main" id="{09823D99-B1CB-4858-B492-FAD0025F8F07}"/>
              </a:ext>
            </a:extLst>
          </p:cNvPr>
          <p:cNvGrpSpPr/>
          <p:nvPr/>
        </p:nvGrpSpPr>
        <p:grpSpPr>
          <a:xfrm>
            <a:off x="2746614" y="2051049"/>
            <a:ext cx="1366316" cy="1368428"/>
            <a:chOff x="6345238" y="4948238"/>
            <a:chExt cx="1027113" cy="1028700"/>
          </a:xfrm>
          <a:effectLst>
            <a:outerShdw blurRad="279400" dist="292100" dir="2700000" sx="96000" sy="96000" algn="tl" rotWithShape="0">
              <a:prstClr val="black">
                <a:alpha val="27000"/>
              </a:prstClr>
            </a:outerShdw>
          </a:effectLst>
        </p:grpSpPr>
        <p:sp>
          <p:nvSpPr>
            <p:cNvPr id="34" name="Oval 56">
              <a:extLst>
                <a:ext uri="{FF2B5EF4-FFF2-40B4-BE49-F238E27FC236}">
                  <a16:creationId xmlns:a16="http://schemas.microsoft.com/office/drawing/2014/main" id="{893FF10D-DED6-4355-BE9C-11E8C81C4D02}"/>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5" name="Oval 57">
              <a:extLst>
                <a:ext uri="{FF2B5EF4-FFF2-40B4-BE49-F238E27FC236}">
                  <a16:creationId xmlns:a16="http://schemas.microsoft.com/office/drawing/2014/main" id="{AC3008B5-4559-4D87-B7E3-A4F4461A79B2}"/>
                </a:ext>
              </a:extLst>
            </p:cNvPr>
            <p:cNvSpPr>
              <a:spLocks noChangeArrowheads="1"/>
            </p:cNvSpPr>
            <p:nvPr/>
          </p:nvSpPr>
          <p:spPr bwMode="auto">
            <a:xfrm>
              <a:off x="6359524"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6" name="Group 35">
            <a:extLst>
              <a:ext uri="{FF2B5EF4-FFF2-40B4-BE49-F238E27FC236}">
                <a16:creationId xmlns:a16="http://schemas.microsoft.com/office/drawing/2014/main" id="{B947505B-8A01-4F0D-B570-87E7F669451A}"/>
              </a:ext>
            </a:extLst>
          </p:cNvPr>
          <p:cNvGrpSpPr/>
          <p:nvPr/>
        </p:nvGrpSpPr>
        <p:grpSpPr>
          <a:xfrm>
            <a:off x="5418375" y="2051049"/>
            <a:ext cx="1366316" cy="1368428"/>
            <a:chOff x="6345237" y="4948238"/>
            <a:chExt cx="1027113" cy="1028700"/>
          </a:xfrm>
          <a:effectLst>
            <a:outerShdw blurRad="279400" dist="292100" dir="2700000" sx="96000" sy="96000" algn="tl" rotWithShape="0">
              <a:prstClr val="black">
                <a:alpha val="27000"/>
              </a:prstClr>
            </a:outerShdw>
          </a:effectLst>
        </p:grpSpPr>
        <p:sp>
          <p:nvSpPr>
            <p:cNvPr id="37" name="Oval 56">
              <a:extLst>
                <a:ext uri="{FF2B5EF4-FFF2-40B4-BE49-F238E27FC236}">
                  <a16:creationId xmlns:a16="http://schemas.microsoft.com/office/drawing/2014/main" id="{B7C65136-6F27-4D20-B9A4-5871D6F90DCD}"/>
                </a:ext>
              </a:extLst>
            </p:cNvPr>
            <p:cNvSpPr>
              <a:spLocks noChangeArrowheads="1"/>
            </p:cNvSpPr>
            <p:nvPr/>
          </p:nvSpPr>
          <p:spPr bwMode="auto">
            <a:xfrm>
              <a:off x="6345237"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8" name="Oval 57">
              <a:extLst>
                <a:ext uri="{FF2B5EF4-FFF2-40B4-BE49-F238E27FC236}">
                  <a16:creationId xmlns:a16="http://schemas.microsoft.com/office/drawing/2014/main" id="{275758DA-E4A9-4224-9C78-7AEE72E6106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9" name="Group 38">
            <a:extLst>
              <a:ext uri="{FF2B5EF4-FFF2-40B4-BE49-F238E27FC236}">
                <a16:creationId xmlns:a16="http://schemas.microsoft.com/office/drawing/2014/main" id="{7A5E92D8-8892-44BD-9AEC-EDA56294F4A9}"/>
              </a:ext>
            </a:extLst>
          </p:cNvPr>
          <p:cNvGrpSpPr/>
          <p:nvPr/>
        </p:nvGrpSpPr>
        <p:grpSpPr>
          <a:xfrm>
            <a:off x="8085379" y="2051049"/>
            <a:ext cx="1366316" cy="1368428"/>
            <a:chOff x="6345240" y="4948238"/>
            <a:chExt cx="1027113" cy="1028700"/>
          </a:xfrm>
          <a:effectLst>
            <a:outerShdw blurRad="279400" dist="292100" dir="2700000" sx="96000" sy="96000" algn="tl" rotWithShape="0">
              <a:prstClr val="black">
                <a:alpha val="27000"/>
              </a:prstClr>
            </a:outerShdw>
          </a:effectLst>
        </p:grpSpPr>
        <p:sp>
          <p:nvSpPr>
            <p:cNvPr id="40" name="Oval 56">
              <a:extLst>
                <a:ext uri="{FF2B5EF4-FFF2-40B4-BE49-F238E27FC236}">
                  <a16:creationId xmlns:a16="http://schemas.microsoft.com/office/drawing/2014/main" id="{8EEEDD22-95FA-408B-A667-D53D5482518E}"/>
                </a:ext>
              </a:extLst>
            </p:cNvPr>
            <p:cNvSpPr>
              <a:spLocks noChangeArrowheads="1"/>
            </p:cNvSpPr>
            <p:nvPr/>
          </p:nvSpPr>
          <p:spPr bwMode="auto">
            <a:xfrm>
              <a:off x="6345240"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1" name="Oval 57">
              <a:extLst>
                <a:ext uri="{FF2B5EF4-FFF2-40B4-BE49-F238E27FC236}">
                  <a16:creationId xmlns:a16="http://schemas.microsoft.com/office/drawing/2014/main" id="{B8FFDA2D-C606-4977-84AB-766692C84036}"/>
                </a:ext>
              </a:extLst>
            </p:cNvPr>
            <p:cNvSpPr>
              <a:spLocks noChangeArrowheads="1"/>
            </p:cNvSpPr>
            <p:nvPr/>
          </p:nvSpPr>
          <p:spPr bwMode="auto">
            <a:xfrm>
              <a:off x="6359527" y="4962528"/>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2" name="Group 41">
            <a:extLst>
              <a:ext uri="{FF2B5EF4-FFF2-40B4-BE49-F238E27FC236}">
                <a16:creationId xmlns:a16="http://schemas.microsoft.com/office/drawing/2014/main" id="{666C318D-5EED-40BA-953C-1E916481ABE0}"/>
              </a:ext>
            </a:extLst>
          </p:cNvPr>
          <p:cNvGrpSpPr/>
          <p:nvPr/>
        </p:nvGrpSpPr>
        <p:grpSpPr>
          <a:xfrm>
            <a:off x="4079985" y="3409906"/>
            <a:ext cx="1366316" cy="1368428"/>
            <a:chOff x="6345238" y="4948238"/>
            <a:chExt cx="1027113" cy="1028700"/>
          </a:xfrm>
          <a:effectLst>
            <a:outerShdw blurRad="279400" dist="292100" dir="2700000" sx="96000" sy="96000" algn="tl" rotWithShape="0">
              <a:prstClr val="black">
                <a:alpha val="27000"/>
              </a:prstClr>
            </a:outerShdw>
          </a:effectLst>
        </p:grpSpPr>
        <p:sp>
          <p:nvSpPr>
            <p:cNvPr id="43" name="Oval 56">
              <a:extLst>
                <a:ext uri="{FF2B5EF4-FFF2-40B4-BE49-F238E27FC236}">
                  <a16:creationId xmlns:a16="http://schemas.microsoft.com/office/drawing/2014/main" id="{DC4D477B-8F1A-437E-AED8-50148826CA3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4" name="Oval 57">
              <a:extLst>
                <a:ext uri="{FF2B5EF4-FFF2-40B4-BE49-F238E27FC236}">
                  <a16:creationId xmlns:a16="http://schemas.microsoft.com/office/drawing/2014/main" id="{30D25D17-2737-4C02-8C23-AE146FB55ED0}"/>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5" name="Group 44">
            <a:extLst>
              <a:ext uri="{FF2B5EF4-FFF2-40B4-BE49-F238E27FC236}">
                <a16:creationId xmlns:a16="http://schemas.microsoft.com/office/drawing/2014/main" id="{868EA863-3653-4F60-9CB8-8599440AE79F}"/>
              </a:ext>
            </a:extLst>
          </p:cNvPr>
          <p:cNvGrpSpPr/>
          <p:nvPr/>
        </p:nvGrpSpPr>
        <p:grpSpPr>
          <a:xfrm>
            <a:off x="6751748" y="3409906"/>
            <a:ext cx="1366316" cy="1368428"/>
            <a:chOff x="6345238" y="4948238"/>
            <a:chExt cx="1027113" cy="1028700"/>
          </a:xfrm>
          <a:effectLst>
            <a:outerShdw blurRad="279400" dist="292100" dir="2700000" sx="96000" sy="96000" algn="tl" rotWithShape="0">
              <a:prstClr val="black">
                <a:alpha val="27000"/>
              </a:prstClr>
            </a:outerShdw>
          </a:effectLst>
        </p:grpSpPr>
        <p:sp>
          <p:nvSpPr>
            <p:cNvPr id="46" name="Oval 56">
              <a:extLst>
                <a:ext uri="{FF2B5EF4-FFF2-40B4-BE49-F238E27FC236}">
                  <a16:creationId xmlns:a16="http://schemas.microsoft.com/office/drawing/2014/main" id="{58E66D89-8769-4960-8127-55649FC5358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7" name="Oval 57">
              <a:extLst>
                <a:ext uri="{FF2B5EF4-FFF2-40B4-BE49-F238E27FC236}">
                  <a16:creationId xmlns:a16="http://schemas.microsoft.com/office/drawing/2014/main" id="{2BD8FF27-C265-4288-810B-3A0C8877166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54" name="Freeform 19">
            <a:extLst>
              <a:ext uri="{FF2B5EF4-FFF2-40B4-BE49-F238E27FC236}">
                <a16:creationId xmlns:a16="http://schemas.microsoft.com/office/drawing/2014/main" id="{A7BCE256-E547-436D-B0BA-181DF739BDEE}"/>
              </a:ext>
            </a:extLst>
          </p:cNvPr>
          <p:cNvSpPr>
            <a:spLocks noEditPoints="1"/>
          </p:cNvSpPr>
          <p:nvPr/>
        </p:nvSpPr>
        <p:spPr bwMode="auto">
          <a:xfrm>
            <a:off x="5829301" y="2416966"/>
            <a:ext cx="524716" cy="591347"/>
          </a:xfrm>
          <a:custGeom>
            <a:avLst/>
            <a:gdLst>
              <a:gd name="T0" fmla="*/ 34 w 105"/>
              <a:gd name="T1" fmla="*/ 92 h 118"/>
              <a:gd name="T2" fmla="*/ 25 w 105"/>
              <a:gd name="T3" fmla="*/ 71 h 118"/>
              <a:gd name="T4" fmla="*/ 20 w 105"/>
              <a:gd name="T5" fmla="*/ 53 h 118"/>
              <a:gd name="T6" fmla="*/ 53 w 105"/>
              <a:gd name="T7" fmla="*/ 20 h 118"/>
              <a:gd name="T8" fmla="*/ 85 w 105"/>
              <a:gd name="T9" fmla="*/ 53 h 118"/>
              <a:gd name="T10" fmla="*/ 80 w 105"/>
              <a:gd name="T11" fmla="*/ 71 h 118"/>
              <a:gd name="T12" fmla="*/ 71 w 105"/>
              <a:gd name="T13" fmla="*/ 88 h 118"/>
              <a:gd name="T14" fmla="*/ 53 w 105"/>
              <a:gd name="T15" fmla="*/ 33 h 118"/>
              <a:gd name="T16" fmla="*/ 33 w 105"/>
              <a:gd name="T17" fmla="*/ 52 h 118"/>
              <a:gd name="T18" fmla="*/ 53 w 105"/>
              <a:gd name="T19" fmla="*/ 72 h 118"/>
              <a:gd name="T20" fmla="*/ 72 w 105"/>
              <a:gd name="T21" fmla="*/ 52 h 118"/>
              <a:gd name="T22" fmla="*/ 53 w 105"/>
              <a:gd name="T23" fmla="*/ 33 h 118"/>
              <a:gd name="T24" fmla="*/ 45 w 105"/>
              <a:gd name="T25" fmla="*/ 56 h 118"/>
              <a:gd name="T26" fmla="*/ 51 w 105"/>
              <a:gd name="T27" fmla="*/ 62 h 118"/>
              <a:gd name="T28" fmla="*/ 60 w 105"/>
              <a:gd name="T29" fmla="*/ 46 h 118"/>
              <a:gd name="T30" fmla="*/ 53 w 105"/>
              <a:gd name="T31" fmla="*/ 10 h 118"/>
              <a:gd name="T32" fmla="*/ 53 w 105"/>
              <a:gd name="T33" fmla="*/ 0 h 118"/>
              <a:gd name="T34" fmla="*/ 32 w 105"/>
              <a:gd name="T35" fmla="*/ 16 h 118"/>
              <a:gd name="T36" fmla="*/ 26 w 105"/>
              <a:gd name="T37" fmla="*/ 7 h 118"/>
              <a:gd name="T38" fmla="*/ 7 w 105"/>
              <a:gd name="T39" fmla="*/ 26 h 118"/>
              <a:gd name="T40" fmla="*/ 16 w 105"/>
              <a:gd name="T41" fmla="*/ 31 h 118"/>
              <a:gd name="T42" fmla="*/ 0 w 105"/>
              <a:gd name="T43" fmla="*/ 52 h 118"/>
              <a:gd name="T44" fmla="*/ 10 w 105"/>
              <a:gd name="T45" fmla="*/ 52 h 118"/>
              <a:gd name="T46" fmla="*/ 79 w 105"/>
              <a:gd name="T47" fmla="*/ 7 h 118"/>
              <a:gd name="T48" fmla="*/ 74 w 105"/>
              <a:gd name="T49" fmla="*/ 16 h 118"/>
              <a:gd name="T50" fmla="*/ 98 w 105"/>
              <a:gd name="T51" fmla="*/ 26 h 118"/>
              <a:gd name="T52" fmla="*/ 89 w 105"/>
              <a:gd name="T53" fmla="*/ 31 h 118"/>
              <a:gd name="T54" fmla="*/ 95 w 105"/>
              <a:gd name="T55" fmla="*/ 52 h 118"/>
              <a:gd name="T56" fmla="*/ 105 w 105"/>
              <a:gd name="T57" fmla="*/ 52 h 118"/>
              <a:gd name="T58" fmla="*/ 64 w 105"/>
              <a:gd name="T59" fmla="*/ 95 h 118"/>
              <a:gd name="T60" fmla="*/ 39 w 105"/>
              <a:gd name="T61" fmla="*/ 102 h 118"/>
              <a:gd name="T62" fmla="*/ 36 w 105"/>
              <a:gd name="T63" fmla="*/ 106 h 118"/>
              <a:gd name="T64" fmla="*/ 40 w 105"/>
              <a:gd name="T65" fmla="*/ 111 h 118"/>
              <a:gd name="T66" fmla="*/ 42 w 105"/>
              <a:gd name="T67" fmla="*/ 110 h 118"/>
              <a:gd name="T68" fmla="*/ 64 w 105"/>
              <a:gd name="T69" fmla="*/ 104 h 118"/>
              <a:gd name="T70" fmla="*/ 64 w 105"/>
              <a:gd name="T71" fmla="*/ 104 h 118"/>
              <a:gd name="T72" fmla="*/ 65 w 105"/>
              <a:gd name="T73" fmla="*/ 104 h 118"/>
              <a:gd name="T74" fmla="*/ 70 w 105"/>
              <a:gd name="T75" fmla="*/ 108 h 118"/>
              <a:gd name="T76" fmla="*/ 67 w 105"/>
              <a:gd name="T77" fmla="*/ 112 h 118"/>
              <a:gd name="T78" fmla="*/ 45 w 105"/>
              <a:gd name="T7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8">
                <a:moveTo>
                  <a:pt x="34" y="92"/>
                </a:moveTo>
                <a:cubicBezTo>
                  <a:pt x="34" y="87"/>
                  <a:pt x="32" y="82"/>
                  <a:pt x="25" y="71"/>
                </a:cubicBezTo>
                <a:cubicBezTo>
                  <a:pt x="22" y="65"/>
                  <a:pt x="20" y="59"/>
                  <a:pt x="20" y="53"/>
                </a:cubicBezTo>
                <a:cubicBezTo>
                  <a:pt x="20" y="35"/>
                  <a:pt x="35" y="20"/>
                  <a:pt x="53" y="20"/>
                </a:cubicBezTo>
                <a:cubicBezTo>
                  <a:pt x="71" y="20"/>
                  <a:pt x="85" y="35"/>
                  <a:pt x="85" y="53"/>
                </a:cubicBezTo>
                <a:cubicBezTo>
                  <a:pt x="85" y="59"/>
                  <a:pt x="83" y="65"/>
                  <a:pt x="80" y="71"/>
                </a:cubicBezTo>
                <a:cubicBezTo>
                  <a:pt x="75" y="79"/>
                  <a:pt x="72" y="84"/>
                  <a:pt x="71" y="88"/>
                </a:cubicBezTo>
                <a:moveTo>
                  <a:pt x="53" y="33"/>
                </a:moveTo>
                <a:cubicBezTo>
                  <a:pt x="42" y="33"/>
                  <a:pt x="33" y="41"/>
                  <a:pt x="33" y="52"/>
                </a:cubicBezTo>
                <a:cubicBezTo>
                  <a:pt x="33" y="63"/>
                  <a:pt x="42" y="72"/>
                  <a:pt x="53" y="72"/>
                </a:cubicBezTo>
                <a:cubicBezTo>
                  <a:pt x="63" y="72"/>
                  <a:pt x="72" y="63"/>
                  <a:pt x="72" y="52"/>
                </a:cubicBezTo>
                <a:cubicBezTo>
                  <a:pt x="72" y="41"/>
                  <a:pt x="63" y="33"/>
                  <a:pt x="53" y="33"/>
                </a:cubicBezTo>
                <a:close/>
                <a:moveTo>
                  <a:pt x="45" y="56"/>
                </a:moveTo>
                <a:cubicBezTo>
                  <a:pt x="51" y="62"/>
                  <a:pt x="51" y="62"/>
                  <a:pt x="51" y="62"/>
                </a:cubicBezTo>
                <a:cubicBezTo>
                  <a:pt x="60" y="46"/>
                  <a:pt x="60" y="46"/>
                  <a:pt x="60" y="46"/>
                </a:cubicBezTo>
                <a:moveTo>
                  <a:pt x="53" y="10"/>
                </a:moveTo>
                <a:cubicBezTo>
                  <a:pt x="53" y="0"/>
                  <a:pt x="53" y="0"/>
                  <a:pt x="53" y="0"/>
                </a:cubicBezTo>
                <a:moveTo>
                  <a:pt x="32" y="16"/>
                </a:moveTo>
                <a:cubicBezTo>
                  <a:pt x="26" y="7"/>
                  <a:pt x="26" y="7"/>
                  <a:pt x="26" y="7"/>
                </a:cubicBezTo>
                <a:moveTo>
                  <a:pt x="7" y="26"/>
                </a:moveTo>
                <a:cubicBezTo>
                  <a:pt x="16" y="31"/>
                  <a:pt x="16" y="31"/>
                  <a:pt x="16" y="31"/>
                </a:cubicBezTo>
                <a:moveTo>
                  <a:pt x="0" y="52"/>
                </a:moveTo>
                <a:cubicBezTo>
                  <a:pt x="10" y="52"/>
                  <a:pt x="10" y="52"/>
                  <a:pt x="10" y="52"/>
                </a:cubicBezTo>
                <a:moveTo>
                  <a:pt x="79" y="7"/>
                </a:moveTo>
                <a:cubicBezTo>
                  <a:pt x="74" y="16"/>
                  <a:pt x="74" y="16"/>
                  <a:pt x="74" y="16"/>
                </a:cubicBezTo>
                <a:moveTo>
                  <a:pt x="98" y="26"/>
                </a:moveTo>
                <a:cubicBezTo>
                  <a:pt x="89" y="31"/>
                  <a:pt x="89" y="31"/>
                  <a:pt x="89" y="31"/>
                </a:cubicBezTo>
                <a:moveTo>
                  <a:pt x="95" y="52"/>
                </a:moveTo>
                <a:cubicBezTo>
                  <a:pt x="105" y="52"/>
                  <a:pt x="105" y="52"/>
                  <a:pt x="105" y="52"/>
                </a:cubicBezTo>
                <a:moveTo>
                  <a:pt x="64" y="95"/>
                </a:moveTo>
                <a:cubicBezTo>
                  <a:pt x="64" y="95"/>
                  <a:pt x="39" y="102"/>
                  <a:pt x="39" y="102"/>
                </a:cubicBezTo>
                <a:cubicBezTo>
                  <a:pt x="37" y="103"/>
                  <a:pt x="36" y="104"/>
                  <a:pt x="36" y="106"/>
                </a:cubicBezTo>
                <a:cubicBezTo>
                  <a:pt x="36" y="109"/>
                  <a:pt x="38" y="111"/>
                  <a:pt x="40" y="111"/>
                </a:cubicBezTo>
                <a:cubicBezTo>
                  <a:pt x="41" y="111"/>
                  <a:pt x="42" y="110"/>
                  <a:pt x="42" y="110"/>
                </a:cubicBezTo>
                <a:cubicBezTo>
                  <a:pt x="64" y="104"/>
                  <a:pt x="64" y="104"/>
                  <a:pt x="64" y="104"/>
                </a:cubicBezTo>
                <a:cubicBezTo>
                  <a:pt x="64" y="104"/>
                  <a:pt x="64" y="104"/>
                  <a:pt x="64" y="104"/>
                </a:cubicBezTo>
                <a:cubicBezTo>
                  <a:pt x="65" y="104"/>
                  <a:pt x="65" y="104"/>
                  <a:pt x="65" y="104"/>
                </a:cubicBezTo>
                <a:cubicBezTo>
                  <a:pt x="68" y="104"/>
                  <a:pt x="70" y="106"/>
                  <a:pt x="70" y="108"/>
                </a:cubicBezTo>
                <a:cubicBezTo>
                  <a:pt x="70" y="110"/>
                  <a:pt x="68" y="112"/>
                  <a:pt x="67" y="112"/>
                </a:cubicBezTo>
                <a:cubicBezTo>
                  <a:pt x="45" y="118"/>
                  <a:pt x="45" y="118"/>
                  <a:pt x="45" y="118"/>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5" name="Freeform 20">
            <a:extLst>
              <a:ext uri="{FF2B5EF4-FFF2-40B4-BE49-F238E27FC236}">
                <a16:creationId xmlns:a16="http://schemas.microsoft.com/office/drawing/2014/main" id="{C90CA65F-AC8A-4DD7-AA98-FBE35F7FDF64}"/>
              </a:ext>
            </a:extLst>
          </p:cNvPr>
          <p:cNvSpPr>
            <a:spLocks noEditPoints="1"/>
          </p:cNvSpPr>
          <p:nvPr/>
        </p:nvSpPr>
        <p:spPr bwMode="auto">
          <a:xfrm>
            <a:off x="7142163" y="3764363"/>
            <a:ext cx="580936" cy="599675"/>
          </a:xfrm>
          <a:custGeom>
            <a:avLst/>
            <a:gdLst>
              <a:gd name="T0" fmla="*/ 43 w 116"/>
              <a:gd name="T1" fmla="*/ 12 h 120"/>
              <a:gd name="T2" fmla="*/ 102 w 116"/>
              <a:gd name="T3" fmla="*/ 48 h 120"/>
              <a:gd name="T4" fmla="*/ 116 w 116"/>
              <a:gd name="T5" fmla="*/ 77 h 120"/>
              <a:gd name="T6" fmla="*/ 104 w 116"/>
              <a:gd name="T7" fmla="*/ 77 h 120"/>
              <a:gd name="T8" fmla="*/ 104 w 116"/>
              <a:gd name="T9" fmla="*/ 97 h 120"/>
              <a:gd name="T10" fmla="*/ 98 w 116"/>
              <a:gd name="T11" fmla="*/ 103 h 120"/>
              <a:gd name="T12" fmla="*/ 85 w 116"/>
              <a:gd name="T13" fmla="*/ 103 h 120"/>
              <a:gd name="T14" fmla="*/ 85 w 116"/>
              <a:gd name="T15" fmla="*/ 120 h 120"/>
              <a:gd name="T16" fmla="*/ 32 w 116"/>
              <a:gd name="T17" fmla="*/ 120 h 120"/>
              <a:gd name="T18" fmla="*/ 32 w 116"/>
              <a:gd name="T19" fmla="*/ 102 h 120"/>
              <a:gd name="T20" fmla="*/ 26 w 116"/>
              <a:gd name="T21" fmla="*/ 90 h 120"/>
              <a:gd name="T22" fmla="*/ 65 w 116"/>
              <a:gd name="T23" fmla="*/ 54 h 120"/>
              <a:gd name="T24" fmla="*/ 65 w 116"/>
              <a:gd name="T25" fmla="*/ 46 h 120"/>
              <a:gd name="T26" fmla="*/ 56 w 116"/>
              <a:gd name="T27" fmla="*/ 42 h 120"/>
              <a:gd name="T28" fmla="*/ 55 w 116"/>
              <a:gd name="T29" fmla="*/ 39 h 120"/>
              <a:gd name="T30" fmla="*/ 59 w 116"/>
              <a:gd name="T31" fmla="*/ 30 h 120"/>
              <a:gd name="T32" fmla="*/ 53 w 116"/>
              <a:gd name="T33" fmla="*/ 24 h 120"/>
              <a:gd name="T34" fmla="*/ 44 w 116"/>
              <a:gd name="T35" fmla="*/ 28 h 120"/>
              <a:gd name="T36" fmla="*/ 41 w 116"/>
              <a:gd name="T37" fmla="*/ 27 h 120"/>
              <a:gd name="T38" fmla="*/ 37 w 116"/>
              <a:gd name="T39" fmla="*/ 18 h 120"/>
              <a:gd name="T40" fmla="*/ 29 w 116"/>
              <a:gd name="T41" fmla="*/ 18 h 120"/>
              <a:gd name="T42" fmla="*/ 25 w 116"/>
              <a:gd name="T43" fmla="*/ 27 h 120"/>
              <a:gd name="T44" fmla="*/ 22 w 116"/>
              <a:gd name="T45" fmla="*/ 28 h 120"/>
              <a:gd name="T46" fmla="*/ 13 w 116"/>
              <a:gd name="T47" fmla="*/ 24 h 120"/>
              <a:gd name="T48" fmla="*/ 7 w 116"/>
              <a:gd name="T49" fmla="*/ 30 h 120"/>
              <a:gd name="T50" fmla="*/ 11 w 116"/>
              <a:gd name="T51" fmla="*/ 39 h 120"/>
              <a:gd name="T52" fmla="*/ 10 w 116"/>
              <a:gd name="T53" fmla="*/ 42 h 120"/>
              <a:gd name="T54" fmla="*/ 0 w 116"/>
              <a:gd name="T55" fmla="*/ 46 h 120"/>
              <a:gd name="T56" fmla="*/ 0 w 116"/>
              <a:gd name="T57" fmla="*/ 54 h 120"/>
              <a:gd name="T58" fmla="*/ 10 w 116"/>
              <a:gd name="T59" fmla="*/ 58 h 120"/>
              <a:gd name="T60" fmla="*/ 11 w 116"/>
              <a:gd name="T61" fmla="*/ 61 h 120"/>
              <a:gd name="T62" fmla="*/ 7 w 116"/>
              <a:gd name="T63" fmla="*/ 70 h 120"/>
              <a:gd name="T64" fmla="*/ 13 w 116"/>
              <a:gd name="T65" fmla="*/ 76 h 120"/>
              <a:gd name="T66" fmla="*/ 22 w 116"/>
              <a:gd name="T67" fmla="*/ 72 h 120"/>
              <a:gd name="T68" fmla="*/ 25 w 116"/>
              <a:gd name="T69" fmla="*/ 73 h 120"/>
              <a:gd name="T70" fmla="*/ 29 w 116"/>
              <a:gd name="T71" fmla="*/ 82 h 120"/>
              <a:gd name="T72" fmla="*/ 37 w 116"/>
              <a:gd name="T73" fmla="*/ 82 h 120"/>
              <a:gd name="T74" fmla="*/ 41 w 116"/>
              <a:gd name="T75" fmla="*/ 73 h 120"/>
              <a:gd name="T76" fmla="*/ 44 w 116"/>
              <a:gd name="T77" fmla="*/ 72 h 120"/>
              <a:gd name="T78" fmla="*/ 53 w 116"/>
              <a:gd name="T79" fmla="*/ 76 h 120"/>
              <a:gd name="T80" fmla="*/ 59 w 116"/>
              <a:gd name="T81" fmla="*/ 70 h 120"/>
              <a:gd name="T82" fmla="*/ 55 w 116"/>
              <a:gd name="T83" fmla="*/ 61 h 120"/>
              <a:gd name="T84" fmla="*/ 56 w 116"/>
              <a:gd name="T85" fmla="*/ 58 h 120"/>
              <a:gd name="T86" fmla="*/ 65 w 116"/>
              <a:gd name="T87" fmla="*/ 54 h 120"/>
              <a:gd name="T88" fmla="*/ 33 w 116"/>
              <a:gd name="T89" fmla="*/ 36 h 120"/>
              <a:gd name="T90" fmla="*/ 19 w 116"/>
              <a:gd name="T91" fmla="*/ 50 h 120"/>
              <a:gd name="T92" fmla="*/ 33 w 116"/>
              <a:gd name="T93" fmla="*/ 64 h 120"/>
              <a:gd name="T94" fmla="*/ 46 w 116"/>
              <a:gd name="T95" fmla="*/ 50 h 120"/>
              <a:gd name="T96" fmla="*/ 33 w 116"/>
              <a:gd name="T97" fmla="*/ 36 h 120"/>
              <a:gd name="T98" fmla="*/ 85 w 116"/>
              <a:gd name="T99" fmla="*/ 103 h 120"/>
              <a:gd name="T100" fmla="*/ 77 w 116"/>
              <a:gd name="T101" fmla="*/ 10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6" h="120">
                <a:moveTo>
                  <a:pt x="43" y="12"/>
                </a:moveTo>
                <a:cubicBezTo>
                  <a:pt x="108" y="0"/>
                  <a:pt x="102" y="48"/>
                  <a:pt x="102" y="48"/>
                </a:cubicBezTo>
                <a:cubicBezTo>
                  <a:pt x="116" y="77"/>
                  <a:pt x="116" y="77"/>
                  <a:pt x="116" y="77"/>
                </a:cubicBezTo>
                <a:cubicBezTo>
                  <a:pt x="104" y="77"/>
                  <a:pt x="104" y="77"/>
                  <a:pt x="104" y="77"/>
                </a:cubicBezTo>
                <a:cubicBezTo>
                  <a:pt x="104" y="97"/>
                  <a:pt x="104" y="97"/>
                  <a:pt x="104" y="97"/>
                </a:cubicBezTo>
                <a:cubicBezTo>
                  <a:pt x="104" y="100"/>
                  <a:pt x="102" y="103"/>
                  <a:pt x="98" y="103"/>
                </a:cubicBezTo>
                <a:cubicBezTo>
                  <a:pt x="85" y="103"/>
                  <a:pt x="85" y="103"/>
                  <a:pt x="85" y="103"/>
                </a:cubicBezTo>
                <a:cubicBezTo>
                  <a:pt x="85" y="120"/>
                  <a:pt x="85" y="120"/>
                  <a:pt x="85" y="120"/>
                </a:cubicBezTo>
                <a:moveTo>
                  <a:pt x="32" y="120"/>
                </a:moveTo>
                <a:cubicBezTo>
                  <a:pt x="32" y="102"/>
                  <a:pt x="32" y="102"/>
                  <a:pt x="32" y="102"/>
                </a:cubicBezTo>
                <a:cubicBezTo>
                  <a:pt x="26" y="90"/>
                  <a:pt x="26" y="90"/>
                  <a:pt x="26" y="90"/>
                </a:cubicBezTo>
                <a:moveTo>
                  <a:pt x="65" y="54"/>
                </a:moveTo>
                <a:cubicBezTo>
                  <a:pt x="65" y="46"/>
                  <a:pt x="65" y="46"/>
                  <a:pt x="65" y="46"/>
                </a:cubicBezTo>
                <a:cubicBezTo>
                  <a:pt x="56" y="42"/>
                  <a:pt x="56" y="42"/>
                  <a:pt x="56" y="42"/>
                </a:cubicBezTo>
                <a:cubicBezTo>
                  <a:pt x="56" y="41"/>
                  <a:pt x="55" y="40"/>
                  <a:pt x="55" y="39"/>
                </a:cubicBezTo>
                <a:cubicBezTo>
                  <a:pt x="59" y="30"/>
                  <a:pt x="59" y="30"/>
                  <a:pt x="59" y="30"/>
                </a:cubicBezTo>
                <a:cubicBezTo>
                  <a:pt x="53" y="24"/>
                  <a:pt x="53" y="24"/>
                  <a:pt x="53" y="24"/>
                </a:cubicBezTo>
                <a:cubicBezTo>
                  <a:pt x="44" y="28"/>
                  <a:pt x="44" y="28"/>
                  <a:pt x="44" y="28"/>
                </a:cubicBezTo>
                <a:cubicBezTo>
                  <a:pt x="43" y="28"/>
                  <a:pt x="42" y="27"/>
                  <a:pt x="41" y="27"/>
                </a:cubicBezTo>
                <a:cubicBezTo>
                  <a:pt x="37" y="18"/>
                  <a:pt x="37" y="18"/>
                  <a:pt x="37" y="18"/>
                </a:cubicBezTo>
                <a:cubicBezTo>
                  <a:pt x="29" y="18"/>
                  <a:pt x="29" y="18"/>
                  <a:pt x="29" y="18"/>
                </a:cubicBezTo>
                <a:cubicBezTo>
                  <a:pt x="25" y="27"/>
                  <a:pt x="25" y="27"/>
                  <a:pt x="25" y="27"/>
                </a:cubicBezTo>
                <a:cubicBezTo>
                  <a:pt x="24" y="27"/>
                  <a:pt x="23" y="28"/>
                  <a:pt x="22" y="28"/>
                </a:cubicBezTo>
                <a:cubicBezTo>
                  <a:pt x="13" y="24"/>
                  <a:pt x="13" y="24"/>
                  <a:pt x="13" y="24"/>
                </a:cubicBezTo>
                <a:cubicBezTo>
                  <a:pt x="7" y="30"/>
                  <a:pt x="7" y="30"/>
                  <a:pt x="7" y="30"/>
                </a:cubicBezTo>
                <a:cubicBezTo>
                  <a:pt x="11" y="39"/>
                  <a:pt x="11" y="39"/>
                  <a:pt x="11" y="39"/>
                </a:cubicBezTo>
                <a:cubicBezTo>
                  <a:pt x="10" y="40"/>
                  <a:pt x="10" y="41"/>
                  <a:pt x="10" y="42"/>
                </a:cubicBezTo>
                <a:cubicBezTo>
                  <a:pt x="0" y="46"/>
                  <a:pt x="0" y="46"/>
                  <a:pt x="0" y="46"/>
                </a:cubicBezTo>
                <a:cubicBezTo>
                  <a:pt x="0" y="54"/>
                  <a:pt x="0" y="54"/>
                  <a:pt x="0" y="54"/>
                </a:cubicBezTo>
                <a:cubicBezTo>
                  <a:pt x="10" y="58"/>
                  <a:pt x="10" y="58"/>
                  <a:pt x="10" y="58"/>
                </a:cubicBezTo>
                <a:cubicBezTo>
                  <a:pt x="10" y="59"/>
                  <a:pt x="10" y="60"/>
                  <a:pt x="11" y="61"/>
                </a:cubicBezTo>
                <a:cubicBezTo>
                  <a:pt x="7" y="70"/>
                  <a:pt x="7" y="70"/>
                  <a:pt x="7" y="70"/>
                </a:cubicBezTo>
                <a:cubicBezTo>
                  <a:pt x="13" y="76"/>
                  <a:pt x="13" y="76"/>
                  <a:pt x="13" y="76"/>
                </a:cubicBezTo>
                <a:cubicBezTo>
                  <a:pt x="22" y="72"/>
                  <a:pt x="22" y="72"/>
                  <a:pt x="22" y="72"/>
                </a:cubicBezTo>
                <a:cubicBezTo>
                  <a:pt x="23" y="72"/>
                  <a:pt x="24" y="73"/>
                  <a:pt x="25" y="73"/>
                </a:cubicBezTo>
                <a:cubicBezTo>
                  <a:pt x="29" y="82"/>
                  <a:pt x="29" y="82"/>
                  <a:pt x="29" y="82"/>
                </a:cubicBezTo>
                <a:cubicBezTo>
                  <a:pt x="37" y="82"/>
                  <a:pt x="37" y="82"/>
                  <a:pt x="37" y="82"/>
                </a:cubicBezTo>
                <a:cubicBezTo>
                  <a:pt x="41" y="73"/>
                  <a:pt x="41" y="73"/>
                  <a:pt x="41" y="73"/>
                </a:cubicBezTo>
                <a:cubicBezTo>
                  <a:pt x="42" y="73"/>
                  <a:pt x="43" y="72"/>
                  <a:pt x="44" y="72"/>
                </a:cubicBezTo>
                <a:cubicBezTo>
                  <a:pt x="53" y="76"/>
                  <a:pt x="53" y="76"/>
                  <a:pt x="53" y="76"/>
                </a:cubicBezTo>
                <a:cubicBezTo>
                  <a:pt x="59" y="70"/>
                  <a:pt x="59" y="70"/>
                  <a:pt x="59" y="70"/>
                </a:cubicBezTo>
                <a:cubicBezTo>
                  <a:pt x="55" y="61"/>
                  <a:pt x="55" y="61"/>
                  <a:pt x="55" y="61"/>
                </a:cubicBezTo>
                <a:cubicBezTo>
                  <a:pt x="55" y="60"/>
                  <a:pt x="56" y="59"/>
                  <a:pt x="56" y="58"/>
                </a:cubicBezTo>
                <a:lnTo>
                  <a:pt x="65" y="54"/>
                </a:lnTo>
                <a:close/>
                <a:moveTo>
                  <a:pt x="33" y="36"/>
                </a:moveTo>
                <a:cubicBezTo>
                  <a:pt x="25" y="36"/>
                  <a:pt x="19" y="42"/>
                  <a:pt x="19" y="50"/>
                </a:cubicBezTo>
                <a:cubicBezTo>
                  <a:pt x="19" y="58"/>
                  <a:pt x="25" y="64"/>
                  <a:pt x="33" y="64"/>
                </a:cubicBezTo>
                <a:cubicBezTo>
                  <a:pt x="40" y="64"/>
                  <a:pt x="46" y="58"/>
                  <a:pt x="46" y="50"/>
                </a:cubicBezTo>
                <a:cubicBezTo>
                  <a:pt x="46" y="42"/>
                  <a:pt x="40" y="36"/>
                  <a:pt x="33" y="36"/>
                </a:cubicBezTo>
                <a:close/>
                <a:moveTo>
                  <a:pt x="85" y="103"/>
                </a:moveTo>
                <a:cubicBezTo>
                  <a:pt x="77" y="103"/>
                  <a:pt x="77" y="103"/>
                  <a:pt x="77" y="103"/>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6" name="Freeform 21">
            <a:extLst>
              <a:ext uri="{FF2B5EF4-FFF2-40B4-BE49-F238E27FC236}">
                <a16:creationId xmlns:a16="http://schemas.microsoft.com/office/drawing/2014/main" id="{073AE3E2-667C-4D7F-AC8B-0DC0B9D3AE0E}"/>
              </a:ext>
            </a:extLst>
          </p:cNvPr>
          <p:cNvSpPr>
            <a:spLocks noEditPoints="1"/>
          </p:cNvSpPr>
          <p:nvPr/>
        </p:nvSpPr>
        <p:spPr bwMode="auto">
          <a:xfrm>
            <a:off x="3049587" y="2555567"/>
            <a:ext cx="757923" cy="428934"/>
          </a:xfrm>
          <a:custGeom>
            <a:avLst/>
            <a:gdLst>
              <a:gd name="T0" fmla="*/ 36 w 152"/>
              <a:gd name="T1" fmla="*/ 70 h 86"/>
              <a:gd name="T2" fmla="*/ 35 w 152"/>
              <a:gd name="T3" fmla="*/ 64 h 86"/>
              <a:gd name="T4" fmla="*/ 44 w 152"/>
              <a:gd name="T5" fmla="*/ 56 h 86"/>
              <a:gd name="T6" fmla="*/ 49 w 152"/>
              <a:gd name="T7" fmla="*/ 60 h 86"/>
              <a:gd name="T8" fmla="*/ 42 w 152"/>
              <a:gd name="T9" fmla="*/ 70 h 86"/>
              <a:gd name="T10" fmla="*/ 92 w 152"/>
              <a:gd name="T11" fmla="*/ 62 h 86"/>
              <a:gd name="T12" fmla="*/ 111 w 152"/>
              <a:gd name="T13" fmla="*/ 70 h 86"/>
              <a:gd name="T14" fmla="*/ 112 w 152"/>
              <a:gd name="T15" fmla="*/ 62 h 86"/>
              <a:gd name="T16" fmla="*/ 93 w 152"/>
              <a:gd name="T17" fmla="*/ 77 h 86"/>
              <a:gd name="T18" fmla="*/ 101 w 152"/>
              <a:gd name="T19" fmla="*/ 77 h 86"/>
              <a:gd name="T20" fmla="*/ 103 w 152"/>
              <a:gd name="T21" fmla="*/ 70 h 86"/>
              <a:gd name="T22" fmla="*/ 83 w 152"/>
              <a:gd name="T23" fmla="*/ 83 h 86"/>
              <a:gd name="T24" fmla="*/ 91 w 152"/>
              <a:gd name="T25" fmla="*/ 83 h 86"/>
              <a:gd name="T26" fmla="*/ 93 w 152"/>
              <a:gd name="T27" fmla="*/ 77 h 86"/>
              <a:gd name="T28" fmla="*/ 71 w 152"/>
              <a:gd name="T29" fmla="*/ 84 h 86"/>
              <a:gd name="T30" fmla="*/ 81 w 152"/>
              <a:gd name="T31" fmla="*/ 83 h 86"/>
              <a:gd name="T32" fmla="*/ 48 w 152"/>
              <a:gd name="T33" fmla="*/ 77 h 86"/>
              <a:gd name="T34" fmla="*/ 58 w 152"/>
              <a:gd name="T35" fmla="*/ 59 h 86"/>
              <a:gd name="T36" fmla="*/ 52 w 152"/>
              <a:gd name="T37" fmla="*/ 59 h 86"/>
              <a:gd name="T38" fmla="*/ 42 w 152"/>
              <a:gd name="T39" fmla="*/ 77 h 86"/>
              <a:gd name="T40" fmla="*/ 48 w 152"/>
              <a:gd name="T41" fmla="*/ 77 h 86"/>
              <a:gd name="T42" fmla="*/ 66 w 152"/>
              <a:gd name="T43" fmla="*/ 70 h 86"/>
              <a:gd name="T44" fmla="*/ 62 w 152"/>
              <a:gd name="T45" fmla="*/ 63 h 86"/>
              <a:gd name="T46" fmla="*/ 50 w 152"/>
              <a:gd name="T47" fmla="*/ 75 h 86"/>
              <a:gd name="T48" fmla="*/ 54 w 152"/>
              <a:gd name="T49" fmla="*/ 82 h 86"/>
              <a:gd name="T50" fmla="*/ 70 w 152"/>
              <a:gd name="T51" fmla="*/ 80 h 86"/>
              <a:gd name="T52" fmla="*/ 71 w 152"/>
              <a:gd name="T53" fmla="*/ 72 h 86"/>
              <a:gd name="T54" fmla="*/ 65 w 152"/>
              <a:gd name="T55" fmla="*/ 72 h 86"/>
              <a:gd name="T56" fmla="*/ 59 w 152"/>
              <a:gd name="T57" fmla="*/ 85 h 86"/>
              <a:gd name="T58" fmla="*/ 66 w 152"/>
              <a:gd name="T59" fmla="*/ 84 h 86"/>
              <a:gd name="T60" fmla="*/ 131 w 152"/>
              <a:gd name="T61" fmla="*/ 0 h 86"/>
              <a:gd name="T62" fmla="*/ 126 w 152"/>
              <a:gd name="T63" fmla="*/ 51 h 86"/>
              <a:gd name="T64" fmla="*/ 152 w 152"/>
              <a:gd name="T65" fmla="*/ 41 h 86"/>
              <a:gd name="T66" fmla="*/ 82 w 152"/>
              <a:gd name="T67" fmla="*/ 22 h 86"/>
              <a:gd name="T68" fmla="*/ 75 w 152"/>
              <a:gd name="T69" fmla="*/ 22 h 86"/>
              <a:gd name="T70" fmla="*/ 52 w 152"/>
              <a:gd name="T71" fmla="*/ 33 h 86"/>
              <a:gd name="T72" fmla="*/ 72 w 152"/>
              <a:gd name="T73" fmla="*/ 39 h 86"/>
              <a:gd name="T74" fmla="*/ 112 w 152"/>
              <a:gd name="T75" fmla="*/ 62 h 86"/>
              <a:gd name="T76" fmla="*/ 118 w 152"/>
              <a:gd name="T77" fmla="*/ 54 h 86"/>
              <a:gd name="T78" fmla="*/ 112 w 152"/>
              <a:gd name="T79" fmla="*/ 62 h 86"/>
              <a:gd name="T80" fmla="*/ 38 w 152"/>
              <a:gd name="T81" fmla="*/ 61 h 86"/>
              <a:gd name="T82" fmla="*/ 22 w 152"/>
              <a:gd name="T83" fmla="*/ 57 h 86"/>
              <a:gd name="T84" fmla="*/ 31 w 152"/>
              <a:gd name="T85" fmla="*/ 0 h 86"/>
              <a:gd name="T86" fmla="*/ 36 w 152"/>
              <a:gd name="T87" fmla="*/ 62 h 86"/>
              <a:gd name="T88" fmla="*/ 50 w 152"/>
              <a:gd name="T89" fmla="*/ 2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2" h="86">
                <a:moveTo>
                  <a:pt x="39" y="71"/>
                </a:moveTo>
                <a:cubicBezTo>
                  <a:pt x="38" y="72"/>
                  <a:pt x="37" y="71"/>
                  <a:pt x="36" y="70"/>
                </a:cubicBezTo>
                <a:cubicBezTo>
                  <a:pt x="35" y="69"/>
                  <a:pt x="34" y="68"/>
                  <a:pt x="34" y="67"/>
                </a:cubicBezTo>
                <a:cubicBezTo>
                  <a:pt x="34" y="66"/>
                  <a:pt x="34" y="65"/>
                  <a:pt x="35" y="64"/>
                </a:cubicBezTo>
                <a:cubicBezTo>
                  <a:pt x="41" y="57"/>
                  <a:pt x="41" y="57"/>
                  <a:pt x="41" y="57"/>
                </a:cubicBezTo>
                <a:cubicBezTo>
                  <a:pt x="42" y="56"/>
                  <a:pt x="43" y="56"/>
                  <a:pt x="44" y="56"/>
                </a:cubicBezTo>
                <a:cubicBezTo>
                  <a:pt x="45" y="55"/>
                  <a:pt x="47" y="56"/>
                  <a:pt x="48" y="57"/>
                </a:cubicBezTo>
                <a:cubicBezTo>
                  <a:pt x="49" y="58"/>
                  <a:pt x="49" y="59"/>
                  <a:pt x="49" y="60"/>
                </a:cubicBezTo>
                <a:cubicBezTo>
                  <a:pt x="49" y="61"/>
                  <a:pt x="49" y="62"/>
                  <a:pt x="48" y="63"/>
                </a:cubicBezTo>
                <a:cubicBezTo>
                  <a:pt x="42" y="70"/>
                  <a:pt x="42" y="70"/>
                  <a:pt x="42" y="70"/>
                </a:cubicBezTo>
                <a:cubicBezTo>
                  <a:pt x="41" y="71"/>
                  <a:pt x="40" y="71"/>
                  <a:pt x="39" y="71"/>
                </a:cubicBezTo>
                <a:close/>
                <a:moveTo>
                  <a:pt x="92" y="62"/>
                </a:moveTo>
                <a:cubicBezTo>
                  <a:pt x="92" y="62"/>
                  <a:pt x="104" y="72"/>
                  <a:pt x="107" y="72"/>
                </a:cubicBezTo>
                <a:cubicBezTo>
                  <a:pt x="109" y="72"/>
                  <a:pt x="110" y="72"/>
                  <a:pt x="111" y="70"/>
                </a:cubicBezTo>
                <a:cubicBezTo>
                  <a:pt x="112" y="69"/>
                  <a:pt x="113" y="67"/>
                  <a:pt x="113" y="66"/>
                </a:cubicBezTo>
                <a:cubicBezTo>
                  <a:pt x="113" y="64"/>
                  <a:pt x="112" y="63"/>
                  <a:pt x="112" y="62"/>
                </a:cubicBezTo>
                <a:moveTo>
                  <a:pt x="83" y="68"/>
                </a:moveTo>
                <a:cubicBezTo>
                  <a:pt x="93" y="77"/>
                  <a:pt x="93" y="77"/>
                  <a:pt x="93" y="77"/>
                </a:cubicBezTo>
                <a:cubicBezTo>
                  <a:pt x="94" y="78"/>
                  <a:pt x="96" y="78"/>
                  <a:pt x="97" y="79"/>
                </a:cubicBezTo>
                <a:cubicBezTo>
                  <a:pt x="99" y="79"/>
                  <a:pt x="100" y="78"/>
                  <a:pt x="101" y="77"/>
                </a:cubicBezTo>
                <a:cubicBezTo>
                  <a:pt x="103" y="76"/>
                  <a:pt x="104" y="74"/>
                  <a:pt x="104" y="72"/>
                </a:cubicBezTo>
                <a:cubicBezTo>
                  <a:pt x="103" y="72"/>
                  <a:pt x="103" y="71"/>
                  <a:pt x="103" y="70"/>
                </a:cubicBezTo>
                <a:moveTo>
                  <a:pt x="78" y="78"/>
                </a:moveTo>
                <a:cubicBezTo>
                  <a:pt x="83" y="83"/>
                  <a:pt x="83" y="83"/>
                  <a:pt x="83" y="83"/>
                </a:cubicBezTo>
                <a:cubicBezTo>
                  <a:pt x="84" y="84"/>
                  <a:pt x="85" y="84"/>
                  <a:pt x="87" y="85"/>
                </a:cubicBezTo>
                <a:cubicBezTo>
                  <a:pt x="88" y="85"/>
                  <a:pt x="90" y="84"/>
                  <a:pt x="91" y="83"/>
                </a:cubicBezTo>
                <a:cubicBezTo>
                  <a:pt x="93" y="82"/>
                  <a:pt x="93" y="80"/>
                  <a:pt x="93" y="78"/>
                </a:cubicBezTo>
                <a:cubicBezTo>
                  <a:pt x="93" y="78"/>
                  <a:pt x="93" y="77"/>
                  <a:pt x="93" y="77"/>
                </a:cubicBezTo>
                <a:moveTo>
                  <a:pt x="68" y="82"/>
                </a:moveTo>
                <a:cubicBezTo>
                  <a:pt x="71" y="84"/>
                  <a:pt x="71" y="84"/>
                  <a:pt x="71" y="84"/>
                </a:cubicBezTo>
                <a:cubicBezTo>
                  <a:pt x="72" y="85"/>
                  <a:pt x="74" y="85"/>
                  <a:pt x="76" y="85"/>
                </a:cubicBezTo>
                <a:cubicBezTo>
                  <a:pt x="78" y="85"/>
                  <a:pt x="80" y="84"/>
                  <a:pt x="81" y="83"/>
                </a:cubicBezTo>
                <a:cubicBezTo>
                  <a:pt x="81" y="83"/>
                  <a:pt x="82" y="82"/>
                  <a:pt x="82" y="82"/>
                </a:cubicBezTo>
                <a:moveTo>
                  <a:pt x="48" y="77"/>
                </a:moveTo>
                <a:cubicBezTo>
                  <a:pt x="59" y="65"/>
                  <a:pt x="59" y="65"/>
                  <a:pt x="59" y="65"/>
                </a:cubicBezTo>
                <a:cubicBezTo>
                  <a:pt x="60" y="63"/>
                  <a:pt x="60" y="60"/>
                  <a:pt x="58" y="59"/>
                </a:cubicBezTo>
                <a:cubicBezTo>
                  <a:pt x="57" y="58"/>
                  <a:pt x="56" y="57"/>
                  <a:pt x="55" y="57"/>
                </a:cubicBezTo>
                <a:cubicBezTo>
                  <a:pt x="53" y="58"/>
                  <a:pt x="52" y="58"/>
                  <a:pt x="52" y="59"/>
                </a:cubicBezTo>
                <a:cubicBezTo>
                  <a:pt x="41" y="71"/>
                  <a:pt x="41" y="71"/>
                  <a:pt x="41" y="71"/>
                </a:cubicBezTo>
                <a:cubicBezTo>
                  <a:pt x="40" y="72"/>
                  <a:pt x="40" y="75"/>
                  <a:pt x="42" y="77"/>
                </a:cubicBezTo>
                <a:cubicBezTo>
                  <a:pt x="43" y="78"/>
                  <a:pt x="44" y="78"/>
                  <a:pt x="45" y="78"/>
                </a:cubicBezTo>
                <a:cubicBezTo>
                  <a:pt x="46" y="78"/>
                  <a:pt x="47" y="78"/>
                  <a:pt x="48" y="77"/>
                </a:cubicBezTo>
                <a:close/>
                <a:moveTo>
                  <a:pt x="57" y="81"/>
                </a:moveTo>
                <a:cubicBezTo>
                  <a:pt x="66" y="70"/>
                  <a:pt x="66" y="70"/>
                  <a:pt x="66" y="70"/>
                </a:cubicBezTo>
                <a:cubicBezTo>
                  <a:pt x="68" y="68"/>
                  <a:pt x="68" y="65"/>
                  <a:pt x="66" y="64"/>
                </a:cubicBezTo>
                <a:cubicBezTo>
                  <a:pt x="65" y="63"/>
                  <a:pt x="64" y="62"/>
                  <a:pt x="62" y="63"/>
                </a:cubicBezTo>
                <a:cubicBezTo>
                  <a:pt x="61" y="63"/>
                  <a:pt x="60" y="63"/>
                  <a:pt x="60" y="64"/>
                </a:cubicBezTo>
                <a:cubicBezTo>
                  <a:pt x="50" y="75"/>
                  <a:pt x="50" y="75"/>
                  <a:pt x="50" y="75"/>
                </a:cubicBezTo>
                <a:cubicBezTo>
                  <a:pt x="48" y="77"/>
                  <a:pt x="48" y="79"/>
                  <a:pt x="50" y="81"/>
                </a:cubicBezTo>
                <a:cubicBezTo>
                  <a:pt x="51" y="82"/>
                  <a:pt x="53" y="83"/>
                  <a:pt x="54" y="82"/>
                </a:cubicBezTo>
                <a:cubicBezTo>
                  <a:pt x="55" y="82"/>
                  <a:pt x="56" y="82"/>
                  <a:pt x="57" y="81"/>
                </a:cubicBezTo>
                <a:close/>
                <a:moveTo>
                  <a:pt x="70" y="80"/>
                </a:moveTo>
                <a:cubicBezTo>
                  <a:pt x="71" y="78"/>
                  <a:pt x="71" y="78"/>
                  <a:pt x="71" y="78"/>
                </a:cubicBezTo>
                <a:cubicBezTo>
                  <a:pt x="73" y="76"/>
                  <a:pt x="73" y="73"/>
                  <a:pt x="71" y="72"/>
                </a:cubicBezTo>
                <a:cubicBezTo>
                  <a:pt x="70" y="71"/>
                  <a:pt x="69" y="70"/>
                  <a:pt x="67" y="71"/>
                </a:cubicBezTo>
                <a:cubicBezTo>
                  <a:pt x="66" y="71"/>
                  <a:pt x="65" y="71"/>
                  <a:pt x="65" y="72"/>
                </a:cubicBezTo>
                <a:cubicBezTo>
                  <a:pt x="59" y="78"/>
                  <a:pt x="59" y="78"/>
                  <a:pt x="59" y="78"/>
                </a:cubicBezTo>
                <a:cubicBezTo>
                  <a:pt x="57" y="80"/>
                  <a:pt x="57" y="83"/>
                  <a:pt x="59" y="85"/>
                </a:cubicBezTo>
                <a:cubicBezTo>
                  <a:pt x="60" y="86"/>
                  <a:pt x="62" y="86"/>
                  <a:pt x="63" y="86"/>
                </a:cubicBezTo>
                <a:cubicBezTo>
                  <a:pt x="64" y="86"/>
                  <a:pt x="65" y="85"/>
                  <a:pt x="66" y="84"/>
                </a:cubicBezTo>
                <a:lnTo>
                  <a:pt x="70" y="80"/>
                </a:lnTo>
                <a:close/>
                <a:moveTo>
                  <a:pt x="131" y="0"/>
                </a:moveTo>
                <a:cubicBezTo>
                  <a:pt x="121" y="5"/>
                  <a:pt x="107" y="13"/>
                  <a:pt x="105" y="14"/>
                </a:cubicBezTo>
                <a:cubicBezTo>
                  <a:pt x="107" y="18"/>
                  <a:pt x="116" y="32"/>
                  <a:pt x="126" y="51"/>
                </a:cubicBezTo>
                <a:cubicBezTo>
                  <a:pt x="128" y="54"/>
                  <a:pt x="128" y="54"/>
                  <a:pt x="128" y="54"/>
                </a:cubicBezTo>
                <a:cubicBezTo>
                  <a:pt x="152" y="41"/>
                  <a:pt x="152" y="41"/>
                  <a:pt x="152" y="41"/>
                </a:cubicBezTo>
                <a:moveTo>
                  <a:pt x="108" y="20"/>
                </a:moveTo>
                <a:cubicBezTo>
                  <a:pt x="96" y="15"/>
                  <a:pt x="89" y="22"/>
                  <a:pt x="82" y="22"/>
                </a:cubicBezTo>
                <a:cubicBezTo>
                  <a:pt x="79" y="22"/>
                  <a:pt x="77" y="22"/>
                  <a:pt x="75" y="22"/>
                </a:cubicBezTo>
                <a:cubicBezTo>
                  <a:pt x="75" y="22"/>
                  <a:pt x="75" y="22"/>
                  <a:pt x="75" y="22"/>
                </a:cubicBezTo>
                <a:cubicBezTo>
                  <a:pt x="74" y="22"/>
                  <a:pt x="73" y="23"/>
                  <a:pt x="73" y="23"/>
                </a:cubicBezTo>
                <a:cubicBezTo>
                  <a:pt x="52" y="33"/>
                  <a:pt x="52" y="33"/>
                  <a:pt x="52" y="33"/>
                </a:cubicBezTo>
                <a:cubicBezTo>
                  <a:pt x="43" y="38"/>
                  <a:pt x="52" y="46"/>
                  <a:pt x="55" y="45"/>
                </a:cubicBezTo>
                <a:cubicBezTo>
                  <a:pt x="59" y="44"/>
                  <a:pt x="67" y="41"/>
                  <a:pt x="72" y="39"/>
                </a:cubicBezTo>
                <a:cubicBezTo>
                  <a:pt x="75" y="37"/>
                  <a:pt x="79" y="38"/>
                  <a:pt x="82" y="40"/>
                </a:cubicBezTo>
                <a:cubicBezTo>
                  <a:pt x="91" y="47"/>
                  <a:pt x="110" y="61"/>
                  <a:pt x="112" y="62"/>
                </a:cubicBezTo>
                <a:moveTo>
                  <a:pt x="125" y="49"/>
                </a:moveTo>
                <a:cubicBezTo>
                  <a:pt x="124" y="50"/>
                  <a:pt x="119" y="53"/>
                  <a:pt x="118" y="54"/>
                </a:cubicBezTo>
                <a:cubicBezTo>
                  <a:pt x="118" y="54"/>
                  <a:pt x="117" y="55"/>
                  <a:pt x="116" y="57"/>
                </a:cubicBezTo>
                <a:cubicBezTo>
                  <a:pt x="115" y="59"/>
                  <a:pt x="113" y="62"/>
                  <a:pt x="112" y="62"/>
                </a:cubicBezTo>
                <a:moveTo>
                  <a:pt x="38" y="61"/>
                </a:moveTo>
                <a:cubicBezTo>
                  <a:pt x="38" y="61"/>
                  <a:pt x="38" y="61"/>
                  <a:pt x="38" y="61"/>
                </a:cubicBezTo>
                <a:moveTo>
                  <a:pt x="0" y="39"/>
                </a:moveTo>
                <a:cubicBezTo>
                  <a:pt x="22" y="57"/>
                  <a:pt x="22" y="57"/>
                  <a:pt x="22" y="57"/>
                </a:cubicBezTo>
                <a:cubicBezTo>
                  <a:pt x="53" y="18"/>
                  <a:pt x="53" y="18"/>
                  <a:pt x="53" y="18"/>
                </a:cubicBezTo>
                <a:cubicBezTo>
                  <a:pt x="31" y="0"/>
                  <a:pt x="31" y="0"/>
                  <a:pt x="31" y="0"/>
                </a:cubicBezTo>
                <a:moveTo>
                  <a:pt x="24" y="54"/>
                </a:moveTo>
                <a:cubicBezTo>
                  <a:pt x="30" y="59"/>
                  <a:pt x="36" y="62"/>
                  <a:pt x="36" y="62"/>
                </a:cubicBezTo>
                <a:moveTo>
                  <a:pt x="65" y="27"/>
                </a:moveTo>
                <a:cubicBezTo>
                  <a:pt x="62" y="25"/>
                  <a:pt x="56" y="23"/>
                  <a:pt x="50" y="21"/>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7" name="Freeform 22">
            <a:extLst>
              <a:ext uri="{FF2B5EF4-FFF2-40B4-BE49-F238E27FC236}">
                <a16:creationId xmlns:a16="http://schemas.microsoft.com/office/drawing/2014/main" id="{30AFD99F-F3AC-4234-93BC-243BC854E911}"/>
              </a:ext>
            </a:extLst>
          </p:cNvPr>
          <p:cNvSpPr>
            <a:spLocks noEditPoints="1"/>
          </p:cNvSpPr>
          <p:nvPr/>
        </p:nvSpPr>
        <p:spPr bwMode="auto">
          <a:xfrm>
            <a:off x="4457701" y="3818846"/>
            <a:ext cx="583018" cy="470579"/>
          </a:xfrm>
          <a:custGeom>
            <a:avLst/>
            <a:gdLst>
              <a:gd name="T0" fmla="*/ 117 w 117"/>
              <a:gd name="T1" fmla="*/ 94 h 94"/>
              <a:gd name="T2" fmla="*/ 0 w 117"/>
              <a:gd name="T3" fmla="*/ 94 h 94"/>
              <a:gd name="T4" fmla="*/ 29 w 117"/>
              <a:gd name="T5" fmla="*/ 69 h 94"/>
              <a:gd name="T6" fmla="*/ 13 w 117"/>
              <a:gd name="T7" fmla="*/ 69 h 94"/>
              <a:gd name="T8" fmla="*/ 13 w 117"/>
              <a:gd name="T9" fmla="*/ 94 h 94"/>
              <a:gd name="T10" fmla="*/ 29 w 117"/>
              <a:gd name="T11" fmla="*/ 94 h 94"/>
              <a:gd name="T12" fmla="*/ 29 w 117"/>
              <a:gd name="T13" fmla="*/ 69 h 94"/>
              <a:gd name="T14" fmla="*/ 54 w 117"/>
              <a:gd name="T15" fmla="*/ 44 h 94"/>
              <a:gd name="T16" fmla="*/ 38 w 117"/>
              <a:gd name="T17" fmla="*/ 44 h 94"/>
              <a:gd name="T18" fmla="*/ 38 w 117"/>
              <a:gd name="T19" fmla="*/ 94 h 94"/>
              <a:gd name="T20" fmla="*/ 54 w 117"/>
              <a:gd name="T21" fmla="*/ 94 h 94"/>
              <a:gd name="T22" fmla="*/ 54 w 117"/>
              <a:gd name="T23" fmla="*/ 44 h 94"/>
              <a:gd name="T24" fmla="*/ 79 w 117"/>
              <a:gd name="T25" fmla="*/ 55 h 94"/>
              <a:gd name="T26" fmla="*/ 63 w 117"/>
              <a:gd name="T27" fmla="*/ 55 h 94"/>
              <a:gd name="T28" fmla="*/ 63 w 117"/>
              <a:gd name="T29" fmla="*/ 94 h 94"/>
              <a:gd name="T30" fmla="*/ 79 w 117"/>
              <a:gd name="T31" fmla="*/ 94 h 94"/>
              <a:gd name="T32" fmla="*/ 79 w 117"/>
              <a:gd name="T33" fmla="*/ 55 h 94"/>
              <a:gd name="T34" fmla="*/ 105 w 117"/>
              <a:gd name="T35" fmla="*/ 29 h 94"/>
              <a:gd name="T36" fmla="*/ 88 w 117"/>
              <a:gd name="T37" fmla="*/ 29 h 94"/>
              <a:gd name="T38" fmla="*/ 88 w 117"/>
              <a:gd name="T39" fmla="*/ 94 h 94"/>
              <a:gd name="T40" fmla="*/ 105 w 117"/>
              <a:gd name="T41" fmla="*/ 94 h 94"/>
              <a:gd name="T42" fmla="*/ 105 w 117"/>
              <a:gd name="T43" fmla="*/ 29 h 94"/>
              <a:gd name="T44" fmla="*/ 21 w 117"/>
              <a:gd name="T45" fmla="*/ 41 h 94"/>
              <a:gd name="T46" fmla="*/ 16 w 117"/>
              <a:gd name="T47" fmla="*/ 46 h 94"/>
              <a:gd name="T48" fmla="*/ 21 w 117"/>
              <a:gd name="T49" fmla="*/ 50 h 94"/>
              <a:gd name="T50" fmla="*/ 25 w 117"/>
              <a:gd name="T51" fmla="*/ 46 h 94"/>
              <a:gd name="T52" fmla="*/ 21 w 117"/>
              <a:gd name="T53" fmla="*/ 41 h 94"/>
              <a:gd name="T54" fmla="*/ 46 w 117"/>
              <a:gd name="T55" fmla="*/ 17 h 94"/>
              <a:gd name="T56" fmla="*/ 41 w 117"/>
              <a:gd name="T57" fmla="*/ 21 h 94"/>
              <a:gd name="T58" fmla="*/ 46 w 117"/>
              <a:gd name="T59" fmla="*/ 26 h 94"/>
              <a:gd name="T60" fmla="*/ 51 w 117"/>
              <a:gd name="T61" fmla="*/ 21 h 94"/>
              <a:gd name="T62" fmla="*/ 46 w 117"/>
              <a:gd name="T63" fmla="*/ 17 h 94"/>
              <a:gd name="T64" fmla="*/ 71 w 117"/>
              <a:gd name="T65" fmla="*/ 29 h 94"/>
              <a:gd name="T66" fmla="*/ 67 w 117"/>
              <a:gd name="T67" fmla="*/ 34 h 94"/>
              <a:gd name="T68" fmla="*/ 71 w 117"/>
              <a:gd name="T69" fmla="*/ 38 h 94"/>
              <a:gd name="T70" fmla="*/ 76 w 117"/>
              <a:gd name="T71" fmla="*/ 34 h 94"/>
              <a:gd name="T72" fmla="*/ 71 w 117"/>
              <a:gd name="T73" fmla="*/ 29 h 94"/>
              <a:gd name="T74" fmla="*/ 96 w 117"/>
              <a:gd name="T75" fmla="*/ 0 h 94"/>
              <a:gd name="T76" fmla="*/ 92 w 117"/>
              <a:gd name="T77" fmla="*/ 5 h 94"/>
              <a:gd name="T78" fmla="*/ 96 w 117"/>
              <a:gd name="T79" fmla="*/ 9 h 94"/>
              <a:gd name="T80" fmla="*/ 101 w 117"/>
              <a:gd name="T81" fmla="*/ 5 h 94"/>
              <a:gd name="T82" fmla="*/ 96 w 117"/>
              <a:gd name="T83" fmla="*/ 0 h 94"/>
              <a:gd name="T84" fmla="*/ 74 w 117"/>
              <a:gd name="T85" fmla="*/ 30 h 94"/>
              <a:gd name="T86" fmla="*/ 93 w 117"/>
              <a:gd name="T87" fmla="*/ 8 h 94"/>
              <a:gd name="T88" fmla="*/ 50 w 117"/>
              <a:gd name="T89" fmla="*/ 23 h 94"/>
              <a:gd name="T90" fmla="*/ 67 w 117"/>
              <a:gd name="T91" fmla="*/ 32 h 94"/>
              <a:gd name="T92" fmla="*/ 43 w 117"/>
              <a:gd name="T93" fmla="*/ 25 h 94"/>
              <a:gd name="T94" fmla="*/ 24 w 117"/>
              <a:gd name="T95" fmla="*/ 4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7" h="94">
                <a:moveTo>
                  <a:pt x="117" y="94"/>
                </a:moveTo>
                <a:cubicBezTo>
                  <a:pt x="0" y="94"/>
                  <a:pt x="0" y="94"/>
                  <a:pt x="0" y="94"/>
                </a:cubicBezTo>
                <a:moveTo>
                  <a:pt x="29" y="69"/>
                </a:moveTo>
                <a:cubicBezTo>
                  <a:pt x="13" y="69"/>
                  <a:pt x="13" y="69"/>
                  <a:pt x="13" y="69"/>
                </a:cubicBezTo>
                <a:cubicBezTo>
                  <a:pt x="13" y="94"/>
                  <a:pt x="13" y="94"/>
                  <a:pt x="13" y="94"/>
                </a:cubicBezTo>
                <a:cubicBezTo>
                  <a:pt x="29" y="94"/>
                  <a:pt x="29" y="94"/>
                  <a:pt x="29" y="94"/>
                </a:cubicBezTo>
                <a:lnTo>
                  <a:pt x="29" y="69"/>
                </a:lnTo>
                <a:close/>
                <a:moveTo>
                  <a:pt x="54" y="44"/>
                </a:moveTo>
                <a:cubicBezTo>
                  <a:pt x="38" y="44"/>
                  <a:pt x="38" y="44"/>
                  <a:pt x="38" y="44"/>
                </a:cubicBezTo>
                <a:cubicBezTo>
                  <a:pt x="38" y="94"/>
                  <a:pt x="38" y="94"/>
                  <a:pt x="38" y="94"/>
                </a:cubicBezTo>
                <a:cubicBezTo>
                  <a:pt x="54" y="94"/>
                  <a:pt x="54" y="94"/>
                  <a:pt x="54" y="94"/>
                </a:cubicBezTo>
                <a:lnTo>
                  <a:pt x="54" y="44"/>
                </a:lnTo>
                <a:close/>
                <a:moveTo>
                  <a:pt x="79" y="55"/>
                </a:moveTo>
                <a:cubicBezTo>
                  <a:pt x="63" y="55"/>
                  <a:pt x="63" y="55"/>
                  <a:pt x="63" y="55"/>
                </a:cubicBezTo>
                <a:cubicBezTo>
                  <a:pt x="63" y="94"/>
                  <a:pt x="63" y="94"/>
                  <a:pt x="63" y="94"/>
                </a:cubicBezTo>
                <a:cubicBezTo>
                  <a:pt x="79" y="94"/>
                  <a:pt x="79" y="94"/>
                  <a:pt x="79" y="94"/>
                </a:cubicBezTo>
                <a:lnTo>
                  <a:pt x="79" y="55"/>
                </a:lnTo>
                <a:close/>
                <a:moveTo>
                  <a:pt x="105" y="29"/>
                </a:moveTo>
                <a:cubicBezTo>
                  <a:pt x="88" y="29"/>
                  <a:pt x="88" y="29"/>
                  <a:pt x="88" y="29"/>
                </a:cubicBezTo>
                <a:cubicBezTo>
                  <a:pt x="88" y="94"/>
                  <a:pt x="88" y="94"/>
                  <a:pt x="88" y="94"/>
                </a:cubicBezTo>
                <a:cubicBezTo>
                  <a:pt x="105" y="94"/>
                  <a:pt x="105" y="94"/>
                  <a:pt x="105" y="94"/>
                </a:cubicBezTo>
                <a:lnTo>
                  <a:pt x="105" y="29"/>
                </a:lnTo>
                <a:close/>
                <a:moveTo>
                  <a:pt x="21" y="41"/>
                </a:moveTo>
                <a:cubicBezTo>
                  <a:pt x="18" y="41"/>
                  <a:pt x="16" y="43"/>
                  <a:pt x="16" y="46"/>
                </a:cubicBezTo>
                <a:cubicBezTo>
                  <a:pt x="16" y="48"/>
                  <a:pt x="18" y="50"/>
                  <a:pt x="21" y="50"/>
                </a:cubicBezTo>
                <a:cubicBezTo>
                  <a:pt x="23" y="50"/>
                  <a:pt x="25" y="48"/>
                  <a:pt x="25" y="46"/>
                </a:cubicBezTo>
                <a:cubicBezTo>
                  <a:pt x="25" y="43"/>
                  <a:pt x="23" y="41"/>
                  <a:pt x="21" y="41"/>
                </a:cubicBezTo>
                <a:close/>
                <a:moveTo>
                  <a:pt x="46" y="17"/>
                </a:moveTo>
                <a:cubicBezTo>
                  <a:pt x="43" y="17"/>
                  <a:pt x="41" y="19"/>
                  <a:pt x="41" y="21"/>
                </a:cubicBezTo>
                <a:cubicBezTo>
                  <a:pt x="41" y="24"/>
                  <a:pt x="43" y="26"/>
                  <a:pt x="46" y="26"/>
                </a:cubicBezTo>
                <a:cubicBezTo>
                  <a:pt x="48" y="26"/>
                  <a:pt x="51" y="24"/>
                  <a:pt x="51" y="21"/>
                </a:cubicBezTo>
                <a:cubicBezTo>
                  <a:pt x="51" y="19"/>
                  <a:pt x="48" y="17"/>
                  <a:pt x="46" y="17"/>
                </a:cubicBezTo>
                <a:close/>
                <a:moveTo>
                  <a:pt x="71" y="29"/>
                </a:moveTo>
                <a:cubicBezTo>
                  <a:pt x="69" y="29"/>
                  <a:pt x="67" y="31"/>
                  <a:pt x="67" y="34"/>
                </a:cubicBezTo>
                <a:cubicBezTo>
                  <a:pt x="67" y="36"/>
                  <a:pt x="69" y="38"/>
                  <a:pt x="71" y="38"/>
                </a:cubicBezTo>
                <a:cubicBezTo>
                  <a:pt x="74" y="38"/>
                  <a:pt x="76" y="36"/>
                  <a:pt x="76" y="34"/>
                </a:cubicBezTo>
                <a:cubicBezTo>
                  <a:pt x="76" y="31"/>
                  <a:pt x="74" y="29"/>
                  <a:pt x="71" y="29"/>
                </a:cubicBezTo>
                <a:close/>
                <a:moveTo>
                  <a:pt x="96" y="0"/>
                </a:moveTo>
                <a:cubicBezTo>
                  <a:pt x="94" y="0"/>
                  <a:pt x="92" y="2"/>
                  <a:pt x="92" y="5"/>
                </a:cubicBezTo>
                <a:cubicBezTo>
                  <a:pt x="92" y="7"/>
                  <a:pt x="94" y="9"/>
                  <a:pt x="96" y="9"/>
                </a:cubicBezTo>
                <a:cubicBezTo>
                  <a:pt x="99" y="9"/>
                  <a:pt x="101" y="7"/>
                  <a:pt x="101" y="5"/>
                </a:cubicBezTo>
                <a:cubicBezTo>
                  <a:pt x="101" y="2"/>
                  <a:pt x="99" y="0"/>
                  <a:pt x="96" y="0"/>
                </a:cubicBezTo>
                <a:close/>
                <a:moveTo>
                  <a:pt x="74" y="30"/>
                </a:moveTo>
                <a:cubicBezTo>
                  <a:pt x="93" y="8"/>
                  <a:pt x="93" y="8"/>
                  <a:pt x="93" y="8"/>
                </a:cubicBezTo>
                <a:moveTo>
                  <a:pt x="50" y="23"/>
                </a:moveTo>
                <a:cubicBezTo>
                  <a:pt x="67" y="32"/>
                  <a:pt x="67" y="32"/>
                  <a:pt x="67" y="32"/>
                </a:cubicBezTo>
                <a:moveTo>
                  <a:pt x="43" y="25"/>
                </a:moveTo>
                <a:cubicBezTo>
                  <a:pt x="24" y="42"/>
                  <a:pt x="24" y="42"/>
                  <a:pt x="24" y="42"/>
                </a:cubicBez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8" name="Freeform 23">
            <a:extLst>
              <a:ext uri="{FF2B5EF4-FFF2-40B4-BE49-F238E27FC236}">
                <a16:creationId xmlns:a16="http://schemas.microsoft.com/office/drawing/2014/main" id="{D2BDBD71-AFC3-465B-B7CB-58C83DF05DD9}"/>
              </a:ext>
            </a:extLst>
          </p:cNvPr>
          <p:cNvSpPr>
            <a:spLocks noEditPoints="1"/>
          </p:cNvSpPr>
          <p:nvPr/>
        </p:nvSpPr>
        <p:spPr bwMode="auto">
          <a:xfrm>
            <a:off x="8542338" y="2442921"/>
            <a:ext cx="447675" cy="528880"/>
          </a:xfrm>
          <a:custGeom>
            <a:avLst/>
            <a:gdLst>
              <a:gd name="T0" fmla="*/ 215 w 215"/>
              <a:gd name="T1" fmla="*/ 105 h 254"/>
              <a:gd name="T2" fmla="*/ 215 w 215"/>
              <a:gd name="T3" fmla="*/ 254 h 254"/>
              <a:gd name="T4" fmla="*/ 0 w 215"/>
              <a:gd name="T5" fmla="*/ 254 h 254"/>
              <a:gd name="T6" fmla="*/ 0 w 215"/>
              <a:gd name="T7" fmla="*/ 105 h 254"/>
              <a:gd name="T8" fmla="*/ 215 w 215"/>
              <a:gd name="T9" fmla="*/ 254 h 254"/>
              <a:gd name="T10" fmla="*/ 107 w 215"/>
              <a:gd name="T11" fmla="*/ 180 h 254"/>
              <a:gd name="T12" fmla="*/ 0 w 215"/>
              <a:gd name="T13" fmla="*/ 254 h 254"/>
              <a:gd name="T14" fmla="*/ 215 w 215"/>
              <a:gd name="T15" fmla="*/ 105 h 254"/>
              <a:gd name="T16" fmla="*/ 143 w 215"/>
              <a:gd name="T17" fmla="*/ 180 h 254"/>
              <a:gd name="T18" fmla="*/ 0 w 215"/>
              <a:gd name="T19" fmla="*/ 105 h 254"/>
              <a:gd name="T20" fmla="*/ 74 w 215"/>
              <a:gd name="T21" fmla="*/ 180 h 254"/>
              <a:gd name="T22" fmla="*/ 189 w 215"/>
              <a:gd name="T23" fmla="*/ 101 h 254"/>
              <a:gd name="T24" fmla="*/ 189 w 215"/>
              <a:gd name="T25" fmla="*/ 48 h 254"/>
              <a:gd name="T26" fmla="*/ 143 w 215"/>
              <a:gd name="T27" fmla="*/ 0 h 254"/>
              <a:gd name="T28" fmla="*/ 26 w 215"/>
              <a:gd name="T29" fmla="*/ 0 h 254"/>
              <a:gd name="T30" fmla="*/ 26 w 215"/>
              <a:gd name="T31" fmla="*/ 101 h 254"/>
              <a:gd name="T32" fmla="*/ 189 w 215"/>
              <a:gd name="T33" fmla="*/ 48 h 254"/>
              <a:gd name="T34" fmla="*/ 143 w 215"/>
              <a:gd name="T35" fmla="*/ 0 h 254"/>
              <a:gd name="T36" fmla="*/ 143 w 215"/>
              <a:gd name="T37" fmla="*/ 48 h 254"/>
              <a:gd name="T38" fmla="*/ 189 w 215"/>
              <a:gd name="T39" fmla="*/ 48 h 254"/>
              <a:gd name="T40" fmla="*/ 71 w 215"/>
              <a:gd name="T41" fmla="*/ 74 h 254"/>
              <a:gd name="T42" fmla="*/ 50 w 215"/>
              <a:gd name="T43" fmla="*/ 74 h 254"/>
              <a:gd name="T44" fmla="*/ 160 w 215"/>
              <a:gd name="T45" fmla="*/ 74 h 254"/>
              <a:gd name="T46" fmla="*/ 95 w 215"/>
              <a:gd name="T47" fmla="*/ 74 h 254"/>
              <a:gd name="T48" fmla="*/ 50 w 215"/>
              <a:gd name="T49" fmla="*/ 98 h 254"/>
              <a:gd name="T50" fmla="*/ 112 w 215"/>
              <a:gd name="T51" fmla="*/ 98 h 254"/>
              <a:gd name="T52" fmla="*/ 160 w 215"/>
              <a:gd name="T53" fmla="*/ 98 h 254"/>
              <a:gd name="T54" fmla="*/ 136 w 215"/>
              <a:gd name="T55" fmla="*/ 98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5" h="254">
                <a:moveTo>
                  <a:pt x="215" y="105"/>
                </a:moveTo>
                <a:lnTo>
                  <a:pt x="215" y="254"/>
                </a:lnTo>
                <a:lnTo>
                  <a:pt x="0" y="254"/>
                </a:lnTo>
                <a:lnTo>
                  <a:pt x="0" y="105"/>
                </a:lnTo>
                <a:moveTo>
                  <a:pt x="215" y="254"/>
                </a:moveTo>
                <a:lnTo>
                  <a:pt x="107" y="180"/>
                </a:lnTo>
                <a:lnTo>
                  <a:pt x="0" y="254"/>
                </a:lnTo>
                <a:moveTo>
                  <a:pt x="215" y="105"/>
                </a:moveTo>
                <a:lnTo>
                  <a:pt x="143" y="180"/>
                </a:lnTo>
                <a:moveTo>
                  <a:pt x="0" y="105"/>
                </a:moveTo>
                <a:lnTo>
                  <a:pt x="74" y="180"/>
                </a:lnTo>
                <a:moveTo>
                  <a:pt x="189" y="101"/>
                </a:moveTo>
                <a:lnTo>
                  <a:pt x="189" y="48"/>
                </a:lnTo>
                <a:moveTo>
                  <a:pt x="143" y="0"/>
                </a:moveTo>
                <a:lnTo>
                  <a:pt x="26" y="0"/>
                </a:lnTo>
                <a:lnTo>
                  <a:pt x="26" y="101"/>
                </a:lnTo>
                <a:moveTo>
                  <a:pt x="189" y="48"/>
                </a:moveTo>
                <a:lnTo>
                  <a:pt x="143" y="0"/>
                </a:lnTo>
                <a:lnTo>
                  <a:pt x="143" y="48"/>
                </a:lnTo>
                <a:lnTo>
                  <a:pt x="189" y="48"/>
                </a:lnTo>
                <a:moveTo>
                  <a:pt x="71" y="74"/>
                </a:moveTo>
                <a:lnTo>
                  <a:pt x="50" y="74"/>
                </a:lnTo>
                <a:moveTo>
                  <a:pt x="160" y="74"/>
                </a:moveTo>
                <a:lnTo>
                  <a:pt x="95" y="74"/>
                </a:lnTo>
                <a:moveTo>
                  <a:pt x="50" y="98"/>
                </a:moveTo>
                <a:lnTo>
                  <a:pt x="112" y="98"/>
                </a:lnTo>
                <a:moveTo>
                  <a:pt x="160" y="98"/>
                </a:moveTo>
                <a:lnTo>
                  <a:pt x="136" y="98"/>
                </a:lnTo>
              </a:path>
            </a:pathLst>
          </a:custGeom>
          <a:noFill/>
          <a:ln w="19050"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49" name="Text Placeholder 17">
            <a:extLst>
              <a:ext uri="{FF2B5EF4-FFF2-40B4-BE49-F238E27FC236}">
                <a16:creationId xmlns:a16="http://schemas.microsoft.com/office/drawing/2014/main" id="{FE40E126-6B8C-4FE0-9380-8ADE4DDE0B02}"/>
              </a:ext>
            </a:extLst>
          </p:cNvPr>
          <p:cNvSpPr txBox="1">
            <a:spLocks/>
          </p:cNvSpPr>
          <p:nvPr/>
        </p:nvSpPr>
        <p:spPr>
          <a:xfrm>
            <a:off x="2567349" y="5727417"/>
            <a:ext cx="1716952" cy="61242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51" name="Text Placeholder 17">
            <a:extLst>
              <a:ext uri="{FF2B5EF4-FFF2-40B4-BE49-F238E27FC236}">
                <a16:creationId xmlns:a16="http://schemas.microsoft.com/office/drawing/2014/main" id="{C8C27D2E-D482-4862-B113-A0D322EE91BF}"/>
              </a:ext>
            </a:extLst>
          </p:cNvPr>
          <p:cNvSpPr txBox="1">
            <a:spLocks/>
          </p:cNvSpPr>
          <p:nvPr/>
        </p:nvSpPr>
        <p:spPr>
          <a:xfrm>
            <a:off x="5249589" y="5727417"/>
            <a:ext cx="1716952" cy="61242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52" name="Text Placeholder 17">
            <a:extLst>
              <a:ext uri="{FF2B5EF4-FFF2-40B4-BE49-F238E27FC236}">
                <a16:creationId xmlns:a16="http://schemas.microsoft.com/office/drawing/2014/main" id="{94FA8B74-54C6-4DDF-A5F6-385BE5B961F9}"/>
              </a:ext>
            </a:extLst>
          </p:cNvPr>
          <p:cNvSpPr txBox="1">
            <a:spLocks/>
          </p:cNvSpPr>
          <p:nvPr/>
        </p:nvSpPr>
        <p:spPr>
          <a:xfrm>
            <a:off x="7878489" y="5727417"/>
            <a:ext cx="1716952" cy="61242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53" name="Text Placeholder 17">
            <a:extLst>
              <a:ext uri="{FF2B5EF4-FFF2-40B4-BE49-F238E27FC236}">
                <a16:creationId xmlns:a16="http://schemas.microsoft.com/office/drawing/2014/main" id="{5E12C24C-5D28-4D2E-AC71-5320690D994B}"/>
              </a:ext>
            </a:extLst>
          </p:cNvPr>
          <p:cNvSpPr txBox="1">
            <a:spLocks/>
          </p:cNvSpPr>
          <p:nvPr/>
        </p:nvSpPr>
        <p:spPr>
          <a:xfrm>
            <a:off x="3900850" y="596601"/>
            <a:ext cx="1716952" cy="61242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
        <p:nvSpPr>
          <p:cNvPr id="59" name="Text Placeholder 17">
            <a:extLst>
              <a:ext uri="{FF2B5EF4-FFF2-40B4-BE49-F238E27FC236}">
                <a16:creationId xmlns:a16="http://schemas.microsoft.com/office/drawing/2014/main" id="{ED182383-C500-4BF9-B13B-2D718E2A0DA4}"/>
              </a:ext>
            </a:extLst>
          </p:cNvPr>
          <p:cNvSpPr txBox="1">
            <a:spLocks/>
          </p:cNvSpPr>
          <p:nvPr/>
        </p:nvSpPr>
        <p:spPr>
          <a:xfrm>
            <a:off x="6569437" y="596601"/>
            <a:ext cx="1716952" cy="61242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altLang="ru-UA" sz="1200"/>
              <a:t>Lorem ipsum dolor sit amet, </a:t>
            </a:r>
            <a:r>
              <a:rPr lang="en-US" altLang="ru-UA" sz="1200" err="1"/>
              <a:t>consectetur</a:t>
            </a:r>
            <a:r>
              <a:rPr lang="en-US" altLang="ru-UA" sz="1200"/>
              <a:t> </a:t>
            </a:r>
            <a:r>
              <a:rPr lang="en-US" altLang="ru-UA" sz="1200" err="1"/>
              <a:t>adipiscing</a:t>
            </a:r>
            <a:r>
              <a:rPr lang="en-US" altLang="ru-UA" sz="1200"/>
              <a:t> </a:t>
            </a:r>
            <a:r>
              <a:rPr lang="en-US" altLang="ru-UA" sz="1200" err="1"/>
              <a:t>elit</a:t>
            </a:r>
            <a:r>
              <a:rPr lang="en-US" altLang="ru-UA" sz="1200"/>
              <a:t>, sed do</a:t>
            </a:r>
            <a:endParaRPr lang="ru-RU" altLang="ru-UA" sz="1200"/>
          </a:p>
        </p:txBody>
      </p:sp>
    </p:spTree>
    <p:extLst>
      <p:ext uri="{BB962C8B-B14F-4D97-AF65-F5344CB8AC3E}">
        <p14:creationId xmlns:p14="http://schemas.microsoft.com/office/powerpoint/2010/main" val="125735219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750"/>
                                            <p:tgtEl>
                                              <p:spTgt spid="2"/>
                                            </p:tgtEl>
                                          </p:cBhvr>
                                        </p:animEffect>
                                      </p:childTnLst>
                                    </p:cTn>
                                  </p:par>
                                  <p:par>
                                    <p:cTn id="8" presetID="22" presetClass="entr" presetSubtype="8" fill="hold" grpId="0" nodeType="withEffect">
                                      <p:stCondLst>
                                        <p:cond delay="20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750"/>
                                            <p:tgtEl>
                                              <p:spTgt spid="12"/>
                                            </p:tgtEl>
                                          </p:cBhvr>
                                        </p:animEffect>
                                      </p:childTnLst>
                                    </p:cTn>
                                  </p:par>
                                  <p:par>
                                    <p:cTn id="11" presetID="22" presetClass="entr" presetSubtype="8" fill="hold" nodeType="withEffect">
                                      <p:stCondLst>
                                        <p:cond delay="400"/>
                                      </p:stCondLst>
                                      <p:childTnLst>
                                        <p:set>
                                          <p:cBhvr>
                                            <p:cTn id="12" dur="1" fill="hold">
                                              <p:stCondLst>
                                                <p:cond delay="0"/>
                                              </p:stCondLst>
                                            </p:cTn>
                                            <p:tgtEl>
                                              <p:spTgt spid="3"/>
                                            </p:tgtEl>
                                            <p:attrNameLst>
                                              <p:attrName>style.visibility</p:attrName>
                                            </p:attrNameLst>
                                          </p:cBhvr>
                                          <p:to>
                                            <p:strVal val="visible"/>
                                          </p:to>
                                        </p:set>
                                        <p:animEffect transition="in" filter="wipe(left)">
                                          <p:cBhvr>
                                            <p:cTn id="13" dur="750"/>
                                            <p:tgtEl>
                                              <p:spTgt spid="3"/>
                                            </p:tgtEl>
                                          </p:cBhvr>
                                        </p:animEffect>
                                      </p:childTnLst>
                                    </p:cTn>
                                  </p:par>
                                  <p:par>
                                    <p:cTn id="14" presetID="22" presetClass="entr" presetSubtype="8" fill="hold" grpId="0" nodeType="withEffect">
                                      <p:stCondLst>
                                        <p:cond delay="600"/>
                                      </p:stCondLst>
                                      <p:childTnLst>
                                        <p:set>
                                          <p:cBhvr>
                                            <p:cTn id="15" dur="1" fill="hold">
                                              <p:stCondLst>
                                                <p:cond delay="0"/>
                                              </p:stCondLst>
                                            </p:cTn>
                                            <p:tgtEl>
                                              <p:spTgt spid="10"/>
                                            </p:tgtEl>
                                            <p:attrNameLst>
                                              <p:attrName>style.visibility</p:attrName>
                                            </p:attrNameLst>
                                          </p:cBhvr>
                                          <p:to>
                                            <p:strVal val="visible"/>
                                          </p:to>
                                        </p:set>
                                        <p:animEffect transition="in" filter="wipe(left)">
                                          <p:cBhvr>
                                            <p:cTn id="16" dur="750"/>
                                            <p:tgtEl>
                                              <p:spTgt spid="10"/>
                                            </p:tgtEl>
                                          </p:cBhvr>
                                        </p:animEffect>
                                      </p:childTnLst>
                                    </p:cTn>
                                  </p:par>
                                  <p:par>
                                    <p:cTn id="17" presetID="22" presetClass="entr" presetSubtype="8" fill="hold" nodeType="withEffect">
                                      <p:stCondLst>
                                        <p:cond delay="800"/>
                                      </p:stCondLst>
                                      <p:childTnLst>
                                        <p:set>
                                          <p:cBhvr>
                                            <p:cTn id="18" dur="1" fill="hold">
                                              <p:stCondLst>
                                                <p:cond delay="0"/>
                                              </p:stCondLst>
                                            </p:cTn>
                                            <p:tgtEl>
                                              <p:spTgt spid="4"/>
                                            </p:tgtEl>
                                            <p:attrNameLst>
                                              <p:attrName>style.visibility</p:attrName>
                                            </p:attrNameLst>
                                          </p:cBhvr>
                                          <p:to>
                                            <p:strVal val="visible"/>
                                          </p:to>
                                        </p:set>
                                        <p:animEffect transition="in" filter="wipe(left)">
                                          <p:cBhvr>
                                            <p:cTn id="19" dur="750"/>
                                            <p:tgtEl>
                                              <p:spTgt spid="4"/>
                                            </p:tgtEl>
                                          </p:cBhvr>
                                        </p:animEffect>
                                      </p:childTnLst>
                                    </p:cTn>
                                  </p:par>
                                  <p:par>
                                    <p:cTn id="20" presetID="2" presetClass="entr" presetSubtype="4" fill="hold" nodeType="withEffect" p14:presetBounceEnd="67000">
                                      <p:stCondLst>
                                        <p:cond delay="100"/>
                                      </p:stCondLst>
                                      <p:childTnLst>
                                        <p:set>
                                          <p:cBhvr>
                                            <p:cTn id="21" dur="1" fill="hold">
                                              <p:stCondLst>
                                                <p:cond delay="0"/>
                                              </p:stCondLst>
                                            </p:cTn>
                                            <p:tgtEl>
                                              <p:spTgt spid="33"/>
                                            </p:tgtEl>
                                            <p:attrNameLst>
                                              <p:attrName>style.visibility</p:attrName>
                                            </p:attrNameLst>
                                          </p:cBhvr>
                                          <p:to>
                                            <p:strVal val="visible"/>
                                          </p:to>
                                        </p:set>
                                        <p:anim calcmode="lin" valueType="num" p14:bounceEnd="67000">
                                          <p:cBhvr additive="base">
                                            <p:cTn id="22" dur="1000" fill="hold"/>
                                            <p:tgtEl>
                                              <p:spTgt spid="33"/>
                                            </p:tgtEl>
                                            <p:attrNameLst>
                                              <p:attrName>ppt_x</p:attrName>
                                            </p:attrNameLst>
                                          </p:cBhvr>
                                          <p:tavLst>
                                            <p:tav tm="0">
                                              <p:val>
                                                <p:strVal val="#ppt_x"/>
                                              </p:val>
                                            </p:tav>
                                            <p:tav tm="100000">
                                              <p:val>
                                                <p:strVal val="#ppt_x"/>
                                              </p:val>
                                            </p:tav>
                                          </p:tavLst>
                                        </p:anim>
                                        <p:anim calcmode="lin" valueType="num" p14:bounceEnd="67000">
                                          <p:cBhvr additive="base">
                                            <p:cTn id="23" dur="1000" fill="hold"/>
                                            <p:tgtEl>
                                              <p:spTgt spid="33"/>
                                            </p:tgtEl>
                                            <p:attrNameLst>
                                              <p:attrName>ppt_y</p:attrName>
                                            </p:attrNameLst>
                                          </p:cBhvr>
                                          <p:tavLst>
                                            <p:tav tm="0">
                                              <p:val>
                                                <p:strVal val="1+#ppt_h/2"/>
                                              </p:val>
                                            </p:tav>
                                            <p:tav tm="100000">
                                              <p:val>
                                                <p:strVal val="#ppt_y"/>
                                              </p:val>
                                            </p:tav>
                                          </p:tavLst>
                                        </p:anim>
                                      </p:childTnLst>
                                    </p:cTn>
                                  </p:par>
                                  <p:par>
                                    <p:cTn id="24" presetID="2" presetClass="entr" presetSubtype="1" fill="hold" nodeType="withEffect" p14:presetBounceEnd="67000">
                                      <p:stCondLst>
                                        <p:cond delay="400"/>
                                      </p:stCondLst>
                                      <p:childTnLst>
                                        <p:set>
                                          <p:cBhvr>
                                            <p:cTn id="25" dur="1" fill="hold">
                                              <p:stCondLst>
                                                <p:cond delay="0"/>
                                              </p:stCondLst>
                                            </p:cTn>
                                            <p:tgtEl>
                                              <p:spTgt spid="42"/>
                                            </p:tgtEl>
                                            <p:attrNameLst>
                                              <p:attrName>style.visibility</p:attrName>
                                            </p:attrNameLst>
                                          </p:cBhvr>
                                          <p:to>
                                            <p:strVal val="visible"/>
                                          </p:to>
                                        </p:set>
                                        <p:anim calcmode="lin" valueType="num" p14:bounceEnd="67000">
                                          <p:cBhvr additive="base">
                                            <p:cTn id="26" dur="1000" fill="hold"/>
                                            <p:tgtEl>
                                              <p:spTgt spid="42"/>
                                            </p:tgtEl>
                                            <p:attrNameLst>
                                              <p:attrName>ppt_x</p:attrName>
                                            </p:attrNameLst>
                                          </p:cBhvr>
                                          <p:tavLst>
                                            <p:tav tm="0">
                                              <p:val>
                                                <p:strVal val="#ppt_x"/>
                                              </p:val>
                                            </p:tav>
                                            <p:tav tm="100000">
                                              <p:val>
                                                <p:strVal val="#ppt_x"/>
                                              </p:val>
                                            </p:tav>
                                          </p:tavLst>
                                        </p:anim>
                                        <p:anim calcmode="lin" valueType="num" p14:bounceEnd="67000">
                                          <p:cBhvr additive="base">
                                            <p:cTn id="27" dur="1000" fill="hold"/>
                                            <p:tgtEl>
                                              <p:spTgt spid="42"/>
                                            </p:tgtEl>
                                            <p:attrNameLst>
                                              <p:attrName>ppt_y</p:attrName>
                                            </p:attrNameLst>
                                          </p:cBhvr>
                                          <p:tavLst>
                                            <p:tav tm="0">
                                              <p:val>
                                                <p:strVal val="0-#ppt_h/2"/>
                                              </p:val>
                                            </p:tav>
                                            <p:tav tm="100000">
                                              <p:val>
                                                <p:strVal val="#ppt_y"/>
                                              </p:val>
                                            </p:tav>
                                          </p:tavLst>
                                        </p:anim>
                                      </p:childTnLst>
                                    </p:cTn>
                                  </p:par>
                                  <p:par>
                                    <p:cTn id="28" presetID="2" presetClass="entr" presetSubtype="4" fill="hold" nodeType="withEffect" p14:presetBounceEnd="67000">
                                      <p:stCondLst>
                                        <p:cond delay="700"/>
                                      </p:stCondLst>
                                      <p:childTnLst>
                                        <p:set>
                                          <p:cBhvr>
                                            <p:cTn id="29" dur="1" fill="hold">
                                              <p:stCondLst>
                                                <p:cond delay="0"/>
                                              </p:stCondLst>
                                            </p:cTn>
                                            <p:tgtEl>
                                              <p:spTgt spid="36"/>
                                            </p:tgtEl>
                                            <p:attrNameLst>
                                              <p:attrName>style.visibility</p:attrName>
                                            </p:attrNameLst>
                                          </p:cBhvr>
                                          <p:to>
                                            <p:strVal val="visible"/>
                                          </p:to>
                                        </p:set>
                                        <p:anim calcmode="lin" valueType="num" p14:bounceEnd="67000">
                                          <p:cBhvr additive="base">
                                            <p:cTn id="30" dur="1000" fill="hold"/>
                                            <p:tgtEl>
                                              <p:spTgt spid="36"/>
                                            </p:tgtEl>
                                            <p:attrNameLst>
                                              <p:attrName>ppt_x</p:attrName>
                                            </p:attrNameLst>
                                          </p:cBhvr>
                                          <p:tavLst>
                                            <p:tav tm="0">
                                              <p:val>
                                                <p:strVal val="#ppt_x"/>
                                              </p:val>
                                            </p:tav>
                                            <p:tav tm="100000">
                                              <p:val>
                                                <p:strVal val="#ppt_x"/>
                                              </p:val>
                                            </p:tav>
                                          </p:tavLst>
                                        </p:anim>
                                        <p:anim calcmode="lin" valueType="num" p14:bounceEnd="67000">
                                          <p:cBhvr additive="base">
                                            <p:cTn id="31" dur="1000" fill="hold"/>
                                            <p:tgtEl>
                                              <p:spTgt spid="36"/>
                                            </p:tgtEl>
                                            <p:attrNameLst>
                                              <p:attrName>ppt_y</p:attrName>
                                            </p:attrNameLst>
                                          </p:cBhvr>
                                          <p:tavLst>
                                            <p:tav tm="0">
                                              <p:val>
                                                <p:strVal val="1+#ppt_h/2"/>
                                              </p:val>
                                            </p:tav>
                                            <p:tav tm="100000">
                                              <p:val>
                                                <p:strVal val="#ppt_y"/>
                                              </p:val>
                                            </p:tav>
                                          </p:tavLst>
                                        </p:anim>
                                      </p:childTnLst>
                                    </p:cTn>
                                  </p:par>
                                  <p:par>
                                    <p:cTn id="32" presetID="2" presetClass="entr" presetSubtype="1" fill="hold" nodeType="withEffect" p14:presetBounceEnd="67000">
                                      <p:stCondLst>
                                        <p:cond delay="1000"/>
                                      </p:stCondLst>
                                      <p:childTnLst>
                                        <p:set>
                                          <p:cBhvr>
                                            <p:cTn id="33" dur="1" fill="hold">
                                              <p:stCondLst>
                                                <p:cond delay="0"/>
                                              </p:stCondLst>
                                            </p:cTn>
                                            <p:tgtEl>
                                              <p:spTgt spid="45"/>
                                            </p:tgtEl>
                                            <p:attrNameLst>
                                              <p:attrName>style.visibility</p:attrName>
                                            </p:attrNameLst>
                                          </p:cBhvr>
                                          <p:to>
                                            <p:strVal val="visible"/>
                                          </p:to>
                                        </p:set>
                                        <p:anim calcmode="lin" valueType="num" p14:bounceEnd="67000">
                                          <p:cBhvr additive="base">
                                            <p:cTn id="34" dur="1000" fill="hold"/>
                                            <p:tgtEl>
                                              <p:spTgt spid="45"/>
                                            </p:tgtEl>
                                            <p:attrNameLst>
                                              <p:attrName>ppt_x</p:attrName>
                                            </p:attrNameLst>
                                          </p:cBhvr>
                                          <p:tavLst>
                                            <p:tav tm="0">
                                              <p:val>
                                                <p:strVal val="#ppt_x"/>
                                              </p:val>
                                            </p:tav>
                                            <p:tav tm="100000">
                                              <p:val>
                                                <p:strVal val="#ppt_x"/>
                                              </p:val>
                                            </p:tav>
                                          </p:tavLst>
                                        </p:anim>
                                        <p:anim calcmode="lin" valueType="num" p14:bounceEnd="67000">
                                          <p:cBhvr additive="base">
                                            <p:cTn id="35" dur="1000" fill="hold"/>
                                            <p:tgtEl>
                                              <p:spTgt spid="45"/>
                                            </p:tgtEl>
                                            <p:attrNameLst>
                                              <p:attrName>ppt_y</p:attrName>
                                            </p:attrNameLst>
                                          </p:cBhvr>
                                          <p:tavLst>
                                            <p:tav tm="0">
                                              <p:val>
                                                <p:strVal val="0-#ppt_h/2"/>
                                              </p:val>
                                            </p:tav>
                                            <p:tav tm="100000">
                                              <p:val>
                                                <p:strVal val="#ppt_y"/>
                                              </p:val>
                                            </p:tav>
                                          </p:tavLst>
                                        </p:anim>
                                      </p:childTnLst>
                                    </p:cTn>
                                  </p:par>
                                  <p:par>
                                    <p:cTn id="36" presetID="2" presetClass="entr" presetSubtype="4" fill="hold" nodeType="withEffect" p14:presetBounceEnd="67000">
                                      <p:stCondLst>
                                        <p:cond delay="1300"/>
                                      </p:stCondLst>
                                      <p:childTnLst>
                                        <p:set>
                                          <p:cBhvr>
                                            <p:cTn id="37" dur="1" fill="hold">
                                              <p:stCondLst>
                                                <p:cond delay="0"/>
                                              </p:stCondLst>
                                            </p:cTn>
                                            <p:tgtEl>
                                              <p:spTgt spid="39"/>
                                            </p:tgtEl>
                                            <p:attrNameLst>
                                              <p:attrName>style.visibility</p:attrName>
                                            </p:attrNameLst>
                                          </p:cBhvr>
                                          <p:to>
                                            <p:strVal val="visible"/>
                                          </p:to>
                                        </p:set>
                                        <p:anim calcmode="lin" valueType="num" p14:bounceEnd="67000">
                                          <p:cBhvr additive="base">
                                            <p:cTn id="38" dur="1000" fill="hold"/>
                                            <p:tgtEl>
                                              <p:spTgt spid="39"/>
                                            </p:tgtEl>
                                            <p:attrNameLst>
                                              <p:attrName>ppt_x</p:attrName>
                                            </p:attrNameLst>
                                          </p:cBhvr>
                                          <p:tavLst>
                                            <p:tav tm="0">
                                              <p:val>
                                                <p:strVal val="#ppt_x"/>
                                              </p:val>
                                            </p:tav>
                                            <p:tav tm="100000">
                                              <p:val>
                                                <p:strVal val="#ppt_x"/>
                                              </p:val>
                                            </p:tav>
                                          </p:tavLst>
                                        </p:anim>
                                        <p:anim calcmode="lin" valueType="num" p14:bounceEnd="67000">
                                          <p:cBhvr additive="base">
                                            <p:cTn id="39" dur="1000" fill="hold"/>
                                            <p:tgtEl>
                                              <p:spTgt spid="39"/>
                                            </p:tgtEl>
                                            <p:attrNameLst>
                                              <p:attrName>ppt_y</p:attrName>
                                            </p:attrNameLst>
                                          </p:cBhvr>
                                          <p:tavLst>
                                            <p:tav tm="0">
                                              <p:val>
                                                <p:strVal val="1+#ppt_h/2"/>
                                              </p:val>
                                            </p:tav>
                                            <p:tav tm="100000">
                                              <p:val>
                                                <p:strVal val="#ppt_y"/>
                                              </p:val>
                                            </p:tav>
                                          </p:tavLst>
                                        </p:anim>
                                      </p:childTnLst>
                                    </p:cTn>
                                  </p:par>
                                  <p:par>
                                    <p:cTn id="40" presetID="53" presetClass="entr" presetSubtype="16" fill="hold" grpId="0" nodeType="withEffect">
                                      <p:stCondLst>
                                        <p:cond delay="200"/>
                                      </p:stCondLst>
                                      <p:childTnLst>
                                        <p:set>
                                          <p:cBhvr>
                                            <p:cTn id="41" dur="1" fill="hold">
                                              <p:stCondLst>
                                                <p:cond delay="0"/>
                                              </p:stCondLst>
                                            </p:cTn>
                                            <p:tgtEl>
                                              <p:spTgt spid="56"/>
                                            </p:tgtEl>
                                            <p:attrNameLst>
                                              <p:attrName>style.visibility</p:attrName>
                                            </p:attrNameLst>
                                          </p:cBhvr>
                                          <p:to>
                                            <p:strVal val="visible"/>
                                          </p:to>
                                        </p:set>
                                        <p:anim calcmode="lin" valueType="num">
                                          <p:cBhvr>
                                            <p:cTn id="42" dur="750" fill="hold"/>
                                            <p:tgtEl>
                                              <p:spTgt spid="56"/>
                                            </p:tgtEl>
                                            <p:attrNameLst>
                                              <p:attrName>ppt_w</p:attrName>
                                            </p:attrNameLst>
                                          </p:cBhvr>
                                          <p:tavLst>
                                            <p:tav tm="0">
                                              <p:val>
                                                <p:fltVal val="0"/>
                                              </p:val>
                                            </p:tav>
                                            <p:tav tm="100000">
                                              <p:val>
                                                <p:strVal val="#ppt_w"/>
                                              </p:val>
                                            </p:tav>
                                          </p:tavLst>
                                        </p:anim>
                                        <p:anim calcmode="lin" valueType="num">
                                          <p:cBhvr>
                                            <p:cTn id="43" dur="750" fill="hold"/>
                                            <p:tgtEl>
                                              <p:spTgt spid="56"/>
                                            </p:tgtEl>
                                            <p:attrNameLst>
                                              <p:attrName>ppt_h</p:attrName>
                                            </p:attrNameLst>
                                          </p:cBhvr>
                                          <p:tavLst>
                                            <p:tav tm="0">
                                              <p:val>
                                                <p:fltVal val="0"/>
                                              </p:val>
                                            </p:tav>
                                            <p:tav tm="100000">
                                              <p:val>
                                                <p:strVal val="#ppt_h"/>
                                              </p:val>
                                            </p:tav>
                                          </p:tavLst>
                                        </p:anim>
                                        <p:animEffect transition="in" filter="fade">
                                          <p:cBhvr>
                                            <p:cTn id="44" dur="750"/>
                                            <p:tgtEl>
                                              <p:spTgt spid="56"/>
                                            </p:tgtEl>
                                          </p:cBhvr>
                                        </p:animEffect>
                                      </p:childTnLst>
                                    </p:cTn>
                                  </p:par>
                                  <p:par>
                                    <p:cTn id="45" presetID="53" presetClass="entr" presetSubtype="16" fill="hold" grpId="0" nodeType="withEffect">
                                      <p:stCondLst>
                                        <p:cond delay="400"/>
                                      </p:stCondLst>
                                      <p:childTnLst>
                                        <p:set>
                                          <p:cBhvr>
                                            <p:cTn id="46" dur="1" fill="hold">
                                              <p:stCondLst>
                                                <p:cond delay="0"/>
                                              </p:stCondLst>
                                            </p:cTn>
                                            <p:tgtEl>
                                              <p:spTgt spid="57"/>
                                            </p:tgtEl>
                                            <p:attrNameLst>
                                              <p:attrName>style.visibility</p:attrName>
                                            </p:attrNameLst>
                                          </p:cBhvr>
                                          <p:to>
                                            <p:strVal val="visible"/>
                                          </p:to>
                                        </p:set>
                                        <p:anim calcmode="lin" valueType="num">
                                          <p:cBhvr>
                                            <p:cTn id="47" dur="750" fill="hold"/>
                                            <p:tgtEl>
                                              <p:spTgt spid="57"/>
                                            </p:tgtEl>
                                            <p:attrNameLst>
                                              <p:attrName>ppt_w</p:attrName>
                                            </p:attrNameLst>
                                          </p:cBhvr>
                                          <p:tavLst>
                                            <p:tav tm="0">
                                              <p:val>
                                                <p:fltVal val="0"/>
                                              </p:val>
                                            </p:tav>
                                            <p:tav tm="100000">
                                              <p:val>
                                                <p:strVal val="#ppt_w"/>
                                              </p:val>
                                            </p:tav>
                                          </p:tavLst>
                                        </p:anim>
                                        <p:anim calcmode="lin" valueType="num">
                                          <p:cBhvr>
                                            <p:cTn id="48" dur="750" fill="hold"/>
                                            <p:tgtEl>
                                              <p:spTgt spid="57"/>
                                            </p:tgtEl>
                                            <p:attrNameLst>
                                              <p:attrName>ppt_h</p:attrName>
                                            </p:attrNameLst>
                                          </p:cBhvr>
                                          <p:tavLst>
                                            <p:tav tm="0">
                                              <p:val>
                                                <p:fltVal val="0"/>
                                              </p:val>
                                            </p:tav>
                                            <p:tav tm="100000">
                                              <p:val>
                                                <p:strVal val="#ppt_h"/>
                                              </p:val>
                                            </p:tav>
                                          </p:tavLst>
                                        </p:anim>
                                        <p:animEffect transition="in" filter="fade">
                                          <p:cBhvr>
                                            <p:cTn id="49" dur="750"/>
                                            <p:tgtEl>
                                              <p:spTgt spid="57"/>
                                            </p:tgtEl>
                                          </p:cBhvr>
                                        </p:animEffect>
                                      </p:childTnLst>
                                    </p:cTn>
                                  </p:par>
                                  <p:par>
                                    <p:cTn id="50" presetID="53" presetClass="entr" presetSubtype="16" fill="hold" grpId="0" nodeType="withEffect">
                                      <p:stCondLst>
                                        <p:cond delay="600"/>
                                      </p:stCondLst>
                                      <p:childTnLst>
                                        <p:set>
                                          <p:cBhvr>
                                            <p:cTn id="51" dur="1" fill="hold">
                                              <p:stCondLst>
                                                <p:cond delay="0"/>
                                              </p:stCondLst>
                                            </p:cTn>
                                            <p:tgtEl>
                                              <p:spTgt spid="54"/>
                                            </p:tgtEl>
                                            <p:attrNameLst>
                                              <p:attrName>style.visibility</p:attrName>
                                            </p:attrNameLst>
                                          </p:cBhvr>
                                          <p:to>
                                            <p:strVal val="visible"/>
                                          </p:to>
                                        </p:set>
                                        <p:anim calcmode="lin" valueType="num">
                                          <p:cBhvr>
                                            <p:cTn id="52" dur="750" fill="hold"/>
                                            <p:tgtEl>
                                              <p:spTgt spid="54"/>
                                            </p:tgtEl>
                                            <p:attrNameLst>
                                              <p:attrName>ppt_w</p:attrName>
                                            </p:attrNameLst>
                                          </p:cBhvr>
                                          <p:tavLst>
                                            <p:tav tm="0">
                                              <p:val>
                                                <p:fltVal val="0"/>
                                              </p:val>
                                            </p:tav>
                                            <p:tav tm="100000">
                                              <p:val>
                                                <p:strVal val="#ppt_w"/>
                                              </p:val>
                                            </p:tav>
                                          </p:tavLst>
                                        </p:anim>
                                        <p:anim calcmode="lin" valueType="num">
                                          <p:cBhvr>
                                            <p:cTn id="53" dur="750" fill="hold"/>
                                            <p:tgtEl>
                                              <p:spTgt spid="54"/>
                                            </p:tgtEl>
                                            <p:attrNameLst>
                                              <p:attrName>ppt_h</p:attrName>
                                            </p:attrNameLst>
                                          </p:cBhvr>
                                          <p:tavLst>
                                            <p:tav tm="0">
                                              <p:val>
                                                <p:fltVal val="0"/>
                                              </p:val>
                                            </p:tav>
                                            <p:tav tm="100000">
                                              <p:val>
                                                <p:strVal val="#ppt_h"/>
                                              </p:val>
                                            </p:tav>
                                          </p:tavLst>
                                        </p:anim>
                                        <p:animEffect transition="in" filter="fade">
                                          <p:cBhvr>
                                            <p:cTn id="54" dur="750"/>
                                            <p:tgtEl>
                                              <p:spTgt spid="54"/>
                                            </p:tgtEl>
                                          </p:cBhvr>
                                        </p:animEffect>
                                      </p:childTnLst>
                                    </p:cTn>
                                  </p:par>
                                  <p:par>
                                    <p:cTn id="55" presetID="53" presetClass="entr" presetSubtype="16" fill="hold" grpId="0" nodeType="withEffect">
                                      <p:stCondLst>
                                        <p:cond delay="800"/>
                                      </p:stCondLst>
                                      <p:childTnLst>
                                        <p:set>
                                          <p:cBhvr>
                                            <p:cTn id="56" dur="1" fill="hold">
                                              <p:stCondLst>
                                                <p:cond delay="0"/>
                                              </p:stCondLst>
                                            </p:cTn>
                                            <p:tgtEl>
                                              <p:spTgt spid="55"/>
                                            </p:tgtEl>
                                            <p:attrNameLst>
                                              <p:attrName>style.visibility</p:attrName>
                                            </p:attrNameLst>
                                          </p:cBhvr>
                                          <p:to>
                                            <p:strVal val="visible"/>
                                          </p:to>
                                        </p:set>
                                        <p:anim calcmode="lin" valueType="num">
                                          <p:cBhvr>
                                            <p:cTn id="57" dur="750" fill="hold"/>
                                            <p:tgtEl>
                                              <p:spTgt spid="55"/>
                                            </p:tgtEl>
                                            <p:attrNameLst>
                                              <p:attrName>ppt_w</p:attrName>
                                            </p:attrNameLst>
                                          </p:cBhvr>
                                          <p:tavLst>
                                            <p:tav tm="0">
                                              <p:val>
                                                <p:fltVal val="0"/>
                                              </p:val>
                                            </p:tav>
                                            <p:tav tm="100000">
                                              <p:val>
                                                <p:strVal val="#ppt_w"/>
                                              </p:val>
                                            </p:tav>
                                          </p:tavLst>
                                        </p:anim>
                                        <p:anim calcmode="lin" valueType="num">
                                          <p:cBhvr>
                                            <p:cTn id="58" dur="750" fill="hold"/>
                                            <p:tgtEl>
                                              <p:spTgt spid="55"/>
                                            </p:tgtEl>
                                            <p:attrNameLst>
                                              <p:attrName>ppt_h</p:attrName>
                                            </p:attrNameLst>
                                          </p:cBhvr>
                                          <p:tavLst>
                                            <p:tav tm="0">
                                              <p:val>
                                                <p:fltVal val="0"/>
                                              </p:val>
                                            </p:tav>
                                            <p:tav tm="100000">
                                              <p:val>
                                                <p:strVal val="#ppt_h"/>
                                              </p:val>
                                            </p:tav>
                                          </p:tavLst>
                                        </p:anim>
                                        <p:animEffect transition="in" filter="fade">
                                          <p:cBhvr>
                                            <p:cTn id="59" dur="750"/>
                                            <p:tgtEl>
                                              <p:spTgt spid="55"/>
                                            </p:tgtEl>
                                          </p:cBhvr>
                                        </p:animEffect>
                                      </p:childTnLst>
                                    </p:cTn>
                                  </p:par>
                                  <p:par>
                                    <p:cTn id="60" presetID="53" presetClass="entr" presetSubtype="16" fill="hold" grpId="0" nodeType="withEffect">
                                      <p:stCondLst>
                                        <p:cond delay="1000"/>
                                      </p:stCondLst>
                                      <p:childTnLst>
                                        <p:set>
                                          <p:cBhvr>
                                            <p:cTn id="61" dur="1" fill="hold">
                                              <p:stCondLst>
                                                <p:cond delay="0"/>
                                              </p:stCondLst>
                                            </p:cTn>
                                            <p:tgtEl>
                                              <p:spTgt spid="58"/>
                                            </p:tgtEl>
                                            <p:attrNameLst>
                                              <p:attrName>style.visibility</p:attrName>
                                            </p:attrNameLst>
                                          </p:cBhvr>
                                          <p:to>
                                            <p:strVal val="visible"/>
                                          </p:to>
                                        </p:set>
                                        <p:anim calcmode="lin" valueType="num">
                                          <p:cBhvr>
                                            <p:cTn id="62" dur="750" fill="hold"/>
                                            <p:tgtEl>
                                              <p:spTgt spid="58"/>
                                            </p:tgtEl>
                                            <p:attrNameLst>
                                              <p:attrName>ppt_w</p:attrName>
                                            </p:attrNameLst>
                                          </p:cBhvr>
                                          <p:tavLst>
                                            <p:tav tm="0">
                                              <p:val>
                                                <p:fltVal val="0"/>
                                              </p:val>
                                            </p:tav>
                                            <p:tav tm="100000">
                                              <p:val>
                                                <p:strVal val="#ppt_w"/>
                                              </p:val>
                                            </p:tav>
                                          </p:tavLst>
                                        </p:anim>
                                        <p:anim calcmode="lin" valueType="num">
                                          <p:cBhvr>
                                            <p:cTn id="63" dur="750" fill="hold"/>
                                            <p:tgtEl>
                                              <p:spTgt spid="58"/>
                                            </p:tgtEl>
                                            <p:attrNameLst>
                                              <p:attrName>ppt_h</p:attrName>
                                            </p:attrNameLst>
                                          </p:cBhvr>
                                          <p:tavLst>
                                            <p:tav tm="0">
                                              <p:val>
                                                <p:fltVal val="0"/>
                                              </p:val>
                                            </p:tav>
                                            <p:tav tm="100000">
                                              <p:val>
                                                <p:strVal val="#ppt_h"/>
                                              </p:val>
                                            </p:tav>
                                          </p:tavLst>
                                        </p:anim>
                                        <p:animEffect transition="in" filter="fade">
                                          <p:cBhvr>
                                            <p:cTn id="64" dur="750"/>
                                            <p:tgtEl>
                                              <p:spTgt spid="58"/>
                                            </p:tgtEl>
                                          </p:cBhvr>
                                        </p:animEffect>
                                      </p:childTnLst>
                                    </p:cTn>
                                  </p:par>
                                  <p:par>
                                    <p:cTn id="65" presetID="22" presetClass="entr" presetSubtype="1" fill="hold" nodeType="withEffect">
                                      <p:stCondLst>
                                        <p:cond delay="200"/>
                                      </p:stCondLst>
                                      <p:childTnLst>
                                        <p:set>
                                          <p:cBhvr>
                                            <p:cTn id="66" dur="1" fill="hold">
                                              <p:stCondLst>
                                                <p:cond delay="0"/>
                                              </p:stCondLst>
                                            </p:cTn>
                                            <p:tgtEl>
                                              <p:spTgt spid="5"/>
                                            </p:tgtEl>
                                            <p:attrNameLst>
                                              <p:attrName>style.visibility</p:attrName>
                                            </p:attrNameLst>
                                          </p:cBhvr>
                                          <p:to>
                                            <p:strVal val="visible"/>
                                          </p:to>
                                        </p:set>
                                        <p:animEffect transition="in" filter="wipe(up)">
                                          <p:cBhvr>
                                            <p:cTn id="67" dur="750"/>
                                            <p:tgtEl>
                                              <p:spTgt spid="5"/>
                                            </p:tgtEl>
                                          </p:cBhvr>
                                        </p:animEffect>
                                      </p:childTnLst>
                                    </p:cTn>
                                  </p:par>
                                  <p:par>
                                    <p:cTn id="68" presetID="22" presetClass="entr" presetSubtype="4" fill="hold" nodeType="withEffect">
                                      <p:stCondLst>
                                        <p:cond delay="400"/>
                                      </p:stCondLst>
                                      <p:childTnLst>
                                        <p:set>
                                          <p:cBhvr>
                                            <p:cTn id="69" dur="1" fill="hold">
                                              <p:stCondLst>
                                                <p:cond delay="0"/>
                                              </p:stCondLst>
                                            </p:cTn>
                                            <p:tgtEl>
                                              <p:spTgt spid="8"/>
                                            </p:tgtEl>
                                            <p:attrNameLst>
                                              <p:attrName>style.visibility</p:attrName>
                                            </p:attrNameLst>
                                          </p:cBhvr>
                                          <p:to>
                                            <p:strVal val="visible"/>
                                          </p:to>
                                        </p:set>
                                        <p:animEffect transition="in" filter="wipe(down)">
                                          <p:cBhvr>
                                            <p:cTn id="70" dur="750"/>
                                            <p:tgtEl>
                                              <p:spTgt spid="8"/>
                                            </p:tgtEl>
                                          </p:cBhvr>
                                        </p:animEffect>
                                      </p:childTnLst>
                                    </p:cTn>
                                  </p:par>
                                  <p:par>
                                    <p:cTn id="71" presetID="22" presetClass="entr" presetSubtype="1" fill="hold" nodeType="withEffect">
                                      <p:stCondLst>
                                        <p:cond delay="600"/>
                                      </p:stCondLst>
                                      <p:childTnLst>
                                        <p:set>
                                          <p:cBhvr>
                                            <p:cTn id="72" dur="1" fill="hold">
                                              <p:stCondLst>
                                                <p:cond delay="0"/>
                                              </p:stCondLst>
                                            </p:cTn>
                                            <p:tgtEl>
                                              <p:spTgt spid="6"/>
                                            </p:tgtEl>
                                            <p:attrNameLst>
                                              <p:attrName>style.visibility</p:attrName>
                                            </p:attrNameLst>
                                          </p:cBhvr>
                                          <p:to>
                                            <p:strVal val="visible"/>
                                          </p:to>
                                        </p:set>
                                        <p:animEffect transition="in" filter="wipe(up)">
                                          <p:cBhvr>
                                            <p:cTn id="73" dur="750"/>
                                            <p:tgtEl>
                                              <p:spTgt spid="6"/>
                                            </p:tgtEl>
                                          </p:cBhvr>
                                        </p:animEffect>
                                      </p:childTnLst>
                                    </p:cTn>
                                  </p:par>
                                  <p:par>
                                    <p:cTn id="74" presetID="22" presetClass="entr" presetSubtype="4" fill="hold" nodeType="withEffect">
                                      <p:stCondLst>
                                        <p:cond delay="800"/>
                                      </p:stCondLst>
                                      <p:childTnLst>
                                        <p:set>
                                          <p:cBhvr>
                                            <p:cTn id="75" dur="1" fill="hold">
                                              <p:stCondLst>
                                                <p:cond delay="0"/>
                                              </p:stCondLst>
                                            </p:cTn>
                                            <p:tgtEl>
                                              <p:spTgt spid="28"/>
                                            </p:tgtEl>
                                            <p:attrNameLst>
                                              <p:attrName>style.visibility</p:attrName>
                                            </p:attrNameLst>
                                          </p:cBhvr>
                                          <p:to>
                                            <p:strVal val="visible"/>
                                          </p:to>
                                        </p:set>
                                        <p:animEffect transition="in" filter="wipe(down)">
                                          <p:cBhvr>
                                            <p:cTn id="76" dur="750"/>
                                            <p:tgtEl>
                                              <p:spTgt spid="28"/>
                                            </p:tgtEl>
                                          </p:cBhvr>
                                        </p:animEffect>
                                      </p:childTnLst>
                                    </p:cTn>
                                  </p:par>
                                  <p:par>
                                    <p:cTn id="77" presetID="22" presetClass="entr" presetSubtype="4" fill="hold" nodeType="withEffect">
                                      <p:stCondLst>
                                        <p:cond delay="1000"/>
                                      </p:stCondLst>
                                      <p:childTnLst>
                                        <p:set>
                                          <p:cBhvr>
                                            <p:cTn id="78" dur="1" fill="hold">
                                              <p:stCondLst>
                                                <p:cond delay="0"/>
                                              </p:stCondLst>
                                            </p:cTn>
                                            <p:tgtEl>
                                              <p:spTgt spid="7"/>
                                            </p:tgtEl>
                                            <p:attrNameLst>
                                              <p:attrName>style.visibility</p:attrName>
                                            </p:attrNameLst>
                                          </p:cBhvr>
                                          <p:to>
                                            <p:strVal val="visible"/>
                                          </p:to>
                                        </p:set>
                                        <p:animEffect transition="in" filter="wipe(down)">
                                          <p:cBhvr>
                                            <p:cTn id="79" dur="750"/>
                                            <p:tgtEl>
                                              <p:spTgt spid="7"/>
                                            </p:tgtEl>
                                          </p:cBhvr>
                                        </p:animEffect>
                                      </p:childTnLst>
                                    </p:cTn>
                                  </p:par>
                                  <p:par>
                                    <p:cTn id="80" presetID="2" presetClass="entr" presetSubtype="4" fill="hold" grpId="0" nodeType="withEffect" p14:presetBounceEnd="67000">
                                      <p:stCondLst>
                                        <p:cond delay="200"/>
                                      </p:stCondLst>
                                      <p:childTnLst>
                                        <p:set>
                                          <p:cBhvr>
                                            <p:cTn id="81" dur="1" fill="hold">
                                              <p:stCondLst>
                                                <p:cond delay="0"/>
                                              </p:stCondLst>
                                            </p:cTn>
                                            <p:tgtEl>
                                              <p:spTgt spid="49"/>
                                            </p:tgtEl>
                                            <p:attrNameLst>
                                              <p:attrName>style.visibility</p:attrName>
                                            </p:attrNameLst>
                                          </p:cBhvr>
                                          <p:to>
                                            <p:strVal val="visible"/>
                                          </p:to>
                                        </p:set>
                                        <p:anim calcmode="lin" valueType="num" p14:bounceEnd="67000">
                                          <p:cBhvr additive="base">
                                            <p:cTn id="82" dur="1000" fill="hold"/>
                                            <p:tgtEl>
                                              <p:spTgt spid="49"/>
                                            </p:tgtEl>
                                            <p:attrNameLst>
                                              <p:attrName>ppt_x</p:attrName>
                                            </p:attrNameLst>
                                          </p:cBhvr>
                                          <p:tavLst>
                                            <p:tav tm="0">
                                              <p:val>
                                                <p:strVal val="#ppt_x"/>
                                              </p:val>
                                            </p:tav>
                                            <p:tav tm="100000">
                                              <p:val>
                                                <p:strVal val="#ppt_x"/>
                                              </p:val>
                                            </p:tav>
                                          </p:tavLst>
                                        </p:anim>
                                        <p:anim calcmode="lin" valueType="num" p14:bounceEnd="67000">
                                          <p:cBhvr additive="base">
                                            <p:cTn id="83" dur="1000" fill="hold"/>
                                            <p:tgtEl>
                                              <p:spTgt spid="49"/>
                                            </p:tgtEl>
                                            <p:attrNameLst>
                                              <p:attrName>ppt_y</p:attrName>
                                            </p:attrNameLst>
                                          </p:cBhvr>
                                          <p:tavLst>
                                            <p:tav tm="0">
                                              <p:val>
                                                <p:strVal val="1+#ppt_h/2"/>
                                              </p:val>
                                            </p:tav>
                                            <p:tav tm="100000">
                                              <p:val>
                                                <p:strVal val="#ppt_y"/>
                                              </p:val>
                                            </p:tav>
                                          </p:tavLst>
                                        </p:anim>
                                      </p:childTnLst>
                                    </p:cTn>
                                  </p:par>
                                  <p:par>
                                    <p:cTn id="84" presetID="2" presetClass="entr" presetSubtype="1" fill="hold" grpId="0" nodeType="withEffect" p14:presetBounceEnd="67000">
                                      <p:stCondLst>
                                        <p:cond delay="400"/>
                                      </p:stCondLst>
                                      <p:childTnLst>
                                        <p:set>
                                          <p:cBhvr>
                                            <p:cTn id="85" dur="1" fill="hold">
                                              <p:stCondLst>
                                                <p:cond delay="0"/>
                                              </p:stCondLst>
                                            </p:cTn>
                                            <p:tgtEl>
                                              <p:spTgt spid="53"/>
                                            </p:tgtEl>
                                            <p:attrNameLst>
                                              <p:attrName>style.visibility</p:attrName>
                                            </p:attrNameLst>
                                          </p:cBhvr>
                                          <p:to>
                                            <p:strVal val="visible"/>
                                          </p:to>
                                        </p:set>
                                        <p:anim calcmode="lin" valueType="num" p14:bounceEnd="67000">
                                          <p:cBhvr additive="base">
                                            <p:cTn id="86" dur="1000" fill="hold"/>
                                            <p:tgtEl>
                                              <p:spTgt spid="53"/>
                                            </p:tgtEl>
                                            <p:attrNameLst>
                                              <p:attrName>ppt_x</p:attrName>
                                            </p:attrNameLst>
                                          </p:cBhvr>
                                          <p:tavLst>
                                            <p:tav tm="0">
                                              <p:val>
                                                <p:strVal val="#ppt_x"/>
                                              </p:val>
                                            </p:tav>
                                            <p:tav tm="100000">
                                              <p:val>
                                                <p:strVal val="#ppt_x"/>
                                              </p:val>
                                            </p:tav>
                                          </p:tavLst>
                                        </p:anim>
                                        <p:anim calcmode="lin" valueType="num" p14:bounceEnd="67000">
                                          <p:cBhvr additive="base">
                                            <p:cTn id="87" dur="1000" fill="hold"/>
                                            <p:tgtEl>
                                              <p:spTgt spid="53"/>
                                            </p:tgtEl>
                                            <p:attrNameLst>
                                              <p:attrName>ppt_y</p:attrName>
                                            </p:attrNameLst>
                                          </p:cBhvr>
                                          <p:tavLst>
                                            <p:tav tm="0">
                                              <p:val>
                                                <p:strVal val="0-#ppt_h/2"/>
                                              </p:val>
                                            </p:tav>
                                            <p:tav tm="100000">
                                              <p:val>
                                                <p:strVal val="#ppt_y"/>
                                              </p:val>
                                            </p:tav>
                                          </p:tavLst>
                                        </p:anim>
                                      </p:childTnLst>
                                    </p:cTn>
                                  </p:par>
                                  <p:par>
                                    <p:cTn id="88" presetID="2" presetClass="entr" presetSubtype="4" fill="hold" grpId="0" nodeType="withEffect" p14:presetBounceEnd="67000">
                                      <p:stCondLst>
                                        <p:cond delay="600"/>
                                      </p:stCondLst>
                                      <p:childTnLst>
                                        <p:set>
                                          <p:cBhvr>
                                            <p:cTn id="89" dur="1" fill="hold">
                                              <p:stCondLst>
                                                <p:cond delay="0"/>
                                              </p:stCondLst>
                                            </p:cTn>
                                            <p:tgtEl>
                                              <p:spTgt spid="51"/>
                                            </p:tgtEl>
                                            <p:attrNameLst>
                                              <p:attrName>style.visibility</p:attrName>
                                            </p:attrNameLst>
                                          </p:cBhvr>
                                          <p:to>
                                            <p:strVal val="visible"/>
                                          </p:to>
                                        </p:set>
                                        <p:anim calcmode="lin" valueType="num" p14:bounceEnd="67000">
                                          <p:cBhvr additive="base">
                                            <p:cTn id="90" dur="1000" fill="hold"/>
                                            <p:tgtEl>
                                              <p:spTgt spid="51"/>
                                            </p:tgtEl>
                                            <p:attrNameLst>
                                              <p:attrName>ppt_x</p:attrName>
                                            </p:attrNameLst>
                                          </p:cBhvr>
                                          <p:tavLst>
                                            <p:tav tm="0">
                                              <p:val>
                                                <p:strVal val="#ppt_x"/>
                                              </p:val>
                                            </p:tav>
                                            <p:tav tm="100000">
                                              <p:val>
                                                <p:strVal val="#ppt_x"/>
                                              </p:val>
                                            </p:tav>
                                          </p:tavLst>
                                        </p:anim>
                                        <p:anim calcmode="lin" valueType="num" p14:bounceEnd="67000">
                                          <p:cBhvr additive="base">
                                            <p:cTn id="91" dur="1000" fill="hold"/>
                                            <p:tgtEl>
                                              <p:spTgt spid="51"/>
                                            </p:tgtEl>
                                            <p:attrNameLst>
                                              <p:attrName>ppt_y</p:attrName>
                                            </p:attrNameLst>
                                          </p:cBhvr>
                                          <p:tavLst>
                                            <p:tav tm="0">
                                              <p:val>
                                                <p:strVal val="1+#ppt_h/2"/>
                                              </p:val>
                                            </p:tav>
                                            <p:tav tm="100000">
                                              <p:val>
                                                <p:strVal val="#ppt_y"/>
                                              </p:val>
                                            </p:tav>
                                          </p:tavLst>
                                        </p:anim>
                                      </p:childTnLst>
                                    </p:cTn>
                                  </p:par>
                                  <p:par>
                                    <p:cTn id="92" presetID="2" presetClass="entr" presetSubtype="1" fill="hold" grpId="0" nodeType="withEffect" p14:presetBounceEnd="67000">
                                      <p:stCondLst>
                                        <p:cond delay="800"/>
                                      </p:stCondLst>
                                      <p:childTnLst>
                                        <p:set>
                                          <p:cBhvr>
                                            <p:cTn id="93" dur="1" fill="hold">
                                              <p:stCondLst>
                                                <p:cond delay="0"/>
                                              </p:stCondLst>
                                            </p:cTn>
                                            <p:tgtEl>
                                              <p:spTgt spid="59"/>
                                            </p:tgtEl>
                                            <p:attrNameLst>
                                              <p:attrName>style.visibility</p:attrName>
                                            </p:attrNameLst>
                                          </p:cBhvr>
                                          <p:to>
                                            <p:strVal val="visible"/>
                                          </p:to>
                                        </p:set>
                                        <p:anim calcmode="lin" valueType="num" p14:bounceEnd="67000">
                                          <p:cBhvr additive="base">
                                            <p:cTn id="94" dur="1000" fill="hold"/>
                                            <p:tgtEl>
                                              <p:spTgt spid="59"/>
                                            </p:tgtEl>
                                            <p:attrNameLst>
                                              <p:attrName>ppt_x</p:attrName>
                                            </p:attrNameLst>
                                          </p:cBhvr>
                                          <p:tavLst>
                                            <p:tav tm="0">
                                              <p:val>
                                                <p:strVal val="#ppt_x"/>
                                              </p:val>
                                            </p:tav>
                                            <p:tav tm="100000">
                                              <p:val>
                                                <p:strVal val="#ppt_x"/>
                                              </p:val>
                                            </p:tav>
                                          </p:tavLst>
                                        </p:anim>
                                        <p:anim calcmode="lin" valueType="num" p14:bounceEnd="67000">
                                          <p:cBhvr additive="base">
                                            <p:cTn id="95" dur="1000" fill="hold"/>
                                            <p:tgtEl>
                                              <p:spTgt spid="59"/>
                                            </p:tgtEl>
                                            <p:attrNameLst>
                                              <p:attrName>ppt_y</p:attrName>
                                            </p:attrNameLst>
                                          </p:cBhvr>
                                          <p:tavLst>
                                            <p:tav tm="0">
                                              <p:val>
                                                <p:strVal val="0-#ppt_h/2"/>
                                              </p:val>
                                            </p:tav>
                                            <p:tav tm="100000">
                                              <p:val>
                                                <p:strVal val="#ppt_y"/>
                                              </p:val>
                                            </p:tav>
                                          </p:tavLst>
                                        </p:anim>
                                      </p:childTnLst>
                                    </p:cTn>
                                  </p:par>
                                  <p:par>
                                    <p:cTn id="96" presetID="2" presetClass="entr" presetSubtype="4" fill="hold" grpId="0" nodeType="withEffect" p14:presetBounceEnd="67000">
                                      <p:stCondLst>
                                        <p:cond delay="1000"/>
                                      </p:stCondLst>
                                      <p:childTnLst>
                                        <p:set>
                                          <p:cBhvr>
                                            <p:cTn id="97" dur="1" fill="hold">
                                              <p:stCondLst>
                                                <p:cond delay="0"/>
                                              </p:stCondLst>
                                            </p:cTn>
                                            <p:tgtEl>
                                              <p:spTgt spid="52"/>
                                            </p:tgtEl>
                                            <p:attrNameLst>
                                              <p:attrName>style.visibility</p:attrName>
                                            </p:attrNameLst>
                                          </p:cBhvr>
                                          <p:to>
                                            <p:strVal val="visible"/>
                                          </p:to>
                                        </p:set>
                                        <p:anim calcmode="lin" valueType="num" p14:bounceEnd="67000">
                                          <p:cBhvr additive="base">
                                            <p:cTn id="98" dur="1000" fill="hold"/>
                                            <p:tgtEl>
                                              <p:spTgt spid="52"/>
                                            </p:tgtEl>
                                            <p:attrNameLst>
                                              <p:attrName>ppt_x</p:attrName>
                                            </p:attrNameLst>
                                          </p:cBhvr>
                                          <p:tavLst>
                                            <p:tav tm="0">
                                              <p:val>
                                                <p:strVal val="#ppt_x"/>
                                              </p:val>
                                            </p:tav>
                                            <p:tav tm="100000">
                                              <p:val>
                                                <p:strVal val="#ppt_x"/>
                                              </p:val>
                                            </p:tav>
                                          </p:tavLst>
                                        </p:anim>
                                        <p:anim calcmode="lin" valueType="num" p14:bounceEnd="67000">
                                          <p:cBhvr additive="base">
                                            <p:cTn id="99" dur="10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54" grpId="0" animBg="1"/>
          <p:bldP spid="55" grpId="0" animBg="1"/>
          <p:bldP spid="56" grpId="0" animBg="1"/>
          <p:bldP spid="57" grpId="0" animBg="1"/>
          <p:bldP spid="58" grpId="0" animBg="1"/>
          <p:bldP spid="49" grpId="0"/>
          <p:bldP spid="51" grpId="0"/>
          <p:bldP spid="52" grpId="0"/>
          <p:bldP spid="53" grpId="0"/>
          <p:bldP spid="5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750"/>
                                            <p:tgtEl>
                                              <p:spTgt spid="2"/>
                                            </p:tgtEl>
                                          </p:cBhvr>
                                        </p:animEffect>
                                      </p:childTnLst>
                                    </p:cTn>
                                  </p:par>
                                  <p:par>
                                    <p:cTn id="8" presetID="22" presetClass="entr" presetSubtype="8" fill="hold" grpId="0" nodeType="withEffect">
                                      <p:stCondLst>
                                        <p:cond delay="20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750"/>
                                            <p:tgtEl>
                                              <p:spTgt spid="12"/>
                                            </p:tgtEl>
                                          </p:cBhvr>
                                        </p:animEffect>
                                      </p:childTnLst>
                                    </p:cTn>
                                  </p:par>
                                  <p:par>
                                    <p:cTn id="11" presetID="22" presetClass="entr" presetSubtype="8" fill="hold" nodeType="withEffect">
                                      <p:stCondLst>
                                        <p:cond delay="400"/>
                                      </p:stCondLst>
                                      <p:childTnLst>
                                        <p:set>
                                          <p:cBhvr>
                                            <p:cTn id="12" dur="1" fill="hold">
                                              <p:stCondLst>
                                                <p:cond delay="0"/>
                                              </p:stCondLst>
                                            </p:cTn>
                                            <p:tgtEl>
                                              <p:spTgt spid="3"/>
                                            </p:tgtEl>
                                            <p:attrNameLst>
                                              <p:attrName>style.visibility</p:attrName>
                                            </p:attrNameLst>
                                          </p:cBhvr>
                                          <p:to>
                                            <p:strVal val="visible"/>
                                          </p:to>
                                        </p:set>
                                        <p:animEffect transition="in" filter="wipe(left)">
                                          <p:cBhvr>
                                            <p:cTn id="13" dur="750"/>
                                            <p:tgtEl>
                                              <p:spTgt spid="3"/>
                                            </p:tgtEl>
                                          </p:cBhvr>
                                        </p:animEffect>
                                      </p:childTnLst>
                                    </p:cTn>
                                  </p:par>
                                  <p:par>
                                    <p:cTn id="14" presetID="22" presetClass="entr" presetSubtype="8" fill="hold" grpId="0" nodeType="withEffect">
                                      <p:stCondLst>
                                        <p:cond delay="600"/>
                                      </p:stCondLst>
                                      <p:childTnLst>
                                        <p:set>
                                          <p:cBhvr>
                                            <p:cTn id="15" dur="1" fill="hold">
                                              <p:stCondLst>
                                                <p:cond delay="0"/>
                                              </p:stCondLst>
                                            </p:cTn>
                                            <p:tgtEl>
                                              <p:spTgt spid="10"/>
                                            </p:tgtEl>
                                            <p:attrNameLst>
                                              <p:attrName>style.visibility</p:attrName>
                                            </p:attrNameLst>
                                          </p:cBhvr>
                                          <p:to>
                                            <p:strVal val="visible"/>
                                          </p:to>
                                        </p:set>
                                        <p:animEffect transition="in" filter="wipe(left)">
                                          <p:cBhvr>
                                            <p:cTn id="16" dur="750"/>
                                            <p:tgtEl>
                                              <p:spTgt spid="10"/>
                                            </p:tgtEl>
                                          </p:cBhvr>
                                        </p:animEffect>
                                      </p:childTnLst>
                                    </p:cTn>
                                  </p:par>
                                  <p:par>
                                    <p:cTn id="17" presetID="22" presetClass="entr" presetSubtype="8" fill="hold" nodeType="withEffect">
                                      <p:stCondLst>
                                        <p:cond delay="800"/>
                                      </p:stCondLst>
                                      <p:childTnLst>
                                        <p:set>
                                          <p:cBhvr>
                                            <p:cTn id="18" dur="1" fill="hold">
                                              <p:stCondLst>
                                                <p:cond delay="0"/>
                                              </p:stCondLst>
                                            </p:cTn>
                                            <p:tgtEl>
                                              <p:spTgt spid="4"/>
                                            </p:tgtEl>
                                            <p:attrNameLst>
                                              <p:attrName>style.visibility</p:attrName>
                                            </p:attrNameLst>
                                          </p:cBhvr>
                                          <p:to>
                                            <p:strVal val="visible"/>
                                          </p:to>
                                        </p:set>
                                        <p:animEffect transition="in" filter="wipe(left)">
                                          <p:cBhvr>
                                            <p:cTn id="19" dur="750"/>
                                            <p:tgtEl>
                                              <p:spTgt spid="4"/>
                                            </p:tgtEl>
                                          </p:cBhvr>
                                        </p:animEffect>
                                      </p:childTnLst>
                                    </p:cTn>
                                  </p:par>
                                  <p:par>
                                    <p:cTn id="20" presetID="2" presetClass="entr" presetSubtype="4" fill="hold" nodeType="withEffect">
                                      <p:stCondLst>
                                        <p:cond delay="100"/>
                                      </p:stCondLst>
                                      <p:childTnLst>
                                        <p:set>
                                          <p:cBhvr>
                                            <p:cTn id="21" dur="1" fill="hold">
                                              <p:stCondLst>
                                                <p:cond delay="0"/>
                                              </p:stCondLst>
                                            </p:cTn>
                                            <p:tgtEl>
                                              <p:spTgt spid="33"/>
                                            </p:tgtEl>
                                            <p:attrNameLst>
                                              <p:attrName>style.visibility</p:attrName>
                                            </p:attrNameLst>
                                          </p:cBhvr>
                                          <p:to>
                                            <p:strVal val="visible"/>
                                          </p:to>
                                        </p:set>
                                        <p:anim calcmode="lin" valueType="num">
                                          <p:cBhvr additive="base">
                                            <p:cTn id="22" dur="1000" fill="hold"/>
                                            <p:tgtEl>
                                              <p:spTgt spid="33"/>
                                            </p:tgtEl>
                                            <p:attrNameLst>
                                              <p:attrName>ppt_x</p:attrName>
                                            </p:attrNameLst>
                                          </p:cBhvr>
                                          <p:tavLst>
                                            <p:tav tm="0">
                                              <p:val>
                                                <p:strVal val="#ppt_x"/>
                                              </p:val>
                                            </p:tav>
                                            <p:tav tm="100000">
                                              <p:val>
                                                <p:strVal val="#ppt_x"/>
                                              </p:val>
                                            </p:tav>
                                          </p:tavLst>
                                        </p:anim>
                                        <p:anim calcmode="lin" valueType="num">
                                          <p:cBhvr additive="base">
                                            <p:cTn id="23" dur="1000" fill="hold"/>
                                            <p:tgtEl>
                                              <p:spTgt spid="33"/>
                                            </p:tgtEl>
                                            <p:attrNameLst>
                                              <p:attrName>ppt_y</p:attrName>
                                            </p:attrNameLst>
                                          </p:cBhvr>
                                          <p:tavLst>
                                            <p:tav tm="0">
                                              <p:val>
                                                <p:strVal val="1+#ppt_h/2"/>
                                              </p:val>
                                            </p:tav>
                                            <p:tav tm="100000">
                                              <p:val>
                                                <p:strVal val="#ppt_y"/>
                                              </p:val>
                                            </p:tav>
                                          </p:tavLst>
                                        </p:anim>
                                      </p:childTnLst>
                                    </p:cTn>
                                  </p:par>
                                  <p:par>
                                    <p:cTn id="24" presetID="2" presetClass="entr" presetSubtype="1" fill="hold" nodeType="withEffect">
                                      <p:stCondLst>
                                        <p:cond delay="400"/>
                                      </p:stCondLst>
                                      <p:childTnLst>
                                        <p:set>
                                          <p:cBhvr>
                                            <p:cTn id="25" dur="1" fill="hold">
                                              <p:stCondLst>
                                                <p:cond delay="0"/>
                                              </p:stCondLst>
                                            </p:cTn>
                                            <p:tgtEl>
                                              <p:spTgt spid="42"/>
                                            </p:tgtEl>
                                            <p:attrNameLst>
                                              <p:attrName>style.visibility</p:attrName>
                                            </p:attrNameLst>
                                          </p:cBhvr>
                                          <p:to>
                                            <p:strVal val="visible"/>
                                          </p:to>
                                        </p:set>
                                        <p:anim calcmode="lin" valueType="num">
                                          <p:cBhvr additive="base">
                                            <p:cTn id="26" dur="1000" fill="hold"/>
                                            <p:tgtEl>
                                              <p:spTgt spid="42"/>
                                            </p:tgtEl>
                                            <p:attrNameLst>
                                              <p:attrName>ppt_x</p:attrName>
                                            </p:attrNameLst>
                                          </p:cBhvr>
                                          <p:tavLst>
                                            <p:tav tm="0">
                                              <p:val>
                                                <p:strVal val="#ppt_x"/>
                                              </p:val>
                                            </p:tav>
                                            <p:tav tm="100000">
                                              <p:val>
                                                <p:strVal val="#ppt_x"/>
                                              </p:val>
                                            </p:tav>
                                          </p:tavLst>
                                        </p:anim>
                                        <p:anim calcmode="lin" valueType="num">
                                          <p:cBhvr additive="base">
                                            <p:cTn id="27" dur="1000" fill="hold"/>
                                            <p:tgtEl>
                                              <p:spTgt spid="42"/>
                                            </p:tgtEl>
                                            <p:attrNameLst>
                                              <p:attrName>ppt_y</p:attrName>
                                            </p:attrNameLst>
                                          </p:cBhvr>
                                          <p:tavLst>
                                            <p:tav tm="0">
                                              <p:val>
                                                <p:strVal val="0-#ppt_h/2"/>
                                              </p:val>
                                            </p:tav>
                                            <p:tav tm="100000">
                                              <p:val>
                                                <p:strVal val="#ppt_y"/>
                                              </p:val>
                                            </p:tav>
                                          </p:tavLst>
                                        </p:anim>
                                      </p:childTnLst>
                                    </p:cTn>
                                  </p:par>
                                  <p:par>
                                    <p:cTn id="28" presetID="2" presetClass="entr" presetSubtype="4" fill="hold" nodeType="withEffect">
                                      <p:stCondLst>
                                        <p:cond delay="700"/>
                                      </p:stCondLst>
                                      <p:childTnLst>
                                        <p:set>
                                          <p:cBhvr>
                                            <p:cTn id="29" dur="1" fill="hold">
                                              <p:stCondLst>
                                                <p:cond delay="0"/>
                                              </p:stCondLst>
                                            </p:cTn>
                                            <p:tgtEl>
                                              <p:spTgt spid="36"/>
                                            </p:tgtEl>
                                            <p:attrNameLst>
                                              <p:attrName>style.visibility</p:attrName>
                                            </p:attrNameLst>
                                          </p:cBhvr>
                                          <p:to>
                                            <p:strVal val="visible"/>
                                          </p:to>
                                        </p:set>
                                        <p:anim calcmode="lin" valueType="num">
                                          <p:cBhvr additive="base">
                                            <p:cTn id="30" dur="1000" fill="hold"/>
                                            <p:tgtEl>
                                              <p:spTgt spid="36"/>
                                            </p:tgtEl>
                                            <p:attrNameLst>
                                              <p:attrName>ppt_x</p:attrName>
                                            </p:attrNameLst>
                                          </p:cBhvr>
                                          <p:tavLst>
                                            <p:tav tm="0">
                                              <p:val>
                                                <p:strVal val="#ppt_x"/>
                                              </p:val>
                                            </p:tav>
                                            <p:tav tm="100000">
                                              <p:val>
                                                <p:strVal val="#ppt_x"/>
                                              </p:val>
                                            </p:tav>
                                          </p:tavLst>
                                        </p:anim>
                                        <p:anim calcmode="lin" valueType="num">
                                          <p:cBhvr additive="base">
                                            <p:cTn id="31" dur="1000" fill="hold"/>
                                            <p:tgtEl>
                                              <p:spTgt spid="36"/>
                                            </p:tgtEl>
                                            <p:attrNameLst>
                                              <p:attrName>ppt_y</p:attrName>
                                            </p:attrNameLst>
                                          </p:cBhvr>
                                          <p:tavLst>
                                            <p:tav tm="0">
                                              <p:val>
                                                <p:strVal val="1+#ppt_h/2"/>
                                              </p:val>
                                            </p:tav>
                                            <p:tav tm="100000">
                                              <p:val>
                                                <p:strVal val="#ppt_y"/>
                                              </p:val>
                                            </p:tav>
                                          </p:tavLst>
                                        </p:anim>
                                      </p:childTnLst>
                                    </p:cTn>
                                  </p:par>
                                  <p:par>
                                    <p:cTn id="32" presetID="2" presetClass="entr" presetSubtype="1" fill="hold" nodeType="withEffect">
                                      <p:stCondLst>
                                        <p:cond delay="1000"/>
                                      </p:stCondLst>
                                      <p:childTnLst>
                                        <p:set>
                                          <p:cBhvr>
                                            <p:cTn id="33" dur="1" fill="hold">
                                              <p:stCondLst>
                                                <p:cond delay="0"/>
                                              </p:stCondLst>
                                            </p:cTn>
                                            <p:tgtEl>
                                              <p:spTgt spid="45"/>
                                            </p:tgtEl>
                                            <p:attrNameLst>
                                              <p:attrName>style.visibility</p:attrName>
                                            </p:attrNameLst>
                                          </p:cBhvr>
                                          <p:to>
                                            <p:strVal val="visible"/>
                                          </p:to>
                                        </p:set>
                                        <p:anim calcmode="lin" valueType="num">
                                          <p:cBhvr additive="base">
                                            <p:cTn id="34" dur="1000" fill="hold"/>
                                            <p:tgtEl>
                                              <p:spTgt spid="45"/>
                                            </p:tgtEl>
                                            <p:attrNameLst>
                                              <p:attrName>ppt_x</p:attrName>
                                            </p:attrNameLst>
                                          </p:cBhvr>
                                          <p:tavLst>
                                            <p:tav tm="0">
                                              <p:val>
                                                <p:strVal val="#ppt_x"/>
                                              </p:val>
                                            </p:tav>
                                            <p:tav tm="100000">
                                              <p:val>
                                                <p:strVal val="#ppt_x"/>
                                              </p:val>
                                            </p:tav>
                                          </p:tavLst>
                                        </p:anim>
                                        <p:anim calcmode="lin" valueType="num">
                                          <p:cBhvr additive="base">
                                            <p:cTn id="35" dur="1000" fill="hold"/>
                                            <p:tgtEl>
                                              <p:spTgt spid="45"/>
                                            </p:tgtEl>
                                            <p:attrNameLst>
                                              <p:attrName>ppt_y</p:attrName>
                                            </p:attrNameLst>
                                          </p:cBhvr>
                                          <p:tavLst>
                                            <p:tav tm="0">
                                              <p:val>
                                                <p:strVal val="0-#ppt_h/2"/>
                                              </p:val>
                                            </p:tav>
                                            <p:tav tm="100000">
                                              <p:val>
                                                <p:strVal val="#ppt_y"/>
                                              </p:val>
                                            </p:tav>
                                          </p:tavLst>
                                        </p:anim>
                                      </p:childTnLst>
                                    </p:cTn>
                                  </p:par>
                                  <p:par>
                                    <p:cTn id="36" presetID="2" presetClass="entr" presetSubtype="4" fill="hold" nodeType="withEffect">
                                      <p:stCondLst>
                                        <p:cond delay="1300"/>
                                      </p:stCondLst>
                                      <p:childTnLst>
                                        <p:set>
                                          <p:cBhvr>
                                            <p:cTn id="37" dur="1" fill="hold">
                                              <p:stCondLst>
                                                <p:cond delay="0"/>
                                              </p:stCondLst>
                                            </p:cTn>
                                            <p:tgtEl>
                                              <p:spTgt spid="39"/>
                                            </p:tgtEl>
                                            <p:attrNameLst>
                                              <p:attrName>style.visibility</p:attrName>
                                            </p:attrNameLst>
                                          </p:cBhvr>
                                          <p:to>
                                            <p:strVal val="visible"/>
                                          </p:to>
                                        </p:set>
                                        <p:anim calcmode="lin" valueType="num">
                                          <p:cBhvr additive="base">
                                            <p:cTn id="38" dur="1000" fill="hold"/>
                                            <p:tgtEl>
                                              <p:spTgt spid="39"/>
                                            </p:tgtEl>
                                            <p:attrNameLst>
                                              <p:attrName>ppt_x</p:attrName>
                                            </p:attrNameLst>
                                          </p:cBhvr>
                                          <p:tavLst>
                                            <p:tav tm="0">
                                              <p:val>
                                                <p:strVal val="#ppt_x"/>
                                              </p:val>
                                            </p:tav>
                                            <p:tav tm="100000">
                                              <p:val>
                                                <p:strVal val="#ppt_x"/>
                                              </p:val>
                                            </p:tav>
                                          </p:tavLst>
                                        </p:anim>
                                        <p:anim calcmode="lin" valueType="num">
                                          <p:cBhvr additive="base">
                                            <p:cTn id="39" dur="1000" fill="hold"/>
                                            <p:tgtEl>
                                              <p:spTgt spid="39"/>
                                            </p:tgtEl>
                                            <p:attrNameLst>
                                              <p:attrName>ppt_y</p:attrName>
                                            </p:attrNameLst>
                                          </p:cBhvr>
                                          <p:tavLst>
                                            <p:tav tm="0">
                                              <p:val>
                                                <p:strVal val="1+#ppt_h/2"/>
                                              </p:val>
                                            </p:tav>
                                            <p:tav tm="100000">
                                              <p:val>
                                                <p:strVal val="#ppt_y"/>
                                              </p:val>
                                            </p:tav>
                                          </p:tavLst>
                                        </p:anim>
                                      </p:childTnLst>
                                    </p:cTn>
                                  </p:par>
                                  <p:par>
                                    <p:cTn id="40" presetID="53" presetClass="entr" presetSubtype="16" fill="hold" grpId="0" nodeType="withEffect">
                                      <p:stCondLst>
                                        <p:cond delay="200"/>
                                      </p:stCondLst>
                                      <p:childTnLst>
                                        <p:set>
                                          <p:cBhvr>
                                            <p:cTn id="41" dur="1" fill="hold">
                                              <p:stCondLst>
                                                <p:cond delay="0"/>
                                              </p:stCondLst>
                                            </p:cTn>
                                            <p:tgtEl>
                                              <p:spTgt spid="56"/>
                                            </p:tgtEl>
                                            <p:attrNameLst>
                                              <p:attrName>style.visibility</p:attrName>
                                            </p:attrNameLst>
                                          </p:cBhvr>
                                          <p:to>
                                            <p:strVal val="visible"/>
                                          </p:to>
                                        </p:set>
                                        <p:anim calcmode="lin" valueType="num">
                                          <p:cBhvr>
                                            <p:cTn id="42" dur="750" fill="hold"/>
                                            <p:tgtEl>
                                              <p:spTgt spid="56"/>
                                            </p:tgtEl>
                                            <p:attrNameLst>
                                              <p:attrName>ppt_w</p:attrName>
                                            </p:attrNameLst>
                                          </p:cBhvr>
                                          <p:tavLst>
                                            <p:tav tm="0">
                                              <p:val>
                                                <p:fltVal val="0"/>
                                              </p:val>
                                            </p:tav>
                                            <p:tav tm="100000">
                                              <p:val>
                                                <p:strVal val="#ppt_w"/>
                                              </p:val>
                                            </p:tav>
                                          </p:tavLst>
                                        </p:anim>
                                        <p:anim calcmode="lin" valueType="num">
                                          <p:cBhvr>
                                            <p:cTn id="43" dur="750" fill="hold"/>
                                            <p:tgtEl>
                                              <p:spTgt spid="56"/>
                                            </p:tgtEl>
                                            <p:attrNameLst>
                                              <p:attrName>ppt_h</p:attrName>
                                            </p:attrNameLst>
                                          </p:cBhvr>
                                          <p:tavLst>
                                            <p:tav tm="0">
                                              <p:val>
                                                <p:fltVal val="0"/>
                                              </p:val>
                                            </p:tav>
                                            <p:tav tm="100000">
                                              <p:val>
                                                <p:strVal val="#ppt_h"/>
                                              </p:val>
                                            </p:tav>
                                          </p:tavLst>
                                        </p:anim>
                                        <p:animEffect transition="in" filter="fade">
                                          <p:cBhvr>
                                            <p:cTn id="44" dur="750"/>
                                            <p:tgtEl>
                                              <p:spTgt spid="56"/>
                                            </p:tgtEl>
                                          </p:cBhvr>
                                        </p:animEffect>
                                      </p:childTnLst>
                                    </p:cTn>
                                  </p:par>
                                  <p:par>
                                    <p:cTn id="45" presetID="53" presetClass="entr" presetSubtype="16" fill="hold" grpId="0" nodeType="withEffect">
                                      <p:stCondLst>
                                        <p:cond delay="400"/>
                                      </p:stCondLst>
                                      <p:childTnLst>
                                        <p:set>
                                          <p:cBhvr>
                                            <p:cTn id="46" dur="1" fill="hold">
                                              <p:stCondLst>
                                                <p:cond delay="0"/>
                                              </p:stCondLst>
                                            </p:cTn>
                                            <p:tgtEl>
                                              <p:spTgt spid="57"/>
                                            </p:tgtEl>
                                            <p:attrNameLst>
                                              <p:attrName>style.visibility</p:attrName>
                                            </p:attrNameLst>
                                          </p:cBhvr>
                                          <p:to>
                                            <p:strVal val="visible"/>
                                          </p:to>
                                        </p:set>
                                        <p:anim calcmode="lin" valueType="num">
                                          <p:cBhvr>
                                            <p:cTn id="47" dur="750" fill="hold"/>
                                            <p:tgtEl>
                                              <p:spTgt spid="57"/>
                                            </p:tgtEl>
                                            <p:attrNameLst>
                                              <p:attrName>ppt_w</p:attrName>
                                            </p:attrNameLst>
                                          </p:cBhvr>
                                          <p:tavLst>
                                            <p:tav tm="0">
                                              <p:val>
                                                <p:fltVal val="0"/>
                                              </p:val>
                                            </p:tav>
                                            <p:tav tm="100000">
                                              <p:val>
                                                <p:strVal val="#ppt_w"/>
                                              </p:val>
                                            </p:tav>
                                          </p:tavLst>
                                        </p:anim>
                                        <p:anim calcmode="lin" valueType="num">
                                          <p:cBhvr>
                                            <p:cTn id="48" dur="750" fill="hold"/>
                                            <p:tgtEl>
                                              <p:spTgt spid="57"/>
                                            </p:tgtEl>
                                            <p:attrNameLst>
                                              <p:attrName>ppt_h</p:attrName>
                                            </p:attrNameLst>
                                          </p:cBhvr>
                                          <p:tavLst>
                                            <p:tav tm="0">
                                              <p:val>
                                                <p:fltVal val="0"/>
                                              </p:val>
                                            </p:tav>
                                            <p:tav tm="100000">
                                              <p:val>
                                                <p:strVal val="#ppt_h"/>
                                              </p:val>
                                            </p:tav>
                                          </p:tavLst>
                                        </p:anim>
                                        <p:animEffect transition="in" filter="fade">
                                          <p:cBhvr>
                                            <p:cTn id="49" dur="750"/>
                                            <p:tgtEl>
                                              <p:spTgt spid="57"/>
                                            </p:tgtEl>
                                          </p:cBhvr>
                                        </p:animEffect>
                                      </p:childTnLst>
                                    </p:cTn>
                                  </p:par>
                                  <p:par>
                                    <p:cTn id="50" presetID="53" presetClass="entr" presetSubtype="16" fill="hold" grpId="0" nodeType="withEffect">
                                      <p:stCondLst>
                                        <p:cond delay="600"/>
                                      </p:stCondLst>
                                      <p:childTnLst>
                                        <p:set>
                                          <p:cBhvr>
                                            <p:cTn id="51" dur="1" fill="hold">
                                              <p:stCondLst>
                                                <p:cond delay="0"/>
                                              </p:stCondLst>
                                            </p:cTn>
                                            <p:tgtEl>
                                              <p:spTgt spid="54"/>
                                            </p:tgtEl>
                                            <p:attrNameLst>
                                              <p:attrName>style.visibility</p:attrName>
                                            </p:attrNameLst>
                                          </p:cBhvr>
                                          <p:to>
                                            <p:strVal val="visible"/>
                                          </p:to>
                                        </p:set>
                                        <p:anim calcmode="lin" valueType="num">
                                          <p:cBhvr>
                                            <p:cTn id="52" dur="750" fill="hold"/>
                                            <p:tgtEl>
                                              <p:spTgt spid="54"/>
                                            </p:tgtEl>
                                            <p:attrNameLst>
                                              <p:attrName>ppt_w</p:attrName>
                                            </p:attrNameLst>
                                          </p:cBhvr>
                                          <p:tavLst>
                                            <p:tav tm="0">
                                              <p:val>
                                                <p:fltVal val="0"/>
                                              </p:val>
                                            </p:tav>
                                            <p:tav tm="100000">
                                              <p:val>
                                                <p:strVal val="#ppt_w"/>
                                              </p:val>
                                            </p:tav>
                                          </p:tavLst>
                                        </p:anim>
                                        <p:anim calcmode="lin" valueType="num">
                                          <p:cBhvr>
                                            <p:cTn id="53" dur="750" fill="hold"/>
                                            <p:tgtEl>
                                              <p:spTgt spid="54"/>
                                            </p:tgtEl>
                                            <p:attrNameLst>
                                              <p:attrName>ppt_h</p:attrName>
                                            </p:attrNameLst>
                                          </p:cBhvr>
                                          <p:tavLst>
                                            <p:tav tm="0">
                                              <p:val>
                                                <p:fltVal val="0"/>
                                              </p:val>
                                            </p:tav>
                                            <p:tav tm="100000">
                                              <p:val>
                                                <p:strVal val="#ppt_h"/>
                                              </p:val>
                                            </p:tav>
                                          </p:tavLst>
                                        </p:anim>
                                        <p:animEffect transition="in" filter="fade">
                                          <p:cBhvr>
                                            <p:cTn id="54" dur="750"/>
                                            <p:tgtEl>
                                              <p:spTgt spid="54"/>
                                            </p:tgtEl>
                                          </p:cBhvr>
                                        </p:animEffect>
                                      </p:childTnLst>
                                    </p:cTn>
                                  </p:par>
                                  <p:par>
                                    <p:cTn id="55" presetID="53" presetClass="entr" presetSubtype="16" fill="hold" grpId="0" nodeType="withEffect">
                                      <p:stCondLst>
                                        <p:cond delay="800"/>
                                      </p:stCondLst>
                                      <p:childTnLst>
                                        <p:set>
                                          <p:cBhvr>
                                            <p:cTn id="56" dur="1" fill="hold">
                                              <p:stCondLst>
                                                <p:cond delay="0"/>
                                              </p:stCondLst>
                                            </p:cTn>
                                            <p:tgtEl>
                                              <p:spTgt spid="55"/>
                                            </p:tgtEl>
                                            <p:attrNameLst>
                                              <p:attrName>style.visibility</p:attrName>
                                            </p:attrNameLst>
                                          </p:cBhvr>
                                          <p:to>
                                            <p:strVal val="visible"/>
                                          </p:to>
                                        </p:set>
                                        <p:anim calcmode="lin" valueType="num">
                                          <p:cBhvr>
                                            <p:cTn id="57" dur="750" fill="hold"/>
                                            <p:tgtEl>
                                              <p:spTgt spid="55"/>
                                            </p:tgtEl>
                                            <p:attrNameLst>
                                              <p:attrName>ppt_w</p:attrName>
                                            </p:attrNameLst>
                                          </p:cBhvr>
                                          <p:tavLst>
                                            <p:tav tm="0">
                                              <p:val>
                                                <p:fltVal val="0"/>
                                              </p:val>
                                            </p:tav>
                                            <p:tav tm="100000">
                                              <p:val>
                                                <p:strVal val="#ppt_w"/>
                                              </p:val>
                                            </p:tav>
                                          </p:tavLst>
                                        </p:anim>
                                        <p:anim calcmode="lin" valueType="num">
                                          <p:cBhvr>
                                            <p:cTn id="58" dur="750" fill="hold"/>
                                            <p:tgtEl>
                                              <p:spTgt spid="55"/>
                                            </p:tgtEl>
                                            <p:attrNameLst>
                                              <p:attrName>ppt_h</p:attrName>
                                            </p:attrNameLst>
                                          </p:cBhvr>
                                          <p:tavLst>
                                            <p:tav tm="0">
                                              <p:val>
                                                <p:fltVal val="0"/>
                                              </p:val>
                                            </p:tav>
                                            <p:tav tm="100000">
                                              <p:val>
                                                <p:strVal val="#ppt_h"/>
                                              </p:val>
                                            </p:tav>
                                          </p:tavLst>
                                        </p:anim>
                                        <p:animEffect transition="in" filter="fade">
                                          <p:cBhvr>
                                            <p:cTn id="59" dur="750"/>
                                            <p:tgtEl>
                                              <p:spTgt spid="55"/>
                                            </p:tgtEl>
                                          </p:cBhvr>
                                        </p:animEffect>
                                      </p:childTnLst>
                                    </p:cTn>
                                  </p:par>
                                  <p:par>
                                    <p:cTn id="60" presetID="53" presetClass="entr" presetSubtype="16" fill="hold" grpId="0" nodeType="withEffect">
                                      <p:stCondLst>
                                        <p:cond delay="1000"/>
                                      </p:stCondLst>
                                      <p:childTnLst>
                                        <p:set>
                                          <p:cBhvr>
                                            <p:cTn id="61" dur="1" fill="hold">
                                              <p:stCondLst>
                                                <p:cond delay="0"/>
                                              </p:stCondLst>
                                            </p:cTn>
                                            <p:tgtEl>
                                              <p:spTgt spid="58"/>
                                            </p:tgtEl>
                                            <p:attrNameLst>
                                              <p:attrName>style.visibility</p:attrName>
                                            </p:attrNameLst>
                                          </p:cBhvr>
                                          <p:to>
                                            <p:strVal val="visible"/>
                                          </p:to>
                                        </p:set>
                                        <p:anim calcmode="lin" valueType="num">
                                          <p:cBhvr>
                                            <p:cTn id="62" dur="750" fill="hold"/>
                                            <p:tgtEl>
                                              <p:spTgt spid="58"/>
                                            </p:tgtEl>
                                            <p:attrNameLst>
                                              <p:attrName>ppt_w</p:attrName>
                                            </p:attrNameLst>
                                          </p:cBhvr>
                                          <p:tavLst>
                                            <p:tav tm="0">
                                              <p:val>
                                                <p:fltVal val="0"/>
                                              </p:val>
                                            </p:tav>
                                            <p:tav tm="100000">
                                              <p:val>
                                                <p:strVal val="#ppt_w"/>
                                              </p:val>
                                            </p:tav>
                                          </p:tavLst>
                                        </p:anim>
                                        <p:anim calcmode="lin" valueType="num">
                                          <p:cBhvr>
                                            <p:cTn id="63" dur="750" fill="hold"/>
                                            <p:tgtEl>
                                              <p:spTgt spid="58"/>
                                            </p:tgtEl>
                                            <p:attrNameLst>
                                              <p:attrName>ppt_h</p:attrName>
                                            </p:attrNameLst>
                                          </p:cBhvr>
                                          <p:tavLst>
                                            <p:tav tm="0">
                                              <p:val>
                                                <p:fltVal val="0"/>
                                              </p:val>
                                            </p:tav>
                                            <p:tav tm="100000">
                                              <p:val>
                                                <p:strVal val="#ppt_h"/>
                                              </p:val>
                                            </p:tav>
                                          </p:tavLst>
                                        </p:anim>
                                        <p:animEffect transition="in" filter="fade">
                                          <p:cBhvr>
                                            <p:cTn id="64" dur="750"/>
                                            <p:tgtEl>
                                              <p:spTgt spid="58"/>
                                            </p:tgtEl>
                                          </p:cBhvr>
                                        </p:animEffect>
                                      </p:childTnLst>
                                    </p:cTn>
                                  </p:par>
                                  <p:par>
                                    <p:cTn id="65" presetID="22" presetClass="entr" presetSubtype="1" fill="hold" nodeType="withEffect">
                                      <p:stCondLst>
                                        <p:cond delay="200"/>
                                      </p:stCondLst>
                                      <p:childTnLst>
                                        <p:set>
                                          <p:cBhvr>
                                            <p:cTn id="66" dur="1" fill="hold">
                                              <p:stCondLst>
                                                <p:cond delay="0"/>
                                              </p:stCondLst>
                                            </p:cTn>
                                            <p:tgtEl>
                                              <p:spTgt spid="5"/>
                                            </p:tgtEl>
                                            <p:attrNameLst>
                                              <p:attrName>style.visibility</p:attrName>
                                            </p:attrNameLst>
                                          </p:cBhvr>
                                          <p:to>
                                            <p:strVal val="visible"/>
                                          </p:to>
                                        </p:set>
                                        <p:animEffect transition="in" filter="wipe(up)">
                                          <p:cBhvr>
                                            <p:cTn id="67" dur="750"/>
                                            <p:tgtEl>
                                              <p:spTgt spid="5"/>
                                            </p:tgtEl>
                                          </p:cBhvr>
                                        </p:animEffect>
                                      </p:childTnLst>
                                    </p:cTn>
                                  </p:par>
                                  <p:par>
                                    <p:cTn id="68" presetID="22" presetClass="entr" presetSubtype="4" fill="hold" nodeType="withEffect">
                                      <p:stCondLst>
                                        <p:cond delay="400"/>
                                      </p:stCondLst>
                                      <p:childTnLst>
                                        <p:set>
                                          <p:cBhvr>
                                            <p:cTn id="69" dur="1" fill="hold">
                                              <p:stCondLst>
                                                <p:cond delay="0"/>
                                              </p:stCondLst>
                                            </p:cTn>
                                            <p:tgtEl>
                                              <p:spTgt spid="8"/>
                                            </p:tgtEl>
                                            <p:attrNameLst>
                                              <p:attrName>style.visibility</p:attrName>
                                            </p:attrNameLst>
                                          </p:cBhvr>
                                          <p:to>
                                            <p:strVal val="visible"/>
                                          </p:to>
                                        </p:set>
                                        <p:animEffect transition="in" filter="wipe(down)">
                                          <p:cBhvr>
                                            <p:cTn id="70" dur="750"/>
                                            <p:tgtEl>
                                              <p:spTgt spid="8"/>
                                            </p:tgtEl>
                                          </p:cBhvr>
                                        </p:animEffect>
                                      </p:childTnLst>
                                    </p:cTn>
                                  </p:par>
                                  <p:par>
                                    <p:cTn id="71" presetID="22" presetClass="entr" presetSubtype="1" fill="hold" nodeType="withEffect">
                                      <p:stCondLst>
                                        <p:cond delay="600"/>
                                      </p:stCondLst>
                                      <p:childTnLst>
                                        <p:set>
                                          <p:cBhvr>
                                            <p:cTn id="72" dur="1" fill="hold">
                                              <p:stCondLst>
                                                <p:cond delay="0"/>
                                              </p:stCondLst>
                                            </p:cTn>
                                            <p:tgtEl>
                                              <p:spTgt spid="6"/>
                                            </p:tgtEl>
                                            <p:attrNameLst>
                                              <p:attrName>style.visibility</p:attrName>
                                            </p:attrNameLst>
                                          </p:cBhvr>
                                          <p:to>
                                            <p:strVal val="visible"/>
                                          </p:to>
                                        </p:set>
                                        <p:animEffect transition="in" filter="wipe(up)">
                                          <p:cBhvr>
                                            <p:cTn id="73" dur="750"/>
                                            <p:tgtEl>
                                              <p:spTgt spid="6"/>
                                            </p:tgtEl>
                                          </p:cBhvr>
                                        </p:animEffect>
                                      </p:childTnLst>
                                    </p:cTn>
                                  </p:par>
                                  <p:par>
                                    <p:cTn id="74" presetID="22" presetClass="entr" presetSubtype="4" fill="hold" nodeType="withEffect">
                                      <p:stCondLst>
                                        <p:cond delay="800"/>
                                      </p:stCondLst>
                                      <p:childTnLst>
                                        <p:set>
                                          <p:cBhvr>
                                            <p:cTn id="75" dur="1" fill="hold">
                                              <p:stCondLst>
                                                <p:cond delay="0"/>
                                              </p:stCondLst>
                                            </p:cTn>
                                            <p:tgtEl>
                                              <p:spTgt spid="28"/>
                                            </p:tgtEl>
                                            <p:attrNameLst>
                                              <p:attrName>style.visibility</p:attrName>
                                            </p:attrNameLst>
                                          </p:cBhvr>
                                          <p:to>
                                            <p:strVal val="visible"/>
                                          </p:to>
                                        </p:set>
                                        <p:animEffect transition="in" filter="wipe(down)">
                                          <p:cBhvr>
                                            <p:cTn id="76" dur="750"/>
                                            <p:tgtEl>
                                              <p:spTgt spid="28"/>
                                            </p:tgtEl>
                                          </p:cBhvr>
                                        </p:animEffect>
                                      </p:childTnLst>
                                    </p:cTn>
                                  </p:par>
                                  <p:par>
                                    <p:cTn id="77" presetID="22" presetClass="entr" presetSubtype="4" fill="hold" nodeType="withEffect">
                                      <p:stCondLst>
                                        <p:cond delay="1000"/>
                                      </p:stCondLst>
                                      <p:childTnLst>
                                        <p:set>
                                          <p:cBhvr>
                                            <p:cTn id="78" dur="1" fill="hold">
                                              <p:stCondLst>
                                                <p:cond delay="0"/>
                                              </p:stCondLst>
                                            </p:cTn>
                                            <p:tgtEl>
                                              <p:spTgt spid="7"/>
                                            </p:tgtEl>
                                            <p:attrNameLst>
                                              <p:attrName>style.visibility</p:attrName>
                                            </p:attrNameLst>
                                          </p:cBhvr>
                                          <p:to>
                                            <p:strVal val="visible"/>
                                          </p:to>
                                        </p:set>
                                        <p:animEffect transition="in" filter="wipe(down)">
                                          <p:cBhvr>
                                            <p:cTn id="79" dur="750"/>
                                            <p:tgtEl>
                                              <p:spTgt spid="7"/>
                                            </p:tgtEl>
                                          </p:cBhvr>
                                        </p:animEffect>
                                      </p:childTnLst>
                                    </p:cTn>
                                  </p:par>
                                  <p:par>
                                    <p:cTn id="80" presetID="2" presetClass="entr" presetSubtype="4" fill="hold" grpId="0" nodeType="withEffect">
                                      <p:stCondLst>
                                        <p:cond delay="200"/>
                                      </p:stCondLst>
                                      <p:childTnLst>
                                        <p:set>
                                          <p:cBhvr>
                                            <p:cTn id="81" dur="1" fill="hold">
                                              <p:stCondLst>
                                                <p:cond delay="0"/>
                                              </p:stCondLst>
                                            </p:cTn>
                                            <p:tgtEl>
                                              <p:spTgt spid="49"/>
                                            </p:tgtEl>
                                            <p:attrNameLst>
                                              <p:attrName>style.visibility</p:attrName>
                                            </p:attrNameLst>
                                          </p:cBhvr>
                                          <p:to>
                                            <p:strVal val="visible"/>
                                          </p:to>
                                        </p:set>
                                        <p:anim calcmode="lin" valueType="num">
                                          <p:cBhvr additive="base">
                                            <p:cTn id="82" dur="1000" fill="hold"/>
                                            <p:tgtEl>
                                              <p:spTgt spid="49"/>
                                            </p:tgtEl>
                                            <p:attrNameLst>
                                              <p:attrName>ppt_x</p:attrName>
                                            </p:attrNameLst>
                                          </p:cBhvr>
                                          <p:tavLst>
                                            <p:tav tm="0">
                                              <p:val>
                                                <p:strVal val="#ppt_x"/>
                                              </p:val>
                                            </p:tav>
                                            <p:tav tm="100000">
                                              <p:val>
                                                <p:strVal val="#ppt_x"/>
                                              </p:val>
                                            </p:tav>
                                          </p:tavLst>
                                        </p:anim>
                                        <p:anim calcmode="lin" valueType="num">
                                          <p:cBhvr additive="base">
                                            <p:cTn id="83" dur="1000" fill="hold"/>
                                            <p:tgtEl>
                                              <p:spTgt spid="49"/>
                                            </p:tgtEl>
                                            <p:attrNameLst>
                                              <p:attrName>ppt_y</p:attrName>
                                            </p:attrNameLst>
                                          </p:cBhvr>
                                          <p:tavLst>
                                            <p:tav tm="0">
                                              <p:val>
                                                <p:strVal val="1+#ppt_h/2"/>
                                              </p:val>
                                            </p:tav>
                                            <p:tav tm="100000">
                                              <p:val>
                                                <p:strVal val="#ppt_y"/>
                                              </p:val>
                                            </p:tav>
                                          </p:tavLst>
                                        </p:anim>
                                      </p:childTnLst>
                                    </p:cTn>
                                  </p:par>
                                  <p:par>
                                    <p:cTn id="84" presetID="2" presetClass="entr" presetSubtype="1" fill="hold" grpId="0" nodeType="withEffect">
                                      <p:stCondLst>
                                        <p:cond delay="400"/>
                                      </p:stCondLst>
                                      <p:childTnLst>
                                        <p:set>
                                          <p:cBhvr>
                                            <p:cTn id="85" dur="1" fill="hold">
                                              <p:stCondLst>
                                                <p:cond delay="0"/>
                                              </p:stCondLst>
                                            </p:cTn>
                                            <p:tgtEl>
                                              <p:spTgt spid="53"/>
                                            </p:tgtEl>
                                            <p:attrNameLst>
                                              <p:attrName>style.visibility</p:attrName>
                                            </p:attrNameLst>
                                          </p:cBhvr>
                                          <p:to>
                                            <p:strVal val="visible"/>
                                          </p:to>
                                        </p:set>
                                        <p:anim calcmode="lin" valueType="num">
                                          <p:cBhvr additive="base">
                                            <p:cTn id="86" dur="1000" fill="hold"/>
                                            <p:tgtEl>
                                              <p:spTgt spid="53"/>
                                            </p:tgtEl>
                                            <p:attrNameLst>
                                              <p:attrName>ppt_x</p:attrName>
                                            </p:attrNameLst>
                                          </p:cBhvr>
                                          <p:tavLst>
                                            <p:tav tm="0">
                                              <p:val>
                                                <p:strVal val="#ppt_x"/>
                                              </p:val>
                                            </p:tav>
                                            <p:tav tm="100000">
                                              <p:val>
                                                <p:strVal val="#ppt_x"/>
                                              </p:val>
                                            </p:tav>
                                          </p:tavLst>
                                        </p:anim>
                                        <p:anim calcmode="lin" valueType="num">
                                          <p:cBhvr additive="base">
                                            <p:cTn id="87" dur="1000" fill="hold"/>
                                            <p:tgtEl>
                                              <p:spTgt spid="53"/>
                                            </p:tgtEl>
                                            <p:attrNameLst>
                                              <p:attrName>ppt_y</p:attrName>
                                            </p:attrNameLst>
                                          </p:cBhvr>
                                          <p:tavLst>
                                            <p:tav tm="0">
                                              <p:val>
                                                <p:strVal val="0-#ppt_h/2"/>
                                              </p:val>
                                            </p:tav>
                                            <p:tav tm="100000">
                                              <p:val>
                                                <p:strVal val="#ppt_y"/>
                                              </p:val>
                                            </p:tav>
                                          </p:tavLst>
                                        </p:anim>
                                      </p:childTnLst>
                                    </p:cTn>
                                  </p:par>
                                  <p:par>
                                    <p:cTn id="88" presetID="2" presetClass="entr" presetSubtype="4" fill="hold" grpId="0" nodeType="withEffect">
                                      <p:stCondLst>
                                        <p:cond delay="600"/>
                                      </p:stCondLst>
                                      <p:childTnLst>
                                        <p:set>
                                          <p:cBhvr>
                                            <p:cTn id="89" dur="1" fill="hold">
                                              <p:stCondLst>
                                                <p:cond delay="0"/>
                                              </p:stCondLst>
                                            </p:cTn>
                                            <p:tgtEl>
                                              <p:spTgt spid="51"/>
                                            </p:tgtEl>
                                            <p:attrNameLst>
                                              <p:attrName>style.visibility</p:attrName>
                                            </p:attrNameLst>
                                          </p:cBhvr>
                                          <p:to>
                                            <p:strVal val="visible"/>
                                          </p:to>
                                        </p:set>
                                        <p:anim calcmode="lin" valueType="num">
                                          <p:cBhvr additive="base">
                                            <p:cTn id="90" dur="1000" fill="hold"/>
                                            <p:tgtEl>
                                              <p:spTgt spid="51"/>
                                            </p:tgtEl>
                                            <p:attrNameLst>
                                              <p:attrName>ppt_x</p:attrName>
                                            </p:attrNameLst>
                                          </p:cBhvr>
                                          <p:tavLst>
                                            <p:tav tm="0">
                                              <p:val>
                                                <p:strVal val="#ppt_x"/>
                                              </p:val>
                                            </p:tav>
                                            <p:tav tm="100000">
                                              <p:val>
                                                <p:strVal val="#ppt_x"/>
                                              </p:val>
                                            </p:tav>
                                          </p:tavLst>
                                        </p:anim>
                                        <p:anim calcmode="lin" valueType="num">
                                          <p:cBhvr additive="base">
                                            <p:cTn id="91" dur="1000" fill="hold"/>
                                            <p:tgtEl>
                                              <p:spTgt spid="51"/>
                                            </p:tgtEl>
                                            <p:attrNameLst>
                                              <p:attrName>ppt_y</p:attrName>
                                            </p:attrNameLst>
                                          </p:cBhvr>
                                          <p:tavLst>
                                            <p:tav tm="0">
                                              <p:val>
                                                <p:strVal val="1+#ppt_h/2"/>
                                              </p:val>
                                            </p:tav>
                                            <p:tav tm="100000">
                                              <p:val>
                                                <p:strVal val="#ppt_y"/>
                                              </p:val>
                                            </p:tav>
                                          </p:tavLst>
                                        </p:anim>
                                      </p:childTnLst>
                                    </p:cTn>
                                  </p:par>
                                  <p:par>
                                    <p:cTn id="92" presetID="2" presetClass="entr" presetSubtype="1" fill="hold" grpId="0" nodeType="withEffect">
                                      <p:stCondLst>
                                        <p:cond delay="800"/>
                                      </p:stCondLst>
                                      <p:childTnLst>
                                        <p:set>
                                          <p:cBhvr>
                                            <p:cTn id="93" dur="1" fill="hold">
                                              <p:stCondLst>
                                                <p:cond delay="0"/>
                                              </p:stCondLst>
                                            </p:cTn>
                                            <p:tgtEl>
                                              <p:spTgt spid="59"/>
                                            </p:tgtEl>
                                            <p:attrNameLst>
                                              <p:attrName>style.visibility</p:attrName>
                                            </p:attrNameLst>
                                          </p:cBhvr>
                                          <p:to>
                                            <p:strVal val="visible"/>
                                          </p:to>
                                        </p:set>
                                        <p:anim calcmode="lin" valueType="num">
                                          <p:cBhvr additive="base">
                                            <p:cTn id="94" dur="1000" fill="hold"/>
                                            <p:tgtEl>
                                              <p:spTgt spid="59"/>
                                            </p:tgtEl>
                                            <p:attrNameLst>
                                              <p:attrName>ppt_x</p:attrName>
                                            </p:attrNameLst>
                                          </p:cBhvr>
                                          <p:tavLst>
                                            <p:tav tm="0">
                                              <p:val>
                                                <p:strVal val="#ppt_x"/>
                                              </p:val>
                                            </p:tav>
                                            <p:tav tm="100000">
                                              <p:val>
                                                <p:strVal val="#ppt_x"/>
                                              </p:val>
                                            </p:tav>
                                          </p:tavLst>
                                        </p:anim>
                                        <p:anim calcmode="lin" valueType="num">
                                          <p:cBhvr additive="base">
                                            <p:cTn id="95" dur="1000" fill="hold"/>
                                            <p:tgtEl>
                                              <p:spTgt spid="59"/>
                                            </p:tgtEl>
                                            <p:attrNameLst>
                                              <p:attrName>ppt_y</p:attrName>
                                            </p:attrNameLst>
                                          </p:cBhvr>
                                          <p:tavLst>
                                            <p:tav tm="0">
                                              <p:val>
                                                <p:strVal val="0-#ppt_h/2"/>
                                              </p:val>
                                            </p:tav>
                                            <p:tav tm="100000">
                                              <p:val>
                                                <p:strVal val="#ppt_y"/>
                                              </p:val>
                                            </p:tav>
                                          </p:tavLst>
                                        </p:anim>
                                      </p:childTnLst>
                                    </p:cTn>
                                  </p:par>
                                  <p:par>
                                    <p:cTn id="96" presetID="2" presetClass="entr" presetSubtype="4" fill="hold" grpId="0" nodeType="withEffect">
                                      <p:stCondLst>
                                        <p:cond delay="1000"/>
                                      </p:stCondLst>
                                      <p:childTnLst>
                                        <p:set>
                                          <p:cBhvr>
                                            <p:cTn id="97" dur="1" fill="hold">
                                              <p:stCondLst>
                                                <p:cond delay="0"/>
                                              </p:stCondLst>
                                            </p:cTn>
                                            <p:tgtEl>
                                              <p:spTgt spid="52"/>
                                            </p:tgtEl>
                                            <p:attrNameLst>
                                              <p:attrName>style.visibility</p:attrName>
                                            </p:attrNameLst>
                                          </p:cBhvr>
                                          <p:to>
                                            <p:strVal val="visible"/>
                                          </p:to>
                                        </p:set>
                                        <p:anim calcmode="lin" valueType="num">
                                          <p:cBhvr additive="base">
                                            <p:cTn id="98" dur="1000" fill="hold"/>
                                            <p:tgtEl>
                                              <p:spTgt spid="52"/>
                                            </p:tgtEl>
                                            <p:attrNameLst>
                                              <p:attrName>ppt_x</p:attrName>
                                            </p:attrNameLst>
                                          </p:cBhvr>
                                          <p:tavLst>
                                            <p:tav tm="0">
                                              <p:val>
                                                <p:strVal val="#ppt_x"/>
                                              </p:val>
                                            </p:tav>
                                            <p:tav tm="100000">
                                              <p:val>
                                                <p:strVal val="#ppt_x"/>
                                              </p:val>
                                            </p:tav>
                                          </p:tavLst>
                                        </p:anim>
                                        <p:anim calcmode="lin" valueType="num">
                                          <p:cBhvr additive="base">
                                            <p:cTn id="99" dur="10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54" grpId="0" animBg="1"/>
          <p:bldP spid="55" grpId="0" animBg="1"/>
          <p:bldP spid="56" grpId="0" animBg="1"/>
          <p:bldP spid="57" grpId="0" animBg="1"/>
          <p:bldP spid="58" grpId="0" animBg="1"/>
          <p:bldP spid="49" grpId="0"/>
          <p:bldP spid="51" grpId="0"/>
          <p:bldP spid="52" grpId="0"/>
          <p:bldP spid="53" grpId="0"/>
          <p:bldP spid="59" grpId="0"/>
        </p:bldLst>
      </p:timing>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4C76AC0C-9AFF-47E2-B21F-FA17D29A8D60}"/>
              </a:ext>
            </a:extLst>
          </p:cNvPr>
          <p:cNvGrpSpPr/>
          <p:nvPr/>
        </p:nvGrpSpPr>
        <p:grpSpPr>
          <a:xfrm>
            <a:off x="1301750" y="2149475"/>
            <a:ext cx="9585325" cy="1924050"/>
            <a:chOff x="1301750" y="2149475"/>
            <a:chExt cx="9585325" cy="1924050"/>
          </a:xfrm>
        </p:grpSpPr>
        <p:sp>
          <p:nvSpPr>
            <p:cNvPr id="6" name="Freeform 5">
              <a:extLst>
                <a:ext uri="{FF2B5EF4-FFF2-40B4-BE49-F238E27FC236}">
                  <a16:creationId xmlns:a16="http://schemas.microsoft.com/office/drawing/2014/main" id="{5CB19E3C-E700-4912-B396-BA75E9FB72EC}"/>
                </a:ext>
              </a:extLst>
            </p:cNvPr>
            <p:cNvSpPr>
              <a:spLocks/>
            </p:cNvSpPr>
            <p:nvPr/>
          </p:nvSpPr>
          <p:spPr bwMode="auto">
            <a:xfrm>
              <a:off x="8969375" y="3111500"/>
              <a:ext cx="1917700" cy="962025"/>
            </a:xfrm>
            <a:custGeom>
              <a:avLst/>
              <a:gdLst>
                <a:gd name="T0" fmla="*/ 509 w 509"/>
                <a:gd name="T1" fmla="*/ 0 h 254"/>
                <a:gd name="T2" fmla="*/ 255 w 509"/>
                <a:gd name="T3" fmla="*/ 254 h 254"/>
                <a:gd name="T4" fmla="*/ 0 w 509"/>
                <a:gd name="T5" fmla="*/ 0 h 254"/>
              </a:gdLst>
              <a:ahLst/>
              <a:cxnLst>
                <a:cxn ang="0">
                  <a:pos x="T0" y="T1"/>
                </a:cxn>
                <a:cxn ang="0">
                  <a:pos x="T2" y="T3"/>
                </a:cxn>
                <a:cxn ang="0">
                  <a:pos x="T4" y="T5"/>
                </a:cxn>
              </a:cxnLst>
              <a:rect l="0" t="0" r="r" b="b"/>
              <a:pathLst>
                <a:path w="509" h="254">
                  <a:moveTo>
                    <a:pt x="509" y="0"/>
                  </a:moveTo>
                  <a:cubicBezTo>
                    <a:pt x="509" y="141"/>
                    <a:pt x="395" y="254"/>
                    <a:pt x="255" y="254"/>
                  </a:cubicBezTo>
                  <a:cubicBezTo>
                    <a:pt x="114" y="254"/>
                    <a:pt x="0" y="141"/>
                    <a:pt x="0" y="0"/>
                  </a:cubicBezTo>
                </a:path>
              </a:pathLst>
            </a:custGeom>
            <a:noFill/>
            <a:ln w="120650" cap="rnd">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2FA82F7D-99C3-4B89-BA11-3D61B9F2EA39}"/>
                </a:ext>
              </a:extLst>
            </p:cNvPr>
            <p:cNvSpPr>
              <a:spLocks/>
            </p:cNvSpPr>
            <p:nvPr/>
          </p:nvSpPr>
          <p:spPr bwMode="auto">
            <a:xfrm>
              <a:off x="7051675" y="2149475"/>
              <a:ext cx="1917700" cy="962025"/>
            </a:xfrm>
            <a:custGeom>
              <a:avLst/>
              <a:gdLst>
                <a:gd name="T0" fmla="*/ 509 w 509"/>
                <a:gd name="T1" fmla="*/ 254 h 254"/>
                <a:gd name="T2" fmla="*/ 255 w 509"/>
                <a:gd name="T3" fmla="*/ 0 h 254"/>
                <a:gd name="T4" fmla="*/ 0 w 509"/>
                <a:gd name="T5" fmla="*/ 254 h 254"/>
              </a:gdLst>
              <a:ahLst/>
              <a:cxnLst>
                <a:cxn ang="0">
                  <a:pos x="T0" y="T1"/>
                </a:cxn>
                <a:cxn ang="0">
                  <a:pos x="T2" y="T3"/>
                </a:cxn>
                <a:cxn ang="0">
                  <a:pos x="T4" y="T5"/>
                </a:cxn>
              </a:cxnLst>
              <a:rect l="0" t="0" r="r" b="b"/>
              <a:pathLst>
                <a:path w="509" h="254">
                  <a:moveTo>
                    <a:pt x="509" y="254"/>
                  </a:moveTo>
                  <a:cubicBezTo>
                    <a:pt x="509" y="113"/>
                    <a:pt x="395" y="0"/>
                    <a:pt x="255" y="0"/>
                  </a:cubicBezTo>
                  <a:cubicBezTo>
                    <a:pt x="114" y="0"/>
                    <a:pt x="0" y="113"/>
                    <a:pt x="0" y="254"/>
                  </a:cubicBezTo>
                </a:path>
              </a:pathLst>
            </a:custGeom>
            <a:noFill/>
            <a:ln w="120650" cap="rnd">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D9EE522D-53FA-44BF-9E11-9FF9A903DFC2}"/>
                </a:ext>
              </a:extLst>
            </p:cNvPr>
            <p:cNvSpPr>
              <a:spLocks/>
            </p:cNvSpPr>
            <p:nvPr/>
          </p:nvSpPr>
          <p:spPr bwMode="auto">
            <a:xfrm>
              <a:off x="5137150" y="3111500"/>
              <a:ext cx="1914525" cy="962025"/>
            </a:xfrm>
            <a:custGeom>
              <a:avLst/>
              <a:gdLst>
                <a:gd name="T0" fmla="*/ 508 w 508"/>
                <a:gd name="T1" fmla="*/ 0 h 254"/>
                <a:gd name="T2" fmla="*/ 254 w 508"/>
                <a:gd name="T3" fmla="*/ 254 h 254"/>
                <a:gd name="T4" fmla="*/ 0 w 508"/>
                <a:gd name="T5" fmla="*/ 0 h 254"/>
              </a:gdLst>
              <a:ahLst/>
              <a:cxnLst>
                <a:cxn ang="0">
                  <a:pos x="T0" y="T1"/>
                </a:cxn>
                <a:cxn ang="0">
                  <a:pos x="T2" y="T3"/>
                </a:cxn>
                <a:cxn ang="0">
                  <a:pos x="T4" y="T5"/>
                </a:cxn>
              </a:cxnLst>
              <a:rect l="0" t="0" r="r" b="b"/>
              <a:pathLst>
                <a:path w="508" h="254">
                  <a:moveTo>
                    <a:pt x="508" y="0"/>
                  </a:moveTo>
                  <a:cubicBezTo>
                    <a:pt x="508" y="141"/>
                    <a:pt x="395" y="254"/>
                    <a:pt x="254" y="254"/>
                  </a:cubicBezTo>
                  <a:cubicBezTo>
                    <a:pt x="113" y="254"/>
                    <a:pt x="0" y="141"/>
                    <a:pt x="0" y="0"/>
                  </a:cubicBezTo>
                </a:path>
              </a:pathLst>
            </a:custGeom>
            <a:noFill/>
            <a:ln w="120650" cap="rnd">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9B7E7D64-E706-472E-9689-9495A98CB1DA}"/>
                </a:ext>
              </a:extLst>
            </p:cNvPr>
            <p:cNvSpPr>
              <a:spLocks/>
            </p:cNvSpPr>
            <p:nvPr/>
          </p:nvSpPr>
          <p:spPr bwMode="auto">
            <a:xfrm>
              <a:off x="3219450" y="2149475"/>
              <a:ext cx="1917700" cy="962025"/>
            </a:xfrm>
            <a:custGeom>
              <a:avLst/>
              <a:gdLst>
                <a:gd name="T0" fmla="*/ 509 w 509"/>
                <a:gd name="T1" fmla="*/ 254 h 254"/>
                <a:gd name="T2" fmla="*/ 254 w 509"/>
                <a:gd name="T3" fmla="*/ 0 h 254"/>
                <a:gd name="T4" fmla="*/ 0 w 509"/>
                <a:gd name="T5" fmla="*/ 254 h 254"/>
              </a:gdLst>
              <a:ahLst/>
              <a:cxnLst>
                <a:cxn ang="0">
                  <a:pos x="T0" y="T1"/>
                </a:cxn>
                <a:cxn ang="0">
                  <a:pos x="T2" y="T3"/>
                </a:cxn>
                <a:cxn ang="0">
                  <a:pos x="T4" y="T5"/>
                </a:cxn>
              </a:cxnLst>
              <a:rect l="0" t="0" r="r" b="b"/>
              <a:pathLst>
                <a:path w="509" h="254">
                  <a:moveTo>
                    <a:pt x="509" y="254"/>
                  </a:moveTo>
                  <a:cubicBezTo>
                    <a:pt x="509" y="113"/>
                    <a:pt x="395" y="0"/>
                    <a:pt x="254" y="0"/>
                  </a:cubicBezTo>
                  <a:cubicBezTo>
                    <a:pt x="114" y="0"/>
                    <a:pt x="0" y="113"/>
                    <a:pt x="0" y="254"/>
                  </a:cubicBezTo>
                </a:path>
              </a:pathLst>
            </a:custGeom>
            <a:noFill/>
            <a:ln w="120650" cap="rnd">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283BC343-47D7-41D0-BC25-A42EAB46F17F}"/>
                </a:ext>
              </a:extLst>
            </p:cNvPr>
            <p:cNvSpPr>
              <a:spLocks/>
            </p:cNvSpPr>
            <p:nvPr/>
          </p:nvSpPr>
          <p:spPr bwMode="auto">
            <a:xfrm>
              <a:off x="1301750" y="3111500"/>
              <a:ext cx="1917700" cy="962025"/>
            </a:xfrm>
            <a:custGeom>
              <a:avLst/>
              <a:gdLst>
                <a:gd name="T0" fmla="*/ 509 w 509"/>
                <a:gd name="T1" fmla="*/ 0 h 254"/>
                <a:gd name="T2" fmla="*/ 254 w 509"/>
                <a:gd name="T3" fmla="*/ 254 h 254"/>
                <a:gd name="T4" fmla="*/ 0 w 509"/>
                <a:gd name="T5" fmla="*/ 0 h 254"/>
              </a:gdLst>
              <a:ahLst/>
              <a:cxnLst>
                <a:cxn ang="0">
                  <a:pos x="T0" y="T1"/>
                </a:cxn>
                <a:cxn ang="0">
                  <a:pos x="T2" y="T3"/>
                </a:cxn>
                <a:cxn ang="0">
                  <a:pos x="T4" y="T5"/>
                </a:cxn>
              </a:cxnLst>
              <a:rect l="0" t="0" r="r" b="b"/>
              <a:pathLst>
                <a:path w="509" h="254">
                  <a:moveTo>
                    <a:pt x="509" y="0"/>
                  </a:moveTo>
                  <a:cubicBezTo>
                    <a:pt x="509" y="141"/>
                    <a:pt x="395" y="254"/>
                    <a:pt x="254" y="254"/>
                  </a:cubicBezTo>
                  <a:cubicBezTo>
                    <a:pt x="114" y="254"/>
                    <a:pt x="0" y="141"/>
                    <a:pt x="0" y="0"/>
                  </a:cubicBezTo>
                </a:path>
              </a:pathLst>
            </a:custGeom>
            <a:noFill/>
            <a:ln w="120650" cap="rnd">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11" name="Oval 10">
            <a:extLst>
              <a:ext uri="{FF2B5EF4-FFF2-40B4-BE49-F238E27FC236}">
                <a16:creationId xmlns:a16="http://schemas.microsoft.com/office/drawing/2014/main" id="{2041789F-BED5-4D29-9B20-ABD6BFBC9156}"/>
              </a:ext>
            </a:extLst>
          </p:cNvPr>
          <p:cNvSpPr>
            <a:spLocks noChangeArrowheads="1"/>
          </p:cNvSpPr>
          <p:nvPr/>
        </p:nvSpPr>
        <p:spPr bwMode="auto">
          <a:xfrm>
            <a:off x="9142413" y="2319338"/>
            <a:ext cx="1574800" cy="1582738"/>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Oval 11">
            <a:extLst>
              <a:ext uri="{FF2B5EF4-FFF2-40B4-BE49-F238E27FC236}">
                <a16:creationId xmlns:a16="http://schemas.microsoft.com/office/drawing/2014/main" id="{7812987C-C799-47EF-804C-ED43873CFCCD}"/>
              </a:ext>
            </a:extLst>
          </p:cNvPr>
          <p:cNvSpPr>
            <a:spLocks noChangeArrowheads="1"/>
          </p:cNvSpPr>
          <p:nvPr/>
        </p:nvSpPr>
        <p:spPr bwMode="auto">
          <a:xfrm>
            <a:off x="7224713" y="2319338"/>
            <a:ext cx="1574800" cy="158273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Oval 12">
            <a:extLst>
              <a:ext uri="{FF2B5EF4-FFF2-40B4-BE49-F238E27FC236}">
                <a16:creationId xmlns:a16="http://schemas.microsoft.com/office/drawing/2014/main" id="{D6839193-441C-40FB-941E-230CEBB2A4BE}"/>
              </a:ext>
            </a:extLst>
          </p:cNvPr>
          <p:cNvSpPr>
            <a:spLocks noChangeArrowheads="1"/>
          </p:cNvSpPr>
          <p:nvPr/>
        </p:nvSpPr>
        <p:spPr bwMode="auto">
          <a:xfrm>
            <a:off x="5307013" y="2319338"/>
            <a:ext cx="1574800" cy="158273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4" name="Oval 13">
            <a:extLst>
              <a:ext uri="{FF2B5EF4-FFF2-40B4-BE49-F238E27FC236}">
                <a16:creationId xmlns:a16="http://schemas.microsoft.com/office/drawing/2014/main" id="{7CD808B3-E301-47C9-B771-24992C0CB959}"/>
              </a:ext>
            </a:extLst>
          </p:cNvPr>
          <p:cNvSpPr>
            <a:spLocks noChangeArrowheads="1"/>
          </p:cNvSpPr>
          <p:nvPr/>
        </p:nvSpPr>
        <p:spPr bwMode="auto">
          <a:xfrm>
            <a:off x="3389313" y="2319338"/>
            <a:ext cx="1574800" cy="1582738"/>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Oval 14">
            <a:extLst>
              <a:ext uri="{FF2B5EF4-FFF2-40B4-BE49-F238E27FC236}">
                <a16:creationId xmlns:a16="http://schemas.microsoft.com/office/drawing/2014/main" id="{233E4155-AA26-4BDC-BC13-DDE15EC7C97B}"/>
              </a:ext>
            </a:extLst>
          </p:cNvPr>
          <p:cNvSpPr>
            <a:spLocks noChangeArrowheads="1"/>
          </p:cNvSpPr>
          <p:nvPr/>
        </p:nvSpPr>
        <p:spPr bwMode="auto">
          <a:xfrm>
            <a:off x="1471613" y="2319338"/>
            <a:ext cx="1574800" cy="15827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27" name="Group 26">
            <a:extLst>
              <a:ext uri="{FF2B5EF4-FFF2-40B4-BE49-F238E27FC236}">
                <a16:creationId xmlns:a16="http://schemas.microsoft.com/office/drawing/2014/main" id="{88C2AD78-F87F-44F9-8A45-9B78EC188BD1}"/>
              </a:ext>
            </a:extLst>
          </p:cNvPr>
          <p:cNvGrpSpPr/>
          <p:nvPr/>
        </p:nvGrpSpPr>
        <p:grpSpPr>
          <a:xfrm>
            <a:off x="1617068" y="2464594"/>
            <a:ext cx="1292609" cy="1294606"/>
            <a:chOff x="6345238" y="4948238"/>
            <a:chExt cx="1027113" cy="1028700"/>
          </a:xfrm>
          <a:effectLst>
            <a:outerShdw blurRad="152400" dist="127000" dir="2700000" sx="102000" sy="102000" algn="tl" rotWithShape="0">
              <a:prstClr val="black">
                <a:alpha val="40000"/>
              </a:prstClr>
            </a:outerShdw>
          </a:effectLst>
        </p:grpSpPr>
        <p:sp>
          <p:nvSpPr>
            <p:cNvPr id="28" name="Oval 56">
              <a:extLst>
                <a:ext uri="{FF2B5EF4-FFF2-40B4-BE49-F238E27FC236}">
                  <a16:creationId xmlns:a16="http://schemas.microsoft.com/office/drawing/2014/main" id="{3883A6F2-6FF7-4BE7-9BF0-97EFCE2D856B}"/>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9" name="Oval 57">
              <a:extLst>
                <a:ext uri="{FF2B5EF4-FFF2-40B4-BE49-F238E27FC236}">
                  <a16:creationId xmlns:a16="http://schemas.microsoft.com/office/drawing/2014/main" id="{50A01AB5-1137-48FC-91BD-CDEA0DA9FD2B}"/>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0" name="Group 29">
            <a:extLst>
              <a:ext uri="{FF2B5EF4-FFF2-40B4-BE49-F238E27FC236}">
                <a16:creationId xmlns:a16="http://schemas.microsoft.com/office/drawing/2014/main" id="{5022FD6F-C364-44DB-A4D1-8173FF02EABE}"/>
              </a:ext>
            </a:extLst>
          </p:cNvPr>
          <p:cNvGrpSpPr/>
          <p:nvPr/>
        </p:nvGrpSpPr>
        <p:grpSpPr>
          <a:xfrm>
            <a:off x="3530408" y="2464594"/>
            <a:ext cx="1292609" cy="1294606"/>
            <a:chOff x="6345238" y="4948238"/>
            <a:chExt cx="1027113" cy="1028700"/>
          </a:xfrm>
          <a:effectLst>
            <a:outerShdw blurRad="152400" dist="127000" dir="2700000" sx="102000" sy="102000" algn="tl" rotWithShape="0">
              <a:prstClr val="black">
                <a:alpha val="40000"/>
              </a:prstClr>
            </a:outerShdw>
          </a:effectLst>
        </p:grpSpPr>
        <p:sp>
          <p:nvSpPr>
            <p:cNvPr id="31" name="Oval 56">
              <a:extLst>
                <a:ext uri="{FF2B5EF4-FFF2-40B4-BE49-F238E27FC236}">
                  <a16:creationId xmlns:a16="http://schemas.microsoft.com/office/drawing/2014/main" id="{328981DF-635D-4DF9-AA82-E930968BFC11}"/>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2" name="Oval 57">
              <a:extLst>
                <a:ext uri="{FF2B5EF4-FFF2-40B4-BE49-F238E27FC236}">
                  <a16:creationId xmlns:a16="http://schemas.microsoft.com/office/drawing/2014/main" id="{C706A280-825A-4D5F-B83B-A0967986E9C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3" name="Group 32">
            <a:extLst>
              <a:ext uri="{FF2B5EF4-FFF2-40B4-BE49-F238E27FC236}">
                <a16:creationId xmlns:a16="http://schemas.microsoft.com/office/drawing/2014/main" id="{EA37E4DD-7676-412A-86F9-DDC25B374FE7}"/>
              </a:ext>
            </a:extLst>
          </p:cNvPr>
          <p:cNvGrpSpPr/>
          <p:nvPr/>
        </p:nvGrpSpPr>
        <p:grpSpPr>
          <a:xfrm>
            <a:off x="5447314" y="2464594"/>
            <a:ext cx="1292609" cy="1294606"/>
            <a:chOff x="6345238" y="4948238"/>
            <a:chExt cx="1027113" cy="1028700"/>
          </a:xfrm>
          <a:effectLst>
            <a:outerShdw blurRad="152400" dist="127000" dir="2700000" sx="102000" sy="102000" algn="tl" rotWithShape="0">
              <a:prstClr val="black">
                <a:alpha val="40000"/>
              </a:prstClr>
            </a:outerShdw>
          </a:effectLst>
        </p:grpSpPr>
        <p:sp>
          <p:nvSpPr>
            <p:cNvPr id="34" name="Oval 56">
              <a:extLst>
                <a:ext uri="{FF2B5EF4-FFF2-40B4-BE49-F238E27FC236}">
                  <a16:creationId xmlns:a16="http://schemas.microsoft.com/office/drawing/2014/main" id="{51C56D1A-914A-4D5B-B367-76298A63554C}"/>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5" name="Oval 57">
              <a:extLst>
                <a:ext uri="{FF2B5EF4-FFF2-40B4-BE49-F238E27FC236}">
                  <a16:creationId xmlns:a16="http://schemas.microsoft.com/office/drawing/2014/main" id="{B419AB05-5C03-415B-BDC0-1D43FC20138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6" name="Group 35">
            <a:extLst>
              <a:ext uri="{FF2B5EF4-FFF2-40B4-BE49-F238E27FC236}">
                <a16:creationId xmlns:a16="http://schemas.microsoft.com/office/drawing/2014/main" id="{C8CFC3BF-5359-4A20-8536-A11FBD7AC5D5}"/>
              </a:ext>
            </a:extLst>
          </p:cNvPr>
          <p:cNvGrpSpPr/>
          <p:nvPr/>
        </p:nvGrpSpPr>
        <p:grpSpPr>
          <a:xfrm>
            <a:off x="7360854" y="2464594"/>
            <a:ext cx="1292609" cy="1294606"/>
            <a:chOff x="6345238" y="4948238"/>
            <a:chExt cx="1027113" cy="1028700"/>
          </a:xfrm>
          <a:effectLst>
            <a:outerShdw blurRad="152400" dist="127000" dir="2700000" sx="102000" sy="102000" algn="tl" rotWithShape="0">
              <a:prstClr val="black">
                <a:alpha val="40000"/>
              </a:prstClr>
            </a:outerShdw>
          </a:effectLst>
        </p:grpSpPr>
        <p:sp>
          <p:nvSpPr>
            <p:cNvPr id="37" name="Oval 56">
              <a:extLst>
                <a:ext uri="{FF2B5EF4-FFF2-40B4-BE49-F238E27FC236}">
                  <a16:creationId xmlns:a16="http://schemas.microsoft.com/office/drawing/2014/main" id="{4112B4CB-AEFA-46F1-9D54-9FA6F1235680}"/>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38" name="Oval 57">
              <a:extLst>
                <a:ext uri="{FF2B5EF4-FFF2-40B4-BE49-F238E27FC236}">
                  <a16:creationId xmlns:a16="http://schemas.microsoft.com/office/drawing/2014/main" id="{A8826495-08E8-4A41-B07C-C0ECCD351049}"/>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39" name="Group 38">
            <a:extLst>
              <a:ext uri="{FF2B5EF4-FFF2-40B4-BE49-F238E27FC236}">
                <a16:creationId xmlns:a16="http://schemas.microsoft.com/office/drawing/2014/main" id="{ED104BAB-8166-4007-AB15-D62E80E01989}"/>
              </a:ext>
            </a:extLst>
          </p:cNvPr>
          <p:cNvGrpSpPr/>
          <p:nvPr/>
        </p:nvGrpSpPr>
        <p:grpSpPr>
          <a:xfrm>
            <a:off x="9264343" y="2464594"/>
            <a:ext cx="1292609" cy="1294606"/>
            <a:chOff x="6345238" y="4948238"/>
            <a:chExt cx="1027113" cy="1028700"/>
          </a:xfrm>
          <a:effectLst>
            <a:outerShdw blurRad="152400" dist="127000" dir="2700000" sx="102000" sy="102000" algn="tl" rotWithShape="0">
              <a:prstClr val="black">
                <a:alpha val="40000"/>
              </a:prstClr>
            </a:outerShdw>
          </a:effectLst>
        </p:grpSpPr>
        <p:sp>
          <p:nvSpPr>
            <p:cNvPr id="40" name="Oval 56">
              <a:extLst>
                <a:ext uri="{FF2B5EF4-FFF2-40B4-BE49-F238E27FC236}">
                  <a16:creationId xmlns:a16="http://schemas.microsoft.com/office/drawing/2014/main" id="{EB7D62A3-9F19-4D5A-ABFA-8811FA468228}"/>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41" name="Oval 57">
              <a:extLst>
                <a:ext uri="{FF2B5EF4-FFF2-40B4-BE49-F238E27FC236}">
                  <a16:creationId xmlns:a16="http://schemas.microsoft.com/office/drawing/2014/main" id="{C9F63942-638A-4976-BFFF-93F80BB7F308}"/>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43" name="Freeform 30">
            <a:extLst>
              <a:ext uri="{FF2B5EF4-FFF2-40B4-BE49-F238E27FC236}">
                <a16:creationId xmlns:a16="http://schemas.microsoft.com/office/drawing/2014/main" id="{18ACDC9D-2527-4F8E-9052-66CE6BC42B90}"/>
              </a:ext>
            </a:extLst>
          </p:cNvPr>
          <p:cNvSpPr>
            <a:spLocks noEditPoints="1"/>
          </p:cNvSpPr>
          <p:nvPr/>
        </p:nvSpPr>
        <p:spPr bwMode="auto">
          <a:xfrm>
            <a:off x="1862455" y="2879678"/>
            <a:ext cx="815552" cy="458629"/>
          </a:xfrm>
          <a:custGeom>
            <a:avLst/>
            <a:gdLst>
              <a:gd name="T0" fmla="*/ 40 w 171"/>
              <a:gd name="T1" fmla="*/ 79 h 96"/>
              <a:gd name="T2" fmla="*/ 40 w 171"/>
              <a:gd name="T3" fmla="*/ 71 h 96"/>
              <a:gd name="T4" fmla="*/ 50 w 171"/>
              <a:gd name="T5" fmla="*/ 62 h 96"/>
              <a:gd name="T6" fmla="*/ 56 w 171"/>
              <a:gd name="T7" fmla="*/ 67 h 96"/>
              <a:gd name="T8" fmla="*/ 48 w 171"/>
              <a:gd name="T9" fmla="*/ 78 h 96"/>
              <a:gd name="T10" fmla="*/ 104 w 171"/>
              <a:gd name="T11" fmla="*/ 70 h 96"/>
              <a:gd name="T12" fmla="*/ 125 w 171"/>
              <a:gd name="T13" fmla="*/ 79 h 96"/>
              <a:gd name="T14" fmla="*/ 126 w 171"/>
              <a:gd name="T15" fmla="*/ 70 h 96"/>
              <a:gd name="T16" fmla="*/ 105 w 171"/>
              <a:gd name="T17" fmla="*/ 86 h 96"/>
              <a:gd name="T18" fmla="*/ 114 w 171"/>
              <a:gd name="T19" fmla="*/ 86 h 96"/>
              <a:gd name="T20" fmla="*/ 116 w 171"/>
              <a:gd name="T21" fmla="*/ 79 h 96"/>
              <a:gd name="T22" fmla="*/ 93 w 171"/>
              <a:gd name="T23" fmla="*/ 92 h 96"/>
              <a:gd name="T24" fmla="*/ 103 w 171"/>
              <a:gd name="T25" fmla="*/ 93 h 96"/>
              <a:gd name="T26" fmla="*/ 105 w 171"/>
              <a:gd name="T27" fmla="*/ 86 h 96"/>
              <a:gd name="T28" fmla="*/ 80 w 171"/>
              <a:gd name="T29" fmla="*/ 94 h 96"/>
              <a:gd name="T30" fmla="*/ 91 w 171"/>
              <a:gd name="T31" fmla="*/ 93 h 96"/>
              <a:gd name="T32" fmla="*/ 55 w 171"/>
              <a:gd name="T33" fmla="*/ 86 h 96"/>
              <a:gd name="T34" fmla="*/ 66 w 171"/>
              <a:gd name="T35" fmla="*/ 66 h 96"/>
              <a:gd name="T36" fmla="*/ 59 w 171"/>
              <a:gd name="T37" fmla="*/ 66 h 96"/>
              <a:gd name="T38" fmla="*/ 47 w 171"/>
              <a:gd name="T39" fmla="*/ 86 h 96"/>
              <a:gd name="T40" fmla="*/ 55 w 171"/>
              <a:gd name="T41" fmla="*/ 86 h 96"/>
              <a:gd name="T42" fmla="*/ 75 w 171"/>
              <a:gd name="T43" fmla="*/ 78 h 96"/>
              <a:gd name="T44" fmla="*/ 71 w 171"/>
              <a:gd name="T45" fmla="*/ 70 h 96"/>
              <a:gd name="T46" fmla="*/ 57 w 171"/>
              <a:gd name="T47" fmla="*/ 84 h 96"/>
              <a:gd name="T48" fmla="*/ 61 w 171"/>
              <a:gd name="T49" fmla="*/ 92 h 96"/>
              <a:gd name="T50" fmla="*/ 79 w 171"/>
              <a:gd name="T51" fmla="*/ 89 h 96"/>
              <a:gd name="T52" fmla="*/ 80 w 171"/>
              <a:gd name="T53" fmla="*/ 80 h 96"/>
              <a:gd name="T54" fmla="*/ 73 w 171"/>
              <a:gd name="T55" fmla="*/ 81 h 96"/>
              <a:gd name="T56" fmla="*/ 67 w 171"/>
              <a:gd name="T57" fmla="*/ 95 h 96"/>
              <a:gd name="T58" fmla="*/ 74 w 171"/>
              <a:gd name="T59" fmla="*/ 95 h 96"/>
              <a:gd name="T60" fmla="*/ 147 w 171"/>
              <a:gd name="T61" fmla="*/ 0 h 96"/>
              <a:gd name="T62" fmla="*/ 142 w 171"/>
              <a:gd name="T63" fmla="*/ 58 h 96"/>
              <a:gd name="T64" fmla="*/ 171 w 171"/>
              <a:gd name="T65" fmla="*/ 46 h 96"/>
              <a:gd name="T66" fmla="*/ 93 w 171"/>
              <a:gd name="T67" fmla="*/ 25 h 96"/>
              <a:gd name="T68" fmla="*/ 84 w 171"/>
              <a:gd name="T69" fmla="*/ 25 h 96"/>
              <a:gd name="T70" fmla="*/ 59 w 171"/>
              <a:gd name="T71" fmla="*/ 37 h 96"/>
              <a:gd name="T72" fmla="*/ 81 w 171"/>
              <a:gd name="T73" fmla="*/ 43 h 96"/>
              <a:gd name="T74" fmla="*/ 126 w 171"/>
              <a:gd name="T75" fmla="*/ 70 h 96"/>
              <a:gd name="T76" fmla="*/ 133 w 171"/>
              <a:gd name="T77" fmla="*/ 60 h 96"/>
              <a:gd name="T78" fmla="*/ 126 w 171"/>
              <a:gd name="T79" fmla="*/ 70 h 96"/>
              <a:gd name="T80" fmla="*/ 43 w 171"/>
              <a:gd name="T81" fmla="*/ 68 h 96"/>
              <a:gd name="T82" fmla="*/ 25 w 171"/>
              <a:gd name="T83" fmla="*/ 64 h 96"/>
              <a:gd name="T84" fmla="*/ 36 w 171"/>
              <a:gd name="T85" fmla="*/ 0 h 96"/>
              <a:gd name="T86" fmla="*/ 41 w 171"/>
              <a:gd name="T87" fmla="*/ 70 h 96"/>
              <a:gd name="T88" fmla="*/ 57 w 171"/>
              <a:gd name="T89"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1" h="96">
                <a:moveTo>
                  <a:pt x="45" y="80"/>
                </a:moveTo>
                <a:cubicBezTo>
                  <a:pt x="43" y="80"/>
                  <a:pt x="42" y="80"/>
                  <a:pt x="40" y="79"/>
                </a:cubicBezTo>
                <a:cubicBezTo>
                  <a:pt x="39" y="78"/>
                  <a:pt x="39" y="76"/>
                  <a:pt x="39" y="75"/>
                </a:cubicBezTo>
                <a:cubicBezTo>
                  <a:pt x="39" y="74"/>
                  <a:pt x="39" y="72"/>
                  <a:pt x="40" y="71"/>
                </a:cubicBezTo>
                <a:cubicBezTo>
                  <a:pt x="47" y="64"/>
                  <a:pt x="47" y="64"/>
                  <a:pt x="47" y="64"/>
                </a:cubicBezTo>
                <a:cubicBezTo>
                  <a:pt x="48" y="63"/>
                  <a:pt x="49" y="62"/>
                  <a:pt x="50" y="62"/>
                </a:cubicBezTo>
                <a:cubicBezTo>
                  <a:pt x="51" y="62"/>
                  <a:pt x="53" y="62"/>
                  <a:pt x="54" y="64"/>
                </a:cubicBezTo>
                <a:cubicBezTo>
                  <a:pt x="55" y="64"/>
                  <a:pt x="56" y="66"/>
                  <a:pt x="56" y="67"/>
                </a:cubicBezTo>
                <a:cubicBezTo>
                  <a:pt x="56" y="68"/>
                  <a:pt x="55" y="70"/>
                  <a:pt x="54" y="71"/>
                </a:cubicBezTo>
                <a:cubicBezTo>
                  <a:pt x="48" y="78"/>
                  <a:pt x="48" y="78"/>
                  <a:pt x="48" y="78"/>
                </a:cubicBezTo>
                <a:cubicBezTo>
                  <a:pt x="47" y="79"/>
                  <a:pt x="46" y="80"/>
                  <a:pt x="45" y="80"/>
                </a:cubicBezTo>
                <a:close/>
                <a:moveTo>
                  <a:pt x="104" y="70"/>
                </a:moveTo>
                <a:cubicBezTo>
                  <a:pt x="104" y="70"/>
                  <a:pt x="117" y="80"/>
                  <a:pt x="120" y="81"/>
                </a:cubicBezTo>
                <a:cubicBezTo>
                  <a:pt x="123" y="81"/>
                  <a:pt x="123" y="80"/>
                  <a:pt x="125" y="79"/>
                </a:cubicBezTo>
                <a:cubicBezTo>
                  <a:pt x="126" y="77"/>
                  <a:pt x="127" y="76"/>
                  <a:pt x="127" y="73"/>
                </a:cubicBezTo>
                <a:cubicBezTo>
                  <a:pt x="127" y="72"/>
                  <a:pt x="127" y="71"/>
                  <a:pt x="126" y="70"/>
                </a:cubicBezTo>
                <a:moveTo>
                  <a:pt x="94" y="76"/>
                </a:moveTo>
                <a:cubicBezTo>
                  <a:pt x="105" y="86"/>
                  <a:pt x="105" y="86"/>
                  <a:pt x="105" y="86"/>
                </a:cubicBezTo>
                <a:cubicBezTo>
                  <a:pt x="106" y="87"/>
                  <a:pt x="108" y="88"/>
                  <a:pt x="109" y="88"/>
                </a:cubicBezTo>
                <a:cubicBezTo>
                  <a:pt x="111" y="88"/>
                  <a:pt x="113" y="87"/>
                  <a:pt x="114" y="86"/>
                </a:cubicBezTo>
                <a:cubicBezTo>
                  <a:pt x="116" y="85"/>
                  <a:pt x="117" y="83"/>
                  <a:pt x="117" y="81"/>
                </a:cubicBezTo>
                <a:cubicBezTo>
                  <a:pt x="117" y="80"/>
                  <a:pt x="116" y="79"/>
                  <a:pt x="116" y="79"/>
                </a:cubicBezTo>
                <a:moveTo>
                  <a:pt x="88" y="88"/>
                </a:moveTo>
                <a:cubicBezTo>
                  <a:pt x="93" y="92"/>
                  <a:pt x="93" y="92"/>
                  <a:pt x="93" y="92"/>
                </a:cubicBezTo>
                <a:cubicBezTo>
                  <a:pt x="95" y="94"/>
                  <a:pt x="96" y="94"/>
                  <a:pt x="98" y="95"/>
                </a:cubicBezTo>
                <a:cubicBezTo>
                  <a:pt x="100" y="95"/>
                  <a:pt x="102" y="94"/>
                  <a:pt x="103" y="93"/>
                </a:cubicBezTo>
                <a:cubicBezTo>
                  <a:pt x="104" y="92"/>
                  <a:pt x="105" y="90"/>
                  <a:pt x="105" y="88"/>
                </a:cubicBezTo>
                <a:cubicBezTo>
                  <a:pt x="105" y="87"/>
                  <a:pt x="105" y="86"/>
                  <a:pt x="105" y="86"/>
                </a:cubicBezTo>
                <a:moveTo>
                  <a:pt x="76" y="92"/>
                </a:moveTo>
                <a:cubicBezTo>
                  <a:pt x="80" y="94"/>
                  <a:pt x="80" y="94"/>
                  <a:pt x="80" y="94"/>
                </a:cubicBezTo>
                <a:cubicBezTo>
                  <a:pt x="81" y="95"/>
                  <a:pt x="83" y="95"/>
                  <a:pt x="86" y="95"/>
                </a:cubicBezTo>
                <a:cubicBezTo>
                  <a:pt x="88" y="95"/>
                  <a:pt x="90" y="94"/>
                  <a:pt x="91" y="93"/>
                </a:cubicBezTo>
                <a:cubicBezTo>
                  <a:pt x="92" y="93"/>
                  <a:pt x="92" y="92"/>
                  <a:pt x="93" y="92"/>
                </a:cubicBezTo>
                <a:moveTo>
                  <a:pt x="55" y="86"/>
                </a:moveTo>
                <a:cubicBezTo>
                  <a:pt x="66" y="73"/>
                  <a:pt x="66" y="73"/>
                  <a:pt x="66" y="73"/>
                </a:cubicBezTo>
                <a:cubicBezTo>
                  <a:pt x="68" y="71"/>
                  <a:pt x="68" y="67"/>
                  <a:pt x="66" y="66"/>
                </a:cubicBezTo>
                <a:cubicBezTo>
                  <a:pt x="65" y="65"/>
                  <a:pt x="63" y="64"/>
                  <a:pt x="62" y="64"/>
                </a:cubicBezTo>
                <a:cubicBezTo>
                  <a:pt x="61" y="64"/>
                  <a:pt x="59" y="65"/>
                  <a:pt x="59" y="66"/>
                </a:cubicBezTo>
                <a:cubicBezTo>
                  <a:pt x="47" y="79"/>
                  <a:pt x="47" y="79"/>
                  <a:pt x="47" y="79"/>
                </a:cubicBezTo>
                <a:cubicBezTo>
                  <a:pt x="45" y="81"/>
                  <a:pt x="45" y="84"/>
                  <a:pt x="47" y="86"/>
                </a:cubicBezTo>
                <a:cubicBezTo>
                  <a:pt x="48" y="87"/>
                  <a:pt x="50" y="88"/>
                  <a:pt x="52" y="88"/>
                </a:cubicBezTo>
                <a:cubicBezTo>
                  <a:pt x="53" y="87"/>
                  <a:pt x="54" y="87"/>
                  <a:pt x="55" y="86"/>
                </a:cubicBezTo>
                <a:close/>
                <a:moveTo>
                  <a:pt x="64" y="90"/>
                </a:moveTo>
                <a:cubicBezTo>
                  <a:pt x="75" y="78"/>
                  <a:pt x="75" y="78"/>
                  <a:pt x="75" y="78"/>
                </a:cubicBezTo>
                <a:cubicBezTo>
                  <a:pt x="77" y="76"/>
                  <a:pt x="77" y="73"/>
                  <a:pt x="75" y="71"/>
                </a:cubicBezTo>
                <a:cubicBezTo>
                  <a:pt x="74" y="70"/>
                  <a:pt x="72" y="70"/>
                  <a:pt x="71" y="70"/>
                </a:cubicBezTo>
                <a:cubicBezTo>
                  <a:pt x="69" y="70"/>
                  <a:pt x="68" y="71"/>
                  <a:pt x="67" y="72"/>
                </a:cubicBezTo>
                <a:cubicBezTo>
                  <a:pt x="57" y="84"/>
                  <a:pt x="57" y="84"/>
                  <a:pt x="57" y="84"/>
                </a:cubicBezTo>
                <a:cubicBezTo>
                  <a:pt x="55" y="86"/>
                  <a:pt x="55" y="89"/>
                  <a:pt x="57" y="91"/>
                </a:cubicBezTo>
                <a:cubicBezTo>
                  <a:pt x="58" y="92"/>
                  <a:pt x="60" y="92"/>
                  <a:pt x="61" y="92"/>
                </a:cubicBezTo>
                <a:cubicBezTo>
                  <a:pt x="62" y="92"/>
                  <a:pt x="63" y="91"/>
                  <a:pt x="64" y="90"/>
                </a:cubicBezTo>
                <a:close/>
                <a:moveTo>
                  <a:pt x="79" y="89"/>
                </a:moveTo>
                <a:cubicBezTo>
                  <a:pt x="81" y="88"/>
                  <a:pt x="81" y="88"/>
                  <a:pt x="81" y="88"/>
                </a:cubicBezTo>
                <a:cubicBezTo>
                  <a:pt x="82" y="85"/>
                  <a:pt x="82" y="82"/>
                  <a:pt x="80" y="80"/>
                </a:cubicBezTo>
                <a:cubicBezTo>
                  <a:pt x="79" y="79"/>
                  <a:pt x="78" y="79"/>
                  <a:pt x="76" y="79"/>
                </a:cubicBezTo>
                <a:cubicBezTo>
                  <a:pt x="75" y="79"/>
                  <a:pt x="74" y="80"/>
                  <a:pt x="73" y="81"/>
                </a:cubicBezTo>
                <a:cubicBezTo>
                  <a:pt x="67" y="88"/>
                  <a:pt x="67" y="88"/>
                  <a:pt x="67" y="88"/>
                </a:cubicBezTo>
                <a:cubicBezTo>
                  <a:pt x="65" y="90"/>
                  <a:pt x="65" y="93"/>
                  <a:pt x="67" y="95"/>
                </a:cubicBezTo>
                <a:cubicBezTo>
                  <a:pt x="68" y="96"/>
                  <a:pt x="70" y="96"/>
                  <a:pt x="71" y="96"/>
                </a:cubicBezTo>
                <a:cubicBezTo>
                  <a:pt x="72" y="96"/>
                  <a:pt x="74" y="95"/>
                  <a:pt x="74" y="95"/>
                </a:cubicBezTo>
                <a:lnTo>
                  <a:pt x="79" y="89"/>
                </a:lnTo>
                <a:close/>
                <a:moveTo>
                  <a:pt x="147" y="0"/>
                </a:moveTo>
                <a:cubicBezTo>
                  <a:pt x="136" y="6"/>
                  <a:pt x="121" y="14"/>
                  <a:pt x="118" y="16"/>
                </a:cubicBezTo>
                <a:cubicBezTo>
                  <a:pt x="120" y="20"/>
                  <a:pt x="130" y="36"/>
                  <a:pt x="142" y="58"/>
                </a:cubicBezTo>
                <a:cubicBezTo>
                  <a:pt x="144" y="60"/>
                  <a:pt x="144" y="60"/>
                  <a:pt x="144" y="60"/>
                </a:cubicBezTo>
                <a:cubicBezTo>
                  <a:pt x="171" y="46"/>
                  <a:pt x="171" y="46"/>
                  <a:pt x="171" y="46"/>
                </a:cubicBezTo>
                <a:moveTo>
                  <a:pt x="121" y="22"/>
                </a:moveTo>
                <a:cubicBezTo>
                  <a:pt x="108" y="17"/>
                  <a:pt x="101" y="25"/>
                  <a:pt x="93" y="25"/>
                </a:cubicBezTo>
                <a:cubicBezTo>
                  <a:pt x="89" y="25"/>
                  <a:pt x="86" y="25"/>
                  <a:pt x="85" y="25"/>
                </a:cubicBezTo>
                <a:cubicBezTo>
                  <a:pt x="85" y="25"/>
                  <a:pt x="85" y="25"/>
                  <a:pt x="84" y="25"/>
                </a:cubicBezTo>
                <a:cubicBezTo>
                  <a:pt x="84" y="25"/>
                  <a:pt x="83" y="25"/>
                  <a:pt x="82" y="26"/>
                </a:cubicBezTo>
                <a:cubicBezTo>
                  <a:pt x="59" y="37"/>
                  <a:pt x="59" y="37"/>
                  <a:pt x="59" y="37"/>
                </a:cubicBezTo>
                <a:cubicBezTo>
                  <a:pt x="48" y="43"/>
                  <a:pt x="59" y="51"/>
                  <a:pt x="62" y="50"/>
                </a:cubicBezTo>
                <a:cubicBezTo>
                  <a:pt x="66" y="49"/>
                  <a:pt x="75" y="46"/>
                  <a:pt x="81" y="43"/>
                </a:cubicBezTo>
                <a:cubicBezTo>
                  <a:pt x="85" y="42"/>
                  <a:pt x="89" y="42"/>
                  <a:pt x="93" y="45"/>
                </a:cubicBezTo>
                <a:cubicBezTo>
                  <a:pt x="103" y="52"/>
                  <a:pt x="124" y="68"/>
                  <a:pt x="126" y="70"/>
                </a:cubicBezTo>
                <a:moveTo>
                  <a:pt x="141" y="55"/>
                </a:moveTo>
                <a:cubicBezTo>
                  <a:pt x="139" y="56"/>
                  <a:pt x="134" y="59"/>
                  <a:pt x="133" y="60"/>
                </a:cubicBezTo>
                <a:cubicBezTo>
                  <a:pt x="133" y="61"/>
                  <a:pt x="132" y="62"/>
                  <a:pt x="131" y="63"/>
                </a:cubicBezTo>
                <a:cubicBezTo>
                  <a:pt x="129" y="66"/>
                  <a:pt x="127" y="69"/>
                  <a:pt x="126" y="70"/>
                </a:cubicBezTo>
                <a:moveTo>
                  <a:pt x="43" y="68"/>
                </a:moveTo>
                <a:cubicBezTo>
                  <a:pt x="43" y="68"/>
                  <a:pt x="43" y="68"/>
                  <a:pt x="43" y="68"/>
                </a:cubicBezTo>
                <a:moveTo>
                  <a:pt x="0" y="43"/>
                </a:moveTo>
                <a:cubicBezTo>
                  <a:pt x="25" y="64"/>
                  <a:pt x="25" y="64"/>
                  <a:pt x="25" y="64"/>
                </a:cubicBezTo>
                <a:cubicBezTo>
                  <a:pt x="60" y="20"/>
                  <a:pt x="60" y="20"/>
                  <a:pt x="60" y="20"/>
                </a:cubicBezTo>
                <a:cubicBezTo>
                  <a:pt x="36" y="0"/>
                  <a:pt x="36" y="0"/>
                  <a:pt x="36" y="0"/>
                </a:cubicBezTo>
                <a:moveTo>
                  <a:pt x="27" y="60"/>
                </a:moveTo>
                <a:cubicBezTo>
                  <a:pt x="34" y="66"/>
                  <a:pt x="41" y="70"/>
                  <a:pt x="41" y="70"/>
                </a:cubicBezTo>
                <a:moveTo>
                  <a:pt x="74" y="30"/>
                </a:moveTo>
                <a:cubicBezTo>
                  <a:pt x="71" y="28"/>
                  <a:pt x="63" y="25"/>
                  <a:pt x="57" y="23"/>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Freeform 31">
            <a:extLst>
              <a:ext uri="{FF2B5EF4-FFF2-40B4-BE49-F238E27FC236}">
                <a16:creationId xmlns:a16="http://schemas.microsoft.com/office/drawing/2014/main" id="{7E1744D8-BB86-42C6-A69A-80835D6B62D9}"/>
              </a:ext>
            </a:extLst>
          </p:cNvPr>
          <p:cNvSpPr>
            <a:spLocks noEditPoints="1"/>
          </p:cNvSpPr>
          <p:nvPr/>
        </p:nvSpPr>
        <p:spPr bwMode="auto">
          <a:xfrm>
            <a:off x="9668107" y="2778365"/>
            <a:ext cx="548818" cy="619820"/>
          </a:xfrm>
          <a:custGeom>
            <a:avLst/>
            <a:gdLst>
              <a:gd name="T0" fmla="*/ 37 w 115"/>
              <a:gd name="T1" fmla="*/ 102 h 130"/>
              <a:gd name="T2" fmla="*/ 27 w 115"/>
              <a:gd name="T3" fmla="*/ 78 h 130"/>
              <a:gd name="T4" fmla="*/ 21 w 115"/>
              <a:gd name="T5" fmla="*/ 59 h 130"/>
              <a:gd name="T6" fmla="*/ 57 w 115"/>
              <a:gd name="T7" fmla="*/ 23 h 130"/>
              <a:gd name="T8" fmla="*/ 93 w 115"/>
              <a:gd name="T9" fmla="*/ 59 h 130"/>
              <a:gd name="T10" fmla="*/ 87 w 115"/>
              <a:gd name="T11" fmla="*/ 78 h 130"/>
              <a:gd name="T12" fmla="*/ 78 w 115"/>
              <a:gd name="T13" fmla="*/ 98 h 130"/>
              <a:gd name="T14" fmla="*/ 57 w 115"/>
              <a:gd name="T15" fmla="*/ 36 h 130"/>
              <a:gd name="T16" fmla="*/ 36 w 115"/>
              <a:gd name="T17" fmla="*/ 58 h 130"/>
              <a:gd name="T18" fmla="*/ 57 w 115"/>
              <a:gd name="T19" fmla="*/ 80 h 130"/>
              <a:gd name="T20" fmla="*/ 79 w 115"/>
              <a:gd name="T21" fmla="*/ 58 h 130"/>
              <a:gd name="T22" fmla="*/ 57 w 115"/>
              <a:gd name="T23" fmla="*/ 36 h 130"/>
              <a:gd name="T24" fmla="*/ 49 w 115"/>
              <a:gd name="T25" fmla="*/ 62 h 130"/>
              <a:gd name="T26" fmla="*/ 55 w 115"/>
              <a:gd name="T27" fmla="*/ 69 h 130"/>
              <a:gd name="T28" fmla="*/ 66 w 115"/>
              <a:gd name="T29" fmla="*/ 51 h 130"/>
              <a:gd name="T30" fmla="*/ 57 w 115"/>
              <a:gd name="T31" fmla="*/ 11 h 130"/>
              <a:gd name="T32" fmla="*/ 57 w 115"/>
              <a:gd name="T33" fmla="*/ 0 h 130"/>
              <a:gd name="T34" fmla="*/ 34 w 115"/>
              <a:gd name="T35" fmla="*/ 18 h 130"/>
              <a:gd name="T36" fmla="*/ 28 w 115"/>
              <a:gd name="T37" fmla="*/ 8 h 130"/>
              <a:gd name="T38" fmla="*/ 7 w 115"/>
              <a:gd name="T39" fmla="*/ 29 h 130"/>
              <a:gd name="T40" fmla="*/ 17 w 115"/>
              <a:gd name="T41" fmla="*/ 35 h 130"/>
              <a:gd name="T42" fmla="*/ 0 w 115"/>
              <a:gd name="T43" fmla="*/ 58 h 130"/>
              <a:gd name="T44" fmla="*/ 11 w 115"/>
              <a:gd name="T45" fmla="*/ 58 h 130"/>
              <a:gd name="T46" fmla="*/ 86 w 115"/>
              <a:gd name="T47" fmla="*/ 8 h 130"/>
              <a:gd name="T48" fmla="*/ 80 w 115"/>
              <a:gd name="T49" fmla="*/ 18 h 130"/>
              <a:gd name="T50" fmla="*/ 107 w 115"/>
              <a:gd name="T51" fmla="*/ 29 h 130"/>
              <a:gd name="T52" fmla="*/ 97 w 115"/>
              <a:gd name="T53" fmla="*/ 35 h 130"/>
              <a:gd name="T54" fmla="*/ 103 w 115"/>
              <a:gd name="T55" fmla="*/ 58 h 130"/>
              <a:gd name="T56" fmla="*/ 115 w 115"/>
              <a:gd name="T57" fmla="*/ 58 h 130"/>
              <a:gd name="T58" fmla="*/ 70 w 115"/>
              <a:gd name="T59" fmla="*/ 105 h 130"/>
              <a:gd name="T60" fmla="*/ 42 w 115"/>
              <a:gd name="T61" fmla="*/ 113 h 130"/>
              <a:gd name="T62" fmla="*/ 39 w 115"/>
              <a:gd name="T63" fmla="*/ 117 h 130"/>
              <a:gd name="T64" fmla="*/ 43 w 115"/>
              <a:gd name="T65" fmla="*/ 122 h 130"/>
              <a:gd name="T66" fmla="*/ 45 w 115"/>
              <a:gd name="T67" fmla="*/ 122 h 130"/>
              <a:gd name="T68" fmla="*/ 70 w 115"/>
              <a:gd name="T69" fmla="*/ 115 h 130"/>
              <a:gd name="T70" fmla="*/ 70 w 115"/>
              <a:gd name="T71" fmla="*/ 115 h 130"/>
              <a:gd name="T72" fmla="*/ 71 w 115"/>
              <a:gd name="T73" fmla="*/ 114 h 130"/>
              <a:gd name="T74" fmla="*/ 76 w 115"/>
              <a:gd name="T75" fmla="*/ 119 h 130"/>
              <a:gd name="T76" fmla="*/ 73 w 115"/>
              <a:gd name="T77" fmla="*/ 124 h 130"/>
              <a:gd name="T78" fmla="*/ 49 w 115"/>
              <a:gd name="T7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 h="130">
                <a:moveTo>
                  <a:pt x="37" y="102"/>
                </a:moveTo>
                <a:cubicBezTo>
                  <a:pt x="37" y="96"/>
                  <a:pt x="35" y="90"/>
                  <a:pt x="27" y="78"/>
                </a:cubicBezTo>
                <a:cubicBezTo>
                  <a:pt x="23" y="72"/>
                  <a:pt x="21" y="66"/>
                  <a:pt x="21" y="59"/>
                </a:cubicBezTo>
                <a:cubicBezTo>
                  <a:pt x="21" y="39"/>
                  <a:pt x="37" y="23"/>
                  <a:pt x="57" y="23"/>
                </a:cubicBezTo>
                <a:cubicBezTo>
                  <a:pt x="77" y="23"/>
                  <a:pt x="93" y="39"/>
                  <a:pt x="93" y="59"/>
                </a:cubicBezTo>
                <a:cubicBezTo>
                  <a:pt x="93" y="66"/>
                  <a:pt x="91" y="72"/>
                  <a:pt x="87" y="78"/>
                </a:cubicBezTo>
                <a:cubicBezTo>
                  <a:pt x="81" y="87"/>
                  <a:pt x="79" y="93"/>
                  <a:pt x="78" y="98"/>
                </a:cubicBezTo>
                <a:moveTo>
                  <a:pt x="57" y="36"/>
                </a:moveTo>
                <a:cubicBezTo>
                  <a:pt x="45" y="36"/>
                  <a:pt x="36" y="46"/>
                  <a:pt x="36" y="58"/>
                </a:cubicBezTo>
                <a:cubicBezTo>
                  <a:pt x="36" y="70"/>
                  <a:pt x="45" y="80"/>
                  <a:pt x="57" y="80"/>
                </a:cubicBezTo>
                <a:cubicBezTo>
                  <a:pt x="69" y="80"/>
                  <a:pt x="79" y="70"/>
                  <a:pt x="79" y="58"/>
                </a:cubicBezTo>
                <a:cubicBezTo>
                  <a:pt x="79" y="46"/>
                  <a:pt x="69" y="36"/>
                  <a:pt x="57" y="36"/>
                </a:cubicBezTo>
                <a:close/>
                <a:moveTo>
                  <a:pt x="49" y="62"/>
                </a:moveTo>
                <a:cubicBezTo>
                  <a:pt x="55" y="69"/>
                  <a:pt x="55" y="69"/>
                  <a:pt x="55" y="69"/>
                </a:cubicBezTo>
                <a:cubicBezTo>
                  <a:pt x="66" y="51"/>
                  <a:pt x="66" y="51"/>
                  <a:pt x="66" y="51"/>
                </a:cubicBezTo>
                <a:moveTo>
                  <a:pt x="57" y="11"/>
                </a:moveTo>
                <a:cubicBezTo>
                  <a:pt x="57" y="0"/>
                  <a:pt x="57" y="0"/>
                  <a:pt x="57" y="0"/>
                </a:cubicBezTo>
                <a:moveTo>
                  <a:pt x="34" y="18"/>
                </a:moveTo>
                <a:cubicBezTo>
                  <a:pt x="28" y="8"/>
                  <a:pt x="28" y="8"/>
                  <a:pt x="28" y="8"/>
                </a:cubicBezTo>
                <a:moveTo>
                  <a:pt x="7" y="29"/>
                </a:moveTo>
                <a:cubicBezTo>
                  <a:pt x="17" y="35"/>
                  <a:pt x="17" y="35"/>
                  <a:pt x="17" y="35"/>
                </a:cubicBezTo>
                <a:moveTo>
                  <a:pt x="0" y="58"/>
                </a:moveTo>
                <a:cubicBezTo>
                  <a:pt x="11" y="58"/>
                  <a:pt x="11" y="58"/>
                  <a:pt x="11" y="58"/>
                </a:cubicBezTo>
                <a:moveTo>
                  <a:pt x="86" y="8"/>
                </a:moveTo>
                <a:cubicBezTo>
                  <a:pt x="80" y="18"/>
                  <a:pt x="80" y="18"/>
                  <a:pt x="80" y="18"/>
                </a:cubicBezTo>
                <a:moveTo>
                  <a:pt x="107" y="29"/>
                </a:moveTo>
                <a:cubicBezTo>
                  <a:pt x="97" y="35"/>
                  <a:pt x="97" y="35"/>
                  <a:pt x="97" y="35"/>
                </a:cubicBezTo>
                <a:moveTo>
                  <a:pt x="103" y="58"/>
                </a:moveTo>
                <a:cubicBezTo>
                  <a:pt x="115" y="58"/>
                  <a:pt x="115" y="58"/>
                  <a:pt x="115" y="58"/>
                </a:cubicBezTo>
                <a:moveTo>
                  <a:pt x="70" y="105"/>
                </a:moveTo>
                <a:cubicBezTo>
                  <a:pt x="70" y="105"/>
                  <a:pt x="42" y="113"/>
                  <a:pt x="42" y="113"/>
                </a:cubicBezTo>
                <a:cubicBezTo>
                  <a:pt x="40" y="113"/>
                  <a:pt x="39" y="115"/>
                  <a:pt x="39" y="117"/>
                </a:cubicBezTo>
                <a:cubicBezTo>
                  <a:pt x="39" y="120"/>
                  <a:pt x="41" y="122"/>
                  <a:pt x="43" y="122"/>
                </a:cubicBezTo>
                <a:cubicBezTo>
                  <a:pt x="44" y="122"/>
                  <a:pt x="45" y="122"/>
                  <a:pt x="45" y="122"/>
                </a:cubicBezTo>
                <a:cubicBezTo>
                  <a:pt x="70" y="115"/>
                  <a:pt x="70" y="115"/>
                  <a:pt x="70" y="115"/>
                </a:cubicBezTo>
                <a:cubicBezTo>
                  <a:pt x="70" y="115"/>
                  <a:pt x="70" y="115"/>
                  <a:pt x="70" y="115"/>
                </a:cubicBezTo>
                <a:cubicBezTo>
                  <a:pt x="71" y="114"/>
                  <a:pt x="71" y="114"/>
                  <a:pt x="71" y="114"/>
                </a:cubicBezTo>
                <a:cubicBezTo>
                  <a:pt x="74" y="114"/>
                  <a:pt x="76" y="117"/>
                  <a:pt x="76" y="119"/>
                </a:cubicBezTo>
                <a:cubicBezTo>
                  <a:pt x="76" y="121"/>
                  <a:pt x="75" y="123"/>
                  <a:pt x="73" y="124"/>
                </a:cubicBezTo>
                <a:cubicBezTo>
                  <a:pt x="49" y="130"/>
                  <a:pt x="49" y="130"/>
                  <a:pt x="49" y="13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Freeform 32">
            <a:extLst>
              <a:ext uri="{FF2B5EF4-FFF2-40B4-BE49-F238E27FC236}">
                <a16:creationId xmlns:a16="http://schemas.microsoft.com/office/drawing/2014/main" id="{90128499-1AC6-442E-B043-107D165F67A8}"/>
              </a:ext>
            </a:extLst>
          </p:cNvPr>
          <p:cNvSpPr>
            <a:spLocks noEditPoints="1"/>
          </p:cNvSpPr>
          <p:nvPr/>
        </p:nvSpPr>
        <p:spPr bwMode="auto">
          <a:xfrm>
            <a:off x="5828576" y="2783842"/>
            <a:ext cx="535386" cy="558414"/>
          </a:xfrm>
          <a:custGeom>
            <a:avLst/>
            <a:gdLst>
              <a:gd name="T0" fmla="*/ 42 w 112"/>
              <a:gd name="T1" fmla="*/ 12 h 117"/>
              <a:gd name="T2" fmla="*/ 98 w 112"/>
              <a:gd name="T3" fmla="*/ 47 h 117"/>
              <a:gd name="T4" fmla="*/ 112 w 112"/>
              <a:gd name="T5" fmla="*/ 75 h 117"/>
              <a:gd name="T6" fmla="*/ 101 w 112"/>
              <a:gd name="T7" fmla="*/ 75 h 117"/>
              <a:gd name="T8" fmla="*/ 101 w 112"/>
              <a:gd name="T9" fmla="*/ 95 h 117"/>
              <a:gd name="T10" fmla="*/ 95 w 112"/>
              <a:gd name="T11" fmla="*/ 101 h 117"/>
              <a:gd name="T12" fmla="*/ 82 w 112"/>
              <a:gd name="T13" fmla="*/ 101 h 117"/>
              <a:gd name="T14" fmla="*/ 82 w 112"/>
              <a:gd name="T15" fmla="*/ 117 h 117"/>
              <a:gd name="T16" fmla="*/ 30 w 112"/>
              <a:gd name="T17" fmla="*/ 117 h 117"/>
              <a:gd name="T18" fmla="*/ 30 w 112"/>
              <a:gd name="T19" fmla="*/ 100 h 117"/>
              <a:gd name="T20" fmla="*/ 25 w 112"/>
              <a:gd name="T21" fmla="*/ 88 h 117"/>
              <a:gd name="T22" fmla="*/ 63 w 112"/>
              <a:gd name="T23" fmla="*/ 53 h 117"/>
              <a:gd name="T24" fmla="*/ 63 w 112"/>
              <a:gd name="T25" fmla="*/ 45 h 117"/>
              <a:gd name="T26" fmla="*/ 54 w 112"/>
              <a:gd name="T27" fmla="*/ 42 h 117"/>
              <a:gd name="T28" fmla="*/ 53 w 112"/>
              <a:gd name="T29" fmla="*/ 39 h 117"/>
              <a:gd name="T30" fmla="*/ 56 w 112"/>
              <a:gd name="T31" fmla="*/ 30 h 117"/>
              <a:gd name="T32" fmla="*/ 51 w 112"/>
              <a:gd name="T33" fmla="*/ 24 h 117"/>
              <a:gd name="T34" fmla="*/ 42 w 112"/>
              <a:gd name="T35" fmla="*/ 28 h 117"/>
              <a:gd name="T36" fmla="*/ 39 w 112"/>
              <a:gd name="T37" fmla="*/ 27 h 117"/>
              <a:gd name="T38" fmla="*/ 35 w 112"/>
              <a:gd name="T39" fmla="*/ 18 h 117"/>
              <a:gd name="T40" fmla="*/ 27 w 112"/>
              <a:gd name="T41" fmla="*/ 18 h 117"/>
              <a:gd name="T42" fmla="*/ 24 w 112"/>
              <a:gd name="T43" fmla="*/ 27 h 117"/>
              <a:gd name="T44" fmla="*/ 21 w 112"/>
              <a:gd name="T45" fmla="*/ 28 h 117"/>
              <a:gd name="T46" fmla="*/ 12 w 112"/>
              <a:gd name="T47" fmla="*/ 24 h 117"/>
              <a:gd name="T48" fmla="*/ 6 w 112"/>
              <a:gd name="T49" fmla="*/ 30 h 117"/>
              <a:gd name="T50" fmla="*/ 10 w 112"/>
              <a:gd name="T51" fmla="*/ 39 h 117"/>
              <a:gd name="T52" fmla="*/ 9 w 112"/>
              <a:gd name="T53" fmla="*/ 42 h 117"/>
              <a:gd name="T54" fmla="*/ 0 w 112"/>
              <a:gd name="T55" fmla="*/ 45 h 117"/>
              <a:gd name="T56" fmla="*/ 0 w 112"/>
              <a:gd name="T57" fmla="*/ 53 h 117"/>
              <a:gd name="T58" fmla="*/ 9 w 112"/>
              <a:gd name="T59" fmla="*/ 57 h 117"/>
              <a:gd name="T60" fmla="*/ 10 w 112"/>
              <a:gd name="T61" fmla="*/ 60 h 117"/>
              <a:gd name="T62" fmla="*/ 6 w 112"/>
              <a:gd name="T63" fmla="*/ 69 h 117"/>
              <a:gd name="T64" fmla="*/ 12 w 112"/>
              <a:gd name="T65" fmla="*/ 74 h 117"/>
              <a:gd name="T66" fmla="*/ 21 w 112"/>
              <a:gd name="T67" fmla="*/ 70 h 117"/>
              <a:gd name="T68" fmla="*/ 24 w 112"/>
              <a:gd name="T69" fmla="*/ 72 h 117"/>
              <a:gd name="T70" fmla="*/ 27 w 112"/>
              <a:gd name="T71" fmla="*/ 81 h 117"/>
              <a:gd name="T72" fmla="*/ 35 w 112"/>
              <a:gd name="T73" fmla="*/ 81 h 117"/>
              <a:gd name="T74" fmla="*/ 39 w 112"/>
              <a:gd name="T75" fmla="*/ 72 h 117"/>
              <a:gd name="T76" fmla="*/ 42 w 112"/>
              <a:gd name="T77" fmla="*/ 70 h 117"/>
              <a:gd name="T78" fmla="*/ 51 w 112"/>
              <a:gd name="T79" fmla="*/ 74 h 117"/>
              <a:gd name="T80" fmla="*/ 56 w 112"/>
              <a:gd name="T81" fmla="*/ 69 h 117"/>
              <a:gd name="T82" fmla="*/ 53 w 112"/>
              <a:gd name="T83" fmla="*/ 60 h 117"/>
              <a:gd name="T84" fmla="*/ 54 w 112"/>
              <a:gd name="T85" fmla="*/ 57 h 117"/>
              <a:gd name="T86" fmla="*/ 63 w 112"/>
              <a:gd name="T87" fmla="*/ 53 h 117"/>
              <a:gd name="T88" fmla="*/ 31 w 112"/>
              <a:gd name="T89" fmla="*/ 36 h 117"/>
              <a:gd name="T90" fmla="*/ 18 w 112"/>
              <a:gd name="T91" fmla="*/ 49 h 117"/>
              <a:gd name="T92" fmla="*/ 31 w 112"/>
              <a:gd name="T93" fmla="*/ 62 h 117"/>
              <a:gd name="T94" fmla="*/ 45 w 112"/>
              <a:gd name="T95" fmla="*/ 49 h 117"/>
              <a:gd name="T96" fmla="*/ 31 w 112"/>
              <a:gd name="T97" fmla="*/ 36 h 117"/>
              <a:gd name="T98" fmla="*/ 82 w 112"/>
              <a:gd name="T99" fmla="*/ 101 h 117"/>
              <a:gd name="T100" fmla="*/ 74 w 112"/>
              <a:gd name="T101"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117">
                <a:moveTo>
                  <a:pt x="42" y="12"/>
                </a:moveTo>
                <a:cubicBezTo>
                  <a:pt x="104" y="0"/>
                  <a:pt x="98" y="47"/>
                  <a:pt x="98" y="47"/>
                </a:cubicBezTo>
                <a:cubicBezTo>
                  <a:pt x="112" y="75"/>
                  <a:pt x="112" y="75"/>
                  <a:pt x="112" y="75"/>
                </a:cubicBezTo>
                <a:cubicBezTo>
                  <a:pt x="101" y="75"/>
                  <a:pt x="101" y="75"/>
                  <a:pt x="101" y="75"/>
                </a:cubicBezTo>
                <a:cubicBezTo>
                  <a:pt x="101" y="95"/>
                  <a:pt x="101" y="95"/>
                  <a:pt x="101" y="95"/>
                </a:cubicBezTo>
                <a:cubicBezTo>
                  <a:pt x="101" y="98"/>
                  <a:pt x="98" y="101"/>
                  <a:pt x="95" y="101"/>
                </a:cubicBezTo>
                <a:cubicBezTo>
                  <a:pt x="82" y="101"/>
                  <a:pt x="82" y="101"/>
                  <a:pt x="82" y="101"/>
                </a:cubicBezTo>
                <a:cubicBezTo>
                  <a:pt x="82" y="117"/>
                  <a:pt x="82" y="117"/>
                  <a:pt x="82" y="117"/>
                </a:cubicBezTo>
                <a:moveTo>
                  <a:pt x="30" y="117"/>
                </a:moveTo>
                <a:cubicBezTo>
                  <a:pt x="30" y="100"/>
                  <a:pt x="30" y="100"/>
                  <a:pt x="30" y="100"/>
                </a:cubicBezTo>
                <a:cubicBezTo>
                  <a:pt x="25" y="88"/>
                  <a:pt x="25" y="88"/>
                  <a:pt x="25" y="88"/>
                </a:cubicBezTo>
                <a:moveTo>
                  <a:pt x="63" y="53"/>
                </a:moveTo>
                <a:cubicBezTo>
                  <a:pt x="63" y="45"/>
                  <a:pt x="63" y="45"/>
                  <a:pt x="63" y="45"/>
                </a:cubicBezTo>
                <a:cubicBezTo>
                  <a:pt x="54" y="42"/>
                  <a:pt x="54" y="42"/>
                  <a:pt x="54" y="42"/>
                </a:cubicBezTo>
                <a:cubicBezTo>
                  <a:pt x="53" y="41"/>
                  <a:pt x="53" y="40"/>
                  <a:pt x="53" y="39"/>
                </a:cubicBezTo>
                <a:cubicBezTo>
                  <a:pt x="56" y="30"/>
                  <a:pt x="56" y="30"/>
                  <a:pt x="56" y="30"/>
                </a:cubicBezTo>
                <a:cubicBezTo>
                  <a:pt x="51" y="24"/>
                  <a:pt x="51" y="24"/>
                  <a:pt x="51" y="24"/>
                </a:cubicBezTo>
                <a:cubicBezTo>
                  <a:pt x="42" y="28"/>
                  <a:pt x="42" y="28"/>
                  <a:pt x="42" y="28"/>
                </a:cubicBezTo>
                <a:cubicBezTo>
                  <a:pt x="41" y="28"/>
                  <a:pt x="40" y="27"/>
                  <a:pt x="39" y="27"/>
                </a:cubicBezTo>
                <a:cubicBezTo>
                  <a:pt x="35" y="18"/>
                  <a:pt x="35" y="18"/>
                  <a:pt x="35" y="18"/>
                </a:cubicBezTo>
                <a:cubicBezTo>
                  <a:pt x="27" y="18"/>
                  <a:pt x="27" y="18"/>
                  <a:pt x="27" y="18"/>
                </a:cubicBezTo>
                <a:cubicBezTo>
                  <a:pt x="24" y="27"/>
                  <a:pt x="24" y="27"/>
                  <a:pt x="24" y="27"/>
                </a:cubicBezTo>
                <a:cubicBezTo>
                  <a:pt x="23" y="27"/>
                  <a:pt x="22" y="28"/>
                  <a:pt x="21" y="28"/>
                </a:cubicBezTo>
                <a:cubicBezTo>
                  <a:pt x="12" y="24"/>
                  <a:pt x="12" y="24"/>
                  <a:pt x="12" y="24"/>
                </a:cubicBezTo>
                <a:cubicBezTo>
                  <a:pt x="6" y="30"/>
                  <a:pt x="6" y="30"/>
                  <a:pt x="6" y="30"/>
                </a:cubicBezTo>
                <a:cubicBezTo>
                  <a:pt x="10" y="39"/>
                  <a:pt x="10" y="39"/>
                  <a:pt x="10" y="39"/>
                </a:cubicBezTo>
                <a:cubicBezTo>
                  <a:pt x="10" y="40"/>
                  <a:pt x="9" y="41"/>
                  <a:pt x="9" y="42"/>
                </a:cubicBezTo>
                <a:cubicBezTo>
                  <a:pt x="0" y="45"/>
                  <a:pt x="0" y="45"/>
                  <a:pt x="0" y="45"/>
                </a:cubicBezTo>
                <a:cubicBezTo>
                  <a:pt x="0" y="53"/>
                  <a:pt x="0" y="53"/>
                  <a:pt x="0" y="53"/>
                </a:cubicBezTo>
                <a:cubicBezTo>
                  <a:pt x="9" y="57"/>
                  <a:pt x="9" y="57"/>
                  <a:pt x="9" y="57"/>
                </a:cubicBezTo>
                <a:cubicBezTo>
                  <a:pt x="9" y="58"/>
                  <a:pt x="10" y="59"/>
                  <a:pt x="10" y="60"/>
                </a:cubicBezTo>
                <a:cubicBezTo>
                  <a:pt x="6" y="69"/>
                  <a:pt x="6" y="69"/>
                  <a:pt x="6" y="69"/>
                </a:cubicBezTo>
                <a:cubicBezTo>
                  <a:pt x="12" y="74"/>
                  <a:pt x="12" y="74"/>
                  <a:pt x="12" y="74"/>
                </a:cubicBezTo>
                <a:cubicBezTo>
                  <a:pt x="21" y="70"/>
                  <a:pt x="21" y="70"/>
                  <a:pt x="21" y="70"/>
                </a:cubicBezTo>
                <a:cubicBezTo>
                  <a:pt x="22" y="71"/>
                  <a:pt x="23" y="71"/>
                  <a:pt x="24" y="72"/>
                </a:cubicBezTo>
                <a:cubicBezTo>
                  <a:pt x="27" y="81"/>
                  <a:pt x="27" y="81"/>
                  <a:pt x="27" y="81"/>
                </a:cubicBezTo>
                <a:cubicBezTo>
                  <a:pt x="35" y="81"/>
                  <a:pt x="35" y="81"/>
                  <a:pt x="35" y="81"/>
                </a:cubicBezTo>
                <a:cubicBezTo>
                  <a:pt x="39" y="72"/>
                  <a:pt x="39" y="72"/>
                  <a:pt x="39" y="72"/>
                </a:cubicBezTo>
                <a:cubicBezTo>
                  <a:pt x="40" y="71"/>
                  <a:pt x="41" y="71"/>
                  <a:pt x="42" y="70"/>
                </a:cubicBezTo>
                <a:cubicBezTo>
                  <a:pt x="51" y="74"/>
                  <a:pt x="51" y="74"/>
                  <a:pt x="51" y="74"/>
                </a:cubicBezTo>
                <a:cubicBezTo>
                  <a:pt x="56" y="69"/>
                  <a:pt x="56" y="69"/>
                  <a:pt x="56" y="69"/>
                </a:cubicBezTo>
                <a:cubicBezTo>
                  <a:pt x="53" y="60"/>
                  <a:pt x="53" y="60"/>
                  <a:pt x="53" y="60"/>
                </a:cubicBezTo>
                <a:cubicBezTo>
                  <a:pt x="53" y="59"/>
                  <a:pt x="53" y="58"/>
                  <a:pt x="54" y="57"/>
                </a:cubicBezTo>
                <a:lnTo>
                  <a:pt x="63" y="53"/>
                </a:lnTo>
                <a:close/>
                <a:moveTo>
                  <a:pt x="31" y="36"/>
                </a:moveTo>
                <a:cubicBezTo>
                  <a:pt x="24" y="36"/>
                  <a:pt x="18" y="42"/>
                  <a:pt x="18" y="49"/>
                </a:cubicBezTo>
                <a:cubicBezTo>
                  <a:pt x="18" y="57"/>
                  <a:pt x="24" y="62"/>
                  <a:pt x="31" y="62"/>
                </a:cubicBezTo>
                <a:cubicBezTo>
                  <a:pt x="39" y="62"/>
                  <a:pt x="45" y="57"/>
                  <a:pt x="45" y="49"/>
                </a:cubicBezTo>
                <a:cubicBezTo>
                  <a:pt x="45" y="42"/>
                  <a:pt x="39" y="36"/>
                  <a:pt x="31" y="36"/>
                </a:cubicBezTo>
                <a:close/>
                <a:moveTo>
                  <a:pt x="82" y="101"/>
                </a:moveTo>
                <a:cubicBezTo>
                  <a:pt x="74" y="101"/>
                  <a:pt x="74" y="101"/>
                  <a:pt x="74" y="101"/>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6" name="Freeform 33">
            <a:extLst>
              <a:ext uri="{FF2B5EF4-FFF2-40B4-BE49-F238E27FC236}">
                <a16:creationId xmlns:a16="http://schemas.microsoft.com/office/drawing/2014/main" id="{B8809049-A2A1-487A-B55D-EC36BE549F65}"/>
              </a:ext>
            </a:extLst>
          </p:cNvPr>
          <p:cNvSpPr>
            <a:spLocks noEditPoints="1"/>
          </p:cNvSpPr>
          <p:nvPr/>
        </p:nvSpPr>
        <p:spPr bwMode="auto">
          <a:xfrm>
            <a:off x="3869614" y="2834768"/>
            <a:ext cx="600630" cy="481656"/>
          </a:xfrm>
          <a:custGeom>
            <a:avLst/>
            <a:gdLst>
              <a:gd name="T0" fmla="*/ 126 w 126"/>
              <a:gd name="T1" fmla="*/ 101 h 101"/>
              <a:gd name="T2" fmla="*/ 0 w 126"/>
              <a:gd name="T3" fmla="*/ 101 h 101"/>
              <a:gd name="T4" fmla="*/ 31 w 126"/>
              <a:gd name="T5" fmla="*/ 74 h 101"/>
              <a:gd name="T6" fmla="*/ 13 w 126"/>
              <a:gd name="T7" fmla="*/ 74 h 101"/>
              <a:gd name="T8" fmla="*/ 13 w 126"/>
              <a:gd name="T9" fmla="*/ 101 h 101"/>
              <a:gd name="T10" fmla="*/ 31 w 126"/>
              <a:gd name="T11" fmla="*/ 101 h 101"/>
              <a:gd name="T12" fmla="*/ 31 w 126"/>
              <a:gd name="T13" fmla="*/ 74 h 101"/>
              <a:gd name="T14" fmla="*/ 58 w 126"/>
              <a:gd name="T15" fmla="*/ 47 h 101"/>
              <a:gd name="T16" fmla="*/ 40 w 126"/>
              <a:gd name="T17" fmla="*/ 47 h 101"/>
              <a:gd name="T18" fmla="*/ 40 w 126"/>
              <a:gd name="T19" fmla="*/ 101 h 101"/>
              <a:gd name="T20" fmla="*/ 58 w 126"/>
              <a:gd name="T21" fmla="*/ 101 h 101"/>
              <a:gd name="T22" fmla="*/ 58 w 126"/>
              <a:gd name="T23" fmla="*/ 47 h 101"/>
              <a:gd name="T24" fmla="*/ 85 w 126"/>
              <a:gd name="T25" fmla="*/ 59 h 101"/>
              <a:gd name="T26" fmla="*/ 68 w 126"/>
              <a:gd name="T27" fmla="*/ 59 h 101"/>
              <a:gd name="T28" fmla="*/ 68 w 126"/>
              <a:gd name="T29" fmla="*/ 101 h 101"/>
              <a:gd name="T30" fmla="*/ 85 w 126"/>
              <a:gd name="T31" fmla="*/ 101 h 101"/>
              <a:gd name="T32" fmla="*/ 85 w 126"/>
              <a:gd name="T33" fmla="*/ 59 h 101"/>
              <a:gd name="T34" fmla="*/ 112 w 126"/>
              <a:gd name="T35" fmla="*/ 31 h 101"/>
              <a:gd name="T36" fmla="*/ 95 w 126"/>
              <a:gd name="T37" fmla="*/ 31 h 101"/>
              <a:gd name="T38" fmla="*/ 95 w 126"/>
              <a:gd name="T39" fmla="*/ 101 h 101"/>
              <a:gd name="T40" fmla="*/ 112 w 126"/>
              <a:gd name="T41" fmla="*/ 101 h 101"/>
              <a:gd name="T42" fmla="*/ 112 w 126"/>
              <a:gd name="T43" fmla="*/ 31 h 101"/>
              <a:gd name="T44" fmla="*/ 22 w 126"/>
              <a:gd name="T45" fmla="*/ 44 h 101"/>
              <a:gd name="T46" fmla="*/ 17 w 126"/>
              <a:gd name="T47" fmla="*/ 49 h 101"/>
              <a:gd name="T48" fmla="*/ 22 w 126"/>
              <a:gd name="T49" fmla="*/ 54 h 101"/>
              <a:gd name="T50" fmla="*/ 27 w 126"/>
              <a:gd name="T51" fmla="*/ 49 h 101"/>
              <a:gd name="T52" fmla="*/ 22 w 126"/>
              <a:gd name="T53" fmla="*/ 44 h 101"/>
              <a:gd name="T54" fmla="*/ 49 w 126"/>
              <a:gd name="T55" fmla="*/ 18 h 101"/>
              <a:gd name="T56" fmla="*/ 44 w 126"/>
              <a:gd name="T57" fmla="*/ 23 h 101"/>
              <a:gd name="T58" fmla="*/ 49 w 126"/>
              <a:gd name="T59" fmla="*/ 28 h 101"/>
              <a:gd name="T60" fmla="*/ 54 w 126"/>
              <a:gd name="T61" fmla="*/ 23 h 101"/>
              <a:gd name="T62" fmla="*/ 49 w 126"/>
              <a:gd name="T63" fmla="*/ 18 h 101"/>
              <a:gd name="T64" fmla="*/ 76 w 126"/>
              <a:gd name="T65" fmla="*/ 31 h 101"/>
              <a:gd name="T66" fmla="*/ 71 w 126"/>
              <a:gd name="T67" fmla="*/ 36 h 101"/>
              <a:gd name="T68" fmla="*/ 76 w 126"/>
              <a:gd name="T69" fmla="*/ 41 h 101"/>
              <a:gd name="T70" fmla="*/ 81 w 126"/>
              <a:gd name="T71" fmla="*/ 36 h 101"/>
              <a:gd name="T72" fmla="*/ 76 w 126"/>
              <a:gd name="T73" fmla="*/ 31 h 101"/>
              <a:gd name="T74" fmla="*/ 103 w 126"/>
              <a:gd name="T75" fmla="*/ 0 h 101"/>
              <a:gd name="T76" fmla="*/ 99 w 126"/>
              <a:gd name="T77" fmla="*/ 5 h 101"/>
              <a:gd name="T78" fmla="*/ 103 w 126"/>
              <a:gd name="T79" fmla="*/ 10 h 101"/>
              <a:gd name="T80" fmla="*/ 108 w 126"/>
              <a:gd name="T81" fmla="*/ 5 h 101"/>
              <a:gd name="T82" fmla="*/ 103 w 126"/>
              <a:gd name="T83" fmla="*/ 0 h 101"/>
              <a:gd name="T84" fmla="*/ 80 w 126"/>
              <a:gd name="T85" fmla="*/ 32 h 101"/>
              <a:gd name="T86" fmla="*/ 100 w 126"/>
              <a:gd name="T87" fmla="*/ 9 h 101"/>
              <a:gd name="T88" fmla="*/ 54 w 126"/>
              <a:gd name="T89" fmla="*/ 25 h 101"/>
              <a:gd name="T90" fmla="*/ 72 w 126"/>
              <a:gd name="T91" fmla="*/ 34 h 101"/>
              <a:gd name="T92" fmla="*/ 46 w 126"/>
              <a:gd name="T93" fmla="*/ 27 h 101"/>
              <a:gd name="T94" fmla="*/ 26 w 126"/>
              <a:gd name="T95" fmla="*/ 4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6" h="101">
                <a:moveTo>
                  <a:pt x="126" y="101"/>
                </a:moveTo>
                <a:cubicBezTo>
                  <a:pt x="0" y="101"/>
                  <a:pt x="0" y="101"/>
                  <a:pt x="0" y="101"/>
                </a:cubicBezTo>
                <a:moveTo>
                  <a:pt x="31" y="74"/>
                </a:moveTo>
                <a:cubicBezTo>
                  <a:pt x="13" y="74"/>
                  <a:pt x="13" y="74"/>
                  <a:pt x="13" y="74"/>
                </a:cubicBezTo>
                <a:cubicBezTo>
                  <a:pt x="13" y="101"/>
                  <a:pt x="13" y="101"/>
                  <a:pt x="13" y="101"/>
                </a:cubicBezTo>
                <a:cubicBezTo>
                  <a:pt x="31" y="101"/>
                  <a:pt x="31" y="101"/>
                  <a:pt x="31" y="101"/>
                </a:cubicBezTo>
                <a:lnTo>
                  <a:pt x="31" y="74"/>
                </a:lnTo>
                <a:close/>
                <a:moveTo>
                  <a:pt x="58" y="47"/>
                </a:moveTo>
                <a:cubicBezTo>
                  <a:pt x="40" y="47"/>
                  <a:pt x="40" y="47"/>
                  <a:pt x="40" y="47"/>
                </a:cubicBezTo>
                <a:cubicBezTo>
                  <a:pt x="40" y="101"/>
                  <a:pt x="40" y="101"/>
                  <a:pt x="40" y="101"/>
                </a:cubicBezTo>
                <a:cubicBezTo>
                  <a:pt x="58" y="101"/>
                  <a:pt x="58" y="101"/>
                  <a:pt x="58" y="101"/>
                </a:cubicBezTo>
                <a:lnTo>
                  <a:pt x="58" y="47"/>
                </a:lnTo>
                <a:close/>
                <a:moveTo>
                  <a:pt x="85" y="59"/>
                </a:moveTo>
                <a:cubicBezTo>
                  <a:pt x="68" y="59"/>
                  <a:pt x="68" y="59"/>
                  <a:pt x="68" y="59"/>
                </a:cubicBezTo>
                <a:cubicBezTo>
                  <a:pt x="68" y="101"/>
                  <a:pt x="68" y="101"/>
                  <a:pt x="68" y="101"/>
                </a:cubicBezTo>
                <a:cubicBezTo>
                  <a:pt x="85" y="101"/>
                  <a:pt x="85" y="101"/>
                  <a:pt x="85" y="101"/>
                </a:cubicBezTo>
                <a:lnTo>
                  <a:pt x="85" y="59"/>
                </a:lnTo>
                <a:close/>
                <a:moveTo>
                  <a:pt x="112" y="31"/>
                </a:moveTo>
                <a:cubicBezTo>
                  <a:pt x="95" y="31"/>
                  <a:pt x="95" y="31"/>
                  <a:pt x="95" y="31"/>
                </a:cubicBezTo>
                <a:cubicBezTo>
                  <a:pt x="95" y="101"/>
                  <a:pt x="95" y="101"/>
                  <a:pt x="95" y="101"/>
                </a:cubicBezTo>
                <a:cubicBezTo>
                  <a:pt x="112" y="101"/>
                  <a:pt x="112" y="101"/>
                  <a:pt x="112" y="101"/>
                </a:cubicBezTo>
                <a:lnTo>
                  <a:pt x="112" y="31"/>
                </a:lnTo>
                <a:close/>
                <a:moveTo>
                  <a:pt x="22" y="44"/>
                </a:moveTo>
                <a:cubicBezTo>
                  <a:pt x="19" y="44"/>
                  <a:pt x="17" y="46"/>
                  <a:pt x="17" y="49"/>
                </a:cubicBezTo>
                <a:cubicBezTo>
                  <a:pt x="17" y="52"/>
                  <a:pt x="19" y="54"/>
                  <a:pt x="22" y="54"/>
                </a:cubicBezTo>
                <a:cubicBezTo>
                  <a:pt x="25" y="54"/>
                  <a:pt x="27" y="52"/>
                  <a:pt x="27" y="49"/>
                </a:cubicBezTo>
                <a:cubicBezTo>
                  <a:pt x="27" y="46"/>
                  <a:pt x="25" y="44"/>
                  <a:pt x="22" y="44"/>
                </a:cubicBezTo>
                <a:close/>
                <a:moveTo>
                  <a:pt x="49" y="18"/>
                </a:moveTo>
                <a:cubicBezTo>
                  <a:pt x="46" y="18"/>
                  <a:pt x="44" y="20"/>
                  <a:pt x="44" y="23"/>
                </a:cubicBezTo>
                <a:cubicBezTo>
                  <a:pt x="44" y="26"/>
                  <a:pt x="46" y="28"/>
                  <a:pt x="49" y="28"/>
                </a:cubicBezTo>
                <a:cubicBezTo>
                  <a:pt x="52" y="28"/>
                  <a:pt x="54" y="26"/>
                  <a:pt x="54" y="23"/>
                </a:cubicBezTo>
                <a:cubicBezTo>
                  <a:pt x="54" y="20"/>
                  <a:pt x="52" y="18"/>
                  <a:pt x="49" y="18"/>
                </a:cubicBezTo>
                <a:close/>
                <a:moveTo>
                  <a:pt x="76" y="31"/>
                </a:moveTo>
                <a:cubicBezTo>
                  <a:pt x="74" y="31"/>
                  <a:pt x="71" y="33"/>
                  <a:pt x="71" y="36"/>
                </a:cubicBezTo>
                <a:cubicBezTo>
                  <a:pt x="71" y="39"/>
                  <a:pt x="74" y="41"/>
                  <a:pt x="76" y="41"/>
                </a:cubicBezTo>
                <a:cubicBezTo>
                  <a:pt x="79" y="41"/>
                  <a:pt x="81" y="39"/>
                  <a:pt x="81" y="36"/>
                </a:cubicBezTo>
                <a:cubicBezTo>
                  <a:pt x="81" y="33"/>
                  <a:pt x="79" y="31"/>
                  <a:pt x="76" y="31"/>
                </a:cubicBezTo>
                <a:close/>
                <a:moveTo>
                  <a:pt x="103" y="0"/>
                </a:moveTo>
                <a:cubicBezTo>
                  <a:pt x="101" y="0"/>
                  <a:pt x="99" y="2"/>
                  <a:pt x="99" y="5"/>
                </a:cubicBezTo>
                <a:cubicBezTo>
                  <a:pt x="99" y="8"/>
                  <a:pt x="101" y="10"/>
                  <a:pt x="103" y="10"/>
                </a:cubicBezTo>
                <a:cubicBezTo>
                  <a:pt x="106" y="10"/>
                  <a:pt x="108" y="8"/>
                  <a:pt x="108" y="5"/>
                </a:cubicBezTo>
                <a:cubicBezTo>
                  <a:pt x="108" y="2"/>
                  <a:pt x="106" y="0"/>
                  <a:pt x="103" y="0"/>
                </a:cubicBezTo>
                <a:close/>
                <a:moveTo>
                  <a:pt x="80" y="32"/>
                </a:moveTo>
                <a:cubicBezTo>
                  <a:pt x="100" y="9"/>
                  <a:pt x="100" y="9"/>
                  <a:pt x="100" y="9"/>
                </a:cubicBezTo>
                <a:moveTo>
                  <a:pt x="54" y="25"/>
                </a:moveTo>
                <a:cubicBezTo>
                  <a:pt x="72" y="34"/>
                  <a:pt x="72" y="34"/>
                  <a:pt x="72" y="34"/>
                </a:cubicBezTo>
                <a:moveTo>
                  <a:pt x="46" y="27"/>
                </a:moveTo>
                <a:cubicBezTo>
                  <a:pt x="26" y="46"/>
                  <a:pt x="26" y="46"/>
                  <a:pt x="26" y="46"/>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Freeform 34">
            <a:extLst>
              <a:ext uri="{FF2B5EF4-FFF2-40B4-BE49-F238E27FC236}">
                <a16:creationId xmlns:a16="http://schemas.microsoft.com/office/drawing/2014/main" id="{8563FD91-1DFC-4A97-8F4D-A726BAE59CEE}"/>
              </a:ext>
            </a:extLst>
          </p:cNvPr>
          <p:cNvSpPr>
            <a:spLocks noEditPoints="1"/>
          </p:cNvSpPr>
          <p:nvPr/>
        </p:nvSpPr>
        <p:spPr bwMode="auto">
          <a:xfrm>
            <a:off x="7797080" y="2836575"/>
            <a:ext cx="468222" cy="543062"/>
          </a:xfrm>
          <a:custGeom>
            <a:avLst/>
            <a:gdLst>
              <a:gd name="T0" fmla="*/ 244 w 244"/>
              <a:gd name="T1" fmla="*/ 116 h 283"/>
              <a:gd name="T2" fmla="*/ 244 w 244"/>
              <a:gd name="T3" fmla="*/ 283 h 283"/>
              <a:gd name="T4" fmla="*/ 0 w 244"/>
              <a:gd name="T5" fmla="*/ 283 h 283"/>
              <a:gd name="T6" fmla="*/ 0 w 244"/>
              <a:gd name="T7" fmla="*/ 116 h 283"/>
              <a:gd name="T8" fmla="*/ 244 w 244"/>
              <a:gd name="T9" fmla="*/ 283 h 283"/>
              <a:gd name="T10" fmla="*/ 122 w 244"/>
              <a:gd name="T11" fmla="*/ 201 h 283"/>
              <a:gd name="T12" fmla="*/ 0 w 244"/>
              <a:gd name="T13" fmla="*/ 283 h 283"/>
              <a:gd name="T14" fmla="*/ 244 w 244"/>
              <a:gd name="T15" fmla="*/ 116 h 283"/>
              <a:gd name="T16" fmla="*/ 161 w 244"/>
              <a:gd name="T17" fmla="*/ 201 h 283"/>
              <a:gd name="T18" fmla="*/ 0 w 244"/>
              <a:gd name="T19" fmla="*/ 116 h 283"/>
              <a:gd name="T20" fmla="*/ 82 w 244"/>
              <a:gd name="T21" fmla="*/ 201 h 283"/>
              <a:gd name="T22" fmla="*/ 214 w 244"/>
              <a:gd name="T23" fmla="*/ 112 h 283"/>
              <a:gd name="T24" fmla="*/ 214 w 244"/>
              <a:gd name="T25" fmla="*/ 52 h 283"/>
              <a:gd name="T26" fmla="*/ 159 w 244"/>
              <a:gd name="T27" fmla="*/ 0 h 283"/>
              <a:gd name="T28" fmla="*/ 30 w 244"/>
              <a:gd name="T29" fmla="*/ 0 h 283"/>
              <a:gd name="T30" fmla="*/ 30 w 244"/>
              <a:gd name="T31" fmla="*/ 112 h 283"/>
              <a:gd name="T32" fmla="*/ 214 w 244"/>
              <a:gd name="T33" fmla="*/ 52 h 283"/>
              <a:gd name="T34" fmla="*/ 159 w 244"/>
              <a:gd name="T35" fmla="*/ 0 h 283"/>
              <a:gd name="T36" fmla="*/ 159 w 244"/>
              <a:gd name="T37" fmla="*/ 52 h 283"/>
              <a:gd name="T38" fmla="*/ 214 w 244"/>
              <a:gd name="T39" fmla="*/ 52 h 283"/>
              <a:gd name="T40" fmla="*/ 82 w 244"/>
              <a:gd name="T41" fmla="*/ 82 h 283"/>
              <a:gd name="T42" fmla="*/ 57 w 244"/>
              <a:gd name="T43" fmla="*/ 82 h 283"/>
              <a:gd name="T44" fmla="*/ 179 w 244"/>
              <a:gd name="T45" fmla="*/ 82 h 283"/>
              <a:gd name="T46" fmla="*/ 107 w 244"/>
              <a:gd name="T47" fmla="*/ 82 h 283"/>
              <a:gd name="T48" fmla="*/ 57 w 244"/>
              <a:gd name="T49" fmla="*/ 109 h 283"/>
              <a:gd name="T50" fmla="*/ 124 w 244"/>
              <a:gd name="T51" fmla="*/ 109 h 283"/>
              <a:gd name="T52" fmla="*/ 179 w 244"/>
              <a:gd name="T53" fmla="*/ 109 h 283"/>
              <a:gd name="T54" fmla="*/ 154 w 244"/>
              <a:gd name="T55" fmla="*/ 109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4" h="283">
                <a:moveTo>
                  <a:pt x="244" y="116"/>
                </a:moveTo>
                <a:lnTo>
                  <a:pt x="244" y="283"/>
                </a:lnTo>
                <a:lnTo>
                  <a:pt x="0" y="283"/>
                </a:lnTo>
                <a:lnTo>
                  <a:pt x="0" y="116"/>
                </a:lnTo>
                <a:moveTo>
                  <a:pt x="244" y="283"/>
                </a:moveTo>
                <a:lnTo>
                  <a:pt x="122" y="201"/>
                </a:lnTo>
                <a:lnTo>
                  <a:pt x="0" y="283"/>
                </a:lnTo>
                <a:moveTo>
                  <a:pt x="244" y="116"/>
                </a:moveTo>
                <a:lnTo>
                  <a:pt x="161" y="201"/>
                </a:lnTo>
                <a:moveTo>
                  <a:pt x="0" y="116"/>
                </a:moveTo>
                <a:lnTo>
                  <a:pt x="82" y="201"/>
                </a:lnTo>
                <a:moveTo>
                  <a:pt x="214" y="112"/>
                </a:moveTo>
                <a:lnTo>
                  <a:pt x="214" y="52"/>
                </a:lnTo>
                <a:moveTo>
                  <a:pt x="159" y="0"/>
                </a:moveTo>
                <a:lnTo>
                  <a:pt x="30" y="0"/>
                </a:lnTo>
                <a:lnTo>
                  <a:pt x="30" y="112"/>
                </a:lnTo>
                <a:moveTo>
                  <a:pt x="214" y="52"/>
                </a:moveTo>
                <a:lnTo>
                  <a:pt x="159" y="0"/>
                </a:lnTo>
                <a:lnTo>
                  <a:pt x="159" y="52"/>
                </a:lnTo>
                <a:lnTo>
                  <a:pt x="214" y="52"/>
                </a:lnTo>
                <a:moveTo>
                  <a:pt x="82" y="82"/>
                </a:moveTo>
                <a:lnTo>
                  <a:pt x="57" y="82"/>
                </a:lnTo>
                <a:moveTo>
                  <a:pt x="179" y="82"/>
                </a:moveTo>
                <a:lnTo>
                  <a:pt x="107" y="82"/>
                </a:lnTo>
                <a:moveTo>
                  <a:pt x="57" y="109"/>
                </a:moveTo>
                <a:lnTo>
                  <a:pt x="124" y="109"/>
                </a:lnTo>
                <a:moveTo>
                  <a:pt x="179" y="109"/>
                </a:moveTo>
                <a:lnTo>
                  <a:pt x="154" y="109"/>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780070E5-87F4-4282-A61E-53354ED2C39F}"/>
              </a:ext>
            </a:extLst>
          </p:cNvPr>
          <p:cNvGrpSpPr/>
          <p:nvPr/>
        </p:nvGrpSpPr>
        <p:grpSpPr>
          <a:xfrm>
            <a:off x="1346189" y="4758551"/>
            <a:ext cx="1506560" cy="1009580"/>
            <a:chOff x="1346189" y="4758551"/>
            <a:chExt cx="1506560" cy="1009580"/>
          </a:xfrm>
        </p:grpSpPr>
        <p:sp>
          <p:nvSpPr>
            <p:cNvPr id="48" name="Rectangle 122">
              <a:extLst>
                <a:ext uri="{FF2B5EF4-FFF2-40B4-BE49-F238E27FC236}">
                  <a16:creationId xmlns:a16="http://schemas.microsoft.com/office/drawing/2014/main" id="{F9E3BE5D-8100-489B-8AE9-8FF8C78995BD}"/>
                </a:ext>
              </a:extLst>
            </p:cNvPr>
            <p:cNvSpPr>
              <a:spLocks noChangeArrowheads="1"/>
            </p:cNvSpPr>
            <p:nvPr/>
          </p:nvSpPr>
          <p:spPr bwMode="auto">
            <a:xfrm>
              <a:off x="1677817" y="4758551"/>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1"/>
                  </a:solidFill>
                  <a:effectLst/>
                  <a:latin typeface="Open Sans" panose="020B0606030504020204" pitchFamily="34" charset="0"/>
                </a:rPr>
                <a:t>STEP 01</a:t>
              </a:r>
              <a:endParaRPr kumimoji="0" lang="ru-UA" altLang="ru-UA" sz="1800" b="0" i="0" u="none" strike="noStrike" cap="none" normalizeH="0" baseline="0">
                <a:ln>
                  <a:noFill/>
                </a:ln>
                <a:solidFill>
                  <a:schemeClr val="accent1"/>
                </a:solidFill>
                <a:effectLst/>
              </a:endParaRPr>
            </a:p>
          </p:txBody>
        </p:sp>
        <p:sp>
          <p:nvSpPr>
            <p:cNvPr id="53" name="Text_02">
              <a:extLst>
                <a:ext uri="{FF2B5EF4-FFF2-40B4-BE49-F238E27FC236}">
                  <a16:creationId xmlns:a16="http://schemas.microsoft.com/office/drawing/2014/main" id="{8D3FDD49-72C1-4316-B86A-2FEB19680010}"/>
                </a:ext>
              </a:extLst>
            </p:cNvPr>
            <p:cNvSpPr txBox="1"/>
            <p:nvPr/>
          </p:nvSpPr>
          <p:spPr>
            <a:xfrm>
              <a:off x="1346189" y="5060245"/>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4" name="Group 3">
            <a:extLst>
              <a:ext uri="{FF2B5EF4-FFF2-40B4-BE49-F238E27FC236}">
                <a16:creationId xmlns:a16="http://schemas.microsoft.com/office/drawing/2014/main" id="{59D2A011-BE45-47E5-B90E-74A6977080EF}"/>
              </a:ext>
            </a:extLst>
          </p:cNvPr>
          <p:cNvGrpSpPr/>
          <p:nvPr/>
        </p:nvGrpSpPr>
        <p:grpSpPr>
          <a:xfrm>
            <a:off x="3332871" y="4758551"/>
            <a:ext cx="1506560" cy="1009580"/>
            <a:chOff x="3332871" y="4758551"/>
            <a:chExt cx="1506560" cy="1009580"/>
          </a:xfrm>
        </p:grpSpPr>
        <p:sp>
          <p:nvSpPr>
            <p:cNvPr id="49" name="Rectangle 123">
              <a:extLst>
                <a:ext uri="{FF2B5EF4-FFF2-40B4-BE49-F238E27FC236}">
                  <a16:creationId xmlns:a16="http://schemas.microsoft.com/office/drawing/2014/main" id="{D2C92A2E-4A2D-4003-B706-F24B26D7CCF0}"/>
                </a:ext>
              </a:extLst>
            </p:cNvPr>
            <p:cNvSpPr>
              <a:spLocks noChangeArrowheads="1"/>
            </p:cNvSpPr>
            <p:nvPr/>
          </p:nvSpPr>
          <p:spPr bwMode="auto">
            <a:xfrm>
              <a:off x="3671717" y="4758551"/>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2"/>
                  </a:solidFill>
                  <a:effectLst/>
                  <a:latin typeface="Open Sans" panose="020B0606030504020204" pitchFamily="34" charset="0"/>
                </a:rPr>
                <a:t>STEP 02</a:t>
              </a:r>
              <a:endParaRPr kumimoji="0" lang="ru-UA" altLang="ru-UA" sz="1800" b="0" i="0" u="none" strike="noStrike" cap="none" normalizeH="0" baseline="0">
                <a:ln>
                  <a:noFill/>
                </a:ln>
                <a:solidFill>
                  <a:schemeClr val="accent2"/>
                </a:solidFill>
                <a:effectLst/>
              </a:endParaRPr>
            </a:p>
          </p:txBody>
        </p:sp>
        <p:sp>
          <p:nvSpPr>
            <p:cNvPr id="54" name="Text_02">
              <a:extLst>
                <a:ext uri="{FF2B5EF4-FFF2-40B4-BE49-F238E27FC236}">
                  <a16:creationId xmlns:a16="http://schemas.microsoft.com/office/drawing/2014/main" id="{8EDC8113-481F-407B-A925-5CFAFEFF9066}"/>
                </a:ext>
              </a:extLst>
            </p:cNvPr>
            <p:cNvSpPr txBox="1"/>
            <p:nvPr/>
          </p:nvSpPr>
          <p:spPr>
            <a:xfrm>
              <a:off x="3332871" y="5060245"/>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5" name="Group 4">
            <a:extLst>
              <a:ext uri="{FF2B5EF4-FFF2-40B4-BE49-F238E27FC236}">
                <a16:creationId xmlns:a16="http://schemas.microsoft.com/office/drawing/2014/main" id="{02CE3631-5F56-4DD4-B1B0-F9D9746C74FC}"/>
              </a:ext>
            </a:extLst>
          </p:cNvPr>
          <p:cNvGrpSpPr/>
          <p:nvPr/>
        </p:nvGrpSpPr>
        <p:grpSpPr>
          <a:xfrm>
            <a:off x="5332710" y="4758551"/>
            <a:ext cx="1506560" cy="1009580"/>
            <a:chOff x="5332710" y="4758551"/>
            <a:chExt cx="1506560" cy="1009580"/>
          </a:xfrm>
        </p:grpSpPr>
        <p:sp>
          <p:nvSpPr>
            <p:cNvPr id="50" name="Rectangle 124">
              <a:extLst>
                <a:ext uri="{FF2B5EF4-FFF2-40B4-BE49-F238E27FC236}">
                  <a16:creationId xmlns:a16="http://schemas.microsoft.com/office/drawing/2014/main" id="{A84ADEAC-5442-4C61-830F-486D8E1C6FCD}"/>
                </a:ext>
              </a:extLst>
            </p:cNvPr>
            <p:cNvSpPr>
              <a:spLocks noChangeArrowheads="1"/>
            </p:cNvSpPr>
            <p:nvPr/>
          </p:nvSpPr>
          <p:spPr bwMode="auto">
            <a:xfrm>
              <a:off x="5668792" y="4758551"/>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3"/>
                  </a:solidFill>
                  <a:effectLst/>
                  <a:latin typeface="Open Sans" panose="020B0606030504020204" pitchFamily="34" charset="0"/>
                </a:rPr>
                <a:t>STEP 03</a:t>
              </a:r>
              <a:endParaRPr kumimoji="0" lang="ru-UA" altLang="ru-UA" sz="1800" b="0" i="0" u="none" strike="noStrike" cap="none" normalizeH="0" baseline="0">
                <a:ln>
                  <a:noFill/>
                </a:ln>
                <a:solidFill>
                  <a:schemeClr val="accent3"/>
                </a:solidFill>
                <a:effectLst/>
              </a:endParaRPr>
            </a:p>
          </p:txBody>
        </p:sp>
        <p:sp>
          <p:nvSpPr>
            <p:cNvPr id="55" name="Text_02">
              <a:extLst>
                <a:ext uri="{FF2B5EF4-FFF2-40B4-BE49-F238E27FC236}">
                  <a16:creationId xmlns:a16="http://schemas.microsoft.com/office/drawing/2014/main" id="{1672F24A-1DD0-45FA-B4E5-07A8AB03FCC6}"/>
                </a:ext>
              </a:extLst>
            </p:cNvPr>
            <p:cNvSpPr txBox="1"/>
            <p:nvPr/>
          </p:nvSpPr>
          <p:spPr>
            <a:xfrm>
              <a:off x="5332710" y="5060245"/>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58" name="Group 57">
            <a:extLst>
              <a:ext uri="{FF2B5EF4-FFF2-40B4-BE49-F238E27FC236}">
                <a16:creationId xmlns:a16="http://schemas.microsoft.com/office/drawing/2014/main" id="{83400938-299C-4066-ABD7-E114AAD7B8F5}"/>
              </a:ext>
            </a:extLst>
          </p:cNvPr>
          <p:cNvGrpSpPr/>
          <p:nvPr/>
        </p:nvGrpSpPr>
        <p:grpSpPr>
          <a:xfrm>
            <a:off x="7332549" y="4758551"/>
            <a:ext cx="1506560" cy="1009580"/>
            <a:chOff x="7332549" y="4758551"/>
            <a:chExt cx="1506560" cy="1009580"/>
          </a:xfrm>
        </p:grpSpPr>
        <p:sp>
          <p:nvSpPr>
            <p:cNvPr id="51" name="Rectangle 125">
              <a:extLst>
                <a:ext uri="{FF2B5EF4-FFF2-40B4-BE49-F238E27FC236}">
                  <a16:creationId xmlns:a16="http://schemas.microsoft.com/office/drawing/2014/main" id="{46AD9B79-0A30-4DF4-BC8E-8D85454EEFEE}"/>
                </a:ext>
              </a:extLst>
            </p:cNvPr>
            <p:cNvSpPr>
              <a:spLocks noChangeArrowheads="1"/>
            </p:cNvSpPr>
            <p:nvPr/>
          </p:nvSpPr>
          <p:spPr bwMode="auto">
            <a:xfrm>
              <a:off x="7661105" y="4758551"/>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4"/>
                  </a:solidFill>
                  <a:effectLst/>
                  <a:latin typeface="Open Sans" panose="020B0606030504020204" pitchFamily="34" charset="0"/>
                </a:rPr>
                <a:t>STEP 04</a:t>
              </a:r>
              <a:endParaRPr kumimoji="0" lang="ru-UA" altLang="ru-UA" sz="1800" b="0" i="0" u="none" strike="noStrike" cap="none" normalizeH="0" baseline="0">
                <a:ln>
                  <a:noFill/>
                </a:ln>
                <a:solidFill>
                  <a:schemeClr val="accent4"/>
                </a:solidFill>
                <a:effectLst/>
              </a:endParaRPr>
            </a:p>
          </p:txBody>
        </p:sp>
        <p:sp>
          <p:nvSpPr>
            <p:cNvPr id="56" name="Text_02">
              <a:extLst>
                <a:ext uri="{FF2B5EF4-FFF2-40B4-BE49-F238E27FC236}">
                  <a16:creationId xmlns:a16="http://schemas.microsoft.com/office/drawing/2014/main" id="{FBA08815-CE5A-403C-BB3D-69B6352960B0}"/>
                </a:ext>
              </a:extLst>
            </p:cNvPr>
            <p:cNvSpPr txBox="1"/>
            <p:nvPr/>
          </p:nvSpPr>
          <p:spPr>
            <a:xfrm>
              <a:off x="7332549" y="5060245"/>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59" name="Group 58">
            <a:extLst>
              <a:ext uri="{FF2B5EF4-FFF2-40B4-BE49-F238E27FC236}">
                <a16:creationId xmlns:a16="http://schemas.microsoft.com/office/drawing/2014/main" id="{21B6E4FF-2499-4A90-BFF5-C9B2BC8161E0}"/>
              </a:ext>
            </a:extLst>
          </p:cNvPr>
          <p:cNvGrpSpPr/>
          <p:nvPr/>
        </p:nvGrpSpPr>
        <p:grpSpPr>
          <a:xfrm>
            <a:off x="9338966" y="4758551"/>
            <a:ext cx="1506560" cy="1009580"/>
            <a:chOff x="9338966" y="4758551"/>
            <a:chExt cx="1506560" cy="1009580"/>
          </a:xfrm>
        </p:grpSpPr>
        <p:sp>
          <p:nvSpPr>
            <p:cNvPr id="52" name="Rectangle 126">
              <a:extLst>
                <a:ext uri="{FF2B5EF4-FFF2-40B4-BE49-F238E27FC236}">
                  <a16:creationId xmlns:a16="http://schemas.microsoft.com/office/drawing/2014/main" id="{0DD52D6A-EED9-4286-B981-CA5D02F55624}"/>
                </a:ext>
              </a:extLst>
            </p:cNvPr>
            <p:cNvSpPr>
              <a:spLocks noChangeArrowheads="1"/>
            </p:cNvSpPr>
            <p:nvPr/>
          </p:nvSpPr>
          <p:spPr bwMode="auto">
            <a:xfrm>
              <a:off x="9658180" y="4758551"/>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accent5"/>
                  </a:solidFill>
                  <a:effectLst/>
                  <a:latin typeface="Open Sans" panose="020B0606030504020204" pitchFamily="34" charset="0"/>
                </a:rPr>
                <a:t>STEP 05</a:t>
              </a:r>
              <a:endParaRPr kumimoji="0" lang="ru-UA" altLang="ru-UA" sz="1800" b="0" i="0" u="none" strike="noStrike" cap="none" normalizeH="0" baseline="0">
                <a:ln>
                  <a:noFill/>
                </a:ln>
                <a:solidFill>
                  <a:schemeClr val="accent5"/>
                </a:solidFill>
                <a:effectLst/>
              </a:endParaRPr>
            </a:p>
          </p:txBody>
        </p:sp>
        <p:sp>
          <p:nvSpPr>
            <p:cNvPr id="57" name="Text_02">
              <a:extLst>
                <a:ext uri="{FF2B5EF4-FFF2-40B4-BE49-F238E27FC236}">
                  <a16:creationId xmlns:a16="http://schemas.microsoft.com/office/drawing/2014/main" id="{9254897E-D8BD-4409-8D7B-05123731975D}"/>
                </a:ext>
              </a:extLst>
            </p:cNvPr>
            <p:cNvSpPr txBox="1"/>
            <p:nvPr/>
          </p:nvSpPr>
          <p:spPr>
            <a:xfrm>
              <a:off x="9338966" y="5060245"/>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spTree>
    <p:extLst>
      <p:ext uri="{BB962C8B-B14F-4D97-AF65-F5344CB8AC3E}">
        <p14:creationId xmlns:p14="http://schemas.microsoft.com/office/powerpoint/2010/main" val="162526844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750"/>
                                            <p:tgtEl>
                                              <p:spTgt spid="2"/>
                                            </p:tgtEl>
                                          </p:cBhvr>
                                        </p:animEffect>
                                      </p:childTnLst>
                                    </p:cTn>
                                  </p:par>
                                  <p:par>
                                    <p:cTn id="8" presetID="2" presetClass="entr" presetSubtype="1" fill="hold" grpId="0" nodeType="withEffect" p14:presetBounceEnd="67000">
                                      <p:stCondLst>
                                        <p:cond delay="0"/>
                                      </p:stCondLst>
                                      <p:childTnLst>
                                        <p:set>
                                          <p:cBhvr>
                                            <p:cTn id="9" dur="1" fill="hold">
                                              <p:stCondLst>
                                                <p:cond delay="0"/>
                                              </p:stCondLst>
                                            </p:cTn>
                                            <p:tgtEl>
                                              <p:spTgt spid="15"/>
                                            </p:tgtEl>
                                            <p:attrNameLst>
                                              <p:attrName>style.visibility</p:attrName>
                                            </p:attrNameLst>
                                          </p:cBhvr>
                                          <p:to>
                                            <p:strVal val="visible"/>
                                          </p:to>
                                        </p:set>
                                        <p:anim calcmode="lin" valueType="num" p14:bounceEnd="67000">
                                          <p:cBhvr additive="base">
                                            <p:cTn id="10" dur="1000" fill="hold"/>
                                            <p:tgtEl>
                                              <p:spTgt spid="15"/>
                                            </p:tgtEl>
                                            <p:attrNameLst>
                                              <p:attrName>ppt_x</p:attrName>
                                            </p:attrNameLst>
                                          </p:cBhvr>
                                          <p:tavLst>
                                            <p:tav tm="0">
                                              <p:val>
                                                <p:strVal val="#ppt_x"/>
                                              </p:val>
                                            </p:tav>
                                            <p:tav tm="100000">
                                              <p:val>
                                                <p:strVal val="#ppt_x"/>
                                              </p:val>
                                            </p:tav>
                                          </p:tavLst>
                                        </p:anim>
                                        <p:anim calcmode="lin" valueType="num" p14:bounceEnd="67000">
                                          <p:cBhvr additive="base">
                                            <p:cTn id="11" dur="1000" fill="hold"/>
                                            <p:tgtEl>
                                              <p:spTgt spid="15"/>
                                            </p:tgtEl>
                                            <p:attrNameLst>
                                              <p:attrName>ppt_y</p:attrName>
                                            </p:attrNameLst>
                                          </p:cBhvr>
                                          <p:tavLst>
                                            <p:tav tm="0">
                                              <p:val>
                                                <p:strVal val="0-#ppt_h/2"/>
                                              </p:val>
                                            </p:tav>
                                            <p:tav tm="100000">
                                              <p:val>
                                                <p:strVal val="#ppt_y"/>
                                              </p:val>
                                            </p:tav>
                                          </p:tavLst>
                                        </p:anim>
                                      </p:childTnLst>
                                    </p:cTn>
                                  </p:par>
                                  <p:par>
                                    <p:cTn id="12" presetID="2" presetClass="entr" presetSubtype="4" fill="hold" grpId="0" nodeType="withEffect" p14:presetBounceEnd="67000">
                                      <p:stCondLst>
                                        <p:cond delay="250"/>
                                      </p:stCondLst>
                                      <p:childTnLst>
                                        <p:set>
                                          <p:cBhvr>
                                            <p:cTn id="13" dur="1" fill="hold">
                                              <p:stCondLst>
                                                <p:cond delay="0"/>
                                              </p:stCondLst>
                                            </p:cTn>
                                            <p:tgtEl>
                                              <p:spTgt spid="14"/>
                                            </p:tgtEl>
                                            <p:attrNameLst>
                                              <p:attrName>style.visibility</p:attrName>
                                            </p:attrNameLst>
                                          </p:cBhvr>
                                          <p:to>
                                            <p:strVal val="visible"/>
                                          </p:to>
                                        </p:set>
                                        <p:anim calcmode="lin" valueType="num" p14:bounceEnd="67000">
                                          <p:cBhvr additive="base">
                                            <p:cTn id="14" dur="1000" fill="hold"/>
                                            <p:tgtEl>
                                              <p:spTgt spid="14"/>
                                            </p:tgtEl>
                                            <p:attrNameLst>
                                              <p:attrName>ppt_x</p:attrName>
                                            </p:attrNameLst>
                                          </p:cBhvr>
                                          <p:tavLst>
                                            <p:tav tm="0">
                                              <p:val>
                                                <p:strVal val="#ppt_x"/>
                                              </p:val>
                                            </p:tav>
                                            <p:tav tm="100000">
                                              <p:val>
                                                <p:strVal val="#ppt_x"/>
                                              </p:val>
                                            </p:tav>
                                          </p:tavLst>
                                        </p:anim>
                                        <p:anim calcmode="lin" valueType="num" p14:bounceEnd="67000">
                                          <p:cBhvr additive="base">
                                            <p:cTn id="15" dur="1000" fill="hold"/>
                                            <p:tgtEl>
                                              <p:spTgt spid="14"/>
                                            </p:tgtEl>
                                            <p:attrNameLst>
                                              <p:attrName>ppt_y</p:attrName>
                                            </p:attrNameLst>
                                          </p:cBhvr>
                                          <p:tavLst>
                                            <p:tav tm="0">
                                              <p:val>
                                                <p:strVal val="1+#ppt_h/2"/>
                                              </p:val>
                                            </p:tav>
                                            <p:tav tm="100000">
                                              <p:val>
                                                <p:strVal val="#ppt_y"/>
                                              </p:val>
                                            </p:tav>
                                          </p:tavLst>
                                        </p:anim>
                                      </p:childTnLst>
                                    </p:cTn>
                                  </p:par>
                                  <p:par>
                                    <p:cTn id="16" presetID="2" presetClass="entr" presetSubtype="1" fill="hold" grpId="0" nodeType="withEffect" p14:presetBounceEnd="67000">
                                      <p:stCondLst>
                                        <p:cond delay="500"/>
                                      </p:stCondLst>
                                      <p:childTnLst>
                                        <p:set>
                                          <p:cBhvr>
                                            <p:cTn id="17" dur="1" fill="hold">
                                              <p:stCondLst>
                                                <p:cond delay="0"/>
                                              </p:stCondLst>
                                            </p:cTn>
                                            <p:tgtEl>
                                              <p:spTgt spid="13"/>
                                            </p:tgtEl>
                                            <p:attrNameLst>
                                              <p:attrName>style.visibility</p:attrName>
                                            </p:attrNameLst>
                                          </p:cBhvr>
                                          <p:to>
                                            <p:strVal val="visible"/>
                                          </p:to>
                                        </p:set>
                                        <p:anim calcmode="lin" valueType="num" p14:bounceEnd="67000">
                                          <p:cBhvr additive="base">
                                            <p:cTn id="18" dur="1000" fill="hold"/>
                                            <p:tgtEl>
                                              <p:spTgt spid="13"/>
                                            </p:tgtEl>
                                            <p:attrNameLst>
                                              <p:attrName>ppt_x</p:attrName>
                                            </p:attrNameLst>
                                          </p:cBhvr>
                                          <p:tavLst>
                                            <p:tav tm="0">
                                              <p:val>
                                                <p:strVal val="#ppt_x"/>
                                              </p:val>
                                            </p:tav>
                                            <p:tav tm="100000">
                                              <p:val>
                                                <p:strVal val="#ppt_x"/>
                                              </p:val>
                                            </p:tav>
                                          </p:tavLst>
                                        </p:anim>
                                        <p:anim calcmode="lin" valueType="num" p14:bounceEnd="67000">
                                          <p:cBhvr additive="base">
                                            <p:cTn id="19" dur="1000" fill="hold"/>
                                            <p:tgtEl>
                                              <p:spTgt spid="13"/>
                                            </p:tgtEl>
                                            <p:attrNameLst>
                                              <p:attrName>ppt_y</p:attrName>
                                            </p:attrNameLst>
                                          </p:cBhvr>
                                          <p:tavLst>
                                            <p:tav tm="0">
                                              <p:val>
                                                <p:strVal val="0-#ppt_h/2"/>
                                              </p:val>
                                            </p:tav>
                                            <p:tav tm="100000">
                                              <p:val>
                                                <p:strVal val="#ppt_y"/>
                                              </p:val>
                                            </p:tav>
                                          </p:tavLst>
                                        </p:anim>
                                      </p:childTnLst>
                                    </p:cTn>
                                  </p:par>
                                  <p:par>
                                    <p:cTn id="20" presetID="2" presetClass="entr" presetSubtype="4" fill="hold" grpId="0" nodeType="withEffect" p14:presetBounceEnd="67000">
                                      <p:stCondLst>
                                        <p:cond delay="750"/>
                                      </p:stCondLst>
                                      <p:childTnLst>
                                        <p:set>
                                          <p:cBhvr>
                                            <p:cTn id="21" dur="1" fill="hold">
                                              <p:stCondLst>
                                                <p:cond delay="0"/>
                                              </p:stCondLst>
                                            </p:cTn>
                                            <p:tgtEl>
                                              <p:spTgt spid="12"/>
                                            </p:tgtEl>
                                            <p:attrNameLst>
                                              <p:attrName>style.visibility</p:attrName>
                                            </p:attrNameLst>
                                          </p:cBhvr>
                                          <p:to>
                                            <p:strVal val="visible"/>
                                          </p:to>
                                        </p:set>
                                        <p:anim calcmode="lin" valueType="num" p14:bounceEnd="67000">
                                          <p:cBhvr additive="base">
                                            <p:cTn id="22" dur="1000" fill="hold"/>
                                            <p:tgtEl>
                                              <p:spTgt spid="12"/>
                                            </p:tgtEl>
                                            <p:attrNameLst>
                                              <p:attrName>ppt_x</p:attrName>
                                            </p:attrNameLst>
                                          </p:cBhvr>
                                          <p:tavLst>
                                            <p:tav tm="0">
                                              <p:val>
                                                <p:strVal val="#ppt_x"/>
                                              </p:val>
                                            </p:tav>
                                            <p:tav tm="100000">
                                              <p:val>
                                                <p:strVal val="#ppt_x"/>
                                              </p:val>
                                            </p:tav>
                                          </p:tavLst>
                                        </p:anim>
                                        <p:anim calcmode="lin" valueType="num" p14:bounceEnd="67000">
                                          <p:cBhvr additive="base">
                                            <p:cTn id="23" dur="1000" fill="hold"/>
                                            <p:tgtEl>
                                              <p:spTgt spid="12"/>
                                            </p:tgtEl>
                                            <p:attrNameLst>
                                              <p:attrName>ppt_y</p:attrName>
                                            </p:attrNameLst>
                                          </p:cBhvr>
                                          <p:tavLst>
                                            <p:tav tm="0">
                                              <p:val>
                                                <p:strVal val="1+#ppt_h/2"/>
                                              </p:val>
                                            </p:tav>
                                            <p:tav tm="100000">
                                              <p:val>
                                                <p:strVal val="#ppt_y"/>
                                              </p:val>
                                            </p:tav>
                                          </p:tavLst>
                                        </p:anim>
                                      </p:childTnLst>
                                    </p:cTn>
                                  </p:par>
                                  <p:par>
                                    <p:cTn id="24" presetID="2" presetClass="entr" presetSubtype="1" fill="hold" grpId="0" nodeType="withEffect" p14:presetBounceEnd="67000">
                                      <p:stCondLst>
                                        <p:cond delay="1000"/>
                                      </p:stCondLst>
                                      <p:childTnLst>
                                        <p:set>
                                          <p:cBhvr>
                                            <p:cTn id="25" dur="1" fill="hold">
                                              <p:stCondLst>
                                                <p:cond delay="0"/>
                                              </p:stCondLst>
                                            </p:cTn>
                                            <p:tgtEl>
                                              <p:spTgt spid="11"/>
                                            </p:tgtEl>
                                            <p:attrNameLst>
                                              <p:attrName>style.visibility</p:attrName>
                                            </p:attrNameLst>
                                          </p:cBhvr>
                                          <p:to>
                                            <p:strVal val="visible"/>
                                          </p:to>
                                        </p:set>
                                        <p:anim calcmode="lin" valueType="num" p14:bounceEnd="67000">
                                          <p:cBhvr additive="base">
                                            <p:cTn id="26"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27" dur="1000" fill="hold"/>
                                            <p:tgtEl>
                                              <p:spTgt spid="11"/>
                                            </p:tgtEl>
                                            <p:attrNameLst>
                                              <p:attrName>ppt_y</p:attrName>
                                            </p:attrNameLst>
                                          </p:cBhvr>
                                          <p:tavLst>
                                            <p:tav tm="0">
                                              <p:val>
                                                <p:strVal val="0-#ppt_h/2"/>
                                              </p:val>
                                            </p:tav>
                                            <p:tav tm="100000">
                                              <p:val>
                                                <p:strVal val="#ppt_y"/>
                                              </p:val>
                                            </p:tav>
                                          </p:tavLst>
                                        </p:anim>
                                      </p:childTnLst>
                                    </p:cTn>
                                  </p:par>
                                  <p:par>
                                    <p:cTn id="28" presetID="53" presetClass="entr" presetSubtype="16" fill="hold" nodeType="withEffect">
                                      <p:stCondLst>
                                        <p:cond delay="250"/>
                                      </p:stCondLst>
                                      <p:childTnLst>
                                        <p:set>
                                          <p:cBhvr>
                                            <p:cTn id="29" dur="1" fill="hold">
                                              <p:stCondLst>
                                                <p:cond delay="0"/>
                                              </p:stCondLst>
                                            </p:cTn>
                                            <p:tgtEl>
                                              <p:spTgt spid="27"/>
                                            </p:tgtEl>
                                            <p:attrNameLst>
                                              <p:attrName>style.visibility</p:attrName>
                                            </p:attrNameLst>
                                          </p:cBhvr>
                                          <p:to>
                                            <p:strVal val="visible"/>
                                          </p:to>
                                        </p:set>
                                        <p:anim calcmode="lin" valueType="num">
                                          <p:cBhvr>
                                            <p:cTn id="30" dur="750" fill="hold"/>
                                            <p:tgtEl>
                                              <p:spTgt spid="27"/>
                                            </p:tgtEl>
                                            <p:attrNameLst>
                                              <p:attrName>ppt_w</p:attrName>
                                            </p:attrNameLst>
                                          </p:cBhvr>
                                          <p:tavLst>
                                            <p:tav tm="0">
                                              <p:val>
                                                <p:fltVal val="0"/>
                                              </p:val>
                                            </p:tav>
                                            <p:tav tm="100000">
                                              <p:val>
                                                <p:strVal val="#ppt_w"/>
                                              </p:val>
                                            </p:tav>
                                          </p:tavLst>
                                        </p:anim>
                                        <p:anim calcmode="lin" valueType="num">
                                          <p:cBhvr>
                                            <p:cTn id="31" dur="750" fill="hold"/>
                                            <p:tgtEl>
                                              <p:spTgt spid="27"/>
                                            </p:tgtEl>
                                            <p:attrNameLst>
                                              <p:attrName>ppt_h</p:attrName>
                                            </p:attrNameLst>
                                          </p:cBhvr>
                                          <p:tavLst>
                                            <p:tav tm="0">
                                              <p:val>
                                                <p:fltVal val="0"/>
                                              </p:val>
                                            </p:tav>
                                            <p:tav tm="100000">
                                              <p:val>
                                                <p:strVal val="#ppt_h"/>
                                              </p:val>
                                            </p:tav>
                                          </p:tavLst>
                                        </p:anim>
                                        <p:animEffect transition="in" filter="fade">
                                          <p:cBhvr>
                                            <p:cTn id="32" dur="750"/>
                                            <p:tgtEl>
                                              <p:spTgt spid="27"/>
                                            </p:tgtEl>
                                          </p:cBhvr>
                                        </p:animEffect>
                                      </p:childTnLst>
                                    </p:cTn>
                                  </p:par>
                                  <p:par>
                                    <p:cTn id="33" presetID="53" presetClass="entr" presetSubtype="16" fill="hold" nodeType="withEffect">
                                      <p:stCondLst>
                                        <p:cond delay="500"/>
                                      </p:stCondLst>
                                      <p:childTnLst>
                                        <p:set>
                                          <p:cBhvr>
                                            <p:cTn id="34" dur="1" fill="hold">
                                              <p:stCondLst>
                                                <p:cond delay="0"/>
                                              </p:stCondLst>
                                            </p:cTn>
                                            <p:tgtEl>
                                              <p:spTgt spid="30"/>
                                            </p:tgtEl>
                                            <p:attrNameLst>
                                              <p:attrName>style.visibility</p:attrName>
                                            </p:attrNameLst>
                                          </p:cBhvr>
                                          <p:to>
                                            <p:strVal val="visible"/>
                                          </p:to>
                                        </p:set>
                                        <p:anim calcmode="lin" valueType="num">
                                          <p:cBhvr>
                                            <p:cTn id="35" dur="750" fill="hold"/>
                                            <p:tgtEl>
                                              <p:spTgt spid="30"/>
                                            </p:tgtEl>
                                            <p:attrNameLst>
                                              <p:attrName>ppt_w</p:attrName>
                                            </p:attrNameLst>
                                          </p:cBhvr>
                                          <p:tavLst>
                                            <p:tav tm="0">
                                              <p:val>
                                                <p:fltVal val="0"/>
                                              </p:val>
                                            </p:tav>
                                            <p:tav tm="100000">
                                              <p:val>
                                                <p:strVal val="#ppt_w"/>
                                              </p:val>
                                            </p:tav>
                                          </p:tavLst>
                                        </p:anim>
                                        <p:anim calcmode="lin" valueType="num">
                                          <p:cBhvr>
                                            <p:cTn id="36" dur="750" fill="hold"/>
                                            <p:tgtEl>
                                              <p:spTgt spid="30"/>
                                            </p:tgtEl>
                                            <p:attrNameLst>
                                              <p:attrName>ppt_h</p:attrName>
                                            </p:attrNameLst>
                                          </p:cBhvr>
                                          <p:tavLst>
                                            <p:tav tm="0">
                                              <p:val>
                                                <p:fltVal val="0"/>
                                              </p:val>
                                            </p:tav>
                                            <p:tav tm="100000">
                                              <p:val>
                                                <p:strVal val="#ppt_h"/>
                                              </p:val>
                                            </p:tav>
                                          </p:tavLst>
                                        </p:anim>
                                        <p:animEffect transition="in" filter="fade">
                                          <p:cBhvr>
                                            <p:cTn id="37" dur="750"/>
                                            <p:tgtEl>
                                              <p:spTgt spid="30"/>
                                            </p:tgtEl>
                                          </p:cBhvr>
                                        </p:animEffect>
                                      </p:childTnLst>
                                    </p:cTn>
                                  </p:par>
                                  <p:par>
                                    <p:cTn id="38" presetID="53" presetClass="entr" presetSubtype="16" fill="hold" nodeType="withEffect">
                                      <p:stCondLst>
                                        <p:cond delay="750"/>
                                      </p:stCondLst>
                                      <p:childTnLst>
                                        <p:set>
                                          <p:cBhvr>
                                            <p:cTn id="39" dur="1" fill="hold">
                                              <p:stCondLst>
                                                <p:cond delay="0"/>
                                              </p:stCondLst>
                                            </p:cTn>
                                            <p:tgtEl>
                                              <p:spTgt spid="33"/>
                                            </p:tgtEl>
                                            <p:attrNameLst>
                                              <p:attrName>style.visibility</p:attrName>
                                            </p:attrNameLst>
                                          </p:cBhvr>
                                          <p:to>
                                            <p:strVal val="visible"/>
                                          </p:to>
                                        </p:set>
                                        <p:anim calcmode="lin" valueType="num">
                                          <p:cBhvr>
                                            <p:cTn id="40" dur="750" fill="hold"/>
                                            <p:tgtEl>
                                              <p:spTgt spid="33"/>
                                            </p:tgtEl>
                                            <p:attrNameLst>
                                              <p:attrName>ppt_w</p:attrName>
                                            </p:attrNameLst>
                                          </p:cBhvr>
                                          <p:tavLst>
                                            <p:tav tm="0">
                                              <p:val>
                                                <p:fltVal val="0"/>
                                              </p:val>
                                            </p:tav>
                                            <p:tav tm="100000">
                                              <p:val>
                                                <p:strVal val="#ppt_w"/>
                                              </p:val>
                                            </p:tav>
                                          </p:tavLst>
                                        </p:anim>
                                        <p:anim calcmode="lin" valueType="num">
                                          <p:cBhvr>
                                            <p:cTn id="41" dur="750" fill="hold"/>
                                            <p:tgtEl>
                                              <p:spTgt spid="33"/>
                                            </p:tgtEl>
                                            <p:attrNameLst>
                                              <p:attrName>ppt_h</p:attrName>
                                            </p:attrNameLst>
                                          </p:cBhvr>
                                          <p:tavLst>
                                            <p:tav tm="0">
                                              <p:val>
                                                <p:fltVal val="0"/>
                                              </p:val>
                                            </p:tav>
                                            <p:tav tm="100000">
                                              <p:val>
                                                <p:strVal val="#ppt_h"/>
                                              </p:val>
                                            </p:tav>
                                          </p:tavLst>
                                        </p:anim>
                                        <p:animEffect transition="in" filter="fade">
                                          <p:cBhvr>
                                            <p:cTn id="42" dur="750"/>
                                            <p:tgtEl>
                                              <p:spTgt spid="33"/>
                                            </p:tgtEl>
                                          </p:cBhvr>
                                        </p:animEffect>
                                      </p:childTnLst>
                                    </p:cTn>
                                  </p:par>
                                  <p:par>
                                    <p:cTn id="43" presetID="53" presetClass="entr" presetSubtype="16" fill="hold" nodeType="withEffect">
                                      <p:stCondLst>
                                        <p:cond delay="1000"/>
                                      </p:stCondLst>
                                      <p:childTnLst>
                                        <p:set>
                                          <p:cBhvr>
                                            <p:cTn id="44" dur="1" fill="hold">
                                              <p:stCondLst>
                                                <p:cond delay="0"/>
                                              </p:stCondLst>
                                            </p:cTn>
                                            <p:tgtEl>
                                              <p:spTgt spid="36"/>
                                            </p:tgtEl>
                                            <p:attrNameLst>
                                              <p:attrName>style.visibility</p:attrName>
                                            </p:attrNameLst>
                                          </p:cBhvr>
                                          <p:to>
                                            <p:strVal val="visible"/>
                                          </p:to>
                                        </p:set>
                                        <p:anim calcmode="lin" valueType="num">
                                          <p:cBhvr>
                                            <p:cTn id="45" dur="750" fill="hold"/>
                                            <p:tgtEl>
                                              <p:spTgt spid="36"/>
                                            </p:tgtEl>
                                            <p:attrNameLst>
                                              <p:attrName>ppt_w</p:attrName>
                                            </p:attrNameLst>
                                          </p:cBhvr>
                                          <p:tavLst>
                                            <p:tav tm="0">
                                              <p:val>
                                                <p:fltVal val="0"/>
                                              </p:val>
                                            </p:tav>
                                            <p:tav tm="100000">
                                              <p:val>
                                                <p:strVal val="#ppt_w"/>
                                              </p:val>
                                            </p:tav>
                                          </p:tavLst>
                                        </p:anim>
                                        <p:anim calcmode="lin" valueType="num">
                                          <p:cBhvr>
                                            <p:cTn id="46" dur="750" fill="hold"/>
                                            <p:tgtEl>
                                              <p:spTgt spid="36"/>
                                            </p:tgtEl>
                                            <p:attrNameLst>
                                              <p:attrName>ppt_h</p:attrName>
                                            </p:attrNameLst>
                                          </p:cBhvr>
                                          <p:tavLst>
                                            <p:tav tm="0">
                                              <p:val>
                                                <p:fltVal val="0"/>
                                              </p:val>
                                            </p:tav>
                                            <p:tav tm="100000">
                                              <p:val>
                                                <p:strVal val="#ppt_h"/>
                                              </p:val>
                                            </p:tav>
                                          </p:tavLst>
                                        </p:anim>
                                        <p:animEffect transition="in" filter="fade">
                                          <p:cBhvr>
                                            <p:cTn id="47" dur="750"/>
                                            <p:tgtEl>
                                              <p:spTgt spid="36"/>
                                            </p:tgtEl>
                                          </p:cBhvr>
                                        </p:animEffect>
                                      </p:childTnLst>
                                    </p:cTn>
                                  </p:par>
                                  <p:par>
                                    <p:cTn id="48" presetID="53" presetClass="entr" presetSubtype="16" fill="hold" nodeType="withEffect">
                                      <p:stCondLst>
                                        <p:cond delay="1250"/>
                                      </p:stCondLst>
                                      <p:childTnLst>
                                        <p:set>
                                          <p:cBhvr>
                                            <p:cTn id="49" dur="1" fill="hold">
                                              <p:stCondLst>
                                                <p:cond delay="0"/>
                                              </p:stCondLst>
                                            </p:cTn>
                                            <p:tgtEl>
                                              <p:spTgt spid="39"/>
                                            </p:tgtEl>
                                            <p:attrNameLst>
                                              <p:attrName>style.visibility</p:attrName>
                                            </p:attrNameLst>
                                          </p:cBhvr>
                                          <p:to>
                                            <p:strVal val="visible"/>
                                          </p:to>
                                        </p:set>
                                        <p:anim calcmode="lin" valueType="num">
                                          <p:cBhvr>
                                            <p:cTn id="50" dur="750" fill="hold"/>
                                            <p:tgtEl>
                                              <p:spTgt spid="39"/>
                                            </p:tgtEl>
                                            <p:attrNameLst>
                                              <p:attrName>ppt_w</p:attrName>
                                            </p:attrNameLst>
                                          </p:cBhvr>
                                          <p:tavLst>
                                            <p:tav tm="0">
                                              <p:val>
                                                <p:fltVal val="0"/>
                                              </p:val>
                                            </p:tav>
                                            <p:tav tm="100000">
                                              <p:val>
                                                <p:strVal val="#ppt_w"/>
                                              </p:val>
                                            </p:tav>
                                          </p:tavLst>
                                        </p:anim>
                                        <p:anim calcmode="lin" valueType="num">
                                          <p:cBhvr>
                                            <p:cTn id="51" dur="750" fill="hold"/>
                                            <p:tgtEl>
                                              <p:spTgt spid="39"/>
                                            </p:tgtEl>
                                            <p:attrNameLst>
                                              <p:attrName>ppt_h</p:attrName>
                                            </p:attrNameLst>
                                          </p:cBhvr>
                                          <p:tavLst>
                                            <p:tav tm="0">
                                              <p:val>
                                                <p:fltVal val="0"/>
                                              </p:val>
                                            </p:tav>
                                            <p:tav tm="100000">
                                              <p:val>
                                                <p:strVal val="#ppt_h"/>
                                              </p:val>
                                            </p:tav>
                                          </p:tavLst>
                                        </p:anim>
                                        <p:animEffect transition="in" filter="fade">
                                          <p:cBhvr>
                                            <p:cTn id="52" dur="750"/>
                                            <p:tgtEl>
                                              <p:spTgt spid="39"/>
                                            </p:tgtEl>
                                          </p:cBhvr>
                                        </p:animEffect>
                                      </p:childTnLst>
                                    </p:cTn>
                                  </p:par>
                                  <p:par>
                                    <p:cTn id="53" presetID="53" presetClass="entr" presetSubtype="16" fill="hold" grpId="0" nodeType="withEffect">
                                      <p:stCondLst>
                                        <p:cond delay="500"/>
                                      </p:stCondLst>
                                      <p:childTnLst>
                                        <p:set>
                                          <p:cBhvr>
                                            <p:cTn id="54" dur="1" fill="hold">
                                              <p:stCondLst>
                                                <p:cond delay="0"/>
                                              </p:stCondLst>
                                            </p:cTn>
                                            <p:tgtEl>
                                              <p:spTgt spid="43"/>
                                            </p:tgtEl>
                                            <p:attrNameLst>
                                              <p:attrName>style.visibility</p:attrName>
                                            </p:attrNameLst>
                                          </p:cBhvr>
                                          <p:to>
                                            <p:strVal val="visible"/>
                                          </p:to>
                                        </p:set>
                                        <p:anim calcmode="lin" valueType="num">
                                          <p:cBhvr>
                                            <p:cTn id="55" dur="750" fill="hold"/>
                                            <p:tgtEl>
                                              <p:spTgt spid="43"/>
                                            </p:tgtEl>
                                            <p:attrNameLst>
                                              <p:attrName>ppt_w</p:attrName>
                                            </p:attrNameLst>
                                          </p:cBhvr>
                                          <p:tavLst>
                                            <p:tav tm="0">
                                              <p:val>
                                                <p:fltVal val="0"/>
                                              </p:val>
                                            </p:tav>
                                            <p:tav tm="100000">
                                              <p:val>
                                                <p:strVal val="#ppt_w"/>
                                              </p:val>
                                            </p:tav>
                                          </p:tavLst>
                                        </p:anim>
                                        <p:anim calcmode="lin" valueType="num">
                                          <p:cBhvr>
                                            <p:cTn id="56" dur="750" fill="hold"/>
                                            <p:tgtEl>
                                              <p:spTgt spid="43"/>
                                            </p:tgtEl>
                                            <p:attrNameLst>
                                              <p:attrName>ppt_h</p:attrName>
                                            </p:attrNameLst>
                                          </p:cBhvr>
                                          <p:tavLst>
                                            <p:tav tm="0">
                                              <p:val>
                                                <p:fltVal val="0"/>
                                              </p:val>
                                            </p:tav>
                                            <p:tav tm="100000">
                                              <p:val>
                                                <p:strVal val="#ppt_h"/>
                                              </p:val>
                                            </p:tav>
                                          </p:tavLst>
                                        </p:anim>
                                        <p:animEffect transition="in" filter="fade">
                                          <p:cBhvr>
                                            <p:cTn id="57" dur="750"/>
                                            <p:tgtEl>
                                              <p:spTgt spid="43"/>
                                            </p:tgtEl>
                                          </p:cBhvr>
                                        </p:animEffect>
                                      </p:childTnLst>
                                    </p:cTn>
                                  </p:par>
                                  <p:par>
                                    <p:cTn id="58" presetID="53" presetClass="entr" presetSubtype="16" fill="hold" grpId="0" nodeType="withEffect">
                                      <p:stCondLst>
                                        <p:cond delay="750"/>
                                      </p:stCondLst>
                                      <p:childTnLst>
                                        <p:set>
                                          <p:cBhvr>
                                            <p:cTn id="59" dur="1" fill="hold">
                                              <p:stCondLst>
                                                <p:cond delay="0"/>
                                              </p:stCondLst>
                                            </p:cTn>
                                            <p:tgtEl>
                                              <p:spTgt spid="46"/>
                                            </p:tgtEl>
                                            <p:attrNameLst>
                                              <p:attrName>style.visibility</p:attrName>
                                            </p:attrNameLst>
                                          </p:cBhvr>
                                          <p:to>
                                            <p:strVal val="visible"/>
                                          </p:to>
                                        </p:set>
                                        <p:anim calcmode="lin" valueType="num">
                                          <p:cBhvr>
                                            <p:cTn id="60" dur="750" fill="hold"/>
                                            <p:tgtEl>
                                              <p:spTgt spid="46"/>
                                            </p:tgtEl>
                                            <p:attrNameLst>
                                              <p:attrName>ppt_w</p:attrName>
                                            </p:attrNameLst>
                                          </p:cBhvr>
                                          <p:tavLst>
                                            <p:tav tm="0">
                                              <p:val>
                                                <p:fltVal val="0"/>
                                              </p:val>
                                            </p:tav>
                                            <p:tav tm="100000">
                                              <p:val>
                                                <p:strVal val="#ppt_w"/>
                                              </p:val>
                                            </p:tav>
                                          </p:tavLst>
                                        </p:anim>
                                        <p:anim calcmode="lin" valueType="num">
                                          <p:cBhvr>
                                            <p:cTn id="61" dur="750" fill="hold"/>
                                            <p:tgtEl>
                                              <p:spTgt spid="46"/>
                                            </p:tgtEl>
                                            <p:attrNameLst>
                                              <p:attrName>ppt_h</p:attrName>
                                            </p:attrNameLst>
                                          </p:cBhvr>
                                          <p:tavLst>
                                            <p:tav tm="0">
                                              <p:val>
                                                <p:fltVal val="0"/>
                                              </p:val>
                                            </p:tav>
                                            <p:tav tm="100000">
                                              <p:val>
                                                <p:strVal val="#ppt_h"/>
                                              </p:val>
                                            </p:tav>
                                          </p:tavLst>
                                        </p:anim>
                                        <p:animEffect transition="in" filter="fade">
                                          <p:cBhvr>
                                            <p:cTn id="62" dur="750"/>
                                            <p:tgtEl>
                                              <p:spTgt spid="46"/>
                                            </p:tgtEl>
                                          </p:cBhvr>
                                        </p:animEffect>
                                      </p:childTnLst>
                                    </p:cTn>
                                  </p:par>
                                  <p:par>
                                    <p:cTn id="63" presetID="53" presetClass="entr" presetSubtype="16" fill="hold" grpId="0" nodeType="withEffect">
                                      <p:stCondLst>
                                        <p:cond delay="1000"/>
                                      </p:stCondLst>
                                      <p:childTnLst>
                                        <p:set>
                                          <p:cBhvr>
                                            <p:cTn id="64" dur="1" fill="hold">
                                              <p:stCondLst>
                                                <p:cond delay="0"/>
                                              </p:stCondLst>
                                            </p:cTn>
                                            <p:tgtEl>
                                              <p:spTgt spid="45"/>
                                            </p:tgtEl>
                                            <p:attrNameLst>
                                              <p:attrName>style.visibility</p:attrName>
                                            </p:attrNameLst>
                                          </p:cBhvr>
                                          <p:to>
                                            <p:strVal val="visible"/>
                                          </p:to>
                                        </p:set>
                                        <p:anim calcmode="lin" valueType="num">
                                          <p:cBhvr>
                                            <p:cTn id="65" dur="750" fill="hold"/>
                                            <p:tgtEl>
                                              <p:spTgt spid="45"/>
                                            </p:tgtEl>
                                            <p:attrNameLst>
                                              <p:attrName>ppt_w</p:attrName>
                                            </p:attrNameLst>
                                          </p:cBhvr>
                                          <p:tavLst>
                                            <p:tav tm="0">
                                              <p:val>
                                                <p:fltVal val="0"/>
                                              </p:val>
                                            </p:tav>
                                            <p:tav tm="100000">
                                              <p:val>
                                                <p:strVal val="#ppt_w"/>
                                              </p:val>
                                            </p:tav>
                                          </p:tavLst>
                                        </p:anim>
                                        <p:anim calcmode="lin" valueType="num">
                                          <p:cBhvr>
                                            <p:cTn id="66" dur="750" fill="hold"/>
                                            <p:tgtEl>
                                              <p:spTgt spid="45"/>
                                            </p:tgtEl>
                                            <p:attrNameLst>
                                              <p:attrName>ppt_h</p:attrName>
                                            </p:attrNameLst>
                                          </p:cBhvr>
                                          <p:tavLst>
                                            <p:tav tm="0">
                                              <p:val>
                                                <p:fltVal val="0"/>
                                              </p:val>
                                            </p:tav>
                                            <p:tav tm="100000">
                                              <p:val>
                                                <p:strVal val="#ppt_h"/>
                                              </p:val>
                                            </p:tav>
                                          </p:tavLst>
                                        </p:anim>
                                        <p:animEffect transition="in" filter="fade">
                                          <p:cBhvr>
                                            <p:cTn id="67" dur="750"/>
                                            <p:tgtEl>
                                              <p:spTgt spid="45"/>
                                            </p:tgtEl>
                                          </p:cBhvr>
                                        </p:animEffect>
                                      </p:childTnLst>
                                    </p:cTn>
                                  </p:par>
                                  <p:par>
                                    <p:cTn id="68" presetID="53" presetClass="entr" presetSubtype="16" fill="hold" grpId="0" nodeType="withEffect">
                                      <p:stCondLst>
                                        <p:cond delay="1250"/>
                                      </p:stCondLst>
                                      <p:childTnLst>
                                        <p:set>
                                          <p:cBhvr>
                                            <p:cTn id="69" dur="1" fill="hold">
                                              <p:stCondLst>
                                                <p:cond delay="0"/>
                                              </p:stCondLst>
                                            </p:cTn>
                                            <p:tgtEl>
                                              <p:spTgt spid="47"/>
                                            </p:tgtEl>
                                            <p:attrNameLst>
                                              <p:attrName>style.visibility</p:attrName>
                                            </p:attrNameLst>
                                          </p:cBhvr>
                                          <p:to>
                                            <p:strVal val="visible"/>
                                          </p:to>
                                        </p:set>
                                        <p:anim calcmode="lin" valueType="num">
                                          <p:cBhvr>
                                            <p:cTn id="70" dur="750" fill="hold"/>
                                            <p:tgtEl>
                                              <p:spTgt spid="47"/>
                                            </p:tgtEl>
                                            <p:attrNameLst>
                                              <p:attrName>ppt_w</p:attrName>
                                            </p:attrNameLst>
                                          </p:cBhvr>
                                          <p:tavLst>
                                            <p:tav tm="0">
                                              <p:val>
                                                <p:fltVal val="0"/>
                                              </p:val>
                                            </p:tav>
                                            <p:tav tm="100000">
                                              <p:val>
                                                <p:strVal val="#ppt_w"/>
                                              </p:val>
                                            </p:tav>
                                          </p:tavLst>
                                        </p:anim>
                                        <p:anim calcmode="lin" valueType="num">
                                          <p:cBhvr>
                                            <p:cTn id="71" dur="750" fill="hold"/>
                                            <p:tgtEl>
                                              <p:spTgt spid="47"/>
                                            </p:tgtEl>
                                            <p:attrNameLst>
                                              <p:attrName>ppt_h</p:attrName>
                                            </p:attrNameLst>
                                          </p:cBhvr>
                                          <p:tavLst>
                                            <p:tav tm="0">
                                              <p:val>
                                                <p:fltVal val="0"/>
                                              </p:val>
                                            </p:tav>
                                            <p:tav tm="100000">
                                              <p:val>
                                                <p:strVal val="#ppt_h"/>
                                              </p:val>
                                            </p:tav>
                                          </p:tavLst>
                                        </p:anim>
                                        <p:animEffect transition="in" filter="fade">
                                          <p:cBhvr>
                                            <p:cTn id="72" dur="750"/>
                                            <p:tgtEl>
                                              <p:spTgt spid="47"/>
                                            </p:tgtEl>
                                          </p:cBhvr>
                                        </p:animEffect>
                                      </p:childTnLst>
                                    </p:cTn>
                                  </p:par>
                                  <p:par>
                                    <p:cTn id="73" presetID="53" presetClass="entr" presetSubtype="16" fill="hold" grpId="0" nodeType="withEffect">
                                      <p:stCondLst>
                                        <p:cond delay="1500"/>
                                      </p:stCondLst>
                                      <p:childTnLst>
                                        <p:set>
                                          <p:cBhvr>
                                            <p:cTn id="74" dur="1" fill="hold">
                                              <p:stCondLst>
                                                <p:cond delay="0"/>
                                              </p:stCondLst>
                                            </p:cTn>
                                            <p:tgtEl>
                                              <p:spTgt spid="44"/>
                                            </p:tgtEl>
                                            <p:attrNameLst>
                                              <p:attrName>style.visibility</p:attrName>
                                            </p:attrNameLst>
                                          </p:cBhvr>
                                          <p:to>
                                            <p:strVal val="visible"/>
                                          </p:to>
                                        </p:set>
                                        <p:anim calcmode="lin" valueType="num">
                                          <p:cBhvr>
                                            <p:cTn id="75" dur="750" fill="hold"/>
                                            <p:tgtEl>
                                              <p:spTgt spid="44"/>
                                            </p:tgtEl>
                                            <p:attrNameLst>
                                              <p:attrName>ppt_w</p:attrName>
                                            </p:attrNameLst>
                                          </p:cBhvr>
                                          <p:tavLst>
                                            <p:tav tm="0">
                                              <p:val>
                                                <p:fltVal val="0"/>
                                              </p:val>
                                            </p:tav>
                                            <p:tav tm="100000">
                                              <p:val>
                                                <p:strVal val="#ppt_w"/>
                                              </p:val>
                                            </p:tav>
                                          </p:tavLst>
                                        </p:anim>
                                        <p:anim calcmode="lin" valueType="num">
                                          <p:cBhvr>
                                            <p:cTn id="76" dur="750" fill="hold"/>
                                            <p:tgtEl>
                                              <p:spTgt spid="44"/>
                                            </p:tgtEl>
                                            <p:attrNameLst>
                                              <p:attrName>ppt_h</p:attrName>
                                            </p:attrNameLst>
                                          </p:cBhvr>
                                          <p:tavLst>
                                            <p:tav tm="0">
                                              <p:val>
                                                <p:fltVal val="0"/>
                                              </p:val>
                                            </p:tav>
                                            <p:tav tm="100000">
                                              <p:val>
                                                <p:strVal val="#ppt_h"/>
                                              </p:val>
                                            </p:tav>
                                          </p:tavLst>
                                        </p:anim>
                                        <p:animEffect transition="in" filter="fade">
                                          <p:cBhvr>
                                            <p:cTn id="77" dur="750"/>
                                            <p:tgtEl>
                                              <p:spTgt spid="44"/>
                                            </p:tgtEl>
                                          </p:cBhvr>
                                        </p:animEffect>
                                      </p:childTnLst>
                                    </p:cTn>
                                  </p:par>
                                  <p:par>
                                    <p:cTn id="78" presetID="2" presetClass="entr" presetSubtype="4" fill="hold" nodeType="withEffect" p14:presetBounceEnd="67000">
                                      <p:stCondLst>
                                        <p:cond delay="500"/>
                                      </p:stCondLst>
                                      <p:childTnLst>
                                        <p:set>
                                          <p:cBhvr>
                                            <p:cTn id="79" dur="1" fill="hold">
                                              <p:stCondLst>
                                                <p:cond delay="0"/>
                                              </p:stCondLst>
                                            </p:cTn>
                                            <p:tgtEl>
                                              <p:spTgt spid="3"/>
                                            </p:tgtEl>
                                            <p:attrNameLst>
                                              <p:attrName>style.visibility</p:attrName>
                                            </p:attrNameLst>
                                          </p:cBhvr>
                                          <p:to>
                                            <p:strVal val="visible"/>
                                          </p:to>
                                        </p:set>
                                        <p:anim calcmode="lin" valueType="num" p14:bounceEnd="67000">
                                          <p:cBhvr additive="base">
                                            <p:cTn id="80" dur="1000" fill="hold"/>
                                            <p:tgtEl>
                                              <p:spTgt spid="3"/>
                                            </p:tgtEl>
                                            <p:attrNameLst>
                                              <p:attrName>ppt_x</p:attrName>
                                            </p:attrNameLst>
                                          </p:cBhvr>
                                          <p:tavLst>
                                            <p:tav tm="0">
                                              <p:val>
                                                <p:strVal val="#ppt_x"/>
                                              </p:val>
                                            </p:tav>
                                            <p:tav tm="100000">
                                              <p:val>
                                                <p:strVal val="#ppt_x"/>
                                              </p:val>
                                            </p:tav>
                                          </p:tavLst>
                                        </p:anim>
                                        <p:anim calcmode="lin" valueType="num" p14:bounceEnd="67000">
                                          <p:cBhvr additive="base">
                                            <p:cTn id="81" dur="1000" fill="hold"/>
                                            <p:tgtEl>
                                              <p:spTgt spid="3"/>
                                            </p:tgtEl>
                                            <p:attrNameLst>
                                              <p:attrName>ppt_y</p:attrName>
                                            </p:attrNameLst>
                                          </p:cBhvr>
                                          <p:tavLst>
                                            <p:tav tm="0">
                                              <p:val>
                                                <p:strVal val="1+#ppt_h/2"/>
                                              </p:val>
                                            </p:tav>
                                            <p:tav tm="100000">
                                              <p:val>
                                                <p:strVal val="#ppt_y"/>
                                              </p:val>
                                            </p:tav>
                                          </p:tavLst>
                                        </p:anim>
                                      </p:childTnLst>
                                    </p:cTn>
                                  </p:par>
                                  <p:par>
                                    <p:cTn id="82" presetID="2" presetClass="entr" presetSubtype="4" fill="hold" nodeType="withEffect" p14:presetBounceEnd="67000">
                                      <p:stCondLst>
                                        <p:cond delay="750"/>
                                      </p:stCondLst>
                                      <p:childTnLst>
                                        <p:set>
                                          <p:cBhvr>
                                            <p:cTn id="83" dur="1" fill="hold">
                                              <p:stCondLst>
                                                <p:cond delay="0"/>
                                              </p:stCondLst>
                                            </p:cTn>
                                            <p:tgtEl>
                                              <p:spTgt spid="4"/>
                                            </p:tgtEl>
                                            <p:attrNameLst>
                                              <p:attrName>style.visibility</p:attrName>
                                            </p:attrNameLst>
                                          </p:cBhvr>
                                          <p:to>
                                            <p:strVal val="visible"/>
                                          </p:to>
                                        </p:set>
                                        <p:anim calcmode="lin" valueType="num" p14:bounceEnd="67000">
                                          <p:cBhvr additive="base">
                                            <p:cTn id="84" dur="1000" fill="hold"/>
                                            <p:tgtEl>
                                              <p:spTgt spid="4"/>
                                            </p:tgtEl>
                                            <p:attrNameLst>
                                              <p:attrName>ppt_x</p:attrName>
                                            </p:attrNameLst>
                                          </p:cBhvr>
                                          <p:tavLst>
                                            <p:tav tm="0">
                                              <p:val>
                                                <p:strVal val="#ppt_x"/>
                                              </p:val>
                                            </p:tav>
                                            <p:tav tm="100000">
                                              <p:val>
                                                <p:strVal val="#ppt_x"/>
                                              </p:val>
                                            </p:tav>
                                          </p:tavLst>
                                        </p:anim>
                                        <p:anim calcmode="lin" valueType="num" p14:bounceEnd="67000">
                                          <p:cBhvr additive="base">
                                            <p:cTn id="85" dur="1000" fill="hold"/>
                                            <p:tgtEl>
                                              <p:spTgt spid="4"/>
                                            </p:tgtEl>
                                            <p:attrNameLst>
                                              <p:attrName>ppt_y</p:attrName>
                                            </p:attrNameLst>
                                          </p:cBhvr>
                                          <p:tavLst>
                                            <p:tav tm="0">
                                              <p:val>
                                                <p:strVal val="1+#ppt_h/2"/>
                                              </p:val>
                                            </p:tav>
                                            <p:tav tm="100000">
                                              <p:val>
                                                <p:strVal val="#ppt_y"/>
                                              </p:val>
                                            </p:tav>
                                          </p:tavLst>
                                        </p:anim>
                                      </p:childTnLst>
                                    </p:cTn>
                                  </p:par>
                                  <p:par>
                                    <p:cTn id="86" presetID="2" presetClass="entr" presetSubtype="4" fill="hold" nodeType="withEffect" p14:presetBounceEnd="67000">
                                      <p:stCondLst>
                                        <p:cond delay="1000"/>
                                      </p:stCondLst>
                                      <p:childTnLst>
                                        <p:set>
                                          <p:cBhvr>
                                            <p:cTn id="87" dur="1" fill="hold">
                                              <p:stCondLst>
                                                <p:cond delay="0"/>
                                              </p:stCondLst>
                                            </p:cTn>
                                            <p:tgtEl>
                                              <p:spTgt spid="5"/>
                                            </p:tgtEl>
                                            <p:attrNameLst>
                                              <p:attrName>style.visibility</p:attrName>
                                            </p:attrNameLst>
                                          </p:cBhvr>
                                          <p:to>
                                            <p:strVal val="visible"/>
                                          </p:to>
                                        </p:set>
                                        <p:anim calcmode="lin" valueType="num" p14:bounceEnd="67000">
                                          <p:cBhvr additive="base">
                                            <p:cTn id="88" dur="1000" fill="hold"/>
                                            <p:tgtEl>
                                              <p:spTgt spid="5"/>
                                            </p:tgtEl>
                                            <p:attrNameLst>
                                              <p:attrName>ppt_x</p:attrName>
                                            </p:attrNameLst>
                                          </p:cBhvr>
                                          <p:tavLst>
                                            <p:tav tm="0">
                                              <p:val>
                                                <p:strVal val="#ppt_x"/>
                                              </p:val>
                                            </p:tav>
                                            <p:tav tm="100000">
                                              <p:val>
                                                <p:strVal val="#ppt_x"/>
                                              </p:val>
                                            </p:tav>
                                          </p:tavLst>
                                        </p:anim>
                                        <p:anim calcmode="lin" valueType="num" p14:bounceEnd="67000">
                                          <p:cBhvr additive="base">
                                            <p:cTn id="89" dur="1000" fill="hold"/>
                                            <p:tgtEl>
                                              <p:spTgt spid="5"/>
                                            </p:tgtEl>
                                            <p:attrNameLst>
                                              <p:attrName>ppt_y</p:attrName>
                                            </p:attrNameLst>
                                          </p:cBhvr>
                                          <p:tavLst>
                                            <p:tav tm="0">
                                              <p:val>
                                                <p:strVal val="1+#ppt_h/2"/>
                                              </p:val>
                                            </p:tav>
                                            <p:tav tm="100000">
                                              <p:val>
                                                <p:strVal val="#ppt_y"/>
                                              </p:val>
                                            </p:tav>
                                          </p:tavLst>
                                        </p:anim>
                                      </p:childTnLst>
                                    </p:cTn>
                                  </p:par>
                                  <p:par>
                                    <p:cTn id="90" presetID="2" presetClass="entr" presetSubtype="4" fill="hold" nodeType="withEffect" p14:presetBounceEnd="67000">
                                      <p:stCondLst>
                                        <p:cond delay="1250"/>
                                      </p:stCondLst>
                                      <p:childTnLst>
                                        <p:set>
                                          <p:cBhvr>
                                            <p:cTn id="91" dur="1" fill="hold">
                                              <p:stCondLst>
                                                <p:cond delay="0"/>
                                              </p:stCondLst>
                                            </p:cTn>
                                            <p:tgtEl>
                                              <p:spTgt spid="58"/>
                                            </p:tgtEl>
                                            <p:attrNameLst>
                                              <p:attrName>style.visibility</p:attrName>
                                            </p:attrNameLst>
                                          </p:cBhvr>
                                          <p:to>
                                            <p:strVal val="visible"/>
                                          </p:to>
                                        </p:set>
                                        <p:anim calcmode="lin" valueType="num" p14:bounceEnd="67000">
                                          <p:cBhvr additive="base">
                                            <p:cTn id="92" dur="1000" fill="hold"/>
                                            <p:tgtEl>
                                              <p:spTgt spid="58"/>
                                            </p:tgtEl>
                                            <p:attrNameLst>
                                              <p:attrName>ppt_x</p:attrName>
                                            </p:attrNameLst>
                                          </p:cBhvr>
                                          <p:tavLst>
                                            <p:tav tm="0">
                                              <p:val>
                                                <p:strVal val="#ppt_x"/>
                                              </p:val>
                                            </p:tav>
                                            <p:tav tm="100000">
                                              <p:val>
                                                <p:strVal val="#ppt_x"/>
                                              </p:val>
                                            </p:tav>
                                          </p:tavLst>
                                        </p:anim>
                                        <p:anim calcmode="lin" valueType="num" p14:bounceEnd="67000">
                                          <p:cBhvr additive="base">
                                            <p:cTn id="93" dur="1000" fill="hold"/>
                                            <p:tgtEl>
                                              <p:spTgt spid="58"/>
                                            </p:tgtEl>
                                            <p:attrNameLst>
                                              <p:attrName>ppt_y</p:attrName>
                                            </p:attrNameLst>
                                          </p:cBhvr>
                                          <p:tavLst>
                                            <p:tav tm="0">
                                              <p:val>
                                                <p:strVal val="1+#ppt_h/2"/>
                                              </p:val>
                                            </p:tav>
                                            <p:tav tm="100000">
                                              <p:val>
                                                <p:strVal val="#ppt_y"/>
                                              </p:val>
                                            </p:tav>
                                          </p:tavLst>
                                        </p:anim>
                                      </p:childTnLst>
                                    </p:cTn>
                                  </p:par>
                                  <p:par>
                                    <p:cTn id="94" presetID="2" presetClass="entr" presetSubtype="4" fill="hold" nodeType="withEffect" p14:presetBounceEnd="67000">
                                      <p:stCondLst>
                                        <p:cond delay="1500"/>
                                      </p:stCondLst>
                                      <p:childTnLst>
                                        <p:set>
                                          <p:cBhvr>
                                            <p:cTn id="95" dur="1" fill="hold">
                                              <p:stCondLst>
                                                <p:cond delay="0"/>
                                              </p:stCondLst>
                                            </p:cTn>
                                            <p:tgtEl>
                                              <p:spTgt spid="59"/>
                                            </p:tgtEl>
                                            <p:attrNameLst>
                                              <p:attrName>style.visibility</p:attrName>
                                            </p:attrNameLst>
                                          </p:cBhvr>
                                          <p:to>
                                            <p:strVal val="visible"/>
                                          </p:to>
                                        </p:set>
                                        <p:anim calcmode="lin" valueType="num" p14:bounceEnd="67000">
                                          <p:cBhvr additive="base">
                                            <p:cTn id="96" dur="1000" fill="hold"/>
                                            <p:tgtEl>
                                              <p:spTgt spid="59"/>
                                            </p:tgtEl>
                                            <p:attrNameLst>
                                              <p:attrName>ppt_x</p:attrName>
                                            </p:attrNameLst>
                                          </p:cBhvr>
                                          <p:tavLst>
                                            <p:tav tm="0">
                                              <p:val>
                                                <p:strVal val="#ppt_x"/>
                                              </p:val>
                                            </p:tav>
                                            <p:tav tm="100000">
                                              <p:val>
                                                <p:strVal val="#ppt_x"/>
                                              </p:val>
                                            </p:tav>
                                          </p:tavLst>
                                        </p:anim>
                                        <p:anim calcmode="lin" valueType="num" p14:bounceEnd="67000">
                                          <p:cBhvr additive="base">
                                            <p:cTn id="97" dur="10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43" grpId="0" animBg="1"/>
          <p:bldP spid="44" grpId="0" animBg="1"/>
          <p:bldP spid="45" grpId="0" animBg="1"/>
          <p:bldP spid="46" grpId="0" animBg="1"/>
          <p:bldP spid="4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750"/>
                                            <p:tgtEl>
                                              <p:spTgt spid="2"/>
                                            </p:tgtEl>
                                          </p:cBhvr>
                                        </p:animEffect>
                                      </p:childTnLst>
                                    </p:cTn>
                                  </p:par>
                                  <p:par>
                                    <p:cTn id="8" presetID="2" presetClass="entr" presetSubtype="1"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 calcmode="lin" valueType="num">
                                          <p:cBhvr additive="base">
                                            <p:cTn id="10" dur="1000" fill="hold"/>
                                            <p:tgtEl>
                                              <p:spTgt spid="15"/>
                                            </p:tgtEl>
                                            <p:attrNameLst>
                                              <p:attrName>ppt_x</p:attrName>
                                            </p:attrNameLst>
                                          </p:cBhvr>
                                          <p:tavLst>
                                            <p:tav tm="0">
                                              <p:val>
                                                <p:strVal val="#ppt_x"/>
                                              </p:val>
                                            </p:tav>
                                            <p:tav tm="100000">
                                              <p:val>
                                                <p:strVal val="#ppt_x"/>
                                              </p:val>
                                            </p:tav>
                                          </p:tavLst>
                                        </p:anim>
                                        <p:anim calcmode="lin" valueType="num">
                                          <p:cBhvr additive="base">
                                            <p:cTn id="11" dur="1000" fill="hold"/>
                                            <p:tgtEl>
                                              <p:spTgt spid="15"/>
                                            </p:tgtEl>
                                            <p:attrNameLst>
                                              <p:attrName>ppt_y</p:attrName>
                                            </p:attrNameLst>
                                          </p:cBhvr>
                                          <p:tavLst>
                                            <p:tav tm="0">
                                              <p:val>
                                                <p:strVal val="0-#ppt_h/2"/>
                                              </p:val>
                                            </p:tav>
                                            <p:tav tm="100000">
                                              <p:val>
                                                <p:strVal val="#ppt_y"/>
                                              </p:val>
                                            </p:tav>
                                          </p:tavLst>
                                        </p:anim>
                                      </p:childTnLst>
                                    </p:cTn>
                                  </p:par>
                                  <p:par>
                                    <p:cTn id="12" presetID="2" presetClass="entr" presetSubtype="4" fill="hold" grpId="0" nodeType="withEffect">
                                      <p:stCondLst>
                                        <p:cond delay="25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1000" fill="hold"/>
                                            <p:tgtEl>
                                              <p:spTgt spid="14"/>
                                            </p:tgtEl>
                                            <p:attrNameLst>
                                              <p:attrName>ppt_x</p:attrName>
                                            </p:attrNameLst>
                                          </p:cBhvr>
                                          <p:tavLst>
                                            <p:tav tm="0">
                                              <p:val>
                                                <p:strVal val="#ppt_x"/>
                                              </p:val>
                                            </p:tav>
                                            <p:tav tm="100000">
                                              <p:val>
                                                <p:strVal val="#ppt_x"/>
                                              </p:val>
                                            </p:tav>
                                          </p:tavLst>
                                        </p:anim>
                                        <p:anim calcmode="lin" valueType="num">
                                          <p:cBhvr additive="base">
                                            <p:cTn id="15" dur="1000" fill="hold"/>
                                            <p:tgtEl>
                                              <p:spTgt spid="14"/>
                                            </p:tgtEl>
                                            <p:attrNameLst>
                                              <p:attrName>ppt_y</p:attrName>
                                            </p:attrNameLst>
                                          </p:cBhvr>
                                          <p:tavLst>
                                            <p:tav tm="0">
                                              <p:val>
                                                <p:strVal val="1+#ppt_h/2"/>
                                              </p:val>
                                            </p:tav>
                                            <p:tav tm="100000">
                                              <p:val>
                                                <p:strVal val="#ppt_y"/>
                                              </p:val>
                                            </p:tav>
                                          </p:tavLst>
                                        </p:anim>
                                      </p:childTnLst>
                                    </p:cTn>
                                  </p:par>
                                  <p:par>
                                    <p:cTn id="16" presetID="2" presetClass="entr" presetSubtype="1" fill="hold" grpId="0" nodeType="withEffect">
                                      <p:stCondLst>
                                        <p:cond delay="50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1000" fill="hold"/>
                                            <p:tgtEl>
                                              <p:spTgt spid="13"/>
                                            </p:tgtEl>
                                            <p:attrNameLst>
                                              <p:attrName>ppt_x</p:attrName>
                                            </p:attrNameLst>
                                          </p:cBhvr>
                                          <p:tavLst>
                                            <p:tav tm="0">
                                              <p:val>
                                                <p:strVal val="#ppt_x"/>
                                              </p:val>
                                            </p:tav>
                                            <p:tav tm="100000">
                                              <p:val>
                                                <p:strVal val="#ppt_x"/>
                                              </p:val>
                                            </p:tav>
                                          </p:tavLst>
                                        </p:anim>
                                        <p:anim calcmode="lin" valueType="num">
                                          <p:cBhvr additive="base">
                                            <p:cTn id="19" dur="1000" fill="hold"/>
                                            <p:tgtEl>
                                              <p:spTgt spid="13"/>
                                            </p:tgtEl>
                                            <p:attrNameLst>
                                              <p:attrName>ppt_y</p:attrName>
                                            </p:attrNameLst>
                                          </p:cBhvr>
                                          <p:tavLst>
                                            <p:tav tm="0">
                                              <p:val>
                                                <p:strVal val="0-#ppt_h/2"/>
                                              </p:val>
                                            </p:tav>
                                            <p:tav tm="100000">
                                              <p:val>
                                                <p:strVal val="#ppt_y"/>
                                              </p:val>
                                            </p:tav>
                                          </p:tavLst>
                                        </p:anim>
                                      </p:childTnLst>
                                    </p:cTn>
                                  </p:par>
                                  <p:par>
                                    <p:cTn id="20" presetID="2" presetClass="entr" presetSubtype="4" fill="hold" grpId="0" nodeType="withEffect">
                                      <p:stCondLst>
                                        <p:cond delay="75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1000" fill="hold"/>
                                            <p:tgtEl>
                                              <p:spTgt spid="12"/>
                                            </p:tgtEl>
                                            <p:attrNameLst>
                                              <p:attrName>ppt_x</p:attrName>
                                            </p:attrNameLst>
                                          </p:cBhvr>
                                          <p:tavLst>
                                            <p:tav tm="0">
                                              <p:val>
                                                <p:strVal val="#ppt_x"/>
                                              </p:val>
                                            </p:tav>
                                            <p:tav tm="100000">
                                              <p:val>
                                                <p:strVal val="#ppt_x"/>
                                              </p:val>
                                            </p:tav>
                                          </p:tavLst>
                                        </p:anim>
                                        <p:anim calcmode="lin" valueType="num">
                                          <p:cBhvr additive="base">
                                            <p:cTn id="23" dur="1000" fill="hold"/>
                                            <p:tgtEl>
                                              <p:spTgt spid="12"/>
                                            </p:tgtEl>
                                            <p:attrNameLst>
                                              <p:attrName>ppt_y</p:attrName>
                                            </p:attrNameLst>
                                          </p:cBhvr>
                                          <p:tavLst>
                                            <p:tav tm="0">
                                              <p:val>
                                                <p:strVal val="1+#ppt_h/2"/>
                                              </p:val>
                                            </p:tav>
                                            <p:tav tm="100000">
                                              <p:val>
                                                <p:strVal val="#ppt_y"/>
                                              </p:val>
                                            </p:tav>
                                          </p:tavLst>
                                        </p:anim>
                                      </p:childTnLst>
                                    </p:cTn>
                                  </p:par>
                                  <p:par>
                                    <p:cTn id="24" presetID="2" presetClass="entr" presetSubtype="1" fill="hold" grpId="0" nodeType="withEffect">
                                      <p:stCondLst>
                                        <p:cond delay="100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1000" fill="hold"/>
                                            <p:tgtEl>
                                              <p:spTgt spid="11"/>
                                            </p:tgtEl>
                                            <p:attrNameLst>
                                              <p:attrName>ppt_x</p:attrName>
                                            </p:attrNameLst>
                                          </p:cBhvr>
                                          <p:tavLst>
                                            <p:tav tm="0">
                                              <p:val>
                                                <p:strVal val="#ppt_x"/>
                                              </p:val>
                                            </p:tav>
                                            <p:tav tm="100000">
                                              <p:val>
                                                <p:strVal val="#ppt_x"/>
                                              </p:val>
                                            </p:tav>
                                          </p:tavLst>
                                        </p:anim>
                                        <p:anim calcmode="lin" valueType="num">
                                          <p:cBhvr additive="base">
                                            <p:cTn id="27" dur="1000" fill="hold"/>
                                            <p:tgtEl>
                                              <p:spTgt spid="11"/>
                                            </p:tgtEl>
                                            <p:attrNameLst>
                                              <p:attrName>ppt_y</p:attrName>
                                            </p:attrNameLst>
                                          </p:cBhvr>
                                          <p:tavLst>
                                            <p:tav tm="0">
                                              <p:val>
                                                <p:strVal val="0-#ppt_h/2"/>
                                              </p:val>
                                            </p:tav>
                                            <p:tav tm="100000">
                                              <p:val>
                                                <p:strVal val="#ppt_y"/>
                                              </p:val>
                                            </p:tav>
                                          </p:tavLst>
                                        </p:anim>
                                      </p:childTnLst>
                                    </p:cTn>
                                  </p:par>
                                  <p:par>
                                    <p:cTn id="28" presetID="53" presetClass="entr" presetSubtype="16" fill="hold" nodeType="withEffect">
                                      <p:stCondLst>
                                        <p:cond delay="250"/>
                                      </p:stCondLst>
                                      <p:childTnLst>
                                        <p:set>
                                          <p:cBhvr>
                                            <p:cTn id="29" dur="1" fill="hold">
                                              <p:stCondLst>
                                                <p:cond delay="0"/>
                                              </p:stCondLst>
                                            </p:cTn>
                                            <p:tgtEl>
                                              <p:spTgt spid="27"/>
                                            </p:tgtEl>
                                            <p:attrNameLst>
                                              <p:attrName>style.visibility</p:attrName>
                                            </p:attrNameLst>
                                          </p:cBhvr>
                                          <p:to>
                                            <p:strVal val="visible"/>
                                          </p:to>
                                        </p:set>
                                        <p:anim calcmode="lin" valueType="num">
                                          <p:cBhvr>
                                            <p:cTn id="30" dur="750" fill="hold"/>
                                            <p:tgtEl>
                                              <p:spTgt spid="27"/>
                                            </p:tgtEl>
                                            <p:attrNameLst>
                                              <p:attrName>ppt_w</p:attrName>
                                            </p:attrNameLst>
                                          </p:cBhvr>
                                          <p:tavLst>
                                            <p:tav tm="0">
                                              <p:val>
                                                <p:fltVal val="0"/>
                                              </p:val>
                                            </p:tav>
                                            <p:tav tm="100000">
                                              <p:val>
                                                <p:strVal val="#ppt_w"/>
                                              </p:val>
                                            </p:tav>
                                          </p:tavLst>
                                        </p:anim>
                                        <p:anim calcmode="lin" valueType="num">
                                          <p:cBhvr>
                                            <p:cTn id="31" dur="750" fill="hold"/>
                                            <p:tgtEl>
                                              <p:spTgt spid="27"/>
                                            </p:tgtEl>
                                            <p:attrNameLst>
                                              <p:attrName>ppt_h</p:attrName>
                                            </p:attrNameLst>
                                          </p:cBhvr>
                                          <p:tavLst>
                                            <p:tav tm="0">
                                              <p:val>
                                                <p:fltVal val="0"/>
                                              </p:val>
                                            </p:tav>
                                            <p:tav tm="100000">
                                              <p:val>
                                                <p:strVal val="#ppt_h"/>
                                              </p:val>
                                            </p:tav>
                                          </p:tavLst>
                                        </p:anim>
                                        <p:animEffect transition="in" filter="fade">
                                          <p:cBhvr>
                                            <p:cTn id="32" dur="750"/>
                                            <p:tgtEl>
                                              <p:spTgt spid="27"/>
                                            </p:tgtEl>
                                          </p:cBhvr>
                                        </p:animEffect>
                                      </p:childTnLst>
                                    </p:cTn>
                                  </p:par>
                                  <p:par>
                                    <p:cTn id="33" presetID="53" presetClass="entr" presetSubtype="16" fill="hold" nodeType="withEffect">
                                      <p:stCondLst>
                                        <p:cond delay="500"/>
                                      </p:stCondLst>
                                      <p:childTnLst>
                                        <p:set>
                                          <p:cBhvr>
                                            <p:cTn id="34" dur="1" fill="hold">
                                              <p:stCondLst>
                                                <p:cond delay="0"/>
                                              </p:stCondLst>
                                            </p:cTn>
                                            <p:tgtEl>
                                              <p:spTgt spid="30"/>
                                            </p:tgtEl>
                                            <p:attrNameLst>
                                              <p:attrName>style.visibility</p:attrName>
                                            </p:attrNameLst>
                                          </p:cBhvr>
                                          <p:to>
                                            <p:strVal val="visible"/>
                                          </p:to>
                                        </p:set>
                                        <p:anim calcmode="lin" valueType="num">
                                          <p:cBhvr>
                                            <p:cTn id="35" dur="750" fill="hold"/>
                                            <p:tgtEl>
                                              <p:spTgt spid="30"/>
                                            </p:tgtEl>
                                            <p:attrNameLst>
                                              <p:attrName>ppt_w</p:attrName>
                                            </p:attrNameLst>
                                          </p:cBhvr>
                                          <p:tavLst>
                                            <p:tav tm="0">
                                              <p:val>
                                                <p:fltVal val="0"/>
                                              </p:val>
                                            </p:tav>
                                            <p:tav tm="100000">
                                              <p:val>
                                                <p:strVal val="#ppt_w"/>
                                              </p:val>
                                            </p:tav>
                                          </p:tavLst>
                                        </p:anim>
                                        <p:anim calcmode="lin" valueType="num">
                                          <p:cBhvr>
                                            <p:cTn id="36" dur="750" fill="hold"/>
                                            <p:tgtEl>
                                              <p:spTgt spid="30"/>
                                            </p:tgtEl>
                                            <p:attrNameLst>
                                              <p:attrName>ppt_h</p:attrName>
                                            </p:attrNameLst>
                                          </p:cBhvr>
                                          <p:tavLst>
                                            <p:tav tm="0">
                                              <p:val>
                                                <p:fltVal val="0"/>
                                              </p:val>
                                            </p:tav>
                                            <p:tav tm="100000">
                                              <p:val>
                                                <p:strVal val="#ppt_h"/>
                                              </p:val>
                                            </p:tav>
                                          </p:tavLst>
                                        </p:anim>
                                        <p:animEffect transition="in" filter="fade">
                                          <p:cBhvr>
                                            <p:cTn id="37" dur="750"/>
                                            <p:tgtEl>
                                              <p:spTgt spid="30"/>
                                            </p:tgtEl>
                                          </p:cBhvr>
                                        </p:animEffect>
                                      </p:childTnLst>
                                    </p:cTn>
                                  </p:par>
                                  <p:par>
                                    <p:cTn id="38" presetID="53" presetClass="entr" presetSubtype="16" fill="hold" nodeType="withEffect">
                                      <p:stCondLst>
                                        <p:cond delay="750"/>
                                      </p:stCondLst>
                                      <p:childTnLst>
                                        <p:set>
                                          <p:cBhvr>
                                            <p:cTn id="39" dur="1" fill="hold">
                                              <p:stCondLst>
                                                <p:cond delay="0"/>
                                              </p:stCondLst>
                                            </p:cTn>
                                            <p:tgtEl>
                                              <p:spTgt spid="33"/>
                                            </p:tgtEl>
                                            <p:attrNameLst>
                                              <p:attrName>style.visibility</p:attrName>
                                            </p:attrNameLst>
                                          </p:cBhvr>
                                          <p:to>
                                            <p:strVal val="visible"/>
                                          </p:to>
                                        </p:set>
                                        <p:anim calcmode="lin" valueType="num">
                                          <p:cBhvr>
                                            <p:cTn id="40" dur="750" fill="hold"/>
                                            <p:tgtEl>
                                              <p:spTgt spid="33"/>
                                            </p:tgtEl>
                                            <p:attrNameLst>
                                              <p:attrName>ppt_w</p:attrName>
                                            </p:attrNameLst>
                                          </p:cBhvr>
                                          <p:tavLst>
                                            <p:tav tm="0">
                                              <p:val>
                                                <p:fltVal val="0"/>
                                              </p:val>
                                            </p:tav>
                                            <p:tav tm="100000">
                                              <p:val>
                                                <p:strVal val="#ppt_w"/>
                                              </p:val>
                                            </p:tav>
                                          </p:tavLst>
                                        </p:anim>
                                        <p:anim calcmode="lin" valueType="num">
                                          <p:cBhvr>
                                            <p:cTn id="41" dur="750" fill="hold"/>
                                            <p:tgtEl>
                                              <p:spTgt spid="33"/>
                                            </p:tgtEl>
                                            <p:attrNameLst>
                                              <p:attrName>ppt_h</p:attrName>
                                            </p:attrNameLst>
                                          </p:cBhvr>
                                          <p:tavLst>
                                            <p:tav tm="0">
                                              <p:val>
                                                <p:fltVal val="0"/>
                                              </p:val>
                                            </p:tav>
                                            <p:tav tm="100000">
                                              <p:val>
                                                <p:strVal val="#ppt_h"/>
                                              </p:val>
                                            </p:tav>
                                          </p:tavLst>
                                        </p:anim>
                                        <p:animEffect transition="in" filter="fade">
                                          <p:cBhvr>
                                            <p:cTn id="42" dur="750"/>
                                            <p:tgtEl>
                                              <p:spTgt spid="33"/>
                                            </p:tgtEl>
                                          </p:cBhvr>
                                        </p:animEffect>
                                      </p:childTnLst>
                                    </p:cTn>
                                  </p:par>
                                  <p:par>
                                    <p:cTn id="43" presetID="53" presetClass="entr" presetSubtype="16" fill="hold" nodeType="withEffect">
                                      <p:stCondLst>
                                        <p:cond delay="1000"/>
                                      </p:stCondLst>
                                      <p:childTnLst>
                                        <p:set>
                                          <p:cBhvr>
                                            <p:cTn id="44" dur="1" fill="hold">
                                              <p:stCondLst>
                                                <p:cond delay="0"/>
                                              </p:stCondLst>
                                            </p:cTn>
                                            <p:tgtEl>
                                              <p:spTgt spid="36"/>
                                            </p:tgtEl>
                                            <p:attrNameLst>
                                              <p:attrName>style.visibility</p:attrName>
                                            </p:attrNameLst>
                                          </p:cBhvr>
                                          <p:to>
                                            <p:strVal val="visible"/>
                                          </p:to>
                                        </p:set>
                                        <p:anim calcmode="lin" valueType="num">
                                          <p:cBhvr>
                                            <p:cTn id="45" dur="750" fill="hold"/>
                                            <p:tgtEl>
                                              <p:spTgt spid="36"/>
                                            </p:tgtEl>
                                            <p:attrNameLst>
                                              <p:attrName>ppt_w</p:attrName>
                                            </p:attrNameLst>
                                          </p:cBhvr>
                                          <p:tavLst>
                                            <p:tav tm="0">
                                              <p:val>
                                                <p:fltVal val="0"/>
                                              </p:val>
                                            </p:tav>
                                            <p:tav tm="100000">
                                              <p:val>
                                                <p:strVal val="#ppt_w"/>
                                              </p:val>
                                            </p:tav>
                                          </p:tavLst>
                                        </p:anim>
                                        <p:anim calcmode="lin" valueType="num">
                                          <p:cBhvr>
                                            <p:cTn id="46" dur="750" fill="hold"/>
                                            <p:tgtEl>
                                              <p:spTgt spid="36"/>
                                            </p:tgtEl>
                                            <p:attrNameLst>
                                              <p:attrName>ppt_h</p:attrName>
                                            </p:attrNameLst>
                                          </p:cBhvr>
                                          <p:tavLst>
                                            <p:tav tm="0">
                                              <p:val>
                                                <p:fltVal val="0"/>
                                              </p:val>
                                            </p:tav>
                                            <p:tav tm="100000">
                                              <p:val>
                                                <p:strVal val="#ppt_h"/>
                                              </p:val>
                                            </p:tav>
                                          </p:tavLst>
                                        </p:anim>
                                        <p:animEffect transition="in" filter="fade">
                                          <p:cBhvr>
                                            <p:cTn id="47" dur="750"/>
                                            <p:tgtEl>
                                              <p:spTgt spid="36"/>
                                            </p:tgtEl>
                                          </p:cBhvr>
                                        </p:animEffect>
                                      </p:childTnLst>
                                    </p:cTn>
                                  </p:par>
                                  <p:par>
                                    <p:cTn id="48" presetID="53" presetClass="entr" presetSubtype="16" fill="hold" nodeType="withEffect">
                                      <p:stCondLst>
                                        <p:cond delay="1250"/>
                                      </p:stCondLst>
                                      <p:childTnLst>
                                        <p:set>
                                          <p:cBhvr>
                                            <p:cTn id="49" dur="1" fill="hold">
                                              <p:stCondLst>
                                                <p:cond delay="0"/>
                                              </p:stCondLst>
                                            </p:cTn>
                                            <p:tgtEl>
                                              <p:spTgt spid="39"/>
                                            </p:tgtEl>
                                            <p:attrNameLst>
                                              <p:attrName>style.visibility</p:attrName>
                                            </p:attrNameLst>
                                          </p:cBhvr>
                                          <p:to>
                                            <p:strVal val="visible"/>
                                          </p:to>
                                        </p:set>
                                        <p:anim calcmode="lin" valueType="num">
                                          <p:cBhvr>
                                            <p:cTn id="50" dur="750" fill="hold"/>
                                            <p:tgtEl>
                                              <p:spTgt spid="39"/>
                                            </p:tgtEl>
                                            <p:attrNameLst>
                                              <p:attrName>ppt_w</p:attrName>
                                            </p:attrNameLst>
                                          </p:cBhvr>
                                          <p:tavLst>
                                            <p:tav tm="0">
                                              <p:val>
                                                <p:fltVal val="0"/>
                                              </p:val>
                                            </p:tav>
                                            <p:tav tm="100000">
                                              <p:val>
                                                <p:strVal val="#ppt_w"/>
                                              </p:val>
                                            </p:tav>
                                          </p:tavLst>
                                        </p:anim>
                                        <p:anim calcmode="lin" valueType="num">
                                          <p:cBhvr>
                                            <p:cTn id="51" dur="750" fill="hold"/>
                                            <p:tgtEl>
                                              <p:spTgt spid="39"/>
                                            </p:tgtEl>
                                            <p:attrNameLst>
                                              <p:attrName>ppt_h</p:attrName>
                                            </p:attrNameLst>
                                          </p:cBhvr>
                                          <p:tavLst>
                                            <p:tav tm="0">
                                              <p:val>
                                                <p:fltVal val="0"/>
                                              </p:val>
                                            </p:tav>
                                            <p:tav tm="100000">
                                              <p:val>
                                                <p:strVal val="#ppt_h"/>
                                              </p:val>
                                            </p:tav>
                                          </p:tavLst>
                                        </p:anim>
                                        <p:animEffect transition="in" filter="fade">
                                          <p:cBhvr>
                                            <p:cTn id="52" dur="750"/>
                                            <p:tgtEl>
                                              <p:spTgt spid="39"/>
                                            </p:tgtEl>
                                          </p:cBhvr>
                                        </p:animEffect>
                                      </p:childTnLst>
                                    </p:cTn>
                                  </p:par>
                                  <p:par>
                                    <p:cTn id="53" presetID="53" presetClass="entr" presetSubtype="16" fill="hold" grpId="0" nodeType="withEffect">
                                      <p:stCondLst>
                                        <p:cond delay="500"/>
                                      </p:stCondLst>
                                      <p:childTnLst>
                                        <p:set>
                                          <p:cBhvr>
                                            <p:cTn id="54" dur="1" fill="hold">
                                              <p:stCondLst>
                                                <p:cond delay="0"/>
                                              </p:stCondLst>
                                            </p:cTn>
                                            <p:tgtEl>
                                              <p:spTgt spid="43"/>
                                            </p:tgtEl>
                                            <p:attrNameLst>
                                              <p:attrName>style.visibility</p:attrName>
                                            </p:attrNameLst>
                                          </p:cBhvr>
                                          <p:to>
                                            <p:strVal val="visible"/>
                                          </p:to>
                                        </p:set>
                                        <p:anim calcmode="lin" valueType="num">
                                          <p:cBhvr>
                                            <p:cTn id="55" dur="750" fill="hold"/>
                                            <p:tgtEl>
                                              <p:spTgt spid="43"/>
                                            </p:tgtEl>
                                            <p:attrNameLst>
                                              <p:attrName>ppt_w</p:attrName>
                                            </p:attrNameLst>
                                          </p:cBhvr>
                                          <p:tavLst>
                                            <p:tav tm="0">
                                              <p:val>
                                                <p:fltVal val="0"/>
                                              </p:val>
                                            </p:tav>
                                            <p:tav tm="100000">
                                              <p:val>
                                                <p:strVal val="#ppt_w"/>
                                              </p:val>
                                            </p:tav>
                                          </p:tavLst>
                                        </p:anim>
                                        <p:anim calcmode="lin" valueType="num">
                                          <p:cBhvr>
                                            <p:cTn id="56" dur="750" fill="hold"/>
                                            <p:tgtEl>
                                              <p:spTgt spid="43"/>
                                            </p:tgtEl>
                                            <p:attrNameLst>
                                              <p:attrName>ppt_h</p:attrName>
                                            </p:attrNameLst>
                                          </p:cBhvr>
                                          <p:tavLst>
                                            <p:tav tm="0">
                                              <p:val>
                                                <p:fltVal val="0"/>
                                              </p:val>
                                            </p:tav>
                                            <p:tav tm="100000">
                                              <p:val>
                                                <p:strVal val="#ppt_h"/>
                                              </p:val>
                                            </p:tav>
                                          </p:tavLst>
                                        </p:anim>
                                        <p:animEffect transition="in" filter="fade">
                                          <p:cBhvr>
                                            <p:cTn id="57" dur="750"/>
                                            <p:tgtEl>
                                              <p:spTgt spid="43"/>
                                            </p:tgtEl>
                                          </p:cBhvr>
                                        </p:animEffect>
                                      </p:childTnLst>
                                    </p:cTn>
                                  </p:par>
                                  <p:par>
                                    <p:cTn id="58" presetID="53" presetClass="entr" presetSubtype="16" fill="hold" grpId="0" nodeType="withEffect">
                                      <p:stCondLst>
                                        <p:cond delay="750"/>
                                      </p:stCondLst>
                                      <p:childTnLst>
                                        <p:set>
                                          <p:cBhvr>
                                            <p:cTn id="59" dur="1" fill="hold">
                                              <p:stCondLst>
                                                <p:cond delay="0"/>
                                              </p:stCondLst>
                                            </p:cTn>
                                            <p:tgtEl>
                                              <p:spTgt spid="46"/>
                                            </p:tgtEl>
                                            <p:attrNameLst>
                                              <p:attrName>style.visibility</p:attrName>
                                            </p:attrNameLst>
                                          </p:cBhvr>
                                          <p:to>
                                            <p:strVal val="visible"/>
                                          </p:to>
                                        </p:set>
                                        <p:anim calcmode="lin" valueType="num">
                                          <p:cBhvr>
                                            <p:cTn id="60" dur="750" fill="hold"/>
                                            <p:tgtEl>
                                              <p:spTgt spid="46"/>
                                            </p:tgtEl>
                                            <p:attrNameLst>
                                              <p:attrName>ppt_w</p:attrName>
                                            </p:attrNameLst>
                                          </p:cBhvr>
                                          <p:tavLst>
                                            <p:tav tm="0">
                                              <p:val>
                                                <p:fltVal val="0"/>
                                              </p:val>
                                            </p:tav>
                                            <p:tav tm="100000">
                                              <p:val>
                                                <p:strVal val="#ppt_w"/>
                                              </p:val>
                                            </p:tav>
                                          </p:tavLst>
                                        </p:anim>
                                        <p:anim calcmode="lin" valueType="num">
                                          <p:cBhvr>
                                            <p:cTn id="61" dur="750" fill="hold"/>
                                            <p:tgtEl>
                                              <p:spTgt spid="46"/>
                                            </p:tgtEl>
                                            <p:attrNameLst>
                                              <p:attrName>ppt_h</p:attrName>
                                            </p:attrNameLst>
                                          </p:cBhvr>
                                          <p:tavLst>
                                            <p:tav tm="0">
                                              <p:val>
                                                <p:fltVal val="0"/>
                                              </p:val>
                                            </p:tav>
                                            <p:tav tm="100000">
                                              <p:val>
                                                <p:strVal val="#ppt_h"/>
                                              </p:val>
                                            </p:tav>
                                          </p:tavLst>
                                        </p:anim>
                                        <p:animEffect transition="in" filter="fade">
                                          <p:cBhvr>
                                            <p:cTn id="62" dur="750"/>
                                            <p:tgtEl>
                                              <p:spTgt spid="46"/>
                                            </p:tgtEl>
                                          </p:cBhvr>
                                        </p:animEffect>
                                      </p:childTnLst>
                                    </p:cTn>
                                  </p:par>
                                  <p:par>
                                    <p:cTn id="63" presetID="53" presetClass="entr" presetSubtype="16" fill="hold" grpId="0" nodeType="withEffect">
                                      <p:stCondLst>
                                        <p:cond delay="1000"/>
                                      </p:stCondLst>
                                      <p:childTnLst>
                                        <p:set>
                                          <p:cBhvr>
                                            <p:cTn id="64" dur="1" fill="hold">
                                              <p:stCondLst>
                                                <p:cond delay="0"/>
                                              </p:stCondLst>
                                            </p:cTn>
                                            <p:tgtEl>
                                              <p:spTgt spid="45"/>
                                            </p:tgtEl>
                                            <p:attrNameLst>
                                              <p:attrName>style.visibility</p:attrName>
                                            </p:attrNameLst>
                                          </p:cBhvr>
                                          <p:to>
                                            <p:strVal val="visible"/>
                                          </p:to>
                                        </p:set>
                                        <p:anim calcmode="lin" valueType="num">
                                          <p:cBhvr>
                                            <p:cTn id="65" dur="750" fill="hold"/>
                                            <p:tgtEl>
                                              <p:spTgt spid="45"/>
                                            </p:tgtEl>
                                            <p:attrNameLst>
                                              <p:attrName>ppt_w</p:attrName>
                                            </p:attrNameLst>
                                          </p:cBhvr>
                                          <p:tavLst>
                                            <p:tav tm="0">
                                              <p:val>
                                                <p:fltVal val="0"/>
                                              </p:val>
                                            </p:tav>
                                            <p:tav tm="100000">
                                              <p:val>
                                                <p:strVal val="#ppt_w"/>
                                              </p:val>
                                            </p:tav>
                                          </p:tavLst>
                                        </p:anim>
                                        <p:anim calcmode="lin" valueType="num">
                                          <p:cBhvr>
                                            <p:cTn id="66" dur="750" fill="hold"/>
                                            <p:tgtEl>
                                              <p:spTgt spid="45"/>
                                            </p:tgtEl>
                                            <p:attrNameLst>
                                              <p:attrName>ppt_h</p:attrName>
                                            </p:attrNameLst>
                                          </p:cBhvr>
                                          <p:tavLst>
                                            <p:tav tm="0">
                                              <p:val>
                                                <p:fltVal val="0"/>
                                              </p:val>
                                            </p:tav>
                                            <p:tav tm="100000">
                                              <p:val>
                                                <p:strVal val="#ppt_h"/>
                                              </p:val>
                                            </p:tav>
                                          </p:tavLst>
                                        </p:anim>
                                        <p:animEffect transition="in" filter="fade">
                                          <p:cBhvr>
                                            <p:cTn id="67" dur="750"/>
                                            <p:tgtEl>
                                              <p:spTgt spid="45"/>
                                            </p:tgtEl>
                                          </p:cBhvr>
                                        </p:animEffect>
                                      </p:childTnLst>
                                    </p:cTn>
                                  </p:par>
                                  <p:par>
                                    <p:cTn id="68" presetID="53" presetClass="entr" presetSubtype="16" fill="hold" grpId="0" nodeType="withEffect">
                                      <p:stCondLst>
                                        <p:cond delay="1250"/>
                                      </p:stCondLst>
                                      <p:childTnLst>
                                        <p:set>
                                          <p:cBhvr>
                                            <p:cTn id="69" dur="1" fill="hold">
                                              <p:stCondLst>
                                                <p:cond delay="0"/>
                                              </p:stCondLst>
                                            </p:cTn>
                                            <p:tgtEl>
                                              <p:spTgt spid="47"/>
                                            </p:tgtEl>
                                            <p:attrNameLst>
                                              <p:attrName>style.visibility</p:attrName>
                                            </p:attrNameLst>
                                          </p:cBhvr>
                                          <p:to>
                                            <p:strVal val="visible"/>
                                          </p:to>
                                        </p:set>
                                        <p:anim calcmode="lin" valueType="num">
                                          <p:cBhvr>
                                            <p:cTn id="70" dur="750" fill="hold"/>
                                            <p:tgtEl>
                                              <p:spTgt spid="47"/>
                                            </p:tgtEl>
                                            <p:attrNameLst>
                                              <p:attrName>ppt_w</p:attrName>
                                            </p:attrNameLst>
                                          </p:cBhvr>
                                          <p:tavLst>
                                            <p:tav tm="0">
                                              <p:val>
                                                <p:fltVal val="0"/>
                                              </p:val>
                                            </p:tav>
                                            <p:tav tm="100000">
                                              <p:val>
                                                <p:strVal val="#ppt_w"/>
                                              </p:val>
                                            </p:tav>
                                          </p:tavLst>
                                        </p:anim>
                                        <p:anim calcmode="lin" valueType="num">
                                          <p:cBhvr>
                                            <p:cTn id="71" dur="750" fill="hold"/>
                                            <p:tgtEl>
                                              <p:spTgt spid="47"/>
                                            </p:tgtEl>
                                            <p:attrNameLst>
                                              <p:attrName>ppt_h</p:attrName>
                                            </p:attrNameLst>
                                          </p:cBhvr>
                                          <p:tavLst>
                                            <p:tav tm="0">
                                              <p:val>
                                                <p:fltVal val="0"/>
                                              </p:val>
                                            </p:tav>
                                            <p:tav tm="100000">
                                              <p:val>
                                                <p:strVal val="#ppt_h"/>
                                              </p:val>
                                            </p:tav>
                                          </p:tavLst>
                                        </p:anim>
                                        <p:animEffect transition="in" filter="fade">
                                          <p:cBhvr>
                                            <p:cTn id="72" dur="750"/>
                                            <p:tgtEl>
                                              <p:spTgt spid="47"/>
                                            </p:tgtEl>
                                          </p:cBhvr>
                                        </p:animEffect>
                                      </p:childTnLst>
                                    </p:cTn>
                                  </p:par>
                                  <p:par>
                                    <p:cTn id="73" presetID="53" presetClass="entr" presetSubtype="16" fill="hold" grpId="0" nodeType="withEffect">
                                      <p:stCondLst>
                                        <p:cond delay="1500"/>
                                      </p:stCondLst>
                                      <p:childTnLst>
                                        <p:set>
                                          <p:cBhvr>
                                            <p:cTn id="74" dur="1" fill="hold">
                                              <p:stCondLst>
                                                <p:cond delay="0"/>
                                              </p:stCondLst>
                                            </p:cTn>
                                            <p:tgtEl>
                                              <p:spTgt spid="44"/>
                                            </p:tgtEl>
                                            <p:attrNameLst>
                                              <p:attrName>style.visibility</p:attrName>
                                            </p:attrNameLst>
                                          </p:cBhvr>
                                          <p:to>
                                            <p:strVal val="visible"/>
                                          </p:to>
                                        </p:set>
                                        <p:anim calcmode="lin" valueType="num">
                                          <p:cBhvr>
                                            <p:cTn id="75" dur="750" fill="hold"/>
                                            <p:tgtEl>
                                              <p:spTgt spid="44"/>
                                            </p:tgtEl>
                                            <p:attrNameLst>
                                              <p:attrName>ppt_w</p:attrName>
                                            </p:attrNameLst>
                                          </p:cBhvr>
                                          <p:tavLst>
                                            <p:tav tm="0">
                                              <p:val>
                                                <p:fltVal val="0"/>
                                              </p:val>
                                            </p:tav>
                                            <p:tav tm="100000">
                                              <p:val>
                                                <p:strVal val="#ppt_w"/>
                                              </p:val>
                                            </p:tav>
                                          </p:tavLst>
                                        </p:anim>
                                        <p:anim calcmode="lin" valueType="num">
                                          <p:cBhvr>
                                            <p:cTn id="76" dur="750" fill="hold"/>
                                            <p:tgtEl>
                                              <p:spTgt spid="44"/>
                                            </p:tgtEl>
                                            <p:attrNameLst>
                                              <p:attrName>ppt_h</p:attrName>
                                            </p:attrNameLst>
                                          </p:cBhvr>
                                          <p:tavLst>
                                            <p:tav tm="0">
                                              <p:val>
                                                <p:fltVal val="0"/>
                                              </p:val>
                                            </p:tav>
                                            <p:tav tm="100000">
                                              <p:val>
                                                <p:strVal val="#ppt_h"/>
                                              </p:val>
                                            </p:tav>
                                          </p:tavLst>
                                        </p:anim>
                                        <p:animEffect transition="in" filter="fade">
                                          <p:cBhvr>
                                            <p:cTn id="77" dur="750"/>
                                            <p:tgtEl>
                                              <p:spTgt spid="44"/>
                                            </p:tgtEl>
                                          </p:cBhvr>
                                        </p:animEffect>
                                      </p:childTnLst>
                                    </p:cTn>
                                  </p:par>
                                  <p:par>
                                    <p:cTn id="78" presetID="2" presetClass="entr" presetSubtype="4" fill="hold" nodeType="withEffect">
                                      <p:stCondLst>
                                        <p:cond delay="500"/>
                                      </p:stCondLst>
                                      <p:childTnLst>
                                        <p:set>
                                          <p:cBhvr>
                                            <p:cTn id="79" dur="1" fill="hold">
                                              <p:stCondLst>
                                                <p:cond delay="0"/>
                                              </p:stCondLst>
                                            </p:cTn>
                                            <p:tgtEl>
                                              <p:spTgt spid="3"/>
                                            </p:tgtEl>
                                            <p:attrNameLst>
                                              <p:attrName>style.visibility</p:attrName>
                                            </p:attrNameLst>
                                          </p:cBhvr>
                                          <p:to>
                                            <p:strVal val="visible"/>
                                          </p:to>
                                        </p:set>
                                        <p:anim calcmode="lin" valueType="num">
                                          <p:cBhvr additive="base">
                                            <p:cTn id="80" dur="1000" fill="hold"/>
                                            <p:tgtEl>
                                              <p:spTgt spid="3"/>
                                            </p:tgtEl>
                                            <p:attrNameLst>
                                              <p:attrName>ppt_x</p:attrName>
                                            </p:attrNameLst>
                                          </p:cBhvr>
                                          <p:tavLst>
                                            <p:tav tm="0">
                                              <p:val>
                                                <p:strVal val="#ppt_x"/>
                                              </p:val>
                                            </p:tav>
                                            <p:tav tm="100000">
                                              <p:val>
                                                <p:strVal val="#ppt_x"/>
                                              </p:val>
                                            </p:tav>
                                          </p:tavLst>
                                        </p:anim>
                                        <p:anim calcmode="lin" valueType="num">
                                          <p:cBhvr additive="base">
                                            <p:cTn id="81" dur="1000" fill="hold"/>
                                            <p:tgtEl>
                                              <p:spTgt spid="3"/>
                                            </p:tgtEl>
                                            <p:attrNameLst>
                                              <p:attrName>ppt_y</p:attrName>
                                            </p:attrNameLst>
                                          </p:cBhvr>
                                          <p:tavLst>
                                            <p:tav tm="0">
                                              <p:val>
                                                <p:strVal val="1+#ppt_h/2"/>
                                              </p:val>
                                            </p:tav>
                                            <p:tav tm="100000">
                                              <p:val>
                                                <p:strVal val="#ppt_y"/>
                                              </p:val>
                                            </p:tav>
                                          </p:tavLst>
                                        </p:anim>
                                      </p:childTnLst>
                                    </p:cTn>
                                  </p:par>
                                  <p:par>
                                    <p:cTn id="82" presetID="2" presetClass="entr" presetSubtype="4" fill="hold" nodeType="withEffect">
                                      <p:stCondLst>
                                        <p:cond delay="750"/>
                                      </p:stCondLst>
                                      <p:childTnLst>
                                        <p:set>
                                          <p:cBhvr>
                                            <p:cTn id="83" dur="1" fill="hold">
                                              <p:stCondLst>
                                                <p:cond delay="0"/>
                                              </p:stCondLst>
                                            </p:cTn>
                                            <p:tgtEl>
                                              <p:spTgt spid="4"/>
                                            </p:tgtEl>
                                            <p:attrNameLst>
                                              <p:attrName>style.visibility</p:attrName>
                                            </p:attrNameLst>
                                          </p:cBhvr>
                                          <p:to>
                                            <p:strVal val="visible"/>
                                          </p:to>
                                        </p:set>
                                        <p:anim calcmode="lin" valueType="num">
                                          <p:cBhvr additive="base">
                                            <p:cTn id="84" dur="1000" fill="hold"/>
                                            <p:tgtEl>
                                              <p:spTgt spid="4"/>
                                            </p:tgtEl>
                                            <p:attrNameLst>
                                              <p:attrName>ppt_x</p:attrName>
                                            </p:attrNameLst>
                                          </p:cBhvr>
                                          <p:tavLst>
                                            <p:tav tm="0">
                                              <p:val>
                                                <p:strVal val="#ppt_x"/>
                                              </p:val>
                                            </p:tav>
                                            <p:tav tm="100000">
                                              <p:val>
                                                <p:strVal val="#ppt_x"/>
                                              </p:val>
                                            </p:tav>
                                          </p:tavLst>
                                        </p:anim>
                                        <p:anim calcmode="lin" valueType="num">
                                          <p:cBhvr additive="base">
                                            <p:cTn id="85" dur="1000" fill="hold"/>
                                            <p:tgtEl>
                                              <p:spTgt spid="4"/>
                                            </p:tgtEl>
                                            <p:attrNameLst>
                                              <p:attrName>ppt_y</p:attrName>
                                            </p:attrNameLst>
                                          </p:cBhvr>
                                          <p:tavLst>
                                            <p:tav tm="0">
                                              <p:val>
                                                <p:strVal val="1+#ppt_h/2"/>
                                              </p:val>
                                            </p:tav>
                                            <p:tav tm="100000">
                                              <p:val>
                                                <p:strVal val="#ppt_y"/>
                                              </p:val>
                                            </p:tav>
                                          </p:tavLst>
                                        </p:anim>
                                      </p:childTnLst>
                                    </p:cTn>
                                  </p:par>
                                  <p:par>
                                    <p:cTn id="86" presetID="2" presetClass="entr" presetSubtype="4" fill="hold" nodeType="withEffect">
                                      <p:stCondLst>
                                        <p:cond delay="1000"/>
                                      </p:stCondLst>
                                      <p:childTnLst>
                                        <p:set>
                                          <p:cBhvr>
                                            <p:cTn id="87" dur="1" fill="hold">
                                              <p:stCondLst>
                                                <p:cond delay="0"/>
                                              </p:stCondLst>
                                            </p:cTn>
                                            <p:tgtEl>
                                              <p:spTgt spid="5"/>
                                            </p:tgtEl>
                                            <p:attrNameLst>
                                              <p:attrName>style.visibility</p:attrName>
                                            </p:attrNameLst>
                                          </p:cBhvr>
                                          <p:to>
                                            <p:strVal val="visible"/>
                                          </p:to>
                                        </p:set>
                                        <p:anim calcmode="lin" valueType="num">
                                          <p:cBhvr additive="base">
                                            <p:cTn id="88" dur="1000" fill="hold"/>
                                            <p:tgtEl>
                                              <p:spTgt spid="5"/>
                                            </p:tgtEl>
                                            <p:attrNameLst>
                                              <p:attrName>ppt_x</p:attrName>
                                            </p:attrNameLst>
                                          </p:cBhvr>
                                          <p:tavLst>
                                            <p:tav tm="0">
                                              <p:val>
                                                <p:strVal val="#ppt_x"/>
                                              </p:val>
                                            </p:tav>
                                            <p:tav tm="100000">
                                              <p:val>
                                                <p:strVal val="#ppt_x"/>
                                              </p:val>
                                            </p:tav>
                                          </p:tavLst>
                                        </p:anim>
                                        <p:anim calcmode="lin" valueType="num">
                                          <p:cBhvr additive="base">
                                            <p:cTn id="89" dur="1000" fill="hold"/>
                                            <p:tgtEl>
                                              <p:spTgt spid="5"/>
                                            </p:tgtEl>
                                            <p:attrNameLst>
                                              <p:attrName>ppt_y</p:attrName>
                                            </p:attrNameLst>
                                          </p:cBhvr>
                                          <p:tavLst>
                                            <p:tav tm="0">
                                              <p:val>
                                                <p:strVal val="1+#ppt_h/2"/>
                                              </p:val>
                                            </p:tav>
                                            <p:tav tm="100000">
                                              <p:val>
                                                <p:strVal val="#ppt_y"/>
                                              </p:val>
                                            </p:tav>
                                          </p:tavLst>
                                        </p:anim>
                                      </p:childTnLst>
                                    </p:cTn>
                                  </p:par>
                                  <p:par>
                                    <p:cTn id="90" presetID="2" presetClass="entr" presetSubtype="4" fill="hold" nodeType="withEffect">
                                      <p:stCondLst>
                                        <p:cond delay="1250"/>
                                      </p:stCondLst>
                                      <p:childTnLst>
                                        <p:set>
                                          <p:cBhvr>
                                            <p:cTn id="91" dur="1" fill="hold">
                                              <p:stCondLst>
                                                <p:cond delay="0"/>
                                              </p:stCondLst>
                                            </p:cTn>
                                            <p:tgtEl>
                                              <p:spTgt spid="58"/>
                                            </p:tgtEl>
                                            <p:attrNameLst>
                                              <p:attrName>style.visibility</p:attrName>
                                            </p:attrNameLst>
                                          </p:cBhvr>
                                          <p:to>
                                            <p:strVal val="visible"/>
                                          </p:to>
                                        </p:set>
                                        <p:anim calcmode="lin" valueType="num">
                                          <p:cBhvr additive="base">
                                            <p:cTn id="92" dur="1000" fill="hold"/>
                                            <p:tgtEl>
                                              <p:spTgt spid="58"/>
                                            </p:tgtEl>
                                            <p:attrNameLst>
                                              <p:attrName>ppt_x</p:attrName>
                                            </p:attrNameLst>
                                          </p:cBhvr>
                                          <p:tavLst>
                                            <p:tav tm="0">
                                              <p:val>
                                                <p:strVal val="#ppt_x"/>
                                              </p:val>
                                            </p:tav>
                                            <p:tav tm="100000">
                                              <p:val>
                                                <p:strVal val="#ppt_x"/>
                                              </p:val>
                                            </p:tav>
                                          </p:tavLst>
                                        </p:anim>
                                        <p:anim calcmode="lin" valueType="num">
                                          <p:cBhvr additive="base">
                                            <p:cTn id="93" dur="1000" fill="hold"/>
                                            <p:tgtEl>
                                              <p:spTgt spid="58"/>
                                            </p:tgtEl>
                                            <p:attrNameLst>
                                              <p:attrName>ppt_y</p:attrName>
                                            </p:attrNameLst>
                                          </p:cBhvr>
                                          <p:tavLst>
                                            <p:tav tm="0">
                                              <p:val>
                                                <p:strVal val="1+#ppt_h/2"/>
                                              </p:val>
                                            </p:tav>
                                            <p:tav tm="100000">
                                              <p:val>
                                                <p:strVal val="#ppt_y"/>
                                              </p:val>
                                            </p:tav>
                                          </p:tavLst>
                                        </p:anim>
                                      </p:childTnLst>
                                    </p:cTn>
                                  </p:par>
                                  <p:par>
                                    <p:cTn id="94" presetID="2" presetClass="entr" presetSubtype="4" fill="hold" nodeType="withEffect">
                                      <p:stCondLst>
                                        <p:cond delay="1500"/>
                                      </p:stCondLst>
                                      <p:childTnLst>
                                        <p:set>
                                          <p:cBhvr>
                                            <p:cTn id="95" dur="1" fill="hold">
                                              <p:stCondLst>
                                                <p:cond delay="0"/>
                                              </p:stCondLst>
                                            </p:cTn>
                                            <p:tgtEl>
                                              <p:spTgt spid="59"/>
                                            </p:tgtEl>
                                            <p:attrNameLst>
                                              <p:attrName>style.visibility</p:attrName>
                                            </p:attrNameLst>
                                          </p:cBhvr>
                                          <p:to>
                                            <p:strVal val="visible"/>
                                          </p:to>
                                        </p:set>
                                        <p:anim calcmode="lin" valueType="num">
                                          <p:cBhvr additive="base">
                                            <p:cTn id="96" dur="1000" fill="hold"/>
                                            <p:tgtEl>
                                              <p:spTgt spid="59"/>
                                            </p:tgtEl>
                                            <p:attrNameLst>
                                              <p:attrName>ppt_x</p:attrName>
                                            </p:attrNameLst>
                                          </p:cBhvr>
                                          <p:tavLst>
                                            <p:tav tm="0">
                                              <p:val>
                                                <p:strVal val="#ppt_x"/>
                                              </p:val>
                                            </p:tav>
                                            <p:tav tm="100000">
                                              <p:val>
                                                <p:strVal val="#ppt_x"/>
                                              </p:val>
                                            </p:tav>
                                          </p:tavLst>
                                        </p:anim>
                                        <p:anim calcmode="lin" valueType="num">
                                          <p:cBhvr additive="base">
                                            <p:cTn id="97" dur="10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43" grpId="0" animBg="1"/>
          <p:bldP spid="44" grpId="0" animBg="1"/>
          <p:bldP spid="45" grpId="0" animBg="1"/>
          <p:bldP spid="46" grpId="0" animBg="1"/>
          <p:bldP spid="47" grpId="0" animBg="1"/>
        </p:bldLst>
      </p:timing>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42C06ACB-EBC5-49CF-955A-13C4E6D1FE45}"/>
              </a:ext>
            </a:extLst>
          </p:cNvPr>
          <p:cNvSpPr>
            <a:spLocks/>
          </p:cNvSpPr>
          <p:nvPr/>
        </p:nvSpPr>
        <p:spPr bwMode="auto">
          <a:xfrm>
            <a:off x="6054726" y="2270125"/>
            <a:ext cx="1512888" cy="1511300"/>
          </a:xfrm>
          <a:custGeom>
            <a:avLst/>
            <a:gdLst>
              <a:gd name="T0" fmla="*/ 159 w 401"/>
              <a:gd name="T1" fmla="*/ 401 h 401"/>
              <a:gd name="T2" fmla="*/ 0 w 401"/>
              <a:gd name="T3" fmla="*/ 342 h 401"/>
              <a:gd name="T4" fmla="*/ 47 w 401"/>
              <a:gd name="T5" fmla="*/ 295 h 401"/>
              <a:gd name="T6" fmla="*/ 159 w 401"/>
              <a:gd name="T7" fmla="*/ 335 h 401"/>
              <a:gd name="T8" fmla="*/ 283 w 401"/>
              <a:gd name="T9" fmla="*/ 284 h 401"/>
              <a:gd name="T10" fmla="*/ 295 w 401"/>
              <a:gd name="T11" fmla="*/ 47 h 401"/>
              <a:gd name="T12" fmla="*/ 342 w 401"/>
              <a:gd name="T13" fmla="*/ 0 h 401"/>
              <a:gd name="T14" fmla="*/ 401 w 401"/>
              <a:gd name="T15" fmla="*/ 159 h 401"/>
              <a:gd name="T16" fmla="*/ 330 w 401"/>
              <a:gd name="T17" fmla="*/ 330 h 401"/>
              <a:gd name="T18" fmla="*/ 159 w 401"/>
              <a:gd name="T19"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401">
                <a:moveTo>
                  <a:pt x="159" y="401"/>
                </a:moveTo>
                <a:cubicBezTo>
                  <a:pt x="100" y="401"/>
                  <a:pt x="44" y="380"/>
                  <a:pt x="0" y="342"/>
                </a:cubicBezTo>
                <a:cubicBezTo>
                  <a:pt x="47" y="295"/>
                  <a:pt x="47" y="295"/>
                  <a:pt x="47" y="295"/>
                </a:cubicBezTo>
                <a:cubicBezTo>
                  <a:pt x="78" y="321"/>
                  <a:pt x="117" y="335"/>
                  <a:pt x="159" y="335"/>
                </a:cubicBezTo>
                <a:cubicBezTo>
                  <a:pt x="206" y="335"/>
                  <a:pt x="250" y="317"/>
                  <a:pt x="283" y="284"/>
                </a:cubicBezTo>
                <a:cubicBezTo>
                  <a:pt x="348" y="219"/>
                  <a:pt x="352" y="116"/>
                  <a:pt x="295" y="47"/>
                </a:cubicBezTo>
                <a:cubicBezTo>
                  <a:pt x="342" y="0"/>
                  <a:pt x="342" y="0"/>
                  <a:pt x="342" y="0"/>
                </a:cubicBezTo>
                <a:cubicBezTo>
                  <a:pt x="380" y="44"/>
                  <a:pt x="401" y="100"/>
                  <a:pt x="401" y="159"/>
                </a:cubicBezTo>
                <a:cubicBezTo>
                  <a:pt x="401" y="224"/>
                  <a:pt x="376" y="285"/>
                  <a:pt x="330" y="330"/>
                </a:cubicBezTo>
                <a:cubicBezTo>
                  <a:pt x="284" y="376"/>
                  <a:pt x="224" y="401"/>
                  <a:pt x="159" y="40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7EF39EFF-A502-40FB-901F-9DB868992E50}"/>
              </a:ext>
            </a:extLst>
          </p:cNvPr>
          <p:cNvSpPr>
            <a:spLocks/>
          </p:cNvSpPr>
          <p:nvPr/>
        </p:nvSpPr>
        <p:spPr bwMode="auto">
          <a:xfrm>
            <a:off x="6858001" y="839788"/>
            <a:ext cx="1509713" cy="1512888"/>
          </a:xfrm>
          <a:custGeom>
            <a:avLst/>
            <a:gdLst>
              <a:gd name="T0" fmla="*/ 59 w 400"/>
              <a:gd name="T1" fmla="*/ 401 h 401"/>
              <a:gd name="T2" fmla="*/ 0 w 400"/>
              <a:gd name="T3" fmla="*/ 242 h 401"/>
              <a:gd name="T4" fmla="*/ 70 w 400"/>
              <a:gd name="T5" fmla="*/ 71 h 401"/>
              <a:gd name="T6" fmla="*/ 242 w 400"/>
              <a:gd name="T7" fmla="*/ 0 h 401"/>
              <a:gd name="T8" fmla="*/ 400 w 400"/>
              <a:gd name="T9" fmla="*/ 60 h 401"/>
              <a:gd name="T10" fmla="*/ 354 w 400"/>
              <a:gd name="T11" fmla="*/ 106 h 401"/>
              <a:gd name="T12" fmla="*/ 242 w 400"/>
              <a:gd name="T13" fmla="*/ 66 h 401"/>
              <a:gd name="T14" fmla="*/ 117 w 400"/>
              <a:gd name="T15" fmla="*/ 118 h 401"/>
              <a:gd name="T16" fmla="*/ 106 w 400"/>
              <a:gd name="T17" fmla="*/ 354 h 401"/>
              <a:gd name="T18" fmla="*/ 59 w 400"/>
              <a:gd name="T19"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401">
                <a:moveTo>
                  <a:pt x="59" y="401"/>
                </a:moveTo>
                <a:cubicBezTo>
                  <a:pt x="21" y="357"/>
                  <a:pt x="0" y="301"/>
                  <a:pt x="0" y="242"/>
                </a:cubicBezTo>
                <a:cubicBezTo>
                  <a:pt x="0" y="178"/>
                  <a:pt x="25" y="117"/>
                  <a:pt x="70" y="71"/>
                </a:cubicBezTo>
                <a:cubicBezTo>
                  <a:pt x="116" y="25"/>
                  <a:pt x="177" y="0"/>
                  <a:pt x="242" y="0"/>
                </a:cubicBezTo>
                <a:cubicBezTo>
                  <a:pt x="301" y="0"/>
                  <a:pt x="356" y="21"/>
                  <a:pt x="400" y="60"/>
                </a:cubicBezTo>
                <a:cubicBezTo>
                  <a:pt x="354" y="106"/>
                  <a:pt x="354" y="106"/>
                  <a:pt x="354" y="106"/>
                </a:cubicBezTo>
                <a:cubicBezTo>
                  <a:pt x="322" y="80"/>
                  <a:pt x="283" y="66"/>
                  <a:pt x="242" y="66"/>
                </a:cubicBezTo>
                <a:cubicBezTo>
                  <a:pt x="194" y="66"/>
                  <a:pt x="150" y="84"/>
                  <a:pt x="117" y="118"/>
                </a:cubicBezTo>
                <a:cubicBezTo>
                  <a:pt x="52" y="182"/>
                  <a:pt x="49" y="285"/>
                  <a:pt x="106" y="354"/>
                </a:cubicBezTo>
                <a:lnTo>
                  <a:pt x="59" y="40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A3CAA56A-8F24-4B64-BC5D-4B9574BA68E5}"/>
              </a:ext>
            </a:extLst>
          </p:cNvPr>
          <p:cNvSpPr>
            <a:spLocks/>
          </p:cNvSpPr>
          <p:nvPr/>
        </p:nvSpPr>
        <p:spPr bwMode="auto">
          <a:xfrm>
            <a:off x="3824288" y="4502150"/>
            <a:ext cx="1509713" cy="1511300"/>
          </a:xfrm>
          <a:custGeom>
            <a:avLst/>
            <a:gdLst>
              <a:gd name="T0" fmla="*/ 158 w 400"/>
              <a:gd name="T1" fmla="*/ 401 h 401"/>
              <a:gd name="T2" fmla="*/ 0 w 400"/>
              <a:gd name="T3" fmla="*/ 341 h 401"/>
              <a:gd name="T4" fmla="*/ 46 w 400"/>
              <a:gd name="T5" fmla="*/ 295 h 401"/>
              <a:gd name="T6" fmla="*/ 158 w 400"/>
              <a:gd name="T7" fmla="*/ 335 h 401"/>
              <a:gd name="T8" fmla="*/ 283 w 400"/>
              <a:gd name="T9" fmla="*/ 283 h 401"/>
              <a:gd name="T10" fmla="*/ 294 w 400"/>
              <a:gd name="T11" fmla="*/ 47 h 401"/>
              <a:gd name="T12" fmla="*/ 341 w 400"/>
              <a:gd name="T13" fmla="*/ 0 h 401"/>
              <a:gd name="T14" fmla="*/ 400 w 400"/>
              <a:gd name="T15" fmla="*/ 159 h 401"/>
              <a:gd name="T16" fmla="*/ 329 w 400"/>
              <a:gd name="T17" fmla="*/ 330 h 401"/>
              <a:gd name="T18" fmla="*/ 158 w 400"/>
              <a:gd name="T19"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401">
                <a:moveTo>
                  <a:pt x="158" y="401"/>
                </a:moveTo>
                <a:cubicBezTo>
                  <a:pt x="99" y="401"/>
                  <a:pt x="44" y="380"/>
                  <a:pt x="0" y="341"/>
                </a:cubicBezTo>
                <a:cubicBezTo>
                  <a:pt x="46" y="295"/>
                  <a:pt x="46" y="295"/>
                  <a:pt x="46" y="295"/>
                </a:cubicBezTo>
                <a:cubicBezTo>
                  <a:pt x="78" y="321"/>
                  <a:pt x="117" y="335"/>
                  <a:pt x="158" y="335"/>
                </a:cubicBezTo>
                <a:cubicBezTo>
                  <a:pt x="205" y="335"/>
                  <a:pt x="250" y="316"/>
                  <a:pt x="283" y="283"/>
                </a:cubicBezTo>
                <a:cubicBezTo>
                  <a:pt x="348" y="219"/>
                  <a:pt x="351" y="116"/>
                  <a:pt x="294" y="47"/>
                </a:cubicBezTo>
                <a:cubicBezTo>
                  <a:pt x="341" y="0"/>
                  <a:pt x="341" y="0"/>
                  <a:pt x="341" y="0"/>
                </a:cubicBezTo>
                <a:cubicBezTo>
                  <a:pt x="379" y="44"/>
                  <a:pt x="400" y="100"/>
                  <a:pt x="400" y="159"/>
                </a:cubicBezTo>
                <a:cubicBezTo>
                  <a:pt x="400" y="223"/>
                  <a:pt x="375" y="284"/>
                  <a:pt x="329" y="330"/>
                </a:cubicBezTo>
                <a:cubicBezTo>
                  <a:pt x="284" y="375"/>
                  <a:pt x="223" y="401"/>
                  <a:pt x="158" y="40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C45C1EF5-1512-4C69-B598-73C7F9286C81}"/>
              </a:ext>
            </a:extLst>
          </p:cNvPr>
          <p:cNvSpPr>
            <a:spLocks/>
          </p:cNvSpPr>
          <p:nvPr/>
        </p:nvSpPr>
        <p:spPr bwMode="auto">
          <a:xfrm>
            <a:off x="4537076" y="3071813"/>
            <a:ext cx="1600200" cy="1512888"/>
          </a:xfrm>
          <a:custGeom>
            <a:avLst/>
            <a:gdLst>
              <a:gd name="T0" fmla="*/ 82 w 424"/>
              <a:gd name="T1" fmla="*/ 401 h 401"/>
              <a:gd name="T2" fmla="*/ 94 w 424"/>
              <a:gd name="T3" fmla="*/ 71 h 401"/>
              <a:gd name="T4" fmla="*/ 265 w 424"/>
              <a:gd name="T5" fmla="*/ 0 h 401"/>
              <a:gd name="T6" fmla="*/ 424 w 424"/>
              <a:gd name="T7" fmla="*/ 59 h 401"/>
              <a:gd name="T8" fmla="*/ 377 w 424"/>
              <a:gd name="T9" fmla="*/ 106 h 401"/>
              <a:gd name="T10" fmla="*/ 265 w 424"/>
              <a:gd name="T11" fmla="*/ 66 h 401"/>
              <a:gd name="T12" fmla="*/ 140 w 424"/>
              <a:gd name="T13" fmla="*/ 117 h 401"/>
              <a:gd name="T14" fmla="*/ 129 w 424"/>
              <a:gd name="T15" fmla="*/ 354 h 401"/>
              <a:gd name="T16" fmla="*/ 82 w 424"/>
              <a:gd name="T17"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4" h="401">
                <a:moveTo>
                  <a:pt x="82" y="401"/>
                </a:moveTo>
                <a:cubicBezTo>
                  <a:pt x="0" y="306"/>
                  <a:pt x="4" y="161"/>
                  <a:pt x="94" y="71"/>
                </a:cubicBezTo>
                <a:cubicBezTo>
                  <a:pt x="140" y="25"/>
                  <a:pt x="200" y="0"/>
                  <a:pt x="265" y="0"/>
                </a:cubicBezTo>
                <a:cubicBezTo>
                  <a:pt x="324" y="0"/>
                  <a:pt x="380" y="21"/>
                  <a:pt x="424" y="59"/>
                </a:cubicBezTo>
                <a:cubicBezTo>
                  <a:pt x="377" y="106"/>
                  <a:pt x="377" y="106"/>
                  <a:pt x="377" y="106"/>
                </a:cubicBezTo>
                <a:cubicBezTo>
                  <a:pt x="346" y="80"/>
                  <a:pt x="306" y="66"/>
                  <a:pt x="265" y="66"/>
                </a:cubicBezTo>
                <a:cubicBezTo>
                  <a:pt x="218" y="66"/>
                  <a:pt x="174" y="84"/>
                  <a:pt x="140" y="117"/>
                </a:cubicBezTo>
                <a:cubicBezTo>
                  <a:pt x="76" y="182"/>
                  <a:pt x="72" y="285"/>
                  <a:pt x="129" y="354"/>
                </a:cubicBezTo>
                <a:lnTo>
                  <a:pt x="82" y="40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grpSp>
        <p:nvGrpSpPr>
          <p:cNvPr id="18" name="Group 17">
            <a:extLst>
              <a:ext uri="{FF2B5EF4-FFF2-40B4-BE49-F238E27FC236}">
                <a16:creationId xmlns:a16="http://schemas.microsoft.com/office/drawing/2014/main" id="{09942B38-4022-469F-840E-9B14C21B0FDA}"/>
              </a:ext>
            </a:extLst>
          </p:cNvPr>
          <p:cNvGrpSpPr/>
          <p:nvPr/>
        </p:nvGrpSpPr>
        <p:grpSpPr>
          <a:xfrm>
            <a:off x="3892755" y="4564065"/>
            <a:ext cx="1063569" cy="1065212"/>
            <a:chOff x="6345238" y="4948238"/>
            <a:chExt cx="1027113" cy="1028700"/>
          </a:xfrm>
          <a:effectLst>
            <a:outerShdw blurRad="114300" dist="101600" dir="2700000" sx="102000" sy="102000" algn="tl" rotWithShape="0">
              <a:prstClr val="black">
                <a:alpha val="23000"/>
              </a:prstClr>
            </a:outerShdw>
          </a:effectLst>
        </p:grpSpPr>
        <p:sp>
          <p:nvSpPr>
            <p:cNvPr id="19" name="Oval 56">
              <a:extLst>
                <a:ext uri="{FF2B5EF4-FFF2-40B4-BE49-F238E27FC236}">
                  <a16:creationId xmlns:a16="http://schemas.microsoft.com/office/drawing/2014/main" id="{9ACB9FD9-070D-4DCE-9328-AC0C513086C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0" name="Oval 57">
              <a:extLst>
                <a:ext uri="{FF2B5EF4-FFF2-40B4-BE49-F238E27FC236}">
                  <a16:creationId xmlns:a16="http://schemas.microsoft.com/office/drawing/2014/main" id="{EB854B4C-5A14-4521-9D50-F503E74261CF}"/>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1" name="Group 20">
            <a:extLst>
              <a:ext uri="{FF2B5EF4-FFF2-40B4-BE49-F238E27FC236}">
                <a16:creationId xmlns:a16="http://schemas.microsoft.com/office/drawing/2014/main" id="{D37D3B8B-9F15-4A17-B694-E8B3A29AE68B}"/>
              </a:ext>
            </a:extLst>
          </p:cNvPr>
          <p:cNvGrpSpPr/>
          <p:nvPr/>
        </p:nvGrpSpPr>
        <p:grpSpPr>
          <a:xfrm>
            <a:off x="5008563" y="3452019"/>
            <a:ext cx="1063569" cy="1065212"/>
            <a:chOff x="6345238" y="4948238"/>
            <a:chExt cx="1027113" cy="1028700"/>
          </a:xfrm>
          <a:effectLst>
            <a:outerShdw blurRad="190500" dist="152400" dir="2700000" sx="102000" sy="102000" algn="tl" rotWithShape="0">
              <a:prstClr val="black">
                <a:alpha val="17000"/>
              </a:prstClr>
            </a:outerShdw>
          </a:effectLst>
        </p:grpSpPr>
        <p:sp>
          <p:nvSpPr>
            <p:cNvPr id="22" name="Oval 56">
              <a:extLst>
                <a:ext uri="{FF2B5EF4-FFF2-40B4-BE49-F238E27FC236}">
                  <a16:creationId xmlns:a16="http://schemas.microsoft.com/office/drawing/2014/main" id="{1FF441E8-D55F-44A5-AC1F-EEC6E22B9314}"/>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3" name="Oval 57">
              <a:extLst>
                <a:ext uri="{FF2B5EF4-FFF2-40B4-BE49-F238E27FC236}">
                  <a16:creationId xmlns:a16="http://schemas.microsoft.com/office/drawing/2014/main" id="{173A3D63-0190-4A55-8746-6CE78B93A0B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4" name="Group 23">
            <a:extLst>
              <a:ext uri="{FF2B5EF4-FFF2-40B4-BE49-F238E27FC236}">
                <a16:creationId xmlns:a16="http://schemas.microsoft.com/office/drawing/2014/main" id="{CBA35016-ACAD-4CCD-9E6B-44F5B46F62E4}"/>
              </a:ext>
            </a:extLst>
          </p:cNvPr>
          <p:cNvGrpSpPr/>
          <p:nvPr/>
        </p:nvGrpSpPr>
        <p:grpSpPr>
          <a:xfrm>
            <a:off x="6118282" y="2336801"/>
            <a:ext cx="1063569" cy="1065212"/>
            <a:chOff x="6345238" y="4948238"/>
            <a:chExt cx="1027113" cy="1028700"/>
          </a:xfrm>
          <a:effectLst>
            <a:outerShdw blurRad="114300" dist="101600" dir="2700000" sx="102000" sy="102000" algn="tl" rotWithShape="0">
              <a:prstClr val="black">
                <a:alpha val="23000"/>
              </a:prstClr>
            </a:outerShdw>
          </a:effectLst>
        </p:grpSpPr>
        <p:sp>
          <p:nvSpPr>
            <p:cNvPr id="25" name="Oval 56">
              <a:extLst>
                <a:ext uri="{FF2B5EF4-FFF2-40B4-BE49-F238E27FC236}">
                  <a16:creationId xmlns:a16="http://schemas.microsoft.com/office/drawing/2014/main" id="{144B1B75-0547-4C64-B3B5-8C5B173D223E}"/>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6" name="Oval 57">
              <a:extLst>
                <a:ext uri="{FF2B5EF4-FFF2-40B4-BE49-F238E27FC236}">
                  <a16:creationId xmlns:a16="http://schemas.microsoft.com/office/drawing/2014/main" id="{06713755-3119-4315-A4D2-938080FA6B63}"/>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7" name="Group 26">
            <a:extLst>
              <a:ext uri="{FF2B5EF4-FFF2-40B4-BE49-F238E27FC236}">
                <a16:creationId xmlns:a16="http://schemas.microsoft.com/office/drawing/2014/main" id="{C01FD301-53C3-4689-AC15-741C23844BA5}"/>
              </a:ext>
            </a:extLst>
          </p:cNvPr>
          <p:cNvGrpSpPr/>
          <p:nvPr/>
        </p:nvGrpSpPr>
        <p:grpSpPr>
          <a:xfrm>
            <a:off x="7235882" y="1219201"/>
            <a:ext cx="1063569" cy="1065212"/>
            <a:chOff x="6345238" y="4948238"/>
            <a:chExt cx="1027113" cy="1028700"/>
          </a:xfrm>
          <a:effectLst>
            <a:outerShdw blurRad="190500" dist="152400" dir="2700000" sx="102000" sy="102000" algn="tl" rotWithShape="0">
              <a:prstClr val="black">
                <a:alpha val="17000"/>
              </a:prstClr>
            </a:outerShdw>
          </a:effectLst>
        </p:grpSpPr>
        <p:sp>
          <p:nvSpPr>
            <p:cNvPr id="28" name="Oval 56">
              <a:extLst>
                <a:ext uri="{FF2B5EF4-FFF2-40B4-BE49-F238E27FC236}">
                  <a16:creationId xmlns:a16="http://schemas.microsoft.com/office/drawing/2014/main" id="{40FA70A7-89BF-48E3-94A8-94F70394E0AA}"/>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29" name="Oval 57">
              <a:extLst>
                <a:ext uri="{FF2B5EF4-FFF2-40B4-BE49-F238E27FC236}">
                  <a16:creationId xmlns:a16="http://schemas.microsoft.com/office/drawing/2014/main" id="{7319B482-85DD-41BC-9386-9F639B83B232}"/>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4" name="Freeform 13">
            <a:extLst>
              <a:ext uri="{FF2B5EF4-FFF2-40B4-BE49-F238E27FC236}">
                <a16:creationId xmlns:a16="http://schemas.microsoft.com/office/drawing/2014/main" id="{C8D03A56-E4EF-4DD8-A0C8-8F03AAC66DE2}"/>
              </a:ext>
            </a:extLst>
          </p:cNvPr>
          <p:cNvSpPr>
            <a:spLocks noEditPoints="1"/>
          </p:cNvSpPr>
          <p:nvPr/>
        </p:nvSpPr>
        <p:spPr bwMode="auto">
          <a:xfrm>
            <a:off x="5345113" y="3765550"/>
            <a:ext cx="384175" cy="438150"/>
          </a:xfrm>
          <a:custGeom>
            <a:avLst/>
            <a:gdLst>
              <a:gd name="T0" fmla="*/ 33 w 102"/>
              <a:gd name="T1" fmla="*/ 90 h 116"/>
              <a:gd name="T2" fmla="*/ 24 w 102"/>
              <a:gd name="T3" fmla="*/ 69 h 116"/>
              <a:gd name="T4" fmla="*/ 19 w 102"/>
              <a:gd name="T5" fmla="*/ 52 h 116"/>
              <a:gd name="T6" fmla="*/ 51 w 102"/>
              <a:gd name="T7" fmla="*/ 20 h 116"/>
              <a:gd name="T8" fmla="*/ 83 w 102"/>
              <a:gd name="T9" fmla="*/ 52 h 116"/>
              <a:gd name="T10" fmla="*/ 78 w 102"/>
              <a:gd name="T11" fmla="*/ 69 h 116"/>
              <a:gd name="T12" fmla="*/ 70 w 102"/>
              <a:gd name="T13" fmla="*/ 87 h 116"/>
              <a:gd name="T14" fmla="*/ 51 w 102"/>
              <a:gd name="T15" fmla="*/ 32 h 116"/>
              <a:gd name="T16" fmla="*/ 32 w 102"/>
              <a:gd name="T17" fmla="*/ 51 h 116"/>
              <a:gd name="T18" fmla="*/ 51 w 102"/>
              <a:gd name="T19" fmla="*/ 71 h 116"/>
              <a:gd name="T20" fmla="*/ 70 w 102"/>
              <a:gd name="T21" fmla="*/ 51 h 116"/>
              <a:gd name="T22" fmla="*/ 51 w 102"/>
              <a:gd name="T23" fmla="*/ 32 h 116"/>
              <a:gd name="T24" fmla="*/ 44 w 102"/>
              <a:gd name="T25" fmla="*/ 54 h 116"/>
              <a:gd name="T26" fmla="*/ 49 w 102"/>
              <a:gd name="T27" fmla="*/ 61 h 116"/>
              <a:gd name="T28" fmla="*/ 58 w 102"/>
              <a:gd name="T29" fmla="*/ 45 h 116"/>
              <a:gd name="T30" fmla="*/ 51 w 102"/>
              <a:gd name="T31" fmla="*/ 10 h 116"/>
              <a:gd name="T32" fmla="*/ 51 w 102"/>
              <a:gd name="T33" fmla="*/ 0 h 116"/>
              <a:gd name="T34" fmla="*/ 30 w 102"/>
              <a:gd name="T35" fmla="*/ 15 h 116"/>
              <a:gd name="T36" fmla="*/ 25 w 102"/>
              <a:gd name="T37" fmla="*/ 7 h 116"/>
              <a:gd name="T38" fmla="*/ 7 w 102"/>
              <a:gd name="T39" fmla="*/ 26 h 116"/>
              <a:gd name="T40" fmla="*/ 15 w 102"/>
              <a:gd name="T41" fmla="*/ 31 h 116"/>
              <a:gd name="T42" fmla="*/ 0 w 102"/>
              <a:gd name="T43" fmla="*/ 51 h 116"/>
              <a:gd name="T44" fmla="*/ 10 w 102"/>
              <a:gd name="T45" fmla="*/ 51 h 116"/>
              <a:gd name="T46" fmla="*/ 77 w 102"/>
              <a:gd name="T47" fmla="*/ 7 h 116"/>
              <a:gd name="T48" fmla="*/ 72 w 102"/>
              <a:gd name="T49" fmla="*/ 15 h 116"/>
              <a:gd name="T50" fmla="*/ 95 w 102"/>
              <a:gd name="T51" fmla="*/ 26 h 116"/>
              <a:gd name="T52" fmla="*/ 87 w 102"/>
              <a:gd name="T53" fmla="*/ 31 h 116"/>
              <a:gd name="T54" fmla="*/ 92 w 102"/>
              <a:gd name="T55" fmla="*/ 51 h 116"/>
              <a:gd name="T56" fmla="*/ 102 w 102"/>
              <a:gd name="T57" fmla="*/ 51 h 116"/>
              <a:gd name="T58" fmla="*/ 63 w 102"/>
              <a:gd name="T59" fmla="*/ 93 h 116"/>
              <a:gd name="T60" fmla="*/ 37 w 102"/>
              <a:gd name="T61" fmla="*/ 100 h 116"/>
              <a:gd name="T62" fmla="*/ 34 w 102"/>
              <a:gd name="T63" fmla="*/ 104 h 116"/>
              <a:gd name="T64" fmla="*/ 39 w 102"/>
              <a:gd name="T65" fmla="*/ 108 h 116"/>
              <a:gd name="T66" fmla="*/ 40 w 102"/>
              <a:gd name="T67" fmla="*/ 108 h 116"/>
              <a:gd name="T68" fmla="*/ 62 w 102"/>
              <a:gd name="T69" fmla="*/ 102 h 116"/>
              <a:gd name="T70" fmla="*/ 63 w 102"/>
              <a:gd name="T71" fmla="*/ 102 h 116"/>
              <a:gd name="T72" fmla="*/ 63 w 102"/>
              <a:gd name="T73" fmla="*/ 102 h 116"/>
              <a:gd name="T74" fmla="*/ 68 w 102"/>
              <a:gd name="T75" fmla="*/ 106 h 116"/>
              <a:gd name="T76" fmla="*/ 65 w 102"/>
              <a:gd name="T77" fmla="*/ 110 h 116"/>
              <a:gd name="T78" fmla="*/ 44 w 102"/>
              <a:gd name="T7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2" h="116">
                <a:moveTo>
                  <a:pt x="33" y="90"/>
                </a:moveTo>
                <a:cubicBezTo>
                  <a:pt x="33" y="85"/>
                  <a:pt x="31" y="80"/>
                  <a:pt x="24" y="69"/>
                </a:cubicBezTo>
                <a:cubicBezTo>
                  <a:pt x="21" y="64"/>
                  <a:pt x="19" y="58"/>
                  <a:pt x="19" y="52"/>
                </a:cubicBezTo>
                <a:cubicBezTo>
                  <a:pt x="19" y="34"/>
                  <a:pt x="33" y="20"/>
                  <a:pt x="51" y="20"/>
                </a:cubicBezTo>
                <a:cubicBezTo>
                  <a:pt x="69" y="20"/>
                  <a:pt x="83" y="34"/>
                  <a:pt x="83" y="52"/>
                </a:cubicBezTo>
                <a:cubicBezTo>
                  <a:pt x="83" y="58"/>
                  <a:pt x="81" y="64"/>
                  <a:pt x="78" y="69"/>
                </a:cubicBezTo>
                <a:cubicBezTo>
                  <a:pt x="73" y="78"/>
                  <a:pt x="70" y="82"/>
                  <a:pt x="70" y="87"/>
                </a:cubicBezTo>
                <a:moveTo>
                  <a:pt x="51" y="32"/>
                </a:moveTo>
                <a:cubicBezTo>
                  <a:pt x="40" y="32"/>
                  <a:pt x="32" y="41"/>
                  <a:pt x="32" y="51"/>
                </a:cubicBezTo>
                <a:cubicBezTo>
                  <a:pt x="32" y="62"/>
                  <a:pt x="40" y="71"/>
                  <a:pt x="51" y="71"/>
                </a:cubicBezTo>
                <a:cubicBezTo>
                  <a:pt x="62" y="71"/>
                  <a:pt x="70" y="62"/>
                  <a:pt x="70" y="51"/>
                </a:cubicBezTo>
                <a:cubicBezTo>
                  <a:pt x="70" y="41"/>
                  <a:pt x="62" y="32"/>
                  <a:pt x="51" y="32"/>
                </a:cubicBezTo>
                <a:close/>
                <a:moveTo>
                  <a:pt x="44" y="54"/>
                </a:moveTo>
                <a:cubicBezTo>
                  <a:pt x="49" y="61"/>
                  <a:pt x="49" y="61"/>
                  <a:pt x="49" y="61"/>
                </a:cubicBezTo>
                <a:cubicBezTo>
                  <a:pt x="58" y="45"/>
                  <a:pt x="58" y="45"/>
                  <a:pt x="58" y="45"/>
                </a:cubicBezTo>
                <a:moveTo>
                  <a:pt x="51" y="10"/>
                </a:moveTo>
                <a:cubicBezTo>
                  <a:pt x="51" y="0"/>
                  <a:pt x="51" y="0"/>
                  <a:pt x="51" y="0"/>
                </a:cubicBezTo>
                <a:moveTo>
                  <a:pt x="30" y="15"/>
                </a:moveTo>
                <a:cubicBezTo>
                  <a:pt x="25" y="7"/>
                  <a:pt x="25" y="7"/>
                  <a:pt x="25" y="7"/>
                </a:cubicBezTo>
                <a:moveTo>
                  <a:pt x="7" y="26"/>
                </a:moveTo>
                <a:cubicBezTo>
                  <a:pt x="15" y="31"/>
                  <a:pt x="15" y="31"/>
                  <a:pt x="15" y="31"/>
                </a:cubicBezTo>
                <a:moveTo>
                  <a:pt x="0" y="51"/>
                </a:moveTo>
                <a:cubicBezTo>
                  <a:pt x="10" y="51"/>
                  <a:pt x="10" y="51"/>
                  <a:pt x="10" y="51"/>
                </a:cubicBezTo>
                <a:moveTo>
                  <a:pt x="77" y="7"/>
                </a:moveTo>
                <a:cubicBezTo>
                  <a:pt x="72" y="15"/>
                  <a:pt x="72" y="15"/>
                  <a:pt x="72" y="15"/>
                </a:cubicBezTo>
                <a:moveTo>
                  <a:pt x="95" y="26"/>
                </a:moveTo>
                <a:cubicBezTo>
                  <a:pt x="87" y="31"/>
                  <a:pt x="87" y="31"/>
                  <a:pt x="87" y="31"/>
                </a:cubicBezTo>
                <a:moveTo>
                  <a:pt x="92" y="51"/>
                </a:moveTo>
                <a:cubicBezTo>
                  <a:pt x="102" y="51"/>
                  <a:pt x="102" y="51"/>
                  <a:pt x="102" y="51"/>
                </a:cubicBezTo>
                <a:moveTo>
                  <a:pt x="63" y="93"/>
                </a:moveTo>
                <a:cubicBezTo>
                  <a:pt x="63" y="93"/>
                  <a:pt x="37" y="100"/>
                  <a:pt x="37" y="100"/>
                </a:cubicBezTo>
                <a:cubicBezTo>
                  <a:pt x="36" y="101"/>
                  <a:pt x="34" y="102"/>
                  <a:pt x="34" y="104"/>
                </a:cubicBezTo>
                <a:cubicBezTo>
                  <a:pt x="34" y="106"/>
                  <a:pt x="36" y="108"/>
                  <a:pt x="39" y="108"/>
                </a:cubicBezTo>
                <a:cubicBezTo>
                  <a:pt x="39" y="108"/>
                  <a:pt x="40" y="108"/>
                  <a:pt x="40" y="108"/>
                </a:cubicBezTo>
                <a:cubicBezTo>
                  <a:pt x="62" y="102"/>
                  <a:pt x="62" y="102"/>
                  <a:pt x="62" y="102"/>
                </a:cubicBezTo>
                <a:cubicBezTo>
                  <a:pt x="63" y="102"/>
                  <a:pt x="63" y="102"/>
                  <a:pt x="63" y="102"/>
                </a:cubicBezTo>
                <a:cubicBezTo>
                  <a:pt x="63" y="102"/>
                  <a:pt x="63" y="102"/>
                  <a:pt x="63" y="102"/>
                </a:cubicBezTo>
                <a:cubicBezTo>
                  <a:pt x="66" y="102"/>
                  <a:pt x="68" y="104"/>
                  <a:pt x="68" y="106"/>
                </a:cubicBezTo>
                <a:cubicBezTo>
                  <a:pt x="68" y="108"/>
                  <a:pt x="67" y="109"/>
                  <a:pt x="65" y="110"/>
                </a:cubicBezTo>
                <a:cubicBezTo>
                  <a:pt x="44" y="116"/>
                  <a:pt x="44" y="116"/>
                  <a:pt x="44" y="116"/>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D7B90E09-FB13-4C62-BB88-CD8037F5F53F}"/>
              </a:ext>
            </a:extLst>
          </p:cNvPr>
          <p:cNvSpPr>
            <a:spLocks noEditPoints="1"/>
          </p:cNvSpPr>
          <p:nvPr/>
        </p:nvSpPr>
        <p:spPr bwMode="auto">
          <a:xfrm>
            <a:off x="7488238" y="1593850"/>
            <a:ext cx="561975" cy="320675"/>
          </a:xfrm>
          <a:custGeom>
            <a:avLst/>
            <a:gdLst>
              <a:gd name="T0" fmla="*/ 35 w 149"/>
              <a:gd name="T1" fmla="*/ 69 h 85"/>
              <a:gd name="T2" fmla="*/ 35 w 149"/>
              <a:gd name="T3" fmla="*/ 63 h 85"/>
              <a:gd name="T4" fmla="*/ 43 w 149"/>
              <a:gd name="T5" fmla="*/ 55 h 85"/>
              <a:gd name="T6" fmla="*/ 48 w 149"/>
              <a:gd name="T7" fmla="*/ 59 h 85"/>
              <a:gd name="T8" fmla="*/ 41 w 149"/>
              <a:gd name="T9" fmla="*/ 69 h 85"/>
              <a:gd name="T10" fmla="*/ 91 w 149"/>
              <a:gd name="T11" fmla="*/ 61 h 85"/>
              <a:gd name="T12" fmla="*/ 109 w 149"/>
              <a:gd name="T13" fmla="*/ 69 h 85"/>
              <a:gd name="T14" fmla="*/ 110 w 149"/>
              <a:gd name="T15" fmla="*/ 61 h 85"/>
              <a:gd name="T16" fmla="*/ 91 w 149"/>
              <a:gd name="T17" fmla="*/ 75 h 85"/>
              <a:gd name="T18" fmla="*/ 100 w 149"/>
              <a:gd name="T19" fmla="*/ 76 h 85"/>
              <a:gd name="T20" fmla="*/ 101 w 149"/>
              <a:gd name="T21" fmla="*/ 69 h 85"/>
              <a:gd name="T22" fmla="*/ 81 w 149"/>
              <a:gd name="T23" fmla="*/ 81 h 85"/>
              <a:gd name="T24" fmla="*/ 90 w 149"/>
              <a:gd name="T25" fmla="*/ 81 h 85"/>
              <a:gd name="T26" fmla="*/ 91 w 149"/>
              <a:gd name="T27" fmla="*/ 75 h 85"/>
              <a:gd name="T28" fmla="*/ 70 w 149"/>
              <a:gd name="T29" fmla="*/ 83 h 85"/>
              <a:gd name="T30" fmla="*/ 79 w 149"/>
              <a:gd name="T31" fmla="*/ 82 h 85"/>
              <a:gd name="T32" fmla="*/ 47 w 149"/>
              <a:gd name="T33" fmla="*/ 75 h 85"/>
              <a:gd name="T34" fmla="*/ 57 w 149"/>
              <a:gd name="T35" fmla="*/ 58 h 85"/>
              <a:gd name="T36" fmla="*/ 51 w 149"/>
              <a:gd name="T37" fmla="*/ 58 h 85"/>
              <a:gd name="T38" fmla="*/ 41 w 149"/>
              <a:gd name="T39" fmla="*/ 76 h 85"/>
              <a:gd name="T40" fmla="*/ 47 w 149"/>
              <a:gd name="T41" fmla="*/ 75 h 85"/>
              <a:gd name="T42" fmla="*/ 65 w 149"/>
              <a:gd name="T43" fmla="*/ 69 h 85"/>
              <a:gd name="T44" fmla="*/ 61 w 149"/>
              <a:gd name="T45" fmla="*/ 61 h 85"/>
              <a:gd name="T46" fmla="*/ 49 w 149"/>
              <a:gd name="T47" fmla="*/ 73 h 85"/>
              <a:gd name="T48" fmla="*/ 53 w 149"/>
              <a:gd name="T49" fmla="*/ 81 h 85"/>
              <a:gd name="T50" fmla="*/ 69 w 149"/>
              <a:gd name="T51" fmla="*/ 78 h 85"/>
              <a:gd name="T52" fmla="*/ 70 w 149"/>
              <a:gd name="T53" fmla="*/ 70 h 85"/>
              <a:gd name="T54" fmla="*/ 63 w 149"/>
              <a:gd name="T55" fmla="*/ 71 h 85"/>
              <a:gd name="T56" fmla="*/ 58 w 149"/>
              <a:gd name="T57" fmla="*/ 83 h 85"/>
              <a:gd name="T58" fmla="*/ 65 w 149"/>
              <a:gd name="T59" fmla="*/ 83 h 85"/>
              <a:gd name="T60" fmla="*/ 128 w 149"/>
              <a:gd name="T61" fmla="*/ 1 h 85"/>
              <a:gd name="T62" fmla="*/ 124 w 149"/>
              <a:gd name="T63" fmla="*/ 51 h 85"/>
              <a:gd name="T64" fmla="*/ 149 w 149"/>
              <a:gd name="T65" fmla="*/ 40 h 85"/>
              <a:gd name="T66" fmla="*/ 81 w 149"/>
              <a:gd name="T67" fmla="*/ 22 h 85"/>
              <a:gd name="T68" fmla="*/ 73 w 149"/>
              <a:gd name="T69" fmla="*/ 22 h 85"/>
              <a:gd name="T70" fmla="*/ 51 w 149"/>
              <a:gd name="T71" fmla="*/ 33 h 85"/>
              <a:gd name="T72" fmla="*/ 71 w 149"/>
              <a:gd name="T73" fmla="*/ 38 h 85"/>
              <a:gd name="T74" fmla="*/ 110 w 149"/>
              <a:gd name="T75" fmla="*/ 61 h 85"/>
              <a:gd name="T76" fmla="*/ 116 w 149"/>
              <a:gd name="T77" fmla="*/ 53 h 85"/>
              <a:gd name="T78" fmla="*/ 110 w 149"/>
              <a:gd name="T79" fmla="*/ 61 h 85"/>
              <a:gd name="T80" fmla="*/ 38 w 149"/>
              <a:gd name="T81" fmla="*/ 60 h 85"/>
              <a:gd name="T82" fmla="*/ 21 w 149"/>
              <a:gd name="T83" fmla="*/ 56 h 85"/>
              <a:gd name="T84" fmla="*/ 31 w 149"/>
              <a:gd name="T85" fmla="*/ 0 h 85"/>
              <a:gd name="T86" fmla="*/ 36 w 149"/>
              <a:gd name="T87" fmla="*/ 61 h 85"/>
              <a:gd name="T88" fmla="*/ 49 w 149"/>
              <a:gd name="T89" fmla="*/ 2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9" h="85">
                <a:moveTo>
                  <a:pt x="39" y="70"/>
                </a:moveTo>
                <a:cubicBezTo>
                  <a:pt x="37" y="70"/>
                  <a:pt x="36" y="70"/>
                  <a:pt x="35" y="69"/>
                </a:cubicBezTo>
                <a:cubicBezTo>
                  <a:pt x="34" y="68"/>
                  <a:pt x="34" y="67"/>
                  <a:pt x="34" y="66"/>
                </a:cubicBezTo>
                <a:cubicBezTo>
                  <a:pt x="33" y="65"/>
                  <a:pt x="34" y="63"/>
                  <a:pt x="35" y="63"/>
                </a:cubicBezTo>
                <a:cubicBezTo>
                  <a:pt x="41" y="56"/>
                  <a:pt x="41" y="56"/>
                  <a:pt x="41" y="56"/>
                </a:cubicBezTo>
                <a:cubicBezTo>
                  <a:pt x="41" y="55"/>
                  <a:pt x="42" y="55"/>
                  <a:pt x="43" y="55"/>
                </a:cubicBezTo>
                <a:cubicBezTo>
                  <a:pt x="45" y="54"/>
                  <a:pt x="46" y="55"/>
                  <a:pt x="47" y="56"/>
                </a:cubicBezTo>
                <a:cubicBezTo>
                  <a:pt x="48" y="57"/>
                  <a:pt x="48" y="58"/>
                  <a:pt x="48" y="59"/>
                </a:cubicBezTo>
                <a:cubicBezTo>
                  <a:pt x="48" y="60"/>
                  <a:pt x="48" y="61"/>
                  <a:pt x="47" y="62"/>
                </a:cubicBezTo>
                <a:cubicBezTo>
                  <a:pt x="41" y="69"/>
                  <a:pt x="41" y="69"/>
                  <a:pt x="41" y="69"/>
                </a:cubicBezTo>
                <a:cubicBezTo>
                  <a:pt x="41" y="69"/>
                  <a:pt x="40" y="70"/>
                  <a:pt x="39" y="70"/>
                </a:cubicBezTo>
                <a:close/>
                <a:moveTo>
                  <a:pt x="91" y="61"/>
                </a:moveTo>
                <a:cubicBezTo>
                  <a:pt x="91" y="61"/>
                  <a:pt x="102" y="70"/>
                  <a:pt x="104" y="71"/>
                </a:cubicBezTo>
                <a:cubicBezTo>
                  <a:pt x="107" y="71"/>
                  <a:pt x="108" y="70"/>
                  <a:pt x="109" y="69"/>
                </a:cubicBezTo>
                <a:cubicBezTo>
                  <a:pt x="110" y="68"/>
                  <a:pt x="111" y="66"/>
                  <a:pt x="111" y="64"/>
                </a:cubicBezTo>
                <a:cubicBezTo>
                  <a:pt x="111" y="63"/>
                  <a:pt x="110" y="62"/>
                  <a:pt x="110" y="61"/>
                </a:cubicBezTo>
                <a:moveTo>
                  <a:pt x="82" y="67"/>
                </a:moveTo>
                <a:cubicBezTo>
                  <a:pt x="91" y="75"/>
                  <a:pt x="91" y="75"/>
                  <a:pt x="91" y="75"/>
                </a:cubicBezTo>
                <a:cubicBezTo>
                  <a:pt x="92" y="76"/>
                  <a:pt x="94" y="77"/>
                  <a:pt x="95" y="77"/>
                </a:cubicBezTo>
                <a:cubicBezTo>
                  <a:pt x="97" y="77"/>
                  <a:pt x="98" y="77"/>
                  <a:pt x="100" y="76"/>
                </a:cubicBezTo>
                <a:cubicBezTo>
                  <a:pt x="101" y="74"/>
                  <a:pt x="102" y="73"/>
                  <a:pt x="102" y="71"/>
                </a:cubicBezTo>
                <a:cubicBezTo>
                  <a:pt x="102" y="70"/>
                  <a:pt x="101" y="70"/>
                  <a:pt x="101" y="69"/>
                </a:cubicBezTo>
                <a:moveTo>
                  <a:pt x="77" y="77"/>
                </a:moveTo>
                <a:cubicBezTo>
                  <a:pt x="81" y="81"/>
                  <a:pt x="81" y="81"/>
                  <a:pt x="81" y="81"/>
                </a:cubicBezTo>
                <a:cubicBezTo>
                  <a:pt x="82" y="82"/>
                  <a:pt x="84" y="83"/>
                  <a:pt x="85" y="83"/>
                </a:cubicBezTo>
                <a:cubicBezTo>
                  <a:pt x="87" y="83"/>
                  <a:pt x="88" y="83"/>
                  <a:pt x="90" y="81"/>
                </a:cubicBezTo>
                <a:cubicBezTo>
                  <a:pt x="91" y="80"/>
                  <a:pt x="92" y="79"/>
                  <a:pt x="92" y="77"/>
                </a:cubicBezTo>
                <a:cubicBezTo>
                  <a:pt x="92" y="76"/>
                  <a:pt x="91" y="76"/>
                  <a:pt x="91" y="75"/>
                </a:cubicBezTo>
                <a:moveTo>
                  <a:pt x="66" y="81"/>
                </a:moveTo>
                <a:cubicBezTo>
                  <a:pt x="70" y="83"/>
                  <a:pt x="70" y="83"/>
                  <a:pt x="70" y="83"/>
                </a:cubicBezTo>
                <a:cubicBezTo>
                  <a:pt x="70" y="83"/>
                  <a:pt x="73" y="84"/>
                  <a:pt x="75" y="83"/>
                </a:cubicBezTo>
                <a:cubicBezTo>
                  <a:pt x="77" y="83"/>
                  <a:pt x="78" y="83"/>
                  <a:pt x="79" y="82"/>
                </a:cubicBezTo>
                <a:cubicBezTo>
                  <a:pt x="80" y="81"/>
                  <a:pt x="80" y="81"/>
                  <a:pt x="81" y="80"/>
                </a:cubicBezTo>
                <a:moveTo>
                  <a:pt x="47" y="75"/>
                </a:moveTo>
                <a:cubicBezTo>
                  <a:pt x="58" y="64"/>
                  <a:pt x="58" y="64"/>
                  <a:pt x="58" y="64"/>
                </a:cubicBezTo>
                <a:cubicBezTo>
                  <a:pt x="59" y="62"/>
                  <a:pt x="59" y="59"/>
                  <a:pt x="57" y="58"/>
                </a:cubicBezTo>
                <a:cubicBezTo>
                  <a:pt x="56" y="57"/>
                  <a:pt x="55" y="56"/>
                  <a:pt x="54" y="56"/>
                </a:cubicBezTo>
                <a:cubicBezTo>
                  <a:pt x="53" y="57"/>
                  <a:pt x="52" y="57"/>
                  <a:pt x="51" y="58"/>
                </a:cubicBezTo>
                <a:cubicBezTo>
                  <a:pt x="41" y="69"/>
                  <a:pt x="41" y="69"/>
                  <a:pt x="41" y="69"/>
                </a:cubicBezTo>
                <a:cubicBezTo>
                  <a:pt x="39" y="71"/>
                  <a:pt x="39" y="74"/>
                  <a:pt x="41" y="76"/>
                </a:cubicBezTo>
                <a:cubicBezTo>
                  <a:pt x="42" y="77"/>
                  <a:pt x="43" y="77"/>
                  <a:pt x="45" y="77"/>
                </a:cubicBezTo>
                <a:cubicBezTo>
                  <a:pt x="46" y="77"/>
                  <a:pt x="47" y="76"/>
                  <a:pt x="47" y="75"/>
                </a:cubicBezTo>
                <a:close/>
                <a:moveTo>
                  <a:pt x="56" y="79"/>
                </a:moveTo>
                <a:cubicBezTo>
                  <a:pt x="65" y="69"/>
                  <a:pt x="65" y="69"/>
                  <a:pt x="65" y="69"/>
                </a:cubicBezTo>
                <a:cubicBezTo>
                  <a:pt x="67" y="67"/>
                  <a:pt x="67" y="64"/>
                  <a:pt x="65" y="63"/>
                </a:cubicBezTo>
                <a:cubicBezTo>
                  <a:pt x="64" y="62"/>
                  <a:pt x="63" y="61"/>
                  <a:pt x="61" y="61"/>
                </a:cubicBezTo>
                <a:cubicBezTo>
                  <a:pt x="60" y="62"/>
                  <a:pt x="59" y="62"/>
                  <a:pt x="59" y="63"/>
                </a:cubicBezTo>
                <a:cubicBezTo>
                  <a:pt x="49" y="73"/>
                  <a:pt x="49" y="73"/>
                  <a:pt x="49" y="73"/>
                </a:cubicBezTo>
                <a:cubicBezTo>
                  <a:pt x="48" y="75"/>
                  <a:pt x="48" y="78"/>
                  <a:pt x="49" y="80"/>
                </a:cubicBezTo>
                <a:cubicBezTo>
                  <a:pt x="50" y="81"/>
                  <a:pt x="52" y="81"/>
                  <a:pt x="53" y="81"/>
                </a:cubicBezTo>
                <a:cubicBezTo>
                  <a:pt x="54" y="81"/>
                  <a:pt x="55" y="80"/>
                  <a:pt x="56" y="79"/>
                </a:cubicBezTo>
                <a:close/>
                <a:moveTo>
                  <a:pt x="69" y="78"/>
                </a:moveTo>
                <a:cubicBezTo>
                  <a:pt x="70" y="77"/>
                  <a:pt x="70" y="77"/>
                  <a:pt x="70" y="77"/>
                </a:cubicBezTo>
                <a:cubicBezTo>
                  <a:pt x="72" y="75"/>
                  <a:pt x="72" y="72"/>
                  <a:pt x="70" y="70"/>
                </a:cubicBezTo>
                <a:cubicBezTo>
                  <a:pt x="69" y="70"/>
                  <a:pt x="67" y="69"/>
                  <a:pt x="66" y="69"/>
                </a:cubicBezTo>
                <a:cubicBezTo>
                  <a:pt x="65" y="70"/>
                  <a:pt x="64" y="70"/>
                  <a:pt x="63" y="71"/>
                </a:cubicBezTo>
                <a:cubicBezTo>
                  <a:pt x="58" y="77"/>
                  <a:pt x="58" y="77"/>
                  <a:pt x="58" y="77"/>
                </a:cubicBezTo>
                <a:cubicBezTo>
                  <a:pt x="56" y="79"/>
                  <a:pt x="56" y="82"/>
                  <a:pt x="58" y="83"/>
                </a:cubicBezTo>
                <a:cubicBezTo>
                  <a:pt x="59" y="84"/>
                  <a:pt x="61" y="85"/>
                  <a:pt x="62" y="84"/>
                </a:cubicBezTo>
                <a:cubicBezTo>
                  <a:pt x="63" y="84"/>
                  <a:pt x="64" y="84"/>
                  <a:pt x="65" y="83"/>
                </a:cubicBezTo>
                <a:lnTo>
                  <a:pt x="69" y="78"/>
                </a:lnTo>
                <a:close/>
                <a:moveTo>
                  <a:pt x="128" y="1"/>
                </a:moveTo>
                <a:cubicBezTo>
                  <a:pt x="119" y="6"/>
                  <a:pt x="105" y="13"/>
                  <a:pt x="103" y="14"/>
                </a:cubicBezTo>
                <a:cubicBezTo>
                  <a:pt x="105" y="17"/>
                  <a:pt x="113" y="32"/>
                  <a:pt x="124" y="51"/>
                </a:cubicBezTo>
                <a:cubicBezTo>
                  <a:pt x="125" y="53"/>
                  <a:pt x="125" y="53"/>
                  <a:pt x="125" y="53"/>
                </a:cubicBezTo>
                <a:cubicBezTo>
                  <a:pt x="149" y="40"/>
                  <a:pt x="149" y="40"/>
                  <a:pt x="149" y="40"/>
                </a:cubicBezTo>
                <a:moveTo>
                  <a:pt x="106" y="19"/>
                </a:moveTo>
                <a:cubicBezTo>
                  <a:pt x="94" y="15"/>
                  <a:pt x="88" y="22"/>
                  <a:pt x="81" y="22"/>
                </a:cubicBezTo>
                <a:cubicBezTo>
                  <a:pt x="78" y="22"/>
                  <a:pt x="75" y="22"/>
                  <a:pt x="74" y="22"/>
                </a:cubicBezTo>
                <a:cubicBezTo>
                  <a:pt x="74" y="22"/>
                  <a:pt x="74" y="22"/>
                  <a:pt x="73" y="22"/>
                </a:cubicBezTo>
                <a:cubicBezTo>
                  <a:pt x="73" y="22"/>
                  <a:pt x="72" y="22"/>
                  <a:pt x="71" y="23"/>
                </a:cubicBezTo>
                <a:cubicBezTo>
                  <a:pt x="51" y="33"/>
                  <a:pt x="51" y="33"/>
                  <a:pt x="51" y="33"/>
                </a:cubicBezTo>
                <a:cubicBezTo>
                  <a:pt x="42" y="38"/>
                  <a:pt x="51" y="45"/>
                  <a:pt x="54" y="44"/>
                </a:cubicBezTo>
                <a:cubicBezTo>
                  <a:pt x="58" y="43"/>
                  <a:pt x="65" y="40"/>
                  <a:pt x="71" y="38"/>
                </a:cubicBezTo>
                <a:cubicBezTo>
                  <a:pt x="74" y="37"/>
                  <a:pt x="78" y="37"/>
                  <a:pt x="81" y="39"/>
                </a:cubicBezTo>
                <a:cubicBezTo>
                  <a:pt x="89" y="46"/>
                  <a:pt x="108" y="60"/>
                  <a:pt x="110" y="61"/>
                </a:cubicBezTo>
                <a:moveTo>
                  <a:pt x="123" y="49"/>
                </a:moveTo>
                <a:cubicBezTo>
                  <a:pt x="121" y="49"/>
                  <a:pt x="117" y="52"/>
                  <a:pt x="116" y="53"/>
                </a:cubicBezTo>
                <a:cubicBezTo>
                  <a:pt x="116" y="53"/>
                  <a:pt x="115" y="54"/>
                  <a:pt x="114" y="56"/>
                </a:cubicBezTo>
                <a:cubicBezTo>
                  <a:pt x="113" y="58"/>
                  <a:pt x="111" y="61"/>
                  <a:pt x="110" y="61"/>
                </a:cubicBezTo>
                <a:moveTo>
                  <a:pt x="38" y="60"/>
                </a:moveTo>
                <a:cubicBezTo>
                  <a:pt x="38" y="60"/>
                  <a:pt x="38" y="60"/>
                  <a:pt x="38" y="60"/>
                </a:cubicBezTo>
                <a:moveTo>
                  <a:pt x="0" y="38"/>
                </a:moveTo>
                <a:cubicBezTo>
                  <a:pt x="21" y="56"/>
                  <a:pt x="21" y="56"/>
                  <a:pt x="21" y="56"/>
                </a:cubicBezTo>
                <a:cubicBezTo>
                  <a:pt x="52" y="18"/>
                  <a:pt x="52" y="18"/>
                  <a:pt x="52" y="18"/>
                </a:cubicBezTo>
                <a:cubicBezTo>
                  <a:pt x="31" y="0"/>
                  <a:pt x="31" y="0"/>
                  <a:pt x="31" y="0"/>
                </a:cubicBezTo>
                <a:moveTo>
                  <a:pt x="24" y="53"/>
                </a:moveTo>
                <a:cubicBezTo>
                  <a:pt x="30" y="58"/>
                  <a:pt x="36" y="61"/>
                  <a:pt x="36" y="61"/>
                </a:cubicBezTo>
                <a:moveTo>
                  <a:pt x="64" y="26"/>
                </a:moveTo>
                <a:cubicBezTo>
                  <a:pt x="61" y="25"/>
                  <a:pt x="55" y="22"/>
                  <a:pt x="49" y="2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E33D153A-D3C1-4BE8-B9E5-73D1F6542939}"/>
              </a:ext>
            </a:extLst>
          </p:cNvPr>
          <p:cNvSpPr>
            <a:spLocks noEditPoints="1"/>
          </p:cNvSpPr>
          <p:nvPr/>
        </p:nvSpPr>
        <p:spPr bwMode="auto">
          <a:xfrm>
            <a:off x="4205288" y="4927600"/>
            <a:ext cx="434975" cy="346075"/>
          </a:xfrm>
          <a:custGeom>
            <a:avLst/>
            <a:gdLst>
              <a:gd name="T0" fmla="*/ 115 w 115"/>
              <a:gd name="T1" fmla="*/ 92 h 92"/>
              <a:gd name="T2" fmla="*/ 0 w 115"/>
              <a:gd name="T3" fmla="*/ 92 h 92"/>
              <a:gd name="T4" fmla="*/ 28 w 115"/>
              <a:gd name="T5" fmla="*/ 67 h 92"/>
              <a:gd name="T6" fmla="*/ 12 w 115"/>
              <a:gd name="T7" fmla="*/ 67 h 92"/>
              <a:gd name="T8" fmla="*/ 12 w 115"/>
              <a:gd name="T9" fmla="*/ 92 h 92"/>
              <a:gd name="T10" fmla="*/ 28 w 115"/>
              <a:gd name="T11" fmla="*/ 92 h 92"/>
              <a:gd name="T12" fmla="*/ 28 w 115"/>
              <a:gd name="T13" fmla="*/ 67 h 92"/>
              <a:gd name="T14" fmla="*/ 53 w 115"/>
              <a:gd name="T15" fmla="*/ 42 h 92"/>
              <a:gd name="T16" fmla="*/ 37 w 115"/>
              <a:gd name="T17" fmla="*/ 42 h 92"/>
              <a:gd name="T18" fmla="*/ 37 w 115"/>
              <a:gd name="T19" fmla="*/ 92 h 92"/>
              <a:gd name="T20" fmla="*/ 53 w 115"/>
              <a:gd name="T21" fmla="*/ 92 h 92"/>
              <a:gd name="T22" fmla="*/ 53 w 115"/>
              <a:gd name="T23" fmla="*/ 42 h 92"/>
              <a:gd name="T24" fmla="*/ 77 w 115"/>
              <a:gd name="T25" fmla="*/ 53 h 92"/>
              <a:gd name="T26" fmla="*/ 62 w 115"/>
              <a:gd name="T27" fmla="*/ 53 h 92"/>
              <a:gd name="T28" fmla="*/ 62 w 115"/>
              <a:gd name="T29" fmla="*/ 92 h 92"/>
              <a:gd name="T30" fmla="*/ 77 w 115"/>
              <a:gd name="T31" fmla="*/ 92 h 92"/>
              <a:gd name="T32" fmla="*/ 77 w 115"/>
              <a:gd name="T33" fmla="*/ 53 h 92"/>
              <a:gd name="T34" fmla="*/ 102 w 115"/>
              <a:gd name="T35" fmla="*/ 28 h 92"/>
              <a:gd name="T36" fmla="*/ 86 w 115"/>
              <a:gd name="T37" fmla="*/ 28 h 92"/>
              <a:gd name="T38" fmla="*/ 86 w 115"/>
              <a:gd name="T39" fmla="*/ 92 h 92"/>
              <a:gd name="T40" fmla="*/ 102 w 115"/>
              <a:gd name="T41" fmla="*/ 92 h 92"/>
              <a:gd name="T42" fmla="*/ 102 w 115"/>
              <a:gd name="T43" fmla="*/ 28 h 92"/>
              <a:gd name="T44" fmla="*/ 20 w 115"/>
              <a:gd name="T45" fmla="*/ 40 h 92"/>
              <a:gd name="T46" fmla="*/ 15 w 115"/>
              <a:gd name="T47" fmla="*/ 44 h 92"/>
              <a:gd name="T48" fmla="*/ 20 w 115"/>
              <a:gd name="T49" fmla="*/ 49 h 92"/>
              <a:gd name="T50" fmla="*/ 24 w 115"/>
              <a:gd name="T51" fmla="*/ 44 h 92"/>
              <a:gd name="T52" fmla="*/ 20 w 115"/>
              <a:gd name="T53" fmla="*/ 40 h 92"/>
              <a:gd name="T54" fmla="*/ 45 w 115"/>
              <a:gd name="T55" fmla="*/ 16 h 92"/>
              <a:gd name="T56" fmla="*/ 40 w 115"/>
              <a:gd name="T57" fmla="*/ 21 h 92"/>
              <a:gd name="T58" fmla="*/ 45 w 115"/>
              <a:gd name="T59" fmla="*/ 25 h 92"/>
              <a:gd name="T60" fmla="*/ 49 w 115"/>
              <a:gd name="T61" fmla="*/ 21 h 92"/>
              <a:gd name="T62" fmla="*/ 45 w 115"/>
              <a:gd name="T63" fmla="*/ 16 h 92"/>
              <a:gd name="T64" fmla="*/ 69 w 115"/>
              <a:gd name="T65" fmla="*/ 28 h 92"/>
              <a:gd name="T66" fmla="*/ 65 w 115"/>
              <a:gd name="T67" fmla="*/ 32 h 92"/>
              <a:gd name="T68" fmla="*/ 69 w 115"/>
              <a:gd name="T69" fmla="*/ 37 h 92"/>
              <a:gd name="T70" fmla="*/ 74 w 115"/>
              <a:gd name="T71" fmla="*/ 32 h 92"/>
              <a:gd name="T72" fmla="*/ 69 w 115"/>
              <a:gd name="T73" fmla="*/ 28 h 92"/>
              <a:gd name="T74" fmla="*/ 94 w 115"/>
              <a:gd name="T75" fmla="*/ 0 h 92"/>
              <a:gd name="T76" fmla="*/ 90 w 115"/>
              <a:gd name="T77" fmla="*/ 4 h 92"/>
              <a:gd name="T78" fmla="*/ 94 w 115"/>
              <a:gd name="T79" fmla="*/ 9 h 92"/>
              <a:gd name="T80" fmla="*/ 99 w 115"/>
              <a:gd name="T81" fmla="*/ 4 h 92"/>
              <a:gd name="T82" fmla="*/ 94 w 115"/>
              <a:gd name="T83" fmla="*/ 0 h 92"/>
              <a:gd name="T84" fmla="*/ 72 w 115"/>
              <a:gd name="T85" fmla="*/ 29 h 92"/>
              <a:gd name="T86" fmla="*/ 91 w 115"/>
              <a:gd name="T87" fmla="*/ 8 h 92"/>
              <a:gd name="T88" fmla="*/ 49 w 115"/>
              <a:gd name="T89" fmla="*/ 23 h 92"/>
              <a:gd name="T90" fmla="*/ 65 w 115"/>
              <a:gd name="T91" fmla="*/ 31 h 92"/>
              <a:gd name="T92" fmla="*/ 41 w 115"/>
              <a:gd name="T93" fmla="*/ 24 h 92"/>
              <a:gd name="T94" fmla="*/ 23 w 115"/>
              <a:gd name="T95" fmla="*/ 4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5" h="92">
                <a:moveTo>
                  <a:pt x="115" y="92"/>
                </a:moveTo>
                <a:cubicBezTo>
                  <a:pt x="0" y="92"/>
                  <a:pt x="0" y="92"/>
                  <a:pt x="0" y="92"/>
                </a:cubicBezTo>
                <a:moveTo>
                  <a:pt x="28" y="67"/>
                </a:moveTo>
                <a:cubicBezTo>
                  <a:pt x="12" y="67"/>
                  <a:pt x="12" y="67"/>
                  <a:pt x="12" y="67"/>
                </a:cubicBezTo>
                <a:cubicBezTo>
                  <a:pt x="12" y="92"/>
                  <a:pt x="12" y="92"/>
                  <a:pt x="12" y="92"/>
                </a:cubicBezTo>
                <a:cubicBezTo>
                  <a:pt x="28" y="92"/>
                  <a:pt x="28" y="92"/>
                  <a:pt x="28" y="92"/>
                </a:cubicBezTo>
                <a:lnTo>
                  <a:pt x="28" y="67"/>
                </a:lnTo>
                <a:close/>
                <a:moveTo>
                  <a:pt x="53" y="42"/>
                </a:moveTo>
                <a:cubicBezTo>
                  <a:pt x="37" y="42"/>
                  <a:pt x="37" y="42"/>
                  <a:pt x="37" y="42"/>
                </a:cubicBezTo>
                <a:cubicBezTo>
                  <a:pt x="37" y="92"/>
                  <a:pt x="37" y="92"/>
                  <a:pt x="37" y="92"/>
                </a:cubicBezTo>
                <a:cubicBezTo>
                  <a:pt x="53" y="92"/>
                  <a:pt x="53" y="92"/>
                  <a:pt x="53" y="92"/>
                </a:cubicBezTo>
                <a:lnTo>
                  <a:pt x="53" y="42"/>
                </a:lnTo>
                <a:close/>
                <a:moveTo>
                  <a:pt x="77" y="53"/>
                </a:moveTo>
                <a:cubicBezTo>
                  <a:pt x="62" y="53"/>
                  <a:pt x="62" y="53"/>
                  <a:pt x="62" y="53"/>
                </a:cubicBezTo>
                <a:cubicBezTo>
                  <a:pt x="62" y="92"/>
                  <a:pt x="62" y="92"/>
                  <a:pt x="62" y="92"/>
                </a:cubicBezTo>
                <a:cubicBezTo>
                  <a:pt x="77" y="92"/>
                  <a:pt x="77" y="92"/>
                  <a:pt x="77" y="92"/>
                </a:cubicBezTo>
                <a:lnTo>
                  <a:pt x="77" y="53"/>
                </a:lnTo>
                <a:close/>
                <a:moveTo>
                  <a:pt x="102" y="28"/>
                </a:moveTo>
                <a:cubicBezTo>
                  <a:pt x="86" y="28"/>
                  <a:pt x="86" y="28"/>
                  <a:pt x="86" y="28"/>
                </a:cubicBezTo>
                <a:cubicBezTo>
                  <a:pt x="86" y="92"/>
                  <a:pt x="86" y="92"/>
                  <a:pt x="86" y="92"/>
                </a:cubicBezTo>
                <a:cubicBezTo>
                  <a:pt x="102" y="92"/>
                  <a:pt x="102" y="92"/>
                  <a:pt x="102" y="92"/>
                </a:cubicBezTo>
                <a:lnTo>
                  <a:pt x="102" y="28"/>
                </a:lnTo>
                <a:close/>
                <a:moveTo>
                  <a:pt x="20" y="40"/>
                </a:moveTo>
                <a:cubicBezTo>
                  <a:pt x="17" y="40"/>
                  <a:pt x="15" y="42"/>
                  <a:pt x="15" y="44"/>
                </a:cubicBezTo>
                <a:cubicBezTo>
                  <a:pt x="15" y="47"/>
                  <a:pt x="17" y="49"/>
                  <a:pt x="20" y="49"/>
                </a:cubicBezTo>
                <a:cubicBezTo>
                  <a:pt x="22" y="49"/>
                  <a:pt x="24" y="47"/>
                  <a:pt x="24" y="44"/>
                </a:cubicBezTo>
                <a:cubicBezTo>
                  <a:pt x="24" y="42"/>
                  <a:pt x="22" y="40"/>
                  <a:pt x="20" y="40"/>
                </a:cubicBezTo>
                <a:close/>
                <a:moveTo>
                  <a:pt x="45" y="16"/>
                </a:moveTo>
                <a:cubicBezTo>
                  <a:pt x="42" y="16"/>
                  <a:pt x="40" y="18"/>
                  <a:pt x="40" y="21"/>
                </a:cubicBezTo>
                <a:cubicBezTo>
                  <a:pt x="40" y="23"/>
                  <a:pt x="42" y="25"/>
                  <a:pt x="45" y="25"/>
                </a:cubicBezTo>
                <a:cubicBezTo>
                  <a:pt x="47" y="25"/>
                  <a:pt x="49" y="23"/>
                  <a:pt x="49" y="21"/>
                </a:cubicBezTo>
                <a:cubicBezTo>
                  <a:pt x="49" y="18"/>
                  <a:pt x="47" y="16"/>
                  <a:pt x="45" y="16"/>
                </a:cubicBezTo>
                <a:close/>
                <a:moveTo>
                  <a:pt x="69" y="28"/>
                </a:moveTo>
                <a:cubicBezTo>
                  <a:pt x="67" y="28"/>
                  <a:pt x="65" y="30"/>
                  <a:pt x="65" y="32"/>
                </a:cubicBezTo>
                <a:cubicBezTo>
                  <a:pt x="65" y="35"/>
                  <a:pt x="67" y="37"/>
                  <a:pt x="69" y="37"/>
                </a:cubicBezTo>
                <a:cubicBezTo>
                  <a:pt x="72" y="37"/>
                  <a:pt x="74" y="35"/>
                  <a:pt x="74" y="32"/>
                </a:cubicBezTo>
                <a:cubicBezTo>
                  <a:pt x="74" y="30"/>
                  <a:pt x="72" y="28"/>
                  <a:pt x="69" y="28"/>
                </a:cubicBezTo>
                <a:close/>
                <a:moveTo>
                  <a:pt x="94" y="0"/>
                </a:moveTo>
                <a:cubicBezTo>
                  <a:pt x="92" y="0"/>
                  <a:pt x="90" y="2"/>
                  <a:pt x="90" y="4"/>
                </a:cubicBezTo>
                <a:cubicBezTo>
                  <a:pt x="90" y="7"/>
                  <a:pt x="92" y="9"/>
                  <a:pt x="94" y="9"/>
                </a:cubicBezTo>
                <a:cubicBezTo>
                  <a:pt x="97" y="9"/>
                  <a:pt x="99" y="7"/>
                  <a:pt x="99" y="4"/>
                </a:cubicBezTo>
                <a:cubicBezTo>
                  <a:pt x="99" y="2"/>
                  <a:pt x="97" y="0"/>
                  <a:pt x="94" y="0"/>
                </a:cubicBezTo>
                <a:close/>
                <a:moveTo>
                  <a:pt x="72" y="29"/>
                </a:moveTo>
                <a:cubicBezTo>
                  <a:pt x="91" y="8"/>
                  <a:pt x="91" y="8"/>
                  <a:pt x="91" y="8"/>
                </a:cubicBezTo>
                <a:moveTo>
                  <a:pt x="49" y="23"/>
                </a:moveTo>
                <a:cubicBezTo>
                  <a:pt x="65" y="31"/>
                  <a:pt x="65" y="31"/>
                  <a:pt x="65" y="31"/>
                </a:cubicBezTo>
                <a:moveTo>
                  <a:pt x="41" y="24"/>
                </a:moveTo>
                <a:cubicBezTo>
                  <a:pt x="23" y="41"/>
                  <a:pt x="23" y="41"/>
                  <a:pt x="23" y="4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3261D303-1FFB-4506-AE9D-AB4FD7252EE5}"/>
              </a:ext>
            </a:extLst>
          </p:cNvPr>
          <p:cNvSpPr>
            <a:spLocks noEditPoints="1"/>
          </p:cNvSpPr>
          <p:nvPr/>
        </p:nvSpPr>
        <p:spPr bwMode="auto">
          <a:xfrm>
            <a:off x="6438901" y="2627313"/>
            <a:ext cx="430213" cy="444500"/>
          </a:xfrm>
          <a:custGeom>
            <a:avLst/>
            <a:gdLst>
              <a:gd name="T0" fmla="*/ 42 w 114"/>
              <a:gd name="T1" fmla="*/ 12 h 118"/>
              <a:gd name="T2" fmla="*/ 100 w 114"/>
              <a:gd name="T3" fmla="*/ 47 h 118"/>
              <a:gd name="T4" fmla="*/ 114 w 114"/>
              <a:gd name="T5" fmla="*/ 76 h 118"/>
              <a:gd name="T6" fmla="*/ 102 w 114"/>
              <a:gd name="T7" fmla="*/ 76 h 118"/>
              <a:gd name="T8" fmla="*/ 102 w 114"/>
              <a:gd name="T9" fmla="*/ 95 h 118"/>
              <a:gd name="T10" fmla="*/ 96 w 114"/>
              <a:gd name="T11" fmla="*/ 101 h 118"/>
              <a:gd name="T12" fmla="*/ 83 w 114"/>
              <a:gd name="T13" fmla="*/ 101 h 118"/>
              <a:gd name="T14" fmla="*/ 83 w 114"/>
              <a:gd name="T15" fmla="*/ 118 h 118"/>
              <a:gd name="T16" fmla="*/ 31 w 114"/>
              <a:gd name="T17" fmla="*/ 118 h 118"/>
              <a:gd name="T18" fmla="*/ 31 w 114"/>
              <a:gd name="T19" fmla="*/ 101 h 118"/>
              <a:gd name="T20" fmla="*/ 25 w 114"/>
              <a:gd name="T21" fmla="*/ 89 h 118"/>
              <a:gd name="T22" fmla="*/ 64 w 114"/>
              <a:gd name="T23" fmla="*/ 53 h 118"/>
              <a:gd name="T24" fmla="*/ 64 w 114"/>
              <a:gd name="T25" fmla="*/ 45 h 118"/>
              <a:gd name="T26" fmla="*/ 54 w 114"/>
              <a:gd name="T27" fmla="*/ 42 h 118"/>
              <a:gd name="T28" fmla="*/ 53 w 114"/>
              <a:gd name="T29" fmla="*/ 39 h 118"/>
              <a:gd name="T30" fmla="*/ 57 w 114"/>
              <a:gd name="T31" fmla="*/ 30 h 118"/>
              <a:gd name="T32" fmla="*/ 51 w 114"/>
              <a:gd name="T33" fmla="*/ 24 h 118"/>
              <a:gd name="T34" fmla="*/ 42 w 114"/>
              <a:gd name="T35" fmla="*/ 28 h 118"/>
              <a:gd name="T36" fmla="*/ 39 w 114"/>
              <a:gd name="T37" fmla="*/ 27 h 118"/>
              <a:gd name="T38" fmla="*/ 36 w 114"/>
              <a:gd name="T39" fmla="*/ 18 h 118"/>
              <a:gd name="T40" fmla="*/ 28 w 114"/>
              <a:gd name="T41" fmla="*/ 18 h 118"/>
              <a:gd name="T42" fmla="*/ 24 w 114"/>
              <a:gd name="T43" fmla="*/ 27 h 118"/>
              <a:gd name="T44" fmla="*/ 21 w 114"/>
              <a:gd name="T45" fmla="*/ 28 h 118"/>
              <a:gd name="T46" fmla="*/ 12 w 114"/>
              <a:gd name="T47" fmla="*/ 24 h 118"/>
              <a:gd name="T48" fmla="*/ 7 w 114"/>
              <a:gd name="T49" fmla="*/ 30 h 118"/>
              <a:gd name="T50" fmla="*/ 10 w 114"/>
              <a:gd name="T51" fmla="*/ 39 h 118"/>
              <a:gd name="T52" fmla="*/ 9 w 114"/>
              <a:gd name="T53" fmla="*/ 42 h 118"/>
              <a:gd name="T54" fmla="*/ 0 w 114"/>
              <a:gd name="T55" fmla="*/ 45 h 118"/>
              <a:gd name="T56" fmla="*/ 0 w 114"/>
              <a:gd name="T57" fmla="*/ 53 h 118"/>
              <a:gd name="T58" fmla="*/ 9 w 114"/>
              <a:gd name="T59" fmla="*/ 57 h 118"/>
              <a:gd name="T60" fmla="*/ 10 w 114"/>
              <a:gd name="T61" fmla="*/ 60 h 118"/>
              <a:gd name="T62" fmla="*/ 7 w 114"/>
              <a:gd name="T63" fmla="*/ 69 h 118"/>
              <a:gd name="T64" fmla="*/ 12 w 114"/>
              <a:gd name="T65" fmla="*/ 75 h 118"/>
              <a:gd name="T66" fmla="*/ 21 w 114"/>
              <a:gd name="T67" fmla="*/ 71 h 118"/>
              <a:gd name="T68" fmla="*/ 24 w 114"/>
              <a:gd name="T69" fmla="*/ 72 h 118"/>
              <a:gd name="T70" fmla="*/ 28 w 114"/>
              <a:gd name="T71" fmla="*/ 81 h 118"/>
              <a:gd name="T72" fmla="*/ 36 w 114"/>
              <a:gd name="T73" fmla="*/ 81 h 118"/>
              <a:gd name="T74" fmla="*/ 39 w 114"/>
              <a:gd name="T75" fmla="*/ 72 h 118"/>
              <a:gd name="T76" fmla="*/ 42 w 114"/>
              <a:gd name="T77" fmla="*/ 71 h 118"/>
              <a:gd name="T78" fmla="*/ 51 w 114"/>
              <a:gd name="T79" fmla="*/ 75 h 118"/>
              <a:gd name="T80" fmla="*/ 57 w 114"/>
              <a:gd name="T81" fmla="*/ 69 h 118"/>
              <a:gd name="T82" fmla="*/ 53 w 114"/>
              <a:gd name="T83" fmla="*/ 60 h 118"/>
              <a:gd name="T84" fmla="*/ 54 w 114"/>
              <a:gd name="T85" fmla="*/ 57 h 118"/>
              <a:gd name="T86" fmla="*/ 64 w 114"/>
              <a:gd name="T87" fmla="*/ 53 h 118"/>
              <a:gd name="T88" fmla="*/ 32 w 114"/>
              <a:gd name="T89" fmla="*/ 36 h 118"/>
              <a:gd name="T90" fmla="*/ 18 w 114"/>
              <a:gd name="T91" fmla="*/ 49 h 118"/>
              <a:gd name="T92" fmla="*/ 32 w 114"/>
              <a:gd name="T93" fmla="*/ 63 h 118"/>
              <a:gd name="T94" fmla="*/ 45 w 114"/>
              <a:gd name="T95" fmla="*/ 49 h 118"/>
              <a:gd name="T96" fmla="*/ 32 w 114"/>
              <a:gd name="T97" fmla="*/ 36 h 118"/>
              <a:gd name="T98" fmla="*/ 83 w 114"/>
              <a:gd name="T99" fmla="*/ 101 h 118"/>
              <a:gd name="T100" fmla="*/ 75 w 114"/>
              <a:gd name="T101" fmla="*/ 10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 h="118">
                <a:moveTo>
                  <a:pt x="42" y="12"/>
                </a:moveTo>
                <a:cubicBezTo>
                  <a:pt x="105" y="0"/>
                  <a:pt x="100" y="47"/>
                  <a:pt x="100" y="47"/>
                </a:cubicBezTo>
                <a:cubicBezTo>
                  <a:pt x="114" y="76"/>
                  <a:pt x="114" y="76"/>
                  <a:pt x="114" y="76"/>
                </a:cubicBezTo>
                <a:cubicBezTo>
                  <a:pt x="102" y="76"/>
                  <a:pt x="102" y="76"/>
                  <a:pt x="102" y="76"/>
                </a:cubicBezTo>
                <a:cubicBezTo>
                  <a:pt x="102" y="95"/>
                  <a:pt x="102" y="95"/>
                  <a:pt x="102" y="95"/>
                </a:cubicBezTo>
                <a:cubicBezTo>
                  <a:pt x="102" y="99"/>
                  <a:pt x="99" y="101"/>
                  <a:pt x="96" y="101"/>
                </a:cubicBezTo>
                <a:cubicBezTo>
                  <a:pt x="83" y="101"/>
                  <a:pt x="83" y="101"/>
                  <a:pt x="83" y="101"/>
                </a:cubicBezTo>
                <a:cubicBezTo>
                  <a:pt x="83" y="118"/>
                  <a:pt x="83" y="118"/>
                  <a:pt x="83" y="118"/>
                </a:cubicBezTo>
                <a:moveTo>
                  <a:pt x="31" y="118"/>
                </a:moveTo>
                <a:cubicBezTo>
                  <a:pt x="31" y="101"/>
                  <a:pt x="31" y="101"/>
                  <a:pt x="31" y="101"/>
                </a:cubicBezTo>
                <a:cubicBezTo>
                  <a:pt x="25" y="89"/>
                  <a:pt x="25" y="89"/>
                  <a:pt x="25" y="89"/>
                </a:cubicBezTo>
                <a:moveTo>
                  <a:pt x="64" y="53"/>
                </a:moveTo>
                <a:cubicBezTo>
                  <a:pt x="64" y="45"/>
                  <a:pt x="64" y="45"/>
                  <a:pt x="64" y="45"/>
                </a:cubicBezTo>
                <a:cubicBezTo>
                  <a:pt x="54" y="42"/>
                  <a:pt x="54" y="42"/>
                  <a:pt x="54" y="42"/>
                </a:cubicBezTo>
                <a:cubicBezTo>
                  <a:pt x="54" y="41"/>
                  <a:pt x="54" y="40"/>
                  <a:pt x="53" y="39"/>
                </a:cubicBezTo>
                <a:cubicBezTo>
                  <a:pt x="57" y="30"/>
                  <a:pt x="57" y="30"/>
                  <a:pt x="57" y="30"/>
                </a:cubicBezTo>
                <a:cubicBezTo>
                  <a:pt x="51" y="24"/>
                  <a:pt x="51" y="24"/>
                  <a:pt x="51" y="24"/>
                </a:cubicBezTo>
                <a:cubicBezTo>
                  <a:pt x="42" y="28"/>
                  <a:pt x="42" y="28"/>
                  <a:pt x="42" y="28"/>
                </a:cubicBezTo>
                <a:cubicBezTo>
                  <a:pt x="41" y="27"/>
                  <a:pt x="40" y="27"/>
                  <a:pt x="39" y="27"/>
                </a:cubicBezTo>
                <a:cubicBezTo>
                  <a:pt x="36" y="18"/>
                  <a:pt x="36" y="18"/>
                  <a:pt x="36" y="18"/>
                </a:cubicBezTo>
                <a:cubicBezTo>
                  <a:pt x="28" y="18"/>
                  <a:pt x="28" y="18"/>
                  <a:pt x="28" y="18"/>
                </a:cubicBezTo>
                <a:cubicBezTo>
                  <a:pt x="24" y="27"/>
                  <a:pt x="24" y="27"/>
                  <a:pt x="24" y="27"/>
                </a:cubicBezTo>
                <a:cubicBezTo>
                  <a:pt x="23" y="27"/>
                  <a:pt x="22" y="27"/>
                  <a:pt x="21" y="28"/>
                </a:cubicBezTo>
                <a:cubicBezTo>
                  <a:pt x="12" y="24"/>
                  <a:pt x="12" y="24"/>
                  <a:pt x="12" y="24"/>
                </a:cubicBezTo>
                <a:cubicBezTo>
                  <a:pt x="7" y="30"/>
                  <a:pt x="7" y="30"/>
                  <a:pt x="7" y="30"/>
                </a:cubicBezTo>
                <a:cubicBezTo>
                  <a:pt x="10" y="39"/>
                  <a:pt x="10" y="39"/>
                  <a:pt x="10" y="39"/>
                </a:cubicBezTo>
                <a:cubicBezTo>
                  <a:pt x="10" y="40"/>
                  <a:pt x="10" y="41"/>
                  <a:pt x="9" y="42"/>
                </a:cubicBezTo>
                <a:cubicBezTo>
                  <a:pt x="0" y="45"/>
                  <a:pt x="0" y="45"/>
                  <a:pt x="0" y="45"/>
                </a:cubicBezTo>
                <a:cubicBezTo>
                  <a:pt x="0" y="53"/>
                  <a:pt x="0" y="53"/>
                  <a:pt x="0" y="53"/>
                </a:cubicBezTo>
                <a:cubicBezTo>
                  <a:pt x="9" y="57"/>
                  <a:pt x="9" y="57"/>
                  <a:pt x="9" y="57"/>
                </a:cubicBezTo>
                <a:cubicBezTo>
                  <a:pt x="10" y="58"/>
                  <a:pt x="10" y="59"/>
                  <a:pt x="10" y="60"/>
                </a:cubicBezTo>
                <a:cubicBezTo>
                  <a:pt x="7" y="69"/>
                  <a:pt x="7" y="69"/>
                  <a:pt x="7" y="69"/>
                </a:cubicBezTo>
                <a:cubicBezTo>
                  <a:pt x="12" y="75"/>
                  <a:pt x="12" y="75"/>
                  <a:pt x="12" y="75"/>
                </a:cubicBezTo>
                <a:cubicBezTo>
                  <a:pt x="21" y="71"/>
                  <a:pt x="21" y="71"/>
                  <a:pt x="21" y="71"/>
                </a:cubicBezTo>
                <a:cubicBezTo>
                  <a:pt x="22" y="71"/>
                  <a:pt x="23" y="72"/>
                  <a:pt x="24" y="72"/>
                </a:cubicBezTo>
                <a:cubicBezTo>
                  <a:pt x="28" y="81"/>
                  <a:pt x="28" y="81"/>
                  <a:pt x="28" y="81"/>
                </a:cubicBezTo>
                <a:cubicBezTo>
                  <a:pt x="36" y="81"/>
                  <a:pt x="36" y="81"/>
                  <a:pt x="36" y="81"/>
                </a:cubicBezTo>
                <a:cubicBezTo>
                  <a:pt x="39" y="72"/>
                  <a:pt x="39" y="72"/>
                  <a:pt x="39" y="72"/>
                </a:cubicBezTo>
                <a:cubicBezTo>
                  <a:pt x="40" y="72"/>
                  <a:pt x="41" y="71"/>
                  <a:pt x="42" y="71"/>
                </a:cubicBezTo>
                <a:cubicBezTo>
                  <a:pt x="51" y="75"/>
                  <a:pt x="51" y="75"/>
                  <a:pt x="51" y="75"/>
                </a:cubicBezTo>
                <a:cubicBezTo>
                  <a:pt x="57" y="69"/>
                  <a:pt x="57" y="69"/>
                  <a:pt x="57" y="69"/>
                </a:cubicBezTo>
                <a:cubicBezTo>
                  <a:pt x="53" y="60"/>
                  <a:pt x="53" y="60"/>
                  <a:pt x="53" y="60"/>
                </a:cubicBezTo>
                <a:cubicBezTo>
                  <a:pt x="54" y="59"/>
                  <a:pt x="54" y="58"/>
                  <a:pt x="54" y="57"/>
                </a:cubicBezTo>
                <a:lnTo>
                  <a:pt x="64" y="53"/>
                </a:lnTo>
                <a:close/>
                <a:moveTo>
                  <a:pt x="32" y="36"/>
                </a:moveTo>
                <a:cubicBezTo>
                  <a:pt x="24" y="36"/>
                  <a:pt x="18" y="42"/>
                  <a:pt x="18" y="49"/>
                </a:cubicBezTo>
                <a:cubicBezTo>
                  <a:pt x="18" y="57"/>
                  <a:pt x="24" y="63"/>
                  <a:pt x="32" y="63"/>
                </a:cubicBezTo>
                <a:cubicBezTo>
                  <a:pt x="39" y="63"/>
                  <a:pt x="45" y="57"/>
                  <a:pt x="45" y="49"/>
                </a:cubicBezTo>
                <a:cubicBezTo>
                  <a:pt x="45" y="42"/>
                  <a:pt x="39" y="36"/>
                  <a:pt x="32" y="36"/>
                </a:cubicBezTo>
                <a:close/>
                <a:moveTo>
                  <a:pt x="83" y="101"/>
                </a:moveTo>
                <a:cubicBezTo>
                  <a:pt x="75" y="101"/>
                  <a:pt x="75" y="101"/>
                  <a:pt x="75" y="10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4" name="Group 3">
            <a:extLst>
              <a:ext uri="{FF2B5EF4-FFF2-40B4-BE49-F238E27FC236}">
                <a16:creationId xmlns:a16="http://schemas.microsoft.com/office/drawing/2014/main" id="{8B28B625-0BA5-44D5-9D77-13F93B107A92}"/>
              </a:ext>
            </a:extLst>
          </p:cNvPr>
          <p:cNvGrpSpPr/>
          <p:nvPr/>
        </p:nvGrpSpPr>
        <p:grpSpPr>
          <a:xfrm>
            <a:off x="7514431" y="3830638"/>
            <a:ext cx="2836069" cy="1195387"/>
            <a:chOff x="7514431" y="3830638"/>
            <a:chExt cx="2836069" cy="1195387"/>
          </a:xfrm>
        </p:grpSpPr>
        <p:sp>
          <p:nvSpPr>
            <p:cNvPr id="36" name="Rectangle 46">
              <a:extLst>
                <a:ext uri="{FF2B5EF4-FFF2-40B4-BE49-F238E27FC236}">
                  <a16:creationId xmlns:a16="http://schemas.microsoft.com/office/drawing/2014/main" id="{D39D3C1C-76FF-4B29-930C-618CF5C4FED7}"/>
                </a:ext>
              </a:extLst>
            </p:cNvPr>
            <p:cNvSpPr>
              <a:spLocks noChangeArrowheads="1"/>
            </p:cNvSpPr>
            <p:nvPr/>
          </p:nvSpPr>
          <p:spPr bwMode="auto">
            <a:xfrm>
              <a:off x="7631113" y="3830638"/>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3"/>
                  </a:solidFill>
                  <a:effectLst/>
                  <a:latin typeface="Open Sans" panose="020B0606030504020204" pitchFamily="34" charset="0"/>
                </a:rPr>
                <a:t>INFODATA 03</a:t>
              </a:r>
              <a:endParaRPr kumimoji="0" lang="ru-UA" altLang="ru-UA" sz="1800" b="0" i="0" u="none" strike="noStrike" cap="none" normalizeH="0" baseline="0">
                <a:ln>
                  <a:noFill/>
                </a:ln>
                <a:solidFill>
                  <a:schemeClr val="accent3"/>
                </a:solidFill>
                <a:effectLst/>
              </a:endParaRPr>
            </a:p>
          </p:txBody>
        </p:sp>
        <p:sp>
          <p:nvSpPr>
            <p:cNvPr id="37" name="Text Placeholder 33">
              <a:extLst>
                <a:ext uri="{FF2B5EF4-FFF2-40B4-BE49-F238E27FC236}">
                  <a16:creationId xmlns:a16="http://schemas.microsoft.com/office/drawing/2014/main" id="{DFD5EA97-E6BA-46F3-B3E2-88970EB1719C}"/>
                </a:ext>
              </a:extLst>
            </p:cNvPr>
            <p:cNvSpPr txBox="1">
              <a:spLocks/>
            </p:cNvSpPr>
            <p:nvPr/>
          </p:nvSpPr>
          <p:spPr>
            <a:xfrm>
              <a:off x="7514431" y="4057650"/>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p>
          </p:txBody>
        </p:sp>
      </p:grpSp>
      <p:grpSp>
        <p:nvGrpSpPr>
          <p:cNvPr id="5" name="Group 4">
            <a:extLst>
              <a:ext uri="{FF2B5EF4-FFF2-40B4-BE49-F238E27FC236}">
                <a16:creationId xmlns:a16="http://schemas.microsoft.com/office/drawing/2014/main" id="{2D2EFBE2-8D18-4727-BE49-FD86FCFF8D02}"/>
              </a:ext>
            </a:extLst>
          </p:cNvPr>
          <p:cNvGrpSpPr/>
          <p:nvPr/>
        </p:nvGrpSpPr>
        <p:grpSpPr>
          <a:xfrm>
            <a:off x="6276976" y="5229226"/>
            <a:ext cx="2836069" cy="1211261"/>
            <a:chOff x="6276976" y="5229226"/>
            <a:chExt cx="2836069" cy="1211261"/>
          </a:xfrm>
        </p:grpSpPr>
        <p:sp>
          <p:nvSpPr>
            <p:cNvPr id="33" name="Rectangle 43">
              <a:extLst>
                <a:ext uri="{FF2B5EF4-FFF2-40B4-BE49-F238E27FC236}">
                  <a16:creationId xmlns:a16="http://schemas.microsoft.com/office/drawing/2014/main" id="{0BB5E4A6-FF91-4084-AB7C-911B37DBB2BB}"/>
                </a:ext>
              </a:extLst>
            </p:cNvPr>
            <p:cNvSpPr>
              <a:spLocks noChangeArrowheads="1"/>
            </p:cNvSpPr>
            <p:nvPr/>
          </p:nvSpPr>
          <p:spPr bwMode="auto">
            <a:xfrm>
              <a:off x="6367463" y="5229226"/>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4"/>
                  </a:solidFill>
                  <a:effectLst/>
                  <a:latin typeface="Open Sans" panose="020B0606030504020204" pitchFamily="34" charset="0"/>
                </a:rPr>
                <a:t>INFODATA 04</a:t>
              </a:r>
              <a:endParaRPr kumimoji="0" lang="ru-UA" altLang="ru-UA" sz="1800" b="0" i="0" u="none" strike="noStrike" cap="none" normalizeH="0" baseline="0">
                <a:ln>
                  <a:noFill/>
                </a:ln>
                <a:solidFill>
                  <a:schemeClr val="accent4"/>
                </a:solidFill>
                <a:effectLst/>
              </a:endParaRPr>
            </a:p>
          </p:txBody>
        </p:sp>
        <p:sp>
          <p:nvSpPr>
            <p:cNvPr id="38" name="Text Placeholder 33">
              <a:extLst>
                <a:ext uri="{FF2B5EF4-FFF2-40B4-BE49-F238E27FC236}">
                  <a16:creationId xmlns:a16="http://schemas.microsoft.com/office/drawing/2014/main" id="{432FE0FC-C9E0-44FE-B46B-2AC73B45D7B1}"/>
                </a:ext>
              </a:extLst>
            </p:cNvPr>
            <p:cNvSpPr txBox="1">
              <a:spLocks/>
            </p:cNvSpPr>
            <p:nvPr/>
          </p:nvSpPr>
          <p:spPr>
            <a:xfrm>
              <a:off x="6276976" y="5472112"/>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a:t>Lorem ipsum dolor sit amet, consectetur adipiscing elit, sed do eiusmod tempor incididunt ut labore et dolore magna aliqua. Ut enim ad minim veniam, quis nostrud exercitation ullamco laboris nisi ut aliquip ex ea commodo consequat. </a:t>
              </a:r>
            </a:p>
          </p:txBody>
        </p:sp>
      </p:grpSp>
      <p:grpSp>
        <p:nvGrpSpPr>
          <p:cNvPr id="2" name="Group 1">
            <a:extLst>
              <a:ext uri="{FF2B5EF4-FFF2-40B4-BE49-F238E27FC236}">
                <a16:creationId xmlns:a16="http://schemas.microsoft.com/office/drawing/2014/main" id="{78580804-643F-4229-9A66-81D0D424122D}"/>
              </a:ext>
            </a:extLst>
          </p:cNvPr>
          <p:cNvGrpSpPr/>
          <p:nvPr/>
        </p:nvGrpSpPr>
        <p:grpSpPr>
          <a:xfrm>
            <a:off x="3035800" y="825501"/>
            <a:ext cx="2836069" cy="1189359"/>
            <a:chOff x="3035800" y="825501"/>
            <a:chExt cx="2836069" cy="1189359"/>
          </a:xfrm>
        </p:grpSpPr>
        <p:sp>
          <p:nvSpPr>
            <p:cNvPr id="35" name="Rectangle 45">
              <a:extLst>
                <a:ext uri="{FF2B5EF4-FFF2-40B4-BE49-F238E27FC236}">
                  <a16:creationId xmlns:a16="http://schemas.microsoft.com/office/drawing/2014/main" id="{AFA4E429-B8D0-4C0D-8B06-4DE241D7CB89}"/>
                </a:ext>
              </a:extLst>
            </p:cNvPr>
            <p:cNvSpPr>
              <a:spLocks noChangeArrowheads="1"/>
            </p:cNvSpPr>
            <p:nvPr/>
          </p:nvSpPr>
          <p:spPr bwMode="auto">
            <a:xfrm>
              <a:off x="4572001" y="825501"/>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1"/>
                  </a:solidFill>
                  <a:effectLst/>
                  <a:latin typeface="Open Sans" panose="020B0606030504020204" pitchFamily="34" charset="0"/>
                </a:rPr>
                <a:t>INFODATA 01</a:t>
              </a:r>
              <a:endParaRPr kumimoji="0" lang="ru-UA" altLang="ru-UA" sz="1800" b="0" i="0" u="none" strike="noStrike" cap="none" normalizeH="0" baseline="0">
                <a:ln>
                  <a:noFill/>
                </a:ln>
                <a:solidFill>
                  <a:schemeClr val="accent1"/>
                </a:solidFill>
                <a:effectLst/>
              </a:endParaRPr>
            </a:p>
          </p:txBody>
        </p:sp>
        <p:sp>
          <p:nvSpPr>
            <p:cNvPr id="39" name="Text Placeholder 33">
              <a:extLst>
                <a:ext uri="{FF2B5EF4-FFF2-40B4-BE49-F238E27FC236}">
                  <a16:creationId xmlns:a16="http://schemas.microsoft.com/office/drawing/2014/main" id="{36DD7AA5-8B57-411F-8D38-DF1090190BBD}"/>
                </a:ext>
              </a:extLst>
            </p:cNvPr>
            <p:cNvSpPr txBox="1">
              <a:spLocks/>
            </p:cNvSpPr>
            <p:nvPr/>
          </p:nvSpPr>
          <p:spPr>
            <a:xfrm>
              <a:off x="3035800" y="1046485"/>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p>
          </p:txBody>
        </p:sp>
      </p:grpSp>
      <p:grpSp>
        <p:nvGrpSpPr>
          <p:cNvPr id="3" name="Group 2">
            <a:extLst>
              <a:ext uri="{FF2B5EF4-FFF2-40B4-BE49-F238E27FC236}">
                <a16:creationId xmlns:a16="http://schemas.microsoft.com/office/drawing/2014/main" id="{C61E07F0-3F73-4688-A6A3-5879C3EFFAEF}"/>
              </a:ext>
            </a:extLst>
          </p:cNvPr>
          <p:cNvGrpSpPr/>
          <p:nvPr/>
        </p:nvGrpSpPr>
        <p:grpSpPr>
          <a:xfrm>
            <a:off x="1716883" y="2263776"/>
            <a:ext cx="2836069" cy="1244599"/>
            <a:chOff x="1716883" y="2263776"/>
            <a:chExt cx="2836069" cy="1244599"/>
          </a:xfrm>
        </p:grpSpPr>
        <p:sp>
          <p:nvSpPr>
            <p:cNvPr id="34" name="Rectangle 44">
              <a:extLst>
                <a:ext uri="{FF2B5EF4-FFF2-40B4-BE49-F238E27FC236}">
                  <a16:creationId xmlns:a16="http://schemas.microsoft.com/office/drawing/2014/main" id="{447513DF-CD84-4B29-84E6-64B390D6A672}"/>
                </a:ext>
              </a:extLst>
            </p:cNvPr>
            <p:cNvSpPr>
              <a:spLocks noChangeArrowheads="1"/>
            </p:cNvSpPr>
            <p:nvPr/>
          </p:nvSpPr>
          <p:spPr bwMode="auto">
            <a:xfrm>
              <a:off x="3300413" y="2263776"/>
              <a:ext cx="1237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500" b="1" i="0" u="none" strike="noStrike" cap="none" normalizeH="0" baseline="0">
                  <a:ln>
                    <a:noFill/>
                  </a:ln>
                  <a:solidFill>
                    <a:schemeClr val="accent2"/>
                  </a:solidFill>
                  <a:effectLst/>
                  <a:latin typeface="Open Sans" panose="020B0606030504020204" pitchFamily="34" charset="0"/>
                </a:rPr>
                <a:t>INFODATA 02</a:t>
              </a:r>
              <a:endParaRPr kumimoji="0" lang="ru-UA" altLang="ru-UA" sz="1800" b="0" i="0" u="none" strike="noStrike" cap="none" normalizeH="0" baseline="0">
                <a:ln>
                  <a:noFill/>
                </a:ln>
                <a:solidFill>
                  <a:schemeClr val="accent2"/>
                </a:solidFill>
                <a:effectLst/>
              </a:endParaRPr>
            </a:p>
          </p:txBody>
        </p:sp>
        <p:sp>
          <p:nvSpPr>
            <p:cNvPr id="40" name="Text Placeholder 33">
              <a:extLst>
                <a:ext uri="{FF2B5EF4-FFF2-40B4-BE49-F238E27FC236}">
                  <a16:creationId xmlns:a16="http://schemas.microsoft.com/office/drawing/2014/main" id="{D99CC2ED-D1CF-4797-883E-16408C169A80}"/>
                </a:ext>
              </a:extLst>
            </p:cNvPr>
            <p:cNvSpPr txBox="1">
              <a:spLocks/>
            </p:cNvSpPr>
            <p:nvPr/>
          </p:nvSpPr>
          <p:spPr>
            <a:xfrm>
              <a:off x="1716883" y="2540000"/>
              <a:ext cx="2836069" cy="96837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900"/>
                <a:t>Lorem ipsum dolor sit amet, consectetur adipiscing elit, sed do eiusmod tempor incididunt ut labore et dolore magna aliqua. Ut enim ad minim veniam, quis nostrud exercitation ullamco laboris nisi ut aliquip ex ea commodo consequat. </a:t>
              </a:r>
            </a:p>
          </p:txBody>
        </p:sp>
      </p:grpSp>
    </p:spTree>
    <p:extLst>
      <p:ext uri="{BB962C8B-B14F-4D97-AF65-F5344CB8AC3E}">
        <p14:creationId xmlns:p14="http://schemas.microsoft.com/office/powerpoint/2010/main" val="126006590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67000">
                                          <p:cBhvr additive="base">
                                            <p:cTn id="7" dur="1000" fill="hold"/>
                                            <p:tgtEl>
                                              <p:spTgt spid="7"/>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14:presetBounceEnd="67000">
                                      <p:stCondLst>
                                        <p:cond delay="500"/>
                                      </p:stCondLst>
                                      <p:childTnLst>
                                        <p:set>
                                          <p:cBhvr>
                                            <p:cTn id="10" dur="1" fill="hold">
                                              <p:stCondLst>
                                                <p:cond delay="0"/>
                                              </p:stCondLst>
                                            </p:cTn>
                                            <p:tgtEl>
                                              <p:spTgt spid="6"/>
                                            </p:tgtEl>
                                            <p:attrNameLst>
                                              <p:attrName>style.visibility</p:attrName>
                                            </p:attrNameLst>
                                          </p:cBhvr>
                                          <p:to>
                                            <p:strVal val="visible"/>
                                          </p:to>
                                        </p:set>
                                        <p:anim calcmode="lin" valueType="num" p14:bounceEnd="67000">
                                          <p:cBhvr additive="base">
                                            <p:cTn id="11" dur="1000" fill="hold"/>
                                            <p:tgtEl>
                                              <p:spTgt spid="6"/>
                                            </p:tgtEl>
                                            <p:attrNameLst>
                                              <p:attrName>ppt_x</p:attrName>
                                            </p:attrNameLst>
                                          </p:cBhvr>
                                          <p:tavLst>
                                            <p:tav tm="0">
                                              <p:val>
                                                <p:strVal val="1+#ppt_w/2"/>
                                              </p:val>
                                            </p:tav>
                                            <p:tav tm="100000">
                                              <p:val>
                                                <p:strVal val="#ppt_x"/>
                                              </p:val>
                                            </p:tav>
                                          </p:tavLst>
                                        </p:anim>
                                        <p:anim calcmode="lin" valueType="num" p14:bounceEnd="67000">
                                          <p:cBhvr additive="base">
                                            <p:cTn id="12" dur="10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67000">
                                      <p:stCondLst>
                                        <p:cond delay="1000"/>
                                      </p:stCondLst>
                                      <p:childTnLst>
                                        <p:set>
                                          <p:cBhvr>
                                            <p:cTn id="14" dur="1" fill="hold">
                                              <p:stCondLst>
                                                <p:cond delay="0"/>
                                              </p:stCondLst>
                                            </p:cTn>
                                            <p:tgtEl>
                                              <p:spTgt spid="9"/>
                                            </p:tgtEl>
                                            <p:attrNameLst>
                                              <p:attrName>style.visibility</p:attrName>
                                            </p:attrNameLst>
                                          </p:cBhvr>
                                          <p:to>
                                            <p:strVal val="visible"/>
                                          </p:to>
                                        </p:set>
                                        <p:anim calcmode="lin" valueType="num" p14:bounceEnd="67000">
                                          <p:cBhvr additive="base">
                                            <p:cTn id="15" dur="1000" fill="hold"/>
                                            <p:tgtEl>
                                              <p:spTgt spid="9"/>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14:presetBounceEnd="67000">
                                      <p:stCondLst>
                                        <p:cond delay="1500"/>
                                      </p:stCondLst>
                                      <p:childTnLst>
                                        <p:set>
                                          <p:cBhvr>
                                            <p:cTn id="18" dur="1" fill="hold">
                                              <p:stCondLst>
                                                <p:cond delay="0"/>
                                              </p:stCondLst>
                                            </p:cTn>
                                            <p:tgtEl>
                                              <p:spTgt spid="8"/>
                                            </p:tgtEl>
                                            <p:attrNameLst>
                                              <p:attrName>style.visibility</p:attrName>
                                            </p:attrNameLst>
                                          </p:cBhvr>
                                          <p:to>
                                            <p:strVal val="visible"/>
                                          </p:to>
                                        </p:set>
                                        <p:anim calcmode="lin" valueType="num" p14:bounceEnd="67000">
                                          <p:cBhvr additive="base">
                                            <p:cTn id="19" dur="1000" fill="hold"/>
                                            <p:tgtEl>
                                              <p:spTgt spid="8"/>
                                            </p:tgtEl>
                                            <p:attrNameLst>
                                              <p:attrName>ppt_x</p:attrName>
                                            </p:attrNameLst>
                                          </p:cBhvr>
                                          <p:tavLst>
                                            <p:tav tm="0">
                                              <p:val>
                                                <p:strVal val="1+#ppt_w/2"/>
                                              </p:val>
                                            </p:tav>
                                            <p:tav tm="100000">
                                              <p:val>
                                                <p:strVal val="#ppt_x"/>
                                              </p:val>
                                            </p:tav>
                                          </p:tavLst>
                                        </p:anim>
                                        <p:anim calcmode="lin" valueType="num" p14:bounceEnd="67000">
                                          <p:cBhvr additive="base">
                                            <p:cTn id="20" dur="1000" fill="hold"/>
                                            <p:tgtEl>
                                              <p:spTgt spid="8"/>
                                            </p:tgtEl>
                                            <p:attrNameLst>
                                              <p:attrName>ppt_y</p:attrName>
                                            </p:attrNameLst>
                                          </p:cBhvr>
                                          <p:tavLst>
                                            <p:tav tm="0">
                                              <p:val>
                                                <p:strVal val="#ppt_y"/>
                                              </p:val>
                                            </p:tav>
                                            <p:tav tm="100000">
                                              <p:val>
                                                <p:strVal val="#ppt_y"/>
                                              </p:val>
                                            </p:tav>
                                          </p:tavLst>
                                        </p:anim>
                                      </p:childTnLst>
                                    </p:cTn>
                                  </p:par>
                                  <p:par>
                                    <p:cTn id="21" presetID="53" presetClass="entr" presetSubtype="16" fill="hold" nodeType="withEffect">
                                      <p:stCondLst>
                                        <p:cond delay="250"/>
                                      </p:stCondLst>
                                      <p:childTnLst>
                                        <p:set>
                                          <p:cBhvr>
                                            <p:cTn id="22" dur="1" fill="hold">
                                              <p:stCondLst>
                                                <p:cond delay="0"/>
                                              </p:stCondLst>
                                            </p:cTn>
                                            <p:tgtEl>
                                              <p:spTgt spid="27"/>
                                            </p:tgtEl>
                                            <p:attrNameLst>
                                              <p:attrName>style.visibility</p:attrName>
                                            </p:attrNameLst>
                                          </p:cBhvr>
                                          <p:to>
                                            <p:strVal val="visible"/>
                                          </p:to>
                                        </p:set>
                                        <p:anim calcmode="lin" valueType="num">
                                          <p:cBhvr>
                                            <p:cTn id="23" dur="750" fill="hold"/>
                                            <p:tgtEl>
                                              <p:spTgt spid="27"/>
                                            </p:tgtEl>
                                            <p:attrNameLst>
                                              <p:attrName>ppt_w</p:attrName>
                                            </p:attrNameLst>
                                          </p:cBhvr>
                                          <p:tavLst>
                                            <p:tav tm="0">
                                              <p:val>
                                                <p:fltVal val="0"/>
                                              </p:val>
                                            </p:tav>
                                            <p:tav tm="100000">
                                              <p:val>
                                                <p:strVal val="#ppt_w"/>
                                              </p:val>
                                            </p:tav>
                                          </p:tavLst>
                                        </p:anim>
                                        <p:anim calcmode="lin" valueType="num">
                                          <p:cBhvr>
                                            <p:cTn id="24" dur="750" fill="hold"/>
                                            <p:tgtEl>
                                              <p:spTgt spid="27"/>
                                            </p:tgtEl>
                                            <p:attrNameLst>
                                              <p:attrName>ppt_h</p:attrName>
                                            </p:attrNameLst>
                                          </p:cBhvr>
                                          <p:tavLst>
                                            <p:tav tm="0">
                                              <p:val>
                                                <p:fltVal val="0"/>
                                              </p:val>
                                            </p:tav>
                                            <p:tav tm="100000">
                                              <p:val>
                                                <p:strVal val="#ppt_h"/>
                                              </p:val>
                                            </p:tav>
                                          </p:tavLst>
                                        </p:anim>
                                        <p:animEffect transition="in" filter="fade">
                                          <p:cBhvr>
                                            <p:cTn id="25" dur="750"/>
                                            <p:tgtEl>
                                              <p:spTgt spid="27"/>
                                            </p:tgtEl>
                                          </p:cBhvr>
                                        </p:animEffect>
                                      </p:childTnLst>
                                    </p:cTn>
                                  </p:par>
                                  <p:par>
                                    <p:cTn id="26" presetID="53" presetClass="entr" presetSubtype="16" fill="hold" nodeType="withEffect">
                                      <p:stCondLst>
                                        <p:cond delay="750"/>
                                      </p:stCondLst>
                                      <p:childTnLst>
                                        <p:set>
                                          <p:cBhvr>
                                            <p:cTn id="27" dur="1" fill="hold">
                                              <p:stCondLst>
                                                <p:cond delay="0"/>
                                              </p:stCondLst>
                                            </p:cTn>
                                            <p:tgtEl>
                                              <p:spTgt spid="24"/>
                                            </p:tgtEl>
                                            <p:attrNameLst>
                                              <p:attrName>style.visibility</p:attrName>
                                            </p:attrNameLst>
                                          </p:cBhvr>
                                          <p:to>
                                            <p:strVal val="visible"/>
                                          </p:to>
                                        </p:set>
                                        <p:anim calcmode="lin" valueType="num">
                                          <p:cBhvr>
                                            <p:cTn id="28" dur="750" fill="hold"/>
                                            <p:tgtEl>
                                              <p:spTgt spid="24"/>
                                            </p:tgtEl>
                                            <p:attrNameLst>
                                              <p:attrName>ppt_w</p:attrName>
                                            </p:attrNameLst>
                                          </p:cBhvr>
                                          <p:tavLst>
                                            <p:tav tm="0">
                                              <p:val>
                                                <p:fltVal val="0"/>
                                              </p:val>
                                            </p:tav>
                                            <p:tav tm="100000">
                                              <p:val>
                                                <p:strVal val="#ppt_w"/>
                                              </p:val>
                                            </p:tav>
                                          </p:tavLst>
                                        </p:anim>
                                        <p:anim calcmode="lin" valueType="num">
                                          <p:cBhvr>
                                            <p:cTn id="29" dur="750" fill="hold"/>
                                            <p:tgtEl>
                                              <p:spTgt spid="24"/>
                                            </p:tgtEl>
                                            <p:attrNameLst>
                                              <p:attrName>ppt_h</p:attrName>
                                            </p:attrNameLst>
                                          </p:cBhvr>
                                          <p:tavLst>
                                            <p:tav tm="0">
                                              <p:val>
                                                <p:fltVal val="0"/>
                                              </p:val>
                                            </p:tav>
                                            <p:tav tm="100000">
                                              <p:val>
                                                <p:strVal val="#ppt_h"/>
                                              </p:val>
                                            </p:tav>
                                          </p:tavLst>
                                        </p:anim>
                                        <p:animEffect transition="in" filter="fade">
                                          <p:cBhvr>
                                            <p:cTn id="30" dur="750"/>
                                            <p:tgtEl>
                                              <p:spTgt spid="24"/>
                                            </p:tgtEl>
                                          </p:cBhvr>
                                        </p:animEffect>
                                      </p:childTnLst>
                                    </p:cTn>
                                  </p:par>
                                  <p:par>
                                    <p:cTn id="31" presetID="53" presetClass="entr" presetSubtype="16" fill="hold" nodeType="withEffect">
                                      <p:stCondLst>
                                        <p:cond delay="1250"/>
                                      </p:stCondLst>
                                      <p:childTnLst>
                                        <p:set>
                                          <p:cBhvr>
                                            <p:cTn id="32" dur="1" fill="hold">
                                              <p:stCondLst>
                                                <p:cond delay="0"/>
                                              </p:stCondLst>
                                            </p:cTn>
                                            <p:tgtEl>
                                              <p:spTgt spid="21"/>
                                            </p:tgtEl>
                                            <p:attrNameLst>
                                              <p:attrName>style.visibility</p:attrName>
                                            </p:attrNameLst>
                                          </p:cBhvr>
                                          <p:to>
                                            <p:strVal val="visible"/>
                                          </p:to>
                                        </p:set>
                                        <p:anim calcmode="lin" valueType="num">
                                          <p:cBhvr>
                                            <p:cTn id="33" dur="750" fill="hold"/>
                                            <p:tgtEl>
                                              <p:spTgt spid="21"/>
                                            </p:tgtEl>
                                            <p:attrNameLst>
                                              <p:attrName>ppt_w</p:attrName>
                                            </p:attrNameLst>
                                          </p:cBhvr>
                                          <p:tavLst>
                                            <p:tav tm="0">
                                              <p:val>
                                                <p:fltVal val="0"/>
                                              </p:val>
                                            </p:tav>
                                            <p:tav tm="100000">
                                              <p:val>
                                                <p:strVal val="#ppt_w"/>
                                              </p:val>
                                            </p:tav>
                                          </p:tavLst>
                                        </p:anim>
                                        <p:anim calcmode="lin" valueType="num">
                                          <p:cBhvr>
                                            <p:cTn id="34" dur="750" fill="hold"/>
                                            <p:tgtEl>
                                              <p:spTgt spid="21"/>
                                            </p:tgtEl>
                                            <p:attrNameLst>
                                              <p:attrName>ppt_h</p:attrName>
                                            </p:attrNameLst>
                                          </p:cBhvr>
                                          <p:tavLst>
                                            <p:tav tm="0">
                                              <p:val>
                                                <p:fltVal val="0"/>
                                              </p:val>
                                            </p:tav>
                                            <p:tav tm="100000">
                                              <p:val>
                                                <p:strVal val="#ppt_h"/>
                                              </p:val>
                                            </p:tav>
                                          </p:tavLst>
                                        </p:anim>
                                        <p:animEffect transition="in" filter="fade">
                                          <p:cBhvr>
                                            <p:cTn id="35" dur="750"/>
                                            <p:tgtEl>
                                              <p:spTgt spid="21"/>
                                            </p:tgtEl>
                                          </p:cBhvr>
                                        </p:animEffect>
                                      </p:childTnLst>
                                    </p:cTn>
                                  </p:par>
                                  <p:par>
                                    <p:cTn id="36" presetID="53" presetClass="entr" presetSubtype="16" fill="hold" nodeType="withEffect">
                                      <p:stCondLst>
                                        <p:cond delay="1750"/>
                                      </p:stCondLst>
                                      <p:childTnLst>
                                        <p:set>
                                          <p:cBhvr>
                                            <p:cTn id="37" dur="1" fill="hold">
                                              <p:stCondLst>
                                                <p:cond delay="0"/>
                                              </p:stCondLst>
                                            </p:cTn>
                                            <p:tgtEl>
                                              <p:spTgt spid="18"/>
                                            </p:tgtEl>
                                            <p:attrNameLst>
                                              <p:attrName>style.visibility</p:attrName>
                                            </p:attrNameLst>
                                          </p:cBhvr>
                                          <p:to>
                                            <p:strVal val="visible"/>
                                          </p:to>
                                        </p:set>
                                        <p:anim calcmode="lin" valueType="num">
                                          <p:cBhvr>
                                            <p:cTn id="38" dur="750" fill="hold"/>
                                            <p:tgtEl>
                                              <p:spTgt spid="18"/>
                                            </p:tgtEl>
                                            <p:attrNameLst>
                                              <p:attrName>ppt_w</p:attrName>
                                            </p:attrNameLst>
                                          </p:cBhvr>
                                          <p:tavLst>
                                            <p:tav tm="0">
                                              <p:val>
                                                <p:fltVal val="0"/>
                                              </p:val>
                                            </p:tav>
                                            <p:tav tm="100000">
                                              <p:val>
                                                <p:strVal val="#ppt_w"/>
                                              </p:val>
                                            </p:tav>
                                          </p:tavLst>
                                        </p:anim>
                                        <p:anim calcmode="lin" valueType="num">
                                          <p:cBhvr>
                                            <p:cTn id="39" dur="750" fill="hold"/>
                                            <p:tgtEl>
                                              <p:spTgt spid="18"/>
                                            </p:tgtEl>
                                            <p:attrNameLst>
                                              <p:attrName>ppt_h</p:attrName>
                                            </p:attrNameLst>
                                          </p:cBhvr>
                                          <p:tavLst>
                                            <p:tav tm="0">
                                              <p:val>
                                                <p:fltVal val="0"/>
                                              </p:val>
                                            </p:tav>
                                            <p:tav tm="100000">
                                              <p:val>
                                                <p:strVal val="#ppt_h"/>
                                              </p:val>
                                            </p:tav>
                                          </p:tavLst>
                                        </p:anim>
                                        <p:animEffect transition="in" filter="fade">
                                          <p:cBhvr>
                                            <p:cTn id="40" dur="750"/>
                                            <p:tgtEl>
                                              <p:spTgt spid="18"/>
                                            </p:tgtEl>
                                          </p:cBhvr>
                                        </p:animEffect>
                                      </p:childTnLst>
                                    </p:cTn>
                                  </p:par>
                                  <p:par>
                                    <p:cTn id="41" presetID="53" presetClass="entr" presetSubtype="16" fill="hold" grpId="0" nodeType="withEffect">
                                      <p:stCondLst>
                                        <p:cond delay="500"/>
                                      </p:stCondLst>
                                      <p:childTnLst>
                                        <p:set>
                                          <p:cBhvr>
                                            <p:cTn id="42" dur="1" fill="hold">
                                              <p:stCondLst>
                                                <p:cond delay="0"/>
                                              </p:stCondLst>
                                            </p:cTn>
                                            <p:tgtEl>
                                              <p:spTgt spid="15"/>
                                            </p:tgtEl>
                                            <p:attrNameLst>
                                              <p:attrName>style.visibility</p:attrName>
                                            </p:attrNameLst>
                                          </p:cBhvr>
                                          <p:to>
                                            <p:strVal val="visible"/>
                                          </p:to>
                                        </p:set>
                                        <p:anim calcmode="lin" valueType="num">
                                          <p:cBhvr>
                                            <p:cTn id="43" dur="750" fill="hold"/>
                                            <p:tgtEl>
                                              <p:spTgt spid="15"/>
                                            </p:tgtEl>
                                            <p:attrNameLst>
                                              <p:attrName>ppt_w</p:attrName>
                                            </p:attrNameLst>
                                          </p:cBhvr>
                                          <p:tavLst>
                                            <p:tav tm="0">
                                              <p:val>
                                                <p:fltVal val="0"/>
                                              </p:val>
                                            </p:tav>
                                            <p:tav tm="100000">
                                              <p:val>
                                                <p:strVal val="#ppt_w"/>
                                              </p:val>
                                            </p:tav>
                                          </p:tavLst>
                                        </p:anim>
                                        <p:anim calcmode="lin" valueType="num">
                                          <p:cBhvr>
                                            <p:cTn id="44" dur="750" fill="hold"/>
                                            <p:tgtEl>
                                              <p:spTgt spid="15"/>
                                            </p:tgtEl>
                                            <p:attrNameLst>
                                              <p:attrName>ppt_h</p:attrName>
                                            </p:attrNameLst>
                                          </p:cBhvr>
                                          <p:tavLst>
                                            <p:tav tm="0">
                                              <p:val>
                                                <p:fltVal val="0"/>
                                              </p:val>
                                            </p:tav>
                                            <p:tav tm="100000">
                                              <p:val>
                                                <p:strVal val="#ppt_h"/>
                                              </p:val>
                                            </p:tav>
                                          </p:tavLst>
                                        </p:anim>
                                        <p:animEffect transition="in" filter="fade">
                                          <p:cBhvr>
                                            <p:cTn id="45" dur="750"/>
                                            <p:tgtEl>
                                              <p:spTgt spid="15"/>
                                            </p:tgtEl>
                                          </p:cBhvr>
                                        </p:animEffect>
                                      </p:childTnLst>
                                    </p:cTn>
                                  </p:par>
                                  <p:par>
                                    <p:cTn id="46" presetID="53" presetClass="entr" presetSubtype="16" fill="hold" grpId="0" nodeType="withEffect">
                                      <p:stCondLst>
                                        <p:cond delay="1000"/>
                                      </p:stCondLst>
                                      <p:childTnLst>
                                        <p:set>
                                          <p:cBhvr>
                                            <p:cTn id="47" dur="1" fill="hold">
                                              <p:stCondLst>
                                                <p:cond delay="0"/>
                                              </p:stCondLst>
                                            </p:cTn>
                                            <p:tgtEl>
                                              <p:spTgt spid="17"/>
                                            </p:tgtEl>
                                            <p:attrNameLst>
                                              <p:attrName>style.visibility</p:attrName>
                                            </p:attrNameLst>
                                          </p:cBhvr>
                                          <p:to>
                                            <p:strVal val="visible"/>
                                          </p:to>
                                        </p:set>
                                        <p:anim calcmode="lin" valueType="num">
                                          <p:cBhvr>
                                            <p:cTn id="48" dur="750" fill="hold"/>
                                            <p:tgtEl>
                                              <p:spTgt spid="17"/>
                                            </p:tgtEl>
                                            <p:attrNameLst>
                                              <p:attrName>ppt_w</p:attrName>
                                            </p:attrNameLst>
                                          </p:cBhvr>
                                          <p:tavLst>
                                            <p:tav tm="0">
                                              <p:val>
                                                <p:fltVal val="0"/>
                                              </p:val>
                                            </p:tav>
                                            <p:tav tm="100000">
                                              <p:val>
                                                <p:strVal val="#ppt_w"/>
                                              </p:val>
                                            </p:tav>
                                          </p:tavLst>
                                        </p:anim>
                                        <p:anim calcmode="lin" valueType="num">
                                          <p:cBhvr>
                                            <p:cTn id="49" dur="750" fill="hold"/>
                                            <p:tgtEl>
                                              <p:spTgt spid="17"/>
                                            </p:tgtEl>
                                            <p:attrNameLst>
                                              <p:attrName>ppt_h</p:attrName>
                                            </p:attrNameLst>
                                          </p:cBhvr>
                                          <p:tavLst>
                                            <p:tav tm="0">
                                              <p:val>
                                                <p:fltVal val="0"/>
                                              </p:val>
                                            </p:tav>
                                            <p:tav tm="100000">
                                              <p:val>
                                                <p:strVal val="#ppt_h"/>
                                              </p:val>
                                            </p:tav>
                                          </p:tavLst>
                                        </p:anim>
                                        <p:animEffect transition="in" filter="fade">
                                          <p:cBhvr>
                                            <p:cTn id="50" dur="750"/>
                                            <p:tgtEl>
                                              <p:spTgt spid="17"/>
                                            </p:tgtEl>
                                          </p:cBhvr>
                                        </p:animEffect>
                                      </p:childTnLst>
                                    </p:cTn>
                                  </p:par>
                                  <p:par>
                                    <p:cTn id="51" presetID="53" presetClass="entr" presetSubtype="16" fill="hold" grpId="0" nodeType="withEffect">
                                      <p:stCondLst>
                                        <p:cond delay="1500"/>
                                      </p:stCondLst>
                                      <p:childTnLst>
                                        <p:set>
                                          <p:cBhvr>
                                            <p:cTn id="52" dur="1" fill="hold">
                                              <p:stCondLst>
                                                <p:cond delay="0"/>
                                              </p:stCondLst>
                                            </p:cTn>
                                            <p:tgtEl>
                                              <p:spTgt spid="14"/>
                                            </p:tgtEl>
                                            <p:attrNameLst>
                                              <p:attrName>style.visibility</p:attrName>
                                            </p:attrNameLst>
                                          </p:cBhvr>
                                          <p:to>
                                            <p:strVal val="visible"/>
                                          </p:to>
                                        </p:set>
                                        <p:anim calcmode="lin" valueType="num">
                                          <p:cBhvr>
                                            <p:cTn id="53" dur="750" fill="hold"/>
                                            <p:tgtEl>
                                              <p:spTgt spid="14"/>
                                            </p:tgtEl>
                                            <p:attrNameLst>
                                              <p:attrName>ppt_w</p:attrName>
                                            </p:attrNameLst>
                                          </p:cBhvr>
                                          <p:tavLst>
                                            <p:tav tm="0">
                                              <p:val>
                                                <p:fltVal val="0"/>
                                              </p:val>
                                            </p:tav>
                                            <p:tav tm="100000">
                                              <p:val>
                                                <p:strVal val="#ppt_w"/>
                                              </p:val>
                                            </p:tav>
                                          </p:tavLst>
                                        </p:anim>
                                        <p:anim calcmode="lin" valueType="num">
                                          <p:cBhvr>
                                            <p:cTn id="54" dur="750" fill="hold"/>
                                            <p:tgtEl>
                                              <p:spTgt spid="14"/>
                                            </p:tgtEl>
                                            <p:attrNameLst>
                                              <p:attrName>ppt_h</p:attrName>
                                            </p:attrNameLst>
                                          </p:cBhvr>
                                          <p:tavLst>
                                            <p:tav tm="0">
                                              <p:val>
                                                <p:fltVal val="0"/>
                                              </p:val>
                                            </p:tav>
                                            <p:tav tm="100000">
                                              <p:val>
                                                <p:strVal val="#ppt_h"/>
                                              </p:val>
                                            </p:tav>
                                          </p:tavLst>
                                        </p:anim>
                                        <p:animEffect transition="in" filter="fade">
                                          <p:cBhvr>
                                            <p:cTn id="55" dur="750"/>
                                            <p:tgtEl>
                                              <p:spTgt spid="14"/>
                                            </p:tgtEl>
                                          </p:cBhvr>
                                        </p:animEffect>
                                      </p:childTnLst>
                                    </p:cTn>
                                  </p:par>
                                  <p:par>
                                    <p:cTn id="56" presetID="53" presetClass="entr" presetSubtype="16" fill="hold" grpId="0" nodeType="withEffect">
                                      <p:stCondLst>
                                        <p:cond delay="2000"/>
                                      </p:stCondLst>
                                      <p:childTnLst>
                                        <p:set>
                                          <p:cBhvr>
                                            <p:cTn id="57" dur="1" fill="hold">
                                              <p:stCondLst>
                                                <p:cond delay="0"/>
                                              </p:stCondLst>
                                            </p:cTn>
                                            <p:tgtEl>
                                              <p:spTgt spid="16"/>
                                            </p:tgtEl>
                                            <p:attrNameLst>
                                              <p:attrName>style.visibility</p:attrName>
                                            </p:attrNameLst>
                                          </p:cBhvr>
                                          <p:to>
                                            <p:strVal val="visible"/>
                                          </p:to>
                                        </p:set>
                                        <p:anim calcmode="lin" valueType="num">
                                          <p:cBhvr>
                                            <p:cTn id="58" dur="750" fill="hold"/>
                                            <p:tgtEl>
                                              <p:spTgt spid="16"/>
                                            </p:tgtEl>
                                            <p:attrNameLst>
                                              <p:attrName>ppt_w</p:attrName>
                                            </p:attrNameLst>
                                          </p:cBhvr>
                                          <p:tavLst>
                                            <p:tav tm="0">
                                              <p:val>
                                                <p:fltVal val="0"/>
                                              </p:val>
                                            </p:tav>
                                            <p:tav tm="100000">
                                              <p:val>
                                                <p:strVal val="#ppt_w"/>
                                              </p:val>
                                            </p:tav>
                                          </p:tavLst>
                                        </p:anim>
                                        <p:anim calcmode="lin" valueType="num">
                                          <p:cBhvr>
                                            <p:cTn id="59" dur="750" fill="hold"/>
                                            <p:tgtEl>
                                              <p:spTgt spid="16"/>
                                            </p:tgtEl>
                                            <p:attrNameLst>
                                              <p:attrName>ppt_h</p:attrName>
                                            </p:attrNameLst>
                                          </p:cBhvr>
                                          <p:tavLst>
                                            <p:tav tm="0">
                                              <p:val>
                                                <p:fltVal val="0"/>
                                              </p:val>
                                            </p:tav>
                                            <p:tav tm="100000">
                                              <p:val>
                                                <p:strVal val="#ppt_h"/>
                                              </p:val>
                                            </p:tav>
                                          </p:tavLst>
                                        </p:anim>
                                        <p:animEffect transition="in" filter="fade">
                                          <p:cBhvr>
                                            <p:cTn id="60" dur="750"/>
                                            <p:tgtEl>
                                              <p:spTgt spid="16"/>
                                            </p:tgtEl>
                                          </p:cBhvr>
                                        </p:animEffect>
                                      </p:childTnLst>
                                    </p:cTn>
                                  </p:par>
                                  <p:par>
                                    <p:cTn id="61" presetID="2" presetClass="entr" presetSubtype="8" fill="hold" nodeType="withEffect" p14:presetBounceEnd="67000">
                                      <p:stCondLst>
                                        <p:cond delay="500"/>
                                      </p:stCondLst>
                                      <p:childTnLst>
                                        <p:set>
                                          <p:cBhvr>
                                            <p:cTn id="62" dur="1" fill="hold">
                                              <p:stCondLst>
                                                <p:cond delay="0"/>
                                              </p:stCondLst>
                                            </p:cTn>
                                            <p:tgtEl>
                                              <p:spTgt spid="2"/>
                                            </p:tgtEl>
                                            <p:attrNameLst>
                                              <p:attrName>style.visibility</p:attrName>
                                            </p:attrNameLst>
                                          </p:cBhvr>
                                          <p:to>
                                            <p:strVal val="visible"/>
                                          </p:to>
                                        </p:set>
                                        <p:anim calcmode="lin" valueType="num" p14:bounceEnd="67000">
                                          <p:cBhvr additive="base">
                                            <p:cTn id="63" dur="1000" fill="hold"/>
                                            <p:tgtEl>
                                              <p:spTgt spid="2"/>
                                            </p:tgtEl>
                                            <p:attrNameLst>
                                              <p:attrName>ppt_x</p:attrName>
                                            </p:attrNameLst>
                                          </p:cBhvr>
                                          <p:tavLst>
                                            <p:tav tm="0">
                                              <p:val>
                                                <p:strVal val="0-#ppt_w/2"/>
                                              </p:val>
                                            </p:tav>
                                            <p:tav tm="100000">
                                              <p:val>
                                                <p:strVal val="#ppt_x"/>
                                              </p:val>
                                            </p:tav>
                                          </p:tavLst>
                                        </p:anim>
                                        <p:anim calcmode="lin" valueType="num" p14:bounceEnd="67000">
                                          <p:cBhvr additive="base">
                                            <p:cTn id="64" dur="1000" fill="hold"/>
                                            <p:tgtEl>
                                              <p:spTgt spid="2"/>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14:presetBounceEnd="67000">
                                      <p:stCondLst>
                                        <p:cond delay="1000"/>
                                      </p:stCondLst>
                                      <p:childTnLst>
                                        <p:set>
                                          <p:cBhvr>
                                            <p:cTn id="66" dur="1" fill="hold">
                                              <p:stCondLst>
                                                <p:cond delay="0"/>
                                              </p:stCondLst>
                                            </p:cTn>
                                            <p:tgtEl>
                                              <p:spTgt spid="3"/>
                                            </p:tgtEl>
                                            <p:attrNameLst>
                                              <p:attrName>style.visibility</p:attrName>
                                            </p:attrNameLst>
                                          </p:cBhvr>
                                          <p:to>
                                            <p:strVal val="visible"/>
                                          </p:to>
                                        </p:set>
                                        <p:anim calcmode="lin" valueType="num" p14:bounceEnd="67000">
                                          <p:cBhvr additive="base">
                                            <p:cTn id="67" dur="1000" fill="hold"/>
                                            <p:tgtEl>
                                              <p:spTgt spid="3"/>
                                            </p:tgtEl>
                                            <p:attrNameLst>
                                              <p:attrName>ppt_x</p:attrName>
                                            </p:attrNameLst>
                                          </p:cBhvr>
                                          <p:tavLst>
                                            <p:tav tm="0">
                                              <p:val>
                                                <p:strVal val="0-#ppt_w/2"/>
                                              </p:val>
                                            </p:tav>
                                            <p:tav tm="100000">
                                              <p:val>
                                                <p:strVal val="#ppt_x"/>
                                              </p:val>
                                            </p:tav>
                                          </p:tavLst>
                                        </p:anim>
                                        <p:anim calcmode="lin" valueType="num" p14:bounceEnd="67000">
                                          <p:cBhvr additive="base">
                                            <p:cTn id="68" dur="1000" fill="hold"/>
                                            <p:tgtEl>
                                              <p:spTgt spid="3"/>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14:presetBounceEnd="67000">
                                      <p:stCondLst>
                                        <p:cond delay="1500"/>
                                      </p:stCondLst>
                                      <p:childTnLst>
                                        <p:set>
                                          <p:cBhvr>
                                            <p:cTn id="70" dur="1" fill="hold">
                                              <p:stCondLst>
                                                <p:cond delay="0"/>
                                              </p:stCondLst>
                                            </p:cTn>
                                            <p:tgtEl>
                                              <p:spTgt spid="4"/>
                                            </p:tgtEl>
                                            <p:attrNameLst>
                                              <p:attrName>style.visibility</p:attrName>
                                            </p:attrNameLst>
                                          </p:cBhvr>
                                          <p:to>
                                            <p:strVal val="visible"/>
                                          </p:to>
                                        </p:set>
                                        <p:anim calcmode="lin" valueType="num" p14:bounceEnd="67000">
                                          <p:cBhvr additive="base">
                                            <p:cTn id="71" dur="1000" fill="hold"/>
                                            <p:tgtEl>
                                              <p:spTgt spid="4"/>
                                            </p:tgtEl>
                                            <p:attrNameLst>
                                              <p:attrName>ppt_x</p:attrName>
                                            </p:attrNameLst>
                                          </p:cBhvr>
                                          <p:tavLst>
                                            <p:tav tm="0">
                                              <p:val>
                                                <p:strVal val="1+#ppt_w/2"/>
                                              </p:val>
                                            </p:tav>
                                            <p:tav tm="100000">
                                              <p:val>
                                                <p:strVal val="#ppt_x"/>
                                              </p:val>
                                            </p:tav>
                                          </p:tavLst>
                                        </p:anim>
                                        <p:anim calcmode="lin" valueType="num" p14:bounceEnd="67000">
                                          <p:cBhvr additive="base">
                                            <p:cTn id="72" dur="1000" fill="hold"/>
                                            <p:tgtEl>
                                              <p:spTgt spid="4"/>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14:presetBounceEnd="67000">
                                      <p:stCondLst>
                                        <p:cond delay="2000"/>
                                      </p:stCondLst>
                                      <p:childTnLst>
                                        <p:set>
                                          <p:cBhvr>
                                            <p:cTn id="74" dur="1" fill="hold">
                                              <p:stCondLst>
                                                <p:cond delay="0"/>
                                              </p:stCondLst>
                                            </p:cTn>
                                            <p:tgtEl>
                                              <p:spTgt spid="5"/>
                                            </p:tgtEl>
                                            <p:attrNameLst>
                                              <p:attrName>style.visibility</p:attrName>
                                            </p:attrNameLst>
                                          </p:cBhvr>
                                          <p:to>
                                            <p:strVal val="visible"/>
                                          </p:to>
                                        </p:set>
                                        <p:anim calcmode="lin" valueType="num" p14:bounceEnd="67000">
                                          <p:cBhvr additive="base">
                                            <p:cTn id="75" dur="1000" fill="hold"/>
                                            <p:tgtEl>
                                              <p:spTgt spid="5"/>
                                            </p:tgtEl>
                                            <p:attrNameLst>
                                              <p:attrName>ppt_x</p:attrName>
                                            </p:attrNameLst>
                                          </p:cBhvr>
                                          <p:tavLst>
                                            <p:tav tm="0">
                                              <p:val>
                                                <p:strVal val="1+#ppt_w/2"/>
                                              </p:val>
                                            </p:tav>
                                            <p:tav tm="100000">
                                              <p:val>
                                                <p:strVal val="#ppt_x"/>
                                              </p:val>
                                            </p:tav>
                                          </p:tavLst>
                                        </p:anim>
                                        <p:anim calcmode="lin" valueType="num" p14:bounceEnd="67000">
                                          <p:cBhvr additive="base">
                                            <p:cTn id="76"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4" grpId="0" animBg="1"/>
          <p:bldP spid="15" grpId="0" animBg="1"/>
          <p:bldP spid="16" grpId="0" animBg="1"/>
          <p:bldP spid="1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0-#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5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1+#ppt_w/2"/>
                                              </p:val>
                                            </p:tav>
                                            <p:tav tm="100000">
                                              <p:val>
                                                <p:strVal val="#ppt_x"/>
                                              </p:val>
                                            </p:tav>
                                          </p:tavLst>
                                        </p:anim>
                                        <p:anim calcmode="lin" valueType="num">
                                          <p:cBhvr additive="base">
                                            <p:cTn id="12" dur="10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10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000" fill="hold"/>
                                            <p:tgtEl>
                                              <p:spTgt spid="9"/>
                                            </p:tgtEl>
                                            <p:attrNameLst>
                                              <p:attrName>ppt_x</p:attrName>
                                            </p:attrNameLst>
                                          </p:cBhvr>
                                          <p:tavLst>
                                            <p:tav tm="0">
                                              <p:val>
                                                <p:strVal val="0-#ppt_w/2"/>
                                              </p:val>
                                            </p:tav>
                                            <p:tav tm="100000">
                                              <p:val>
                                                <p:strVal val="#ppt_x"/>
                                              </p:val>
                                            </p:tav>
                                          </p:tavLst>
                                        </p:anim>
                                        <p:anim calcmode="lin" valueType="num">
                                          <p:cBhvr additive="base">
                                            <p:cTn id="16" dur="10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15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1+#ppt_w/2"/>
                                              </p:val>
                                            </p:tav>
                                            <p:tav tm="100000">
                                              <p:val>
                                                <p:strVal val="#ppt_x"/>
                                              </p:val>
                                            </p:tav>
                                          </p:tavLst>
                                        </p:anim>
                                        <p:anim calcmode="lin" valueType="num">
                                          <p:cBhvr additive="base">
                                            <p:cTn id="20" dur="1000" fill="hold"/>
                                            <p:tgtEl>
                                              <p:spTgt spid="8"/>
                                            </p:tgtEl>
                                            <p:attrNameLst>
                                              <p:attrName>ppt_y</p:attrName>
                                            </p:attrNameLst>
                                          </p:cBhvr>
                                          <p:tavLst>
                                            <p:tav tm="0">
                                              <p:val>
                                                <p:strVal val="#ppt_y"/>
                                              </p:val>
                                            </p:tav>
                                            <p:tav tm="100000">
                                              <p:val>
                                                <p:strVal val="#ppt_y"/>
                                              </p:val>
                                            </p:tav>
                                          </p:tavLst>
                                        </p:anim>
                                      </p:childTnLst>
                                    </p:cTn>
                                  </p:par>
                                  <p:par>
                                    <p:cTn id="21" presetID="53" presetClass="entr" presetSubtype="16" fill="hold" nodeType="withEffect">
                                      <p:stCondLst>
                                        <p:cond delay="250"/>
                                      </p:stCondLst>
                                      <p:childTnLst>
                                        <p:set>
                                          <p:cBhvr>
                                            <p:cTn id="22" dur="1" fill="hold">
                                              <p:stCondLst>
                                                <p:cond delay="0"/>
                                              </p:stCondLst>
                                            </p:cTn>
                                            <p:tgtEl>
                                              <p:spTgt spid="27"/>
                                            </p:tgtEl>
                                            <p:attrNameLst>
                                              <p:attrName>style.visibility</p:attrName>
                                            </p:attrNameLst>
                                          </p:cBhvr>
                                          <p:to>
                                            <p:strVal val="visible"/>
                                          </p:to>
                                        </p:set>
                                        <p:anim calcmode="lin" valueType="num">
                                          <p:cBhvr>
                                            <p:cTn id="23" dur="750" fill="hold"/>
                                            <p:tgtEl>
                                              <p:spTgt spid="27"/>
                                            </p:tgtEl>
                                            <p:attrNameLst>
                                              <p:attrName>ppt_w</p:attrName>
                                            </p:attrNameLst>
                                          </p:cBhvr>
                                          <p:tavLst>
                                            <p:tav tm="0">
                                              <p:val>
                                                <p:fltVal val="0"/>
                                              </p:val>
                                            </p:tav>
                                            <p:tav tm="100000">
                                              <p:val>
                                                <p:strVal val="#ppt_w"/>
                                              </p:val>
                                            </p:tav>
                                          </p:tavLst>
                                        </p:anim>
                                        <p:anim calcmode="lin" valueType="num">
                                          <p:cBhvr>
                                            <p:cTn id="24" dur="750" fill="hold"/>
                                            <p:tgtEl>
                                              <p:spTgt spid="27"/>
                                            </p:tgtEl>
                                            <p:attrNameLst>
                                              <p:attrName>ppt_h</p:attrName>
                                            </p:attrNameLst>
                                          </p:cBhvr>
                                          <p:tavLst>
                                            <p:tav tm="0">
                                              <p:val>
                                                <p:fltVal val="0"/>
                                              </p:val>
                                            </p:tav>
                                            <p:tav tm="100000">
                                              <p:val>
                                                <p:strVal val="#ppt_h"/>
                                              </p:val>
                                            </p:tav>
                                          </p:tavLst>
                                        </p:anim>
                                        <p:animEffect transition="in" filter="fade">
                                          <p:cBhvr>
                                            <p:cTn id="25" dur="750"/>
                                            <p:tgtEl>
                                              <p:spTgt spid="27"/>
                                            </p:tgtEl>
                                          </p:cBhvr>
                                        </p:animEffect>
                                      </p:childTnLst>
                                    </p:cTn>
                                  </p:par>
                                  <p:par>
                                    <p:cTn id="26" presetID="53" presetClass="entr" presetSubtype="16" fill="hold" nodeType="withEffect">
                                      <p:stCondLst>
                                        <p:cond delay="750"/>
                                      </p:stCondLst>
                                      <p:childTnLst>
                                        <p:set>
                                          <p:cBhvr>
                                            <p:cTn id="27" dur="1" fill="hold">
                                              <p:stCondLst>
                                                <p:cond delay="0"/>
                                              </p:stCondLst>
                                            </p:cTn>
                                            <p:tgtEl>
                                              <p:spTgt spid="24"/>
                                            </p:tgtEl>
                                            <p:attrNameLst>
                                              <p:attrName>style.visibility</p:attrName>
                                            </p:attrNameLst>
                                          </p:cBhvr>
                                          <p:to>
                                            <p:strVal val="visible"/>
                                          </p:to>
                                        </p:set>
                                        <p:anim calcmode="lin" valueType="num">
                                          <p:cBhvr>
                                            <p:cTn id="28" dur="750" fill="hold"/>
                                            <p:tgtEl>
                                              <p:spTgt spid="24"/>
                                            </p:tgtEl>
                                            <p:attrNameLst>
                                              <p:attrName>ppt_w</p:attrName>
                                            </p:attrNameLst>
                                          </p:cBhvr>
                                          <p:tavLst>
                                            <p:tav tm="0">
                                              <p:val>
                                                <p:fltVal val="0"/>
                                              </p:val>
                                            </p:tav>
                                            <p:tav tm="100000">
                                              <p:val>
                                                <p:strVal val="#ppt_w"/>
                                              </p:val>
                                            </p:tav>
                                          </p:tavLst>
                                        </p:anim>
                                        <p:anim calcmode="lin" valueType="num">
                                          <p:cBhvr>
                                            <p:cTn id="29" dur="750" fill="hold"/>
                                            <p:tgtEl>
                                              <p:spTgt spid="24"/>
                                            </p:tgtEl>
                                            <p:attrNameLst>
                                              <p:attrName>ppt_h</p:attrName>
                                            </p:attrNameLst>
                                          </p:cBhvr>
                                          <p:tavLst>
                                            <p:tav tm="0">
                                              <p:val>
                                                <p:fltVal val="0"/>
                                              </p:val>
                                            </p:tav>
                                            <p:tav tm="100000">
                                              <p:val>
                                                <p:strVal val="#ppt_h"/>
                                              </p:val>
                                            </p:tav>
                                          </p:tavLst>
                                        </p:anim>
                                        <p:animEffect transition="in" filter="fade">
                                          <p:cBhvr>
                                            <p:cTn id="30" dur="750"/>
                                            <p:tgtEl>
                                              <p:spTgt spid="24"/>
                                            </p:tgtEl>
                                          </p:cBhvr>
                                        </p:animEffect>
                                      </p:childTnLst>
                                    </p:cTn>
                                  </p:par>
                                  <p:par>
                                    <p:cTn id="31" presetID="53" presetClass="entr" presetSubtype="16" fill="hold" nodeType="withEffect">
                                      <p:stCondLst>
                                        <p:cond delay="1250"/>
                                      </p:stCondLst>
                                      <p:childTnLst>
                                        <p:set>
                                          <p:cBhvr>
                                            <p:cTn id="32" dur="1" fill="hold">
                                              <p:stCondLst>
                                                <p:cond delay="0"/>
                                              </p:stCondLst>
                                            </p:cTn>
                                            <p:tgtEl>
                                              <p:spTgt spid="21"/>
                                            </p:tgtEl>
                                            <p:attrNameLst>
                                              <p:attrName>style.visibility</p:attrName>
                                            </p:attrNameLst>
                                          </p:cBhvr>
                                          <p:to>
                                            <p:strVal val="visible"/>
                                          </p:to>
                                        </p:set>
                                        <p:anim calcmode="lin" valueType="num">
                                          <p:cBhvr>
                                            <p:cTn id="33" dur="750" fill="hold"/>
                                            <p:tgtEl>
                                              <p:spTgt spid="21"/>
                                            </p:tgtEl>
                                            <p:attrNameLst>
                                              <p:attrName>ppt_w</p:attrName>
                                            </p:attrNameLst>
                                          </p:cBhvr>
                                          <p:tavLst>
                                            <p:tav tm="0">
                                              <p:val>
                                                <p:fltVal val="0"/>
                                              </p:val>
                                            </p:tav>
                                            <p:tav tm="100000">
                                              <p:val>
                                                <p:strVal val="#ppt_w"/>
                                              </p:val>
                                            </p:tav>
                                          </p:tavLst>
                                        </p:anim>
                                        <p:anim calcmode="lin" valueType="num">
                                          <p:cBhvr>
                                            <p:cTn id="34" dur="750" fill="hold"/>
                                            <p:tgtEl>
                                              <p:spTgt spid="21"/>
                                            </p:tgtEl>
                                            <p:attrNameLst>
                                              <p:attrName>ppt_h</p:attrName>
                                            </p:attrNameLst>
                                          </p:cBhvr>
                                          <p:tavLst>
                                            <p:tav tm="0">
                                              <p:val>
                                                <p:fltVal val="0"/>
                                              </p:val>
                                            </p:tav>
                                            <p:tav tm="100000">
                                              <p:val>
                                                <p:strVal val="#ppt_h"/>
                                              </p:val>
                                            </p:tav>
                                          </p:tavLst>
                                        </p:anim>
                                        <p:animEffect transition="in" filter="fade">
                                          <p:cBhvr>
                                            <p:cTn id="35" dur="750"/>
                                            <p:tgtEl>
                                              <p:spTgt spid="21"/>
                                            </p:tgtEl>
                                          </p:cBhvr>
                                        </p:animEffect>
                                      </p:childTnLst>
                                    </p:cTn>
                                  </p:par>
                                  <p:par>
                                    <p:cTn id="36" presetID="53" presetClass="entr" presetSubtype="16" fill="hold" nodeType="withEffect">
                                      <p:stCondLst>
                                        <p:cond delay="1750"/>
                                      </p:stCondLst>
                                      <p:childTnLst>
                                        <p:set>
                                          <p:cBhvr>
                                            <p:cTn id="37" dur="1" fill="hold">
                                              <p:stCondLst>
                                                <p:cond delay="0"/>
                                              </p:stCondLst>
                                            </p:cTn>
                                            <p:tgtEl>
                                              <p:spTgt spid="18"/>
                                            </p:tgtEl>
                                            <p:attrNameLst>
                                              <p:attrName>style.visibility</p:attrName>
                                            </p:attrNameLst>
                                          </p:cBhvr>
                                          <p:to>
                                            <p:strVal val="visible"/>
                                          </p:to>
                                        </p:set>
                                        <p:anim calcmode="lin" valueType="num">
                                          <p:cBhvr>
                                            <p:cTn id="38" dur="750" fill="hold"/>
                                            <p:tgtEl>
                                              <p:spTgt spid="18"/>
                                            </p:tgtEl>
                                            <p:attrNameLst>
                                              <p:attrName>ppt_w</p:attrName>
                                            </p:attrNameLst>
                                          </p:cBhvr>
                                          <p:tavLst>
                                            <p:tav tm="0">
                                              <p:val>
                                                <p:fltVal val="0"/>
                                              </p:val>
                                            </p:tav>
                                            <p:tav tm="100000">
                                              <p:val>
                                                <p:strVal val="#ppt_w"/>
                                              </p:val>
                                            </p:tav>
                                          </p:tavLst>
                                        </p:anim>
                                        <p:anim calcmode="lin" valueType="num">
                                          <p:cBhvr>
                                            <p:cTn id="39" dur="750" fill="hold"/>
                                            <p:tgtEl>
                                              <p:spTgt spid="18"/>
                                            </p:tgtEl>
                                            <p:attrNameLst>
                                              <p:attrName>ppt_h</p:attrName>
                                            </p:attrNameLst>
                                          </p:cBhvr>
                                          <p:tavLst>
                                            <p:tav tm="0">
                                              <p:val>
                                                <p:fltVal val="0"/>
                                              </p:val>
                                            </p:tav>
                                            <p:tav tm="100000">
                                              <p:val>
                                                <p:strVal val="#ppt_h"/>
                                              </p:val>
                                            </p:tav>
                                          </p:tavLst>
                                        </p:anim>
                                        <p:animEffect transition="in" filter="fade">
                                          <p:cBhvr>
                                            <p:cTn id="40" dur="750"/>
                                            <p:tgtEl>
                                              <p:spTgt spid="18"/>
                                            </p:tgtEl>
                                          </p:cBhvr>
                                        </p:animEffect>
                                      </p:childTnLst>
                                    </p:cTn>
                                  </p:par>
                                  <p:par>
                                    <p:cTn id="41" presetID="53" presetClass="entr" presetSubtype="16" fill="hold" grpId="0" nodeType="withEffect">
                                      <p:stCondLst>
                                        <p:cond delay="500"/>
                                      </p:stCondLst>
                                      <p:childTnLst>
                                        <p:set>
                                          <p:cBhvr>
                                            <p:cTn id="42" dur="1" fill="hold">
                                              <p:stCondLst>
                                                <p:cond delay="0"/>
                                              </p:stCondLst>
                                            </p:cTn>
                                            <p:tgtEl>
                                              <p:spTgt spid="15"/>
                                            </p:tgtEl>
                                            <p:attrNameLst>
                                              <p:attrName>style.visibility</p:attrName>
                                            </p:attrNameLst>
                                          </p:cBhvr>
                                          <p:to>
                                            <p:strVal val="visible"/>
                                          </p:to>
                                        </p:set>
                                        <p:anim calcmode="lin" valueType="num">
                                          <p:cBhvr>
                                            <p:cTn id="43" dur="750" fill="hold"/>
                                            <p:tgtEl>
                                              <p:spTgt spid="15"/>
                                            </p:tgtEl>
                                            <p:attrNameLst>
                                              <p:attrName>ppt_w</p:attrName>
                                            </p:attrNameLst>
                                          </p:cBhvr>
                                          <p:tavLst>
                                            <p:tav tm="0">
                                              <p:val>
                                                <p:fltVal val="0"/>
                                              </p:val>
                                            </p:tav>
                                            <p:tav tm="100000">
                                              <p:val>
                                                <p:strVal val="#ppt_w"/>
                                              </p:val>
                                            </p:tav>
                                          </p:tavLst>
                                        </p:anim>
                                        <p:anim calcmode="lin" valueType="num">
                                          <p:cBhvr>
                                            <p:cTn id="44" dur="750" fill="hold"/>
                                            <p:tgtEl>
                                              <p:spTgt spid="15"/>
                                            </p:tgtEl>
                                            <p:attrNameLst>
                                              <p:attrName>ppt_h</p:attrName>
                                            </p:attrNameLst>
                                          </p:cBhvr>
                                          <p:tavLst>
                                            <p:tav tm="0">
                                              <p:val>
                                                <p:fltVal val="0"/>
                                              </p:val>
                                            </p:tav>
                                            <p:tav tm="100000">
                                              <p:val>
                                                <p:strVal val="#ppt_h"/>
                                              </p:val>
                                            </p:tav>
                                          </p:tavLst>
                                        </p:anim>
                                        <p:animEffect transition="in" filter="fade">
                                          <p:cBhvr>
                                            <p:cTn id="45" dur="750"/>
                                            <p:tgtEl>
                                              <p:spTgt spid="15"/>
                                            </p:tgtEl>
                                          </p:cBhvr>
                                        </p:animEffect>
                                      </p:childTnLst>
                                    </p:cTn>
                                  </p:par>
                                  <p:par>
                                    <p:cTn id="46" presetID="53" presetClass="entr" presetSubtype="16" fill="hold" grpId="0" nodeType="withEffect">
                                      <p:stCondLst>
                                        <p:cond delay="1000"/>
                                      </p:stCondLst>
                                      <p:childTnLst>
                                        <p:set>
                                          <p:cBhvr>
                                            <p:cTn id="47" dur="1" fill="hold">
                                              <p:stCondLst>
                                                <p:cond delay="0"/>
                                              </p:stCondLst>
                                            </p:cTn>
                                            <p:tgtEl>
                                              <p:spTgt spid="17"/>
                                            </p:tgtEl>
                                            <p:attrNameLst>
                                              <p:attrName>style.visibility</p:attrName>
                                            </p:attrNameLst>
                                          </p:cBhvr>
                                          <p:to>
                                            <p:strVal val="visible"/>
                                          </p:to>
                                        </p:set>
                                        <p:anim calcmode="lin" valueType="num">
                                          <p:cBhvr>
                                            <p:cTn id="48" dur="750" fill="hold"/>
                                            <p:tgtEl>
                                              <p:spTgt spid="17"/>
                                            </p:tgtEl>
                                            <p:attrNameLst>
                                              <p:attrName>ppt_w</p:attrName>
                                            </p:attrNameLst>
                                          </p:cBhvr>
                                          <p:tavLst>
                                            <p:tav tm="0">
                                              <p:val>
                                                <p:fltVal val="0"/>
                                              </p:val>
                                            </p:tav>
                                            <p:tav tm="100000">
                                              <p:val>
                                                <p:strVal val="#ppt_w"/>
                                              </p:val>
                                            </p:tav>
                                          </p:tavLst>
                                        </p:anim>
                                        <p:anim calcmode="lin" valueType="num">
                                          <p:cBhvr>
                                            <p:cTn id="49" dur="750" fill="hold"/>
                                            <p:tgtEl>
                                              <p:spTgt spid="17"/>
                                            </p:tgtEl>
                                            <p:attrNameLst>
                                              <p:attrName>ppt_h</p:attrName>
                                            </p:attrNameLst>
                                          </p:cBhvr>
                                          <p:tavLst>
                                            <p:tav tm="0">
                                              <p:val>
                                                <p:fltVal val="0"/>
                                              </p:val>
                                            </p:tav>
                                            <p:tav tm="100000">
                                              <p:val>
                                                <p:strVal val="#ppt_h"/>
                                              </p:val>
                                            </p:tav>
                                          </p:tavLst>
                                        </p:anim>
                                        <p:animEffect transition="in" filter="fade">
                                          <p:cBhvr>
                                            <p:cTn id="50" dur="750"/>
                                            <p:tgtEl>
                                              <p:spTgt spid="17"/>
                                            </p:tgtEl>
                                          </p:cBhvr>
                                        </p:animEffect>
                                      </p:childTnLst>
                                    </p:cTn>
                                  </p:par>
                                  <p:par>
                                    <p:cTn id="51" presetID="53" presetClass="entr" presetSubtype="16" fill="hold" grpId="0" nodeType="withEffect">
                                      <p:stCondLst>
                                        <p:cond delay="1500"/>
                                      </p:stCondLst>
                                      <p:childTnLst>
                                        <p:set>
                                          <p:cBhvr>
                                            <p:cTn id="52" dur="1" fill="hold">
                                              <p:stCondLst>
                                                <p:cond delay="0"/>
                                              </p:stCondLst>
                                            </p:cTn>
                                            <p:tgtEl>
                                              <p:spTgt spid="14"/>
                                            </p:tgtEl>
                                            <p:attrNameLst>
                                              <p:attrName>style.visibility</p:attrName>
                                            </p:attrNameLst>
                                          </p:cBhvr>
                                          <p:to>
                                            <p:strVal val="visible"/>
                                          </p:to>
                                        </p:set>
                                        <p:anim calcmode="lin" valueType="num">
                                          <p:cBhvr>
                                            <p:cTn id="53" dur="750" fill="hold"/>
                                            <p:tgtEl>
                                              <p:spTgt spid="14"/>
                                            </p:tgtEl>
                                            <p:attrNameLst>
                                              <p:attrName>ppt_w</p:attrName>
                                            </p:attrNameLst>
                                          </p:cBhvr>
                                          <p:tavLst>
                                            <p:tav tm="0">
                                              <p:val>
                                                <p:fltVal val="0"/>
                                              </p:val>
                                            </p:tav>
                                            <p:tav tm="100000">
                                              <p:val>
                                                <p:strVal val="#ppt_w"/>
                                              </p:val>
                                            </p:tav>
                                          </p:tavLst>
                                        </p:anim>
                                        <p:anim calcmode="lin" valueType="num">
                                          <p:cBhvr>
                                            <p:cTn id="54" dur="750" fill="hold"/>
                                            <p:tgtEl>
                                              <p:spTgt spid="14"/>
                                            </p:tgtEl>
                                            <p:attrNameLst>
                                              <p:attrName>ppt_h</p:attrName>
                                            </p:attrNameLst>
                                          </p:cBhvr>
                                          <p:tavLst>
                                            <p:tav tm="0">
                                              <p:val>
                                                <p:fltVal val="0"/>
                                              </p:val>
                                            </p:tav>
                                            <p:tav tm="100000">
                                              <p:val>
                                                <p:strVal val="#ppt_h"/>
                                              </p:val>
                                            </p:tav>
                                          </p:tavLst>
                                        </p:anim>
                                        <p:animEffect transition="in" filter="fade">
                                          <p:cBhvr>
                                            <p:cTn id="55" dur="750"/>
                                            <p:tgtEl>
                                              <p:spTgt spid="14"/>
                                            </p:tgtEl>
                                          </p:cBhvr>
                                        </p:animEffect>
                                      </p:childTnLst>
                                    </p:cTn>
                                  </p:par>
                                  <p:par>
                                    <p:cTn id="56" presetID="53" presetClass="entr" presetSubtype="16" fill="hold" grpId="0" nodeType="withEffect">
                                      <p:stCondLst>
                                        <p:cond delay="2000"/>
                                      </p:stCondLst>
                                      <p:childTnLst>
                                        <p:set>
                                          <p:cBhvr>
                                            <p:cTn id="57" dur="1" fill="hold">
                                              <p:stCondLst>
                                                <p:cond delay="0"/>
                                              </p:stCondLst>
                                            </p:cTn>
                                            <p:tgtEl>
                                              <p:spTgt spid="16"/>
                                            </p:tgtEl>
                                            <p:attrNameLst>
                                              <p:attrName>style.visibility</p:attrName>
                                            </p:attrNameLst>
                                          </p:cBhvr>
                                          <p:to>
                                            <p:strVal val="visible"/>
                                          </p:to>
                                        </p:set>
                                        <p:anim calcmode="lin" valueType="num">
                                          <p:cBhvr>
                                            <p:cTn id="58" dur="750" fill="hold"/>
                                            <p:tgtEl>
                                              <p:spTgt spid="16"/>
                                            </p:tgtEl>
                                            <p:attrNameLst>
                                              <p:attrName>ppt_w</p:attrName>
                                            </p:attrNameLst>
                                          </p:cBhvr>
                                          <p:tavLst>
                                            <p:tav tm="0">
                                              <p:val>
                                                <p:fltVal val="0"/>
                                              </p:val>
                                            </p:tav>
                                            <p:tav tm="100000">
                                              <p:val>
                                                <p:strVal val="#ppt_w"/>
                                              </p:val>
                                            </p:tav>
                                          </p:tavLst>
                                        </p:anim>
                                        <p:anim calcmode="lin" valueType="num">
                                          <p:cBhvr>
                                            <p:cTn id="59" dur="750" fill="hold"/>
                                            <p:tgtEl>
                                              <p:spTgt spid="16"/>
                                            </p:tgtEl>
                                            <p:attrNameLst>
                                              <p:attrName>ppt_h</p:attrName>
                                            </p:attrNameLst>
                                          </p:cBhvr>
                                          <p:tavLst>
                                            <p:tav tm="0">
                                              <p:val>
                                                <p:fltVal val="0"/>
                                              </p:val>
                                            </p:tav>
                                            <p:tav tm="100000">
                                              <p:val>
                                                <p:strVal val="#ppt_h"/>
                                              </p:val>
                                            </p:tav>
                                          </p:tavLst>
                                        </p:anim>
                                        <p:animEffect transition="in" filter="fade">
                                          <p:cBhvr>
                                            <p:cTn id="60" dur="750"/>
                                            <p:tgtEl>
                                              <p:spTgt spid="16"/>
                                            </p:tgtEl>
                                          </p:cBhvr>
                                        </p:animEffect>
                                      </p:childTnLst>
                                    </p:cTn>
                                  </p:par>
                                  <p:par>
                                    <p:cTn id="61" presetID="2" presetClass="entr" presetSubtype="8" fill="hold" nodeType="withEffect">
                                      <p:stCondLst>
                                        <p:cond delay="500"/>
                                      </p:stCondLst>
                                      <p:childTnLst>
                                        <p:set>
                                          <p:cBhvr>
                                            <p:cTn id="62" dur="1" fill="hold">
                                              <p:stCondLst>
                                                <p:cond delay="0"/>
                                              </p:stCondLst>
                                            </p:cTn>
                                            <p:tgtEl>
                                              <p:spTgt spid="2"/>
                                            </p:tgtEl>
                                            <p:attrNameLst>
                                              <p:attrName>style.visibility</p:attrName>
                                            </p:attrNameLst>
                                          </p:cBhvr>
                                          <p:to>
                                            <p:strVal val="visible"/>
                                          </p:to>
                                        </p:set>
                                        <p:anim calcmode="lin" valueType="num">
                                          <p:cBhvr additive="base">
                                            <p:cTn id="63" dur="1000" fill="hold"/>
                                            <p:tgtEl>
                                              <p:spTgt spid="2"/>
                                            </p:tgtEl>
                                            <p:attrNameLst>
                                              <p:attrName>ppt_x</p:attrName>
                                            </p:attrNameLst>
                                          </p:cBhvr>
                                          <p:tavLst>
                                            <p:tav tm="0">
                                              <p:val>
                                                <p:strVal val="0-#ppt_w/2"/>
                                              </p:val>
                                            </p:tav>
                                            <p:tav tm="100000">
                                              <p:val>
                                                <p:strVal val="#ppt_x"/>
                                              </p:val>
                                            </p:tav>
                                          </p:tavLst>
                                        </p:anim>
                                        <p:anim calcmode="lin" valueType="num">
                                          <p:cBhvr additive="base">
                                            <p:cTn id="64" dur="1000" fill="hold"/>
                                            <p:tgtEl>
                                              <p:spTgt spid="2"/>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1000"/>
                                      </p:stCondLst>
                                      <p:childTnLst>
                                        <p:set>
                                          <p:cBhvr>
                                            <p:cTn id="66" dur="1" fill="hold">
                                              <p:stCondLst>
                                                <p:cond delay="0"/>
                                              </p:stCondLst>
                                            </p:cTn>
                                            <p:tgtEl>
                                              <p:spTgt spid="3"/>
                                            </p:tgtEl>
                                            <p:attrNameLst>
                                              <p:attrName>style.visibility</p:attrName>
                                            </p:attrNameLst>
                                          </p:cBhvr>
                                          <p:to>
                                            <p:strVal val="visible"/>
                                          </p:to>
                                        </p:set>
                                        <p:anim calcmode="lin" valueType="num">
                                          <p:cBhvr additive="base">
                                            <p:cTn id="67" dur="1000" fill="hold"/>
                                            <p:tgtEl>
                                              <p:spTgt spid="3"/>
                                            </p:tgtEl>
                                            <p:attrNameLst>
                                              <p:attrName>ppt_x</p:attrName>
                                            </p:attrNameLst>
                                          </p:cBhvr>
                                          <p:tavLst>
                                            <p:tav tm="0">
                                              <p:val>
                                                <p:strVal val="0-#ppt_w/2"/>
                                              </p:val>
                                            </p:tav>
                                            <p:tav tm="100000">
                                              <p:val>
                                                <p:strVal val="#ppt_x"/>
                                              </p:val>
                                            </p:tav>
                                          </p:tavLst>
                                        </p:anim>
                                        <p:anim calcmode="lin" valueType="num">
                                          <p:cBhvr additive="base">
                                            <p:cTn id="68" dur="1000" fill="hold"/>
                                            <p:tgtEl>
                                              <p:spTgt spid="3"/>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1500"/>
                                      </p:stCondLst>
                                      <p:childTnLst>
                                        <p:set>
                                          <p:cBhvr>
                                            <p:cTn id="70" dur="1" fill="hold">
                                              <p:stCondLst>
                                                <p:cond delay="0"/>
                                              </p:stCondLst>
                                            </p:cTn>
                                            <p:tgtEl>
                                              <p:spTgt spid="4"/>
                                            </p:tgtEl>
                                            <p:attrNameLst>
                                              <p:attrName>style.visibility</p:attrName>
                                            </p:attrNameLst>
                                          </p:cBhvr>
                                          <p:to>
                                            <p:strVal val="visible"/>
                                          </p:to>
                                        </p:set>
                                        <p:anim calcmode="lin" valueType="num">
                                          <p:cBhvr additive="base">
                                            <p:cTn id="71" dur="1000" fill="hold"/>
                                            <p:tgtEl>
                                              <p:spTgt spid="4"/>
                                            </p:tgtEl>
                                            <p:attrNameLst>
                                              <p:attrName>ppt_x</p:attrName>
                                            </p:attrNameLst>
                                          </p:cBhvr>
                                          <p:tavLst>
                                            <p:tav tm="0">
                                              <p:val>
                                                <p:strVal val="1+#ppt_w/2"/>
                                              </p:val>
                                            </p:tav>
                                            <p:tav tm="100000">
                                              <p:val>
                                                <p:strVal val="#ppt_x"/>
                                              </p:val>
                                            </p:tav>
                                          </p:tavLst>
                                        </p:anim>
                                        <p:anim calcmode="lin" valueType="num">
                                          <p:cBhvr additive="base">
                                            <p:cTn id="72" dur="1000" fill="hold"/>
                                            <p:tgtEl>
                                              <p:spTgt spid="4"/>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2000"/>
                                      </p:stCondLst>
                                      <p:childTnLst>
                                        <p:set>
                                          <p:cBhvr>
                                            <p:cTn id="74" dur="1" fill="hold">
                                              <p:stCondLst>
                                                <p:cond delay="0"/>
                                              </p:stCondLst>
                                            </p:cTn>
                                            <p:tgtEl>
                                              <p:spTgt spid="5"/>
                                            </p:tgtEl>
                                            <p:attrNameLst>
                                              <p:attrName>style.visibility</p:attrName>
                                            </p:attrNameLst>
                                          </p:cBhvr>
                                          <p:to>
                                            <p:strVal val="visible"/>
                                          </p:to>
                                        </p:set>
                                        <p:anim calcmode="lin" valueType="num">
                                          <p:cBhvr additive="base">
                                            <p:cTn id="75" dur="1000" fill="hold"/>
                                            <p:tgtEl>
                                              <p:spTgt spid="5"/>
                                            </p:tgtEl>
                                            <p:attrNameLst>
                                              <p:attrName>ppt_x</p:attrName>
                                            </p:attrNameLst>
                                          </p:cBhvr>
                                          <p:tavLst>
                                            <p:tav tm="0">
                                              <p:val>
                                                <p:strVal val="1+#ppt_w/2"/>
                                              </p:val>
                                            </p:tav>
                                            <p:tav tm="100000">
                                              <p:val>
                                                <p:strVal val="#ppt_x"/>
                                              </p:val>
                                            </p:tav>
                                          </p:tavLst>
                                        </p:anim>
                                        <p:anim calcmode="lin" valueType="num">
                                          <p:cBhvr additive="base">
                                            <p:cTn id="76"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4" grpId="0" animBg="1"/>
          <p:bldP spid="15" grpId="0" animBg="1"/>
          <p:bldP spid="16" grpId="0" animBg="1"/>
          <p:bldP spid="17" grpId="0" animBg="1"/>
        </p:bldLst>
      </p:timing>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2F77344D-D7FE-4FF9-AC96-BA3B82AE94EF}"/>
              </a:ext>
            </a:extLst>
          </p:cNvPr>
          <p:cNvGrpSpPr/>
          <p:nvPr/>
        </p:nvGrpSpPr>
        <p:grpSpPr>
          <a:xfrm>
            <a:off x="2005013" y="2460625"/>
            <a:ext cx="8189913" cy="1936750"/>
            <a:chOff x="2005013" y="2460625"/>
            <a:chExt cx="8189913" cy="1936750"/>
          </a:xfrm>
        </p:grpSpPr>
        <p:sp>
          <p:nvSpPr>
            <p:cNvPr id="6" name="Freeform 5">
              <a:extLst>
                <a:ext uri="{FF2B5EF4-FFF2-40B4-BE49-F238E27FC236}">
                  <a16:creationId xmlns:a16="http://schemas.microsoft.com/office/drawing/2014/main" id="{84AD00F5-845C-4F21-80E0-F6B572DCAB7E}"/>
                </a:ext>
              </a:extLst>
            </p:cNvPr>
            <p:cNvSpPr>
              <a:spLocks/>
            </p:cNvSpPr>
            <p:nvPr/>
          </p:nvSpPr>
          <p:spPr bwMode="auto">
            <a:xfrm>
              <a:off x="6696076" y="2460625"/>
              <a:ext cx="1933575" cy="968375"/>
            </a:xfrm>
            <a:custGeom>
              <a:avLst/>
              <a:gdLst>
                <a:gd name="T0" fmla="*/ 490 w 490"/>
                <a:gd name="T1" fmla="*/ 245 h 245"/>
                <a:gd name="T2" fmla="*/ 396 w 490"/>
                <a:gd name="T3" fmla="*/ 245 h 245"/>
                <a:gd name="T4" fmla="*/ 245 w 490"/>
                <a:gd name="T5" fmla="*/ 94 h 245"/>
                <a:gd name="T6" fmla="*/ 94 w 490"/>
                <a:gd name="T7" fmla="*/ 245 h 245"/>
                <a:gd name="T8" fmla="*/ 0 w 490"/>
                <a:gd name="T9" fmla="*/ 245 h 245"/>
                <a:gd name="T10" fmla="*/ 245 w 490"/>
                <a:gd name="T11" fmla="*/ 0 h 245"/>
                <a:gd name="T12" fmla="*/ 490 w 490"/>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490" h="245">
                  <a:moveTo>
                    <a:pt x="490" y="245"/>
                  </a:moveTo>
                  <a:cubicBezTo>
                    <a:pt x="396" y="245"/>
                    <a:pt x="396" y="245"/>
                    <a:pt x="396" y="245"/>
                  </a:cubicBezTo>
                  <a:cubicBezTo>
                    <a:pt x="396" y="162"/>
                    <a:pt x="328" y="94"/>
                    <a:pt x="245" y="94"/>
                  </a:cubicBezTo>
                  <a:cubicBezTo>
                    <a:pt x="162" y="94"/>
                    <a:pt x="94" y="162"/>
                    <a:pt x="94" y="245"/>
                  </a:cubicBezTo>
                  <a:cubicBezTo>
                    <a:pt x="0" y="245"/>
                    <a:pt x="0" y="245"/>
                    <a:pt x="0" y="245"/>
                  </a:cubicBezTo>
                  <a:cubicBezTo>
                    <a:pt x="0" y="110"/>
                    <a:pt x="110" y="0"/>
                    <a:pt x="245" y="0"/>
                  </a:cubicBezTo>
                  <a:cubicBezTo>
                    <a:pt x="380" y="0"/>
                    <a:pt x="490" y="110"/>
                    <a:pt x="490" y="24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3FCA9AD7-AA0A-4C0A-A650-8E255C49B51A}"/>
                </a:ext>
              </a:extLst>
            </p:cNvPr>
            <p:cNvSpPr>
              <a:spLocks/>
            </p:cNvSpPr>
            <p:nvPr/>
          </p:nvSpPr>
          <p:spPr bwMode="auto">
            <a:xfrm>
              <a:off x="8258176" y="3429000"/>
              <a:ext cx="1936750" cy="968375"/>
            </a:xfrm>
            <a:custGeom>
              <a:avLst/>
              <a:gdLst>
                <a:gd name="T0" fmla="*/ 439 w 491"/>
                <a:gd name="T1" fmla="*/ 0 h 245"/>
                <a:gd name="T2" fmla="*/ 437 w 491"/>
                <a:gd name="T3" fmla="*/ 0 h 245"/>
                <a:gd name="T4" fmla="*/ 392 w 491"/>
                <a:gd name="T5" fmla="*/ 36 h 245"/>
                <a:gd name="T6" fmla="*/ 245 w 491"/>
                <a:gd name="T7" fmla="*/ 151 h 245"/>
                <a:gd name="T8" fmla="*/ 94 w 491"/>
                <a:gd name="T9" fmla="*/ 0 h 245"/>
                <a:gd name="T10" fmla="*/ 0 w 491"/>
                <a:gd name="T11" fmla="*/ 0 h 245"/>
                <a:gd name="T12" fmla="*/ 245 w 491"/>
                <a:gd name="T13" fmla="*/ 245 h 245"/>
                <a:gd name="T14" fmla="*/ 484 w 491"/>
                <a:gd name="T15" fmla="*/ 56 h 245"/>
                <a:gd name="T16" fmla="*/ 439 w 491"/>
                <a:gd name="T17"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245">
                  <a:moveTo>
                    <a:pt x="439" y="0"/>
                  </a:moveTo>
                  <a:cubicBezTo>
                    <a:pt x="437" y="0"/>
                    <a:pt x="437" y="0"/>
                    <a:pt x="437" y="0"/>
                  </a:cubicBezTo>
                  <a:cubicBezTo>
                    <a:pt x="415" y="0"/>
                    <a:pt x="397" y="15"/>
                    <a:pt x="392" y="36"/>
                  </a:cubicBezTo>
                  <a:cubicBezTo>
                    <a:pt x="375" y="102"/>
                    <a:pt x="316" y="151"/>
                    <a:pt x="245" y="151"/>
                  </a:cubicBezTo>
                  <a:cubicBezTo>
                    <a:pt x="162" y="151"/>
                    <a:pt x="94" y="83"/>
                    <a:pt x="94" y="0"/>
                  </a:cubicBezTo>
                  <a:cubicBezTo>
                    <a:pt x="0" y="0"/>
                    <a:pt x="0" y="0"/>
                    <a:pt x="0" y="0"/>
                  </a:cubicBezTo>
                  <a:cubicBezTo>
                    <a:pt x="0" y="135"/>
                    <a:pt x="110" y="245"/>
                    <a:pt x="245" y="245"/>
                  </a:cubicBezTo>
                  <a:cubicBezTo>
                    <a:pt x="361" y="245"/>
                    <a:pt x="458" y="165"/>
                    <a:pt x="484" y="56"/>
                  </a:cubicBezTo>
                  <a:cubicBezTo>
                    <a:pt x="491" y="28"/>
                    <a:pt x="468" y="0"/>
                    <a:pt x="43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676B7C2D-D353-4ADC-9B3A-D4437003D45E}"/>
                </a:ext>
              </a:extLst>
            </p:cNvPr>
            <p:cNvSpPr>
              <a:spLocks/>
            </p:cNvSpPr>
            <p:nvPr/>
          </p:nvSpPr>
          <p:spPr bwMode="auto">
            <a:xfrm>
              <a:off x="5133976" y="3429000"/>
              <a:ext cx="1936750" cy="968375"/>
            </a:xfrm>
            <a:custGeom>
              <a:avLst/>
              <a:gdLst>
                <a:gd name="T0" fmla="*/ 245 w 491"/>
                <a:gd name="T1" fmla="*/ 245 h 245"/>
                <a:gd name="T2" fmla="*/ 0 w 491"/>
                <a:gd name="T3" fmla="*/ 0 h 245"/>
                <a:gd name="T4" fmla="*/ 94 w 491"/>
                <a:gd name="T5" fmla="*/ 0 h 245"/>
                <a:gd name="T6" fmla="*/ 245 w 491"/>
                <a:gd name="T7" fmla="*/ 151 h 245"/>
                <a:gd name="T8" fmla="*/ 396 w 491"/>
                <a:gd name="T9" fmla="*/ 0 h 245"/>
                <a:gd name="T10" fmla="*/ 491 w 491"/>
                <a:gd name="T11" fmla="*/ 0 h 245"/>
                <a:gd name="T12" fmla="*/ 245 w 491"/>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491" h="245">
                  <a:moveTo>
                    <a:pt x="245" y="245"/>
                  </a:moveTo>
                  <a:cubicBezTo>
                    <a:pt x="110" y="245"/>
                    <a:pt x="0" y="135"/>
                    <a:pt x="0" y="0"/>
                  </a:cubicBezTo>
                  <a:cubicBezTo>
                    <a:pt x="94" y="0"/>
                    <a:pt x="94" y="0"/>
                    <a:pt x="94" y="0"/>
                  </a:cubicBezTo>
                  <a:cubicBezTo>
                    <a:pt x="94" y="83"/>
                    <a:pt x="162" y="151"/>
                    <a:pt x="245" y="151"/>
                  </a:cubicBezTo>
                  <a:cubicBezTo>
                    <a:pt x="328" y="151"/>
                    <a:pt x="396" y="83"/>
                    <a:pt x="396" y="0"/>
                  </a:cubicBezTo>
                  <a:cubicBezTo>
                    <a:pt x="491" y="0"/>
                    <a:pt x="491" y="0"/>
                    <a:pt x="491" y="0"/>
                  </a:cubicBezTo>
                  <a:cubicBezTo>
                    <a:pt x="491" y="135"/>
                    <a:pt x="380" y="245"/>
                    <a:pt x="245" y="24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A753CCF0-7E85-47CC-B20C-CAD849D809FF}"/>
                </a:ext>
              </a:extLst>
            </p:cNvPr>
            <p:cNvSpPr>
              <a:spLocks/>
            </p:cNvSpPr>
            <p:nvPr/>
          </p:nvSpPr>
          <p:spPr bwMode="auto">
            <a:xfrm>
              <a:off x="3570288" y="2460625"/>
              <a:ext cx="1933575" cy="968375"/>
            </a:xfrm>
            <a:custGeom>
              <a:avLst/>
              <a:gdLst>
                <a:gd name="T0" fmla="*/ 490 w 490"/>
                <a:gd name="T1" fmla="*/ 245 h 245"/>
                <a:gd name="T2" fmla="*/ 396 w 490"/>
                <a:gd name="T3" fmla="*/ 245 h 245"/>
                <a:gd name="T4" fmla="*/ 245 w 490"/>
                <a:gd name="T5" fmla="*/ 94 h 245"/>
                <a:gd name="T6" fmla="*/ 94 w 490"/>
                <a:gd name="T7" fmla="*/ 245 h 245"/>
                <a:gd name="T8" fmla="*/ 0 w 490"/>
                <a:gd name="T9" fmla="*/ 245 h 245"/>
                <a:gd name="T10" fmla="*/ 245 w 490"/>
                <a:gd name="T11" fmla="*/ 0 h 245"/>
                <a:gd name="T12" fmla="*/ 490 w 490"/>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490" h="245">
                  <a:moveTo>
                    <a:pt x="490" y="245"/>
                  </a:moveTo>
                  <a:cubicBezTo>
                    <a:pt x="396" y="245"/>
                    <a:pt x="396" y="245"/>
                    <a:pt x="396" y="245"/>
                  </a:cubicBezTo>
                  <a:cubicBezTo>
                    <a:pt x="396" y="162"/>
                    <a:pt x="328" y="94"/>
                    <a:pt x="245" y="94"/>
                  </a:cubicBezTo>
                  <a:cubicBezTo>
                    <a:pt x="162" y="94"/>
                    <a:pt x="94" y="162"/>
                    <a:pt x="94" y="245"/>
                  </a:cubicBezTo>
                  <a:cubicBezTo>
                    <a:pt x="0" y="245"/>
                    <a:pt x="0" y="245"/>
                    <a:pt x="0" y="245"/>
                  </a:cubicBezTo>
                  <a:cubicBezTo>
                    <a:pt x="0" y="110"/>
                    <a:pt x="110" y="0"/>
                    <a:pt x="245" y="0"/>
                  </a:cubicBezTo>
                  <a:cubicBezTo>
                    <a:pt x="380" y="0"/>
                    <a:pt x="490" y="110"/>
                    <a:pt x="490" y="24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8F62B388-2ED5-4820-B0DD-1E7C6350BD47}"/>
                </a:ext>
              </a:extLst>
            </p:cNvPr>
            <p:cNvSpPr>
              <a:spLocks/>
            </p:cNvSpPr>
            <p:nvPr/>
          </p:nvSpPr>
          <p:spPr bwMode="auto">
            <a:xfrm>
              <a:off x="2005013" y="3429000"/>
              <a:ext cx="1936750" cy="968375"/>
            </a:xfrm>
            <a:custGeom>
              <a:avLst/>
              <a:gdLst>
                <a:gd name="T0" fmla="*/ 246 w 491"/>
                <a:gd name="T1" fmla="*/ 245 h 245"/>
                <a:gd name="T2" fmla="*/ 7 w 491"/>
                <a:gd name="T3" fmla="*/ 56 h 245"/>
                <a:gd name="T4" fmla="*/ 52 w 491"/>
                <a:gd name="T5" fmla="*/ 0 h 245"/>
                <a:gd name="T6" fmla="*/ 54 w 491"/>
                <a:gd name="T7" fmla="*/ 0 h 245"/>
                <a:gd name="T8" fmla="*/ 99 w 491"/>
                <a:gd name="T9" fmla="*/ 36 h 245"/>
                <a:gd name="T10" fmla="*/ 246 w 491"/>
                <a:gd name="T11" fmla="*/ 151 h 245"/>
                <a:gd name="T12" fmla="*/ 397 w 491"/>
                <a:gd name="T13" fmla="*/ 0 h 245"/>
                <a:gd name="T14" fmla="*/ 491 w 491"/>
                <a:gd name="T15" fmla="*/ 0 h 245"/>
                <a:gd name="T16" fmla="*/ 246 w 491"/>
                <a:gd name="T17" fmla="*/ 24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245">
                  <a:moveTo>
                    <a:pt x="246" y="245"/>
                  </a:moveTo>
                  <a:cubicBezTo>
                    <a:pt x="130" y="245"/>
                    <a:pt x="32" y="165"/>
                    <a:pt x="7" y="56"/>
                  </a:cubicBezTo>
                  <a:cubicBezTo>
                    <a:pt x="0" y="28"/>
                    <a:pt x="23" y="0"/>
                    <a:pt x="52" y="0"/>
                  </a:cubicBezTo>
                  <a:cubicBezTo>
                    <a:pt x="54" y="0"/>
                    <a:pt x="54" y="0"/>
                    <a:pt x="54" y="0"/>
                  </a:cubicBezTo>
                  <a:cubicBezTo>
                    <a:pt x="76" y="0"/>
                    <a:pt x="94" y="15"/>
                    <a:pt x="99" y="36"/>
                  </a:cubicBezTo>
                  <a:cubicBezTo>
                    <a:pt x="116" y="102"/>
                    <a:pt x="175" y="151"/>
                    <a:pt x="246" y="151"/>
                  </a:cubicBezTo>
                  <a:cubicBezTo>
                    <a:pt x="329" y="151"/>
                    <a:pt x="397" y="83"/>
                    <a:pt x="397" y="0"/>
                  </a:cubicBezTo>
                  <a:cubicBezTo>
                    <a:pt x="491" y="0"/>
                    <a:pt x="491" y="0"/>
                    <a:pt x="491" y="0"/>
                  </a:cubicBezTo>
                  <a:cubicBezTo>
                    <a:pt x="491" y="135"/>
                    <a:pt x="381" y="245"/>
                    <a:pt x="246" y="24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B5EC764C-BB23-47EE-9FE2-505835BE9088}"/>
              </a:ext>
            </a:extLst>
          </p:cNvPr>
          <p:cNvGrpSpPr/>
          <p:nvPr/>
        </p:nvGrpSpPr>
        <p:grpSpPr>
          <a:xfrm>
            <a:off x="6712778" y="2484438"/>
            <a:ext cx="1868700" cy="3163385"/>
            <a:chOff x="6712778" y="2484438"/>
            <a:chExt cx="1868700" cy="3163385"/>
          </a:xfrm>
        </p:grpSpPr>
        <p:sp>
          <p:nvSpPr>
            <p:cNvPr id="86" name="Shadow">
              <a:extLst>
                <a:ext uri="{FF2B5EF4-FFF2-40B4-BE49-F238E27FC236}">
                  <a16:creationId xmlns:a16="http://schemas.microsoft.com/office/drawing/2014/main" id="{4380176B-47A3-4ABD-9737-9662FC768941}"/>
                </a:ext>
              </a:extLst>
            </p:cNvPr>
            <p:cNvSpPr/>
            <p:nvPr/>
          </p:nvSpPr>
          <p:spPr>
            <a:xfrm rot="5400000" flipH="1">
              <a:off x="6778361" y="3826451"/>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7" name="Shadow">
              <a:extLst>
                <a:ext uri="{FF2B5EF4-FFF2-40B4-BE49-F238E27FC236}">
                  <a16:creationId xmlns:a16="http://schemas.microsoft.com/office/drawing/2014/main" id="{B40D5C4A-D50C-4B78-A985-721F3CAC488E}"/>
                </a:ext>
              </a:extLst>
            </p:cNvPr>
            <p:cNvSpPr/>
            <p:nvPr/>
          </p:nvSpPr>
          <p:spPr>
            <a:xfrm rot="16200000">
              <a:off x="5370765" y="3844707"/>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3" name="Group 2">
            <a:extLst>
              <a:ext uri="{FF2B5EF4-FFF2-40B4-BE49-F238E27FC236}">
                <a16:creationId xmlns:a16="http://schemas.microsoft.com/office/drawing/2014/main" id="{D7180895-1F58-4EA5-AE72-00C6CB692195}"/>
              </a:ext>
            </a:extLst>
          </p:cNvPr>
          <p:cNvGrpSpPr/>
          <p:nvPr/>
        </p:nvGrpSpPr>
        <p:grpSpPr>
          <a:xfrm>
            <a:off x="3610524" y="2484437"/>
            <a:ext cx="1868700" cy="3163385"/>
            <a:chOff x="3610524" y="2484437"/>
            <a:chExt cx="1868700" cy="3163385"/>
          </a:xfrm>
        </p:grpSpPr>
        <p:sp>
          <p:nvSpPr>
            <p:cNvPr id="69" name="Shadow">
              <a:extLst>
                <a:ext uri="{FF2B5EF4-FFF2-40B4-BE49-F238E27FC236}">
                  <a16:creationId xmlns:a16="http://schemas.microsoft.com/office/drawing/2014/main" id="{28A78C01-9A7B-4EE7-B40F-AD184EE07DB1}"/>
                </a:ext>
              </a:extLst>
            </p:cNvPr>
            <p:cNvSpPr/>
            <p:nvPr/>
          </p:nvSpPr>
          <p:spPr>
            <a:xfrm rot="5400000" flipH="1">
              <a:off x="3676107" y="3826450"/>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0" name="Shadow">
              <a:extLst>
                <a:ext uri="{FF2B5EF4-FFF2-40B4-BE49-F238E27FC236}">
                  <a16:creationId xmlns:a16="http://schemas.microsoft.com/office/drawing/2014/main" id="{625448C2-1618-4524-B6FC-9E2CA59BC712}"/>
                </a:ext>
              </a:extLst>
            </p:cNvPr>
            <p:cNvSpPr/>
            <p:nvPr/>
          </p:nvSpPr>
          <p:spPr>
            <a:xfrm rot="16200000">
              <a:off x="2268511" y="3844706"/>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2" name="Group 1">
            <a:extLst>
              <a:ext uri="{FF2B5EF4-FFF2-40B4-BE49-F238E27FC236}">
                <a16:creationId xmlns:a16="http://schemas.microsoft.com/office/drawing/2014/main" id="{47AC5548-BEAE-4E64-A12E-DF4909547F7F}"/>
              </a:ext>
            </a:extLst>
          </p:cNvPr>
          <p:cNvGrpSpPr/>
          <p:nvPr/>
        </p:nvGrpSpPr>
        <p:grpSpPr>
          <a:xfrm>
            <a:off x="2035371" y="1252246"/>
            <a:ext cx="1861942" cy="3145130"/>
            <a:chOff x="2035371" y="1252246"/>
            <a:chExt cx="1861942" cy="3145130"/>
          </a:xfrm>
        </p:grpSpPr>
        <p:sp>
          <p:nvSpPr>
            <p:cNvPr id="46" name="Shadow">
              <a:extLst>
                <a:ext uri="{FF2B5EF4-FFF2-40B4-BE49-F238E27FC236}">
                  <a16:creationId xmlns:a16="http://schemas.microsoft.com/office/drawing/2014/main" id="{0BF4AC32-9968-4E79-9BD1-452ADF9A51E8}"/>
                </a:ext>
              </a:extLst>
            </p:cNvPr>
            <p:cNvSpPr/>
            <p:nvPr/>
          </p:nvSpPr>
          <p:spPr>
            <a:xfrm rot="16200000" flipH="1">
              <a:off x="693358" y="2594260"/>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4" name="Shadow">
              <a:extLst>
                <a:ext uri="{FF2B5EF4-FFF2-40B4-BE49-F238E27FC236}">
                  <a16:creationId xmlns:a16="http://schemas.microsoft.com/office/drawing/2014/main" id="{C19EF7C7-19FE-4AF2-95D4-365A0B5B01AC}"/>
                </a:ext>
              </a:extLst>
            </p:cNvPr>
            <p:cNvSpPr/>
            <p:nvPr/>
          </p:nvSpPr>
          <p:spPr>
            <a:xfrm rot="5400000">
              <a:off x="2094196" y="2594259"/>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39" name="Group 38">
            <a:extLst>
              <a:ext uri="{FF2B5EF4-FFF2-40B4-BE49-F238E27FC236}">
                <a16:creationId xmlns:a16="http://schemas.microsoft.com/office/drawing/2014/main" id="{DB18AE79-AA3C-4D58-BF79-16DDEB9A6651}"/>
              </a:ext>
            </a:extLst>
          </p:cNvPr>
          <p:cNvGrpSpPr/>
          <p:nvPr/>
        </p:nvGrpSpPr>
        <p:grpSpPr>
          <a:xfrm>
            <a:off x="2351088" y="952500"/>
            <a:ext cx="1243013" cy="3100388"/>
            <a:chOff x="2351088" y="952500"/>
            <a:chExt cx="1243013" cy="3100388"/>
          </a:xfrm>
        </p:grpSpPr>
        <p:sp>
          <p:nvSpPr>
            <p:cNvPr id="11" name="Freeform 10">
              <a:extLst>
                <a:ext uri="{FF2B5EF4-FFF2-40B4-BE49-F238E27FC236}">
                  <a16:creationId xmlns:a16="http://schemas.microsoft.com/office/drawing/2014/main" id="{CD6CE907-9301-4236-94EE-44A18DFA74D4}"/>
                </a:ext>
              </a:extLst>
            </p:cNvPr>
            <p:cNvSpPr>
              <a:spLocks/>
            </p:cNvSpPr>
            <p:nvPr/>
          </p:nvSpPr>
          <p:spPr bwMode="auto">
            <a:xfrm>
              <a:off x="2351088" y="952500"/>
              <a:ext cx="1243013" cy="3100388"/>
            </a:xfrm>
            <a:custGeom>
              <a:avLst/>
              <a:gdLst>
                <a:gd name="T0" fmla="*/ 315 w 315"/>
                <a:gd name="T1" fmla="*/ 158 h 785"/>
                <a:gd name="T2" fmla="*/ 158 w 315"/>
                <a:gd name="T3" fmla="*/ 0 h 785"/>
                <a:gd name="T4" fmla="*/ 0 w 315"/>
                <a:gd name="T5" fmla="*/ 158 h 785"/>
                <a:gd name="T6" fmla="*/ 0 w 315"/>
                <a:gd name="T7" fmla="*/ 627 h 785"/>
                <a:gd name="T8" fmla="*/ 158 w 315"/>
                <a:gd name="T9" fmla="*/ 785 h 785"/>
                <a:gd name="T10" fmla="*/ 315 w 315"/>
                <a:gd name="T11" fmla="*/ 627 h 785"/>
                <a:gd name="T12" fmla="*/ 315 w 315"/>
                <a:gd name="T13" fmla="*/ 158 h 785"/>
              </a:gdLst>
              <a:ahLst/>
              <a:cxnLst>
                <a:cxn ang="0">
                  <a:pos x="T0" y="T1"/>
                </a:cxn>
                <a:cxn ang="0">
                  <a:pos x="T2" y="T3"/>
                </a:cxn>
                <a:cxn ang="0">
                  <a:pos x="T4" y="T5"/>
                </a:cxn>
                <a:cxn ang="0">
                  <a:pos x="T6" y="T7"/>
                </a:cxn>
                <a:cxn ang="0">
                  <a:pos x="T8" y="T9"/>
                </a:cxn>
                <a:cxn ang="0">
                  <a:pos x="T10" y="T11"/>
                </a:cxn>
                <a:cxn ang="0">
                  <a:pos x="T12" y="T13"/>
                </a:cxn>
              </a:cxnLst>
              <a:rect l="0" t="0" r="r" b="b"/>
              <a:pathLst>
                <a:path w="315" h="785">
                  <a:moveTo>
                    <a:pt x="315" y="158"/>
                  </a:moveTo>
                  <a:cubicBezTo>
                    <a:pt x="315" y="71"/>
                    <a:pt x="245" y="0"/>
                    <a:pt x="158" y="0"/>
                  </a:cubicBezTo>
                  <a:cubicBezTo>
                    <a:pt x="71" y="0"/>
                    <a:pt x="0" y="71"/>
                    <a:pt x="0" y="158"/>
                  </a:cubicBezTo>
                  <a:cubicBezTo>
                    <a:pt x="0" y="627"/>
                    <a:pt x="0" y="627"/>
                    <a:pt x="0" y="627"/>
                  </a:cubicBezTo>
                  <a:cubicBezTo>
                    <a:pt x="0" y="714"/>
                    <a:pt x="71" y="785"/>
                    <a:pt x="158" y="785"/>
                  </a:cubicBezTo>
                  <a:cubicBezTo>
                    <a:pt x="245" y="785"/>
                    <a:pt x="315" y="714"/>
                    <a:pt x="315" y="627"/>
                  </a:cubicBezTo>
                  <a:lnTo>
                    <a:pt x="315" y="158"/>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744A3875-A965-4C68-960C-48944AE64433}"/>
                </a:ext>
              </a:extLst>
            </p:cNvPr>
            <p:cNvSpPr>
              <a:spLocks/>
            </p:cNvSpPr>
            <p:nvPr/>
          </p:nvSpPr>
          <p:spPr bwMode="auto">
            <a:xfrm>
              <a:off x="2959101" y="952500"/>
              <a:ext cx="635000" cy="3100388"/>
            </a:xfrm>
            <a:custGeom>
              <a:avLst/>
              <a:gdLst>
                <a:gd name="T0" fmla="*/ 161 w 161"/>
                <a:gd name="T1" fmla="*/ 158 h 785"/>
                <a:gd name="T2" fmla="*/ 4 w 161"/>
                <a:gd name="T3" fmla="*/ 0 h 785"/>
                <a:gd name="T4" fmla="*/ 0 w 161"/>
                <a:gd name="T5" fmla="*/ 0 h 785"/>
                <a:gd name="T6" fmla="*/ 155 w 161"/>
                <a:gd name="T7" fmla="*/ 158 h 785"/>
                <a:gd name="T8" fmla="*/ 155 w 161"/>
                <a:gd name="T9" fmla="*/ 627 h 785"/>
                <a:gd name="T10" fmla="*/ 0 w 161"/>
                <a:gd name="T11" fmla="*/ 785 h 785"/>
                <a:gd name="T12" fmla="*/ 4 w 161"/>
                <a:gd name="T13" fmla="*/ 785 h 785"/>
                <a:gd name="T14" fmla="*/ 161 w 161"/>
                <a:gd name="T15" fmla="*/ 627 h 785"/>
                <a:gd name="T16" fmla="*/ 161 w 161"/>
                <a:gd name="T17" fmla="*/ 158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785">
                  <a:moveTo>
                    <a:pt x="161" y="158"/>
                  </a:moveTo>
                  <a:cubicBezTo>
                    <a:pt x="161" y="71"/>
                    <a:pt x="91" y="0"/>
                    <a:pt x="4" y="0"/>
                  </a:cubicBezTo>
                  <a:cubicBezTo>
                    <a:pt x="3" y="0"/>
                    <a:pt x="1" y="0"/>
                    <a:pt x="0" y="0"/>
                  </a:cubicBezTo>
                  <a:cubicBezTo>
                    <a:pt x="86" y="2"/>
                    <a:pt x="155" y="72"/>
                    <a:pt x="155" y="158"/>
                  </a:cubicBezTo>
                  <a:cubicBezTo>
                    <a:pt x="155" y="627"/>
                    <a:pt x="155" y="627"/>
                    <a:pt x="155" y="627"/>
                  </a:cubicBezTo>
                  <a:cubicBezTo>
                    <a:pt x="155" y="713"/>
                    <a:pt x="86" y="783"/>
                    <a:pt x="0" y="785"/>
                  </a:cubicBezTo>
                  <a:cubicBezTo>
                    <a:pt x="1" y="785"/>
                    <a:pt x="3" y="785"/>
                    <a:pt x="4" y="785"/>
                  </a:cubicBezTo>
                  <a:cubicBezTo>
                    <a:pt x="91" y="785"/>
                    <a:pt x="161" y="714"/>
                    <a:pt x="161" y="627"/>
                  </a:cubicBezTo>
                  <a:lnTo>
                    <a:pt x="161" y="158"/>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3AA44A7E-3F1F-4C4C-8847-AC025DA22BA2}"/>
                </a:ext>
              </a:extLst>
            </p:cNvPr>
            <p:cNvSpPr>
              <a:spLocks/>
            </p:cNvSpPr>
            <p:nvPr/>
          </p:nvSpPr>
          <p:spPr bwMode="auto">
            <a:xfrm>
              <a:off x="2351088" y="952500"/>
              <a:ext cx="982663" cy="3005138"/>
            </a:xfrm>
            <a:custGeom>
              <a:avLst/>
              <a:gdLst>
                <a:gd name="T0" fmla="*/ 8 w 249"/>
                <a:gd name="T1" fmla="*/ 632 h 761"/>
                <a:gd name="T2" fmla="*/ 8 w 249"/>
                <a:gd name="T3" fmla="*/ 163 h 761"/>
                <a:gd name="T4" fmla="*/ 166 w 249"/>
                <a:gd name="T5" fmla="*/ 6 h 761"/>
                <a:gd name="T6" fmla="*/ 249 w 249"/>
                <a:gd name="T7" fmla="*/ 29 h 761"/>
                <a:gd name="T8" fmla="*/ 158 w 249"/>
                <a:gd name="T9" fmla="*/ 0 h 761"/>
                <a:gd name="T10" fmla="*/ 0 w 249"/>
                <a:gd name="T11" fmla="*/ 158 h 761"/>
                <a:gd name="T12" fmla="*/ 0 w 249"/>
                <a:gd name="T13" fmla="*/ 627 h 761"/>
                <a:gd name="T14" fmla="*/ 75 w 249"/>
                <a:gd name="T15" fmla="*/ 761 h 761"/>
                <a:gd name="T16" fmla="*/ 8 w 249"/>
                <a:gd name="T17" fmla="*/ 632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761">
                  <a:moveTo>
                    <a:pt x="8" y="632"/>
                  </a:moveTo>
                  <a:cubicBezTo>
                    <a:pt x="8" y="163"/>
                    <a:pt x="8" y="163"/>
                    <a:pt x="8" y="163"/>
                  </a:cubicBezTo>
                  <a:cubicBezTo>
                    <a:pt x="8" y="76"/>
                    <a:pt x="79" y="6"/>
                    <a:pt x="166" y="6"/>
                  </a:cubicBezTo>
                  <a:cubicBezTo>
                    <a:pt x="196" y="6"/>
                    <a:pt x="225" y="14"/>
                    <a:pt x="249" y="29"/>
                  </a:cubicBezTo>
                  <a:cubicBezTo>
                    <a:pt x="223" y="11"/>
                    <a:pt x="192" y="0"/>
                    <a:pt x="158" y="0"/>
                  </a:cubicBezTo>
                  <a:cubicBezTo>
                    <a:pt x="71" y="0"/>
                    <a:pt x="0" y="71"/>
                    <a:pt x="0" y="158"/>
                  </a:cubicBezTo>
                  <a:cubicBezTo>
                    <a:pt x="0" y="627"/>
                    <a:pt x="0" y="627"/>
                    <a:pt x="0" y="627"/>
                  </a:cubicBezTo>
                  <a:cubicBezTo>
                    <a:pt x="0" y="684"/>
                    <a:pt x="30" y="733"/>
                    <a:pt x="75" y="761"/>
                  </a:cubicBezTo>
                  <a:cubicBezTo>
                    <a:pt x="35" y="732"/>
                    <a:pt x="8" y="686"/>
                    <a:pt x="8" y="6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AECCE700-AB65-42B1-8C76-FCD86337F314}"/>
              </a:ext>
            </a:extLst>
          </p:cNvPr>
          <p:cNvGrpSpPr/>
          <p:nvPr/>
        </p:nvGrpSpPr>
        <p:grpSpPr>
          <a:xfrm>
            <a:off x="5165029" y="1252246"/>
            <a:ext cx="1861942" cy="3145130"/>
            <a:chOff x="5165029" y="1252246"/>
            <a:chExt cx="1861942" cy="3145130"/>
          </a:xfrm>
        </p:grpSpPr>
        <p:sp>
          <p:nvSpPr>
            <p:cNvPr id="49" name="Shadow">
              <a:extLst>
                <a:ext uri="{FF2B5EF4-FFF2-40B4-BE49-F238E27FC236}">
                  <a16:creationId xmlns:a16="http://schemas.microsoft.com/office/drawing/2014/main" id="{2EBC1557-F20D-44AD-BB56-7F4E0BA2CA9B}"/>
                </a:ext>
              </a:extLst>
            </p:cNvPr>
            <p:cNvSpPr/>
            <p:nvPr/>
          </p:nvSpPr>
          <p:spPr>
            <a:xfrm rot="16200000" flipH="1">
              <a:off x="3823016" y="2594260"/>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0" name="Shadow">
              <a:extLst>
                <a:ext uri="{FF2B5EF4-FFF2-40B4-BE49-F238E27FC236}">
                  <a16:creationId xmlns:a16="http://schemas.microsoft.com/office/drawing/2014/main" id="{851438FD-F103-4613-AE59-67F7A1C43A27}"/>
                </a:ext>
              </a:extLst>
            </p:cNvPr>
            <p:cNvSpPr/>
            <p:nvPr/>
          </p:nvSpPr>
          <p:spPr>
            <a:xfrm rot="5400000">
              <a:off x="5223854" y="2594259"/>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51" name="Group 50">
            <a:extLst>
              <a:ext uri="{FF2B5EF4-FFF2-40B4-BE49-F238E27FC236}">
                <a16:creationId xmlns:a16="http://schemas.microsoft.com/office/drawing/2014/main" id="{B4957FB3-E186-4F1C-AF97-AB46B585BE2B}"/>
              </a:ext>
            </a:extLst>
          </p:cNvPr>
          <p:cNvGrpSpPr/>
          <p:nvPr/>
        </p:nvGrpSpPr>
        <p:grpSpPr>
          <a:xfrm>
            <a:off x="5480746" y="952500"/>
            <a:ext cx="1243013" cy="3100388"/>
            <a:chOff x="2351088" y="952500"/>
            <a:chExt cx="1243013" cy="3100388"/>
          </a:xfrm>
        </p:grpSpPr>
        <p:sp>
          <p:nvSpPr>
            <p:cNvPr id="52" name="Freeform 10">
              <a:extLst>
                <a:ext uri="{FF2B5EF4-FFF2-40B4-BE49-F238E27FC236}">
                  <a16:creationId xmlns:a16="http://schemas.microsoft.com/office/drawing/2014/main" id="{DB27297A-F180-4586-AF8E-BC9E44E75BC7}"/>
                </a:ext>
              </a:extLst>
            </p:cNvPr>
            <p:cNvSpPr>
              <a:spLocks/>
            </p:cNvSpPr>
            <p:nvPr/>
          </p:nvSpPr>
          <p:spPr bwMode="auto">
            <a:xfrm>
              <a:off x="2351088" y="952500"/>
              <a:ext cx="1243013" cy="3100388"/>
            </a:xfrm>
            <a:custGeom>
              <a:avLst/>
              <a:gdLst>
                <a:gd name="T0" fmla="*/ 315 w 315"/>
                <a:gd name="T1" fmla="*/ 158 h 785"/>
                <a:gd name="T2" fmla="*/ 158 w 315"/>
                <a:gd name="T3" fmla="*/ 0 h 785"/>
                <a:gd name="T4" fmla="*/ 0 w 315"/>
                <a:gd name="T5" fmla="*/ 158 h 785"/>
                <a:gd name="T6" fmla="*/ 0 w 315"/>
                <a:gd name="T7" fmla="*/ 627 h 785"/>
                <a:gd name="T8" fmla="*/ 158 w 315"/>
                <a:gd name="T9" fmla="*/ 785 h 785"/>
                <a:gd name="T10" fmla="*/ 315 w 315"/>
                <a:gd name="T11" fmla="*/ 627 h 785"/>
                <a:gd name="T12" fmla="*/ 315 w 315"/>
                <a:gd name="T13" fmla="*/ 158 h 785"/>
              </a:gdLst>
              <a:ahLst/>
              <a:cxnLst>
                <a:cxn ang="0">
                  <a:pos x="T0" y="T1"/>
                </a:cxn>
                <a:cxn ang="0">
                  <a:pos x="T2" y="T3"/>
                </a:cxn>
                <a:cxn ang="0">
                  <a:pos x="T4" y="T5"/>
                </a:cxn>
                <a:cxn ang="0">
                  <a:pos x="T6" y="T7"/>
                </a:cxn>
                <a:cxn ang="0">
                  <a:pos x="T8" y="T9"/>
                </a:cxn>
                <a:cxn ang="0">
                  <a:pos x="T10" y="T11"/>
                </a:cxn>
                <a:cxn ang="0">
                  <a:pos x="T12" y="T13"/>
                </a:cxn>
              </a:cxnLst>
              <a:rect l="0" t="0" r="r" b="b"/>
              <a:pathLst>
                <a:path w="315" h="785">
                  <a:moveTo>
                    <a:pt x="315" y="158"/>
                  </a:moveTo>
                  <a:cubicBezTo>
                    <a:pt x="315" y="71"/>
                    <a:pt x="245" y="0"/>
                    <a:pt x="158" y="0"/>
                  </a:cubicBezTo>
                  <a:cubicBezTo>
                    <a:pt x="71" y="0"/>
                    <a:pt x="0" y="71"/>
                    <a:pt x="0" y="158"/>
                  </a:cubicBezTo>
                  <a:cubicBezTo>
                    <a:pt x="0" y="627"/>
                    <a:pt x="0" y="627"/>
                    <a:pt x="0" y="627"/>
                  </a:cubicBezTo>
                  <a:cubicBezTo>
                    <a:pt x="0" y="714"/>
                    <a:pt x="71" y="785"/>
                    <a:pt x="158" y="785"/>
                  </a:cubicBezTo>
                  <a:cubicBezTo>
                    <a:pt x="245" y="785"/>
                    <a:pt x="315" y="714"/>
                    <a:pt x="315" y="627"/>
                  </a:cubicBezTo>
                  <a:lnTo>
                    <a:pt x="315" y="158"/>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3" name="Freeform 11">
              <a:extLst>
                <a:ext uri="{FF2B5EF4-FFF2-40B4-BE49-F238E27FC236}">
                  <a16:creationId xmlns:a16="http://schemas.microsoft.com/office/drawing/2014/main" id="{44EF9F86-68E0-4AE8-8CE9-F4CB73C0E026}"/>
                </a:ext>
              </a:extLst>
            </p:cNvPr>
            <p:cNvSpPr>
              <a:spLocks/>
            </p:cNvSpPr>
            <p:nvPr/>
          </p:nvSpPr>
          <p:spPr bwMode="auto">
            <a:xfrm>
              <a:off x="2959101" y="952500"/>
              <a:ext cx="635000" cy="3100388"/>
            </a:xfrm>
            <a:custGeom>
              <a:avLst/>
              <a:gdLst>
                <a:gd name="T0" fmla="*/ 161 w 161"/>
                <a:gd name="T1" fmla="*/ 158 h 785"/>
                <a:gd name="T2" fmla="*/ 4 w 161"/>
                <a:gd name="T3" fmla="*/ 0 h 785"/>
                <a:gd name="T4" fmla="*/ 0 w 161"/>
                <a:gd name="T5" fmla="*/ 0 h 785"/>
                <a:gd name="T6" fmla="*/ 155 w 161"/>
                <a:gd name="T7" fmla="*/ 158 h 785"/>
                <a:gd name="T8" fmla="*/ 155 w 161"/>
                <a:gd name="T9" fmla="*/ 627 h 785"/>
                <a:gd name="T10" fmla="*/ 0 w 161"/>
                <a:gd name="T11" fmla="*/ 785 h 785"/>
                <a:gd name="T12" fmla="*/ 4 w 161"/>
                <a:gd name="T13" fmla="*/ 785 h 785"/>
                <a:gd name="T14" fmla="*/ 161 w 161"/>
                <a:gd name="T15" fmla="*/ 627 h 785"/>
                <a:gd name="T16" fmla="*/ 161 w 161"/>
                <a:gd name="T17" fmla="*/ 158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785">
                  <a:moveTo>
                    <a:pt x="161" y="158"/>
                  </a:moveTo>
                  <a:cubicBezTo>
                    <a:pt x="161" y="71"/>
                    <a:pt x="91" y="0"/>
                    <a:pt x="4" y="0"/>
                  </a:cubicBezTo>
                  <a:cubicBezTo>
                    <a:pt x="3" y="0"/>
                    <a:pt x="1" y="0"/>
                    <a:pt x="0" y="0"/>
                  </a:cubicBezTo>
                  <a:cubicBezTo>
                    <a:pt x="86" y="2"/>
                    <a:pt x="155" y="72"/>
                    <a:pt x="155" y="158"/>
                  </a:cubicBezTo>
                  <a:cubicBezTo>
                    <a:pt x="155" y="627"/>
                    <a:pt x="155" y="627"/>
                    <a:pt x="155" y="627"/>
                  </a:cubicBezTo>
                  <a:cubicBezTo>
                    <a:pt x="155" y="713"/>
                    <a:pt x="86" y="783"/>
                    <a:pt x="0" y="785"/>
                  </a:cubicBezTo>
                  <a:cubicBezTo>
                    <a:pt x="1" y="785"/>
                    <a:pt x="3" y="785"/>
                    <a:pt x="4" y="785"/>
                  </a:cubicBezTo>
                  <a:cubicBezTo>
                    <a:pt x="91" y="785"/>
                    <a:pt x="161" y="714"/>
                    <a:pt x="161" y="627"/>
                  </a:cubicBezTo>
                  <a:lnTo>
                    <a:pt x="161" y="158"/>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54" name="Freeform 12">
              <a:extLst>
                <a:ext uri="{FF2B5EF4-FFF2-40B4-BE49-F238E27FC236}">
                  <a16:creationId xmlns:a16="http://schemas.microsoft.com/office/drawing/2014/main" id="{A38F82DF-87C0-465F-8C81-BA3EEF4954C5}"/>
                </a:ext>
              </a:extLst>
            </p:cNvPr>
            <p:cNvSpPr>
              <a:spLocks/>
            </p:cNvSpPr>
            <p:nvPr/>
          </p:nvSpPr>
          <p:spPr bwMode="auto">
            <a:xfrm>
              <a:off x="2351088" y="952500"/>
              <a:ext cx="982663" cy="3005138"/>
            </a:xfrm>
            <a:custGeom>
              <a:avLst/>
              <a:gdLst>
                <a:gd name="T0" fmla="*/ 8 w 249"/>
                <a:gd name="T1" fmla="*/ 632 h 761"/>
                <a:gd name="T2" fmla="*/ 8 w 249"/>
                <a:gd name="T3" fmla="*/ 163 h 761"/>
                <a:gd name="T4" fmla="*/ 166 w 249"/>
                <a:gd name="T5" fmla="*/ 6 h 761"/>
                <a:gd name="T6" fmla="*/ 249 w 249"/>
                <a:gd name="T7" fmla="*/ 29 h 761"/>
                <a:gd name="T8" fmla="*/ 158 w 249"/>
                <a:gd name="T9" fmla="*/ 0 h 761"/>
                <a:gd name="T10" fmla="*/ 0 w 249"/>
                <a:gd name="T11" fmla="*/ 158 h 761"/>
                <a:gd name="T12" fmla="*/ 0 w 249"/>
                <a:gd name="T13" fmla="*/ 627 h 761"/>
                <a:gd name="T14" fmla="*/ 75 w 249"/>
                <a:gd name="T15" fmla="*/ 761 h 761"/>
                <a:gd name="T16" fmla="*/ 8 w 249"/>
                <a:gd name="T17" fmla="*/ 632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761">
                  <a:moveTo>
                    <a:pt x="8" y="632"/>
                  </a:moveTo>
                  <a:cubicBezTo>
                    <a:pt x="8" y="163"/>
                    <a:pt x="8" y="163"/>
                    <a:pt x="8" y="163"/>
                  </a:cubicBezTo>
                  <a:cubicBezTo>
                    <a:pt x="8" y="76"/>
                    <a:pt x="79" y="6"/>
                    <a:pt x="166" y="6"/>
                  </a:cubicBezTo>
                  <a:cubicBezTo>
                    <a:pt x="196" y="6"/>
                    <a:pt x="225" y="14"/>
                    <a:pt x="249" y="29"/>
                  </a:cubicBezTo>
                  <a:cubicBezTo>
                    <a:pt x="223" y="11"/>
                    <a:pt x="192" y="0"/>
                    <a:pt x="158" y="0"/>
                  </a:cubicBezTo>
                  <a:cubicBezTo>
                    <a:pt x="71" y="0"/>
                    <a:pt x="0" y="71"/>
                    <a:pt x="0" y="158"/>
                  </a:cubicBezTo>
                  <a:cubicBezTo>
                    <a:pt x="0" y="627"/>
                    <a:pt x="0" y="627"/>
                    <a:pt x="0" y="627"/>
                  </a:cubicBezTo>
                  <a:cubicBezTo>
                    <a:pt x="0" y="684"/>
                    <a:pt x="30" y="733"/>
                    <a:pt x="75" y="761"/>
                  </a:cubicBezTo>
                  <a:cubicBezTo>
                    <a:pt x="35" y="732"/>
                    <a:pt x="8" y="686"/>
                    <a:pt x="8" y="6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4" name="Group 13">
            <a:extLst>
              <a:ext uri="{FF2B5EF4-FFF2-40B4-BE49-F238E27FC236}">
                <a16:creationId xmlns:a16="http://schemas.microsoft.com/office/drawing/2014/main" id="{A79F4D1C-146E-4488-8E7D-F8CC42CD0A9A}"/>
              </a:ext>
            </a:extLst>
          </p:cNvPr>
          <p:cNvGrpSpPr/>
          <p:nvPr/>
        </p:nvGrpSpPr>
        <p:grpSpPr>
          <a:xfrm>
            <a:off x="8313740" y="1252246"/>
            <a:ext cx="1861942" cy="3145130"/>
            <a:chOff x="8313740" y="1252246"/>
            <a:chExt cx="1861942" cy="3145130"/>
          </a:xfrm>
        </p:grpSpPr>
        <p:sp>
          <p:nvSpPr>
            <p:cNvPr id="56" name="Shadow">
              <a:extLst>
                <a:ext uri="{FF2B5EF4-FFF2-40B4-BE49-F238E27FC236}">
                  <a16:creationId xmlns:a16="http://schemas.microsoft.com/office/drawing/2014/main" id="{71B93C9C-28EA-4063-A3BF-21773860C6E9}"/>
                </a:ext>
              </a:extLst>
            </p:cNvPr>
            <p:cNvSpPr/>
            <p:nvPr/>
          </p:nvSpPr>
          <p:spPr>
            <a:xfrm rot="16200000" flipH="1">
              <a:off x="6971727" y="2594260"/>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7" name="Shadow">
              <a:extLst>
                <a:ext uri="{FF2B5EF4-FFF2-40B4-BE49-F238E27FC236}">
                  <a16:creationId xmlns:a16="http://schemas.microsoft.com/office/drawing/2014/main" id="{5DE6AAF6-25C6-42FF-889A-B6BE8488A29A}"/>
                </a:ext>
              </a:extLst>
            </p:cNvPr>
            <p:cNvSpPr/>
            <p:nvPr/>
          </p:nvSpPr>
          <p:spPr>
            <a:xfrm rot="5400000">
              <a:off x="8372565" y="2594259"/>
              <a:ext cx="3145129" cy="461104"/>
            </a:xfrm>
            <a:custGeom>
              <a:avLst/>
              <a:gdLst>
                <a:gd name="connsiteX0" fmla="*/ 0 w 3227387"/>
                <a:gd name="connsiteY0" fmla="*/ 441199 h 441199"/>
                <a:gd name="connsiteX1" fmla="*/ 0 w 3227387"/>
                <a:gd name="connsiteY1" fmla="*/ 0 h 441199"/>
                <a:gd name="connsiteX2" fmla="*/ 3227387 w 3227387"/>
                <a:gd name="connsiteY2" fmla="*/ 441199 h 441199"/>
                <a:gd name="connsiteX3" fmla="*/ 0 w 3227387"/>
                <a:gd name="connsiteY3" fmla="*/ 441199 h 441199"/>
                <a:gd name="connsiteX0" fmla="*/ 6350 w 3233737"/>
                <a:gd name="connsiteY0" fmla="*/ 371349 h 371349"/>
                <a:gd name="connsiteX1" fmla="*/ 0 w 3233737"/>
                <a:gd name="connsiteY1" fmla="*/ 0 h 371349"/>
                <a:gd name="connsiteX2" fmla="*/ 3233737 w 3233737"/>
                <a:gd name="connsiteY2" fmla="*/ 371349 h 371349"/>
                <a:gd name="connsiteX3" fmla="*/ 6350 w 3233737"/>
                <a:gd name="connsiteY3" fmla="*/ 371349 h 371349"/>
                <a:gd name="connsiteX0" fmla="*/ 12700 w 3240087"/>
                <a:gd name="connsiteY0" fmla="*/ 333249 h 333249"/>
                <a:gd name="connsiteX1" fmla="*/ 0 w 3240087"/>
                <a:gd name="connsiteY1" fmla="*/ 0 h 333249"/>
                <a:gd name="connsiteX2" fmla="*/ 3240087 w 3240087"/>
                <a:gd name="connsiteY2" fmla="*/ 333249 h 333249"/>
                <a:gd name="connsiteX3" fmla="*/ 12700 w 3240087"/>
                <a:gd name="connsiteY3" fmla="*/ 333249 h 333249"/>
                <a:gd name="connsiteX0" fmla="*/ 134555 w 3361942"/>
                <a:gd name="connsiteY0" fmla="*/ 376111 h 376111"/>
                <a:gd name="connsiteX1" fmla="*/ 0 w 3361942"/>
                <a:gd name="connsiteY1" fmla="*/ 0 h 376111"/>
                <a:gd name="connsiteX2" fmla="*/ 3361942 w 3361942"/>
                <a:gd name="connsiteY2" fmla="*/ 376111 h 376111"/>
                <a:gd name="connsiteX3" fmla="*/ 134555 w 3361942"/>
                <a:gd name="connsiteY3" fmla="*/ 376111 h 376111"/>
                <a:gd name="connsiteX0" fmla="*/ 143928 w 3371315"/>
                <a:gd name="connsiteY0" fmla="*/ 380874 h 380874"/>
                <a:gd name="connsiteX1" fmla="*/ 0 w 3371315"/>
                <a:gd name="connsiteY1" fmla="*/ 0 h 380874"/>
                <a:gd name="connsiteX2" fmla="*/ 3371315 w 3371315"/>
                <a:gd name="connsiteY2" fmla="*/ 380874 h 380874"/>
                <a:gd name="connsiteX3" fmla="*/ 143928 w 3371315"/>
                <a:gd name="connsiteY3" fmla="*/ 380874 h 380874"/>
                <a:gd name="connsiteX0" fmla="*/ 153301 w 3371315"/>
                <a:gd name="connsiteY0" fmla="*/ 447549 h 447549"/>
                <a:gd name="connsiteX1" fmla="*/ 0 w 3371315"/>
                <a:gd name="connsiteY1" fmla="*/ 0 h 447549"/>
                <a:gd name="connsiteX2" fmla="*/ 3371315 w 3371315"/>
                <a:gd name="connsiteY2" fmla="*/ 380874 h 447549"/>
                <a:gd name="connsiteX3" fmla="*/ 153301 w 3371315"/>
                <a:gd name="connsiteY3" fmla="*/ 447549 h 447549"/>
                <a:gd name="connsiteX0" fmla="*/ 118482 w 3336496"/>
                <a:gd name="connsiteY0" fmla="*/ 400967 h 400967"/>
                <a:gd name="connsiteX1" fmla="*/ 0 w 3336496"/>
                <a:gd name="connsiteY1" fmla="*/ 0 h 400967"/>
                <a:gd name="connsiteX2" fmla="*/ 3336496 w 3336496"/>
                <a:gd name="connsiteY2" fmla="*/ 334292 h 400967"/>
                <a:gd name="connsiteX3" fmla="*/ 118482 w 3336496"/>
                <a:gd name="connsiteY3" fmla="*/ 400967 h 400967"/>
                <a:gd name="connsiteX0" fmla="*/ 83663 w 3301677"/>
                <a:gd name="connsiteY0" fmla="*/ 391651 h 391651"/>
                <a:gd name="connsiteX1" fmla="*/ 0 w 3301677"/>
                <a:gd name="connsiteY1" fmla="*/ 0 h 391651"/>
                <a:gd name="connsiteX2" fmla="*/ 3301677 w 3301677"/>
                <a:gd name="connsiteY2" fmla="*/ 324976 h 391651"/>
                <a:gd name="connsiteX3" fmla="*/ 83663 w 3301677"/>
                <a:gd name="connsiteY3" fmla="*/ 391651 h 391651"/>
                <a:gd name="connsiteX0" fmla="*/ 0 w 3218014"/>
                <a:gd name="connsiteY0" fmla="*/ 410280 h 410280"/>
                <a:gd name="connsiteX1" fmla="*/ 13831 w 3218014"/>
                <a:gd name="connsiteY1" fmla="*/ 0 h 410280"/>
                <a:gd name="connsiteX2" fmla="*/ 3218014 w 3218014"/>
                <a:gd name="connsiteY2" fmla="*/ 343605 h 410280"/>
                <a:gd name="connsiteX3" fmla="*/ 0 w 3218014"/>
                <a:gd name="connsiteY3" fmla="*/ 410280 h 410280"/>
                <a:gd name="connsiteX0" fmla="*/ 0 w 3218014"/>
                <a:gd name="connsiteY0" fmla="*/ 396307 h 396307"/>
                <a:gd name="connsiteX1" fmla="*/ 6868 w 3218014"/>
                <a:gd name="connsiteY1" fmla="*/ 0 h 396307"/>
                <a:gd name="connsiteX2" fmla="*/ 3218014 w 3218014"/>
                <a:gd name="connsiteY2" fmla="*/ 329632 h 396307"/>
                <a:gd name="connsiteX3" fmla="*/ 0 w 3218014"/>
                <a:gd name="connsiteY3" fmla="*/ 396307 h 396307"/>
                <a:gd name="connsiteX0" fmla="*/ 0 w 3218014"/>
                <a:gd name="connsiteY0" fmla="*/ 315569 h 315569"/>
                <a:gd name="connsiteX1" fmla="*/ 6867 w 3218014"/>
                <a:gd name="connsiteY1" fmla="*/ 0 h 315569"/>
                <a:gd name="connsiteX2" fmla="*/ 3218014 w 3218014"/>
                <a:gd name="connsiteY2" fmla="*/ 248894 h 315569"/>
                <a:gd name="connsiteX3" fmla="*/ 0 w 3218014"/>
                <a:gd name="connsiteY3" fmla="*/ 315569 h 315569"/>
              </a:gdLst>
              <a:ahLst/>
              <a:cxnLst>
                <a:cxn ang="0">
                  <a:pos x="connsiteX0" y="connsiteY0"/>
                </a:cxn>
                <a:cxn ang="0">
                  <a:pos x="connsiteX1" y="connsiteY1"/>
                </a:cxn>
                <a:cxn ang="0">
                  <a:pos x="connsiteX2" y="connsiteY2"/>
                </a:cxn>
                <a:cxn ang="0">
                  <a:pos x="connsiteX3" y="connsiteY3"/>
                </a:cxn>
              </a:cxnLst>
              <a:rect l="l" t="t" r="r" b="b"/>
              <a:pathLst>
                <a:path w="3218014" h="315569">
                  <a:moveTo>
                    <a:pt x="0" y="315569"/>
                  </a:moveTo>
                  <a:lnTo>
                    <a:pt x="6867" y="0"/>
                  </a:lnTo>
                  <a:lnTo>
                    <a:pt x="3218014" y="248894"/>
                  </a:lnTo>
                  <a:lnTo>
                    <a:pt x="0" y="315569"/>
                  </a:lnTo>
                  <a:close/>
                </a:path>
              </a:pathLst>
            </a:custGeom>
            <a:gradFill>
              <a:gsLst>
                <a:gs pos="100000">
                  <a:schemeClr val="bg2"/>
                </a:gs>
                <a:gs pos="0">
                  <a:srgbClr val="000000"/>
                </a:gs>
              </a:gsLst>
              <a:lin ang="10800000" scaled="1"/>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58" name="Group 57">
            <a:extLst>
              <a:ext uri="{FF2B5EF4-FFF2-40B4-BE49-F238E27FC236}">
                <a16:creationId xmlns:a16="http://schemas.microsoft.com/office/drawing/2014/main" id="{5DB253E6-B92E-45E0-AB77-76264439B8BA}"/>
              </a:ext>
            </a:extLst>
          </p:cNvPr>
          <p:cNvGrpSpPr/>
          <p:nvPr/>
        </p:nvGrpSpPr>
        <p:grpSpPr>
          <a:xfrm>
            <a:off x="8629457" y="952500"/>
            <a:ext cx="1243013" cy="3100388"/>
            <a:chOff x="2351088" y="952500"/>
            <a:chExt cx="1243013" cy="3100388"/>
          </a:xfrm>
        </p:grpSpPr>
        <p:sp>
          <p:nvSpPr>
            <p:cNvPr id="59" name="Freeform 10">
              <a:extLst>
                <a:ext uri="{FF2B5EF4-FFF2-40B4-BE49-F238E27FC236}">
                  <a16:creationId xmlns:a16="http://schemas.microsoft.com/office/drawing/2014/main" id="{2C86FEA6-7E79-43BF-A8B1-829754D1812B}"/>
                </a:ext>
              </a:extLst>
            </p:cNvPr>
            <p:cNvSpPr>
              <a:spLocks/>
            </p:cNvSpPr>
            <p:nvPr/>
          </p:nvSpPr>
          <p:spPr bwMode="auto">
            <a:xfrm>
              <a:off x="2351088" y="952500"/>
              <a:ext cx="1243013" cy="3100388"/>
            </a:xfrm>
            <a:custGeom>
              <a:avLst/>
              <a:gdLst>
                <a:gd name="T0" fmla="*/ 315 w 315"/>
                <a:gd name="T1" fmla="*/ 158 h 785"/>
                <a:gd name="T2" fmla="*/ 158 w 315"/>
                <a:gd name="T3" fmla="*/ 0 h 785"/>
                <a:gd name="T4" fmla="*/ 0 w 315"/>
                <a:gd name="T5" fmla="*/ 158 h 785"/>
                <a:gd name="T6" fmla="*/ 0 w 315"/>
                <a:gd name="T7" fmla="*/ 627 h 785"/>
                <a:gd name="T8" fmla="*/ 158 w 315"/>
                <a:gd name="T9" fmla="*/ 785 h 785"/>
                <a:gd name="T10" fmla="*/ 315 w 315"/>
                <a:gd name="T11" fmla="*/ 627 h 785"/>
                <a:gd name="T12" fmla="*/ 315 w 315"/>
                <a:gd name="T13" fmla="*/ 158 h 785"/>
              </a:gdLst>
              <a:ahLst/>
              <a:cxnLst>
                <a:cxn ang="0">
                  <a:pos x="T0" y="T1"/>
                </a:cxn>
                <a:cxn ang="0">
                  <a:pos x="T2" y="T3"/>
                </a:cxn>
                <a:cxn ang="0">
                  <a:pos x="T4" y="T5"/>
                </a:cxn>
                <a:cxn ang="0">
                  <a:pos x="T6" y="T7"/>
                </a:cxn>
                <a:cxn ang="0">
                  <a:pos x="T8" y="T9"/>
                </a:cxn>
                <a:cxn ang="0">
                  <a:pos x="T10" y="T11"/>
                </a:cxn>
                <a:cxn ang="0">
                  <a:pos x="T12" y="T13"/>
                </a:cxn>
              </a:cxnLst>
              <a:rect l="0" t="0" r="r" b="b"/>
              <a:pathLst>
                <a:path w="315" h="785">
                  <a:moveTo>
                    <a:pt x="315" y="158"/>
                  </a:moveTo>
                  <a:cubicBezTo>
                    <a:pt x="315" y="71"/>
                    <a:pt x="245" y="0"/>
                    <a:pt x="158" y="0"/>
                  </a:cubicBezTo>
                  <a:cubicBezTo>
                    <a:pt x="71" y="0"/>
                    <a:pt x="0" y="71"/>
                    <a:pt x="0" y="158"/>
                  </a:cubicBezTo>
                  <a:cubicBezTo>
                    <a:pt x="0" y="627"/>
                    <a:pt x="0" y="627"/>
                    <a:pt x="0" y="627"/>
                  </a:cubicBezTo>
                  <a:cubicBezTo>
                    <a:pt x="0" y="714"/>
                    <a:pt x="71" y="785"/>
                    <a:pt x="158" y="785"/>
                  </a:cubicBezTo>
                  <a:cubicBezTo>
                    <a:pt x="245" y="785"/>
                    <a:pt x="315" y="714"/>
                    <a:pt x="315" y="627"/>
                  </a:cubicBezTo>
                  <a:lnTo>
                    <a:pt x="315" y="158"/>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0" name="Freeform 11">
              <a:extLst>
                <a:ext uri="{FF2B5EF4-FFF2-40B4-BE49-F238E27FC236}">
                  <a16:creationId xmlns:a16="http://schemas.microsoft.com/office/drawing/2014/main" id="{526A1255-C526-4880-8191-A206D0F4F1F9}"/>
                </a:ext>
              </a:extLst>
            </p:cNvPr>
            <p:cNvSpPr>
              <a:spLocks/>
            </p:cNvSpPr>
            <p:nvPr/>
          </p:nvSpPr>
          <p:spPr bwMode="auto">
            <a:xfrm>
              <a:off x="2959101" y="952500"/>
              <a:ext cx="635000" cy="3100388"/>
            </a:xfrm>
            <a:custGeom>
              <a:avLst/>
              <a:gdLst>
                <a:gd name="T0" fmla="*/ 161 w 161"/>
                <a:gd name="T1" fmla="*/ 158 h 785"/>
                <a:gd name="T2" fmla="*/ 4 w 161"/>
                <a:gd name="T3" fmla="*/ 0 h 785"/>
                <a:gd name="T4" fmla="*/ 0 w 161"/>
                <a:gd name="T5" fmla="*/ 0 h 785"/>
                <a:gd name="T6" fmla="*/ 155 w 161"/>
                <a:gd name="T7" fmla="*/ 158 h 785"/>
                <a:gd name="T8" fmla="*/ 155 w 161"/>
                <a:gd name="T9" fmla="*/ 627 h 785"/>
                <a:gd name="T10" fmla="*/ 0 w 161"/>
                <a:gd name="T11" fmla="*/ 785 h 785"/>
                <a:gd name="T12" fmla="*/ 4 w 161"/>
                <a:gd name="T13" fmla="*/ 785 h 785"/>
                <a:gd name="T14" fmla="*/ 161 w 161"/>
                <a:gd name="T15" fmla="*/ 627 h 785"/>
                <a:gd name="T16" fmla="*/ 161 w 161"/>
                <a:gd name="T17" fmla="*/ 158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785">
                  <a:moveTo>
                    <a:pt x="161" y="158"/>
                  </a:moveTo>
                  <a:cubicBezTo>
                    <a:pt x="161" y="71"/>
                    <a:pt x="91" y="0"/>
                    <a:pt x="4" y="0"/>
                  </a:cubicBezTo>
                  <a:cubicBezTo>
                    <a:pt x="3" y="0"/>
                    <a:pt x="1" y="0"/>
                    <a:pt x="0" y="0"/>
                  </a:cubicBezTo>
                  <a:cubicBezTo>
                    <a:pt x="86" y="2"/>
                    <a:pt x="155" y="72"/>
                    <a:pt x="155" y="158"/>
                  </a:cubicBezTo>
                  <a:cubicBezTo>
                    <a:pt x="155" y="627"/>
                    <a:pt x="155" y="627"/>
                    <a:pt x="155" y="627"/>
                  </a:cubicBezTo>
                  <a:cubicBezTo>
                    <a:pt x="155" y="713"/>
                    <a:pt x="86" y="783"/>
                    <a:pt x="0" y="785"/>
                  </a:cubicBezTo>
                  <a:cubicBezTo>
                    <a:pt x="1" y="785"/>
                    <a:pt x="3" y="785"/>
                    <a:pt x="4" y="785"/>
                  </a:cubicBezTo>
                  <a:cubicBezTo>
                    <a:pt x="91" y="785"/>
                    <a:pt x="161" y="714"/>
                    <a:pt x="161" y="627"/>
                  </a:cubicBezTo>
                  <a:lnTo>
                    <a:pt x="161" y="158"/>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61" name="Freeform 12">
              <a:extLst>
                <a:ext uri="{FF2B5EF4-FFF2-40B4-BE49-F238E27FC236}">
                  <a16:creationId xmlns:a16="http://schemas.microsoft.com/office/drawing/2014/main" id="{1271FD0E-9B64-499D-8A21-D0911B830B09}"/>
                </a:ext>
              </a:extLst>
            </p:cNvPr>
            <p:cNvSpPr>
              <a:spLocks/>
            </p:cNvSpPr>
            <p:nvPr/>
          </p:nvSpPr>
          <p:spPr bwMode="auto">
            <a:xfrm>
              <a:off x="2351088" y="952500"/>
              <a:ext cx="982663" cy="3005138"/>
            </a:xfrm>
            <a:custGeom>
              <a:avLst/>
              <a:gdLst>
                <a:gd name="T0" fmla="*/ 8 w 249"/>
                <a:gd name="T1" fmla="*/ 632 h 761"/>
                <a:gd name="T2" fmla="*/ 8 w 249"/>
                <a:gd name="T3" fmla="*/ 163 h 761"/>
                <a:gd name="T4" fmla="*/ 166 w 249"/>
                <a:gd name="T5" fmla="*/ 6 h 761"/>
                <a:gd name="T6" fmla="*/ 249 w 249"/>
                <a:gd name="T7" fmla="*/ 29 h 761"/>
                <a:gd name="T8" fmla="*/ 158 w 249"/>
                <a:gd name="T9" fmla="*/ 0 h 761"/>
                <a:gd name="T10" fmla="*/ 0 w 249"/>
                <a:gd name="T11" fmla="*/ 158 h 761"/>
                <a:gd name="T12" fmla="*/ 0 w 249"/>
                <a:gd name="T13" fmla="*/ 627 h 761"/>
                <a:gd name="T14" fmla="*/ 75 w 249"/>
                <a:gd name="T15" fmla="*/ 761 h 761"/>
                <a:gd name="T16" fmla="*/ 8 w 249"/>
                <a:gd name="T17" fmla="*/ 632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761">
                  <a:moveTo>
                    <a:pt x="8" y="632"/>
                  </a:moveTo>
                  <a:cubicBezTo>
                    <a:pt x="8" y="163"/>
                    <a:pt x="8" y="163"/>
                    <a:pt x="8" y="163"/>
                  </a:cubicBezTo>
                  <a:cubicBezTo>
                    <a:pt x="8" y="76"/>
                    <a:pt x="79" y="6"/>
                    <a:pt x="166" y="6"/>
                  </a:cubicBezTo>
                  <a:cubicBezTo>
                    <a:pt x="196" y="6"/>
                    <a:pt x="225" y="14"/>
                    <a:pt x="249" y="29"/>
                  </a:cubicBezTo>
                  <a:cubicBezTo>
                    <a:pt x="223" y="11"/>
                    <a:pt x="192" y="0"/>
                    <a:pt x="158" y="0"/>
                  </a:cubicBezTo>
                  <a:cubicBezTo>
                    <a:pt x="71" y="0"/>
                    <a:pt x="0" y="71"/>
                    <a:pt x="0" y="158"/>
                  </a:cubicBezTo>
                  <a:cubicBezTo>
                    <a:pt x="0" y="627"/>
                    <a:pt x="0" y="627"/>
                    <a:pt x="0" y="627"/>
                  </a:cubicBezTo>
                  <a:cubicBezTo>
                    <a:pt x="0" y="684"/>
                    <a:pt x="30" y="733"/>
                    <a:pt x="75" y="761"/>
                  </a:cubicBezTo>
                  <a:cubicBezTo>
                    <a:pt x="35" y="732"/>
                    <a:pt x="8" y="686"/>
                    <a:pt x="8" y="6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78" name="Group 77">
            <a:extLst>
              <a:ext uri="{FF2B5EF4-FFF2-40B4-BE49-F238E27FC236}">
                <a16:creationId xmlns:a16="http://schemas.microsoft.com/office/drawing/2014/main" id="{E13552A2-F4CB-4093-AEDB-CF5B7D93A334}"/>
              </a:ext>
            </a:extLst>
          </p:cNvPr>
          <p:cNvGrpSpPr/>
          <p:nvPr/>
        </p:nvGrpSpPr>
        <p:grpSpPr>
          <a:xfrm>
            <a:off x="3910979" y="2801469"/>
            <a:ext cx="1243013" cy="3100388"/>
            <a:chOff x="2351088" y="952500"/>
            <a:chExt cx="1243013" cy="3100388"/>
          </a:xfrm>
        </p:grpSpPr>
        <p:sp>
          <p:nvSpPr>
            <p:cNvPr id="79" name="Freeform 10">
              <a:extLst>
                <a:ext uri="{FF2B5EF4-FFF2-40B4-BE49-F238E27FC236}">
                  <a16:creationId xmlns:a16="http://schemas.microsoft.com/office/drawing/2014/main" id="{E4C237D9-DD7E-49E3-85CC-3C384E1218A9}"/>
                </a:ext>
              </a:extLst>
            </p:cNvPr>
            <p:cNvSpPr>
              <a:spLocks/>
            </p:cNvSpPr>
            <p:nvPr/>
          </p:nvSpPr>
          <p:spPr bwMode="auto">
            <a:xfrm>
              <a:off x="2351088" y="952500"/>
              <a:ext cx="1243013" cy="3100388"/>
            </a:xfrm>
            <a:custGeom>
              <a:avLst/>
              <a:gdLst>
                <a:gd name="T0" fmla="*/ 315 w 315"/>
                <a:gd name="T1" fmla="*/ 158 h 785"/>
                <a:gd name="T2" fmla="*/ 158 w 315"/>
                <a:gd name="T3" fmla="*/ 0 h 785"/>
                <a:gd name="T4" fmla="*/ 0 w 315"/>
                <a:gd name="T5" fmla="*/ 158 h 785"/>
                <a:gd name="T6" fmla="*/ 0 w 315"/>
                <a:gd name="T7" fmla="*/ 627 h 785"/>
                <a:gd name="T8" fmla="*/ 158 w 315"/>
                <a:gd name="T9" fmla="*/ 785 h 785"/>
                <a:gd name="T10" fmla="*/ 315 w 315"/>
                <a:gd name="T11" fmla="*/ 627 h 785"/>
                <a:gd name="T12" fmla="*/ 315 w 315"/>
                <a:gd name="T13" fmla="*/ 158 h 785"/>
              </a:gdLst>
              <a:ahLst/>
              <a:cxnLst>
                <a:cxn ang="0">
                  <a:pos x="T0" y="T1"/>
                </a:cxn>
                <a:cxn ang="0">
                  <a:pos x="T2" y="T3"/>
                </a:cxn>
                <a:cxn ang="0">
                  <a:pos x="T4" y="T5"/>
                </a:cxn>
                <a:cxn ang="0">
                  <a:pos x="T6" y="T7"/>
                </a:cxn>
                <a:cxn ang="0">
                  <a:pos x="T8" y="T9"/>
                </a:cxn>
                <a:cxn ang="0">
                  <a:pos x="T10" y="T11"/>
                </a:cxn>
                <a:cxn ang="0">
                  <a:pos x="T12" y="T13"/>
                </a:cxn>
              </a:cxnLst>
              <a:rect l="0" t="0" r="r" b="b"/>
              <a:pathLst>
                <a:path w="315" h="785">
                  <a:moveTo>
                    <a:pt x="315" y="158"/>
                  </a:moveTo>
                  <a:cubicBezTo>
                    <a:pt x="315" y="71"/>
                    <a:pt x="245" y="0"/>
                    <a:pt x="158" y="0"/>
                  </a:cubicBezTo>
                  <a:cubicBezTo>
                    <a:pt x="71" y="0"/>
                    <a:pt x="0" y="71"/>
                    <a:pt x="0" y="158"/>
                  </a:cubicBezTo>
                  <a:cubicBezTo>
                    <a:pt x="0" y="627"/>
                    <a:pt x="0" y="627"/>
                    <a:pt x="0" y="627"/>
                  </a:cubicBezTo>
                  <a:cubicBezTo>
                    <a:pt x="0" y="714"/>
                    <a:pt x="71" y="785"/>
                    <a:pt x="158" y="785"/>
                  </a:cubicBezTo>
                  <a:cubicBezTo>
                    <a:pt x="245" y="785"/>
                    <a:pt x="315" y="714"/>
                    <a:pt x="315" y="627"/>
                  </a:cubicBezTo>
                  <a:lnTo>
                    <a:pt x="315" y="158"/>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0" name="Freeform 11">
              <a:extLst>
                <a:ext uri="{FF2B5EF4-FFF2-40B4-BE49-F238E27FC236}">
                  <a16:creationId xmlns:a16="http://schemas.microsoft.com/office/drawing/2014/main" id="{5BC7516C-6817-4DED-BA10-1C7212FEA57C}"/>
                </a:ext>
              </a:extLst>
            </p:cNvPr>
            <p:cNvSpPr>
              <a:spLocks/>
            </p:cNvSpPr>
            <p:nvPr/>
          </p:nvSpPr>
          <p:spPr bwMode="auto">
            <a:xfrm>
              <a:off x="2959101" y="952500"/>
              <a:ext cx="635000" cy="3100388"/>
            </a:xfrm>
            <a:custGeom>
              <a:avLst/>
              <a:gdLst>
                <a:gd name="T0" fmla="*/ 161 w 161"/>
                <a:gd name="T1" fmla="*/ 158 h 785"/>
                <a:gd name="T2" fmla="*/ 4 w 161"/>
                <a:gd name="T3" fmla="*/ 0 h 785"/>
                <a:gd name="T4" fmla="*/ 0 w 161"/>
                <a:gd name="T5" fmla="*/ 0 h 785"/>
                <a:gd name="T6" fmla="*/ 155 w 161"/>
                <a:gd name="T7" fmla="*/ 158 h 785"/>
                <a:gd name="T8" fmla="*/ 155 w 161"/>
                <a:gd name="T9" fmla="*/ 627 h 785"/>
                <a:gd name="T10" fmla="*/ 0 w 161"/>
                <a:gd name="T11" fmla="*/ 785 h 785"/>
                <a:gd name="T12" fmla="*/ 4 w 161"/>
                <a:gd name="T13" fmla="*/ 785 h 785"/>
                <a:gd name="T14" fmla="*/ 161 w 161"/>
                <a:gd name="T15" fmla="*/ 627 h 785"/>
                <a:gd name="T16" fmla="*/ 161 w 161"/>
                <a:gd name="T17" fmla="*/ 158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785">
                  <a:moveTo>
                    <a:pt x="161" y="158"/>
                  </a:moveTo>
                  <a:cubicBezTo>
                    <a:pt x="161" y="71"/>
                    <a:pt x="91" y="0"/>
                    <a:pt x="4" y="0"/>
                  </a:cubicBezTo>
                  <a:cubicBezTo>
                    <a:pt x="3" y="0"/>
                    <a:pt x="1" y="0"/>
                    <a:pt x="0" y="0"/>
                  </a:cubicBezTo>
                  <a:cubicBezTo>
                    <a:pt x="86" y="2"/>
                    <a:pt x="155" y="72"/>
                    <a:pt x="155" y="158"/>
                  </a:cubicBezTo>
                  <a:cubicBezTo>
                    <a:pt x="155" y="627"/>
                    <a:pt x="155" y="627"/>
                    <a:pt x="155" y="627"/>
                  </a:cubicBezTo>
                  <a:cubicBezTo>
                    <a:pt x="155" y="713"/>
                    <a:pt x="86" y="783"/>
                    <a:pt x="0" y="785"/>
                  </a:cubicBezTo>
                  <a:cubicBezTo>
                    <a:pt x="1" y="785"/>
                    <a:pt x="3" y="785"/>
                    <a:pt x="4" y="785"/>
                  </a:cubicBezTo>
                  <a:cubicBezTo>
                    <a:pt x="91" y="785"/>
                    <a:pt x="161" y="714"/>
                    <a:pt x="161" y="627"/>
                  </a:cubicBezTo>
                  <a:lnTo>
                    <a:pt x="161" y="158"/>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1" name="Freeform 12">
              <a:extLst>
                <a:ext uri="{FF2B5EF4-FFF2-40B4-BE49-F238E27FC236}">
                  <a16:creationId xmlns:a16="http://schemas.microsoft.com/office/drawing/2014/main" id="{EA99103C-CE48-4CA4-A950-FD1F8F0F6B28}"/>
                </a:ext>
              </a:extLst>
            </p:cNvPr>
            <p:cNvSpPr>
              <a:spLocks/>
            </p:cNvSpPr>
            <p:nvPr/>
          </p:nvSpPr>
          <p:spPr bwMode="auto">
            <a:xfrm>
              <a:off x="2351088" y="952500"/>
              <a:ext cx="982663" cy="3005138"/>
            </a:xfrm>
            <a:custGeom>
              <a:avLst/>
              <a:gdLst>
                <a:gd name="T0" fmla="*/ 8 w 249"/>
                <a:gd name="T1" fmla="*/ 632 h 761"/>
                <a:gd name="T2" fmla="*/ 8 w 249"/>
                <a:gd name="T3" fmla="*/ 163 h 761"/>
                <a:gd name="T4" fmla="*/ 166 w 249"/>
                <a:gd name="T5" fmla="*/ 6 h 761"/>
                <a:gd name="T6" fmla="*/ 249 w 249"/>
                <a:gd name="T7" fmla="*/ 29 h 761"/>
                <a:gd name="T8" fmla="*/ 158 w 249"/>
                <a:gd name="T9" fmla="*/ 0 h 761"/>
                <a:gd name="T10" fmla="*/ 0 w 249"/>
                <a:gd name="T11" fmla="*/ 158 h 761"/>
                <a:gd name="T12" fmla="*/ 0 w 249"/>
                <a:gd name="T13" fmla="*/ 627 h 761"/>
                <a:gd name="T14" fmla="*/ 75 w 249"/>
                <a:gd name="T15" fmla="*/ 761 h 761"/>
                <a:gd name="T16" fmla="*/ 8 w 249"/>
                <a:gd name="T17" fmla="*/ 632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761">
                  <a:moveTo>
                    <a:pt x="8" y="632"/>
                  </a:moveTo>
                  <a:cubicBezTo>
                    <a:pt x="8" y="163"/>
                    <a:pt x="8" y="163"/>
                    <a:pt x="8" y="163"/>
                  </a:cubicBezTo>
                  <a:cubicBezTo>
                    <a:pt x="8" y="76"/>
                    <a:pt x="79" y="6"/>
                    <a:pt x="166" y="6"/>
                  </a:cubicBezTo>
                  <a:cubicBezTo>
                    <a:pt x="196" y="6"/>
                    <a:pt x="225" y="14"/>
                    <a:pt x="249" y="29"/>
                  </a:cubicBezTo>
                  <a:cubicBezTo>
                    <a:pt x="223" y="11"/>
                    <a:pt x="192" y="0"/>
                    <a:pt x="158" y="0"/>
                  </a:cubicBezTo>
                  <a:cubicBezTo>
                    <a:pt x="71" y="0"/>
                    <a:pt x="0" y="71"/>
                    <a:pt x="0" y="158"/>
                  </a:cubicBezTo>
                  <a:cubicBezTo>
                    <a:pt x="0" y="627"/>
                    <a:pt x="0" y="627"/>
                    <a:pt x="0" y="627"/>
                  </a:cubicBezTo>
                  <a:cubicBezTo>
                    <a:pt x="0" y="684"/>
                    <a:pt x="30" y="733"/>
                    <a:pt x="75" y="761"/>
                  </a:cubicBezTo>
                  <a:cubicBezTo>
                    <a:pt x="35" y="732"/>
                    <a:pt x="8" y="686"/>
                    <a:pt x="8" y="6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82" name="Group 81">
            <a:extLst>
              <a:ext uri="{FF2B5EF4-FFF2-40B4-BE49-F238E27FC236}">
                <a16:creationId xmlns:a16="http://schemas.microsoft.com/office/drawing/2014/main" id="{FD664AE1-5C60-4594-9D06-70C2F6AD2342}"/>
              </a:ext>
            </a:extLst>
          </p:cNvPr>
          <p:cNvGrpSpPr/>
          <p:nvPr/>
        </p:nvGrpSpPr>
        <p:grpSpPr>
          <a:xfrm>
            <a:off x="7034676" y="2801469"/>
            <a:ext cx="1243013" cy="3100388"/>
            <a:chOff x="2351088" y="952500"/>
            <a:chExt cx="1243013" cy="3100388"/>
          </a:xfrm>
        </p:grpSpPr>
        <p:sp>
          <p:nvSpPr>
            <p:cNvPr id="83" name="Freeform 10">
              <a:extLst>
                <a:ext uri="{FF2B5EF4-FFF2-40B4-BE49-F238E27FC236}">
                  <a16:creationId xmlns:a16="http://schemas.microsoft.com/office/drawing/2014/main" id="{5514F1B2-9ED3-4627-A87E-C70E32BFE1AF}"/>
                </a:ext>
              </a:extLst>
            </p:cNvPr>
            <p:cNvSpPr>
              <a:spLocks/>
            </p:cNvSpPr>
            <p:nvPr/>
          </p:nvSpPr>
          <p:spPr bwMode="auto">
            <a:xfrm>
              <a:off x="2351088" y="952500"/>
              <a:ext cx="1243013" cy="3100388"/>
            </a:xfrm>
            <a:custGeom>
              <a:avLst/>
              <a:gdLst>
                <a:gd name="T0" fmla="*/ 315 w 315"/>
                <a:gd name="T1" fmla="*/ 158 h 785"/>
                <a:gd name="T2" fmla="*/ 158 w 315"/>
                <a:gd name="T3" fmla="*/ 0 h 785"/>
                <a:gd name="T4" fmla="*/ 0 w 315"/>
                <a:gd name="T5" fmla="*/ 158 h 785"/>
                <a:gd name="T6" fmla="*/ 0 w 315"/>
                <a:gd name="T7" fmla="*/ 627 h 785"/>
                <a:gd name="T8" fmla="*/ 158 w 315"/>
                <a:gd name="T9" fmla="*/ 785 h 785"/>
                <a:gd name="T10" fmla="*/ 315 w 315"/>
                <a:gd name="T11" fmla="*/ 627 h 785"/>
                <a:gd name="T12" fmla="*/ 315 w 315"/>
                <a:gd name="T13" fmla="*/ 158 h 785"/>
              </a:gdLst>
              <a:ahLst/>
              <a:cxnLst>
                <a:cxn ang="0">
                  <a:pos x="T0" y="T1"/>
                </a:cxn>
                <a:cxn ang="0">
                  <a:pos x="T2" y="T3"/>
                </a:cxn>
                <a:cxn ang="0">
                  <a:pos x="T4" y="T5"/>
                </a:cxn>
                <a:cxn ang="0">
                  <a:pos x="T6" y="T7"/>
                </a:cxn>
                <a:cxn ang="0">
                  <a:pos x="T8" y="T9"/>
                </a:cxn>
                <a:cxn ang="0">
                  <a:pos x="T10" y="T11"/>
                </a:cxn>
                <a:cxn ang="0">
                  <a:pos x="T12" y="T13"/>
                </a:cxn>
              </a:cxnLst>
              <a:rect l="0" t="0" r="r" b="b"/>
              <a:pathLst>
                <a:path w="315" h="785">
                  <a:moveTo>
                    <a:pt x="315" y="158"/>
                  </a:moveTo>
                  <a:cubicBezTo>
                    <a:pt x="315" y="71"/>
                    <a:pt x="245" y="0"/>
                    <a:pt x="158" y="0"/>
                  </a:cubicBezTo>
                  <a:cubicBezTo>
                    <a:pt x="71" y="0"/>
                    <a:pt x="0" y="71"/>
                    <a:pt x="0" y="158"/>
                  </a:cubicBezTo>
                  <a:cubicBezTo>
                    <a:pt x="0" y="627"/>
                    <a:pt x="0" y="627"/>
                    <a:pt x="0" y="627"/>
                  </a:cubicBezTo>
                  <a:cubicBezTo>
                    <a:pt x="0" y="714"/>
                    <a:pt x="71" y="785"/>
                    <a:pt x="158" y="785"/>
                  </a:cubicBezTo>
                  <a:cubicBezTo>
                    <a:pt x="245" y="785"/>
                    <a:pt x="315" y="714"/>
                    <a:pt x="315" y="627"/>
                  </a:cubicBezTo>
                  <a:lnTo>
                    <a:pt x="315" y="158"/>
                  </a:lnTo>
                  <a:close/>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4" name="Freeform 11">
              <a:extLst>
                <a:ext uri="{FF2B5EF4-FFF2-40B4-BE49-F238E27FC236}">
                  <a16:creationId xmlns:a16="http://schemas.microsoft.com/office/drawing/2014/main" id="{34A45368-993D-41C5-8BC0-7468297F4AFF}"/>
                </a:ext>
              </a:extLst>
            </p:cNvPr>
            <p:cNvSpPr>
              <a:spLocks/>
            </p:cNvSpPr>
            <p:nvPr/>
          </p:nvSpPr>
          <p:spPr bwMode="auto">
            <a:xfrm>
              <a:off x="2959101" y="952500"/>
              <a:ext cx="635000" cy="3100388"/>
            </a:xfrm>
            <a:custGeom>
              <a:avLst/>
              <a:gdLst>
                <a:gd name="T0" fmla="*/ 161 w 161"/>
                <a:gd name="T1" fmla="*/ 158 h 785"/>
                <a:gd name="T2" fmla="*/ 4 w 161"/>
                <a:gd name="T3" fmla="*/ 0 h 785"/>
                <a:gd name="T4" fmla="*/ 0 w 161"/>
                <a:gd name="T5" fmla="*/ 0 h 785"/>
                <a:gd name="T6" fmla="*/ 155 w 161"/>
                <a:gd name="T7" fmla="*/ 158 h 785"/>
                <a:gd name="T8" fmla="*/ 155 w 161"/>
                <a:gd name="T9" fmla="*/ 627 h 785"/>
                <a:gd name="T10" fmla="*/ 0 w 161"/>
                <a:gd name="T11" fmla="*/ 785 h 785"/>
                <a:gd name="T12" fmla="*/ 4 w 161"/>
                <a:gd name="T13" fmla="*/ 785 h 785"/>
                <a:gd name="T14" fmla="*/ 161 w 161"/>
                <a:gd name="T15" fmla="*/ 627 h 785"/>
                <a:gd name="T16" fmla="*/ 161 w 161"/>
                <a:gd name="T17" fmla="*/ 158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785">
                  <a:moveTo>
                    <a:pt x="161" y="158"/>
                  </a:moveTo>
                  <a:cubicBezTo>
                    <a:pt x="161" y="71"/>
                    <a:pt x="91" y="0"/>
                    <a:pt x="4" y="0"/>
                  </a:cubicBezTo>
                  <a:cubicBezTo>
                    <a:pt x="3" y="0"/>
                    <a:pt x="1" y="0"/>
                    <a:pt x="0" y="0"/>
                  </a:cubicBezTo>
                  <a:cubicBezTo>
                    <a:pt x="86" y="2"/>
                    <a:pt x="155" y="72"/>
                    <a:pt x="155" y="158"/>
                  </a:cubicBezTo>
                  <a:cubicBezTo>
                    <a:pt x="155" y="627"/>
                    <a:pt x="155" y="627"/>
                    <a:pt x="155" y="627"/>
                  </a:cubicBezTo>
                  <a:cubicBezTo>
                    <a:pt x="155" y="713"/>
                    <a:pt x="86" y="783"/>
                    <a:pt x="0" y="785"/>
                  </a:cubicBezTo>
                  <a:cubicBezTo>
                    <a:pt x="1" y="785"/>
                    <a:pt x="3" y="785"/>
                    <a:pt x="4" y="785"/>
                  </a:cubicBezTo>
                  <a:cubicBezTo>
                    <a:pt x="91" y="785"/>
                    <a:pt x="161" y="714"/>
                    <a:pt x="161" y="627"/>
                  </a:cubicBezTo>
                  <a:lnTo>
                    <a:pt x="161" y="158"/>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5" name="Freeform 12">
              <a:extLst>
                <a:ext uri="{FF2B5EF4-FFF2-40B4-BE49-F238E27FC236}">
                  <a16:creationId xmlns:a16="http://schemas.microsoft.com/office/drawing/2014/main" id="{6F174CA7-EE90-4224-BA4D-5A64B1A4D300}"/>
                </a:ext>
              </a:extLst>
            </p:cNvPr>
            <p:cNvSpPr>
              <a:spLocks/>
            </p:cNvSpPr>
            <p:nvPr/>
          </p:nvSpPr>
          <p:spPr bwMode="auto">
            <a:xfrm>
              <a:off x="2351088" y="952500"/>
              <a:ext cx="982663" cy="3005138"/>
            </a:xfrm>
            <a:custGeom>
              <a:avLst/>
              <a:gdLst>
                <a:gd name="T0" fmla="*/ 8 w 249"/>
                <a:gd name="T1" fmla="*/ 632 h 761"/>
                <a:gd name="T2" fmla="*/ 8 w 249"/>
                <a:gd name="T3" fmla="*/ 163 h 761"/>
                <a:gd name="T4" fmla="*/ 166 w 249"/>
                <a:gd name="T5" fmla="*/ 6 h 761"/>
                <a:gd name="T6" fmla="*/ 249 w 249"/>
                <a:gd name="T7" fmla="*/ 29 h 761"/>
                <a:gd name="T8" fmla="*/ 158 w 249"/>
                <a:gd name="T9" fmla="*/ 0 h 761"/>
                <a:gd name="T10" fmla="*/ 0 w 249"/>
                <a:gd name="T11" fmla="*/ 158 h 761"/>
                <a:gd name="T12" fmla="*/ 0 w 249"/>
                <a:gd name="T13" fmla="*/ 627 h 761"/>
                <a:gd name="T14" fmla="*/ 75 w 249"/>
                <a:gd name="T15" fmla="*/ 761 h 761"/>
                <a:gd name="T16" fmla="*/ 8 w 249"/>
                <a:gd name="T17" fmla="*/ 632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761">
                  <a:moveTo>
                    <a:pt x="8" y="632"/>
                  </a:moveTo>
                  <a:cubicBezTo>
                    <a:pt x="8" y="163"/>
                    <a:pt x="8" y="163"/>
                    <a:pt x="8" y="163"/>
                  </a:cubicBezTo>
                  <a:cubicBezTo>
                    <a:pt x="8" y="76"/>
                    <a:pt x="79" y="6"/>
                    <a:pt x="166" y="6"/>
                  </a:cubicBezTo>
                  <a:cubicBezTo>
                    <a:pt x="196" y="6"/>
                    <a:pt x="225" y="14"/>
                    <a:pt x="249" y="29"/>
                  </a:cubicBezTo>
                  <a:cubicBezTo>
                    <a:pt x="223" y="11"/>
                    <a:pt x="192" y="0"/>
                    <a:pt x="158" y="0"/>
                  </a:cubicBezTo>
                  <a:cubicBezTo>
                    <a:pt x="71" y="0"/>
                    <a:pt x="0" y="71"/>
                    <a:pt x="0" y="158"/>
                  </a:cubicBezTo>
                  <a:cubicBezTo>
                    <a:pt x="0" y="627"/>
                    <a:pt x="0" y="627"/>
                    <a:pt x="0" y="627"/>
                  </a:cubicBezTo>
                  <a:cubicBezTo>
                    <a:pt x="0" y="684"/>
                    <a:pt x="30" y="733"/>
                    <a:pt x="75" y="761"/>
                  </a:cubicBezTo>
                  <a:cubicBezTo>
                    <a:pt x="35" y="732"/>
                    <a:pt x="8" y="686"/>
                    <a:pt x="8" y="6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1" name="Freeform 30">
            <a:extLst>
              <a:ext uri="{FF2B5EF4-FFF2-40B4-BE49-F238E27FC236}">
                <a16:creationId xmlns:a16="http://schemas.microsoft.com/office/drawing/2014/main" id="{C4A159E2-65E4-4B81-AFF7-BEA4502D8592}"/>
              </a:ext>
            </a:extLst>
          </p:cNvPr>
          <p:cNvSpPr>
            <a:spLocks noEditPoints="1"/>
          </p:cNvSpPr>
          <p:nvPr/>
        </p:nvSpPr>
        <p:spPr bwMode="auto">
          <a:xfrm>
            <a:off x="2635251" y="1485900"/>
            <a:ext cx="674688" cy="379413"/>
          </a:xfrm>
          <a:custGeom>
            <a:avLst/>
            <a:gdLst>
              <a:gd name="T0" fmla="*/ 40 w 171"/>
              <a:gd name="T1" fmla="*/ 79 h 96"/>
              <a:gd name="T2" fmla="*/ 40 w 171"/>
              <a:gd name="T3" fmla="*/ 71 h 96"/>
              <a:gd name="T4" fmla="*/ 50 w 171"/>
              <a:gd name="T5" fmla="*/ 62 h 96"/>
              <a:gd name="T6" fmla="*/ 56 w 171"/>
              <a:gd name="T7" fmla="*/ 67 h 96"/>
              <a:gd name="T8" fmla="*/ 48 w 171"/>
              <a:gd name="T9" fmla="*/ 78 h 96"/>
              <a:gd name="T10" fmla="*/ 104 w 171"/>
              <a:gd name="T11" fmla="*/ 70 h 96"/>
              <a:gd name="T12" fmla="*/ 125 w 171"/>
              <a:gd name="T13" fmla="*/ 79 h 96"/>
              <a:gd name="T14" fmla="*/ 126 w 171"/>
              <a:gd name="T15" fmla="*/ 70 h 96"/>
              <a:gd name="T16" fmla="*/ 105 w 171"/>
              <a:gd name="T17" fmla="*/ 86 h 96"/>
              <a:gd name="T18" fmla="*/ 114 w 171"/>
              <a:gd name="T19" fmla="*/ 86 h 96"/>
              <a:gd name="T20" fmla="*/ 116 w 171"/>
              <a:gd name="T21" fmla="*/ 79 h 96"/>
              <a:gd name="T22" fmla="*/ 93 w 171"/>
              <a:gd name="T23" fmla="*/ 92 h 96"/>
              <a:gd name="T24" fmla="*/ 103 w 171"/>
              <a:gd name="T25" fmla="*/ 93 h 96"/>
              <a:gd name="T26" fmla="*/ 105 w 171"/>
              <a:gd name="T27" fmla="*/ 86 h 96"/>
              <a:gd name="T28" fmla="*/ 80 w 171"/>
              <a:gd name="T29" fmla="*/ 94 h 96"/>
              <a:gd name="T30" fmla="*/ 91 w 171"/>
              <a:gd name="T31" fmla="*/ 93 h 96"/>
              <a:gd name="T32" fmla="*/ 55 w 171"/>
              <a:gd name="T33" fmla="*/ 86 h 96"/>
              <a:gd name="T34" fmla="*/ 66 w 171"/>
              <a:gd name="T35" fmla="*/ 66 h 96"/>
              <a:gd name="T36" fmla="*/ 59 w 171"/>
              <a:gd name="T37" fmla="*/ 66 h 96"/>
              <a:gd name="T38" fmla="*/ 47 w 171"/>
              <a:gd name="T39" fmla="*/ 86 h 96"/>
              <a:gd name="T40" fmla="*/ 55 w 171"/>
              <a:gd name="T41" fmla="*/ 86 h 96"/>
              <a:gd name="T42" fmla="*/ 75 w 171"/>
              <a:gd name="T43" fmla="*/ 78 h 96"/>
              <a:gd name="T44" fmla="*/ 71 w 171"/>
              <a:gd name="T45" fmla="*/ 70 h 96"/>
              <a:gd name="T46" fmla="*/ 57 w 171"/>
              <a:gd name="T47" fmla="*/ 84 h 96"/>
              <a:gd name="T48" fmla="*/ 61 w 171"/>
              <a:gd name="T49" fmla="*/ 92 h 96"/>
              <a:gd name="T50" fmla="*/ 79 w 171"/>
              <a:gd name="T51" fmla="*/ 89 h 96"/>
              <a:gd name="T52" fmla="*/ 80 w 171"/>
              <a:gd name="T53" fmla="*/ 80 h 96"/>
              <a:gd name="T54" fmla="*/ 73 w 171"/>
              <a:gd name="T55" fmla="*/ 81 h 96"/>
              <a:gd name="T56" fmla="*/ 67 w 171"/>
              <a:gd name="T57" fmla="*/ 95 h 96"/>
              <a:gd name="T58" fmla="*/ 74 w 171"/>
              <a:gd name="T59" fmla="*/ 95 h 96"/>
              <a:gd name="T60" fmla="*/ 147 w 171"/>
              <a:gd name="T61" fmla="*/ 0 h 96"/>
              <a:gd name="T62" fmla="*/ 142 w 171"/>
              <a:gd name="T63" fmla="*/ 58 h 96"/>
              <a:gd name="T64" fmla="*/ 171 w 171"/>
              <a:gd name="T65" fmla="*/ 46 h 96"/>
              <a:gd name="T66" fmla="*/ 93 w 171"/>
              <a:gd name="T67" fmla="*/ 25 h 96"/>
              <a:gd name="T68" fmla="*/ 84 w 171"/>
              <a:gd name="T69" fmla="*/ 25 h 96"/>
              <a:gd name="T70" fmla="*/ 59 w 171"/>
              <a:gd name="T71" fmla="*/ 37 h 96"/>
              <a:gd name="T72" fmla="*/ 81 w 171"/>
              <a:gd name="T73" fmla="*/ 43 h 96"/>
              <a:gd name="T74" fmla="*/ 126 w 171"/>
              <a:gd name="T75" fmla="*/ 70 h 96"/>
              <a:gd name="T76" fmla="*/ 133 w 171"/>
              <a:gd name="T77" fmla="*/ 60 h 96"/>
              <a:gd name="T78" fmla="*/ 126 w 171"/>
              <a:gd name="T79" fmla="*/ 70 h 96"/>
              <a:gd name="T80" fmla="*/ 43 w 171"/>
              <a:gd name="T81" fmla="*/ 68 h 96"/>
              <a:gd name="T82" fmla="*/ 25 w 171"/>
              <a:gd name="T83" fmla="*/ 64 h 96"/>
              <a:gd name="T84" fmla="*/ 36 w 171"/>
              <a:gd name="T85" fmla="*/ 0 h 96"/>
              <a:gd name="T86" fmla="*/ 41 w 171"/>
              <a:gd name="T87" fmla="*/ 70 h 96"/>
              <a:gd name="T88" fmla="*/ 57 w 171"/>
              <a:gd name="T89"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1" h="96">
                <a:moveTo>
                  <a:pt x="45" y="80"/>
                </a:moveTo>
                <a:cubicBezTo>
                  <a:pt x="43" y="80"/>
                  <a:pt x="42" y="80"/>
                  <a:pt x="40" y="79"/>
                </a:cubicBezTo>
                <a:cubicBezTo>
                  <a:pt x="39" y="78"/>
                  <a:pt x="39" y="76"/>
                  <a:pt x="39" y="75"/>
                </a:cubicBezTo>
                <a:cubicBezTo>
                  <a:pt x="39" y="74"/>
                  <a:pt x="39" y="72"/>
                  <a:pt x="40" y="71"/>
                </a:cubicBezTo>
                <a:cubicBezTo>
                  <a:pt x="47" y="64"/>
                  <a:pt x="47" y="64"/>
                  <a:pt x="47" y="64"/>
                </a:cubicBezTo>
                <a:cubicBezTo>
                  <a:pt x="48" y="63"/>
                  <a:pt x="49" y="62"/>
                  <a:pt x="50" y="62"/>
                </a:cubicBezTo>
                <a:cubicBezTo>
                  <a:pt x="51" y="62"/>
                  <a:pt x="53" y="62"/>
                  <a:pt x="54" y="64"/>
                </a:cubicBezTo>
                <a:cubicBezTo>
                  <a:pt x="55" y="64"/>
                  <a:pt x="56" y="66"/>
                  <a:pt x="56" y="67"/>
                </a:cubicBezTo>
                <a:cubicBezTo>
                  <a:pt x="56" y="68"/>
                  <a:pt x="55" y="70"/>
                  <a:pt x="54" y="71"/>
                </a:cubicBezTo>
                <a:cubicBezTo>
                  <a:pt x="48" y="78"/>
                  <a:pt x="48" y="78"/>
                  <a:pt x="48" y="78"/>
                </a:cubicBezTo>
                <a:cubicBezTo>
                  <a:pt x="47" y="79"/>
                  <a:pt x="46" y="80"/>
                  <a:pt x="45" y="80"/>
                </a:cubicBezTo>
                <a:close/>
                <a:moveTo>
                  <a:pt x="104" y="70"/>
                </a:moveTo>
                <a:cubicBezTo>
                  <a:pt x="104" y="70"/>
                  <a:pt x="117" y="80"/>
                  <a:pt x="120" y="81"/>
                </a:cubicBezTo>
                <a:cubicBezTo>
                  <a:pt x="123" y="81"/>
                  <a:pt x="123" y="80"/>
                  <a:pt x="125" y="79"/>
                </a:cubicBezTo>
                <a:cubicBezTo>
                  <a:pt x="126" y="77"/>
                  <a:pt x="127" y="76"/>
                  <a:pt x="127" y="73"/>
                </a:cubicBezTo>
                <a:cubicBezTo>
                  <a:pt x="127" y="72"/>
                  <a:pt x="127" y="71"/>
                  <a:pt x="126" y="70"/>
                </a:cubicBezTo>
                <a:moveTo>
                  <a:pt x="94" y="76"/>
                </a:moveTo>
                <a:cubicBezTo>
                  <a:pt x="105" y="86"/>
                  <a:pt x="105" y="86"/>
                  <a:pt x="105" y="86"/>
                </a:cubicBezTo>
                <a:cubicBezTo>
                  <a:pt x="106" y="87"/>
                  <a:pt x="108" y="88"/>
                  <a:pt x="109" y="88"/>
                </a:cubicBezTo>
                <a:cubicBezTo>
                  <a:pt x="111" y="88"/>
                  <a:pt x="113" y="87"/>
                  <a:pt x="114" y="86"/>
                </a:cubicBezTo>
                <a:cubicBezTo>
                  <a:pt x="116" y="85"/>
                  <a:pt x="117" y="83"/>
                  <a:pt x="117" y="81"/>
                </a:cubicBezTo>
                <a:cubicBezTo>
                  <a:pt x="117" y="80"/>
                  <a:pt x="116" y="79"/>
                  <a:pt x="116" y="79"/>
                </a:cubicBezTo>
                <a:moveTo>
                  <a:pt x="88" y="88"/>
                </a:moveTo>
                <a:cubicBezTo>
                  <a:pt x="93" y="92"/>
                  <a:pt x="93" y="92"/>
                  <a:pt x="93" y="92"/>
                </a:cubicBezTo>
                <a:cubicBezTo>
                  <a:pt x="95" y="94"/>
                  <a:pt x="96" y="94"/>
                  <a:pt x="98" y="95"/>
                </a:cubicBezTo>
                <a:cubicBezTo>
                  <a:pt x="100" y="95"/>
                  <a:pt x="102" y="94"/>
                  <a:pt x="103" y="93"/>
                </a:cubicBezTo>
                <a:cubicBezTo>
                  <a:pt x="104" y="92"/>
                  <a:pt x="105" y="90"/>
                  <a:pt x="105" y="88"/>
                </a:cubicBezTo>
                <a:cubicBezTo>
                  <a:pt x="105" y="87"/>
                  <a:pt x="105" y="86"/>
                  <a:pt x="105" y="86"/>
                </a:cubicBezTo>
                <a:moveTo>
                  <a:pt x="76" y="92"/>
                </a:moveTo>
                <a:cubicBezTo>
                  <a:pt x="80" y="94"/>
                  <a:pt x="80" y="94"/>
                  <a:pt x="80" y="94"/>
                </a:cubicBezTo>
                <a:cubicBezTo>
                  <a:pt x="81" y="95"/>
                  <a:pt x="83" y="95"/>
                  <a:pt x="86" y="95"/>
                </a:cubicBezTo>
                <a:cubicBezTo>
                  <a:pt x="88" y="95"/>
                  <a:pt x="90" y="94"/>
                  <a:pt x="91" y="93"/>
                </a:cubicBezTo>
                <a:cubicBezTo>
                  <a:pt x="92" y="93"/>
                  <a:pt x="92" y="92"/>
                  <a:pt x="93" y="92"/>
                </a:cubicBezTo>
                <a:moveTo>
                  <a:pt x="55" y="86"/>
                </a:moveTo>
                <a:cubicBezTo>
                  <a:pt x="66" y="73"/>
                  <a:pt x="66" y="73"/>
                  <a:pt x="66" y="73"/>
                </a:cubicBezTo>
                <a:cubicBezTo>
                  <a:pt x="68" y="71"/>
                  <a:pt x="68" y="67"/>
                  <a:pt x="66" y="66"/>
                </a:cubicBezTo>
                <a:cubicBezTo>
                  <a:pt x="65" y="65"/>
                  <a:pt x="63" y="64"/>
                  <a:pt x="62" y="64"/>
                </a:cubicBezTo>
                <a:cubicBezTo>
                  <a:pt x="61" y="64"/>
                  <a:pt x="59" y="65"/>
                  <a:pt x="59" y="66"/>
                </a:cubicBezTo>
                <a:cubicBezTo>
                  <a:pt x="47" y="79"/>
                  <a:pt x="47" y="79"/>
                  <a:pt x="47" y="79"/>
                </a:cubicBezTo>
                <a:cubicBezTo>
                  <a:pt x="45" y="81"/>
                  <a:pt x="45" y="84"/>
                  <a:pt x="47" y="86"/>
                </a:cubicBezTo>
                <a:cubicBezTo>
                  <a:pt x="48" y="87"/>
                  <a:pt x="50" y="88"/>
                  <a:pt x="52" y="88"/>
                </a:cubicBezTo>
                <a:cubicBezTo>
                  <a:pt x="53" y="87"/>
                  <a:pt x="54" y="87"/>
                  <a:pt x="55" y="86"/>
                </a:cubicBezTo>
                <a:close/>
                <a:moveTo>
                  <a:pt x="64" y="90"/>
                </a:moveTo>
                <a:cubicBezTo>
                  <a:pt x="75" y="78"/>
                  <a:pt x="75" y="78"/>
                  <a:pt x="75" y="78"/>
                </a:cubicBezTo>
                <a:cubicBezTo>
                  <a:pt x="77" y="76"/>
                  <a:pt x="77" y="73"/>
                  <a:pt x="75" y="71"/>
                </a:cubicBezTo>
                <a:cubicBezTo>
                  <a:pt x="74" y="70"/>
                  <a:pt x="72" y="70"/>
                  <a:pt x="71" y="70"/>
                </a:cubicBezTo>
                <a:cubicBezTo>
                  <a:pt x="69" y="70"/>
                  <a:pt x="68" y="71"/>
                  <a:pt x="67" y="72"/>
                </a:cubicBezTo>
                <a:cubicBezTo>
                  <a:pt x="57" y="84"/>
                  <a:pt x="57" y="84"/>
                  <a:pt x="57" y="84"/>
                </a:cubicBezTo>
                <a:cubicBezTo>
                  <a:pt x="55" y="86"/>
                  <a:pt x="55" y="89"/>
                  <a:pt x="57" y="91"/>
                </a:cubicBezTo>
                <a:cubicBezTo>
                  <a:pt x="58" y="92"/>
                  <a:pt x="60" y="92"/>
                  <a:pt x="61" y="92"/>
                </a:cubicBezTo>
                <a:cubicBezTo>
                  <a:pt x="62" y="92"/>
                  <a:pt x="63" y="91"/>
                  <a:pt x="64" y="90"/>
                </a:cubicBezTo>
                <a:close/>
                <a:moveTo>
                  <a:pt x="79" y="89"/>
                </a:moveTo>
                <a:cubicBezTo>
                  <a:pt x="81" y="88"/>
                  <a:pt x="81" y="88"/>
                  <a:pt x="81" y="88"/>
                </a:cubicBezTo>
                <a:cubicBezTo>
                  <a:pt x="82" y="85"/>
                  <a:pt x="82" y="82"/>
                  <a:pt x="80" y="80"/>
                </a:cubicBezTo>
                <a:cubicBezTo>
                  <a:pt x="79" y="79"/>
                  <a:pt x="78" y="79"/>
                  <a:pt x="76" y="79"/>
                </a:cubicBezTo>
                <a:cubicBezTo>
                  <a:pt x="75" y="79"/>
                  <a:pt x="74" y="80"/>
                  <a:pt x="73" y="81"/>
                </a:cubicBezTo>
                <a:cubicBezTo>
                  <a:pt x="67" y="88"/>
                  <a:pt x="67" y="88"/>
                  <a:pt x="67" y="88"/>
                </a:cubicBezTo>
                <a:cubicBezTo>
                  <a:pt x="65" y="90"/>
                  <a:pt x="65" y="93"/>
                  <a:pt x="67" y="95"/>
                </a:cubicBezTo>
                <a:cubicBezTo>
                  <a:pt x="68" y="96"/>
                  <a:pt x="70" y="96"/>
                  <a:pt x="71" y="96"/>
                </a:cubicBezTo>
                <a:cubicBezTo>
                  <a:pt x="72" y="96"/>
                  <a:pt x="74" y="95"/>
                  <a:pt x="74" y="95"/>
                </a:cubicBezTo>
                <a:lnTo>
                  <a:pt x="79" y="89"/>
                </a:lnTo>
                <a:close/>
                <a:moveTo>
                  <a:pt x="147" y="0"/>
                </a:moveTo>
                <a:cubicBezTo>
                  <a:pt x="136" y="6"/>
                  <a:pt x="121" y="14"/>
                  <a:pt x="118" y="16"/>
                </a:cubicBezTo>
                <a:cubicBezTo>
                  <a:pt x="120" y="20"/>
                  <a:pt x="130" y="36"/>
                  <a:pt x="142" y="58"/>
                </a:cubicBezTo>
                <a:cubicBezTo>
                  <a:pt x="144" y="60"/>
                  <a:pt x="144" y="60"/>
                  <a:pt x="144" y="60"/>
                </a:cubicBezTo>
                <a:cubicBezTo>
                  <a:pt x="171" y="46"/>
                  <a:pt x="171" y="46"/>
                  <a:pt x="171" y="46"/>
                </a:cubicBezTo>
                <a:moveTo>
                  <a:pt x="121" y="22"/>
                </a:moveTo>
                <a:cubicBezTo>
                  <a:pt x="108" y="17"/>
                  <a:pt x="101" y="25"/>
                  <a:pt x="93" y="25"/>
                </a:cubicBezTo>
                <a:cubicBezTo>
                  <a:pt x="89" y="25"/>
                  <a:pt x="86" y="25"/>
                  <a:pt x="85" y="25"/>
                </a:cubicBezTo>
                <a:cubicBezTo>
                  <a:pt x="85" y="25"/>
                  <a:pt x="85" y="25"/>
                  <a:pt x="84" y="25"/>
                </a:cubicBezTo>
                <a:cubicBezTo>
                  <a:pt x="84" y="25"/>
                  <a:pt x="83" y="25"/>
                  <a:pt x="82" y="26"/>
                </a:cubicBezTo>
                <a:cubicBezTo>
                  <a:pt x="59" y="37"/>
                  <a:pt x="59" y="37"/>
                  <a:pt x="59" y="37"/>
                </a:cubicBezTo>
                <a:cubicBezTo>
                  <a:pt x="48" y="43"/>
                  <a:pt x="59" y="51"/>
                  <a:pt x="62" y="50"/>
                </a:cubicBezTo>
                <a:cubicBezTo>
                  <a:pt x="66" y="49"/>
                  <a:pt x="75" y="46"/>
                  <a:pt x="81" y="43"/>
                </a:cubicBezTo>
                <a:cubicBezTo>
                  <a:pt x="85" y="42"/>
                  <a:pt x="89" y="42"/>
                  <a:pt x="93" y="45"/>
                </a:cubicBezTo>
                <a:cubicBezTo>
                  <a:pt x="103" y="52"/>
                  <a:pt x="124" y="68"/>
                  <a:pt x="126" y="70"/>
                </a:cubicBezTo>
                <a:moveTo>
                  <a:pt x="141" y="55"/>
                </a:moveTo>
                <a:cubicBezTo>
                  <a:pt x="139" y="56"/>
                  <a:pt x="134" y="59"/>
                  <a:pt x="133" y="60"/>
                </a:cubicBezTo>
                <a:cubicBezTo>
                  <a:pt x="133" y="61"/>
                  <a:pt x="132" y="62"/>
                  <a:pt x="131" y="63"/>
                </a:cubicBezTo>
                <a:cubicBezTo>
                  <a:pt x="129" y="66"/>
                  <a:pt x="127" y="69"/>
                  <a:pt x="126" y="70"/>
                </a:cubicBezTo>
                <a:moveTo>
                  <a:pt x="43" y="68"/>
                </a:moveTo>
                <a:cubicBezTo>
                  <a:pt x="43" y="68"/>
                  <a:pt x="43" y="68"/>
                  <a:pt x="43" y="68"/>
                </a:cubicBezTo>
                <a:moveTo>
                  <a:pt x="0" y="43"/>
                </a:moveTo>
                <a:cubicBezTo>
                  <a:pt x="25" y="64"/>
                  <a:pt x="25" y="64"/>
                  <a:pt x="25" y="64"/>
                </a:cubicBezTo>
                <a:cubicBezTo>
                  <a:pt x="60" y="20"/>
                  <a:pt x="60" y="20"/>
                  <a:pt x="60" y="20"/>
                </a:cubicBezTo>
                <a:cubicBezTo>
                  <a:pt x="36" y="0"/>
                  <a:pt x="36" y="0"/>
                  <a:pt x="36" y="0"/>
                </a:cubicBezTo>
                <a:moveTo>
                  <a:pt x="27" y="60"/>
                </a:moveTo>
                <a:cubicBezTo>
                  <a:pt x="34" y="66"/>
                  <a:pt x="41" y="70"/>
                  <a:pt x="41" y="70"/>
                </a:cubicBezTo>
                <a:moveTo>
                  <a:pt x="74" y="30"/>
                </a:moveTo>
                <a:cubicBezTo>
                  <a:pt x="71" y="28"/>
                  <a:pt x="63" y="25"/>
                  <a:pt x="57" y="23"/>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216F2418-A90D-43E8-8400-D61741278468}"/>
              </a:ext>
            </a:extLst>
          </p:cNvPr>
          <p:cNvSpPr>
            <a:spLocks noEditPoints="1"/>
          </p:cNvSpPr>
          <p:nvPr/>
        </p:nvSpPr>
        <p:spPr bwMode="auto">
          <a:xfrm>
            <a:off x="9023351" y="1446213"/>
            <a:ext cx="454025" cy="512763"/>
          </a:xfrm>
          <a:custGeom>
            <a:avLst/>
            <a:gdLst>
              <a:gd name="T0" fmla="*/ 37 w 115"/>
              <a:gd name="T1" fmla="*/ 102 h 130"/>
              <a:gd name="T2" fmla="*/ 27 w 115"/>
              <a:gd name="T3" fmla="*/ 78 h 130"/>
              <a:gd name="T4" fmla="*/ 21 w 115"/>
              <a:gd name="T5" fmla="*/ 59 h 130"/>
              <a:gd name="T6" fmla="*/ 57 w 115"/>
              <a:gd name="T7" fmla="*/ 23 h 130"/>
              <a:gd name="T8" fmla="*/ 93 w 115"/>
              <a:gd name="T9" fmla="*/ 59 h 130"/>
              <a:gd name="T10" fmla="*/ 87 w 115"/>
              <a:gd name="T11" fmla="*/ 78 h 130"/>
              <a:gd name="T12" fmla="*/ 78 w 115"/>
              <a:gd name="T13" fmla="*/ 98 h 130"/>
              <a:gd name="T14" fmla="*/ 57 w 115"/>
              <a:gd name="T15" fmla="*/ 36 h 130"/>
              <a:gd name="T16" fmla="*/ 36 w 115"/>
              <a:gd name="T17" fmla="*/ 58 h 130"/>
              <a:gd name="T18" fmla="*/ 57 w 115"/>
              <a:gd name="T19" fmla="*/ 80 h 130"/>
              <a:gd name="T20" fmla="*/ 79 w 115"/>
              <a:gd name="T21" fmla="*/ 58 h 130"/>
              <a:gd name="T22" fmla="*/ 57 w 115"/>
              <a:gd name="T23" fmla="*/ 36 h 130"/>
              <a:gd name="T24" fmla="*/ 49 w 115"/>
              <a:gd name="T25" fmla="*/ 62 h 130"/>
              <a:gd name="T26" fmla="*/ 55 w 115"/>
              <a:gd name="T27" fmla="*/ 69 h 130"/>
              <a:gd name="T28" fmla="*/ 66 w 115"/>
              <a:gd name="T29" fmla="*/ 51 h 130"/>
              <a:gd name="T30" fmla="*/ 57 w 115"/>
              <a:gd name="T31" fmla="*/ 11 h 130"/>
              <a:gd name="T32" fmla="*/ 57 w 115"/>
              <a:gd name="T33" fmla="*/ 0 h 130"/>
              <a:gd name="T34" fmla="*/ 34 w 115"/>
              <a:gd name="T35" fmla="*/ 18 h 130"/>
              <a:gd name="T36" fmla="*/ 28 w 115"/>
              <a:gd name="T37" fmla="*/ 8 h 130"/>
              <a:gd name="T38" fmla="*/ 7 w 115"/>
              <a:gd name="T39" fmla="*/ 29 h 130"/>
              <a:gd name="T40" fmla="*/ 17 w 115"/>
              <a:gd name="T41" fmla="*/ 35 h 130"/>
              <a:gd name="T42" fmla="*/ 0 w 115"/>
              <a:gd name="T43" fmla="*/ 58 h 130"/>
              <a:gd name="T44" fmla="*/ 11 w 115"/>
              <a:gd name="T45" fmla="*/ 58 h 130"/>
              <a:gd name="T46" fmla="*/ 86 w 115"/>
              <a:gd name="T47" fmla="*/ 8 h 130"/>
              <a:gd name="T48" fmla="*/ 80 w 115"/>
              <a:gd name="T49" fmla="*/ 18 h 130"/>
              <a:gd name="T50" fmla="*/ 107 w 115"/>
              <a:gd name="T51" fmla="*/ 29 h 130"/>
              <a:gd name="T52" fmla="*/ 97 w 115"/>
              <a:gd name="T53" fmla="*/ 35 h 130"/>
              <a:gd name="T54" fmla="*/ 103 w 115"/>
              <a:gd name="T55" fmla="*/ 58 h 130"/>
              <a:gd name="T56" fmla="*/ 115 w 115"/>
              <a:gd name="T57" fmla="*/ 58 h 130"/>
              <a:gd name="T58" fmla="*/ 70 w 115"/>
              <a:gd name="T59" fmla="*/ 105 h 130"/>
              <a:gd name="T60" fmla="*/ 42 w 115"/>
              <a:gd name="T61" fmla="*/ 113 h 130"/>
              <a:gd name="T62" fmla="*/ 39 w 115"/>
              <a:gd name="T63" fmla="*/ 117 h 130"/>
              <a:gd name="T64" fmla="*/ 43 w 115"/>
              <a:gd name="T65" fmla="*/ 122 h 130"/>
              <a:gd name="T66" fmla="*/ 45 w 115"/>
              <a:gd name="T67" fmla="*/ 122 h 130"/>
              <a:gd name="T68" fmla="*/ 70 w 115"/>
              <a:gd name="T69" fmla="*/ 115 h 130"/>
              <a:gd name="T70" fmla="*/ 70 w 115"/>
              <a:gd name="T71" fmla="*/ 115 h 130"/>
              <a:gd name="T72" fmla="*/ 71 w 115"/>
              <a:gd name="T73" fmla="*/ 114 h 130"/>
              <a:gd name="T74" fmla="*/ 76 w 115"/>
              <a:gd name="T75" fmla="*/ 119 h 130"/>
              <a:gd name="T76" fmla="*/ 73 w 115"/>
              <a:gd name="T77" fmla="*/ 124 h 130"/>
              <a:gd name="T78" fmla="*/ 49 w 115"/>
              <a:gd name="T7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 h="130">
                <a:moveTo>
                  <a:pt x="37" y="102"/>
                </a:moveTo>
                <a:cubicBezTo>
                  <a:pt x="37" y="96"/>
                  <a:pt x="35" y="90"/>
                  <a:pt x="27" y="78"/>
                </a:cubicBezTo>
                <a:cubicBezTo>
                  <a:pt x="23" y="72"/>
                  <a:pt x="21" y="66"/>
                  <a:pt x="21" y="59"/>
                </a:cubicBezTo>
                <a:cubicBezTo>
                  <a:pt x="21" y="39"/>
                  <a:pt x="37" y="23"/>
                  <a:pt x="57" y="23"/>
                </a:cubicBezTo>
                <a:cubicBezTo>
                  <a:pt x="77" y="23"/>
                  <a:pt x="93" y="39"/>
                  <a:pt x="93" y="59"/>
                </a:cubicBezTo>
                <a:cubicBezTo>
                  <a:pt x="93" y="66"/>
                  <a:pt x="91" y="72"/>
                  <a:pt x="87" y="78"/>
                </a:cubicBezTo>
                <a:cubicBezTo>
                  <a:pt x="81" y="87"/>
                  <a:pt x="79" y="93"/>
                  <a:pt x="78" y="98"/>
                </a:cubicBezTo>
                <a:moveTo>
                  <a:pt x="57" y="36"/>
                </a:moveTo>
                <a:cubicBezTo>
                  <a:pt x="45" y="36"/>
                  <a:pt x="36" y="46"/>
                  <a:pt x="36" y="58"/>
                </a:cubicBezTo>
                <a:cubicBezTo>
                  <a:pt x="36" y="70"/>
                  <a:pt x="45" y="80"/>
                  <a:pt x="57" y="80"/>
                </a:cubicBezTo>
                <a:cubicBezTo>
                  <a:pt x="69" y="80"/>
                  <a:pt x="79" y="70"/>
                  <a:pt x="79" y="58"/>
                </a:cubicBezTo>
                <a:cubicBezTo>
                  <a:pt x="79" y="46"/>
                  <a:pt x="69" y="36"/>
                  <a:pt x="57" y="36"/>
                </a:cubicBezTo>
                <a:close/>
                <a:moveTo>
                  <a:pt x="49" y="62"/>
                </a:moveTo>
                <a:cubicBezTo>
                  <a:pt x="55" y="69"/>
                  <a:pt x="55" y="69"/>
                  <a:pt x="55" y="69"/>
                </a:cubicBezTo>
                <a:cubicBezTo>
                  <a:pt x="66" y="51"/>
                  <a:pt x="66" y="51"/>
                  <a:pt x="66" y="51"/>
                </a:cubicBezTo>
                <a:moveTo>
                  <a:pt x="57" y="11"/>
                </a:moveTo>
                <a:cubicBezTo>
                  <a:pt x="57" y="0"/>
                  <a:pt x="57" y="0"/>
                  <a:pt x="57" y="0"/>
                </a:cubicBezTo>
                <a:moveTo>
                  <a:pt x="34" y="18"/>
                </a:moveTo>
                <a:cubicBezTo>
                  <a:pt x="28" y="8"/>
                  <a:pt x="28" y="8"/>
                  <a:pt x="28" y="8"/>
                </a:cubicBezTo>
                <a:moveTo>
                  <a:pt x="7" y="29"/>
                </a:moveTo>
                <a:cubicBezTo>
                  <a:pt x="17" y="35"/>
                  <a:pt x="17" y="35"/>
                  <a:pt x="17" y="35"/>
                </a:cubicBezTo>
                <a:moveTo>
                  <a:pt x="0" y="58"/>
                </a:moveTo>
                <a:cubicBezTo>
                  <a:pt x="11" y="58"/>
                  <a:pt x="11" y="58"/>
                  <a:pt x="11" y="58"/>
                </a:cubicBezTo>
                <a:moveTo>
                  <a:pt x="86" y="8"/>
                </a:moveTo>
                <a:cubicBezTo>
                  <a:pt x="80" y="18"/>
                  <a:pt x="80" y="18"/>
                  <a:pt x="80" y="18"/>
                </a:cubicBezTo>
                <a:moveTo>
                  <a:pt x="107" y="29"/>
                </a:moveTo>
                <a:cubicBezTo>
                  <a:pt x="97" y="35"/>
                  <a:pt x="97" y="35"/>
                  <a:pt x="97" y="35"/>
                </a:cubicBezTo>
                <a:moveTo>
                  <a:pt x="103" y="58"/>
                </a:moveTo>
                <a:cubicBezTo>
                  <a:pt x="115" y="58"/>
                  <a:pt x="115" y="58"/>
                  <a:pt x="115" y="58"/>
                </a:cubicBezTo>
                <a:moveTo>
                  <a:pt x="70" y="105"/>
                </a:moveTo>
                <a:cubicBezTo>
                  <a:pt x="70" y="105"/>
                  <a:pt x="42" y="113"/>
                  <a:pt x="42" y="113"/>
                </a:cubicBezTo>
                <a:cubicBezTo>
                  <a:pt x="40" y="113"/>
                  <a:pt x="39" y="115"/>
                  <a:pt x="39" y="117"/>
                </a:cubicBezTo>
                <a:cubicBezTo>
                  <a:pt x="39" y="120"/>
                  <a:pt x="41" y="122"/>
                  <a:pt x="43" y="122"/>
                </a:cubicBezTo>
                <a:cubicBezTo>
                  <a:pt x="44" y="122"/>
                  <a:pt x="45" y="122"/>
                  <a:pt x="45" y="122"/>
                </a:cubicBezTo>
                <a:cubicBezTo>
                  <a:pt x="70" y="115"/>
                  <a:pt x="70" y="115"/>
                  <a:pt x="70" y="115"/>
                </a:cubicBezTo>
                <a:cubicBezTo>
                  <a:pt x="70" y="115"/>
                  <a:pt x="70" y="115"/>
                  <a:pt x="70" y="115"/>
                </a:cubicBezTo>
                <a:cubicBezTo>
                  <a:pt x="71" y="114"/>
                  <a:pt x="71" y="114"/>
                  <a:pt x="71" y="114"/>
                </a:cubicBezTo>
                <a:cubicBezTo>
                  <a:pt x="74" y="114"/>
                  <a:pt x="76" y="117"/>
                  <a:pt x="76" y="119"/>
                </a:cubicBezTo>
                <a:cubicBezTo>
                  <a:pt x="76" y="121"/>
                  <a:pt x="75" y="123"/>
                  <a:pt x="73" y="124"/>
                </a:cubicBezTo>
                <a:cubicBezTo>
                  <a:pt x="49" y="130"/>
                  <a:pt x="49" y="130"/>
                  <a:pt x="49" y="13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C717E303-6FEE-4728-9897-8C39241AC7AD}"/>
              </a:ext>
            </a:extLst>
          </p:cNvPr>
          <p:cNvSpPr>
            <a:spLocks noEditPoints="1"/>
          </p:cNvSpPr>
          <p:nvPr/>
        </p:nvSpPr>
        <p:spPr bwMode="auto">
          <a:xfrm>
            <a:off x="5878513" y="1419225"/>
            <a:ext cx="442913" cy="461963"/>
          </a:xfrm>
          <a:custGeom>
            <a:avLst/>
            <a:gdLst>
              <a:gd name="T0" fmla="*/ 42 w 112"/>
              <a:gd name="T1" fmla="*/ 12 h 117"/>
              <a:gd name="T2" fmla="*/ 98 w 112"/>
              <a:gd name="T3" fmla="*/ 47 h 117"/>
              <a:gd name="T4" fmla="*/ 112 w 112"/>
              <a:gd name="T5" fmla="*/ 75 h 117"/>
              <a:gd name="T6" fmla="*/ 101 w 112"/>
              <a:gd name="T7" fmla="*/ 75 h 117"/>
              <a:gd name="T8" fmla="*/ 101 w 112"/>
              <a:gd name="T9" fmla="*/ 95 h 117"/>
              <a:gd name="T10" fmla="*/ 95 w 112"/>
              <a:gd name="T11" fmla="*/ 101 h 117"/>
              <a:gd name="T12" fmla="*/ 82 w 112"/>
              <a:gd name="T13" fmla="*/ 101 h 117"/>
              <a:gd name="T14" fmla="*/ 82 w 112"/>
              <a:gd name="T15" fmla="*/ 117 h 117"/>
              <a:gd name="T16" fmla="*/ 30 w 112"/>
              <a:gd name="T17" fmla="*/ 117 h 117"/>
              <a:gd name="T18" fmla="*/ 30 w 112"/>
              <a:gd name="T19" fmla="*/ 100 h 117"/>
              <a:gd name="T20" fmla="*/ 25 w 112"/>
              <a:gd name="T21" fmla="*/ 88 h 117"/>
              <a:gd name="T22" fmla="*/ 63 w 112"/>
              <a:gd name="T23" fmla="*/ 53 h 117"/>
              <a:gd name="T24" fmla="*/ 63 w 112"/>
              <a:gd name="T25" fmla="*/ 45 h 117"/>
              <a:gd name="T26" fmla="*/ 54 w 112"/>
              <a:gd name="T27" fmla="*/ 42 h 117"/>
              <a:gd name="T28" fmla="*/ 53 w 112"/>
              <a:gd name="T29" fmla="*/ 39 h 117"/>
              <a:gd name="T30" fmla="*/ 56 w 112"/>
              <a:gd name="T31" fmla="*/ 30 h 117"/>
              <a:gd name="T32" fmla="*/ 51 w 112"/>
              <a:gd name="T33" fmla="*/ 24 h 117"/>
              <a:gd name="T34" fmla="*/ 42 w 112"/>
              <a:gd name="T35" fmla="*/ 28 h 117"/>
              <a:gd name="T36" fmla="*/ 39 w 112"/>
              <a:gd name="T37" fmla="*/ 27 h 117"/>
              <a:gd name="T38" fmla="*/ 35 w 112"/>
              <a:gd name="T39" fmla="*/ 18 h 117"/>
              <a:gd name="T40" fmla="*/ 27 w 112"/>
              <a:gd name="T41" fmla="*/ 18 h 117"/>
              <a:gd name="T42" fmla="*/ 24 w 112"/>
              <a:gd name="T43" fmla="*/ 27 h 117"/>
              <a:gd name="T44" fmla="*/ 21 w 112"/>
              <a:gd name="T45" fmla="*/ 28 h 117"/>
              <a:gd name="T46" fmla="*/ 12 w 112"/>
              <a:gd name="T47" fmla="*/ 24 h 117"/>
              <a:gd name="T48" fmla="*/ 6 w 112"/>
              <a:gd name="T49" fmla="*/ 30 h 117"/>
              <a:gd name="T50" fmla="*/ 10 w 112"/>
              <a:gd name="T51" fmla="*/ 39 h 117"/>
              <a:gd name="T52" fmla="*/ 9 w 112"/>
              <a:gd name="T53" fmla="*/ 42 h 117"/>
              <a:gd name="T54" fmla="*/ 0 w 112"/>
              <a:gd name="T55" fmla="*/ 45 h 117"/>
              <a:gd name="T56" fmla="*/ 0 w 112"/>
              <a:gd name="T57" fmla="*/ 53 h 117"/>
              <a:gd name="T58" fmla="*/ 9 w 112"/>
              <a:gd name="T59" fmla="*/ 57 h 117"/>
              <a:gd name="T60" fmla="*/ 10 w 112"/>
              <a:gd name="T61" fmla="*/ 60 h 117"/>
              <a:gd name="T62" fmla="*/ 6 w 112"/>
              <a:gd name="T63" fmla="*/ 69 h 117"/>
              <a:gd name="T64" fmla="*/ 12 w 112"/>
              <a:gd name="T65" fmla="*/ 74 h 117"/>
              <a:gd name="T66" fmla="*/ 21 w 112"/>
              <a:gd name="T67" fmla="*/ 70 h 117"/>
              <a:gd name="T68" fmla="*/ 24 w 112"/>
              <a:gd name="T69" fmla="*/ 72 h 117"/>
              <a:gd name="T70" fmla="*/ 27 w 112"/>
              <a:gd name="T71" fmla="*/ 81 h 117"/>
              <a:gd name="T72" fmla="*/ 35 w 112"/>
              <a:gd name="T73" fmla="*/ 81 h 117"/>
              <a:gd name="T74" fmla="*/ 39 w 112"/>
              <a:gd name="T75" fmla="*/ 72 h 117"/>
              <a:gd name="T76" fmla="*/ 42 w 112"/>
              <a:gd name="T77" fmla="*/ 70 h 117"/>
              <a:gd name="T78" fmla="*/ 51 w 112"/>
              <a:gd name="T79" fmla="*/ 74 h 117"/>
              <a:gd name="T80" fmla="*/ 56 w 112"/>
              <a:gd name="T81" fmla="*/ 69 h 117"/>
              <a:gd name="T82" fmla="*/ 53 w 112"/>
              <a:gd name="T83" fmla="*/ 60 h 117"/>
              <a:gd name="T84" fmla="*/ 54 w 112"/>
              <a:gd name="T85" fmla="*/ 57 h 117"/>
              <a:gd name="T86" fmla="*/ 63 w 112"/>
              <a:gd name="T87" fmla="*/ 53 h 117"/>
              <a:gd name="T88" fmla="*/ 31 w 112"/>
              <a:gd name="T89" fmla="*/ 36 h 117"/>
              <a:gd name="T90" fmla="*/ 18 w 112"/>
              <a:gd name="T91" fmla="*/ 49 h 117"/>
              <a:gd name="T92" fmla="*/ 31 w 112"/>
              <a:gd name="T93" fmla="*/ 62 h 117"/>
              <a:gd name="T94" fmla="*/ 45 w 112"/>
              <a:gd name="T95" fmla="*/ 49 h 117"/>
              <a:gd name="T96" fmla="*/ 31 w 112"/>
              <a:gd name="T97" fmla="*/ 36 h 117"/>
              <a:gd name="T98" fmla="*/ 82 w 112"/>
              <a:gd name="T99" fmla="*/ 101 h 117"/>
              <a:gd name="T100" fmla="*/ 74 w 112"/>
              <a:gd name="T101"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117">
                <a:moveTo>
                  <a:pt x="42" y="12"/>
                </a:moveTo>
                <a:cubicBezTo>
                  <a:pt x="104" y="0"/>
                  <a:pt x="98" y="47"/>
                  <a:pt x="98" y="47"/>
                </a:cubicBezTo>
                <a:cubicBezTo>
                  <a:pt x="112" y="75"/>
                  <a:pt x="112" y="75"/>
                  <a:pt x="112" y="75"/>
                </a:cubicBezTo>
                <a:cubicBezTo>
                  <a:pt x="101" y="75"/>
                  <a:pt x="101" y="75"/>
                  <a:pt x="101" y="75"/>
                </a:cubicBezTo>
                <a:cubicBezTo>
                  <a:pt x="101" y="95"/>
                  <a:pt x="101" y="95"/>
                  <a:pt x="101" y="95"/>
                </a:cubicBezTo>
                <a:cubicBezTo>
                  <a:pt x="101" y="98"/>
                  <a:pt x="98" y="101"/>
                  <a:pt x="95" y="101"/>
                </a:cubicBezTo>
                <a:cubicBezTo>
                  <a:pt x="82" y="101"/>
                  <a:pt x="82" y="101"/>
                  <a:pt x="82" y="101"/>
                </a:cubicBezTo>
                <a:cubicBezTo>
                  <a:pt x="82" y="117"/>
                  <a:pt x="82" y="117"/>
                  <a:pt x="82" y="117"/>
                </a:cubicBezTo>
                <a:moveTo>
                  <a:pt x="30" y="117"/>
                </a:moveTo>
                <a:cubicBezTo>
                  <a:pt x="30" y="100"/>
                  <a:pt x="30" y="100"/>
                  <a:pt x="30" y="100"/>
                </a:cubicBezTo>
                <a:cubicBezTo>
                  <a:pt x="25" y="88"/>
                  <a:pt x="25" y="88"/>
                  <a:pt x="25" y="88"/>
                </a:cubicBezTo>
                <a:moveTo>
                  <a:pt x="63" y="53"/>
                </a:moveTo>
                <a:cubicBezTo>
                  <a:pt x="63" y="45"/>
                  <a:pt x="63" y="45"/>
                  <a:pt x="63" y="45"/>
                </a:cubicBezTo>
                <a:cubicBezTo>
                  <a:pt x="54" y="42"/>
                  <a:pt x="54" y="42"/>
                  <a:pt x="54" y="42"/>
                </a:cubicBezTo>
                <a:cubicBezTo>
                  <a:pt x="53" y="41"/>
                  <a:pt x="53" y="40"/>
                  <a:pt x="53" y="39"/>
                </a:cubicBezTo>
                <a:cubicBezTo>
                  <a:pt x="56" y="30"/>
                  <a:pt x="56" y="30"/>
                  <a:pt x="56" y="30"/>
                </a:cubicBezTo>
                <a:cubicBezTo>
                  <a:pt x="51" y="24"/>
                  <a:pt x="51" y="24"/>
                  <a:pt x="51" y="24"/>
                </a:cubicBezTo>
                <a:cubicBezTo>
                  <a:pt x="42" y="28"/>
                  <a:pt x="42" y="28"/>
                  <a:pt x="42" y="28"/>
                </a:cubicBezTo>
                <a:cubicBezTo>
                  <a:pt x="41" y="28"/>
                  <a:pt x="40" y="27"/>
                  <a:pt x="39" y="27"/>
                </a:cubicBezTo>
                <a:cubicBezTo>
                  <a:pt x="35" y="18"/>
                  <a:pt x="35" y="18"/>
                  <a:pt x="35" y="18"/>
                </a:cubicBezTo>
                <a:cubicBezTo>
                  <a:pt x="27" y="18"/>
                  <a:pt x="27" y="18"/>
                  <a:pt x="27" y="18"/>
                </a:cubicBezTo>
                <a:cubicBezTo>
                  <a:pt x="24" y="27"/>
                  <a:pt x="24" y="27"/>
                  <a:pt x="24" y="27"/>
                </a:cubicBezTo>
                <a:cubicBezTo>
                  <a:pt x="23" y="27"/>
                  <a:pt x="22" y="28"/>
                  <a:pt x="21" y="28"/>
                </a:cubicBezTo>
                <a:cubicBezTo>
                  <a:pt x="12" y="24"/>
                  <a:pt x="12" y="24"/>
                  <a:pt x="12" y="24"/>
                </a:cubicBezTo>
                <a:cubicBezTo>
                  <a:pt x="6" y="30"/>
                  <a:pt x="6" y="30"/>
                  <a:pt x="6" y="30"/>
                </a:cubicBezTo>
                <a:cubicBezTo>
                  <a:pt x="10" y="39"/>
                  <a:pt x="10" y="39"/>
                  <a:pt x="10" y="39"/>
                </a:cubicBezTo>
                <a:cubicBezTo>
                  <a:pt x="10" y="40"/>
                  <a:pt x="9" y="41"/>
                  <a:pt x="9" y="42"/>
                </a:cubicBezTo>
                <a:cubicBezTo>
                  <a:pt x="0" y="45"/>
                  <a:pt x="0" y="45"/>
                  <a:pt x="0" y="45"/>
                </a:cubicBezTo>
                <a:cubicBezTo>
                  <a:pt x="0" y="53"/>
                  <a:pt x="0" y="53"/>
                  <a:pt x="0" y="53"/>
                </a:cubicBezTo>
                <a:cubicBezTo>
                  <a:pt x="9" y="57"/>
                  <a:pt x="9" y="57"/>
                  <a:pt x="9" y="57"/>
                </a:cubicBezTo>
                <a:cubicBezTo>
                  <a:pt x="9" y="58"/>
                  <a:pt x="10" y="59"/>
                  <a:pt x="10" y="60"/>
                </a:cubicBezTo>
                <a:cubicBezTo>
                  <a:pt x="6" y="69"/>
                  <a:pt x="6" y="69"/>
                  <a:pt x="6" y="69"/>
                </a:cubicBezTo>
                <a:cubicBezTo>
                  <a:pt x="12" y="74"/>
                  <a:pt x="12" y="74"/>
                  <a:pt x="12" y="74"/>
                </a:cubicBezTo>
                <a:cubicBezTo>
                  <a:pt x="21" y="70"/>
                  <a:pt x="21" y="70"/>
                  <a:pt x="21" y="70"/>
                </a:cubicBezTo>
                <a:cubicBezTo>
                  <a:pt x="22" y="71"/>
                  <a:pt x="23" y="71"/>
                  <a:pt x="24" y="72"/>
                </a:cubicBezTo>
                <a:cubicBezTo>
                  <a:pt x="27" y="81"/>
                  <a:pt x="27" y="81"/>
                  <a:pt x="27" y="81"/>
                </a:cubicBezTo>
                <a:cubicBezTo>
                  <a:pt x="35" y="81"/>
                  <a:pt x="35" y="81"/>
                  <a:pt x="35" y="81"/>
                </a:cubicBezTo>
                <a:cubicBezTo>
                  <a:pt x="39" y="72"/>
                  <a:pt x="39" y="72"/>
                  <a:pt x="39" y="72"/>
                </a:cubicBezTo>
                <a:cubicBezTo>
                  <a:pt x="40" y="71"/>
                  <a:pt x="41" y="71"/>
                  <a:pt x="42" y="70"/>
                </a:cubicBezTo>
                <a:cubicBezTo>
                  <a:pt x="51" y="74"/>
                  <a:pt x="51" y="74"/>
                  <a:pt x="51" y="74"/>
                </a:cubicBezTo>
                <a:cubicBezTo>
                  <a:pt x="56" y="69"/>
                  <a:pt x="56" y="69"/>
                  <a:pt x="56" y="69"/>
                </a:cubicBezTo>
                <a:cubicBezTo>
                  <a:pt x="53" y="60"/>
                  <a:pt x="53" y="60"/>
                  <a:pt x="53" y="60"/>
                </a:cubicBezTo>
                <a:cubicBezTo>
                  <a:pt x="53" y="59"/>
                  <a:pt x="53" y="58"/>
                  <a:pt x="54" y="57"/>
                </a:cubicBezTo>
                <a:lnTo>
                  <a:pt x="63" y="53"/>
                </a:lnTo>
                <a:close/>
                <a:moveTo>
                  <a:pt x="31" y="36"/>
                </a:moveTo>
                <a:cubicBezTo>
                  <a:pt x="24" y="36"/>
                  <a:pt x="18" y="42"/>
                  <a:pt x="18" y="49"/>
                </a:cubicBezTo>
                <a:cubicBezTo>
                  <a:pt x="18" y="57"/>
                  <a:pt x="24" y="62"/>
                  <a:pt x="31" y="62"/>
                </a:cubicBezTo>
                <a:cubicBezTo>
                  <a:pt x="39" y="62"/>
                  <a:pt x="45" y="57"/>
                  <a:pt x="45" y="49"/>
                </a:cubicBezTo>
                <a:cubicBezTo>
                  <a:pt x="45" y="42"/>
                  <a:pt x="39" y="36"/>
                  <a:pt x="31" y="36"/>
                </a:cubicBezTo>
                <a:close/>
                <a:moveTo>
                  <a:pt x="82" y="101"/>
                </a:moveTo>
                <a:cubicBezTo>
                  <a:pt x="74" y="101"/>
                  <a:pt x="74" y="101"/>
                  <a:pt x="74" y="101"/>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9B6DB9E7-4E6A-4AD4-A6F1-CC10F6033256}"/>
              </a:ext>
            </a:extLst>
          </p:cNvPr>
          <p:cNvSpPr>
            <a:spLocks noEditPoints="1"/>
          </p:cNvSpPr>
          <p:nvPr/>
        </p:nvSpPr>
        <p:spPr bwMode="auto">
          <a:xfrm>
            <a:off x="4289426" y="4808703"/>
            <a:ext cx="496888" cy="398463"/>
          </a:xfrm>
          <a:custGeom>
            <a:avLst/>
            <a:gdLst>
              <a:gd name="T0" fmla="*/ 126 w 126"/>
              <a:gd name="T1" fmla="*/ 101 h 101"/>
              <a:gd name="T2" fmla="*/ 0 w 126"/>
              <a:gd name="T3" fmla="*/ 101 h 101"/>
              <a:gd name="T4" fmla="*/ 31 w 126"/>
              <a:gd name="T5" fmla="*/ 74 h 101"/>
              <a:gd name="T6" fmla="*/ 13 w 126"/>
              <a:gd name="T7" fmla="*/ 74 h 101"/>
              <a:gd name="T8" fmla="*/ 13 w 126"/>
              <a:gd name="T9" fmla="*/ 101 h 101"/>
              <a:gd name="T10" fmla="*/ 31 w 126"/>
              <a:gd name="T11" fmla="*/ 101 h 101"/>
              <a:gd name="T12" fmla="*/ 31 w 126"/>
              <a:gd name="T13" fmla="*/ 74 h 101"/>
              <a:gd name="T14" fmla="*/ 58 w 126"/>
              <a:gd name="T15" fmla="*/ 47 h 101"/>
              <a:gd name="T16" fmla="*/ 40 w 126"/>
              <a:gd name="T17" fmla="*/ 47 h 101"/>
              <a:gd name="T18" fmla="*/ 40 w 126"/>
              <a:gd name="T19" fmla="*/ 101 h 101"/>
              <a:gd name="T20" fmla="*/ 58 w 126"/>
              <a:gd name="T21" fmla="*/ 101 h 101"/>
              <a:gd name="T22" fmla="*/ 58 w 126"/>
              <a:gd name="T23" fmla="*/ 47 h 101"/>
              <a:gd name="T24" fmla="*/ 85 w 126"/>
              <a:gd name="T25" fmla="*/ 59 h 101"/>
              <a:gd name="T26" fmla="*/ 68 w 126"/>
              <a:gd name="T27" fmla="*/ 59 h 101"/>
              <a:gd name="T28" fmla="*/ 68 w 126"/>
              <a:gd name="T29" fmla="*/ 101 h 101"/>
              <a:gd name="T30" fmla="*/ 85 w 126"/>
              <a:gd name="T31" fmla="*/ 101 h 101"/>
              <a:gd name="T32" fmla="*/ 85 w 126"/>
              <a:gd name="T33" fmla="*/ 59 h 101"/>
              <a:gd name="T34" fmla="*/ 112 w 126"/>
              <a:gd name="T35" fmla="*/ 31 h 101"/>
              <a:gd name="T36" fmla="*/ 95 w 126"/>
              <a:gd name="T37" fmla="*/ 31 h 101"/>
              <a:gd name="T38" fmla="*/ 95 w 126"/>
              <a:gd name="T39" fmla="*/ 101 h 101"/>
              <a:gd name="T40" fmla="*/ 112 w 126"/>
              <a:gd name="T41" fmla="*/ 101 h 101"/>
              <a:gd name="T42" fmla="*/ 112 w 126"/>
              <a:gd name="T43" fmla="*/ 31 h 101"/>
              <a:gd name="T44" fmla="*/ 22 w 126"/>
              <a:gd name="T45" fmla="*/ 44 h 101"/>
              <a:gd name="T46" fmla="*/ 17 w 126"/>
              <a:gd name="T47" fmla="*/ 49 h 101"/>
              <a:gd name="T48" fmla="*/ 22 w 126"/>
              <a:gd name="T49" fmla="*/ 54 h 101"/>
              <a:gd name="T50" fmla="*/ 27 w 126"/>
              <a:gd name="T51" fmla="*/ 49 h 101"/>
              <a:gd name="T52" fmla="*/ 22 w 126"/>
              <a:gd name="T53" fmla="*/ 44 h 101"/>
              <a:gd name="T54" fmla="*/ 49 w 126"/>
              <a:gd name="T55" fmla="*/ 18 h 101"/>
              <a:gd name="T56" fmla="*/ 44 w 126"/>
              <a:gd name="T57" fmla="*/ 23 h 101"/>
              <a:gd name="T58" fmla="*/ 49 w 126"/>
              <a:gd name="T59" fmla="*/ 28 h 101"/>
              <a:gd name="T60" fmla="*/ 54 w 126"/>
              <a:gd name="T61" fmla="*/ 23 h 101"/>
              <a:gd name="T62" fmla="*/ 49 w 126"/>
              <a:gd name="T63" fmla="*/ 18 h 101"/>
              <a:gd name="T64" fmla="*/ 76 w 126"/>
              <a:gd name="T65" fmla="*/ 31 h 101"/>
              <a:gd name="T66" fmla="*/ 71 w 126"/>
              <a:gd name="T67" fmla="*/ 36 h 101"/>
              <a:gd name="T68" fmla="*/ 76 w 126"/>
              <a:gd name="T69" fmla="*/ 41 h 101"/>
              <a:gd name="T70" fmla="*/ 81 w 126"/>
              <a:gd name="T71" fmla="*/ 36 h 101"/>
              <a:gd name="T72" fmla="*/ 76 w 126"/>
              <a:gd name="T73" fmla="*/ 31 h 101"/>
              <a:gd name="T74" fmla="*/ 103 w 126"/>
              <a:gd name="T75" fmla="*/ 0 h 101"/>
              <a:gd name="T76" fmla="*/ 99 w 126"/>
              <a:gd name="T77" fmla="*/ 5 h 101"/>
              <a:gd name="T78" fmla="*/ 103 w 126"/>
              <a:gd name="T79" fmla="*/ 10 h 101"/>
              <a:gd name="T80" fmla="*/ 108 w 126"/>
              <a:gd name="T81" fmla="*/ 5 h 101"/>
              <a:gd name="T82" fmla="*/ 103 w 126"/>
              <a:gd name="T83" fmla="*/ 0 h 101"/>
              <a:gd name="T84" fmla="*/ 80 w 126"/>
              <a:gd name="T85" fmla="*/ 32 h 101"/>
              <a:gd name="T86" fmla="*/ 100 w 126"/>
              <a:gd name="T87" fmla="*/ 9 h 101"/>
              <a:gd name="T88" fmla="*/ 54 w 126"/>
              <a:gd name="T89" fmla="*/ 25 h 101"/>
              <a:gd name="T90" fmla="*/ 72 w 126"/>
              <a:gd name="T91" fmla="*/ 34 h 101"/>
              <a:gd name="T92" fmla="*/ 46 w 126"/>
              <a:gd name="T93" fmla="*/ 27 h 101"/>
              <a:gd name="T94" fmla="*/ 26 w 126"/>
              <a:gd name="T95" fmla="*/ 4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6" h="101">
                <a:moveTo>
                  <a:pt x="126" y="101"/>
                </a:moveTo>
                <a:cubicBezTo>
                  <a:pt x="0" y="101"/>
                  <a:pt x="0" y="101"/>
                  <a:pt x="0" y="101"/>
                </a:cubicBezTo>
                <a:moveTo>
                  <a:pt x="31" y="74"/>
                </a:moveTo>
                <a:cubicBezTo>
                  <a:pt x="13" y="74"/>
                  <a:pt x="13" y="74"/>
                  <a:pt x="13" y="74"/>
                </a:cubicBezTo>
                <a:cubicBezTo>
                  <a:pt x="13" y="101"/>
                  <a:pt x="13" y="101"/>
                  <a:pt x="13" y="101"/>
                </a:cubicBezTo>
                <a:cubicBezTo>
                  <a:pt x="31" y="101"/>
                  <a:pt x="31" y="101"/>
                  <a:pt x="31" y="101"/>
                </a:cubicBezTo>
                <a:lnTo>
                  <a:pt x="31" y="74"/>
                </a:lnTo>
                <a:close/>
                <a:moveTo>
                  <a:pt x="58" y="47"/>
                </a:moveTo>
                <a:cubicBezTo>
                  <a:pt x="40" y="47"/>
                  <a:pt x="40" y="47"/>
                  <a:pt x="40" y="47"/>
                </a:cubicBezTo>
                <a:cubicBezTo>
                  <a:pt x="40" y="101"/>
                  <a:pt x="40" y="101"/>
                  <a:pt x="40" y="101"/>
                </a:cubicBezTo>
                <a:cubicBezTo>
                  <a:pt x="58" y="101"/>
                  <a:pt x="58" y="101"/>
                  <a:pt x="58" y="101"/>
                </a:cubicBezTo>
                <a:lnTo>
                  <a:pt x="58" y="47"/>
                </a:lnTo>
                <a:close/>
                <a:moveTo>
                  <a:pt x="85" y="59"/>
                </a:moveTo>
                <a:cubicBezTo>
                  <a:pt x="68" y="59"/>
                  <a:pt x="68" y="59"/>
                  <a:pt x="68" y="59"/>
                </a:cubicBezTo>
                <a:cubicBezTo>
                  <a:pt x="68" y="101"/>
                  <a:pt x="68" y="101"/>
                  <a:pt x="68" y="101"/>
                </a:cubicBezTo>
                <a:cubicBezTo>
                  <a:pt x="85" y="101"/>
                  <a:pt x="85" y="101"/>
                  <a:pt x="85" y="101"/>
                </a:cubicBezTo>
                <a:lnTo>
                  <a:pt x="85" y="59"/>
                </a:lnTo>
                <a:close/>
                <a:moveTo>
                  <a:pt x="112" y="31"/>
                </a:moveTo>
                <a:cubicBezTo>
                  <a:pt x="95" y="31"/>
                  <a:pt x="95" y="31"/>
                  <a:pt x="95" y="31"/>
                </a:cubicBezTo>
                <a:cubicBezTo>
                  <a:pt x="95" y="101"/>
                  <a:pt x="95" y="101"/>
                  <a:pt x="95" y="101"/>
                </a:cubicBezTo>
                <a:cubicBezTo>
                  <a:pt x="112" y="101"/>
                  <a:pt x="112" y="101"/>
                  <a:pt x="112" y="101"/>
                </a:cubicBezTo>
                <a:lnTo>
                  <a:pt x="112" y="31"/>
                </a:lnTo>
                <a:close/>
                <a:moveTo>
                  <a:pt x="22" y="44"/>
                </a:moveTo>
                <a:cubicBezTo>
                  <a:pt x="19" y="44"/>
                  <a:pt x="17" y="46"/>
                  <a:pt x="17" y="49"/>
                </a:cubicBezTo>
                <a:cubicBezTo>
                  <a:pt x="17" y="52"/>
                  <a:pt x="19" y="54"/>
                  <a:pt x="22" y="54"/>
                </a:cubicBezTo>
                <a:cubicBezTo>
                  <a:pt x="25" y="54"/>
                  <a:pt x="27" y="52"/>
                  <a:pt x="27" y="49"/>
                </a:cubicBezTo>
                <a:cubicBezTo>
                  <a:pt x="27" y="46"/>
                  <a:pt x="25" y="44"/>
                  <a:pt x="22" y="44"/>
                </a:cubicBezTo>
                <a:close/>
                <a:moveTo>
                  <a:pt x="49" y="18"/>
                </a:moveTo>
                <a:cubicBezTo>
                  <a:pt x="46" y="18"/>
                  <a:pt x="44" y="20"/>
                  <a:pt x="44" y="23"/>
                </a:cubicBezTo>
                <a:cubicBezTo>
                  <a:pt x="44" y="26"/>
                  <a:pt x="46" y="28"/>
                  <a:pt x="49" y="28"/>
                </a:cubicBezTo>
                <a:cubicBezTo>
                  <a:pt x="52" y="28"/>
                  <a:pt x="54" y="26"/>
                  <a:pt x="54" y="23"/>
                </a:cubicBezTo>
                <a:cubicBezTo>
                  <a:pt x="54" y="20"/>
                  <a:pt x="52" y="18"/>
                  <a:pt x="49" y="18"/>
                </a:cubicBezTo>
                <a:close/>
                <a:moveTo>
                  <a:pt x="76" y="31"/>
                </a:moveTo>
                <a:cubicBezTo>
                  <a:pt x="74" y="31"/>
                  <a:pt x="71" y="33"/>
                  <a:pt x="71" y="36"/>
                </a:cubicBezTo>
                <a:cubicBezTo>
                  <a:pt x="71" y="39"/>
                  <a:pt x="74" y="41"/>
                  <a:pt x="76" y="41"/>
                </a:cubicBezTo>
                <a:cubicBezTo>
                  <a:pt x="79" y="41"/>
                  <a:pt x="81" y="39"/>
                  <a:pt x="81" y="36"/>
                </a:cubicBezTo>
                <a:cubicBezTo>
                  <a:pt x="81" y="33"/>
                  <a:pt x="79" y="31"/>
                  <a:pt x="76" y="31"/>
                </a:cubicBezTo>
                <a:close/>
                <a:moveTo>
                  <a:pt x="103" y="0"/>
                </a:moveTo>
                <a:cubicBezTo>
                  <a:pt x="101" y="0"/>
                  <a:pt x="99" y="2"/>
                  <a:pt x="99" y="5"/>
                </a:cubicBezTo>
                <a:cubicBezTo>
                  <a:pt x="99" y="8"/>
                  <a:pt x="101" y="10"/>
                  <a:pt x="103" y="10"/>
                </a:cubicBezTo>
                <a:cubicBezTo>
                  <a:pt x="106" y="10"/>
                  <a:pt x="108" y="8"/>
                  <a:pt x="108" y="5"/>
                </a:cubicBezTo>
                <a:cubicBezTo>
                  <a:pt x="108" y="2"/>
                  <a:pt x="106" y="0"/>
                  <a:pt x="103" y="0"/>
                </a:cubicBezTo>
                <a:close/>
                <a:moveTo>
                  <a:pt x="80" y="32"/>
                </a:moveTo>
                <a:cubicBezTo>
                  <a:pt x="100" y="9"/>
                  <a:pt x="100" y="9"/>
                  <a:pt x="100" y="9"/>
                </a:cubicBezTo>
                <a:moveTo>
                  <a:pt x="54" y="25"/>
                </a:moveTo>
                <a:cubicBezTo>
                  <a:pt x="72" y="34"/>
                  <a:pt x="72" y="34"/>
                  <a:pt x="72" y="34"/>
                </a:cubicBezTo>
                <a:moveTo>
                  <a:pt x="46" y="27"/>
                </a:moveTo>
                <a:cubicBezTo>
                  <a:pt x="26" y="46"/>
                  <a:pt x="26" y="46"/>
                  <a:pt x="26" y="46"/>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Freeform 34">
            <a:extLst>
              <a:ext uri="{FF2B5EF4-FFF2-40B4-BE49-F238E27FC236}">
                <a16:creationId xmlns:a16="http://schemas.microsoft.com/office/drawing/2014/main" id="{770A5F77-762B-470E-B29F-D1CE46D0BB54}"/>
              </a:ext>
            </a:extLst>
          </p:cNvPr>
          <p:cNvSpPr>
            <a:spLocks noEditPoints="1"/>
          </p:cNvSpPr>
          <p:nvPr/>
        </p:nvSpPr>
        <p:spPr bwMode="auto">
          <a:xfrm>
            <a:off x="7469188" y="4797590"/>
            <a:ext cx="387350" cy="449263"/>
          </a:xfrm>
          <a:custGeom>
            <a:avLst/>
            <a:gdLst>
              <a:gd name="T0" fmla="*/ 244 w 244"/>
              <a:gd name="T1" fmla="*/ 116 h 283"/>
              <a:gd name="T2" fmla="*/ 244 w 244"/>
              <a:gd name="T3" fmla="*/ 283 h 283"/>
              <a:gd name="T4" fmla="*/ 0 w 244"/>
              <a:gd name="T5" fmla="*/ 283 h 283"/>
              <a:gd name="T6" fmla="*/ 0 w 244"/>
              <a:gd name="T7" fmla="*/ 116 h 283"/>
              <a:gd name="T8" fmla="*/ 244 w 244"/>
              <a:gd name="T9" fmla="*/ 283 h 283"/>
              <a:gd name="T10" fmla="*/ 122 w 244"/>
              <a:gd name="T11" fmla="*/ 201 h 283"/>
              <a:gd name="T12" fmla="*/ 0 w 244"/>
              <a:gd name="T13" fmla="*/ 283 h 283"/>
              <a:gd name="T14" fmla="*/ 244 w 244"/>
              <a:gd name="T15" fmla="*/ 116 h 283"/>
              <a:gd name="T16" fmla="*/ 161 w 244"/>
              <a:gd name="T17" fmla="*/ 201 h 283"/>
              <a:gd name="T18" fmla="*/ 0 w 244"/>
              <a:gd name="T19" fmla="*/ 116 h 283"/>
              <a:gd name="T20" fmla="*/ 82 w 244"/>
              <a:gd name="T21" fmla="*/ 201 h 283"/>
              <a:gd name="T22" fmla="*/ 214 w 244"/>
              <a:gd name="T23" fmla="*/ 112 h 283"/>
              <a:gd name="T24" fmla="*/ 214 w 244"/>
              <a:gd name="T25" fmla="*/ 52 h 283"/>
              <a:gd name="T26" fmla="*/ 159 w 244"/>
              <a:gd name="T27" fmla="*/ 0 h 283"/>
              <a:gd name="T28" fmla="*/ 30 w 244"/>
              <a:gd name="T29" fmla="*/ 0 h 283"/>
              <a:gd name="T30" fmla="*/ 30 w 244"/>
              <a:gd name="T31" fmla="*/ 112 h 283"/>
              <a:gd name="T32" fmla="*/ 214 w 244"/>
              <a:gd name="T33" fmla="*/ 52 h 283"/>
              <a:gd name="T34" fmla="*/ 159 w 244"/>
              <a:gd name="T35" fmla="*/ 0 h 283"/>
              <a:gd name="T36" fmla="*/ 159 w 244"/>
              <a:gd name="T37" fmla="*/ 52 h 283"/>
              <a:gd name="T38" fmla="*/ 214 w 244"/>
              <a:gd name="T39" fmla="*/ 52 h 283"/>
              <a:gd name="T40" fmla="*/ 82 w 244"/>
              <a:gd name="T41" fmla="*/ 82 h 283"/>
              <a:gd name="T42" fmla="*/ 57 w 244"/>
              <a:gd name="T43" fmla="*/ 82 h 283"/>
              <a:gd name="T44" fmla="*/ 179 w 244"/>
              <a:gd name="T45" fmla="*/ 82 h 283"/>
              <a:gd name="T46" fmla="*/ 107 w 244"/>
              <a:gd name="T47" fmla="*/ 82 h 283"/>
              <a:gd name="T48" fmla="*/ 57 w 244"/>
              <a:gd name="T49" fmla="*/ 109 h 283"/>
              <a:gd name="T50" fmla="*/ 124 w 244"/>
              <a:gd name="T51" fmla="*/ 109 h 283"/>
              <a:gd name="T52" fmla="*/ 179 w 244"/>
              <a:gd name="T53" fmla="*/ 109 h 283"/>
              <a:gd name="T54" fmla="*/ 154 w 244"/>
              <a:gd name="T55" fmla="*/ 109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4" h="283">
                <a:moveTo>
                  <a:pt x="244" y="116"/>
                </a:moveTo>
                <a:lnTo>
                  <a:pt x="244" y="283"/>
                </a:lnTo>
                <a:lnTo>
                  <a:pt x="0" y="283"/>
                </a:lnTo>
                <a:lnTo>
                  <a:pt x="0" y="116"/>
                </a:lnTo>
                <a:moveTo>
                  <a:pt x="244" y="283"/>
                </a:moveTo>
                <a:lnTo>
                  <a:pt x="122" y="201"/>
                </a:lnTo>
                <a:lnTo>
                  <a:pt x="0" y="283"/>
                </a:lnTo>
                <a:moveTo>
                  <a:pt x="244" y="116"/>
                </a:moveTo>
                <a:lnTo>
                  <a:pt x="161" y="201"/>
                </a:lnTo>
                <a:moveTo>
                  <a:pt x="0" y="116"/>
                </a:moveTo>
                <a:lnTo>
                  <a:pt x="82" y="201"/>
                </a:lnTo>
                <a:moveTo>
                  <a:pt x="214" y="112"/>
                </a:moveTo>
                <a:lnTo>
                  <a:pt x="214" y="52"/>
                </a:lnTo>
                <a:moveTo>
                  <a:pt x="159" y="0"/>
                </a:moveTo>
                <a:lnTo>
                  <a:pt x="30" y="0"/>
                </a:lnTo>
                <a:lnTo>
                  <a:pt x="30" y="112"/>
                </a:lnTo>
                <a:moveTo>
                  <a:pt x="214" y="52"/>
                </a:moveTo>
                <a:lnTo>
                  <a:pt x="159" y="0"/>
                </a:lnTo>
                <a:lnTo>
                  <a:pt x="159" y="52"/>
                </a:lnTo>
                <a:lnTo>
                  <a:pt x="214" y="52"/>
                </a:lnTo>
                <a:moveTo>
                  <a:pt x="82" y="82"/>
                </a:moveTo>
                <a:lnTo>
                  <a:pt x="57" y="82"/>
                </a:lnTo>
                <a:moveTo>
                  <a:pt x="179" y="82"/>
                </a:moveTo>
                <a:lnTo>
                  <a:pt x="107" y="82"/>
                </a:lnTo>
                <a:moveTo>
                  <a:pt x="57" y="109"/>
                </a:moveTo>
                <a:lnTo>
                  <a:pt x="124" y="109"/>
                </a:lnTo>
                <a:moveTo>
                  <a:pt x="179" y="109"/>
                </a:moveTo>
                <a:lnTo>
                  <a:pt x="154" y="109"/>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6" name="Rectangle 25">
            <a:extLst>
              <a:ext uri="{FF2B5EF4-FFF2-40B4-BE49-F238E27FC236}">
                <a16:creationId xmlns:a16="http://schemas.microsoft.com/office/drawing/2014/main" id="{AFAE3141-5477-4B5A-A29F-225EBAF656CF}"/>
              </a:ext>
            </a:extLst>
          </p:cNvPr>
          <p:cNvSpPr>
            <a:spLocks noChangeArrowheads="1"/>
          </p:cNvSpPr>
          <p:nvPr/>
        </p:nvSpPr>
        <p:spPr bwMode="auto">
          <a:xfrm>
            <a:off x="2695576" y="2935288"/>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rgbClr val="FF0000"/>
                </a:solidFill>
                <a:effectLst/>
                <a:latin typeface="Open Sans" panose="020B0606030504020204" pitchFamily="34" charset="0"/>
              </a:rPr>
              <a:t>01</a:t>
            </a:r>
            <a:endParaRPr kumimoji="0" lang="ru-UA" altLang="ru-UA" sz="1800" b="0" i="0" u="none" strike="noStrike" cap="none" normalizeH="0" baseline="0">
              <a:ln>
                <a:noFill/>
              </a:ln>
              <a:solidFill>
                <a:srgbClr val="FF0000"/>
              </a:solidFill>
              <a:effectLst/>
            </a:endParaRPr>
          </a:p>
        </p:txBody>
      </p:sp>
      <p:sp>
        <p:nvSpPr>
          <p:cNvPr id="27" name="Rectangle 26">
            <a:extLst>
              <a:ext uri="{FF2B5EF4-FFF2-40B4-BE49-F238E27FC236}">
                <a16:creationId xmlns:a16="http://schemas.microsoft.com/office/drawing/2014/main" id="{8841D1E0-FECE-465D-94D7-DCBBB23E2DA9}"/>
              </a:ext>
            </a:extLst>
          </p:cNvPr>
          <p:cNvSpPr>
            <a:spLocks noChangeArrowheads="1"/>
          </p:cNvSpPr>
          <p:nvPr/>
        </p:nvSpPr>
        <p:spPr bwMode="auto">
          <a:xfrm>
            <a:off x="4260851" y="3250504"/>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chemeClr val="accent2"/>
                </a:solidFill>
                <a:effectLst/>
                <a:latin typeface="Open Sans" panose="020B0606030504020204" pitchFamily="34" charset="0"/>
              </a:rPr>
              <a:t>02</a:t>
            </a:r>
            <a:endParaRPr kumimoji="0" lang="ru-UA" altLang="ru-UA" sz="1800" b="0" i="0" u="none" strike="noStrike" cap="none" normalizeH="0" baseline="0">
              <a:ln>
                <a:noFill/>
              </a:ln>
              <a:solidFill>
                <a:schemeClr val="accent2"/>
              </a:solidFill>
              <a:effectLst/>
            </a:endParaRPr>
          </a:p>
        </p:txBody>
      </p:sp>
      <p:sp>
        <p:nvSpPr>
          <p:cNvPr id="28" name="Rectangle 27">
            <a:extLst>
              <a:ext uri="{FF2B5EF4-FFF2-40B4-BE49-F238E27FC236}">
                <a16:creationId xmlns:a16="http://schemas.microsoft.com/office/drawing/2014/main" id="{AB6CA654-3775-46C3-8D29-DD7EB028DD92}"/>
              </a:ext>
            </a:extLst>
          </p:cNvPr>
          <p:cNvSpPr>
            <a:spLocks noChangeArrowheads="1"/>
          </p:cNvSpPr>
          <p:nvPr/>
        </p:nvSpPr>
        <p:spPr bwMode="auto">
          <a:xfrm>
            <a:off x="7386638" y="3250504"/>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chemeClr val="accent4"/>
                </a:solidFill>
                <a:effectLst/>
                <a:latin typeface="Open Sans" panose="020B0606030504020204" pitchFamily="34" charset="0"/>
              </a:rPr>
              <a:t>04</a:t>
            </a:r>
            <a:endParaRPr kumimoji="0" lang="ru-UA" altLang="ru-UA" sz="1800" b="0" i="0" u="none" strike="noStrike" cap="none" normalizeH="0" baseline="0">
              <a:ln>
                <a:noFill/>
              </a:ln>
              <a:solidFill>
                <a:schemeClr val="accent4"/>
              </a:solidFill>
              <a:effectLst/>
            </a:endParaRPr>
          </a:p>
        </p:txBody>
      </p:sp>
      <p:sp>
        <p:nvSpPr>
          <p:cNvPr id="29" name="Rectangle 28">
            <a:extLst>
              <a:ext uri="{FF2B5EF4-FFF2-40B4-BE49-F238E27FC236}">
                <a16:creationId xmlns:a16="http://schemas.microsoft.com/office/drawing/2014/main" id="{2455D3BE-5BF8-4A5D-BA6A-34315C17C1A6}"/>
              </a:ext>
            </a:extLst>
          </p:cNvPr>
          <p:cNvSpPr>
            <a:spLocks noChangeArrowheads="1"/>
          </p:cNvSpPr>
          <p:nvPr/>
        </p:nvSpPr>
        <p:spPr bwMode="auto">
          <a:xfrm>
            <a:off x="5822951" y="2935288"/>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chemeClr val="accent3"/>
                </a:solidFill>
                <a:effectLst/>
                <a:latin typeface="Open Sans" panose="020B0606030504020204" pitchFamily="34" charset="0"/>
              </a:rPr>
              <a:t>03</a:t>
            </a:r>
            <a:endParaRPr kumimoji="0" lang="ru-UA" altLang="ru-UA" sz="1800" b="0" i="0" u="none" strike="noStrike" cap="none" normalizeH="0" baseline="0">
              <a:ln>
                <a:noFill/>
              </a:ln>
              <a:solidFill>
                <a:schemeClr val="accent3"/>
              </a:solidFill>
              <a:effectLst/>
            </a:endParaRPr>
          </a:p>
        </p:txBody>
      </p:sp>
      <p:sp>
        <p:nvSpPr>
          <p:cNvPr id="30" name="Rectangle 29">
            <a:extLst>
              <a:ext uri="{FF2B5EF4-FFF2-40B4-BE49-F238E27FC236}">
                <a16:creationId xmlns:a16="http://schemas.microsoft.com/office/drawing/2014/main" id="{95611AED-F3B9-4707-B0F7-86D1DD58538C}"/>
              </a:ext>
            </a:extLst>
          </p:cNvPr>
          <p:cNvSpPr>
            <a:spLocks noChangeArrowheads="1"/>
          </p:cNvSpPr>
          <p:nvPr/>
        </p:nvSpPr>
        <p:spPr bwMode="auto">
          <a:xfrm>
            <a:off x="8972551" y="2935288"/>
            <a:ext cx="5706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900" b="1" i="0" u="none" strike="noStrike" cap="none" normalizeH="0" baseline="0">
                <a:ln>
                  <a:noFill/>
                </a:ln>
                <a:solidFill>
                  <a:schemeClr val="accent5"/>
                </a:solidFill>
                <a:effectLst/>
                <a:latin typeface="Open Sans" panose="020B0606030504020204" pitchFamily="34" charset="0"/>
              </a:rPr>
              <a:t>05</a:t>
            </a:r>
            <a:endParaRPr kumimoji="0" lang="ru-UA" altLang="ru-UA" sz="1800" b="0" i="0" u="none" strike="noStrike" cap="none" normalizeH="0" baseline="0">
              <a:ln>
                <a:noFill/>
              </a:ln>
              <a:solidFill>
                <a:schemeClr val="accent5"/>
              </a:solidFill>
              <a:effectLst/>
            </a:endParaRPr>
          </a:p>
        </p:txBody>
      </p:sp>
      <p:sp>
        <p:nvSpPr>
          <p:cNvPr id="91" name="Text_02">
            <a:extLst>
              <a:ext uri="{FF2B5EF4-FFF2-40B4-BE49-F238E27FC236}">
                <a16:creationId xmlns:a16="http://schemas.microsoft.com/office/drawing/2014/main" id="{2CF77440-942A-4D02-82DA-B9058DE2BDD7}"/>
              </a:ext>
            </a:extLst>
          </p:cNvPr>
          <p:cNvSpPr txBox="1"/>
          <p:nvPr/>
        </p:nvSpPr>
        <p:spPr>
          <a:xfrm>
            <a:off x="2446278" y="2119426"/>
            <a:ext cx="1054206" cy="646331"/>
          </a:xfrm>
          <a:prstGeom prst="rect">
            <a:avLst/>
          </a:prstGeom>
          <a:noFill/>
        </p:spPr>
        <p:txBody>
          <a:bodyPr wrap="square" rtlCol="0">
            <a:spAutoFit/>
          </a:bodyPr>
          <a:lstStyle/>
          <a:p>
            <a:pPr algn="ctr"/>
            <a:r>
              <a:rPr lang="en-US" sz="900" dirty="0"/>
              <a:t>Lorem ipsum dolor sit amet, consectetur </a:t>
            </a:r>
            <a:r>
              <a:rPr lang="en-US" sz="900"/>
              <a:t>adipiscing elit</a:t>
            </a:r>
            <a:endParaRPr lang="ru-RU" sz="900" dirty="0"/>
          </a:p>
        </p:txBody>
      </p:sp>
      <p:sp>
        <p:nvSpPr>
          <p:cNvPr id="92" name="Text_02">
            <a:extLst>
              <a:ext uri="{FF2B5EF4-FFF2-40B4-BE49-F238E27FC236}">
                <a16:creationId xmlns:a16="http://schemas.microsoft.com/office/drawing/2014/main" id="{1AB74214-8B20-44BC-BFCC-9387484C3D7E}"/>
              </a:ext>
            </a:extLst>
          </p:cNvPr>
          <p:cNvSpPr txBox="1"/>
          <p:nvPr/>
        </p:nvSpPr>
        <p:spPr>
          <a:xfrm>
            <a:off x="5577605" y="2119426"/>
            <a:ext cx="1054206" cy="646331"/>
          </a:xfrm>
          <a:prstGeom prst="rect">
            <a:avLst/>
          </a:prstGeom>
          <a:noFill/>
        </p:spPr>
        <p:txBody>
          <a:bodyPr wrap="square" rtlCol="0">
            <a:spAutoFit/>
          </a:bodyPr>
          <a:lstStyle/>
          <a:p>
            <a:pPr algn="ctr"/>
            <a:r>
              <a:rPr lang="en-US" sz="900" dirty="0"/>
              <a:t>Lorem ipsum dolor sit amet, consectetur </a:t>
            </a:r>
            <a:r>
              <a:rPr lang="en-US" sz="900"/>
              <a:t>adipiscing elit</a:t>
            </a:r>
            <a:endParaRPr lang="ru-RU" sz="900" dirty="0"/>
          </a:p>
        </p:txBody>
      </p:sp>
      <p:sp>
        <p:nvSpPr>
          <p:cNvPr id="93" name="Text_02">
            <a:extLst>
              <a:ext uri="{FF2B5EF4-FFF2-40B4-BE49-F238E27FC236}">
                <a16:creationId xmlns:a16="http://schemas.microsoft.com/office/drawing/2014/main" id="{31E4EEA4-0A1D-4EE1-96EE-66267C2E9FC6}"/>
              </a:ext>
            </a:extLst>
          </p:cNvPr>
          <p:cNvSpPr txBox="1"/>
          <p:nvPr/>
        </p:nvSpPr>
        <p:spPr>
          <a:xfrm>
            <a:off x="8728666" y="2119426"/>
            <a:ext cx="1054206" cy="646331"/>
          </a:xfrm>
          <a:prstGeom prst="rect">
            <a:avLst/>
          </a:prstGeom>
          <a:noFill/>
        </p:spPr>
        <p:txBody>
          <a:bodyPr wrap="square" rtlCol="0">
            <a:spAutoFit/>
          </a:bodyPr>
          <a:lstStyle/>
          <a:p>
            <a:pPr algn="ctr"/>
            <a:r>
              <a:rPr lang="en-US" sz="900" dirty="0"/>
              <a:t>Lorem ipsum dolor sit amet, consectetur </a:t>
            </a:r>
            <a:r>
              <a:rPr lang="en-US" sz="900"/>
              <a:t>adipiscing elit</a:t>
            </a:r>
            <a:endParaRPr lang="ru-RU" sz="900" dirty="0"/>
          </a:p>
        </p:txBody>
      </p:sp>
      <p:sp>
        <p:nvSpPr>
          <p:cNvPr id="94" name="Text_02">
            <a:extLst>
              <a:ext uri="{FF2B5EF4-FFF2-40B4-BE49-F238E27FC236}">
                <a16:creationId xmlns:a16="http://schemas.microsoft.com/office/drawing/2014/main" id="{CA5B9303-B5F6-4C21-9AA0-E5A0EA51EA78}"/>
              </a:ext>
            </a:extLst>
          </p:cNvPr>
          <p:cNvSpPr txBox="1"/>
          <p:nvPr/>
        </p:nvSpPr>
        <p:spPr>
          <a:xfrm>
            <a:off x="4004004" y="3957638"/>
            <a:ext cx="1054206" cy="646331"/>
          </a:xfrm>
          <a:prstGeom prst="rect">
            <a:avLst/>
          </a:prstGeom>
          <a:noFill/>
        </p:spPr>
        <p:txBody>
          <a:bodyPr wrap="square" rtlCol="0">
            <a:spAutoFit/>
          </a:bodyPr>
          <a:lstStyle/>
          <a:p>
            <a:pPr algn="ctr"/>
            <a:r>
              <a:rPr lang="en-US" sz="900" dirty="0"/>
              <a:t>Lorem ipsum dolor sit amet, consectetur </a:t>
            </a:r>
            <a:r>
              <a:rPr lang="en-US" sz="900"/>
              <a:t>adipiscing elit</a:t>
            </a:r>
            <a:endParaRPr lang="ru-RU" sz="900" dirty="0"/>
          </a:p>
        </p:txBody>
      </p:sp>
      <p:sp>
        <p:nvSpPr>
          <p:cNvPr id="95" name="Text_02">
            <a:extLst>
              <a:ext uri="{FF2B5EF4-FFF2-40B4-BE49-F238E27FC236}">
                <a16:creationId xmlns:a16="http://schemas.microsoft.com/office/drawing/2014/main" id="{B0B265FE-F8AD-454F-B0FB-FE8BB126121C}"/>
              </a:ext>
            </a:extLst>
          </p:cNvPr>
          <p:cNvSpPr txBox="1"/>
          <p:nvPr/>
        </p:nvSpPr>
        <p:spPr>
          <a:xfrm>
            <a:off x="7122173" y="3957638"/>
            <a:ext cx="1054206" cy="646331"/>
          </a:xfrm>
          <a:prstGeom prst="rect">
            <a:avLst/>
          </a:prstGeom>
          <a:noFill/>
        </p:spPr>
        <p:txBody>
          <a:bodyPr wrap="square" rtlCol="0">
            <a:spAutoFit/>
          </a:bodyPr>
          <a:lstStyle/>
          <a:p>
            <a:pPr algn="ctr"/>
            <a:r>
              <a:rPr lang="en-US" sz="900" dirty="0"/>
              <a:t>Lorem ipsum dolor sit amet, consectetur </a:t>
            </a:r>
            <a:r>
              <a:rPr lang="en-US" sz="900"/>
              <a:t>adipiscing elit</a:t>
            </a:r>
            <a:endParaRPr lang="ru-RU" sz="900" dirty="0"/>
          </a:p>
        </p:txBody>
      </p:sp>
    </p:spTree>
    <p:extLst>
      <p:ext uri="{BB962C8B-B14F-4D97-AF65-F5344CB8AC3E}">
        <p14:creationId xmlns:p14="http://schemas.microsoft.com/office/powerpoint/2010/main" val="90349786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left)">
                                          <p:cBhvr>
                                            <p:cTn id="7" dur="2000"/>
                                            <p:tgtEl>
                                              <p:spTgt spid="45"/>
                                            </p:tgtEl>
                                          </p:cBhvr>
                                        </p:animEffect>
                                      </p:childTnLst>
                                    </p:cTn>
                                  </p:par>
                                  <p:par>
                                    <p:cTn id="8" presetID="2" presetClass="entr" presetSubtype="1" fill="hold" nodeType="withEffect" p14:presetBounceEnd="67000">
                                      <p:stCondLst>
                                        <p:cond delay="0"/>
                                      </p:stCondLst>
                                      <p:childTnLst>
                                        <p:set>
                                          <p:cBhvr>
                                            <p:cTn id="9" dur="1" fill="hold">
                                              <p:stCondLst>
                                                <p:cond delay="0"/>
                                              </p:stCondLst>
                                            </p:cTn>
                                            <p:tgtEl>
                                              <p:spTgt spid="39"/>
                                            </p:tgtEl>
                                            <p:attrNameLst>
                                              <p:attrName>style.visibility</p:attrName>
                                            </p:attrNameLst>
                                          </p:cBhvr>
                                          <p:to>
                                            <p:strVal val="visible"/>
                                          </p:to>
                                        </p:set>
                                        <p:anim calcmode="lin" valueType="num" p14:bounceEnd="67000">
                                          <p:cBhvr additive="base">
                                            <p:cTn id="10" dur="1000" fill="hold"/>
                                            <p:tgtEl>
                                              <p:spTgt spid="39"/>
                                            </p:tgtEl>
                                            <p:attrNameLst>
                                              <p:attrName>ppt_x</p:attrName>
                                            </p:attrNameLst>
                                          </p:cBhvr>
                                          <p:tavLst>
                                            <p:tav tm="0">
                                              <p:val>
                                                <p:strVal val="#ppt_x"/>
                                              </p:val>
                                            </p:tav>
                                            <p:tav tm="100000">
                                              <p:val>
                                                <p:strVal val="#ppt_x"/>
                                              </p:val>
                                            </p:tav>
                                          </p:tavLst>
                                        </p:anim>
                                        <p:anim calcmode="lin" valueType="num" p14:bounceEnd="67000">
                                          <p:cBhvr additive="base">
                                            <p:cTn id="11" dur="1000" fill="hold"/>
                                            <p:tgtEl>
                                              <p:spTgt spid="39"/>
                                            </p:tgtEl>
                                            <p:attrNameLst>
                                              <p:attrName>ppt_y</p:attrName>
                                            </p:attrNameLst>
                                          </p:cBhvr>
                                          <p:tavLst>
                                            <p:tav tm="0">
                                              <p:val>
                                                <p:strVal val="0-#ppt_h/2"/>
                                              </p:val>
                                            </p:tav>
                                            <p:tav tm="100000">
                                              <p:val>
                                                <p:strVal val="#ppt_y"/>
                                              </p:val>
                                            </p:tav>
                                          </p:tavLst>
                                        </p:anim>
                                      </p:childTnLst>
                                    </p:cTn>
                                  </p:par>
                                  <p:par>
                                    <p:cTn id="12" presetID="2" presetClass="entr" presetSubtype="4" fill="hold" nodeType="withEffect" p14:presetBounceEnd="67000">
                                      <p:stCondLst>
                                        <p:cond delay="250"/>
                                      </p:stCondLst>
                                      <p:childTnLst>
                                        <p:set>
                                          <p:cBhvr>
                                            <p:cTn id="13" dur="1" fill="hold">
                                              <p:stCondLst>
                                                <p:cond delay="0"/>
                                              </p:stCondLst>
                                            </p:cTn>
                                            <p:tgtEl>
                                              <p:spTgt spid="78"/>
                                            </p:tgtEl>
                                            <p:attrNameLst>
                                              <p:attrName>style.visibility</p:attrName>
                                            </p:attrNameLst>
                                          </p:cBhvr>
                                          <p:to>
                                            <p:strVal val="visible"/>
                                          </p:to>
                                        </p:set>
                                        <p:anim calcmode="lin" valueType="num" p14:bounceEnd="67000">
                                          <p:cBhvr additive="base">
                                            <p:cTn id="14" dur="1000" fill="hold"/>
                                            <p:tgtEl>
                                              <p:spTgt spid="78"/>
                                            </p:tgtEl>
                                            <p:attrNameLst>
                                              <p:attrName>ppt_x</p:attrName>
                                            </p:attrNameLst>
                                          </p:cBhvr>
                                          <p:tavLst>
                                            <p:tav tm="0">
                                              <p:val>
                                                <p:strVal val="#ppt_x"/>
                                              </p:val>
                                            </p:tav>
                                            <p:tav tm="100000">
                                              <p:val>
                                                <p:strVal val="#ppt_x"/>
                                              </p:val>
                                            </p:tav>
                                          </p:tavLst>
                                        </p:anim>
                                        <p:anim calcmode="lin" valueType="num" p14:bounceEnd="67000">
                                          <p:cBhvr additive="base">
                                            <p:cTn id="15" dur="1000" fill="hold"/>
                                            <p:tgtEl>
                                              <p:spTgt spid="78"/>
                                            </p:tgtEl>
                                            <p:attrNameLst>
                                              <p:attrName>ppt_y</p:attrName>
                                            </p:attrNameLst>
                                          </p:cBhvr>
                                          <p:tavLst>
                                            <p:tav tm="0">
                                              <p:val>
                                                <p:strVal val="1+#ppt_h/2"/>
                                              </p:val>
                                            </p:tav>
                                            <p:tav tm="100000">
                                              <p:val>
                                                <p:strVal val="#ppt_y"/>
                                              </p:val>
                                            </p:tav>
                                          </p:tavLst>
                                        </p:anim>
                                      </p:childTnLst>
                                    </p:cTn>
                                  </p:par>
                                  <p:par>
                                    <p:cTn id="16" presetID="2" presetClass="entr" presetSubtype="1" fill="hold" nodeType="withEffect" p14:presetBounceEnd="67000">
                                      <p:stCondLst>
                                        <p:cond delay="750"/>
                                      </p:stCondLst>
                                      <p:childTnLst>
                                        <p:set>
                                          <p:cBhvr>
                                            <p:cTn id="17" dur="1" fill="hold">
                                              <p:stCondLst>
                                                <p:cond delay="0"/>
                                              </p:stCondLst>
                                            </p:cTn>
                                            <p:tgtEl>
                                              <p:spTgt spid="51"/>
                                            </p:tgtEl>
                                            <p:attrNameLst>
                                              <p:attrName>style.visibility</p:attrName>
                                            </p:attrNameLst>
                                          </p:cBhvr>
                                          <p:to>
                                            <p:strVal val="visible"/>
                                          </p:to>
                                        </p:set>
                                        <p:anim calcmode="lin" valueType="num" p14:bounceEnd="67000">
                                          <p:cBhvr additive="base">
                                            <p:cTn id="18" dur="1000" fill="hold"/>
                                            <p:tgtEl>
                                              <p:spTgt spid="51"/>
                                            </p:tgtEl>
                                            <p:attrNameLst>
                                              <p:attrName>ppt_x</p:attrName>
                                            </p:attrNameLst>
                                          </p:cBhvr>
                                          <p:tavLst>
                                            <p:tav tm="0">
                                              <p:val>
                                                <p:strVal val="#ppt_x"/>
                                              </p:val>
                                            </p:tav>
                                            <p:tav tm="100000">
                                              <p:val>
                                                <p:strVal val="#ppt_x"/>
                                              </p:val>
                                            </p:tav>
                                          </p:tavLst>
                                        </p:anim>
                                        <p:anim calcmode="lin" valueType="num" p14:bounceEnd="67000">
                                          <p:cBhvr additive="base">
                                            <p:cTn id="19" dur="1000" fill="hold"/>
                                            <p:tgtEl>
                                              <p:spTgt spid="51"/>
                                            </p:tgtEl>
                                            <p:attrNameLst>
                                              <p:attrName>ppt_y</p:attrName>
                                            </p:attrNameLst>
                                          </p:cBhvr>
                                          <p:tavLst>
                                            <p:tav tm="0">
                                              <p:val>
                                                <p:strVal val="0-#ppt_h/2"/>
                                              </p:val>
                                            </p:tav>
                                            <p:tav tm="100000">
                                              <p:val>
                                                <p:strVal val="#ppt_y"/>
                                              </p:val>
                                            </p:tav>
                                          </p:tavLst>
                                        </p:anim>
                                      </p:childTnLst>
                                    </p:cTn>
                                  </p:par>
                                  <p:par>
                                    <p:cTn id="20" presetID="2" presetClass="entr" presetSubtype="4" fill="hold" nodeType="withEffect" p14:presetBounceEnd="67000">
                                      <p:stCondLst>
                                        <p:cond delay="1250"/>
                                      </p:stCondLst>
                                      <p:childTnLst>
                                        <p:set>
                                          <p:cBhvr>
                                            <p:cTn id="21" dur="1" fill="hold">
                                              <p:stCondLst>
                                                <p:cond delay="0"/>
                                              </p:stCondLst>
                                            </p:cTn>
                                            <p:tgtEl>
                                              <p:spTgt spid="82"/>
                                            </p:tgtEl>
                                            <p:attrNameLst>
                                              <p:attrName>style.visibility</p:attrName>
                                            </p:attrNameLst>
                                          </p:cBhvr>
                                          <p:to>
                                            <p:strVal val="visible"/>
                                          </p:to>
                                        </p:set>
                                        <p:anim calcmode="lin" valueType="num" p14:bounceEnd="67000">
                                          <p:cBhvr additive="base">
                                            <p:cTn id="22" dur="1000" fill="hold"/>
                                            <p:tgtEl>
                                              <p:spTgt spid="82"/>
                                            </p:tgtEl>
                                            <p:attrNameLst>
                                              <p:attrName>ppt_x</p:attrName>
                                            </p:attrNameLst>
                                          </p:cBhvr>
                                          <p:tavLst>
                                            <p:tav tm="0">
                                              <p:val>
                                                <p:strVal val="#ppt_x"/>
                                              </p:val>
                                            </p:tav>
                                            <p:tav tm="100000">
                                              <p:val>
                                                <p:strVal val="#ppt_x"/>
                                              </p:val>
                                            </p:tav>
                                          </p:tavLst>
                                        </p:anim>
                                        <p:anim calcmode="lin" valueType="num" p14:bounceEnd="67000">
                                          <p:cBhvr additive="base">
                                            <p:cTn id="23" dur="1000" fill="hold"/>
                                            <p:tgtEl>
                                              <p:spTgt spid="82"/>
                                            </p:tgtEl>
                                            <p:attrNameLst>
                                              <p:attrName>ppt_y</p:attrName>
                                            </p:attrNameLst>
                                          </p:cBhvr>
                                          <p:tavLst>
                                            <p:tav tm="0">
                                              <p:val>
                                                <p:strVal val="1+#ppt_h/2"/>
                                              </p:val>
                                            </p:tav>
                                            <p:tav tm="100000">
                                              <p:val>
                                                <p:strVal val="#ppt_y"/>
                                              </p:val>
                                            </p:tav>
                                          </p:tavLst>
                                        </p:anim>
                                      </p:childTnLst>
                                    </p:cTn>
                                  </p:par>
                                  <p:par>
                                    <p:cTn id="24" presetID="2" presetClass="entr" presetSubtype="1" fill="hold" nodeType="withEffect" p14:presetBounceEnd="67000">
                                      <p:stCondLst>
                                        <p:cond delay="1750"/>
                                      </p:stCondLst>
                                      <p:childTnLst>
                                        <p:set>
                                          <p:cBhvr>
                                            <p:cTn id="25" dur="1" fill="hold">
                                              <p:stCondLst>
                                                <p:cond delay="0"/>
                                              </p:stCondLst>
                                            </p:cTn>
                                            <p:tgtEl>
                                              <p:spTgt spid="58"/>
                                            </p:tgtEl>
                                            <p:attrNameLst>
                                              <p:attrName>style.visibility</p:attrName>
                                            </p:attrNameLst>
                                          </p:cBhvr>
                                          <p:to>
                                            <p:strVal val="visible"/>
                                          </p:to>
                                        </p:set>
                                        <p:anim calcmode="lin" valueType="num" p14:bounceEnd="67000">
                                          <p:cBhvr additive="base">
                                            <p:cTn id="26" dur="1000" fill="hold"/>
                                            <p:tgtEl>
                                              <p:spTgt spid="58"/>
                                            </p:tgtEl>
                                            <p:attrNameLst>
                                              <p:attrName>ppt_x</p:attrName>
                                            </p:attrNameLst>
                                          </p:cBhvr>
                                          <p:tavLst>
                                            <p:tav tm="0">
                                              <p:val>
                                                <p:strVal val="#ppt_x"/>
                                              </p:val>
                                            </p:tav>
                                            <p:tav tm="100000">
                                              <p:val>
                                                <p:strVal val="#ppt_x"/>
                                              </p:val>
                                            </p:tav>
                                          </p:tavLst>
                                        </p:anim>
                                        <p:anim calcmode="lin" valueType="num" p14:bounceEnd="67000">
                                          <p:cBhvr additive="base">
                                            <p:cTn id="27" dur="1000" fill="hold"/>
                                            <p:tgtEl>
                                              <p:spTgt spid="58"/>
                                            </p:tgtEl>
                                            <p:attrNameLst>
                                              <p:attrName>ppt_y</p:attrName>
                                            </p:attrNameLst>
                                          </p:cBhvr>
                                          <p:tavLst>
                                            <p:tav tm="0">
                                              <p:val>
                                                <p:strVal val="0-#ppt_h/2"/>
                                              </p:val>
                                            </p:tav>
                                            <p:tav tm="100000">
                                              <p:val>
                                                <p:strVal val="#ppt_y"/>
                                              </p:val>
                                            </p:tav>
                                          </p:tavLst>
                                        </p:anim>
                                      </p:childTnLst>
                                    </p:cTn>
                                  </p:par>
                                  <p:par>
                                    <p:cTn id="28" presetID="22" presetClass="entr" presetSubtype="4" fill="hold" nodeType="withEffect">
                                      <p:stCondLst>
                                        <p:cond delay="250"/>
                                      </p:stCondLst>
                                      <p:childTnLst>
                                        <p:set>
                                          <p:cBhvr>
                                            <p:cTn id="29" dur="1" fill="hold">
                                              <p:stCondLst>
                                                <p:cond delay="0"/>
                                              </p:stCondLst>
                                            </p:cTn>
                                            <p:tgtEl>
                                              <p:spTgt spid="2"/>
                                            </p:tgtEl>
                                            <p:attrNameLst>
                                              <p:attrName>style.visibility</p:attrName>
                                            </p:attrNameLst>
                                          </p:cBhvr>
                                          <p:to>
                                            <p:strVal val="visible"/>
                                          </p:to>
                                        </p:set>
                                        <p:animEffect transition="in" filter="wipe(down)">
                                          <p:cBhvr>
                                            <p:cTn id="30" dur="750"/>
                                            <p:tgtEl>
                                              <p:spTgt spid="2"/>
                                            </p:tgtEl>
                                          </p:cBhvr>
                                        </p:animEffect>
                                      </p:childTnLst>
                                    </p:cTn>
                                  </p:par>
                                  <p:par>
                                    <p:cTn id="31" presetID="22" presetClass="entr" presetSubtype="1" fill="hold" nodeType="withEffect">
                                      <p:stCondLst>
                                        <p:cond delay="500"/>
                                      </p:stCondLst>
                                      <p:childTnLst>
                                        <p:set>
                                          <p:cBhvr>
                                            <p:cTn id="32" dur="1" fill="hold">
                                              <p:stCondLst>
                                                <p:cond delay="0"/>
                                              </p:stCondLst>
                                            </p:cTn>
                                            <p:tgtEl>
                                              <p:spTgt spid="3"/>
                                            </p:tgtEl>
                                            <p:attrNameLst>
                                              <p:attrName>style.visibility</p:attrName>
                                            </p:attrNameLst>
                                          </p:cBhvr>
                                          <p:to>
                                            <p:strVal val="visible"/>
                                          </p:to>
                                        </p:set>
                                        <p:animEffect transition="in" filter="wipe(up)">
                                          <p:cBhvr>
                                            <p:cTn id="33" dur="750"/>
                                            <p:tgtEl>
                                              <p:spTgt spid="3"/>
                                            </p:tgtEl>
                                          </p:cBhvr>
                                        </p:animEffect>
                                      </p:childTnLst>
                                    </p:cTn>
                                  </p:par>
                                  <p:par>
                                    <p:cTn id="34" presetID="22" presetClass="entr" presetSubtype="4" fill="hold" nodeType="withEffect">
                                      <p:stCondLst>
                                        <p:cond delay="750"/>
                                      </p:stCondLst>
                                      <p:childTnLst>
                                        <p:set>
                                          <p:cBhvr>
                                            <p:cTn id="35" dur="1" fill="hold">
                                              <p:stCondLst>
                                                <p:cond delay="0"/>
                                              </p:stCondLst>
                                            </p:cTn>
                                            <p:tgtEl>
                                              <p:spTgt spid="4"/>
                                            </p:tgtEl>
                                            <p:attrNameLst>
                                              <p:attrName>style.visibility</p:attrName>
                                            </p:attrNameLst>
                                          </p:cBhvr>
                                          <p:to>
                                            <p:strVal val="visible"/>
                                          </p:to>
                                        </p:set>
                                        <p:animEffect transition="in" filter="wipe(down)">
                                          <p:cBhvr>
                                            <p:cTn id="36" dur="750"/>
                                            <p:tgtEl>
                                              <p:spTgt spid="4"/>
                                            </p:tgtEl>
                                          </p:cBhvr>
                                        </p:animEffect>
                                      </p:childTnLst>
                                    </p:cTn>
                                  </p:par>
                                  <p:par>
                                    <p:cTn id="37" presetID="22" presetClass="entr" presetSubtype="1" fill="hold" nodeType="withEffect">
                                      <p:stCondLst>
                                        <p:cond delay="1000"/>
                                      </p:stCondLst>
                                      <p:childTnLst>
                                        <p:set>
                                          <p:cBhvr>
                                            <p:cTn id="38" dur="1" fill="hold">
                                              <p:stCondLst>
                                                <p:cond delay="0"/>
                                              </p:stCondLst>
                                            </p:cTn>
                                            <p:tgtEl>
                                              <p:spTgt spid="5"/>
                                            </p:tgtEl>
                                            <p:attrNameLst>
                                              <p:attrName>style.visibility</p:attrName>
                                            </p:attrNameLst>
                                          </p:cBhvr>
                                          <p:to>
                                            <p:strVal val="visible"/>
                                          </p:to>
                                        </p:set>
                                        <p:animEffect transition="in" filter="wipe(up)">
                                          <p:cBhvr>
                                            <p:cTn id="39" dur="750"/>
                                            <p:tgtEl>
                                              <p:spTgt spid="5"/>
                                            </p:tgtEl>
                                          </p:cBhvr>
                                        </p:animEffect>
                                      </p:childTnLst>
                                    </p:cTn>
                                  </p:par>
                                  <p:par>
                                    <p:cTn id="40" presetID="22" presetClass="entr" presetSubtype="4" fill="hold" nodeType="withEffect">
                                      <p:stCondLst>
                                        <p:cond delay="1500"/>
                                      </p:stCondLst>
                                      <p:childTnLst>
                                        <p:set>
                                          <p:cBhvr>
                                            <p:cTn id="41" dur="1" fill="hold">
                                              <p:stCondLst>
                                                <p:cond delay="0"/>
                                              </p:stCondLst>
                                            </p:cTn>
                                            <p:tgtEl>
                                              <p:spTgt spid="14"/>
                                            </p:tgtEl>
                                            <p:attrNameLst>
                                              <p:attrName>style.visibility</p:attrName>
                                            </p:attrNameLst>
                                          </p:cBhvr>
                                          <p:to>
                                            <p:strVal val="visible"/>
                                          </p:to>
                                        </p:set>
                                        <p:animEffect transition="in" filter="wipe(down)">
                                          <p:cBhvr>
                                            <p:cTn id="42" dur="750"/>
                                            <p:tgtEl>
                                              <p:spTgt spid="14"/>
                                            </p:tgtEl>
                                          </p:cBhvr>
                                        </p:animEffect>
                                      </p:childTnLst>
                                    </p:cTn>
                                  </p:par>
                                  <p:par>
                                    <p:cTn id="43" presetID="53" presetClass="entr" presetSubtype="16" fill="hold" grpId="0" nodeType="withEffect">
                                      <p:stCondLst>
                                        <p:cond delay="500"/>
                                      </p:stCondLst>
                                      <p:childTnLst>
                                        <p:set>
                                          <p:cBhvr>
                                            <p:cTn id="44" dur="1" fill="hold">
                                              <p:stCondLst>
                                                <p:cond delay="0"/>
                                              </p:stCondLst>
                                            </p:cTn>
                                            <p:tgtEl>
                                              <p:spTgt spid="26"/>
                                            </p:tgtEl>
                                            <p:attrNameLst>
                                              <p:attrName>style.visibility</p:attrName>
                                            </p:attrNameLst>
                                          </p:cBhvr>
                                          <p:to>
                                            <p:strVal val="visible"/>
                                          </p:to>
                                        </p:set>
                                        <p:anim calcmode="lin" valueType="num">
                                          <p:cBhvr>
                                            <p:cTn id="45" dur="750" fill="hold"/>
                                            <p:tgtEl>
                                              <p:spTgt spid="26"/>
                                            </p:tgtEl>
                                            <p:attrNameLst>
                                              <p:attrName>ppt_w</p:attrName>
                                            </p:attrNameLst>
                                          </p:cBhvr>
                                          <p:tavLst>
                                            <p:tav tm="0">
                                              <p:val>
                                                <p:fltVal val="0"/>
                                              </p:val>
                                            </p:tav>
                                            <p:tav tm="100000">
                                              <p:val>
                                                <p:strVal val="#ppt_w"/>
                                              </p:val>
                                            </p:tav>
                                          </p:tavLst>
                                        </p:anim>
                                        <p:anim calcmode="lin" valueType="num">
                                          <p:cBhvr>
                                            <p:cTn id="46" dur="750" fill="hold"/>
                                            <p:tgtEl>
                                              <p:spTgt spid="26"/>
                                            </p:tgtEl>
                                            <p:attrNameLst>
                                              <p:attrName>ppt_h</p:attrName>
                                            </p:attrNameLst>
                                          </p:cBhvr>
                                          <p:tavLst>
                                            <p:tav tm="0">
                                              <p:val>
                                                <p:fltVal val="0"/>
                                              </p:val>
                                            </p:tav>
                                            <p:tav tm="100000">
                                              <p:val>
                                                <p:strVal val="#ppt_h"/>
                                              </p:val>
                                            </p:tav>
                                          </p:tavLst>
                                        </p:anim>
                                        <p:animEffect transition="in" filter="fade">
                                          <p:cBhvr>
                                            <p:cTn id="47" dur="750"/>
                                            <p:tgtEl>
                                              <p:spTgt spid="26"/>
                                            </p:tgtEl>
                                          </p:cBhvr>
                                        </p:animEffect>
                                      </p:childTnLst>
                                    </p:cTn>
                                  </p:par>
                                  <p:par>
                                    <p:cTn id="48" presetID="53" presetClass="entr" presetSubtype="16" fill="hold" grpId="0" nodeType="withEffect">
                                      <p:stCondLst>
                                        <p:cond delay="500"/>
                                      </p:stCondLst>
                                      <p:childTnLst>
                                        <p:set>
                                          <p:cBhvr>
                                            <p:cTn id="49" dur="1" fill="hold">
                                              <p:stCondLst>
                                                <p:cond delay="0"/>
                                              </p:stCondLst>
                                            </p:cTn>
                                            <p:tgtEl>
                                              <p:spTgt spid="91"/>
                                            </p:tgtEl>
                                            <p:attrNameLst>
                                              <p:attrName>style.visibility</p:attrName>
                                            </p:attrNameLst>
                                          </p:cBhvr>
                                          <p:to>
                                            <p:strVal val="visible"/>
                                          </p:to>
                                        </p:set>
                                        <p:anim calcmode="lin" valueType="num">
                                          <p:cBhvr>
                                            <p:cTn id="50" dur="750" fill="hold"/>
                                            <p:tgtEl>
                                              <p:spTgt spid="91"/>
                                            </p:tgtEl>
                                            <p:attrNameLst>
                                              <p:attrName>ppt_w</p:attrName>
                                            </p:attrNameLst>
                                          </p:cBhvr>
                                          <p:tavLst>
                                            <p:tav tm="0">
                                              <p:val>
                                                <p:fltVal val="0"/>
                                              </p:val>
                                            </p:tav>
                                            <p:tav tm="100000">
                                              <p:val>
                                                <p:strVal val="#ppt_w"/>
                                              </p:val>
                                            </p:tav>
                                          </p:tavLst>
                                        </p:anim>
                                        <p:anim calcmode="lin" valueType="num">
                                          <p:cBhvr>
                                            <p:cTn id="51" dur="750" fill="hold"/>
                                            <p:tgtEl>
                                              <p:spTgt spid="91"/>
                                            </p:tgtEl>
                                            <p:attrNameLst>
                                              <p:attrName>ppt_h</p:attrName>
                                            </p:attrNameLst>
                                          </p:cBhvr>
                                          <p:tavLst>
                                            <p:tav tm="0">
                                              <p:val>
                                                <p:fltVal val="0"/>
                                              </p:val>
                                            </p:tav>
                                            <p:tav tm="100000">
                                              <p:val>
                                                <p:strVal val="#ppt_h"/>
                                              </p:val>
                                            </p:tav>
                                          </p:tavLst>
                                        </p:anim>
                                        <p:animEffect transition="in" filter="fade">
                                          <p:cBhvr>
                                            <p:cTn id="52" dur="750"/>
                                            <p:tgtEl>
                                              <p:spTgt spid="91"/>
                                            </p:tgtEl>
                                          </p:cBhvr>
                                        </p:animEffect>
                                      </p:childTnLst>
                                    </p:cTn>
                                  </p:par>
                                  <p:par>
                                    <p:cTn id="53" presetID="53" presetClass="entr" presetSubtype="16" fill="hold" grpId="0" nodeType="withEffect">
                                      <p:stCondLst>
                                        <p:cond delay="500"/>
                                      </p:stCondLst>
                                      <p:childTnLst>
                                        <p:set>
                                          <p:cBhvr>
                                            <p:cTn id="54" dur="1" fill="hold">
                                              <p:stCondLst>
                                                <p:cond delay="0"/>
                                              </p:stCondLst>
                                            </p:cTn>
                                            <p:tgtEl>
                                              <p:spTgt spid="31"/>
                                            </p:tgtEl>
                                            <p:attrNameLst>
                                              <p:attrName>style.visibility</p:attrName>
                                            </p:attrNameLst>
                                          </p:cBhvr>
                                          <p:to>
                                            <p:strVal val="visible"/>
                                          </p:to>
                                        </p:set>
                                        <p:anim calcmode="lin" valueType="num">
                                          <p:cBhvr>
                                            <p:cTn id="55" dur="750" fill="hold"/>
                                            <p:tgtEl>
                                              <p:spTgt spid="31"/>
                                            </p:tgtEl>
                                            <p:attrNameLst>
                                              <p:attrName>ppt_w</p:attrName>
                                            </p:attrNameLst>
                                          </p:cBhvr>
                                          <p:tavLst>
                                            <p:tav tm="0">
                                              <p:val>
                                                <p:fltVal val="0"/>
                                              </p:val>
                                            </p:tav>
                                            <p:tav tm="100000">
                                              <p:val>
                                                <p:strVal val="#ppt_w"/>
                                              </p:val>
                                            </p:tav>
                                          </p:tavLst>
                                        </p:anim>
                                        <p:anim calcmode="lin" valueType="num">
                                          <p:cBhvr>
                                            <p:cTn id="56" dur="750" fill="hold"/>
                                            <p:tgtEl>
                                              <p:spTgt spid="31"/>
                                            </p:tgtEl>
                                            <p:attrNameLst>
                                              <p:attrName>ppt_h</p:attrName>
                                            </p:attrNameLst>
                                          </p:cBhvr>
                                          <p:tavLst>
                                            <p:tav tm="0">
                                              <p:val>
                                                <p:fltVal val="0"/>
                                              </p:val>
                                            </p:tav>
                                            <p:tav tm="100000">
                                              <p:val>
                                                <p:strVal val="#ppt_h"/>
                                              </p:val>
                                            </p:tav>
                                          </p:tavLst>
                                        </p:anim>
                                        <p:animEffect transition="in" filter="fade">
                                          <p:cBhvr>
                                            <p:cTn id="57" dur="750"/>
                                            <p:tgtEl>
                                              <p:spTgt spid="31"/>
                                            </p:tgtEl>
                                          </p:cBhvr>
                                        </p:animEffect>
                                      </p:childTnLst>
                                    </p:cTn>
                                  </p:par>
                                  <p:par>
                                    <p:cTn id="58" presetID="53" presetClass="entr" presetSubtype="16" fill="hold" grpId="0" nodeType="withEffect">
                                      <p:stCondLst>
                                        <p:cond delay="750"/>
                                      </p:stCondLst>
                                      <p:childTnLst>
                                        <p:set>
                                          <p:cBhvr>
                                            <p:cTn id="59" dur="1" fill="hold">
                                              <p:stCondLst>
                                                <p:cond delay="0"/>
                                              </p:stCondLst>
                                            </p:cTn>
                                            <p:tgtEl>
                                              <p:spTgt spid="27"/>
                                            </p:tgtEl>
                                            <p:attrNameLst>
                                              <p:attrName>style.visibility</p:attrName>
                                            </p:attrNameLst>
                                          </p:cBhvr>
                                          <p:to>
                                            <p:strVal val="visible"/>
                                          </p:to>
                                        </p:set>
                                        <p:anim calcmode="lin" valueType="num">
                                          <p:cBhvr>
                                            <p:cTn id="60" dur="750" fill="hold"/>
                                            <p:tgtEl>
                                              <p:spTgt spid="27"/>
                                            </p:tgtEl>
                                            <p:attrNameLst>
                                              <p:attrName>ppt_w</p:attrName>
                                            </p:attrNameLst>
                                          </p:cBhvr>
                                          <p:tavLst>
                                            <p:tav tm="0">
                                              <p:val>
                                                <p:fltVal val="0"/>
                                              </p:val>
                                            </p:tav>
                                            <p:tav tm="100000">
                                              <p:val>
                                                <p:strVal val="#ppt_w"/>
                                              </p:val>
                                            </p:tav>
                                          </p:tavLst>
                                        </p:anim>
                                        <p:anim calcmode="lin" valueType="num">
                                          <p:cBhvr>
                                            <p:cTn id="61" dur="750" fill="hold"/>
                                            <p:tgtEl>
                                              <p:spTgt spid="27"/>
                                            </p:tgtEl>
                                            <p:attrNameLst>
                                              <p:attrName>ppt_h</p:attrName>
                                            </p:attrNameLst>
                                          </p:cBhvr>
                                          <p:tavLst>
                                            <p:tav tm="0">
                                              <p:val>
                                                <p:fltVal val="0"/>
                                              </p:val>
                                            </p:tav>
                                            <p:tav tm="100000">
                                              <p:val>
                                                <p:strVal val="#ppt_h"/>
                                              </p:val>
                                            </p:tav>
                                          </p:tavLst>
                                        </p:anim>
                                        <p:animEffect transition="in" filter="fade">
                                          <p:cBhvr>
                                            <p:cTn id="62" dur="750"/>
                                            <p:tgtEl>
                                              <p:spTgt spid="27"/>
                                            </p:tgtEl>
                                          </p:cBhvr>
                                        </p:animEffect>
                                      </p:childTnLst>
                                    </p:cTn>
                                  </p:par>
                                  <p:par>
                                    <p:cTn id="63" presetID="53" presetClass="entr" presetSubtype="16" fill="hold" grpId="0" nodeType="withEffect">
                                      <p:stCondLst>
                                        <p:cond delay="750"/>
                                      </p:stCondLst>
                                      <p:childTnLst>
                                        <p:set>
                                          <p:cBhvr>
                                            <p:cTn id="64" dur="1" fill="hold">
                                              <p:stCondLst>
                                                <p:cond delay="0"/>
                                              </p:stCondLst>
                                            </p:cTn>
                                            <p:tgtEl>
                                              <p:spTgt spid="94"/>
                                            </p:tgtEl>
                                            <p:attrNameLst>
                                              <p:attrName>style.visibility</p:attrName>
                                            </p:attrNameLst>
                                          </p:cBhvr>
                                          <p:to>
                                            <p:strVal val="visible"/>
                                          </p:to>
                                        </p:set>
                                        <p:anim calcmode="lin" valueType="num">
                                          <p:cBhvr>
                                            <p:cTn id="65" dur="750" fill="hold"/>
                                            <p:tgtEl>
                                              <p:spTgt spid="94"/>
                                            </p:tgtEl>
                                            <p:attrNameLst>
                                              <p:attrName>ppt_w</p:attrName>
                                            </p:attrNameLst>
                                          </p:cBhvr>
                                          <p:tavLst>
                                            <p:tav tm="0">
                                              <p:val>
                                                <p:fltVal val="0"/>
                                              </p:val>
                                            </p:tav>
                                            <p:tav tm="100000">
                                              <p:val>
                                                <p:strVal val="#ppt_w"/>
                                              </p:val>
                                            </p:tav>
                                          </p:tavLst>
                                        </p:anim>
                                        <p:anim calcmode="lin" valueType="num">
                                          <p:cBhvr>
                                            <p:cTn id="66" dur="750" fill="hold"/>
                                            <p:tgtEl>
                                              <p:spTgt spid="94"/>
                                            </p:tgtEl>
                                            <p:attrNameLst>
                                              <p:attrName>ppt_h</p:attrName>
                                            </p:attrNameLst>
                                          </p:cBhvr>
                                          <p:tavLst>
                                            <p:tav tm="0">
                                              <p:val>
                                                <p:fltVal val="0"/>
                                              </p:val>
                                            </p:tav>
                                            <p:tav tm="100000">
                                              <p:val>
                                                <p:strVal val="#ppt_h"/>
                                              </p:val>
                                            </p:tav>
                                          </p:tavLst>
                                        </p:anim>
                                        <p:animEffect transition="in" filter="fade">
                                          <p:cBhvr>
                                            <p:cTn id="67" dur="750"/>
                                            <p:tgtEl>
                                              <p:spTgt spid="94"/>
                                            </p:tgtEl>
                                          </p:cBhvr>
                                        </p:animEffect>
                                      </p:childTnLst>
                                    </p:cTn>
                                  </p:par>
                                  <p:par>
                                    <p:cTn id="68" presetID="53" presetClass="entr" presetSubtype="16" fill="hold" grpId="0" nodeType="withEffect">
                                      <p:stCondLst>
                                        <p:cond delay="750"/>
                                      </p:stCondLst>
                                      <p:childTnLst>
                                        <p:set>
                                          <p:cBhvr>
                                            <p:cTn id="69" dur="1" fill="hold">
                                              <p:stCondLst>
                                                <p:cond delay="0"/>
                                              </p:stCondLst>
                                            </p:cTn>
                                            <p:tgtEl>
                                              <p:spTgt spid="34"/>
                                            </p:tgtEl>
                                            <p:attrNameLst>
                                              <p:attrName>style.visibility</p:attrName>
                                            </p:attrNameLst>
                                          </p:cBhvr>
                                          <p:to>
                                            <p:strVal val="visible"/>
                                          </p:to>
                                        </p:set>
                                        <p:anim calcmode="lin" valueType="num">
                                          <p:cBhvr>
                                            <p:cTn id="70" dur="750" fill="hold"/>
                                            <p:tgtEl>
                                              <p:spTgt spid="34"/>
                                            </p:tgtEl>
                                            <p:attrNameLst>
                                              <p:attrName>ppt_w</p:attrName>
                                            </p:attrNameLst>
                                          </p:cBhvr>
                                          <p:tavLst>
                                            <p:tav tm="0">
                                              <p:val>
                                                <p:fltVal val="0"/>
                                              </p:val>
                                            </p:tav>
                                            <p:tav tm="100000">
                                              <p:val>
                                                <p:strVal val="#ppt_w"/>
                                              </p:val>
                                            </p:tav>
                                          </p:tavLst>
                                        </p:anim>
                                        <p:anim calcmode="lin" valueType="num">
                                          <p:cBhvr>
                                            <p:cTn id="71" dur="750" fill="hold"/>
                                            <p:tgtEl>
                                              <p:spTgt spid="34"/>
                                            </p:tgtEl>
                                            <p:attrNameLst>
                                              <p:attrName>ppt_h</p:attrName>
                                            </p:attrNameLst>
                                          </p:cBhvr>
                                          <p:tavLst>
                                            <p:tav tm="0">
                                              <p:val>
                                                <p:fltVal val="0"/>
                                              </p:val>
                                            </p:tav>
                                            <p:tav tm="100000">
                                              <p:val>
                                                <p:strVal val="#ppt_h"/>
                                              </p:val>
                                            </p:tav>
                                          </p:tavLst>
                                        </p:anim>
                                        <p:animEffect transition="in" filter="fade">
                                          <p:cBhvr>
                                            <p:cTn id="72" dur="750"/>
                                            <p:tgtEl>
                                              <p:spTgt spid="34"/>
                                            </p:tgtEl>
                                          </p:cBhvr>
                                        </p:animEffect>
                                      </p:childTnLst>
                                    </p:cTn>
                                  </p:par>
                                  <p:par>
                                    <p:cTn id="73" presetID="53" presetClass="entr" presetSubtype="16" fill="hold" grpId="0" nodeType="withEffect">
                                      <p:stCondLst>
                                        <p:cond delay="1000"/>
                                      </p:stCondLst>
                                      <p:childTnLst>
                                        <p:set>
                                          <p:cBhvr>
                                            <p:cTn id="74" dur="1" fill="hold">
                                              <p:stCondLst>
                                                <p:cond delay="0"/>
                                              </p:stCondLst>
                                            </p:cTn>
                                            <p:tgtEl>
                                              <p:spTgt spid="33"/>
                                            </p:tgtEl>
                                            <p:attrNameLst>
                                              <p:attrName>style.visibility</p:attrName>
                                            </p:attrNameLst>
                                          </p:cBhvr>
                                          <p:to>
                                            <p:strVal val="visible"/>
                                          </p:to>
                                        </p:set>
                                        <p:anim calcmode="lin" valueType="num">
                                          <p:cBhvr>
                                            <p:cTn id="75" dur="750" fill="hold"/>
                                            <p:tgtEl>
                                              <p:spTgt spid="33"/>
                                            </p:tgtEl>
                                            <p:attrNameLst>
                                              <p:attrName>ppt_w</p:attrName>
                                            </p:attrNameLst>
                                          </p:cBhvr>
                                          <p:tavLst>
                                            <p:tav tm="0">
                                              <p:val>
                                                <p:fltVal val="0"/>
                                              </p:val>
                                            </p:tav>
                                            <p:tav tm="100000">
                                              <p:val>
                                                <p:strVal val="#ppt_w"/>
                                              </p:val>
                                            </p:tav>
                                          </p:tavLst>
                                        </p:anim>
                                        <p:anim calcmode="lin" valueType="num">
                                          <p:cBhvr>
                                            <p:cTn id="76" dur="750" fill="hold"/>
                                            <p:tgtEl>
                                              <p:spTgt spid="33"/>
                                            </p:tgtEl>
                                            <p:attrNameLst>
                                              <p:attrName>ppt_h</p:attrName>
                                            </p:attrNameLst>
                                          </p:cBhvr>
                                          <p:tavLst>
                                            <p:tav tm="0">
                                              <p:val>
                                                <p:fltVal val="0"/>
                                              </p:val>
                                            </p:tav>
                                            <p:tav tm="100000">
                                              <p:val>
                                                <p:strVal val="#ppt_h"/>
                                              </p:val>
                                            </p:tav>
                                          </p:tavLst>
                                        </p:anim>
                                        <p:animEffect transition="in" filter="fade">
                                          <p:cBhvr>
                                            <p:cTn id="77" dur="750"/>
                                            <p:tgtEl>
                                              <p:spTgt spid="33"/>
                                            </p:tgtEl>
                                          </p:cBhvr>
                                        </p:animEffect>
                                      </p:childTnLst>
                                    </p:cTn>
                                  </p:par>
                                  <p:par>
                                    <p:cTn id="78" presetID="53" presetClass="entr" presetSubtype="16" fill="hold" grpId="0" nodeType="withEffect">
                                      <p:stCondLst>
                                        <p:cond delay="1000"/>
                                      </p:stCondLst>
                                      <p:childTnLst>
                                        <p:set>
                                          <p:cBhvr>
                                            <p:cTn id="79" dur="1" fill="hold">
                                              <p:stCondLst>
                                                <p:cond delay="0"/>
                                              </p:stCondLst>
                                            </p:cTn>
                                            <p:tgtEl>
                                              <p:spTgt spid="92"/>
                                            </p:tgtEl>
                                            <p:attrNameLst>
                                              <p:attrName>style.visibility</p:attrName>
                                            </p:attrNameLst>
                                          </p:cBhvr>
                                          <p:to>
                                            <p:strVal val="visible"/>
                                          </p:to>
                                        </p:set>
                                        <p:anim calcmode="lin" valueType="num">
                                          <p:cBhvr>
                                            <p:cTn id="80" dur="750" fill="hold"/>
                                            <p:tgtEl>
                                              <p:spTgt spid="92"/>
                                            </p:tgtEl>
                                            <p:attrNameLst>
                                              <p:attrName>ppt_w</p:attrName>
                                            </p:attrNameLst>
                                          </p:cBhvr>
                                          <p:tavLst>
                                            <p:tav tm="0">
                                              <p:val>
                                                <p:fltVal val="0"/>
                                              </p:val>
                                            </p:tav>
                                            <p:tav tm="100000">
                                              <p:val>
                                                <p:strVal val="#ppt_w"/>
                                              </p:val>
                                            </p:tav>
                                          </p:tavLst>
                                        </p:anim>
                                        <p:anim calcmode="lin" valueType="num">
                                          <p:cBhvr>
                                            <p:cTn id="81" dur="750" fill="hold"/>
                                            <p:tgtEl>
                                              <p:spTgt spid="92"/>
                                            </p:tgtEl>
                                            <p:attrNameLst>
                                              <p:attrName>ppt_h</p:attrName>
                                            </p:attrNameLst>
                                          </p:cBhvr>
                                          <p:tavLst>
                                            <p:tav tm="0">
                                              <p:val>
                                                <p:fltVal val="0"/>
                                              </p:val>
                                            </p:tav>
                                            <p:tav tm="100000">
                                              <p:val>
                                                <p:strVal val="#ppt_h"/>
                                              </p:val>
                                            </p:tav>
                                          </p:tavLst>
                                        </p:anim>
                                        <p:animEffect transition="in" filter="fade">
                                          <p:cBhvr>
                                            <p:cTn id="82" dur="750"/>
                                            <p:tgtEl>
                                              <p:spTgt spid="92"/>
                                            </p:tgtEl>
                                          </p:cBhvr>
                                        </p:animEffect>
                                      </p:childTnLst>
                                    </p:cTn>
                                  </p:par>
                                  <p:par>
                                    <p:cTn id="83" presetID="53" presetClass="entr" presetSubtype="16" fill="hold" grpId="0" nodeType="withEffect">
                                      <p:stCondLst>
                                        <p:cond delay="1000"/>
                                      </p:stCondLst>
                                      <p:childTnLst>
                                        <p:set>
                                          <p:cBhvr>
                                            <p:cTn id="84" dur="1" fill="hold">
                                              <p:stCondLst>
                                                <p:cond delay="0"/>
                                              </p:stCondLst>
                                            </p:cTn>
                                            <p:tgtEl>
                                              <p:spTgt spid="29"/>
                                            </p:tgtEl>
                                            <p:attrNameLst>
                                              <p:attrName>style.visibility</p:attrName>
                                            </p:attrNameLst>
                                          </p:cBhvr>
                                          <p:to>
                                            <p:strVal val="visible"/>
                                          </p:to>
                                        </p:set>
                                        <p:anim calcmode="lin" valueType="num">
                                          <p:cBhvr>
                                            <p:cTn id="85" dur="750" fill="hold"/>
                                            <p:tgtEl>
                                              <p:spTgt spid="29"/>
                                            </p:tgtEl>
                                            <p:attrNameLst>
                                              <p:attrName>ppt_w</p:attrName>
                                            </p:attrNameLst>
                                          </p:cBhvr>
                                          <p:tavLst>
                                            <p:tav tm="0">
                                              <p:val>
                                                <p:fltVal val="0"/>
                                              </p:val>
                                            </p:tav>
                                            <p:tav tm="100000">
                                              <p:val>
                                                <p:strVal val="#ppt_w"/>
                                              </p:val>
                                            </p:tav>
                                          </p:tavLst>
                                        </p:anim>
                                        <p:anim calcmode="lin" valueType="num">
                                          <p:cBhvr>
                                            <p:cTn id="86" dur="750" fill="hold"/>
                                            <p:tgtEl>
                                              <p:spTgt spid="29"/>
                                            </p:tgtEl>
                                            <p:attrNameLst>
                                              <p:attrName>ppt_h</p:attrName>
                                            </p:attrNameLst>
                                          </p:cBhvr>
                                          <p:tavLst>
                                            <p:tav tm="0">
                                              <p:val>
                                                <p:fltVal val="0"/>
                                              </p:val>
                                            </p:tav>
                                            <p:tav tm="100000">
                                              <p:val>
                                                <p:strVal val="#ppt_h"/>
                                              </p:val>
                                            </p:tav>
                                          </p:tavLst>
                                        </p:anim>
                                        <p:animEffect transition="in" filter="fade">
                                          <p:cBhvr>
                                            <p:cTn id="87" dur="750"/>
                                            <p:tgtEl>
                                              <p:spTgt spid="29"/>
                                            </p:tgtEl>
                                          </p:cBhvr>
                                        </p:animEffect>
                                      </p:childTnLst>
                                    </p:cTn>
                                  </p:par>
                                  <p:par>
                                    <p:cTn id="88" presetID="53" presetClass="entr" presetSubtype="16" fill="hold" grpId="0" nodeType="withEffect">
                                      <p:stCondLst>
                                        <p:cond delay="1250"/>
                                      </p:stCondLst>
                                      <p:childTnLst>
                                        <p:set>
                                          <p:cBhvr>
                                            <p:cTn id="89" dur="1" fill="hold">
                                              <p:stCondLst>
                                                <p:cond delay="0"/>
                                              </p:stCondLst>
                                            </p:cTn>
                                            <p:tgtEl>
                                              <p:spTgt spid="28"/>
                                            </p:tgtEl>
                                            <p:attrNameLst>
                                              <p:attrName>style.visibility</p:attrName>
                                            </p:attrNameLst>
                                          </p:cBhvr>
                                          <p:to>
                                            <p:strVal val="visible"/>
                                          </p:to>
                                        </p:set>
                                        <p:anim calcmode="lin" valueType="num">
                                          <p:cBhvr>
                                            <p:cTn id="90" dur="750" fill="hold"/>
                                            <p:tgtEl>
                                              <p:spTgt spid="28"/>
                                            </p:tgtEl>
                                            <p:attrNameLst>
                                              <p:attrName>ppt_w</p:attrName>
                                            </p:attrNameLst>
                                          </p:cBhvr>
                                          <p:tavLst>
                                            <p:tav tm="0">
                                              <p:val>
                                                <p:fltVal val="0"/>
                                              </p:val>
                                            </p:tav>
                                            <p:tav tm="100000">
                                              <p:val>
                                                <p:strVal val="#ppt_w"/>
                                              </p:val>
                                            </p:tav>
                                          </p:tavLst>
                                        </p:anim>
                                        <p:anim calcmode="lin" valueType="num">
                                          <p:cBhvr>
                                            <p:cTn id="91" dur="750" fill="hold"/>
                                            <p:tgtEl>
                                              <p:spTgt spid="28"/>
                                            </p:tgtEl>
                                            <p:attrNameLst>
                                              <p:attrName>ppt_h</p:attrName>
                                            </p:attrNameLst>
                                          </p:cBhvr>
                                          <p:tavLst>
                                            <p:tav tm="0">
                                              <p:val>
                                                <p:fltVal val="0"/>
                                              </p:val>
                                            </p:tav>
                                            <p:tav tm="100000">
                                              <p:val>
                                                <p:strVal val="#ppt_h"/>
                                              </p:val>
                                            </p:tav>
                                          </p:tavLst>
                                        </p:anim>
                                        <p:animEffect transition="in" filter="fade">
                                          <p:cBhvr>
                                            <p:cTn id="92" dur="750"/>
                                            <p:tgtEl>
                                              <p:spTgt spid="28"/>
                                            </p:tgtEl>
                                          </p:cBhvr>
                                        </p:animEffect>
                                      </p:childTnLst>
                                    </p:cTn>
                                  </p:par>
                                  <p:par>
                                    <p:cTn id="93" presetID="53" presetClass="entr" presetSubtype="16" fill="hold" grpId="0" nodeType="withEffect">
                                      <p:stCondLst>
                                        <p:cond delay="1250"/>
                                      </p:stCondLst>
                                      <p:childTnLst>
                                        <p:set>
                                          <p:cBhvr>
                                            <p:cTn id="94" dur="1" fill="hold">
                                              <p:stCondLst>
                                                <p:cond delay="0"/>
                                              </p:stCondLst>
                                            </p:cTn>
                                            <p:tgtEl>
                                              <p:spTgt spid="95"/>
                                            </p:tgtEl>
                                            <p:attrNameLst>
                                              <p:attrName>style.visibility</p:attrName>
                                            </p:attrNameLst>
                                          </p:cBhvr>
                                          <p:to>
                                            <p:strVal val="visible"/>
                                          </p:to>
                                        </p:set>
                                        <p:anim calcmode="lin" valueType="num">
                                          <p:cBhvr>
                                            <p:cTn id="95" dur="750" fill="hold"/>
                                            <p:tgtEl>
                                              <p:spTgt spid="95"/>
                                            </p:tgtEl>
                                            <p:attrNameLst>
                                              <p:attrName>ppt_w</p:attrName>
                                            </p:attrNameLst>
                                          </p:cBhvr>
                                          <p:tavLst>
                                            <p:tav tm="0">
                                              <p:val>
                                                <p:fltVal val="0"/>
                                              </p:val>
                                            </p:tav>
                                            <p:tav tm="100000">
                                              <p:val>
                                                <p:strVal val="#ppt_w"/>
                                              </p:val>
                                            </p:tav>
                                          </p:tavLst>
                                        </p:anim>
                                        <p:anim calcmode="lin" valueType="num">
                                          <p:cBhvr>
                                            <p:cTn id="96" dur="750" fill="hold"/>
                                            <p:tgtEl>
                                              <p:spTgt spid="95"/>
                                            </p:tgtEl>
                                            <p:attrNameLst>
                                              <p:attrName>ppt_h</p:attrName>
                                            </p:attrNameLst>
                                          </p:cBhvr>
                                          <p:tavLst>
                                            <p:tav tm="0">
                                              <p:val>
                                                <p:fltVal val="0"/>
                                              </p:val>
                                            </p:tav>
                                            <p:tav tm="100000">
                                              <p:val>
                                                <p:strVal val="#ppt_h"/>
                                              </p:val>
                                            </p:tav>
                                          </p:tavLst>
                                        </p:anim>
                                        <p:animEffect transition="in" filter="fade">
                                          <p:cBhvr>
                                            <p:cTn id="97" dur="750"/>
                                            <p:tgtEl>
                                              <p:spTgt spid="95"/>
                                            </p:tgtEl>
                                          </p:cBhvr>
                                        </p:animEffect>
                                      </p:childTnLst>
                                    </p:cTn>
                                  </p:par>
                                  <p:par>
                                    <p:cTn id="98" presetID="53" presetClass="entr" presetSubtype="16" fill="hold" grpId="0" nodeType="withEffect">
                                      <p:stCondLst>
                                        <p:cond delay="1250"/>
                                      </p:stCondLst>
                                      <p:childTnLst>
                                        <p:set>
                                          <p:cBhvr>
                                            <p:cTn id="99" dur="1" fill="hold">
                                              <p:stCondLst>
                                                <p:cond delay="0"/>
                                              </p:stCondLst>
                                            </p:cTn>
                                            <p:tgtEl>
                                              <p:spTgt spid="35"/>
                                            </p:tgtEl>
                                            <p:attrNameLst>
                                              <p:attrName>style.visibility</p:attrName>
                                            </p:attrNameLst>
                                          </p:cBhvr>
                                          <p:to>
                                            <p:strVal val="visible"/>
                                          </p:to>
                                        </p:set>
                                        <p:anim calcmode="lin" valueType="num">
                                          <p:cBhvr>
                                            <p:cTn id="100" dur="750" fill="hold"/>
                                            <p:tgtEl>
                                              <p:spTgt spid="35"/>
                                            </p:tgtEl>
                                            <p:attrNameLst>
                                              <p:attrName>ppt_w</p:attrName>
                                            </p:attrNameLst>
                                          </p:cBhvr>
                                          <p:tavLst>
                                            <p:tav tm="0">
                                              <p:val>
                                                <p:fltVal val="0"/>
                                              </p:val>
                                            </p:tav>
                                            <p:tav tm="100000">
                                              <p:val>
                                                <p:strVal val="#ppt_w"/>
                                              </p:val>
                                            </p:tav>
                                          </p:tavLst>
                                        </p:anim>
                                        <p:anim calcmode="lin" valueType="num">
                                          <p:cBhvr>
                                            <p:cTn id="101" dur="750" fill="hold"/>
                                            <p:tgtEl>
                                              <p:spTgt spid="35"/>
                                            </p:tgtEl>
                                            <p:attrNameLst>
                                              <p:attrName>ppt_h</p:attrName>
                                            </p:attrNameLst>
                                          </p:cBhvr>
                                          <p:tavLst>
                                            <p:tav tm="0">
                                              <p:val>
                                                <p:fltVal val="0"/>
                                              </p:val>
                                            </p:tav>
                                            <p:tav tm="100000">
                                              <p:val>
                                                <p:strVal val="#ppt_h"/>
                                              </p:val>
                                            </p:tav>
                                          </p:tavLst>
                                        </p:anim>
                                        <p:animEffect transition="in" filter="fade">
                                          <p:cBhvr>
                                            <p:cTn id="102" dur="750"/>
                                            <p:tgtEl>
                                              <p:spTgt spid="35"/>
                                            </p:tgtEl>
                                          </p:cBhvr>
                                        </p:animEffect>
                                      </p:childTnLst>
                                    </p:cTn>
                                  </p:par>
                                  <p:par>
                                    <p:cTn id="103" presetID="53" presetClass="entr" presetSubtype="16" fill="hold" grpId="0" nodeType="withEffect">
                                      <p:stCondLst>
                                        <p:cond delay="1500"/>
                                      </p:stCondLst>
                                      <p:childTnLst>
                                        <p:set>
                                          <p:cBhvr>
                                            <p:cTn id="104" dur="1" fill="hold">
                                              <p:stCondLst>
                                                <p:cond delay="0"/>
                                              </p:stCondLst>
                                            </p:cTn>
                                            <p:tgtEl>
                                              <p:spTgt spid="30"/>
                                            </p:tgtEl>
                                            <p:attrNameLst>
                                              <p:attrName>style.visibility</p:attrName>
                                            </p:attrNameLst>
                                          </p:cBhvr>
                                          <p:to>
                                            <p:strVal val="visible"/>
                                          </p:to>
                                        </p:set>
                                        <p:anim calcmode="lin" valueType="num">
                                          <p:cBhvr>
                                            <p:cTn id="105" dur="750" fill="hold"/>
                                            <p:tgtEl>
                                              <p:spTgt spid="30"/>
                                            </p:tgtEl>
                                            <p:attrNameLst>
                                              <p:attrName>ppt_w</p:attrName>
                                            </p:attrNameLst>
                                          </p:cBhvr>
                                          <p:tavLst>
                                            <p:tav tm="0">
                                              <p:val>
                                                <p:fltVal val="0"/>
                                              </p:val>
                                            </p:tav>
                                            <p:tav tm="100000">
                                              <p:val>
                                                <p:strVal val="#ppt_w"/>
                                              </p:val>
                                            </p:tav>
                                          </p:tavLst>
                                        </p:anim>
                                        <p:anim calcmode="lin" valueType="num">
                                          <p:cBhvr>
                                            <p:cTn id="106" dur="750" fill="hold"/>
                                            <p:tgtEl>
                                              <p:spTgt spid="30"/>
                                            </p:tgtEl>
                                            <p:attrNameLst>
                                              <p:attrName>ppt_h</p:attrName>
                                            </p:attrNameLst>
                                          </p:cBhvr>
                                          <p:tavLst>
                                            <p:tav tm="0">
                                              <p:val>
                                                <p:fltVal val="0"/>
                                              </p:val>
                                            </p:tav>
                                            <p:tav tm="100000">
                                              <p:val>
                                                <p:strVal val="#ppt_h"/>
                                              </p:val>
                                            </p:tav>
                                          </p:tavLst>
                                        </p:anim>
                                        <p:animEffect transition="in" filter="fade">
                                          <p:cBhvr>
                                            <p:cTn id="107" dur="750"/>
                                            <p:tgtEl>
                                              <p:spTgt spid="30"/>
                                            </p:tgtEl>
                                          </p:cBhvr>
                                        </p:animEffect>
                                      </p:childTnLst>
                                    </p:cTn>
                                  </p:par>
                                  <p:par>
                                    <p:cTn id="108" presetID="53" presetClass="entr" presetSubtype="16" fill="hold" grpId="0" nodeType="withEffect">
                                      <p:stCondLst>
                                        <p:cond delay="1500"/>
                                      </p:stCondLst>
                                      <p:childTnLst>
                                        <p:set>
                                          <p:cBhvr>
                                            <p:cTn id="109" dur="1" fill="hold">
                                              <p:stCondLst>
                                                <p:cond delay="0"/>
                                              </p:stCondLst>
                                            </p:cTn>
                                            <p:tgtEl>
                                              <p:spTgt spid="93"/>
                                            </p:tgtEl>
                                            <p:attrNameLst>
                                              <p:attrName>style.visibility</p:attrName>
                                            </p:attrNameLst>
                                          </p:cBhvr>
                                          <p:to>
                                            <p:strVal val="visible"/>
                                          </p:to>
                                        </p:set>
                                        <p:anim calcmode="lin" valueType="num">
                                          <p:cBhvr>
                                            <p:cTn id="110" dur="750" fill="hold"/>
                                            <p:tgtEl>
                                              <p:spTgt spid="93"/>
                                            </p:tgtEl>
                                            <p:attrNameLst>
                                              <p:attrName>ppt_w</p:attrName>
                                            </p:attrNameLst>
                                          </p:cBhvr>
                                          <p:tavLst>
                                            <p:tav tm="0">
                                              <p:val>
                                                <p:fltVal val="0"/>
                                              </p:val>
                                            </p:tav>
                                            <p:tav tm="100000">
                                              <p:val>
                                                <p:strVal val="#ppt_w"/>
                                              </p:val>
                                            </p:tav>
                                          </p:tavLst>
                                        </p:anim>
                                        <p:anim calcmode="lin" valueType="num">
                                          <p:cBhvr>
                                            <p:cTn id="111" dur="750" fill="hold"/>
                                            <p:tgtEl>
                                              <p:spTgt spid="93"/>
                                            </p:tgtEl>
                                            <p:attrNameLst>
                                              <p:attrName>ppt_h</p:attrName>
                                            </p:attrNameLst>
                                          </p:cBhvr>
                                          <p:tavLst>
                                            <p:tav tm="0">
                                              <p:val>
                                                <p:fltVal val="0"/>
                                              </p:val>
                                            </p:tav>
                                            <p:tav tm="100000">
                                              <p:val>
                                                <p:strVal val="#ppt_h"/>
                                              </p:val>
                                            </p:tav>
                                          </p:tavLst>
                                        </p:anim>
                                        <p:animEffect transition="in" filter="fade">
                                          <p:cBhvr>
                                            <p:cTn id="112" dur="750"/>
                                            <p:tgtEl>
                                              <p:spTgt spid="93"/>
                                            </p:tgtEl>
                                          </p:cBhvr>
                                        </p:animEffect>
                                      </p:childTnLst>
                                    </p:cTn>
                                  </p:par>
                                  <p:par>
                                    <p:cTn id="113" presetID="53" presetClass="entr" presetSubtype="16" fill="hold" grpId="0" nodeType="withEffect">
                                      <p:stCondLst>
                                        <p:cond delay="1500"/>
                                      </p:stCondLst>
                                      <p:childTnLst>
                                        <p:set>
                                          <p:cBhvr>
                                            <p:cTn id="114" dur="1" fill="hold">
                                              <p:stCondLst>
                                                <p:cond delay="0"/>
                                              </p:stCondLst>
                                            </p:cTn>
                                            <p:tgtEl>
                                              <p:spTgt spid="32"/>
                                            </p:tgtEl>
                                            <p:attrNameLst>
                                              <p:attrName>style.visibility</p:attrName>
                                            </p:attrNameLst>
                                          </p:cBhvr>
                                          <p:to>
                                            <p:strVal val="visible"/>
                                          </p:to>
                                        </p:set>
                                        <p:anim calcmode="lin" valueType="num">
                                          <p:cBhvr>
                                            <p:cTn id="115" dur="750" fill="hold"/>
                                            <p:tgtEl>
                                              <p:spTgt spid="32"/>
                                            </p:tgtEl>
                                            <p:attrNameLst>
                                              <p:attrName>ppt_w</p:attrName>
                                            </p:attrNameLst>
                                          </p:cBhvr>
                                          <p:tavLst>
                                            <p:tav tm="0">
                                              <p:val>
                                                <p:fltVal val="0"/>
                                              </p:val>
                                            </p:tav>
                                            <p:tav tm="100000">
                                              <p:val>
                                                <p:strVal val="#ppt_w"/>
                                              </p:val>
                                            </p:tav>
                                          </p:tavLst>
                                        </p:anim>
                                        <p:anim calcmode="lin" valueType="num">
                                          <p:cBhvr>
                                            <p:cTn id="116" dur="750" fill="hold"/>
                                            <p:tgtEl>
                                              <p:spTgt spid="32"/>
                                            </p:tgtEl>
                                            <p:attrNameLst>
                                              <p:attrName>ppt_h</p:attrName>
                                            </p:attrNameLst>
                                          </p:cBhvr>
                                          <p:tavLst>
                                            <p:tav tm="0">
                                              <p:val>
                                                <p:fltVal val="0"/>
                                              </p:val>
                                            </p:tav>
                                            <p:tav tm="100000">
                                              <p:val>
                                                <p:strVal val="#ppt_h"/>
                                              </p:val>
                                            </p:tav>
                                          </p:tavLst>
                                        </p:anim>
                                        <p:animEffect transition="in" filter="fade">
                                          <p:cBhvr>
                                            <p:cTn id="117" dur="75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35" grpId="0" animBg="1"/>
          <p:bldP spid="26" grpId="0"/>
          <p:bldP spid="27" grpId="0"/>
          <p:bldP spid="28" grpId="0"/>
          <p:bldP spid="29" grpId="0"/>
          <p:bldP spid="30" grpId="0"/>
          <p:bldP spid="91" grpId="0"/>
          <p:bldP spid="92" grpId="0"/>
          <p:bldP spid="93" grpId="0"/>
          <p:bldP spid="94" grpId="0"/>
          <p:bldP spid="9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left)">
                                          <p:cBhvr>
                                            <p:cTn id="7" dur="2000"/>
                                            <p:tgtEl>
                                              <p:spTgt spid="45"/>
                                            </p:tgtEl>
                                          </p:cBhvr>
                                        </p:animEffect>
                                      </p:childTnLst>
                                    </p:cTn>
                                  </p:par>
                                  <p:par>
                                    <p:cTn id="8" presetID="2" presetClass="entr" presetSubtype="1" fill="hold" nodeType="withEffect">
                                      <p:stCondLst>
                                        <p:cond delay="0"/>
                                      </p:stCondLst>
                                      <p:childTnLst>
                                        <p:set>
                                          <p:cBhvr>
                                            <p:cTn id="9" dur="1" fill="hold">
                                              <p:stCondLst>
                                                <p:cond delay="0"/>
                                              </p:stCondLst>
                                            </p:cTn>
                                            <p:tgtEl>
                                              <p:spTgt spid="39"/>
                                            </p:tgtEl>
                                            <p:attrNameLst>
                                              <p:attrName>style.visibility</p:attrName>
                                            </p:attrNameLst>
                                          </p:cBhvr>
                                          <p:to>
                                            <p:strVal val="visible"/>
                                          </p:to>
                                        </p:set>
                                        <p:anim calcmode="lin" valueType="num">
                                          <p:cBhvr additive="base">
                                            <p:cTn id="10" dur="1000" fill="hold"/>
                                            <p:tgtEl>
                                              <p:spTgt spid="39"/>
                                            </p:tgtEl>
                                            <p:attrNameLst>
                                              <p:attrName>ppt_x</p:attrName>
                                            </p:attrNameLst>
                                          </p:cBhvr>
                                          <p:tavLst>
                                            <p:tav tm="0">
                                              <p:val>
                                                <p:strVal val="#ppt_x"/>
                                              </p:val>
                                            </p:tav>
                                            <p:tav tm="100000">
                                              <p:val>
                                                <p:strVal val="#ppt_x"/>
                                              </p:val>
                                            </p:tav>
                                          </p:tavLst>
                                        </p:anim>
                                        <p:anim calcmode="lin" valueType="num">
                                          <p:cBhvr additive="base">
                                            <p:cTn id="11" dur="1000" fill="hold"/>
                                            <p:tgtEl>
                                              <p:spTgt spid="39"/>
                                            </p:tgtEl>
                                            <p:attrNameLst>
                                              <p:attrName>ppt_y</p:attrName>
                                            </p:attrNameLst>
                                          </p:cBhvr>
                                          <p:tavLst>
                                            <p:tav tm="0">
                                              <p:val>
                                                <p:strVal val="0-#ppt_h/2"/>
                                              </p:val>
                                            </p:tav>
                                            <p:tav tm="100000">
                                              <p:val>
                                                <p:strVal val="#ppt_y"/>
                                              </p:val>
                                            </p:tav>
                                          </p:tavLst>
                                        </p:anim>
                                      </p:childTnLst>
                                    </p:cTn>
                                  </p:par>
                                  <p:par>
                                    <p:cTn id="12" presetID="2" presetClass="entr" presetSubtype="4" fill="hold" nodeType="withEffect">
                                      <p:stCondLst>
                                        <p:cond delay="250"/>
                                      </p:stCondLst>
                                      <p:childTnLst>
                                        <p:set>
                                          <p:cBhvr>
                                            <p:cTn id="13" dur="1" fill="hold">
                                              <p:stCondLst>
                                                <p:cond delay="0"/>
                                              </p:stCondLst>
                                            </p:cTn>
                                            <p:tgtEl>
                                              <p:spTgt spid="78"/>
                                            </p:tgtEl>
                                            <p:attrNameLst>
                                              <p:attrName>style.visibility</p:attrName>
                                            </p:attrNameLst>
                                          </p:cBhvr>
                                          <p:to>
                                            <p:strVal val="visible"/>
                                          </p:to>
                                        </p:set>
                                        <p:anim calcmode="lin" valueType="num">
                                          <p:cBhvr additive="base">
                                            <p:cTn id="14" dur="1000" fill="hold"/>
                                            <p:tgtEl>
                                              <p:spTgt spid="78"/>
                                            </p:tgtEl>
                                            <p:attrNameLst>
                                              <p:attrName>ppt_x</p:attrName>
                                            </p:attrNameLst>
                                          </p:cBhvr>
                                          <p:tavLst>
                                            <p:tav tm="0">
                                              <p:val>
                                                <p:strVal val="#ppt_x"/>
                                              </p:val>
                                            </p:tav>
                                            <p:tav tm="100000">
                                              <p:val>
                                                <p:strVal val="#ppt_x"/>
                                              </p:val>
                                            </p:tav>
                                          </p:tavLst>
                                        </p:anim>
                                        <p:anim calcmode="lin" valueType="num">
                                          <p:cBhvr additive="base">
                                            <p:cTn id="15" dur="1000" fill="hold"/>
                                            <p:tgtEl>
                                              <p:spTgt spid="78"/>
                                            </p:tgtEl>
                                            <p:attrNameLst>
                                              <p:attrName>ppt_y</p:attrName>
                                            </p:attrNameLst>
                                          </p:cBhvr>
                                          <p:tavLst>
                                            <p:tav tm="0">
                                              <p:val>
                                                <p:strVal val="1+#ppt_h/2"/>
                                              </p:val>
                                            </p:tav>
                                            <p:tav tm="100000">
                                              <p:val>
                                                <p:strVal val="#ppt_y"/>
                                              </p:val>
                                            </p:tav>
                                          </p:tavLst>
                                        </p:anim>
                                      </p:childTnLst>
                                    </p:cTn>
                                  </p:par>
                                  <p:par>
                                    <p:cTn id="16" presetID="2" presetClass="entr" presetSubtype="1" fill="hold" nodeType="withEffect">
                                      <p:stCondLst>
                                        <p:cond delay="750"/>
                                      </p:stCondLst>
                                      <p:childTnLst>
                                        <p:set>
                                          <p:cBhvr>
                                            <p:cTn id="17" dur="1" fill="hold">
                                              <p:stCondLst>
                                                <p:cond delay="0"/>
                                              </p:stCondLst>
                                            </p:cTn>
                                            <p:tgtEl>
                                              <p:spTgt spid="51"/>
                                            </p:tgtEl>
                                            <p:attrNameLst>
                                              <p:attrName>style.visibility</p:attrName>
                                            </p:attrNameLst>
                                          </p:cBhvr>
                                          <p:to>
                                            <p:strVal val="visible"/>
                                          </p:to>
                                        </p:set>
                                        <p:anim calcmode="lin" valueType="num">
                                          <p:cBhvr additive="base">
                                            <p:cTn id="18" dur="1000" fill="hold"/>
                                            <p:tgtEl>
                                              <p:spTgt spid="51"/>
                                            </p:tgtEl>
                                            <p:attrNameLst>
                                              <p:attrName>ppt_x</p:attrName>
                                            </p:attrNameLst>
                                          </p:cBhvr>
                                          <p:tavLst>
                                            <p:tav tm="0">
                                              <p:val>
                                                <p:strVal val="#ppt_x"/>
                                              </p:val>
                                            </p:tav>
                                            <p:tav tm="100000">
                                              <p:val>
                                                <p:strVal val="#ppt_x"/>
                                              </p:val>
                                            </p:tav>
                                          </p:tavLst>
                                        </p:anim>
                                        <p:anim calcmode="lin" valueType="num">
                                          <p:cBhvr additive="base">
                                            <p:cTn id="19" dur="1000" fill="hold"/>
                                            <p:tgtEl>
                                              <p:spTgt spid="51"/>
                                            </p:tgtEl>
                                            <p:attrNameLst>
                                              <p:attrName>ppt_y</p:attrName>
                                            </p:attrNameLst>
                                          </p:cBhvr>
                                          <p:tavLst>
                                            <p:tav tm="0">
                                              <p:val>
                                                <p:strVal val="0-#ppt_h/2"/>
                                              </p:val>
                                            </p:tav>
                                            <p:tav tm="100000">
                                              <p:val>
                                                <p:strVal val="#ppt_y"/>
                                              </p:val>
                                            </p:tav>
                                          </p:tavLst>
                                        </p:anim>
                                      </p:childTnLst>
                                    </p:cTn>
                                  </p:par>
                                  <p:par>
                                    <p:cTn id="20" presetID="2" presetClass="entr" presetSubtype="4" fill="hold" nodeType="withEffect">
                                      <p:stCondLst>
                                        <p:cond delay="1250"/>
                                      </p:stCondLst>
                                      <p:childTnLst>
                                        <p:set>
                                          <p:cBhvr>
                                            <p:cTn id="21" dur="1" fill="hold">
                                              <p:stCondLst>
                                                <p:cond delay="0"/>
                                              </p:stCondLst>
                                            </p:cTn>
                                            <p:tgtEl>
                                              <p:spTgt spid="82"/>
                                            </p:tgtEl>
                                            <p:attrNameLst>
                                              <p:attrName>style.visibility</p:attrName>
                                            </p:attrNameLst>
                                          </p:cBhvr>
                                          <p:to>
                                            <p:strVal val="visible"/>
                                          </p:to>
                                        </p:set>
                                        <p:anim calcmode="lin" valueType="num">
                                          <p:cBhvr additive="base">
                                            <p:cTn id="22" dur="1000" fill="hold"/>
                                            <p:tgtEl>
                                              <p:spTgt spid="82"/>
                                            </p:tgtEl>
                                            <p:attrNameLst>
                                              <p:attrName>ppt_x</p:attrName>
                                            </p:attrNameLst>
                                          </p:cBhvr>
                                          <p:tavLst>
                                            <p:tav tm="0">
                                              <p:val>
                                                <p:strVal val="#ppt_x"/>
                                              </p:val>
                                            </p:tav>
                                            <p:tav tm="100000">
                                              <p:val>
                                                <p:strVal val="#ppt_x"/>
                                              </p:val>
                                            </p:tav>
                                          </p:tavLst>
                                        </p:anim>
                                        <p:anim calcmode="lin" valueType="num">
                                          <p:cBhvr additive="base">
                                            <p:cTn id="23" dur="1000" fill="hold"/>
                                            <p:tgtEl>
                                              <p:spTgt spid="82"/>
                                            </p:tgtEl>
                                            <p:attrNameLst>
                                              <p:attrName>ppt_y</p:attrName>
                                            </p:attrNameLst>
                                          </p:cBhvr>
                                          <p:tavLst>
                                            <p:tav tm="0">
                                              <p:val>
                                                <p:strVal val="1+#ppt_h/2"/>
                                              </p:val>
                                            </p:tav>
                                            <p:tav tm="100000">
                                              <p:val>
                                                <p:strVal val="#ppt_y"/>
                                              </p:val>
                                            </p:tav>
                                          </p:tavLst>
                                        </p:anim>
                                      </p:childTnLst>
                                    </p:cTn>
                                  </p:par>
                                  <p:par>
                                    <p:cTn id="24" presetID="2" presetClass="entr" presetSubtype="1" fill="hold" nodeType="withEffect">
                                      <p:stCondLst>
                                        <p:cond delay="1750"/>
                                      </p:stCondLst>
                                      <p:childTnLst>
                                        <p:set>
                                          <p:cBhvr>
                                            <p:cTn id="25" dur="1" fill="hold">
                                              <p:stCondLst>
                                                <p:cond delay="0"/>
                                              </p:stCondLst>
                                            </p:cTn>
                                            <p:tgtEl>
                                              <p:spTgt spid="58"/>
                                            </p:tgtEl>
                                            <p:attrNameLst>
                                              <p:attrName>style.visibility</p:attrName>
                                            </p:attrNameLst>
                                          </p:cBhvr>
                                          <p:to>
                                            <p:strVal val="visible"/>
                                          </p:to>
                                        </p:set>
                                        <p:anim calcmode="lin" valueType="num">
                                          <p:cBhvr additive="base">
                                            <p:cTn id="26" dur="1000" fill="hold"/>
                                            <p:tgtEl>
                                              <p:spTgt spid="58"/>
                                            </p:tgtEl>
                                            <p:attrNameLst>
                                              <p:attrName>ppt_x</p:attrName>
                                            </p:attrNameLst>
                                          </p:cBhvr>
                                          <p:tavLst>
                                            <p:tav tm="0">
                                              <p:val>
                                                <p:strVal val="#ppt_x"/>
                                              </p:val>
                                            </p:tav>
                                            <p:tav tm="100000">
                                              <p:val>
                                                <p:strVal val="#ppt_x"/>
                                              </p:val>
                                            </p:tav>
                                          </p:tavLst>
                                        </p:anim>
                                        <p:anim calcmode="lin" valueType="num">
                                          <p:cBhvr additive="base">
                                            <p:cTn id="27" dur="1000" fill="hold"/>
                                            <p:tgtEl>
                                              <p:spTgt spid="58"/>
                                            </p:tgtEl>
                                            <p:attrNameLst>
                                              <p:attrName>ppt_y</p:attrName>
                                            </p:attrNameLst>
                                          </p:cBhvr>
                                          <p:tavLst>
                                            <p:tav tm="0">
                                              <p:val>
                                                <p:strVal val="0-#ppt_h/2"/>
                                              </p:val>
                                            </p:tav>
                                            <p:tav tm="100000">
                                              <p:val>
                                                <p:strVal val="#ppt_y"/>
                                              </p:val>
                                            </p:tav>
                                          </p:tavLst>
                                        </p:anim>
                                      </p:childTnLst>
                                    </p:cTn>
                                  </p:par>
                                  <p:par>
                                    <p:cTn id="28" presetID="22" presetClass="entr" presetSubtype="4" fill="hold" nodeType="withEffect">
                                      <p:stCondLst>
                                        <p:cond delay="250"/>
                                      </p:stCondLst>
                                      <p:childTnLst>
                                        <p:set>
                                          <p:cBhvr>
                                            <p:cTn id="29" dur="1" fill="hold">
                                              <p:stCondLst>
                                                <p:cond delay="0"/>
                                              </p:stCondLst>
                                            </p:cTn>
                                            <p:tgtEl>
                                              <p:spTgt spid="2"/>
                                            </p:tgtEl>
                                            <p:attrNameLst>
                                              <p:attrName>style.visibility</p:attrName>
                                            </p:attrNameLst>
                                          </p:cBhvr>
                                          <p:to>
                                            <p:strVal val="visible"/>
                                          </p:to>
                                        </p:set>
                                        <p:animEffect transition="in" filter="wipe(down)">
                                          <p:cBhvr>
                                            <p:cTn id="30" dur="750"/>
                                            <p:tgtEl>
                                              <p:spTgt spid="2"/>
                                            </p:tgtEl>
                                          </p:cBhvr>
                                        </p:animEffect>
                                      </p:childTnLst>
                                    </p:cTn>
                                  </p:par>
                                  <p:par>
                                    <p:cTn id="31" presetID="22" presetClass="entr" presetSubtype="1" fill="hold" nodeType="withEffect">
                                      <p:stCondLst>
                                        <p:cond delay="500"/>
                                      </p:stCondLst>
                                      <p:childTnLst>
                                        <p:set>
                                          <p:cBhvr>
                                            <p:cTn id="32" dur="1" fill="hold">
                                              <p:stCondLst>
                                                <p:cond delay="0"/>
                                              </p:stCondLst>
                                            </p:cTn>
                                            <p:tgtEl>
                                              <p:spTgt spid="3"/>
                                            </p:tgtEl>
                                            <p:attrNameLst>
                                              <p:attrName>style.visibility</p:attrName>
                                            </p:attrNameLst>
                                          </p:cBhvr>
                                          <p:to>
                                            <p:strVal val="visible"/>
                                          </p:to>
                                        </p:set>
                                        <p:animEffect transition="in" filter="wipe(up)">
                                          <p:cBhvr>
                                            <p:cTn id="33" dur="750"/>
                                            <p:tgtEl>
                                              <p:spTgt spid="3"/>
                                            </p:tgtEl>
                                          </p:cBhvr>
                                        </p:animEffect>
                                      </p:childTnLst>
                                    </p:cTn>
                                  </p:par>
                                  <p:par>
                                    <p:cTn id="34" presetID="22" presetClass="entr" presetSubtype="4" fill="hold" nodeType="withEffect">
                                      <p:stCondLst>
                                        <p:cond delay="750"/>
                                      </p:stCondLst>
                                      <p:childTnLst>
                                        <p:set>
                                          <p:cBhvr>
                                            <p:cTn id="35" dur="1" fill="hold">
                                              <p:stCondLst>
                                                <p:cond delay="0"/>
                                              </p:stCondLst>
                                            </p:cTn>
                                            <p:tgtEl>
                                              <p:spTgt spid="4"/>
                                            </p:tgtEl>
                                            <p:attrNameLst>
                                              <p:attrName>style.visibility</p:attrName>
                                            </p:attrNameLst>
                                          </p:cBhvr>
                                          <p:to>
                                            <p:strVal val="visible"/>
                                          </p:to>
                                        </p:set>
                                        <p:animEffect transition="in" filter="wipe(down)">
                                          <p:cBhvr>
                                            <p:cTn id="36" dur="750"/>
                                            <p:tgtEl>
                                              <p:spTgt spid="4"/>
                                            </p:tgtEl>
                                          </p:cBhvr>
                                        </p:animEffect>
                                      </p:childTnLst>
                                    </p:cTn>
                                  </p:par>
                                  <p:par>
                                    <p:cTn id="37" presetID="22" presetClass="entr" presetSubtype="1" fill="hold" nodeType="withEffect">
                                      <p:stCondLst>
                                        <p:cond delay="1000"/>
                                      </p:stCondLst>
                                      <p:childTnLst>
                                        <p:set>
                                          <p:cBhvr>
                                            <p:cTn id="38" dur="1" fill="hold">
                                              <p:stCondLst>
                                                <p:cond delay="0"/>
                                              </p:stCondLst>
                                            </p:cTn>
                                            <p:tgtEl>
                                              <p:spTgt spid="5"/>
                                            </p:tgtEl>
                                            <p:attrNameLst>
                                              <p:attrName>style.visibility</p:attrName>
                                            </p:attrNameLst>
                                          </p:cBhvr>
                                          <p:to>
                                            <p:strVal val="visible"/>
                                          </p:to>
                                        </p:set>
                                        <p:animEffect transition="in" filter="wipe(up)">
                                          <p:cBhvr>
                                            <p:cTn id="39" dur="750"/>
                                            <p:tgtEl>
                                              <p:spTgt spid="5"/>
                                            </p:tgtEl>
                                          </p:cBhvr>
                                        </p:animEffect>
                                      </p:childTnLst>
                                    </p:cTn>
                                  </p:par>
                                  <p:par>
                                    <p:cTn id="40" presetID="22" presetClass="entr" presetSubtype="4" fill="hold" nodeType="withEffect">
                                      <p:stCondLst>
                                        <p:cond delay="1500"/>
                                      </p:stCondLst>
                                      <p:childTnLst>
                                        <p:set>
                                          <p:cBhvr>
                                            <p:cTn id="41" dur="1" fill="hold">
                                              <p:stCondLst>
                                                <p:cond delay="0"/>
                                              </p:stCondLst>
                                            </p:cTn>
                                            <p:tgtEl>
                                              <p:spTgt spid="14"/>
                                            </p:tgtEl>
                                            <p:attrNameLst>
                                              <p:attrName>style.visibility</p:attrName>
                                            </p:attrNameLst>
                                          </p:cBhvr>
                                          <p:to>
                                            <p:strVal val="visible"/>
                                          </p:to>
                                        </p:set>
                                        <p:animEffect transition="in" filter="wipe(down)">
                                          <p:cBhvr>
                                            <p:cTn id="42" dur="750"/>
                                            <p:tgtEl>
                                              <p:spTgt spid="14"/>
                                            </p:tgtEl>
                                          </p:cBhvr>
                                        </p:animEffect>
                                      </p:childTnLst>
                                    </p:cTn>
                                  </p:par>
                                  <p:par>
                                    <p:cTn id="43" presetID="53" presetClass="entr" presetSubtype="16" fill="hold" grpId="0" nodeType="withEffect">
                                      <p:stCondLst>
                                        <p:cond delay="500"/>
                                      </p:stCondLst>
                                      <p:childTnLst>
                                        <p:set>
                                          <p:cBhvr>
                                            <p:cTn id="44" dur="1" fill="hold">
                                              <p:stCondLst>
                                                <p:cond delay="0"/>
                                              </p:stCondLst>
                                            </p:cTn>
                                            <p:tgtEl>
                                              <p:spTgt spid="26"/>
                                            </p:tgtEl>
                                            <p:attrNameLst>
                                              <p:attrName>style.visibility</p:attrName>
                                            </p:attrNameLst>
                                          </p:cBhvr>
                                          <p:to>
                                            <p:strVal val="visible"/>
                                          </p:to>
                                        </p:set>
                                        <p:anim calcmode="lin" valueType="num">
                                          <p:cBhvr>
                                            <p:cTn id="45" dur="750" fill="hold"/>
                                            <p:tgtEl>
                                              <p:spTgt spid="26"/>
                                            </p:tgtEl>
                                            <p:attrNameLst>
                                              <p:attrName>ppt_w</p:attrName>
                                            </p:attrNameLst>
                                          </p:cBhvr>
                                          <p:tavLst>
                                            <p:tav tm="0">
                                              <p:val>
                                                <p:fltVal val="0"/>
                                              </p:val>
                                            </p:tav>
                                            <p:tav tm="100000">
                                              <p:val>
                                                <p:strVal val="#ppt_w"/>
                                              </p:val>
                                            </p:tav>
                                          </p:tavLst>
                                        </p:anim>
                                        <p:anim calcmode="lin" valueType="num">
                                          <p:cBhvr>
                                            <p:cTn id="46" dur="750" fill="hold"/>
                                            <p:tgtEl>
                                              <p:spTgt spid="26"/>
                                            </p:tgtEl>
                                            <p:attrNameLst>
                                              <p:attrName>ppt_h</p:attrName>
                                            </p:attrNameLst>
                                          </p:cBhvr>
                                          <p:tavLst>
                                            <p:tav tm="0">
                                              <p:val>
                                                <p:fltVal val="0"/>
                                              </p:val>
                                            </p:tav>
                                            <p:tav tm="100000">
                                              <p:val>
                                                <p:strVal val="#ppt_h"/>
                                              </p:val>
                                            </p:tav>
                                          </p:tavLst>
                                        </p:anim>
                                        <p:animEffect transition="in" filter="fade">
                                          <p:cBhvr>
                                            <p:cTn id="47" dur="750"/>
                                            <p:tgtEl>
                                              <p:spTgt spid="26"/>
                                            </p:tgtEl>
                                          </p:cBhvr>
                                        </p:animEffect>
                                      </p:childTnLst>
                                    </p:cTn>
                                  </p:par>
                                  <p:par>
                                    <p:cTn id="48" presetID="53" presetClass="entr" presetSubtype="16" fill="hold" grpId="0" nodeType="withEffect">
                                      <p:stCondLst>
                                        <p:cond delay="500"/>
                                      </p:stCondLst>
                                      <p:childTnLst>
                                        <p:set>
                                          <p:cBhvr>
                                            <p:cTn id="49" dur="1" fill="hold">
                                              <p:stCondLst>
                                                <p:cond delay="0"/>
                                              </p:stCondLst>
                                            </p:cTn>
                                            <p:tgtEl>
                                              <p:spTgt spid="91"/>
                                            </p:tgtEl>
                                            <p:attrNameLst>
                                              <p:attrName>style.visibility</p:attrName>
                                            </p:attrNameLst>
                                          </p:cBhvr>
                                          <p:to>
                                            <p:strVal val="visible"/>
                                          </p:to>
                                        </p:set>
                                        <p:anim calcmode="lin" valueType="num">
                                          <p:cBhvr>
                                            <p:cTn id="50" dur="750" fill="hold"/>
                                            <p:tgtEl>
                                              <p:spTgt spid="91"/>
                                            </p:tgtEl>
                                            <p:attrNameLst>
                                              <p:attrName>ppt_w</p:attrName>
                                            </p:attrNameLst>
                                          </p:cBhvr>
                                          <p:tavLst>
                                            <p:tav tm="0">
                                              <p:val>
                                                <p:fltVal val="0"/>
                                              </p:val>
                                            </p:tav>
                                            <p:tav tm="100000">
                                              <p:val>
                                                <p:strVal val="#ppt_w"/>
                                              </p:val>
                                            </p:tav>
                                          </p:tavLst>
                                        </p:anim>
                                        <p:anim calcmode="lin" valueType="num">
                                          <p:cBhvr>
                                            <p:cTn id="51" dur="750" fill="hold"/>
                                            <p:tgtEl>
                                              <p:spTgt spid="91"/>
                                            </p:tgtEl>
                                            <p:attrNameLst>
                                              <p:attrName>ppt_h</p:attrName>
                                            </p:attrNameLst>
                                          </p:cBhvr>
                                          <p:tavLst>
                                            <p:tav tm="0">
                                              <p:val>
                                                <p:fltVal val="0"/>
                                              </p:val>
                                            </p:tav>
                                            <p:tav tm="100000">
                                              <p:val>
                                                <p:strVal val="#ppt_h"/>
                                              </p:val>
                                            </p:tav>
                                          </p:tavLst>
                                        </p:anim>
                                        <p:animEffect transition="in" filter="fade">
                                          <p:cBhvr>
                                            <p:cTn id="52" dur="750"/>
                                            <p:tgtEl>
                                              <p:spTgt spid="91"/>
                                            </p:tgtEl>
                                          </p:cBhvr>
                                        </p:animEffect>
                                      </p:childTnLst>
                                    </p:cTn>
                                  </p:par>
                                  <p:par>
                                    <p:cTn id="53" presetID="53" presetClass="entr" presetSubtype="16" fill="hold" grpId="0" nodeType="withEffect">
                                      <p:stCondLst>
                                        <p:cond delay="500"/>
                                      </p:stCondLst>
                                      <p:childTnLst>
                                        <p:set>
                                          <p:cBhvr>
                                            <p:cTn id="54" dur="1" fill="hold">
                                              <p:stCondLst>
                                                <p:cond delay="0"/>
                                              </p:stCondLst>
                                            </p:cTn>
                                            <p:tgtEl>
                                              <p:spTgt spid="31"/>
                                            </p:tgtEl>
                                            <p:attrNameLst>
                                              <p:attrName>style.visibility</p:attrName>
                                            </p:attrNameLst>
                                          </p:cBhvr>
                                          <p:to>
                                            <p:strVal val="visible"/>
                                          </p:to>
                                        </p:set>
                                        <p:anim calcmode="lin" valueType="num">
                                          <p:cBhvr>
                                            <p:cTn id="55" dur="750" fill="hold"/>
                                            <p:tgtEl>
                                              <p:spTgt spid="31"/>
                                            </p:tgtEl>
                                            <p:attrNameLst>
                                              <p:attrName>ppt_w</p:attrName>
                                            </p:attrNameLst>
                                          </p:cBhvr>
                                          <p:tavLst>
                                            <p:tav tm="0">
                                              <p:val>
                                                <p:fltVal val="0"/>
                                              </p:val>
                                            </p:tav>
                                            <p:tav tm="100000">
                                              <p:val>
                                                <p:strVal val="#ppt_w"/>
                                              </p:val>
                                            </p:tav>
                                          </p:tavLst>
                                        </p:anim>
                                        <p:anim calcmode="lin" valueType="num">
                                          <p:cBhvr>
                                            <p:cTn id="56" dur="750" fill="hold"/>
                                            <p:tgtEl>
                                              <p:spTgt spid="31"/>
                                            </p:tgtEl>
                                            <p:attrNameLst>
                                              <p:attrName>ppt_h</p:attrName>
                                            </p:attrNameLst>
                                          </p:cBhvr>
                                          <p:tavLst>
                                            <p:tav tm="0">
                                              <p:val>
                                                <p:fltVal val="0"/>
                                              </p:val>
                                            </p:tav>
                                            <p:tav tm="100000">
                                              <p:val>
                                                <p:strVal val="#ppt_h"/>
                                              </p:val>
                                            </p:tav>
                                          </p:tavLst>
                                        </p:anim>
                                        <p:animEffect transition="in" filter="fade">
                                          <p:cBhvr>
                                            <p:cTn id="57" dur="750"/>
                                            <p:tgtEl>
                                              <p:spTgt spid="31"/>
                                            </p:tgtEl>
                                          </p:cBhvr>
                                        </p:animEffect>
                                      </p:childTnLst>
                                    </p:cTn>
                                  </p:par>
                                  <p:par>
                                    <p:cTn id="58" presetID="53" presetClass="entr" presetSubtype="16" fill="hold" grpId="0" nodeType="withEffect">
                                      <p:stCondLst>
                                        <p:cond delay="750"/>
                                      </p:stCondLst>
                                      <p:childTnLst>
                                        <p:set>
                                          <p:cBhvr>
                                            <p:cTn id="59" dur="1" fill="hold">
                                              <p:stCondLst>
                                                <p:cond delay="0"/>
                                              </p:stCondLst>
                                            </p:cTn>
                                            <p:tgtEl>
                                              <p:spTgt spid="27"/>
                                            </p:tgtEl>
                                            <p:attrNameLst>
                                              <p:attrName>style.visibility</p:attrName>
                                            </p:attrNameLst>
                                          </p:cBhvr>
                                          <p:to>
                                            <p:strVal val="visible"/>
                                          </p:to>
                                        </p:set>
                                        <p:anim calcmode="lin" valueType="num">
                                          <p:cBhvr>
                                            <p:cTn id="60" dur="750" fill="hold"/>
                                            <p:tgtEl>
                                              <p:spTgt spid="27"/>
                                            </p:tgtEl>
                                            <p:attrNameLst>
                                              <p:attrName>ppt_w</p:attrName>
                                            </p:attrNameLst>
                                          </p:cBhvr>
                                          <p:tavLst>
                                            <p:tav tm="0">
                                              <p:val>
                                                <p:fltVal val="0"/>
                                              </p:val>
                                            </p:tav>
                                            <p:tav tm="100000">
                                              <p:val>
                                                <p:strVal val="#ppt_w"/>
                                              </p:val>
                                            </p:tav>
                                          </p:tavLst>
                                        </p:anim>
                                        <p:anim calcmode="lin" valueType="num">
                                          <p:cBhvr>
                                            <p:cTn id="61" dur="750" fill="hold"/>
                                            <p:tgtEl>
                                              <p:spTgt spid="27"/>
                                            </p:tgtEl>
                                            <p:attrNameLst>
                                              <p:attrName>ppt_h</p:attrName>
                                            </p:attrNameLst>
                                          </p:cBhvr>
                                          <p:tavLst>
                                            <p:tav tm="0">
                                              <p:val>
                                                <p:fltVal val="0"/>
                                              </p:val>
                                            </p:tav>
                                            <p:tav tm="100000">
                                              <p:val>
                                                <p:strVal val="#ppt_h"/>
                                              </p:val>
                                            </p:tav>
                                          </p:tavLst>
                                        </p:anim>
                                        <p:animEffect transition="in" filter="fade">
                                          <p:cBhvr>
                                            <p:cTn id="62" dur="750"/>
                                            <p:tgtEl>
                                              <p:spTgt spid="27"/>
                                            </p:tgtEl>
                                          </p:cBhvr>
                                        </p:animEffect>
                                      </p:childTnLst>
                                    </p:cTn>
                                  </p:par>
                                  <p:par>
                                    <p:cTn id="63" presetID="53" presetClass="entr" presetSubtype="16" fill="hold" grpId="0" nodeType="withEffect">
                                      <p:stCondLst>
                                        <p:cond delay="750"/>
                                      </p:stCondLst>
                                      <p:childTnLst>
                                        <p:set>
                                          <p:cBhvr>
                                            <p:cTn id="64" dur="1" fill="hold">
                                              <p:stCondLst>
                                                <p:cond delay="0"/>
                                              </p:stCondLst>
                                            </p:cTn>
                                            <p:tgtEl>
                                              <p:spTgt spid="94"/>
                                            </p:tgtEl>
                                            <p:attrNameLst>
                                              <p:attrName>style.visibility</p:attrName>
                                            </p:attrNameLst>
                                          </p:cBhvr>
                                          <p:to>
                                            <p:strVal val="visible"/>
                                          </p:to>
                                        </p:set>
                                        <p:anim calcmode="lin" valueType="num">
                                          <p:cBhvr>
                                            <p:cTn id="65" dur="750" fill="hold"/>
                                            <p:tgtEl>
                                              <p:spTgt spid="94"/>
                                            </p:tgtEl>
                                            <p:attrNameLst>
                                              <p:attrName>ppt_w</p:attrName>
                                            </p:attrNameLst>
                                          </p:cBhvr>
                                          <p:tavLst>
                                            <p:tav tm="0">
                                              <p:val>
                                                <p:fltVal val="0"/>
                                              </p:val>
                                            </p:tav>
                                            <p:tav tm="100000">
                                              <p:val>
                                                <p:strVal val="#ppt_w"/>
                                              </p:val>
                                            </p:tav>
                                          </p:tavLst>
                                        </p:anim>
                                        <p:anim calcmode="lin" valueType="num">
                                          <p:cBhvr>
                                            <p:cTn id="66" dur="750" fill="hold"/>
                                            <p:tgtEl>
                                              <p:spTgt spid="94"/>
                                            </p:tgtEl>
                                            <p:attrNameLst>
                                              <p:attrName>ppt_h</p:attrName>
                                            </p:attrNameLst>
                                          </p:cBhvr>
                                          <p:tavLst>
                                            <p:tav tm="0">
                                              <p:val>
                                                <p:fltVal val="0"/>
                                              </p:val>
                                            </p:tav>
                                            <p:tav tm="100000">
                                              <p:val>
                                                <p:strVal val="#ppt_h"/>
                                              </p:val>
                                            </p:tav>
                                          </p:tavLst>
                                        </p:anim>
                                        <p:animEffect transition="in" filter="fade">
                                          <p:cBhvr>
                                            <p:cTn id="67" dur="750"/>
                                            <p:tgtEl>
                                              <p:spTgt spid="94"/>
                                            </p:tgtEl>
                                          </p:cBhvr>
                                        </p:animEffect>
                                      </p:childTnLst>
                                    </p:cTn>
                                  </p:par>
                                  <p:par>
                                    <p:cTn id="68" presetID="53" presetClass="entr" presetSubtype="16" fill="hold" grpId="0" nodeType="withEffect">
                                      <p:stCondLst>
                                        <p:cond delay="750"/>
                                      </p:stCondLst>
                                      <p:childTnLst>
                                        <p:set>
                                          <p:cBhvr>
                                            <p:cTn id="69" dur="1" fill="hold">
                                              <p:stCondLst>
                                                <p:cond delay="0"/>
                                              </p:stCondLst>
                                            </p:cTn>
                                            <p:tgtEl>
                                              <p:spTgt spid="34"/>
                                            </p:tgtEl>
                                            <p:attrNameLst>
                                              <p:attrName>style.visibility</p:attrName>
                                            </p:attrNameLst>
                                          </p:cBhvr>
                                          <p:to>
                                            <p:strVal val="visible"/>
                                          </p:to>
                                        </p:set>
                                        <p:anim calcmode="lin" valueType="num">
                                          <p:cBhvr>
                                            <p:cTn id="70" dur="750" fill="hold"/>
                                            <p:tgtEl>
                                              <p:spTgt spid="34"/>
                                            </p:tgtEl>
                                            <p:attrNameLst>
                                              <p:attrName>ppt_w</p:attrName>
                                            </p:attrNameLst>
                                          </p:cBhvr>
                                          <p:tavLst>
                                            <p:tav tm="0">
                                              <p:val>
                                                <p:fltVal val="0"/>
                                              </p:val>
                                            </p:tav>
                                            <p:tav tm="100000">
                                              <p:val>
                                                <p:strVal val="#ppt_w"/>
                                              </p:val>
                                            </p:tav>
                                          </p:tavLst>
                                        </p:anim>
                                        <p:anim calcmode="lin" valueType="num">
                                          <p:cBhvr>
                                            <p:cTn id="71" dur="750" fill="hold"/>
                                            <p:tgtEl>
                                              <p:spTgt spid="34"/>
                                            </p:tgtEl>
                                            <p:attrNameLst>
                                              <p:attrName>ppt_h</p:attrName>
                                            </p:attrNameLst>
                                          </p:cBhvr>
                                          <p:tavLst>
                                            <p:tav tm="0">
                                              <p:val>
                                                <p:fltVal val="0"/>
                                              </p:val>
                                            </p:tav>
                                            <p:tav tm="100000">
                                              <p:val>
                                                <p:strVal val="#ppt_h"/>
                                              </p:val>
                                            </p:tav>
                                          </p:tavLst>
                                        </p:anim>
                                        <p:animEffect transition="in" filter="fade">
                                          <p:cBhvr>
                                            <p:cTn id="72" dur="750"/>
                                            <p:tgtEl>
                                              <p:spTgt spid="34"/>
                                            </p:tgtEl>
                                          </p:cBhvr>
                                        </p:animEffect>
                                      </p:childTnLst>
                                    </p:cTn>
                                  </p:par>
                                  <p:par>
                                    <p:cTn id="73" presetID="53" presetClass="entr" presetSubtype="16" fill="hold" grpId="0" nodeType="withEffect">
                                      <p:stCondLst>
                                        <p:cond delay="1000"/>
                                      </p:stCondLst>
                                      <p:childTnLst>
                                        <p:set>
                                          <p:cBhvr>
                                            <p:cTn id="74" dur="1" fill="hold">
                                              <p:stCondLst>
                                                <p:cond delay="0"/>
                                              </p:stCondLst>
                                            </p:cTn>
                                            <p:tgtEl>
                                              <p:spTgt spid="33"/>
                                            </p:tgtEl>
                                            <p:attrNameLst>
                                              <p:attrName>style.visibility</p:attrName>
                                            </p:attrNameLst>
                                          </p:cBhvr>
                                          <p:to>
                                            <p:strVal val="visible"/>
                                          </p:to>
                                        </p:set>
                                        <p:anim calcmode="lin" valueType="num">
                                          <p:cBhvr>
                                            <p:cTn id="75" dur="750" fill="hold"/>
                                            <p:tgtEl>
                                              <p:spTgt spid="33"/>
                                            </p:tgtEl>
                                            <p:attrNameLst>
                                              <p:attrName>ppt_w</p:attrName>
                                            </p:attrNameLst>
                                          </p:cBhvr>
                                          <p:tavLst>
                                            <p:tav tm="0">
                                              <p:val>
                                                <p:fltVal val="0"/>
                                              </p:val>
                                            </p:tav>
                                            <p:tav tm="100000">
                                              <p:val>
                                                <p:strVal val="#ppt_w"/>
                                              </p:val>
                                            </p:tav>
                                          </p:tavLst>
                                        </p:anim>
                                        <p:anim calcmode="lin" valueType="num">
                                          <p:cBhvr>
                                            <p:cTn id="76" dur="750" fill="hold"/>
                                            <p:tgtEl>
                                              <p:spTgt spid="33"/>
                                            </p:tgtEl>
                                            <p:attrNameLst>
                                              <p:attrName>ppt_h</p:attrName>
                                            </p:attrNameLst>
                                          </p:cBhvr>
                                          <p:tavLst>
                                            <p:tav tm="0">
                                              <p:val>
                                                <p:fltVal val="0"/>
                                              </p:val>
                                            </p:tav>
                                            <p:tav tm="100000">
                                              <p:val>
                                                <p:strVal val="#ppt_h"/>
                                              </p:val>
                                            </p:tav>
                                          </p:tavLst>
                                        </p:anim>
                                        <p:animEffect transition="in" filter="fade">
                                          <p:cBhvr>
                                            <p:cTn id="77" dur="750"/>
                                            <p:tgtEl>
                                              <p:spTgt spid="33"/>
                                            </p:tgtEl>
                                          </p:cBhvr>
                                        </p:animEffect>
                                      </p:childTnLst>
                                    </p:cTn>
                                  </p:par>
                                  <p:par>
                                    <p:cTn id="78" presetID="53" presetClass="entr" presetSubtype="16" fill="hold" grpId="0" nodeType="withEffect">
                                      <p:stCondLst>
                                        <p:cond delay="1000"/>
                                      </p:stCondLst>
                                      <p:childTnLst>
                                        <p:set>
                                          <p:cBhvr>
                                            <p:cTn id="79" dur="1" fill="hold">
                                              <p:stCondLst>
                                                <p:cond delay="0"/>
                                              </p:stCondLst>
                                            </p:cTn>
                                            <p:tgtEl>
                                              <p:spTgt spid="92"/>
                                            </p:tgtEl>
                                            <p:attrNameLst>
                                              <p:attrName>style.visibility</p:attrName>
                                            </p:attrNameLst>
                                          </p:cBhvr>
                                          <p:to>
                                            <p:strVal val="visible"/>
                                          </p:to>
                                        </p:set>
                                        <p:anim calcmode="lin" valueType="num">
                                          <p:cBhvr>
                                            <p:cTn id="80" dur="750" fill="hold"/>
                                            <p:tgtEl>
                                              <p:spTgt spid="92"/>
                                            </p:tgtEl>
                                            <p:attrNameLst>
                                              <p:attrName>ppt_w</p:attrName>
                                            </p:attrNameLst>
                                          </p:cBhvr>
                                          <p:tavLst>
                                            <p:tav tm="0">
                                              <p:val>
                                                <p:fltVal val="0"/>
                                              </p:val>
                                            </p:tav>
                                            <p:tav tm="100000">
                                              <p:val>
                                                <p:strVal val="#ppt_w"/>
                                              </p:val>
                                            </p:tav>
                                          </p:tavLst>
                                        </p:anim>
                                        <p:anim calcmode="lin" valueType="num">
                                          <p:cBhvr>
                                            <p:cTn id="81" dur="750" fill="hold"/>
                                            <p:tgtEl>
                                              <p:spTgt spid="92"/>
                                            </p:tgtEl>
                                            <p:attrNameLst>
                                              <p:attrName>ppt_h</p:attrName>
                                            </p:attrNameLst>
                                          </p:cBhvr>
                                          <p:tavLst>
                                            <p:tav tm="0">
                                              <p:val>
                                                <p:fltVal val="0"/>
                                              </p:val>
                                            </p:tav>
                                            <p:tav tm="100000">
                                              <p:val>
                                                <p:strVal val="#ppt_h"/>
                                              </p:val>
                                            </p:tav>
                                          </p:tavLst>
                                        </p:anim>
                                        <p:animEffect transition="in" filter="fade">
                                          <p:cBhvr>
                                            <p:cTn id="82" dur="750"/>
                                            <p:tgtEl>
                                              <p:spTgt spid="92"/>
                                            </p:tgtEl>
                                          </p:cBhvr>
                                        </p:animEffect>
                                      </p:childTnLst>
                                    </p:cTn>
                                  </p:par>
                                  <p:par>
                                    <p:cTn id="83" presetID="53" presetClass="entr" presetSubtype="16" fill="hold" grpId="0" nodeType="withEffect">
                                      <p:stCondLst>
                                        <p:cond delay="1000"/>
                                      </p:stCondLst>
                                      <p:childTnLst>
                                        <p:set>
                                          <p:cBhvr>
                                            <p:cTn id="84" dur="1" fill="hold">
                                              <p:stCondLst>
                                                <p:cond delay="0"/>
                                              </p:stCondLst>
                                            </p:cTn>
                                            <p:tgtEl>
                                              <p:spTgt spid="29"/>
                                            </p:tgtEl>
                                            <p:attrNameLst>
                                              <p:attrName>style.visibility</p:attrName>
                                            </p:attrNameLst>
                                          </p:cBhvr>
                                          <p:to>
                                            <p:strVal val="visible"/>
                                          </p:to>
                                        </p:set>
                                        <p:anim calcmode="lin" valueType="num">
                                          <p:cBhvr>
                                            <p:cTn id="85" dur="750" fill="hold"/>
                                            <p:tgtEl>
                                              <p:spTgt spid="29"/>
                                            </p:tgtEl>
                                            <p:attrNameLst>
                                              <p:attrName>ppt_w</p:attrName>
                                            </p:attrNameLst>
                                          </p:cBhvr>
                                          <p:tavLst>
                                            <p:tav tm="0">
                                              <p:val>
                                                <p:fltVal val="0"/>
                                              </p:val>
                                            </p:tav>
                                            <p:tav tm="100000">
                                              <p:val>
                                                <p:strVal val="#ppt_w"/>
                                              </p:val>
                                            </p:tav>
                                          </p:tavLst>
                                        </p:anim>
                                        <p:anim calcmode="lin" valueType="num">
                                          <p:cBhvr>
                                            <p:cTn id="86" dur="750" fill="hold"/>
                                            <p:tgtEl>
                                              <p:spTgt spid="29"/>
                                            </p:tgtEl>
                                            <p:attrNameLst>
                                              <p:attrName>ppt_h</p:attrName>
                                            </p:attrNameLst>
                                          </p:cBhvr>
                                          <p:tavLst>
                                            <p:tav tm="0">
                                              <p:val>
                                                <p:fltVal val="0"/>
                                              </p:val>
                                            </p:tav>
                                            <p:tav tm="100000">
                                              <p:val>
                                                <p:strVal val="#ppt_h"/>
                                              </p:val>
                                            </p:tav>
                                          </p:tavLst>
                                        </p:anim>
                                        <p:animEffect transition="in" filter="fade">
                                          <p:cBhvr>
                                            <p:cTn id="87" dur="750"/>
                                            <p:tgtEl>
                                              <p:spTgt spid="29"/>
                                            </p:tgtEl>
                                          </p:cBhvr>
                                        </p:animEffect>
                                      </p:childTnLst>
                                    </p:cTn>
                                  </p:par>
                                  <p:par>
                                    <p:cTn id="88" presetID="53" presetClass="entr" presetSubtype="16" fill="hold" grpId="0" nodeType="withEffect">
                                      <p:stCondLst>
                                        <p:cond delay="1250"/>
                                      </p:stCondLst>
                                      <p:childTnLst>
                                        <p:set>
                                          <p:cBhvr>
                                            <p:cTn id="89" dur="1" fill="hold">
                                              <p:stCondLst>
                                                <p:cond delay="0"/>
                                              </p:stCondLst>
                                            </p:cTn>
                                            <p:tgtEl>
                                              <p:spTgt spid="28"/>
                                            </p:tgtEl>
                                            <p:attrNameLst>
                                              <p:attrName>style.visibility</p:attrName>
                                            </p:attrNameLst>
                                          </p:cBhvr>
                                          <p:to>
                                            <p:strVal val="visible"/>
                                          </p:to>
                                        </p:set>
                                        <p:anim calcmode="lin" valueType="num">
                                          <p:cBhvr>
                                            <p:cTn id="90" dur="750" fill="hold"/>
                                            <p:tgtEl>
                                              <p:spTgt spid="28"/>
                                            </p:tgtEl>
                                            <p:attrNameLst>
                                              <p:attrName>ppt_w</p:attrName>
                                            </p:attrNameLst>
                                          </p:cBhvr>
                                          <p:tavLst>
                                            <p:tav tm="0">
                                              <p:val>
                                                <p:fltVal val="0"/>
                                              </p:val>
                                            </p:tav>
                                            <p:tav tm="100000">
                                              <p:val>
                                                <p:strVal val="#ppt_w"/>
                                              </p:val>
                                            </p:tav>
                                          </p:tavLst>
                                        </p:anim>
                                        <p:anim calcmode="lin" valueType="num">
                                          <p:cBhvr>
                                            <p:cTn id="91" dur="750" fill="hold"/>
                                            <p:tgtEl>
                                              <p:spTgt spid="28"/>
                                            </p:tgtEl>
                                            <p:attrNameLst>
                                              <p:attrName>ppt_h</p:attrName>
                                            </p:attrNameLst>
                                          </p:cBhvr>
                                          <p:tavLst>
                                            <p:tav tm="0">
                                              <p:val>
                                                <p:fltVal val="0"/>
                                              </p:val>
                                            </p:tav>
                                            <p:tav tm="100000">
                                              <p:val>
                                                <p:strVal val="#ppt_h"/>
                                              </p:val>
                                            </p:tav>
                                          </p:tavLst>
                                        </p:anim>
                                        <p:animEffect transition="in" filter="fade">
                                          <p:cBhvr>
                                            <p:cTn id="92" dur="750"/>
                                            <p:tgtEl>
                                              <p:spTgt spid="28"/>
                                            </p:tgtEl>
                                          </p:cBhvr>
                                        </p:animEffect>
                                      </p:childTnLst>
                                    </p:cTn>
                                  </p:par>
                                  <p:par>
                                    <p:cTn id="93" presetID="53" presetClass="entr" presetSubtype="16" fill="hold" grpId="0" nodeType="withEffect">
                                      <p:stCondLst>
                                        <p:cond delay="1250"/>
                                      </p:stCondLst>
                                      <p:childTnLst>
                                        <p:set>
                                          <p:cBhvr>
                                            <p:cTn id="94" dur="1" fill="hold">
                                              <p:stCondLst>
                                                <p:cond delay="0"/>
                                              </p:stCondLst>
                                            </p:cTn>
                                            <p:tgtEl>
                                              <p:spTgt spid="95"/>
                                            </p:tgtEl>
                                            <p:attrNameLst>
                                              <p:attrName>style.visibility</p:attrName>
                                            </p:attrNameLst>
                                          </p:cBhvr>
                                          <p:to>
                                            <p:strVal val="visible"/>
                                          </p:to>
                                        </p:set>
                                        <p:anim calcmode="lin" valueType="num">
                                          <p:cBhvr>
                                            <p:cTn id="95" dur="750" fill="hold"/>
                                            <p:tgtEl>
                                              <p:spTgt spid="95"/>
                                            </p:tgtEl>
                                            <p:attrNameLst>
                                              <p:attrName>ppt_w</p:attrName>
                                            </p:attrNameLst>
                                          </p:cBhvr>
                                          <p:tavLst>
                                            <p:tav tm="0">
                                              <p:val>
                                                <p:fltVal val="0"/>
                                              </p:val>
                                            </p:tav>
                                            <p:tav tm="100000">
                                              <p:val>
                                                <p:strVal val="#ppt_w"/>
                                              </p:val>
                                            </p:tav>
                                          </p:tavLst>
                                        </p:anim>
                                        <p:anim calcmode="lin" valueType="num">
                                          <p:cBhvr>
                                            <p:cTn id="96" dur="750" fill="hold"/>
                                            <p:tgtEl>
                                              <p:spTgt spid="95"/>
                                            </p:tgtEl>
                                            <p:attrNameLst>
                                              <p:attrName>ppt_h</p:attrName>
                                            </p:attrNameLst>
                                          </p:cBhvr>
                                          <p:tavLst>
                                            <p:tav tm="0">
                                              <p:val>
                                                <p:fltVal val="0"/>
                                              </p:val>
                                            </p:tav>
                                            <p:tav tm="100000">
                                              <p:val>
                                                <p:strVal val="#ppt_h"/>
                                              </p:val>
                                            </p:tav>
                                          </p:tavLst>
                                        </p:anim>
                                        <p:animEffect transition="in" filter="fade">
                                          <p:cBhvr>
                                            <p:cTn id="97" dur="750"/>
                                            <p:tgtEl>
                                              <p:spTgt spid="95"/>
                                            </p:tgtEl>
                                          </p:cBhvr>
                                        </p:animEffect>
                                      </p:childTnLst>
                                    </p:cTn>
                                  </p:par>
                                  <p:par>
                                    <p:cTn id="98" presetID="53" presetClass="entr" presetSubtype="16" fill="hold" grpId="0" nodeType="withEffect">
                                      <p:stCondLst>
                                        <p:cond delay="1250"/>
                                      </p:stCondLst>
                                      <p:childTnLst>
                                        <p:set>
                                          <p:cBhvr>
                                            <p:cTn id="99" dur="1" fill="hold">
                                              <p:stCondLst>
                                                <p:cond delay="0"/>
                                              </p:stCondLst>
                                            </p:cTn>
                                            <p:tgtEl>
                                              <p:spTgt spid="35"/>
                                            </p:tgtEl>
                                            <p:attrNameLst>
                                              <p:attrName>style.visibility</p:attrName>
                                            </p:attrNameLst>
                                          </p:cBhvr>
                                          <p:to>
                                            <p:strVal val="visible"/>
                                          </p:to>
                                        </p:set>
                                        <p:anim calcmode="lin" valueType="num">
                                          <p:cBhvr>
                                            <p:cTn id="100" dur="750" fill="hold"/>
                                            <p:tgtEl>
                                              <p:spTgt spid="35"/>
                                            </p:tgtEl>
                                            <p:attrNameLst>
                                              <p:attrName>ppt_w</p:attrName>
                                            </p:attrNameLst>
                                          </p:cBhvr>
                                          <p:tavLst>
                                            <p:tav tm="0">
                                              <p:val>
                                                <p:fltVal val="0"/>
                                              </p:val>
                                            </p:tav>
                                            <p:tav tm="100000">
                                              <p:val>
                                                <p:strVal val="#ppt_w"/>
                                              </p:val>
                                            </p:tav>
                                          </p:tavLst>
                                        </p:anim>
                                        <p:anim calcmode="lin" valueType="num">
                                          <p:cBhvr>
                                            <p:cTn id="101" dur="750" fill="hold"/>
                                            <p:tgtEl>
                                              <p:spTgt spid="35"/>
                                            </p:tgtEl>
                                            <p:attrNameLst>
                                              <p:attrName>ppt_h</p:attrName>
                                            </p:attrNameLst>
                                          </p:cBhvr>
                                          <p:tavLst>
                                            <p:tav tm="0">
                                              <p:val>
                                                <p:fltVal val="0"/>
                                              </p:val>
                                            </p:tav>
                                            <p:tav tm="100000">
                                              <p:val>
                                                <p:strVal val="#ppt_h"/>
                                              </p:val>
                                            </p:tav>
                                          </p:tavLst>
                                        </p:anim>
                                        <p:animEffect transition="in" filter="fade">
                                          <p:cBhvr>
                                            <p:cTn id="102" dur="750"/>
                                            <p:tgtEl>
                                              <p:spTgt spid="35"/>
                                            </p:tgtEl>
                                          </p:cBhvr>
                                        </p:animEffect>
                                      </p:childTnLst>
                                    </p:cTn>
                                  </p:par>
                                  <p:par>
                                    <p:cTn id="103" presetID="53" presetClass="entr" presetSubtype="16" fill="hold" grpId="0" nodeType="withEffect">
                                      <p:stCondLst>
                                        <p:cond delay="1500"/>
                                      </p:stCondLst>
                                      <p:childTnLst>
                                        <p:set>
                                          <p:cBhvr>
                                            <p:cTn id="104" dur="1" fill="hold">
                                              <p:stCondLst>
                                                <p:cond delay="0"/>
                                              </p:stCondLst>
                                            </p:cTn>
                                            <p:tgtEl>
                                              <p:spTgt spid="30"/>
                                            </p:tgtEl>
                                            <p:attrNameLst>
                                              <p:attrName>style.visibility</p:attrName>
                                            </p:attrNameLst>
                                          </p:cBhvr>
                                          <p:to>
                                            <p:strVal val="visible"/>
                                          </p:to>
                                        </p:set>
                                        <p:anim calcmode="lin" valueType="num">
                                          <p:cBhvr>
                                            <p:cTn id="105" dur="750" fill="hold"/>
                                            <p:tgtEl>
                                              <p:spTgt spid="30"/>
                                            </p:tgtEl>
                                            <p:attrNameLst>
                                              <p:attrName>ppt_w</p:attrName>
                                            </p:attrNameLst>
                                          </p:cBhvr>
                                          <p:tavLst>
                                            <p:tav tm="0">
                                              <p:val>
                                                <p:fltVal val="0"/>
                                              </p:val>
                                            </p:tav>
                                            <p:tav tm="100000">
                                              <p:val>
                                                <p:strVal val="#ppt_w"/>
                                              </p:val>
                                            </p:tav>
                                          </p:tavLst>
                                        </p:anim>
                                        <p:anim calcmode="lin" valueType="num">
                                          <p:cBhvr>
                                            <p:cTn id="106" dur="750" fill="hold"/>
                                            <p:tgtEl>
                                              <p:spTgt spid="30"/>
                                            </p:tgtEl>
                                            <p:attrNameLst>
                                              <p:attrName>ppt_h</p:attrName>
                                            </p:attrNameLst>
                                          </p:cBhvr>
                                          <p:tavLst>
                                            <p:tav tm="0">
                                              <p:val>
                                                <p:fltVal val="0"/>
                                              </p:val>
                                            </p:tav>
                                            <p:tav tm="100000">
                                              <p:val>
                                                <p:strVal val="#ppt_h"/>
                                              </p:val>
                                            </p:tav>
                                          </p:tavLst>
                                        </p:anim>
                                        <p:animEffect transition="in" filter="fade">
                                          <p:cBhvr>
                                            <p:cTn id="107" dur="750"/>
                                            <p:tgtEl>
                                              <p:spTgt spid="30"/>
                                            </p:tgtEl>
                                          </p:cBhvr>
                                        </p:animEffect>
                                      </p:childTnLst>
                                    </p:cTn>
                                  </p:par>
                                  <p:par>
                                    <p:cTn id="108" presetID="53" presetClass="entr" presetSubtype="16" fill="hold" grpId="0" nodeType="withEffect">
                                      <p:stCondLst>
                                        <p:cond delay="1500"/>
                                      </p:stCondLst>
                                      <p:childTnLst>
                                        <p:set>
                                          <p:cBhvr>
                                            <p:cTn id="109" dur="1" fill="hold">
                                              <p:stCondLst>
                                                <p:cond delay="0"/>
                                              </p:stCondLst>
                                            </p:cTn>
                                            <p:tgtEl>
                                              <p:spTgt spid="93"/>
                                            </p:tgtEl>
                                            <p:attrNameLst>
                                              <p:attrName>style.visibility</p:attrName>
                                            </p:attrNameLst>
                                          </p:cBhvr>
                                          <p:to>
                                            <p:strVal val="visible"/>
                                          </p:to>
                                        </p:set>
                                        <p:anim calcmode="lin" valueType="num">
                                          <p:cBhvr>
                                            <p:cTn id="110" dur="750" fill="hold"/>
                                            <p:tgtEl>
                                              <p:spTgt spid="93"/>
                                            </p:tgtEl>
                                            <p:attrNameLst>
                                              <p:attrName>ppt_w</p:attrName>
                                            </p:attrNameLst>
                                          </p:cBhvr>
                                          <p:tavLst>
                                            <p:tav tm="0">
                                              <p:val>
                                                <p:fltVal val="0"/>
                                              </p:val>
                                            </p:tav>
                                            <p:tav tm="100000">
                                              <p:val>
                                                <p:strVal val="#ppt_w"/>
                                              </p:val>
                                            </p:tav>
                                          </p:tavLst>
                                        </p:anim>
                                        <p:anim calcmode="lin" valueType="num">
                                          <p:cBhvr>
                                            <p:cTn id="111" dur="750" fill="hold"/>
                                            <p:tgtEl>
                                              <p:spTgt spid="93"/>
                                            </p:tgtEl>
                                            <p:attrNameLst>
                                              <p:attrName>ppt_h</p:attrName>
                                            </p:attrNameLst>
                                          </p:cBhvr>
                                          <p:tavLst>
                                            <p:tav tm="0">
                                              <p:val>
                                                <p:fltVal val="0"/>
                                              </p:val>
                                            </p:tav>
                                            <p:tav tm="100000">
                                              <p:val>
                                                <p:strVal val="#ppt_h"/>
                                              </p:val>
                                            </p:tav>
                                          </p:tavLst>
                                        </p:anim>
                                        <p:animEffect transition="in" filter="fade">
                                          <p:cBhvr>
                                            <p:cTn id="112" dur="750"/>
                                            <p:tgtEl>
                                              <p:spTgt spid="93"/>
                                            </p:tgtEl>
                                          </p:cBhvr>
                                        </p:animEffect>
                                      </p:childTnLst>
                                    </p:cTn>
                                  </p:par>
                                  <p:par>
                                    <p:cTn id="113" presetID="53" presetClass="entr" presetSubtype="16" fill="hold" grpId="0" nodeType="withEffect">
                                      <p:stCondLst>
                                        <p:cond delay="1500"/>
                                      </p:stCondLst>
                                      <p:childTnLst>
                                        <p:set>
                                          <p:cBhvr>
                                            <p:cTn id="114" dur="1" fill="hold">
                                              <p:stCondLst>
                                                <p:cond delay="0"/>
                                              </p:stCondLst>
                                            </p:cTn>
                                            <p:tgtEl>
                                              <p:spTgt spid="32"/>
                                            </p:tgtEl>
                                            <p:attrNameLst>
                                              <p:attrName>style.visibility</p:attrName>
                                            </p:attrNameLst>
                                          </p:cBhvr>
                                          <p:to>
                                            <p:strVal val="visible"/>
                                          </p:to>
                                        </p:set>
                                        <p:anim calcmode="lin" valueType="num">
                                          <p:cBhvr>
                                            <p:cTn id="115" dur="750" fill="hold"/>
                                            <p:tgtEl>
                                              <p:spTgt spid="32"/>
                                            </p:tgtEl>
                                            <p:attrNameLst>
                                              <p:attrName>ppt_w</p:attrName>
                                            </p:attrNameLst>
                                          </p:cBhvr>
                                          <p:tavLst>
                                            <p:tav tm="0">
                                              <p:val>
                                                <p:fltVal val="0"/>
                                              </p:val>
                                            </p:tav>
                                            <p:tav tm="100000">
                                              <p:val>
                                                <p:strVal val="#ppt_w"/>
                                              </p:val>
                                            </p:tav>
                                          </p:tavLst>
                                        </p:anim>
                                        <p:anim calcmode="lin" valueType="num">
                                          <p:cBhvr>
                                            <p:cTn id="116" dur="750" fill="hold"/>
                                            <p:tgtEl>
                                              <p:spTgt spid="32"/>
                                            </p:tgtEl>
                                            <p:attrNameLst>
                                              <p:attrName>ppt_h</p:attrName>
                                            </p:attrNameLst>
                                          </p:cBhvr>
                                          <p:tavLst>
                                            <p:tav tm="0">
                                              <p:val>
                                                <p:fltVal val="0"/>
                                              </p:val>
                                            </p:tav>
                                            <p:tav tm="100000">
                                              <p:val>
                                                <p:strVal val="#ppt_h"/>
                                              </p:val>
                                            </p:tav>
                                          </p:tavLst>
                                        </p:anim>
                                        <p:animEffect transition="in" filter="fade">
                                          <p:cBhvr>
                                            <p:cTn id="117" dur="75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35" grpId="0" animBg="1"/>
          <p:bldP spid="26" grpId="0"/>
          <p:bldP spid="27" grpId="0"/>
          <p:bldP spid="28" grpId="0"/>
          <p:bldP spid="29" grpId="0"/>
          <p:bldP spid="30" grpId="0"/>
          <p:bldP spid="91" grpId="0"/>
          <p:bldP spid="92" grpId="0"/>
          <p:bldP spid="93" grpId="0"/>
          <p:bldP spid="94" grpId="0"/>
          <p:bldP spid="95" grpId="0"/>
        </p:bldLst>
      </p:timing>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Group 54">
            <a:extLst>
              <a:ext uri="{FF2B5EF4-FFF2-40B4-BE49-F238E27FC236}">
                <a16:creationId xmlns:a16="http://schemas.microsoft.com/office/drawing/2014/main" id="{CA28E7EE-594C-49E6-A6D3-74CB86036E5C}"/>
              </a:ext>
            </a:extLst>
          </p:cNvPr>
          <p:cNvGrpSpPr/>
          <p:nvPr/>
        </p:nvGrpSpPr>
        <p:grpSpPr>
          <a:xfrm>
            <a:off x="4937126" y="1951038"/>
            <a:ext cx="2259013" cy="1230313"/>
            <a:chOff x="4937126" y="1951038"/>
            <a:chExt cx="2259013" cy="1230313"/>
          </a:xfrm>
          <a:effectLst>
            <a:outerShdw blurRad="127000" dist="76200" dir="2700000" algn="tl" rotWithShape="0">
              <a:prstClr val="black">
                <a:alpha val="30000"/>
              </a:prstClr>
            </a:outerShdw>
          </a:effectLst>
        </p:grpSpPr>
        <p:sp>
          <p:nvSpPr>
            <p:cNvPr id="6" name="Rectangle 5">
              <a:extLst>
                <a:ext uri="{FF2B5EF4-FFF2-40B4-BE49-F238E27FC236}">
                  <a16:creationId xmlns:a16="http://schemas.microsoft.com/office/drawing/2014/main" id="{31469744-78EF-472A-9D53-D3A541AD1B00}"/>
                </a:ext>
              </a:extLst>
            </p:cNvPr>
            <p:cNvSpPr>
              <a:spLocks noChangeArrowheads="1"/>
            </p:cNvSpPr>
            <p:nvPr/>
          </p:nvSpPr>
          <p:spPr bwMode="auto">
            <a:xfrm>
              <a:off x="4937126" y="3140076"/>
              <a:ext cx="1676400" cy="41275"/>
            </a:xfrm>
            <a:prstGeom prst="rect">
              <a:avLst/>
            </a:pr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7" name="Freeform 6">
              <a:extLst>
                <a:ext uri="{FF2B5EF4-FFF2-40B4-BE49-F238E27FC236}">
                  <a16:creationId xmlns:a16="http://schemas.microsoft.com/office/drawing/2014/main" id="{AB48B3F8-057F-482C-8681-EFE7E68A9D6E}"/>
                </a:ext>
              </a:extLst>
            </p:cNvPr>
            <p:cNvSpPr>
              <a:spLocks/>
            </p:cNvSpPr>
            <p:nvPr/>
          </p:nvSpPr>
          <p:spPr bwMode="auto">
            <a:xfrm>
              <a:off x="6613526" y="2546351"/>
              <a:ext cx="582613" cy="635000"/>
            </a:xfrm>
            <a:custGeom>
              <a:avLst/>
              <a:gdLst>
                <a:gd name="T0" fmla="*/ 367 w 367"/>
                <a:gd name="T1" fmla="*/ 0 h 400"/>
                <a:gd name="T2" fmla="*/ 367 w 367"/>
                <a:gd name="T3" fmla="*/ 25 h 400"/>
                <a:gd name="T4" fmla="*/ 0 w 367"/>
                <a:gd name="T5" fmla="*/ 400 h 400"/>
                <a:gd name="T6" fmla="*/ 0 w 367"/>
                <a:gd name="T7" fmla="*/ 374 h 400"/>
                <a:gd name="T8" fmla="*/ 367 w 367"/>
                <a:gd name="T9" fmla="*/ 0 h 400"/>
              </a:gdLst>
              <a:ahLst/>
              <a:cxnLst>
                <a:cxn ang="0">
                  <a:pos x="T0" y="T1"/>
                </a:cxn>
                <a:cxn ang="0">
                  <a:pos x="T2" y="T3"/>
                </a:cxn>
                <a:cxn ang="0">
                  <a:pos x="T4" y="T5"/>
                </a:cxn>
                <a:cxn ang="0">
                  <a:pos x="T6" y="T7"/>
                </a:cxn>
                <a:cxn ang="0">
                  <a:pos x="T8" y="T9"/>
                </a:cxn>
              </a:cxnLst>
              <a:rect l="0" t="0" r="r" b="b"/>
              <a:pathLst>
                <a:path w="367" h="400">
                  <a:moveTo>
                    <a:pt x="367" y="0"/>
                  </a:moveTo>
                  <a:lnTo>
                    <a:pt x="367" y="25"/>
                  </a:lnTo>
                  <a:lnTo>
                    <a:pt x="0" y="400"/>
                  </a:lnTo>
                  <a:lnTo>
                    <a:pt x="0" y="374"/>
                  </a:lnTo>
                  <a:lnTo>
                    <a:pt x="367" y="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43BEE4E3-98C1-4A7E-AF6A-E6E42BDCE8FA}"/>
                </a:ext>
              </a:extLst>
            </p:cNvPr>
            <p:cNvSpPr>
              <a:spLocks/>
            </p:cNvSpPr>
            <p:nvPr/>
          </p:nvSpPr>
          <p:spPr bwMode="auto">
            <a:xfrm>
              <a:off x="4937126" y="1951038"/>
              <a:ext cx="2259013" cy="1189038"/>
            </a:xfrm>
            <a:custGeom>
              <a:avLst/>
              <a:gdLst>
                <a:gd name="T0" fmla="*/ 1056 w 1423"/>
                <a:gd name="T1" fmla="*/ 0 h 749"/>
                <a:gd name="T2" fmla="*/ 1423 w 1423"/>
                <a:gd name="T3" fmla="*/ 375 h 749"/>
                <a:gd name="T4" fmla="*/ 1056 w 1423"/>
                <a:gd name="T5" fmla="*/ 749 h 749"/>
                <a:gd name="T6" fmla="*/ 0 w 1423"/>
                <a:gd name="T7" fmla="*/ 749 h 749"/>
                <a:gd name="T8" fmla="*/ 369 w 1423"/>
                <a:gd name="T9" fmla="*/ 375 h 749"/>
                <a:gd name="T10" fmla="*/ 0 w 1423"/>
                <a:gd name="T11" fmla="*/ 0 h 749"/>
                <a:gd name="T12" fmla="*/ 1056 w 1423"/>
                <a:gd name="T13" fmla="*/ 0 h 749"/>
              </a:gdLst>
              <a:ahLst/>
              <a:cxnLst>
                <a:cxn ang="0">
                  <a:pos x="T0" y="T1"/>
                </a:cxn>
                <a:cxn ang="0">
                  <a:pos x="T2" y="T3"/>
                </a:cxn>
                <a:cxn ang="0">
                  <a:pos x="T4" y="T5"/>
                </a:cxn>
                <a:cxn ang="0">
                  <a:pos x="T6" y="T7"/>
                </a:cxn>
                <a:cxn ang="0">
                  <a:pos x="T8" y="T9"/>
                </a:cxn>
                <a:cxn ang="0">
                  <a:pos x="T10" y="T11"/>
                </a:cxn>
                <a:cxn ang="0">
                  <a:pos x="T12" y="T13"/>
                </a:cxn>
              </a:cxnLst>
              <a:rect l="0" t="0" r="r" b="b"/>
              <a:pathLst>
                <a:path w="1423" h="749">
                  <a:moveTo>
                    <a:pt x="1056" y="0"/>
                  </a:moveTo>
                  <a:lnTo>
                    <a:pt x="1423" y="375"/>
                  </a:lnTo>
                  <a:lnTo>
                    <a:pt x="1056" y="749"/>
                  </a:lnTo>
                  <a:lnTo>
                    <a:pt x="0" y="749"/>
                  </a:lnTo>
                  <a:lnTo>
                    <a:pt x="369" y="375"/>
                  </a:lnTo>
                  <a:lnTo>
                    <a:pt x="0" y="0"/>
                  </a:lnTo>
                  <a:lnTo>
                    <a:pt x="1056"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554E1ABD-4B23-4D83-A6A1-3A9EB5ED5560}"/>
                </a:ext>
              </a:extLst>
            </p:cNvPr>
            <p:cNvSpPr>
              <a:spLocks/>
            </p:cNvSpPr>
            <p:nvPr/>
          </p:nvSpPr>
          <p:spPr bwMode="auto">
            <a:xfrm>
              <a:off x="4937126" y="1951038"/>
              <a:ext cx="585788" cy="612775"/>
            </a:xfrm>
            <a:custGeom>
              <a:avLst/>
              <a:gdLst>
                <a:gd name="T0" fmla="*/ 0 w 369"/>
                <a:gd name="T1" fmla="*/ 0 h 386"/>
                <a:gd name="T2" fmla="*/ 0 w 369"/>
                <a:gd name="T3" fmla="*/ 23 h 386"/>
                <a:gd name="T4" fmla="*/ 355 w 369"/>
                <a:gd name="T5" fmla="*/ 386 h 386"/>
                <a:gd name="T6" fmla="*/ 369 w 369"/>
                <a:gd name="T7" fmla="*/ 375 h 386"/>
                <a:gd name="T8" fmla="*/ 0 w 369"/>
                <a:gd name="T9" fmla="*/ 0 h 386"/>
              </a:gdLst>
              <a:ahLst/>
              <a:cxnLst>
                <a:cxn ang="0">
                  <a:pos x="T0" y="T1"/>
                </a:cxn>
                <a:cxn ang="0">
                  <a:pos x="T2" y="T3"/>
                </a:cxn>
                <a:cxn ang="0">
                  <a:pos x="T4" y="T5"/>
                </a:cxn>
                <a:cxn ang="0">
                  <a:pos x="T6" y="T7"/>
                </a:cxn>
                <a:cxn ang="0">
                  <a:pos x="T8" y="T9"/>
                </a:cxn>
              </a:cxnLst>
              <a:rect l="0" t="0" r="r" b="b"/>
              <a:pathLst>
                <a:path w="369" h="386">
                  <a:moveTo>
                    <a:pt x="0" y="0"/>
                  </a:moveTo>
                  <a:lnTo>
                    <a:pt x="0" y="23"/>
                  </a:lnTo>
                  <a:lnTo>
                    <a:pt x="355" y="386"/>
                  </a:lnTo>
                  <a:lnTo>
                    <a:pt x="369" y="375"/>
                  </a:lnTo>
                  <a:lnTo>
                    <a:pt x="0" y="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 name="Freeform 17">
              <a:extLst>
                <a:ext uri="{FF2B5EF4-FFF2-40B4-BE49-F238E27FC236}">
                  <a16:creationId xmlns:a16="http://schemas.microsoft.com/office/drawing/2014/main" id="{A3294FA1-B019-4342-9938-574E3B7B93DC}"/>
                </a:ext>
              </a:extLst>
            </p:cNvPr>
            <p:cNvSpPr>
              <a:spLocks/>
            </p:cNvSpPr>
            <p:nvPr/>
          </p:nvSpPr>
          <p:spPr bwMode="auto">
            <a:xfrm>
              <a:off x="4937126" y="2546351"/>
              <a:ext cx="2259013" cy="593725"/>
            </a:xfrm>
            <a:custGeom>
              <a:avLst/>
              <a:gdLst>
                <a:gd name="T0" fmla="*/ 0 w 1423"/>
                <a:gd name="T1" fmla="*/ 374 h 374"/>
                <a:gd name="T2" fmla="*/ 1056 w 1423"/>
                <a:gd name="T3" fmla="*/ 374 h 374"/>
                <a:gd name="T4" fmla="*/ 1423 w 1423"/>
                <a:gd name="T5" fmla="*/ 0 h 374"/>
                <a:gd name="T6" fmla="*/ 369 w 1423"/>
                <a:gd name="T7" fmla="*/ 0 h 374"/>
                <a:gd name="T8" fmla="*/ 0 w 1423"/>
                <a:gd name="T9" fmla="*/ 374 h 374"/>
              </a:gdLst>
              <a:ahLst/>
              <a:cxnLst>
                <a:cxn ang="0">
                  <a:pos x="T0" y="T1"/>
                </a:cxn>
                <a:cxn ang="0">
                  <a:pos x="T2" y="T3"/>
                </a:cxn>
                <a:cxn ang="0">
                  <a:pos x="T4" y="T5"/>
                </a:cxn>
                <a:cxn ang="0">
                  <a:pos x="T6" y="T7"/>
                </a:cxn>
                <a:cxn ang="0">
                  <a:pos x="T8" y="T9"/>
                </a:cxn>
              </a:cxnLst>
              <a:rect l="0" t="0" r="r" b="b"/>
              <a:pathLst>
                <a:path w="1423" h="374">
                  <a:moveTo>
                    <a:pt x="0" y="374"/>
                  </a:moveTo>
                  <a:lnTo>
                    <a:pt x="1056" y="374"/>
                  </a:lnTo>
                  <a:lnTo>
                    <a:pt x="1423" y="0"/>
                  </a:lnTo>
                  <a:lnTo>
                    <a:pt x="369" y="0"/>
                  </a:lnTo>
                  <a:lnTo>
                    <a:pt x="0" y="374"/>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4" name="Group 53">
            <a:extLst>
              <a:ext uri="{FF2B5EF4-FFF2-40B4-BE49-F238E27FC236}">
                <a16:creationId xmlns:a16="http://schemas.microsoft.com/office/drawing/2014/main" id="{E95DE68A-4089-49FE-A218-4AA3819B791E}"/>
              </a:ext>
            </a:extLst>
          </p:cNvPr>
          <p:cNvGrpSpPr/>
          <p:nvPr/>
        </p:nvGrpSpPr>
        <p:grpSpPr>
          <a:xfrm>
            <a:off x="3000376" y="1951038"/>
            <a:ext cx="2255838" cy="1230313"/>
            <a:chOff x="3000376" y="1951038"/>
            <a:chExt cx="2255838" cy="1230313"/>
          </a:xfrm>
          <a:effectLst>
            <a:outerShdw blurRad="127000" dist="76200" dir="2700000" algn="tl" rotWithShape="0">
              <a:prstClr val="black">
                <a:alpha val="30000"/>
              </a:prstClr>
            </a:outerShdw>
          </a:effectLst>
        </p:grpSpPr>
        <p:sp>
          <p:nvSpPr>
            <p:cNvPr id="10" name="Rectangle 9">
              <a:extLst>
                <a:ext uri="{FF2B5EF4-FFF2-40B4-BE49-F238E27FC236}">
                  <a16:creationId xmlns:a16="http://schemas.microsoft.com/office/drawing/2014/main" id="{4388F2BF-97FE-4377-B3D1-2B310D30179B}"/>
                </a:ext>
              </a:extLst>
            </p:cNvPr>
            <p:cNvSpPr>
              <a:spLocks noChangeArrowheads="1"/>
            </p:cNvSpPr>
            <p:nvPr/>
          </p:nvSpPr>
          <p:spPr bwMode="auto">
            <a:xfrm>
              <a:off x="3000376" y="3140076"/>
              <a:ext cx="1673225" cy="41275"/>
            </a:xfrm>
            <a:prstGeom prst="rect">
              <a:avLst/>
            </a:pr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C59BC3C1-A066-4A2D-8319-0710007B7F78}"/>
                </a:ext>
              </a:extLst>
            </p:cNvPr>
            <p:cNvSpPr>
              <a:spLocks/>
            </p:cNvSpPr>
            <p:nvPr/>
          </p:nvSpPr>
          <p:spPr bwMode="auto">
            <a:xfrm>
              <a:off x="4673601" y="2546351"/>
              <a:ext cx="582613" cy="635000"/>
            </a:xfrm>
            <a:custGeom>
              <a:avLst/>
              <a:gdLst>
                <a:gd name="T0" fmla="*/ 367 w 367"/>
                <a:gd name="T1" fmla="*/ 0 h 400"/>
                <a:gd name="T2" fmla="*/ 367 w 367"/>
                <a:gd name="T3" fmla="*/ 25 h 400"/>
                <a:gd name="T4" fmla="*/ 0 w 367"/>
                <a:gd name="T5" fmla="*/ 400 h 400"/>
                <a:gd name="T6" fmla="*/ 0 w 367"/>
                <a:gd name="T7" fmla="*/ 374 h 400"/>
                <a:gd name="T8" fmla="*/ 367 w 367"/>
                <a:gd name="T9" fmla="*/ 0 h 400"/>
              </a:gdLst>
              <a:ahLst/>
              <a:cxnLst>
                <a:cxn ang="0">
                  <a:pos x="T0" y="T1"/>
                </a:cxn>
                <a:cxn ang="0">
                  <a:pos x="T2" y="T3"/>
                </a:cxn>
                <a:cxn ang="0">
                  <a:pos x="T4" y="T5"/>
                </a:cxn>
                <a:cxn ang="0">
                  <a:pos x="T6" y="T7"/>
                </a:cxn>
                <a:cxn ang="0">
                  <a:pos x="T8" y="T9"/>
                </a:cxn>
              </a:cxnLst>
              <a:rect l="0" t="0" r="r" b="b"/>
              <a:pathLst>
                <a:path w="367" h="400">
                  <a:moveTo>
                    <a:pt x="367" y="0"/>
                  </a:moveTo>
                  <a:lnTo>
                    <a:pt x="367" y="25"/>
                  </a:lnTo>
                  <a:lnTo>
                    <a:pt x="0" y="400"/>
                  </a:lnTo>
                  <a:lnTo>
                    <a:pt x="0" y="374"/>
                  </a:lnTo>
                  <a:lnTo>
                    <a:pt x="367" y="0"/>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E883CBAC-9287-4D80-9AF5-BFFF89B67071}"/>
                </a:ext>
              </a:extLst>
            </p:cNvPr>
            <p:cNvSpPr>
              <a:spLocks/>
            </p:cNvSpPr>
            <p:nvPr/>
          </p:nvSpPr>
          <p:spPr bwMode="auto">
            <a:xfrm>
              <a:off x="3000376" y="1951038"/>
              <a:ext cx="2255838" cy="1189038"/>
            </a:xfrm>
            <a:custGeom>
              <a:avLst/>
              <a:gdLst>
                <a:gd name="T0" fmla="*/ 1054 w 1421"/>
                <a:gd name="T1" fmla="*/ 0 h 749"/>
                <a:gd name="T2" fmla="*/ 1421 w 1421"/>
                <a:gd name="T3" fmla="*/ 375 h 749"/>
                <a:gd name="T4" fmla="*/ 1054 w 1421"/>
                <a:gd name="T5" fmla="*/ 749 h 749"/>
                <a:gd name="T6" fmla="*/ 0 w 1421"/>
                <a:gd name="T7" fmla="*/ 749 h 749"/>
                <a:gd name="T8" fmla="*/ 367 w 1421"/>
                <a:gd name="T9" fmla="*/ 375 h 749"/>
                <a:gd name="T10" fmla="*/ 0 w 1421"/>
                <a:gd name="T11" fmla="*/ 0 h 749"/>
                <a:gd name="T12" fmla="*/ 1054 w 1421"/>
                <a:gd name="T13" fmla="*/ 0 h 749"/>
              </a:gdLst>
              <a:ahLst/>
              <a:cxnLst>
                <a:cxn ang="0">
                  <a:pos x="T0" y="T1"/>
                </a:cxn>
                <a:cxn ang="0">
                  <a:pos x="T2" y="T3"/>
                </a:cxn>
                <a:cxn ang="0">
                  <a:pos x="T4" y="T5"/>
                </a:cxn>
                <a:cxn ang="0">
                  <a:pos x="T6" y="T7"/>
                </a:cxn>
                <a:cxn ang="0">
                  <a:pos x="T8" y="T9"/>
                </a:cxn>
                <a:cxn ang="0">
                  <a:pos x="T10" y="T11"/>
                </a:cxn>
                <a:cxn ang="0">
                  <a:pos x="T12" y="T13"/>
                </a:cxn>
              </a:cxnLst>
              <a:rect l="0" t="0" r="r" b="b"/>
              <a:pathLst>
                <a:path w="1421" h="749">
                  <a:moveTo>
                    <a:pt x="1054" y="0"/>
                  </a:moveTo>
                  <a:lnTo>
                    <a:pt x="1421" y="375"/>
                  </a:lnTo>
                  <a:lnTo>
                    <a:pt x="1054" y="749"/>
                  </a:lnTo>
                  <a:lnTo>
                    <a:pt x="0" y="749"/>
                  </a:lnTo>
                  <a:lnTo>
                    <a:pt x="367" y="375"/>
                  </a:lnTo>
                  <a:lnTo>
                    <a:pt x="0" y="0"/>
                  </a:lnTo>
                  <a:lnTo>
                    <a:pt x="1054"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7BBB0639-9093-4235-A364-1B413DDA7584}"/>
                </a:ext>
              </a:extLst>
            </p:cNvPr>
            <p:cNvSpPr>
              <a:spLocks/>
            </p:cNvSpPr>
            <p:nvPr/>
          </p:nvSpPr>
          <p:spPr bwMode="auto">
            <a:xfrm>
              <a:off x="3000376" y="1951038"/>
              <a:ext cx="582613" cy="612775"/>
            </a:xfrm>
            <a:custGeom>
              <a:avLst/>
              <a:gdLst>
                <a:gd name="T0" fmla="*/ 0 w 367"/>
                <a:gd name="T1" fmla="*/ 0 h 386"/>
                <a:gd name="T2" fmla="*/ 0 w 367"/>
                <a:gd name="T3" fmla="*/ 23 h 386"/>
                <a:gd name="T4" fmla="*/ 355 w 367"/>
                <a:gd name="T5" fmla="*/ 386 h 386"/>
                <a:gd name="T6" fmla="*/ 367 w 367"/>
                <a:gd name="T7" fmla="*/ 375 h 386"/>
                <a:gd name="T8" fmla="*/ 0 w 367"/>
                <a:gd name="T9" fmla="*/ 0 h 386"/>
              </a:gdLst>
              <a:ahLst/>
              <a:cxnLst>
                <a:cxn ang="0">
                  <a:pos x="T0" y="T1"/>
                </a:cxn>
                <a:cxn ang="0">
                  <a:pos x="T2" y="T3"/>
                </a:cxn>
                <a:cxn ang="0">
                  <a:pos x="T4" y="T5"/>
                </a:cxn>
                <a:cxn ang="0">
                  <a:pos x="T6" y="T7"/>
                </a:cxn>
                <a:cxn ang="0">
                  <a:pos x="T8" y="T9"/>
                </a:cxn>
              </a:cxnLst>
              <a:rect l="0" t="0" r="r" b="b"/>
              <a:pathLst>
                <a:path w="367" h="386">
                  <a:moveTo>
                    <a:pt x="0" y="0"/>
                  </a:moveTo>
                  <a:lnTo>
                    <a:pt x="0" y="23"/>
                  </a:lnTo>
                  <a:lnTo>
                    <a:pt x="355" y="386"/>
                  </a:lnTo>
                  <a:lnTo>
                    <a:pt x="367" y="375"/>
                  </a:lnTo>
                  <a:lnTo>
                    <a:pt x="0" y="0"/>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D6A74BBF-9D04-4ADF-9D41-22E848965BDF}"/>
                </a:ext>
              </a:extLst>
            </p:cNvPr>
            <p:cNvSpPr>
              <a:spLocks/>
            </p:cNvSpPr>
            <p:nvPr/>
          </p:nvSpPr>
          <p:spPr bwMode="auto">
            <a:xfrm>
              <a:off x="3000376" y="2546351"/>
              <a:ext cx="2255838" cy="593725"/>
            </a:xfrm>
            <a:custGeom>
              <a:avLst/>
              <a:gdLst>
                <a:gd name="T0" fmla="*/ 0 w 1421"/>
                <a:gd name="T1" fmla="*/ 374 h 374"/>
                <a:gd name="T2" fmla="*/ 1054 w 1421"/>
                <a:gd name="T3" fmla="*/ 374 h 374"/>
                <a:gd name="T4" fmla="*/ 1421 w 1421"/>
                <a:gd name="T5" fmla="*/ 0 h 374"/>
                <a:gd name="T6" fmla="*/ 367 w 1421"/>
                <a:gd name="T7" fmla="*/ 0 h 374"/>
                <a:gd name="T8" fmla="*/ 0 w 1421"/>
                <a:gd name="T9" fmla="*/ 374 h 374"/>
              </a:gdLst>
              <a:ahLst/>
              <a:cxnLst>
                <a:cxn ang="0">
                  <a:pos x="T0" y="T1"/>
                </a:cxn>
                <a:cxn ang="0">
                  <a:pos x="T2" y="T3"/>
                </a:cxn>
                <a:cxn ang="0">
                  <a:pos x="T4" y="T5"/>
                </a:cxn>
                <a:cxn ang="0">
                  <a:pos x="T6" y="T7"/>
                </a:cxn>
                <a:cxn ang="0">
                  <a:pos x="T8" y="T9"/>
                </a:cxn>
              </a:cxnLst>
              <a:rect l="0" t="0" r="r" b="b"/>
              <a:pathLst>
                <a:path w="1421" h="374">
                  <a:moveTo>
                    <a:pt x="0" y="374"/>
                  </a:moveTo>
                  <a:lnTo>
                    <a:pt x="1054" y="374"/>
                  </a:lnTo>
                  <a:lnTo>
                    <a:pt x="1421" y="0"/>
                  </a:lnTo>
                  <a:lnTo>
                    <a:pt x="367" y="0"/>
                  </a:lnTo>
                  <a:lnTo>
                    <a:pt x="0" y="374"/>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3" name="Group 52">
            <a:extLst>
              <a:ext uri="{FF2B5EF4-FFF2-40B4-BE49-F238E27FC236}">
                <a16:creationId xmlns:a16="http://schemas.microsoft.com/office/drawing/2014/main" id="{E9C8BBE8-1FEB-4F64-9800-A6069C919772}"/>
              </a:ext>
            </a:extLst>
          </p:cNvPr>
          <p:cNvGrpSpPr/>
          <p:nvPr/>
        </p:nvGrpSpPr>
        <p:grpSpPr>
          <a:xfrm>
            <a:off x="1060451" y="1951038"/>
            <a:ext cx="2259013" cy="1230313"/>
            <a:chOff x="1060451" y="1951038"/>
            <a:chExt cx="2259013" cy="1230313"/>
          </a:xfrm>
          <a:effectLst>
            <a:outerShdw blurRad="127000" dist="76200" dir="2700000" algn="tl" rotWithShape="0">
              <a:prstClr val="black">
                <a:alpha val="30000"/>
              </a:prstClr>
            </a:outerShdw>
          </a:effectLst>
        </p:grpSpPr>
        <p:sp>
          <p:nvSpPr>
            <p:cNvPr id="14" name="Rectangle 13">
              <a:extLst>
                <a:ext uri="{FF2B5EF4-FFF2-40B4-BE49-F238E27FC236}">
                  <a16:creationId xmlns:a16="http://schemas.microsoft.com/office/drawing/2014/main" id="{E2CD1F05-BF1C-48C1-877D-F56418A20B31}"/>
                </a:ext>
              </a:extLst>
            </p:cNvPr>
            <p:cNvSpPr>
              <a:spLocks noChangeArrowheads="1"/>
            </p:cNvSpPr>
            <p:nvPr/>
          </p:nvSpPr>
          <p:spPr bwMode="auto">
            <a:xfrm>
              <a:off x="1060451" y="3140076"/>
              <a:ext cx="1673225" cy="41275"/>
            </a:xfrm>
            <a:prstGeom prst="rect">
              <a:avLst/>
            </a:pr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5" name="Freeform 14">
              <a:extLst>
                <a:ext uri="{FF2B5EF4-FFF2-40B4-BE49-F238E27FC236}">
                  <a16:creationId xmlns:a16="http://schemas.microsoft.com/office/drawing/2014/main" id="{F2B1C594-D25F-48EF-B9B5-4296DDB58EC3}"/>
                </a:ext>
              </a:extLst>
            </p:cNvPr>
            <p:cNvSpPr>
              <a:spLocks/>
            </p:cNvSpPr>
            <p:nvPr/>
          </p:nvSpPr>
          <p:spPr bwMode="auto">
            <a:xfrm>
              <a:off x="2733676" y="2546351"/>
              <a:ext cx="585788" cy="635000"/>
            </a:xfrm>
            <a:custGeom>
              <a:avLst/>
              <a:gdLst>
                <a:gd name="T0" fmla="*/ 369 w 369"/>
                <a:gd name="T1" fmla="*/ 0 h 400"/>
                <a:gd name="T2" fmla="*/ 369 w 369"/>
                <a:gd name="T3" fmla="*/ 25 h 400"/>
                <a:gd name="T4" fmla="*/ 0 w 369"/>
                <a:gd name="T5" fmla="*/ 400 h 400"/>
                <a:gd name="T6" fmla="*/ 0 w 369"/>
                <a:gd name="T7" fmla="*/ 374 h 400"/>
                <a:gd name="T8" fmla="*/ 369 w 369"/>
                <a:gd name="T9" fmla="*/ 0 h 400"/>
              </a:gdLst>
              <a:ahLst/>
              <a:cxnLst>
                <a:cxn ang="0">
                  <a:pos x="T0" y="T1"/>
                </a:cxn>
                <a:cxn ang="0">
                  <a:pos x="T2" y="T3"/>
                </a:cxn>
                <a:cxn ang="0">
                  <a:pos x="T4" y="T5"/>
                </a:cxn>
                <a:cxn ang="0">
                  <a:pos x="T6" y="T7"/>
                </a:cxn>
                <a:cxn ang="0">
                  <a:pos x="T8" y="T9"/>
                </a:cxn>
              </a:cxnLst>
              <a:rect l="0" t="0" r="r" b="b"/>
              <a:pathLst>
                <a:path w="369" h="400">
                  <a:moveTo>
                    <a:pt x="369" y="0"/>
                  </a:moveTo>
                  <a:lnTo>
                    <a:pt x="369" y="25"/>
                  </a:lnTo>
                  <a:lnTo>
                    <a:pt x="0" y="400"/>
                  </a:lnTo>
                  <a:lnTo>
                    <a:pt x="0" y="374"/>
                  </a:lnTo>
                  <a:lnTo>
                    <a:pt x="369" y="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6" name="Freeform 15">
              <a:extLst>
                <a:ext uri="{FF2B5EF4-FFF2-40B4-BE49-F238E27FC236}">
                  <a16:creationId xmlns:a16="http://schemas.microsoft.com/office/drawing/2014/main" id="{DC1968FD-2EA2-43B7-811F-8A7E9CAFA51F}"/>
                </a:ext>
              </a:extLst>
            </p:cNvPr>
            <p:cNvSpPr>
              <a:spLocks/>
            </p:cNvSpPr>
            <p:nvPr/>
          </p:nvSpPr>
          <p:spPr bwMode="auto">
            <a:xfrm>
              <a:off x="1060451" y="1951038"/>
              <a:ext cx="2259013" cy="1189038"/>
            </a:xfrm>
            <a:custGeom>
              <a:avLst/>
              <a:gdLst>
                <a:gd name="T0" fmla="*/ 1054 w 1423"/>
                <a:gd name="T1" fmla="*/ 0 h 749"/>
                <a:gd name="T2" fmla="*/ 1423 w 1423"/>
                <a:gd name="T3" fmla="*/ 375 h 749"/>
                <a:gd name="T4" fmla="*/ 1054 w 1423"/>
                <a:gd name="T5" fmla="*/ 749 h 749"/>
                <a:gd name="T6" fmla="*/ 0 w 1423"/>
                <a:gd name="T7" fmla="*/ 749 h 749"/>
                <a:gd name="T8" fmla="*/ 367 w 1423"/>
                <a:gd name="T9" fmla="*/ 375 h 749"/>
                <a:gd name="T10" fmla="*/ 0 w 1423"/>
                <a:gd name="T11" fmla="*/ 0 h 749"/>
                <a:gd name="T12" fmla="*/ 1054 w 1423"/>
                <a:gd name="T13" fmla="*/ 0 h 749"/>
              </a:gdLst>
              <a:ahLst/>
              <a:cxnLst>
                <a:cxn ang="0">
                  <a:pos x="T0" y="T1"/>
                </a:cxn>
                <a:cxn ang="0">
                  <a:pos x="T2" y="T3"/>
                </a:cxn>
                <a:cxn ang="0">
                  <a:pos x="T4" y="T5"/>
                </a:cxn>
                <a:cxn ang="0">
                  <a:pos x="T6" y="T7"/>
                </a:cxn>
                <a:cxn ang="0">
                  <a:pos x="T8" y="T9"/>
                </a:cxn>
                <a:cxn ang="0">
                  <a:pos x="T10" y="T11"/>
                </a:cxn>
                <a:cxn ang="0">
                  <a:pos x="T12" y="T13"/>
                </a:cxn>
              </a:cxnLst>
              <a:rect l="0" t="0" r="r" b="b"/>
              <a:pathLst>
                <a:path w="1423" h="749">
                  <a:moveTo>
                    <a:pt x="1054" y="0"/>
                  </a:moveTo>
                  <a:lnTo>
                    <a:pt x="1423" y="375"/>
                  </a:lnTo>
                  <a:lnTo>
                    <a:pt x="1054" y="749"/>
                  </a:lnTo>
                  <a:lnTo>
                    <a:pt x="0" y="749"/>
                  </a:lnTo>
                  <a:lnTo>
                    <a:pt x="367" y="375"/>
                  </a:lnTo>
                  <a:lnTo>
                    <a:pt x="0" y="0"/>
                  </a:lnTo>
                  <a:lnTo>
                    <a:pt x="1054"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7" name="Freeform 16">
              <a:extLst>
                <a:ext uri="{FF2B5EF4-FFF2-40B4-BE49-F238E27FC236}">
                  <a16:creationId xmlns:a16="http://schemas.microsoft.com/office/drawing/2014/main" id="{D8831928-45D5-4D00-97FB-2749CA7CC247}"/>
                </a:ext>
              </a:extLst>
            </p:cNvPr>
            <p:cNvSpPr>
              <a:spLocks/>
            </p:cNvSpPr>
            <p:nvPr/>
          </p:nvSpPr>
          <p:spPr bwMode="auto">
            <a:xfrm>
              <a:off x="1060451" y="1951038"/>
              <a:ext cx="582613" cy="612775"/>
            </a:xfrm>
            <a:custGeom>
              <a:avLst/>
              <a:gdLst>
                <a:gd name="T0" fmla="*/ 0 w 367"/>
                <a:gd name="T1" fmla="*/ 0 h 386"/>
                <a:gd name="T2" fmla="*/ 0 w 367"/>
                <a:gd name="T3" fmla="*/ 23 h 386"/>
                <a:gd name="T4" fmla="*/ 355 w 367"/>
                <a:gd name="T5" fmla="*/ 386 h 386"/>
                <a:gd name="T6" fmla="*/ 367 w 367"/>
                <a:gd name="T7" fmla="*/ 375 h 386"/>
                <a:gd name="T8" fmla="*/ 0 w 367"/>
                <a:gd name="T9" fmla="*/ 0 h 386"/>
              </a:gdLst>
              <a:ahLst/>
              <a:cxnLst>
                <a:cxn ang="0">
                  <a:pos x="T0" y="T1"/>
                </a:cxn>
                <a:cxn ang="0">
                  <a:pos x="T2" y="T3"/>
                </a:cxn>
                <a:cxn ang="0">
                  <a:pos x="T4" y="T5"/>
                </a:cxn>
                <a:cxn ang="0">
                  <a:pos x="T6" y="T7"/>
                </a:cxn>
                <a:cxn ang="0">
                  <a:pos x="T8" y="T9"/>
                </a:cxn>
              </a:cxnLst>
              <a:rect l="0" t="0" r="r" b="b"/>
              <a:pathLst>
                <a:path w="367" h="386">
                  <a:moveTo>
                    <a:pt x="0" y="0"/>
                  </a:moveTo>
                  <a:lnTo>
                    <a:pt x="0" y="23"/>
                  </a:lnTo>
                  <a:lnTo>
                    <a:pt x="355" y="386"/>
                  </a:lnTo>
                  <a:lnTo>
                    <a:pt x="367" y="375"/>
                  </a:lnTo>
                  <a:lnTo>
                    <a:pt x="0" y="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311BB09D-6CA1-462B-8AC1-BC0F75EA6C37}"/>
                </a:ext>
              </a:extLst>
            </p:cNvPr>
            <p:cNvSpPr>
              <a:spLocks/>
            </p:cNvSpPr>
            <p:nvPr/>
          </p:nvSpPr>
          <p:spPr bwMode="auto">
            <a:xfrm>
              <a:off x="1060451" y="2546351"/>
              <a:ext cx="2259013" cy="593725"/>
            </a:xfrm>
            <a:custGeom>
              <a:avLst/>
              <a:gdLst>
                <a:gd name="T0" fmla="*/ 0 w 1423"/>
                <a:gd name="T1" fmla="*/ 374 h 374"/>
                <a:gd name="T2" fmla="*/ 1054 w 1423"/>
                <a:gd name="T3" fmla="*/ 374 h 374"/>
                <a:gd name="T4" fmla="*/ 1423 w 1423"/>
                <a:gd name="T5" fmla="*/ 0 h 374"/>
                <a:gd name="T6" fmla="*/ 367 w 1423"/>
                <a:gd name="T7" fmla="*/ 0 h 374"/>
                <a:gd name="T8" fmla="*/ 0 w 1423"/>
                <a:gd name="T9" fmla="*/ 374 h 374"/>
              </a:gdLst>
              <a:ahLst/>
              <a:cxnLst>
                <a:cxn ang="0">
                  <a:pos x="T0" y="T1"/>
                </a:cxn>
                <a:cxn ang="0">
                  <a:pos x="T2" y="T3"/>
                </a:cxn>
                <a:cxn ang="0">
                  <a:pos x="T4" y="T5"/>
                </a:cxn>
                <a:cxn ang="0">
                  <a:pos x="T6" y="T7"/>
                </a:cxn>
                <a:cxn ang="0">
                  <a:pos x="T8" y="T9"/>
                </a:cxn>
              </a:cxnLst>
              <a:rect l="0" t="0" r="r" b="b"/>
              <a:pathLst>
                <a:path w="1423" h="374">
                  <a:moveTo>
                    <a:pt x="0" y="374"/>
                  </a:moveTo>
                  <a:lnTo>
                    <a:pt x="1054" y="374"/>
                  </a:lnTo>
                  <a:lnTo>
                    <a:pt x="1423" y="0"/>
                  </a:lnTo>
                  <a:lnTo>
                    <a:pt x="367" y="0"/>
                  </a:lnTo>
                  <a:lnTo>
                    <a:pt x="0" y="37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6" name="Group 55">
            <a:extLst>
              <a:ext uri="{FF2B5EF4-FFF2-40B4-BE49-F238E27FC236}">
                <a16:creationId xmlns:a16="http://schemas.microsoft.com/office/drawing/2014/main" id="{6999138D-A095-4AAC-B2AE-C0CC2C8940AC}"/>
              </a:ext>
            </a:extLst>
          </p:cNvPr>
          <p:cNvGrpSpPr/>
          <p:nvPr/>
        </p:nvGrpSpPr>
        <p:grpSpPr>
          <a:xfrm>
            <a:off x="6902451" y="1951038"/>
            <a:ext cx="2259013" cy="1230313"/>
            <a:chOff x="6902451" y="1951038"/>
            <a:chExt cx="2259013" cy="1230313"/>
          </a:xfrm>
          <a:effectLst>
            <a:outerShdw blurRad="127000" dist="76200" dir="2700000" algn="tl" rotWithShape="0">
              <a:prstClr val="black">
                <a:alpha val="30000"/>
              </a:prstClr>
            </a:outerShdw>
          </a:effectLst>
        </p:grpSpPr>
        <p:sp>
          <p:nvSpPr>
            <p:cNvPr id="24" name="Rectangle 23">
              <a:extLst>
                <a:ext uri="{FF2B5EF4-FFF2-40B4-BE49-F238E27FC236}">
                  <a16:creationId xmlns:a16="http://schemas.microsoft.com/office/drawing/2014/main" id="{CC2AC64D-3C5D-450E-83B4-068630A56327}"/>
                </a:ext>
              </a:extLst>
            </p:cNvPr>
            <p:cNvSpPr>
              <a:spLocks noChangeArrowheads="1"/>
            </p:cNvSpPr>
            <p:nvPr/>
          </p:nvSpPr>
          <p:spPr bwMode="auto">
            <a:xfrm>
              <a:off x="6902451" y="3140076"/>
              <a:ext cx="1673225" cy="41275"/>
            </a:xfrm>
            <a:prstGeom prst="rect">
              <a:avLst/>
            </a:pr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7AE561A5-C236-468A-96BB-D7B9BF376409}"/>
                </a:ext>
              </a:extLst>
            </p:cNvPr>
            <p:cNvSpPr>
              <a:spLocks/>
            </p:cNvSpPr>
            <p:nvPr/>
          </p:nvSpPr>
          <p:spPr bwMode="auto">
            <a:xfrm>
              <a:off x="8575676" y="2546351"/>
              <a:ext cx="585788" cy="635000"/>
            </a:xfrm>
            <a:custGeom>
              <a:avLst/>
              <a:gdLst>
                <a:gd name="T0" fmla="*/ 369 w 369"/>
                <a:gd name="T1" fmla="*/ 0 h 400"/>
                <a:gd name="T2" fmla="*/ 369 w 369"/>
                <a:gd name="T3" fmla="*/ 25 h 400"/>
                <a:gd name="T4" fmla="*/ 0 w 369"/>
                <a:gd name="T5" fmla="*/ 400 h 400"/>
                <a:gd name="T6" fmla="*/ 0 w 369"/>
                <a:gd name="T7" fmla="*/ 374 h 400"/>
                <a:gd name="T8" fmla="*/ 369 w 369"/>
                <a:gd name="T9" fmla="*/ 0 h 400"/>
              </a:gdLst>
              <a:ahLst/>
              <a:cxnLst>
                <a:cxn ang="0">
                  <a:pos x="T0" y="T1"/>
                </a:cxn>
                <a:cxn ang="0">
                  <a:pos x="T2" y="T3"/>
                </a:cxn>
                <a:cxn ang="0">
                  <a:pos x="T4" y="T5"/>
                </a:cxn>
                <a:cxn ang="0">
                  <a:pos x="T6" y="T7"/>
                </a:cxn>
                <a:cxn ang="0">
                  <a:pos x="T8" y="T9"/>
                </a:cxn>
              </a:cxnLst>
              <a:rect l="0" t="0" r="r" b="b"/>
              <a:pathLst>
                <a:path w="369" h="400">
                  <a:moveTo>
                    <a:pt x="369" y="0"/>
                  </a:moveTo>
                  <a:lnTo>
                    <a:pt x="369" y="25"/>
                  </a:lnTo>
                  <a:lnTo>
                    <a:pt x="0" y="400"/>
                  </a:lnTo>
                  <a:lnTo>
                    <a:pt x="0" y="374"/>
                  </a:lnTo>
                  <a:lnTo>
                    <a:pt x="369"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5A80E190-05BC-42C4-9A93-72FDDCCB6234}"/>
                </a:ext>
              </a:extLst>
            </p:cNvPr>
            <p:cNvSpPr>
              <a:spLocks/>
            </p:cNvSpPr>
            <p:nvPr/>
          </p:nvSpPr>
          <p:spPr bwMode="auto">
            <a:xfrm>
              <a:off x="6902451" y="1951038"/>
              <a:ext cx="2259013" cy="1189038"/>
            </a:xfrm>
            <a:custGeom>
              <a:avLst/>
              <a:gdLst>
                <a:gd name="T0" fmla="*/ 1054 w 1423"/>
                <a:gd name="T1" fmla="*/ 0 h 749"/>
                <a:gd name="T2" fmla="*/ 1423 w 1423"/>
                <a:gd name="T3" fmla="*/ 375 h 749"/>
                <a:gd name="T4" fmla="*/ 1054 w 1423"/>
                <a:gd name="T5" fmla="*/ 749 h 749"/>
                <a:gd name="T6" fmla="*/ 0 w 1423"/>
                <a:gd name="T7" fmla="*/ 749 h 749"/>
                <a:gd name="T8" fmla="*/ 367 w 1423"/>
                <a:gd name="T9" fmla="*/ 375 h 749"/>
                <a:gd name="T10" fmla="*/ 0 w 1423"/>
                <a:gd name="T11" fmla="*/ 0 h 749"/>
                <a:gd name="T12" fmla="*/ 1054 w 1423"/>
                <a:gd name="T13" fmla="*/ 0 h 749"/>
              </a:gdLst>
              <a:ahLst/>
              <a:cxnLst>
                <a:cxn ang="0">
                  <a:pos x="T0" y="T1"/>
                </a:cxn>
                <a:cxn ang="0">
                  <a:pos x="T2" y="T3"/>
                </a:cxn>
                <a:cxn ang="0">
                  <a:pos x="T4" y="T5"/>
                </a:cxn>
                <a:cxn ang="0">
                  <a:pos x="T6" y="T7"/>
                </a:cxn>
                <a:cxn ang="0">
                  <a:pos x="T8" y="T9"/>
                </a:cxn>
                <a:cxn ang="0">
                  <a:pos x="T10" y="T11"/>
                </a:cxn>
                <a:cxn ang="0">
                  <a:pos x="T12" y="T13"/>
                </a:cxn>
              </a:cxnLst>
              <a:rect l="0" t="0" r="r" b="b"/>
              <a:pathLst>
                <a:path w="1423" h="749">
                  <a:moveTo>
                    <a:pt x="1054" y="0"/>
                  </a:moveTo>
                  <a:lnTo>
                    <a:pt x="1423" y="375"/>
                  </a:lnTo>
                  <a:lnTo>
                    <a:pt x="1054" y="749"/>
                  </a:lnTo>
                  <a:lnTo>
                    <a:pt x="0" y="749"/>
                  </a:lnTo>
                  <a:lnTo>
                    <a:pt x="367" y="375"/>
                  </a:lnTo>
                  <a:lnTo>
                    <a:pt x="0" y="0"/>
                  </a:lnTo>
                  <a:lnTo>
                    <a:pt x="105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CB754627-EACB-458B-8E5C-2DA0DBA1E787}"/>
                </a:ext>
              </a:extLst>
            </p:cNvPr>
            <p:cNvSpPr>
              <a:spLocks/>
            </p:cNvSpPr>
            <p:nvPr/>
          </p:nvSpPr>
          <p:spPr bwMode="auto">
            <a:xfrm>
              <a:off x="6902451" y="1951038"/>
              <a:ext cx="582613" cy="612775"/>
            </a:xfrm>
            <a:custGeom>
              <a:avLst/>
              <a:gdLst>
                <a:gd name="T0" fmla="*/ 0 w 367"/>
                <a:gd name="T1" fmla="*/ 0 h 386"/>
                <a:gd name="T2" fmla="*/ 0 w 367"/>
                <a:gd name="T3" fmla="*/ 23 h 386"/>
                <a:gd name="T4" fmla="*/ 355 w 367"/>
                <a:gd name="T5" fmla="*/ 386 h 386"/>
                <a:gd name="T6" fmla="*/ 367 w 367"/>
                <a:gd name="T7" fmla="*/ 375 h 386"/>
                <a:gd name="T8" fmla="*/ 0 w 367"/>
                <a:gd name="T9" fmla="*/ 0 h 386"/>
              </a:gdLst>
              <a:ahLst/>
              <a:cxnLst>
                <a:cxn ang="0">
                  <a:pos x="T0" y="T1"/>
                </a:cxn>
                <a:cxn ang="0">
                  <a:pos x="T2" y="T3"/>
                </a:cxn>
                <a:cxn ang="0">
                  <a:pos x="T4" y="T5"/>
                </a:cxn>
                <a:cxn ang="0">
                  <a:pos x="T6" y="T7"/>
                </a:cxn>
                <a:cxn ang="0">
                  <a:pos x="T8" y="T9"/>
                </a:cxn>
              </a:cxnLst>
              <a:rect l="0" t="0" r="r" b="b"/>
              <a:pathLst>
                <a:path w="367" h="386">
                  <a:moveTo>
                    <a:pt x="0" y="0"/>
                  </a:moveTo>
                  <a:lnTo>
                    <a:pt x="0" y="23"/>
                  </a:lnTo>
                  <a:lnTo>
                    <a:pt x="355" y="386"/>
                  </a:lnTo>
                  <a:lnTo>
                    <a:pt x="367" y="375"/>
                  </a:lnTo>
                  <a:lnTo>
                    <a:pt x="0"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06B9A01C-97FB-47C4-8F9A-4ADF92AF2B4A}"/>
                </a:ext>
              </a:extLst>
            </p:cNvPr>
            <p:cNvSpPr>
              <a:spLocks/>
            </p:cNvSpPr>
            <p:nvPr/>
          </p:nvSpPr>
          <p:spPr bwMode="auto">
            <a:xfrm>
              <a:off x="6902451" y="2546351"/>
              <a:ext cx="2259013" cy="593725"/>
            </a:xfrm>
            <a:custGeom>
              <a:avLst/>
              <a:gdLst>
                <a:gd name="T0" fmla="*/ 0 w 1423"/>
                <a:gd name="T1" fmla="*/ 374 h 374"/>
                <a:gd name="T2" fmla="*/ 1054 w 1423"/>
                <a:gd name="T3" fmla="*/ 374 h 374"/>
                <a:gd name="T4" fmla="*/ 1423 w 1423"/>
                <a:gd name="T5" fmla="*/ 0 h 374"/>
                <a:gd name="T6" fmla="*/ 367 w 1423"/>
                <a:gd name="T7" fmla="*/ 0 h 374"/>
                <a:gd name="T8" fmla="*/ 0 w 1423"/>
                <a:gd name="T9" fmla="*/ 374 h 374"/>
              </a:gdLst>
              <a:ahLst/>
              <a:cxnLst>
                <a:cxn ang="0">
                  <a:pos x="T0" y="T1"/>
                </a:cxn>
                <a:cxn ang="0">
                  <a:pos x="T2" y="T3"/>
                </a:cxn>
                <a:cxn ang="0">
                  <a:pos x="T4" y="T5"/>
                </a:cxn>
                <a:cxn ang="0">
                  <a:pos x="T6" y="T7"/>
                </a:cxn>
                <a:cxn ang="0">
                  <a:pos x="T8" y="T9"/>
                </a:cxn>
              </a:cxnLst>
              <a:rect l="0" t="0" r="r" b="b"/>
              <a:pathLst>
                <a:path w="1423" h="374">
                  <a:moveTo>
                    <a:pt x="0" y="374"/>
                  </a:moveTo>
                  <a:lnTo>
                    <a:pt x="1054" y="374"/>
                  </a:lnTo>
                  <a:lnTo>
                    <a:pt x="1423" y="0"/>
                  </a:lnTo>
                  <a:lnTo>
                    <a:pt x="367" y="0"/>
                  </a:lnTo>
                  <a:lnTo>
                    <a:pt x="0" y="374"/>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57" name="Group 56">
            <a:extLst>
              <a:ext uri="{FF2B5EF4-FFF2-40B4-BE49-F238E27FC236}">
                <a16:creationId xmlns:a16="http://schemas.microsoft.com/office/drawing/2014/main" id="{69137859-FA2A-49E1-AF1A-F64FA21AC556}"/>
              </a:ext>
            </a:extLst>
          </p:cNvPr>
          <p:cNvGrpSpPr/>
          <p:nvPr/>
        </p:nvGrpSpPr>
        <p:grpSpPr>
          <a:xfrm>
            <a:off x="8869363" y="1951038"/>
            <a:ext cx="2259013" cy="1230313"/>
            <a:chOff x="8869363" y="1951038"/>
            <a:chExt cx="2259013" cy="1230313"/>
          </a:xfrm>
          <a:effectLst>
            <a:outerShdw blurRad="127000" dist="76200" dir="2700000" algn="tl" rotWithShape="0">
              <a:prstClr val="black">
                <a:alpha val="30000"/>
              </a:prstClr>
            </a:outerShdw>
          </a:effectLst>
        </p:grpSpPr>
        <p:sp>
          <p:nvSpPr>
            <p:cNvPr id="29" name="Rectangle 28">
              <a:extLst>
                <a:ext uri="{FF2B5EF4-FFF2-40B4-BE49-F238E27FC236}">
                  <a16:creationId xmlns:a16="http://schemas.microsoft.com/office/drawing/2014/main" id="{1AB6C3C7-85EF-4887-B647-AF7CBA5E482D}"/>
                </a:ext>
              </a:extLst>
            </p:cNvPr>
            <p:cNvSpPr>
              <a:spLocks noChangeArrowheads="1"/>
            </p:cNvSpPr>
            <p:nvPr/>
          </p:nvSpPr>
          <p:spPr bwMode="auto">
            <a:xfrm>
              <a:off x="8869363" y="3140076"/>
              <a:ext cx="1671638" cy="41275"/>
            </a:xfrm>
            <a:prstGeom prst="rect">
              <a:avLst/>
            </a:pr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9A5AE40E-7BCB-4952-B50D-EDE1422CC458}"/>
                </a:ext>
              </a:extLst>
            </p:cNvPr>
            <p:cNvSpPr>
              <a:spLocks/>
            </p:cNvSpPr>
            <p:nvPr/>
          </p:nvSpPr>
          <p:spPr bwMode="auto">
            <a:xfrm>
              <a:off x="10541001" y="2546351"/>
              <a:ext cx="587375" cy="635000"/>
            </a:xfrm>
            <a:custGeom>
              <a:avLst/>
              <a:gdLst>
                <a:gd name="T0" fmla="*/ 370 w 370"/>
                <a:gd name="T1" fmla="*/ 0 h 400"/>
                <a:gd name="T2" fmla="*/ 370 w 370"/>
                <a:gd name="T3" fmla="*/ 25 h 400"/>
                <a:gd name="T4" fmla="*/ 0 w 370"/>
                <a:gd name="T5" fmla="*/ 400 h 400"/>
                <a:gd name="T6" fmla="*/ 0 w 370"/>
                <a:gd name="T7" fmla="*/ 374 h 400"/>
                <a:gd name="T8" fmla="*/ 370 w 370"/>
                <a:gd name="T9" fmla="*/ 0 h 400"/>
              </a:gdLst>
              <a:ahLst/>
              <a:cxnLst>
                <a:cxn ang="0">
                  <a:pos x="T0" y="T1"/>
                </a:cxn>
                <a:cxn ang="0">
                  <a:pos x="T2" y="T3"/>
                </a:cxn>
                <a:cxn ang="0">
                  <a:pos x="T4" y="T5"/>
                </a:cxn>
                <a:cxn ang="0">
                  <a:pos x="T6" y="T7"/>
                </a:cxn>
                <a:cxn ang="0">
                  <a:pos x="T8" y="T9"/>
                </a:cxn>
              </a:cxnLst>
              <a:rect l="0" t="0" r="r" b="b"/>
              <a:pathLst>
                <a:path w="370" h="400">
                  <a:moveTo>
                    <a:pt x="370" y="0"/>
                  </a:moveTo>
                  <a:lnTo>
                    <a:pt x="370" y="25"/>
                  </a:lnTo>
                  <a:lnTo>
                    <a:pt x="0" y="400"/>
                  </a:lnTo>
                  <a:lnTo>
                    <a:pt x="0" y="374"/>
                  </a:lnTo>
                  <a:lnTo>
                    <a:pt x="370" y="0"/>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1" name="Freeform 30">
              <a:extLst>
                <a:ext uri="{FF2B5EF4-FFF2-40B4-BE49-F238E27FC236}">
                  <a16:creationId xmlns:a16="http://schemas.microsoft.com/office/drawing/2014/main" id="{EA705C59-3303-4905-B71C-2002FD462FE5}"/>
                </a:ext>
              </a:extLst>
            </p:cNvPr>
            <p:cNvSpPr>
              <a:spLocks/>
            </p:cNvSpPr>
            <p:nvPr/>
          </p:nvSpPr>
          <p:spPr bwMode="auto">
            <a:xfrm>
              <a:off x="8869363" y="1951038"/>
              <a:ext cx="2259013" cy="1189038"/>
            </a:xfrm>
            <a:custGeom>
              <a:avLst/>
              <a:gdLst>
                <a:gd name="T0" fmla="*/ 1053 w 1423"/>
                <a:gd name="T1" fmla="*/ 0 h 749"/>
                <a:gd name="T2" fmla="*/ 1423 w 1423"/>
                <a:gd name="T3" fmla="*/ 375 h 749"/>
                <a:gd name="T4" fmla="*/ 1053 w 1423"/>
                <a:gd name="T5" fmla="*/ 749 h 749"/>
                <a:gd name="T6" fmla="*/ 0 w 1423"/>
                <a:gd name="T7" fmla="*/ 749 h 749"/>
                <a:gd name="T8" fmla="*/ 366 w 1423"/>
                <a:gd name="T9" fmla="*/ 375 h 749"/>
                <a:gd name="T10" fmla="*/ 0 w 1423"/>
                <a:gd name="T11" fmla="*/ 0 h 749"/>
                <a:gd name="T12" fmla="*/ 1053 w 1423"/>
                <a:gd name="T13" fmla="*/ 0 h 749"/>
              </a:gdLst>
              <a:ahLst/>
              <a:cxnLst>
                <a:cxn ang="0">
                  <a:pos x="T0" y="T1"/>
                </a:cxn>
                <a:cxn ang="0">
                  <a:pos x="T2" y="T3"/>
                </a:cxn>
                <a:cxn ang="0">
                  <a:pos x="T4" y="T5"/>
                </a:cxn>
                <a:cxn ang="0">
                  <a:pos x="T6" y="T7"/>
                </a:cxn>
                <a:cxn ang="0">
                  <a:pos x="T8" y="T9"/>
                </a:cxn>
                <a:cxn ang="0">
                  <a:pos x="T10" y="T11"/>
                </a:cxn>
                <a:cxn ang="0">
                  <a:pos x="T12" y="T13"/>
                </a:cxn>
              </a:cxnLst>
              <a:rect l="0" t="0" r="r" b="b"/>
              <a:pathLst>
                <a:path w="1423" h="749">
                  <a:moveTo>
                    <a:pt x="1053" y="0"/>
                  </a:moveTo>
                  <a:lnTo>
                    <a:pt x="1423" y="375"/>
                  </a:lnTo>
                  <a:lnTo>
                    <a:pt x="1053" y="749"/>
                  </a:lnTo>
                  <a:lnTo>
                    <a:pt x="0" y="749"/>
                  </a:lnTo>
                  <a:lnTo>
                    <a:pt x="366" y="375"/>
                  </a:lnTo>
                  <a:lnTo>
                    <a:pt x="0" y="0"/>
                  </a:lnTo>
                  <a:lnTo>
                    <a:pt x="1053"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32" name="Freeform 31">
              <a:extLst>
                <a:ext uri="{FF2B5EF4-FFF2-40B4-BE49-F238E27FC236}">
                  <a16:creationId xmlns:a16="http://schemas.microsoft.com/office/drawing/2014/main" id="{8A570334-C394-41CF-BE53-7FA632A0B82A}"/>
                </a:ext>
              </a:extLst>
            </p:cNvPr>
            <p:cNvSpPr>
              <a:spLocks/>
            </p:cNvSpPr>
            <p:nvPr/>
          </p:nvSpPr>
          <p:spPr bwMode="auto">
            <a:xfrm>
              <a:off x="8869363" y="1951038"/>
              <a:ext cx="581025" cy="612775"/>
            </a:xfrm>
            <a:custGeom>
              <a:avLst/>
              <a:gdLst>
                <a:gd name="T0" fmla="*/ 0 w 366"/>
                <a:gd name="T1" fmla="*/ 0 h 386"/>
                <a:gd name="T2" fmla="*/ 0 w 366"/>
                <a:gd name="T3" fmla="*/ 23 h 386"/>
                <a:gd name="T4" fmla="*/ 355 w 366"/>
                <a:gd name="T5" fmla="*/ 386 h 386"/>
                <a:gd name="T6" fmla="*/ 366 w 366"/>
                <a:gd name="T7" fmla="*/ 375 h 386"/>
                <a:gd name="T8" fmla="*/ 0 w 366"/>
                <a:gd name="T9" fmla="*/ 0 h 386"/>
              </a:gdLst>
              <a:ahLst/>
              <a:cxnLst>
                <a:cxn ang="0">
                  <a:pos x="T0" y="T1"/>
                </a:cxn>
                <a:cxn ang="0">
                  <a:pos x="T2" y="T3"/>
                </a:cxn>
                <a:cxn ang="0">
                  <a:pos x="T4" y="T5"/>
                </a:cxn>
                <a:cxn ang="0">
                  <a:pos x="T6" y="T7"/>
                </a:cxn>
                <a:cxn ang="0">
                  <a:pos x="T8" y="T9"/>
                </a:cxn>
              </a:cxnLst>
              <a:rect l="0" t="0" r="r" b="b"/>
              <a:pathLst>
                <a:path w="366" h="386">
                  <a:moveTo>
                    <a:pt x="0" y="0"/>
                  </a:moveTo>
                  <a:lnTo>
                    <a:pt x="0" y="23"/>
                  </a:lnTo>
                  <a:lnTo>
                    <a:pt x="355" y="386"/>
                  </a:lnTo>
                  <a:lnTo>
                    <a:pt x="366" y="375"/>
                  </a:lnTo>
                  <a:lnTo>
                    <a:pt x="0" y="0"/>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A4D5918C-877E-450F-B7A3-60E4EDEE2DB5}"/>
                </a:ext>
              </a:extLst>
            </p:cNvPr>
            <p:cNvSpPr>
              <a:spLocks/>
            </p:cNvSpPr>
            <p:nvPr/>
          </p:nvSpPr>
          <p:spPr bwMode="auto">
            <a:xfrm>
              <a:off x="8869363" y="2546351"/>
              <a:ext cx="2259013" cy="593725"/>
            </a:xfrm>
            <a:custGeom>
              <a:avLst/>
              <a:gdLst>
                <a:gd name="T0" fmla="*/ 0 w 1423"/>
                <a:gd name="T1" fmla="*/ 374 h 374"/>
                <a:gd name="T2" fmla="*/ 1053 w 1423"/>
                <a:gd name="T3" fmla="*/ 374 h 374"/>
                <a:gd name="T4" fmla="*/ 1423 w 1423"/>
                <a:gd name="T5" fmla="*/ 0 h 374"/>
                <a:gd name="T6" fmla="*/ 366 w 1423"/>
                <a:gd name="T7" fmla="*/ 0 h 374"/>
                <a:gd name="T8" fmla="*/ 0 w 1423"/>
                <a:gd name="T9" fmla="*/ 374 h 374"/>
              </a:gdLst>
              <a:ahLst/>
              <a:cxnLst>
                <a:cxn ang="0">
                  <a:pos x="T0" y="T1"/>
                </a:cxn>
                <a:cxn ang="0">
                  <a:pos x="T2" y="T3"/>
                </a:cxn>
                <a:cxn ang="0">
                  <a:pos x="T4" y="T5"/>
                </a:cxn>
                <a:cxn ang="0">
                  <a:pos x="T6" y="T7"/>
                </a:cxn>
                <a:cxn ang="0">
                  <a:pos x="T8" y="T9"/>
                </a:cxn>
              </a:cxnLst>
              <a:rect l="0" t="0" r="r" b="b"/>
              <a:pathLst>
                <a:path w="1423" h="374">
                  <a:moveTo>
                    <a:pt x="0" y="374"/>
                  </a:moveTo>
                  <a:lnTo>
                    <a:pt x="1053" y="374"/>
                  </a:lnTo>
                  <a:lnTo>
                    <a:pt x="1423" y="0"/>
                  </a:lnTo>
                  <a:lnTo>
                    <a:pt x="366" y="0"/>
                  </a:lnTo>
                  <a:lnTo>
                    <a:pt x="0" y="374"/>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34" name="Line 33">
            <a:extLst>
              <a:ext uri="{FF2B5EF4-FFF2-40B4-BE49-F238E27FC236}">
                <a16:creationId xmlns:a16="http://schemas.microsoft.com/office/drawing/2014/main" id="{7DD7A5EA-6620-4C2A-BA93-1EA876F3CA19}"/>
              </a:ext>
            </a:extLst>
          </p:cNvPr>
          <p:cNvSpPr>
            <a:spLocks noChangeShapeType="1"/>
          </p:cNvSpPr>
          <p:nvPr/>
        </p:nvSpPr>
        <p:spPr bwMode="auto">
          <a:xfrm>
            <a:off x="1060451" y="3649663"/>
            <a:ext cx="10067925" cy="0"/>
          </a:xfrm>
          <a:prstGeom prst="lin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8" name="Group 57">
            <a:extLst>
              <a:ext uri="{FF2B5EF4-FFF2-40B4-BE49-F238E27FC236}">
                <a16:creationId xmlns:a16="http://schemas.microsoft.com/office/drawing/2014/main" id="{71C49E30-2E18-4181-9BF8-972E340ADC56}"/>
              </a:ext>
            </a:extLst>
          </p:cNvPr>
          <p:cNvGrpSpPr/>
          <p:nvPr/>
        </p:nvGrpSpPr>
        <p:grpSpPr>
          <a:xfrm>
            <a:off x="1976438" y="3649663"/>
            <a:ext cx="122238" cy="654051"/>
            <a:chOff x="1976438" y="3649663"/>
            <a:chExt cx="122238" cy="654051"/>
          </a:xfrm>
        </p:grpSpPr>
        <p:sp>
          <p:nvSpPr>
            <p:cNvPr id="35" name="Line 34">
              <a:extLst>
                <a:ext uri="{FF2B5EF4-FFF2-40B4-BE49-F238E27FC236}">
                  <a16:creationId xmlns:a16="http://schemas.microsoft.com/office/drawing/2014/main" id="{5CF880B5-47A9-43AA-8370-A68D67B837F1}"/>
                </a:ext>
              </a:extLst>
            </p:cNvPr>
            <p:cNvSpPr>
              <a:spLocks noChangeShapeType="1"/>
            </p:cNvSpPr>
            <p:nvPr/>
          </p:nvSpPr>
          <p:spPr bwMode="auto">
            <a:xfrm>
              <a:off x="2036763" y="3649663"/>
              <a:ext cx="0" cy="531813"/>
            </a:xfrm>
            <a:prstGeom prst="lin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Oval 35">
              <a:extLst>
                <a:ext uri="{FF2B5EF4-FFF2-40B4-BE49-F238E27FC236}">
                  <a16:creationId xmlns:a16="http://schemas.microsoft.com/office/drawing/2014/main" id="{C4AFCED3-5C41-4D5A-9959-47D9457865A9}"/>
                </a:ext>
              </a:extLst>
            </p:cNvPr>
            <p:cNvSpPr>
              <a:spLocks noChangeArrowheads="1"/>
            </p:cNvSpPr>
            <p:nvPr/>
          </p:nvSpPr>
          <p:spPr bwMode="auto">
            <a:xfrm>
              <a:off x="1976438" y="4181476"/>
              <a:ext cx="122238" cy="122238"/>
            </a:xfrm>
            <a:prstGeom prst="ellips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59" name="Group 58">
            <a:extLst>
              <a:ext uri="{FF2B5EF4-FFF2-40B4-BE49-F238E27FC236}">
                <a16:creationId xmlns:a16="http://schemas.microsoft.com/office/drawing/2014/main" id="{A1BE949F-F9FB-42C2-9EEB-F89E5663B5AA}"/>
              </a:ext>
            </a:extLst>
          </p:cNvPr>
          <p:cNvGrpSpPr/>
          <p:nvPr/>
        </p:nvGrpSpPr>
        <p:grpSpPr>
          <a:xfrm>
            <a:off x="3968751" y="3649663"/>
            <a:ext cx="119063" cy="654051"/>
            <a:chOff x="3968751" y="3649663"/>
            <a:chExt cx="119063" cy="654051"/>
          </a:xfrm>
        </p:grpSpPr>
        <p:sp>
          <p:nvSpPr>
            <p:cNvPr id="37" name="Line 36">
              <a:extLst>
                <a:ext uri="{FF2B5EF4-FFF2-40B4-BE49-F238E27FC236}">
                  <a16:creationId xmlns:a16="http://schemas.microsoft.com/office/drawing/2014/main" id="{D561B649-0FD8-4B6F-B746-FA7D4F2B3C4A}"/>
                </a:ext>
              </a:extLst>
            </p:cNvPr>
            <p:cNvSpPr>
              <a:spLocks noChangeShapeType="1"/>
            </p:cNvSpPr>
            <p:nvPr/>
          </p:nvSpPr>
          <p:spPr bwMode="auto">
            <a:xfrm>
              <a:off x="4027488" y="3649663"/>
              <a:ext cx="0" cy="531813"/>
            </a:xfrm>
            <a:prstGeom prst="lin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8" name="Oval 37">
              <a:extLst>
                <a:ext uri="{FF2B5EF4-FFF2-40B4-BE49-F238E27FC236}">
                  <a16:creationId xmlns:a16="http://schemas.microsoft.com/office/drawing/2014/main" id="{DB7EBD5D-4328-4ABB-AE6A-BE8802356EAD}"/>
                </a:ext>
              </a:extLst>
            </p:cNvPr>
            <p:cNvSpPr>
              <a:spLocks noChangeArrowheads="1"/>
            </p:cNvSpPr>
            <p:nvPr/>
          </p:nvSpPr>
          <p:spPr bwMode="auto">
            <a:xfrm>
              <a:off x="3968751" y="4181476"/>
              <a:ext cx="119063" cy="122238"/>
            </a:xfrm>
            <a:prstGeom prst="ellips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60" name="Group 59">
            <a:extLst>
              <a:ext uri="{FF2B5EF4-FFF2-40B4-BE49-F238E27FC236}">
                <a16:creationId xmlns:a16="http://schemas.microsoft.com/office/drawing/2014/main" id="{6743E014-C98F-4BF1-9C35-25037D318B98}"/>
              </a:ext>
            </a:extLst>
          </p:cNvPr>
          <p:cNvGrpSpPr/>
          <p:nvPr/>
        </p:nvGrpSpPr>
        <p:grpSpPr>
          <a:xfrm>
            <a:off x="5956301" y="3649663"/>
            <a:ext cx="119063" cy="654051"/>
            <a:chOff x="5956301" y="3649663"/>
            <a:chExt cx="119063" cy="654051"/>
          </a:xfrm>
        </p:grpSpPr>
        <p:sp>
          <p:nvSpPr>
            <p:cNvPr id="39" name="Line 38">
              <a:extLst>
                <a:ext uri="{FF2B5EF4-FFF2-40B4-BE49-F238E27FC236}">
                  <a16:creationId xmlns:a16="http://schemas.microsoft.com/office/drawing/2014/main" id="{53F68639-BC8E-4A33-B10E-18DC3E997F7A}"/>
                </a:ext>
              </a:extLst>
            </p:cNvPr>
            <p:cNvSpPr>
              <a:spLocks noChangeShapeType="1"/>
            </p:cNvSpPr>
            <p:nvPr/>
          </p:nvSpPr>
          <p:spPr bwMode="auto">
            <a:xfrm>
              <a:off x="6016626" y="3649663"/>
              <a:ext cx="0" cy="531813"/>
            </a:xfrm>
            <a:prstGeom prst="lin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0" name="Oval 39">
              <a:extLst>
                <a:ext uri="{FF2B5EF4-FFF2-40B4-BE49-F238E27FC236}">
                  <a16:creationId xmlns:a16="http://schemas.microsoft.com/office/drawing/2014/main" id="{926E4103-42CB-4E10-83F1-5503F352354A}"/>
                </a:ext>
              </a:extLst>
            </p:cNvPr>
            <p:cNvSpPr>
              <a:spLocks noChangeArrowheads="1"/>
            </p:cNvSpPr>
            <p:nvPr/>
          </p:nvSpPr>
          <p:spPr bwMode="auto">
            <a:xfrm>
              <a:off x="5956301" y="4181476"/>
              <a:ext cx="119063" cy="122238"/>
            </a:xfrm>
            <a:prstGeom prst="ellips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61" name="Group 60">
            <a:extLst>
              <a:ext uri="{FF2B5EF4-FFF2-40B4-BE49-F238E27FC236}">
                <a16:creationId xmlns:a16="http://schemas.microsoft.com/office/drawing/2014/main" id="{6DDADFF9-1219-4075-9C98-C9DC46C88D0B}"/>
              </a:ext>
            </a:extLst>
          </p:cNvPr>
          <p:cNvGrpSpPr/>
          <p:nvPr/>
        </p:nvGrpSpPr>
        <p:grpSpPr>
          <a:xfrm>
            <a:off x="7948613" y="3649663"/>
            <a:ext cx="119063" cy="654051"/>
            <a:chOff x="7948613" y="3649663"/>
            <a:chExt cx="119063" cy="654051"/>
          </a:xfrm>
        </p:grpSpPr>
        <p:sp>
          <p:nvSpPr>
            <p:cNvPr id="41" name="Line 40">
              <a:extLst>
                <a:ext uri="{FF2B5EF4-FFF2-40B4-BE49-F238E27FC236}">
                  <a16:creationId xmlns:a16="http://schemas.microsoft.com/office/drawing/2014/main" id="{4B1A3949-F617-448B-AE45-B7CFC6FFCCFD}"/>
                </a:ext>
              </a:extLst>
            </p:cNvPr>
            <p:cNvSpPr>
              <a:spLocks noChangeShapeType="1"/>
            </p:cNvSpPr>
            <p:nvPr/>
          </p:nvSpPr>
          <p:spPr bwMode="auto">
            <a:xfrm>
              <a:off x="8008938" y="3649663"/>
              <a:ext cx="0" cy="531813"/>
            </a:xfrm>
            <a:prstGeom prst="lin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2" name="Oval 41">
              <a:extLst>
                <a:ext uri="{FF2B5EF4-FFF2-40B4-BE49-F238E27FC236}">
                  <a16:creationId xmlns:a16="http://schemas.microsoft.com/office/drawing/2014/main" id="{0BCAD317-E144-46E2-97DF-7F1ADE84C9CC}"/>
                </a:ext>
              </a:extLst>
            </p:cNvPr>
            <p:cNvSpPr>
              <a:spLocks noChangeArrowheads="1"/>
            </p:cNvSpPr>
            <p:nvPr/>
          </p:nvSpPr>
          <p:spPr bwMode="auto">
            <a:xfrm>
              <a:off x="7948613" y="4181476"/>
              <a:ext cx="119063" cy="122238"/>
            </a:xfrm>
            <a:prstGeom prst="ellips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62" name="Group 61">
            <a:extLst>
              <a:ext uri="{FF2B5EF4-FFF2-40B4-BE49-F238E27FC236}">
                <a16:creationId xmlns:a16="http://schemas.microsoft.com/office/drawing/2014/main" id="{907BA8A3-4FE9-41A0-8594-D18B69618890}"/>
              </a:ext>
            </a:extLst>
          </p:cNvPr>
          <p:cNvGrpSpPr/>
          <p:nvPr/>
        </p:nvGrpSpPr>
        <p:grpSpPr>
          <a:xfrm>
            <a:off x="9937751" y="3649663"/>
            <a:ext cx="117475" cy="654051"/>
            <a:chOff x="9937751" y="3649663"/>
            <a:chExt cx="117475" cy="654051"/>
          </a:xfrm>
        </p:grpSpPr>
        <p:sp>
          <p:nvSpPr>
            <p:cNvPr id="43" name="Line 42">
              <a:extLst>
                <a:ext uri="{FF2B5EF4-FFF2-40B4-BE49-F238E27FC236}">
                  <a16:creationId xmlns:a16="http://schemas.microsoft.com/office/drawing/2014/main" id="{9CEAC79C-2198-4299-8631-1A05C8EF8A14}"/>
                </a:ext>
              </a:extLst>
            </p:cNvPr>
            <p:cNvSpPr>
              <a:spLocks noChangeShapeType="1"/>
            </p:cNvSpPr>
            <p:nvPr/>
          </p:nvSpPr>
          <p:spPr bwMode="auto">
            <a:xfrm>
              <a:off x="9996488" y="3649663"/>
              <a:ext cx="0" cy="531813"/>
            </a:xfrm>
            <a:prstGeom prst="lin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Oval 43">
              <a:extLst>
                <a:ext uri="{FF2B5EF4-FFF2-40B4-BE49-F238E27FC236}">
                  <a16:creationId xmlns:a16="http://schemas.microsoft.com/office/drawing/2014/main" id="{3EC0C4FF-6E6E-4868-92E0-0F3560367FEC}"/>
                </a:ext>
              </a:extLst>
            </p:cNvPr>
            <p:cNvSpPr>
              <a:spLocks noChangeArrowheads="1"/>
            </p:cNvSpPr>
            <p:nvPr/>
          </p:nvSpPr>
          <p:spPr bwMode="auto">
            <a:xfrm>
              <a:off x="9937751" y="4181476"/>
              <a:ext cx="117475" cy="122238"/>
            </a:xfrm>
            <a:prstGeom prst="ellipse">
              <a:avLst/>
            </a:prstGeom>
            <a:noFill/>
            <a:ln w="30163" cap="rnd">
              <a:solidFill>
                <a:schemeClr val="tx1">
                  <a:lumMod val="20000"/>
                  <a:lumOff val="8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21" name="Rectangle 20">
            <a:extLst>
              <a:ext uri="{FF2B5EF4-FFF2-40B4-BE49-F238E27FC236}">
                <a16:creationId xmlns:a16="http://schemas.microsoft.com/office/drawing/2014/main" id="{97B97E49-14BF-45E1-ADDB-F90FA82FEA5D}"/>
              </a:ext>
            </a:extLst>
          </p:cNvPr>
          <p:cNvSpPr>
            <a:spLocks noChangeArrowheads="1"/>
          </p:cNvSpPr>
          <p:nvPr/>
        </p:nvSpPr>
        <p:spPr bwMode="auto">
          <a:xfrm>
            <a:off x="1868488" y="210343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panose="020B0606030504020204" pitchFamily="34" charset="0"/>
              </a:rPr>
              <a:t>STEP 01</a:t>
            </a:r>
            <a:endParaRPr kumimoji="0" lang="ru-UA" altLang="ru-UA" sz="1800" b="0" i="0" u="none" strike="noStrike" cap="none" normalizeH="0" baseline="0">
              <a:ln>
                <a:noFill/>
              </a:ln>
              <a:solidFill>
                <a:schemeClr val="bg2"/>
              </a:solidFill>
              <a:effectLst/>
            </a:endParaRPr>
          </a:p>
        </p:txBody>
      </p:sp>
      <p:sp>
        <p:nvSpPr>
          <p:cNvPr id="22" name="Rectangle 21">
            <a:extLst>
              <a:ext uri="{FF2B5EF4-FFF2-40B4-BE49-F238E27FC236}">
                <a16:creationId xmlns:a16="http://schemas.microsoft.com/office/drawing/2014/main" id="{4AFD263D-6043-41F3-A42B-3B56D03E4CDA}"/>
              </a:ext>
            </a:extLst>
          </p:cNvPr>
          <p:cNvSpPr>
            <a:spLocks noChangeArrowheads="1"/>
          </p:cNvSpPr>
          <p:nvPr/>
        </p:nvSpPr>
        <p:spPr bwMode="auto">
          <a:xfrm>
            <a:off x="3771901" y="210343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panose="020B0606030504020204" pitchFamily="34" charset="0"/>
              </a:rPr>
              <a:t>STEP 02</a:t>
            </a:r>
            <a:endParaRPr kumimoji="0" lang="ru-UA" altLang="ru-UA" sz="1800" b="0" i="0" u="none" strike="noStrike" cap="none" normalizeH="0" baseline="0">
              <a:ln>
                <a:noFill/>
              </a:ln>
              <a:solidFill>
                <a:schemeClr val="bg2"/>
              </a:solidFill>
              <a:effectLst/>
            </a:endParaRPr>
          </a:p>
        </p:txBody>
      </p:sp>
      <p:sp>
        <p:nvSpPr>
          <p:cNvPr id="23" name="Rectangle 22">
            <a:extLst>
              <a:ext uri="{FF2B5EF4-FFF2-40B4-BE49-F238E27FC236}">
                <a16:creationId xmlns:a16="http://schemas.microsoft.com/office/drawing/2014/main" id="{C96B573D-FC4F-4A57-9209-82ADD4D9CF34}"/>
              </a:ext>
            </a:extLst>
          </p:cNvPr>
          <p:cNvSpPr>
            <a:spLocks noChangeArrowheads="1"/>
          </p:cNvSpPr>
          <p:nvPr/>
        </p:nvSpPr>
        <p:spPr bwMode="auto">
          <a:xfrm>
            <a:off x="5675313" y="210343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panose="020B0606030504020204" pitchFamily="34" charset="0"/>
              </a:rPr>
              <a:t>STEP 03</a:t>
            </a:r>
            <a:endParaRPr kumimoji="0" lang="ru-UA" altLang="ru-UA" sz="1800" b="0" i="0" u="none" strike="noStrike" cap="none" normalizeH="0" baseline="0">
              <a:ln>
                <a:noFill/>
              </a:ln>
              <a:solidFill>
                <a:schemeClr val="bg2"/>
              </a:solidFill>
              <a:effectLst/>
            </a:endParaRPr>
          </a:p>
        </p:txBody>
      </p:sp>
      <p:sp>
        <p:nvSpPr>
          <p:cNvPr id="50" name="Rectangle 49">
            <a:extLst>
              <a:ext uri="{FF2B5EF4-FFF2-40B4-BE49-F238E27FC236}">
                <a16:creationId xmlns:a16="http://schemas.microsoft.com/office/drawing/2014/main" id="{534FE5A0-93BC-41D3-9524-468373335FA7}"/>
              </a:ext>
            </a:extLst>
          </p:cNvPr>
          <p:cNvSpPr>
            <a:spLocks noChangeArrowheads="1"/>
          </p:cNvSpPr>
          <p:nvPr/>
        </p:nvSpPr>
        <p:spPr bwMode="auto">
          <a:xfrm>
            <a:off x="9618663" y="210343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panose="020B0606030504020204" pitchFamily="34" charset="0"/>
              </a:rPr>
              <a:t>STEP 05</a:t>
            </a:r>
            <a:endParaRPr kumimoji="0" lang="ru-UA" altLang="ru-UA" sz="1800" b="0" i="0" u="none" strike="noStrike" cap="none" normalizeH="0" baseline="0">
              <a:ln>
                <a:noFill/>
              </a:ln>
              <a:solidFill>
                <a:schemeClr val="bg2"/>
              </a:solidFill>
              <a:effectLst/>
            </a:endParaRPr>
          </a:p>
        </p:txBody>
      </p:sp>
      <p:sp>
        <p:nvSpPr>
          <p:cNvPr id="51" name="Rectangle 50">
            <a:extLst>
              <a:ext uri="{FF2B5EF4-FFF2-40B4-BE49-F238E27FC236}">
                <a16:creationId xmlns:a16="http://schemas.microsoft.com/office/drawing/2014/main" id="{EEC93BED-A38D-4B5E-81C8-17E2AC1FF513}"/>
              </a:ext>
            </a:extLst>
          </p:cNvPr>
          <p:cNvSpPr>
            <a:spLocks noChangeArrowheads="1"/>
          </p:cNvSpPr>
          <p:nvPr/>
        </p:nvSpPr>
        <p:spPr bwMode="auto">
          <a:xfrm>
            <a:off x="7618413" y="2103438"/>
            <a:ext cx="856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800" b="1" i="0" u="none" strike="noStrike" cap="none" normalizeH="0" baseline="0">
                <a:ln>
                  <a:noFill/>
                </a:ln>
                <a:solidFill>
                  <a:schemeClr val="bg2"/>
                </a:solidFill>
                <a:effectLst/>
                <a:latin typeface="Open Sans" panose="020B0606030504020204" pitchFamily="34" charset="0"/>
              </a:rPr>
              <a:t>STEP 04</a:t>
            </a:r>
            <a:endParaRPr kumimoji="0" lang="ru-UA" altLang="ru-UA" sz="1800" b="0" i="0" u="none" strike="noStrike" cap="none" normalizeH="0" baseline="0">
              <a:ln>
                <a:noFill/>
              </a:ln>
              <a:solidFill>
                <a:schemeClr val="bg2"/>
              </a:solidFill>
              <a:effectLst/>
            </a:endParaRPr>
          </a:p>
        </p:txBody>
      </p:sp>
      <p:sp>
        <p:nvSpPr>
          <p:cNvPr id="63" name="Text Placeholder 17">
            <a:extLst>
              <a:ext uri="{FF2B5EF4-FFF2-40B4-BE49-F238E27FC236}">
                <a16:creationId xmlns:a16="http://schemas.microsoft.com/office/drawing/2014/main" id="{96E9528A-EB60-4C5E-AD00-991528E322C2}"/>
              </a:ext>
            </a:extLst>
          </p:cNvPr>
          <p:cNvSpPr txBox="1">
            <a:spLocks/>
          </p:cNvSpPr>
          <p:nvPr/>
        </p:nvSpPr>
        <p:spPr>
          <a:xfrm>
            <a:off x="1681572" y="2634326"/>
            <a:ext cx="1237842" cy="4232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ru-UA" sz="800">
                <a:solidFill>
                  <a:schemeClr val="bg2"/>
                </a:solidFill>
              </a:rPr>
              <a:t>Lorem ipsum dolor sit amet, consectetur adipiscing elit, se</a:t>
            </a:r>
            <a:endParaRPr lang="ru-RU" altLang="ru-UA" sz="800">
              <a:solidFill>
                <a:schemeClr val="bg2"/>
              </a:solidFill>
            </a:endParaRPr>
          </a:p>
        </p:txBody>
      </p:sp>
      <p:sp>
        <p:nvSpPr>
          <p:cNvPr id="64" name="Text Placeholder 17">
            <a:extLst>
              <a:ext uri="{FF2B5EF4-FFF2-40B4-BE49-F238E27FC236}">
                <a16:creationId xmlns:a16="http://schemas.microsoft.com/office/drawing/2014/main" id="{D74A3A46-071E-458C-8E88-70840F75F177}"/>
              </a:ext>
            </a:extLst>
          </p:cNvPr>
          <p:cNvSpPr txBox="1">
            <a:spLocks/>
          </p:cNvSpPr>
          <p:nvPr/>
        </p:nvSpPr>
        <p:spPr>
          <a:xfrm>
            <a:off x="3600860" y="2634326"/>
            <a:ext cx="1237842" cy="4232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ru-UA" sz="800">
                <a:solidFill>
                  <a:schemeClr val="bg2"/>
                </a:solidFill>
              </a:rPr>
              <a:t>Lorem ipsum dolor sit amet, consectetur adipiscing elit, se</a:t>
            </a:r>
            <a:endParaRPr lang="ru-RU" altLang="ru-UA" sz="800">
              <a:solidFill>
                <a:schemeClr val="bg2"/>
              </a:solidFill>
            </a:endParaRPr>
          </a:p>
        </p:txBody>
      </p:sp>
      <p:sp>
        <p:nvSpPr>
          <p:cNvPr id="65" name="Text Placeholder 17">
            <a:extLst>
              <a:ext uri="{FF2B5EF4-FFF2-40B4-BE49-F238E27FC236}">
                <a16:creationId xmlns:a16="http://schemas.microsoft.com/office/drawing/2014/main" id="{9BD533C7-D006-4D5B-8EFF-BC61BF6203EB}"/>
              </a:ext>
            </a:extLst>
          </p:cNvPr>
          <p:cNvSpPr txBox="1">
            <a:spLocks/>
          </p:cNvSpPr>
          <p:nvPr/>
        </p:nvSpPr>
        <p:spPr>
          <a:xfrm>
            <a:off x="5572535" y="2634326"/>
            <a:ext cx="1237842" cy="4232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ru-UA" sz="800">
                <a:solidFill>
                  <a:schemeClr val="bg2"/>
                </a:solidFill>
              </a:rPr>
              <a:t>Lorem ipsum dolor sit amet, consectetur adipiscing elit, se</a:t>
            </a:r>
            <a:endParaRPr lang="ru-RU" altLang="ru-UA" sz="800">
              <a:solidFill>
                <a:schemeClr val="bg2"/>
              </a:solidFill>
            </a:endParaRPr>
          </a:p>
        </p:txBody>
      </p:sp>
      <p:sp>
        <p:nvSpPr>
          <p:cNvPr id="66" name="Text Placeholder 17">
            <a:extLst>
              <a:ext uri="{FF2B5EF4-FFF2-40B4-BE49-F238E27FC236}">
                <a16:creationId xmlns:a16="http://schemas.microsoft.com/office/drawing/2014/main" id="{E2C2CED0-E3B7-4D2F-9967-9D84755C1204}"/>
              </a:ext>
            </a:extLst>
          </p:cNvPr>
          <p:cNvSpPr txBox="1">
            <a:spLocks/>
          </p:cNvSpPr>
          <p:nvPr/>
        </p:nvSpPr>
        <p:spPr>
          <a:xfrm>
            <a:off x="7541035" y="2634326"/>
            <a:ext cx="1237842" cy="4232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ru-UA" sz="800">
                <a:solidFill>
                  <a:schemeClr val="bg2"/>
                </a:solidFill>
              </a:rPr>
              <a:t>Lorem ipsum dolor sit amet, consectetur adipiscing elit, se</a:t>
            </a:r>
            <a:endParaRPr lang="ru-RU" altLang="ru-UA" sz="800">
              <a:solidFill>
                <a:schemeClr val="bg2"/>
              </a:solidFill>
            </a:endParaRPr>
          </a:p>
        </p:txBody>
      </p:sp>
      <p:sp>
        <p:nvSpPr>
          <p:cNvPr id="67" name="Text Placeholder 17">
            <a:extLst>
              <a:ext uri="{FF2B5EF4-FFF2-40B4-BE49-F238E27FC236}">
                <a16:creationId xmlns:a16="http://schemas.microsoft.com/office/drawing/2014/main" id="{0A99C23D-125B-45D1-A5EF-8E68584B4C28}"/>
              </a:ext>
            </a:extLst>
          </p:cNvPr>
          <p:cNvSpPr txBox="1">
            <a:spLocks/>
          </p:cNvSpPr>
          <p:nvPr/>
        </p:nvSpPr>
        <p:spPr>
          <a:xfrm>
            <a:off x="9532598" y="2634326"/>
            <a:ext cx="1237842" cy="4232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ru-UA" sz="800">
                <a:solidFill>
                  <a:schemeClr val="bg2"/>
                </a:solidFill>
              </a:rPr>
              <a:t>Lorem ipsum dolor sit amet, consectetur adipiscing elit, se</a:t>
            </a:r>
            <a:endParaRPr lang="ru-RU" altLang="ru-UA" sz="800">
              <a:solidFill>
                <a:schemeClr val="bg2"/>
              </a:solidFill>
            </a:endParaRPr>
          </a:p>
        </p:txBody>
      </p:sp>
      <p:grpSp>
        <p:nvGrpSpPr>
          <p:cNvPr id="73" name="Group 72">
            <a:extLst>
              <a:ext uri="{FF2B5EF4-FFF2-40B4-BE49-F238E27FC236}">
                <a16:creationId xmlns:a16="http://schemas.microsoft.com/office/drawing/2014/main" id="{F3DE74F1-D533-44BD-9C73-D3E701189DEB}"/>
              </a:ext>
            </a:extLst>
          </p:cNvPr>
          <p:cNvGrpSpPr/>
          <p:nvPr/>
        </p:nvGrpSpPr>
        <p:grpSpPr>
          <a:xfrm>
            <a:off x="1282690" y="4535488"/>
            <a:ext cx="1506560" cy="1136817"/>
            <a:chOff x="1282690" y="4535488"/>
            <a:chExt cx="1506560" cy="1136817"/>
          </a:xfrm>
        </p:grpSpPr>
        <p:sp>
          <p:nvSpPr>
            <p:cNvPr id="47" name="Freeform 46">
              <a:extLst>
                <a:ext uri="{FF2B5EF4-FFF2-40B4-BE49-F238E27FC236}">
                  <a16:creationId xmlns:a16="http://schemas.microsoft.com/office/drawing/2014/main" id="{3AC2BB11-0896-4707-B993-A7FAE017B3BE}"/>
                </a:ext>
              </a:extLst>
            </p:cNvPr>
            <p:cNvSpPr>
              <a:spLocks noEditPoints="1"/>
            </p:cNvSpPr>
            <p:nvPr/>
          </p:nvSpPr>
          <p:spPr bwMode="auto">
            <a:xfrm>
              <a:off x="1828801" y="4535488"/>
              <a:ext cx="414338" cy="334963"/>
            </a:xfrm>
            <a:custGeom>
              <a:avLst/>
              <a:gdLst>
                <a:gd name="T0" fmla="*/ 112 w 112"/>
                <a:gd name="T1" fmla="*/ 90 h 90"/>
                <a:gd name="T2" fmla="*/ 0 w 112"/>
                <a:gd name="T3" fmla="*/ 90 h 90"/>
                <a:gd name="T4" fmla="*/ 28 w 112"/>
                <a:gd name="T5" fmla="*/ 66 h 90"/>
                <a:gd name="T6" fmla="*/ 12 w 112"/>
                <a:gd name="T7" fmla="*/ 66 h 90"/>
                <a:gd name="T8" fmla="*/ 12 w 112"/>
                <a:gd name="T9" fmla="*/ 90 h 90"/>
                <a:gd name="T10" fmla="*/ 28 w 112"/>
                <a:gd name="T11" fmla="*/ 90 h 90"/>
                <a:gd name="T12" fmla="*/ 28 w 112"/>
                <a:gd name="T13" fmla="*/ 66 h 90"/>
                <a:gd name="T14" fmla="*/ 52 w 112"/>
                <a:gd name="T15" fmla="*/ 42 h 90"/>
                <a:gd name="T16" fmla="*/ 36 w 112"/>
                <a:gd name="T17" fmla="*/ 42 h 90"/>
                <a:gd name="T18" fmla="*/ 36 w 112"/>
                <a:gd name="T19" fmla="*/ 90 h 90"/>
                <a:gd name="T20" fmla="*/ 52 w 112"/>
                <a:gd name="T21" fmla="*/ 90 h 90"/>
                <a:gd name="T22" fmla="*/ 52 w 112"/>
                <a:gd name="T23" fmla="*/ 42 h 90"/>
                <a:gd name="T24" fmla="*/ 76 w 112"/>
                <a:gd name="T25" fmla="*/ 52 h 90"/>
                <a:gd name="T26" fmla="*/ 60 w 112"/>
                <a:gd name="T27" fmla="*/ 52 h 90"/>
                <a:gd name="T28" fmla="*/ 60 w 112"/>
                <a:gd name="T29" fmla="*/ 90 h 90"/>
                <a:gd name="T30" fmla="*/ 76 w 112"/>
                <a:gd name="T31" fmla="*/ 90 h 90"/>
                <a:gd name="T32" fmla="*/ 76 w 112"/>
                <a:gd name="T33" fmla="*/ 52 h 90"/>
                <a:gd name="T34" fmla="*/ 100 w 112"/>
                <a:gd name="T35" fmla="*/ 28 h 90"/>
                <a:gd name="T36" fmla="*/ 85 w 112"/>
                <a:gd name="T37" fmla="*/ 28 h 90"/>
                <a:gd name="T38" fmla="*/ 85 w 112"/>
                <a:gd name="T39" fmla="*/ 90 h 90"/>
                <a:gd name="T40" fmla="*/ 100 w 112"/>
                <a:gd name="T41" fmla="*/ 90 h 90"/>
                <a:gd name="T42" fmla="*/ 100 w 112"/>
                <a:gd name="T43" fmla="*/ 28 h 90"/>
                <a:gd name="T44" fmla="*/ 20 w 112"/>
                <a:gd name="T45" fmla="*/ 39 h 90"/>
                <a:gd name="T46" fmla="*/ 16 w 112"/>
                <a:gd name="T47" fmla="*/ 44 h 90"/>
                <a:gd name="T48" fmla="*/ 20 w 112"/>
                <a:gd name="T49" fmla="*/ 48 h 90"/>
                <a:gd name="T50" fmla="*/ 24 w 112"/>
                <a:gd name="T51" fmla="*/ 44 h 90"/>
                <a:gd name="T52" fmla="*/ 20 w 112"/>
                <a:gd name="T53" fmla="*/ 39 h 90"/>
                <a:gd name="T54" fmla="*/ 44 w 112"/>
                <a:gd name="T55" fmla="*/ 16 h 90"/>
                <a:gd name="T56" fmla="*/ 40 w 112"/>
                <a:gd name="T57" fmla="*/ 21 h 90"/>
                <a:gd name="T58" fmla="*/ 44 w 112"/>
                <a:gd name="T59" fmla="*/ 25 h 90"/>
                <a:gd name="T60" fmla="*/ 48 w 112"/>
                <a:gd name="T61" fmla="*/ 21 h 90"/>
                <a:gd name="T62" fmla="*/ 44 w 112"/>
                <a:gd name="T63" fmla="*/ 16 h 90"/>
                <a:gd name="T64" fmla="*/ 68 w 112"/>
                <a:gd name="T65" fmla="*/ 28 h 90"/>
                <a:gd name="T66" fmla="*/ 64 w 112"/>
                <a:gd name="T67" fmla="*/ 32 h 90"/>
                <a:gd name="T68" fmla="*/ 68 w 112"/>
                <a:gd name="T69" fmla="*/ 37 h 90"/>
                <a:gd name="T70" fmla="*/ 73 w 112"/>
                <a:gd name="T71" fmla="*/ 32 h 90"/>
                <a:gd name="T72" fmla="*/ 68 w 112"/>
                <a:gd name="T73" fmla="*/ 28 h 90"/>
                <a:gd name="T74" fmla="*/ 92 w 112"/>
                <a:gd name="T75" fmla="*/ 0 h 90"/>
                <a:gd name="T76" fmla="*/ 88 w 112"/>
                <a:gd name="T77" fmla="*/ 5 h 90"/>
                <a:gd name="T78" fmla="*/ 92 w 112"/>
                <a:gd name="T79" fmla="*/ 9 h 90"/>
                <a:gd name="T80" fmla="*/ 97 w 112"/>
                <a:gd name="T81" fmla="*/ 5 h 90"/>
                <a:gd name="T82" fmla="*/ 92 w 112"/>
                <a:gd name="T83" fmla="*/ 0 h 90"/>
                <a:gd name="T84" fmla="*/ 71 w 112"/>
                <a:gd name="T85" fmla="*/ 29 h 90"/>
                <a:gd name="T86" fmla="*/ 89 w 112"/>
                <a:gd name="T87" fmla="*/ 8 h 90"/>
                <a:gd name="T88" fmla="*/ 48 w 112"/>
                <a:gd name="T89" fmla="*/ 23 h 90"/>
                <a:gd name="T90" fmla="*/ 64 w 112"/>
                <a:gd name="T91" fmla="*/ 30 h 90"/>
                <a:gd name="T92" fmla="*/ 41 w 112"/>
                <a:gd name="T93" fmla="*/ 24 h 90"/>
                <a:gd name="T94" fmla="*/ 23 w 112"/>
                <a:gd name="T95" fmla="*/ 4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90">
                  <a:moveTo>
                    <a:pt x="112" y="90"/>
                  </a:moveTo>
                  <a:cubicBezTo>
                    <a:pt x="0" y="90"/>
                    <a:pt x="0" y="90"/>
                    <a:pt x="0" y="90"/>
                  </a:cubicBezTo>
                  <a:moveTo>
                    <a:pt x="28" y="66"/>
                  </a:moveTo>
                  <a:cubicBezTo>
                    <a:pt x="12" y="66"/>
                    <a:pt x="12" y="66"/>
                    <a:pt x="12" y="66"/>
                  </a:cubicBezTo>
                  <a:cubicBezTo>
                    <a:pt x="12" y="90"/>
                    <a:pt x="12" y="90"/>
                    <a:pt x="12" y="90"/>
                  </a:cubicBezTo>
                  <a:cubicBezTo>
                    <a:pt x="28" y="90"/>
                    <a:pt x="28" y="90"/>
                    <a:pt x="28" y="90"/>
                  </a:cubicBezTo>
                  <a:lnTo>
                    <a:pt x="28" y="66"/>
                  </a:lnTo>
                  <a:close/>
                  <a:moveTo>
                    <a:pt x="52" y="42"/>
                  </a:moveTo>
                  <a:cubicBezTo>
                    <a:pt x="36" y="42"/>
                    <a:pt x="36" y="42"/>
                    <a:pt x="36" y="42"/>
                  </a:cubicBezTo>
                  <a:cubicBezTo>
                    <a:pt x="36" y="90"/>
                    <a:pt x="36" y="90"/>
                    <a:pt x="36" y="90"/>
                  </a:cubicBezTo>
                  <a:cubicBezTo>
                    <a:pt x="52" y="90"/>
                    <a:pt x="52" y="90"/>
                    <a:pt x="52" y="90"/>
                  </a:cubicBezTo>
                  <a:lnTo>
                    <a:pt x="52" y="42"/>
                  </a:lnTo>
                  <a:close/>
                  <a:moveTo>
                    <a:pt x="76" y="52"/>
                  </a:moveTo>
                  <a:cubicBezTo>
                    <a:pt x="60" y="52"/>
                    <a:pt x="60" y="52"/>
                    <a:pt x="60" y="52"/>
                  </a:cubicBezTo>
                  <a:cubicBezTo>
                    <a:pt x="60" y="90"/>
                    <a:pt x="60" y="90"/>
                    <a:pt x="60" y="90"/>
                  </a:cubicBezTo>
                  <a:cubicBezTo>
                    <a:pt x="76" y="90"/>
                    <a:pt x="76" y="90"/>
                    <a:pt x="76" y="90"/>
                  </a:cubicBezTo>
                  <a:lnTo>
                    <a:pt x="76" y="52"/>
                  </a:lnTo>
                  <a:close/>
                  <a:moveTo>
                    <a:pt x="100" y="28"/>
                  </a:moveTo>
                  <a:cubicBezTo>
                    <a:pt x="85" y="28"/>
                    <a:pt x="85" y="28"/>
                    <a:pt x="85" y="28"/>
                  </a:cubicBezTo>
                  <a:cubicBezTo>
                    <a:pt x="85" y="90"/>
                    <a:pt x="85" y="90"/>
                    <a:pt x="85" y="90"/>
                  </a:cubicBezTo>
                  <a:cubicBezTo>
                    <a:pt x="100" y="90"/>
                    <a:pt x="100" y="90"/>
                    <a:pt x="100" y="90"/>
                  </a:cubicBezTo>
                  <a:lnTo>
                    <a:pt x="100" y="28"/>
                  </a:lnTo>
                  <a:close/>
                  <a:moveTo>
                    <a:pt x="20" y="39"/>
                  </a:moveTo>
                  <a:cubicBezTo>
                    <a:pt x="18" y="39"/>
                    <a:pt x="16" y="41"/>
                    <a:pt x="16" y="44"/>
                  </a:cubicBezTo>
                  <a:cubicBezTo>
                    <a:pt x="16" y="46"/>
                    <a:pt x="18" y="48"/>
                    <a:pt x="20" y="48"/>
                  </a:cubicBezTo>
                  <a:cubicBezTo>
                    <a:pt x="22" y="48"/>
                    <a:pt x="24" y="46"/>
                    <a:pt x="24" y="44"/>
                  </a:cubicBezTo>
                  <a:cubicBezTo>
                    <a:pt x="24" y="41"/>
                    <a:pt x="22" y="39"/>
                    <a:pt x="20" y="39"/>
                  </a:cubicBezTo>
                  <a:close/>
                  <a:moveTo>
                    <a:pt x="44" y="16"/>
                  </a:moveTo>
                  <a:cubicBezTo>
                    <a:pt x="42" y="16"/>
                    <a:pt x="40" y="18"/>
                    <a:pt x="40" y="21"/>
                  </a:cubicBezTo>
                  <a:cubicBezTo>
                    <a:pt x="40" y="23"/>
                    <a:pt x="42" y="25"/>
                    <a:pt x="44" y="25"/>
                  </a:cubicBezTo>
                  <a:cubicBezTo>
                    <a:pt x="47" y="25"/>
                    <a:pt x="48" y="23"/>
                    <a:pt x="48" y="21"/>
                  </a:cubicBezTo>
                  <a:cubicBezTo>
                    <a:pt x="48" y="18"/>
                    <a:pt x="47" y="16"/>
                    <a:pt x="44" y="16"/>
                  </a:cubicBezTo>
                  <a:close/>
                  <a:moveTo>
                    <a:pt x="68" y="28"/>
                  </a:moveTo>
                  <a:cubicBezTo>
                    <a:pt x="66" y="28"/>
                    <a:pt x="64" y="30"/>
                    <a:pt x="64" y="32"/>
                  </a:cubicBezTo>
                  <a:cubicBezTo>
                    <a:pt x="64" y="35"/>
                    <a:pt x="66" y="37"/>
                    <a:pt x="68" y="37"/>
                  </a:cubicBezTo>
                  <a:cubicBezTo>
                    <a:pt x="71" y="37"/>
                    <a:pt x="73" y="35"/>
                    <a:pt x="73" y="32"/>
                  </a:cubicBezTo>
                  <a:cubicBezTo>
                    <a:pt x="73" y="30"/>
                    <a:pt x="71" y="28"/>
                    <a:pt x="68" y="28"/>
                  </a:cubicBezTo>
                  <a:close/>
                  <a:moveTo>
                    <a:pt x="92" y="0"/>
                  </a:moveTo>
                  <a:cubicBezTo>
                    <a:pt x="90" y="0"/>
                    <a:pt x="88" y="2"/>
                    <a:pt x="88" y="5"/>
                  </a:cubicBezTo>
                  <a:cubicBezTo>
                    <a:pt x="88" y="7"/>
                    <a:pt x="90" y="9"/>
                    <a:pt x="92" y="9"/>
                  </a:cubicBezTo>
                  <a:cubicBezTo>
                    <a:pt x="95" y="9"/>
                    <a:pt x="97" y="7"/>
                    <a:pt x="97" y="5"/>
                  </a:cubicBezTo>
                  <a:cubicBezTo>
                    <a:pt x="97" y="2"/>
                    <a:pt x="95" y="0"/>
                    <a:pt x="92" y="0"/>
                  </a:cubicBezTo>
                  <a:close/>
                  <a:moveTo>
                    <a:pt x="71" y="29"/>
                  </a:moveTo>
                  <a:cubicBezTo>
                    <a:pt x="89" y="8"/>
                    <a:pt x="89" y="8"/>
                    <a:pt x="89" y="8"/>
                  </a:cubicBezTo>
                  <a:moveTo>
                    <a:pt x="48" y="23"/>
                  </a:moveTo>
                  <a:cubicBezTo>
                    <a:pt x="64" y="30"/>
                    <a:pt x="64" y="30"/>
                    <a:pt x="64" y="30"/>
                  </a:cubicBezTo>
                  <a:moveTo>
                    <a:pt x="41" y="24"/>
                  </a:moveTo>
                  <a:cubicBezTo>
                    <a:pt x="23" y="41"/>
                    <a:pt x="23" y="41"/>
                    <a:pt x="23" y="41"/>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8" name="Text_02">
              <a:extLst>
                <a:ext uri="{FF2B5EF4-FFF2-40B4-BE49-F238E27FC236}">
                  <a16:creationId xmlns:a16="http://schemas.microsoft.com/office/drawing/2014/main" id="{2EE94BE2-B41D-414B-9BDA-EBEE177EC092}"/>
                </a:ext>
              </a:extLst>
            </p:cNvPr>
            <p:cNvSpPr txBox="1"/>
            <p:nvPr/>
          </p:nvSpPr>
          <p:spPr>
            <a:xfrm>
              <a:off x="1282690" y="4964419"/>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5" name="Group 4">
            <a:extLst>
              <a:ext uri="{FF2B5EF4-FFF2-40B4-BE49-F238E27FC236}">
                <a16:creationId xmlns:a16="http://schemas.microsoft.com/office/drawing/2014/main" id="{5F1AA59D-F242-431D-987A-743DC958DC58}"/>
              </a:ext>
            </a:extLst>
          </p:cNvPr>
          <p:cNvGrpSpPr/>
          <p:nvPr/>
        </p:nvGrpSpPr>
        <p:grpSpPr>
          <a:xfrm>
            <a:off x="3262794" y="4549776"/>
            <a:ext cx="1506560" cy="1122529"/>
            <a:chOff x="3262794" y="4549776"/>
            <a:chExt cx="1506560" cy="1122529"/>
          </a:xfrm>
        </p:grpSpPr>
        <p:sp>
          <p:nvSpPr>
            <p:cNvPr id="46" name="Freeform 45">
              <a:extLst>
                <a:ext uri="{FF2B5EF4-FFF2-40B4-BE49-F238E27FC236}">
                  <a16:creationId xmlns:a16="http://schemas.microsoft.com/office/drawing/2014/main" id="{E4327118-B6B0-45E2-B198-EA4C97B0A47F}"/>
                </a:ext>
              </a:extLst>
            </p:cNvPr>
            <p:cNvSpPr>
              <a:spLocks noEditPoints="1"/>
            </p:cNvSpPr>
            <p:nvPr/>
          </p:nvSpPr>
          <p:spPr bwMode="auto">
            <a:xfrm>
              <a:off x="3757613" y="4549776"/>
              <a:ext cx="541338" cy="304800"/>
            </a:xfrm>
            <a:custGeom>
              <a:avLst/>
              <a:gdLst>
                <a:gd name="T0" fmla="*/ 34 w 146"/>
                <a:gd name="T1" fmla="*/ 67 h 82"/>
                <a:gd name="T2" fmla="*/ 34 w 146"/>
                <a:gd name="T3" fmla="*/ 61 h 82"/>
                <a:gd name="T4" fmla="*/ 42 w 146"/>
                <a:gd name="T5" fmla="*/ 53 h 82"/>
                <a:gd name="T6" fmla="*/ 47 w 146"/>
                <a:gd name="T7" fmla="*/ 57 h 82"/>
                <a:gd name="T8" fmla="*/ 40 w 146"/>
                <a:gd name="T9" fmla="*/ 67 h 82"/>
                <a:gd name="T10" fmla="*/ 88 w 146"/>
                <a:gd name="T11" fmla="*/ 60 h 82"/>
                <a:gd name="T12" fmla="*/ 106 w 146"/>
                <a:gd name="T13" fmla="*/ 67 h 82"/>
                <a:gd name="T14" fmla="*/ 107 w 146"/>
                <a:gd name="T15" fmla="*/ 60 h 82"/>
                <a:gd name="T16" fmla="*/ 89 w 146"/>
                <a:gd name="T17" fmla="*/ 73 h 82"/>
                <a:gd name="T18" fmla="*/ 97 w 146"/>
                <a:gd name="T19" fmla="*/ 73 h 82"/>
                <a:gd name="T20" fmla="*/ 99 w 146"/>
                <a:gd name="T21" fmla="*/ 67 h 82"/>
                <a:gd name="T22" fmla="*/ 79 w 146"/>
                <a:gd name="T23" fmla="*/ 79 h 82"/>
                <a:gd name="T24" fmla="*/ 87 w 146"/>
                <a:gd name="T25" fmla="*/ 79 h 82"/>
                <a:gd name="T26" fmla="*/ 89 w 146"/>
                <a:gd name="T27" fmla="*/ 73 h 82"/>
                <a:gd name="T28" fmla="*/ 68 w 146"/>
                <a:gd name="T29" fmla="*/ 80 h 82"/>
                <a:gd name="T30" fmla="*/ 77 w 146"/>
                <a:gd name="T31" fmla="*/ 80 h 82"/>
                <a:gd name="T32" fmla="*/ 46 w 146"/>
                <a:gd name="T33" fmla="*/ 73 h 82"/>
                <a:gd name="T34" fmla="*/ 56 w 146"/>
                <a:gd name="T35" fmla="*/ 56 h 82"/>
                <a:gd name="T36" fmla="*/ 50 w 146"/>
                <a:gd name="T37" fmla="*/ 56 h 82"/>
                <a:gd name="T38" fmla="*/ 40 w 146"/>
                <a:gd name="T39" fmla="*/ 74 h 82"/>
                <a:gd name="T40" fmla="*/ 46 w 146"/>
                <a:gd name="T41" fmla="*/ 73 h 82"/>
                <a:gd name="T42" fmla="*/ 64 w 146"/>
                <a:gd name="T43" fmla="*/ 67 h 82"/>
                <a:gd name="T44" fmla="*/ 60 w 146"/>
                <a:gd name="T45" fmla="*/ 60 h 82"/>
                <a:gd name="T46" fmla="*/ 48 w 146"/>
                <a:gd name="T47" fmla="*/ 71 h 82"/>
                <a:gd name="T48" fmla="*/ 52 w 146"/>
                <a:gd name="T49" fmla="*/ 79 h 82"/>
                <a:gd name="T50" fmla="*/ 67 w 146"/>
                <a:gd name="T51" fmla="*/ 76 h 82"/>
                <a:gd name="T52" fmla="*/ 68 w 146"/>
                <a:gd name="T53" fmla="*/ 69 h 82"/>
                <a:gd name="T54" fmla="*/ 62 w 146"/>
                <a:gd name="T55" fmla="*/ 69 h 82"/>
                <a:gd name="T56" fmla="*/ 57 w 146"/>
                <a:gd name="T57" fmla="*/ 81 h 82"/>
                <a:gd name="T58" fmla="*/ 63 w 146"/>
                <a:gd name="T59" fmla="*/ 81 h 82"/>
                <a:gd name="T60" fmla="*/ 125 w 146"/>
                <a:gd name="T61" fmla="*/ 0 h 82"/>
                <a:gd name="T62" fmla="*/ 121 w 146"/>
                <a:gd name="T63" fmla="*/ 49 h 82"/>
                <a:gd name="T64" fmla="*/ 146 w 146"/>
                <a:gd name="T65" fmla="*/ 39 h 82"/>
                <a:gd name="T66" fmla="*/ 79 w 146"/>
                <a:gd name="T67" fmla="*/ 21 h 82"/>
                <a:gd name="T68" fmla="*/ 72 w 146"/>
                <a:gd name="T69" fmla="*/ 21 h 82"/>
                <a:gd name="T70" fmla="*/ 50 w 146"/>
                <a:gd name="T71" fmla="*/ 32 h 82"/>
                <a:gd name="T72" fmla="*/ 69 w 146"/>
                <a:gd name="T73" fmla="*/ 37 h 82"/>
                <a:gd name="T74" fmla="*/ 107 w 146"/>
                <a:gd name="T75" fmla="*/ 60 h 82"/>
                <a:gd name="T76" fmla="*/ 113 w 146"/>
                <a:gd name="T77" fmla="*/ 51 h 82"/>
                <a:gd name="T78" fmla="*/ 107 w 146"/>
                <a:gd name="T79" fmla="*/ 60 h 82"/>
                <a:gd name="T80" fmla="*/ 37 w 146"/>
                <a:gd name="T81" fmla="*/ 58 h 82"/>
                <a:gd name="T82" fmla="*/ 21 w 146"/>
                <a:gd name="T83" fmla="*/ 54 h 82"/>
                <a:gd name="T84" fmla="*/ 30 w 146"/>
                <a:gd name="T85" fmla="*/ 0 h 82"/>
                <a:gd name="T86" fmla="*/ 35 w 146"/>
                <a:gd name="T87" fmla="*/ 60 h 82"/>
                <a:gd name="T88" fmla="*/ 48 w 146"/>
                <a:gd name="T89" fmla="*/ 2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6" h="82">
                  <a:moveTo>
                    <a:pt x="38" y="68"/>
                  </a:moveTo>
                  <a:cubicBezTo>
                    <a:pt x="36" y="68"/>
                    <a:pt x="35" y="68"/>
                    <a:pt x="34" y="67"/>
                  </a:cubicBezTo>
                  <a:cubicBezTo>
                    <a:pt x="33" y="66"/>
                    <a:pt x="33" y="65"/>
                    <a:pt x="33" y="64"/>
                  </a:cubicBezTo>
                  <a:cubicBezTo>
                    <a:pt x="33" y="63"/>
                    <a:pt x="33" y="62"/>
                    <a:pt x="34" y="61"/>
                  </a:cubicBezTo>
                  <a:cubicBezTo>
                    <a:pt x="40" y="55"/>
                    <a:pt x="40" y="55"/>
                    <a:pt x="40" y="55"/>
                  </a:cubicBezTo>
                  <a:cubicBezTo>
                    <a:pt x="40" y="54"/>
                    <a:pt x="41" y="53"/>
                    <a:pt x="42" y="53"/>
                  </a:cubicBezTo>
                  <a:cubicBezTo>
                    <a:pt x="43" y="53"/>
                    <a:pt x="45" y="53"/>
                    <a:pt x="46" y="54"/>
                  </a:cubicBezTo>
                  <a:cubicBezTo>
                    <a:pt x="47" y="55"/>
                    <a:pt x="47" y="56"/>
                    <a:pt x="47" y="57"/>
                  </a:cubicBezTo>
                  <a:cubicBezTo>
                    <a:pt x="47" y="58"/>
                    <a:pt x="47" y="60"/>
                    <a:pt x="46" y="60"/>
                  </a:cubicBezTo>
                  <a:cubicBezTo>
                    <a:pt x="40" y="67"/>
                    <a:pt x="40" y="67"/>
                    <a:pt x="40" y="67"/>
                  </a:cubicBezTo>
                  <a:cubicBezTo>
                    <a:pt x="40" y="67"/>
                    <a:pt x="39" y="68"/>
                    <a:pt x="38" y="68"/>
                  </a:cubicBezTo>
                  <a:close/>
                  <a:moveTo>
                    <a:pt x="88" y="60"/>
                  </a:moveTo>
                  <a:cubicBezTo>
                    <a:pt x="88" y="60"/>
                    <a:pt x="99" y="68"/>
                    <a:pt x="102" y="69"/>
                  </a:cubicBezTo>
                  <a:cubicBezTo>
                    <a:pt x="104" y="69"/>
                    <a:pt x="105" y="68"/>
                    <a:pt x="106" y="67"/>
                  </a:cubicBezTo>
                  <a:cubicBezTo>
                    <a:pt x="107" y="66"/>
                    <a:pt x="108" y="64"/>
                    <a:pt x="108" y="63"/>
                  </a:cubicBezTo>
                  <a:cubicBezTo>
                    <a:pt x="108" y="62"/>
                    <a:pt x="108" y="60"/>
                    <a:pt x="107" y="60"/>
                  </a:cubicBezTo>
                  <a:moveTo>
                    <a:pt x="80" y="65"/>
                  </a:moveTo>
                  <a:cubicBezTo>
                    <a:pt x="89" y="73"/>
                    <a:pt x="89" y="73"/>
                    <a:pt x="89" y="73"/>
                  </a:cubicBezTo>
                  <a:cubicBezTo>
                    <a:pt x="90" y="74"/>
                    <a:pt x="91" y="75"/>
                    <a:pt x="93" y="75"/>
                  </a:cubicBezTo>
                  <a:cubicBezTo>
                    <a:pt x="94" y="75"/>
                    <a:pt x="96" y="75"/>
                    <a:pt x="97" y="73"/>
                  </a:cubicBezTo>
                  <a:cubicBezTo>
                    <a:pt x="98" y="72"/>
                    <a:pt x="99" y="71"/>
                    <a:pt x="99" y="69"/>
                  </a:cubicBezTo>
                  <a:cubicBezTo>
                    <a:pt x="99" y="68"/>
                    <a:pt x="99" y="68"/>
                    <a:pt x="99" y="67"/>
                  </a:cubicBezTo>
                  <a:moveTo>
                    <a:pt x="75" y="75"/>
                  </a:moveTo>
                  <a:cubicBezTo>
                    <a:pt x="79" y="79"/>
                    <a:pt x="79" y="79"/>
                    <a:pt x="79" y="79"/>
                  </a:cubicBezTo>
                  <a:cubicBezTo>
                    <a:pt x="80" y="80"/>
                    <a:pt x="82" y="81"/>
                    <a:pt x="83" y="81"/>
                  </a:cubicBezTo>
                  <a:cubicBezTo>
                    <a:pt x="85" y="81"/>
                    <a:pt x="86" y="80"/>
                    <a:pt x="87" y="79"/>
                  </a:cubicBezTo>
                  <a:cubicBezTo>
                    <a:pt x="89" y="78"/>
                    <a:pt x="89" y="76"/>
                    <a:pt x="89" y="75"/>
                  </a:cubicBezTo>
                  <a:cubicBezTo>
                    <a:pt x="89" y="74"/>
                    <a:pt x="89" y="74"/>
                    <a:pt x="89" y="73"/>
                  </a:cubicBezTo>
                  <a:moveTo>
                    <a:pt x="65" y="79"/>
                  </a:moveTo>
                  <a:cubicBezTo>
                    <a:pt x="68" y="80"/>
                    <a:pt x="68" y="80"/>
                    <a:pt x="68" y="80"/>
                  </a:cubicBezTo>
                  <a:cubicBezTo>
                    <a:pt x="69" y="81"/>
                    <a:pt x="71" y="81"/>
                    <a:pt x="73" y="81"/>
                  </a:cubicBezTo>
                  <a:cubicBezTo>
                    <a:pt x="75" y="81"/>
                    <a:pt x="76" y="81"/>
                    <a:pt x="77" y="80"/>
                  </a:cubicBezTo>
                  <a:cubicBezTo>
                    <a:pt x="78" y="79"/>
                    <a:pt x="78" y="79"/>
                    <a:pt x="79" y="78"/>
                  </a:cubicBezTo>
                  <a:moveTo>
                    <a:pt x="46" y="73"/>
                  </a:moveTo>
                  <a:cubicBezTo>
                    <a:pt x="56" y="62"/>
                    <a:pt x="56" y="62"/>
                    <a:pt x="56" y="62"/>
                  </a:cubicBezTo>
                  <a:cubicBezTo>
                    <a:pt x="58" y="60"/>
                    <a:pt x="58" y="58"/>
                    <a:pt x="56" y="56"/>
                  </a:cubicBezTo>
                  <a:cubicBezTo>
                    <a:pt x="55" y="55"/>
                    <a:pt x="54" y="55"/>
                    <a:pt x="52" y="55"/>
                  </a:cubicBezTo>
                  <a:cubicBezTo>
                    <a:pt x="51" y="55"/>
                    <a:pt x="50" y="56"/>
                    <a:pt x="50" y="56"/>
                  </a:cubicBezTo>
                  <a:cubicBezTo>
                    <a:pt x="40" y="67"/>
                    <a:pt x="40" y="67"/>
                    <a:pt x="40" y="67"/>
                  </a:cubicBezTo>
                  <a:cubicBezTo>
                    <a:pt x="38" y="69"/>
                    <a:pt x="38" y="72"/>
                    <a:pt x="40" y="74"/>
                  </a:cubicBezTo>
                  <a:cubicBezTo>
                    <a:pt x="41" y="74"/>
                    <a:pt x="42" y="75"/>
                    <a:pt x="44" y="75"/>
                  </a:cubicBezTo>
                  <a:cubicBezTo>
                    <a:pt x="45" y="75"/>
                    <a:pt x="46" y="74"/>
                    <a:pt x="46" y="73"/>
                  </a:cubicBezTo>
                  <a:close/>
                  <a:moveTo>
                    <a:pt x="54" y="77"/>
                  </a:moveTo>
                  <a:cubicBezTo>
                    <a:pt x="64" y="67"/>
                    <a:pt x="64" y="67"/>
                    <a:pt x="64" y="67"/>
                  </a:cubicBezTo>
                  <a:cubicBezTo>
                    <a:pt x="65" y="65"/>
                    <a:pt x="65" y="62"/>
                    <a:pt x="63" y="61"/>
                  </a:cubicBezTo>
                  <a:cubicBezTo>
                    <a:pt x="62" y="60"/>
                    <a:pt x="61" y="59"/>
                    <a:pt x="60" y="60"/>
                  </a:cubicBezTo>
                  <a:cubicBezTo>
                    <a:pt x="59" y="60"/>
                    <a:pt x="58" y="60"/>
                    <a:pt x="57" y="61"/>
                  </a:cubicBezTo>
                  <a:cubicBezTo>
                    <a:pt x="48" y="71"/>
                    <a:pt x="48" y="71"/>
                    <a:pt x="48" y="71"/>
                  </a:cubicBezTo>
                  <a:cubicBezTo>
                    <a:pt x="46" y="73"/>
                    <a:pt x="47" y="76"/>
                    <a:pt x="48" y="77"/>
                  </a:cubicBezTo>
                  <a:cubicBezTo>
                    <a:pt x="49" y="78"/>
                    <a:pt x="51" y="79"/>
                    <a:pt x="52" y="79"/>
                  </a:cubicBezTo>
                  <a:cubicBezTo>
                    <a:pt x="53" y="78"/>
                    <a:pt x="54" y="78"/>
                    <a:pt x="54" y="77"/>
                  </a:cubicBezTo>
                  <a:close/>
                  <a:moveTo>
                    <a:pt x="67" y="76"/>
                  </a:moveTo>
                  <a:cubicBezTo>
                    <a:pt x="68" y="75"/>
                    <a:pt x="68" y="75"/>
                    <a:pt x="68" y="75"/>
                  </a:cubicBezTo>
                  <a:cubicBezTo>
                    <a:pt x="70" y="73"/>
                    <a:pt x="70" y="70"/>
                    <a:pt x="68" y="69"/>
                  </a:cubicBezTo>
                  <a:cubicBezTo>
                    <a:pt x="67" y="68"/>
                    <a:pt x="66" y="67"/>
                    <a:pt x="65" y="67"/>
                  </a:cubicBezTo>
                  <a:cubicBezTo>
                    <a:pt x="64" y="68"/>
                    <a:pt x="63" y="68"/>
                    <a:pt x="62" y="69"/>
                  </a:cubicBezTo>
                  <a:cubicBezTo>
                    <a:pt x="57" y="75"/>
                    <a:pt x="57" y="75"/>
                    <a:pt x="57" y="75"/>
                  </a:cubicBezTo>
                  <a:cubicBezTo>
                    <a:pt x="55" y="77"/>
                    <a:pt x="55" y="79"/>
                    <a:pt x="57" y="81"/>
                  </a:cubicBezTo>
                  <a:cubicBezTo>
                    <a:pt x="58" y="82"/>
                    <a:pt x="59" y="82"/>
                    <a:pt x="60" y="82"/>
                  </a:cubicBezTo>
                  <a:cubicBezTo>
                    <a:pt x="61" y="82"/>
                    <a:pt x="62" y="81"/>
                    <a:pt x="63" y="81"/>
                  </a:cubicBezTo>
                  <a:lnTo>
                    <a:pt x="67" y="76"/>
                  </a:lnTo>
                  <a:close/>
                  <a:moveTo>
                    <a:pt x="125" y="0"/>
                  </a:moveTo>
                  <a:cubicBezTo>
                    <a:pt x="116" y="5"/>
                    <a:pt x="102" y="12"/>
                    <a:pt x="100" y="14"/>
                  </a:cubicBezTo>
                  <a:cubicBezTo>
                    <a:pt x="102" y="17"/>
                    <a:pt x="111" y="31"/>
                    <a:pt x="121" y="49"/>
                  </a:cubicBezTo>
                  <a:cubicBezTo>
                    <a:pt x="122" y="51"/>
                    <a:pt x="122" y="51"/>
                    <a:pt x="122" y="51"/>
                  </a:cubicBezTo>
                  <a:cubicBezTo>
                    <a:pt x="146" y="39"/>
                    <a:pt x="146" y="39"/>
                    <a:pt x="146" y="39"/>
                  </a:cubicBezTo>
                  <a:moveTo>
                    <a:pt x="103" y="19"/>
                  </a:moveTo>
                  <a:cubicBezTo>
                    <a:pt x="92" y="14"/>
                    <a:pt x="86" y="21"/>
                    <a:pt x="79" y="21"/>
                  </a:cubicBezTo>
                  <a:cubicBezTo>
                    <a:pt x="76" y="21"/>
                    <a:pt x="73" y="21"/>
                    <a:pt x="72" y="21"/>
                  </a:cubicBezTo>
                  <a:cubicBezTo>
                    <a:pt x="72" y="21"/>
                    <a:pt x="72" y="21"/>
                    <a:pt x="72" y="21"/>
                  </a:cubicBezTo>
                  <a:cubicBezTo>
                    <a:pt x="71" y="21"/>
                    <a:pt x="70" y="22"/>
                    <a:pt x="70" y="22"/>
                  </a:cubicBezTo>
                  <a:cubicBezTo>
                    <a:pt x="50" y="32"/>
                    <a:pt x="50" y="32"/>
                    <a:pt x="50" y="32"/>
                  </a:cubicBezTo>
                  <a:cubicBezTo>
                    <a:pt x="41" y="37"/>
                    <a:pt x="50" y="44"/>
                    <a:pt x="53" y="43"/>
                  </a:cubicBezTo>
                  <a:cubicBezTo>
                    <a:pt x="56" y="42"/>
                    <a:pt x="64" y="39"/>
                    <a:pt x="69" y="37"/>
                  </a:cubicBezTo>
                  <a:cubicBezTo>
                    <a:pt x="72" y="36"/>
                    <a:pt x="76" y="36"/>
                    <a:pt x="79" y="38"/>
                  </a:cubicBezTo>
                  <a:cubicBezTo>
                    <a:pt x="87" y="44"/>
                    <a:pt x="106" y="58"/>
                    <a:pt x="107" y="60"/>
                  </a:cubicBezTo>
                  <a:moveTo>
                    <a:pt x="120" y="47"/>
                  </a:moveTo>
                  <a:cubicBezTo>
                    <a:pt x="118" y="48"/>
                    <a:pt x="114" y="50"/>
                    <a:pt x="113" y="51"/>
                  </a:cubicBezTo>
                  <a:cubicBezTo>
                    <a:pt x="113" y="52"/>
                    <a:pt x="112" y="53"/>
                    <a:pt x="111" y="54"/>
                  </a:cubicBezTo>
                  <a:cubicBezTo>
                    <a:pt x="110" y="56"/>
                    <a:pt x="108" y="59"/>
                    <a:pt x="107" y="60"/>
                  </a:cubicBezTo>
                  <a:moveTo>
                    <a:pt x="37" y="58"/>
                  </a:moveTo>
                  <a:cubicBezTo>
                    <a:pt x="37" y="58"/>
                    <a:pt x="37" y="58"/>
                    <a:pt x="37" y="58"/>
                  </a:cubicBezTo>
                  <a:moveTo>
                    <a:pt x="0" y="37"/>
                  </a:moveTo>
                  <a:cubicBezTo>
                    <a:pt x="21" y="54"/>
                    <a:pt x="21" y="54"/>
                    <a:pt x="21" y="54"/>
                  </a:cubicBezTo>
                  <a:cubicBezTo>
                    <a:pt x="51" y="17"/>
                    <a:pt x="51" y="17"/>
                    <a:pt x="51" y="17"/>
                  </a:cubicBezTo>
                  <a:cubicBezTo>
                    <a:pt x="30" y="0"/>
                    <a:pt x="30" y="0"/>
                    <a:pt x="30" y="0"/>
                  </a:cubicBezTo>
                  <a:moveTo>
                    <a:pt x="23" y="52"/>
                  </a:moveTo>
                  <a:cubicBezTo>
                    <a:pt x="29" y="56"/>
                    <a:pt x="35" y="60"/>
                    <a:pt x="35" y="60"/>
                  </a:cubicBezTo>
                  <a:moveTo>
                    <a:pt x="62" y="26"/>
                  </a:moveTo>
                  <a:cubicBezTo>
                    <a:pt x="60" y="24"/>
                    <a:pt x="54" y="22"/>
                    <a:pt x="48" y="2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9" name="Text_02">
              <a:extLst>
                <a:ext uri="{FF2B5EF4-FFF2-40B4-BE49-F238E27FC236}">
                  <a16:creationId xmlns:a16="http://schemas.microsoft.com/office/drawing/2014/main" id="{10328C94-6DE8-4AE1-A7D7-889E6B2C9C00}"/>
                </a:ext>
              </a:extLst>
            </p:cNvPr>
            <p:cNvSpPr txBox="1"/>
            <p:nvPr/>
          </p:nvSpPr>
          <p:spPr>
            <a:xfrm>
              <a:off x="3262794" y="4964419"/>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4" name="Group 3">
            <a:extLst>
              <a:ext uri="{FF2B5EF4-FFF2-40B4-BE49-F238E27FC236}">
                <a16:creationId xmlns:a16="http://schemas.microsoft.com/office/drawing/2014/main" id="{855816E9-DAFE-4F6B-B730-96F0750F3722}"/>
              </a:ext>
            </a:extLst>
          </p:cNvPr>
          <p:cNvGrpSpPr/>
          <p:nvPr/>
        </p:nvGrpSpPr>
        <p:grpSpPr>
          <a:xfrm>
            <a:off x="5295525" y="4468813"/>
            <a:ext cx="1506560" cy="1203492"/>
            <a:chOff x="5295525" y="4468813"/>
            <a:chExt cx="1506560" cy="1203492"/>
          </a:xfrm>
        </p:grpSpPr>
        <p:sp>
          <p:nvSpPr>
            <p:cNvPr id="45" name="Freeform 44">
              <a:extLst>
                <a:ext uri="{FF2B5EF4-FFF2-40B4-BE49-F238E27FC236}">
                  <a16:creationId xmlns:a16="http://schemas.microsoft.com/office/drawing/2014/main" id="{31AF9DDD-2D5D-4C90-BEB5-506CB0D96B1E}"/>
                </a:ext>
              </a:extLst>
            </p:cNvPr>
            <p:cNvSpPr>
              <a:spLocks noEditPoints="1"/>
            </p:cNvSpPr>
            <p:nvPr/>
          </p:nvSpPr>
          <p:spPr bwMode="auto">
            <a:xfrm>
              <a:off x="5808663" y="4468813"/>
              <a:ext cx="415925" cy="430213"/>
            </a:xfrm>
            <a:custGeom>
              <a:avLst/>
              <a:gdLst>
                <a:gd name="T0" fmla="*/ 42 w 112"/>
                <a:gd name="T1" fmla="*/ 12 h 116"/>
                <a:gd name="T2" fmla="*/ 98 w 112"/>
                <a:gd name="T3" fmla="*/ 47 h 116"/>
                <a:gd name="T4" fmla="*/ 112 w 112"/>
                <a:gd name="T5" fmla="*/ 74 h 116"/>
                <a:gd name="T6" fmla="*/ 100 w 112"/>
                <a:gd name="T7" fmla="*/ 74 h 116"/>
                <a:gd name="T8" fmla="*/ 100 w 112"/>
                <a:gd name="T9" fmla="*/ 94 h 116"/>
                <a:gd name="T10" fmla="*/ 94 w 112"/>
                <a:gd name="T11" fmla="*/ 100 h 116"/>
                <a:gd name="T12" fmla="*/ 82 w 112"/>
                <a:gd name="T13" fmla="*/ 100 h 116"/>
                <a:gd name="T14" fmla="*/ 82 w 112"/>
                <a:gd name="T15" fmla="*/ 116 h 116"/>
                <a:gd name="T16" fmla="*/ 30 w 112"/>
                <a:gd name="T17" fmla="*/ 116 h 116"/>
                <a:gd name="T18" fmla="*/ 30 w 112"/>
                <a:gd name="T19" fmla="*/ 99 h 116"/>
                <a:gd name="T20" fmla="*/ 25 w 112"/>
                <a:gd name="T21" fmla="*/ 87 h 116"/>
                <a:gd name="T22" fmla="*/ 63 w 112"/>
                <a:gd name="T23" fmla="*/ 53 h 116"/>
                <a:gd name="T24" fmla="*/ 63 w 112"/>
                <a:gd name="T25" fmla="*/ 45 h 116"/>
                <a:gd name="T26" fmla="*/ 54 w 112"/>
                <a:gd name="T27" fmla="*/ 41 h 116"/>
                <a:gd name="T28" fmla="*/ 53 w 112"/>
                <a:gd name="T29" fmla="*/ 38 h 116"/>
                <a:gd name="T30" fmla="*/ 56 w 112"/>
                <a:gd name="T31" fmla="*/ 29 h 116"/>
                <a:gd name="T32" fmla="*/ 51 w 112"/>
                <a:gd name="T33" fmla="*/ 24 h 116"/>
                <a:gd name="T34" fmla="*/ 42 w 112"/>
                <a:gd name="T35" fmla="*/ 28 h 116"/>
                <a:gd name="T36" fmla="*/ 39 w 112"/>
                <a:gd name="T37" fmla="*/ 26 h 116"/>
                <a:gd name="T38" fmla="*/ 36 w 112"/>
                <a:gd name="T39" fmla="*/ 17 h 116"/>
                <a:gd name="T40" fmla="*/ 28 w 112"/>
                <a:gd name="T41" fmla="*/ 17 h 116"/>
                <a:gd name="T42" fmla="*/ 24 w 112"/>
                <a:gd name="T43" fmla="*/ 26 h 116"/>
                <a:gd name="T44" fmla="*/ 21 w 112"/>
                <a:gd name="T45" fmla="*/ 28 h 116"/>
                <a:gd name="T46" fmla="*/ 12 w 112"/>
                <a:gd name="T47" fmla="*/ 24 h 116"/>
                <a:gd name="T48" fmla="*/ 7 w 112"/>
                <a:gd name="T49" fmla="*/ 29 h 116"/>
                <a:gd name="T50" fmla="*/ 11 w 112"/>
                <a:gd name="T51" fmla="*/ 38 h 116"/>
                <a:gd name="T52" fmla="*/ 9 w 112"/>
                <a:gd name="T53" fmla="*/ 41 h 116"/>
                <a:gd name="T54" fmla="*/ 0 w 112"/>
                <a:gd name="T55" fmla="*/ 45 h 116"/>
                <a:gd name="T56" fmla="*/ 0 w 112"/>
                <a:gd name="T57" fmla="*/ 53 h 116"/>
                <a:gd name="T58" fmla="*/ 9 w 112"/>
                <a:gd name="T59" fmla="*/ 56 h 116"/>
                <a:gd name="T60" fmla="*/ 11 w 112"/>
                <a:gd name="T61" fmla="*/ 59 h 116"/>
                <a:gd name="T62" fmla="*/ 7 w 112"/>
                <a:gd name="T63" fmla="*/ 68 h 116"/>
                <a:gd name="T64" fmla="*/ 12 w 112"/>
                <a:gd name="T65" fmla="*/ 73 h 116"/>
                <a:gd name="T66" fmla="*/ 21 w 112"/>
                <a:gd name="T67" fmla="*/ 70 h 116"/>
                <a:gd name="T68" fmla="*/ 24 w 112"/>
                <a:gd name="T69" fmla="*/ 71 h 116"/>
                <a:gd name="T70" fmla="*/ 28 w 112"/>
                <a:gd name="T71" fmla="*/ 80 h 116"/>
                <a:gd name="T72" fmla="*/ 36 w 112"/>
                <a:gd name="T73" fmla="*/ 80 h 116"/>
                <a:gd name="T74" fmla="*/ 39 w 112"/>
                <a:gd name="T75" fmla="*/ 71 h 116"/>
                <a:gd name="T76" fmla="*/ 42 w 112"/>
                <a:gd name="T77" fmla="*/ 70 h 116"/>
                <a:gd name="T78" fmla="*/ 51 w 112"/>
                <a:gd name="T79" fmla="*/ 73 h 116"/>
                <a:gd name="T80" fmla="*/ 56 w 112"/>
                <a:gd name="T81" fmla="*/ 68 h 116"/>
                <a:gd name="T82" fmla="*/ 53 w 112"/>
                <a:gd name="T83" fmla="*/ 59 h 116"/>
                <a:gd name="T84" fmla="*/ 54 w 112"/>
                <a:gd name="T85" fmla="*/ 56 h 116"/>
                <a:gd name="T86" fmla="*/ 63 w 112"/>
                <a:gd name="T87" fmla="*/ 53 h 116"/>
                <a:gd name="T88" fmla="*/ 32 w 112"/>
                <a:gd name="T89" fmla="*/ 35 h 116"/>
                <a:gd name="T90" fmla="*/ 19 w 112"/>
                <a:gd name="T91" fmla="*/ 49 h 116"/>
                <a:gd name="T92" fmla="*/ 32 w 112"/>
                <a:gd name="T93" fmla="*/ 62 h 116"/>
                <a:gd name="T94" fmla="*/ 45 w 112"/>
                <a:gd name="T95" fmla="*/ 49 h 116"/>
                <a:gd name="T96" fmla="*/ 32 w 112"/>
                <a:gd name="T97" fmla="*/ 35 h 116"/>
                <a:gd name="T98" fmla="*/ 82 w 112"/>
                <a:gd name="T99" fmla="*/ 100 h 116"/>
                <a:gd name="T100" fmla="*/ 74 w 112"/>
                <a:gd name="T101" fmla="*/ 10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116">
                  <a:moveTo>
                    <a:pt x="42" y="12"/>
                  </a:moveTo>
                  <a:cubicBezTo>
                    <a:pt x="104" y="0"/>
                    <a:pt x="98" y="47"/>
                    <a:pt x="98" y="47"/>
                  </a:cubicBezTo>
                  <a:cubicBezTo>
                    <a:pt x="112" y="74"/>
                    <a:pt x="112" y="74"/>
                    <a:pt x="112" y="74"/>
                  </a:cubicBezTo>
                  <a:cubicBezTo>
                    <a:pt x="100" y="74"/>
                    <a:pt x="100" y="74"/>
                    <a:pt x="100" y="74"/>
                  </a:cubicBezTo>
                  <a:cubicBezTo>
                    <a:pt x="100" y="94"/>
                    <a:pt x="100" y="94"/>
                    <a:pt x="100" y="94"/>
                  </a:cubicBezTo>
                  <a:cubicBezTo>
                    <a:pt x="100" y="97"/>
                    <a:pt x="98" y="100"/>
                    <a:pt x="94" y="100"/>
                  </a:cubicBezTo>
                  <a:cubicBezTo>
                    <a:pt x="82" y="100"/>
                    <a:pt x="82" y="100"/>
                    <a:pt x="82" y="100"/>
                  </a:cubicBezTo>
                  <a:cubicBezTo>
                    <a:pt x="82" y="116"/>
                    <a:pt x="82" y="116"/>
                    <a:pt x="82" y="116"/>
                  </a:cubicBezTo>
                  <a:moveTo>
                    <a:pt x="30" y="116"/>
                  </a:moveTo>
                  <a:cubicBezTo>
                    <a:pt x="30" y="99"/>
                    <a:pt x="30" y="99"/>
                    <a:pt x="30" y="99"/>
                  </a:cubicBezTo>
                  <a:cubicBezTo>
                    <a:pt x="25" y="87"/>
                    <a:pt x="25" y="87"/>
                    <a:pt x="25" y="87"/>
                  </a:cubicBezTo>
                  <a:moveTo>
                    <a:pt x="63" y="53"/>
                  </a:moveTo>
                  <a:cubicBezTo>
                    <a:pt x="63" y="45"/>
                    <a:pt x="63" y="45"/>
                    <a:pt x="63" y="45"/>
                  </a:cubicBezTo>
                  <a:cubicBezTo>
                    <a:pt x="54" y="41"/>
                    <a:pt x="54" y="41"/>
                    <a:pt x="54" y="41"/>
                  </a:cubicBezTo>
                  <a:cubicBezTo>
                    <a:pt x="54" y="40"/>
                    <a:pt x="53" y="39"/>
                    <a:pt x="53" y="38"/>
                  </a:cubicBezTo>
                  <a:cubicBezTo>
                    <a:pt x="56" y="29"/>
                    <a:pt x="56" y="29"/>
                    <a:pt x="56" y="29"/>
                  </a:cubicBezTo>
                  <a:cubicBezTo>
                    <a:pt x="51" y="24"/>
                    <a:pt x="51" y="24"/>
                    <a:pt x="51" y="24"/>
                  </a:cubicBezTo>
                  <a:cubicBezTo>
                    <a:pt x="42" y="28"/>
                    <a:pt x="42" y="28"/>
                    <a:pt x="42" y="28"/>
                  </a:cubicBezTo>
                  <a:cubicBezTo>
                    <a:pt x="41" y="27"/>
                    <a:pt x="40" y="27"/>
                    <a:pt x="39" y="26"/>
                  </a:cubicBezTo>
                  <a:cubicBezTo>
                    <a:pt x="36" y="17"/>
                    <a:pt x="36" y="17"/>
                    <a:pt x="36" y="17"/>
                  </a:cubicBezTo>
                  <a:cubicBezTo>
                    <a:pt x="28" y="17"/>
                    <a:pt x="28" y="17"/>
                    <a:pt x="28" y="17"/>
                  </a:cubicBezTo>
                  <a:cubicBezTo>
                    <a:pt x="24" y="26"/>
                    <a:pt x="24" y="26"/>
                    <a:pt x="24" y="26"/>
                  </a:cubicBezTo>
                  <a:cubicBezTo>
                    <a:pt x="23" y="27"/>
                    <a:pt x="22" y="27"/>
                    <a:pt x="21" y="28"/>
                  </a:cubicBezTo>
                  <a:cubicBezTo>
                    <a:pt x="12" y="24"/>
                    <a:pt x="12" y="24"/>
                    <a:pt x="12" y="24"/>
                  </a:cubicBezTo>
                  <a:cubicBezTo>
                    <a:pt x="7" y="29"/>
                    <a:pt x="7" y="29"/>
                    <a:pt x="7" y="29"/>
                  </a:cubicBezTo>
                  <a:cubicBezTo>
                    <a:pt x="11" y="38"/>
                    <a:pt x="11" y="38"/>
                    <a:pt x="11" y="38"/>
                  </a:cubicBezTo>
                  <a:cubicBezTo>
                    <a:pt x="10" y="39"/>
                    <a:pt x="10" y="40"/>
                    <a:pt x="9" y="41"/>
                  </a:cubicBezTo>
                  <a:cubicBezTo>
                    <a:pt x="0" y="45"/>
                    <a:pt x="0" y="45"/>
                    <a:pt x="0" y="45"/>
                  </a:cubicBezTo>
                  <a:cubicBezTo>
                    <a:pt x="0" y="53"/>
                    <a:pt x="0" y="53"/>
                    <a:pt x="0" y="53"/>
                  </a:cubicBezTo>
                  <a:cubicBezTo>
                    <a:pt x="9" y="56"/>
                    <a:pt x="9" y="56"/>
                    <a:pt x="9" y="56"/>
                  </a:cubicBezTo>
                  <a:cubicBezTo>
                    <a:pt x="10" y="57"/>
                    <a:pt x="10" y="58"/>
                    <a:pt x="11" y="59"/>
                  </a:cubicBezTo>
                  <a:cubicBezTo>
                    <a:pt x="7" y="68"/>
                    <a:pt x="7" y="68"/>
                    <a:pt x="7" y="68"/>
                  </a:cubicBezTo>
                  <a:cubicBezTo>
                    <a:pt x="12" y="73"/>
                    <a:pt x="12" y="73"/>
                    <a:pt x="12" y="73"/>
                  </a:cubicBezTo>
                  <a:cubicBezTo>
                    <a:pt x="21" y="70"/>
                    <a:pt x="21" y="70"/>
                    <a:pt x="21" y="70"/>
                  </a:cubicBezTo>
                  <a:cubicBezTo>
                    <a:pt x="22" y="70"/>
                    <a:pt x="23" y="71"/>
                    <a:pt x="24" y="71"/>
                  </a:cubicBezTo>
                  <a:cubicBezTo>
                    <a:pt x="28" y="80"/>
                    <a:pt x="28" y="80"/>
                    <a:pt x="28" y="80"/>
                  </a:cubicBezTo>
                  <a:cubicBezTo>
                    <a:pt x="36" y="80"/>
                    <a:pt x="36" y="80"/>
                    <a:pt x="36" y="80"/>
                  </a:cubicBezTo>
                  <a:cubicBezTo>
                    <a:pt x="39" y="71"/>
                    <a:pt x="39" y="71"/>
                    <a:pt x="39" y="71"/>
                  </a:cubicBezTo>
                  <a:cubicBezTo>
                    <a:pt x="40" y="71"/>
                    <a:pt x="41" y="70"/>
                    <a:pt x="42" y="70"/>
                  </a:cubicBezTo>
                  <a:cubicBezTo>
                    <a:pt x="51" y="73"/>
                    <a:pt x="51" y="73"/>
                    <a:pt x="51" y="73"/>
                  </a:cubicBezTo>
                  <a:cubicBezTo>
                    <a:pt x="56" y="68"/>
                    <a:pt x="56" y="68"/>
                    <a:pt x="56" y="68"/>
                  </a:cubicBezTo>
                  <a:cubicBezTo>
                    <a:pt x="53" y="59"/>
                    <a:pt x="53" y="59"/>
                    <a:pt x="53" y="59"/>
                  </a:cubicBezTo>
                  <a:cubicBezTo>
                    <a:pt x="53" y="58"/>
                    <a:pt x="54" y="57"/>
                    <a:pt x="54" y="56"/>
                  </a:cubicBezTo>
                  <a:lnTo>
                    <a:pt x="63" y="53"/>
                  </a:lnTo>
                  <a:close/>
                  <a:moveTo>
                    <a:pt x="32" y="35"/>
                  </a:moveTo>
                  <a:cubicBezTo>
                    <a:pt x="24" y="35"/>
                    <a:pt x="19" y="41"/>
                    <a:pt x="19" y="49"/>
                  </a:cubicBezTo>
                  <a:cubicBezTo>
                    <a:pt x="19" y="56"/>
                    <a:pt x="24" y="62"/>
                    <a:pt x="32" y="62"/>
                  </a:cubicBezTo>
                  <a:cubicBezTo>
                    <a:pt x="39" y="62"/>
                    <a:pt x="45" y="56"/>
                    <a:pt x="45" y="49"/>
                  </a:cubicBezTo>
                  <a:cubicBezTo>
                    <a:pt x="45" y="41"/>
                    <a:pt x="39" y="35"/>
                    <a:pt x="32" y="35"/>
                  </a:cubicBezTo>
                  <a:close/>
                  <a:moveTo>
                    <a:pt x="82" y="100"/>
                  </a:moveTo>
                  <a:cubicBezTo>
                    <a:pt x="74" y="100"/>
                    <a:pt x="74" y="100"/>
                    <a:pt x="74" y="10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0" name="Text_02">
              <a:extLst>
                <a:ext uri="{FF2B5EF4-FFF2-40B4-BE49-F238E27FC236}">
                  <a16:creationId xmlns:a16="http://schemas.microsoft.com/office/drawing/2014/main" id="{F40878F4-9196-4829-B98D-39B83C782948}"/>
                </a:ext>
              </a:extLst>
            </p:cNvPr>
            <p:cNvSpPr txBox="1"/>
            <p:nvPr/>
          </p:nvSpPr>
          <p:spPr>
            <a:xfrm>
              <a:off x="5295525" y="4964419"/>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3" name="Group 2">
            <a:extLst>
              <a:ext uri="{FF2B5EF4-FFF2-40B4-BE49-F238E27FC236}">
                <a16:creationId xmlns:a16="http://schemas.microsoft.com/office/drawing/2014/main" id="{CA484362-27C8-4FFE-B48D-475380570555}"/>
              </a:ext>
            </a:extLst>
          </p:cNvPr>
          <p:cNvGrpSpPr/>
          <p:nvPr/>
        </p:nvGrpSpPr>
        <p:grpSpPr>
          <a:xfrm>
            <a:off x="7275628" y="4513263"/>
            <a:ext cx="1506560" cy="1159042"/>
            <a:chOff x="7275628" y="4513263"/>
            <a:chExt cx="1506560" cy="1159042"/>
          </a:xfrm>
        </p:grpSpPr>
        <p:sp>
          <p:nvSpPr>
            <p:cNvPr id="48" name="Freeform 47">
              <a:extLst>
                <a:ext uri="{FF2B5EF4-FFF2-40B4-BE49-F238E27FC236}">
                  <a16:creationId xmlns:a16="http://schemas.microsoft.com/office/drawing/2014/main" id="{4C98A811-67DE-43A4-8518-00115DB090E2}"/>
                </a:ext>
              </a:extLst>
            </p:cNvPr>
            <p:cNvSpPr>
              <a:spLocks noEditPoints="1"/>
            </p:cNvSpPr>
            <p:nvPr/>
          </p:nvSpPr>
          <p:spPr bwMode="auto">
            <a:xfrm>
              <a:off x="7848601" y="4513263"/>
              <a:ext cx="319088" cy="379413"/>
            </a:xfrm>
            <a:custGeom>
              <a:avLst/>
              <a:gdLst>
                <a:gd name="T0" fmla="*/ 201 w 201"/>
                <a:gd name="T1" fmla="*/ 98 h 239"/>
                <a:gd name="T2" fmla="*/ 201 w 201"/>
                <a:gd name="T3" fmla="*/ 239 h 239"/>
                <a:gd name="T4" fmla="*/ 0 w 201"/>
                <a:gd name="T5" fmla="*/ 239 h 239"/>
                <a:gd name="T6" fmla="*/ 0 w 201"/>
                <a:gd name="T7" fmla="*/ 98 h 239"/>
                <a:gd name="T8" fmla="*/ 201 w 201"/>
                <a:gd name="T9" fmla="*/ 239 h 239"/>
                <a:gd name="T10" fmla="*/ 101 w 201"/>
                <a:gd name="T11" fmla="*/ 168 h 239"/>
                <a:gd name="T12" fmla="*/ 0 w 201"/>
                <a:gd name="T13" fmla="*/ 239 h 239"/>
                <a:gd name="T14" fmla="*/ 201 w 201"/>
                <a:gd name="T15" fmla="*/ 98 h 239"/>
                <a:gd name="T16" fmla="*/ 133 w 201"/>
                <a:gd name="T17" fmla="*/ 168 h 239"/>
                <a:gd name="T18" fmla="*/ 0 w 201"/>
                <a:gd name="T19" fmla="*/ 98 h 239"/>
                <a:gd name="T20" fmla="*/ 68 w 201"/>
                <a:gd name="T21" fmla="*/ 168 h 239"/>
                <a:gd name="T22" fmla="*/ 175 w 201"/>
                <a:gd name="T23" fmla="*/ 93 h 239"/>
                <a:gd name="T24" fmla="*/ 175 w 201"/>
                <a:gd name="T25" fmla="*/ 44 h 239"/>
                <a:gd name="T26" fmla="*/ 131 w 201"/>
                <a:gd name="T27" fmla="*/ 0 h 239"/>
                <a:gd name="T28" fmla="*/ 23 w 201"/>
                <a:gd name="T29" fmla="*/ 0 h 239"/>
                <a:gd name="T30" fmla="*/ 23 w 201"/>
                <a:gd name="T31" fmla="*/ 93 h 239"/>
                <a:gd name="T32" fmla="*/ 175 w 201"/>
                <a:gd name="T33" fmla="*/ 44 h 239"/>
                <a:gd name="T34" fmla="*/ 131 w 201"/>
                <a:gd name="T35" fmla="*/ 0 h 239"/>
                <a:gd name="T36" fmla="*/ 131 w 201"/>
                <a:gd name="T37" fmla="*/ 44 h 239"/>
                <a:gd name="T38" fmla="*/ 175 w 201"/>
                <a:gd name="T39" fmla="*/ 44 h 239"/>
                <a:gd name="T40" fmla="*/ 65 w 201"/>
                <a:gd name="T41" fmla="*/ 70 h 239"/>
                <a:gd name="T42" fmla="*/ 44 w 201"/>
                <a:gd name="T43" fmla="*/ 70 h 239"/>
                <a:gd name="T44" fmla="*/ 150 w 201"/>
                <a:gd name="T45" fmla="*/ 70 h 239"/>
                <a:gd name="T46" fmla="*/ 89 w 201"/>
                <a:gd name="T47" fmla="*/ 70 h 239"/>
                <a:gd name="T48" fmla="*/ 44 w 201"/>
                <a:gd name="T49" fmla="*/ 91 h 239"/>
                <a:gd name="T50" fmla="*/ 103 w 201"/>
                <a:gd name="T51" fmla="*/ 91 h 239"/>
                <a:gd name="T52" fmla="*/ 150 w 201"/>
                <a:gd name="T53" fmla="*/ 91 h 239"/>
                <a:gd name="T54" fmla="*/ 126 w 201"/>
                <a:gd name="T55" fmla="*/ 9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239">
                  <a:moveTo>
                    <a:pt x="201" y="98"/>
                  </a:moveTo>
                  <a:lnTo>
                    <a:pt x="201" y="239"/>
                  </a:lnTo>
                  <a:lnTo>
                    <a:pt x="0" y="239"/>
                  </a:lnTo>
                  <a:lnTo>
                    <a:pt x="0" y="98"/>
                  </a:lnTo>
                  <a:moveTo>
                    <a:pt x="201" y="239"/>
                  </a:moveTo>
                  <a:lnTo>
                    <a:pt x="101" y="168"/>
                  </a:lnTo>
                  <a:lnTo>
                    <a:pt x="0" y="239"/>
                  </a:lnTo>
                  <a:moveTo>
                    <a:pt x="201" y="98"/>
                  </a:moveTo>
                  <a:lnTo>
                    <a:pt x="133" y="168"/>
                  </a:lnTo>
                  <a:moveTo>
                    <a:pt x="0" y="98"/>
                  </a:moveTo>
                  <a:lnTo>
                    <a:pt x="68" y="168"/>
                  </a:lnTo>
                  <a:moveTo>
                    <a:pt x="175" y="93"/>
                  </a:moveTo>
                  <a:lnTo>
                    <a:pt x="175" y="44"/>
                  </a:lnTo>
                  <a:moveTo>
                    <a:pt x="131" y="0"/>
                  </a:moveTo>
                  <a:lnTo>
                    <a:pt x="23" y="0"/>
                  </a:lnTo>
                  <a:lnTo>
                    <a:pt x="23" y="93"/>
                  </a:lnTo>
                  <a:moveTo>
                    <a:pt x="175" y="44"/>
                  </a:moveTo>
                  <a:lnTo>
                    <a:pt x="131" y="0"/>
                  </a:lnTo>
                  <a:lnTo>
                    <a:pt x="131" y="44"/>
                  </a:lnTo>
                  <a:lnTo>
                    <a:pt x="175" y="44"/>
                  </a:lnTo>
                  <a:moveTo>
                    <a:pt x="65" y="70"/>
                  </a:moveTo>
                  <a:lnTo>
                    <a:pt x="44" y="70"/>
                  </a:lnTo>
                  <a:moveTo>
                    <a:pt x="150" y="70"/>
                  </a:moveTo>
                  <a:lnTo>
                    <a:pt x="89" y="70"/>
                  </a:lnTo>
                  <a:moveTo>
                    <a:pt x="44" y="91"/>
                  </a:moveTo>
                  <a:lnTo>
                    <a:pt x="103" y="91"/>
                  </a:lnTo>
                  <a:moveTo>
                    <a:pt x="150" y="91"/>
                  </a:moveTo>
                  <a:lnTo>
                    <a:pt x="126" y="91"/>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1" name="Text_02">
              <a:extLst>
                <a:ext uri="{FF2B5EF4-FFF2-40B4-BE49-F238E27FC236}">
                  <a16:creationId xmlns:a16="http://schemas.microsoft.com/office/drawing/2014/main" id="{8225E3ED-042B-4582-8E2E-6C013B71719F}"/>
                </a:ext>
              </a:extLst>
            </p:cNvPr>
            <p:cNvSpPr txBox="1"/>
            <p:nvPr/>
          </p:nvSpPr>
          <p:spPr>
            <a:xfrm>
              <a:off x="7275628" y="4964419"/>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grpSp>
        <p:nvGrpSpPr>
          <p:cNvPr id="2" name="Group 1">
            <a:extLst>
              <a:ext uri="{FF2B5EF4-FFF2-40B4-BE49-F238E27FC236}">
                <a16:creationId xmlns:a16="http://schemas.microsoft.com/office/drawing/2014/main" id="{107280BA-A55B-4465-8994-E17C47A7B55C}"/>
              </a:ext>
            </a:extLst>
          </p:cNvPr>
          <p:cNvGrpSpPr/>
          <p:nvPr/>
        </p:nvGrpSpPr>
        <p:grpSpPr>
          <a:xfrm>
            <a:off x="9328094" y="4516438"/>
            <a:ext cx="1506560" cy="1155867"/>
            <a:chOff x="9328094" y="4516438"/>
            <a:chExt cx="1506560" cy="1155867"/>
          </a:xfrm>
        </p:grpSpPr>
        <p:sp>
          <p:nvSpPr>
            <p:cNvPr id="49" name="Freeform 48">
              <a:extLst>
                <a:ext uri="{FF2B5EF4-FFF2-40B4-BE49-F238E27FC236}">
                  <a16:creationId xmlns:a16="http://schemas.microsoft.com/office/drawing/2014/main" id="{8C89D55F-C69A-4484-B0C0-F3DE9285CF30}"/>
                </a:ext>
              </a:extLst>
            </p:cNvPr>
            <p:cNvSpPr>
              <a:spLocks noEditPoints="1"/>
            </p:cNvSpPr>
            <p:nvPr/>
          </p:nvSpPr>
          <p:spPr bwMode="auto">
            <a:xfrm>
              <a:off x="9836151" y="4516438"/>
              <a:ext cx="371475" cy="371475"/>
            </a:xfrm>
            <a:custGeom>
              <a:avLst/>
              <a:gdLst>
                <a:gd name="T0" fmla="*/ 86 w 100"/>
                <a:gd name="T1" fmla="*/ 27 h 100"/>
                <a:gd name="T2" fmla="*/ 93 w 100"/>
                <a:gd name="T3" fmla="*/ 53 h 100"/>
                <a:gd name="T4" fmla="*/ 47 w 100"/>
                <a:gd name="T5" fmla="*/ 100 h 100"/>
                <a:gd name="T6" fmla="*/ 0 w 100"/>
                <a:gd name="T7" fmla="*/ 53 h 100"/>
                <a:gd name="T8" fmla="*/ 47 w 100"/>
                <a:gd name="T9" fmla="*/ 6 h 100"/>
                <a:gd name="T10" fmla="*/ 72 w 100"/>
                <a:gd name="T11" fmla="*/ 14 h 100"/>
                <a:gd name="T12" fmla="*/ 65 w 100"/>
                <a:gd name="T13" fmla="*/ 23 h 100"/>
                <a:gd name="T14" fmla="*/ 47 w 100"/>
                <a:gd name="T15" fmla="*/ 18 h 100"/>
                <a:gd name="T16" fmla="*/ 11 w 100"/>
                <a:gd name="T17" fmla="*/ 53 h 100"/>
                <a:gd name="T18" fmla="*/ 47 w 100"/>
                <a:gd name="T19" fmla="*/ 89 h 100"/>
                <a:gd name="T20" fmla="*/ 82 w 100"/>
                <a:gd name="T21" fmla="*/ 53 h 100"/>
                <a:gd name="T22" fmla="*/ 77 w 100"/>
                <a:gd name="T23" fmla="*/ 35 h 100"/>
                <a:gd name="T24" fmla="*/ 55 w 100"/>
                <a:gd name="T25" fmla="*/ 32 h 100"/>
                <a:gd name="T26" fmla="*/ 47 w 100"/>
                <a:gd name="T27" fmla="*/ 30 h 100"/>
                <a:gd name="T28" fmla="*/ 24 w 100"/>
                <a:gd name="T29" fmla="*/ 53 h 100"/>
                <a:gd name="T30" fmla="*/ 47 w 100"/>
                <a:gd name="T31" fmla="*/ 76 h 100"/>
                <a:gd name="T32" fmla="*/ 70 w 100"/>
                <a:gd name="T33" fmla="*/ 53 h 100"/>
                <a:gd name="T34" fmla="*/ 67 w 100"/>
                <a:gd name="T35" fmla="*/ 43 h 100"/>
                <a:gd name="T36" fmla="*/ 47 w 100"/>
                <a:gd name="T37" fmla="*/ 53 h 100"/>
                <a:gd name="T38" fmla="*/ 97 w 100"/>
                <a:gd name="T39" fmla="*/ 2 h 100"/>
                <a:gd name="T40" fmla="*/ 85 w 100"/>
                <a:gd name="T41" fmla="*/ 0 h 100"/>
                <a:gd name="T42" fmla="*/ 85 w 100"/>
                <a:gd name="T43" fmla="*/ 15 h 100"/>
                <a:gd name="T44" fmla="*/ 100 w 100"/>
                <a:gd name="T45" fmla="*/ 15 h 100"/>
                <a:gd name="T46" fmla="*/ 8 w 100"/>
                <a:gd name="T47" fmla="*/ 100 h 100"/>
                <a:gd name="T48" fmla="*/ 17 w 100"/>
                <a:gd name="T49" fmla="*/ 90 h 100"/>
                <a:gd name="T50" fmla="*/ 76 w 100"/>
                <a:gd name="T51" fmla="*/ 90 h 100"/>
                <a:gd name="T52" fmla="*/ 86 w 100"/>
                <a:gd name="T53"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00">
                  <a:moveTo>
                    <a:pt x="86" y="27"/>
                  </a:moveTo>
                  <a:cubicBezTo>
                    <a:pt x="91" y="35"/>
                    <a:pt x="93" y="44"/>
                    <a:pt x="93" y="53"/>
                  </a:cubicBezTo>
                  <a:cubicBezTo>
                    <a:pt x="93" y="79"/>
                    <a:pt x="72" y="100"/>
                    <a:pt x="47" y="100"/>
                  </a:cubicBezTo>
                  <a:cubicBezTo>
                    <a:pt x="21" y="100"/>
                    <a:pt x="0" y="79"/>
                    <a:pt x="0" y="53"/>
                  </a:cubicBezTo>
                  <a:cubicBezTo>
                    <a:pt x="0" y="27"/>
                    <a:pt x="21" y="6"/>
                    <a:pt x="47" y="6"/>
                  </a:cubicBezTo>
                  <a:cubicBezTo>
                    <a:pt x="56" y="6"/>
                    <a:pt x="65" y="9"/>
                    <a:pt x="72" y="14"/>
                  </a:cubicBezTo>
                  <a:moveTo>
                    <a:pt x="65" y="23"/>
                  </a:moveTo>
                  <a:cubicBezTo>
                    <a:pt x="59" y="20"/>
                    <a:pt x="53" y="18"/>
                    <a:pt x="47" y="18"/>
                  </a:cubicBezTo>
                  <a:cubicBezTo>
                    <a:pt x="27" y="18"/>
                    <a:pt x="11" y="34"/>
                    <a:pt x="11" y="53"/>
                  </a:cubicBezTo>
                  <a:cubicBezTo>
                    <a:pt x="11" y="73"/>
                    <a:pt x="27" y="89"/>
                    <a:pt x="47" y="89"/>
                  </a:cubicBezTo>
                  <a:cubicBezTo>
                    <a:pt x="66" y="89"/>
                    <a:pt x="82" y="73"/>
                    <a:pt x="82" y="53"/>
                  </a:cubicBezTo>
                  <a:cubicBezTo>
                    <a:pt x="82" y="47"/>
                    <a:pt x="80" y="41"/>
                    <a:pt x="77" y="35"/>
                  </a:cubicBezTo>
                  <a:moveTo>
                    <a:pt x="55" y="32"/>
                  </a:moveTo>
                  <a:cubicBezTo>
                    <a:pt x="53" y="31"/>
                    <a:pt x="50" y="30"/>
                    <a:pt x="47" y="30"/>
                  </a:cubicBezTo>
                  <a:cubicBezTo>
                    <a:pt x="34" y="30"/>
                    <a:pt x="24" y="40"/>
                    <a:pt x="24" y="53"/>
                  </a:cubicBezTo>
                  <a:cubicBezTo>
                    <a:pt x="24" y="66"/>
                    <a:pt x="34" y="76"/>
                    <a:pt x="47" y="76"/>
                  </a:cubicBezTo>
                  <a:cubicBezTo>
                    <a:pt x="59" y="76"/>
                    <a:pt x="70" y="66"/>
                    <a:pt x="70" y="53"/>
                  </a:cubicBezTo>
                  <a:cubicBezTo>
                    <a:pt x="70" y="50"/>
                    <a:pt x="69" y="46"/>
                    <a:pt x="67" y="43"/>
                  </a:cubicBezTo>
                  <a:moveTo>
                    <a:pt x="47" y="53"/>
                  </a:moveTo>
                  <a:cubicBezTo>
                    <a:pt x="97" y="2"/>
                    <a:pt x="97" y="2"/>
                    <a:pt x="97" y="2"/>
                  </a:cubicBezTo>
                  <a:moveTo>
                    <a:pt x="85" y="0"/>
                  </a:moveTo>
                  <a:cubicBezTo>
                    <a:pt x="85" y="15"/>
                    <a:pt x="85" y="15"/>
                    <a:pt x="85" y="15"/>
                  </a:cubicBezTo>
                  <a:cubicBezTo>
                    <a:pt x="100" y="15"/>
                    <a:pt x="100" y="15"/>
                    <a:pt x="100" y="15"/>
                  </a:cubicBezTo>
                  <a:moveTo>
                    <a:pt x="8" y="100"/>
                  </a:moveTo>
                  <a:cubicBezTo>
                    <a:pt x="17" y="90"/>
                    <a:pt x="17" y="90"/>
                    <a:pt x="17" y="90"/>
                  </a:cubicBezTo>
                  <a:moveTo>
                    <a:pt x="76" y="90"/>
                  </a:moveTo>
                  <a:cubicBezTo>
                    <a:pt x="86" y="100"/>
                    <a:pt x="86" y="100"/>
                    <a:pt x="86" y="10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 name="Text_02">
              <a:extLst>
                <a:ext uri="{FF2B5EF4-FFF2-40B4-BE49-F238E27FC236}">
                  <a16:creationId xmlns:a16="http://schemas.microsoft.com/office/drawing/2014/main" id="{1B506E77-D866-4A62-B0FE-D7097D740F6A}"/>
                </a:ext>
              </a:extLst>
            </p:cNvPr>
            <p:cNvSpPr txBox="1"/>
            <p:nvPr/>
          </p:nvSpPr>
          <p:spPr>
            <a:xfrm>
              <a:off x="9328094" y="4964419"/>
              <a:ext cx="1506560" cy="707886"/>
            </a:xfrm>
            <a:prstGeom prst="rect">
              <a:avLst/>
            </a:prstGeom>
            <a:noFill/>
          </p:spPr>
          <p:txBody>
            <a:bodyPr wrap="square" rtlCol="0">
              <a:spAutoFit/>
            </a:bodyPr>
            <a:lstStyle/>
            <a:p>
              <a:pPr algn="ctr"/>
              <a:r>
                <a:rPr lang="en-US" sz="1000" dirty="0"/>
                <a:t>Lorem ipsum dolor sit amet, consectetur adipiscing elit, sed do </a:t>
              </a:r>
              <a:r>
                <a:rPr lang="en-US" sz="1000"/>
                <a:t>eiusmod tempor</a:t>
              </a:r>
              <a:endParaRPr lang="ru-RU" sz="1000" dirty="0"/>
            </a:p>
          </p:txBody>
        </p:sp>
      </p:grpSp>
    </p:spTree>
    <p:extLst>
      <p:ext uri="{BB962C8B-B14F-4D97-AF65-F5344CB8AC3E}">
        <p14:creationId xmlns:p14="http://schemas.microsoft.com/office/powerpoint/2010/main" val="316953586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7000">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14:bounceEnd="67000">
                                          <p:cBhvr additive="base">
                                            <p:cTn id="7" dur="1000" fill="hold"/>
                                            <p:tgtEl>
                                              <p:spTgt spid="57"/>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5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7000">
                                      <p:stCondLst>
                                        <p:cond delay="250"/>
                                      </p:stCondLst>
                                      <p:childTnLst>
                                        <p:set>
                                          <p:cBhvr>
                                            <p:cTn id="10" dur="1" fill="hold">
                                              <p:stCondLst>
                                                <p:cond delay="0"/>
                                              </p:stCondLst>
                                            </p:cTn>
                                            <p:tgtEl>
                                              <p:spTgt spid="56"/>
                                            </p:tgtEl>
                                            <p:attrNameLst>
                                              <p:attrName>style.visibility</p:attrName>
                                            </p:attrNameLst>
                                          </p:cBhvr>
                                          <p:to>
                                            <p:strVal val="visible"/>
                                          </p:to>
                                        </p:set>
                                        <p:anim calcmode="lin" valueType="num" p14:bounceEnd="67000">
                                          <p:cBhvr additive="base">
                                            <p:cTn id="11" dur="1000" fill="hold"/>
                                            <p:tgtEl>
                                              <p:spTgt spid="56"/>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5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67000">
                                      <p:stCondLst>
                                        <p:cond delay="500"/>
                                      </p:stCondLst>
                                      <p:childTnLst>
                                        <p:set>
                                          <p:cBhvr>
                                            <p:cTn id="14" dur="1" fill="hold">
                                              <p:stCondLst>
                                                <p:cond delay="0"/>
                                              </p:stCondLst>
                                            </p:cTn>
                                            <p:tgtEl>
                                              <p:spTgt spid="55"/>
                                            </p:tgtEl>
                                            <p:attrNameLst>
                                              <p:attrName>style.visibility</p:attrName>
                                            </p:attrNameLst>
                                          </p:cBhvr>
                                          <p:to>
                                            <p:strVal val="visible"/>
                                          </p:to>
                                        </p:set>
                                        <p:anim calcmode="lin" valueType="num" p14:bounceEnd="67000">
                                          <p:cBhvr additive="base">
                                            <p:cTn id="15" dur="1000" fill="hold"/>
                                            <p:tgtEl>
                                              <p:spTgt spid="55"/>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5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67000">
                                      <p:stCondLst>
                                        <p:cond delay="750"/>
                                      </p:stCondLst>
                                      <p:childTnLst>
                                        <p:set>
                                          <p:cBhvr>
                                            <p:cTn id="18" dur="1" fill="hold">
                                              <p:stCondLst>
                                                <p:cond delay="0"/>
                                              </p:stCondLst>
                                            </p:cTn>
                                            <p:tgtEl>
                                              <p:spTgt spid="54"/>
                                            </p:tgtEl>
                                            <p:attrNameLst>
                                              <p:attrName>style.visibility</p:attrName>
                                            </p:attrNameLst>
                                          </p:cBhvr>
                                          <p:to>
                                            <p:strVal val="visible"/>
                                          </p:to>
                                        </p:set>
                                        <p:anim calcmode="lin" valueType="num" p14:bounceEnd="67000">
                                          <p:cBhvr additive="base">
                                            <p:cTn id="19" dur="1000" fill="hold"/>
                                            <p:tgtEl>
                                              <p:spTgt spid="54"/>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54"/>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14:presetBounceEnd="67000">
                                      <p:stCondLst>
                                        <p:cond delay="1000"/>
                                      </p:stCondLst>
                                      <p:childTnLst>
                                        <p:set>
                                          <p:cBhvr>
                                            <p:cTn id="22" dur="1" fill="hold">
                                              <p:stCondLst>
                                                <p:cond delay="0"/>
                                              </p:stCondLst>
                                            </p:cTn>
                                            <p:tgtEl>
                                              <p:spTgt spid="53"/>
                                            </p:tgtEl>
                                            <p:attrNameLst>
                                              <p:attrName>style.visibility</p:attrName>
                                            </p:attrNameLst>
                                          </p:cBhvr>
                                          <p:to>
                                            <p:strVal val="visible"/>
                                          </p:to>
                                        </p:set>
                                        <p:anim calcmode="lin" valueType="num" p14:bounceEnd="67000">
                                          <p:cBhvr additive="base">
                                            <p:cTn id="23" dur="1000" fill="hold"/>
                                            <p:tgtEl>
                                              <p:spTgt spid="53"/>
                                            </p:tgtEl>
                                            <p:attrNameLst>
                                              <p:attrName>ppt_x</p:attrName>
                                            </p:attrNameLst>
                                          </p:cBhvr>
                                          <p:tavLst>
                                            <p:tav tm="0">
                                              <p:val>
                                                <p:strVal val="0-#ppt_w/2"/>
                                              </p:val>
                                            </p:tav>
                                            <p:tav tm="100000">
                                              <p:val>
                                                <p:strVal val="#ppt_x"/>
                                              </p:val>
                                            </p:tav>
                                          </p:tavLst>
                                        </p:anim>
                                        <p:anim calcmode="lin" valueType="num" p14:bounceEnd="67000">
                                          <p:cBhvr additive="base">
                                            <p:cTn id="24" dur="1000" fill="hold"/>
                                            <p:tgtEl>
                                              <p:spTgt spid="53"/>
                                            </p:tgtEl>
                                            <p:attrNameLst>
                                              <p:attrName>ppt_y</p:attrName>
                                            </p:attrNameLst>
                                          </p:cBhvr>
                                          <p:tavLst>
                                            <p:tav tm="0">
                                              <p:val>
                                                <p:strVal val="#ppt_y"/>
                                              </p:val>
                                            </p:tav>
                                            <p:tav tm="100000">
                                              <p:val>
                                                <p:strVal val="#ppt_y"/>
                                              </p:val>
                                            </p:tav>
                                          </p:tavLst>
                                        </p:anim>
                                      </p:childTnLst>
                                    </p:cTn>
                                  </p:par>
                                  <p:par>
                                    <p:cTn id="25" presetID="53" presetClass="entr" presetSubtype="16" fill="hold" grpId="0" nodeType="withEffect">
                                      <p:stCondLst>
                                        <p:cond delay="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750" fill="hold"/>
                                            <p:tgtEl>
                                              <p:spTgt spid="50"/>
                                            </p:tgtEl>
                                            <p:attrNameLst>
                                              <p:attrName>ppt_w</p:attrName>
                                            </p:attrNameLst>
                                          </p:cBhvr>
                                          <p:tavLst>
                                            <p:tav tm="0">
                                              <p:val>
                                                <p:fltVal val="0"/>
                                              </p:val>
                                            </p:tav>
                                            <p:tav tm="100000">
                                              <p:val>
                                                <p:strVal val="#ppt_w"/>
                                              </p:val>
                                            </p:tav>
                                          </p:tavLst>
                                        </p:anim>
                                        <p:anim calcmode="lin" valueType="num">
                                          <p:cBhvr>
                                            <p:cTn id="28" dur="750" fill="hold"/>
                                            <p:tgtEl>
                                              <p:spTgt spid="50"/>
                                            </p:tgtEl>
                                            <p:attrNameLst>
                                              <p:attrName>ppt_h</p:attrName>
                                            </p:attrNameLst>
                                          </p:cBhvr>
                                          <p:tavLst>
                                            <p:tav tm="0">
                                              <p:val>
                                                <p:fltVal val="0"/>
                                              </p:val>
                                            </p:tav>
                                            <p:tav tm="100000">
                                              <p:val>
                                                <p:strVal val="#ppt_h"/>
                                              </p:val>
                                            </p:tav>
                                          </p:tavLst>
                                        </p:anim>
                                        <p:animEffect transition="in" filter="fade">
                                          <p:cBhvr>
                                            <p:cTn id="29" dur="750"/>
                                            <p:tgtEl>
                                              <p:spTgt spid="50"/>
                                            </p:tgtEl>
                                          </p:cBhvr>
                                        </p:animEffect>
                                      </p:childTnLst>
                                    </p:cTn>
                                  </p:par>
                                  <p:par>
                                    <p:cTn id="30" presetID="53" presetClass="entr" presetSubtype="16" fill="hold" grpId="0" nodeType="withEffect">
                                      <p:stCondLst>
                                        <p:cond delay="250"/>
                                      </p:stCondLst>
                                      <p:childTnLst>
                                        <p:set>
                                          <p:cBhvr>
                                            <p:cTn id="31" dur="1" fill="hold">
                                              <p:stCondLst>
                                                <p:cond delay="0"/>
                                              </p:stCondLst>
                                            </p:cTn>
                                            <p:tgtEl>
                                              <p:spTgt spid="67"/>
                                            </p:tgtEl>
                                            <p:attrNameLst>
                                              <p:attrName>style.visibility</p:attrName>
                                            </p:attrNameLst>
                                          </p:cBhvr>
                                          <p:to>
                                            <p:strVal val="visible"/>
                                          </p:to>
                                        </p:set>
                                        <p:anim calcmode="lin" valueType="num">
                                          <p:cBhvr>
                                            <p:cTn id="32" dur="750" fill="hold"/>
                                            <p:tgtEl>
                                              <p:spTgt spid="67"/>
                                            </p:tgtEl>
                                            <p:attrNameLst>
                                              <p:attrName>ppt_w</p:attrName>
                                            </p:attrNameLst>
                                          </p:cBhvr>
                                          <p:tavLst>
                                            <p:tav tm="0">
                                              <p:val>
                                                <p:fltVal val="0"/>
                                              </p:val>
                                            </p:tav>
                                            <p:tav tm="100000">
                                              <p:val>
                                                <p:strVal val="#ppt_w"/>
                                              </p:val>
                                            </p:tav>
                                          </p:tavLst>
                                        </p:anim>
                                        <p:anim calcmode="lin" valueType="num">
                                          <p:cBhvr>
                                            <p:cTn id="33" dur="750" fill="hold"/>
                                            <p:tgtEl>
                                              <p:spTgt spid="67"/>
                                            </p:tgtEl>
                                            <p:attrNameLst>
                                              <p:attrName>ppt_h</p:attrName>
                                            </p:attrNameLst>
                                          </p:cBhvr>
                                          <p:tavLst>
                                            <p:tav tm="0">
                                              <p:val>
                                                <p:fltVal val="0"/>
                                              </p:val>
                                            </p:tav>
                                            <p:tav tm="100000">
                                              <p:val>
                                                <p:strVal val="#ppt_h"/>
                                              </p:val>
                                            </p:tav>
                                          </p:tavLst>
                                        </p:anim>
                                        <p:animEffect transition="in" filter="fade">
                                          <p:cBhvr>
                                            <p:cTn id="34" dur="750"/>
                                            <p:tgtEl>
                                              <p:spTgt spid="67"/>
                                            </p:tgtEl>
                                          </p:cBhvr>
                                        </p:animEffect>
                                      </p:childTnLst>
                                    </p:cTn>
                                  </p:par>
                                  <p:par>
                                    <p:cTn id="35" presetID="53" presetClass="entr" presetSubtype="16" fill="hold" grpId="0" nodeType="withEffect">
                                      <p:stCondLst>
                                        <p:cond delay="500"/>
                                      </p:stCondLst>
                                      <p:childTnLst>
                                        <p:set>
                                          <p:cBhvr>
                                            <p:cTn id="36" dur="1" fill="hold">
                                              <p:stCondLst>
                                                <p:cond delay="0"/>
                                              </p:stCondLst>
                                            </p:cTn>
                                            <p:tgtEl>
                                              <p:spTgt spid="51"/>
                                            </p:tgtEl>
                                            <p:attrNameLst>
                                              <p:attrName>style.visibility</p:attrName>
                                            </p:attrNameLst>
                                          </p:cBhvr>
                                          <p:to>
                                            <p:strVal val="visible"/>
                                          </p:to>
                                        </p:set>
                                        <p:anim calcmode="lin" valueType="num">
                                          <p:cBhvr>
                                            <p:cTn id="37" dur="750" fill="hold"/>
                                            <p:tgtEl>
                                              <p:spTgt spid="51"/>
                                            </p:tgtEl>
                                            <p:attrNameLst>
                                              <p:attrName>ppt_w</p:attrName>
                                            </p:attrNameLst>
                                          </p:cBhvr>
                                          <p:tavLst>
                                            <p:tav tm="0">
                                              <p:val>
                                                <p:fltVal val="0"/>
                                              </p:val>
                                            </p:tav>
                                            <p:tav tm="100000">
                                              <p:val>
                                                <p:strVal val="#ppt_w"/>
                                              </p:val>
                                            </p:tav>
                                          </p:tavLst>
                                        </p:anim>
                                        <p:anim calcmode="lin" valueType="num">
                                          <p:cBhvr>
                                            <p:cTn id="38" dur="750" fill="hold"/>
                                            <p:tgtEl>
                                              <p:spTgt spid="51"/>
                                            </p:tgtEl>
                                            <p:attrNameLst>
                                              <p:attrName>ppt_h</p:attrName>
                                            </p:attrNameLst>
                                          </p:cBhvr>
                                          <p:tavLst>
                                            <p:tav tm="0">
                                              <p:val>
                                                <p:fltVal val="0"/>
                                              </p:val>
                                            </p:tav>
                                            <p:tav tm="100000">
                                              <p:val>
                                                <p:strVal val="#ppt_h"/>
                                              </p:val>
                                            </p:tav>
                                          </p:tavLst>
                                        </p:anim>
                                        <p:animEffect transition="in" filter="fade">
                                          <p:cBhvr>
                                            <p:cTn id="39" dur="750"/>
                                            <p:tgtEl>
                                              <p:spTgt spid="51"/>
                                            </p:tgtEl>
                                          </p:cBhvr>
                                        </p:animEffect>
                                      </p:childTnLst>
                                    </p:cTn>
                                  </p:par>
                                  <p:par>
                                    <p:cTn id="40" presetID="53" presetClass="entr" presetSubtype="16" fill="hold" grpId="0" nodeType="withEffect">
                                      <p:stCondLst>
                                        <p:cond delay="500"/>
                                      </p:stCondLst>
                                      <p:childTnLst>
                                        <p:set>
                                          <p:cBhvr>
                                            <p:cTn id="41" dur="1" fill="hold">
                                              <p:stCondLst>
                                                <p:cond delay="0"/>
                                              </p:stCondLst>
                                            </p:cTn>
                                            <p:tgtEl>
                                              <p:spTgt spid="66"/>
                                            </p:tgtEl>
                                            <p:attrNameLst>
                                              <p:attrName>style.visibility</p:attrName>
                                            </p:attrNameLst>
                                          </p:cBhvr>
                                          <p:to>
                                            <p:strVal val="visible"/>
                                          </p:to>
                                        </p:set>
                                        <p:anim calcmode="lin" valueType="num">
                                          <p:cBhvr>
                                            <p:cTn id="42" dur="750" fill="hold"/>
                                            <p:tgtEl>
                                              <p:spTgt spid="66"/>
                                            </p:tgtEl>
                                            <p:attrNameLst>
                                              <p:attrName>ppt_w</p:attrName>
                                            </p:attrNameLst>
                                          </p:cBhvr>
                                          <p:tavLst>
                                            <p:tav tm="0">
                                              <p:val>
                                                <p:fltVal val="0"/>
                                              </p:val>
                                            </p:tav>
                                            <p:tav tm="100000">
                                              <p:val>
                                                <p:strVal val="#ppt_w"/>
                                              </p:val>
                                            </p:tav>
                                          </p:tavLst>
                                        </p:anim>
                                        <p:anim calcmode="lin" valueType="num">
                                          <p:cBhvr>
                                            <p:cTn id="43" dur="750" fill="hold"/>
                                            <p:tgtEl>
                                              <p:spTgt spid="66"/>
                                            </p:tgtEl>
                                            <p:attrNameLst>
                                              <p:attrName>ppt_h</p:attrName>
                                            </p:attrNameLst>
                                          </p:cBhvr>
                                          <p:tavLst>
                                            <p:tav tm="0">
                                              <p:val>
                                                <p:fltVal val="0"/>
                                              </p:val>
                                            </p:tav>
                                            <p:tav tm="100000">
                                              <p:val>
                                                <p:strVal val="#ppt_h"/>
                                              </p:val>
                                            </p:tav>
                                          </p:tavLst>
                                        </p:anim>
                                        <p:animEffect transition="in" filter="fade">
                                          <p:cBhvr>
                                            <p:cTn id="44" dur="750"/>
                                            <p:tgtEl>
                                              <p:spTgt spid="66"/>
                                            </p:tgtEl>
                                          </p:cBhvr>
                                        </p:animEffect>
                                      </p:childTnLst>
                                    </p:cTn>
                                  </p:par>
                                  <p:par>
                                    <p:cTn id="45" presetID="53" presetClass="entr" presetSubtype="16" fill="hold" grpId="0" nodeType="withEffect">
                                      <p:stCondLst>
                                        <p:cond delay="750"/>
                                      </p:stCondLst>
                                      <p:childTnLst>
                                        <p:set>
                                          <p:cBhvr>
                                            <p:cTn id="46" dur="1" fill="hold">
                                              <p:stCondLst>
                                                <p:cond delay="0"/>
                                              </p:stCondLst>
                                            </p:cTn>
                                            <p:tgtEl>
                                              <p:spTgt spid="23"/>
                                            </p:tgtEl>
                                            <p:attrNameLst>
                                              <p:attrName>style.visibility</p:attrName>
                                            </p:attrNameLst>
                                          </p:cBhvr>
                                          <p:to>
                                            <p:strVal val="visible"/>
                                          </p:to>
                                        </p:set>
                                        <p:anim calcmode="lin" valueType="num">
                                          <p:cBhvr>
                                            <p:cTn id="47" dur="750" fill="hold"/>
                                            <p:tgtEl>
                                              <p:spTgt spid="23"/>
                                            </p:tgtEl>
                                            <p:attrNameLst>
                                              <p:attrName>ppt_w</p:attrName>
                                            </p:attrNameLst>
                                          </p:cBhvr>
                                          <p:tavLst>
                                            <p:tav tm="0">
                                              <p:val>
                                                <p:fltVal val="0"/>
                                              </p:val>
                                            </p:tav>
                                            <p:tav tm="100000">
                                              <p:val>
                                                <p:strVal val="#ppt_w"/>
                                              </p:val>
                                            </p:tav>
                                          </p:tavLst>
                                        </p:anim>
                                        <p:anim calcmode="lin" valueType="num">
                                          <p:cBhvr>
                                            <p:cTn id="48" dur="750" fill="hold"/>
                                            <p:tgtEl>
                                              <p:spTgt spid="23"/>
                                            </p:tgtEl>
                                            <p:attrNameLst>
                                              <p:attrName>ppt_h</p:attrName>
                                            </p:attrNameLst>
                                          </p:cBhvr>
                                          <p:tavLst>
                                            <p:tav tm="0">
                                              <p:val>
                                                <p:fltVal val="0"/>
                                              </p:val>
                                            </p:tav>
                                            <p:tav tm="100000">
                                              <p:val>
                                                <p:strVal val="#ppt_h"/>
                                              </p:val>
                                            </p:tav>
                                          </p:tavLst>
                                        </p:anim>
                                        <p:animEffect transition="in" filter="fade">
                                          <p:cBhvr>
                                            <p:cTn id="49" dur="750"/>
                                            <p:tgtEl>
                                              <p:spTgt spid="23"/>
                                            </p:tgtEl>
                                          </p:cBhvr>
                                        </p:animEffect>
                                      </p:childTnLst>
                                    </p:cTn>
                                  </p:par>
                                  <p:par>
                                    <p:cTn id="50" presetID="53" presetClass="entr" presetSubtype="16" fill="hold" grpId="0" nodeType="withEffect">
                                      <p:stCondLst>
                                        <p:cond delay="750"/>
                                      </p:stCondLst>
                                      <p:childTnLst>
                                        <p:set>
                                          <p:cBhvr>
                                            <p:cTn id="51" dur="1" fill="hold">
                                              <p:stCondLst>
                                                <p:cond delay="0"/>
                                              </p:stCondLst>
                                            </p:cTn>
                                            <p:tgtEl>
                                              <p:spTgt spid="65"/>
                                            </p:tgtEl>
                                            <p:attrNameLst>
                                              <p:attrName>style.visibility</p:attrName>
                                            </p:attrNameLst>
                                          </p:cBhvr>
                                          <p:to>
                                            <p:strVal val="visible"/>
                                          </p:to>
                                        </p:set>
                                        <p:anim calcmode="lin" valueType="num">
                                          <p:cBhvr>
                                            <p:cTn id="52" dur="750" fill="hold"/>
                                            <p:tgtEl>
                                              <p:spTgt spid="65"/>
                                            </p:tgtEl>
                                            <p:attrNameLst>
                                              <p:attrName>ppt_w</p:attrName>
                                            </p:attrNameLst>
                                          </p:cBhvr>
                                          <p:tavLst>
                                            <p:tav tm="0">
                                              <p:val>
                                                <p:fltVal val="0"/>
                                              </p:val>
                                            </p:tav>
                                            <p:tav tm="100000">
                                              <p:val>
                                                <p:strVal val="#ppt_w"/>
                                              </p:val>
                                            </p:tav>
                                          </p:tavLst>
                                        </p:anim>
                                        <p:anim calcmode="lin" valueType="num">
                                          <p:cBhvr>
                                            <p:cTn id="53" dur="750" fill="hold"/>
                                            <p:tgtEl>
                                              <p:spTgt spid="65"/>
                                            </p:tgtEl>
                                            <p:attrNameLst>
                                              <p:attrName>ppt_h</p:attrName>
                                            </p:attrNameLst>
                                          </p:cBhvr>
                                          <p:tavLst>
                                            <p:tav tm="0">
                                              <p:val>
                                                <p:fltVal val="0"/>
                                              </p:val>
                                            </p:tav>
                                            <p:tav tm="100000">
                                              <p:val>
                                                <p:strVal val="#ppt_h"/>
                                              </p:val>
                                            </p:tav>
                                          </p:tavLst>
                                        </p:anim>
                                        <p:animEffect transition="in" filter="fade">
                                          <p:cBhvr>
                                            <p:cTn id="54" dur="750"/>
                                            <p:tgtEl>
                                              <p:spTgt spid="65"/>
                                            </p:tgtEl>
                                          </p:cBhvr>
                                        </p:animEffect>
                                      </p:childTnLst>
                                    </p:cTn>
                                  </p:par>
                                  <p:par>
                                    <p:cTn id="55" presetID="53" presetClass="entr" presetSubtype="16" fill="hold" grpId="0" nodeType="withEffect">
                                      <p:stCondLst>
                                        <p:cond delay="1000"/>
                                      </p:stCondLst>
                                      <p:childTnLst>
                                        <p:set>
                                          <p:cBhvr>
                                            <p:cTn id="56" dur="1" fill="hold">
                                              <p:stCondLst>
                                                <p:cond delay="0"/>
                                              </p:stCondLst>
                                            </p:cTn>
                                            <p:tgtEl>
                                              <p:spTgt spid="22"/>
                                            </p:tgtEl>
                                            <p:attrNameLst>
                                              <p:attrName>style.visibility</p:attrName>
                                            </p:attrNameLst>
                                          </p:cBhvr>
                                          <p:to>
                                            <p:strVal val="visible"/>
                                          </p:to>
                                        </p:set>
                                        <p:anim calcmode="lin" valueType="num">
                                          <p:cBhvr>
                                            <p:cTn id="57" dur="750" fill="hold"/>
                                            <p:tgtEl>
                                              <p:spTgt spid="22"/>
                                            </p:tgtEl>
                                            <p:attrNameLst>
                                              <p:attrName>ppt_w</p:attrName>
                                            </p:attrNameLst>
                                          </p:cBhvr>
                                          <p:tavLst>
                                            <p:tav tm="0">
                                              <p:val>
                                                <p:fltVal val="0"/>
                                              </p:val>
                                            </p:tav>
                                            <p:tav tm="100000">
                                              <p:val>
                                                <p:strVal val="#ppt_w"/>
                                              </p:val>
                                            </p:tav>
                                          </p:tavLst>
                                        </p:anim>
                                        <p:anim calcmode="lin" valueType="num">
                                          <p:cBhvr>
                                            <p:cTn id="58" dur="750" fill="hold"/>
                                            <p:tgtEl>
                                              <p:spTgt spid="22"/>
                                            </p:tgtEl>
                                            <p:attrNameLst>
                                              <p:attrName>ppt_h</p:attrName>
                                            </p:attrNameLst>
                                          </p:cBhvr>
                                          <p:tavLst>
                                            <p:tav tm="0">
                                              <p:val>
                                                <p:fltVal val="0"/>
                                              </p:val>
                                            </p:tav>
                                            <p:tav tm="100000">
                                              <p:val>
                                                <p:strVal val="#ppt_h"/>
                                              </p:val>
                                            </p:tav>
                                          </p:tavLst>
                                        </p:anim>
                                        <p:animEffect transition="in" filter="fade">
                                          <p:cBhvr>
                                            <p:cTn id="59" dur="750"/>
                                            <p:tgtEl>
                                              <p:spTgt spid="22"/>
                                            </p:tgtEl>
                                          </p:cBhvr>
                                        </p:animEffect>
                                      </p:childTnLst>
                                    </p:cTn>
                                  </p:par>
                                  <p:par>
                                    <p:cTn id="60" presetID="53" presetClass="entr" presetSubtype="16" fill="hold" grpId="0" nodeType="withEffect">
                                      <p:stCondLst>
                                        <p:cond delay="1000"/>
                                      </p:stCondLst>
                                      <p:childTnLst>
                                        <p:set>
                                          <p:cBhvr>
                                            <p:cTn id="61" dur="1" fill="hold">
                                              <p:stCondLst>
                                                <p:cond delay="0"/>
                                              </p:stCondLst>
                                            </p:cTn>
                                            <p:tgtEl>
                                              <p:spTgt spid="64"/>
                                            </p:tgtEl>
                                            <p:attrNameLst>
                                              <p:attrName>style.visibility</p:attrName>
                                            </p:attrNameLst>
                                          </p:cBhvr>
                                          <p:to>
                                            <p:strVal val="visible"/>
                                          </p:to>
                                        </p:set>
                                        <p:anim calcmode="lin" valueType="num">
                                          <p:cBhvr>
                                            <p:cTn id="62" dur="750" fill="hold"/>
                                            <p:tgtEl>
                                              <p:spTgt spid="64"/>
                                            </p:tgtEl>
                                            <p:attrNameLst>
                                              <p:attrName>ppt_w</p:attrName>
                                            </p:attrNameLst>
                                          </p:cBhvr>
                                          <p:tavLst>
                                            <p:tav tm="0">
                                              <p:val>
                                                <p:fltVal val="0"/>
                                              </p:val>
                                            </p:tav>
                                            <p:tav tm="100000">
                                              <p:val>
                                                <p:strVal val="#ppt_w"/>
                                              </p:val>
                                            </p:tav>
                                          </p:tavLst>
                                        </p:anim>
                                        <p:anim calcmode="lin" valueType="num">
                                          <p:cBhvr>
                                            <p:cTn id="63" dur="750" fill="hold"/>
                                            <p:tgtEl>
                                              <p:spTgt spid="64"/>
                                            </p:tgtEl>
                                            <p:attrNameLst>
                                              <p:attrName>ppt_h</p:attrName>
                                            </p:attrNameLst>
                                          </p:cBhvr>
                                          <p:tavLst>
                                            <p:tav tm="0">
                                              <p:val>
                                                <p:fltVal val="0"/>
                                              </p:val>
                                            </p:tav>
                                            <p:tav tm="100000">
                                              <p:val>
                                                <p:strVal val="#ppt_h"/>
                                              </p:val>
                                            </p:tav>
                                          </p:tavLst>
                                        </p:anim>
                                        <p:animEffect transition="in" filter="fade">
                                          <p:cBhvr>
                                            <p:cTn id="64" dur="750"/>
                                            <p:tgtEl>
                                              <p:spTgt spid="64"/>
                                            </p:tgtEl>
                                          </p:cBhvr>
                                        </p:animEffect>
                                      </p:childTnLst>
                                    </p:cTn>
                                  </p:par>
                                  <p:par>
                                    <p:cTn id="65" presetID="53" presetClass="entr" presetSubtype="16" fill="hold" grpId="0" nodeType="withEffect">
                                      <p:stCondLst>
                                        <p:cond delay="1250"/>
                                      </p:stCondLst>
                                      <p:childTnLst>
                                        <p:set>
                                          <p:cBhvr>
                                            <p:cTn id="66" dur="1" fill="hold">
                                              <p:stCondLst>
                                                <p:cond delay="0"/>
                                              </p:stCondLst>
                                            </p:cTn>
                                            <p:tgtEl>
                                              <p:spTgt spid="21"/>
                                            </p:tgtEl>
                                            <p:attrNameLst>
                                              <p:attrName>style.visibility</p:attrName>
                                            </p:attrNameLst>
                                          </p:cBhvr>
                                          <p:to>
                                            <p:strVal val="visible"/>
                                          </p:to>
                                        </p:set>
                                        <p:anim calcmode="lin" valueType="num">
                                          <p:cBhvr>
                                            <p:cTn id="67" dur="750" fill="hold"/>
                                            <p:tgtEl>
                                              <p:spTgt spid="21"/>
                                            </p:tgtEl>
                                            <p:attrNameLst>
                                              <p:attrName>ppt_w</p:attrName>
                                            </p:attrNameLst>
                                          </p:cBhvr>
                                          <p:tavLst>
                                            <p:tav tm="0">
                                              <p:val>
                                                <p:fltVal val="0"/>
                                              </p:val>
                                            </p:tav>
                                            <p:tav tm="100000">
                                              <p:val>
                                                <p:strVal val="#ppt_w"/>
                                              </p:val>
                                            </p:tav>
                                          </p:tavLst>
                                        </p:anim>
                                        <p:anim calcmode="lin" valueType="num">
                                          <p:cBhvr>
                                            <p:cTn id="68" dur="750" fill="hold"/>
                                            <p:tgtEl>
                                              <p:spTgt spid="21"/>
                                            </p:tgtEl>
                                            <p:attrNameLst>
                                              <p:attrName>ppt_h</p:attrName>
                                            </p:attrNameLst>
                                          </p:cBhvr>
                                          <p:tavLst>
                                            <p:tav tm="0">
                                              <p:val>
                                                <p:fltVal val="0"/>
                                              </p:val>
                                            </p:tav>
                                            <p:tav tm="100000">
                                              <p:val>
                                                <p:strVal val="#ppt_h"/>
                                              </p:val>
                                            </p:tav>
                                          </p:tavLst>
                                        </p:anim>
                                        <p:animEffect transition="in" filter="fade">
                                          <p:cBhvr>
                                            <p:cTn id="69" dur="750"/>
                                            <p:tgtEl>
                                              <p:spTgt spid="21"/>
                                            </p:tgtEl>
                                          </p:cBhvr>
                                        </p:animEffect>
                                      </p:childTnLst>
                                    </p:cTn>
                                  </p:par>
                                  <p:par>
                                    <p:cTn id="70" presetID="53" presetClass="entr" presetSubtype="16" fill="hold" grpId="0" nodeType="withEffect">
                                      <p:stCondLst>
                                        <p:cond delay="1250"/>
                                      </p:stCondLst>
                                      <p:childTnLst>
                                        <p:set>
                                          <p:cBhvr>
                                            <p:cTn id="71" dur="1" fill="hold">
                                              <p:stCondLst>
                                                <p:cond delay="0"/>
                                              </p:stCondLst>
                                            </p:cTn>
                                            <p:tgtEl>
                                              <p:spTgt spid="63"/>
                                            </p:tgtEl>
                                            <p:attrNameLst>
                                              <p:attrName>style.visibility</p:attrName>
                                            </p:attrNameLst>
                                          </p:cBhvr>
                                          <p:to>
                                            <p:strVal val="visible"/>
                                          </p:to>
                                        </p:set>
                                        <p:anim calcmode="lin" valueType="num">
                                          <p:cBhvr>
                                            <p:cTn id="72" dur="750" fill="hold"/>
                                            <p:tgtEl>
                                              <p:spTgt spid="63"/>
                                            </p:tgtEl>
                                            <p:attrNameLst>
                                              <p:attrName>ppt_w</p:attrName>
                                            </p:attrNameLst>
                                          </p:cBhvr>
                                          <p:tavLst>
                                            <p:tav tm="0">
                                              <p:val>
                                                <p:fltVal val="0"/>
                                              </p:val>
                                            </p:tav>
                                            <p:tav tm="100000">
                                              <p:val>
                                                <p:strVal val="#ppt_w"/>
                                              </p:val>
                                            </p:tav>
                                          </p:tavLst>
                                        </p:anim>
                                        <p:anim calcmode="lin" valueType="num">
                                          <p:cBhvr>
                                            <p:cTn id="73" dur="750" fill="hold"/>
                                            <p:tgtEl>
                                              <p:spTgt spid="63"/>
                                            </p:tgtEl>
                                            <p:attrNameLst>
                                              <p:attrName>ppt_h</p:attrName>
                                            </p:attrNameLst>
                                          </p:cBhvr>
                                          <p:tavLst>
                                            <p:tav tm="0">
                                              <p:val>
                                                <p:fltVal val="0"/>
                                              </p:val>
                                            </p:tav>
                                            <p:tav tm="100000">
                                              <p:val>
                                                <p:strVal val="#ppt_h"/>
                                              </p:val>
                                            </p:tav>
                                          </p:tavLst>
                                        </p:anim>
                                        <p:animEffect transition="in" filter="fade">
                                          <p:cBhvr>
                                            <p:cTn id="74" dur="750"/>
                                            <p:tgtEl>
                                              <p:spTgt spid="63"/>
                                            </p:tgtEl>
                                          </p:cBhvr>
                                        </p:animEffect>
                                      </p:childTnLst>
                                    </p:cTn>
                                  </p:par>
                                  <p:par>
                                    <p:cTn id="75" presetID="22" presetClass="entr" presetSubtype="2" fill="hold" grpId="0" nodeType="withEffect">
                                      <p:stCondLst>
                                        <p:cond delay="0"/>
                                      </p:stCondLst>
                                      <p:childTnLst>
                                        <p:set>
                                          <p:cBhvr>
                                            <p:cTn id="76" dur="1" fill="hold">
                                              <p:stCondLst>
                                                <p:cond delay="0"/>
                                              </p:stCondLst>
                                            </p:cTn>
                                            <p:tgtEl>
                                              <p:spTgt spid="34"/>
                                            </p:tgtEl>
                                            <p:attrNameLst>
                                              <p:attrName>style.visibility</p:attrName>
                                            </p:attrNameLst>
                                          </p:cBhvr>
                                          <p:to>
                                            <p:strVal val="visible"/>
                                          </p:to>
                                        </p:set>
                                        <p:animEffect transition="in" filter="wipe(right)">
                                          <p:cBhvr>
                                            <p:cTn id="77" dur="1750"/>
                                            <p:tgtEl>
                                              <p:spTgt spid="34"/>
                                            </p:tgtEl>
                                          </p:cBhvr>
                                        </p:animEffect>
                                      </p:childTnLst>
                                    </p:cTn>
                                  </p:par>
                                  <p:par>
                                    <p:cTn id="78" presetID="22" presetClass="entr" presetSubtype="1" fill="hold" nodeType="withEffect">
                                      <p:stCondLst>
                                        <p:cond delay="250"/>
                                      </p:stCondLst>
                                      <p:childTnLst>
                                        <p:set>
                                          <p:cBhvr>
                                            <p:cTn id="79" dur="1" fill="hold">
                                              <p:stCondLst>
                                                <p:cond delay="0"/>
                                              </p:stCondLst>
                                            </p:cTn>
                                            <p:tgtEl>
                                              <p:spTgt spid="62"/>
                                            </p:tgtEl>
                                            <p:attrNameLst>
                                              <p:attrName>style.visibility</p:attrName>
                                            </p:attrNameLst>
                                          </p:cBhvr>
                                          <p:to>
                                            <p:strVal val="visible"/>
                                          </p:to>
                                        </p:set>
                                        <p:animEffect transition="in" filter="wipe(up)">
                                          <p:cBhvr>
                                            <p:cTn id="80" dur="750"/>
                                            <p:tgtEl>
                                              <p:spTgt spid="62"/>
                                            </p:tgtEl>
                                          </p:cBhvr>
                                        </p:animEffect>
                                      </p:childTnLst>
                                    </p:cTn>
                                  </p:par>
                                  <p:par>
                                    <p:cTn id="81" presetID="22" presetClass="entr" presetSubtype="1" fill="hold" nodeType="withEffect">
                                      <p:stCondLst>
                                        <p:cond delay="500"/>
                                      </p:stCondLst>
                                      <p:childTnLst>
                                        <p:set>
                                          <p:cBhvr>
                                            <p:cTn id="82" dur="1" fill="hold">
                                              <p:stCondLst>
                                                <p:cond delay="0"/>
                                              </p:stCondLst>
                                            </p:cTn>
                                            <p:tgtEl>
                                              <p:spTgt spid="61"/>
                                            </p:tgtEl>
                                            <p:attrNameLst>
                                              <p:attrName>style.visibility</p:attrName>
                                            </p:attrNameLst>
                                          </p:cBhvr>
                                          <p:to>
                                            <p:strVal val="visible"/>
                                          </p:to>
                                        </p:set>
                                        <p:animEffect transition="in" filter="wipe(up)">
                                          <p:cBhvr>
                                            <p:cTn id="83" dur="750"/>
                                            <p:tgtEl>
                                              <p:spTgt spid="61"/>
                                            </p:tgtEl>
                                          </p:cBhvr>
                                        </p:animEffect>
                                      </p:childTnLst>
                                    </p:cTn>
                                  </p:par>
                                  <p:par>
                                    <p:cTn id="84" presetID="22" presetClass="entr" presetSubtype="1" fill="hold" nodeType="withEffect">
                                      <p:stCondLst>
                                        <p:cond delay="750"/>
                                      </p:stCondLst>
                                      <p:childTnLst>
                                        <p:set>
                                          <p:cBhvr>
                                            <p:cTn id="85" dur="1" fill="hold">
                                              <p:stCondLst>
                                                <p:cond delay="0"/>
                                              </p:stCondLst>
                                            </p:cTn>
                                            <p:tgtEl>
                                              <p:spTgt spid="60"/>
                                            </p:tgtEl>
                                            <p:attrNameLst>
                                              <p:attrName>style.visibility</p:attrName>
                                            </p:attrNameLst>
                                          </p:cBhvr>
                                          <p:to>
                                            <p:strVal val="visible"/>
                                          </p:to>
                                        </p:set>
                                        <p:animEffect transition="in" filter="wipe(up)">
                                          <p:cBhvr>
                                            <p:cTn id="86" dur="750"/>
                                            <p:tgtEl>
                                              <p:spTgt spid="60"/>
                                            </p:tgtEl>
                                          </p:cBhvr>
                                        </p:animEffect>
                                      </p:childTnLst>
                                    </p:cTn>
                                  </p:par>
                                  <p:par>
                                    <p:cTn id="87" presetID="22" presetClass="entr" presetSubtype="1" fill="hold" nodeType="withEffect">
                                      <p:stCondLst>
                                        <p:cond delay="1000"/>
                                      </p:stCondLst>
                                      <p:childTnLst>
                                        <p:set>
                                          <p:cBhvr>
                                            <p:cTn id="88" dur="1" fill="hold">
                                              <p:stCondLst>
                                                <p:cond delay="0"/>
                                              </p:stCondLst>
                                            </p:cTn>
                                            <p:tgtEl>
                                              <p:spTgt spid="59"/>
                                            </p:tgtEl>
                                            <p:attrNameLst>
                                              <p:attrName>style.visibility</p:attrName>
                                            </p:attrNameLst>
                                          </p:cBhvr>
                                          <p:to>
                                            <p:strVal val="visible"/>
                                          </p:to>
                                        </p:set>
                                        <p:animEffect transition="in" filter="wipe(up)">
                                          <p:cBhvr>
                                            <p:cTn id="89" dur="750"/>
                                            <p:tgtEl>
                                              <p:spTgt spid="59"/>
                                            </p:tgtEl>
                                          </p:cBhvr>
                                        </p:animEffect>
                                      </p:childTnLst>
                                    </p:cTn>
                                  </p:par>
                                  <p:par>
                                    <p:cTn id="90" presetID="22" presetClass="entr" presetSubtype="1" fill="hold" nodeType="withEffect">
                                      <p:stCondLst>
                                        <p:cond delay="1250"/>
                                      </p:stCondLst>
                                      <p:childTnLst>
                                        <p:set>
                                          <p:cBhvr>
                                            <p:cTn id="91" dur="1" fill="hold">
                                              <p:stCondLst>
                                                <p:cond delay="0"/>
                                              </p:stCondLst>
                                            </p:cTn>
                                            <p:tgtEl>
                                              <p:spTgt spid="58"/>
                                            </p:tgtEl>
                                            <p:attrNameLst>
                                              <p:attrName>style.visibility</p:attrName>
                                            </p:attrNameLst>
                                          </p:cBhvr>
                                          <p:to>
                                            <p:strVal val="visible"/>
                                          </p:to>
                                        </p:set>
                                        <p:animEffect transition="in" filter="wipe(up)">
                                          <p:cBhvr>
                                            <p:cTn id="92" dur="750"/>
                                            <p:tgtEl>
                                              <p:spTgt spid="58"/>
                                            </p:tgtEl>
                                          </p:cBhvr>
                                        </p:animEffect>
                                      </p:childTnLst>
                                    </p:cTn>
                                  </p:par>
                                  <p:par>
                                    <p:cTn id="93" presetID="2" presetClass="entr" presetSubtype="4" fill="hold" nodeType="withEffect" p14:presetBounceEnd="67000">
                                      <p:stCondLst>
                                        <p:cond delay="250"/>
                                      </p:stCondLst>
                                      <p:childTnLst>
                                        <p:set>
                                          <p:cBhvr>
                                            <p:cTn id="94" dur="1" fill="hold">
                                              <p:stCondLst>
                                                <p:cond delay="0"/>
                                              </p:stCondLst>
                                            </p:cTn>
                                            <p:tgtEl>
                                              <p:spTgt spid="2"/>
                                            </p:tgtEl>
                                            <p:attrNameLst>
                                              <p:attrName>style.visibility</p:attrName>
                                            </p:attrNameLst>
                                          </p:cBhvr>
                                          <p:to>
                                            <p:strVal val="visible"/>
                                          </p:to>
                                        </p:set>
                                        <p:anim calcmode="lin" valueType="num" p14:bounceEnd="67000">
                                          <p:cBhvr additive="base">
                                            <p:cTn id="95" dur="1000" fill="hold"/>
                                            <p:tgtEl>
                                              <p:spTgt spid="2"/>
                                            </p:tgtEl>
                                            <p:attrNameLst>
                                              <p:attrName>ppt_x</p:attrName>
                                            </p:attrNameLst>
                                          </p:cBhvr>
                                          <p:tavLst>
                                            <p:tav tm="0">
                                              <p:val>
                                                <p:strVal val="#ppt_x"/>
                                              </p:val>
                                            </p:tav>
                                            <p:tav tm="100000">
                                              <p:val>
                                                <p:strVal val="#ppt_x"/>
                                              </p:val>
                                            </p:tav>
                                          </p:tavLst>
                                        </p:anim>
                                        <p:anim calcmode="lin" valueType="num" p14:bounceEnd="67000">
                                          <p:cBhvr additive="base">
                                            <p:cTn id="96" dur="1000" fill="hold"/>
                                            <p:tgtEl>
                                              <p:spTgt spid="2"/>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14:presetBounceEnd="67000">
                                      <p:stCondLst>
                                        <p:cond delay="500"/>
                                      </p:stCondLst>
                                      <p:childTnLst>
                                        <p:set>
                                          <p:cBhvr>
                                            <p:cTn id="98" dur="1" fill="hold">
                                              <p:stCondLst>
                                                <p:cond delay="0"/>
                                              </p:stCondLst>
                                            </p:cTn>
                                            <p:tgtEl>
                                              <p:spTgt spid="3"/>
                                            </p:tgtEl>
                                            <p:attrNameLst>
                                              <p:attrName>style.visibility</p:attrName>
                                            </p:attrNameLst>
                                          </p:cBhvr>
                                          <p:to>
                                            <p:strVal val="visible"/>
                                          </p:to>
                                        </p:set>
                                        <p:anim calcmode="lin" valueType="num" p14:bounceEnd="67000">
                                          <p:cBhvr additive="base">
                                            <p:cTn id="99" dur="1000" fill="hold"/>
                                            <p:tgtEl>
                                              <p:spTgt spid="3"/>
                                            </p:tgtEl>
                                            <p:attrNameLst>
                                              <p:attrName>ppt_x</p:attrName>
                                            </p:attrNameLst>
                                          </p:cBhvr>
                                          <p:tavLst>
                                            <p:tav tm="0">
                                              <p:val>
                                                <p:strVal val="#ppt_x"/>
                                              </p:val>
                                            </p:tav>
                                            <p:tav tm="100000">
                                              <p:val>
                                                <p:strVal val="#ppt_x"/>
                                              </p:val>
                                            </p:tav>
                                          </p:tavLst>
                                        </p:anim>
                                        <p:anim calcmode="lin" valueType="num" p14:bounceEnd="67000">
                                          <p:cBhvr additive="base">
                                            <p:cTn id="100" dur="1000" fill="hold"/>
                                            <p:tgtEl>
                                              <p:spTgt spid="3"/>
                                            </p:tgtEl>
                                            <p:attrNameLst>
                                              <p:attrName>ppt_y</p:attrName>
                                            </p:attrNameLst>
                                          </p:cBhvr>
                                          <p:tavLst>
                                            <p:tav tm="0">
                                              <p:val>
                                                <p:strVal val="1+#ppt_h/2"/>
                                              </p:val>
                                            </p:tav>
                                            <p:tav tm="100000">
                                              <p:val>
                                                <p:strVal val="#ppt_y"/>
                                              </p:val>
                                            </p:tav>
                                          </p:tavLst>
                                        </p:anim>
                                      </p:childTnLst>
                                    </p:cTn>
                                  </p:par>
                                  <p:par>
                                    <p:cTn id="101" presetID="2" presetClass="entr" presetSubtype="4" fill="hold" nodeType="withEffect" p14:presetBounceEnd="67000">
                                      <p:stCondLst>
                                        <p:cond delay="750"/>
                                      </p:stCondLst>
                                      <p:childTnLst>
                                        <p:set>
                                          <p:cBhvr>
                                            <p:cTn id="102" dur="1" fill="hold">
                                              <p:stCondLst>
                                                <p:cond delay="0"/>
                                              </p:stCondLst>
                                            </p:cTn>
                                            <p:tgtEl>
                                              <p:spTgt spid="4"/>
                                            </p:tgtEl>
                                            <p:attrNameLst>
                                              <p:attrName>style.visibility</p:attrName>
                                            </p:attrNameLst>
                                          </p:cBhvr>
                                          <p:to>
                                            <p:strVal val="visible"/>
                                          </p:to>
                                        </p:set>
                                        <p:anim calcmode="lin" valueType="num" p14:bounceEnd="67000">
                                          <p:cBhvr additive="base">
                                            <p:cTn id="103" dur="1000" fill="hold"/>
                                            <p:tgtEl>
                                              <p:spTgt spid="4"/>
                                            </p:tgtEl>
                                            <p:attrNameLst>
                                              <p:attrName>ppt_x</p:attrName>
                                            </p:attrNameLst>
                                          </p:cBhvr>
                                          <p:tavLst>
                                            <p:tav tm="0">
                                              <p:val>
                                                <p:strVal val="#ppt_x"/>
                                              </p:val>
                                            </p:tav>
                                            <p:tav tm="100000">
                                              <p:val>
                                                <p:strVal val="#ppt_x"/>
                                              </p:val>
                                            </p:tav>
                                          </p:tavLst>
                                        </p:anim>
                                        <p:anim calcmode="lin" valueType="num" p14:bounceEnd="67000">
                                          <p:cBhvr additive="base">
                                            <p:cTn id="104" dur="1000" fill="hold"/>
                                            <p:tgtEl>
                                              <p:spTgt spid="4"/>
                                            </p:tgtEl>
                                            <p:attrNameLst>
                                              <p:attrName>ppt_y</p:attrName>
                                            </p:attrNameLst>
                                          </p:cBhvr>
                                          <p:tavLst>
                                            <p:tav tm="0">
                                              <p:val>
                                                <p:strVal val="1+#ppt_h/2"/>
                                              </p:val>
                                            </p:tav>
                                            <p:tav tm="100000">
                                              <p:val>
                                                <p:strVal val="#ppt_y"/>
                                              </p:val>
                                            </p:tav>
                                          </p:tavLst>
                                        </p:anim>
                                      </p:childTnLst>
                                    </p:cTn>
                                  </p:par>
                                  <p:par>
                                    <p:cTn id="105" presetID="2" presetClass="entr" presetSubtype="4" fill="hold" nodeType="withEffect" p14:presetBounceEnd="67000">
                                      <p:stCondLst>
                                        <p:cond delay="1000"/>
                                      </p:stCondLst>
                                      <p:childTnLst>
                                        <p:set>
                                          <p:cBhvr>
                                            <p:cTn id="106" dur="1" fill="hold">
                                              <p:stCondLst>
                                                <p:cond delay="0"/>
                                              </p:stCondLst>
                                            </p:cTn>
                                            <p:tgtEl>
                                              <p:spTgt spid="5"/>
                                            </p:tgtEl>
                                            <p:attrNameLst>
                                              <p:attrName>style.visibility</p:attrName>
                                            </p:attrNameLst>
                                          </p:cBhvr>
                                          <p:to>
                                            <p:strVal val="visible"/>
                                          </p:to>
                                        </p:set>
                                        <p:anim calcmode="lin" valueType="num" p14:bounceEnd="67000">
                                          <p:cBhvr additive="base">
                                            <p:cTn id="107" dur="1000" fill="hold"/>
                                            <p:tgtEl>
                                              <p:spTgt spid="5"/>
                                            </p:tgtEl>
                                            <p:attrNameLst>
                                              <p:attrName>ppt_x</p:attrName>
                                            </p:attrNameLst>
                                          </p:cBhvr>
                                          <p:tavLst>
                                            <p:tav tm="0">
                                              <p:val>
                                                <p:strVal val="#ppt_x"/>
                                              </p:val>
                                            </p:tav>
                                            <p:tav tm="100000">
                                              <p:val>
                                                <p:strVal val="#ppt_x"/>
                                              </p:val>
                                            </p:tav>
                                          </p:tavLst>
                                        </p:anim>
                                        <p:anim calcmode="lin" valueType="num" p14:bounceEnd="67000">
                                          <p:cBhvr additive="base">
                                            <p:cTn id="108" dur="1000" fill="hold"/>
                                            <p:tgtEl>
                                              <p:spTgt spid="5"/>
                                            </p:tgtEl>
                                            <p:attrNameLst>
                                              <p:attrName>ppt_y</p:attrName>
                                            </p:attrNameLst>
                                          </p:cBhvr>
                                          <p:tavLst>
                                            <p:tav tm="0">
                                              <p:val>
                                                <p:strVal val="1+#ppt_h/2"/>
                                              </p:val>
                                            </p:tav>
                                            <p:tav tm="100000">
                                              <p:val>
                                                <p:strVal val="#ppt_y"/>
                                              </p:val>
                                            </p:tav>
                                          </p:tavLst>
                                        </p:anim>
                                      </p:childTnLst>
                                    </p:cTn>
                                  </p:par>
                                  <p:par>
                                    <p:cTn id="109" presetID="2" presetClass="entr" presetSubtype="4" fill="hold" nodeType="withEffect" p14:presetBounceEnd="67000">
                                      <p:stCondLst>
                                        <p:cond delay="1250"/>
                                      </p:stCondLst>
                                      <p:childTnLst>
                                        <p:set>
                                          <p:cBhvr>
                                            <p:cTn id="110" dur="1" fill="hold">
                                              <p:stCondLst>
                                                <p:cond delay="0"/>
                                              </p:stCondLst>
                                            </p:cTn>
                                            <p:tgtEl>
                                              <p:spTgt spid="73"/>
                                            </p:tgtEl>
                                            <p:attrNameLst>
                                              <p:attrName>style.visibility</p:attrName>
                                            </p:attrNameLst>
                                          </p:cBhvr>
                                          <p:to>
                                            <p:strVal val="visible"/>
                                          </p:to>
                                        </p:set>
                                        <p:anim calcmode="lin" valueType="num" p14:bounceEnd="67000">
                                          <p:cBhvr additive="base">
                                            <p:cTn id="111" dur="1000" fill="hold"/>
                                            <p:tgtEl>
                                              <p:spTgt spid="73"/>
                                            </p:tgtEl>
                                            <p:attrNameLst>
                                              <p:attrName>ppt_x</p:attrName>
                                            </p:attrNameLst>
                                          </p:cBhvr>
                                          <p:tavLst>
                                            <p:tav tm="0">
                                              <p:val>
                                                <p:strVal val="#ppt_x"/>
                                              </p:val>
                                            </p:tav>
                                            <p:tav tm="100000">
                                              <p:val>
                                                <p:strVal val="#ppt_x"/>
                                              </p:val>
                                            </p:tav>
                                          </p:tavLst>
                                        </p:anim>
                                        <p:anim calcmode="lin" valueType="num" p14:bounceEnd="67000">
                                          <p:cBhvr additive="base">
                                            <p:cTn id="112" dur="1000" fill="hold"/>
                                            <p:tgtEl>
                                              <p:spTgt spid="7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21" grpId="0"/>
          <p:bldP spid="22" grpId="0"/>
          <p:bldP spid="23" grpId="0"/>
          <p:bldP spid="50" grpId="0"/>
          <p:bldP spid="51" grpId="0"/>
          <p:bldP spid="63" grpId="0"/>
          <p:bldP spid="64" grpId="0"/>
          <p:bldP spid="65" grpId="0"/>
          <p:bldP spid="66" grpId="0"/>
          <p:bldP spid="6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additive="base">
                                            <p:cTn id="7" dur="1000" fill="hold"/>
                                            <p:tgtEl>
                                              <p:spTgt spid="57"/>
                                            </p:tgtEl>
                                            <p:attrNameLst>
                                              <p:attrName>ppt_x</p:attrName>
                                            </p:attrNameLst>
                                          </p:cBhvr>
                                          <p:tavLst>
                                            <p:tav tm="0">
                                              <p:val>
                                                <p:strVal val="0-#ppt_w/2"/>
                                              </p:val>
                                            </p:tav>
                                            <p:tav tm="100000">
                                              <p:val>
                                                <p:strVal val="#ppt_x"/>
                                              </p:val>
                                            </p:tav>
                                          </p:tavLst>
                                        </p:anim>
                                        <p:anim calcmode="lin" valueType="num">
                                          <p:cBhvr additive="base">
                                            <p:cTn id="8" dur="1000" fill="hold"/>
                                            <p:tgtEl>
                                              <p:spTgt spid="5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5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1000" fill="hold"/>
                                            <p:tgtEl>
                                              <p:spTgt spid="56"/>
                                            </p:tgtEl>
                                            <p:attrNameLst>
                                              <p:attrName>ppt_x</p:attrName>
                                            </p:attrNameLst>
                                          </p:cBhvr>
                                          <p:tavLst>
                                            <p:tav tm="0">
                                              <p:val>
                                                <p:strVal val="0-#ppt_w/2"/>
                                              </p:val>
                                            </p:tav>
                                            <p:tav tm="100000">
                                              <p:val>
                                                <p:strVal val="#ppt_x"/>
                                              </p:val>
                                            </p:tav>
                                          </p:tavLst>
                                        </p:anim>
                                        <p:anim calcmode="lin" valueType="num">
                                          <p:cBhvr additive="base">
                                            <p:cTn id="12" dur="1000" fill="hold"/>
                                            <p:tgtEl>
                                              <p:spTgt spid="5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500"/>
                                      </p:stCondLst>
                                      <p:childTnLst>
                                        <p:set>
                                          <p:cBhvr>
                                            <p:cTn id="14" dur="1" fill="hold">
                                              <p:stCondLst>
                                                <p:cond delay="0"/>
                                              </p:stCondLst>
                                            </p:cTn>
                                            <p:tgtEl>
                                              <p:spTgt spid="55"/>
                                            </p:tgtEl>
                                            <p:attrNameLst>
                                              <p:attrName>style.visibility</p:attrName>
                                            </p:attrNameLst>
                                          </p:cBhvr>
                                          <p:to>
                                            <p:strVal val="visible"/>
                                          </p:to>
                                        </p:set>
                                        <p:anim calcmode="lin" valueType="num">
                                          <p:cBhvr additive="base">
                                            <p:cTn id="15" dur="1000" fill="hold"/>
                                            <p:tgtEl>
                                              <p:spTgt spid="55"/>
                                            </p:tgtEl>
                                            <p:attrNameLst>
                                              <p:attrName>ppt_x</p:attrName>
                                            </p:attrNameLst>
                                          </p:cBhvr>
                                          <p:tavLst>
                                            <p:tav tm="0">
                                              <p:val>
                                                <p:strVal val="0-#ppt_w/2"/>
                                              </p:val>
                                            </p:tav>
                                            <p:tav tm="100000">
                                              <p:val>
                                                <p:strVal val="#ppt_x"/>
                                              </p:val>
                                            </p:tav>
                                          </p:tavLst>
                                        </p:anim>
                                        <p:anim calcmode="lin" valueType="num">
                                          <p:cBhvr additive="base">
                                            <p:cTn id="16" dur="1000" fill="hold"/>
                                            <p:tgtEl>
                                              <p:spTgt spid="5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75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000" fill="hold"/>
                                            <p:tgtEl>
                                              <p:spTgt spid="54"/>
                                            </p:tgtEl>
                                            <p:attrNameLst>
                                              <p:attrName>ppt_x</p:attrName>
                                            </p:attrNameLst>
                                          </p:cBhvr>
                                          <p:tavLst>
                                            <p:tav tm="0">
                                              <p:val>
                                                <p:strVal val="0-#ppt_w/2"/>
                                              </p:val>
                                            </p:tav>
                                            <p:tav tm="100000">
                                              <p:val>
                                                <p:strVal val="#ppt_x"/>
                                              </p:val>
                                            </p:tav>
                                          </p:tavLst>
                                        </p:anim>
                                        <p:anim calcmode="lin" valueType="num">
                                          <p:cBhvr additive="base">
                                            <p:cTn id="20" dur="1000" fill="hold"/>
                                            <p:tgtEl>
                                              <p:spTgt spid="54"/>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1000"/>
                                      </p:stCondLst>
                                      <p:childTnLst>
                                        <p:set>
                                          <p:cBhvr>
                                            <p:cTn id="22" dur="1" fill="hold">
                                              <p:stCondLst>
                                                <p:cond delay="0"/>
                                              </p:stCondLst>
                                            </p:cTn>
                                            <p:tgtEl>
                                              <p:spTgt spid="53"/>
                                            </p:tgtEl>
                                            <p:attrNameLst>
                                              <p:attrName>style.visibility</p:attrName>
                                            </p:attrNameLst>
                                          </p:cBhvr>
                                          <p:to>
                                            <p:strVal val="visible"/>
                                          </p:to>
                                        </p:set>
                                        <p:anim calcmode="lin" valueType="num">
                                          <p:cBhvr additive="base">
                                            <p:cTn id="23" dur="1000" fill="hold"/>
                                            <p:tgtEl>
                                              <p:spTgt spid="53"/>
                                            </p:tgtEl>
                                            <p:attrNameLst>
                                              <p:attrName>ppt_x</p:attrName>
                                            </p:attrNameLst>
                                          </p:cBhvr>
                                          <p:tavLst>
                                            <p:tav tm="0">
                                              <p:val>
                                                <p:strVal val="0-#ppt_w/2"/>
                                              </p:val>
                                            </p:tav>
                                            <p:tav tm="100000">
                                              <p:val>
                                                <p:strVal val="#ppt_x"/>
                                              </p:val>
                                            </p:tav>
                                          </p:tavLst>
                                        </p:anim>
                                        <p:anim calcmode="lin" valueType="num">
                                          <p:cBhvr additive="base">
                                            <p:cTn id="24" dur="1000" fill="hold"/>
                                            <p:tgtEl>
                                              <p:spTgt spid="53"/>
                                            </p:tgtEl>
                                            <p:attrNameLst>
                                              <p:attrName>ppt_y</p:attrName>
                                            </p:attrNameLst>
                                          </p:cBhvr>
                                          <p:tavLst>
                                            <p:tav tm="0">
                                              <p:val>
                                                <p:strVal val="#ppt_y"/>
                                              </p:val>
                                            </p:tav>
                                            <p:tav tm="100000">
                                              <p:val>
                                                <p:strVal val="#ppt_y"/>
                                              </p:val>
                                            </p:tav>
                                          </p:tavLst>
                                        </p:anim>
                                      </p:childTnLst>
                                    </p:cTn>
                                  </p:par>
                                  <p:par>
                                    <p:cTn id="25" presetID="53" presetClass="entr" presetSubtype="16" fill="hold" grpId="0" nodeType="withEffect">
                                      <p:stCondLst>
                                        <p:cond delay="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750" fill="hold"/>
                                            <p:tgtEl>
                                              <p:spTgt spid="50"/>
                                            </p:tgtEl>
                                            <p:attrNameLst>
                                              <p:attrName>ppt_w</p:attrName>
                                            </p:attrNameLst>
                                          </p:cBhvr>
                                          <p:tavLst>
                                            <p:tav tm="0">
                                              <p:val>
                                                <p:fltVal val="0"/>
                                              </p:val>
                                            </p:tav>
                                            <p:tav tm="100000">
                                              <p:val>
                                                <p:strVal val="#ppt_w"/>
                                              </p:val>
                                            </p:tav>
                                          </p:tavLst>
                                        </p:anim>
                                        <p:anim calcmode="lin" valueType="num">
                                          <p:cBhvr>
                                            <p:cTn id="28" dur="750" fill="hold"/>
                                            <p:tgtEl>
                                              <p:spTgt spid="50"/>
                                            </p:tgtEl>
                                            <p:attrNameLst>
                                              <p:attrName>ppt_h</p:attrName>
                                            </p:attrNameLst>
                                          </p:cBhvr>
                                          <p:tavLst>
                                            <p:tav tm="0">
                                              <p:val>
                                                <p:fltVal val="0"/>
                                              </p:val>
                                            </p:tav>
                                            <p:tav tm="100000">
                                              <p:val>
                                                <p:strVal val="#ppt_h"/>
                                              </p:val>
                                            </p:tav>
                                          </p:tavLst>
                                        </p:anim>
                                        <p:animEffect transition="in" filter="fade">
                                          <p:cBhvr>
                                            <p:cTn id="29" dur="750"/>
                                            <p:tgtEl>
                                              <p:spTgt spid="50"/>
                                            </p:tgtEl>
                                          </p:cBhvr>
                                        </p:animEffect>
                                      </p:childTnLst>
                                    </p:cTn>
                                  </p:par>
                                  <p:par>
                                    <p:cTn id="30" presetID="53" presetClass="entr" presetSubtype="16" fill="hold" grpId="0" nodeType="withEffect">
                                      <p:stCondLst>
                                        <p:cond delay="250"/>
                                      </p:stCondLst>
                                      <p:childTnLst>
                                        <p:set>
                                          <p:cBhvr>
                                            <p:cTn id="31" dur="1" fill="hold">
                                              <p:stCondLst>
                                                <p:cond delay="0"/>
                                              </p:stCondLst>
                                            </p:cTn>
                                            <p:tgtEl>
                                              <p:spTgt spid="67"/>
                                            </p:tgtEl>
                                            <p:attrNameLst>
                                              <p:attrName>style.visibility</p:attrName>
                                            </p:attrNameLst>
                                          </p:cBhvr>
                                          <p:to>
                                            <p:strVal val="visible"/>
                                          </p:to>
                                        </p:set>
                                        <p:anim calcmode="lin" valueType="num">
                                          <p:cBhvr>
                                            <p:cTn id="32" dur="750" fill="hold"/>
                                            <p:tgtEl>
                                              <p:spTgt spid="67"/>
                                            </p:tgtEl>
                                            <p:attrNameLst>
                                              <p:attrName>ppt_w</p:attrName>
                                            </p:attrNameLst>
                                          </p:cBhvr>
                                          <p:tavLst>
                                            <p:tav tm="0">
                                              <p:val>
                                                <p:fltVal val="0"/>
                                              </p:val>
                                            </p:tav>
                                            <p:tav tm="100000">
                                              <p:val>
                                                <p:strVal val="#ppt_w"/>
                                              </p:val>
                                            </p:tav>
                                          </p:tavLst>
                                        </p:anim>
                                        <p:anim calcmode="lin" valueType="num">
                                          <p:cBhvr>
                                            <p:cTn id="33" dur="750" fill="hold"/>
                                            <p:tgtEl>
                                              <p:spTgt spid="67"/>
                                            </p:tgtEl>
                                            <p:attrNameLst>
                                              <p:attrName>ppt_h</p:attrName>
                                            </p:attrNameLst>
                                          </p:cBhvr>
                                          <p:tavLst>
                                            <p:tav tm="0">
                                              <p:val>
                                                <p:fltVal val="0"/>
                                              </p:val>
                                            </p:tav>
                                            <p:tav tm="100000">
                                              <p:val>
                                                <p:strVal val="#ppt_h"/>
                                              </p:val>
                                            </p:tav>
                                          </p:tavLst>
                                        </p:anim>
                                        <p:animEffect transition="in" filter="fade">
                                          <p:cBhvr>
                                            <p:cTn id="34" dur="750"/>
                                            <p:tgtEl>
                                              <p:spTgt spid="67"/>
                                            </p:tgtEl>
                                          </p:cBhvr>
                                        </p:animEffect>
                                      </p:childTnLst>
                                    </p:cTn>
                                  </p:par>
                                  <p:par>
                                    <p:cTn id="35" presetID="53" presetClass="entr" presetSubtype="16" fill="hold" grpId="0" nodeType="withEffect">
                                      <p:stCondLst>
                                        <p:cond delay="500"/>
                                      </p:stCondLst>
                                      <p:childTnLst>
                                        <p:set>
                                          <p:cBhvr>
                                            <p:cTn id="36" dur="1" fill="hold">
                                              <p:stCondLst>
                                                <p:cond delay="0"/>
                                              </p:stCondLst>
                                            </p:cTn>
                                            <p:tgtEl>
                                              <p:spTgt spid="51"/>
                                            </p:tgtEl>
                                            <p:attrNameLst>
                                              <p:attrName>style.visibility</p:attrName>
                                            </p:attrNameLst>
                                          </p:cBhvr>
                                          <p:to>
                                            <p:strVal val="visible"/>
                                          </p:to>
                                        </p:set>
                                        <p:anim calcmode="lin" valueType="num">
                                          <p:cBhvr>
                                            <p:cTn id="37" dur="750" fill="hold"/>
                                            <p:tgtEl>
                                              <p:spTgt spid="51"/>
                                            </p:tgtEl>
                                            <p:attrNameLst>
                                              <p:attrName>ppt_w</p:attrName>
                                            </p:attrNameLst>
                                          </p:cBhvr>
                                          <p:tavLst>
                                            <p:tav tm="0">
                                              <p:val>
                                                <p:fltVal val="0"/>
                                              </p:val>
                                            </p:tav>
                                            <p:tav tm="100000">
                                              <p:val>
                                                <p:strVal val="#ppt_w"/>
                                              </p:val>
                                            </p:tav>
                                          </p:tavLst>
                                        </p:anim>
                                        <p:anim calcmode="lin" valueType="num">
                                          <p:cBhvr>
                                            <p:cTn id="38" dur="750" fill="hold"/>
                                            <p:tgtEl>
                                              <p:spTgt spid="51"/>
                                            </p:tgtEl>
                                            <p:attrNameLst>
                                              <p:attrName>ppt_h</p:attrName>
                                            </p:attrNameLst>
                                          </p:cBhvr>
                                          <p:tavLst>
                                            <p:tav tm="0">
                                              <p:val>
                                                <p:fltVal val="0"/>
                                              </p:val>
                                            </p:tav>
                                            <p:tav tm="100000">
                                              <p:val>
                                                <p:strVal val="#ppt_h"/>
                                              </p:val>
                                            </p:tav>
                                          </p:tavLst>
                                        </p:anim>
                                        <p:animEffect transition="in" filter="fade">
                                          <p:cBhvr>
                                            <p:cTn id="39" dur="750"/>
                                            <p:tgtEl>
                                              <p:spTgt spid="51"/>
                                            </p:tgtEl>
                                          </p:cBhvr>
                                        </p:animEffect>
                                      </p:childTnLst>
                                    </p:cTn>
                                  </p:par>
                                  <p:par>
                                    <p:cTn id="40" presetID="53" presetClass="entr" presetSubtype="16" fill="hold" grpId="0" nodeType="withEffect">
                                      <p:stCondLst>
                                        <p:cond delay="500"/>
                                      </p:stCondLst>
                                      <p:childTnLst>
                                        <p:set>
                                          <p:cBhvr>
                                            <p:cTn id="41" dur="1" fill="hold">
                                              <p:stCondLst>
                                                <p:cond delay="0"/>
                                              </p:stCondLst>
                                            </p:cTn>
                                            <p:tgtEl>
                                              <p:spTgt spid="66"/>
                                            </p:tgtEl>
                                            <p:attrNameLst>
                                              <p:attrName>style.visibility</p:attrName>
                                            </p:attrNameLst>
                                          </p:cBhvr>
                                          <p:to>
                                            <p:strVal val="visible"/>
                                          </p:to>
                                        </p:set>
                                        <p:anim calcmode="lin" valueType="num">
                                          <p:cBhvr>
                                            <p:cTn id="42" dur="750" fill="hold"/>
                                            <p:tgtEl>
                                              <p:spTgt spid="66"/>
                                            </p:tgtEl>
                                            <p:attrNameLst>
                                              <p:attrName>ppt_w</p:attrName>
                                            </p:attrNameLst>
                                          </p:cBhvr>
                                          <p:tavLst>
                                            <p:tav tm="0">
                                              <p:val>
                                                <p:fltVal val="0"/>
                                              </p:val>
                                            </p:tav>
                                            <p:tav tm="100000">
                                              <p:val>
                                                <p:strVal val="#ppt_w"/>
                                              </p:val>
                                            </p:tav>
                                          </p:tavLst>
                                        </p:anim>
                                        <p:anim calcmode="lin" valueType="num">
                                          <p:cBhvr>
                                            <p:cTn id="43" dur="750" fill="hold"/>
                                            <p:tgtEl>
                                              <p:spTgt spid="66"/>
                                            </p:tgtEl>
                                            <p:attrNameLst>
                                              <p:attrName>ppt_h</p:attrName>
                                            </p:attrNameLst>
                                          </p:cBhvr>
                                          <p:tavLst>
                                            <p:tav tm="0">
                                              <p:val>
                                                <p:fltVal val="0"/>
                                              </p:val>
                                            </p:tav>
                                            <p:tav tm="100000">
                                              <p:val>
                                                <p:strVal val="#ppt_h"/>
                                              </p:val>
                                            </p:tav>
                                          </p:tavLst>
                                        </p:anim>
                                        <p:animEffect transition="in" filter="fade">
                                          <p:cBhvr>
                                            <p:cTn id="44" dur="750"/>
                                            <p:tgtEl>
                                              <p:spTgt spid="66"/>
                                            </p:tgtEl>
                                          </p:cBhvr>
                                        </p:animEffect>
                                      </p:childTnLst>
                                    </p:cTn>
                                  </p:par>
                                  <p:par>
                                    <p:cTn id="45" presetID="53" presetClass="entr" presetSubtype="16" fill="hold" grpId="0" nodeType="withEffect">
                                      <p:stCondLst>
                                        <p:cond delay="750"/>
                                      </p:stCondLst>
                                      <p:childTnLst>
                                        <p:set>
                                          <p:cBhvr>
                                            <p:cTn id="46" dur="1" fill="hold">
                                              <p:stCondLst>
                                                <p:cond delay="0"/>
                                              </p:stCondLst>
                                            </p:cTn>
                                            <p:tgtEl>
                                              <p:spTgt spid="23"/>
                                            </p:tgtEl>
                                            <p:attrNameLst>
                                              <p:attrName>style.visibility</p:attrName>
                                            </p:attrNameLst>
                                          </p:cBhvr>
                                          <p:to>
                                            <p:strVal val="visible"/>
                                          </p:to>
                                        </p:set>
                                        <p:anim calcmode="lin" valueType="num">
                                          <p:cBhvr>
                                            <p:cTn id="47" dur="750" fill="hold"/>
                                            <p:tgtEl>
                                              <p:spTgt spid="23"/>
                                            </p:tgtEl>
                                            <p:attrNameLst>
                                              <p:attrName>ppt_w</p:attrName>
                                            </p:attrNameLst>
                                          </p:cBhvr>
                                          <p:tavLst>
                                            <p:tav tm="0">
                                              <p:val>
                                                <p:fltVal val="0"/>
                                              </p:val>
                                            </p:tav>
                                            <p:tav tm="100000">
                                              <p:val>
                                                <p:strVal val="#ppt_w"/>
                                              </p:val>
                                            </p:tav>
                                          </p:tavLst>
                                        </p:anim>
                                        <p:anim calcmode="lin" valueType="num">
                                          <p:cBhvr>
                                            <p:cTn id="48" dur="750" fill="hold"/>
                                            <p:tgtEl>
                                              <p:spTgt spid="23"/>
                                            </p:tgtEl>
                                            <p:attrNameLst>
                                              <p:attrName>ppt_h</p:attrName>
                                            </p:attrNameLst>
                                          </p:cBhvr>
                                          <p:tavLst>
                                            <p:tav tm="0">
                                              <p:val>
                                                <p:fltVal val="0"/>
                                              </p:val>
                                            </p:tav>
                                            <p:tav tm="100000">
                                              <p:val>
                                                <p:strVal val="#ppt_h"/>
                                              </p:val>
                                            </p:tav>
                                          </p:tavLst>
                                        </p:anim>
                                        <p:animEffect transition="in" filter="fade">
                                          <p:cBhvr>
                                            <p:cTn id="49" dur="750"/>
                                            <p:tgtEl>
                                              <p:spTgt spid="23"/>
                                            </p:tgtEl>
                                          </p:cBhvr>
                                        </p:animEffect>
                                      </p:childTnLst>
                                    </p:cTn>
                                  </p:par>
                                  <p:par>
                                    <p:cTn id="50" presetID="53" presetClass="entr" presetSubtype="16" fill="hold" grpId="0" nodeType="withEffect">
                                      <p:stCondLst>
                                        <p:cond delay="750"/>
                                      </p:stCondLst>
                                      <p:childTnLst>
                                        <p:set>
                                          <p:cBhvr>
                                            <p:cTn id="51" dur="1" fill="hold">
                                              <p:stCondLst>
                                                <p:cond delay="0"/>
                                              </p:stCondLst>
                                            </p:cTn>
                                            <p:tgtEl>
                                              <p:spTgt spid="65"/>
                                            </p:tgtEl>
                                            <p:attrNameLst>
                                              <p:attrName>style.visibility</p:attrName>
                                            </p:attrNameLst>
                                          </p:cBhvr>
                                          <p:to>
                                            <p:strVal val="visible"/>
                                          </p:to>
                                        </p:set>
                                        <p:anim calcmode="lin" valueType="num">
                                          <p:cBhvr>
                                            <p:cTn id="52" dur="750" fill="hold"/>
                                            <p:tgtEl>
                                              <p:spTgt spid="65"/>
                                            </p:tgtEl>
                                            <p:attrNameLst>
                                              <p:attrName>ppt_w</p:attrName>
                                            </p:attrNameLst>
                                          </p:cBhvr>
                                          <p:tavLst>
                                            <p:tav tm="0">
                                              <p:val>
                                                <p:fltVal val="0"/>
                                              </p:val>
                                            </p:tav>
                                            <p:tav tm="100000">
                                              <p:val>
                                                <p:strVal val="#ppt_w"/>
                                              </p:val>
                                            </p:tav>
                                          </p:tavLst>
                                        </p:anim>
                                        <p:anim calcmode="lin" valueType="num">
                                          <p:cBhvr>
                                            <p:cTn id="53" dur="750" fill="hold"/>
                                            <p:tgtEl>
                                              <p:spTgt spid="65"/>
                                            </p:tgtEl>
                                            <p:attrNameLst>
                                              <p:attrName>ppt_h</p:attrName>
                                            </p:attrNameLst>
                                          </p:cBhvr>
                                          <p:tavLst>
                                            <p:tav tm="0">
                                              <p:val>
                                                <p:fltVal val="0"/>
                                              </p:val>
                                            </p:tav>
                                            <p:tav tm="100000">
                                              <p:val>
                                                <p:strVal val="#ppt_h"/>
                                              </p:val>
                                            </p:tav>
                                          </p:tavLst>
                                        </p:anim>
                                        <p:animEffect transition="in" filter="fade">
                                          <p:cBhvr>
                                            <p:cTn id="54" dur="750"/>
                                            <p:tgtEl>
                                              <p:spTgt spid="65"/>
                                            </p:tgtEl>
                                          </p:cBhvr>
                                        </p:animEffect>
                                      </p:childTnLst>
                                    </p:cTn>
                                  </p:par>
                                  <p:par>
                                    <p:cTn id="55" presetID="53" presetClass="entr" presetSubtype="16" fill="hold" grpId="0" nodeType="withEffect">
                                      <p:stCondLst>
                                        <p:cond delay="1000"/>
                                      </p:stCondLst>
                                      <p:childTnLst>
                                        <p:set>
                                          <p:cBhvr>
                                            <p:cTn id="56" dur="1" fill="hold">
                                              <p:stCondLst>
                                                <p:cond delay="0"/>
                                              </p:stCondLst>
                                            </p:cTn>
                                            <p:tgtEl>
                                              <p:spTgt spid="22"/>
                                            </p:tgtEl>
                                            <p:attrNameLst>
                                              <p:attrName>style.visibility</p:attrName>
                                            </p:attrNameLst>
                                          </p:cBhvr>
                                          <p:to>
                                            <p:strVal val="visible"/>
                                          </p:to>
                                        </p:set>
                                        <p:anim calcmode="lin" valueType="num">
                                          <p:cBhvr>
                                            <p:cTn id="57" dur="750" fill="hold"/>
                                            <p:tgtEl>
                                              <p:spTgt spid="22"/>
                                            </p:tgtEl>
                                            <p:attrNameLst>
                                              <p:attrName>ppt_w</p:attrName>
                                            </p:attrNameLst>
                                          </p:cBhvr>
                                          <p:tavLst>
                                            <p:tav tm="0">
                                              <p:val>
                                                <p:fltVal val="0"/>
                                              </p:val>
                                            </p:tav>
                                            <p:tav tm="100000">
                                              <p:val>
                                                <p:strVal val="#ppt_w"/>
                                              </p:val>
                                            </p:tav>
                                          </p:tavLst>
                                        </p:anim>
                                        <p:anim calcmode="lin" valueType="num">
                                          <p:cBhvr>
                                            <p:cTn id="58" dur="750" fill="hold"/>
                                            <p:tgtEl>
                                              <p:spTgt spid="22"/>
                                            </p:tgtEl>
                                            <p:attrNameLst>
                                              <p:attrName>ppt_h</p:attrName>
                                            </p:attrNameLst>
                                          </p:cBhvr>
                                          <p:tavLst>
                                            <p:tav tm="0">
                                              <p:val>
                                                <p:fltVal val="0"/>
                                              </p:val>
                                            </p:tav>
                                            <p:tav tm="100000">
                                              <p:val>
                                                <p:strVal val="#ppt_h"/>
                                              </p:val>
                                            </p:tav>
                                          </p:tavLst>
                                        </p:anim>
                                        <p:animEffect transition="in" filter="fade">
                                          <p:cBhvr>
                                            <p:cTn id="59" dur="750"/>
                                            <p:tgtEl>
                                              <p:spTgt spid="22"/>
                                            </p:tgtEl>
                                          </p:cBhvr>
                                        </p:animEffect>
                                      </p:childTnLst>
                                    </p:cTn>
                                  </p:par>
                                  <p:par>
                                    <p:cTn id="60" presetID="53" presetClass="entr" presetSubtype="16" fill="hold" grpId="0" nodeType="withEffect">
                                      <p:stCondLst>
                                        <p:cond delay="1000"/>
                                      </p:stCondLst>
                                      <p:childTnLst>
                                        <p:set>
                                          <p:cBhvr>
                                            <p:cTn id="61" dur="1" fill="hold">
                                              <p:stCondLst>
                                                <p:cond delay="0"/>
                                              </p:stCondLst>
                                            </p:cTn>
                                            <p:tgtEl>
                                              <p:spTgt spid="64"/>
                                            </p:tgtEl>
                                            <p:attrNameLst>
                                              <p:attrName>style.visibility</p:attrName>
                                            </p:attrNameLst>
                                          </p:cBhvr>
                                          <p:to>
                                            <p:strVal val="visible"/>
                                          </p:to>
                                        </p:set>
                                        <p:anim calcmode="lin" valueType="num">
                                          <p:cBhvr>
                                            <p:cTn id="62" dur="750" fill="hold"/>
                                            <p:tgtEl>
                                              <p:spTgt spid="64"/>
                                            </p:tgtEl>
                                            <p:attrNameLst>
                                              <p:attrName>ppt_w</p:attrName>
                                            </p:attrNameLst>
                                          </p:cBhvr>
                                          <p:tavLst>
                                            <p:tav tm="0">
                                              <p:val>
                                                <p:fltVal val="0"/>
                                              </p:val>
                                            </p:tav>
                                            <p:tav tm="100000">
                                              <p:val>
                                                <p:strVal val="#ppt_w"/>
                                              </p:val>
                                            </p:tav>
                                          </p:tavLst>
                                        </p:anim>
                                        <p:anim calcmode="lin" valueType="num">
                                          <p:cBhvr>
                                            <p:cTn id="63" dur="750" fill="hold"/>
                                            <p:tgtEl>
                                              <p:spTgt spid="64"/>
                                            </p:tgtEl>
                                            <p:attrNameLst>
                                              <p:attrName>ppt_h</p:attrName>
                                            </p:attrNameLst>
                                          </p:cBhvr>
                                          <p:tavLst>
                                            <p:tav tm="0">
                                              <p:val>
                                                <p:fltVal val="0"/>
                                              </p:val>
                                            </p:tav>
                                            <p:tav tm="100000">
                                              <p:val>
                                                <p:strVal val="#ppt_h"/>
                                              </p:val>
                                            </p:tav>
                                          </p:tavLst>
                                        </p:anim>
                                        <p:animEffect transition="in" filter="fade">
                                          <p:cBhvr>
                                            <p:cTn id="64" dur="750"/>
                                            <p:tgtEl>
                                              <p:spTgt spid="64"/>
                                            </p:tgtEl>
                                          </p:cBhvr>
                                        </p:animEffect>
                                      </p:childTnLst>
                                    </p:cTn>
                                  </p:par>
                                  <p:par>
                                    <p:cTn id="65" presetID="53" presetClass="entr" presetSubtype="16" fill="hold" grpId="0" nodeType="withEffect">
                                      <p:stCondLst>
                                        <p:cond delay="1250"/>
                                      </p:stCondLst>
                                      <p:childTnLst>
                                        <p:set>
                                          <p:cBhvr>
                                            <p:cTn id="66" dur="1" fill="hold">
                                              <p:stCondLst>
                                                <p:cond delay="0"/>
                                              </p:stCondLst>
                                            </p:cTn>
                                            <p:tgtEl>
                                              <p:spTgt spid="21"/>
                                            </p:tgtEl>
                                            <p:attrNameLst>
                                              <p:attrName>style.visibility</p:attrName>
                                            </p:attrNameLst>
                                          </p:cBhvr>
                                          <p:to>
                                            <p:strVal val="visible"/>
                                          </p:to>
                                        </p:set>
                                        <p:anim calcmode="lin" valueType="num">
                                          <p:cBhvr>
                                            <p:cTn id="67" dur="750" fill="hold"/>
                                            <p:tgtEl>
                                              <p:spTgt spid="21"/>
                                            </p:tgtEl>
                                            <p:attrNameLst>
                                              <p:attrName>ppt_w</p:attrName>
                                            </p:attrNameLst>
                                          </p:cBhvr>
                                          <p:tavLst>
                                            <p:tav tm="0">
                                              <p:val>
                                                <p:fltVal val="0"/>
                                              </p:val>
                                            </p:tav>
                                            <p:tav tm="100000">
                                              <p:val>
                                                <p:strVal val="#ppt_w"/>
                                              </p:val>
                                            </p:tav>
                                          </p:tavLst>
                                        </p:anim>
                                        <p:anim calcmode="lin" valueType="num">
                                          <p:cBhvr>
                                            <p:cTn id="68" dur="750" fill="hold"/>
                                            <p:tgtEl>
                                              <p:spTgt spid="21"/>
                                            </p:tgtEl>
                                            <p:attrNameLst>
                                              <p:attrName>ppt_h</p:attrName>
                                            </p:attrNameLst>
                                          </p:cBhvr>
                                          <p:tavLst>
                                            <p:tav tm="0">
                                              <p:val>
                                                <p:fltVal val="0"/>
                                              </p:val>
                                            </p:tav>
                                            <p:tav tm="100000">
                                              <p:val>
                                                <p:strVal val="#ppt_h"/>
                                              </p:val>
                                            </p:tav>
                                          </p:tavLst>
                                        </p:anim>
                                        <p:animEffect transition="in" filter="fade">
                                          <p:cBhvr>
                                            <p:cTn id="69" dur="750"/>
                                            <p:tgtEl>
                                              <p:spTgt spid="21"/>
                                            </p:tgtEl>
                                          </p:cBhvr>
                                        </p:animEffect>
                                      </p:childTnLst>
                                    </p:cTn>
                                  </p:par>
                                  <p:par>
                                    <p:cTn id="70" presetID="53" presetClass="entr" presetSubtype="16" fill="hold" grpId="0" nodeType="withEffect">
                                      <p:stCondLst>
                                        <p:cond delay="1250"/>
                                      </p:stCondLst>
                                      <p:childTnLst>
                                        <p:set>
                                          <p:cBhvr>
                                            <p:cTn id="71" dur="1" fill="hold">
                                              <p:stCondLst>
                                                <p:cond delay="0"/>
                                              </p:stCondLst>
                                            </p:cTn>
                                            <p:tgtEl>
                                              <p:spTgt spid="63"/>
                                            </p:tgtEl>
                                            <p:attrNameLst>
                                              <p:attrName>style.visibility</p:attrName>
                                            </p:attrNameLst>
                                          </p:cBhvr>
                                          <p:to>
                                            <p:strVal val="visible"/>
                                          </p:to>
                                        </p:set>
                                        <p:anim calcmode="lin" valueType="num">
                                          <p:cBhvr>
                                            <p:cTn id="72" dur="750" fill="hold"/>
                                            <p:tgtEl>
                                              <p:spTgt spid="63"/>
                                            </p:tgtEl>
                                            <p:attrNameLst>
                                              <p:attrName>ppt_w</p:attrName>
                                            </p:attrNameLst>
                                          </p:cBhvr>
                                          <p:tavLst>
                                            <p:tav tm="0">
                                              <p:val>
                                                <p:fltVal val="0"/>
                                              </p:val>
                                            </p:tav>
                                            <p:tav tm="100000">
                                              <p:val>
                                                <p:strVal val="#ppt_w"/>
                                              </p:val>
                                            </p:tav>
                                          </p:tavLst>
                                        </p:anim>
                                        <p:anim calcmode="lin" valueType="num">
                                          <p:cBhvr>
                                            <p:cTn id="73" dur="750" fill="hold"/>
                                            <p:tgtEl>
                                              <p:spTgt spid="63"/>
                                            </p:tgtEl>
                                            <p:attrNameLst>
                                              <p:attrName>ppt_h</p:attrName>
                                            </p:attrNameLst>
                                          </p:cBhvr>
                                          <p:tavLst>
                                            <p:tav tm="0">
                                              <p:val>
                                                <p:fltVal val="0"/>
                                              </p:val>
                                            </p:tav>
                                            <p:tav tm="100000">
                                              <p:val>
                                                <p:strVal val="#ppt_h"/>
                                              </p:val>
                                            </p:tav>
                                          </p:tavLst>
                                        </p:anim>
                                        <p:animEffect transition="in" filter="fade">
                                          <p:cBhvr>
                                            <p:cTn id="74" dur="750"/>
                                            <p:tgtEl>
                                              <p:spTgt spid="63"/>
                                            </p:tgtEl>
                                          </p:cBhvr>
                                        </p:animEffect>
                                      </p:childTnLst>
                                    </p:cTn>
                                  </p:par>
                                  <p:par>
                                    <p:cTn id="75" presetID="22" presetClass="entr" presetSubtype="2" fill="hold" grpId="0" nodeType="withEffect">
                                      <p:stCondLst>
                                        <p:cond delay="0"/>
                                      </p:stCondLst>
                                      <p:childTnLst>
                                        <p:set>
                                          <p:cBhvr>
                                            <p:cTn id="76" dur="1" fill="hold">
                                              <p:stCondLst>
                                                <p:cond delay="0"/>
                                              </p:stCondLst>
                                            </p:cTn>
                                            <p:tgtEl>
                                              <p:spTgt spid="34"/>
                                            </p:tgtEl>
                                            <p:attrNameLst>
                                              <p:attrName>style.visibility</p:attrName>
                                            </p:attrNameLst>
                                          </p:cBhvr>
                                          <p:to>
                                            <p:strVal val="visible"/>
                                          </p:to>
                                        </p:set>
                                        <p:animEffect transition="in" filter="wipe(right)">
                                          <p:cBhvr>
                                            <p:cTn id="77" dur="1750"/>
                                            <p:tgtEl>
                                              <p:spTgt spid="34"/>
                                            </p:tgtEl>
                                          </p:cBhvr>
                                        </p:animEffect>
                                      </p:childTnLst>
                                    </p:cTn>
                                  </p:par>
                                  <p:par>
                                    <p:cTn id="78" presetID="22" presetClass="entr" presetSubtype="1" fill="hold" nodeType="withEffect">
                                      <p:stCondLst>
                                        <p:cond delay="250"/>
                                      </p:stCondLst>
                                      <p:childTnLst>
                                        <p:set>
                                          <p:cBhvr>
                                            <p:cTn id="79" dur="1" fill="hold">
                                              <p:stCondLst>
                                                <p:cond delay="0"/>
                                              </p:stCondLst>
                                            </p:cTn>
                                            <p:tgtEl>
                                              <p:spTgt spid="62"/>
                                            </p:tgtEl>
                                            <p:attrNameLst>
                                              <p:attrName>style.visibility</p:attrName>
                                            </p:attrNameLst>
                                          </p:cBhvr>
                                          <p:to>
                                            <p:strVal val="visible"/>
                                          </p:to>
                                        </p:set>
                                        <p:animEffect transition="in" filter="wipe(up)">
                                          <p:cBhvr>
                                            <p:cTn id="80" dur="750"/>
                                            <p:tgtEl>
                                              <p:spTgt spid="62"/>
                                            </p:tgtEl>
                                          </p:cBhvr>
                                        </p:animEffect>
                                      </p:childTnLst>
                                    </p:cTn>
                                  </p:par>
                                  <p:par>
                                    <p:cTn id="81" presetID="22" presetClass="entr" presetSubtype="1" fill="hold" nodeType="withEffect">
                                      <p:stCondLst>
                                        <p:cond delay="500"/>
                                      </p:stCondLst>
                                      <p:childTnLst>
                                        <p:set>
                                          <p:cBhvr>
                                            <p:cTn id="82" dur="1" fill="hold">
                                              <p:stCondLst>
                                                <p:cond delay="0"/>
                                              </p:stCondLst>
                                            </p:cTn>
                                            <p:tgtEl>
                                              <p:spTgt spid="61"/>
                                            </p:tgtEl>
                                            <p:attrNameLst>
                                              <p:attrName>style.visibility</p:attrName>
                                            </p:attrNameLst>
                                          </p:cBhvr>
                                          <p:to>
                                            <p:strVal val="visible"/>
                                          </p:to>
                                        </p:set>
                                        <p:animEffect transition="in" filter="wipe(up)">
                                          <p:cBhvr>
                                            <p:cTn id="83" dur="750"/>
                                            <p:tgtEl>
                                              <p:spTgt spid="61"/>
                                            </p:tgtEl>
                                          </p:cBhvr>
                                        </p:animEffect>
                                      </p:childTnLst>
                                    </p:cTn>
                                  </p:par>
                                  <p:par>
                                    <p:cTn id="84" presetID="22" presetClass="entr" presetSubtype="1" fill="hold" nodeType="withEffect">
                                      <p:stCondLst>
                                        <p:cond delay="750"/>
                                      </p:stCondLst>
                                      <p:childTnLst>
                                        <p:set>
                                          <p:cBhvr>
                                            <p:cTn id="85" dur="1" fill="hold">
                                              <p:stCondLst>
                                                <p:cond delay="0"/>
                                              </p:stCondLst>
                                            </p:cTn>
                                            <p:tgtEl>
                                              <p:spTgt spid="60"/>
                                            </p:tgtEl>
                                            <p:attrNameLst>
                                              <p:attrName>style.visibility</p:attrName>
                                            </p:attrNameLst>
                                          </p:cBhvr>
                                          <p:to>
                                            <p:strVal val="visible"/>
                                          </p:to>
                                        </p:set>
                                        <p:animEffect transition="in" filter="wipe(up)">
                                          <p:cBhvr>
                                            <p:cTn id="86" dur="750"/>
                                            <p:tgtEl>
                                              <p:spTgt spid="60"/>
                                            </p:tgtEl>
                                          </p:cBhvr>
                                        </p:animEffect>
                                      </p:childTnLst>
                                    </p:cTn>
                                  </p:par>
                                  <p:par>
                                    <p:cTn id="87" presetID="22" presetClass="entr" presetSubtype="1" fill="hold" nodeType="withEffect">
                                      <p:stCondLst>
                                        <p:cond delay="1000"/>
                                      </p:stCondLst>
                                      <p:childTnLst>
                                        <p:set>
                                          <p:cBhvr>
                                            <p:cTn id="88" dur="1" fill="hold">
                                              <p:stCondLst>
                                                <p:cond delay="0"/>
                                              </p:stCondLst>
                                            </p:cTn>
                                            <p:tgtEl>
                                              <p:spTgt spid="59"/>
                                            </p:tgtEl>
                                            <p:attrNameLst>
                                              <p:attrName>style.visibility</p:attrName>
                                            </p:attrNameLst>
                                          </p:cBhvr>
                                          <p:to>
                                            <p:strVal val="visible"/>
                                          </p:to>
                                        </p:set>
                                        <p:animEffect transition="in" filter="wipe(up)">
                                          <p:cBhvr>
                                            <p:cTn id="89" dur="750"/>
                                            <p:tgtEl>
                                              <p:spTgt spid="59"/>
                                            </p:tgtEl>
                                          </p:cBhvr>
                                        </p:animEffect>
                                      </p:childTnLst>
                                    </p:cTn>
                                  </p:par>
                                  <p:par>
                                    <p:cTn id="90" presetID="22" presetClass="entr" presetSubtype="1" fill="hold" nodeType="withEffect">
                                      <p:stCondLst>
                                        <p:cond delay="1250"/>
                                      </p:stCondLst>
                                      <p:childTnLst>
                                        <p:set>
                                          <p:cBhvr>
                                            <p:cTn id="91" dur="1" fill="hold">
                                              <p:stCondLst>
                                                <p:cond delay="0"/>
                                              </p:stCondLst>
                                            </p:cTn>
                                            <p:tgtEl>
                                              <p:spTgt spid="58"/>
                                            </p:tgtEl>
                                            <p:attrNameLst>
                                              <p:attrName>style.visibility</p:attrName>
                                            </p:attrNameLst>
                                          </p:cBhvr>
                                          <p:to>
                                            <p:strVal val="visible"/>
                                          </p:to>
                                        </p:set>
                                        <p:animEffect transition="in" filter="wipe(up)">
                                          <p:cBhvr>
                                            <p:cTn id="92" dur="750"/>
                                            <p:tgtEl>
                                              <p:spTgt spid="58"/>
                                            </p:tgtEl>
                                          </p:cBhvr>
                                        </p:animEffect>
                                      </p:childTnLst>
                                    </p:cTn>
                                  </p:par>
                                  <p:par>
                                    <p:cTn id="93" presetID="2" presetClass="entr" presetSubtype="4" fill="hold" nodeType="withEffect">
                                      <p:stCondLst>
                                        <p:cond delay="250"/>
                                      </p:stCondLst>
                                      <p:childTnLst>
                                        <p:set>
                                          <p:cBhvr>
                                            <p:cTn id="94" dur="1" fill="hold">
                                              <p:stCondLst>
                                                <p:cond delay="0"/>
                                              </p:stCondLst>
                                            </p:cTn>
                                            <p:tgtEl>
                                              <p:spTgt spid="2"/>
                                            </p:tgtEl>
                                            <p:attrNameLst>
                                              <p:attrName>style.visibility</p:attrName>
                                            </p:attrNameLst>
                                          </p:cBhvr>
                                          <p:to>
                                            <p:strVal val="visible"/>
                                          </p:to>
                                        </p:set>
                                        <p:anim calcmode="lin" valueType="num">
                                          <p:cBhvr additive="base">
                                            <p:cTn id="95" dur="1000" fill="hold"/>
                                            <p:tgtEl>
                                              <p:spTgt spid="2"/>
                                            </p:tgtEl>
                                            <p:attrNameLst>
                                              <p:attrName>ppt_x</p:attrName>
                                            </p:attrNameLst>
                                          </p:cBhvr>
                                          <p:tavLst>
                                            <p:tav tm="0">
                                              <p:val>
                                                <p:strVal val="#ppt_x"/>
                                              </p:val>
                                            </p:tav>
                                            <p:tav tm="100000">
                                              <p:val>
                                                <p:strVal val="#ppt_x"/>
                                              </p:val>
                                            </p:tav>
                                          </p:tavLst>
                                        </p:anim>
                                        <p:anim calcmode="lin" valueType="num">
                                          <p:cBhvr additive="base">
                                            <p:cTn id="96" dur="1000" fill="hold"/>
                                            <p:tgtEl>
                                              <p:spTgt spid="2"/>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500"/>
                                      </p:stCondLst>
                                      <p:childTnLst>
                                        <p:set>
                                          <p:cBhvr>
                                            <p:cTn id="98" dur="1" fill="hold">
                                              <p:stCondLst>
                                                <p:cond delay="0"/>
                                              </p:stCondLst>
                                            </p:cTn>
                                            <p:tgtEl>
                                              <p:spTgt spid="3"/>
                                            </p:tgtEl>
                                            <p:attrNameLst>
                                              <p:attrName>style.visibility</p:attrName>
                                            </p:attrNameLst>
                                          </p:cBhvr>
                                          <p:to>
                                            <p:strVal val="visible"/>
                                          </p:to>
                                        </p:set>
                                        <p:anim calcmode="lin" valueType="num">
                                          <p:cBhvr additive="base">
                                            <p:cTn id="99" dur="1000" fill="hold"/>
                                            <p:tgtEl>
                                              <p:spTgt spid="3"/>
                                            </p:tgtEl>
                                            <p:attrNameLst>
                                              <p:attrName>ppt_x</p:attrName>
                                            </p:attrNameLst>
                                          </p:cBhvr>
                                          <p:tavLst>
                                            <p:tav tm="0">
                                              <p:val>
                                                <p:strVal val="#ppt_x"/>
                                              </p:val>
                                            </p:tav>
                                            <p:tav tm="100000">
                                              <p:val>
                                                <p:strVal val="#ppt_x"/>
                                              </p:val>
                                            </p:tav>
                                          </p:tavLst>
                                        </p:anim>
                                        <p:anim calcmode="lin" valueType="num">
                                          <p:cBhvr additive="base">
                                            <p:cTn id="100" dur="1000" fill="hold"/>
                                            <p:tgtEl>
                                              <p:spTgt spid="3"/>
                                            </p:tgtEl>
                                            <p:attrNameLst>
                                              <p:attrName>ppt_y</p:attrName>
                                            </p:attrNameLst>
                                          </p:cBhvr>
                                          <p:tavLst>
                                            <p:tav tm="0">
                                              <p:val>
                                                <p:strVal val="1+#ppt_h/2"/>
                                              </p:val>
                                            </p:tav>
                                            <p:tav tm="100000">
                                              <p:val>
                                                <p:strVal val="#ppt_y"/>
                                              </p:val>
                                            </p:tav>
                                          </p:tavLst>
                                        </p:anim>
                                      </p:childTnLst>
                                    </p:cTn>
                                  </p:par>
                                  <p:par>
                                    <p:cTn id="101" presetID="2" presetClass="entr" presetSubtype="4" fill="hold" nodeType="withEffect">
                                      <p:stCondLst>
                                        <p:cond delay="750"/>
                                      </p:stCondLst>
                                      <p:childTnLst>
                                        <p:set>
                                          <p:cBhvr>
                                            <p:cTn id="102" dur="1" fill="hold">
                                              <p:stCondLst>
                                                <p:cond delay="0"/>
                                              </p:stCondLst>
                                            </p:cTn>
                                            <p:tgtEl>
                                              <p:spTgt spid="4"/>
                                            </p:tgtEl>
                                            <p:attrNameLst>
                                              <p:attrName>style.visibility</p:attrName>
                                            </p:attrNameLst>
                                          </p:cBhvr>
                                          <p:to>
                                            <p:strVal val="visible"/>
                                          </p:to>
                                        </p:set>
                                        <p:anim calcmode="lin" valueType="num">
                                          <p:cBhvr additive="base">
                                            <p:cTn id="103" dur="1000" fill="hold"/>
                                            <p:tgtEl>
                                              <p:spTgt spid="4"/>
                                            </p:tgtEl>
                                            <p:attrNameLst>
                                              <p:attrName>ppt_x</p:attrName>
                                            </p:attrNameLst>
                                          </p:cBhvr>
                                          <p:tavLst>
                                            <p:tav tm="0">
                                              <p:val>
                                                <p:strVal val="#ppt_x"/>
                                              </p:val>
                                            </p:tav>
                                            <p:tav tm="100000">
                                              <p:val>
                                                <p:strVal val="#ppt_x"/>
                                              </p:val>
                                            </p:tav>
                                          </p:tavLst>
                                        </p:anim>
                                        <p:anim calcmode="lin" valueType="num">
                                          <p:cBhvr additive="base">
                                            <p:cTn id="104" dur="1000" fill="hold"/>
                                            <p:tgtEl>
                                              <p:spTgt spid="4"/>
                                            </p:tgtEl>
                                            <p:attrNameLst>
                                              <p:attrName>ppt_y</p:attrName>
                                            </p:attrNameLst>
                                          </p:cBhvr>
                                          <p:tavLst>
                                            <p:tav tm="0">
                                              <p:val>
                                                <p:strVal val="1+#ppt_h/2"/>
                                              </p:val>
                                            </p:tav>
                                            <p:tav tm="100000">
                                              <p:val>
                                                <p:strVal val="#ppt_y"/>
                                              </p:val>
                                            </p:tav>
                                          </p:tavLst>
                                        </p:anim>
                                      </p:childTnLst>
                                    </p:cTn>
                                  </p:par>
                                  <p:par>
                                    <p:cTn id="105" presetID="2" presetClass="entr" presetSubtype="4" fill="hold" nodeType="withEffect">
                                      <p:stCondLst>
                                        <p:cond delay="1000"/>
                                      </p:stCondLst>
                                      <p:childTnLst>
                                        <p:set>
                                          <p:cBhvr>
                                            <p:cTn id="106" dur="1" fill="hold">
                                              <p:stCondLst>
                                                <p:cond delay="0"/>
                                              </p:stCondLst>
                                            </p:cTn>
                                            <p:tgtEl>
                                              <p:spTgt spid="5"/>
                                            </p:tgtEl>
                                            <p:attrNameLst>
                                              <p:attrName>style.visibility</p:attrName>
                                            </p:attrNameLst>
                                          </p:cBhvr>
                                          <p:to>
                                            <p:strVal val="visible"/>
                                          </p:to>
                                        </p:set>
                                        <p:anim calcmode="lin" valueType="num">
                                          <p:cBhvr additive="base">
                                            <p:cTn id="107" dur="1000" fill="hold"/>
                                            <p:tgtEl>
                                              <p:spTgt spid="5"/>
                                            </p:tgtEl>
                                            <p:attrNameLst>
                                              <p:attrName>ppt_x</p:attrName>
                                            </p:attrNameLst>
                                          </p:cBhvr>
                                          <p:tavLst>
                                            <p:tav tm="0">
                                              <p:val>
                                                <p:strVal val="#ppt_x"/>
                                              </p:val>
                                            </p:tav>
                                            <p:tav tm="100000">
                                              <p:val>
                                                <p:strVal val="#ppt_x"/>
                                              </p:val>
                                            </p:tav>
                                          </p:tavLst>
                                        </p:anim>
                                        <p:anim calcmode="lin" valueType="num">
                                          <p:cBhvr additive="base">
                                            <p:cTn id="108" dur="1000" fill="hold"/>
                                            <p:tgtEl>
                                              <p:spTgt spid="5"/>
                                            </p:tgtEl>
                                            <p:attrNameLst>
                                              <p:attrName>ppt_y</p:attrName>
                                            </p:attrNameLst>
                                          </p:cBhvr>
                                          <p:tavLst>
                                            <p:tav tm="0">
                                              <p:val>
                                                <p:strVal val="1+#ppt_h/2"/>
                                              </p:val>
                                            </p:tav>
                                            <p:tav tm="100000">
                                              <p:val>
                                                <p:strVal val="#ppt_y"/>
                                              </p:val>
                                            </p:tav>
                                          </p:tavLst>
                                        </p:anim>
                                      </p:childTnLst>
                                    </p:cTn>
                                  </p:par>
                                  <p:par>
                                    <p:cTn id="109" presetID="2" presetClass="entr" presetSubtype="4" fill="hold" nodeType="withEffect">
                                      <p:stCondLst>
                                        <p:cond delay="1250"/>
                                      </p:stCondLst>
                                      <p:childTnLst>
                                        <p:set>
                                          <p:cBhvr>
                                            <p:cTn id="110" dur="1" fill="hold">
                                              <p:stCondLst>
                                                <p:cond delay="0"/>
                                              </p:stCondLst>
                                            </p:cTn>
                                            <p:tgtEl>
                                              <p:spTgt spid="73"/>
                                            </p:tgtEl>
                                            <p:attrNameLst>
                                              <p:attrName>style.visibility</p:attrName>
                                            </p:attrNameLst>
                                          </p:cBhvr>
                                          <p:to>
                                            <p:strVal val="visible"/>
                                          </p:to>
                                        </p:set>
                                        <p:anim calcmode="lin" valueType="num">
                                          <p:cBhvr additive="base">
                                            <p:cTn id="111" dur="1000" fill="hold"/>
                                            <p:tgtEl>
                                              <p:spTgt spid="73"/>
                                            </p:tgtEl>
                                            <p:attrNameLst>
                                              <p:attrName>ppt_x</p:attrName>
                                            </p:attrNameLst>
                                          </p:cBhvr>
                                          <p:tavLst>
                                            <p:tav tm="0">
                                              <p:val>
                                                <p:strVal val="#ppt_x"/>
                                              </p:val>
                                            </p:tav>
                                            <p:tav tm="100000">
                                              <p:val>
                                                <p:strVal val="#ppt_x"/>
                                              </p:val>
                                            </p:tav>
                                          </p:tavLst>
                                        </p:anim>
                                        <p:anim calcmode="lin" valueType="num">
                                          <p:cBhvr additive="base">
                                            <p:cTn id="112" dur="1000" fill="hold"/>
                                            <p:tgtEl>
                                              <p:spTgt spid="7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21" grpId="0"/>
          <p:bldP spid="22" grpId="0"/>
          <p:bldP spid="23" grpId="0"/>
          <p:bldP spid="50" grpId="0"/>
          <p:bldP spid="51" grpId="0"/>
          <p:bldP spid="63" grpId="0"/>
          <p:bldP spid="64" grpId="0"/>
          <p:bldP spid="65" grpId="0"/>
          <p:bldP spid="66" grpId="0"/>
          <p:bldP spid="67" grpId="0"/>
        </p:bldLst>
      </p:timing>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0" name="Group 229">
            <a:extLst>
              <a:ext uri="{FF2B5EF4-FFF2-40B4-BE49-F238E27FC236}">
                <a16:creationId xmlns:a16="http://schemas.microsoft.com/office/drawing/2014/main" id="{7D5C9E59-A590-4A94-A6FE-40A71D30BCE8}"/>
              </a:ext>
            </a:extLst>
          </p:cNvPr>
          <p:cNvGrpSpPr/>
          <p:nvPr/>
        </p:nvGrpSpPr>
        <p:grpSpPr>
          <a:xfrm>
            <a:off x="8569325" y="4751388"/>
            <a:ext cx="952501" cy="976313"/>
            <a:chOff x="8569325" y="4751388"/>
            <a:chExt cx="952501" cy="976313"/>
          </a:xfrm>
        </p:grpSpPr>
        <p:sp>
          <p:nvSpPr>
            <p:cNvPr id="207" name="Freeform 200">
              <a:extLst>
                <a:ext uri="{FF2B5EF4-FFF2-40B4-BE49-F238E27FC236}">
                  <a16:creationId xmlns:a16="http://schemas.microsoft.com/office/drawing/2014/main" id="{DECF6429-79BB-4F30-84CC-335E9EB9F9A4}"/>
                </a:ext>
              </a:extLst>
            </p:cNvPr>
            <p:cNvSpPr>
              <a:spLocks/>
            </p:cNvSpPr>
            <p:nvPr/>
          </p:nvSpPr>
          <p:spPr bwMode="auto">
            <a:xfrm>
              <a:off x="8569325" y="4751388"/>
              <a:ext cx="952500" cy="976313"/>
            </a:xfrm>
            <a:custGeom>
              <a:avLst/>
              <a:gdLst>
                <a:gd name="T0" fmla="*/ 101 w 250"/>
                <a:gd name="T1" fmla="*/ 256 h 256"/>
                <a:gd name="T2" fmla="*/ 101 w 250"/>
                <a:gd name="T3" fmla="*/ 256 h 256"/>
                <a:gd name="T4" fmla="*/ 221 w 250"/>
                <a:gd name="T5" fmla="*/ 162 h 256"/>
                <a:gd name="T6" fmla="*/ 250 w 250"/>
                <a:gd name="T7" fmla="*/ 165 h 256"/>
                <a:gd name="T8" fmla="*/ 250 w 250"/>
                <a:gd name="T9" fmla="*/ 165 h 256"/>
                <a:gd name="T10" fmla="*/ 149 w 250"/>
                <a:gd name="T11" fmla="*/ 0 h 256"/>
                <a:gd name="T12" fmla="*/ 148 w 250"/>
                <a:gd name="T13" fmla="*/ 0 h 256"/>
                <a:gd name="T14" fmla="*/ 29 w 250"/>
                <a:gd name="T15" fmla="*/ 95 h 256"/>
                <a:gd name="T16" fmla="*/ 0 w 250"/>
                <a:gd name="T17" fmla="*/ 91 h 256"/>
                <a:gd name="T18" fmla="*/ 0 w 250"/>
                <a:gd name="T19" fmla="*/ 91 h 256"/>
                <a:gd name="T20" fmla="*/ 101 w 250"/>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56">
                  <a:moveTo>
                    <a:pt x="101" y="256"/>
                  </a:moveTo>
                  <a:cubicBezTo>
                    <a:pt x="101" y="256"/>
                    <a:pt x="101" y="256"/>
                    <a:pt x="101" y="256"/>
                  </a:cubicBezTo>
                  <a:cubicBezTo>
                    <a:pt x="114" y="202"/>
                    <a:pt x="163" y="162"/>
                    <a:pt x="221" y="162"/>
                  </a:cubicBezTo>
                  <a:cubicBezTo>
                    <a:pt x="231" y="162"/>
                    <a:pt x="240" y="163"/>
                    <a:pt x="250" y="165"/>
                  </a:cubicBezTo>
                  <a:cubicBezTo>
                    <a:pt x="250" y="165"/>
                    <a:pt x="250" y="165"/>
                    <a:pt x="250" y="165"/>
                  </a:cubicBezTo>
                  <a:cubicBezTo>
                    <a:pt x="156" y="143"/>
                    <a:pt x="126" y="94"/>
                    <a:pt x="149" y="0"/>
                  </a:cubicBezTo>
                  <a:cubicBezTo>
                    <a:pt x="148" y="0"/>
                    <a:pt x="148" y="0"/>
                    <a:pt x="148" y="0"/>
                  </a:cubicBezTo>
                  <a:cubicBezTo>
                    <a:pt x="136" y="54"/>
                    <a:pt x="87" y="95"/>
                    <a:pt x="29" y="95"/>
                  </a:cubicBezTo>
                  <a:cubicBezTo>
                    <a:pt x="19" y="95"/>
                    <a:pt x="10" y="93"/>
                    <a:pt x="0" y="91"/>
                  </a:cubicBezTo>
                  <a:cubicBezTo>
                    <a:pt x="0" y="91"/>
                    <a:pt x="0" y="91"/>
                    <a:pt x="0" y="91"/>
                  </a:cubicBezTo>
                  <a:cubicBezTo>
                    <a:pt x="94" y="114"/>
                    <a:pt x="124" y="162"/>
                    <a:pt x="101" y="25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210" name="Freeform 203">
              <a:extLst>
                <a:ext uri="{FF2B5EF4-FFF2-40B4-BE49-F238E27FC236}">
                  <a16:creationId xmlns:a16="http://schemas.microsoft.com/office/drawing/2014/main" id="{B338B22F-6888-4EC4-AC71-0FEC099ADD19}"/>
                </a:ext>
              </a:extLst>
            </p:cNvPr>
            <p:cNvSpPr>
              <a:spLocks/>
            </p:cNvSpPr>
            <p:nvPr/>
          </p:nvSpPr>
          <p:spPr bwMode="auto">
            <a:xfrm>
              <a:off x="8923338" y="4751388"/>
              <a:ext cx="598488" cy="687388"/>
            </a:xfrm>
            <a:custGeom>
              <a:avLst/>
              <a:gdLst>
                <a:gd name="T0" fmla="*/ 56 w 157"/>
                <a:gd name="T1" fmla="*/ 0 h 180"/>
                <a:gd name="T2" fmla="*/ 55 w 157"/>
                <a:gd name="T3" fmla="*/ 0 h 180"/>
                <a:gd name="T4" fmla="*/ 0 w 157"/>
                <a:gd name="T5" fmla="*/ 76 h 180"/>
                <a:gd name="T6" fmla="*/ 64 w 157"/>
                <a:gd name="T7" fmla="*/ 180 h 180"/>
                <a:gd name="T8" fmla="*/ 128 w 157"/>
                <a:gd name="T9" fmla="*/ 162 h 180"/>
                <a:gd name="T10" fmla="*/ 157 w 157"/>
                <a:gd name="T11" fmla="*/ 165 h 180"/>
                <a:gd name="T12" fmla="*/ 157 w 157"/>
                <a:gd name="T13" fmla="*/ 165 h 180"/>
                <a:gd name="T14" fmla="*/ 56 w 157"/>
                <a:gd name="T15" fmla="*/ 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80">
                  <a:moveTo>
                    <a:pt x="56" y="0"/>
                  </a:moveTo>
                  <a:cubicBezTo>
                    <a:pt x="55" y="0"/>
                    <a:pt x="55" y="0"/>
                    <a:pt x="55" y="0"/>
                  </a:cubicBezTo>
                  <a:cubicBezTo>
                    <a:pt x="48" y="32"/>
                    <a:pt x="28" y="60"/>
                    <a:pt x="0" y="76"/>
                  </a:cubicBezTo>
                  <a:cubicBezTo>
                    <a:pt x="64" y="180"/>
                    <a:pt x="64" y="180"/>
                    <a:pt x="64" y="180"/>
                  </a:cubicBezTo>
                  <a:cubicBezTo>
                    <a:pt x="82" y="169"/>
                    <a:pt x="104" y="162"/>
                    <a:pt x="128" y="162"/>
                  </a:cubicBezTo>
                  <a:cubicBezTo>
                    <a:pt x="138" y="162"/>
                    <a:pt x="147" y="163"/>
                    <a:pt x="157" y="165"/>
                  </a:cubicBezTo>
                  <a:cubicBezTo>
                    <a:pt x="157" y="165"/>
                    <a:pt x="157" y="165"/>
                    <a:pt x="157" y="165"/>
                  </a:cubicBezTo>
                  <a:cubicBezTo>
                    <a:pt x="63" y="143"/>
                    <a:pt x="33" y="94"/>
                    <a:pt x="56"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29" name="Group 228">
            <a:extLst>
              <a:ext uri="{FF2B5EF4-FFF2-40B4-BE49-F238E27FC236}">
                <a16:creationId xmlns:a16="http://schemas.microsoft.com/office/drawing/2014/main" id="{CA9B81F4-3ACA-4E3E-B154-926880081F93}"/>
              </a:ext>
            </a:extLst>
          </p:cNvPr>
          <p:cNvGrpSpPr/>
          <p:nvPr/>
        </p:nvGrpSpPr>
        <p:grpSpPr>
          <a:xfrm>
            <a:off x="8569325" y="3559175"/>
            <a:ext cx="952501" cy="976313"/>
            <a:chOff x="8569325" y="3559175"/>
            <a:chExt cx="952501" cy="976313"/>
          </a:xfrm>
        </p:grpSpPr>
        <p:sp>
          <p:nvSpPr>
            <p:cNvPr id="208" name="Freeform 201">
              <a:extLst>
                <a:ext uri="{FF2B5EF4-FFF2-40B4-BE49-F238E27FC236}">
                  <a16:creationId xmlns:a16="http://schemas.microsoft.com/office/drawing/2014/main" id="{68C508F5-10E3-4E99-9776-B3FAF0393397}"/>
                </a:ext>
              </a:extLst>
            </p:cNvPr>
            <p:cNvSpPr>
              <a:spLocks/>
            </p:cNvSpPr>
            <p:nvPr/>
          </p:nvSpPr>
          <p:spPr bwMode="auto">
            <a:xfrm>
              <a:off x="8569325" y="3559175"/>
              <a:ext cx="952500" cy="976313"/>
            </a:xfrm>
            <a:custGeom>
              <a:avLst/>
              <a:gdLst>
                <a:gd name="T0" fmla="*/ 221 w 250"/>
                <a:gd name="T1" fmla="*/ 94 h 256"/>
                <a:gd name="T2" fmla="*/ 102 w 250"/>
                <a:gd name="T3" fmla="*/ 0 h 256"/>
                <a:gd name="T4" fmla="*/ 101 w 250"/>
                <a:gd name="T5" fmla="*/ 0 h 256"/>
                <a:gd name="T6" fmla="*/ 0 w 250"/>
                <a:gd name="T7" fmla="*/ 165 h 256"/>
                <a:gd name="T8" fmla="*/ 0 w 250"/>
                <a:gd name="T9" fmla="*/ 165 h 256"/>
                <a:gd name="T10" fmla="*/ 29 w 250"/>
                <a:gd name="T11" fmla="*/ 162 h 256"/>
                <a:gd name="T12" fmla="*/ 148 w 250"/>
                <a:gd name="T13" fmla="*/ 256 h 256"/>
                <a:gd name="T14" fmla="*/ 149 w 250"/>
                <a:gd name="T15" fmla="*/ 256 h 256"/>
                <a:gd name="T16" fmla="*/ 250 w 250"/>
                <a:gd name="T17" fmla="*/ 91 h 256"/>
                <a:gd name="T18" fmla="*/ 250 w 250"/>
                <a:gd name="T19" fmla="*/ 91 h 256"/>
                <a:gd name="T20" fmla="*/ 221 w 250"/>
                <a:gd name="T21" fmla="*/ 9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56">
                  <a:moveTo>
                    <a:pt x="221" y="94"/>
                  </a:moveTo>
                  <a:cubicBezTo>
                    <a:pt x="163" y="94"/>
                    <a:pt x="114" y="54"/>
                    <a:pt x="102" y="0"/>
                  </a:cubicBezTo>
                  <a:cubicBezTo>
                    <a:pt x="101" y="0"/>
                    <a:pt x="101" y="0"/>
                    <a:pt x="101" y="0"/>
                  </a:cubicBezTo>
                  <a:cubicBezTo>
                    <a:pt x="124" y="94"/>
                    <a:pt x="94" y="143"/>
                    <a:pt x="0" y="165"/>
                  </a:cubicBezTo>
                  <a:cubicBezTo>
                    <a:pt x="0" y="165"/>
                    <a:pt x="0" y="165"/>
                    <a:pt x="0" y="165"/>
                  </a:cubicBezTo>
                  <a:cubicBezTo>
                    <a:pt x="10" y="163"/>
                    <a:pt x="19" y="162"/>
                    <a:pt x="29" y="162"/>
                  </a:cubicBezTo>
                  <a:cubicBezTo>
                    <a:pt x="87" y="162"/>
                    <a:pt x="136" y="202"/>
                    <a:pt x="148" y="256"/>
                  </a:cubicBezTo>
                  <a:cubicBezTo>
                    <a:pt x="149" y="256"/>
                    <a:pt x="149" y="256"/>
                    <a:pt x="149" y="256"/>
                  </a:cubicBezTo>
                  <a:cubicBezTo>
                    <a:pt x="126" y="162"/>
                    <a:pt x="156" y="114"/>
                    <a:pt x="250" y="91"/>
                  </a:cubicBezTo>
                  <a:cubicBezTo>
                    <a:pt x="250" y="91"/>
                    <a:pt x="250" y="91"/>
                    <a:pt x="250" y="91"/>
                  </a:cubicBezTo>
                  <a:cubicBezTo>
                    <a:pt x="240" y="93"/>
                    <a:pt x="231" y="94"/>
                    <a:pt x="221" y="9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211" name="Freeform 204">
              <a:extLst>
                <a:ext uri="{FF2B5EF4-FFF2-40B4-BE49-F238E27FC236}">
                  <a16:creationId xmlns:a16="http://schemas.microsoft.com/office/drawing/2014/main" id="{EEE9B21B-7B7F-4003-B389-DBCDB7F318C3}"/>
                </a:ext>
              </a:extLst>
            </p:cNvPr>
            <p:cNvSpPr>
              <a:spLocks/>
            </p:cNvSpPr>
            <p:nvPr/>
          </p:nvSpPr>
          <p:spPr bwMode="auto">
            <a:xfrm>
              <a:off x="8923338" y="3849688"/>
              <a:ext cx="598488" cy="685800"/>
            </a:xfrm>
            <a:custGeom>
              <a:avLst/>
              <a:gdLst>
                <a:gd name="T0" fmla="*/ 128 w 157"/>
                <a:gd name="T1" fmla="*/ 18 h 180"/>
                <a:gd name="T2" fmla="*/ 64 w 157"/>
                <a:gd name="T3" fmla="*/ 0 h 180"/>
                <a:gd name="T4" fmla="*/ 0 w 157"/>
                <a:gd name="T5" fmla="*/ 104 h 180"/>
                <a:gd name="T6" fmla="*/ 55 w 157"/>
                <a:gd name="T7" fmla="*/ 180 h 180"/>
                <a:gd name="T8" fmla="*/ 56 w 157"/>
                <a:gd name="T9" fmla="*/ 180 h 180"/>
                <a:gd name="T10" fmla="*/ 157 w 157"/>
                <a:gd name="T11" fmla="*/ 15 h 180"/>
                <a:gd name="T12" fmla="*/ 157 w 157"/>
                <a:gd name="T13" fmla="*/ 15 h 180"/>
                <a:gd name="T14" fmla="*/ 128 w 157"/>
                <a:gd name="T15" fmla="*/ 18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80">
                  <a:moveTo>
                    <a:pt x="128" y="18"/>
                  </a:moveTo>
                  <a:cubicBezTo>
                    <a:pt x="104" y="18"/>
                    <a:pt x="82" y="12"/>
                    <a:pt x="64" y="0"/>
                  </a:cubicBezTo>
                  <a:cubicBezTo>
                    <a:pt x="0" y="104"/>
                    <a:pt x="0" y="104"/>
                    <a:pt x="0" y="104"/>
                  </a:cubicBezTo>
                  <a:cubicBezTo>
                    <a:pt x="28" y="121"/>
                    <a:pt x="48" y="148"/>
                    <a:pt x="55" y="180"/>
                  </a:cubicBezTo>
                  <a:cubicBezTo>
                    <a:pt x="56" y="180"/>
                    <a:pt x="56" y="180"/>
                    <a:pt x="56" y="180"/>
                  </a:cubicBezTo>
                  <a:cubicBezTo>
                    <a:pt x="33" y="86"/>
                    <a:pt x="63" y="38"/>
                    <a:pt x="157" y="15"/>
                  </a:cubicBezTo>
                  <a:cubicBezTo>
                    <a:pt x="157" y="15"/>
                    <a:pt x="157" y="15"/>
                    <a:pt x="157" y="15"/>
                  </a:cubicBezTo>
                  <a:cubicBezTo>
                    <a:pt x="147" y="17"/>
                    <a:pt x="138" y="18"/>
                    <a:pt x="128" y="18"/>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33" name="Group 232">
            <a:extLst>
              <a:ext uri="{FF2B5EF4-FFF2-40B4-BE49-F238E27FC236}">
                <a16:creationId xmlns:a16="http://schemas.microsoft.com/office/drawing/2014/main" id="{681C3385-FD5C-428F-8FBF-C5E9E4489C7F}"/>
              </a:ext>
            </a:extLst>
          </p:cNvPr>
          <p:cNvGrpSpPr/>
          <p:nvPr/>
        </p:nvGrpSpPr>
        <p:grpSpPr>
          <a:xfrm>
            <a:off x="8569325" y="1173163"/>
            <a:ext cx="952501" cy="976313"/>
            <a:chOff x="8569325" y="1173163"/>
            <a:chExt cx="952501" cy="976313"/>
          </a:xfrm>
        </p:grpSpPr>
        <p:sp>
          <p:nvSpPr>
            <p:cNvPr id="212" name="Freeform 205">
              <a:extLst>
                <a:ext uri="{FF2B5EF4-FFF2-40B4-BE49-F238E27FC236}">
                  <a16:creationId xmlns:a16="http://schemas.microsoft.com/office/drawing/2014/main" id="{C9D3D7A8-4D1E-4113-A642-A7D3BF1B3DF5}"/>
                </a:ext>
              </a:extLst>
            </p:cNvPr>
            <p:cNvSpPr>
              <a:spLocks/>
            </p:cNvSpPr>
            <p:nvPr/>
          </p:nvSpPr>
          <p:spPr bwMode="auto">
            <a:xfrm>
              <a:off x="8569325" y="1173163"/>
              <a:ext cx="952500" cy="976313"/>
            </a:xfrm>
            <a:custGeom>
              <a:avLst/>
              <a:gdLst>
                <a:gd name="T0" fmla="*/ 250 w 250"/>
                <a:gd name="T1" fmla="*/ 91 h 256"/>
                <a:gd name="T2" fmla="*/ 221 w 250"/>
                <a:gd name="T3" fmla="*/ 94 h 256"/>
                <a:gd name="T4" fmla="*/ 101 w 250"/>
                <a:gd name="T5" fmla="*/ 0 h 256"/>
                <a:gd name="T6" fmla="*/ 101 w 250"/>
                <a:gd name="T7" fmla="*/ 0 h 256"/>
                <a:gd name="T8" fmla="*/ 0 w 250"/>
                <a:gd name="T9" fmla="*/ 165 h 256"/>
                <a:gd name="T10" fmla="*/ 0 w 250"/>
                <a:gd name="T11" fmla="*/ 165 h 256"/>
                <a:gd name="T12" fmla="*/ 29 w 250"/>
                <a:gd name="T13" fmla="*/ 161 h 256"/>
                <a:gd name="T14" fmla="*/ 149 w 250"/>
                <a:gd name="T15" fmla="*/ 256 h 256"/>
                <a:gd name="T16" fmla="*/ 149 w 250"/>
                <a:gd name="T17" fmla="*/ 256 h 256"/>
                <a:gd name="T18" fmla="*/ 250 w 250"/>
                <a:gd name="T19" fmla="*/ 9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256">
                  <a:moveTo>
                    <a:pt x="250" y="91"/>
                  </a:moveTo>
                  <a:cubicBezTo>
                    <a:pt x="240" y="93"/>
                    <a:pt x="231" y="94"/>
                    <a:pt x="221" y="94"/>
                  </a:cubicBezTo>
                  <a:cubicBezTo>
                    <a:pt x="163" y="94"/>
                    <a:pt x="114" y="54"/>
                    <a:pt x="101" y="0"/>
                  </a:cubicBezTo>
                  <a:cubicBezTo>
                    <a:pt x="101" y="0"/>
                    <a:pt x="101" y="0"/>
                    <a:pt x="101" y="0"/>
                  </a:cubicBezTo>
                  <a:cubicBezTo>
                    <a:pt x="124" y="94"/>
                    <a:pt x="94" y="142"/>
                    <a:pt x="0" y="165"/>
                  </a:cubicBezTo>
                  <a:cubicBezTo>
                    <a:pt x="0" y="165"/>
                    <a:pt x="0" y="165"/>
                    <a:pt x="0" y="165"/>
                  </a:cubicBezTo>
                  <a:cubicBezTo>
                    <a:pt x="10" y="163"/>
                    <a:pt x="19" y="161"/>
                    <a:pt x="29" y="161"/>
                  </a:cubicBezTo>
                  <a:cubicBezTo>
                    <a:pt x="87" y="161"/>
                    <a:pt x="136" y="202"/>
                    <a:pt x="149" y="256"/>
                  </a:cubicBezTo>
                  <a:cubicBezTo>
                    <a:pt x="149" y="256"/>
                    <a:pt x="149" y="256"/>
                    <a:pt x="149" y="256"/>
                  </a:cubicBezTo>
                  <a:cubicBezTo>
                    <a:pt x="126" y="162"/>
                    <a:pt x="156" y="113"/>
                    <a:pt x="250" y="9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213" name="Freeform 206">
              <a:extLst>
                <a:ext uri="{FF2B5EF4-FFF2-40B4-BE49-F238E27FC236}">
                  <a16:creationId xmlns:a16="http://schemas.microsoft.com/office/drawing/2014/main" id="{68A65981-77C4-4C38-9BFB-F771862D4311}"/>
                </a:ext>
              </a:extLst>
            </p:cNvPr>
            <p:cNvSpPr>
              <a:spLocks/>
            </p:cNvSpPr>
            <p:nvPr/>
          </p:nvSpPr>
          <p:spPr bwMode="auto">
            <a:xfrm>
              <a:off x="8923338" y="1463675"/>
              <a:ext cx="598488" cy="685800"/>
            </a:xfrm>
            <a:custGeom>
              <a:avLst/>
              <a:gdLst>
                <a:gd name="T0" fmla="*/ 157 w 157"/>
                <a:gd name="T1" fmla="*/ 15 h 180"/>
                <a:gd name="T2" fmla="*/ 128 w 157"/>
                <a:gd name="T3" fmla="*/ 18 h 180"/>
                <a:gd name="T4" fmla="*/ 64 w 157"/>
                <a:gd name="T5" fmla="*/ 0 h 180"/>
                <a:gd name="T6" fmla="*/ 0 w 157"/>
                <a:gd name="T7" fmla="*/ 104 h 180"/>
                <a:gd name="T8" fmla="*/ 56 w 157"/>
                <a:gd name="T9" fmla="*/ 180 h 180"/>
                <a:gd name="T10" fmla="*/ 56 w 157"/>
                <a:gd name="T11" fmla="*/ 180 h 180"/>
                <a:gd name="T12" fmla="*/ 157 w 157"/>
                <a:gd name="T13" fmla="*/ 15 h 180"/>
              </a:gdLst>
              <a:ahLst/>
              <a:cxnLst>
                <a:cxn ang="0">
                  <a:pos x="T0" y="T1"/>
                </a:cxn>
                <a:cxn ang="0">
                  <a:pos x="T2" y="T3"/>
                </a:cxn>
                <a:cxn ang="0">
                  <a:pos x="T4" y="T5"/>
                </a:cxn>
                <a:cxn ang="0">
                  <a:pos x="T6" y="T7"/>
                </a:cxn>
                <a:cxn ang="0">
                  <a:pos x="T8" y="T9"/>
                </a:cxn>
                <a:cxn ang="0">
                  <a:pos x="T10" y="T11"/>
                </a:cxn>
                <a:cxn ang="0">
                  <a:pos x="T12" y="T13"/>
                </a:cxn>
              </a:cxnLst>
              <a:rect l="0" t="0" r="r" b="b"/>
              <a:pathLst>
                <a:path w="157" h="180">
                  <a:moveTo>
                    <a:pt x="157" y="15"/>
                  </a:moveTo>
                  <a:cubicBezTo>
                    <a:pt x="147" y="17"/>
                    <a:pt x="138" y="18"/>
                    <a:pt x="128" y="18"/>
                  </a:cubicBezTo>
                  <a:cubicBezTo>
                    <a:pt x="104" y="18"/>
                    <a:pt x="82" y="11"/>
                    <a:pt x="64" y="0"/>
                  </a:cubicBezTo>
                  <a:cubicBezTo>
                    <a:pt x="0" y="104"/>
                    <a:pt x="0" y="104"/>
                    <a:pt x="0" y="104"/>
                  </a:cubicBezTo>
                  <a:cubicBezTo>
                    <a:pt x="28" y="120"/>
                    <a:pt x="48" y="148"/>
                    <a:pt x="56" y="180"/>
                  </a:cubicBezTo>
                  <a:cubicBezTo>
                    <a:pt x="56" y="180"/>
                    <a:pt x="56" y="180"/>
                    <a:pt x="56" y="180"/>
                  </a:cubicBezTo>
                  <a:cubicBezTo>
                    <a:pt x="33" y="86"/>
                    <a:pt x="63" y="37"/>
                    <a:pt x="157" y="15"/>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37" name="Group 236">
            <a:extLst>
              <a:ext uri="{FF2B5EF4-FFF2-40B4-BE49-F238E27FC236}">
                <a16:creationId xmlns:a16="http://schemas.microsoft.com/office/drawing/2014/main" id="{DACC3217-87D5-4A48-BB09-CB3B2BD39462}"/>
              </a:ext>
            </a:extLst>
          </p:cNvPr>
          <p:cNvGrpSpPr/>
          <p:nvPr/>
        </p:nvGrpSpPr>
        <p:grpSpPr>
          <a:xfrm>
            <a:off x="8569325" y="2366963"/>
            <a:ext cx="952501" cy="974725"/>
            <a:chOff x="8569325" y="2366963"/>
            <a:chExt cx="952501" cy="974725"/>
          </a:xfrm>
        </p:grpSpPr>
        <p:sp>
          <p:nvSpPr>
            <p:cNvPr id="206" name="Freeform 199">
              <a:extLst>
                <a:ext uri="{FF2B5EF4-FFF2-40B4-BE49-F238E27FC236}">
                  <a16:creationId xmlns:a16="http://schemas.microsoft.com/office/drawing/2014/main" id="{F5FE6FE1-7768-4115-B0C4-CC094FD9C5F5}"/>
                </a:ext>
              </a:extLst>
            </p:cNvPr>
            <p:cNvSpPr>
              <a:spLocks/>
            </p:cNvSpPr>
            <p:nvPr/>
          </p:nvSpPr>
          <p:spPr bwMode="auto">
            <a:xfrm>
              <a:off x="8569325" y="2366963"/>
              <a:ext cx="952500" cy="974725"/>
            </a:xfrm>
            <a:custGeom>
              <a:avLst/>
              <a:gdLst>
                <a:gd name="T0" fmla="*/ 101 w 250"/>
                <a:gd name="T1" fmla="*/ 256 h 256"/>
                <a:gd name="T2" fmla="*/ 102 w 250"/>
                <a:gd name="T3" fmla="*/ 256 h 256"/>
                <a:gd name="T4" fmla="*/ 221 w 250"/>
                <a:gd name="T5" fmla="*/ 162 h 256"/>
                <a:gd name="T6" fmla="*/ 250 w 250"/>
                <a:gd name="T7" fmla="*/ 165 h 256"/>
                <a:gd name="T8" fmla="*/ 250 w 250"/>
                <a:gd name="T9" fmla="*/ 165 h 256"/>
                <a:gd name="T10" fmla="*/ 149 w 250"/>
                <a:gd name="T11" fmla="*/ 0 h 256"/>
                <a:gd name="T12" fmla="*/ 29 w 250"/>
                <a:gd name="T13" fmla="*/ 94 h 256"/>
                <a:gd name="T14" fmla="*/ 0 w 250"/>
                <a:gd name="T15" fmla="*/ 91 h 256"/>
                <a:gd name="T16" fmla="*/ 0 w 250"/>
                <a:gd name="T17" fmla="*/ 91 h 256"/>
                <a:gd name="T18" fmla="*/ 101 w 250"/>
                <a:gd name="T19"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256">
                  <a:moveTo>
                    <a:pt x="101" y="256"/>
                  </a:moveTo>
                  <a:cubicBezTo>
                    <a:pt x="102" y="256"/>
                    <a:pt x="102" y="256"/>
                    <a:pt x="102" y="256"/>
                  </a:cubicBezTo>
                  <a:cubicBezTo>
                    <a:pt x="114" y="202"/>
                    <a:pt x="163" y="162"/>
                    <a:pt x="221" y="162"/>
                  </a:cubicBezTo>
                  <a:cubicBezTo>
                    <a:pt x="231" y="162"/>
                    <a:pt x="240" y="163"/>
                    <a:pt x="250" y="165"/>
                  </a:cubicBezTo>
                  <a:cubicBezTo>
                    <a:pt x="250" y="165"/>
                    <a:pt x="250" y="165"/>
                    <a:pt x="250" y="165"/>
                  </a:cubicBezTo>
                  <a:cubicBezTo>
                    <a:pt x="156" y="142"/>
                    <a:pt x="126" y="94"/>
                    <a:pt x="149" y="0"/>
                  </a:cubicBezTo>
                  <a:cubicBezTo>
                    <a:pt x="136" y="54"/>
                    <a:pt x="87" y="94"/>
                    <a:pt x="29" y="94"/>
                  </a:cubicBezTo>
                  <a:cubicBezTo>
                    <a:pt x="19" y="94"/>
                    <a:pt x="10" y="93"/>
                    <a:pt x="0" y="91"/>
                  </a:cubicBezTo>
                  <a:cubicBezTo>
                    <a:pt x="0" y="91"/>
                    <a:pt x="0" y="91"/>
                    <a:pt x="0" y="91"/>
                  </a:cubicBezTo>
                  <a:cubicBezTo>
                    <a:pt x="94" y="113"/>
                    <a:pt x="124" y="162"/>
                    <a:pt x="101" y="25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209" name="Freeform 202">
              <a:extLst>
                <a:ext uri="{FF2B5EF4-FFF2-40B4-BE49-F238E27FC236}">
                  <a16:creationId xmlns:a16="http://schemas.microsoft.com/office/drawing/2014/main" id="{A144E6E7-02CA-44F6-A82C-6BA0A4F0B0E2}"/>
                </a:ext>
              </a:extLst>
            </p:cNvPr>
            <p:cNvSpPr>
              <a:spLocks/>
            </p:cNvSpPr>
            <p:nvPr/>
          </p:nvSpPr>
          <p:spPr bwMode="auto">
            <a:xfrm>
              <a:off x="8923338" y="2366963"/>
              <a:ext cx="598488" cy="685800"/>
            </a:xfrm>
            <a:custGeom>
              <a:avLst/>
              <a:gdLst>
                <a:gd name="T0" fmla="*/ 56 w 157"/>
                <a:gd name="T1" fmla="*/ 0 h 180"/>
                <a:gd name="T2" fmla="*/ 0 w 157"/>
                <a:gd name="T3" fmla="*/ 76 h 180"/>
                <a:gd name="T4" fmla="*/ 64 w 157"/>
                <a:gd name="T5" fmla="*/ 180 h 180"/>
                <a:gd name="T6" fmla="*/ 128 w 157"/>
                <a:gd name="T7" fmla="*/ 162 h 180"/>
                <a:gd name="T8" fmla="*/ 157 w 157"/>
                <a:gd name="T9" fmla="*/ 165 h 180"/>
                <a:gd name="T10" fmla="*/ 157 w 157"/>
                <a:gd name="T11" fmla="*/ 165 h 180"/>
                <a:gd name="T12" fmla="*/ 56 w 157"/>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7" h="180">
                  <a:moveTo>
                    <a:pt x="56" y="0"/>
                  </a:moveTo>
                  <a:cubicBezTo>
                    <a:pt x="48" y="32"/>
                    <a:pt x="28" y="59"/>
                    <a:pt x="0" y="76"/>
                  </a:cubicBezTo>
                  <a:cubicBezTo>
                    <a:pt x="64" y="180"/>
                    <a:pt x="64" y="180"/>
                    <a:pt x="64" y="180"/>
                  </a:cubicBezTo>
                  <a:cubicBezTo>
                    <a:pt x="82" y="168"/>
                    <a:pt x="104" y="162"/>
                    <a:pt x="128" y="162"/>
                  </a:cubicBezTo>
                  <a:cubicBezTo>
                    <a:pt x="138" y="162"/>
                    <a:pt x="147" y="163"/>
                    <a:pt x="157" y="165"/>
                  </a:cubicBezTo>
                  <a:cubicBezTo>
                    <a:pt x="157" y="165"/>
                    <a:pt x="157" y="165"/>
                    <a:pt x="157" y="165"/>
                  </a:cubicBezTo>
                  <a:cubicBezTo>
                    <a:pt x="63" y="142"/>
                    <a:pt x="33" y="94"/>
                    <a:pt x="56"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31" name="Group 230">
            <a:extLst>
              <a:ext uri="{FF2B5EF4-FFF2-40B4-BE49-F238E27FC236}">
                <a16:creationId xmlns:a16="http://schemas.microsoft.com/office/drawing/2014/main" id="{8FFAF9F2-B6D3-4C69-8902-D50C58B4C0DC}"/>
              </a:ext>
            </a:extLst>
          </p:cNvPr>
          <p:cNvGrpSpPr/>
          <p:nvPr/>
        </p:nvGrpSpPr>
        <p:grpSpPr>
          <a:xfrm>
            <a:off x="8942388" y="2984500"/>
            <a:ext cx="938213" cy="933450"/>
            <a:chOff x="8942388" y="2984500"/>
            <a:chExt cx="938213" cy="933450"/>
          </a:xfrm>
          <a:effectLst>
            <a:outerShdw blurRad="127000" dist="63500" dir="2700000" algn="tl" rotWithShape="0">
              <a:prstClr val="black">
                <a:alpha val="26000"/>
              </a:prstClr>
            </a:outerShdw>
          </a:effectLst>
        </p:grpSpPr>
        <p:sp>
          <p:nvSpPr>
            <p:cNvPr id="181" name="Oval 174">
              <a:extLst>
                <a:ext uri="{FF2B5EF4-FFF2-40B4-BE49-F238E27FC236}">
                  <a16:creationId xmlns:a16="http://schemas.microsoft.com/office/drawing/2014/main" id="{2B67A4ED-5C34-4264-9C3E-CBB2F4DCD1EA}"/>
                </a:ext>
              </a:extLst>
            </p:cNvPr>
            <p:cNvSpPr>
              <a:spLocks noChangeArrowheads="1"/>
            </p:cNvSpPr>
            <p:nvPr/>
          </p:nvSpPr>
          <p:spPr bwMode="auto">
            <a:xfrm>
              <a:off x="8942388" y="2984500"/>
              <a:ext cx="938213" cy="93345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82" name="Freeform 175">
              <a:extLst>
                <a:ext uri="{FF2B5EF4-FFF2-40B4-BE49-F238E27FC236}">
                  <a16:creationId xmlns:a16="http://schemas.microsoft.com/office/drawing/2014/main" id="{E02E2620-3C75-4384-BB3E-C42BD77774A0}"/>
                </a:ext>
              </a:extLst>
            </p:cNvPr>
            <p:cNvSpPr>
              <a:spLocks/>
            </p:cNvSpPr>
            <p:nvPr/>
          </p:nvSpPr>
          <p:spPr bwMode="auto">
            <a:xfrm>
              <a:off x="9075738" y="3117850"/>
              <a:ext cx="804863" cy="800100"/>
            </a:xfrm>
            <a:custGeom>
              <a:avLst/>
              <a:gdLst>
                <a:gd name="T0" fmla="*/ 174 w 211"/>
                <a:gd name="T1" fmla="*/ 0 h 210"/>
                <a:gd name="T2" fmla="*/ 209 w 211"/>
                <a:gd name="T3" fmla="*/ 85 h 210"/>
                <a:gd name="T4" fmla="*/ 86 w 211"/>
                <a:gd name="T5" fmla="*/ 208 h 210"/>
                <a:gd name="T6" fmla="*/ 0 w 211"/>
                <a:gd name="T7" fmla="*/ 173 h 210"/>
                <a:gd name="T8" fmla="*/ 88 w 211"/>
                <a:gd name="T9" fmla="*/ 210 h 210"/>
                <a:gd name="T10" fmla="*/ 211 w 211"/>
                <a:gd name="T11" fmla="*/ 87 h 210"/>
                <a:gd name="T12" fmla="*/ 174 w 211"/>
                <a:gd name="T13" fmla="*/ 0 h 210"/>
              </a:gdLst>
              <a:ahLst/>
              <a:cxnLst>
                <a:cxn ang="0">
                  <a:pos x="T0" y="T1"/>
                </a:cxn>
                <a:cxn ang="0">
                  <a:pos x="T2" y="T3"/>
                </a:cxn>
                <a:cxn ang="0">
                  <a:pos x="T4" y="T5"/>
                </a:cxn>
                <a:cxn ang="0">
                  <a:pos x="T6" y="T7"/>
                </a:cxn>
                <a:cxn ang="0">
                  <a:pos x="T8" y="T9"/>
                </a:cxn>
                <a:cxn ang="0">
                  <a:pos x="T10" y="T11"/>
                </a:cxn>
                <a:cxn ang="0">
                  <a:pos x="T12" y="T13"/>
                </a:cxn>
              </a:cxnLst>
              <a:rect l="0" t="0" r="r" b="b"/>
              <a:pathLst>
                <a:path w="211" h="210">
                  <a:moveTo>
                    <a:pt x="174" y="0"/>
                  </a:moveTo>
                  <a:cubicBezTo>
                    <a:pt x="195" y="22"/>
                    <a:pt x="209" y="52"/>
                    <a:pt x="209" y="85"/>
                  </a:cubicBezTo>
                  <a:cubicBezTo>
                    <a:pt x="209" y="153"/>
                    <a:pt x="154" y="208"/>
                    <a:pt x="86" y="208"/>
                  </a:cubicBezTo>
                  <a:cubicBezTo>
                    <a:pt x="52" y="208"/>
                    <a:pt x="22" y="195"/>
                    <a:pt x="0" y="173"/>
                  </a:cubicBezTo>
                  <a:cubicBezTo>
                    <a:pt x="22" y="196"/>
                    <a:pt x="53" y="210"/>
                    <a:pt x="88" y="210"/>
                  </a:cubicBezTo>
                  <a:cubicBezTo>
                    <a:pt x="156" y="210"/>
                    <a:pt x="211" y="155"/>
                    <a:pt x="211" y="87"/>
                  </a:cubicBezTo>
                  <a:cubicBezTo>
                    <a:pt x="211" y="53"/>
                    <a:pt x="197" y="22"/>
                    <a:pt x="174" y="0"/>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3" name="Freeform 176">
              <a:extLst>
                <a:ext uri="{FF2B5EF4-FFF2-40B4-BE49-F238E27FC236}">
                  <a16:creationId xmlns:a16="http://schemas.microsoft.com/office/drawing/2014/main" id="{09C02393-AD4C-43EC-80A1-2E564142368E}"/>
                </a:ext>
              </a:extLst>
            </p:cNvPr>
            <p:cNvSpPr>
              <a:spLocks/>
            </p:cNvSpPr>
            <p:nvPr/>
          </p:nvSpPr>
          <p:spPr bwMode="auto">
            <a:xfrm>
              <a:off x="8942388" y="2984500"/>
              <a:ext cx="804863" cy="803275"/>
            </a:xfrm>
            <a:custGeom>
              <a:avLst/>
              <a:gdLst>
                <a:gd name="T0" fmla="*/ 3 w 211"/>
                <a:gd name="T1" fmla="*/ 125 h 211"/>
                <a:gd name="T2" fmla="*/ 126 w 211"/>
                <a:gd name="T3" fmla="*/ 3 h 211"/>
                <a:gd name="T4" fmla="*/ 211 w 211"/>
                <a:gd name="T5" fmla="*/ 37 h 211"/>
                <a:gd name="T6" fmla="*/ 123 w 211"/>
                <a:gd name="T7" fmla="*/ 0 h 211"/>
                <a:gd name="T8" fmla="*/ 0 w 211"/>
                <a:gd name="T9" fmla="*/ 122 h 211"/>
                <a:gd name="T10" fmla="*/ 38 w 211"/>
                <a:gd name="T11" fmla="*/ 211 h 211"/>
                <a:gd name="T12" fmla="*/ 3 w 211"/>
                <a:gd name="T13" fmla="*/ 125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3" y="125"/>
                  </a:moveTo>
                  <a:cubicBezTo>
                    <a:pt x="3" y="58"/>
                    <a:pt x="58" y="3"/>
                    <a:pt x="126" y="3"/>
                  </a:cubicBezTo>
                  <a:cubicBezTo>
                    <a:pt x="159" y="3"/>
                    <a:pt x="189" y="16"/>
                    <a:pt x="211" y="37"/>
                  </a:cubicBezTo>
                  <a:cubicBezTo>
                    <a:pt x="189" y="14"/>
                    <a:pt x="158" y="0"/>
                    <a:pt x="123" y="0"/>
                  </a:cubicBezTo>
                  <a:cubicBezTo>
                    <a:pt x="55" y="0"/>
                    <a:pt x="0" y="55"/>
                    <a:pt x="0" y="122"/>
                  </a:cubicBezTo>
                  <a:cubicBezTo>
                    <a:pt x="0" y="157"/>
                    <a:pt x="15" y="188"/>
                    <a:pt x="38" y="211"/>
                  </a:cubicBezTo>
                  <a:cubicBezTo>
                    <a:pt x="16" y="189"/>
                    <a:pt x="3" y="159"/>
                    <a:pt x="3" y="12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27" name="Group 226">
            <a:extLst>
              <a:ext uri="{FF2B5EF4-FFF2-40B4-BE49-F238E27FC236}">
                <a16:creationId xmlns:a16="http://schemas.microsoft.com/office/drawing/2014/main" id="{0714CE35-CC4F-4253-A564-32E2A0F9CD10}"/>
              </a:ext>
            </a:extLst>
          </p:cNvPr>
          <p:cNvGrpSpPr/>
          <p:nvPr/>
        </p:nvGrpSpPr>
        <p:grpSpPr>
          <a:xfrm>
            <a:off x="8942388" y="5368925"/>
            <a:ext cx="938213" cy="938213"/>
            <a:chOff x="8942388" y="5368925"/>
            <a:chExt cx="938213" cy="938213"/>
          </a:xfrm>
          <a:effectLst>
            <a:outerShdw blurRad="127000" dist="63500" dir="2700000" algn="tl" rotWithShape="0">
              <a:prstClr val="black">
                <a:alpha val="26000"/>
              </a:prstClr>
            </a:outerShdw>
          </a:effectLst>
        </p:grpSpPr>
        <p:sp>
          <p:nvSpPr>
            <p:cNvPr id="185" name="Oval 178">
              <a:extLst>
                <a:ext uri="{FF2B5EF4-FFF2-40B4-BE49-F238E27FC236}">
                  <a16:creationId xmlns:a16="http://schemas.microsoft.com/office/drawing/2014/main" id="{52098D1A-E542-4AD9-A73B-AC6A5EBA613D}"/>
                </a:ext>
              </a:extLst>
            </p:cNvPr>
            <p:cNvSpPr>
              <a:spLocks noChangeArrowheads="1"/>
            </p:cNvSpPr>
            <p:nvPr/>
          </p:nvSpPr>
          <p:spPr bwMode="auto">
            <a:xfrm>
              <a:off x="8942388" y="5368925"/>
              <a:ext cx="938213" cy="938213"/>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UA"/>
            </a:p>
          </p:txBody>
        </p:sp>
        <p:sp>
          <p:nvSpPr>
            <p:cNvPr id="186" name="Freeform 179">
              <a:extLst>
                <a:ext uri="{FF2B5EF4-FFF2-40B4-BE49-F238E27FC236}">
                  <a16:creationId xmlns:a16="http://schemas.microsoft.com/office/drawing/2014/main" id="{AFDFD7C4-8150-49C6-A5F8-D0F3727F958C}"/>
                </a:ext>
              </a:extLst>
            </p:cNvPr>
            <p:cNvSpPr>
              <a:spLocks/>
            </p:cNvSpPr>
            <p:nvPr/>
          </p:nvSpPr>
          <p:spPr bwMode="auto">
            <a:xfrm>
              <a:off x="9075738" y="5502275"/>
              <a:ext cx="804863" cy="804863"/>
            </a:xfrm>
            <a:custGeom>
              <a:avLst/>
              <a:gdLst>
                <a:gd name="T0" fmla="*/ 174 w 211"/>
                <a:gd name="T1" fmla="*/ 0 h 211"/>
                <a:gd name="T2" fmla="*/ 209 w 211"/>
                <a:gd name="T3" fmla="*/ 86 h 211"/>
                <a:gd name="T4" fmla="*/ 86 w 211"/>
                <a:gd name="T5" fmla="*/ 209 h 211"/>
                <a:gd name="T6" fmla="*/ 0 w 211"/>
                <a:gd name="T7" fmla="*/ 174 h 211"/>
                <a:gd name="T8" fmla="*/ 88 w 211"/>
                <a:gd name="T9" fmla="*/ 211 h 211"/>
                <a:gd name="T10" fmla="*/ 211 w 211"/>
                <a:gd name="T11" fmla="*/ 88 h 211"/>
                <a:gd name="T12" fmla="*/ 174 w 211"/>
                <a:gd name="T13" fmla="*/ 0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174" y="0"/>
                  </a:moveTo>
                  <a:cubicBezTo>
                    <a:pt x="195" y="22"/>
                    <a:pt x="209" y="52"/>
                    <a:pt x="209" y="86"/>
                  </a:cubicBezTo>
                  <a:cubicBezTo>
                    <a:pt x="209" y="154"/>
                    <a:pt x="154" y="209"/>
                    <a:pt x="86" y="209"/>
                  </a:cubicBezTo>
                  <a:cubicBezTo>
                    <a:pt x="52" y="209"/>
                    <a:pt x="22" y="195"/>
                    <a:pt x="0" y="174"/>
                  </a:cubicBezTo>
                  <a:cubicBezTo>
                    <a:pt x="22" y="197"/>
                    <a:pt x="53" y="211"/>
                    <a:pt x="88" y="211"/>
                  </a:cubicBezTo>
                  <a:cubicBezTo>
                    <a:pt x="156" y="211"/>
                    <a:pt x="211" y="156"/>
                    <a:pt x="211" y="88"/>
                  </a:cubicBezTo>
                  <a:cubicBezTo>
                    <a:pt x="211" y="53"/>
                    <a:pt x="197" y="22"/>
                    <a:pt x="174" y="0"/>
                  </a:cubicBez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87" name="Freeform 180">
              <a:extLst>
                <a:ext uri="{FF2B5EF4-FFF2-40B4-BE49-F238E27FC236}">
                  <a16:creationId xmlns:a16="http://schemas.microsoft.com/office/drawing/2014/main" id="{8A561645-2CEB-43A4-B6B7-ECD220A59AA3}"/>
                </a:ext>
              </a:extLst>
            </p:cNvPr>
            <p:cNvSpPr>
              <a:spLocks/>
            </p:cNvSpPr>
            <p:nvPr/>
          </p:nvSpPr>
          <p:spPr bwMode="auto">
            <a:xfrm>
              <a:off x="8942388" y="5368925"/>
              <a:ext cx="804863" cy="804863"/>
            </a:xfrm>
            <a:custGeom>
              <a:avLst/>
              <a:gdLst>
                <a:gd name="T0" fmla="*/ 3 w 211"/>
                <a:gd name="T1" fmla="*/ 126 h 211"/>
                <a:gd name="T2" fmla="*/ 126 w 211"/>
                <a:gd name="T3" fmla="*/ 3 h 211"/>
                <a:gd name="T4" fmla="*/ 211 w 211"/>
                <a:gd name="T5" fmla="*/ 37 h 211"/>
                <a:gd name="T6" fmla="*/ 123 w 211"/>
                <a:gd name="T7" fmla="*/ 0 h 211"/>
                <a:gd name="T8" fmla="*/ 0 w 211"/>
                <a:gd name="T9" fmla="*/ 123 h 211"/>
                <a:gd name="T10" fmla="*/ 38 w 211"/>
                <a:gd name="T11" fmla="*/ 211 h 211"/>
                <a:gd name="T12" fmla="*/ 3 w 211"/>
                <a:gd name="T13" fmla="*/ 126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3" y="126"/>
                  </a:moveTo>
                  <a:cubicBezTo>
                    <a:pt x="3" y="58"/>
                    <a:pt x="58" y="3"/>
                    <a:pt x="126" y="3"/>
                  </a:cubicBezTo>
                  <a:cubicBezTo>
                    <a:pt x="159" y="3"/>
                    <a:pt x="189" y="16"/>
                    <a:pt x="211" y="37"/>
                  </a:cubicBezTo>
                  <a:cubicBezTo>
                    <a:pt x="189" y="14"/>
                    <a:pt x="158" y="0"/>
                    <a:pt x="123" y="0"/>
                  </a:cubicBezTo>
                  <a:cubicBezTo>
                    <a:pt x="55" y="0"/>
                    <a:pt x="0" y="55"/>
                    <a:pt x="0" y="123"/>
                  </a:cubicBezTo>
                  <a:cubicBezTo>
                    <a:pt x="0" y="158"/>
                    <a:pt x="15" y="189"/>
                    <a:pt x="38" y="211"/>
                  </a:cubicBezTo>
                  <a:cubicBezTo>
                    <a:pt x="16" y="189"/>
                    <a:pt x="3" y="159"/>
                    <a:pt x="3" y="126"/>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32" name="Group 231">
            <a:extLst>
              <a:ext uri="{FF2B5EF4-FFF2-40B4-BE49-F238E27FC236}">
                <a16:creationId xmlns:a16="http://schemas.microsoft.com/office/drawing/2014/main" id="{10849A46-BDC7-4D3C-9D62-99FE1E91F075}"/>
              </a:ext>
            </a:extLst>
          </p:cNvPr>
          <p:cNvGrpSpPr/>
          <p:nvPr/>
        </p:nvGrpSpPr>
        <p:grpSpPr>
          <a:xfrm>
            <a:off x="8212138" y="1787525"/>
            <a:ext cx="936625" cy="936625"/>
            <a:chOff x="8212138" y="1787525"/>
            <a:chExt cx="936625" cy="936625"/>
          </a:xfrm>
          <a:effectLst>
            <a:outerShdw blurRad="127000" dist="63500" dir="2700000" algn="tl" rotWithShape="0">
              <a:prstClr val="black">
                <a:alpha val="26000"/>
              </a:prstClr>
            </a:outerShdw>
          </a:effectLst>
        </p:grpSpPr>
        <p:sp>
          <p:nvSpPr>
            <p:cNvPr id="189" name="Oval 182">
              <a:extLst>
                <a:ext uri="{FF2B5EF4-FFF2-40B4-BE49-F238E27FC236}">
                  <a16:creationId xmlns:a16="http://schemas.microsoft.com/office/drawing/2014/main" id="{3EF3309E-B630-4676-9EE8-751C5974C9AD}"/>
                </a:ext>
              </a:extLst>
            </p:cNvPr>
            <p:cNvSpPr>
              <a:spLocks noChangeArrowheads="1"/>
            </p:cNvSpPr>
            <p:nvPr/>
          </p:nvSpPr>
          <p:spPr bwMode="auto">
            <a:xfrm>
              <a:off x="8212138" y="1787525"/>
              <a:ext cx="936625" cy="9366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90" name="Freeform 183">
              <a:extLst>
                <a:ext uri="{FF2B5EF4-FFF2-40B4-BE49-F238E27FC236}">
                  <a16:creationId xmlns:a16="http://schemas.microsoft.com/office/drawing/2014/main" id="{28403AB0-DD67-4EA7-AC1B-516FAD46147E}"/>
                </a:ext>
              </a:extLst>
            </p:cNvPr>
            <p:cNvSpPr>
              <a:spLocks/>
            </p:cNvSpPr>
            <p:nvPr/>
          </p:nvSpPr>
          <p:spPr bwMode="auto">
            <a:xfrm>
              <a:off x="8345488" y="1920875"/>
              <a:ext cx="803275" cy="803275"/>
            </a:xfrm>
            <a:custGeom>
              <a:avLst/>
              <a:gdLst>
                <a:gd name="T0" fmla="*/ 174 w 211"/>
                <a:gd name="T1" fmla="*/ 0 h 211"/>
                <a:gd name="T2" fmla="*/ 209 w 211"/>
                <a:gd name="T3" fmla="*/ 86 h 211"/>
                <a:gd name="T4" fmla="*/ 86 w 211"/>
                <a:gd name="T5" fmla="*/ 209 h 211"/>
                <a:gd name="T6" fmla="*/ 0 w 211"/>
                <a:gd name="T7" fmla="*/ 174 h 211"/>
                <a:gd name="T8" fmla="*/ 88 w 211"/>
                <a:gd name="T9" fmla="*/ 211 h 211"/>
                <a:gd name="T10" fmla="*/ 211 w 211"/>
                <a:gd name="T11" fmla="*/ 88 h 211"/>
                <a:gd name="T12" fmla="*/ 174 w 211"/>
                <a:gd name="T13" fmla="*/ 0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174" y="0"/>
                  </a:moveTo>
                  <a:cubicBezTo>
                    <a:pt x="195" y="23"/>
                    <a:pt x="209" y="53"/>
                    <a:pt x="209" y="86"/>
                  </a:cubicBezTo>
                  <a:cubicBezTo>
                    <a:pt x="209" y="154"/>
                    <a:pt x="154" y="209"/>
                    <a:pt x="86" y="209"/>
                  </a:cubicBezTo>
                  <a:cubicBezTo>
                    <a:pt x="52" y="209"/>
                    <a:pt x="22" y="196"/>
                    <a:pt x="0" y="174"/>
                  </a:cubicBezTo>
                  <a:cubicBezTo>
                    <a:pt x="22" y="197"/>
                    <a:pt x="53" y="211"/>
                    <a:pt x="88" y="211"/>
                  </a:cubicBezTo>
                  <a:cubicBezTo>
                    <a:pt x="156" y="211"/>
                    <a:pt x="211" y="156"/>
                    <a:pt x="211" y="88"/>
                  </a:cubicBezTo>
                  <a:cubicBezTo>
                    <a:pt x="211" y="54"/>
                    <a:pt x="197" y="23"/>
                    <a:pt x="174" y="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1" name="Freeform 184">
              <a:extLst>
                <a:ext uri="{FF2B5EF4-FFF2-40B4-BE49-F238E27FC236}">
                  <a16:creationId xmlns:a16="http://schemas.microsoft.com/office/drawing/2014/main" id="{966B32B6-95F1-4EA3-9F49-0B24A2764CF3}"/>
                </a:ext>
              </a:extLst>
            </p:cNvPr>
            <p:cNvSpPr>
              <a:spLocks/>
            </p:cNvSpPr>
            <p:nvPr/>
          </p:nvSpPr>
          <p:spPr bwMode="auto">
            <a:xfrm>
              <a:off x="8212138" y="1787525"/>
              <a:ext cx="803275" cy="808038"/>
            </a:xfrm>
            <a:custGeom>
              <a:avLst/>
              <a:gdLst>
                <a:gd name="T0" fmla="*/ 3 w 211"/>
                <a:gd name="T1" fmla="*/ 126 h 212"/>
                <a:gd name="T2" fmla="*/ 126 w 211"/>
                <a:gd name="T3" fmla="*/ 3 h 212"/>
                <a:gd name="T4" fmla="*/ 211 w 211"/>
                <a:gd name="T5" fmla="*/ 38 h 212"/>
                <a:gd name="T6" fmla="*/ 123 w 211"/>
                <a:gd name="T7" fmla="*/ 0 h 212"/>
                <a:gd name="T8" fmla="*/ 0 w 211"/>
                <a:gd name="T9" fmla="*/ 123 h 212"/>
                <a:gd name="T10" fmla="*/ 38 w 211"/>
                <a:gd name="T11" fmla="*/ 212 h 212"/>
                <a:gd name="T12" fmla="*/ 3 w 211"/>
                <a:gd name="T13" fmla="*/ 126 h 212"/>
              </a:gdLst>
              <a:ahLst/>
              <a:cxnLst>
                <a:cxn ang="0">
                  <a:pos x="T0" y="T1"/>
                </a:cxn>
                <a:cxn ang="0">
                  <a:pos x="T2" y="T3"/>
                </a:cxn>
                <a:cxn ang="0">
                  <a:pos x="T4" y="T5"/>
                </a:cxn>
                <a:cxn ang="0">
                  <a:pos x="T6" y="T7"/>
                </a:cxn>
                <a:cxn ang="0">
                  <a:pos x="T8" y="T9"/>
                </a:cxn>
                <a:cxn ang="0">
                  <a:pos x="T10" y="T11"/>
                </a:cxn>
                <a:cxn ang="0">
                  <a:pos x="T12" y="T13"/>
                </a:cxn>
              </a:cxnLst>
              <a:rect l="0" t="0" r="r" b="b"/>
              <a:pathLst>
                <a:path w="211" h="212">
                  <a:moveTo>
                    <a:pt x="3" y="126"/>
                  </a:moveTo>
                  <a:cubicBezTo>
                    <a:pt x="3" y="58"/>
                    <a:pt x="58" y="3"/>
                    <a:pt x="126" y="3"/>
                  </a:cubicBezTo>
                  <a:cubicBezTo>
                    <a:pt x="159" y="3"/>
                    <a:pt x="189" y="17"/>
                    <a:pt x="211" y="38"/>
                  </a:cubicBezTo>
                  <a:cubicBezTo>
                    <a:pt x="189" y="15"/>
                    <a:pt x="158" y="0"/>
                    <a:pt x="123" y="0"/>
                  </a:cubicBezTo>
                  <a:cubicBezTo>
                    <a:pt x="55" y="0"/>
                    <a:pt x="0" y="55"/>
                    <a:pt x="0" y="123"/>
                  </a:cubicBezTo>
                  <a:cubicBezTo>
                    <a:pt x="0" y="158"/>
                    <a:pt x="15" y="189"/>
                    <a:pt x="38" y="212"/>
                  </a:cubicBezTo>
                  <a:cubicBezTo>
                    <a:pt x="16" y="190"/>
                    <a:pt x="3" y="159"/>
                    <a:pt x="3" y="1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34" name="Group 233">
            <a:extLst>
              <a:ext uri="{FF2B5EF4-FFF2-40B4-BE49-F238E27FC236}">
                <a16:creationId xmlns:a16="http://schemas.microsoft.com/office/drawing/2014/main" id="{BBE1FEE7-9925-4924-B56C-E14C24F4F50D}"/>
              </a:ext>
            </a:extLst>
          </p:cNvPr>
          <p:cNvGrpSpPr/>
          <p:nvPr/>
        </p:nvGrpSpPr>
        <p:grpSpPr>
          <a:xfrm>
            <a:off x="8942388" y="593725"/>
            <a:ext cx="938213" cy="938213"/>
            <a:chOff x="8942388" y="593725"/>
            <a:chExt cx="938213" cy="938213"/>
          </a:xfrm>
          <a:effectLst>
            <a:outerShdw blurRad="127000" dist="63500" dir="2700000" algn="tl" rotWithShape="0">
              <a:prstClr val="black">
                <a:alpha val="26000"/>
              </a:prstClr>
            </a:outerShdw>
          </a:effectLst>
        </p:grpSpPr>
        <p:sp>
          <p:nvSpPr>
            <p:cNvPr id="193" name="Oval 186">
              <a:extLst>
                <a:ext uri="{FF2B5EF4-FFF2-40B4-BE49-F238E27FC236}">
                  <a16:creationId xmlns:a16="http://schemas.microsoft.com/office/drawing/2014/main" id="{D87E4977-BC85-4061-8D58-E5EC1B9CDFE6}"/>
                </a:ext>
              </a:extLst>
            </p:cNvPr>
            <p:cNvSpPr>
              <a:spLocks noChangeArrowheads="1"/>
            </p:cNvSpPr>
            <p:nvPr/>
          </p:nvSpPr>
          <p:spPr bwMode="auto">
            <a:xfrm>
              <a:off x="8942388" y="593725"/>
              <a:ext cx="938213" cy="93821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94" name="Freeform 187">
              <a:extLst>
                <a:ext uri="{FF2B5EF4-FFF2-40B4-BE49-F238E27FC236}">
                  <a16:creationId xmlns:a16="http://schemas.microsoft.com/office/drawing/2014/main" id="{5D143743-B49F-4ACD-9BBB-57C30BEBC36E}"/>
                </a:ext>
              </a:extLst>
            </p:cNvPr>
            <p:cNvSpPr>
              <a:spLocks/>
            </p:cNvSpPr>
            <p:nvPr/>
          </p:nvSpPr>
          <p:spPr bwMode="auto">
            <a:xfrm>
              <a:off x="9075738" y="728663"/>
              <a:ext cx="804863" cy="803275"/>
            </a:xfrm>
            <a:custGeom>
              <a:avLst/>
              <a:gdLst>
                <a:gd name="T0" fmla="*/ 174 w 211"/>
                <a:gd name="T1" fmla="*/ 0 h 211"/>
                <a:gd name="T2" fmla="*/ 209 w 211"/>
                <a:gd name="T3" fmla="*/ 86 h 211"/>
                <a:gd name="T4" fmla="*/ 86 w 211"/>
                <a:gd name="T5" fmla="*/ 209 h 211"/>
                <a:gd name="T6" fmla="*/ 0 w 211"/>
                <a:gd name="T7" fmla="*/ 174 h 211"/>
                <a:gd name="T8" fmla="*/ 88 w 211"/>
                <a:gd name="T9" fmla="*/ 211 h 211"/>
                <a:gd name="T10" fmla="*/ 211 w 211"/>
                <a:gd name="T11" fmla="*/ 88 h 211"/>
                <a:gd name="T12" fmla="*/ 174 w 211"/>
                <a:gd name="T13" fmla="*/ 0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174" y="0"/>
                  </a:moveTo>
                  <a:cubicBezTo>
                    <a:pt x="195" y="22"/>
                    <a:pt x="209" y="53"/>
                    <a:pt x="209" y="86"/>
                  </a:cubicBezTo>
                  <a:cubicBezTo>
                    <a:pt x="209" y="154"/>
                    <a:pt x="154" y="209"/>
                    <a:pt x="86" y="209"/>
                  </a:cubicBezTo>
                  <a:cubicBezTo>
                    <a:pt x="52" y="209"/>
                    <a:pt x="22" y="196"/>
                    <a:pt x="0" y="174"/>
                  </a:cubicBezTo>
                  <a:cubicBezTo>
                    <a:pt x="22" y="197"/>
                    <a:pt x="53" y="211"/>
                    <a:pt x="88" y="211"/>
                  </a:cubicBezTo>
                  <a:cubicBezTo>
                    <a:pt x="156" y="211"/>
                    <a:pt x="211" y="156"/>
                    <a:pt x="211" y="88"/>
                  </a:cubicBezTo>
                  <a:cubicBezTo>
                    <a:pt x="211" y="54"/>
                    <a:pt x="197" y="23"/>
                    <a:pt x="174"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5" name="Freeform 188">
              <a:extLst>
                <a:ext uri="{FF2B5EF4-FFF2-40B4-BE49-F238E27FC236}">
                  <a16:creationId xmlns:a16="http://schemas.microsoft.com/office/drawing/2014/main" id="{71F058ED-B0AE-4B31-8FF1-6BA85F491242}"/>
                </a:ext>
              </a:extLst>
            </p:cNvPr>
            <p:cNvSpPr>
              <a:spLocks/>
            </p:cNvSpPr>
            <p:nvPr/>
          </p:nvSpPr>
          <p:spPr bwMode="auto">
            <a:xfrm>
              <a:off x="8942388" y="593725"/>
              <a:ext cx="804863" cy="808038"/>
            </a:xfrm>
            <a:custGeom>
              <a:avLst/>
              <a:gdLst>
                <a:gd name="T0" fmla="*/ 3 w 211"/>
                <a:gd name="T1" fmla="*/ 126 h 212"/>
                <a:gd name="T2" fmla="*/ 126 w 211"/>
                <a:gd name="T3" fmla="*/ 3 h 212"/>
                <a:gd name="T4" fmla="*/ 211 w 211"/>
                <a:gd name="T5" fmla="*/ 38 h 212"/>
                <a:gd name="T6" fmla="*/ 123 w 211"/>
                <a:gd name="T7" fmla="*/ 0 h 212"/>
                <a:gd name="T8" fmla="*/ 0 w 211"/>
                <a:gd name="T9" fmla="*/ 123 h 212"/>
                <a:gd name="T10" fmla="*/ 38 w 211"/>
                <a:gd name="T11" fmla="*/ 212 h 212"/>
                <a:gd name="T12" fmla="*/ 3 w 211"/>
                <a:gd name="T13" fmla="*/ 126 h 212"/>
              </a:gdLst>
              <a:ahLst/>
              <a:cxnLst>
                <a:cxn ang="0">
                  <a:pos x="T0" y="T1"/>
                </a:cxn>
                <a:cxn ang="0">
                  <a:pos x="T2" y="T3"/>
                </a:cxn>
                <a:cxn ang="0">
                  <a:pos x="T4" y="T5"/>
                </a:cxn>
                <a:cxn ang="0">
                  <a:pos x="T6" y="T7"/>
                </a:cxn>
                <a:cxn ang="0">
                  <a:pos x="T8" y="T9"/>
                </a:cxn>
                <a:cxn ang="0">
                  <a:pos x="T10" y="T11"/>
                </a:cxn>
                <a:cxn ang="0">
                  <a:pos x="T12" y="T13"/>
                </a:cxn>
              </a:cxnLst>
              <a:rect l="0" t="0" r="r" b="b"/>
              <a:pathLst>
                <a:path w="211" h="212">
                  <a:moveTo>
                    <a:pt x="3" y="126"/>
                  </a:moveTo>
                  <a:cubicBezTo>
                    <a:pt x="3" y="58"/>
                    <a:pt x="58" y="3"/>
                    <a:pt x="126" y="3"/>
                  </a:cubicBezTo>
                  <a:cubicBezTo>
                    <a:pt x="159" y="3"/>
                    <a:pt x="189" y="16"/>
                    <a:pt x="211" y="38"/>
                  </a:cubicBezTo>
                  <a:cubicBezTo>
                    <a:pt x="189" y="15"/>
                    <a:pt x="158" y="0"/>
                    <a:pt x="123" y="0"/>
                  </a:cubicBezTo>
                  <a:cubicBezTo>
                    <a:pt x="55" y="0"/>
                    <a:pt x="0" y="55"/>
                    <a:pt x="0" y="123"/>
                  </a:cubicBezTo>
                  <a:cubicBezTo>
                    <a:pt x="0" y="158"/>
                    <a:pt x="15" y="189"/>
                    <a:pt x="38" y="212"/>
                  </a:cubicBezTo>
                  <a:cubicBezTo>
                    <a:pt x="16" y="189"/>
                    <a:pt x="3" y="159"/>
                    <a:pt x="3" y="126"/>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228" name="Group 227">
            <a:extLst>
              <a:ext uri="{FF2B5EF4-FFF2-40B4-BE49-F238E27FC236}">
                <a16:creationId xmlns:a16="http://schemas.microsoft.com/office/drawing/2014/main" id="{30D529EA-5C88-4B80-B37F-96AF026C55AB}"/>
              </a:ext>
            </a:extLst>
          </p:cNvPr>
          <p:cNvGrpSpPr/>
          <p:nvPr/>
        </p:nvGrpSpPr>
        <p:grpSpPr>
          <a:xfrm>
            <a:off x="8212138" y="4176713"/>
            <a:ext cx="936625" cy="938213"/>
            <a:chOff x="8212138" y="4176713"/>
            <a:chExt cx="936625" cy="938213"/>
          </a:xfrm>
          <a:effectLst>
            <a:outerShdw blurRad="127000" dist="63500" dir="2700000" algn="tl" rotWithShape="0">
              <a:prstClr val="black">
                <a:alpha val="26000"/>
              </a:prstClr>
            </a:outerShdw>
          </a:effectLst>
        </p:grpSpPr>
        <p:sp>
          <p:nvSpPr>
            <p:cNvPr id="197" name="Oval 190">
              <a:extLst>
                <a:ext uri="{FF2B5EF4-FFF2-40B4-BE49-F238E27FC236}">
                  <a16:creationId xmlns:a16="http://schemas.microsoft.com/office/drawing/2014/main" id="{6FA9AFE2-2899-491E-9EDF-51E174B32283}"/>
                </a:ext>
              </a:extLst>
            </p:cNvPr>
            <p:cNvSpPr>
              <a:spLocks noChangeArrowheads="1"/>
            </p:cNvSpPr>
            <p:nvPr/>
          </p:nvSpPr>
          <p:spPr bwMode="auto">
            <a:xfrm>
              <a:off x="8212138" y="4176713"/>
              <a:ext cx="936625" cy="938213"/>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98" name="Freeform 191">
              <a:extLst>
                <a:ext uri="{FF2B5EF4-FFF2-40B4-BE49-F238E27FC236}">
                  <a16:creationId xmlns:a16="http://schemas.microsoft.com/office/drawing/2014/main" id="{61DC6993-1585-4970-BF12-91B607123A12}"/>
                </a:ext>
              </a:extLst>
            </p:cNvPr>
            <p:cNvSpPr>
              <a:spLocks/>
            </p:cNvSpPr>
            <p:nvPr/>
          </p:nvSpPr>
          <p:spPr bwMode="auto">
            <a:xfrm>
              <a:off x="8345488" y="4310063"/>
              <a:ext cx="803275" cy="804863"/>
            </a:xfrm>
            <a:custGeom>
              <a:avLst/>
              <a:gdLst>
                <a:gd name="T0" fmla="*/ 174 w 211"/>
                <a:gd name="T1" fmla="*/ 0 h 211"/>
                <a:gd name="T2" fmla="*/ 209 w 211"/>
                <a:gd name="T3" fmla="*/ 86 h 211"/>
                <a:gd name="T4" fmla="*/ 86 w 211"/>
                <a:gd name="T5" fmla="*/ 208 h 211"/>
                <a:gd name="T6" fmla="*/ 0 w 211"/>
                <a:gd name="T7" fmla="*/ 173 h 211"/>
                <a:gd name="T8" fmla="*/ 88 w 211"/>
                <a:gd name="T9" fmla="*/ 211 h 211"/>
                <a:gd name="T10" fmla="*/ 211 w 211"/>
                <a:gd name="T11" fmla="*/ 88 h 211"/>
                <a:gd name="T12" fmla="*/ 174 w 211"/>
                <a:gd name="T13" fmla="*/ 0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174" y="0"/>
                  </a:moveTo>
                  <a:cubicBezTo>
                    <a:pt x="195" y="22"/>
                    <a:pt x="209" y="52"/>
                    <a:pt x="209" y="86"/>
                  </a:cubicBezTo>
                  <a:cubicBezTo>
                    <a:pt x="209" y="153"/>
                    <a:pt x="154" y="208"/>
                    <a:pt x="86" y="208"/>
                  </a:cubicBezTo>
                  <a:cubicBezTo>
                    <a:pt x="52" y="208"/>
                    <a:pt x="22" y="195"/>
                    <a:pt x="0" y="173"/>
                  </a:cubicBezTo>
                  <a:cubicBezTo>
                    <a:pt x="22" y="196"/>
                    <a:pt x="53" y="211"/>
                    <a:pt x="88" y="211"/>
                  </a:cubicBezTo>
                  <a:cubicBezTo>
                    <a:pt x="156" y="211"/>
                    <a:pt x="211" y="156"/>
                    <a:pt x="211" y="88"/>
                  </a:cubicBezTo>
                  <a:cubicBezTo>
                    <a:pt x="211" y="53"/>
                    <a:pt x="197" y="22"/>
                    <a:pt x="174"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UA"/>
            </a:p>
          </p:txBody>
        </p:sp>
        <p:sp>
          <p:nvSpPr>
            <p:cNvPr id="199" name="Freeform 192">
              <a:extLst>
                <a:ext uri="{FF2B5EF4-FFF2-40B4-BE49-F238E27FC236}">
                  <a16:creationId xmlns:a16="http://schemas.microsoft.com/office/drawing/2014/main" id="{7CD48B85-9B0D-42D8-A54A-7D8B70EBB0FB}"/>
                </a:ext>
              </a:extLst>
            </p:cNvPr>
            <p:cNvSpPr>
              <a:spLocks/>
            </p:cNvSpPr>
            <p:nvPr/>
          </p:nvSpPr>
          <p:spPr bwMode="auto">
            <a:xfrm>
              <a:off x="8212138" y="4176713"/>
              <a:ext cx="803275" cy="804863"/>
            </a:xfrm>
            <a:custGeom>
              <a:avLst/>
              <a:gdLst>
                <a:gd name="T0" fmla="*/ 3 w 211"/>
                <a:gd name="T1" fmla="*/ 126 h 211"/>
                <a:gd name="T2" fmla="*/ 126 w 211"/>
                <a:gd name="T3" fmla="*/ 3 h 211"/>
                <a:gd name="T4" fmla="*/ 211 w 211"/>
                <a:gd name="T5" fmla="*/ 37 h 211"/>
                <a:gd name="T6" fmla="*/ 123 w 211"/>
                <a:gd name="T7" fmla="*/ 0 h 211"/>
                <a:gd name="T8" fmla="*/ 0 w 211"/>
                <a:gd name="T9" fmla="*/ 123 h 211"/>
                <a:gd name="T10" fmla="*/ 38 w 211"/>
                <a:gd name="T11" fmla="*/ 211 h 211"/>
                <a:gd name="T12" fmla="*/ 3 w 211"/>
                <a:gd name="T13" fmla="*/ 126 h 211"/>
              </a:gdLst>
              <a:ahLst/>
              <a:cxnLst>
                <a:cxn ang="0">
                  <a:pos x="T0" y="T1"/>
                </a:cxn>
                <a:cxn ang="0">
                  <a:pos x="T2" y="T3"/>
                </a:cxn>
                <a:cxn ang="0">
                  <a:pos x="T4" y="T5"/>
                </a:cxn>
                <a:cxn ang="0">
                  <a:pos x="T6" y="T7"/>
                </a:cxn>
                <a:cxn ang="0">
                  <a:pos x="T8" y="T9"/>
                </a:cxn>
                <a:cxn ang="0">
                  <a:pos x="T10" y="T11"/>
                </a:cxn>
                <a:cxn ang="0">
                  <a:pos x="T12" y="T13"/>
                </a:cxn>
              </a:cxnLst>
              <a:rect l="0" t="0" r="r" b="b"/>
              <a:pathLst>
                <a:path w="211" h="211">
                  <a:moveTo>
                    <a:pt x="3" y="126"/>
                  </a:moveTo>
                  <a:cubicBezTo>
                    <a:pt x="3" y="58"/>
                    <a:pt x="58" y="3"/>
                    <a:pt x="126" y="3"/>
                  </a:cubicBezTo>
                  <a:cubicBezTo>
                    <a:pt x="159" y="3"/>
                    <a:pt x="189" y="16"/>
                    <a:pt x="211" y="37"/>
                  </a:cubicBezTo>
                  <a:cubicBezTo>
                    <a:pt x="189" y="14"/>
                    <a:pt x="158" y="0"/>
                    <a:pt x="123" y="0"/>
                  </a:cubicBezTo>
                  <a:cubicBezTo>
                    <a:pt x="55" y="0"/>
                    <a:pt x="0" y="55"/>
                    <a:pt x="0" y="123"/>
                  </a:cubicBezTo>
                  <a:cubicBezTo>
                    <a:pt x="0" y="157"/>
                    <a:pt x="15" y="189"/>
                    <a:pt x="38" y="211"/>
                  </a:cubicBezTo>
                  <a:cubicBezTo>
                    <a:pt x="16" y="189"/>
                    <a:pt x="3" y="159"/>
                    <a:pt x="3" y="126"/>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84" name="Oval 177">
            <a:extLst>
              <a:ext uri="{FF2B5EF4-FFF2-40B4-BE49-F238E27FC236}">
                <a16:creationId xmlns:a16="http://schemas.microsoft.com/office/drawing/2014/main" id="{93DF56A9-1906-4752-9A21-8D1ECB425B6F}"/>
              </a:ext>
            </a:extLst>
          </p:cNvPr>
          <p:cNvSpPr>
            <a:spLocks noChangeArrowheads="1"/>
          </p:cNvSpPr>
          <p:nvPr/>
        </p:nvSpPr>
        <p:spPr bwMode="auto">
          <a:xfrm>
            <a:off x="9050338" y="3090863"/>
            <a:ext cx="722313" cy="720725"/>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88" name="Oval 181">
            <a:extLst>
              <a:ext uri="{FF2B5EF4-FFF2-40B4-BE49-F238E27FC236}">
                <a16:creationId xmlns:a16="http://schemas.microsoft.com/office/drawing/2014/main" id="{14F7727D-F6DD-437A-97C0-F6787FF3C3DF}"/>
              </a:ext>
            </a:extLst>
          </p:cNvPr>
          <p:cNvSpPr>
            <a:spLocks noChangeArrowheads="1"/>
          </p:cNvSpPr>
          <p:nvPr/>
        </p:nvSpPr>
        <p:spPr bwMode="auto">
          <a:xfrm>
            <a:off x="9050338" y="5476875"/>
            <a:ext cx="722313" cy="723900"/>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92" name="Oval 185">
            <a:extLst>
              <a:ext uri="{FF2B5EF4-FFF2-40B4-BE49-F238E27FC236}">
                <a16:creationId xmlns:a16="http://schemas.microsoft.com/office/drawing/2014/main" id="{5FB57BA1-AB7A-4886-88DD-6B58C8196279}"/>
              </a:ext>
            </a:extLst>
          </p:cNvPr>
          <p:cNvSpPr>
            <a:spLocks noChangeArrowheads="1"/>
          </p:cNvSpPr>
          <p:nvPr/>
        </p:nvSpPr>
        <p:spPr bwMode="auto">
          <a:xfrm>
            <a:off x="8318500" y="1897063"/>
            <a:ext cx="723900" cy="720725"/>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96" name="Oval 189">
            <a:extLst>
              <a:ext uri="{FF2B5EF4-FFF2-40B4-BE49-F238E27FC236}">
                <a16:creationId xmlns:a16="http://schemas.microsoft.com/office/drawing/2014/main" id="{B61B2CBF-3851-4AAC-B119-6F12C9774BB4}"/>
              </a:ext>
            </a:extLst>
          </p:cNvPr>
          <p:cNvSpPr>
            <a:spLocks noChangeArrowheads="1"/>
          </p:cNvSpPr>
          <p:nvPr/>
        </p:nvSpPr>
        <p:spPr bwMode="auto">
          <a:xfrm>
            <a:off x="9050338" y="701675"/>
            <a:ext cx="722313" cy="723900"/>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200" name="Oval 193">
            <a:extLst>
              <a:ext uri="{FF2B5EF4-FFF2-40B4-BE49-F238E27FC236}">
                <a16:creationId xmlns:a16="http://schemas.microsoft.com/office/drawing/2014/main" id="{86D2CC0F-84E5-4026-9488-E11ECAE2DE59}"/>
              </a:ext>
            </a:extLst>
          </p:cNvPr>
          <p:cNvSpPr>
            <a:spLocks noChangeArrowheads="1"/>
          </p:cNvSpPr>
          <p:nvPr/>
        </p:nvSpPr>
        <p:spPr bwMode="auto">
          <a:xfrm>
            <a:off x="8318500" y="4283075"/>
            <a:ext cx="723900" cy="720725"/>
          </a:xfrm>
          <a:prstGeom prst="ellipse">
            <a:avLst/>
          </a:prstGeom>
          <a:solidFill>
            <a:schemeClr val="bg2"/>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201" name="Freeform 194">
            <a:extLst>
              <a:ext uri="{FF2B5EF4-FFF2-40B4-BE49-F238E27FC236}">
                <a16:creationId xmlns:a16="http://schemas.microsoft.com/office/drawing/2014/main" id="{9DD91C55-A0E0-46C9-B653-A426A0F1097D}"/>
              </a:ext>
            </a:extLst>
          </p:cNvPr>
          <p:cNvSpPr>
            <a:spLocks noEditPoints="1"/>
          </p:cNvSpPr>
          <p:nvPr/>
        </p:nvSpPr>
        <p:spPr bwMode="auto">
          <a:xfrm>
            <a:off x="8505825" y="4446588"/>
            <a:ext cx="349250" cy="393700"/>
          </a:xfrm>
          <a:custGeom>
            <a:avLst/>
            <a:gdLst>
              <a:gd name="T0" fmla="*/ 30 w 92"/>
              <a:gd name="T1" fmla="*/ 81 h 103"/>
              <a:gd name="T2" fmla="*/ 22 w 92"/>
              <a:gd name="T3" fmla="*/ 62 h 103"/>
              <a:gd name="T4" fmla="*/ 18 w 92"/>
              <a:gd name="T5" fmla="*/ 46 h 103"/>
              <a:gd name="T6" fmla="*/ 46 w 92"/>
              <a:gd name="T7" fmla="*/ 18 h 103"/>
              <a:gd name="T8" fmla="*/ 74 w 92"/>
              <a:gd name="T9" fmla="*/ 46 h 103"/>
              <a:gd name="T10" fmla="*/ 70 w 92"/>
              <a:gd name="T11" fmla="*/ 62 h 103"/>
              <a:gd name="T12" fmla="*/ 62 w 92"/>
              <a:gd name="T13" fmla="*/ 77 h 103"/>
              <a:gd name="T14" fmla="*/ 46 w 92"/>
              <a:gd name="T15" fmla="*/ 29 h 103"/>
              <a:gd name="T16" fmla="*/ 29 w 92"/>
              <a:gd name="T17" fmla="*/ 46 h 103"/>
              <a:gd name="T18" fmla="*/ 46 w 92"/>
              <a:gd name="T19" fmla="*/ 63 h 103"/>
              <a:gd name="T20" fmla="*/ 63 w 92"/>
              <a:gd name="T21" fmla="*/ 46 h 103"/>
              <a:gd name="T22" fmla="*/ 46 w 92"/>
              <a:gd name="T23" fmla="*/ 29 h 103"/>
              <a:gd name="T24" fmla="*/ 39 w 92"/>
              <a:gd name="T25" fmla="*/ 49 h 103"/>
              <a:gd name="T26" fmla="*/ 44 w 92"/>
              <a:gd name="T27" fmla="*/ 55 h 103"/>
              <a:gd name="T28" fmla="*/ 53 w 92"/>
              <a:gd name="T29" fmla="*/ 41 h 103"/>
              <a:gd name="T30" fmla="*/ 46 w 92"/>
              <a:gd name="T31" fmla="*/ 9 h 103"/>
              <a:gd name="T32" fmla="*/ 46 w 92"/>
              <a:gd name="T33" fmla="*/ 0 h 103"/>
              <a:gd name="T34" fmla="*/ 28 w 92"/>
              <a:gd name="T35" fmla="*/ 14 h 103"/>
              <a:gd name="T36" fmla="*/ 23 w 92"/>
              <a:gd name="T37" fmla="*/ 6 h 103"/>
              <a:gd name="T38" fmla="*/ 6 w 92"/>
              <a:gd name="T39" fmla="*/ 23 h 103"/>
              <a:gd name="T40" fmla="*/ 14 w 92"/>
              <a:gd name="T41" fmla="*/ 27 h 103"/>
              <a:gd name="T42" fmla="*/ 0 w 92"/>
              <a:gd name="T43" fmla="*/ 46 h 103"/>
              <a:gd name="T44" fmla="*/ 9 w 92"/>
              <a:gd name="T45" fmla="*/ 46 h 103"/>
              <a:gd name="T46" fmla="*/ 69 w 92"/>
              <a:gd name="T47" fmla="*/ 6 h 103"/>
              <a:gd name="T48" fmla="*/ 64 w 92"/>
              <a:gd name="T49" fmla="*/ 14 h 103"/>
              <a:gd name="T50" fmla="*/ 85 w 92"/>
              <a:gd name="T51" fmla="*/ 23 h 103"/>
              <a:gd name="T52" fmla="*/ 78 w 92"/>
              <a:gd name="T53" fmla="*/ 27 h 103"/>
              <a:gd name="T54" fmla="*/ 83 w 92"/>
              <a:gd name="T55" fmla="*/ 46 h 103"/>
              <a:gd name="T56" fmla="*/ 92 w 92"/>
              <a:gd name="T57" fmla="*/ 46 h 103"/>
              <a:gd name="T58" fmla="*/ 56 w 92"/>
              <a:gd name="T59" fmla="*/ 83 h 103"/>
              <a:gd name="T60" fmla="*/ 34 w 92"/>
              <a:gd name="T61" fmla="*/ 89 h 103"/>
              <a:gd name="T62" fmla="*/ 31 w 92"/>
              <a:gd name="T63" fmla="*/ 93 h 103"/>
              <a:gd name="T64" fmla="*/ 35 w 92"/>
              <a:gd name="T65" fmla="*/ 97 h 103"/>
              <a:gd name="T66" fmla="*/ 37 w 92"/>
              <a:gd name="T67" fmla="*/ 96 h 103"/>
              <a:gd name="T68" fmla="*/ 56 w 92"/>
              <a:gd name="T69" fmla="*/ 91 h 103"/>
              <a:gd name="T70" fmla="*/ 56 w 92"/>
              <a:gd name="T71" fmla="*/ 91 h 103"/>
              <a:gd name="T72" fmla="*/ 57 w 92"/>
              <a:gd name="T73" fmla="*/ 91 h 103"/>
              <a:gd name="T74" fmla="*/ 61 w 92"/>
              <a:gd name="T75" fmla="*/ 94 h 103"/>
              <a:gd name="T76" fmla="*/ 58 w 92"/>
              <a:gd name="T77" fmla="*/ 98 h 103"/>
              <a:gd name="T78" fmla="*/ 39 w 92"/>
              <a:gd name="T7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2" h="103">
                <a:moveTo>
                  <a:pt x="30" y="81"/>
                </a:moveTo>
                <a:cubicBezTo>
                  <a:pt x="30" y="76"/>
                  <a:pt x="28" y="71"/>
                  <a:pt x="22" y="62"/>
                </a:cubicBezTo>
                <a:cubicBezTo>
                  <a:pt x="19" y="57"/>
                  <a:pt x="18" y="52"/>
                  <a:pt x="18" y="46"/>
                </a:cubicBezTo>
                <a:cubicBezTo>
                  <a:pt x="18" y="31"/>
                  <a:pt x="30" y="18"/>
                  <a:pt x="46" y="18"/>
                </a:cubicBezTo>
                <a:cubicBezTo>
                  <a:pt x="62" y="18"/>
                  <a:pt x="74" y="31"/>
                  <a:pt x="74" y="46"/>
                </a:cubicBezTo>
                <a:cubicBezTo>
                  <a:pt x="74" y="52"/>
                  <a:pt x="73" y="57"/>
                  <a:pt x="70" y="62"/>
                </a:cubicBezTo>
                <a:cubicBezTo>
                  <a:pt x="65" y="69"/>
                  <a:pt x="63" y="74"/>
                  <a:pt x="62" y="77"/>
                </a:cubicBezTo>
                <a:moveTo>
                  <a:pt x="46" y="29"/>
                </a:moveTo>
                <a:cubicBezTo>
                  <a:pt x="37" y="29"/>
                  <a:pt x="29" y="36"/>
                  <a:pt x="29" y="46"/>
                </a:cubicBezTo>
                <a:cubicBezTo>
                  <a:pt x="29" y="55"/>
                  <a:pt x="37" y="63"/>
                  <a:pt x="46" y="63"/>
                </a:cubicBezTo>
                <a:cubicBezTo>
                  <a:pt x="55" y="63"/>
                  <a:pt x="63" y="55"/>
                  <a:pt x="63" y="46"/>
                </a:cubicBezTo>
                <a:cubicBezTo>
                  <a:pt x="63" y="36"/>
                  <a:pt x="55" y="29"/>
                  <a:pt x="46" y="29"/>
                </a:cubicBezTo>
                <a:close/>
                <a:moveTo>
                  <a:pt x="39" y="49"/>
                </a:moveTo>
                <a:cubicBezTo>
                  <a:pt x="44" y="55"/>
                  <a:pt x="44" y="55"/>
                  <a:pt x="44" y="55"/>
                </a:cubicBezTo>
                <a:cubicBezTo>
                  <a:pt x="53" y="41"/>
                  <a:pt x="53" y="41"/>
                  <a:pt x="53" y="41"/>
                </a:cubicBezTo>
                <a:moveTo>
                  <a:pt x="46" y="9"/>
                </a:moveTo>
                <a:cubicBezTo>
                  <a:pt x="46" y="0"/>
                  <a:pt x="46" y="0"/>
                  <a:pt x="46" y="0"/>
                </a:cubicBezTo>
                <a:moveTo>
                  <a:pt x="28" y="14"/>
                </a:moveTo>
                <a:cubicBezTo>
                  <a:pt x="23" y="6"/>
                  <a:pt x="23" y="6"/>
                  <a:pt x="23" y="6"/>
                </a:cubicBezTo>
                <a:moveTo>
                  <a:pt x="6" y="23"/>
                </a:moveTo>
                <a:cubicBezTo>
                  <a:pt x="14" y="27"/>
                  <a:pt x="14" y="27"/>
                  <a:pt x="14" y="27"/>
                </a:cubicBezTo>
                <a:moveTo>
                  <a:pt x="0" y="46"/>
                </a:moveTo>
                <a:cubicBezTo>
                  <a:pt x="9" y="46"/>
                  <a:pt x="9" y="46"/>
                  <a:pt x="9" y="46"/>
                </a:cubicBezTo>
                <a:moveTo>
                  <a:pt x="69" y="6"/>
                </a:moveTo>
                <a:cubicBezTo>
                  <a:pt x="64" y="14"/>
                  <a:pt x="64" y="14"/>
                  <a:pt x="64" y="14"/>
                </a:cubicBezTo>
                <a:moveTo>
                  <a:pt x="85" y="23"/>
                </a:moveTo>
                <a:cubicBezTo>
                  <a:pt x="78" y="27"/>
                  <a:pt x="78" y="27"/>
                  <a:pt x="78" y="27"/>
                </a:cubicBezTo>
                <a:moveTo>
                  <a:pt x="83" y="46"/>
                </a:moveTo>
                <a:cubicBezTo>
                  <a:pt x="92" y="46"/>
                  <a:pt x="92" y="46"/>
                  <a:pt x="92" y="46"/>
                </a:cubicBezTo>
                <a:moveTo>
                  <a:pt x="56" y="83"/>
                </a:moveTo>
                <a:cubicBezTo>
                  <a:pt x="56" y="83"/>
                  <a:pt x="34" y="89"/>
                  <a:pt x="34" y="89"/>
                </a:cubicBezTo>
                <a:cubicBezTo>
                  <a:pt x="32" y="90"/>
                  <a:pt x="31" y="91"/>
                  <a:pt x="31" y="93"/>
                </a:cubicBezTo>
                <a:cubicBezTo>
                  <a:pt x="31" y="95"/>
                  <a:pt x="33" y="97"/>
                  <a:pt x="35" y="97"/>
                </a:cubicBezTo>
                <a:cubicBezTo>
                  <a:pt x="35" y="97"/>
                  <a:pt x="37" y="96"/>
                  <a:pt x="37" y="96"/>
                </a:cubicBezTo>
                <a:cubicBezTo>
                  <a:pt x="56" y="91"/>
                  <a:pt x="56" y="91"/>
                  <a:pt x="56" y="91"/>
                </a:cubicBezTo>
                <a:cubicBezTo>
                  <a:pt x="56" y="91"/>
                  <a:pt x="56" y="91"/>
                  <a:pt x="56" y="91"/>
                </a:cubicBezTo>
                <a:cubicBezTo>
                  <a:pt x="57" y="91"/>
                  <a:pt x="57" y="91"/>
                  <a:pt x="57" y="91"/>
                </a:cubicBezTo>
                <a:cubicBezTo>
                  <a:pt x="59" y="91"/>
                  <a:pt x="61" y="92"/>
                  <a:pt x="61" y="94"/>
                </a:cubicBezTo>
                <a:cubicBezTo>
                  <a:pt x="61" y="96"/>
                  <a:pt x="60" y="97"/>
                  <a:pt x="58" y="98"/>
                </a:cubicBezTo>
                <a:cubicBezTo>
                  <a:pt x="39" y="103"/>
                  <a:pt x="39" y="103"/>
                  <a:pt x="39" y="103"/>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2" name="Freeform 195">
            <a:extLst>
              <a:ext uri="{FF2B5EF4-FFF2-40B4-BE49-F238E27FC236}">
                <a16:creationId xmlns:a16="http://schemas.microsoft.com/office/drawing/2014/main" id="{FEBE18CA-AF23-40C2-BCA2-0DAC0B68B97A}"/>
              </a:ext>
            </a:extLst>
          </p:cNvPr>
          <p:cNvSpPr>
            <a:spLocks noEditPoints="1"/>
          </p:cNvSpPr>
          <p:nvPr/>
        </p:nvSpPr>
        <p:spPr bwMode="auto">
          <a:xfrm>
            <a:off x="8486775" y="2038350"/>
            <a:ext cx="387350" cy="400050"/>
          </a:xfrm>
          <a:custGeom>
            <a:avLst/>
            <a:gdLst>
              <a:gd name="T0" fmla="*/ 38 w 102"/>
              <a:gd name="T1" fmla="*/ 11 h 105"/>
              <a:gd name="T2" fmla="*/ 89 w 102"/>
              <a:gd name="T3" fmla="*/ 42 h 105"/>
              <a:gd name="T4" fmla="*/ 102 w 102"/>
              <a:gd name="T5" fmla="*/ 68 h 105"/>
              <a:gd name="T6" fmla="*/ 91 w 102"/>
              <a:gd name="T7" fmla="*/ 68 h 105"/>
              <a:gd name="T8" fmla="*/ 91 w 102"/>
              <a:gd name="T9" fmla="*/ 85 h 105"/>
              <a:gd name="T10" fmla="*/ 86 w 102"/>
              <a:gd name="T11" fmla="*/ 91 h 105"/>
              <a:gd name="T12" fmla="*/ 74 w 102"/>
              <a:gd name="T13" fmla="*/ 91 h 105"/>
              <a:gd name="T14" fmla="*/ 74 w 102"/>
              <a:gd name="T15" fmla="*/ 105 h 105"/>
              <a:gd name="T16" fmla="*/ 28 w 102"/>
              <a:gd name="T17" fmla="*/ 105 h 105"/>
              <a:gd name="T18" fmla="*/ 28 w 102"/>
              <a:gd name="T19" fmla="*/ 90 h 105"/>
              <a:gd name="T20" fmla="*/ 22 w 102"/>
              <a:gd name="T21" fmla="*/ 79 h 105"/>
              <a:gd name="T22" fmla="*/ 57 w 102"/>
              <a:gd name="T23" fmla="*/ 48 h 105"/>
              <a:gd name="T24" fmla="*/ 57 w 102"/>
              <a:gd name="T25" fmla="*/ 41 h 105"/>
              <a:gd name="T26" fmla="*/ 49 w 102"/>
              <a:gd name="T27" fmla="*/ 37 h 105"/>
              <a:gd name="T28" fmla="*/ 48 w 102"/>
              <a:gd name="T29" fmla="*/ 35 h 105"/>
              <a:gd name="T30" fmla="*/ 51 w 102"/>
              <a:gd name="T31" fmla="*/ 27 h 105"/>
              <a:gd name="T32" fmla="*/ 46 w 102"/>
              <a:gd name="T33" fmla="*/ 22 h 105"/>
              <a:gd name="T34" fmla="*/ 38 w 102"/>
              <a:gd name="T35" fmla="*/ 25 h 105"/>
              <a:gd name="T36" fmla="*/ 35 w 102"/>
              <a:gd name="T37" fmla="*/ 24 h 105"/>
              <a:gd name="T38" fmla="*/ 32 w 102"/>
              <a:gd name="T39" fmla="*/ 16 h 105"/>
              <a:gd name="T40" fmla="*/ 25 w 102"/>
              <a:gd name="T41" fmla="*/ 16 h 105"/>
              <a:gd name="T42" fmla="*/ 22 w 102"/>
              <a:gd name="T43" fmla="*/ 24 h 105"/>
              <a:gd name="T44" fmla="*/ 19 w 102"/>
              <a:gd name="T45" fmla="*/ 25 h 105"/>
              <a:gd name="T46" fmla="*/ 11 w 102"/>
              <a:gd name="T47" fmla="*/ 22 h 105"/>
              <a:gd name="T48" fmla="*/ 6 w 102"/>
              <a:gd name="T49" fmla="*/ 27 h 105"/>
              <a:gd name="T50" fmla="*/ 10 w 102"/>
              <a:gd name="T51" fmla="*/ 35 h 105"/>
              <a:gd name="T52" fmla="*/ 8 w 102"/>
              <a:gd name="T53" fmla="*/ 37 h 105"/>
              <a:gd name="T54" fmla="*/ 0 w 102"/>
              <a:gd name="T55" fmla="*/ 41 h 105"/>
              <a:gd name="T56" fmla="*/ 0 w 102"/>
              <a:gd name="T57" fmla="*/ 48 h 105"/>
              <a:gd name="T58" fmla="*/ 8 w 102"/>
              <a:gd name="T59" fmla="*/ 51 h 105"/>
              <a:gd name="T60" fmla="*/ 10 w 102"/>
              <a:gd name="T61" fmla="*/ 54 h 105"/>
              <a:gd name="T62" fmla="*/ 6 w 102"/>
              <a:gd name="T63" fmla="*/ 62 h 105"/>
              <a:gd name="T64" fmla="*/ 11 w 102"/>
              <a:gd name="T65" fmla="*/ 67 h 105"/>
              <a:gd name="T66" fmla="*/ 19 w 102"/>
              <a:gd name="T67" fmla="*/ 63 h 105"/>
              <a:gd name="T68" fmla="*/ 22 w 102"/>
              <a:gd name="T69" fmla="*/ 64 h 105"/>
              <a:gd name="T70" fmla="*/ 25 w 102"/>
              <a:gd name="T71" fmla="*/ 72 h 105"/>
              <a:gd name="T72" fmla="*/ 32 w 102"/>
              <a:gd name="T73" fmla="*/ 72 h 105"/>
              <a:gd name="T74" fmla="*/ 35 w 102"/>
              <a:gd name="T75" fmla="*/ 64 h 105"/>
              <a:gd name="T76" fmla="*/ 38 w 102"/>
              <a:gd name="T77" fmla="*/ 63 h 105"/>
              <a:gd name="T78" fmla="*/ 46 w 102"/>
              <a:gd name="T79" fmla="*/ 67 h 105"/>
              <a:gd name="T80" fmla="*/ 51 w 102"/>
              <a:gd name="T81" fmla="*/ 62 h 105"/>
              <a:gd name="T82" fmla="*/ 48 w 102"/>
              <a:gd name="T83" fmla="*/ 54 h 105"/>
              <a:gd name="T84" fmla="*/ 49 w 102"/>
              <a:gd name="T85" fmla="*/ 51 h 105"/>
              <a:gd name="T86" fmla="*/ 57 w 102"/>
              <a:gd name="T87" fmla="*/ 48 h 105"/>
              <a:gd name="T88" fmla="*/ 29 w 102"/>
              <a:gd name="T89" fmla="*/ 32 h 105"/>
              <a:gd name="T90" fmla="*/ 17 w 102"/>
              <a:gd name="T91" fmla="*/ 44 h 105"/>
              <a:gd name="T92" fmla="*/ 29 w 102"/>
              <a:gd name="T93" fmla="*/ 56 h 105"/>
              <a:gd name="T94" fmla="*/ 41 w 102"/>
              <a:gd name="T95" fmla="*/ 44 h 105"/>
              <a:gd name="T96" fmla="*/ 29 w 102"/>
              <a:gd name="T97" fmla="*/ 32 h 105"/>
              <a:gd name="T98" fmla="*/ 74 w 102"/>
              <a:gd name="T99" fmla="*/ 91 h 105"/>
              <a:gd name="T100" fmla="*/ 67 w 102"/>
              <a:gd name="T101" fmla="*/ 9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2" h="105">
                <a:moveTo>
                  <a:pt x="38" y="11"/>
                </a:moveTo>
                <a:cubicBezTo>
                  <a:pt x="94" y="0"/>
                  <a:pt x="89" y="42"/>
                  <a:pt x="89" y="42"/>
                </a:cubicBezTo>
                <a:cubicBezTo>
                  <a:pt x="102" y="68"/>
                  <a:pt x="102" y="68"/>
                  <a:pt x="102" y="68"/>
                </a:cubicBezTo>
                <a:cubicBezTo>
                  <a:pt x="91" y="68"/>
                  <a:pt x="91" y="68"/>
                  <a:pt x="91" y="68"/>
                </a:cubicBezTo>
                <a:cubicBezTo>
                  <a:pt x="91" y="85"/>
                  <a:pt x="91" y="85"/>
                  <a:pt x="91" y="85"/>
                </a:cubicBezTo>
                <a:cubicBezTo>
                  <a:pt x="91" y="88"/>
                  <a:pt x="89" y="91"/>
                  <a:pt x="86" y="91"/>
                </a:cubicBezTo>
                <a:cubicBezTo>
                  <a:pt x="74" y="91"/>
                  <a:pt x="74" y="91"/>
                  <a:pt x="74" y="91"/>
                </a:cubicBezTo>
                <a:cubicBezTo>
                  <a:pt x="74" y="105"/>
                  <a:pt x="74" y="105"/>
                  <a:pt x="74" y="105"/>
                </a:cubicBezTo>
                <a:moveTo>
                  <a:pt x="28" y="105"/>
                </a:moveTo>
                <a:cubicBezTo>
                  <a:pt x="28" y="90"/>
                  <a:pt x="28" y="90"/>
                  <a:pt x="28" y="90"/>
                </a:cubicBezTo>
                <a:cubicBezTo>
                  <a:pt x="22" y="79"/>
                  <a:pt x="22" y="79"/>
                  <a:pt x="22" y="79"/>
                </a:cubicBezTo>
                <a:moveTo>
                  <a:pt x="57" y="48"/>
                </a:moveTo>
                <a:cubicBezTo>
                  <a:pt x="57" y="41"/>
                  <a:pt x="57" y="41"/>
                  <a:pt x="57" y="41"/>
                </a:cubicBezTo>
                <a:cubicBezTo>
                  <a:pt x="49" y="37"/>
                  <a:pt x="49" y="37"/>
                  <a:pt x="49" y="37"/>
                </a:cubicBezTo>
                <a:cubicBezTo>
                  <a:pt x="49" y="37"/>
                  <a:pt x="48" y="36"/>
                  <a:pt x="48" y="35"/>
                </a:cubicBezTo>
                <a:cubicBezTo>
                  <a:pt x="51" y="27"/>
                  <a:pt x="51" y="27"/>
                  <a:pt x="51" y="27"/>
                </a:cubicBezTo>
                <a:cubicBezTo>
                  <a:pt x="46" y="22"/>
                  <a:pt x="46" y="22"/>
                  <a:pt x="46" y="22"/>
                </a:cubicBezTo>
                <a:cubicBezTo>
                  <a:pt x="38" y="25"/>
                  <a:pt x="38" y="25"/>
                  <a:pt x="38" y="25"/>
                </a:cubicBezTo>
                <a:cubicBezTo>
                  <a:pt x="37" y="25"/>
                  <a:pt x="36" y="24"/>
                  <a:pt x="35" y="24"/>
                </a:cubicBezTo>
                <a:cubicBezTo>
                  <a:pt x="32" y="16"/>
                  <a:pt x="32" y="16"/>
                  <a:pt x="32" y="16"/>
                </a:cubicBezTo>
                <a:cubicBezTo>
                  <a:pt x="25" y="16"/>
                  <a:pt x="25" y="16"/>
                  <a:pt x="25" y="16"/>
                </a:cubicBezTo>
                <a:cubicBezTo>
                  <a:pt x="22" y="24"/>
                  <a:pt x="22" y="24"/>
                  <a:pt x="22" y="24"/>
                </a:cubicBezTo>
                <a:cubicBezTo>
                  <a:pt x="21" y="24"/>
                  <a:pt x="20" y="25"/>
                  <a:pt x="19" y="25"/>
                </a:cubicBezTo>
                <a:cubicBezTo>
                  <a:pt x="11" y="22"/>
                  <a:pt x="11" y="22"/>
                  <a:pt x="11" y="22"/>
                </a:cubicBezTo>
                <a:cubicBezTo>
                  <a:pt x="6" y="27"/>
                  <a:pt x="6" y="27"/>
                  <a:pt x="6" y="27"/>
                </a:cubicBezTo>
                <a:cubicBezTo>
                  <a:pt x="10" y="35"/>
                  <a:pt x="10" y="35"/>
                  <a:pt x="10" y="35"/>
                </a:cubicBezTo>
                <a:cubicBezTo>
                  <a:pt x="9" y="36"/>
                  <a:pt x="9" y="37"/>
                  <a:pt x="8" y="37"/>
                </a:cubicBezTo>
                <a:cubicBezTo>
                  <a:pt x="0" y="41"/>
                  <a:pt x="0" y="41"/>
                  <a:pt x="0" y="41"/>
                </a:cubicBezTo>
                <a:cubicBezTo>
                  <a:pt x="0" y="48"/>
                  <a:pt x="0" y="48"/>
                  <a:pt x="0" y="48"/>
                </a:cubicBezTo>
                <a:cubicBezTo>
                  <a:pt x="8" y="51"/>
                  <a:pt x="8" y="51"/>
                  <a:pt x="8" y="51"/>
                </a:cubicBezTo>
                <a:cubicBezTo>
                  <a:pt x="9" y="52"/>
                  <a:pt x="9" y="53"/>
                  <a:pt x="10" y="54"/>
                </a:cubicBezTo>
                <a:cubicBezTo>
                  <a:pt x="6" y="62"/>
                  <a:pt x="6" y="62"/>
                  <a:pt x="6" y="62"/>
                </a:cubicBezTo>
                <a:cubicBezTo>
                  <a:pt x="11" y="67"/>
                  <a:pt x="11" y="67"/>
                  <a:pt x="11" y="67"/>
                </a:cubicBezTo>
                <a:cubicBezTo>
                  <a:pt x="19" y="63"/>
                  <a:pt x="19" y="63"/>
                  <a:pt x="19" y="63"/>
                </a:cubicBezTo>
                <a:cubicBezTo>
                  <a:pt x="20" y="64"/>
                  <a:pt x="21" y="64"/>
                  <a:pt x="22" y="64"/>
                </a:cubicBezTo>
                <a:cubicBezTo>
                  <a:pt x="25" y="72"/>
                  <a:pt x="25" y="72"/>
                  <a:pt x="25" y="72"/>
                </a:cubicBezTo>
                <a:cubicBezTo>
                  <a:pt x="32" y="72"/>
                  <a:pt x="32" y="72"/>
                  <a:pt x="32" y="72"/>
                </a:cubicBezTo>
                <a:cubicBezTo>
                  <a:pt x="35" y="64"/>
                  <a:pt x="35" y="64"/>
                  <a:pt x="35" y="64"/>
                </a:cubicBezTo>
                <a:cubicBezTo>
                  <a:pt x="36" y="64"/>
                  <a:pt x="37" y="64"/>
                  <a:pt x="38" y="63"/>
                </a:cubicBezTo>
                <a:cubicBezTo>
                  <a:pt x="46" y="67"/>
                  <a:pt x="46" y="67"/>
                  <a:pt x="46" y="67"/>
                </a:cubicBezTo>
                <a:cubicBezTo>
                  <a:pt x="51" y="62"/>
                  <a:pt x="51" y="62"/>
                  <a:pt x="51" y="62"/>
                </a:cubicBezTo>
                <a:cubicBezTo>
                  <a:pt x="48" y="54"/>
                  <a:pt x="48" y="54"/>
                  <a:pt x="48" y="54"/>
                </a:cubicBezTo>
                <a:cubicBezTo>
                  <a:pt x="48" y="53"/>
                  <a:pt x="49" y="52"/>
                  <a:pt x="49" y="51"/>
                </a:cubicBezTo>
                <a:lnTo>
                  <a:pt x="57" y="48"/>
                </a:lnTo>
                <a:close/>
                <a:moveTo>
                  <a:pt x="29" y="32"/>
                </a:moveTo>
                <a:cubicBezTo>
                  <a:pt x="22" y="32"/>
                  <a:pt x="17" y="38"/>
                  <a:pt x="17" y="44"/>
                </a:cubicBezTo>
                <a:cubicBezTo>
                  <a:pt x="17" y="51"/>
                  <a:pt x="22" y="56"/>
                  <a:pt x="29" y="56"/>
                </a:cubicBezTo>
                <a:cubicBezTo>
                  <a:pt x="35" y="56"/>
                  <a:pt x="41" y="51"/>
                  <a:pt x="41" y="44"/>
                </a:cubicBezTo>
                <a:cubicBezTo>
                  <a:pt x="41" y="38"/>
                  <a:pt x="35" y="32"/>
                  <a:pt x="29" y="32"/>
                </a:cubicBezTo>
                <a:close/>
                <a:moveTo>
                  <a:pt x="74" y="91"/>
                </a:moveTo>
                <a:cubicBezTo>
                  <a:pt x="67" y="91"/>
                  <a:pt x="67" y="91"/>
                  <a:pt x="67" y="91"/>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3" name="Freeform 196">
            <a:extLst>
              <a:ext uri="{FF2B5EF4-FFF2-40B4-BE49-F238E27FC236}">
                <a16:creationId xmlns:a16="http://schemas.microsoft.com/office/drawing/2014/main" id="{3B8BA4BA-9204-4A9C-BAB4-597941527C69}"/>
              </a:ext>
            </a:extLst>
          </p:cNvPr>
          <p:cNvSpPr>
            <a:spLocks noEditPoints="1"/>
          </p:cNvSpPr>
          <p:nvPr/>
        </p:nvSpPr>
        <p:spPr bwMode="auto">
          <a:xfrm>
            <a:off x="9156700" y="922338"/>
            <a:ext cx="509588" cy="285750"/>
          </a:xfrm>
          <a:custGeom>
            <a:avLst/>
            <a:gdLst>
              <a:gd name="T0" fmla="*/ 32 w 134"/>
              <a:gd name="T1" fmla="*/ 61 h 75"/>
              <a:gd name="T2" fmla="*/ 31 w 134"/>
              <a:gd name="T3" fmla="*/ 55 h 75"/>
              <a:gd name="T4" fmla="*/ 39 w 134"/>
              <a:gd name="T5" fmla="*/ 48 h 75"/>
              <a:gd name="T6" fmla="*/ 44 w 134"/>
              <a:gd name="T7" fmla="*/ 52 h 75"/>
              <a:gd name="T8" fmla="*/ 37 w 134"/>
              <a:gd name="T9" fmla="*/ 61 h 75"/>
              <a:gd name="T10" fmla="*/ 81 w 134"/>
              <a:gd name="T11" fmla="*/ 54 h 75"/>
              <a:gd name="T12" fmla="*/ 97 w 134"/>
              <a:gd name="T13" fmla="*/ 61 h 75"/>
              <a:gd name="T14" fmla="*/ 98 w 134"/>
              <a:gd name="T15" fmla="*/ 54 h 75"/>
              <a:gd name="T16" fmla="*/ 82 w 134"/>
              <a:gd name="T17" fmla="*/ 66 h 75"/>
              <a:gd name="T18" fmla="*/ 89 w 134"/>
              <a:gd name="T19" fmla="*/ 67 h 75"/>
              <a:gd name="T20" fmla="*/ 91 w 134"/>
              <a:gd name="T21" fmla="*/ 61 h 75"/>
              <a:gd name="T22" fmla="*/ 73 w 134"/>
              <a:gd name="T23" fmla="*/ 72 h 75"/>
              <a:gd name="T24" fmla="*/ 80 w 134"/>
              <a:gd name="T25" fmla="*/ 72 h 75"/>
              <a:gd name="T26" fmla="*/ 82 w 134"/>
              <a:gd name="T27" fmla="*/ 66 h 75"/>
              <a:gd name="T28" fmla="*/ 63 w 134"/>
              <a:gd name="T29" fmla="*/ 73 h 75"/>
              <a:gd name="T30" fmla="*/ 71 w 134"/>
              <a:gd name="T31" fmla="*/ 72 h 75"/>
              <a:gd name="T32" fmla="*/ 43 w 134"/>
              <a:gd name="T33" fmla="*/ 67 h 75"/>
              <a:gd name="T34" fmla="*/ 52 w 134"/>
              <a:gd name="T35" fmla="*/ 51 h 75"/>
              <a:gd name="T36" fmla="*/ 46 w 134"/>
              <a:gd name="T37" fmla="*/ 51 h 75"/>
              <a:gd name="T38" fmla="*/ 37 w 134"/>
              <a:gd name="T39" fmla="*/ 67 h 75"/>
              <a:gd name="T40" fmla="*/ 43 w 134"/>
              <a:gd name="T41" fmla="*/ 67 h 75"/>
              <a:gd name="T42" fmla="*/ 59 w 134"/>
              <a:gd name="T43" fmla="*/ 61 h 75"/>
              <a:gd name="T44" fmla="*/ 55 w 134"/>
              <a:gd name="T45" fmla="*/ 54 h 75"/>
              <a:gd name="T46" fmla="*/ 44 w 134"/>
              <a:gd name="T47" fmla="*/ 65 h 75"/>
              <a:gd name="T48" fmla="*/ 48 w 134"/>
              <a:gd name="T49" fmla="*/ 71 h 75"/>
              <a:gd name="T50" fmla="*/ 62 w 134"/>
              <a:gd name="T51" fmla="*/ 69 h 75"/>
              <a:gd name="T52" fmla="*/ 63 w 134"/>
              <a:gd name="T53" fmla="*/ 62 h 75"/>
              <a:gd name="T54" fmla="*/ 57 w 134"/>
              <a:gd name="T55" fmla="*/ 63 h 75"/>
              <a:gd name="T56" fmla="*/ 52 w 134"/>
              <a:gd name="T57" fmla="*/ 74 h 75"/>
              <a:gd name="T58" fmla="*/ 58 w 134"/>
              <a:gd name="T59" fmla="*/ 73 h 75"/>
              <a:gd name="T60" fmla="*/ 115 w 134"/>
              <a:gd name="T61" fmla="*/ 0 h 75"/>
              <a:gd name="T62" fmla="*/ 111 w 134"/>
              <a:gd name="T63" fmla="*/ 45 h 75"/>
              <a:gd name="T64" fmla="*/ 134 w 134"/>
              <a:gd name="T65" fmla="*/ 35 h 75"/>
              <a:gd name="T66" fmla="*/ 72 w 134"/>
              <a:gd name="T67" fmla="*/ 19 h 75"/>
              <a:gd name="T68" fmla="*/ 66 w 134"/>
              <a:gd name="T69" fmla="*/ 19 h 75"/>
              <a:gd name="T70" fmla="*/ 46 w 134"/>
              <a:gd name="T71" fmla="*/ 29 h 75"/>
              <a:gd name="T72" fmla="*/ 64 w 134"/>
              <a:gd name="T73" fmla="*/ 33 h 75"/>
              <a:gd name="T74" fmla="*/ 98 w 134"/>
              <a:gd name="T75" fmla="*/ 54 h 75"/>
              <a:gd name="T76" fmla="*/ 104 w 134"/>
              <a:gd name="T77" fmla="*/ 47 h 75"/>
              <a:gd name="T78" fmla="*/ 98 w 134"/>
              <a:gd name="T79" fmla="*/ 54 h 75"/>
              <a:gd name="T80" fmla="*/ 34 w 134"/>
              <a:gd name="T81" fmla="*/ 53 h 75"/>
              <a:gd name="T82" fmla="*/ 20 w 134"/>
              <a:gd name="T83" fmla="*/ 49 h 75"/>
              <a:gd name="T84" fmla="*/ 28 w 134"/>
              <a:gd name="T85" fmla="*/ 0 h 75"/>
              <a:gd name="T86" fmla="*/ 32 w 134"/>
              <a:gd name="T87" fmla="*/ 54 h 75"/>
              <a:gd name="T88" fmla="*/ 44 w 134"/>
              <a:gd name="T89"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4" h="75">
                <a:moveTo>
                  <a:pt x="35" y="62"/>
                </a:moveTo>
                <a:cubicBezTo>
                  <a:pt x="34" y="62"/>
                  <a:pt x="33" y="62"/>
                  <a:pt x="32" y="61"/>
                </a:cubicBezTo>
                <a:cubicBezTo>
                  <a:pt x="31" y="60"/>
                  <a:pt x="30" y="59"/>
                  <a:pt x="30" y="58"/>
                </a:cubicBezTo>
                <a:cubicBezTo>
                  <a:pt x="30" y="57"/>
                  <a:pt x="31" y="56"/>
                  <a:pt x="31" y="55"/>
                </a:cubicBezTo>
                <a:cubicBezTo>
                  <a:pt x="37" y="49"/>
                  <a:pt x="37" y="49"/>
                  <a:pt x="37" y="49"/>
                </a:cubicBezTo>
                <a:cubicBezTo>
                  <a:pt x="37" y="49"/>
                  <a:pt x="38" y="48"/>
                  <a:pt x="39" y="48"/>
                </a:cubicBezTo>
                <a:cubicBezTo>
                  <a:pt x="40" y="48"/>
                  <a:pt x="41" y="48"/>
                  <a:pt x="42" y="49"/>
                </a:cubicBezTo>
                <a:cubicBezTo>
                  <a:pt x="43" y="50"/>
                  <a:pt x="43" y="51"/>
                  <a:pt x="44" y="52"/>
                </a:cubicBezTo>
                <a:cubicBezTo>
                  <a:pt x="44" y="53"/>
                  <a:pt x="43" y="54"/>
                  <a:pt x="43" y="55"/>
                </a:cubicBezTo>
                <a:cubicBezTo>
                  <a:pt x="37" y="61"/>
                  <a:pt x="37" y="61"/>
                  <a:pt x="37" y="61"/>
                </a:cubicBezTo>
                <a:cubicBezTo>
                  <a:pt x="37" y="61"/>
                  <a:pt x="36" y="62"/>
                  <a:pt x="35" y="62"/>
                </a:cubicBezTo>
                <a:close/>
                <a:moveTo>
                  <a:pt x="81" y="54"/>
                </a:moveTo>
                <a:cubicBezTo>
                  <a:pt x="81" y="54"/>
                  <a:pt x="91" y="62"/>
                  <a:pt x="94" y="62"/>
                </a:cubicBezTo>
                <a:cubicBezTo>
                  <a:pt x="96" y="63"/>
                  <a:pt x="96" y="62"/>
                  <a:pt x="97" y="61"/>
                </a:cubicBezTo>
                <a:cubicBezTo>
                  <a:pt x="99" y="60"/>
                  <a:pt x="99" y="58"/>
                  <a:pt x="99" y="57"/>
                </a:cubicBezTo>
                <a:cubicBezTo>
                  <a:pt x="99" y="56"/>
                  <a:pt x="99" y="55"/>
                  <a:pt x="98" y="54"/>
                </a:cubicBezTo>
                <a:moveTo>
                  <a:pt x="73" y="59"/>
                </a:moveTo>
                <a:cubicBezTo>
                  <a:pt x="82" y="66"/>
                  <a:pt x="82" y="66"/>
                  <a:pt x="82" y="66"/>
                </a:cubicBezTo>
                <a:cubicBezTo>
                  <a:pt x="83" y="67"/>
                  <a:pt x="84" y="68"/>
                  <a:pt x="85" y="68"/>
                </a:cubicBezTo>
                <a:cubicBezTo>
                  <a:pt x="87" y="68"/>
                  <a:pt x="88" y="68"/>
                  <a:pt x="89" y="67"/>
                </a:cubicBezTo>
                <a:cubicBezTo>
                  <a:pt x="90" y="66"/>
                  <a:pt x="91" y="64"/>
                  <a:pt x="91" y="63"/>
                </a:cubicBezTo>
                <a:cubicBezTo>
                  <a:pt x="91" y="62"/>
                  <a:pt x="91" y="61"/>
                  <a:pt x="91" y="61"/>
                </a:cubicBezTo>
                <a:moveTo>
                  <a:pt x="69" y="68"/>
                </a:moveTo>
                <a:cubicBezTo>
                  <a:pt x="73" y="72"/>
                  <a:pt x="73" y="72"/>
                  <a:pt x="73" y="72"/>
                </a:cubicBezTo>
                <a:cubicBezTo>
                  <a:pt x="74" y="73"/>
                  <a:pt x="75" y="73"/>
                  <a:pt x="77" y="73"/>
                </a:cubicBezTo>
                <a:cubicBezTo>
                  <a:pt x="78" y="73"/>
                  <a:pt x="79" y="73"/>
                  <a:pt x="80" y="72"/>
                </a:cubicBezTo>
                <a:cubicBezTo>
                  <a:pt x="81" y="71"/>
                  <a:pt x="82" y="69"/>
                  <a:pt x="82" y="68"/>
                </a:cubicBezTo>
                <a:cubicBezTo>
                  <a:pt x="82" y="67"/>
                  <a:pt x="82" y="67"/>
                  <a:pt x="82" y="66"/>
                </a:cubicBezTo>
                <a:moveTo>
                  <a:pt x="60" y="71"/>
                </a:moveTo>
                <a:cubicBezTo>
                  <a:pt x="63" y="73"/>
                  <a:pt x="63" y="73"/>
                  <a:pt x="63" y="73"/>
                </a:cubicBezTo>
                <a:cubicBezTo>
                  <a:pt x="63" y="73"/>
                  <a:pt x="65" y="74"/>
                  <a:pt x="67" y="74"/>
                </a:cubicBezTo>
                <a:cubicBezTo>
                  <a:pt x="69" y="74"/>
                  <a:pt x="70" y="73"/>
                  <a:pt x="71" y="72"/>
                </a:cubicBezTo>
                <a:cubicBezTo>
                  <a:pt x="72" y="72"/>
                  <a:pt x="72" y="72"/>
                  <a:pt x="72" y="71"/>
                </a:cubicBezTo>
                <a:moveTo>
                  <a:pt x="43" y="67"/>
                </a:moveTo>
                <a:cubicBezTo>
                  <a:pt x="52" y="56"/>
                  <a:pt x="52" y="56"/>
                  <a:pt x="52" y="56"/>
                </a:cubicBezTo>
                <a:cubicBezTo>
                  <a:pt x="53" y="55"/>
                  <a:pt x="53" y="52"/>
                  <a:pt x="52" y="51"/>
                </a:cubicBezTo>
                <a:cubicBezTo>
                  <a:pt x="51" y="50"/>
                  <a:pt x="49" y="50"/>
                  <a:pt x="48" y="50"/>
                </a:cubicBezTo>
                <a:cubicBezTo>
                  <a:pt x="47" y="50"/>
                  <a:pt x="47" y="50"/>
                  <a:pt x="46" y="51"/>
                </a:cubicBezTo>
                <a:cubicBezTo>
                  <a:pt x="37" y="61"/>
                  <a:pt x="37" y="61"/>
                  <a:pt x="37" y="61"/>
                </a:cubicBezTo>
                <a:cubicBezTo>
                  <a:pt x="35" y="63"/>
                  <a:pt x="35" y="65"/>
                  <a:pt x="37" y="67"/>
                </a:cubicBezTo>
                <a:cubicBezTo>
                  <a:pt x="38" y="68"/>
                  <a:pt x="39" y="68"/>
                  <a:pt x="40" y="68"/>
                </a:cubicBezTo>
                <a:cubicBezTo>
                  <a:pt x="41" y="68"/>
                  <a:pt x="42" y="67"/>
                  <a:pt x="43" y="67"/>
                </a:cubicBezTo>
                <a:close/>
                <a:moveTo>
                  <a:pt x="50" y="70"/>
                </a:moveTo>
                <a:cubicBezTo>
                  <a:pt x="59" y="61"/>
                  <a:pt x="59" y="61"/>
                  <a:pt x="59" y="61"/>
                </a:cubicBezTo>
                <a:cubicBezTo>
                  <a:pt x="60" y="59"/>
                  <a:pt x="60" y="57"/>
                  <a:pt x="58" y="55"/>
                </a:cubicBezTo>
                <a:cubicBezTo>
                  <a:pt x="57" y="54"/>
                  <a:pt x="56" y="54"/>
                  <a:pt x="55" y="54"/>
                </a:cubicBezTo>
                <a:cubicBezTo>
                  <a:pt x="54" y="54"/>
                  <a:pt x="53" y="55"/>
                  <a:pt x="53" y="55"/>
                </a:cubicBezTo>
                <a:cubicBezTo>
                  <a:pt x="44" y="65"/>
                  <a:pt x="44" y="65"/>
                  <a:pt x="44" y="65"/>
                </a:cubicBezTo>
                <a:cubicBezTo>
                  <a:pt x="43" y="66"/>
                  <a:pt x="43" y="69"/>
                  <a:pt x="45" y="70"/>
                </a:cubicBezTo>
                <a:cubicBezTo>
                  <a:pt x="45" y="71"/>
                  <a:pt x="47" y="72"/>
                  <a:pt x="48" y="71"/>
                </a:cubicBezTo>
                <a:cubicBezTo>
                  <a:pt x="49" y="71"/>
                  <a:pt x="50" y="71"/>
                  <a:pt x="50" y="70"/>
                </a:cubicBezTo>
                <a:close/>
                <a:moveTo>
                  <a:pt x="62" y="69"/>
                </a:moveTo>
                <a:cubicBezTo>
                  <a:pt x="63" y="68"/>
                  <a:pt x="63" y="68"/>
                  <a:pt x="63" y="68"/>
                </a:cubicBezTo>
                <a:cubicBezTo>
                  <a:pt x="64" y="66"/>
                  <a:pt x="64" y="64"/>
                  <a:pt x="63" y="62"/>
                </a:cubicBezTo>
                <a:cubicBezTo>
                  <a:pt x="62" y="61"/>
                  <a:pt x="61" y="61"/>
                  <a:pt x="59" y="61"/>
                </a:cubicBezTo>
                <a:cubicBezTo>
                  <a:pt x="59" y="61"/>
                  <a:pt x="58" y="62"/>
                  <a:pt x="57" y="63"/>
                </a:cubicBezTo>
                <a:cubicBezTo>
                  <a:pt x="52" y="68"/>
                  <a:pt x="52" y="68"/>
                  <a:pt x="52" y="68"/>
                </a:cubicBezTo>
                <a:cubicBezTo>
                  <a:pt x="51" y="70"/>
                  <a:pt x="51" y="72"/>
                  <a:pt x="52" y="74"/>
                </a:cubicBezTo>
                <a:cubicBezTo>
                  <a:pt x="53" y="74"/>
                  <a:pt x="55" y="75"/>
                  <a:pt x="56" y="75"/>
                </a:cubicBezTo>
                <a:cubicBezTo>
                  <a:pt x="57" y="74"/>
                  <a:pt x="57" y="74"/>
                  <a:pt x="58" y="73"/>
                </a:cubicBezTo>
                <a:lnTo>
                  <a:pt x="62" y="69"/>
                </a:lnTo>
                <a:close/>
                <a:moveTo>
                  <a:pt x="115" y="0"/>
                </a:moveTo>
                <a:cubicBezTo>
                  <a:pt x="106" y="4"/>
                  <a:pt x="94" y="11"/>
                  <a:pt x="92" y="12"/>
                </a:cubicBezTo>
                <a:cubicBezTo>
                  <a:pt x="94" y="15"/>
                  <a:pt x="102" y="28"/>
                  <a:pt x="111" y="45"/>
                </a:cubicBezTo>
                <a:cubicBezTo>
                  <a:pt x="112" y="47"/>
                  <a:pt x="112" y="47"/>
                  <a:pt x="112" y="47"/>
                </a:cubicBezTo>
                <a:cubicBezTo>
                  <a:pt x="134" y="35"/>
                  <a:pt x="134" y="35"/>
                  <a:pt x="134" y="35"/>
                </a:cubicBezTo>
                <a:moveTo>
                  <a:pt x="95" y="17"/>
                </a:moveTo>
                <a:cubicBezTo>
                  <a:pt x="84" y="13"/>
                  <a:pt x="79" y="19"/>
                  <a:pt x="72" y="19"/>
                </a:cubicBezTo>
                <a:cubicBezTo>
                  <a:pt x="70" y="19"/>
                  <a:pt x="68" y="19"/>
                  <a:pt x="66" y="19"/>
                </a:cubicBezTo>
                <a:cubicBezTo>
                  <a:pt x="66" y="19"/>
                  <a:pt x="66" y="19"/>
                  <a:pt x="66" y="19"/>
                </a:cubicBezTo>
                <a:cubicBezTo>
                  <a:pt x="65" y="19"/>
                  <a:pt x="65" y="19"/>
                  <a:pt x="64" y="20"/>
                </a:cubicBezTo>
                <a:cubicBezTo>
                  <a:pt x="46" y="29"/>
                  <a:pt x="46" y="29"/>
                  <a:pt x="46" y="29"/>
                </a:cubicBezTo>
                <a:cubicBezTo>
                  <a:pt x="38" y="33"/>
                  <a:pt x="46" y="39"/>
                  <a:pt x="49" y="39"/>
                </a:cubicBezTo>
                <a:cubicBezTo>
                  <a:pt x="52" y="38"/>
                  <a:pt x="59" y="35"/>
                  <a:pt x="64" y="33"/>
                </a:cubicBezTo>
                <a:cubicBezTo>
                  <a:pt x="66" y="32"/>
                  <a:pt x="70" y="33"/>
                  <a:pt x="72" y="34"/>
                </a:cubicBezTo>
                <a:cubicBezTo>
                  <a:pt x="80" y="40"/>
                  <a:pt x="97" y="53"/>
                  <a:pt x="98" y="54"/>
                </a:cubicBezTo>
                <a:moveTo>
                  <a:pt x="110" y="43"/>
                </a:moveTo>
                <a:cubicBezTo>
                  <a:pt x="109" y="44"/>
                  <a:pt x="105" y="46"/>
                  <a:pt x="104" y="47"/>
                </a:cubicBezTo>
                <a:cubicBezTo>
                  <a:pt x="104" y="47"/>
                  <a:pt x="103" y="48"/>
                  <a:pt x="102" y="49"/>
                </a:cubicBezTo>
                <a:cubicBezTo>
                  <a:pt x="101" y="51"/>
                  <a:pt x="100" y="53"/>
                  <a:pt x="98" y="54"/>
                </a:cubicBezTo>
                <a:moveTo>
                  <a:pt x="34" y="53"/>
                </a:moveTo>
                <a:cubicBezTo>
                  <a:pt x="34" y="53"/>
                  <a:pt x="34" y="53"/>
                  <a:pt x="34" y="53"/>
                </a:cubicBezTo>
                <a:moveTo>
                  <a:pt x="0" y="33"/>
                </a:moveTo>
                <a:cubicBezTo>
                  <a:pt x="20" y="49"/>
                  <a:pt x="20" y="49"/>
                  <a:pt x="20" y="49"/>
                </a:cubicBezTo>
                <a:cubicBezTo>
                  <a:pt x="47" y="15"/>
                  <a:pt x="47" y="15"/>
                  <a:pt x="47" y="15"/>
                </a:cubicBezTo>
                <a:cubicBezTo>
                  <a:pt x="28" y="0"/>
                  <a:pt x="28" y="0"/>
                  <a:pt x="28" y="0"/>
                </a:cubicBezTo>
                <a:moveTo>
                  <a:pt x="22" y="47"/>
                </a:moveTo>
                <a:cubicBezTo>
                  <a:pt x="27" y="51"/>
                  <a:pt x="32" y="54"/>
                  <a:pt x="32" y="54"/>
                </a:cubicBezTo>
                <a:moveTo>
                  <a:pt x="58" y="23"/>
                </a:moveTo>
                <a:cubicBezTo>
                  <a:pt x="55" y="22"/>
                  <a:pt x="49" y="19"/>
                  <a:pt x="44" y="18"/>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4" name="Freeform 197">
            <a:extLst>
              <a:ext uri="{FF2B5EF4-FFF2-40B4-BE49-F238E27FC236}">
                <a16:creationId xmlns:a16="http://schemas.microsoft.com/office/drawing/2014/main" id="{47813445-4F31-4B88-BF2E-EFD93C87ADD7}"/>
              </a:ext>
            </a:extLst>
          </p:cNvPr>
          <p:cNvSpPr>
            <a:spLocks noEditPoints="1"/>
          </p:cNvSpPr>
          <p:nvPr/>
        </p:nvSpPr>
        <p:spPr bwMode="auto">
          <a:xfrm>
            <a:off x="9217025" y="5681663"/>
            <a:ext cx="388938" cy="312738"/>
          </a:xfrm>
          <a:custGeom>
            <a:avLst/>
            <a:gdLst>
              <a:gd name="T0" fmla="*/ 102 w 102"/>
              <a:gd name="T1" fmla="*/ 82 h 82"/>
              <a:gd name="T2" fmla="*/ 0 w 102"/>
              <a:gd name="T3" fmla="*/ 82 h 82"/>
              <a:gd name="T4" fmla="*/ 25 w 102"/>
              <a:gd name="T5" fmla="*/ 60 h 82"/>
              <a:gd name="T6" fmla="*/ 11 w 102"/>
              <a:gd name="T7" fmla="*/ 60 h 82"/>
              <a:gd name="T8" fmla="*/ 11 w 102"/>
              <a:gd name="T9" fmla="*/ 82 h 82"/>
              <a:gd name="T10" fmla="*/ 25 w 102"/>
              <a:gd name="T11" fmla="*/ 82 h 82"/>
              <a:gd name="T12" fmla="*/ 25 w 102"/>
              <a:gd name="T13" fmla="*/ 60 h 82"/>
              <a:gd name="T14" fmla="*/ 47 w 102"/>
              <a:gd name="T15" fmla="*/ 38 h 82"/>
              <a:gd name="T16" fmla="*/ 33 w 102"/>
              <a:gd name="T17" fmla="*/ 38 h 82"/>
              <a:gd name="T18" fmla="*/ 33 w 102"/>
              <a:gd name="T19" fmla="*/ 82 h 82"/>
              <a:gd name="T20" fmla="*/ 47 w 102"/>
              <a:gd name="T21" fmla="*/ 82 h 82"/>
              <a:gd name="T22" fmla="*/ 47 w 102"/>
              <a:gd name="T23" fmla="*/ 38 h 82"/>
              <a:gd name="T24" fmla="*/ 69 w 102"/>
              <a:gd name="T25" fmla="*/ 47 h 82"/>
              <a:gd name="T26" fmla="*/ 55 w 102"/>
              <a:gd name="T27" fmla="*/ 47 h 82"/>
              <a:gd name="T28" fmla="*/ 55 w 102"/>
              <a:gd name="T29" fmla="*/ 82 h 82"/>
              <a:gd name="T30" fmla="*/ 69 w 102"/>
              <a:gd name="T31" fmla="*/ 82 h 82"/>
              <a:gd name="T32" fmla="*/ 69 w 102"/>
              <a:gd name="T33" fmla="*/ 47 h 82"/>
              <a:gd name="T34" fmla="*/ 91 w 102"/>
              <a:gd name="T35" fmla="*/ 25 h 82"/>
              <a:gd name="T36" fmla="*/ 77 w 102"/>
              <a:gd name="T37" fmla="*/ 25 h 82"/>
              <a:gd name="T38" fmla="*/ 77 w 102"/>
              <a:gd name="T39" fmla="*/ 82 h 82"/>
              <a:gd name="T40" fmla="*/ 91 w 102"/>
              <a:gd name="T41" fmla="*/ 82 h 82"/>
              <a:gd name="T42" fmla="*/ 91 w 102"/>
              <a:gd name="T43" fmla="*/ 25 h 82"/>
              <a:gd name="T44" fmla="*/ 18 w 102"/>
              <a:gd name="T45" fmla="*/ 36 h 82"/>
              <a:gd name="T46" fmla="*/ 14 w 102"/>
              <a:gd name="T47" fmla="*/ 40 h 82"/>
              <a:gd name="T48" fmla="*/ 18 w 102"/>
              <a:gd name="T49" fmla="*/ 44 h 82"/>
              <a:gd name="T50" fmla="*/ 22 w 102"/>
              <a:gd name="T51" fmla="*/ 40 h 82"/>
              <a:gd name="T52" fmla="*/ 18 w 102"/>
              <a:gd name="T53" fmla="*/ 36 h 82"/>
              <a:gd name="T54" fmla="*/ 40 w 102"/>
              <a:gd name="T55" fmla="*/ 15 h 82"/>
              <a:gd name="T56" fmla="*/ 36 w 102"/>
              <a:gd name="T57" fmla="*/ 19 h 82"/>
              <a:gd name="T58" fmla="*/ 40 w 102"/>
              <a:gd name="T59" fmla="*/ 23 h 82"/>
              <a:gd name="T60" fmla="*/ 44 w 102"/>
              <a:gd name="T61" fmla="*/ 19 h 82"/>
              <a:gd name="T62" fmla="*/ 40 w 102"/>
              <a:gd name="T63" fmla="*/ 15 h 82"/>
              <a:gd name="T64" fmla="*/ 62 w 102"/>
              <a:gd name="T65" fmla="*/ 25 h 82"/>
              <a:gd name="T66" fmla="*/ 58 w 102"/>
              <a:gd name="T67" fmla="*/ 29 h 82"/>
              <a:gd name="T68" fmla="*/ 62 w 102"/>
              <a:gd name="T69" fmla="*/ 33 h 82"/>
              <a:gd name="T70" fmla="*/ 66 w 102"/>
              <a:gd name="T71" fmla="*/ 29 h 82"/>
              <a:gd name="T72" fmla="*/ 62 w 102"/>
              <a:gd name="T73" fmla="*/ 25 h 82"/>
              <a:gd name="T74" fmla="*/ 84 w 102"/>
              <a:gd name="T75" fmla="*/ 0 h 82"/>
              <a:gd name="T76" fmla="*/ 80 w 102"/>
              <a:gd name="T77" fmla="*/ 4 h 82"/>
              <a:gd name="T78" fmla="*/ 84 w 102"/>
              <a:gd name="T79" fmla="*/ 8 h 82"/>
              <a:gd name="T80" fmla="*/ 88 w 102"/>
              <a:gd name="T81" fmla="*/ 4 h 82"/>
              <a:gd name="T82" fmla="*/ 84 w 102"/>
              <a:gd name="T83" fmla="*/ 0 h 82"/>
              <a:gd name="T84" fmla="*/ 64 w 102"/>
              <a:gd name="T85" fmla="*/ 26 h 82"/>
              <a:gd name="T86" fmla="*/ 81 w 102"/>
              <a:gd name="T87" fmla="*/ 7 h 82"/>
              <a:gd name="T88" fmla="*/ 43 w 102"/>
              <a:gd name="T89" fmla="*/ 20 h 82"/>
              <a:gd name="T90" fmla="*/ 58 w 102"/>
              <a:gd name="T91" fmla="*/ 27 h 82"/>
              <a:gd name="T92" fmla="*/ 37 w 102"/>
              <a:gd name="T93" fmla="*/ 21 h 82"/>
              <a:gd name="T94" fmla="*/ 21 w 102"/>
              <a:gd name="T95"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82">
                <a:moveTo>
                  <a:pt x="102" y="82"/>
                </a:moveTo>
                <a:cubicBezTo>
                  <a:pt x="0" y="82"/>
                  <a:pt x="0" y="82"/>
                  <a:pt x="0" y="82"/>
                </a:cubicBezTo>
                <a:moveTo>
                  <a:pt x="25" y="60"/>
                </a:moveTo>
                <a:cubicBezTo>
                  <a:pt x="11" y="60"/>
                  <a:pt x="11" y="60"/>
                  <a:pt x="11" y="60"/>
                </a:cubicBezTo>
                <a:cubicBezTo>
                  <a:pt x="11" y="82"/>
                  <a:pt x="11" y="82"/>
                  <a:pt x="11" y="82"/>
                </a:cubicBezTo>
                <a:cubicBezTo>
                  <a:pt x="25" y="82"/>
                  <a:pt x="25" y="82"/>
                  <a:pt x="25" y="82"/>
                </a:cubicBezTo>
                <a:lnTo>
                  <a:pt x="25" y="60"/>
                </a:lnTo>
                <a:close/>
                <a:moveTo>
                  <a:pt x="47" y="38"/>
                </a:moveTo>
                <a:cubicBezTo>
                  <a:pt x="33" y="38"/>
                  <a:pt x="33" y="38"/>
                  <a:pt x="33" y="38"/>
                </a:cubicBezTo>
                <a:cubicBezTo>
                  <a:pt x="33" y="82"/>
                  <a:pt x="33" y="82"/>
                  <a:pt x="33" y="82"/>
                </a:cubicBezTo>
                <a:cubicBezTo>
                  <a:pt x="47" y="82"/>
                  <a:pt x="47" y="82"/>
                  <a:pt x="47" y="82"/>
                </a:cubicBezTo>
                <a:lnTo>
                  <a:pt x="47" y="38"/>
                </a:lnTo>
                <a:close/>
                <a:moveTo>
                  <a:pt x="69" y="47"/>
                </a:moveTo>
                <a:cubicBezTo>
                  <a:pt x="55" y="47"/>
                  <a:pt x="55" y="47"/>
                  <a:pt x="55" y="47"/>
                </a:cubicBezTo>
                <a:cubicBezTo>
                  <a:pt x="55" y="82"/>
                  <a:pt x="55" y="82"/>
                  <a:pt x="55" y="82"/>
                </a:cubicBezTo>
                <a:cubicBezTo>
                  <a:pt x="69" y="82"/>
                  <a:pt x="69" y="82"/>
                  <a:pt x="69" y="82"/>
                </a:cubicBezTo>
                <a:lnTo>
                  <a:pt x="69" y="47"/>
                </a:lnTo>
                <a:close/>
                <a:moveTo>
                  <a:pt x="91" y="25"/>
                </a:moveTo>
                <a:cubicBezTo>
                  <a:pt x="77" y="25"/>
                  <a:pt x="77" y="25"/>
                  <a:pt x="77" y="25"/>
                </a:cubicBezTo>
                <a:cubicBezTo>
                  <a:pt x="77" y="82"/>
                  <a:pt x="77" y="82"/>
                  <a:pt x="77" y="82"/>
                </a:cubicBezTo>
                <a:cubicBezTo>
                  <a:pt x="91" y="82"/>
                  <a:pt x="91" y="82"/>
                  <a:pt x="91" y="82"/>
                </a:cubicBezTo>
                <a:lnTo>
                  <a:pt x="91" y="25"/>
                </a:lnTo>
                <a:close/>
                <a:moveTo>
                  <a:pt x="18" y="36"/>
                </a:moveTo>
                <a:cubicBezTo>
                  <a:pt x="16" y="36"/>
                  <a:pt x="14" y="37"/>
                  <a:pt x="14" y="40"/>
                </a:cubicBezTo>
                <a:cubicBezTo>
                  <a:pt x="14" y="42"/>
                  <a:pt x="16" y="44"/>
                  <a:pt x="18" y="44"/>
                </a:cubicBezTo>
                <a:cubicBezTo>
                  <a:pt x="20" y="44"/>
                  <a:pt x="22" y="42"/>
                  <a:pt x="22" y="40"/>
                </a:cubicBezTo>
                <a:cubicBezTo>
                  <a:pt x="22" y="37"/>
                  <a:pt x="20" y="36"/>
                  <a:pt x="18" y="36"/>
                </a:cubicBezTo>
                <a:close/>
                <a:moveTo>
                  <a:pt x="40" y="15"/>
                </a:moveTo>
                <a:cubicBezTo>
                  <a:pt x="38" y="15"/>
                  <a:pt x="36" y="16"/>
                  <a:pt x="36" y="19"/>
                </a:cubicBezTo>
                <a:cubicBezTo>
                  <a:pt x="36" y="21"/>
                  <a:pt x="38" y="23"/>
                  <a:pt x="40" y="23"/>
                </a:cubicBezTo>
                <a:cubicBezTo>
                  <a:pt x="42" y="23"/>
                  <a:pt x="44" y="21"/>
                  <a:pt x="44" y="19"/>
                </a:cubicBezTo>
                <a:cubicBezTo>
                  <a:pt x="44" y="16"/>
                  <a:pt x="42" y="15"/>
                  <a:pt x="40" y="15"/>
                </a:cubicBezTo>
                <a:close/>
                <a:moveTo>
                  <a:pt x="62" y="25"/>
                </a:moveTo>
                <a:cubicBezTo>
                  <a:pt x="60" y="25"/>
                  <a:pt x="58" y="27"/>
                  <a:pt x="58" y="29"/>
                </a:cubicBezTo>
                <a:cubicBezTo>
                  <a:pt x="58" y="31"/>
                  <a:pt x="60" y="33"/>
                  <a:pt x="62" y="33"/>
                </a:cubicBezTo>
                <a:cubicBezTo>
                  <a:pt x="64" y="33"/>
                  <a:pt x="66" y="31"/>
                  <a:pt x="66" y="29"/>
                </a:cubicBezTo>
                <a:cubicBezTo>
                  <a:pt x="66" y="27"/>
                  <a:pt x="64" y="25"/>
                  <a:pt x="62" y="25"/>
                </a:cubicBezTo>
                <a:close/>
                <a:moveTo>
                  <a:pt x="84" y="0"/>
                </a:moveTo>
                <a:cubicBezTo>
                  <a:pt x="82" y="0"/>
                  <a:pt x="80" y="2"/>
                  <a:pt x="80" y="4"/>
                </a:cubicBezTo>
                <a:cubicBezTo>
                  <a:pt x="80" y="6"/>
                  <a:pt x="82" y="8"/>
                  <a:pt x="84" y="8"/>
                </a:cubicBezTo>
                <a:cubicBezTo>
                  <a:pt x="86" y="8"/>
                  <a:pt x="88" y="6"/>
                  <a:pt x="88" y="4"/>
                </a:cubicBezTo>
                <a:cubicBezTo>
                  <a:pt x="88" y="2"/>
                  <a:pt x="86" y="0"/>
                  <a:pt x="84" y="0"/>
                </a:cubicBezTo>
                <a:close/>
                <a:moveTo>
                  <a:pt x="64" y="26"/>
                </a:moveTo>
                <a:cubicBezTo>
                  <a:pt x="81" y="7"/>
                  <a:pt x="81" y="7"/>
                  <a:pt x="81" y="7"/>
                </a:cubicBezTo>
                <a:moveTo>
                  <a:pt x="43" y="20"/>
                </a:moveTo>
                <a:cubicBezTo>
                  <a:pt x="58" y="27"/>
                  <a:pt x="58" y="27"/>
                  <a:pt x="58" y="27"/>
                </a:cubicBezTo>
                <a:moveTo>
                  <a:pt x="37" y="21"/>
                </a:moveTo>
                <a:cubicBezTo>
                  <a:pt x="21" y="37"/>
                  <a:pt x="21" y="37"/>
                  <a:pt x="21" y="37"/>
                </a:cubicBez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5" name="Freeform 198">
            <a:extLst>
              <a:ext uri="{FF2B5EF4-FFF2-40B4-BE49-F238E27FC236}">
                <a16:creationId xmlns:a16="http://schemas.microsoft.com/office/drawing/2014/main" id="{103EE45A-909E-4B39-B496-7AEF43D449DA}"/>
              </a:ext>
            </a:extLst>
          </p:cNvPr>
          <p:cNvSpPr>
            <a:spLocks noEditPoints="1"/>
          </p:cNvSpPr>
          <p:nvPr/>
        </p:nvSpPr>
        <p:spPr bwMode="auto">
          <a:xfrm>
            <a:off x="9263063" y="3273425"/>
            <a:ext cx="296863" cy="354013"/>
          </a:xfrm>
          <a:custGeom>
            <a:avLst/>
            <a:gdLst>
              <a:gd name="T0" fmla="*/ 187 w 187"/>
              <a:gd name="T1" fmla="*/ 91 h 223"/>
              <a:gd name="T2" fmla="*/ 187 w 187"/>
              <a:gd name="T3" fmla="*/ 223 h 223"/>
              <a:gd name="T4" fmla="*/ 0 w 187"/>
              <a:gd name="T5" fmla="*/ 223 h 223"/>
              <a:gd name="T6" fmla="*/ 0 w 187"/>
              <a:gd name="T7" fmla="*/ 91 h 223"/>
              <a:gd name="T8" fmla="*/ 187 w 187"/>
              <a:gd name="T9" fmla="*/ 223 h 223"/>
              <a:gd name="T10" fmla="*/ 94 w 187"/>
              <a:gd name="T11" fmla="*/ 159 h 223"/>
              <a:gd name="T12" fmla="*/ 0 w 187"/>
              <a:gd name="T13" fmla="*/ 223 h 223"/>
              <a:gd name="T14" fmla="*/ 187 w 187"/>
              <a:gd name="T15" fmla="*/ 91 h 223"/>
              <a:gd name="T16" fmla="*/ 125 w 187"/>
              <a:gd name="T17" fmla="*/ 159 h 223"/>
              <a:gd name="T18" fmla="*/ 0 w 187"/>
              <a:gd name="T19" fmla="*/ 91 h 223"/>
              <a:gd name="T20" fmla="*/ 62 w 187"/>
              <a:gd name="T21" fmla="*/ 159 h 223"/>
              <a:gd name="T22" fmla="*/ 166 w 187"/>
              <a:gd name="T23" fmla="*/ 89 h 223"/>
              <a:gd name="T24" fmla="*/ 166 w 187"/>
              <a:gd name="T25" fmla="*/ 41 h 223"/>
              <a:gd name="T26" fmla="*/ 125 w 187"/>
              <a:gd name="T27" fmla="*/ 0 h 223"/>
              <a:gd name="T28" fmla="*/ 22 w 187"/>
              <a:gd name="T29" fmla="*/ 0 h 223"/>
              <a:gd name="T30" fmla="*/ 22 w 187"/>
              <a:gd name="T31" fmla="*/ 89 h 223"/>
              <a:gd name="T32" fmla="*/ 166 w 187"/>
              <a:gd name="T33" fmla="*/ 41 h 223"/>
              <a:gd name="T34" fmla="*/ 125 w 187"/>
              <a:gd name="T35" fmla="*/ 0 h 223"/>
              <a:gd name="T36" fmla="*/ 125 w 187"/>
              <a:gd name="T37" fmla="*/ 41 h 223"/>
              <a:gd name="T38" fmla="*/ 166 w 187"/>
              <a:gd name="T39" fmla="*/ 41 h 223"/>
              <a:gd name="T40" fmla="*/ 62 w 187"/>
              <a:gd name="T41" fmla="*/ 65 h 223"/>
              <a:gd name="T42" fmla="*/ 43 w 187"/>
              <a:gd name="T43" fmla="*/ 65 h 223"/>
              <a:gd name="T44" fmla="*/ 139 w 187"/>
              <a:gd name="T45" fmla="*/ 65 h 223"/>
              <a:gd name="T46" fmla="*/ 82 w 187"/>
              <a:gd name="T47" fmla="*/ 65 h 223"/>
              <a:gd name="T48" fmla="*/ 43 w 187"/>
              <a:gd name="T49" fmla="*/ 86 h 223"/>
              <a:gd name="T50" fmla="*/ 96 w 187"/>
              <a:gd name="T51" fmla="*/ 86 h 223"/>
              <a:gd name="T52" fmla="*/ 139 w 187"/>
              <a:gd name="T53" fmla="*/ 86 h 223"/>
              <a:gd name="T54" fmla="*/ 118 w 187"/>
              <a:gd name="T55" fmla="*/ 8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7" h="223">
                <a:moveTo>
                  <a:pt x="187" y="91"/>
                </a:moveTo>
                <a:lnTo>
                  <a:pt x="187" y="223"/>
                </a:lnTo>
                <a:lnTo>
                  <a:pt x="0" y="223"/>
                </a:lnTo>
                <a:lnTo>
                  <a:pt x="0" y="91"/>
                </a:lnTo>
                <a:moveTo>
                  <a:pt x="187" y="223"/>
                </a:moveTo>
                <a:lnTo>
                  <a:pt x="94" y="159"/>
                </a:lnTo>
                <a:lnTo>
                  <a:pt x="0" y="223"/>
                </a:lnTo>
                <a:moveTo>
                  <a:pt x="187" y="91"/>
                </a:moveTo>
                <a:lnTo>
                  <a:pt x="125" y="159"/>
                </a:lnTo>
                <a:moveTo>
                  <a:pt x="0" y="91"/>
                </a:moveTo>
                <a:lnTo>
                  <a:pt x="62" y="159"/>
                </a:lnTo>
                <a:moveTo>
                  <a:pt x="166" y="89"/>
                </a:moveTo>
                <a:lnTo>
                  <a:pt x="166" y="41"/>
                </a:lnTo>
                <a:moveTo>
                  <a:pt x="125" y="0"/>
                </a:moveTo>
                <a:lnTo>
                  <a:pt x="22" y="0"/>
                </a:lnTo>
                <a:lnTo>
                  <a:pt x="22" y="89"/>
                </a:lnTo>
                <a:moveTo>
                  <a:pt x="166" y="41"/>
                </a:moveTo>
                <a:lnTo>
                  <a:pt x="125" y="0"/>
                </a:lnTo>
                <a:lnTo>
                  <a:pt x="125" y="41"/>
                </a:lnTo>
                <a:lnTo>
                  <a:pt x="166" y="41"/>
                </a:lnTo>
                <a:moveTo>
                  <a:pt x="62" y="65"/>
                </a:moveTo>
                <a:lnTo>
                  <a:pt x="43" y="65"/>
                </a:lnTo>
                <a:moveTo>
                  <a:pt x="139" y="65"/>
                </a:moveTo>
                <a:lnTo>
                  <a:pt x="82" y="65"/>
                </a:lnTo>
                <a:moveTo>
                  <a:pt x="43" y="86"/>
                </a:moveTo>
                <a:lnTo>
                  <a:pt x="96" y="86"/>
                </a:lnTo>
                <a:moveTo>
                  <a:pt x="139" y="86"/>
                </a:moveTo>
                <a:lnTo>
                  <a:pt x="118" y="86"/>
                </a:lnTo>
              </a:path>
            </a:pathLst>
          </a:custGeom>
          <a:noFill/>
          <a:ln w="11113"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24" name="Group 223">
            <a:extLst>
              <a:ext uri="{FF2B5EF4-FFF2-40B4-BE49-F238E27FC236}">
                <a16:creationId xmlns:a16="http://schemas.microsoft.com/office/drawing/2014/main" id="{1C567CD9-4729-4380-B21E-EBED88C3C4F9}"/>
              </a:ext>
            </a:extLst>
          </p:cNvPr>
          <p:cNvGrpSpPr/>
          <p:nvPr/>
        </p:nvGrpSpPr>
        <p:grpSpPr>
          <a:xfrm>
            <a:off x="0" y="0"/>
            <a:ext cx="6829426" cy="6859588"/>
            <a:chOff x="0" y="0"/>
            <a:chExt cx="6829426" cy="6859588"/>
          </a:xfrm>
        </p:grpSpPr>
        <p:sp>
          <p:nvSpPr>
            <p:cNvPr id="179" name="Freeform 172">
              <a:extLst>
                <a:ext uri="{FF2B5EF4-FFF2-40B4-BE49-F238E27FC236}">
                  <a16:creationId xmlns:a16="http://schemas.microsoft.com/office/drawing/2014/main" id="{58340127-B49E-4369-A041-C048EAA24D1B}"/>
                </a:ext>
              </a:extLst>
            </p:cNvPr>
            <p:cNvSpPr>
              <a:spLocks/>
            </p:cNvSpPr>
            <p:nvPr/>
          </p:nvSpPr>
          <p:spPr bwMode="auto">
            <a:xfrm>
              <a:off x="3884613" y="0"/>
              <a:ext cx="2944813" cy="6859588"/>
            </a:xfrm>
            <a:custGeom>
              <a:avLst/>
              <a:gdLst>
                <a:gd name="T0" fmla="*/ 712 w 773"/>
                <a:gd name="T1" fmla="*/ 25 h 1800"/>
                <a:gd name="T2" fmla="*/ 717 w 773"/>
                <a:gd name="T3" fmla="*/ 70 h 1800"/>
                <a:gd name="T4" fmla="*/ 722 w 773"/>
                <a:gd name="T5" fmla="*/ 105 h 1800"/>
                <a:gd name="T6" fmla="*/ 720 w 773"/>
                <a:gd name="T7" fmla="*/ 142 h 1800"/>
                <a:gd name="T8" fmla="*/ 728 w 773"/>
                <a:gd name="T9" fmla="*/ 166 h 1800"/>
                <a:gd name="T10" fmla="*/ 753 w 773"/>
                <a:gd name="T11" fmla="*/ 198 h 1800"/>
                <a:gd name="T12" fmla="*/ 758 w 773"/>
                <a:gd name="T13" fmla="*/ 236 h 1800"/>
                <a:gd name="T14" fmla="*/ 743 w 773"/>
                <a:gd name="T15" fmla="*/ 274 h 1800"/>
                <a:gd name="T16" fmla="*/ 733 w 773"/>
                <a:gd name="T17" fmla="*/ 306 h 1800"/>
                <a:gd name="T18" fmla="*/ 704 w 773"/>
                <a:gd name="T19" fmla="*/ 353 h 1800"/>
                <a:gd name="T20" fmla="*/ 704 w 773"/>
                <a:gd name="T21" fmla="*/ 392 h 1800"/>
                <a:gd name="T22" fmla="*/ 719 w 773"/>
                <a:gd name="T23" fmla="*/ 429 h 1800"/>
                <a:gd name="T24" fmla="*/ 729 w 773"/>
                <a:gd name="T25" fmla="*/ 462 h 1800"/>
                <a:gd name="T26" fmla="*/ 732 w 773"/>
                <a:gd name="T27" fmla="*/ 492 h 1800"/>
                <a:gd name="T28" fmla="*/ 730 w 773"/>
                <a:gd name="T29" fmla="*/ 523 h 1800"/>
                <a:gd name="T30" fmla="*/ 727 w 773"/>
                <a:gd name="T31" fmla="*/ 553 h 1800"/>
                <a:gd name="T32" fmla="*/ 736 w 773"/>
                <a:gd name="T33" fmla="*/ 578 h 1800"/>
                <a:gd name="T34" fmla="*/ 747 w 773"/>
                <a:gd name="T35" fmla="*/ 607 h 1800"/>
                <a:gd name="T36" fmla="*/ 759 w 773"/>
                <a:gd name="T37" fmla="*/ 631 h 1800"/>
                <a:gd name="T38" fmla="*/ 764 w 773"/>
                <a:gd name="T39" fmla="*/ 656 h 1800"/>
                <a:gd name="T40" fmla="*/ 756 w 773"/>
                <a:gd name="T41" fmla="*/ 697 h 1800"/>
                <a:gd name="T42" fmla="*/ 739 w 773"/>
                <a:gd name="T43" fmla="*/ 730 h 1800"/>
                <a:gd name="T44" fmla="*/ 729 w 773"/>
                <a:gd name="T45" fmla="*/ 744 h 1800"/>
                <a:gd name="T46" fmla="*/ 716 w 773"/>
                <a:gd name="T47" fmla="*/ 780 h 1800"/>
                <a:gd name="T48" fmla="*/ 719 w 773"/>
                <a:gd name="T49" fmla="*/ 821 h 1800"/>
                <a:gd name="T50" fmla="*/ 733 w 773"/>
                <a:gd name="T51" fmla="*/ 862 h 1800"/>
                <a:gd name="T52" fmla="*/ 735 w 773"/>
                <a:gd name="T53" fmla="*/ 903 h 1800"/>
                <a:gd name="T54" fmla="*/ 727 w 773"/>
                <a:gd name="T55" fmla="*/ 948 h 1800"/>
                <a:gd name="T56" fmla="*/ 717 w 773"/>
                <a:gd name="T57" fmla="*/ 983 h 1800"/>
                <a:gd name="T58" fmla="*/ 712 w 773"/>
                <a:gd name="T59" fmla="*/ 1014 h 1800"/>
                <a:gd name="T60" fmla="*/ 705 w 773"/>
                <a:gd name="T61" fmla="*/ 1052 h 1800"/>
                <a:gd name="T62" fmla="*/ 702 w 773"/>
                <a:gd name="T63" fmla="*/ 1073 h 1800"/>
                <a:gd name="T64" fmla="*/ 707 w 773"/>
                <a:gd name="T65" fmla="*/ 1094 h 1800"/>
                <a:gd name="T66" fmla="*/ 719 w 773"/>
                <a:gd name="T67" fmla="*/ 1119 h 1800"/>
                <a:gd name="T68" fmla="*/ 728 w 773"/>
                <a:gd name="T69" fmla="*/ 1148 h 1800"/>
                <a:gd name="T70" fmla="*/ 725 w 773"/>
                <a:gd name="T71" fmla="*/ 1175 h 1800"/>
                <a:gd name="T72" fmla="*/ 727 w 773"/>
                <a:gd name="T73" fmla="*/ 1200 h 1800"/>
                <a:gd name="T74" fmla="*/ 739 w 773"/>
                <a:gd name="T75" fmla="*/ 1235 h 1800"/>
                <a:gd name="T76" fmla="*/ 751 w 773"/>
                <a:gd name="T77" fmla="*/ 1271 h 1800"/>
                <a:gd name="T78" fmla="*/ 746 w 773"/>
                <a:gd name="T79" fmla="*/ 1304 h 1800"/>
                <a:gd name="T80" fmla="*/ 742 w 773"/>
                <a:gd name="T81" fmla="*/ 1331 h 1800"/>
                <a:gd name="T82" fmla="*/ 736 w 773"/>
                <a:gd name="T83" fmla="*/ 1365 h 1800"/>
                <a:gd name="T84" fmla="*/ 726 w 773"/>
                <a:gd name="T85" fmla="*/ 1387 h 1800"/>
                <a:gd name="T86" fmla="*/ 701 w 773"/>
                <a:gd name="T87" fmla="*/ 1422 h 1800"/>
                <a:gd name="T88" fmla="*/ 683 w 773"/>
                <a:gd name="T89" fmla="*/ 1460 h 1800"/>
                <a:gd name="T90" fmla="*/ 683 w 773"/>
                <a:gd name="T91" fmla="*/ 1487 h 1800"/>
                <a:gd name="T92" fmla="*/ 688 w 773"/>
                <a:gd name="T93" fmla="*/ 1523 h 1800"/>
                <a:gd name="T94" fmla="*/ 694 w 773"/>
                <a:gd name="T95" fmla="*/ 1553 h 1800"/>
                <a:gd name="T96" fmla="*/ 693 w 773"/>
                <a:gd name="T97" fmla="*/ 1584 h 1800"/>
                <a:gd name="T98" fmla="*/ 697 w 773"/>
                <a:gd name="T99" fmla="*/ 1613 h 1800"/>
                <a:gd name="T100" fmla="*/ 711 w 773"/>
                <a:gd name="T101" fmla="*/ 1656 h 1800"/>
                <a:gd name="T102" fmla="*/ 728 w 773"/>
                <a:gd name="T103" fmla="*/ 1689 h 1800"/>
                <a:gd name="T104" fmla="*/ 726 w 773"/>
                <a:gd name="T105" fmla="*/ 1724 h 1800"/>
                <a:gd name="T106" fmla="*/ 712 w 773"/>
                <a:gd name="T107" fmla="*/ 1785 h 1800"/>
                <a:gd name="T108" fmla="*/ 0 w 773"/>
                <a:gd name="T109" fmla="*/ 0 h 1800"/>
                <a:gd name="T110" fmla="*/ 712 w 773"/>
                <a:gd name="T111" fmla="*/ 0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73" h="1800">
                  <a:moveTo>
                    <a:pt x="712" y="0"/>
                  </a:moveTo>
                  <a:cubicBezTo>
                    <a:pt x="717" y="0"/>
                    <a:pt x="712" y="1"/>
                    <a:pt x="712" y="4"/>
                  </a:cubicBezTo>
                  <a:cubicBezTo>
                    <a:pt x="711" y="7"/>
                    <a:pt x="716" y="11"/>
                    <a:pt x="712" y="16"/>
                  </a:cubicBezTo>
                  <a:cubicBezTo>
                    <a:pt x="711" y="19"/>
                    <a:pt x="716" y="22"/>
                    <a:pt x="712" y="25"/>
                  </a:cubicBezTo>
                  <a:cubicBezTo>
                    <a:pt x="710" y="28"/>
                    <a:pt x="716" y="32"/>
                    <a:pt x="712" y="36"/>
                  </a:cubicBezTo>
                  <a:cubicBezTo>
                    <a:pt x="716" y="39"/>
                    <a:pt x="717" y="43"/>
                    <a:pt x="713" y="47"/>
                  </a:cubicBezTo>
                  <a:cubicBezTo>
                    <a:pt x="712" y="51"/>
                    <a:pt x="711" y="55"/>
                    <a:pt x="715" y="58"/>
                  </a:cubicBezTo>
                  <a:cubicBezTo>
                    <a:pt x="710" y="62"/>
                    <a:pt x="711" y="66"/>
                    <a:pt x="717" y="70"/>
                  </a:cubicBezTo>
                  <a:cubicBezTo>
                    <a:pt x="714" y="73"/>
                    <a:pt x="722" y="77"/>
                    <a:pt x="719" y="81"/>
                  </a:cubicBezTo>
                  <a:cubicBezTo>
                    <a:pt x="718" y="84"/>
                    <a:pt x="730" y="87"/>
                    <a:pt x="722" y="90"/>
                  </a:cubicBezTo>
                  <a:cubicBezTo>
                    <a:pt x="720" y="93"/>
                    <a:pt x="729" y="96"/>
                    <a:pt x="726" y="99"/>
                  </a:cubicBezTo>
                  <a:cubicBezTo>
                    <a:pt x="718" y="101"/>
                    <a:pt x="733" y="103"/>
                    <a:pt x="722" y="105"/>
                  </a:cubicBezTo>
                  <a:cubicBezTo>
                    <a:pt x="722" y="107"/>
                    <a:pt x="718" y="110"/>
                    <a:pt x="720" y="111"/>
                  </a:cubicBezTo>
                  <a:cubicBezTo>
                    <a:pt x="717" y="115"/>
                    <a:pt x="722" y="119"/>
                    <a:pt x="720" y="123"/>
                  </a:cubicBezTo>
                  <a:cubicBezTo>
                    <a:pt x="712" y="126"/>
                    <a:pt x="725" y="130"/>
                    <a:pt x="718" y="133"/>
                  </a:cubicBezTo>
                  <a:cubicBezTo>
                    <a:pt x="714" y="136"/>
                    <a:pt x="715" y="139"/>
                    <a:pt x="720" y="142"/>
                  </a:cubicBezTo>
                  <a:cubicBezTo>
                    <a:pt x="717" y="145"/>
                    <a:pt x="726" y="148"/>
                    <a:pt x="724" y="151"/>
                  </a:cubicBezTo>
                  <a:cubicBezTo>
                    <a:pt x="719" y="153"/>
                    <a:pt x="722" y="156"/>
                    <a:pt x="725" y="159"/>
                  </a:cubicBezTo>
                  <a:cubicBezTo>
                    <a:pt x="718" y="160"/>
                    <a:pt x="734" y="161"/>
                    <a:pt x="731" y="162"/>
                  </a:cubicBezTo>
                  <a:cubicBezTo>
                    <a:pt x="730" y="164"/>
                    <a:pt x="740" y="165"/>
                    <a:pt x="728" y="166"/>
                  </a:cubicBezTo>
                  <a:cubicBezTo>
                    <a:pt x="728" y="168"/>
                    <a:pt x="723" y="171"/>
                    <a:pt x="732" y="173"/>
                  </a:cubicBezTo>
                  <a:cubicBezTo>
                    <a:pt x="735" y="176"/>
                    <a:pt x="730" y="180"/>
                    <a:pt x="739" y="183"/>
                  </a:cubicBezTo>
                  <a:cubicBezTo>
                    <a:pt x="741" y="186"/>
                    <a:pt x="733" y="189"/>
                    <a:pt x="746" y="192"/>
                  </a:cubicBezTo>
                  <a:cubicBezTo>
                    <a:pt x="746" y="194"/>
                    <a:pt x="742" y="196"/>
                    <a:pt x="753" y="198"/>
                  </a:cubicBezTo>
                  <a:cubicBezTo>
                    <a:pt x="757" y="199"/>
                    <a:pt x="761" y="201"/>
                    <a:pt x="756" y="203"/>
                  </a:cubicBezTo>
                  <a:cubicBezTo>
                    <a:pt x="767" y="206"/>
                    <a:pt x="762" y="210"/>
                    <a:pt x="761" y="214"/>
                  </a:cubicBezTo>
                  <a:cubicBezTo>
                    <a:pt x="756" y="218"/>
                    <a:pt x="770" y="222"/>
                    <a:pt x="761" y="226"/>
                  </a:cubicBezTo>
                  <a:cubicBezTo>
                    <a:pt x="764" y="229"/>
                    <a:pt x="764" y="233"/>
                    <a:pt x="758" y="236"/>
                  </a:cubicBezTo>
                  <a:cubicBezTo>
                    <a:pt x="754" y="239"/>
                    <a:pt x="764" y="243"/>
                    <a:pt x="756" y="246"/>
                  </a:cubicBezTo>
                  <a:cubicBezTo>
                    <a:pt x="759" y="249"/>
                    <a:pt x="752" y="252"/>
                    <a:pt x="753" y="256"/>
                  </a:cubicBezTo>
                  <a:cubicBezTo>
                    <a:pt x="746" y="259"/>
                    <a:pt x="741" y="262"/>
                    <a:pt x="748" y="265"/>
                  </a:cubicBezTo>
                  <a:cubicBezTo>
                    <a:pt x="746" y="268"/>
                    <a:pt x="742" y="271"/>
                    <a:pt x="743" y="274"/>
                  </a:cubicBezTo>
                  <a:cubicBezTo>
                    <a:pt x="729" y="275"/>
                    <a:pt x="738" y="277"/>
                    <a:pt x="733" y="278"/>
                  </a:cubicBezTo>
                  <a:cubicBezTo>
                    <a:pt x="731" y="280"/>
                    <a:pt x="727" y="281"/>
                    <a:pt x="736" y="282"/>
                  </a:cubicBezTo>
                  <a:cubicBezTo>
                    <a:pt x="727" y="287"/>
                    <a:pt x="737" y="291"/>
                    <a:pt x="734" y="295"/>
                  </a:cubicBezTo>
                  <a:cubicBezTo>
                    <a:pt x="740" y="299"/>
                    <a:pt x="733" y="302"/>
                    <a:pt x="733" y="306"/>
                  </a:cubicBezTo>
                  <a:cubicBezTo>
                    <a:pt x="736" y="309"/>
                    <a:pt x="730" y="313"/>
                    <a:pt x="731" y="316"/>
                  </a:cubicBezTo>
                  <a:cubicBezTo>
                    <a:pt x="730" y="321"/>
                    <a:pt x="716" y="327"/>
                    <a:pt x="717" y="331"/>
                  </a:cubicBezTo>
                  <a:cubicBezTo>
                    <a:pt x="718" y="336"/>
                    <a:pt x="719" y="341"/>
                    <a:pt x="709" y="346"/>
                  </a:cubicBezTo>
                  <a:cubicBezTo>
                    <a:pt x="705" y="348"/>
                    <a:pt x="710" y="350"/>
                    <a:pt x="704" y="353"/>
                  </a:cubicBezTo>
                  <a:cubicBezTo>
                    <a:pt x="697" y="355"/>
                    <a:pt x="708" y="357"/>
                    <a:pt x="704" y="360"/>
                  </a:cubicBezTo>
                  <a:cubicBezTo>
                    <a:pt x="713" y="363"/>
                    <a:pt x="708" y="367"/>
                    <a:pt x="703" y="370"/>
                  </a:cubicBezTo>
                  <a:cubicBezTo>
                    <a:pt x="711" y="374"/>
                    <a:pt x="701" y="377"/>
                    <a:pt x="704" y="381"/>
                  </a:cubicBezTo>
                  <a:cubicBezTo>
                    <a:pt x="706" y="385"/>
                    <a:pt x="702" y="388"/>
                    <a:pt x="704" y="392"/>
                  </a:cubicBezTo>
                  <a:cubicBezTo>
                    <a:pt x="705" y="396"/>
                    <a:pt x="702" y="400"/>
                    <a:pt x="710" y="404"/>
                  </a:cubicBezTo>
                  <a:cubicBezTo>
                    <a:pt x="712" y="408"/>
                    <a:pt x="706" y="412"/>
                    <a:pt x="713" y="416"/>
                  </a:cubicBezTo>
                  <a:cubicBezTo>
                    <a:pt x="709" y="418"/>
                    <a:pt x="717" y="420"/>
                    <a:pt x="712" y="423"/>
                  </a:cubicBezTo>
                  <a:cubicBezTo>
                    <a:pt x="715" y="425"/>
                    <a:pt x="720" y="427"/>
                    <a:pt x="719" y="429"/>
                  </a:cubicBezTo>
                  <a:cubicBezTo>
                    <a:pt x="705" y="431"/>
                    <a:pt x="727" y="434"/>
                    <a:pt x="723" y="436"/>
                  </a:cubicBezTo>
                  <a:cubicBezTo>
                    <a:pt x="723" y="438"/>
                    <a:pt x="708" y="440"/>
                    <a:pt x="723" y="442"/>
                  </a:cubicBezTo>
                  <a:cubicBezTo>
                    <a:pt x="731" y="445"/>
                    <a:pt x="722" y="449"/>
                    <a:pt x="728" y="452"/>
                  </a:cubicBezTo>
                  <a:cubicBezTo>
                    <a:pt x="735" y="455"/>
                    <a:pt x="719" y="458"/>
                    <a:pt x="729" y="462"/>
                  </a:cubicBezTo>
                  <a:cubicBezTo>
                    <a:pt x="728" y="463"/>
                    <a:pt x="729" y="465"/>
                    <a:pt x="723" y="467"/>
                  </a:cubicBezTo>
                  <a:cubicBezTo>
                    <a:pt x="724" y="468"/>
                    <a:pt x="726" y="470"/>
                    <a:pt x="728" y="472"/>
                  </a:cubicBezTo>
                  <a:cubicBezTo>
                    <a:pt x="724" y="475"/>
                    <a:pt x="728" y="478"/>
                    <a:pt x="732" y="482"/>
                  </a:cubicBezTo>
                  <a:cubicBezTo>
                    <a:pt x="730" y="485"/>
                    <a:pt x="728" y="489"/>
                    <a:pt x="732" y="492"/>
                  </a:cubicBezTo>
                  <a:cubicBezTo>
                    <a:pt x="729" y="496"/>
                    <a:pt x="732" y="499"/>
                    <a:pt x="732" y="502"/>
                  </a:cubicBezTo>
                  <a:cubicBezTo>
                    <a:pt x="733" y="504"/>
                    <a:pt x="731" y="506"/>
                    <a:pt x="727" y="508"/>
                  </a:cubicBezTo>
                  <a:cubicBezTo>
                    <a:pt x="725" y="509"/>
                    <a:pt x="726" y="511"/>
                    <a:pt x="731" y="513"/>
                  </a:cubicBezTo>
                  <a:cubicBezTo>
                    <a:pt x="728" y="516"/>
                    <a:pt x="738" y="520"/>
                    <a:pt x="730" y="523"/>
                  </a:cubicBezTo>
                  <a:cubicBezTo>
                    <a:pt x="732" y="526"/>
                    <a:pt x="723" y="530"/>
                    <a:pt x="730" y="533"/>
                  </a:cubicBezTo>
                  <a:cubicBezTo>
                    <a:pt x="719" y="536"/>
                    <a:pt x="735" y="540"/>
                    <a:pt x="727" y="543"/>
                  </a:cubicBezTo>
                  <a:cubicBezTo>
                    <a:pt x="723" y="544"/>
                    <a:pt x="713" y="544"/>
                    <a:pt x="727" y="545"/>
                  </a:cubicBezTo>
                  <a:cubicBezTo>
                    <a:pt x="730" y="548"/>
                    <a:pt x="732" y="550"/>
                    <a:pt x="727" y="553"/>
                  </a:cubicBezTo>
                  <a:cubicBezTo>
                    <a:pt x="734" y="556"/>
                    <a:pt x="724" y="558"/>
                    <a:pt x="729" y="561"/>
                  </a:cubicBezTo>
                  <a:cubicBezTo>
                    <a:pt x="725" y="563"/>
                    <a:pt x="729" y="566"/>
                    <a:pt x="731" y="568"/>
                  </a:cubicBezTo>
                  <a:cubicBezTo>
                    <a:pt x="738" y="570"/>
                    <a:pt x="737" y="573"/>
                    <a:pt x="735" y="575"/>
                  </a:cubicBezTo>
                  <a:cubicBezTo>
                    <a:pt x="731" y="576"/>
                    <a:pt x="731" y="577"/>
                    <a:pt x="736" y="578"/>
                  </a:cubicBezTo>
                  <a:cubicBezTo>
                    <a:pt x="743" y="580"/>
                    <a:pt x="738" y="583"/>
                    <a:pt x="738" y="586"/>
                  </a:cubicBezTo>
                  <a:cubicBezTo>
                    <a:pt x="745" y="589"/>
                    <a:pt x="748" y="592"/>
                    <a:pt x="741" y="594"/>
                  </a:cubicBezTo>
                  <a:cubicBezTo>
                    <a:pt x="739" y="596"/>
                    <a:pt x="736" y="597"/>
                    <a:pt x="742" y="599"/>
                  </a:cubicBezTo>
                  <a:cubicBezTo>
                    <a:pt x="755" y="601"/>
                    <a:pt x="740" y="604"/>
                    <a:pt x="747" y="607"/>
                  </a:cubicBezTo>
                  <a:cubicBezTo>
                    <a:pt x="746" y="609"/>
                    <a:pt x="746" y="612"/>
                    <a:pt x="752" y="615"/>
                  </a:cubicBezTo>
                  <a:cubicBezTo>
                    <a:pt x="747" y="616"/>
                    <a:pt x="743" y="618"/>
                    <a:pt x="749" y="619"/>
                  </a:cubicBezTo>
                  <a:cubicBezTo>
                    <a:pt x="752" y="620"/>
                    <a:pt x="754" y="622"/>
                    <a:pt x="756" y="623"/>
                  </a:cubicBezTo>
                  <a:cubicBezTo>
                    <a:pt x="757" y="626"/>
                    <a:pt x="757" y="629"/>
                    <a:pt x="759" y="631"/>
                  </a:cubicBezTo>
                  <a:cubicBezTo>
                    <a:pt x="761" y="633"/>
                    <a:pt x="764" y="634"/>
                    <a:pt x="766" y="636"/>
                  </a:cubicBezTo>
                  <a:cubicBezTo>
                    <a:pt x="767" y="637"/>
                    <a:pt x="767" y="638"/>
                    <a:pt x="762" y="640"/>
                  </a:cubicBezTo>
                  <a:cubicBezTo>
                    <a:pt x="772" y="643"/>
                    <a:pt x="759" y="645"/>
                    <a:pt x="764" y="648"/>
                  </a:cubicBezTo>
                  <a:cubicBezTo>
                    <a:pt x="756" y="651"/>
                    <a:pt x="759" y="654"/>
                    <a:pt x="764" y="656"/>
                  </a:cubicBezTo>
                  <a:cubicBezTo>
                    <a:pt x="764" y="659"/>
                    <a:pt x="766" y="662"/>
                    <a:pt x="767" y="665"/>
                  </a:cubicBezTo>
                  <a:cubicBezTo>
                    <a:pt x="773" y="668"/>
                    <a:pt x="764" y="672"/>
                    <a:pt x="767" y="676"/>
                  </a:cubicBezTo>
                  <a:cubicBezTo>
                    <a:pt x="770" y="679"/>
                    <a:pt x="762" y="683"/>
                    <a:pt x="765" y="686"/>
                  </a:cubicBezTo>
                  <a:cubicBezTo>
                    <a:pt x="755" y="690"/>
                    <a:pt x="758" y="694"/>
                    <a:pt x="756" y="697"/>
                  </a:cubicBezTo>
                  <a:cubicBezTo>
                    <a:pt x="753" y="701"/>
                    <a:pt x="755" y="704"/>
                    <a:pt x="756" y="708"/>
                  </a:cubicBezTo>
                  <a:cubicBezTo>
                    <a:pt x="749" y="711"/>
                    <a:pt x="744" y="715"/>
                    <a:pt x="746" y="718"/>
                  </a:cubicBezTo>
                  <a:cubicBezTo>
                    <a:pt x="743" y="722"/>
                    <a:pt x="739" y="725"/>
                    <a:pt x="738" y="728"/>
                  </a:cubicBezTo>
                  <a:cubicBezTo>
                    <a:pt x="726" y="729"/>
                    <a:pt x="741" y="729"/>
                    <a:pt x="739" y="730"/>
                  </a:cubicBezTo>
                  <a:cubicBezTo>
                    <a:pt x="747" y="730"/>
                    <a:pt x="742" y="730"/>
                    <a:pt x="736" y="731"/>
                  </a:cubicBezTo>
                  <a:cubicBezTo>
                    <a:pt x="748" y="731"/>
                    <a:pt x="736" y="732"/>
                    <a:pt x="735" y="732"/>
                  </a:cubicBezTo>
                  <a:cubicBezTo>
                    <a:pt x="734" y="734"/>
                    <a:pt x="734" y="736"/>
                    <a:pt x="734" y="738"/>
                  </a:cubicBezTo>
                  <a:cubicBezTo>
                    <a:pt x="736" y="740"/>
                    <a:pt x="732" y="742"/>
                    <a:pt x="729" y="744"/>
                  </a:cubicBezTo>
                  <a:cubicBezTo>
                    <a:pt x="736" y="747"/>
                    <a:pt x="716" y="750"/>
                    <a:pt x="723" y="753"/>
                  </a:cubicBezTo>
                  <a:cubicBezTo>
                    <a:pt x="714" y="756"/>
                    <a:pt x="717" y="759"/>
                    <a:pt x="721" y="762"/>
                  </a:cubicBezTo>
                  <a:cubicBezTo>
                    <a:pt x="721" y="765"/>
                    <a:pt x="708" y="768"/>
                    <a:pt x="711" y="771"/>
                  </a:cubicBezTo>
                  <a:cubicBezTo>
                    <a:pt x="706" y="774"/>
                    <a:pt x="711" y="777"/>
                    <a:pt x="716" y="780"/>
                  </a:cubicBezTo>
                  <a:cubicBezTo>
                    <a:pt x="723" y="784"/>
                    <a:pt x="710" y="787"/>
                    <a:pt x="717" y="790"/>
                  </a:cubicBezTo>
                  <a:cubicBezTo>
                    <a:pt x="722" y="793"/>
                    <a:pt x="714" y="797"/>
                    <a:pt x="715" y="800"/>
                  </a:cubicBezTo>
                  <a:cubicBezTo>
                    <a:pt x="711" y="803"/>
                    <a:pt x="713" y="807"/>
                    <a:pt x="717" y="810"/>
                  </a:cubicBezTo>
                  <a:cubicBezTo>
                    <a:pt x="728" y="814"/>
                    <a:pt x="708" y="817"/>
                    <a:pt x="719" y="821"/>
                  </a:cubicBezTo>
                  <a:cubicBezTo>
                    <a:pt x="712" y="825"/>
                    <a:pt x="721" y="829"/>
                    <a:pt x="723" y="832"/>
                  </a:cubicBezTo>
                  <a:cubicBezTo>
                    <a:pt x="728" y="836"/>
                    <a:pt x="726" y="840"/>
                    <a:pt x="729" y="844"/>
                  </a:cubicBezTo>
                  <a:cubicBezTo>
                    <a:pt x="731" y="847"/>
                    <a:pt x="735" y="850"/>
                    <a:pt x="731" y="853"/>
                  </a:cubicBezTo>
                  <a:cubicBezTo>
                    <a:pt x="738" y="856"/>
                    <a:pt x="729" y="859"/>
                    <a:pt x="733" y="862"/>
                  </a:cubicBezTo>
                  <a:cubicBezTo>
                    <a:pt x="733" y="865"/>
                    <a:pt x="727" y="868"/>
                    <a:pt x="734" y="871"/>
                  </a:cubicBezTo>
                  <a:cubicBezTo>
                    <a:pt x="750" y="874"/>
                    <a:pt x="748" y="877"/>
                    <a:pt x="735" y="880"/>
                  </a:cubicBezTo>
                  <a:cubicBezTo>
                    <a:pt x="735" y="884"/>
                    <a:pt x="734" y="887"/>
                    <a:pt x="736" y="891"/>
                  </a:cubicBezTo>
                  <a:cubicBezTo>
                    <a:pt x="742" y="895"/>
                    <a:pt x="739" y="899"/>
                    <a:pt x="735" y="903"/>
                  </a:cubicBezTo>
                  <a:cubicBezTo>
                    <a:pt x="739" y="905"/>
                    <a:pt x="740" y="908"/>
                    <a:pt x="739" y="910"/>
                  </a:cubicBezTo>
                  <a:cubicBezTo>
                    <a:pt x="739" y="913"/>
                    <a:pt x="737" y="915"/>
                    <a:pt x="734" y="918"/>
                  </a:cubicBezTo>
                  <a:cubicBezTo>
                    <a:pt x="731" y="923"/>
                    <a:pt x="735" y="928"/>
                    <a:pt x="731" y="933"/>
                  </a:cubicBezTo>
                  <a:cubicBezTo>
                    <a:pt x="736" y="938"/>
                    <a:pt x="732" y="943"/>
                    <a:pt x="727" y="948"/>
                  </a:cubicBezTo>
                  <a:cubicBezTo>
                    <a:pt x="719" y="952"/>
                    <a:pt x="727" y="956"/>
                    <a:pt x="723" y="959"/>
                  </a:cubicBezTo>
                  <a:cubicBezTo>
                    <a:pt x="732" y="963"/>
                    <a:pt x="727" y="967"/>
                    <a:pt x="718" y="971"/>
                  </a:cubicBezTo>
                  <a:cubicBezTo>
                    <a:pt x="718" y="973"/>
                    <a:pt x="711" y="975"/>
                    <a:pt x="714" y="977"/>
                  </a:cubicBezTo>
                  <a:cubicBezTo>
                    <a:pt x="716" y="979"/>
                    <a:pt x="715" y="981"/>
                    <a:pt x="717" y="983"/>
                  </a:cubicBezTo>
                  <a:cubicBezTo>
                    <a:pt x="721" y="985"/>
                    <a:pt x="722" y="987"/>
                    <a:pt x="714" y="989"/>
                  </a:cubicBezTo>
                  <a:cubicBezTo>
                    <a:pt x="715" y="991"/>
                    <a:pt x="719" y="993"/>
                    <a:pt x="715" y="996"/>
                  </a:cubicBezTo>
                  <a:cubicBezTo>
                    <a:pt x="725" y="999"/>
                    <a:pt x="708" y="1002"/>
                    <a:pt x="712" y="1005"/>
                  </a:cubicBezTo>
                  <a:cubicBezTo>
                    <a:pt x="711" y="1008"/>
                    <a:pt x="706" y="1011"/>
                    <a:pt x="712" y="1014"/>
                  </a:cubicBezTo>
                  <a:cubicBezTo>
                    <a:pt x="713" y="1017"/>
                    <a:pt x="704" y="1020"/>
                    <a:pt x="708" y="1023"/>
                  </a:cubicBezTo>
                  <a:cubicBezTo>
                    <a:pt x="693" y="1027"/>
                    <a:pt x="706" y="1030"/>
                    <a:pt x="709" y="1033"/>
                  </a:cubicBezTo>
                  <a:cubicBezTo>
                    <a:pt x="709" y="1036"/>
                    <a:pt x="707" y="1039"/>
                    <a:pt x="707" y="1042"/>
                  </a:cubicBezTo>
                  <a:cubicBezTo>
                    <a:pt x="706" y="1045"/>
                    <a:pt x="712" y="1048"/>
                    <a:pt x="705" y="1052"/>
                  </a:cubicBezTo>
                  <a:cubicBezTo>
                    <a:pt x="706" y="1055"/>
                    <a:pt x="710" y="1058"/>
                    <a:pt x="703" y="1061"/>
                  </a:cubicBezTo>
                  <a:cubicBezTo>
                    <a:pt x="691" y="1063"/>
                    <a:pt x="699" y="1064"/>
                    <a:pt x="697" y="1066"/>
                  </a:cubicBezTo>
                  <a:cubicBezTo>
                    <a:pt x="703" y="1067"/>
                    <a:pt x="701" y="1069"/>
                    <a:pt x="701" y="1070"/>
                  </a:cubicBezTo>
                  <a:cubicBezTo>
                    <a:pt x="699" y="1071"/>
                    <a:pt x="695" y="1072"/>
                    <a:pt x="702" y="1073"/>
                  </a:cubicBezTo>
                  <a:cubicBezTo>
                    <a:pt x="697" y="1074"/>
                    <a:pt x="719" y="1075"/>
                    <a:pt x="702" y="1075"/>
                  </a:cubicBezTo>
                  <a:cubicBezTo>
                    <a:pt x="705" y="1077"/>
                    <a:pt x="698" y="1079"/>
                    <a:pt x="709" y="1080"/>
                  </a:cubicBezTo>
                  <a:cubicBezTo>
                    <a:pt x="712" y="1082"/>
                    <a:pt x="706" y="1083"/>
                    <a:pt x="704" y="1085"/>
                  </a:cubicBezTo>
                  <a:cubicBezTo>
                    <a:pt x="708" y="1088"/>
                    <a:pt x="701" y="1091"/>
                    <a:pt x="707" y="1094"/>
                  </a:cubicBezTo>
                  <a:cubicBezTo>
                    <a:pt x="697" y="1095"/>
                    <a:pt x="708" y="1097"/>
                    <a:pt x="709" y="1098"/>
                  </a:cubicBezTo>
                  <a:cubicBezTo>
                    <a:pt x="712" y="1099"/>
                    <a:pt x="715" y="1101"/>
                    <a:pt x="709" y="1102"/>
                  </a:cubicBezTo>
                  <a:cubicBezTo>
                    <a:pt x="720" y="1105"/>
                    <a:pt x="701" y="1108"/>
                    <a:pt x="714" y="1111"/>
                  </a:cubicBezTo>
                  <a:cubicBezTo>
                    <a:pt x="720" y="1114"/>
                    <a:pt x="715" y="1117"/>
                    <a:pt x="719" y="1119"/>
                  </a:cubicBezTo>
                  <a:cubicBezTo>
                    <a:pt x="723" y="1122"/>
                    <a:pt x="717" y="1125"/>
                    <a:pt x="721" y="1128"/>
                  </a:cubicBezTo>
                  <a:cubicBezTo>
                    <a:pt x="734" y="1131"/>
                    <a:pt x="722" y="1134"/>
                    <a:pt x="727" y="1137"/>
                  </a:cubicBezTo>
                  <a:cubicBezTo>
                    <a:pt x="728" y="1139"/>
                    <a:pt x="738" y="1142"/>
                    <a:pt x="728" y="1145"/>
                  </a:cubicBezTo>
                  <a:cubicBezTo>
                    <a:pt x="726" y="1146"/>
                    <a:pt x="716" y="1147"/>
                    <a:pt x="728" y="1148"/>
                  </a:cubicBezTo>
                  <a:cubicBezTo>
                    <a:pt x="717" y="1150"/>
                    <a:pt x="733" y="1153"/>
                    <a:pt x="727" y="1155"/>
                  </a:cubicBezTo>
                  <a:cubicBezTo>
                    <a:pt x="734" y="1157"/>
                    <a:pt x="724" y="1160"/>
                    <a:pt x="726" y="1162"/>
                  </a:cubicBezTo>
                  <a:cubicBezTo>
                    <a:pt x="730" y="1164"/>
                    <a:pt x="722" y="1166"/>
                    <a:pt x="727" y="1169"/>
                  </a:cubicBezTo>
                  <a:cubicBezTo>
                    <a:pt x="717" y="1171"/>
                    <a:pt x="731" y="1173"/>
                    <a:pt x="725" y="1175"/>
                  </a:cubicBezTo>
                  <a:cubicBezTo>
                    <a:pt x="723" y="1177"/>
                    <a:pt x="729" y="1180"/>
                    <a:pt x="725" y="1182"/>
                  </a:cubicBezTo>
                  <a:cubicBezTo>
                    <a:pt x="724" y="1184"/>
                    <a:pt x="722" y="1186"/>
                    <a:pt x="724" y="1188"/>
                  </a:cubicBezTo>
                  <a:cubicBezTo>
                    <a:pt x="723" y="1190"/>
                    <a:pt x="718" y="1192"/>
                    <a:pt x="724" y="1194"/>
                  </a:cubicBezTo>
                  <a:cubicBezTo>
                    <a:pt x="732" y="1196"/>
                    <a:pt x="732" y="1198"/>
                    <a:pt x="727" y="1200"/>
                  </a:cubicBezTo>
                  <a:cubicBezTo>
                    <a:pt x="725" y="1202"/>
                    <a:pt x="726" y="1204"/>
                    <a:pt x="730" y="1206"/>
                  </a:cubicBezTo>
                  <a:cubicBezTo>
                    <a:pt x="736" y="1208"/>
                    <a:pt x="736" y="1210"/>
                    <a:pt x="727" y="1212"/>
                  </a:cubicBezTo>
                  <a:cubicBezTo>
                    <a:pt x="734" y="1216"/>
                    <a:pt x="727" y="1220"/>
                    <a:pt x="733" y="1223"/>
                  </a:cubicBezTo>
                  <a:cubicBezTo>
                    <a:pt x="733" y="1227"/>
                    <a:pt x="739" y="1231"/>
                    <a:pt x="739" y="1235"/>
                  </a:cubicBezTo>
                  <a:cubicBezTo>
                    <a:pt x="743" y="1239"/>
                    <a:pt x="731" y="1242"/>
                    <a:pt x="742" y="1246"/>
                  </a:cubicBezTo>
                  <a:cubicBezTo>
                    <a:pt x="741" y="1250"/>
                    <a:pt x="747" y="1254"/>
                    <a:pt x="744" y="1257"/>
                  </a:cubicBezTo>
                  <a:cubicBezTo>
                    <a:pt x="737" y="1261"/>
                    <a:pt x="748" y="1265"/>
                    <a:pt x="750" y="1269"/>
                  </a:cubicBezTo>
                  <a:cubicBezTo>
                    <a:pt x="745" y="1269"/>
                    <a:pt x="751" y="1270"/>
                    <a:pt x="751" y="1271"/>
                  </a:cubicBezTo>
                  <a:cubicBezTo>
                    <a:pt x="745" y="1275"/>
                    <a:pt x="746" y="1279"/>
                    <a:pt x="751" y="1283"/>
                  </a:cubicBezTo>
                  <a:cubicBezTo>
                    <a:pt x="748" y="1287"/>
                    <a:pt x="753" y="1291"/>
                    <a:pt x="750" y="1295"/>
                  </a:cubicBezTo>
                  <a:cubicBezTo>
                    <a:pt x="748" y="1296"/>
                    <a:pt x="759" y="1297"/>
                    <a:pt x="750" y="1298"/>
                  </a:cubicBezTo>
                  <a:cubicBezTo>
                    <a:pt x="740" y="1300"/>
                    <a:pt x="750" y="1302"/>
                    <a:pt x="746" y="1304"/>
                  </a:cubicBezTo>
                  <a:cubicBezTo>
                    <a:pt x="746" y="1307"/>
                    <a:pt x="746" y="1309"/>
                    <a:pt x="746" y="1311"/>
                  </a:cubicBezTo>
                  <a:cubicBezTo>
                    <a:pt x="748" y="1312"/>
                    <a:pt x="746" y="1313"/>
                    <a:pt x="746" y="1314"/>
                  </a:cubicBezTo>
                  <a:cubicBezTo>
                    <a:pt x="741" y="1317"/>
                    <a:pt x="741" y="1319"/>
                    <a:pt x="744" y="1322"/>
                  </a:cubicBezTo>
                  <a:cubicBezTo>
                    <a:pt x="743" y="1325"/>
                    <a:pt x="742" y="1328"/>
                    <a:pt x="742" y="1331"/>
                  </a:cubicBezTo>
                  <a:cubicBezTo>
                    <a:pt x="742" y="1333"/>
                    <a:pt x="741" y="1336"/>
                    <a:pt x="741" y="1339"/>
                  </a:cubicBezTo>
                  <a:cubicBezTo>
                    <a:pt x="742" y="1342"/>
                    <a:pt x="731" y="1345"/>
                    <a:pt x="739" y="1348"/>
                  </a:cubicBezTo>
                  <a:cubicBezTo>
                    <a:pt x="738" y="1351"/>
                    <a:pt x="743" y="1354"/>
                    <a:pt x="737" y="1357"/>
                  </a:cubicBezTo>
                  <a:cubicBezTo>
                    <a:pt x="736" y="1359"/>
                    <a:pt x="731" y="1362"/>
                    <a:pt x="736" y="1365"/>
                  </a:cubicBezTo>
                  <a:cubicBezTo>
                    <a:pt x="737" y="1366"/>
                    <a:pt x="729" y="1366"/>
                    <a:pt x="727" y="1367"/>
                  </a:cubicBezTo>
                  <a:cubicBezTo>
                    <a:pt x="735" y="1367"/>
                    <a:pt x="732" y="1368"/>
                    <a:pt x="735" y="1368"/>
                  </a:cubicBezTo>
                  <a:cubicBezTo>
                    <a:pt x="731" y="1372"/>
                    <a:pt x="727" y="1375"/>
                    <a:pt x="733" y="1378"/>
                  </a:cubicBezTo>
                  <a:cubicBezTo>
                    <a:pt x="733" y="1381"/>
                    <a:pt x="739" y="1384"/>
                    <a:pt x="726" y="1387"/>
                  </a:cubicBezTo>
                  <a:cubicBezTo>
                    <a:pt x="730" y="1390"/>
                    <a:pt x="728" y="1393"/>
                    <a:pt x="720" y="1396"/>
                  </a:cubicBezTo>
                  <a:cubicBezTo>
                    <a:pt x="721" y="1399"/>
                    <a:pt x="716" y="1402"/>
                    <a:pt x="714" y="1405"/>
                  </a:cubicBezTo>
                  <a:cubicBezTo>
                    <a:pt x="705" y="1408"/>
                    <a:pt x="703" y="1411"/>
                    <a:pt x="706" y="1414"/>
                  </a:cubicBezTo>
                  <a:cubicBezTo>
                    <a:pt x="704" y="1416"/>
                    <a:pt x="700" y="1419"/>
                    <a:pt x="701" y="1422"/>
                  </a:cubicBezTo>
                  <a:cubicBezTo>
                    <a:pt x="711" y="1425"/>
                    <a:pt x="691" y="1428"/>
                    <a:pt x="695" y="1431"/>
                  </a:cubicBezTo>
                  <a:cubicBezTo>
                    <a:pt x="690" y="1434"/>
                    <a:pt x="697" y="1437"/>
                    <a:pt x="690" y="1440"/>
                  </a:cubicBezTo>
                  <a:cubicBezTo>
                    <a:pt x="687" y="1443"/>
                    <a:pt x="693" y="1446"/>
                    <a:pt x="691" y="1449"/>
                  </a:cubicBezTo>
                  <a:cubicBezTo>
                    <a:pt x="681" y="1453"/>
                    <a:pt x="689" y="1456"/>
                    <a:pt x="683" y="1460"/>
                  </a:cubicBezTo>
                  <a:cubicBezTo>
                    <a:pt x="682" y="1463"/>
                    <a:pt x="683" y="1467"/>
                    <a:pt x="683" y="1471"/>
                  </a:cubicBezTo>
                  <a:cubicBezTo>
                    <a:pt x="684" y="1475"/>
                    <a:pt x="684" y="1479"/>
                    <a:pt x="683" y="1483"/>
                  </a:cubicBezTo>
                  <a:cubicBezTo>
                    <a:pt x="687" y="1484"/>
                    <a:pt x="692" y="1484"/>
                    <a:pt x="683" y="1485"/>
                  </a:cubicBezTo>
                  <a:cubicBezTo>
                    <a:pt x="684" y="1486"/>
                    <a:pt x="686" y="1487"/>
                    <a:pt x="683" y="1487"/>
                  </a:cubicBezTo>
                  <a:cubicBezTo>
                    <a:pt x="683" y="1490"/>
                    <a:pt x="675" y="1493"/>
                    <a:pt x="684" y="1496"/>
                  </a:cubicBezTo>
                  <a:cubicBezTo>
                    <a:pt x="692" y="1499"/>
                    <a:pt x="662" y="1502"/>
                    <a:pt x="684" y="1505"/>
                  </a:cubicBezTo>
                  <a:cubicBezTo>
                    <a:pt x="700" y="1508"/>
                    <a:pt x="675" y="1511"/>
                    <a:pt x="688" y="1514"/>
                  </a:cubicBezTo>
                  <a:cubicBezTo>
                    <a:pt x="689" y="1517"/>
                    <a:pt x="688" y="1520"/>
                    <a:pt x="688" y="1523"/>
                  </a:cubicBezTo>
                  <a:cubicBezTo>
                    <a:pt x="691" y="1526"/>
                    <a:pt x="681" y="1529"/>
                    <a:pt x="692" y="1532"/>
                  </a:cubicBezTo>
                  <a:cubicBezTo>
                    <a:pt x="691" y="1534"/>
                    <a:pt x="702" y="1536"/>
                    <a:pt x="700" y="1538"/>
                  </a:cubicBezTo>
                  <a:cubicBezTo>
                    <a:pt x="702" y="1540"/>
                    <a:pt x="702" y="1542"/>
                    <a:pt x="695" y="1544"/>
                  </a:cubicBezTo>
                  <a:cubicBezTo>
                    <a:pt x="686" y="1547"/>
                    <a:pt x="697" y="1550"/>
                    <a:pt x="694" y="1553"/>
                  </a:cubicBezTo>
                  <a:cubicBezTo>
                    <a:pt x="682" y="1555"/>
                    <a:pt x="692" y="1558"/>
                    <a:pt x="694" y="1561"/>
                  </a:cubicBezTo>
                  <a:cubicBezTo>
                    <a:pt x="706" y="1563"/>
                    <a:pt x="687" y="1566"/>
                    <a:pt x="693" y="1568"/>
                  </a:cubicBezTo>
                  <a:cubicBezTo>
                    <a:pt x="692" y="1571"/>
                    <a:pt x="693" y="1574"/>
                    <a:pt x="693" y="1576"/>
                  </a:cubicBezTo>
                  <a:cubicBezTo>
                    <a:pt x="696" y="1579"/>
                    <a:pt x="688" y="1581"/>
                    <a:pt x="693" y="1584"/>
                  </a:cubicBezTo>
                  <a:cubicBezTo>
                    <a:pt x="699" y="1586"/>
                    <a:pt x="697" y="1589"/>
                    <a:pt x="694" y="1591"/>
                  </a:cubicBezTo>
                  <a:cubicBezTo>
                    <a:pt x="676" y="1595"/>
                    <a:pt x="697" y="1599"/>
                    <a:pt x="695" y="1602"/>
                  </a:cubicBezTo>
                  <a:cubicBezTo>
                    <a:pt x="691" y="1604"/>
                    <a:pt x="697" y="1606"/>
                    <a:pt x="700" y="1608"/>
                  </a:cubicBezTo>
                  <a:cubicBezTo>
                    <a:pt x="699" y="1610"/>
                    <a:pt x="707" y="1611"/>
                    <a:pt x="697" y="1613"/>
                  </a:cubicBezTo>
                  <a:cubicBezTo>
                    <a:pt x="696" y="1617"/>
                    <a:pt x="689" y="1620"/>
                    <a:pt x="697" y="1624"/>
                  </a:cubicBezTo>
                  <a:cubicBezTo>
                    <a:pt x="695" y="1628"/>
                    <a:pt x="699" y="1631"/>
                    <a:pt x="702" y="1635"/>
                  </a:cubicBezTo>
                  <a:cubicBezTo>
                    <a:pt x="708" y="1638"/>
                    <a:pt x="709" y="1642"/>
                    <a:pt x="705" y="1645"/>
                  </a:cubicBezTo>
                  <a:cubicBezTo>
                    <a:pt x="713" y="1649"/>
                    <a:pt x="708" y="1652"/>
                    <a:pt x="711" y="1656"/>
                  </a:cubicBezTo>
                  <a:cubicBezTo>
                    <a:pt x="710" y="1659"/>
                    <a:pt x="701" y="1663"/>
                    <a:pt x="712" y="1666"/>
                  </a:cubicBezTo>
                  <a:cubicBezTo>
                    <a:pt x="716" y="1669"/>
                    <a:pt x="717" y="1673"/>
                    <a:pt x="722" y="1676"/>
                  </a:cubicBezTo>
                  <a:cubicBezTo>
                    <a:pt x="726" y="1679"/>
                    <a:pt x="720" y="1681"/>
                    <a:pt x="723" y="1683"/>
                  </a:cubicBezTo>
                  <a:cubicBezTo>
                    <a:pt x="721" y="1685"/>
                    <a:pt x="716" y="1687"/>
                    <a:pt x="728" y="1689"/>
                  </a:cubicBezTo>
                  <a:cubicBezTo>
                    <a:pt x="726" y="1693"/>
                    <a:pt x="728" y="1696"/>
                    <a:pt x="728" y="1700"/>
                  </a:cubicBezTo>
                  <a:cubicBezTo>
                    <a:pt x="725" y="1703"/>
                    <a:pt x="719" y="1705"/>
                    <a:pt x="727" y="1708"/>
                  </a:cubicBezTo>
                  <a:cubicBezTo>
                    <a:pt x="734" y="1711"/>
                    <a:pt x="727" y="1713"/>
                    <a:pt x="727" y="1716"/>
                  </a:cubicBezTo>
                  <a:cubicBezTo>
                    <a:pt x="733" y="1719"/>
                    <a:pt x="731" y="1721"/>
                    <a:pt x="726" y="1724"/>
                  </a:cubicBezTo>
                  <a:cubicBezTo>
                    <a:pt x="725" y="1727"/>
                    <a:pt x="721" y="1729"/>
                    <a:pt x="723" y="1732"/>
                  </a:cubicBezTo>
                  <a:cubicBezTo>
                    <a:pt x="723" y="1736"/>
                    <a:pt x="718" y="1741"/>
                    <a:pt x="722" y="1745"/>
                  </a:cubicBezTo>
                  <a:cubicBezTo>
                    <a:pt x="715" y="1752"/>
                    <a:pt x="724" y="1758"/>
                    <a:pt x="718" y="1765"/>
                  </a:cubicBezTo>
                  <a:cubicBezTo>
                    <a:pt x="724" y="1772"/>
                    <a:pt x="712" y="1779"/>
                    <a:pt x="712" y="1785"/>
                  </a:cubicBezTo>
                  <a:cubicBezTo>
                    <a:pt x="720" y="1790"/>
                    <a:pt x="713" y="1794"/>
                    <a:pt x="712" y="1796"/>
                  </a:cubicBezTo>
                  <a:cubicBezTo>
                    <a:pt x="712" y="1799"/>
                    <a:pt x="712" y="1800"/>
                    <a:pt x="712" y="1800"/>
                  </a:cubicBezTo>
                  <a:cubicBezTo>
                    <a:pt x="0" y="1800"/>
                    <a:pt x="0" y="1800"/>
                    <a:pt x="0" y="1800"/>
                  </a:cubicBezTo>
                  <a:cubicBezTo>
                    <a:pt x="0" y="0"/>
                    <a:pt x="0" y="0"/>
                    <a:pt x="0" y="0"/>
                  </a:cubicBezTo>
                  <a:cubicBezTo>
                    <a:pt x="0" y="0"/>
                    <a:pt x="583" y="0"/>
                    <a:pt x="677" y="0"/>
                  </a:cubicBezTo>
                  <a:cubicBezTo>
                    <a:pt x="684" y="0"/>
                    <a:pt x="688" y="0"/>
                    <a:pt x="696" y="0"/>
                  </a:cubicBezTo>
                  <a:cubicBezTo>
                    <a:pt x="698" y="0"/>
                    <a:pt x="709" y="0"/>
                    <a:pt x="708" y="0"/>
                  </a:cubicBezTo>
                  <a:cubicBezTo>
                    <a:pt x="713" y="0"/>
                    <a:pt x="716" y="0"/>
                    <a:pt x="712" y="0"/>
                  </a:cubicBezTo>
                  <a:close/>
                </a:path>
              </a:pathLst>
            </a:custGeom>
            <a:solidFill>
              <a:schemeClr val="bg2"/>
            </a:solidFill>
            <a:ln>
              <a:noFill/>
            </a:ln>
            <a:effectLst>
              <a:outerShdw blurRad="50800" dist="25400" algn="l" rotWithShape="0">
                <a:prstClr val="black">
                  <a:alpha val="29000"/>
                </a:prstClr>
              </a:outerShdw>
            </a:effectLst>
          </p:spPr>
          <p:txBody>
            <a:bodyPr vert="horz" wrap="square" lIns="91440" tIns="45720" rIns="91440" bIns="45720" numCol="1" anchor="t" anchorCtr="0" compatLnSpc="1">
              <a:prstTxWarp prst="textNoShape">
                <a:avLst/>
              </a:prstTxWarp>
            </a:bodyPr>
            <a:lstStyle/>
            <a:p>
              <a:endParaRPr lang="ru-UA"/>
            </a:p>
          </p:txBody>
        </p:sp>
        <p:sp>
          <p:nvSpPr>
            <p:cNvPr id="180" name="Freeform 173">
              <a:extLst>
                <a:ext uri="{FF2B5EF4-FFF2-40B4-BE49-F238E27FC236}">
                  <a16:creationId xmlns:a16="http://schemas.microsoft.com/office/drawing/2014/main" id="{930A08D5-2C26-47DB-956B-460DEF5B3749}"/>
                </a:ext>
              </a:extLst>
            </p:cNvPr>
            <p:cNvSpPr>
              <a:spLocks/>
            </p:cNvSpPr>
            <p:nvPr/>
          </p:nvSpPr>
          <p:spPr bwMode="auto">
            <a:xfrm>
              <a:off x="0" y="0"/>
              <a:ext cx="6786563" cy="6859588"/>
            </a:xfrm>
            <a:custGeom>
              <a:avLst/>
              <a:gdLst>
                <a:gd name="T0" fmla="*/ 1726 w 1782"/>
                <a:gd name="T1" fmla="*/ 18 h 1800"/>
                <a:gd name="T2" fmla="*/ 1727 w 1782"/>
                <a:gd name="T3" fmla="*/ 21 h 1800"/>
                <a:gd name="T4" fmla="*/ 1726 w 1782"/>
                <a:gd name="T5" fmla="*/ 38 h 1800"/>
                <a:gd name="T6" fmla="*/ 1726 w 1782"/>
                <a:gd name="T7" fmla="*/ 43 h 1800"/>
                <a:gd name="T8" fmla="*/ 1726 w 1782"/>
                <a:gd name="T9" fmla="*/ 46 h 1800"/>
                <a:gd name="T10" fmla="*/ 1728 w 1782"/>
                <a:gd name="T11" fmla="*/ 75 h 1800"/>
                <a:gd name="T12" fmla="*/ 1729 w 1782"/>
                <a:gd name="T13" fmla="*/ 79 h 1800"/>
                <a:gd name="T14" fmla="*/ 1727 w 1782"/>
                <a:gd name="T15" fmla="*/ 156 h 1800"/>
                <a:gd name="T16" fmla="*/ 1746 w 1782"/>
                <a:gd name="T17" fmla="*/ 190 h 1800"/>
                <a:gd name="T18" fmla="*/ 1766 w 1782"/>
                <a:gd name="T19" fmla="*/ 240 h 1800"/>
                <a:gd name="T20" fmla="*/ 1751 w 1782"/>
                <a:gd name="T21" fmla="*/ 274 h 1800"/>
                <a:gd name="T22" fmla="*/ 1736 w 1782"/>
                <a:gd name="T23" fmla="*/ 312 h 1800"/>
                <a:gd name="T24" fmla="*/ 1714 w 1782"/>
                <a:gd name="T25" fmla="*/ 344 h 1800"/>
                <a:gd name="T26" fmla="*/ 1725 w 1782"/>
                <a:gd name="T27" fmla="*/ 429 h 1800"/>
                <a:gd name="T28" fmla="*/ 1738 w 1782"/>
                <a:gd name="T29" fmla="*/ 507 h 1800"/>
                <a:gd name="T30" fmla="*/ 1740 w 1782"/>
                <a:gd name="T31" fmla="*/ 568 h 1800"/>
                <a:gd name="T32" fmla="*/ 1776 w 1782"/>
                <a:gd name="T33" fmla="*/ 681 h 1800"/>
                <a:gd name="T34" fmla="*/ 1751 w 1782"/>
                <a:gd name="T35" fmla="*/ 717 h 1800"/>
                <a:gd name="T36" fmla="*/ 1726 w 1782"/>
                <a:gd name="T37" fmla="*/ 773 h 1800"/>
                <a:gd name="T38" fmla="*/ 1732 w 1782"/>
                <a:gd name="T39" fmla="*/ 845 h 1800"/>
                <a:gd name="T40" fmla="*/ 1745 w 1782"/>
                <a:gd name="T41" fmla="*/ 912 h 1800"/>
                <a:gd name="T42" fmla="*/ 1739 w 1782"/>
                <a:gd name="T43" fmla="*/ 930 h 1800"/>
                <a:gd name="T44" fmla="*/ 1715 w 1782"/>
                <a:gd name="T45" fmla="*/ 1045 h 1800"/>
                <a:gd name="T46" fmla="*/ 1718 w 1782"/>
                <a:gd name="T47" fmla="*/ 1098 h 1800"/>
                <a:gd name="T48" fmla="*/ 1733 w 1782"/>
                <a:gd name="T49" fmla="*/ 1161 h 1800"/>
                <a:gd name="T50" fmla="*/ 1736 w 1782"/>
                <a:gd name="T51" fmla="*/ 1205 h 1800"/>
                <a:gd name="T52" fmla="*/ 1755 w 1782"/>
                <a:gd name="T53" fmla="*/ 1277 h 1800"/>
                <a:gd name="T54" fmla="*/ 1749 w 1782"/>
                <a:gd name="T55" fmla="*/ 1334 h 1800"/>
                <a:gd name="T56" fmla="*/ 1725 w 1782"/>
                <a:gd name="T57" fmla="*/ 1385 h 1800"/>
                <a:gd name="T58" fmla="*/ 1695 w 1782"/>
                <a:gd name="T59" fmla="*/ 1457 h 1800"/>
                <a:gd name="T60" fmla="*/ 1695 w 1782"/>
                <a:gd name="T61" fmla="*/ 1528 h 1800"/>
                <a:gd name="T62" fmla="*/ 1695 w 1782"/>
                <a:gd name="T63" fmla="*/ 1566 h 1800"/>
                <a:gd name="T64" fmla="*/ 1708 w 1782"/>
                <a:gd name="T65" fmla="*/ 1631 h 1800"/>
                <a:gd name="T66" fmla="*/ 1733 w 1782"/>
                <a:gd name="T67" fmla="*/ 1748 h 1800"/>
                <a:gd name="T68" fmla="*/ 1735 w 1782"/>
                <a:gd name="T69" fmla="*/ 1775 h 1800"/>
                <a:gd name="T70" fmla="*/ 1732 w 1782"/>
                <a:gd name="T71" fmla="*/ 1785 h 1800"/>
                <a:gd name="T72" fmla="*/ 0 w 1782"/>
                <a:gd name="T73" fmla="*/ 1800 h 1800"/>
                <a:gd name="T74" fmla="*/ 1727 w 1782"/>
                <a:gd name="T75" fmla="*/ 0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82" h="1800">
                  <a:moveTo>
                    <a:pt x="1727" y="0"/>
                  </a:moveTo>
                  <a:cubicBezTo>
                    <a:pt x="1737" y="8"/>
                    <a:pt x="1721" y="13"/>
                    <a:pt x="1726" y="18"/>
                  </a:cubicBezTo>
                  <a:cubicBezTo>
                    <a:pt x="1726" y="18"/>
                    <a:pt x="1726" y="18"/>
                    <a:pt x="1726" y="19"/>
                  </a:cubicBezTo>
                  <a:cubicBezTo>
                    <a:pt x="1726" y="19"/>
                    <a:pt x="1726" y="20"/>
                    <a:pt x="1727" y="21"/>
                  </a:cubicBezTo>
                  <a:cubicBezTo>
                    <a:pt x="1727" y="21"/>
                    <a:pt x="1727" y="22"/>
                    <a:pt x="1727" y="22"/>
                  </a:cubicBezTo>
                  <a:cubicBezTo>
                    <a:pt x="1726" y="26"/>
                    <a:pt x="1726" y="31"/>
                    <a:pt x="1726" y="38"/>
                  </a:cubicBezTo>
                  <a:cubicBezTo>
                    <a:pt x="1726" y="39"/>
                    <a:pt x="1726" y="39"/>
                    <a:pt x="1726" y="39"/>
                  </a:cubicBezTo>
                  <a:cubicBezTo>
                    <a:pt x="1726" y="40"/>
                    <a:pt x="1726" y="42"/>
                    <a:pt x="1726" y="43"/>
                  </a:cubicBezTo>
                  <a:cubicBezTo>
                    <a:pt x="1726" y="43"/>
                    <a:pt x="1726" y="43"/>
                    <a:pt x="1726" y="44"/>
                  </a:cubicBezTo>
                  <a:cubicBezTo>
                    <a:pt x="1726" y="44"/>
                    <a:pt x="1726" y="45"/>
                    <a:pt x="1726" y="46"/>
                  </a:cubicBezTo>
                  <a:cubicBezTo>
                    <a:pt x="1726" y="46"/>
                    <a:pt x="1726" y="46"/>
                    <a:pt x="1726" y="46"/>
                  </a:cubicBezTo>
                  <a:cubicBezTo>
                    <a:pt x="1736" y="59"/>
                    <a:pt x="1726" y="65"/>
                    <a:pt x="1728" y="75"/>
                  </a:cubicBezTo>
                  <a:cubicBezTo>
                    <a:pt x="1728" y="75"/>
                    <a:pt x="1728" y="75"/>
                    <a:pt x="1728" y="76"/>
                  </a:cubicBezTo>
                  <a:cubicBezTo>
                    <a:pt x="1728" y="77"/>
                    <a:pt x="1728" y="78"/>
                    <a:pt x="1729" y="79"/>
                  </a:cubicBezTo>
                  <a:cubicBezTo>
                    <a:pt x="1729" y="80"/>
                    <a:pt x="1729" y="80"/>
                    <a:pt x="1729" y="80"/>
                  </a:cubicBezTo>
                  <a:cubicBezTo>
                    <a:pt x="1726" y="105"/>
                    <a:pt x="1723" y="131"/>
                    <a:pt x="1727" y="156"/>
                  </a:cubicBezTo>
                  <a:cubicBezTo>
                    <a:pt x="1727" y="156"/>
                    <a:pt x="1727" y="157"/>
                    <a:pt x="1727" y="158"/>
                  </a:cubicBezTo>
                  <a:cubicBezTo>
                    <a:pt x="1728" y="169"/>
                    <a:pt x="1734" y="180"/>
                    <a:pt x="1746" y="190"/>
                  </a:cubicBezTo>
                  <a:cubicBezTo>
                    <a:pt x="1746" y="191"/>
                    <a:pt x="1747" y="191"/>
                    <a:pt x="1747" y="192"/>
                  </a:cubicBezTo>
                  <a:cubicBezTo>
                    <a:pt x="1755" y="207"/>
                    <a:pt x="1764" y="223"/>
                    <a:pt x="1766" y="240"/>
                  </a:cubicBezTo>
                  <a:cubicBezTo>
                    <a:pt x="1766" y="241"/>
                    <a:pt x="1765" y="242"/>
                    <a:pt x="1765" y="243"/>
                  </a:cubicBezTo>
                  <a:cubicBezTo>
                    <a:pt x="1763" y="254"/>
                    <a:pt x="1758" y="264"/>
                    <a:pt x="1751" y="274"/>
                  </a:cubicBezTo>
                  <a:cubicBezTo>
                    <a:pt x="1751" y="274"/>
                    <a:pt x="1751" y="275"/>
                    <a:pt x="1750" y="275"/>
                  </a:cubicBezTo>
                  <a:cubicBezTo>
                    <a:pt x="1743" y="287"/>
                    <a:pt x="1736" y="299"/>
                    <a:pt x="1736" y="312"/>
                  </a:cubicBezTo>
                  <a:cubicBezTo>
                    <a:pt x="1736" y="313"/>
                    <a:pt x="1735" y="314"/>
                    <a:pt x="1735" y="315"/>
                  </a:cubicBezTo>
                  <a:cubicBezTo>
                    <a:pt x="1729" y="325"/>
                    <a:pt x="1722" y="335"/>
                    <a:pt x="1714" y="344"/>
                  </a:cubicBezTo>
                  <a:cubicBezTo>
                    <a:pt x="1713" y="345"/>
                    <a:pt x="1713" y="346"/>
                    <a:pt x="1713" y="346"/>
                  </a:cubicBezTo>
                  <a:cubicBezTo>
                    <a:pt x="1704" y="369"/>
                    <a:pt x="1713" y="400"/>
                    <a:pt x="1725" y="429"/>
                  </a:cubicBezTo>
                  <a:cubicBezTo>
                    <a:pt x="1725" y="430"/>
                    <a:pt x="1726" y="431"/>
                    <a:pt x="1726" y="432"/>
                  </a:cubicBezTo>
                  <a:cubicBezTo>
                    <a:pt x="1731" y="458"/>
                    <a:pt x="1740" y="483"/>
                    <a:pt x="1738" y="507"/>
                  </a:cubicBezTo>
                  <a:cubicBezTo>
                    <a:pt x="1738" y="507"/>
                    <a:pt x="1738" y="508"/>
                    <a:pt x="1738" y="509"/>
                  </a:cubicBezTo>
                  <a:cubicBezTo>
                    <a:pt x="1736" y="528"/>
                    <a:pt x="1736" y="547"/>
                    <a:pt x="1740" y="568"/>
                  </a:cubicBezTo>
                  <a:cubicBezTo>
                    <a:pt x="1740" y="569"/>
                    <a:pt x="1740" y="570"/>
                    <a:pt x="1740" y="571"/>
                  </a:cubicBezTo>
                  <a:cubicBezTo>
                    <a:pt x="1742" y="611"/>
                    <a:pt x="1782" y="639"/>
                    <a:pt x="1776" y="681"/>
                  </a:cubicBezTo>
                  <a:cubicBezTo>
                    <a:pt x="1776" y="682"/>
                    <a:pt x="1776" y="683"/>
                    <a:pt x="1775" y="683"/>
                  </a:cubicBezTo>
                  <a:cubicBezTo>
                    <a:pt x="1771" y="697"/>
                    <a:pt x="1764" y="709"/>
                    <a:pt x="1751" y="717"/>
                  </a:cubicBezTo>
                  <a:cubicBezTo>
                    <a:pt x="1751" y="718"/>
                    <a:pt x="1750" y="719"/>
                    <a:pt x="1749" y="719"/>
                  </a:cubicBezTo>
                  <a:cubicBezTo>
                    <a:pt x="1737" y="734"/>
                    <a:pt x="1726" y="749"/>
                    <a:pt x="1726" y="773"/>
                  </a:cubicBezTo>
                  <a:cubicBezTo>
                    <a:pt x="1726" y="773"/>
                    <a:pt x="1726" y="774"/>
                    <a:pt x="1726" y="775"/>
                  </a:cubicBezTo>
                  <a:cubicBezTo>
                    <a:pt x="1722" y="796"/>
                    <a:pt x="1726" y="819"/>
                    <a:pt x="1732" y="845"/>
                  </a:cubicBezTo>
                  <a:cubicBezTo>
                    <a:pt x="1733" y="845"/>
                    <a:pt x="1733" y="846"/>
                    <a:pt x="1733" y="847"/>
                  </a:cubicBezTo>
                  <a:cubicBezTo>
                    <a:pt x="1739" y="869"/>
                    <a:pt x="1749" y="890"/>
                    <a:pt x="1745" y="912"/>
                  </a:cubicBezTo>
                  <a:cubicBezTo>
                    <a:pt x="1745" y="913"/>
                    <a:pt x="1744" y="913"/>
                    <a:pt x="1744" y="914"/>
                  </a:cubicBezTo>
                  <a:cubicBezTo>
                    <a:pt x="1742" y="920"/>
                    <a:pt x="1740" y="925"/>
                    <a:pt x="1739" y="930"/>
                  </a:cubicBezTo>
                  <a:cubicBezTo>
                    <a:pt x="1739" y="931"/>
                    <a:pt x="1738" y="932"/>
                    <a:pt x="1738" y="933"/>
                  </a:cubicBezTo>
                  <a:cubicBezTo>
                    <a:pt x="1731" y="971"/>
                    <a:pt x="1716" y="1005"/>
                    <a:pt x="1715" y="1045"/>
                  </a:cubicBezTo>
                  <a:cubicBezTo>
                    <a:pt x="1715" y="1046"/>
                    <a:pt x="1715" y="1047"/>
                    <a:pt x="1715" y="1047"/>
                  </a:cubicBezTo>
                  <a:cubicBezTo>
                    <a:pt x="1712" y="1064"/>
                    <a:pt x="1713" y="1081"/>
                    <a:pt x="1718" y="1098"/>
                  </a:cubicBezTo>
                  <a:cubicBezTo>
                    <a:pt x="1718" y="1099"/>
                    <a:pt x="1718" y="1100"/>
                    <a:pt x="1719" y="1101"/>
                  </a:cubicBezTo>
                  <a:cubicBezTo>
                    <a:pt x="1723" y="1121"/>
                    <a:pt x="1732" y="1140"/>
                    <a:pt x="1733" y="1161"/>
                  </a:cubicBezTo>
                  <a:cubicBezTo>
                    <a:pt x="1733" y="1162"/>
                    <a:pt x="1734" y="1163"/>
                    <a:pt x="1734" y="1164"/>
                  </a:cubicBezTo>
                  <a:cubicBezTo>
                    <a:pt x="1734" y="1178"/>
                    <a:pt x="1734" y="1192"/>
                    <a:pt x="1736" y="1205"/>
                  </a:cubicBezTo>
                  <a:cubicBezTo>
                    <a:pt x="1736" y="1206"/>
                    <a:pt x="1736" y="1207"/>
                    <a:pt x="1736" y="1208"/>
                  </a:cubicBezTo>
                  <a:cubicBezTo>
                    <a:pt x="1738" y="1232"/>
                    <a:pt x="1747" y="1255"/>
                    <a:pt x="1755" y="1277"/>
                  </a:cubicBezTo>
                  <a:cubicBezTo>
                    <a:pt x="1755" y="1278"/>
                    <a:pt x="1755" y="1278"/>
                    <a:pt x="1755" y="1279"/>
                  </a:cubicBezTo>
                  <a:cubicBezTo>
                    <a:pt x="1753" y="1297"/>
                    <a:pt x="1750" y="1315"/>
                    <a:pt x="1749" y="1334"/>
                  </a:cubicBezTo>
                  <a:cubicBezTo>
                    <a:pt x="1749" y="1335"/>
                    <a:pt x="1748" y="1336"/>
                    <a:pt x="1748" y="1336"/>
                  </a:cubicBezTo>
                  <a:cubicBezTo>
                    <a:pt x="1741" y="1353"/>
                    <a:pt x="1733" y="1369"/>
                    <a:pt x="1725" y="1385"/>
                  </a:cubicBezTo>
                  <a:cubicBezTo>
                    <a:pt x="1725" y="1386"/>
                    <a:pt x="1724" y="1386"/>
                    <a:pt x="1724" y="1387"/>
                  </a:cubicBezTo>
                  <a:cubicBezTo>
                    <a:pt x="1710" y="1406"/>
                    <a:pt x="1702" y="1430"/>
                    <a:pt x="1695" y="1457"/>
                  </a:cubicBezTo>
                  <a:cubicBezTo>
                    <a:pt x="1695" y="1458"/>
                    <a:pt x="1695" y="1459"/>
                    <a:pt x="1694" y="1459"/>
                  </a:cubicBezTo>
                  <a:cubicBezTo>
                    <a:pt x="1689" y="1480"/>
                    <a:pt x="1692" y="1503"/>
                    <a:pt x="1695" y="1528"/>
                  </a:cubicBezTo>
                  <a:cubicBezTo>
                    <a:pt x="1695" y="1529"/>
                    <a:pt x="1695" y="1529"/>
                    <a:pt x="1695" y="1530"/>
                  </a:cubicBezTo>
                  <a:cubicBezTo>
                    <a:pt x="1693" y="1542"/>
                    <a:pt x="1693" y="1554"/>
                    <a:pt x="1695" y="1566"/>
                  </a:cubicBezTo>
                  <a:cubicBezTo>
                    <a:pt x="1695" y="1567"/>
                    <a:pt x="1695" y="1568"/>
                    <a:pt x="1695" y="1569"/>
                  </a:cubicBezTo>
                  <a:cubicBezTo>
                    <a:pt x="1693" y="1594"/>
                    <a:pt x="1699" y="1613"/>
                    <a:pt x="1708" y="1631"/>
                  </a:cubicBezTo>
                  <a:cubicBezTo>
                    <a:pt x="1708" y="1632"/>
                    <a:pt x="1708" y="1633"/>
                    <a:pt x="1709" y="1634"/>
                  </a:cubicBezTo>
                  <a:cubicBezTo>
                    <a:pt x="1726" y="1669"/>
                    <a:pt x="1736" y="1709"/>
                    <a:pt x="1733" y="1748"/>
                  </a:cubicBezTo>
                  <a:cubicBezTo>
                    <a:pt x="1733" y="1749"/>
                    <a:pt x="1733" y="1749"/>
                    <a:pt x="1733" y="1750"/>
                  </a:cubicBezTo>
                  <a:cubicBezTo>
                    <a:pt x="1733" y="1759"/>
                    <a:pt x="1733" y="1767"/>
                    <a:pt x="1735" y="1775"/>
                  </a:cubicBezTo>
                  <a:cubicBezTo>
                    <a:pt x="1735" y="1776"/>
                    <a:pt x="1735" y="1777"/>
                    <a:pt x="1735" y="1778"/>
                  </a:cubicBezTo>
                  <a:cubicBezTo>
                    <a:pt x="1734" y="1780"/>
                    <a:pt x="1733" y="1783"/>
                    <a:pt x="1732" y="1785"/>
                  </a:cubicBezTo>
                  <a:cubicBezTo>
                    <a:pt x="1732" y="1795"/>
                    <a:pt x="1732" y="1800"/>
                    <a:pt x="1732" y="1800"/>
                  </a:cubicBezTo>
                  <a:cubicBezTo>
                    <a:pt x="0" y="1800"/>
                    <a:pt x="0" y="1800"/>
                    <a:pt x="0" y="1800"/>
                  </a:cubicBezTo>
                  <a:cubicBezTo>
                    <a:pt x="0" y="0"/>
                    <a:pt x="0" y="0"/>
                    <a:pt x="0" y="0"/>
                  </a:cubicBezTo>
                  <a:lnTo>
                    <a:pt x="1727" y="0"/>
                  </a:ln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4" name="Freeform 207">
              <a:extLst>
                <a:ext uri="{FF2B5EF4-FFF2-40B4-BE49-F238E27FC236}">
                  <a16:creationId xmlns:a16="http://schemas.microsoft.com/office/drawing/2014/main" id="{79448C87-B5DE-4704-9271-01786C30C57E}"/>
                </a:ext>
              </a:extLst>
            </p:cNvPr>
            <p:cNvSpPr>
              <a:spLocks noEditPoints="1"/>
            </p:cNvSpPr>
            <p:nvPr/>
          </p:nvSpPr>
          <p:spPr bwMode="auto">
            <a:xfrm>
              <a:off x="0" y="0"/>
              <a:ext cx="6753225" cy="6859588"/>
            </a:xfrm>
            <a:custGeom>
              <a:avLst/>
              <a:gdLst>
                <a:gd name="T0" fmla="*/ 901 w 1773"/>
                <a:gd name="T1" fmla="*/ 1732 h 1800"/>
                <a:gd name="T2" fmla="*/ 1732 w 1773"/>
                <a:gd name="T3" fmla="*/ 1730 h 1800"/>
                <a:gd name="T4" fmla="*/ 1715 w 1773"/>
                <a:gd name="T5" fmla="*/ 1039 h 1800"/>
                <a:gd name="T6" fmla="*/ 1662 w 1773"/>
                <a:gd name="T7" fmla="*/ 416 h 1800"/>
                <a:gd name="T8" fmla="*/ 1384 w 1773"/>
                <a:gd name="T9" fmla="*/ 68 h 1800"/>
                <a:gd name="T10" fmla="*/ 484 w 1773"/>
                <a:gd name="T11" fmla="*/ 0 h 1800"/>
                <a:gd name="T12" fmla="*/ 0 w 1773"/>
                <a:gd name="T13" fmla="*/ 486 h 1800"/>
                <a:gd name="T14" fmla="*/ 0 w 1773"/>
                <a:gd name="T15" fmla="*/ 1384 h 1800"/>
                <a:gd name="T16" fmla="*/ 1730 w 1773"/>
                <a:gd name="T17" fmla="*/ 1314 h 1800"/>
                <a:gd name="T18" fmla="*/ 1593 w 1773"/>
                <a:gd name="T19" fmla="*/ 761 h 1800"/>
                <a:gd name="T20" fmla="*/ 1593 w 1773"/>
                <a:gd name="T21" fmla="*/ 1386 h 1800"/>
                <a:gd name="T22" fmla="*/ 1524 w 1773"/>
                <a:gd name="T23" fmla="*/ 486 h 1800"/>
                <a:gd name="T24" fmla="*/ 1591 w 1773"/>
                <a:gd name="T25" fmla="*/ 1178 h 1800"/>
                <a:gd name="T26" fmla="*/ 1522 w 1773"/>
                <a:gd name="T27" fmla="*/ 276 h 1800"/>
                <a:gd name="T28" fmla="*/ 1455 w 1773"/>
                <a:gd name="T29" fmla="*/ 968 h 1800"/>
                <a:gd name="T30" fmla="*/ 1455 w 1773"/>
                <a:gd name="T31" fmla="*/ 1593 h 1800"/>
                <a:gd name="T32" fmla="*/ 1386 w 1773"/>
                <a:gd name="T33" fmla="*/ 693 h 1800"/>
                <a:gd name="T34" fmla="*/ 1453 w 1773"/>
                <a:gd name="T35" fmla="*/ 1386 h 1800"/>
                <a:gd name="T36" fmla="*/ 1384 w 1773"/>
                <a:gd name="T37" fmla="*/ 484 h 1800"/>
                <a:gd name="T38" fmla="*/ 1316 w 1773"/>
                <a:gd name="T39" fmla="*/ 1176 h 1800"/>
                <a:gd name="T40" fmla="*/ 1247 w 1773"/>
                <a:gd name="T41" fmla="*/ 139 h 1800"/>
                <a:gd name="T42" fmla="*/ 1247 w 1773"/>
                <a:gd name="T43" fmla="*/ 901 h 1800"/>
                <a:gd name="T44" fmla="*/ 1314 w 1773"/>
                <a:gd name="T45" fmla="*/ 1593 h 1800"/>
                <a:gd name="T46" fmla="*/ 1245 w 1773"/>
                <a:gd name="T47" fmla="*/ 691 h 1800"/>
                <a:gd name="T48" fmla="*/ 1178 w 1773"/>
                <a:gd name="T49" fmla="*/ 1384 h 1800"/>
                <a:gd name="T50" fmla="*/ 1109 w 1773"/>
                <a:gd name="T51" fmla="*/ 347 h 1800"/>
                <a:gd name="T52" fmla="*/ 1109 w 1773"/>
                <a:gd name="T53" fmla="*/ 1109 h 1800"/>
                <a:gd name="T54" fmla="*/ 1107 w 1773"/>
                <a:gd name="T55" fmla="*/ 139 h 1800"/>
                <a:gd name="T56" fmla="*/ 1107 w 1773"/>
                <a:gd name="T57" fmla="*/ 899 h 1800"/>
                <a:gd name="T58" fmla="*/ 1039 w 1773"/>
                <a:gd name="T59" fmla="*/ 1591 h 1800"/>
                <a:gd name="T60" fmla="*/ 970 w 1773"/>
                <a:gd name="T61" fmla="*/ 555 h 1800"/>
                <a:gd name="T62" fmla="*/ 970 w 1773"/>
                <a:gd name="T63" fmla="*/ 1316 h 1800"/>
                <a:gd name="T64" fmla="*/ 968 w 1773"/>
                <a:gd name="T65" fmla="*/ 347 h 1800"/>
                <a:gd name="T66" fmla="*/ 968 w 1773"/>
                <a:gd name="T67" fmla="*/ 1107 h 1800"/>
                <a:gd name="T68" fmla="*/ 832 w 1773"/>
                <a:gd name="T69" fmla="*/ 138 h 1800"/>
                <a:gd name="T70" fmla="*/ 832 w 1773"/>
                <a:gd name="T71" fmla="*/ 762 h 1800"/>
                <a:gd name="T72" fmla="*/ 832 w 1773"/>
                <a:gd name="T73" fmla="*/ 1524 h 1800"/>
                <a:gd name="T74" fmla="*/ 830 w 1773"/>
                <a:gd name="T75" fmla="*/ 555 h 1800"/>
                <a:gd name="T76" fmla="*/ 830 w 1773"/>
                <a:gd name="T77" fmla="*/ 1314 h 1800"/>
                <a:gd name="T78" fmla="*/ 693 w 1773"/>
                <a:gd name="T79" fmla="*/ 345 h 1800"/>
                <a:gd name="T80" fmla="*/ 693 w 1773"/>
                <a:gd name="T81" fmla="*/ 970 h 1800"/>
                <a:gd name="T82" fmla="*/ 624 w 1773"/>
                <a:gd name="T83" fmla="*/ 70 h 1800"/>
                <a:gd name="T84" fmla="*/ 691 w 1773"/>
                <a:gd name="T85" fmla="*/ 762 h 1800"/>
                <a:gd name="T86" fmla="*/ 691 w 1773"/>
                <a:gd name="T87" fmla="*/ 1522 h 1800"/>
                <a:gd name="T88" fmla="*/ 555 w 1773"/>
                <a:gd name="T89" fmla="*/ 553 h 1800"/>
                <a:gd name="T90" fmla="*/ 555 w 1773"/>
                <a:gd name="T91" fmla="*/ 1178 h 1800"/>
                <a:gd name="T92" fmla="*/ 486 w 1773"/>
                <a:gd name="T93" fmla="*/ 278 h 1800"/>
                <a:gd name="T94" fmla="*/ 553 w 1773"/>
                <a:gd name="T95" fmla="*/ 970 h 1800"/>
                <a:gd name="T96" fmla="*/ 553 w 1773"/>
                <a:gd name="T97" fmla="*/ 1730 h 1800"/>
                <a:gd name="T98" fmla="*/ 416 w 1773"/>
                <a:gd name="T99" fmla="*/ 761 h 1800"/>
                <a:gd name="T100" fmla="*/ 416 w 1773"/>
                <a:gd name="T101" fmla="*/ 1386 h 1800"/>
                <a:gd name="T102" fmla="*/ 347 w 1773"/>
                <a:gd name="T103" fmla="*/ 486 h 1800"/>
                <a:gd name="T104" fmla="*/ 414 w 1773"/>
                <a:gd name="T105" fmla="*/ 1178 h 1800"/>
                <a:gd name="T106" fmla="*/ 345 w 1773"/>
                <a:gd name="T107" fmla="*/ 276 h 1800"/>
                <a:gd name="T108" fmla="*/ 278 w 1773"/>
                <a:gd name="T109" fmla="*/ 968 h 1800"/>
                <a:gd name="T110" fmla="*/ 278 w 1773"/>
                <a:gd name="T111" fmla="*/ 1593 h 1800"/>
                <a:gd name="T112" fmla="*/ 209 w 1773"/>
                <a:gd name="T113" fmla="*/ 693 h 1800"/>
                <a:gd name="T114" fmla="*/ 276 w 1773"/>
                <a:gd name="T115" fmla="*/ 1386 h 1800"/>
                <a:gd name="T116" fmla="*/ 207 w 1773"/>
                <a:gd name="T117" fmla="*/ 484 h 1800"/>
                <a:gd name="T118" fmla="*/ 139 w 1773"/>
                <a:gd name="T119" fmla="*/ 1176 h 1800"/>
                <a:gd name="T120" fmla="*/ 70 w 1773"/>
                <a:gd name="T121" fmla="*/ 139 h 1800"/>
                <a:gd name="T122" fmla="*/ 70 w 1773"/>
                <a:gd name="T123" fmla="*/ 901 h 1800"/>
                <a:gd name="T124" fmla="*/ 138 w 1773"/>
                <a:gd name="T125" fmla="*/ 1593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73" h="1800">
                  <a:moveTo>
                    <a:pt x="68" y="1800"/>
                  </a:moveTo>
                  <a:cubicBezTo>
                    <a:pt x="70" y="1800"/>
                    <a:pt x="70" y="1800"/>
                    <a:pt x="70" y="1800"/>
                  </a:cubicBezTo>
                  <a:cubicBezTo>
                    <a:pt x="70" y="1732"/>
                    <a:pt x="70" y="1732"/>
                    <a:pt x="70" y="1732"/>
                  </a:cubicBezTo>
                  <a:cubicBezTo>
                    <a:pt x="138" y="1732"/>
                    <a:pt x="138" y="1732"/>
                    <a:pt x="138" y="1732"/>
                  </a:cubicBezTo>
                  <a:cubicBezTo>
                    <a:pt x="138" y="1800"/>
                    <a:pt x="138" y="1800"/>
                    <a:pt x="138" y="1800"/>
                  </a:cubicBezTo>
                  <a:cubicBezTo>
                    <a:pt x="139" y="1800"/>
                    <a:pt x="139" y="1800"/>
                    <a:pt x="139" y="1800"/>
                  </a:cubicBezTo>
                  <a:cubicBezTo>
                    <a:pt x="139" y="1732"/>
                    <a:pt x="139" y="1732"/>
                    <a:pt x="139" y="1732"/>
                  </a:cubicBezTo>
                  <a:cubicBezTo>
                    <a:pt x="207" y="1732"/>
                    <a:pt x="207" y="1732"/>
                    <a:pt x="207" y="1732"/>
                  </a:cubicBezTo>
                  <a:cubicBezTo>
                    <a:pt x="207" y="1800"/>
                    <a:pt x="207" y="1800"/>
                    <a:pt x="207" y="1800"/>
                  </a:cubicBezTo>
                  <a:cubicBezTo>
                    <a:pt x="209" y="1800"/>
                    <a:pt x="209" y="1800"/>
                    <a:pt x="209" y="1800"/>
                  </a:cubicBezTo>
                  <a:cubicBezTo>
                    <a:pt x="209" y="1732"/>
                    <a:pt x="209" y="1732"/>
                    <a:pt x="209" y="1732"/>
                  </a:cubicBezTo>
                  <a:cubicBezTo>
                    <a:pt x="276" y="1732"/>
                    <a:pt x="276" y="1732"/>
                    <a:pt x="276" y="1732"/>
                  </a:cubicBezTo>
                  <a:cubicBezTo>
                    <a:pt x="276" y="1800"/>
                    <a:pt x="276" y="1800"/>
                    <a:pt x="276" y="1800"/>
                  </a:cubicBezTo>
                  <a:cubicBezTo>
                    <a:pt x="278" y="1800"/>
                    <a:pt x="278" y="1800"/>
                    <a:pt x="278" y="1800"/>
                  </a:cubicBezTo>
                  <a:cubicBezTo>
                    <a:pt x="278" y="1732"/>
                    <a:pt x="278" y="1732"/>
                    <a:pt x="278" y="1732"/>
                  </a:cubicBezTo>
                  <a:cubicBezTo>
                    <a:pt x="345" y="1732"/>
                    <a:pt x="345" y="1732"/>
                    <a:pt x="345" y="1732"/>
                  </a:cubicBezTo>
                  <a:cubicBezTo>
                    <a:pt x="345" y="1800"/>
                    <a:pt x="345" y="1800"/>
                    <a:pt x="345" y="1800"/>
                  </a:cubicBezTo>
                  <a:cubicBezTo>
                    <a:pt x="347" y="1800"/>
                    <a:pt x="347" y="1800"/>
                    <a:pt x="347" y="1800"/>
                  </a:cubicBezTo>
                  <a:cubicBezTo>
                    <a:pt x="347" y="1732"/>
                    <a:pt x="347" y="1732"/>
                    <a:pt x="347" y="1732"/>
                  </a:cubicBezTo>
                  <a:cubicBezTo>
                    <a:pt x="414" y="1732"/>
                    <a:pt x="414" y="1732"/>
                    <a:pt x="414" y="1732"/>
                  </a:cubicBezTo>
                  <a:cubicBezTo>
                    <a:pt x="414" y="1800"/>
                    <a:pt x="414" y="1800"/>
                    <a:pt x="414" y="1800"/>
                  </a:cubicBezTo>
                  <a:cubicBezTo>
                    <a:pt x="416" y="1800"/>
                    <a:pt x="416" y="1800"/>
                    <a:pt x="416" y="1800"/>
                  </a:cubicBezTo>
                  <a:cubicBezTo>
                    <a:pt x="416" y="1732"/>
                    <a:pt x="416" y="1732"/>
                    <a:pt x="416" y="1732"/>
                  </a:cubicBezTo>
                  <a:cubicBezTo>
                    <a:pt x="484" y="1732"/>
                    <a:pt x="484" y="1732"/>
                    <a:pt x="484" y="1732"/>
                  </a:cubicBezTo>
                  <a:cubicBezTo>
                    <a:pt x="484" y="1800"/>
                    <a:pt x="484" y="1800"/>
                    <a:pt x="484" y="1800"/>
                  </a:cubicBezTo>
                  <a:cubicBezTo>
                    <a:pt x="486" y="1800"/>
                    <a:pt x="486" y="1800"/>
                    <a:pt x="486" y="1800"/>
                  </a:cubicBezTo>
                  <a:cubicBezTo>
                    <a:pt x="486" y="1732"/>
                    <a:pt x="486" y="1732"/>
                    <a:pt x="486" y="1732"/>
                  </a:cubicBezTo>
                  <a:cubicBezTo>
                    <a:pt x="553" y="1732"/>
                    <a:pt x="553" y="1732"/>
                    <a:pt x="553" y="1732"/>
                  </a:cubicBezTo>
                  <a:cubicBezTo>
                    <a:pt x="553" y="1800"/>
                    <a:pt x="553" y="1800"/>
                    <a:pt x="553" y="1800"/>
                  </a:cubicBezTo>
                  <a:cubicBezTo>
                    <a:pt x="555" y="1800"/>
                    <a:pt x="555" y="1800"/>
                    <a:pt x="555" y="1800"/>
                  </a:cubicBezTo>
                  <a:cubicBezTo>
                    <a:pt x="555" y="1732"/>
                    <a:pt x="555" y="1732"/>
                    <a:pt x="555" y="1732"/>
                  </a:cubicBezTo>
                  <a:cubicBezTo>
                    <a:pt x="622" y="1732"/>
                    <a:pt x="622" y="1732"/>
                    <a:pt x="622" y="1732"/>
                  </a:cubicBezTo>
                  <a:cubicBezTo>
                    <a:pt x="622" y="1800"/>
                    <a:pt x="622" y="1800"/>
                    <a:pt x="622" y="1800"/>
                  </a:cubicBezTo>
                  <a:cubicBezTo>
                    <a:pt x="624" y="1800"/>
                    <a:pt x="624" y="1800"/>
                    <a:pt x="624" y="1800"/>
                  </a:cubicBezTo>
                  <a:cubicBezTo>
                    <a:pt x="624" y="1732"/>
                    <a:pt x="624" y="1732"/>
                    <a:pt x="624" y="1732"/>
                  </a:cubicBezTo>
                  <a:cubicBezTo>
                    <a:pt x="691" y="1732"/>
                    <a:pt x="691" y="1732"/>
                    <a:pt x="691" y="1732"/>
                  </a:cubicBezTo>
                  <a:cubicBezTo>
                    <a:pt x="691" y="1800"/>
                    <a:pt x="691" y="1800"/>
                    <a:pt x="691" y="1800"/>
                  </a:cubicBezTo>
                  <a:cubicBezTo>
                    <a:pt x="693" y="1800"/>
                    <a:pt x="693" y="1800"/>
                    <a:pt x="693" y="1800"/>
                  </a:cubicBezTo>
                  <a:cubicBezTo>
                    <a:pt x="693" y="1732"/>
                    <a:pt x="693" y="1732"/>
                    <a:pt x="693" y="1732"/>
                  </a:cubicBezTo>
                  <a:cubicBezTo>
                    <a:pt x="761" y="1732"/>
                    <a:pt x="761" y="1732"/>
                    <a:pt x="761" y="1732"/>
                  </a:cubicBezTo>
                  <a:cubicBezTo>
                    <a:pt x="761" y="1800"/>
                    <a:pt x="761" y="1800"/>
                    <a:pt x="761" y="1800"/>
                  </a:cubicBezTo>
                  <a:cubicBezTo>
                    <a:pt x="762" y="1800"/>
                    <a:pt x="762" y="1800"/>
                    <a:pt x="762" y="1800"/>
                  </a:cubicBezTo>
                  <a:cubicBezTo>
                    <a:pt x="762" y="1732"/>
                    <a:pt x="762" y="1732"/>
                    <a:pt x="762" y="1732"/>
                  </a:cubicBezTo>
                  <a:cubicBezTo>
                    <a:pt x="830" y="1732"/>
                    <a:pt x="830" y="1732"/>
                    <a:pt x="830" y="1732"/>
                  </a:cubicBezTo>
                  <a:cubicBezTo>
                    <a:pt x="830" y="1800"/>
                    <a:pt x="830" y="1800"/>
                    <a:pt x="830" y="1800"/>
                  </a:cubicBezTo>
                  <a:cubicBezTo>
                    <a:pt x="832" y="1800"/>
                    <a:pt x="832" y="1800"/>
                    <a:pt x="832" y="1800"/>
                  </a:cubicBezTo>
                  <a:cubicBezTo>
                    <a:pt x="832" y="1732"/>
                    <a:pt x="832" y="1732"/>
                    <a:pt x="832" y="1732"/>
                  </a:cubicBezTo>
                  <a:cubicBezTo>
                    <a:pt x="899" y="1732"/>
                    <a:pt x="899" y="1732"/>
                    <a:pt x="899" y="1732"/>
                  </a:cubicBezTo>
                  <a:cubicBezTo>
                    <a:pt x="899" y="1800"/>
                    <a:pt x="899" y="1800"/>
                    <a:pt x="899" y="1800"/>
                  </a:cubicBezTo>
                  <a:cubicBezTo>
                    <a:pt x="901" y="1800"/>
                    <a:pt x="901" y="1800"/>
                    <a:pt x="901" y="1800"/>
                  </a:cubicBezTo>
                  <a:cubicBezTo>
                    <a:pt x="901" y="1732"/>
                    <a:pt x="901" y="1732"/>
                    <a:pt x="901" y="1732"/>
                  </a:cubicBezTo>
                  <a:cubicBezTo>
                    <a:pt x="968" y="1732"/>
                    <a:pt x="968" y="1732"/>
                    <a:pt x="968" y="1732"/>
                  </a:cubicBezTo>
                  <a:cubicBezTo>
                    <a:pt x="968" y="1800"/>
                    <a:pt x="968" y="1800"/>
                    <a:pt x="968" y="1800"/>
                  </a:cubicBezTo>
                  <a:cubicBezTo>
                    <a:pt x="970" y="1800"/>
                    <a:pt x="970" y="1800"/>
                    <a:pt x="970" y="1800"/>
                  </a:cubicBezTo>
                  <a:cubicBezTo>
                    <a:pt x="970" y="1732"/>
                    <a:pt x="970" y="1732"/>
                    <a:pt x="970" y="1732"/>
                  </a:cubicBezTo>
                  <a:cubicBezTo>
                    <a:pt x="1038" y="1732"/>
                    <a:pt x="1038" y="1732"/>
                    <a:pt x="1038" y="1732"/>
                  </a:cubicBezTo>
                  <a:cubicBezTo>
                    <a:pt x="1038" y="1800"/>
                    <a:pt x="1038" y="1800"/>
                    <a:pt x="1038" y="1800"/>
                  </a:cubicBezTo>
                  <a:cubicBezTo>
                    <a:pt x="1039" y="1800"/>
                    <a:pt x="1039" y="1800"/>
                    <a:pt x="1039" y="1800"/>
                  </a:cubicBezTo>
                  <a:cubicBezTo>
                    <a:pt x="1039" y="1732"/>
                    <a:pt x="1039" y="1732"/>
                    <a:pt x="1039" y="1732"/>
                  </a:cubicBezTo>
                  <a:cubicBezTo>
                    <a:pt x="1107" y="1732"/>
                    <a:pt x="1107" y="1732"/>
                    <a:pt x="1107" y="1732"/>
                  </a:cubicBezTo>
                  <a:cubicBezTo>
                    <a:pt x="1107" y="1800"/>
                    <a:pt x="1107" y="1800"/>
                    <a:pt x="1107" y="1800"/>
                  </a:cubicBezTo>
                  <a:cubicBezTo>
                    <a:pt x="1109" y="1800"/>
                    <a:pt x="1109" y="1800"/>
                    <a:pt x="1109" y="1800"/>
                  </a:cubicBezTo>
                  <a:cubicBezTo>
                    <a:pt x="1109" y="1732"/>
                    <a:pt x="1109" y="1732"/>
                    <a:pt x="1109" y="1732"/>
                  </a:cubicBezTo>
                  <a:cubicBezTo>
                    <a:pt x="1176" y="1732"/>
                    <a:pt x="1176" y="1732"/>
                    <a:pt x="1176" y="1732"/>
                  </a:cubicBezTo>
                  <a:cubicBezTo>
                    <a:pt x="1176" y="1800"/>
                    <a:pt x="1176" y="1800"/>
                    <a:pt x="1176" y="1800"/>
                  </a:cubicBezTo>
                  <a:cubicBezTo>
                    <a:pt x="1178" y="1800"/>
                    <a:pt x="1178" y="1800"/>
                    <a:pt x="1178" y="1800"/>
                  </a:cubicBezTo>
                  <a:cubicBezTo>
                    <a:pt x="1178" y="1732"/>
                    <a:pt x="1178" y="1732"/>
                    <a:pt x="1178" y="1732"/>
                  </a:cubicBezTo>
                  <a:cubicBezTo>
                    <a:pt x="1245" y="1732"/>
                    <a:pt x="1245" y="1732"/>
                    <a:pt x="1245" y="1732"/>
                  </a:cubicBezTo>
                  <a:cubicBezTo>
                    <a:pt x="1245" y="1800"/>
                    <a:pt x="1245" y="1800"/>
                    <a:pt x="1245" y="1800"/>
                  </a:cubicBezTo>
                  <a:cubicBezTo>
                    <a:pt x="1247" y="1800"/>
                    <a:pt x="1247" y="1800"/>
                    <a:pt x="1247" y="1800"/>
                  </a:cubicBezTo>
                  <a:cubicBezTo>
                    <a:pt x="1247" y="1732"/>
                    <a:pt x="1247" y="1732"/>
                    <a:pt x="1247" y="1732"/>
                  </a:cubicBezTo>
                  <a:cubicBezTo>
                    <a:pt x="1314" y="1732"/>
                    <a:pt x="1314" y="1732"/>
                    <a:pt x="1314" y="1732"/>
                  </a:cubicBezTo>
                  <a:cubicBezTo>
                    <a:pt x="1314" y="1800"/>
                    <a:pt x="1314" y="1800"/>
                    <a:pt x="1314" y="1800"/>
                  </a:cubicBezTo>
                  <a:cubicBezTo>
                    <a:pt x="1316" y="1800"/>
                    <a:pt x="1316" y="1800"/>
                    <a:pt x="1316" y="1800"/>
                  </a:cubicBezTo>
                  <a:cubicBezTo>
                    <a:pt x="1316" y="1732"/>
                    <a:pt x="1316" y="1732"/>
                    <a:pt x="1316" y="1732"/>
                  </a:cubicBezTo>
                  <a:cubicBezTo>
                    <a:pt x="1384" y="1732"/>
                    <a:pt x="1384" y="1732"/>
                    <a:pt x="1384" y="1732"/>
                  </a:cubicBezTo>
                  <a:cubicBezTo>
                    <a:pt x="1384" y="1800"/>
                    <a:pt x="1384" y="1800"/>
                    <a:pt x="1384" y="1800"/>
                  </a:cubicBezTo>
                  <a:cubicBezTo>
                    <a:pt x="1386" y="1800"/>
                    <a:pt x="1386" y="1800"/>
                    <a:pt x="1386" y="1800"/>
                  </a:cubicBezTo>
                  <a:cubicBezTo>
                    <a:pt x="1386" y="1732"/>
                    <a:pt x="1386" y="1732"/>
                    <a:pt x="1386" y="1732"/>
                  </a:cubicBezTo>
                  <a:cubicBezTo>
                    <a:pt x="1453" y="1732"/>
                    <a:pt x="1453" y="1732"/>
                    <a:pt x="1453" y="1732"/>
                  </a:cubicBezTo>
                  <a:cubicBezTo>
                    <a:pt x="1453" y="1800"/>
                    <a:pt x="1453" y="1800"/>
                    <a:pt x="1453" y="1800"/>
                  </a:cubicBezTo>
                  <a:cubicBezTo>
                    <a:pt x="1455" y="1800"/>
                    <a:pt x="1455" y="1800"/>
                    <a:pt x="1455" y="1800"/>
                  </a:cubicBezTo>
                  <a:cubicBezTo>
                    <a:pt x="1455" y="1732"/>
                    <a:pt x="1455" y="1732"/>
                    <a:pt x="1455" y="1732"/>
                  </a:cubicBezTo>
                  <a:cubicBezTo>
                    <a:pt x="1522" y="1732"/>
                    <a:pt x="1522" y="1732"/>
                    <a:pt x="1522" y="1732"/>
                  </a:cubicBezTo>
                  <a:cubicBezTo>
                    <a:pt x="1522" y="1800"/>
                    <a:pt x="1522" y="1800"/>
                    <a:pt x="1522" y="1800"/>
                  </a:cubicBezTo>
                  <a:cubicBezTo>
                    <a:pt x="1524" y="1800"/>
                    <a:pt x="1524" y="1800"/>
                    <a:pt x="1524" y="1800"/>
                  </a:cubicBezTo>
                  <a:cubicBezTo>
                    <a:pt x="1524" y="1732"/>
                    <a:pt x="1524" y="1732"/>
                    <a:pt x="1524" y="1732"/>
                  </a:cubicBezTo>
                  <a:cubicBezTo>
                    <a:pt x="1591" y="1732"/>
                    <a:pt x="1591" y="1732"/>
                    <a:pt x="1591" y="1732"/>
                  </a:cubicBezTo>
                  <a:cubicBezTo>
                    <a:pt x="1591" y="1800"/>
                    <a:pt x="1591" y="1800"/>
                    <a:pt x="1591" y="1800"/>
                  </a:cubicBezTo>
                  <a:cubicBezTo>
                    <a:pt x="1593" y="1800"/>
                    <a:pt x="1593" y="1800"/>
                    <a:pt x="1593" y="1800"/>
                  </a:cubicBezTo>
                  <a:cubicBezTo>
                    <a:pt x="1593" y="1732"/>
                    <a:pt x="1593" y="1732"/>
                    <a:pt x="1593" y="1732"/>
                  </a:cubicBezTo>
                  <a:cubicBezTo>
                    <a:pt x="1661" y="1732"/>
                    <a:pt x="1661" y="1732"/>
                    <a:pt x="1661" y="1732"/>
                  </a:cubicBezTo>
                  <a:cubicBezTo>
                    <a:pt x="1661" y="1800"/>
                    <a:pt x="1661" y="1800"/>
                    <a:pt x="1661" y="1800"/>
                  </a:cubicBezTo>
                  <a:cubicBezTo>
                    <a:pt x="1662" y="1800"/>
                    <a:pt x="1662" y="1800"/>
                    <a:pt x="1662" y="1800"/>
                  </a:cubicBezTo>
                  <a:cubicBezTo>
                    <a:pt x="1662" y="1732"/>
                    <a:pt x="1662" y="1732"/>
                    <a:pt x="1662" y="1732"/>
                  </a:cubicBezTo>
                  <a:cubicBezTo>
                    <a:pt x="1730" y="1732"/>
                    <a:pt x="1730" y="1732"/>
                    <a:pt x="1730" y="1732"/>
                  </a:cubicBezTo>
                  <a:cubicBezTo>
                    <a:pt x="1730" y="1800"/>
                    <a:pt x="1730" y="1800"/>
                    <a:pt x="1730" y="1800"/>
                  </a:cubicBezTo>
                  <a:cubicBezTo>
                    <a:pt x="1732" y="1800"/>
                    <a:pt x="1732" y="1800"/>
                    <a:pt x="1732" y="1800"/>
                  </a:cubicBezTo>
                  <a:cubicBezTo>
                    <a:pt x="1732" y="1732"/>
                    <a:pt x="1732" y="1732"/>
                    <a:pt x="1732" y="1732"/>
                  </a:cubicBezTo>
                  <a:cubicBezTo>
                    <a:pt x="1733" y="1732"/>
                    <a:pt x="1733" y="1732"/>
                    <a:pt x="1733" y="1732"/>
                  </a:cubicBezTo>
                  <a:cubicBezTo>
                    <a:pt x="1733" y="1731"/>
                    <a:pt x="1733" y="1730"/>
                    <a:pt x="1733" y="1730"/>
                  </a:cubicBezTo>
                  <a:cubicBezTo>
                    <a:pt x="1732" y="1730"/>
                    <a:pt x="1732" y="1730"/>
                    <a:pt x="1732" y="1730"/>
                  </a:cubicBezTo>
                  <a:cubicBezTo>
                    <a:pt x="1732" y="1707"/>
                    <a:pt x="1732" y="1707"/>
                    <a:pt x="1732" y="1707"/>
                  </a:cubicBezTo>
                  <a:cubicBezTo>
                    <a:pt x="1731" y="1704"/>
                    <a:pt x="1731" y="1700"/>
                    <a:pt x="1730" y="1696"/>
                  </a:cubicBezTo>
                  <a:cubicBezTo>
                    <a:pt x="1730" y="1730"/>
                    <a:pt x="1730" y="1730"/>
                    <a:pt x="1730" y="1730"/>
                  </a:cubicBezTo>
                  <a:cubicBezTo>
                    <a:pt x="1662" y="1730"/>
                    <a:pt x="1662" y="1730"/>
                    <a:pt x="1662" y="1730"/>
                  </a:cubicBezTo>
                  <a:cubicBezTo>
                    <a:pt x="1662" y="1662"/>
                    <a:pt x="1662" y="1662"/>
                    <a:pt x="1662" y="1662"/>
                  </a:cubicBezTo>
                  <a:cubicBezTo>
                    <a:pt x="1721" y="1662"/>
                    <a:pt x="1721" y="1662"/>
                    <a:pt x="1721" y="1662"/>
                  </a:cubicBezTo>
                  <a:cubicBezTo>
                    <a:pt x="1720" y="1662"/>
                    <a:pt x="1720" y="1661"/>
                    <a:pt x="1720" y="1661"/>
                  </a:cubicBezTo>
                  <a:cubicBezTo>
                    <a:pt x="1662" y="1661"/>
                    <a:pt x="1662" y="1661"/>
                    <a:pt x="1662" y="1661"/>
                  </a:cubicBezTo>
                  <a:cubicBezTo>
                    <a:pt x="1662" y="1593"/>
                    <a:pt x="1662" y="1593"/>
                    <a:pt x="1662" y="1593"/>
                  </a:cubicBezTo>
                  <a:cubicBezTo>
                    <a:pt x="1695" y="1593"/>
                    <a:pt x="1695" y="1593"/>
                    <a:pt x="1695" y="1593"/>
                  </a:cubicBezTo>
                  <a:cubicBezTo>
                    <a:pt x="1695" y="1593"/>
                    <a:pt x="1695" y="1592"/>
                    <a:pt x="1695" y="1591"/>
                  </a:cubicBezTo>
                  <a:cubicBezTo>
                    <a:pt x="1662" y="1591"/>
                    <a:pt x="1662" y="1591"/>
                    <a:pt x="1662" y="1591"/>
                  </a:cubicBezTo>
                  <a:cubicBezTo>
                    <a:pt x="1662" y="1524"/>
                    <a:pt x="1662" y="1524"/>
                    <a:pt x="1662" y="1524"/>
                  </a:cubicBezTo>
                  <a:cubicBezTo>
                    <a:pt x="1695" y="1524"/>
                    <a:pt x="1695" y="1524"/>
                    <a:pt x="1695" y="1524"/>
                  </a:cubicBezTo>
                  <a:cubicBezTo>
                    <a:pt x="1695" y="1523"/>
                    <a:pt x="1695" y="1523"/>
                    <a:pt x="1694" y="1522"/>
                  </a:cubicBezTo>
                  <a:cubicBezTo>
                    <a:pt x="1662" y="1522"/>
                    <a:pt x="1662" y="1522"/>
                    <a:pt x="1662" y="1522"/>
                  </a:cubicBezTo>
                  <a:cubicBezTo>
                    <a:pt x="1662" y="1455"/>
                    <a:pt x="1662" y="1455"/>
                    <a:pt x="1662" y="1455"/>
                  </a:cubicBezTo>
                  <a:cubicBezTo>
                    <a:pt x="1696" y="1455"/>
                    <a:pt x="1696" y="1455"/>
                    <a:pt x="1696" y="1455"/>
                  </a:cubicBezTo>
                  <a:cubicBezTo>
                    <a:pt x="1696" y="1454"/>
                    <a:pt x="1696" y="1454"/>
                    <a:pt x="1696" y="1453"/>
                  </a:cubicBezTo>
                  <a:cubicBezTo>
                    <a:pt x="1662" y="1453"/>
                    <a:pt x="1662" y="1453"/>
                    <a:pt x="1662" y="1453"/>
                  </a:cubicBezTo>
                  <a:cubicBezTo>
                    <a:pt x="1662" y="1386"/>
                    <a:pt x="1662" y="1386"/>
                    <a:pt x="1662" y="1386"/>
                  </a:cubicBezTo>
                  <a:cubicBezTo>
                    <a:pt x="1725" y="1386"/>
                    <a:pt x="1725" y="1386"/>
                    <a:pt x="1725" y="1386"/>
                  </a:cubicBezTo>
                  <a:cubicBezTo>
                    <a:pt x="1725" y="1385"/>
                    <a:pt x="1725" y="1385"/>
                    <a:pt x="1725" y="1385"/>
                  </a:cubicBezTo>
                  <a:cubicBezTo>
                    <a:pt x="1725" y="1385"/>
                    <a:pt x="1725" y="1384"/>
                    <a:pt x="1726" y="1384"/>
                  </a:cubicBezTo>
                  <a:cubicBezTo>
                    <a:pt x="1662" y="1384"/>
                    <a:pt x="1662" y="1384"/>
                    <a:pt x="1662" y="1384"/>
                  </a:cubicBezTo>
                  <a:cubicBezTo>
                    <a:pt x="1662" y="1316"/>
                    <a:pt x="1662" y="1316"/>
                    <a:pt x="1662" y="1316"/>
                  </a:cubicBezTo>
                  <a:cubicBezTo>
                    <a:pt x="1730" y="1316"/>
                    <a:pt x="1730" y="1316"/>
                    <a:pt x="1730" y="1316"/>
                  </a:cubicBezTo>
                  <a:cubicBezTo>
                    <a:pt x="1730" y="1375"/>
                    <a:pt x="1730" y="1375"/>
                    <a:pt x="1730" y="1375"/>
                  </a:cubicBezTo>
                  <a:cubicBezTo>
                    <a:pt x="1730" y="1374"/>
                    <a:pt x="1731" y="1373"/>
                    <a:pt x="1732" y="1371"/>
                  </a:cubicBezTo>
                  <a:cubicBezTo>
                    <a:pt x="1732" y="1316"/>
                    <a:pt x="1732" y="1316"/>
                    <a:pt x="1732" y="1316"/>
                  </a:cubicBezTo>
                  <a:cubicBezTo>
                    <a:pt x="1751" y="1316"/>
                    <a:pt x="1751" y="1316"/>
                    <a:pt x="1751" y="1316"/>
                  </a:cubicBezTo>
                  <a:cubicBezTo>
                    <a:pt x="1751" y="1316"/>
                    <a:pt x="1751" y="1315"/>
                    <a:pt x="1751" y="1314"/>
                  </a:cubicBezTo>
                  <a:cubicBezTo>
                    <a:pt x="1732" y="1314"/>
                    <a:pt x="1732" y="1314"/>
                    <a:pt x="1732" y="1314"/>
                  </a:cubicBezTo>
                  <a:cubicBezTo>
                    <a:pt x="1732" y="1247"/>
                    <a:pt x="1732" y="1247"/>
                    <a:pt x="1732" y="1247"/>
                  </a:cubicBezTo>
                  <a:cubicBezTo>
                    <a:pt x="1744" y="1247"/>
                    <a:pt x="1744" y="1247"/>
                    <a:pt x="1744" y="1247"/>
                  </a:cubicBezTo>
                  <a:cubicBezTo>
                    <a:pt x="1744" y="1246"/>
                    <a:pt x="1744" y="1246"/>
                    <a:pt x="1744" y="1245"/>
                  </a:cubicBezTo>
                  <a:cubicBezTo>
                    <a:pt x="1732" y="1245"/>
                    <a:pt x="1732" y="1245"/>
                    <a:pt x="1732" y="1245"/>
                  </a:cubicBezTo>
                  <a:cubicBezTo>
                    <a:pt x="1732" y="1178"/>
                    <a:pt x="1732" y="1178"/>
                    <a:pt x="1732" y="1178"/>
                  </a:cubicBezTo>
                  <a:cubicBezTo>
                    <a:pt x="1734" y="1178"/>
                    <a:pt x="1734" y="1178"/>
                    <a:pt x="1734" y="1178"/>
                  </a:cubicBezTo>
                  <a:cubicBezTo>
                    <a:pt x="1734" y="1177"/>
                    <a:pt x="1734" y="1177"/>
                    <a:pt x="1734" y="1176"/>
                  </a:cubicBezTo>
                  <a:cubicBezTo>
                    <a:pt x="1732" y="1176"/>
                    <a:pt x="1732" y="1176"/>
                    <a:pt x="1732" y="1176"/>
                  </a:cubicBezTo>
                  <a:cubicBezTo>
                    <a:pt x="1732" y="1148"/>
                    <a:pt x="1732" y="1148"/>
                    <a:pt x="1732" y="1148"/>
                  </a:cubicBezTo>
                  <a:cubicBezTo>
                    <a:pt x="1731" y="1145"/>
                    <a:pt x="1731" y="1142"/>
                    <a:pt x="1730" y="1140"/>
                  </a:cubicBezTo>
                  <a:cubicBezTo>
                    <a:pt x="1730" y="1176"/>
                    <a:pt x="1730" y="1176"/>
                    <a:pt x="1730" y="1176"/>
                  </a:cubicBezTo>
                  <a:cubicBezTo>
                    <a:pt x="1662" y="1176"/>
                    <a:pt x="1662" y="1176"/>
                    <a:pt x="1662" y="1176"/>
                  </a:cubicBezTo>
                  <a:cubicBezTo>
                    <a:pt x="1662" y="1109"/>
                    <a:pt x="1662" y="1109"/>
                    <a:pt x="1662" y="1109"/>
                  </a:cubicBezTo>
                  <a:cubicBezTo>
                    <a:pt x="1721" y="1109"/>
                    <a:pt x="1721" y="1109"/>
                    <a:pt x="1721" y="1109"/>
                  </a:cubicBezTo>
                  <a:cubicBezTo>
                    <a:pt x="1721" y="1108"/>
                    <a:pt x="1720" y="1107"/>
                    <a:pt x="1720" y="1107"/>
                  </a:cubicBezTo>
                  <a:cubicBezTo>
                    <a:pt x="1662" y="1107"/>
                    <a:pt x="1662" y="1107"/>
                    <a:pt x="1662" y="1107"/>
                  </a:cubicBezTo>
                  <a:cubicBezTo>
                    <a:pt x="1662" y="1039"/>
                    <a:pt x="1662" y="1039"/>
                    <a:pt x="1662" y="1039"/>
                  </a:cubicBezTo>
                  <a:cubicBezTo>
                    <a:pt x="1715" y="1039"/>
                    <a:pt x="1715" y="1039"/>
                    <a:pt x="1715" y="1039"/>
                  </a:cubicBezTo>
                  <a:cubicBezTo>
                    <a:pt x="1715" y="1039"/>
                    <a:pt x="1715" y="1038"/>
                    <a:pt x="1716" y="1038"/>
                  </a:cubicBezTo>
                  <a:cubicBezTo>
                    <a:pt x="1662" y="1038"/>
                    <a:pt x="1662" y="1038"/>
                    <a:pt x="1662" y="1038"/>
                  </a:cubicBezTo>
                  <a:cubicBezTo>
                    <a:pt x="1662" y="970"/>
                    <a:pt x="1662" y="970"/>
                    <a:pt x="1662" y="970"/>
                  </a:cubicBezTo>
                  <a:cubicBezTo>
                    <a:pt x="1729" y="970"/>
                    <a:pt x="1729" y="970"/>
                    <a:pt x="1729" y="970"/>
                  </a:cubicBezTo>
                  <a:cubicBezTo>
                    <a:pt x="1729" y="970"/>
                    <a:pt x="1729" y="969"/>
                    <a:pt x="1730" y="968"/>
                  </a:cubicBezTo>
                  <a:cubicBezTo>
                    <a:pt x="1662" y="968"/>
                    <a:pt x="1662" y="968"/>
                    <a:pt x="1662" y="968"/>
                  </a:cubicBezTo>
                  <a:cubicBezTo>
                    <a:pt x="1662" y="901"/>
                    <a:pt x="1662" y="901"/>
                    <a:pt x="1662" y="901"/>
                  </a:cubicBezTo>
                  <a:cubicBezTo>
                    <a:pt x="1730" y="901"/>
                    <a:pt x="1730" y="901"/>
                    <a:pt x="1730" y="901"/>
                  </a:cubicBezTo>
                  <a:cubicBezTo>
                    <a:pt x="1730" y="968"/>
                    <a:pt x="1730" y="968"/>
                    <a:pt x="1730" y="968"/>
                  </a:cubicBezTo>
                  <a:cubicBezTo>
                    <a:pt x="1730" y="965"/>
                    <a:pt x="1731" y="963"/>
                    <a:pt x="1732" y="961"/>
                  </a:cubicBezTo>
                  <a:cubicBezTo>
                    <a:pt x="1732" y="901"/>
                    <a:pt x="1732" y="901"/>
                    <a:pt x="1732" y="901"/>
                  </a:cubicBezTo>
                  <a:cubicBezTo>
                    <a:pt x="1746" y="901"/>
                    <a:pt x="1746" y="901"/>
                    <a:pt x="1746" y="901"/>
                  </a:cubicBezTo>
                  <a:cubicBezTo>
                    <a:pt x="1746" y="900"/>
                    <a:pt x="1746" y="900"/>
                    <a:pt x="1746" y="899"/>
                  </a:cubicBezTo>
                  <a:cubicBezTo>
                    <a:pt x="1732" y="899"/>
                    <a:pt x="1732" y="899"/>
                    <a:pt x="1732" y="899"/>
                  </a:cubicBezTo>
                  <a:cubicBezTo>
                    <a:pt x="1732" y="842"/>
                    <a:pt x="1732" y="842"/>
                    <a:pt x="1732" y="842"/>
                  </a:cubicBezTo>
                  <a:cubicBezTo>
                    <a:pt x="1731" y="839"/>
                    <a:pt x="1730" y="837"/>
                    <a:pt x="1730" y="834"/>
                  </a:cubicBezTo>
                  <a:cubicBezTo>
                    <a:pt x="1730" y="899"/>
                    <a:pt x="1730" y="899"/>
                    <a:pt x="1730" y="899"/>
                  </a:cubicBezTo>
                  <a:cubicBezTo>
                    <a:pt x="1662" y="899"/>
                    <a:pt x="1662" y="899"/>
                    <a:pt x="1662" y="899"/>
                  </a:cubicBezTo>
                  <a:cubicBezTo>
                    <a:pt x="1662" y="832"/>
                    <a:pt x="1662" y="832"/>
                    <a:pt x="1662" y="832"/>
                  </a:cubicBezTo>
                  <a:cubicBezTo>
                    <a:pt x="1729" y="832"/>
                    <a:pt x="1729" y="832"/>
                    <a:pt x="1729" y="832"/>
                  </a:cubicBezTo>
                  <a:cubicBezTo>
                    <a:pt x="1729" y="831"/>
                    <a:pt x="1729" y="830"/>
                    <a:pt x="1729" y="830"/>
                  </a:cubicBezTo>
                  <a:cubicBezTo>
                    <a:pt x="1662" y="830"/>
                    <a:pt x="1662" y="830"/>
                    <a:pt x="1662" y="830"/>
                  </a:cubicBezTo>
                  <a:cubicBezTo>
                    <a:pt x="1662" y="762"/>
                    <a:pt x="1662" y="762"/>
                    <a:pt x="1662" y="762"/>
                  </a:cubicBezTo>
                  <a:cubicBezTo>
                    <a:pt x="1727" y="762"/>
                    <a:pt x="1727" y="762"/>
                    <a:pt x="1727" y="762"/>
                  </a:cubicBezTo>
                  <a:cubicBezTo>
                    <a:pt x="1727" y="762"/>
                    <a:pt x="1727" y="761"/>
                    <a:pt x="1727" y="761"/>
                  </a:cubicBezTo>
                  <a:cubicBezTo>
                    <a:pt x="1662" y="761"/>
                    <a:pt x="1662" y="761"/>
                    <a:pt x="1662" y="761"/>
                  </a:cubicBezTo>
                  <a:cubicBezTo>
                    <a:pt x="1662" y="693"/>
                    <a:pt x="1662" y="693"/>
                    <a:pt x="1662" y="693"/>
                  </a:cubicBezTo>
                  <a:cubicBezTo>
                    <a:pt x="1730" y="693"/>
                    <a:pt x="1730" y="693"/>
                    <a:pt x="1730" y="693"/>
                  </a:cubicBezTo>
                  <a:cubicBezTo>
                    <a:pt x="1730" y="750"/>
                    <a:pt x="1730" y="750"/>
                    <a:pt x="1730" y="750"/>
                  </a:cubicBezTo>
                  <a:cubicBezTo>
                    <a:pt x="1730" y="748"/>
                    <a:pt x="1731" y="747"/>
                    <a:pt x="1732" y="745"/>
                  </a:cubicBezTo>
                  <a:cubicBezTo>
                    <a:pt x="1732" y="693"/>
                    <a:pt x="1732" y="693"/>
                    <a:pt x="1732" y="693"/>
                  </a:cubicBezTo>
                  <a:cubicBezTo>
                    <a:pt x="1772" y="693"/>
                    <a:pt x="1772" y="693"/>
                    <a:pt x="1772" y="693"/>
                  </a:cubicBezTo>
                  <a:cubicBezTo>
                    <a:pt x="1772" y="693"/>
                    <a:pt x="1772" y="692"/>
                    <a:pt x="1773" y="691"/>
                  </a:cubicBezTo>
                  <a:cubicBezTo>
                    <a:pt x="1732" y="691"/>
                    <a:pt x="1732" y="691"/>
                    <a:pt x="1732" y="691"/>
                  </a:cubicBezTo>
                  <a:cubicBezTo>
                    <a:pt x="1732" y="624"/>
                    <a:pt x="1732" y="624"/>
                    <a:pt x="1732" y="624"/>
                  </a:cubicBezTo>
                  <a:cubicBezTo>
                    <a:pt x="1761" y="624"/>
                    <a:pt x="1761" y="624"/>
                    <a:pt x="1761" y="624"/>
                  </a:cubicBezTo>
                  <a:cubicBezTo>
                    <a:pt x="1760" y="623"/>
                    <a:pt x="1760" y="623"/>
                    <a:pt x="1760" y="622"/>
                  </a:cubicBezTo>
                  <a:cubicBezTo>
                    <a:pt x="1732" y="622"/>
                    <a:pt x="1732" y="622"/>
                    <a:pt x="1732" y="622"/>
                  </a:cubicBezTo>
                  <a:cubicBezTo>
                    <a:pt x="1732" y="555"/>
                    <a:pt x="1732" y="555"/>
                    <a:pt x="1732" y="555"/>
                  </a:cubicBezTo>
                  <a:cubicBezTo>
                    <a:pt x="1738" y="555"/>
                    <a:pt x="1738" y="555"/>
                    <a:pt x="1738" y="555"/>
                  </a:cubicBezTo>
                  <a:cubicBezTo>
                    <a:pt x="1738" y="554"/>
                    <a:pt x="1738" y="554"/>
                    <a:pt x="1738" y="553"/>
                  </a:cubicBezTo>
                  <a:cubicBezTo>
                    <a:pt x="1732" y="553"/>
                    <a:pt x="1732" y="553"/>
                    <a:pt x="1732" y="553"/>
                  </a:cubicBezTo>
                  <a:cubicBezTo>
                    <a:pt x="1732" y="486"/>
                    <a:pt x="1732" y="486"/>
                    <a:pt x="1732" y="486"/>
                  </a:cubicBezTo>
                  <a:cubicBezTo>
                    <a:pt x="1737" y="486"/>
                    <a:pt x="1737" y="486"/>
                    <a:pt x="1737" y="486"/>
                  </a:cubicBezTo>
                  <a:cubicBezTo>
                    <a:pt x="1737" y="485"/>
                    <a:pt x="1737" y="484"/>
                    <a:pt x="1737" y="484"/>
                  </a:cubicBezTo>
                  <a:cubicBezTo>
                    <a:pt x="1732" y="484"/>
                    <a:pt x="1732" y="484"/>
                    <a:pt x="1732" y="484"/>
                  </a:cubicBezTo>
                  <a:cubicBezTo>
                    <a:pt x="1732" y="457"/>
                    <a:pt x="1732" y="457"/>
                    <a:pt x="1732" y="457"/>
                  </a:cubicBezTo>
                  <a:cubicBezTo>
                    <a:pt x="1731" y="455"/>
                    <a:pt x="1730" y="453"/>
                    <a:pt x="1730" y="450"/>
                  </a:cubicBezTo>
                  <a:cubicBezTo>
                    <a:pt x="1730" y="484"/>
                    <a:pt x="1730" y="484"/>
                    <a:pt x="1730" y="484"/>
                  </a:cubicBezTo>
                  <a:cubicBezTo>
                    <a:pt x="1662" y="484"/>
                    <a:pt x="1662" y="484"/>
                    <a:pt x="1662" y="484"/>
                  </a:cubicBezTo>
                  <a:cubicBezTo>
                    <a:pt x="1662" y="416"/>
                    <a:pt x="1662" y="416"/>
                    <a:pt x="1662" y="416"/>
                  </a:cubicBezTo>
                  <a:cubicBezTo>
                    <a:pt x="1720" y="416"/>
                    <a:pt x="1720" y="416"/>
                    <a:pt x="1720" y="416"/>
                  </a:cubicBezTo>
                  <a:cubicBezTo>
                    <a:pt x="1720" y="416"/>
                    <a:pt x="1720" y="415"/>
                    <a:pt x="1719" y="414"/>
                  </a:cubicBezTo>
                  <a:cubicBezTo>
                    <a:pt x="1662" y="414"/>
                    <a:pt x="1662" y="414"/>
                    <a:pt x="1662" y="414"/>
                  </a:cubicBezTo>
                  <a:cubicBezTo>
                    <a:pt x="1662" y="347"/>
                    <a:pt x="1662" y="347"/>
                    <a:pt x="1662" y="347"/>
                  </a:cubicBezTo>
                  <a:cubicBezTo>
                    <a:pt x="1713" y="347"/>
                    <a:pt x="1713" y="347"/>
                    <a:pt x="1713" y="347"/>
                  </a:cubicBezTo>
                  <a:cubicBezTo>
                    <a:pt x="1713" y="347"/>
                    <a:pt x="1713" y="347"/>
                    <a:pt x="1713" y="346"/>
                  </a:cubicBezTo>
                  <a:cubicBezTo>
                    <a:pt x="1713" y="346"/>
                    <a:pt x="1713" y="346"/>
                    <a:pt x="1713" y="345"/>
                  </a:cubicBezTo>
                  <a:cubicBezTo>
                    <a:pt x="1662" y="345"/>
                    <a:pt x="1662" y="345"/>
                    <a:pt x="1662" y="345"/>
                  </a:cubicBezTo>
                  <a:cubicBezTo>
                    <a:pt x="1662" y="278"/>
                    <a:pt x="1662" y="278"/>
                    <a:pt x="1662" y="278"/>
                  </a:cubicBezTo>
                  <a:cubicBezTo>
                    <a:pt x="1730" y="278"/>
                    <a:pt x="1730" y="278"/>
                    <a:pt x="1730" y="278"/>
                  </a:cubicBezTo>
                  <a:cubicBezTo>
                    <a:pt x="1730" y="322"/>
                    <a:pt x="1730" y="322"/>
                    <a:pt x="1730" y="322"/>
                  </a:cubicBezTo>
                  <a:cubicBezTo>
                    <a:pt x="1730" y="321"/>
                    <a:pt x="1731" y="320"/>
                    <a:pt x="1732" y="320"/>
                  </a:cubicBezTo>
                  <a:cubicBezTo>
                    <a:pt x="1732" y="278"/>
                    <a:pt x="1732" y="278"/>
                    <a:pt x="1732" y="278"/>
                  </a:cubicBezTo>
                  <a:cubicBezTo>
                    <a:pt x="1749" y="278"/>
                    <a:pt x="1749" y="278"/>
                    <a:pt x="1749" y="278"/>
                  </a:cubicBezTo>
                  <a:cubicBezTo>
                    <a:pt x="1749" y="277"/>
                    <a:pt x="1749" y="277"/>
                    <a:pt x="1750" y="276"/>
                  </a:cubicBezTo>
                  <a:cubicBezTo>
                    <a:pt x="1732" y="276"/>
                    <a:pt x="1732" y="276"/>
                    <a:pt x="1732" y="276"/>
                  </a:cubicBezTo>
                  <a:cubicBezTo>
                    <a:pt x="1732" y="209"/>
                    <a:pt x="1732" y="209"/>
                    <a:pt x="1732" y="209"/>
                  </a:cubicBezTo>
                  <a:cubicBezTo>
                    <a:pt x="1756" y="209"/>
                    <a:pt x="1756" y="209"/>
                    <a:pt x="1756" y="209"/>
                  </a:cubicBezTo>
                  <a:cubicBezTo>
                    <a:pt x="1756" y="208"/>
                    <a:pt x="1755" y="207"/>
                    <a:pt x="1755" y="207"/>
                  </a:cubicBezTo>
                  <a:cubicBezTo>
                    <a:pt x="1732" y="207"/>
                    <a:pt x="1732" y="207"/>
                    <a:pt x="1732" y="207"/>
                  </a:cubicBezTo>
                  <a:cubicBezTo>
                    <a:pt x="1732" y="173"/>
                    <a:pt x="1732" y="173"/>
                    <a:pt x="1732" y="173"/>
                  </a:cubicBezTo>
                  <a:cubicBezTo>
                    <a:pt x="1731" y="172"/>
                    <a:pt x="1730" y="171"/>
                    <a:pt x="1730" y="169"/>
                  </a:cubicBezTo>
                  <a:cubicBezTo>
                    <a:pt x="1730" y="207"/>
                    <a:pt x="1730" y="207"/>
                    <a:pt x="1730" y="207"/>
                  </a:cubicBezTo>
                  <a:cubicBezTo>
                    <a:pt x="1662" y="207"/>
                    <a:pt x="1662" y="207"/>
                    <a:pt x="1662" y="207"/>
                  </a:cubicBezTo>
                  <a:cubicBezTo>
                    <a:pt x="1662" y="139"/>
                    <a:pt x="1662" y="139"/>
                    <a:pt x="1662" y="139"/>
                  </a:cubicBezTo>
                  <a:cubicBezTo>
                    <a:pt x="1725" y="139"/>
                    <a:pt x="1725" y="139"/>
                    <a:pt x="1725" y="139"/>
                  </a:cubicBezTo>
                  <a:cubicBezTo>
                    <a:pt x="1725" y="139"/>
                    <a:pt x="1725" y="138"/>
                    <a:pt x="1725" y="138"/>
                  </a:cubicBezTo>
                  <a:cubicBezTo>
                    <a:pt x="1662" y="138"/>
                    <a:pt x="1662" y="138"/>
                    <a:pt x="1662" y="138"/>
                  </a:cubicBezTo>
                  <a:cubicBezTo>
                    <a:pt x="1662" y="70"/>
                    <a:pt x="1662" y="70"/>
                    <a:pt x="1662" y="70"/>
                  </a:cubicBezTo>
                  <a:cubicBezTo>
                    <a:pt x="1728" y="70"/>
                    <a:pt x="1728" y="70"/>
                    <a:pt x="1728" y="70"/>
                  </a:cubicBezTo>
                  <a:cubicBezTo>
                    <a:pt x="1728" y="70"/>
                    <a:pt x="1728" y="69"/>
                    <a:pt x="1728" y="68"/>
                  </a:cubicBezTo>
                  <a:cubicBezTo>
                    <a:pt x="1662" y="68"/>
                    <a:pt x="1662" y="68"/>
                    <a:pt x="1662" y="68"/>
                  </a:cubicBezTo>
                  <a:cubicBezTo>
                    <a:pt x="1662" y="0"/>
                    <a:pt x="1662" y="0"/>
                    <a:pt x="1662" y="0"/>
                  </a:cubicBezTo>
                  <a:cubicBezTo>
                    <a:pt x="1661" y="0"/>
                    <a:pt x="1661" y="0"/>
                    <a:pt x="1661" y="0"/>
                  </a:cubicBezTo>
                  <a:cubicBezTo>
                    <a:pt x="1661" y="68"/>
                    <a:pt x="1661" y="68"/>
                    <a:pt x="1661" y="68"/>
                  </a:cubicBezTo>
                  <a:cubicBezTo>
                    <a:pt x="1593" y="68"/>
                    <a:pt x="1593" y="68"/>
                    <a:pt x="1593" y="68"/>
                  </a:cubicBezTo>
                  <a:cubicBezTo>
                    <a:pt x="1593" y="0"/>
                    <a:pt x="1593" y="0"/>
                    <a:pt x="1593" y="0"/>
                  </a:cubicBezTo>
                  <a:cubicBezTo>
                    <a:pt x="1591" y="0"/>
                    <a:pt x="1591" y="0"/>
                    <a:pt x="1591" y="0"/>
                  </a:cubicBezTo>
                  <a:cubicBezTo>
                    <a:pt x="1591" y="68"/>
                    <a:pt x="1591" y="68"/>
                    <a:pt x="1591" y="68"/>
                  </a:cubicBezTo>
                  <a:cubicBezTo>
                    <a:pt x="1524" y="68"/>
                    <a:pt x="1524" y="68"/>
                    <a:pt x="1524" y="68"/>
                  </a:cubicBezTo>
                  <a:cubicBezTo>
                    <a:pt x="1524" y="0"/>
                    <a:pt x="1524" y="0"/>
                    <a:pt x="1524" y="0"/>
                  </a:cubicBezTo>
                  <a:cubicBezTo>
                    <a:pt x="1522" y="0"/>
                    <a:pt x="1522" y="0"/>
                    <a:pt x="1522" y="0"/>
                  </a:cubicBezTo>
                  <a:cubicBezTo>
                    <a:pt x="1522" y="68"/>
                    <a:pt x="1522" y="68"/>
                    <a:pt x="1522" y="68"/>
                  </a:cubicBezTo>
                  <a:cubicBezTo>
                    <a:pt x="1455" y="68"/>
                    <a:pt x="1455" y="68"/>
                    <a:pt x="1455" y="68"/>
                  </a:cubicBezTo>
                  <a:cubicBezTo>
                    <a:pt x="1455" y="0"/>
                    <a:pt x="1455" y="0"/>
                    <a:pt x="1455" y="0"/>
                  </a:cubicBezTo>
                  <a:cubicBezTo>
                    <a:pt x="1453" y="0"/>
                    <a:pt x="1453" y="0"/>
                    <a:pt x="1453" y="0"/>
                  </a:cubicBezTo>
                  <a:cubicBezTo>
                    <a:pt x="1453" y="68"/>
                    <a:pt x="1453" y="68"/>
                    <a:pt x="1453" y="68"/>
                  </a:cubicBezTo>
                  <a:cubicBezTo>
                    <a:pt x="1386" y="68"/>
                    <a:pt x="1386" y="68"/>
                    <a:pt x="1386" y="68"/>
                  </a:cubicBezTo>
                  <a:cubicBezTo>
                    <a:pt x="1386" y="0"/>
                    <a:pt x="1386" y="0"/>
                    <a:pt x="1386" y="0"/>
                  </a:cubicBezTo>
                  <a:cubicBezTo>
                    <a:pt x="1384" y="0"/>
                    <a:pt x="1384" y="0"/>
                    <a:pt x="1384" y="0"/>
                  </a:cubicBezTo>
                  <a:cubicBezTo>
                    <a:pt x="1384" y="68"/>
                    <a:pt x="1384" y="68"/>
                    <a:pt x="1384" y="68"/>
                  </a:cubicBezTo>
                  <a:cubicBezTo>
                    <a:pt x="1316" y="68"/>
                    <a:pt x="1316" y="68"/>
                    <a:pt x="1316" y="68"/>
                  </a:cubicBezTo>
                  <a:cubicBezTo>
                    <a:pt x="1316" y="0"/>
                    <a:pt x="1316" y="0"/>
                    <a:pt x="1316" y="0"/>
                  </a:cubicBezTo>
                  <a:cubicBezTo>
                    <a:pt x="1314" y="0"/>
                    <a:pt x="1314" y="0"/>
                    <a:pt x="1314" y="0"/>
                  </a:cubicBezTo>
                  <a:cubicBezTo>
                    <a:pt x="1314" y="68"/>
                    <a:pt x="1314" y="68"/>
                    <a:pt x="1314" y="68"/>
                  </a:cubicBezTo>
                  <a:cubicBezTo>
                    <a:pt x="1247" y="68"/>
                    <a:pt x="1247" y="68"/>
                    <a:pt x="1247" y="68"/>
                  </a:cubicBezTo>
                  <a:cubicBezTo>
                    <a:pt x="1247" y="0"/>
                    <a:pt x="1247" y="0"/>
                    <a:pt x="1247" y="0"/>
                  </a:cubicBezTo>
                  <a:cubicBezTo>
                    <a:pt x="1245" y="0"/>
                    <a:pt x="1245" y="0"/>
                    <a:pt x="1245" y="0"/>
                  </a:cubicBezTo>
                  <a:cubicBezTo>
                    <a:pt x="1245" y="68"/>
                    <a:pt x="1245" y="68"/>
                    <a:pt x="1245" y="68"/>
                  </a:cubicBezTo>
                  <a:cubicBezTo>
                    <a:pt x="1178" y="68"/>
                    <a:pt x="1178" y="68"/>
                    <a:pt x="1178" y="68"/>
                  </a:cubicBezTo>
                  <a:cubicBezTo>
                    <a:pt x="1178" y="0"/>
                    <a:pt x="1178" y="0"/>
                    <a:pt x="1178" y="0"/>
                  </a:cubicBezTo>
                  <a:cubicBezTo>
                    <a:pt x="1176" y="0"/>
                    <a:pt x="1176" y="0"/>
                    <a:pt x="1176" y="0"/>
                  </a:cubicBezTo>
                  <a:cubicBezTo>
                    <a:pt x="1176" y="68"/>
                    <a:pt x="1176" y="68"/>
                    <a:pt x="1176" y="68"/>
                  </a:cubicBezTo>
                  <a:cubicBezTo>
                    <a:pt x="1109" y="68"/>
                    <a:pt x="1109" y="68"/>
                    <a:pt x="1109" y="68"/>
                  </a:cubicBezTo>
                  <a:cubicBezTo>
                    <a:pt x="1109" y="0"/>
                    <a:pt x="1109" y="0"/>
                    <a:pt x="1109" y="0"/>
                  </a:cubicBezTo>
                  <a:cubicBezTo>
                    <a:pt x="1107" y="0"/>
                    <a:pt x="1107" y="0"/>
                    <a:pt x="1107" y="0"/>
                  </a:cubicBezTo>
                  <a:cubicBezTo>
                    <a:pt x="1107" y="68"/>
                    <a:pt x="1107" y="68"/>
                    <a:pt x="1107" y="68"/>
                  </a:cubicBezTo>
                  <a:cubicBezTo>
                    <a:pt x="1039" y="68"/>
                    <a:pt x="1039" y="68"/>
                    <a:pt x="1039" y="68"/>
                  </a:cubicBezTo>
                  <a:cubicBezTo>
                    <a:pt x="1039" y="0"/>
                    <a:pt x="1039" y="0"/>
                    <a:pt x="1039" y="0"/>
                  </a:cubicBezTo>
                  <a:cubicBezTo>
                    <a:pt x="1038" y="0"/>
                    <a:pt x="1038" y="0"/>
                    <a:pt x="1038" y="0"/>
                  </a:cubicBezTo>
                  <a:cubicBezTo>
                    <a:pt x="1038" y="68"/>
                    <a:pt x="1038" y="68"/>
                    <a:pt x="1038" y="68"/>
                  </a:cubicBezTo>
                  <a:cubicBezTo>
                    <a:pt x="970" y="68"/>
                    <a:pt x="970" y="68"/>
                    <a:pt x="970" y="68"/>
                  </a:cubicBezTo>
                  <a:cubicBezTo>
                    <a:pt x="970" y="0"/>
                    <a:pt x="970" y="0"/>
                    <a:pt x="970" y="0"/>
                  </a:cubicBezTo>
                  <a:cubicBezTo>
                    <a:pt x="968" y="0"/>
                    <a:pt x="968" y="0"/>
                    <a:pt x="968" y="0"/>
                  </a:cubicBezTo>
                  <a:cubicBezTo>
                    <a:pt x="968" y="68"/>
                    <a:pt x="968" y="68"/>
                    <a:pt x="968" y="68"/>
                  </a:cubicBezTo>
                  <a:cubicBezTo>
                    <a:pt x="901" y="68"/>
                    <a:pt x="901" y="68"/>
                    <a:pt x="901" y="68"/>
                  </a:cubicBezTo>
                  <a:cubicBezTo>
                    <a:pt x="901" y="0"/>
                    <a:pt x="901" y="0"/>
                    <a:pt x="901" y="0"/>
                  </a:cubicBezTo>
                  <a:cubicBezTo>
                    <a:pt x="899" y="0"/>
                    <a:pt x="899" y="0"/>
                    <a:pt x="899" y="0"/>
                  </a:cubicBezTo>
                  <a:cubicBezTo>
                    <a:pt x="899" y="68"/>
                    <a:pt x="899" y="68"/>
                    <a:pt x="899" y="68"/>
                  </a:cubicBezTo>
                  <a:cubicBezTo>
                    <a:pt x="832" y="68"/>
                    <a:pt x="832" y="68"/>
                    <a:pt x="832" y="68"/>
                  </a:cubicBezTo>
                  <a:cubicBezTo>
                    <a:pt x="832" y="0"/>
                    <a:pt x="832" y="0"/>
                    <a:pt x="832" y="0"/>
                  </a:cubicBezTo>
                  <a:cubicBezTo>
                    <a:pt x="830" y="0"/>
                    <a:pt x="830" y="0"/>
                    <a:pt x="830" y="0"/>
                  </a:cubicBezTo>
                  <a:cubicBezTo>
                    <a:pt x="830" y="68"/>
                    <a:pt x="830" y="68"/>
                    <a:pt x="830" y="68"/>
                  </a:cubicBezTo>
                  <a:cubicBezTo>
                    <a:pt x="762" y="68"/>
                    <a:pt x="762" y="68"/>
                    <a:pt x="762" y="68"/>
                  </a:cubicBezTo>
                  <a:cubicBezTo>
                    <a:pt x="762" y="0"/>
                    <a:pt x="762" y="0"/>
                    <a:pt x="762" y="0"/>
                  </a:cubicBezTo>
                  <a:cubicBezTo>
                    <a:pt x="761" y="0"/>
                    <a:pt x="761" y="0"/>
                    <a:pt x="761" y="0"/>
                  </a:cubicBezTo>
                  <a:cubicBezTo>
                    <a:pt x="761" y="68"/>
                    <a:pt x="761" y="68"/>
                    <a:pt x="761" y="68"/>
                  </a:cubicBezTo>
                  <a:cubicBezTo>
                    <a:pt x="693" y="68"/>
                    <a:pt x="693" y="68"/>
                    <a:pt x="693" y="68"/>
                  </a:cubicBezTo>
                  <a:cubicBezTo>
                    <a:pt x="693" y="0"/>
                    <a:pt x="693" y="0"/>
                    <a:pt x="693" y="0"/>
                  </a:cubicBezTo>
                  <a:cubicBezTo>
                    <a:pt x="691" y="0"/>
                    <a:pt x="691" y="0"/>
                    <a:pt x="691" y="0"/>
                  </a:cubicBezTo>
                  <a:cubicBezTo>
                    <a:pt x="691" y="68"/>
                    <a:pt x="691" y="68"/>
                    <a:pt x="691" y="68"/>
                  </a:cubicBezTo>
                  <a:cubicBezTo>
                    <a:pt x="624" y="68"/>
                    <a:pt x="624" y="68"/>
                    <a:pt x="624" y="68"/>
                  </a:cubicBezTo>
                  <a:cubicBezTo>
                    <a:pt x="624" y="0"/>
                    <a:pt x="624" y="0"/>
                    <a:pt x="624" y="0"/>
                  </a:cubicBezTo>
                  <a:cubicBezTo>
                    <a:pt x="622" y="0"/>
                    <a:pt x="622" y="0"/>
                    <a:pt x="622" y="0"/>
                  </a:cubicBezTo>
                  <a:cubicBezTo>
                    <a:pt x="622" y="68"/>
                    <a:pt x="622" y="68"/>
                    <a:pt x="622" y="68"/>
                  </a:cubicBezTo>
                  <a:cubicBezTo>
                    <a:pt x="555" y="68"/>
                    <a:pt x="555" y="68"/>
                    <a:pt x="555" y="68"/>
                  </a:cubicBezTo>
                  <a:cubicBezTo>
                    <a:pt x="555" y="0"/>
                    <a:pt x="555" y="0"/>
                    <a:pt x="555" y="0"/>
                  </a:cubicBezTo>
                  <a:cubicBezTo>
                    <a:pt x="553" y="0"/>
                    <a:pt x="553" y="0"/>
                    <a:pt x="553" y="0"/>
                  </a:cubicBezTo>
                  <a:cubicBezTo>
                    <a:pt x="553" y="68"/>
                    <a:pt x="553" y="68"/>
                    <a:pt x="553" y="68"/>
                  </a:cubicBezTo>
                  <a:cubicBezTo>
                    <a:pt x="486" y="68"/>
                    <a:pt x="486" y="68"/>
                    <a:pt x="486" y="68"/>
                  </a:cubicBezTo>
                  <a:cubicBezTo>
                    <a:pt x="486" y="0"/>
                    <a:pt x="486" y="0"/>
                    <a:pt x="486" y="0"/>
                  </a:cubicBezTo>
                  <a:cubicBezTo>
                    <a:pt x="484" y="0"/>
                    <a:pt x="484" y="0"/>
                    <a:pt x="484" y="0"/>
                  </a:cubicBezTo>
                  <a:cubicBezTo>
                    <a:pt x="484" y="68"/>
                    <a:pt x="484" y="68"/>
                    <a:pt x="484" y="68"/>
                  </a:cubicBezTo>
                  <a:cubicBezTo>
                    <a:pt x="416" y="68"/>
                    <a:pt x="416" y="68"/>
                    <a:pt x="416" y="68"/>
                  </a:cubicBezTo>
                  <a:cubicBezTo>
                    <a:pt x="416" y="0"/>
                    <a:pt x="416" y="0"/>
                    <a:pt x="416" y="0"/>
                  </a:cubicBezTo>
                  <a:cubicBezTo>
                    <a:pt x="414" y="0"/>
                    <a:pt x="414" y="0"/>
                    <a:pt x="414" y="0"/>
                  </a:cubicBezTo>
                  <a:cubicBezTo>
                    <a:pt x="414" y="68"/>
                    <a:pt x="414" y="68"/>
                    <a:pt x="414" y="68"/>
                  </a:cubicBezTo>
                  <a:cubicBezTo>
                    <a:pt x="347" y="68"/>
                    <a:pt x="347" y="68"/>
                    <a:pt x="347" y="68"/>
                  </a:cubicBezTo>
                  <a:cubicBezTo>
                    <a:pt x="347" y="0"/>
                    <a:pt x="347" y="0"/>
                    <a:pt x="347" y="0"/>
                  </a:cubicBezTo>
                  <a:cubicBezTo>
                    <a:pt x="345" y="0"/>
                    <a:pt x="345" y="0"/>
                    <a:pt x="345" y="0"/>
                  </a:cubicBezTo>
                  <a:cubicBezTo>
                    <a:pt x="345" y="68"/>
                    <a:pt x="345" y="68"/>
                    <a:pt x="345" y="68"/>
                  </a:cubicBezTo>
                  <a:cubicBezTo>
                    <a:pt x="278" y="68"/>
                    <a:pt x="278" y="68"/>
                    <a:pt x="278" y="68"/>
                  </a:cubicBezTo>
                  <a:cubicBezTo>
                    <a:pt x="278" y="0"/>
                    <a:pt x="278" y="0"/>
                    <a:pt x="278" y="0"/>
                  </a:cubicBezTo>
                  <a:cubicBezTo>
                    <a:pt x="276" y="0"/>
                    <a:pt x="276" y="0"/>
                    <a:pt x="276" y="0"/>
                  </a:cubicBezTo>
                  <a:cubicBezTo>
                    <a:pt x="276" y="68"/>
                    <a:pt x="276" y="68"/>
                    <a:pt x="276" y="68"/>
                  </a:cubicBezTo>
                  <a:cubicBezTo>
                    <a:pt x="209" y="68"/>
                    <a:pt x="209" y="68"/>
                    <a:pt x="209" y="68"/>
                  </a:cubicBezTo>
                  <a:cubicBezTo>
                    <a:pt x="209" y="0"/>
                    <a:pt x="209" y="0"/>
                    <a:pt x="209" y="0"/>
                  </a:cubicBezTo>
                  <a:cubicBezTo>
                    <a:pt x="207" y="0"/>
                    <a:pt x="207" y="0"/>
                    <a:pt x="207" y="0"/>
                  </a:cubicBezTo>
                  <a:cubicBezTo>
                    <a:pt x="207" y="68"/>
                    <a:pt x="207" y="68"/>
                    <a:pt x="207" y="68"/>
                  </a:cubicBezTo>
                  <a:cubicBezTo>
                    <a:pt x="139" y="68"/>
                    <a:pt x="139" y="68"/>
                    <a:pt x="139" y="68"/>
                  </a:cubicBezTo>
                  <a:cubicBezTo>
                    <a:pt x="139" y="0"/>
                    <a:pt x="139" y="0"/>
                    <a:pt x="139" y="0"/>
                  </a:cubicBezTo>
                  <a:cubicBezTo>
                    <a:pt x="138" y="0"/>
                    <a:pt x="138" y="0"/>
                    <a:pt x="138" y="0"/>
                  </a:cubicBezTo>
                  <a:cubicBezTo>
                    <a:pt x="138" y="68"/>
                    <a:pt x="138" y="68"/>
                    <a:pt x="138" y="68"/>
                  </a:cubicBezTo>
                  <a:cubicBezTo>
                    <a:pt x="70" y="68"/>
                    <a:pt x="70" y="68"/>
                    <a:pt x="70" y="68"/>
                  </a:cubicBezTo>
                  <a:cubicBezTo>
                    <a:pt x="70" y="0"/>
                    <a:pt x="70" y="0"/>
                    <a:pt x="70" y="0"/>
                  </a:cubicBezTo>
                  <a:cubicBezTo>
                    <a:pt x="68" y="0"/>
                    <a:pt x="68" y="0"/>
                    <a:pt x="68" y="0"/>
                  </a:cubicBezTo>
                  <a:cubicBezTo>
                    <a:pt x="68" y="68"/>
                    <a:pt x="68" y="68"/>
                    <a:pt x="68" y="68"/>
                  </a:cubicBezTo>
                  <a:cubicBezTo>
                    <a:pt x="0" y="68"/>
                    <a:pt x="0" y="68"/>
                    <a:pt x="0" y="68"/>
                  </a:cubicBezTo>
                  <a:cubicBezTo>
                    <a:pt x="0" y="70"/>
                    <a:pt x="0" y="70"/>
                    <a:pt x="0" y="70"/>
                  </a:cubicBezTo>
                  <a:cubicBezTo>
                    <a:pt x="68" y="70"/>
                    <a:pt x="68" y="70"/>
                    <a:pt x="68" y="70"/>
                  </a:cubicBezTo>
                  <a:cubicBezTo>
                    <a:pt x="68" y="138"/>
                    <a:pt x="68" y="138"/>
                    <a:pt x="68" y="138"/>
                  </a:cubicBezTo>
                  <a:cubicBezTo>
                    <a:pt x="0" y="138"/>
                    <a:pt x="0" y="138"/>
                    <a:pt x="0" y="138"/>
                  </a:cubicBezTo>
                  <a:cubicBezTo>
                    <a:pt x="0" y="139"/>
                    <a:pt x="0" y="139"/>
                    <a:pt x="0" y="139"/>
                  </a:cubicBezTo>
                  <a:cubicBezTo>
                    <a:pt x="68" y="139"/>
                    <a:pt x="68" y="139"/>
                    <a:pt x="68" y="139"/>
                  </a:cubicBezTo>
                  <a:cubicBezTo>
                    <a:pt x="68" y="207"/>
                    <a:pt x="68" y="207"/>
                    <a:pt x="68" y="207"/>
                  </a:cubicBezTo>
                  <a:cubicBezTo>
                    <a:pt x="0" y="207"/>
                    <a:pt x="0" y="207"/>
                    <a:pt x="0" y="207"/>
                  </a:cubicBezTo>
                  <a:cubicBezTo>
                    <a:pt x="0" y="209"/>
                    <a:pt x="0" y="209"/>
                    <a:pt x="0" y="209"/>
                  </a:cubicBezTo>
                  <a:cubicBezTo>
                    <a:pt x="68" y="209"/>
                    <a:pt x="68" y="209"/>
                    <a:pt x="68" y="209"/>
                  </a:cubicBezTo>
                  <a:cubicBezTo>
                    <a:pt x="68" y="276"/>
                    <a:pt x="68" y="276"/>
                    <a:pt x="68" y="276"/>
                  </a:cubicBezTo>
                  <a:cubicBezTo>
                    <a:pt x="0" y="276"/>
                    <a:pt x="0" y="276"/>
                    <a:pt x="0" y="276"/>
                  </a:cubicBezTo>
                  <a:cubicBezTo>
                    <a:pt x="0" y="278"/>
                    <a:pt x="0" y="278"/>
                    <a:pt x="0" y="278"/>
                  </a:cubicBezTo>
                  <a:cubicBezTo>
                    <a:pt x="68" y="278"/>
                    <a:pt x="68" y="278"/>
                    <a:pt x="68" y="278"/>
                  </a:cubicBezTo>
                  <a:cubicBezTo>
                    <a:pt x="68" y="345"/>
                    <a:pt x="68" y="345"/>
                    <a:pt x="68" y="345"/>
                  </a:cubicBezTo>
                  <a:cubicBezTo>
                    <a:pt x="0" y="345"/>
                    <a:pt x="0" y="345"/>
                    <a:pt x="0" y="345"/>
                  </a:cubicBezTo>
                  <a:cubicBezTo>
                    <a:pt x="0" y="347"/>
                    <a:pt x="0" y="347"/>
                    <a:pt x="0" y="347"/>
                  </a:cubicBezTo>
                  <a:cubicBezTo>
                    <a:pt x="68" y="347"/>
                    <a:pt x="68" y="347"/>
                    <a:pt x="68" y="347"/>
                  </a:cubicBezTo>
                  <a:cubicBezTo>
                    <a:pt x="68" y="414"/>
                    <a:pt x="68" y="414"/>
                    <a:pt x="68" y="414"/>
                  </a:cubicBezTo>
                  <a:cubicBezTo>
                    <a:pt x="0" y="414"/>
                    <a:pt x="0" y="414"/>
                    <a:pt x="0" y="414"/>
                  </a:cubicBezTo>
                  <a:cubicBezTo>
                    <a:pt x="0" y="416"/>
                    <a:pt x="0" y="416"/>
                    <a:pt x="0" y="416"/>
                  </a:cubicBezTo>
                  <a:cubicBezTo>
                    <a:pt x="68" y="416"/>
                    <a:pt x="68" y="416"/>
                    <a:pt x="68" y="416"/>
                  </a:cubicBezTo>
                  <a:cubicBezTo>
                    <a:pt x="68" y="484"/>
                    <a:pt x="68" y="484"/>
                    <a:pt x="68" y="484"/>
                  </a:cubicBezTo>
                  <a:cubicBezTo>
                    <a:pt x="0" y="484"/>
                    <a:pt x="0" y="484"/>
                    <a:pt x="0" y="484"/>
                  </a:cubicBezTo>
                  <a:cubicBezTo>
                    <a:pt x="0" y="486"/>
                    <a:pt x="0" y="486"/>
                    <a:pt x="0" y="486"/>
                  </a:cubicBezTo>
                  <a:cubicBezTo>
                    <a:pt x="68" y="486"/>
                    <a:pt x="68" y="486"/>
                    <a:pt x="68" y="486"/>
                  </a:cubicBezTo>
                  <a:cubicBezTo>
                    <a:pt x="68" y="553"/>
                    <a:pt x="68" y="553"/>
                    <a:pt x="68" y="553"/>
                  </a:cubicBezTo>
                  <a:cubicBezTo>
                    <a:pt x="0" y="553"/>
                    <a:pt x="0" y="553"/>
                    <a:pt x="0" y="553"/>
                  </a:cubicBezTo>
                  <a:cubicBezTo>
                    <a:pt x="0" y="555"/>
                    <a:pt x="0" y="555"/>
                    <a:pt x="0" y="555"/>
                  </a:cubicBezTo>
                  <a:cubicBezTo>
                    <a:pt x="68" y="555"/>
                    <a:pt x="68" y="555"/>
                    <a:pt x="68" y="555"/>
                  </a:cubicBezTo>
                  <a:cubicBezTo>
                    <a:pt x="68" y="622"/>
                    <a:pt x="68" y="622"/>
                    <a:pt x="68" y="622"/>
                  </a:cubicBezTo>
                  <a:cubicBezTo>
                    <a:pt x="0" y="622"/>
                    <a:pt x="0" y="622"/>
                    <a:pt x="0" y="622"/>
                  </a:cubicBezTo>
                  <a:cubicBezTo>
                    <a:pt x="0" y="624"/>
                    <a:pt x="0" y="624"/>
                    <a:pt x="0" y="624"/>
                  </a:cubicBezTo>
                  <a:cubicBezTo>
                    <a:pt x="68" y="624"/>
                    <a:pt x="68" y="624"/>
                    <a:pt x="68" y="624"/>
                  </a:cubicBezTo>
                  <a:cubicBezTo>
                    <a:pt x="68" y="691"/>
                    <a:pt x="68" y="691"/>
                    <a:pt x="68" y="691"/>
                  </a:cubicBezTo>
                  <a:cubicBezTo>
                    <a:pt x="0" y="691"/>
                    <a:pt x="0" y="691"/>
                    <a:pt x="0" y="691"/>
                  </a:cubicBezTo>
                  <a:cubicBezTo>
                    <a:pt x="0" y="693"/>
                    <a:pt x="0" y="693"/>
                    <a:pt x="0" y="693"/>
                  </a:cubicBezTo>
                  <a:cubicBezTo>
                    <a:pt x="68" y="693"/>
                    <a:pt x="68" y="693"/>
                    <a:pt x="68" y="693"/>
                  </a:cubicBezTo>
                  <a:cubicBezTo>
                    <a:pt x="68" y="761"/>
                    <a:pt x="68" y="761"/>
                    <a:pt x="68" y="761"/>
                  </a:cubicBezTo>
                  <a:cubicBezTo>
                    <a:pt x="0" y="761"/>
                    <a:pt x="0" y="761"/>
                    <a:pt x="0" y="761"/>
                  </a:cubicBezTo>
                  <a:cubicBezTo>
                    <a:pt x="0" y="762"/>
                    <a:pt x="0" y="762"/>
                    <a:pt x="0" y="762"/>
                  </a:cubicBezTo>
                  <a:cubicBezTo>
                    <a:pt x="68" y="762"/>
                    <a:pt x="68" y="762"/>
                    <a:pt x="68" y="762"/>
                  </a:cubicBezTo>
                  <a:cubicBezTo>
                    <a:pt x="68" y="830"/>
                    <a:pt x="68" y="830"/>
                    <a:pt x="68" y="830"/>
                  </a:cubicBezTo>
                  <a:cubicBezTo>
                    <a:pt x="0" y="830"/>
                    <a:pt x="0" y="830"/>
                    <a:pt x="0" y="830"/>
                  </a:cubicBezTo>
                  <a:cubicBezTo>
                    <a:pt x="0" y="832"/>
                    <a:pt x="0" y="832"/>
                    <a:pt x="0" y="832"/>
                  </a:cubicBezTo>
                  <a:cubicBezTo>
                    <a:pt x="68" y="832"/>
                    <a:pt x="68" y="832"/>
                    <a:pt x="68" y="832"/>
                  </a:cubicBezTo>
                  <a:cubicBezTo>
                    <a:pt x="68" y="899"/>
                    <a:pt x="68" y="899"/>
                    <a:pt x="68" y="899"/>
                  </a:cubicBezTo>
                  <a:cubicBezTo>
                    <a:pt x="0" y="899"/>
                    <a:pt x="0" y="899"/>
                    <a:pt x="0" y="899"/>
                  </a:cubicBezTo>
                  <a:cubicBezTo>
                    <a:pt x="0" y="901"/>
                    <a:pt x="0" y="901"/>
                    <a:pt x="0" y="901"/>
                  </a:cubicBezTo>
                  <a:cubicBezTo>
                    <a:pt x="68" y="901"/>
                    <a:pt x="68" y="901"/>
                    <a:pt x="68" y="901"/>
                  </a:cubicBezTo>
                  <a:cubicBezTo>
                    <a:pt x="68" y="968"/>
                    <a:pt x="68" y="968"/>
                    <a:pt x="68" y="968"/>
                  </a:cubicBezTo>
                  <a:cubicBezTo>
                    <a:pt x="0" y="968"/>
                    <a:pt x="0" y="968"/>
                    <a:pt x="0" y="968"/>
                  </a:cubicBezTo>
                  <a:cubicBezTo>
                    <a:pt x="0" y="970"/>
                    <a:pt x="0" y="970"/>
                    <a:pt x="0" y="970"/>
                  </a:cubicBezTo>
                  <a:cubicBezTo>
                    <a:pt x="68" y="970"/>
                    <a:pt x="68" y="970"/>
                    <a:pt x="68" y="970"/>
                  </a:cubicBezTo>
                  <a:cubicBezTo>
                    <a:pt x="68" y="1038"/>
                    <a:pt x="68" y="1038"/>
                    <a:pt x="68" y="1038"/>
                  </a:cubicBezTo>
                  <a:cubicBezTo>
                    <a:pt x="0" y="1038"/>
                    <a:pt x="0" y="1038"/>
                    <a:pt x="0" y="1038"/>
                  </a:cubicBezTo>
                  <a:cubicBezTo>
                    <a:pt x="0" y="1039"/>
                    <a:pt x="0" y="1039"/>
                    <a:pt x="0" y="1039"/>
                  </a:cubicBezTo>
                  <a:cubicBezTo>
                    <a:pt x="68" y="1039"/>
                    <a:pt x="68" y="1039"/>
                    <a:pt x="68" y="1039"/>
                  </a:cubicBezTo>
                  <a:cubicBezTo>
                    <a:pt x="68" y="1107"/>
                    <a:pt x="68" y="1107"/>
                    <a:pt x="68" y="1107"/>
                  </a:cubicBezTo>
                  <a:cubicBezTo>
                    <a:pt x="0" y="1107"/>
                    <a:pt x="0" y="1107"/>
                    <a:pt x="0" y="1107"/>
                  </a:cubicBezTo>
                  <a:cubicBezTo>
                    <a:pt x="0" y="1109"/>
                    <a:pt x="0" y="1109"/>
                    <a:pt x="0" y="1109"/>
                  </a:cubicBezTo>
                  <a:cubicBezTo>
                    <a:pt x="68" y="1109"/>
                    <a:pt x="68" y="1109"/>
                    <a:pt x="68" y="1109"/>
                  </a:cubicBezTo>
                  <a:cubicBezTo>
                    <a:pt x="68" y="1176"/>
                    <a:pt x="68" y="1176"/>
                    <a:pt x="68" y="1176"/>
                  </a:cubicBezTo>
                  <a:cubicBezTo>
                    <a:pt x="0" y="1176"/>
                    <a:pt x="0" y="1176"/>
                    <a:pt x="0" y="1176"/>
                  </a:cubicBezTo>
                  <a:cubicBezTo>
                    <a:pt x="0" y="1178"/>
                    <a:pt x="0" y="1178"/>
                    <a:pt x="0" y="1178"/>
                  </a:cubicBezTo>
                  <a:cubicBezTo>
                    <a:pt x="68" y="1178"/>
                    <a:pt x="68" y="1178"/>
                    <a:pt x="68" y="1178"/>
                  </a:cubicBezTo>
                  <a:cubicBezTo>
                    <a:pt x="68" y="1245"/>
                    <a:pt x="68" y="1245"/>
                    <a:pt x="68" y="1245"/>
                  </a:cubicBezTo>
                  <a:cubicBezTo>
                    <a:pt x="0" y="1245"/>
                    <a:pt x="0" y="1245"/>
                    <a:pt x="0" y="1245"/>
                  </a:cubicBezTo>
                  <a:cubicBezTo>
                    <a:pt x="0" y="1247"/>
                    <a:pt x="0" y="1247"/>
                    <a:pt x="0" y="1247"/>
                  </a:cubicBezTo>
                  <a:cubicBezTo>
                    <a:pt x="68" y="1247"/>
                    <a:pt x="68" y="1247"/>
                    <a:pt x="68" y="1247"/>
                  </a:cubicBezTo>
                  <a:cubicBezTo>
                    <a:pt x="68" y="1314"/>
                    <a:pt x="68" y="1314"/>
                    <a:pt x="68" y="1314"/>
                  </a:cubicBezTo>
                  <a:cubicBezTo>
                    <a:pt x="0" y="1314"/>
                    <a:pt x="0" y="1314"/>
                    <a:pt x="0" y="1314"/>
                  </a:cubicBezTo>
                  <a:cubicBezTo>
                    <a:pt x="0" y="1316"/>
                    <a:pt x="0" y="1316"/>
                    <a:pt x="0" y="1316"/>
                  </a:cubicBezTo>
                  <a:cubicBezTo>
                    <a:pt x="68" y="1316"/>
                    <a:pt x="68" y="1316"/>
                    <a:pt x="68" y="1316"/>
                  </a:cubicBezTo>
                  <a:cubicBezTo>
                    <a:pt x="68" y="1384"/>
                    <a:pt x="68" y="1384"/>
                    <a:pt x="68" y="1384"/>
                  </a:cubicBezTo>
                  <a:cubicBezTo>
                    <a:pt x="0" y="1384"/>
                    <a:pt x="0" y="1384"/>
                    <a:pt x="0" y="1384"/>
                  </a:cubicBezTo>
                  <a:cubicBezTo>
                    <a:pt x="0" y="1386"/>
                    <a:pt x="0" y="1386"/>
                    <a:pt x="0" y="1386"/>
                  </a:cubicBezTo>
                  <a:cubicBezTo>
                    <a:pt x="68" y="1386"/>
                    <a:pt x="68" y="1386"/>
                    <a:pt x="68" y="1386"/>
                  </a:cubicBezTo>
                  <a:cubicBezTo>
                    <a:pt x="68" y="1453"/>
                    <a:pt x="68" y="1453"/>
                    <a:pt x="68" y="1453"/>
                  </a:cubicBezTo>
                  <a:cubicBezTo>
                    <a:pt x="0" y="1453"/>
                    <a:pt x="0" y="1453"/>
                    <a:pt x="0" y="1453"/>
                  </a:cubicBezTo>
                  <a:cubicBezTo>
                    <a:pt x="0" y="1455"/>
                    <a:pt x="0" y="1455"/>
                    <a:pt x="0" y="1455"/>
                  </a:cubicBezTo>
                  <a:cubicBezTo>
                    <a:pt x="68" y="1455"/>
                    <a:pt x="68" y="1455"/>
                    <a:pt x="68" y="1455"/>
                  </a:cubicBezTo>
                  <a:cubicBezTo>
                    <a:pt x="68" y="1522"/>
                    <a:pt x="68" y="1522"/>
                    <a:pt x="68" y="1522"/>
                  </a:cubicBezTo>
                  <a:cubicBezTo>
                    <a:pt x="0" y="1522"/>
                    <a:pt x="0" y="1522"/>
                    <a:pt x="0" y="1522"/>
                  </a:cubicBezTo>
                  <a:cubicBezTo>
                    <a:pt x="0" y="1524"/>
                    <a:pt x="0" y="1524"/>
                    <a:pt x="0" y="1524"/>
                  </a:cubicBezTo>
                  <a:cubicBezTo>
                    <a:pt x="68" y="1524"/>
                    <a:pt x="68" y="1524"/>
                    <a:pt x="68" y="1524"/>
                  </a:cubicBezTo>
                  <a:cubicBezTo>
                    <a:pt x="68" y="1591"/>
                    <a:pt x="68" y="1591"/>
                    <a:pt x="68" y="1591"/>
                  </a:cubicBezTo>
                  <a:cubicBezTo>
                    <a:pt x="0" y="1591"/>
                    <a:pt x="0" y="1591"/>
                    <a:pt x="0" y="1591"/>
                  </a:cubicBezTo>
                  <a:cubicBezTo>
                    <a:pt x="0" y="1593"/>
                    <a:pt x="0" y="1593"/>
                    <a:pt x="0" y="1593"/>
                  </a:cubicBezTo>
                  <a:cubicBezTo>
                    <a:pt x="68" y="1593"/>
                    <a:pt x="68" y="1593"/>
                    <a:pt x="68" y="1593"/>
                  </a:cubicBezTo>
                  <a:cubicBezTo>
                    <a:pt x="68" y="1661"/>
                    <a:pt x="68" y="1661"/>
                    <a:pt x="68" y="1661"/>
                  </a:cubicBezTo>
                  <a:cubicBezTo>
                    <a:pt x="0" y="1661"/>
                    <a:pt x="0" y="1661"/>
                    <a:pt x="0" y="1661"/>
                  </a:cubicBezTo>
                  <a:cubicBezTo>
                    <a:pt x="0" y="1662"/>
                    <a:pt x="0" y="1662"/>
                    <a:pt x="0" y="1662"/>
                  </a:cubicBezTo>
                  <a:cubicBezTo>
                    <a:pt x="68" y="1662"/>
                    <a:pt x="68" y="1662"/>
                    <a:pt x="68" y="1662"/>
                  </a:cubicBezTo>
                  <a:cubicBezTo>
                    <a:pt x="68" y="1730"/>
                    <a:pt x="68" y="1730"/>
                    <a:pt x="68" y="1730"/>
                  </a:cubicBezTo>
                  <a:cubicBezTo>
                    <a:pt x="0" y="1730"/>
                    <a:pt x="0" y="1730"/>
                    <a:pt x="0" y="1730"/>
                  </a:cubicBezTo>
                  <a:cubicBezTo>
                    <a:pt x="0" y="1732"/>
                    <a:pt x="0" y="1732"/>
                    <a:pt x="0" y="1732"/>
                  </a:cubicBezTo>
                  <a:cubicBezTo>
                    <a:pt x="68" y="1732"/>
                    <a:pt x="68" y="1732"/>
                    <a:pt x="68" y="1732"/>
                  </a:cubicBezTo>
                  <a:lnTo>
                    <a:pt x="68" y="1800"/>
                  </a:lnTo>
                  <a:close/>
                  <a:moveTo>
                    <a:pt x="1662" y="209"/>
                  </a:moveTo>
                  <a:cubicBezTo>
                    <a:pt x="1730" y="209"/>
                    <a:pt x="1730" y="209"/>
                    <a:pt x="1730" y="209"/>
                  </a:cubicBezTo>
                  <a:cubicBezTo>
                    <a:pt x="1730" y="276"/>
                    <a:pt x="1730" y="276"/>
                    <a:pt x="1730" y="276"/>
                  </a:cubicBezTo>
                  <a:cubicBezTo>
                    <a:pt x="1662" y="276"/>
                    <a:pt x="1662" y="276"/>
                    <a:pt x="1662" y="276"/>
                  </a:cubicBezTo>
                  <a:lnTo>
                    <a:pt x="1662" y="209"/>
                  </a:lnTo>
                  <a:close/>
                  <a:moveTo>
                    <a:pt x="1662" y="486"/>
                  </a:moveTo>
                  <a:cubicBezTo>
                    <a:pt x="1730" y="486"/>
                    <a:pt x="1730" y="486"/>
                    <a:pt x="1730" y="486"/>
                  </a:cubicBezTo>
                  <a:cubicBezTo>
                    <a:pt x="1730" y="553"/>
                    <a:pt x="1730" y="553"/>
                    <a:pt x="1730" y="553"/>
                  </a:cubicBezTo>
                  <a:cubicBezTo>
                    <a:pt x="1662" y="553"/>
                    <a:pt x="1662" y="553"/>
                    <a:pt x="1662" y="553"/>
                  </a:cubicBezTo>
                  <a:lnTo>
                    <a:pt x="1662" y="486"/>
                  </a:lnTo>
                  <a:close/>
                  <a:moveTo>
                    <a:pt x="1662" y="555"/>
                  </a:moveTo>
                  <a:cubicBezTo>
                    <a:pt x="1730" y="555"/>
                    <a:pt x="1730" y="555"/>
                    <a:pt x="1730" y="555"/>
                  </a:cubicBezTo>
                  <a:cubicBezTo>
                    <a:pt x="1730" y="622"/>
                    <a:pt x="1730" y="622"/>
                    <a:pt x="1730" y="622"/>
                  </a:cubicBezTo>
                  <a:cubicBezTo>
                    <a:pt x="1662" y="622"/>
                    <a:pt x="1662" y="622"/>
                    <a:pt x="1662" y="622"/>
                  </a:cubicBezTo>
                  <a:lnTo>
                    <a:pt x="1662" y="555"/>
                  </a:lnTo>
                  <a:close/>
                  <a:moveTo>
                    <a:pt x="1662" y="624"/>
                  </a:moveTo>
                  <a:cubicBezTo>
                    <a:pt x="1730" y="624"/>
                    <a:pt x="1730" y="624"/>
                    <a:pt x="1730" y="624"/>
                  </a:cubicBezTo>
                  <a:cubicBezTo>
                    <a:pt x="1730" y="691"/>
                    <a:pt x="1730" y="691"/>
                    <a:pt x="1730" y="691"/>
                  </a:cubicBezTo>
                  <a:cubicBezTo>
                    <a:pt x="1662" y="691"/>
                    <a:pt x="1662" y="691"/>
                    <a:pt x="1662" y="691"/>
                  </a:cubicBezTo>
                  <a:lnTo>
                    <a:pt x="1662" y="624"/>
                  </a:lnTo>
                  <a:close/>
                  <a:moveTo>
                    <a:pt x="1662" y="1178"/>
                  </a:moveTo>
                  <a:cubicBezTo>
                    <a:pt x="1730" y="1178"/>
                    <a:pt x="1730" y="1178"/>
                    <a:pt x="1730" y="1178"/>
                  </a:cubicBezTo>
                  <a:cubicBezTo>
                    <a:pt x="1730" y="1245"/>
                    <a:pt x="1730" y="1245"/>
                    <a:pt x="1730" y="1245"/>
                  </a:cubicBezTo>
                  <a:cubicBezTo>
                    <a:pt x="1662" y="1245"/>
                    <a:pt x="1662" y="1245"/>
                    <a:pt x="1662" y="1245"/>
                  </a:cubicBezTo>
                  <a:lnTo>
                    <a:pt x="1662" y="1178"/>
                  </a:lnTo>
                  <a:close/>
                  <a:moveTo>
                    <a:pt x="1662" y="1247"/>
                  </a:moveTo>
                  <a:cubicBezTo>
                    <a:pt x="1730" y="1247"/>
                    <a:pt x="1730" y="1247"/>
                    <a:pt x="1730" y="1247"/>
                  </a:cubicBezTo>
                  <a:cubicBezTo>
                    <a:pt x="1730" y="1314"/>
                    <a:pt x="1730" y="1314"/>
                    <a:pt x="1730" y="1314"/>
                  </a:cubicBezTo>
                  <a:cubicBezTo>
                    <a:pt x="1662" y="1314"/>
                    <a:pt x="1662" y="1314"/>
                    <a:pt x="1662" y="1314"/>
                  </a:cubicBezTo>
                  <a:lnTo>
                    <a:pt x="1662" y="1247"/>
                  </a:lnTo>
                  <a:close/>
                  <a:moveTo>
                    <a:pt x="1593" y="70"/>
                  </a:moveTo>
                  <a:cubicBezTo>
                    <a:pt x="1661" y="70"/>
                    <a:pt x="1661" y="70"/>
                    <a:pt x="1661" y="70"/>
                  </a:cubicBezTo>
                  <a:cubicBezTo>
                    <a:pt x="1661" y="138"/>
                    <a:pt x="1661" y="138"/>
                    <a:pt x="1661" y="138"/>
                  </a:cubicBezTo>
                  <a:cubicBezTo>
                    <a:pt x="1593" y="138"/>
                    <a:pt x="1593" y="138"/>
                    <a:pt x="1593" y="138"/>
                  </a:cubicBezTo>
                  <a:lnTo>
                    <a:pt x="1593" y="70"/>
                  </a:lnTo>
                  <a:close/>
                  <a:moveTo>
                    <a:pt x="1593" y="139"/>
                  </a:moveTo>
                  <a:cubicBezTo>
                    <a:pt x="1661" y="139"/>
                    <a:pt x="1661" y="139"/>
                    <a:pt x="1661" y="139"/>
                  </a:cubicBezTo>
                  <a:cubicBezTo>
                    <a:pt x="1661" y="207"/>
                    <a:pt x="1661" y="207"/>
                    <a:pt x="1661" y="207"/>
                  </a:cubicBezTo>
                  <a:cubicBezTo>
                    <a:pt x="1593" y="207"/>
                    <a:pt x="1593" y="207"/>
                    <a:pt x="1593" y="207"/>
                  </a:cubicBezTo>
                  <a:lnTo>
                    <a:pt x="1593" y="139"/>
                  </a:lnTo>
                  <a:close/>
                  <a:moveTo>
                    <a:pt x="1593" y="209"/>
                  </a:moveTo>
                  <a:cubicBezTo>
                    <a:pt x="1661" y="209"/>
                    <a:pt x="1661" y="209"/>
                    <a:pt x="1661" y="209"/>
                  </a:cubicBezTo>
                  <a:cubicBezTo>
                    <a:pt x="1661" y="276"/>
                    <a:pt x="1661" y="276"/>
                    <a:pt x="1661" y="276"/>
                  </a:cubicBezTo>
                  <a:cubicBezTo>
                    <a:pt x="1593" y="276"/>
                    <a:pt x="1593" y="276"/>
                    <a:pt x="1593" y="276"/>
                  </a:cubicBezTo>
                  <a:lnTo>
                    <a:pt x="1593" y="209"/>
                  </a:lnTo>
                  <a:close/>
                  <a:moveTo>
                    <a:pt x="1593" y="278"/>
                  </a:moveTo>
                  <a:cubicBezTo>
                    <a:pt x="1661" y="278"/>
                    <a:pt x="1661" y="278"/>
                    <a:pt x="1661" y="278"/>
                  </a:cubicBezTo>
                  <a:cubicBezTo>
                    <a:pt x="1661" y="345"/>
                    <a:pt x="1661" y="345"/>
                    <a:pt x="1661" y="345"/>
                  </a:cubicBezTo>
                  <a:cubicBezTo>
                    <a:pt x="1593" y="345"/>
                    <a:pt x="1593" y="345"/>
                    <a:pt x="1593" y="345"/>
                  </a:cubicBezTo>
                  <a:lnTo>
                    <a:pt x="1593" y="278"/>
                  </a:lnTo>
                  <a:close/>
                  <a:moveTo>
                    <a:pt x="1593" y="347"/>
                  </a:moveTo>
                  <a:cubicBezTo>
                    <a:pt x="1661" y="347"/>
                    <a:pt x="1661" y="347"/>
                    <a:pt x="1661" y="347"/>
                  </a:cubicBezTo>
                  <a:cubicBezTo>
                    <a:pt x="1661" y="414"/>
                    <a:pt x="1661" y="414"/>
                    <a:pt x="1661" y="414"/>
                  </a:cubicBezTo>
                  <a:cubicBezTo>
                    <a:pt x="1593" y="414"/>
                    <a:pt x="1593" y="414"/>
                    <a:pt x="1593" y="414"/>
                  </a:cubicBezTo>
                  <a:lnTo>
                    <a:pt x="1593" y="347"/>
                  </a:lnTo>
                  <a:close/>
                  <a:moveTo>
                    <a:pt x="1593" y="416"/>
                  </a:moveTo>
                  <a:cubicBezTo>
                    <a:pt x="1661" y="416"/>
                    <a:pt x="1661" y="416"/>
                    <a:pt x="1661" y="416"/>
                  </a:cubicBezTo>
                  <a:cubicBezTo>
                    <a:pt x="1661" y="484"/>
                    <a:pt x="1661" y="484"/>
                    <a:pt x="1661" y="484"/>
                  </a:cubicBezTo>
                  <a:cubicBezTo>
                    <a:pt x="1593" y="484"/>
                    <a:pt x="1593" y="484"/>
                    <a:pt x="1593" y="484"/>
                  </a:cubicBezTo>
                  <a:lnTo>
                    <a:pt x="1593" y="416"/>
                  </a:lnTo>
                  <a:close/>
                  <a:moveTo>
                    <a:pt x="1593" y="486"/>
                  </a:moveTo>
                  <a:cubicBezTo>
                    <a:pt x="1661" y="486"/>
                    <a:pt x="1661" y="486"/>
                    <a:pt x="1661" y="486"/>
                  </a:cubicBezTo>
                  <a:cubicBezTo>
                    <a:pt x="1661" y="553"/>
                    <a:pt x="1661" y="553"/>
                    <a:pt x="1661" y="553"/>
                  </a:cubicBezTo>
                  <a:cubicBezTo>
                    <a:pt x="1593" y="553"/>
                    <a:pt x="1593" y="553"/>
                    <a:pt x="1593" y="553"/>
                  </a:cubicBezTo>
                  <a:lnTo>
                    <a:pt x="1593" y="486"/>
                  </a:lnTo>
                  <a:close/>
                  <a:moveTo>
                    <a:pt x="1593" y="555"/>
                  </a:moveTo>
                  <a:cubicBezTo>
                    <a:pt x="1661" y="555"/>
                    <a:pt x="1661" y="555"/>
                    <a:pt x="1661" y="555"/>
                  </a:cubicBezTo>
                  <a:cubicBezTo>
                    <a:pt x="1661" y="622"/>
                    <a:pt x="1661" y="622"/>
                    <a:pt x="1661" y="622"/>
                  </a:cubicBezTo>
                  <a:cubicBezTo>
                    <a:pt x="1593" y="622"/>
                    <a:pt x="1593" y="622"/>
                    <a:pt x="1593" y="622"/>
                  </a:cubicBezTo>
                  <a:lnTo>
                    <a:pt x="1593" y="555"/>
                  </a:lnTo>
                  <a:close/>
                  <a:moveTo>
                    <a:pt x="1593" y="624"/>
                  </a:moveTo>
                  <a:cubicBezTo>
                    <a:pt x="1661" y="624"/>
                    <a:pt x="1661" y="624"/>
                    <a:pt x="1661" y="624"/>
                  </a:cubicBezTo>
                  <a:cubicBezTo>
                    <a:pt x="1661" y="691"/>
                    <a:pt x="1661" y="691"/>
                    <a:pt x="1661" y="691"/>
                  </a:cubicBezTo>
                  <a:cubicBezTo>
                    <a:pt x="1593" y="691"/>
                    <a:pt x="1593" y="691"/>
                    <a:pt x="1593" y="691"/>
                  </a:cubicBezTo>
                  <a:lnTo>
                    <a:pt x="1593" y="624"/>
                  </a:lnTo>
                  <a:close/>
                  <a:moveTo>
                    <a:pt x="1593" y="693"/>
                  </a:moveTo>
                  <a:cubicBezTo>
                    <a:pt x="1661" y="693"/>
                    <a:pt x="1661" y="693"/>
                    <a:pt x="1661" y="693"/>
                  </a:cubicBezTo>
                  <a:cubicBezTo>
                    <a:pt x="1661" y="761"/>
                    <a:pt x="1661" y="761"/>
                    <a:pt x="1661" y="761"/>
                  </a:cubicBezTo>
                  <a:cubicBezTo>
                    <a:pt x="1593" y="761"/>
                    <a:pt x="1593" y="761"/>
                    <a:pt x="1593" y="761"/>
                  </a:cubicBezTo>
                  <a:lnTo>
                    <a:pt x="1593" y="693"/>
                  </a:lnTo>
                  <a:close/>
                  <a:moveTo>
                    <a:pt x="1593" y="762"/>
                  </a:moveTo>
                  <a:cubicBezTo>
                    <a:pt x="1661" y="762"/>
                    <a:pt x="1661" y="762"/>
                    <a:pt x="1661" y="762"/>
                  </a:cubicBezTo>
                  <a:cubicBezTo>
                    <a:pt x="1661" y="830"/>
                    <a:pt x="1661" y="830"/>
                    <a:pt x="1661" y="830"/>
                  </a:cubicBezTo>
                  <a:cubicBezTo>
                    <a:pt x="1593" y="830"/>
                    <a:pt x="1593" y="830"/>
                    <a:pt x="1593" y="830"/>
                  </a:cubicBezTo>
                  <a:lnTo>
                    <a:pt x="1593" y="762"/>
                  </a:lnTo>
                  <a:close/>
                  <a:moveTo>
                    <a:pt x="1593" y="832"/>
                  </a:moveTo>
                  <a:cubicBezTo>
                    <a:pt x="1661" y="832"/>
                    <a:pt x="1661" y="832"/>
                    <a:pt x="1661" y="832"/>
                  </a:cubicBezTo>
                  <a:cubicBezTo>
                    <a:pt x="1661" y="899"/>
                    <a:pt x="1661" y="899"/>
                    <a:pt x="1661" y="899"/>
                  </a:cubicBezTo>
                  <a:cubicBezTo>
                    <a:pt x="1593" y="899"/>
                    <a:pt x="1593" y="899"/>
                    <a:pt x="1593" y="899"/>
                  </a:cubicBezTo>
                  <a:lnTo>
                    <a:pt x="1593" y="832"/>
                  </a:lnTo>
                  <a:close/>
                  <a:moveTo>
                    <a:pt x="1593" y="901"/>
                  </a:moveTo>
                  <a:cubicBezTo>
                    <a:pt x="1661" y="901"/>
                    <a:pt x="1661" y="901"/>
                    <a:pt x="1661" y="901"/>
                  </a:cubicBezTo>
                  <a:cubicBezTo>
                    <a:pt x="1661" y="968"/>
                    <a:pt x="1661" y="968"/>
                    <a:pt x="1661" y="968"/>
                  </a:cubicBezTo>
                  <a:cubicBezTo>
                    <a:pt x="1593" y="968"/>
                    <a:pt x="1593" y="968"/>
                    <a:pt x="1593" y="968"/>
                  </a:cubicBezTo>
                  <a:lnTo>
                    <a:pt x="1593" y="901"/>
                  </a:lnTo>
                  <a:close/>
                  <a:moveTo>
                    <a:pt x="1593" y="970"/>
                  </a:moveTo>
                  <a:cubicBezTo>
                    <a:pt x="1661" y="970"/>
                    <a:pt x="1661" y="970"/>
                    <a:pt x="1661" y="970"/>
                  </a:cubicBezTo>
                  <a:cubicBezTo>
                    <a:pt x="1661" y="1038"/>
                    <a:pt x="1661" y="1038"/>
                    <a:pt x="1661" y="1038"/>
                  </a:cubicBezTo>
                  <a:cubicBezTo>
                    <a:pt x="1593" y="1038"/>
                    <a:pt x="1593" y="1038"/>
                    <a:pt x="1593" y="1038"/>
                  </a:cubicBezTo>
                  <a:lnTo>
                    <a:pt x="1593" y="970"/>
                  </a:lnTo>
                  <a:close/>
                  <a:moveTo>
                    <a:pt x="1593" y="1039"/>
                  </a:moveTo>
                  <a:cubicBezTo>
                    <a:pt x="1661" y="1039"/>
                    <a:pt x="1661" y="1039"/>
                    <a:pt x="1661" y="1039"/>
                  </a:cubicBezTo>
                  <a:cubicBezTo>
                    <a:pt x="1661" y="1107"/>
                    <a:pt x="1661" y="1107"/>
                    <a:pt x="1661" y="1107"/>
                  </a:cubicBezTo>
                  <a:cubicBezTo>
                    <a:pt x="1593" y="1107"/>
                    <a:pt x="1593" y="1107"/>
                    <a:pt x="1593" y="1107"/>
                  </a:cubicBezTo>
                  <a:lnTo>
                    <a:pt x="1593" y="1039"/>
                  </a:lnTo>
                  <a:close/>
                  <a:moveTo>
                    <a:pt x="1593" y="1109"/>
                  </a:moveTo>
                  <a:cubicBezTo>
                    <a:pt x="1661" y="1109"/>
                    <a:pt x="1661" y="1109"/>
                    <a:pt x="1661" y="1109"/>
                  </a:cubicBezTo>
                  <a:cubicBezTo>
                    <a:pt x="1661" y="1176"/>
                    <a:pt x="1661" y="1176"/>
                    <a:pt x="1661" y="1176"/>
                  </a:cubicBezTo>
                  <a:cubicBezTo>
                    <a:pt x="1593" y="1176"/>
                    <a:pt x="1593" y="1176"/>
                    <a:pt x="1593" y="1176"/>
                  </a:cubicBezTo>
                  <a:lnTo>
                    <a:pt x="1593" y="1109"/>
                  </a:lnTo>
                  <a:close/>
                  <a:moveTo>
                    <a:pt x="1593" y="1178"/>
                  </a:moveTo>
                  <a:cubicBezTo>
                    <a:pt x="1661" y="1178"/>
                    <a:pt x="1661" y="1178"/>
                    <a:pt x="1661" y="1178"/>
                  </a:cubicBezTo>
                  <a:cubicBezTo>
                    <a:pt x="1661" y="1245"/>
                    <a:pt x="1661" y="1245"/>
                    <a:pt x="1661" y="1245"/>
                  </a:cubicBezTo>
                  <a:cubicBezTo>
                    <a:pt x="1593" y="1245"/>
                    <a:pt x="1593" y="1245"/>
                    <a:pt x="1593" y="1245"/>
                  </a:cubicBezTo>
                  <a:lnTo>
                    <a:pt x="1593" y="1178"/>
                  </a:lnTo>
                  <a:close/>
                  <a:moveTo>
                    <a:pt x="1593" y="1247"/>
                  </a:moveTo>
                  <a:cubicBezTo>
                    <a:pt x="1661" y="1247"/>
                    <a:pt x="1661" y="1247"/>
                    <a:pt x="1661" y="1247"/>
                  </a:cubicBezTo>
                  <a:cubicBezTo>
                    <a:pt x="1661" y="1314"/>
                    <a:pt x="1661" y="1314"/>
                    <a:pt x="1661" y="1314"/>
                  </a:cubicBezTo>
                  <a:cubicBezTo>
                    <a:pt x="1593" y="1314"/>
                    <a:pt x="1593" y="1314"/>
                    <a:pt x="1593" y="1314"/>
                  </a:cubicBezTo>
                  <a:lnTo>
                    <a:pt x="1593" y="1247"/>
                  </a:lnTo>
                  <a:close/>
                  <a:moveTo>
                    <a:pt x="1593" y="1316"/>
                  </a:moveTo>
                  <a:cubicBezTo>
                    <a:pt x="1661" y="1316"/>
                    <a:pt x="1661" y="1316"/>
                    <a:pt x="1661" y="1316"/>
                  </a:cubicBezTo>
                  <a:cubicBezTo>
                    <a:pt x="1661" y="1384"/>
                    <a:pt x="1661" y="1384"/>
                    <a:pt x="1661" y="1384"/>
                  </a:cubicBezTo>
                  <a:cubicBezTo>
                    <a:pt x="1593" y="1384"/>
                    <a:pt x="1593" y="1384"/>
                    <a:pt x="1593" y="1384"/>
                  </a:cubicBezTo>
                  <a:lnTo>
                    <a:pt x="1593" y="1316"/>
                  </a:lnTo>
                  <a:close/>
                  <a:moveTo>
                    <a:pt x="1593" y="1386"/>
                  </a:moveTo>
                  <a:cubicBezTo>
                    <a:pt x="1661" y="1386"/>
                    <a:pt x="1661" y="1386"/>
                    <a:pt x="1661" y="1386"/>
                  </a:cubicBezTo>
                  <a:cubicBezTo>
                    <a:pt x="1661" y="1453"/>
                    <a:pt x="1661" y="1453"/>
                    <a:pt x="1661" y="1453"/>
                  </a:cubicBezTo>
                  <a:cubicBezTo>
                    <a:pt x="1593" y="1453"/>
                    <a:pt x="1593" y="1453"/>
                    <a:pt x="1593" y="1453"/>
                  </a:cubicBezTo>
                  <a:lnTo>
                    <a:pt x="1593" y="1386"/>
                  </a:lnTo>
                  <a:close/>
                  <a:moveTo>
                    <a:pt x="1593" y="1455"/>
                  </a:moveTo>
                  <a:cubicBezTo>
                    <a:pt x="1661" y="1455"/>
                    <a:pt x="1661" y="1455"/>
                    <a:pt x="1661" y="1455"/>
                  </a:cubicBezTo>
                  <a:cubicBezTo>
                    <a:pt x="1661" y="1522"/>
                    <a:pt x="1661" y="1522"/>
                    <a:pt x="1661" y="1522"/>
                  </a:cubicBezTo>
                  <a:cubicBezTo>
                    <a:pt x="1593" y="1522"/>
                    <a:pt x="1593" y="1522"/>
                    <a:pt x="1593" y="1522"/>
                  </a:cubicBezTo>
                  <a:lnTo>
                    <a:pt x="1593" y="1455"/>
                  </a:lnTo>
                  <a:close/>
                  <a:moveTo>
                    <a:pt x="1593" y="1524"/>
                  </a:moveTo>
                  <a:cubicBezTo>
                    <a:pt x="1661" y="1524"/>
                    <a:pt x="1661" y="1524"/>
                    <a:pt x="1661" y="1524"/>
                  </a:cubicBezTo>
                  <a:cubicBezTo>
                    <a:pt x="1661" y="1591"/>
                    <a:pt x="1661" y="1591"/>
                    <a:pt x="1661" y="1591"/>
                  </a:cubicBezTo>
                  <a:cubicBezTo>
                    <a:pt x="1593" y="1591"/>
                    <a:pt x="1593" y="1591"/>
                    <a:pt x="1593" y="1591"/>
                  </a:cubicBezTo>
                  <a:lnTo>
                    <a:pt x="1593" y="1524"/>
                  </a:lnTo>
                  <a:close/>
                  <a:moveTo>
                    <a:pt x="1593" y="1593"/>
                  </a:moveTo>
                  <a:cubicBezTo>
                    <a:pt x="1661" y="1593"/>
                    <a:pt x="1661" y="1593"/>
                    <a:pt x="1661" y="1593"/>
                  </a:cubicBezTo>
                  <a:cubicBezTo>
                    <a:pt x="1661" y="1661"/>
                    <a:pt x="1661" y="1661"/>
                    <a:pt x="1661" y="1661"/>
                  </a:cubicBezTo>
                  <a:cubicBezTo>
                    <a:pt x="1593" y="1661"/>
                    <a:pt x="1593" y="1661"/>
                    <a:pt x="1593" y="1661"/>
                  </a:cubicBezTo>
                  <a:lnTo>
                    <a:pt x="1593" y="1593"/>
                  </a:lnTo>
                  <a:close/>
                  <a:moveTo>
                    <a:pt x="1593" y="1662"/>
                  </a:moveTo>
                  <a:cubicBezTo>
                    <a:pt x="1661" y="1662"/>
                    <a:pt x="1661" y="1662"/>
                    <a:pt x="1661" y="1662"/>
                  </a:cubicBezTo>
                  <a:cubicBezTo>
                    <a:pt x="1661" y="1730"/>
                    <a:pt x="1661" y="1730"/>
                    <a:pt x="1661" y="1730"/>
                  </a:cubicBezTo>
                  <a:cubicBezTo>
                    <a:pt x="1593" y="1730"/>
                    <a:pt x="1593" y="1730"/>
                    <a:pt x="1593" y="1730"/>
                  </a:cubicBezTo>
                  <a:lnTo>
                    <a:pt x="1593" y="1662"/>
                  </a:lnTo>
                  <a:close/>
                  <a:moveTo>
                    <a:pt x="1524" y="70"/>
                  </a:moveTo>
                  <a:cubicBezTo>
                    <a:pt x="1591" y="70"/>
                    <a:pt x="1591" y="70"/>
                    <a:pt x="1591" y="70"/>
                  </a:cubicBezTo>
                  <a:cubicBezTo>
                    <a:pt x="1591" y="138"/>
                    <a:pt x="1591" y="138"/>
                    <a:pt x="1591" y="138"/>
                  </a:cubicBezTo>
                  <a:cubicBezTo>
                    <a:pt x="1524" y="138"/>
                    <a:pt x="1524" y="138"/>
                    <a:pt x="1524" y="138"/>
                  </a:cubicBezTo>
                  <a:lnTo>
                    <a:pt x="1524" y="70"/>
                  </a:lnTo>
                  <a:close/>
                  <a:moveTo>
                    <a:pt x="1524" y="139"/>
                  </a:moveTo>
                  <a:cubicBezTo>
                    <a:pt x="1591" y="139"/>
                    <a:pt x="1591" y="139"/>
                    <a:pt x="1591" y="139"/>
                  </a:cubicBezTo>
                  <a:cubicBezTo>
                    <a:pt x="1591" y="207"/>
                    <a:pt x="1591" y="207"/>
                    <a:pt x="1591" y="207"/>
                  </a:cubicBezTo>
                  <a:cubicBezTo>
                    <a:pt x="1524" y="207"/>
                    <a:pt x="1524" y="207"/>
                    <a:pt x="1524" y="207"/>
                  </a:cubicBezTo>
                  <a:lnTo>
                    <a:pt x="1524" y="139"/>
                  </a:lnTo>
                  <a:close/>
                  <a:moveTo>
                    <a:pt x="1524" y="209"/>
                  </a:moveTo>
                  <a:cubicBezTo>
                    <a:pt x="1591" y="209"/>
                    <a:pt x="1591" y="209"/>
                    <a:pt x="1591" y="209"/>
                  </a:cubicBezTo>
                  <a:cubicBezTo>
                    <a:pt x="1591" y="276"/>
                    <a:pt x="1591" y="276"/>
                    <a:pt x="1591" y="276"/>
                  </a:cubicBezTo>
                  <a:cubicBezTo>
                    <a:pt x="1524" y="276"/>
                    <a:pt x="1524" y="276"/>
                    <a:pt x="1524" y="276"/>
                  </a:cubicBezTo>
                  <a:lnTo>
                    <a:pt x="1524" y="209"/>
                  </a:lnTo>
                  <a:close/>
                  <a:moveTo>
                    <a:pt x="1524" y="278"/>
                  </a:moveTo>
                  <a:cubicBezTo>
                    <a:pt x="1591" y="278"/>
                    <a:pt x="1591" y="278"/>
                    <a:pt x="1591" y="278"/>
                  </a:cubicBezTo>
                  <a:cubicBezTo>
                    <a:pt x="1591" y="345"/>
                    <a:pt x="1591" y="345"/>
                    <a:pt x="1591" y="345"/>
                  </a:cubicBezTo>
                  <a:cubicBezTo>
                    <a:pt x="1524" y="345"/>
                    <a:pt x="1524" y="345"/>
                    <a:pt x="1524" y="345"/>
                  </a:cubicBezTo>
                  <a:lnTo>
                    <a:pt x="1524" y="278"/>
                  </a:lnTo>
                  <a:close/>
                  <a:moveTo>
                    <a:pt x="1524" y="347"/>
                  </a:moveTo>
                  <a:cubicBezTo>
                    <a:pt x="1591" y="347"/>
                    <a:pt x="1591" y="347"/>
                    <a:pt x="1591" y="347"/>
                  </a:cubicBezTo>
                  <a:cubicBezTo>
                    <a:pt x="1591" y="414"/>
                    <a:pt x="1591" y="414"/>
                    <a:pt x="1591" y="414"/>
                  </a:cubicBezTo>
                  <a:cubicBezTo>
                    <a:pt x="1524" y="414"/>
                    <a:pt x="1524" y="414"/>
                    <a:pt x="1524" y="414"/>
                  </a:cubicBezTo>
                  <a:lnTo>
                    <a:pt x="1524" y="347"/>
                  </a:lnTo>
                  <a:close/>
                  <a:moveTo>
                    <a:pt x="1524" y="416"/>
                  </a:moveTo>
                  <a:cubicBezTo>
                    <a:pt x="1591" y="416"/>
                    <a:pt x="1591" y="416"/>
                    <a:pt x="1591" y="416"/>
                  </a:cubicBezTo>
                  <a:cubicBezTo>
                    <a:pt x="1591" y="484"/>
                    <a:pt x="1591" y="484"/>
                    <a:pt x="1591" y="484"/>
                  </a:cubicBezTo>
                  <a:cubicBezTo>
                    <a:pt x="1524" y="484"/>
                    <a:pt x="1524" y="484"/>
                    <a:pt x="1524" y="484"/>
                  </a:cubicBezTo>
                  <a:lnTo>
                    <a:pt x="1524" y="416"/>
                  </a:lnTo>
                  <a:close/>
                  <a:moveTo>
                    <a:pt x="1524" y="486"/>
                  </a:moveTo>
                  <a:cubicBezTo>
                    <a:pt x="1591" y="486"/>
                    <a:pt x="1591" y="486"/>
                    <a:pt x="1591" y="486"/>
                  </a:cubicBezTo>
                  <a:cubicBezTo>
                    <a:pt x="1591" y="553"/>
                    <a:pt x="1591" y="553"/>
                    <a:pt x="1591" y="553"/>
                  </a:cubicBezTo>
                  <a:cubicBezTo>
                    <a:pt x="1524" y="553"/>
                    <a:pt x="1524" y="553"/>
                    <a:pt x="1524" y="553"/>
                  </a:cubicBezTo>
                  <a:lnTo>
                    <a:pt x="1524" y="486"/>
                  </a:lnTo>
                  <a:close/>
                  <a:moveTo>
                    <a:pt x="1524" y="555"/>
                  </a:moveTo>
                  <a:cubicBezTo>
                    <a:pt x="1591" y="555"/>
                    <a:pt x="1591" y="555"/>
                    <a:pt x="1591" y="555"/>
                  </a:cubicBezTo>
                  <a:cubicBezTo>
                    <a:pt x="1591" y="622"/>
                    <a:pt x="1591" y="622"/>
                    <a:pt x="1591" y="622"/>
                  </a:cubicBezTo>
                  <a:cubicBezTo>
                    <a:pt x="1524" y="622"/>
                    <a:pt x="1524" y="622"/>
                    <a:pt x="1524" y="622"/>
                  </a:cubicBezTo>
                  <a:lnTo>
                    <a:pt x="1524" y="555"/>
                  </a:lnTo>
                  <a:close/>
                  <a:moveTo>
                    <a:pt x="1524" y="624"/>
                  </a:moveTo>
                  <a:cubicBezTo>
                    <a:pt x="1591" y="624"/>
                    <a:pt x="1591" y="624"/>
                    <a:pt x="1591" y="624"/>
                  </a:cubicBezTo>
                  <a:cubicBezTo>
                    <a:pt x="1591" y="691"/>
                    <a:pt x="1591" y="691"/>
                    <a:pt x="1591" y="691"/>
                  </a:cubicBezTo>
                  <a:cubicBezTo>
                    <a:pt x="1524" y="691"/>
                    <a:pt x="1524" y="691"/>
                    <a:pt x="1524" y="691"/>
                  </a:cubicBezTo>
                  <a:lnTo>
                    <a:pt x="1524" y="624"/>
                  </a:lnTo>
                  <a:close/>
                  <a:moveTo>
                    <a:pt x="1524" y="693"/>
                  </a:moveTo>
                  <a:cubicBezTo>
                    <a:pt x="1591" y="693"/>
                    <a:pt x="1591" y="693"/>
                    <a:pt x="1591" y="693"/>
                  </a:cubicBezTo>
                  <a:cubicBezTo>
                    <a:pt x="1591" y="761"/>
                    <a:pt x="1591" y="761"/>
                    <a:pt x="1591" y="761"/>
                  </a:cubicBezTo>
                  <a:cubicBezTo>
                    <a:pt x="1524" y="761"/>
                    <a:pt x="1524" y="761"/>
                    <a:pt x="1524" y="761"/>
                  </a:cubicBezTo>
                  <a:lnTo>
                    <a:pt x="1524" y="693"/>
                  </a:lnTo>
                  <a:close/>
                  <a:moveTo>
                    <a:pt x="1524" y="762"/>
                  </a:moveTo>
                  <a:cubicBezTo>
                    <a:pt x="1591" y="762"/>
                    <a:pt x="1591" y="762"/>
                    <a:pt x="1591" y="762"/>
                  </a:cubicBezTo>
                  <a:cubicBezTo>
                    <a:pt x="1591" y="830"/>
                    <a:pt x="1591" y="830"/>
                    <a:pt x="1591" y="830"/>
                  </a:cubicBezTo>
                  <a:cubicBezTo>
                    <a:pt x="1524" y="830"/>
                    <a:pt x="1524" y="830"/>
                    <a:pt x="1524" y="830"/>
                  </a:cubicBezTo>
                  <a:lnTo>
                    <a:pt x="1524" y="762"/>
                  </a:lnTo>
                  <a:close/>
                  <a:moveTo>
                    <a:pt x="1524" y="832"/>
                  </a:moveTo>
                  <a:cubicBezTo>
                    <a:pt x="1591" y="832"/>
                    <a:pt x="1591" y="832"/>
                    <a:pt x="1591" y="832"/>
                  </a:cubicBezTo>
                  <a:cubicBezTo>
                    <a:pt x="1591" y="899"/>
                    <a:pt x="1591" y="899"/>
                    <a:pt x="1591" y="899"/>
                  </a:cubicBezTo>
                  <a:cubicBezTo>
                    <a:pt x="1524" y="899"/>
                    <a:pt x="1524" y="899"/>
                    <a:pt x="1524" y="899"/>
                  </a:cubicBezTo>
                  <a:lnTo>
                    <a:pt x="1524" y="832"/>
                  </a:lnTo>
                  <a:close/>
                  <a:moveTo>
                    <a:pt x="1524" y="901"/>
                  </a:moveTo>
                  <a:cubicBezTo>
                    <a:pt x="1591" y="901"/>
                    <a:pt x="1591" y="901"/>
                    <a:pt x="1591" y="901"/>
                  </a:cubicBezTo>
                  <a:cubicBezTo>
                    <a:pt x="1591" y="968"/>
                    <a:pt x="1591" y="968"/>
                    <a:pt x="1591" y="968"/>
                  </a:cubicBezTo>
                  <a:cubicBezTo>
                    <a:pt x="1524" y="968"/>
                    <a:pt x="1524" y="968"/>
                    <a:pt x="1524" y="968"/>
                  </a:cubicBezTo>
                  <a:lnTo>
                    <a:pt x="1524" y="901"/>
                  </a:lnTo>
                  <a:close/>
                  <a:moveTo>
                    <a:pt x="1524" y="970"/>
                  </a:moveTo>
                  <a:cubicBezTo>
                    <a:pt x="1591" y="970"/>
                    <a:pt x="1591" y="970"/>
                    <a:pt x="1591" y="970"/>
                  </a:cubicBezTo>
                  <a:cubicBezTo>
                    <a:pt x="1591" y="1038"/>
                    <a:pt x="1591" y="1038"/>
                    <a:pt x="1591" y="1038"/>
                  </a:cubicBezTo>
                  <a:cubicBezTo>
                    <a:pt x="1524" y="1038"/>
                    <a:pt x="1524" y="1038"/>
                    <a:pt x="1524" y="1038"/>
                  </a:cubicBezTo>
                  <a:lnTo>
                    <a:pt x="1524" y="970"/>
                  </a:lnTo>
                  <a:close/>
                  <a:moveTo>
                    <a:pt x="1524" y="1039"/>
                  </a:moveTo>
                  <a:cubicBezTo>
                    <a:pt x="1591" y="1039"/>
                    <a:pt x="1591" y="1039"/>
                    <a:pt x="1591" y="1039"/>
                  </a:cubicBezTo>
                  <a:cubicBezTo>
                    <a:pt x="1591" y="1107"/>
                    <a:pt x="1591" y="1107"/>
                    <a:pt x="1591" y="1107"/>
                  </a:cubicBezTo>
                  <a:cubicBezTo>
                    <a:pt x="1524" y="1107"/>
                    <a:pt x="1524" y="1107"/>
                    <a:pt x="1524" y="1107"/>
                  </a:cubicBezTo>
                  <a:lnTo>
                    <a:pt x="1524" y="1039"/>
                  </a:lnTo>
                  <a:close/>
                  <a:moveTo>
                    <a:pt x="1524" y="1109"/>
                  </a:moveTo>
                  <a:cubicBezTo>
                    <a:pt x="1591" y="1109"/>
                    <a:pt x="1591" y="1109"/>
                    <a:pt x="1591" y="1109"/>
                  </a:cubicBezTo>
                  <a:cubicBezTo>
                    <a:pt x="1591" y="1176"/>
                    <a:pt x="1591" y="1176"/>
                    <a:pt x="1591" y="1176"/>
                  </a:cubicBezTo>
                  <a:cubicBezTo>
                    <a:pt x="1524" y="1176"/>
                    <a:pt x="1524" y="1176"/>
                    <a:pt x="1524" y="1176"/>
                  </a:cubicBezTo>
                  <a:lnTo>
                    <a:pt x="1524" y="1109"/>
                  </a:lnTo>
                  <a:close/>
                  <a:moveTo>
                    <a:pt x="1524" y="1178"/>
                  </a:moveTo>
                  <a:cubicBezTo>
                    <a:pt x="1591" y="1178"/>
                    <a:pt x="1591" y="1178"/>
                    <a:pt x="1591" y="1178"/>
                  </a:cubicBezTo>
                  <a:cubicBezTo>
                    <a:pt x="1591" y="1245"/>
                    <a:pt x="1591" y="1245"/>
                    <a:pt x="1591" y="1245"/>
                  </a:cubicBezTo>
                  <a:cubicBezTo>
                    <a:pt x="1524" y="1245"/>
                    <a:pt x="1524" y="1245"/>
                    <a:pt x="1524" y="1245"/>
                  </a:cubicBezTo>
                  <a:lnTo>
                    <a:pt x="1524" y="1178"/>
                  </a:lnTo>
                  <a:close/>
                  <a:moveTo>
                    <a:pt x="1524" y="1247"/>
                  </a:moveTo>
                  <a:cubicBezTo>
                    <a:pt x="1591" y="1247"/>
                    <a:pt x="1591" y="1247"/>
                    <a:pt x="1591" y="1247"/>
                  </a:cubicBezTo>
                  <a:cubicBezTo>
                    <a:pt x="1591" y="1314"/>
                    <a:pt x="1591" y="1314"/>
                    <a:pt x="1591" y="1314"/>
                  </a:cubicBezTo>
                  <a:cubicBezTo>
                    <a:pt x="1524" y="1314"/>
                    <a:pt x="1524" y="1314"/>
                    <a:pt x="1524" y="1314"/>
                  </a:cubicBezTo>
                  <a:lnTo>
                    <a:pt x="1524" y="1247"/>
                  </a:lnTo>
                  <a:close/>
                  <a:moveTo>
                    <a:pt x="1524" y="1316"/>
                  </a:moveTo>
                  <a:cubicBezTo>
                    <a:pt x="1591" y="1316"/>
                    <a:pt x="1591" y="1316"/>
                    <a:pt x="1591" y="1316"/>
                  </a:cubicBezTo>
                  <a:cubicBezTo>
                    <a:pt x="1591" y="1384"/>
                    <a:pt x="1591" y="1384"/>
                    <a:pt x="1591" y="1384"/>
                  </a:cubicBezTo>
                  <a:cubicBezTo>
                    <a:pt x="1524" y="1384"/>
                    <a:pt x="1524" y="1384"/>
                    <a:pt x="1524" y="1384"/>
                  </a:cubicBezTo>
                  <a:lnTo>
                    <a:pt x="1524" y="1316"/>
                  </a:lnTo>
                  <a:close/>
                  <a:moveTo>
                    <a:pt x="1524" y="1386"/>
                  </a:moveTo>
                  <a:cubicBezTo>
                    <a:pt x="1591" y="1386"/>
                    <a:pt x="1591" y="1386"/>
                    <a:pt x="1591" y="1386"/>
                  </a:cubicBezTo>
                  <a:cubicBezTo>
                    <a:pt x="1591" y="1453"/>
                    <a:pt x="1591" y="1453"/>
                    <a:pt x="1591" y="1453"/>
                  </a:cubicBezTo>
                  <a:cubicBezTo>
                    <a:pt x="1524" y="1453"/>
                    <a:pt x="1524" y="1453"/>
                    <a:pt x="1524" y="1453"/>
                  </a:cubicBezTo>
                  <a:lnTo>
                    <a:pt x="1524" y="1386"/>
                  </a:lnTo>
                  <a:close/>
                  <a:moveTo>
                    <a:pt x="1524" y="1455"/>
                  </a:moveTo>
                  <a:cubicBezTo>
                    <a:pt x="1591" y="1455"/>
                    <a:pt x="1591" y="1455"/>
                    <a:pt x="1591" y="1455"/>
                  </a:cubicBezTo>
                  <a:cubicBezTo>
                    <a:pt x="1591" y="1522"/>
                    <a:pt x="1591" y="1522"/>
                    <a:pt x="1591" y="1522"/>
                  </a:cubicBezTo>
                  <a:cubicBezTo>
                    <a:pt x="1524" y="1522"/>
                    <a:pt x="1524" y="1522"/>
                    <a:pt x="1524" y="1522"/>
                  </a:cubicBezTo>
                  <a:lnTo>
                    <a:pt x="1524" y="1455"/>
                  </a:lnTo>
                  <a:close/>
                  <a:moveTo>
                    <a:pt x="1524" y="1524"/>
                  </a:moveTo>
                  <a:cubicBezTo>
                    <a:pt x="1591" y="1524"/>
                    <a:pt x="1591" y="1524"/>
                    <a:pt x="1591" y="1524"/>
                  </a:cubicBezTo>
                  <a:cubicBezTo>
                    <a:pt x="1591" y="1591"/>
                    <a:pt x="1591" y="1591"/>
                    <a:pt x="1591" y="1591"/>
                  </a:cubicBezTo>
                  <a:cubicBezTo>
                    <a:pt x="1524" y="1591"/>
                    <a:pt x="1524" y="1591"/>
                    <a:pt x="1524" y="1591"/>
                  </a:cubicBezTo>
                  <a:lnTo>
                    <a:pt x="1524" y="1524"/>
                  </a:lnTo>
                  <a:close/>
                  <a:moveTo>
                    <a:pt x="1524" y="1593"/>
                  </a:moveTo>
                  <a:cubicBezTo>
                    <a:pt x="1591" y="1593"/>
                    <a:pt x="1591" y="1593"/>
                    <a:pt x="1591" y="1593"/>
                  </a:cubicBezTo>
                  <a:cubicBezTo>
                    <a:pt x="1591" y="1661"/>
                    <a:pt x="1591" y="1661"/>
                    <a:pt x="1591" y="1661"/>
                  </a:cubicBezTo>
                  <a:cubicBezTo>
                    <a:pt x="1524" y="1661"/>
                    <a:pt x="1524" y="1661"/>
                    <a:pt x="1524" y="1661"/>
                  </a:cubicBezTo>
                  <a:lnTo>
                    <a:pt x="1524" y="1593"/>
                  </a:lnTo>
                  <a:close/>
                  <a:moveTo>
                    <a:pt x="1524" y="1662"/>
                  </a:moveTo>
                  <a:cubicBezTo>
                    <a:pt x="1591" y="1662"/>
                    <a:pt x="1591" y="1662"/>
                    <a:pt x="1591" y="1662"/>
                  </a:cubicBezTo>
                  <a:cubicBezTo>
                    <a:pt x="1591" y="1730"/>
                    <a:pt x="1591" y="1730"/>
                    <a:pt x="1591" y="1730"/>
                  </a:cubicBezTo>
                  <a:cubicBezTo>
                    <a:pt x="1524" y="1730"/>
                    <a:pt x="1524" y="1730"/>
                    <a:pt x="1524" y="1730"/>
                  </a:cubicBezTo>
                  <a:lnTo>
                    <a:pt x="1524" y="1662"/>
                  </a:lnTo>
                  <a:close/>
                  <a:moveTo>
                    <a:pt x="1455" y="70"/>
                  </a:moveTo>
                  <a:cubicBezTo>
                    <a:pt x="1522" y="70"/>
                    <a:pt x="1522" y="70"/>
                    <a:pt x="1522" y="70"/>
                  </a:cubicBezTo>
                  <a:cubicBezTo>
                    <a:pt x="1522" y="138"/>
                    <a:pt x="1522" y="138"/>
                    <a:pt x="1522" y="138"/>
                  </a:cubicBezTo>
                  <a:cubicBezTo>
                    <a:pt x="1455" y="138"/>
                    <a:pt x="1455" y="138"/>
                    <a:pt x="1455" y="138"/>
                  </a:cubicBezTo>
                  <a:lnTo>
                    <a:pt x="1455" y="70"/>
                  </a:lnTo>
                  <a:close/>
                  <a:moveTo>
                    <a:pt x="1455" y="139"/>
                  </a:moveTo>
                  <a:cubicBezTo>
                    <a:pt x="1522" y="139"/>
                    <a:pt x="1522" y="139"/>
                    <a:pt x="1522" y="139"/>
                  </a:cubicBezTo>
                  <a:cubicBezTo>
                    <a:pt x="1522" y="207"/>
                    <a:pt x="1522" y="207"/>
                    <a:pt x="1522" y="207"/>
                  </a:cubicBezTo>
                  <a:cubicBezTo>
                    <a:pt x="1455" y="207"/>
                    <a:pt x="1455" y="207"/>
                    <a:pt x="1455" y="207"/>
                  </a:cubicBezTo>
                  <a:lnTo>
                    <a:pt x="1455" y="139"/>
                  </a:lnTo>
                  <a:close/>
                  <a:moveTo>
                    <a:pt x="1455" y="209"/>
                  </a:moveTo>
                  <a:cubicBezTo>
                    <a:pt x="1522" y="209"/>
                    <a:pt x="1522" y="209"/>
                    <a:pt x="1522" y="209"/>
                  </a:cubicBezTo>
                  <a:cubicBezTo>
                    <a:pt x="1522" y="276"/>
                    <a:pt x="1522" y="276"/>
                    <a:pt x="1522" y="276"/>
                  </a:cubicBezTo>
                  <a:cubicBezTo>
                    <a:pt x="1455" y="276"/>
                    <a:pt x="1455" y="276"/>
                    <a:pt x="1455" y="276"/>
                  </a:cubicBezTo>
                  <a:lnTo>
                    <a:pt x="1455" y="209"/>
                  </a:lnTo>
                  <a:close/>
                  <a:moveTo>
                    <a:pt x="1455" y="278"/>
                  </a:moveTo>
                  <a:cubicBezTo>
                    <a:pt x="1522" y="278"/>
                    <a:pt x="1522" y="278"/>
                    <a:pt x="1522" y="278"/>
                  </a:cubicBezTo>
                  <a:cubicBezTo>
                    <a:pt x="1522" y="345"/>
                    <a:pt x="1522" y="345"/>
                    <a:pt x="1522" y="345"/>
                  </a:cubicBezTo>
                  <a:cubicBezTo>
                    <a:pt x="1455" y="345"/>
                    <a:pt x="1455" y="345"/>
                    <a:pt x="1455" y="345"/>
                  </a:cubicBezTo>
                  <a:lnTo>
                    <a:pt x="1455" y="278"/>
                  </a:lnTo>
                  <a:close/>
                  <a:moveTo>
                    <a:pt x="1455" y="347"/>
                  </a:moveTo>
                  <a:cubicBezTo>
                    <a:pt x="1522" y="347"/>
                    <a:pt x="1522" y="347"/>
                    <a:pt x="1522" y="347"/>
                  </a:cubicBezTo>
                  <a:cubicBezTo>
                    <a:pt x="1522" y="414"/>
                    <a:pt x="1522" y="414"/>
                    <a:pt x="1522" y="414"/>
                  </a:cubicBezTo>
                  <a:cubicBezTo>
                    <a:pt x="1455" y="414"/>
                    <a:pt x="1455" y="414"/>
                    <a:pt x="1455" y="414"/>
                  </a:cubicBezTo>
                  <a:lnTo>
                    <a:pt x="1455" y="347"/>
                  </a:lnTo>
                  <a:close/>
                  <a:moveTo>
                    <a:pt x="1455" y="416"/>
                  </a:moveTo>
                  <a:cubicBezTo>
                    <a:pt x="1522" y="416"/>
                    <a:pt x="1522" y="416"/>
                    <a:pt x="1522" y="416"/>
                  </a:cubicBezTo>
                  <a:cubicBezTo>
                    <a:pt x="1522" y="484"/>
                    <a:pt x="1522" y="484"/>
                    <a:pt x="1522" y="484"/>
                  </a:cubicBezTo>
                  <a:cubicBezTo>
                    <a:pt x="1455" y="484"/>
                    <a:pt x="1455" y="484"/>
                    <a:pt x="1455" y="484"/>
                  </a:cubicBezTo>
                  <a:lnTo>
                    <a:pt x="1455" y="416"/>
                  </a:lnTo>
                  <a:close/>
                  <a:moveTo>
                    <a:pt x="1455" y="486"/>
                  </a:moveTo>
                  <a:cubicBezTo>
                    <a:pt x="1522" y="486"/>
                    <a:pt x="1522" y="486"/>
                    <a:pt x="1522" y="486"/>
                  </a:cubicBezTo>
                  <a:cubicBezTo>
                    <a:pt x="1522" y="553"/>
                    <a:pt x="1522" y="553"/>
                    <a:pt x="1522" y="553"/>
                  </a:cubicBezTo>
                  <a:cubicBezTo>
                    <a:pt x="1455" y="553"/>
                    <a:pt x="1455" y="553"/>
                    <a:pt x="1455" y="553"/>
                  </a:cubicBezTo>
                  <a:lnTo>
                    <a:pt x="1455" y="486"/>
                  </a:lnTo>
                  <a:close/>
                  <a:moveTo>
                    <a:pt x="1455" y="555"/>
                  </a:moveTo>
                  <a:cubicBezTo>
                    <a:pt x="1522" y="555"/>
                    <a:pt x="1522" y="555"/>
                    <a:pt x="1522" y="555"/>
                  </a:cubicBezTo>
                  <a:cubicBezTo>
                    <a:pt x="1522" y="622"/>
                    <a:pt x="1522" y="622"/>
                    <a:pt x="1522" y="622"/>
                  </a:cubicBezTo>
                  <a:cubicBezTo>
                    <a:pt x="1455" y="622"/>
                    <a:pt x="1455" y="622"/>
                    <a:pt x="1455" y="622"/>
                  </a:cubicBezTo>
                  <a:lnTo>
                    <a:pt x="1455" y="555"/>
                  </a:lnTo>
                  <a:close/>
                  <a:moveTo>
                    <a:pt x="1455" y="624"/>
                  </a:moveTo>
                  <a:cubicBezTo>
                    <a:pt x="1522" y="624"/>
                    <a:pt x="1522" y="624"/>
                    <a:pt x="1522" y="624"/>
                  </a:cubicBezTo>
                  <a:cubicBezTo>
                    <a:pt x="1522" y="691"/>
                    <a:pt x="1522" y="691"/>
                    <a:pt x="1522" y="691"/>
                  </a:cubicBezTo>
                  <a:cubicBezTo>
                    <a:pt x="1455" y="691"/>
                    <a:pt x="1455" y="691"/>
                    <a:pt x="1455" y="691"/>
                  </a:cubicBezTo>
                  <a:lnTo>
                    <a:pt x="1455" y="624"/>
                  </a:lnTo>
                  <a:close/>
                  <a:moveTo>
                    <a:pt x="1455" y="693"/>
                  </a:moveTo>
                  <a:cubicBezTo>
                    <a:pt x="1522" y="693"/>
                    <a:pt x="1522" y="693"/>
                    <a:pt x="1522" y="693"/>
                  </a:cubicBezTo>
                  <a:cubicBezTo>
                    <a:pt x="1522" y="761"/>
                    <a:pt x="1522" y="761"/>
                    <a:pt x="1522" y="761"/>
                  </a:cubicBezTo>
                  <a:cubicBezTo>
                    <a:pt x="1455" y="761"/>
                    <a:pt x="1455" y="761"/>
                    <a:pt x="1455" y="761"/>
                  </a:cubicBezTo>
                  <a:lnTo>
                    <a:pt x="1455" y="693"/>
                  </a:lnTo>
                  <a:close/>
                  <a:moveTo>
                    <a:pt x="1455" y="762"/>
                  </a:moveTo>
                  <a:cubicBezTo>
                    <a:pt x="1522" y="762"/>
                    <a:pt x="1522" y="762"/>
                    <a:pt x="1522" y="762"/>
                  </a:cubicBezTo>
                  <a:cubicBezTo>
                    <a:pt x="1522" y="830"/>
                    <a:pt x="1522" y="830"/>
                    <a:pt x="1522" y="830"/>
                  </a:cubicBezTo>
                  <a:cubicBezTo>
                    <a:pt x="1455" y="830"/>
                    <a:pt x="1455" y="830"/>
                    <a:pt x="1455" y="830"/>
                  </a:cubicBezTo>
                  <a:lnTo>
                    <a:pt x="1455" y="762"/>
                  </a:lnTo>
                  <a:close/>
                  <a:moveTo>
                    <a:pt x="1455" y="832"/>
                  </a:moveTo>
                  <a:cubicBezTo>
                    <a:pt x="1522" y="832"/>
                    <a:pt x="1522" y="832"/>
                    <a:pt x="1522" y="832"/>
                  </a:cubicBezTo>
                  <a:cubicBezTo>
                    <a:pt x="1522" y="899"/>
                    <a:pt x="1522" y="899"/>
                    <a:pt x="1522" y="899"/>
                  </a:cubicBezTo>
                  <a:cubicBezTo>
                    <a:pt x="1455" y="899"/>
                    <a:pt x="1455" y="899"/>
                    <a:pt x="1455" y="899"/>
                  </a:cubicBezTo>
                  <a:lnTo>
                    <a:pt x="1455" y="832"/>
                  </a:lnTo>
                  <a:close/>
                  <a:moveTo>
                    <a:pt x="1455" y="901"/>
                  </a:moveTo>
                  <a:cubicBezTo>
                    <a:pt x="1522" y="901"/>
                    <a:pt x="1522" y="901"/>
                    <a:pt x="1522" y="901"/>
                  </a:cubicBezTo>
                  <a:cubicBezTo>
                    <a:pt x="1522" y="968"/>
                    <a:pt x="1522" y="968"/>
                    <a:pt x="1522" y="968"/>
                  </a:cubicBezTo>
                  <a:cubicBezTo>
                    <a:pt x="1455" y="968"/>
                    <a:pt x="1455" y="968"/>
                    <a:pt x="1455" y="968"/>
                  </a:cubicBezTo>
                  <a:lnTo>
                    <a:pt x="1455" y="901"/>
                  </a:lnTo>
                  <a:close/>
                  <a:moveTo>
                    <a:pt x="1455" y="970"/>
                  </a:moveTo>
                  <a:cubicBezTo>
                    <a:pt x="1522" y="970"/>
                    <a:pt x="1522" y="970"/>
                    <a:pt x="1522" y="970"/>
                  </a:cubicBezTo>
                  <a:cubicBezTo>
                    <a:pt x="1522" y="1038"/>
                    <a:pt x="1522" y="1038"/>
                    <a:pt x="1522" y="1038"/>
                  </a:cubicBezTo>
                  <a:cubicBezTo>
                    <a:pt x="1455" y="1038"/>
                    <a:pt x="1455" y="1038"/>
                    <a:pt x="1455" y="1038"/>
                  </a:cubicBezTo>
                  <a:lnTo>
                    <a:pt x="1455" y="970"/>
                  </a:lnTo>
                  <a:close/>
                  <a:moveTo>
                    <a:pt x="1455" y="1039"/>
                  </a:moveTo>
                  <a:cubicBezTo>
                    <a:pt x="1522" y="1039"/>
                    <a:pt x="1522" y="1039"/>
                    <a:pt x="1522" y="1039"/>
                  </a:cubicBezTo>
                  <a:cubicBezTo>
                    <a:pt x="1522" y="1107"/>
                    <a:pt x="1522" y="1107"/>
                    <a:pt x="1522" y="1107"/>
                  </a:cubicBezTo>
                  <a:cubicBezTo>
                    <a:pt x="1455" y="1107"/>
                    <a:pt x="1455" y="1107"/>
                    <a:pt x="1455" y="1107"/>
                  </a:cubicBezTo>
                  <a:lnTo>
                    <a:pt x="1455" y="1039"/>
                  </a:lnTo>
                  <a:close/>
                  <a:moveTo>
                    <a:pt x="1455" y="1109"/>
                  </a:moveTo>
                  <a:cubicBezTo>
                    <a:pt x="1522" y="1109"/>
                    <a:pt x="1522" y="1109"/>
                    <a:pt x="1522" y="1109"/>
                  </a:cubicBezTo>
                  <a:cubicBezTo>
                    <a:pt x="1522" y="1176"/>
                    <a:pt x="1522" y="1176"/>
                    <a:pt x="1522" y="1176"/>
                  </a:cubicBezTo>
                  <a:cubicBezTo>
                    <a:pt x="1455" y="1176"/>
                    <a:pt x="1455" y="1176"/>
                    <a:pt x="1455" y="1176"/>
                  </a:cubicBezTo>
                  <a:lnTo>
                    <a:pt x="1455" y="1109"/>
                  </a:lnTo>
                  <a:close/>
                  <a:moveTo>
                    <a:pt x="1455" y="1178"/>
                  </a:moveTo>
                  <a:cubicBezTo>
                    <a:pt x="1522" y="1178"/>
                    <a:pt x="1522" y="1178"/>
                    <a:pt x="1522" y="1178"/>
                  </a:cubicBezTo>
                  <a:cubicBezTo>
                    <a:pt x="1522" y="1245"/>
                    <a:pt x="1522" y="1245"/>
                    <a:pt x="1522" y="1245"/>
                  </a:cubicBezTo>
                  <a:cubicBezTo>
                    <a:pt x="1455" y="1245"/>
                    <a:pt x="1455" y="1245"/>
                    <a:pt x="1455" y="1245"/>
                  </a:cubicBezTo>
                  <a:lnTo>
                    <a:pt x="1455" y="1178"/>
                  </a:lnTo>
                  <a:close/>
                  <a:moveTo>
                    <a:pt x="1455" y="1247"/>
                  </a:moveTo>
                  <a:cubicBezTo>
                    <a:pt x="1522" y="1247"/>
                    <a:pt x="1522" y="1247"/>
                    <a:pt x="1522" y="1247"/>
                  </a:cubicBezTo>
                  <a:cubicBezTo>
                    <a:pt x="1522" y="1314"/>
                    <a:pt x="1522" y="1314"/>
                    <a:pt x="1522" y="1314"/>
                  </a:cubicBezTo>
                  <a:cubicBezTo>
                    <a:pt x="1455" y="1314"/>
                    <a:pt x="1455" y="1314"/>
                    <a:pt x="1455" y="1314"/>
                  </a:cubicBezTo>
                  <a:lnTo>
                    <a:pt x="1455" y="1247"/>
                  </a:lnTo>
                  <a:close/>
                  <a:moveTo>
                    <a:pt x="1455" y="1316"/>
                  </a:moveTo>
                  <a:cubicBezTo>
                    <a:pt x="1522" y="1316"/>
                    <a:pt x="1522" y="1316"/>
                    <a:pt x="1522" y="1316"/>
                  </a:cubicBezTo>
                  <a:cubicBezTo>
                    <a:pt x="1522" y="1384"/>
                    <a:pt x="1522" y="1384"/>
                    <a:pt x="1522" y="1384"/>
                  </a:cubicBezTo>
                  <a:cubicBezTo>
                    <a:pt x="1455" y="1384"/>
                    <a:pt x="1455" y="1384"/>
                    <a:pt x="1455" y="1384"/>
                  </a:cubicBezTo>
                  <a:lnTo>
                    <a:pt x="1455" y="1316"/>
                  </a:lnTo>
                  <a:close/>
                  <a:moveTo>
                    <a:pt x="1455" y="1386"/>
                  </a:moveTo>
                  <a:cubicBezTo>
                    <a:pt x="1522" y="1386"/>
                    <a:pt x="1522" y="1386"/>
                    <a:pt x="1522" y="1386"/>
                  </a:cubicBezTo>
                  <a:cubicBezTo>
                    <a:pt x="1522" y="1453"/>
                    <a:pt x="1522" y="1453"/>
                    <a:pt x="1522" y="1453"/>
                  </a:cubicBezTo>
                  <a:cubicBezTo>
                    <a:pt x="1455" y="1453"/>
                    <a:pt x="1455" y="1453"/>
                    <a:pt x="1455" y="1453"/>
                  </a:cubicBezTo>
                  <a:lnTo>
                    <a:pt x="1455" y="1386"/>
                  </a:lnTo>
                  <a:close/>
                  <a:moveTo>
                    <a:pt x="1455" y="1455"/>
                  </a:moveTo>
                  <a:cubicBezTo>
                    <a:pt x="1522" y="1455"/>
                    <a:pt x="1522" y="1455"/>
                    <a:pt x="1522" y="1455"/>
                  </a:cubicBezTo>
                  <a:cubicBezTo>
                    <a:pt x="1522" y="1522"/>
                    <a:pt x="1522" y="1522"/>
                    <a:pt x="1522" y="1522"/>
                  </a:cubicBezTo>
                  <a:cubicBezTo>
                    <a:pt x="1455" y="1522"/>
                    <a:pt x="1455" y="1522"/>
                    <a:pt x="1455" y="1522"/>
                  </a:cubicBezTo>
                  <a:lnTo>
                    <a:pt x="1455" y="1455"/>
                  </a:lnTo>
                  <a:close/>
                  <a:moveTo>
                    <a:pt x="1455" y="1524"/>
                  </a:moveTo>
                  <a:cubicBezTo>
                    <a:pt x="1522" y="1524"/>
                    <a:pt x="1522" y="1524"/>
                    <a:pt x="1522" y="1524"/>
                  </a:cubicBezTo>
                  <a:cubicBezTo>
                    <a:pt x="1522" y="1591"/>
                    <a:pt x="1522" y="1591"/>
                    <a:pt x="1522" y="1591"/>
                  </a:cubicBezTo>
                  <a:cubicBezTo>
                    <a:pt x="1455" y="1591"/>
                    <a:pt x="1455" y="1591"/>
                    <a:pt x="1455" y="1591"/>
                  </a:cubicBezTo>
                  <a:lnTo>
                    <a:pt x="1455" y="1524"/>
                  </a:lnTo>
                  <a:close/>
                  <a:moveTo>
                    <a:pt x="1455" y="1593"/>
                  </a:moveTo>
                  <a:cubicBezTo>
                    <a:pt x="1522" y="1593"/>
                    <a:pt x="1522" y="1593"/>
                    <a:pt x="1522" y="1593"/>
                  </a:cubicBezTo>
                  <a:cubicBezTo>
                    <a:pt x="1522" y="1661"/>
                    <a:pt x="1522" y="1661"/>
                    <a:pt x="1522" y="1661"/>
                  </a:cubicBezTo>
                  <a:cubicBezTo>
                    <a:pt x="1455" y="1661"/>
                    <a:pt x="1455" y="1661"/>
                    <a:pt x="1455" y="1661"/>
                  </a:cubicBezTo>
                  <a:lnTo>
                    <a:pt x="1455" y="1593"/>
                  </a:lnTo>
                  <a:close/>
                  <a:moveTo>
                    <a:pt x="1455" y="1662"/>
                  </a:moveTo>
                  <a:cubicBezTo>
                    <a:pt x="1522" y="1662"/>
                    <a:pt x="1522" y="1662"/>
                    <a:pt x="1522" y="1662"/>
                  </a:cubicBezTo>
                  <a:cubicBezTo>
                    <a:pt x="1522" y="1730"/>
                    <a:pt x="1522" y="1730"/>
                    <a:pt x="1522" y="1730"/>
                  </a:cubicBezTo>
                  <a:cubicBezTo>
                    <a:pt x="1455" y="1730"/>
                    <a:pt x="1455" y="1730"/>
                    <a:pt x="1455" y="1730"/>
                  </a:cubicBezTo>
                  <a:lnTo>
                    <a:pt x="1455" y="1662"/>
                  </a:lnTo>
                  <a:close/>
                  <a:moveTo>
                    <a:pt x="1386" y="70"/>
                  </a:moveTo>
                  <a:cubicBezTo>
                    <a:pt x="1453" y="70"/>
                    <a:pt x="1453" y="70"/>
                    <a:pt x="1453" y="70"/>
                  </a:cubicBezTo>
                  <a:cubicBezTo>
                    <a:pt x="1453" y="138"/>
                    <a:pt x="1453" y="138"/>
                    <a:pt x="1453" y="138"/>
                  </a:cubicBezTo>
                  <a:cubicBezTo>
                    <a:pt x="1386" y="138"/>
                    <a:pt x="1386" y="138"/>
                    <a:pt x="1386" y="138"/>
                  </a:cubicBezTo>
                  <a:lnTo>
                    <a:pt x="1386" y="70"/>
                  </a:lnTo>
                  <a:close/>
                  <a:moveTo>
                    <a:pt x="1386" y="139"/>
                  </a:moveTo>
                  <a:cubicBezTo>
                    <a:pt x="1453" y="139"/>
                    <a:pt x="1453" y="139"/>
                    <a:pt x="1453" y="139"/>
                  </a:cubicBezTo>
                  <a:cubicBezTo>
                    <a:pt x="1453" y="207"/>
                    <a:pt x="1453" y="207"/>
                    <a:pt x="1453" y="207"/>
                  </a:cubicBezTo>
                  <a:cubicBezTo>
                    <a:pt x="1386" y="207"/>
                    <a:pt x="1386" y="207"/>
                    <a:pt x="1386" y="207"/>
                  </a:cubicBezTo>
                  <a:lnTo>
                    <a:pt x="1386" y="139"/>
                  </a:lnTo>
                  <a:close/>
                  <a:moveTo>
                    <a:pt x="1386" y="209"/>
                  </a:moveTo>
                  <a:cubicBezTo>
                    <a:pt x="1453" y="209"/>
                    <a:pt x="1453" y="209"/>
                    <a:pt x="1453" y="209"/>
                  </a:cubicBezTo>
                  <a:cubicBezTo>
                    <a:pt x="1453" y="276"/>
                    <a:pt x="1453" y="276"/>
                    <a:pt x="1453" y="276"/>
                  </a:cubicBezTo>
                  <a:cubicBezTo>
                    <a:pt x="1386" y="276"/>
                    <a:pt x="1386" y="276"/>
                    <a:pt x="1386" y="276"/>
                  </a:cubicBezTo>
                  <a:lnTo>
                    <a:pt x="1386" y="209"/>
                  </a:lnTo>
                  <a:close/>
                  <a:moveTo>
                    <a:pt x="1386" y="278"/>
                  </a:moveTo>
                  <a:cubicBezTo>
                    <a:pt x="1453" y="278"/>
                    <a:pt x="1453" y="278"/>
                    <a:pt x="1453" y="278"/>
                  </a:cubicBezTo>
                  <a:cubicBezTo>
                    <a:pt x="1453" y="345"/>
                    <a:pt x="1453" y="345"/>
                    <a:pt x="1453" y="345"/>
                  </a:cubicBezTo>
                  <a:cubicBezTo>
                    <a:pt x="1386" y="345"/>
                    <a:pt x="1386" y="345"/>
                    <a:pt x="1386" y="345"/>
                  </a:cubicBezTo>
                  <a:lnTo>
                    <a:pt x="1386" y="278"/>
                  </a:lnTo>
                  <a:close/>
                  <a:moveTo>
                    <a:pt x="1386" y="347"/>
                  </a:moveTo>
                  <a:cubicBezTo>
                    <a:pt x="1453" y="347"/>
                    <a:pt x="1453" y="347"/>
                    <a:pt x="1453" y="347"/>
                  </a:cubicBezTo>
                  <a:cubicBezTo>
                    <a:pt x="1453" y="414"/>
                    <a:pt x="1453" y="414"/>
                    <a:pt x="1453" y="414"/>
                  </a:cubicBezTo>
                  <a:cubicBezTo>
                    <a:pt x="1386" y="414"/>
                    <a:pt x="1386" y="414"/>
                    <a:pt x="1386" y="414"/>
                  </a:cubicBezTo>
                  <a:lnTo>
                    <a:pt x="1386" y="347"/>
                  </a:lnTo>
                  <a:close/>
                  <a:moveTo>
                    <a:pt x="1386" y="416"/>
                  </a:moveTo>
                  <a:cubicBezTo>
                    <a:pt x="1453" y="416"/>
                    <a:pt x="1453" y="416"/>
                    <a:pt x="1453" y="416"/>
                  </a:cubicBezTo>
                  <a:cubicBezTo>
                    <a:pt x="1453" y="484"/>
                    <a:pt x="1453" y="484"/>
                    <a:pt x="1453" y="484"/>
                  </a:cubicBezTo>
                  <a:cubicBezTo>
                    <a:pt x="1386" y="484"/>
                    <a:pt x="1386" y="484"/>
                    <a:pt x="1386" y="484"/>
                  </a:cubicBezTo>
                  <a:lnTo>
                    <a:pt x="1386" y="416"/>
                  </a:lnTo>
                  <a:close/>
                  <a:moveTo>
                    <a:pt x="1386" y="486"/>
                  </a:moveTo>
                  <a:cubicBezTo>
                    <a:pt x="1453" y="486"/>
                    <a:pt x="1453" y="486"/>
                    <a:pt x="1453" y="486"/>
                  </a:cubicBezTo>
                  <a:cubicBezTo>
                    <a:pt x="1453" y="553"/>
                    <a:pt x="1453" y="553"/>
                    <a:pt x="1453" y="553"/>
                  </a:cubicBezTo>
                  <a:cubicBezTo>
                    <a:pt x="1386" y="553"/>
                    <a:pt x="1386" y="553"/>
                    <a:pt x="1386" y="553"/>
                  </a:cubicBezTo>
                  <a:lnTo>
                    <a:pt x="1386" y="486"/>
                  </a:lnTo>
                  <a:close/>
                  <a:moveTo>
                    <a:pt x="1386" y="555"/>
                  </a:moveTo>
                  <a:cubicBezTo>
                    <a:pt x="1453" y="555"/>
                    <a:pt x="1453" y="555"/>
                    <a:pt x="1453" y="555"/>
                  </a:cubicBezTo>
                  <a:cubicBezTo>
                    <a:pt x="1453" y="622"/>
                    <a:pt x="1453" y="622"/>
                    <a:pt x="1453" y="622"/>
                  </a:cubicBezTo>
                  <a:cubicBezTo>
                    <a:pt x="1386" y="622"/>
                    <a:pt x="1386" y="622"/>
                    <a:pt x="1386" y="622"/>
                  </a:cubicBezTo>
                  <a:lnTo>
                    <a:pt x="1386" y="555"/>
                  </a:lnTo>
                  <a:close/>
                  <a:moveTo>
                    <a:pt x="1386" y="624"/>
                  </a:moveTo>
                  <a:cubicBezTo>
                    <a:pt x="1453" y="624"/>
                    <a:pt x="1453" y="624"/>
                    <a:pt x="1453" y="624"/>
                  </a:cubicBezTo>
                  <a:cubicBezTo>
                    <a:pt x="1453" y="691"/>
                    <a:pt x="1453" y="691"/>
                    <a:pt x="1453" y="691"/>
                  </a:cubicBezTo>
                  <a:cubicBezTo>
                    <a:pt x="1386" y="691"/>
                    <a:pt x="1386" y="691"/>
                    <a:pt x="1386" y="691"/>
                  </a:cubicBezTo>
                  <a:lnTo>
                    <a:pt x="1386" y="624"/>
                  </a:lnTo>
                  <a:close/>
                  <a:moveTo>
                    <a:pt x="1386" y="693"/>
                  </a:moveTo>
                  <a:cubicBezTo>
                    <a:pt x="1453" y="693"/>
                    <a:pt x="1453" y="693"/>
                    <a:pt x="1453" y="693"/>
                  </a:cubicBezTo>
                  <a:cubicBezTo>
                    <a:pt x="1453" y="761"/>
                    <a:pt x="1453" y="761"/>
                    <a:pt x="1453" y="761"/>
                  </a:cubicBezTo>
                  <a:cubicBezTo>
                    <a:pt x="1386" y="761"/>
                    <a:pt x="1386" y="761"/>
                    <a:pt x="1386" y="761"/>
                  </a:cubicBezTo>
                  <a:lnTo>
                    <a:pt x="1386" y="693"/>
                  </a:lnTo>
                  <a:close/>
                  <a:moveTo>
                    <a:pt x="1386" y="762"/>
                  </a:moveTo>
                  <a:cubicBezTo>
                    <a:pt x="1453" y="762"/>
                    <a:pt x="1453" y="762"/>
                    <a:pt x="1453" y="762"/>
                  </a:cubicBezTo>
                  <a:cubicBezTo>
                    <a:pt x="1453" y="830"/>
                    <a:pt x="1453" y="830"/>
                    <a:pt x="1453" y="830"/>
                  </a:cubicBezTo>
                  <a:cubicBezTo>
                    <a:pt x="1386" y="830"/>
                    <a:pt x="1386" y="830"/>
                    <a:pt x="1386" y="830"/>
                  </a:cubicBezTo>
                  <a:lnTo>
                    <a:pt x="1386" y="762"/>
                  </a:lnTo>
                  <a:close/>
                  <a:moveTo>
                    <a:pt x="1386" y="832"/>
                  </a:moveTo>
                  <a:cubicBezTo>
                    <a:pt x="1453" y="832"/>
                    <a:pt x="1453" y="832"/>
                    <a:pt x="1453" y="832"/>
                  </a:cubicBezTo>
                  <a:cubicBezTo>
                    <a:pt x="1453" y="899"/>
                    <a:pt x="1453" y="899"/>
                    <a:pt x="1453" y="899"/>
                  </a:cubicBezTo>
                  <a:cubicBezTo>
                    <a:pt x="1386" y="899"/>
                    <a:pt x="1386" y="899"/>
                    <a:pt x="1386" y="899"/>
                  </a:cubicBezTo>
                  <a:lnTo>
                    <a:pt x="1386" y="832"/>
                  </a:lnTo>
                  <a:close/>
                  <a:moveTo>
                    <a:pt x="1386" y="901"/>
                  </a:moveTo>
                  <a:cubicBezTo>
                    <a:pt x="1453" y="901"/>
                    <a:pt x="1453" y="901"/>
                    <a:pt x="1453" y="901"/>
                  </a:cubicBezTo>
                  <a:cubicBezTo>
                    <a:pt x="1453" y="968"/>
                    <a:pt x="1453" y="968"/>
                    <a:pt x="1453" y="968"/>
                  </a:cubicBezTo>
                  <a:cubicBezTo>
                    <a:pt x="1386" y="968"/>
                    <a:pt x="1386" y="968"/>
                    <a:pt x="1386" y="968"/>
                  </a:cubicBezTo>
                  <a:lnTo>
                    <a:pt x="1386" y="901"/>
                  </a:lnTo>
                  <a:close/>
                  <a:moveTo>
                    <a:pt x="1386" y="970"/>
                  </a:moveTo>
                  <a:cubicBezTo>
                    <a:pt x="1453" y="970"/>
                    <a:pt x="1453" y="970"/>
                    <a:pt x="1453" y="970"/>
                  </a:cubicBezTo>
                  <a:cubicBezTo>
                    <a:pt x="1453" y="1038"/>
                    <a:pt x="1453" y="1038"/>
                    <a:pt x="1453" y="1038"/>
                  </a:cubicBezTo>
                  <a:cubicBezTo>
                    <a:pt x="1386" y="1038"/>
                    <a:pt x="1386" y="1038"/>
                    <a:pt x="1386" y="1038"/>
                  </a:cubicBezTo>
                  <a:lnTo>
                    <a:pt x="1386" y="970"/>
                  </a:lnTo>
                  <a:close/>
                  <a:moveTo>
                    <a:pt x="1386" y="1039"/>
                  </a:moveTo>
                  <a:cubicBezTo>
                    <a:pt x="1453" y="1039"/>
                    <a:pt x="1453" y="1039"/>
                    <a:pt x="1453" y="1039"/>
                  </a:cubicBezTo>
                  <a:cubicBezTo>
                    <a:pt x="1453" y="1107"/>
                    <a:pt x="1453" y="1107"/>
                    <a:pt x="1453" y="1107"/>
                  </a:cubicBezTo>
                  <a:cubicBezTo>
                    <a:pt x="1386" y="1107"/>
                    <a:pt x="1386" y="1107"/>
                    <a:pt x="1386" y="1107"/>
                  </a:cubicBezTo>
                  <a:lnTo>
                    <a:pt x="1386" y="1039"/>
                  </a:lnTo>
                  <a:close/>
                  <a:moveTo>
                    <a:pt x="1386" y="1109"/>
                  </a:moveTo>
                  <a:cubicBezTo>
                    <a:pt x="1453" y="1109"/>
                    <a:pt x="1453" y="1109"/>
                    <a:pt x="1453" y="1109"/>
                  </a:cubicBezTo>
                  <a:cubicBezTo>
                    <a:pt x="1453" y="1176"/>
                    <a:pt x="1453" y="1176"/>
                    <a:pt x="1453" y="1176"/>
                  </a:cubicBezTo>
                  <a:cubicBezTo>
                    <a:pt x="1386" y="1176"/>
                    <a:pt x="1386" y="1176"/>
                    <a:pt x="1386" y="1176"/>
                  </a:cubicBezTo>
                  <a:lnTo>
                    <a:pt x="1386" y="1109"/>
                  </a:lnTo>
                  <a:close/>
                  <a:moveTo>
                    <a:pt x="1386" y="1178"/>
                  </a:moveTo>
                  <a:cubicBezTo>
                    <a:pt x="1453" y="1178"/>
                    <a:pt x="1453" y="1178"/>
                    <a:pt x="1453" y="1178"/>
                  </a:cubicBezTo>
                  <a:cubicBezTo>
                    <a:pt x="1453" y="1245"/>
                    <a:pt x="1453" y="1245"/>
                    <a:pt x="1453" y="1245"/>
                  </a:cubicBezTo>
                  <a:cubicBezTo>
                    <a:pt x="1386" y="1245"/>
                    <a:pt x="1386" y="1245"/>
                    <a:pt x="1386" y="1245"/>
                  </a:cubicBezTo>
                  <a:lnTo>
                    <a:pt x="1386" y="1178"/>
                  </a:lnTo>
                  <a:close/>
                  <a:moveTo>
                    <a:pt x="1386" y="1247"/>
                  </a:moveTo>
                  <a:cubicBezTo>
                    <a:pt x="1453" y="1247"/>
                    <a:pt x="1453" y="1247"/>
                    <a:pt x="1453" y="1247"/>
                  </a:cubicBezTo>
                  <a:cubicBezTo>
                    <a:pt x="1453" y="1314"/>
                    <a:pt x="1453" y="1314"/>
                    <a:pt x="1453" y="1314"/>
                  </a:cubicBezTo>
                  <a:cubicBezTo>
                    <a:pt x="1386" y="1314"/>
                    <a:pt x="1386" y="1314"/>
                    <a:pt x="1386" y="1314"/>
                  </a:cubicBezTo>
                  <a:lnTo>
                    <a:pt x="1386" y="1247"/>
                  </a:lnTo>
                  <a:close/>
                  <a:moveTo>
                    <a:pt x="1386" y="1316"/>
                  </a:moveTo>
                  <a:cubicBezTo>
                    <a:pt x="1453" y="1316"/>
                    <a:pt x="1453" y="1316"/>
                    <a:pt x="1453" y="1316"/>
                  </a:cubicBezTo>
                  <a:cubicBezTo>
                    <a:pt x="1453" y="1384"/>
                    <a:pt x="1453" y="1384"/>
                    <a:pt x="1453" y="1384"/>
                  </a:cubicBezTo>
                  <a:cubicBezTo>
                    <a:pt x="1386" y="1384"/>
                    <a:pt x="1386" y="1384"/>
                    <a:pt x="1386" y="1384"/>
                  </a:cubicBezTo>
                  <a:lnTo>
                    <a:pt x="1386" y="1316"/>
                  </a:lnTo>
                  <a:close/>
                  <a:moveTo>
                    <a:pt x="1386" y="1386"/>
                  </a:moveTo>
                  <a:cubicBezTo>
                    <a:pt x="1453" y="1386"/>
                    <a:pt x="1453" y="1386"/>
                    <a:pt x="1453" y="1386"/>
                  </a:cubicBezTo>
                  <a:cubicBezTo>
                    <a:pt x="1453" y="1453"/>
                    <a:pt x="1453" y="1453"/>
                    <a:pt x="1453" y="1453"/>
                  </a:cubicBezTo>
                  <a:cubicBezTo>
                    <a:pt x="1386" y="1453"/>
                    <a:pt x="1386" y="1453"/>
                    <a:pt x="1386" y="1453"/>
                  </a:cubicBezTo>
                  <a:lnTo>
                    <a:pt x="1386" y="1386"/>
                  </a:lnTo>
                  <a:close/>
                  <a:moveTo>
                    <a:pt x="1386" y="1455"/>
                  </a:moveTo>
                  <a:cubicBezTo>
                    <a:pt x="1453" y="1455"/>
                    <a:pt x="1453" y="1455"/>
                    <a:pt x="1453" y="1455"/>
                  </a:cubicBezTo>
                  <a:cubicBezTo>
                    <a:pt x="1453" y="1522"/>
                    <a:pt x="1453" y="1522"/>
                    <a:pt x="1453" y="1522"/>
                  </a:cubicBezTo>
                  <a:cubicBezTo>
                    <a:pt x="1386" y="1522"/>
                    <a:pt x="1386" y="1522"/>
                    <a:pt x="1386" y="1522"/>
                  </a:cubicBezTo>
                  <a:lnTo>
                    <a:pt x="1386" y="1455"/>
                  </a:lnTo>
                  <a:close/>
                  <a:moveTo>
                    <a:pt x="1386" y="1524"/>
                  </a:moveTo>
                  <a:cubicBezTo>
                    <a:pt x="1453" y="1524"/>
                    <a:pt x="1453" y="1524"/>
                    <a:pt x="1453" y="1524"/>
                  </a:cubicBezTo>
                  <a:cubicBezTo>
                    <a:pt x="1453" y="1591"/>
                    <a:pt x="1453" y="1591"/>
                    <a:pt x="1453" y="1591"/>
                  </a:cubicBezTo>
                  <a:cubicBezTo>
                    <a:pt x="1386" y="1591"/>
                    <a:pt x="1386" y="1591"/>
                    <a:pt x="1386" y="1591"/>
                  </a:cubicBezTo>
                  <a:lnTo>
                    <a:pt x="1386" y="1524"/>
                  </a:lnTo>
                  <a:close/>
                  <a:moveTo>
                    <a:pt x="1386" y="1593"/>
                  </a:moveTo>
                  <a:cubicBezTo>
                    <a:pt x="1453" y="1593"/>
                    <a:pt x="1453" y="1593"/>
                    <a:pt x="1453" y="1593"/>
                  </a:cubicBezTo>
                  <a:cubicBezTo>
                    <a:pt x="1453" y="1661"/>
                    <a:pt x="1453" y="1661"/>
                    <a:pt x="1453" y="1661"/>
                  </a:cubicBezTo>
                  <a:cubicBezTo>
                    <a:pt x="1386" y="1661"/>
                    <a:pt x="1386" y="1661"/>
                    <a:pt x="1386" y="1661"/>
                  </a:cubicBezTo>
                  <a:lnTo>
                    <a:pt x="1386" y="1593"/>
                  </a:lnTo>
                  <a:close/>
                  <a:moveTo>
                    <a:pt x="1386" y="1662"/>
                  </a:moveTo>
                  <a:cubicBezTo>
                    <a:pt x="1453" y="1662"/>
                    <a:pt x="1453" y="1662"/>
                    <a:pt x="1453" y="1662"/>
                  </a:cubicBezTo>
                  <a:cubicBezTo>
                    <a:pt x="1453" y="1730"/>
                    <a:pt x="1453" y="1730"/>
                    <a:pt x="1453" y="1730"/>
                  </a:cubicBezTo>
                  <a:cubicBezTo>
                    <a:pt x="1386" y="1730"/>
                    <a:pt x="1386" y="1730"/>
                    <a:pt x="1386" y="1730"/>
                  </a:cubicBezTo>
                  <a:lnTo>
                    <a:pt x="1386" y="1662"/>
                  </a:lnTo>
                  <a:close/>
                  <a:moveTo>
                    <a:pt x="1316" y="70"/>
                  </a:moveTo>
                  <a:cubicBezTo>
                    <a:pt x="1384" y="70"/>
                    <a:pt x="1384" y="70"/>
                    <a:pt x="1384" y="70"/>
                  </a:cubicBezTo>
                  <a:cubicBezTo>
                    <a:pt x="1384" y="138"/>
                    <a:pt x="1384" y="138"/>
                    <a:pt x="1384" y="138"/>
                  </a:cubicBezTo>
                  <a:cubicBezTo>
                    <a:pt x="1316" y="138"/>
                    <a:pt x="1316" y="138"/>
                    <a:pt x="1316" y="138"/>
                  </a:cubicBezTo>
                  <a:lnTo>
                    <a:pt x="1316" y="70"/>
                  </a:lnTo>
                  <a:close/>
                  <a:moveTo>
                    <a:pt x="1316" y="139"/>
                  </a:moveTo>
                  <a:cubicBezTo>
                    <a:pt x="1384" y="139"/>
                    <a:pt x="1384" y="139"/>
                    <a:pt x="1384" y="139"/>
                  </a:cubicBezTo>
                  <a:cubicBezTo>
                    <a:pt x="1384" y="207"/>
                    <a:pt x="1384" y="207"/>
                    <a:pt x="1384" y="207"/>
                  </a:cubicBezTo>
                  <a:cubicBezTo>
                    <a:pt x="1316" y="207"/>
                    <a:pt x="1316" y="207"/>
                    <a:pt x="1316" y="207"/>
                  </a:cubicBezTo>
                  <a:lnTo>
                    <a:pt x="1316" y="139"/>
                  </a:lnTo>
                  <a:close/>
                  <a:moveTo>
                    <a:pt x="1316" y="209"/>
                  </a:moveTo>
                  <a:cubicBezTo>
                    <a:pt x="1384" y="209"/>
                    <a:pt x="1384" y="209"/>
                    <a:pt x="1384" y="209"/>
                  </a:cubicBezTo>
                  <a:cubicBezTo>
                    <a:pt x="1384" y="276"/>
                    <a:pt x="1384" y="276"/>
                    <a:pt x="1384" y="276"/>
                  </a:cubicBezTo>
                  <a:cubicBezTo>
                    <a:pt x="1316" y="276"/>
                    <a:pt x="1316" y="276"/>
                    <a:pt x="1316" y="276"/>
                  </a:cubicBezTo>
                  <a:lnTo>
                    <a:pt x="1316" y="209"/>
                  </a:lnTo>
                  <a:close/>
                  <a:moveTo>
                    <a:pt x="1316" y="278"/>
                  </a:moveTo>
                  <a:cubicBezTo>
                    <a:pt x="1384" y="278"/>
                    <a:pt x="1384" y="278"/>
                    <a:pt x="1384" y="278"/>
                  </a:cubicBezTo>
                  <a:cubicBezTo>
                    <a:pt x="1384" y="345"/>
                    <a:pt x="1384" y="345"/>
                    <a:pt x="1384" y="345"/>
                  </a:cubicBezTo>
                  <a:cubicBezTo>
                    <a:pt x="1316" y="345"/>
                    <a:pt x="1316" y="345"/>
                    <a:pt x="1316" y="345"/>
                  </a:cubicBezTo>
                  <a:lnTo>
                    <a:pt x="1316" y="278"/>
                  </a:lnTo>
                  <a:close/>
                  <a:moveTo>
                    <a:pt x="1316" y="347"/>
                  </a:moveTo>
                  <a:cubicBezTo>
                    <a:pt x="1384" y="347"/>
                    <a:pt x="1384" y="347"/>
                    <a:pt x="1384" y="347"/>
                  </a:cubicBezTo>
                  <a:cubicBezTo>
                    <a:pt x="1384" y="414"/>
                    <a:pt x="1384" y="414"/>
                    <a:pt x="1384" y="414"/>
                  </a:cubicBezTo>
                  <a:cubicBezTo>
                    <a:pt x="1316" y="414"/>
                    <a:pt x="1316" y="414"/>
                    <a:pt x="1316" y="414"/>
                  </a:cubicBezTo>
                  <a:lnTo>
                    <a:pt x="1316" y="347"/>
                  </a:lnTo>
                  <a:close/>
                  <a:moveTo>
                    <a:pt x="1316" y="416"/>
                  </a:moveTo>
                  <a:cubicBezTo>
                    <a:pt x="1384" y="416"/>
                    <a:pt x="1384" y="416"/>
                    <a:pt x="1384" y="416"/>
                  </a:cubicBezTo>
                  <a:cubicBezTo>
                    <a:pt x="1384" y="484"/>
                    <a:pt x="1384" y="484"/>
                    <a:pt x="1384" y="484"/>
                  </a:cubicBezTo>
                  <a:cubicBezTo>
                    <a:pt x="1316" y="484"/>
                    <a:pt x="1316" y="484"/>
                    <a:pt x="1316" y="484"/>
                  </a:cubicBezTo>
                  <a:lnTo>
                    <a:pt x="1316" y="416"/>
                  </a:lnTo>
                  <a:close/>
                  <a:moveTo>
                    <a:pt x="1316" y="486"/>
                  </a:moveTo>
                  <a:cubicBezTo>
                    <a:pt x="1384" y="486"/>
                    <a:pt x="1384" y="486"/>
                    <a:pt x="1384" y="486"/>
                  </a:cubicBezTo>
                  <a:cubicBezTo>
                    <a:pt x="1384" y="553"/>
                    <a:pt x="1384" y="553"/>
                    <a:pt x="1384" y="553"/>
                  </a:cubicBezTo>
                  <a:cubicBezTo>
                    <a:pt x="1316" y="553"/>
                    <a:pt x="1316" y="553"/>
                    <a:pt x="1316" y="553"/>
                  </a:cubicBezTo>
                  <a:lnTo>
                    <a:pt x="1316" y="486"/>
                  </a:lnTo>
                  <a:close/>
                  <a:moveTo>
                    <a:pt x="1316" y="555"/>
                  </a:moveTo>
                  <a:cubicBezTo>
                    <a:pt x="1384" y="555"/>
                    <a:pt x="1384" y="555"/>
                    <a:pt x="1384" y="555"/>
                  </a:cubicBezTo>
                  <a:cubicBezTo>
                    <a:pt x="1384" y="622"/>
                    <a:pt x="1384" y="622"/>
                    <a:pt x="1384" y="622"/>
                  </a:cubicBezTo>
                  <a:cubicBezTo>
                    <a:pt x="1316" y="622"/>
                    <a:pt x="1316" y="622"/>
                    <a:pt x="1316" y="622"/>
                  </a:cubicBezTo>
                  <a:lnTo>
                    <a:pt x="1316" y="555"/>
                  </a:lnTo>
                  <a:close/>
                  <a:moveTo>
                    <a:pt x="1316" y="624"/>
                  </a:moveTo>
                  <a:cubicBezTo>
                    <a:pt x="1384" y="624"/>
                    <a:pt x="1384" y="624"/>
                    <a:pt x="1384" y="624"/>
                  </a:cubicBezTo>
                  <a:cubicBezTo>
                    <a:pt x="1384" y="691"/>
                    <a:pt x="1384" y="691"/>
                    <a:pt x="1384" y="691"/>
                  </a:cubicBezTo>
                  <a:cubicBezTo>
                    <a:pt x="1316" y="691"/>
                    <a:pt x="1316" y="691"/>
                    <a:pt x="1316" y="691"/>
                  </a:cubicBezTo>
                  <a:lnTo>
                    <a:pt x="1316" y="624"/>
                  </a:lnTo>
                  <a:close/>
                  <a:moveTo>
                    <a:pt x="1316" y="693"/>
                  </a:moveTo>
                  <a:cubicBezTo>
                    <a:pt x="1384" y="693"/>
                    <a:pt x="1384" y="693"/>
                    <a:pt x="1384" y="693"/>
                  </a:cubicBezTo>
                  <a:cubicBezTo>
                    <a:pt x="1384" y="761"/>
                    <a:pt x="1384" y="761"/>
                    <a:pt x="1384" y="761"/>
                  </a:cubicBezTo>
                  <a:cubicBezTo>
                    <a:pt x="1316" y="761"/>
                    <a:pt x="1316" y="761"/>
                    <a:pt x="1316" y="761"/>
                  </a:cubicBezTo>
                  <a:lnTo>
                    <a:pt x="1316" y="693"/>
                  </a:lnTo>
                  <a:close/>
                  <a:moveTo>
                    <a:pt x="1316" y="762"/>
                  </a:moveTo>
                  <a:cubicBezTo>
                    <a:pt x="1384" y="762"/>
                    <a:pt x="1384" y="762"/>
                    <a:pt x="1384" y="762"/>
                  </a:cubicBezTo>
                  <a:cubicBezTo>
                    <a:pt x="1384" y="830"/>
                    <a:pt x="1384" y="830"/>
                    <a:pt x="1384" y="830"/>
                  </a:cubicBezTo>
                  <a:cubicBezTo>
                    <a:pt x="1316" y="830"/>
                    <a:pt x="1316" y="830"/>
                    <a:pt x="1316" y="830"/>
                  </a:cubicBezTo>
                  <a:lnTo>
                    <a:pt x="1316" y="762"/>
                  </a:lnTo>
                  <a:close/>
                  <a:moveTo>
                    <a:pt x="1316" y="832"/>
                  </a:moveTo>
                  <a:cubicBezTo>
                    <a:pt x="1384" y="832"/>
                    <a:pt x="1384" y="832"/>
                    <a:pt x="1384" y="832"/>
                  </a:cubicBezTo>
                  <a:cubicBezTo>
                    <a:pt x="1384" y="899"/>
                    <a:pt x="1384" y="899"/>
                    <a:pt x="1384" y="899"/>
                  </a:cubicBezTo>
                  <a:cubicBezTo>
                    <a:pt x="1316" y="899"/>
                    <a:pt x="1316" y="899"/>
                    <a:pt x="1316" y="899"/>
                  </a:cubicBezTo>
                  <a:lnTo>
                    <a:pt x="1316" y="832"/>
                  </a:lnTo>
                  <a:close/>
                  <a:moveTo>
                    <a:pt x="1316" y="901"/>
                  </a:moveTo>
                  <a:cubicBezTo>
                    <a:pt x="1384" y="901"/>
                    <a:pt x="1384" y="901"/>
                    <a:pt x="1384" y="901"/>
                  </a:cubicBezTo>
                  <a:cubicBezTo>
                    <a:pt x="1384" y="968"/>
                    <a:pt x="1384" y="968"/>
                    <a:pt x="1384" y="968"/>
                  </a:cubicBezTo>
                  <a:cubicBezTo>
                    <a:pt x="1316" y="968"/>
                    <a:pt x="1316" y="968"/>
                    <a:pt x="1316" y="968"/>
                  </a:cubicBezTo>
                  <a:lnTo>
                    <a:pt x="1316" y="901"/>
                  </a:lnTo>
                  <a:close/>
                  <a:moveTo>
                    <a:pt x="1316" y="970"/>
                  </a:moveTo>
                  <a:cubicBezTo>
                    <a:pt x="1384" y="970"/>
                    <a:pt x="1384" y="970"/>
                    <a:pt x="1384" y="970"/>
                  </a:cubicBezTo>
                  <a:cubicBezTo>
                    <a:pt x="1384" y="1038"/>
                    <a:pt x="1384" y="1038"/>
                    <a:pt x="1384" y="1038"/>
                  </a:cubicBezTo>
                  <a:cubicBezTo>
                    <a:pt x="1316" y="1038"/>
                    <a:pt x="1316" y="1038"/>
                    <a:pt x="1316" y="1038"/>
                  </a:cubicBezTo>
                  <a:lnTo>
                    <a:pt x="1316" y="970"/>
                  </a:lnTo>
                  <a:close/>
                  <a:moveTo>
                    <a:pt x="1316" y="1039"/>
                  </a:moveTo>
                  <a:cubicBezTo>
                    <a:pt x="1384" y="1039"/>
                    <a:pt x="1384" y="1039"/>
                    <a:pt x="1384" y="1039"/>
                  </a:cubicBezTo>
                  <a:cubicBezTo>
                    <a:pt x="1384" y="1107"/>
                    <a:pt x="1384" y="1107"/>
                    <a:pt x="1384" y="1107"/>
                  </a:cubicBezTo>
                  <a:cubicBezTo>
                    <a:pt x="1316" y="1107"/>
                    <a:pt x="1316" y="1107"/>
                    <a:pt x="1316" y="1107"/>
                  </a:cubicBezTo>
                  <a:lnTo>
                    <a:pt x="1316" y="1039"/>
                  </a:lnTo>
                  <a:close/>
                  <a:moveTo>
                    <a:pt x="1316" y="1109"/>
                  </a:moveTo>
                  <a:cubicBezTo>
                    <a:pt x="1384" y="1109"/>
                    <a:pt x="1384" y="1109"/>
                    <a:pt x="1384" y="1109"/>
                  </a:cubicBezTo>
                  <a:cubicBezTo>
                    <a:pt x="1384" y="1176"/>
                    <a:pt x="1384" y="1176"/>
                    <a:pt x="1384" y="1176"/>
                  </a:cubicBezTo>
                  <a:cubicBezTo>
                    <a:pt x="1316" y="1176"/>
                    <a:pt x="1316" y="1176"/>
                    <a:pt x="1316" y="1176"/>
                  </a:cubicBezTo>
                  <a:lnTo>
                    <a:pt x="1316" y="1109"/>
                  </a:lnTo>
                  <a:close/>
                  <a:moveTo>
                    <a:pt x="1316" y="1178"/>
                  </a:moveTo>
                  <a:cubicBezTo>
                    <a:pt x="1384" y="1178"/>
                    <a:pt x="1384" y="1178"/>
                    <a:pt x="1384" y="1178"/>
                  </a:cubicBezTo>
                  <a:cubicBezTo>
                    <a:pt x="1384" y="1245"/>
                    <a:pt x="1384" y="1245"/>
                    <a:pt x="1384" y="1245"/>
                  </a:cubicBezTo>
                  <a:cubicBezTo>
                    <a:pt x="1316" y="1245"/>
                    <a:pt x="1316" y="1245"/>
                    <a:pt x="1316" y="1245"/>
                  </a:cubicBezTo>
                  <a:lnTo>
                    <a:pt x="1316" y="1178"/>
                  </a:lnTo>
                  <a:close/>
                  <a:moveTo>
                    <a:pt x="1316" y="1247"/>
                  </a:moveTo>
                  <a:cubicBezTo>
                    <a:pt x="1384" y="1247"/>
                    <a:pt x="1384" y="1247"/>
                    <a:pt x="1384" y="1247"/>
                  </a:cubicBezTo>
                  <a:cubicBezTo>
                    <a:pt x="1384" y="1314"/>
                    <a:pt x="1384" y="1314"/>
                    <a:pt x="1384" y="1314"/>
                  </a:cubicBezTo>
                  <a:cubicBezTo>
                    <a:pt x="1316" y="1314"/>
                    <a:pt x="1316" y="1314"/>
                    <a:pt x="1316" y="1314"/>
                  </a:cubicBezTo>
                  <a:lnTo>
                    <a:pt x="1316" y="1247"/>
                  </a:lnTo>
                  <a:close/>
                  <a:moveTo>
                    <a:pt x="1316" y="1316"/>
                  </a:moveTo>
                  <a:cubicBezTo>
                    <a:pt x="1384" y="1316"/>
                    <a:pt x="1384" y="1316"/>
                    <a:pt x="1384" y="1316"/>
                  </a:cubicBezTo>
                  <a:cubicBezTo>
                    <a:pt x="1384" y="1384"/>
                    <a:pt x="1384" y="1384"/>
                    <a:pt x="1384" y="1384"/>
                  </a:cubicBezTo>
                  <a:cubicBezTo>
                    <a:pt x="1316" y="1384"/>
                    <a:pt x="1316" y="1384"/>
                    <a:pt x="1316" y="1384"/>
                  </a:cubicBezTo>
                  <a:lnTo>
                    <a:pt x="1316" y="1316"/>
                  </a:lnTo>
                  <a:close/>
                  <a:moveTo>
                    <a:pt x="1316" y="1386"/>
                  </a:moveTo>
                  <a:cubicBezTo>
                    <a:pt x="1384" y="1386"/>
                    <a:pt x="1384" y="1386"/>
                    <a:pt x="1384" y="1386"/>
                  </a:cubicBezTo>
                  <a:cubicBezTo>
                    <a:pt x="1384" y="1453"/>
                    <a:pt x="1384" y="1453"/>
                    <a:pt x="1384" y="1453"/>
                  </a:cubicBezTo>
                  <a:cubicBezTo>
                    <a:pt x="1316" y="1453"/>
                    <a:pt x="1316" y="1453"/>
                    <a:pt x="1316" y="1453"/>
                  </a:cubicBezTo>
                  <a:lnTo>
                    <a:pt x="1316" y="1386"/>
                  </a:lnTo>
                  <a:close/>
                  <a:moveTo>
                    <a:pt x="1316" y="1455"/>
                  </a:moveTo>
                  <a:cubicBezTo>
                    <a:pt x="1384" y="1455"/>
                    <a:pt x="1384" y="1455"/>
                    <a:pt x="1384" y="1455"/>
                  </a:cubicBezTo>
                  <a:cubicBezTo>
                    <a:pt x="1384" y="1522"/>
                    <a:pt x="1384" y="1522"/>
                    <a:pt x="1384" y="1522"/>
                  </a:cubicBezTo>
                  <a:cubicBezTo>
                    <a:pt x="1316" y="1522"/>
                    <a:pt x="1316" y="1522"/>
                    <a:pt x="1316" y="1522"/>
                  </a:cubicBezTo>
                  <a:lnTo>
                    <a:pt x="1316" y="1455"/>
                  </a:lnTo>
                  <a:close/>
                  <a:moveTo>
                    <a:pt x="1316" y="1524"/>
                  </a:moveTo>
                  <a:cubicBezTo>
                    <a:pt x="1384" y="1524"/>
                    <a:pt x="1384" y="1524"/>
                    <a:pt x="1384" y="1524"/>
                  </a:cubicBezTo>
                  <a:cubicBezTo>
                    <a:pt x="1384" y="1591"/>
                    <a:pt x="1384" y="1591"/>
                    <a:pt x="1384" y="1591"/>
                  </a:cubicBezTo>
                  <a:cubicBezTo>
                    <a:pt x="1316" y="1591"/>
                    <a:pt x="1316" y="1591"/>
                    <a:pt x="1316" y="1591"/>
                  </a:cubicBezTo>
                  <a:lnTo>
                    <a:pt x="1316" y="1524"/>
                  </a:lnTo>
                  <a:close/>
                  <a:moveTo>
                    <a:pt x="1316" y="1593"/>
                  </a:moveTo>
                  <a:cubicBezTo>
                    <a:pt x="1384" y="1593"/>
                    <a:pt x="1384" y="1593"/>
                    <a:pt x="1384" y="1593"/>
                  </a:cubicBezTo>
                  <a:cubicBezTo>
                    <a:pt x="1384" y="1661"/>
                    <a:pt x="1384" y="1661"/>
                    <a:pt x="1384" y="1661"/>
                  </a:cubicBezTo>
                  <a:cubicBezTo>
                    <a:pt x="1316" y="1661"/>
                    <a:pt x="1316" y="1661"/>
                    <a:pt x="1316" y="1661"/>
                  </a:cubicBezTo>
                  <a:lnTo>
                    <a:pt x="1316" y="1593"/>
                  </a:lnTo>
                  <a:close/>
                  <a:moveTo>
                    <a:pt x="1316" y="1662"/>
                  </a:moveTo>
                  <a:cubicBezTo>
                    <a:pt x="1384" y="1662"/>
                    <a:pt x="1384" y="1662"/>
                    <a:pt x="1384" y="1662"/>
                  </a:cubicBezTo>
                  <a:cubicBezTo>
                    <a:pt x="1384" y="1730"/>
                    <a:pt x="1384" y="1730"/>
                    <a:pt x="1384" y="1730"/>
                  </a:cubicBezTo>
                  <a:cubicBezTo>
                    <a:pt x="1316" y="1730"/>
                    <a:pt x="1316" y="1730"/>
                    <a:pt x="1316" y="1730"/>
                  </a:cubicBezTo>
                  <a:lnTo>
                    <a:pt x="1316" y="1662"/>
                  </a:lnTo>
                  <a:close/>
                  <a:moveTo>
                    <a:pt x="1247" y="70"/>
                  </a:moveTo>
                  <a:cubicBezTo>
                    <a:pt x="1314" y="70"/>
                    <a:pt x="1314" y="70"/>
                    <a:pt x="1314" y="70"/>
                  </a:cubicBezTo>
                  <a:cubicBezTo>
                    <a:pt x="1314" y="138"/>
                    <a:pt x="1314" y="138"/>
                    <a:pt x="1314" y="138"/>
                  </a:cubicBezTo>
                  <a:cubicBezTo>
                    <a:pt x="1247" y="138"/>
                    <a:pt x="1247" y="138"/>
                    <a:pt x="1247" y="138"/>
                  </a:cubicBezTo>
                  <a:lnTo>
                    <a:pt x="1247" y="70"/>
                  </a:lnTo>
                  <a:close/>
                  <a:moveTo>
                    <a:pt x="1247" y="139"/>
                  </a:moveTo>
                  <a:cubicBezTo>
                    <a:pt x="1314" y="139"/>
                    <a:pt x="1314" y="139"/>
                    <a:pt x="1314" y="139"/>
                  </a:cubicBezTo>
                  <a:cubicBezTo>
                    <a:pt x="1314" y="207"/>
                    <a:pt x="1314" y="207"/>
                    <a:pt x="1314" y="207"/>
                  </a:cubicBezTo>
                  <a:cubicBezTo>
                    <a:pt x="1247" y="207"/>
                    <a:pt x="1247" y="207"/>
                    <a:pt x="1247" y="207"/>
                  </a:cubicBezTo>
                  <a:lnTo>
                    <a:pt x="1247" y="139"/>
                  </a:lnTo>
                  <a:close/>
                  <a:moveTo>
                    <a:pt x="1247" y="209"/>
                  </a:moveTo>
                  <a:cubicBezTo>
                    <a:pt x="1314" y="209"/>
                    <a:pt x="1314" y="209"/>
                    <a:pt x="1314" y="209"/>
                  </a:cubicBezTo>
                  <a:cubicBezTo>
                    <a:pt x="1314" y="276"/>
                    <a:pt x="1314" y="276"/>
                    <a:pt x="1314" y="276"/>
                  </a:cubicBezTo>
                  <a:cubicBezTo>
                    <a:pt x="1247" y="276"/>
                    <a:pt x="1247" y="276"/>
                    <a:pt x="1247" y="276"/>
                  </a:cubicBezTo>
                  <a:lnTo>
                    <a:pt x="1247" y="209"/>
                  </a:lnTo>
                  <a:close/>
                  <a:moveTo>
                    <a:pt x="1247" y="278"/>
                  </a:moveTo>
                  <a:cubicBezTo>
                    <a:pt x="1314" y="278"/>
                    <a:pt x="1314" y="278"/>
                    <a:pt x="1314" y="278"/>
                  </a:cubicBezTo>
                  <a:cubicBezTo>
                    <a:pt x="1314" y="345"/>
                    <a:pt x="1314" y="345"/>
                    <a:pt x="1314" y="345"/>
                  </a:cubicBezTo>
                  <a:cubicBezTo>
                    <a:pt x="1247" y="345"/>
                    <a:pt x="1247" y="345"/>
                    <a:pt x="1247" y="345"/>
                  </a:cubicBezTo>
                  <a:lnTo>
                    <a:pt x="1247" y="278"/>
                  </a:lnTo>
                  <a:close/>
                  <a:moveTo>
                    <a:pt x="1247" y="347"/>
                  </a:moveTo>
                  <a:cubicBezTo>
                    <a:pt x="1314" y="347"/>
                    <a:pt x="1314" y="347"/>
                    <a:pt x="1314" y="347"/>
                  </a:cubicBezTo>
                  <a:cubicBezTo>
                    <a:pt x="1314" y="414"/>
                    <a:pt x="1314" y="414"/>
                    <a:pt x="1314" y="414"/>
                  </a:cubicBezTo>
                  <a:cubicBezTo>
                    <a:pt x="1247" y="414"/>
                    <a:pt x="1247" y="414"/>
                    <a:pt x="1247" y="414"/>
                  </a:cubicBezTo>
                  <a:lnTo>
                    <a:pt x="1247" y="347"/>
                  </a:lnTo>
                  <a:close/>
                  <a:moveTo>
                    <a:pt x="1247" y="416"/>
                  </a:moveTo>
                  <a:cubicBezTo>
                    <a:pt x="1314" y="416"/>
                    <a:pt x="1314" y="416"/>
                    <a:pt x="1314" y="416"/>
                  </a:cubicBezTo>
                  <a:cubicBezTo>
                    <a:pt x="1314" y="484"/>
                    <a:pt x="1314" y="484"/>
                    <a:pt x="1314" y="484"/>
                  </a:cubicBezTo>
                  <a:cubicBezTo>
                    <a:pt x="1247" y="484"/>
                    <a:pt x="1247" y="484"/>
                    <a:pt x="1247" y="484"/>
                  </a:cubicBezTo>
                  <a:lnTo>
                    <a:pt x="1247" y="416"/>
                  </a:lnTo>
                  <a:close/>
                  <a:moveTo>
                    <a:pt x="1247" y="486"/>
                  </a:moveTo>
                  <a:cubicBezTo>
                    <a:pt x="1314" y="486"/>
                    <a:pt x="1314" y="486"/>
                    <a:pt x="1314" y="486"/>
                  </a:cubicBezTo>
                  <a:cubicBezTo>
                    <a:pt x="1314" y="553"/>
                    <a:pt x="1314" y="553"/>
                    <a:pt x="1314" y="553"/>
                  </a:cubicBezTo>
                  <a:cubicBezTo>
                    <a:pt x="1247" y="553"/>
                    <a:pt x="1247" y="553"/>
                    <a:pt x="1247" y="553"/>
                  </a:cubicBezTo>
                  <a:lnTo>
                    <a:pt x="1247" y="486"/>
                  </a:lnTo>
                  <a:close/>
                  <a:moveTo>
                    <a:pt x="1247" y="555"/>
                  </a:moveTo>
                  <a:cubicBezTo>
                    <a:pt x="1314" y="555"/>
                    <a:pt x="1314" y="555"/>
                    <a:pt x="1314" y="555"/>
                  </a:cubicBezTo>
                  <a:cubicBezTo>
                    <a:pt x="1314" y="622"/>
                    <a:pt x="1314" y="622"/>
                    <a:pt x="1314" y="622"/>
                  </a:cubicBezTo>
                  <a:cubicBezTo>
                    <a:pt x="1247" y="622"/>
                    <a:pt x="1247" y="622"/>
                    <a:pt x="1247" y="622"/>
                  </a:cubicBezTo>
                  <a:lnTo>
                    <a:pt x="1247" y="555"/>
                  </a:lnTo>
                  <a:close/>
                  <a:moveTo>
                    <a:pt x="1247" y="624"/>
                  </a:moveTo>
                  <a:cubicBezTo>
                    <a:pt x="1314" y="624"/>
                    <a:pt x="1314" y="624"/>
                    <a:pt x="1314" y="624"/>
                  </a:cubicBezTo>
                  <a:cubicBezTo>
                    <a:pt x="1314" y="691"/>
                    <a:pt x="1314" y="691"/>
                    <a:pt x="1314" y="691"/>
                  </a:cubicBezTo>
                  <a:cubicBezTo>
                    <a:pt x="1247" y="691"/>
                    <a:pt x="1247" y="691"/>
                    <a:pt x="1247" y="691"/>
                  </a:cubicBezTo>
                  <a:lnTo>
                    <a:pt x="1247" y="624"/>
                  </a:lnTo>
                  <a:close/>
                  <a:moveTo>
                    <a:pt x="1247" y="693"/>
                  </a:moveTo>
                  <a:cubicBezTo>
                    <a:pt x="1314" y="693"/>
                    <a:pt x="1314" y="693"/>
                    <a:pt x="1314" y="693"/>
                  </a:cubicBezTo>
                  <a:cubicBezTo>
                    <a:pt x="1314" y="761"/>
                    <a:pt x="1314" y="761"/>
                    <a:pt x="1314" y="761"/>
                  </a:cubicBezTo>
                  <a:cubicBezTo>
                    <a:pt x="1247" y="761"/>
                    <a:pt x="1247" y="761"/>
                    <a:pt x="1247" y="761"/>
                  </a:cubicBezTo>
                  <a:lnTo>
                    <a:pt x="1247" y="693"/>
                  </a:lnTo>
                  <a:close/>
                  <a:moveTo>
                    <a:pt x="1247" y="762"/>
                  </a:moveTo>
                  <a:cubicBezTo>
                    <a:pt x="1314" y="762"/>
                    <a:pt x="1314" y="762"/>
                    <a:pt x="1314" y="762"/>
                  </a:cubicBezTo>
                  <a:cubicBezTo>
                    <a:pt x="1314" y="830"/>
                    <a:pt x="1314" y="830"/>
                    <a:pt x="1314" y="830"/>
                  </a:cubicBezTo>
                  <a:cubicBezTo>
                    <a:pt x="1247" y="830"/>
                    <a:pt x="1247" y="830"/>
                    <a:pt x="1247" y="830"/>
                  </a:cubicBezTo>
                  <a:lnTo>
                    <a:pt x="1247" y="762"/>
                  </a:lnTo>
                  <a:close/>
                  <a:moveTo>
                    <a:pt x="1247" y="832"/>
                  </a:moveTo>
                  <a:cubicBezTo>
                    <a:pt x="1314" y="832"/>
                    <a:pt x="1314" y="832"/>
                    <a:pt x="1314" y="832"/>
                  </a:cubicBezTo>
                  <a:cubicBezTo>
                    <a:pt x="1314" y="899"/>
                    <a:pt x="1314" y="899"/>
                    <a:pt x="1314" y="899"/>
                  </a:cubicBezTo>
                  <a:cubicBezTo>
                    <a:pt x="1247" y="899"/>
                    <a:pt x="1247" y="899"/>
                    <a:pt x="1247" y="899"/>
                  </a:cubicBezTo>
                  <a:lnTo>
                    <a:pt x="1247" y="832"/>
                  </a:lnTo>
                  <a:close/>
                  <a:moveTo>
                    <a:pt x="1247" y="901"/>
                  </a:moveTo>
                  <a:cubicBezTo>
                    <a:pt x="1314" y="901"/>
                    <a:pt x="1314" y="901"/>
                    <a:pt x="1314" y="901"/>
                  </a:cubicBezTo>
                  <a:cubicBezTo>
                    <a:pt x="1314" y="968"/>
                    <a:pt x="1314" y="968"/>
                    <a:pt x="1314" y="968"/>
                  </a:cubicBezTo>
                  <a:cubicBezTo>
                    <a:pt x="1247" y="968"/>
                    <a:pt x="1247" y="968"/>
                    <a:pt x="1247" y="968"/>
                  </a:cubicBezTo>
                  <a:lnTo>
                    <a:pt x="1247" y="901"/>
                  </a:lnTo>
                  <a:close/>
                  <a:moveTo>
                    <a:pt x="1247" y="970"/>
                  </a:moveTo>
                  <a:cubicBezTo>
                    <a:pt x="1314" y="970"/>
                    <a:pt x="1314" y="970"/>
                    <a:pt x="1314" y="970"/>
                  </a:cubicBezTo>
                  <a:cubicBezTo>
                    <a:pt x="1314" y="1038"/>
                    <a:pt x="1314" y="1038"/>
                    <a:pt x="1314" y="1038"/>
                  </a:cubicBezTo>
                  <a:cubicBezTo>
                    <a:pt x="1247" y="1038"/>
                    <a:pt x="1247" y="1038"/>
                    <a:pt x="1247" y="1038"/>
                  </a:cubicBezTo>
                  <a:lnTo>
                    <a:pt x="1247" y="970"/>
                  </a:lnTo>
                  <a:close/>
                  <a:moveTo>
                    <a:pt x="1247" y="1039"/>
                  </a:moveTo>
                  <a:cubicBezTo>
                    <a:pt x="1314" y="1039"/>
                    <a:pt x="1314" y="1039"/>
                    <a:pt x="1314" y="1039"/>
                  </a:cubicBezTo>
                  <a:cubicBezTo>
                    <a:pt x="1314" y="1107"/>
                    <a:pt x="1314" y="1107"/>
                    <a:pt x="1314" y="1107"/>
                  </a:cubicBezTo>
                  <a:cubicBezTo>
                    <a:pt x="1247" y="1107"/>
                    <a:pt x="1247" y="1107"/>
                    <a:pt x="1247" y="1107"/>
                  </a:cubicBezTo>
                  <a:lnTo>
                    <a:pt x="1247" y="1039"/>
                  </a:lnTo>
                  <a:close/>
                  <a:moveTo>
                    <a:pt x="1247" y="1109"/>
                  </a:moveTo>
                  <a:cubicBezTo>
                    <a:pt x="1314" y="1109"/>
                    <a:pt x="1314" y="1109"/>
                    <a:pt x="1314" y="1109"/>
                  </a:cubicBezTo>
                  <a:cubicBezTo>
                    <a:pt x="1314" y="1176"/>
                    <a:pt x="1314" y="1176"/>
                    <a:pt x="1314" y="1176"/>
                  </a:cubicBezTo>
                  <a:cubicBezTo>
                    <a:pt x="1247" y="1176"/>
                    <a:pt x="1247" y="1176"/>
                    <a:pt x="1247" y="1176"/>
                  </a:cubicBezTo>
                  <a:lnTo>
                    <a:pt x="1247" y="1109"/>
                  </a:lnTo>
                  <a:close/>
                  <a:moveTo>
                    <a:pt x="1247" y="1178"/>
                  </a:moveTo>
                  <a:cubicBezTo>
                    <a:pt x="1314" y="1178"/>
                    <a:pt x="1314" y="1178"/>
                    <a:pt x="1314" y="1178"/>
                  </a:cubicBezTo>
                  <a:cubicBezTo>
                    <a:pt x="1314" y="1245"/>
                    <a:pt x="1314" y="1245"/>
                    <a:pt x="1314" y="1245"/>
                  </a:cubicBezTo>
                  <a:cubicBezTo>
                    <a:pt x="1247" y="1245"/>
                    <a:pt x="1247" y="1245"/>
                    <a:pt x="1247" y="1245"/>
                  </a:cubicBezTo>
                  <a:lnTo>
                    <a:pt x="1247" y="1178"/>
                  </a:lnTo>
                  <a:close/>
                  <a:moveTo>
                    <a:pt x="1247" y="1247"/>
                  </a:moveTo>
                  <a:cubicBezTo>
                    <a:pt x="1314" y="1247"/>
                    <a:pt x="1314" y="1247"/>
                    <a:pt x="1314" y="1247"/>
                  </a:cubicBezTo>
                  <a:cubicBezTo>
                    <a:pt x="1314" y="1314"/>
                    <a:pt x="1314" y="1314"/>
                    <a:pt x="1314" y="1314"/>
                  </a:cubicBezTo>
                  <a:cubicBezTo>
                    <a:pt x="1247" y="1314"/>
                    <a:pt x="1247" y="1314"/>
                    <a:pt x="1247" y="1314"/>
                  </a:cubicBezTo>
                  <a:lnTo>
                    <a:pt x="1247" y="1247"/>
                  </a:lnTo>
                  <a:close/>
                  <a:moveTo>
                    <a:pt x="1247" y="1316"/>
                  </a:moveTo>
                  <a:cubicBezTo>
                    <a:pt x="1314" y="1316"/>
                    <a:pt x="1314" y="1316"/>
                    <a:pt x="1314" y="1316"/>
                  </a:cubicBezTo>
                  <a:cubicBezTo>
                    <a:pt x="1314" y="1384"/>
                    <a:pt x="1314" y="1384"/>
                    <a:pt x="1314" y="1384"/>
                  </a:cubicBezTo>
                  <a:cubicBezTo>
                    <a:pt x="1247" y="1384"/>
                    <a:pt x="1247" y="1384"/>
                    <a:pt x="1247" y="1384"/>
                  </a:cubicBezTo>
                  <a:lnTo>
                    <a:pt x="1247" y="1316"/>
                  </a:lnTo>
                  <a:close/>
                  <a:moveTo>
                    <a:pt x="1247" y="1386"/>
                  </a:moveTo>
                  <a:cubicBezTo>
                    <a:pt x="1314" y="1386"/>
                    <a:pt x="1314" y="1386"/>
                    <a:pt x="1314" y="1386"/>
                  </a:cubicBezTo>
                  <a:cubicBezTo>
                    <a:pt x="1314" y="1453"/>
                    <a:pt x="1314" y="1453"/>
                    <a:pt x="1314" y="1453"/>
                  </a:cubicBezTo>
                  <a:cubicBezTo>
                    <a:pt x="1247" y="1453"/>
                    <a:pt x="1247" y="1453"/>
                    <a:pt x="1247" y="1453"/>
                  </a:cubicBezTo>
                  <a:lnTo>
                    <a:pt x="1247" y="1386"/>
                  </a:lnTo>
                  <a:close/>
                  <a:moveTo>
                    <a:pt x="1247" y="1455"/>
                  </a:moveTo>
                  <a:cubicBezTo>
                    <a:pt x="1314" y="1455"/>
                    <a:pt x="1314" y="1455"/>
                    <a:pt x="1314" y="1455"/>
                  </a:cubicBezTo>
                  <a:cubicBezTo>
                    <a:pt x="1314" y="1522"/>
                    <a:pt x="1314" y="1522"/>
                    <a:pt x="1314" y="1522"/>
                  </a:cubicBezTo>
                  <a:cubicBezTo>
                    <a:pt x="1247" y="1522"/>
                    <a:pt x="1247" y="1522"/>
                    <a:pt x="1247" y="1522"/>
                  </a:cubicBezTo>
                  <a:lnTo>
                    <a:pt x="1247" y="1455"/>
                  </a:lnTo>
                  <a:close/>
                  <a:moveTo>
                    <a:pt x="1247" y="1524"/>
                  </a:moveTo>
                  <a:cubicBezTo>
                    <a:pt x="1314" y="1524"/>
                    <a:pt x="1314" y="1524"/>
                    <a:pt x="1314" y="1524"/>
                  </a:cubicBezTo>
                  <a:cubicBezTo>
                    <a:pt x="1314" y="1591"/>
                    <a:pt x="1314" y="1591"/>
                    <a:pt x="1314" y="1591"/>
                  </a:cubicBezTo>
                  <a:cubicBezTo>
                    <a:pt x="1247" y="1591"/>
                    <a:pt x="1247" y="1591"/>
                    <a:pt x="1247" y="1591"/>
                  </a:cubicBezTo>
                  <a:lnTo>
                    <a:pt x="1247" y="1524"/>
                  </a:lnTo>
                  <a:close/>
                  <a:moveTo>
                    <a:pt x="1247" y="1593"/>
                  </a:moveTo>
                  <a:cubicBezTo>
                    <a:pt x="1314" y="1593"/>
                    <a:pt x="1314" y="1593"/>
                    <a:pt x="1314" y="1593"/>
                  </a:cubicBezTo>
                  <a:cubicBezTo>
                    <a:pt x="1314" y="1661"/>
                    <a:pt x="1314" y="1661"/>
                    <a:pt x="1314" y="1661"/>
                  </a:cubicBezTo>
                  <a:cubicBezTo>
                    <a:pt x="1247" y="1661"/>
                    <a:pt x="1247" y="1661"/>
                    <a:pt x="1247" y="1661"/>
                  </a:cubicBezTo>
                  <a:lnTo>
                    <a:pt x="1247" y="1593"/>
                  </a:lnTo>
                  <a:close/>
                  <a:moveTo>
                    <a:pt x="1247" y="1662"/>
                  </a:moveTo>
                  <a:cubicBezTo>
                    <a:pt x="1314" y="1662"/>
                    <a:pt x="1314" y="1662"/>
                    <a:pt x="1314" y="1662"/>
                  </a:cubicBezTo>
                  <a:cubicBezTo>
                    <a:pt x="1314" y="1730"/>
                    <a:pt x="1314" y="1730"/>
                    <a:pt x="1314" y="1730"/>
                  </a:cubicBezTo>
                  <a:cubicBezTo>
                    <a:pt x="1247" y="1730"/>
                    <a:pt x="1247" y="1730"/>
                    <a:pt x="1247" y="1730"/>
                  </a:cubicBezTo>
                  <a:lnTo>
                    <a:pt x="1247" y="1662"/>
                  </a:lnTo>
                  <a:close/>
                  <a:moveTo>
                    <a:pt x="1178" y="70"/>
                  </a:moveTo>
                  <a:cubicBezTo>
                    <a:pt x="1245" y="70"/>
                    <a:pt x="1245" y="70"/>
                    <a:pt x="1245" y="70"/>
                  </a:cubicBezTo>
                  <a:cubicBezTo>
                    <a:pt x="1245" y="138"/>
                    <a:pt x="1245" y="138"/>
                    <a:pt x="1245" y="138"/>
                  </a:cubicBezTo>
                  <a:cubicBezTo>
                    <a:pt x="1178" y="138"/>
                    <a:pt x="1178" y="138"/>
                    <a:pt x="1178" y="138"/>
                  </a:cubicBezTo>
                  <a:lnTo>
                    <a:pt x="1178" y="70"/>
                  </a:lnTo>
                  <a:close/>
                  <a:moveTo>
                    <a:pt x="1178" y="139"/>
                  </a:moveTo>
                  <a:cubicBezTo>
                    <a:pt x="1245" y="139"/>
                    <a:pt x="1245" y="139"/>
                    <a:pt x="1245" y="139"/>
                  </a:cubicBezTo>
                  <a:cubicBezTo>
                    <a:pt x="1245" y="207"/>
                    <a:pt x="1245" y="207"/>
                    <a:pt x="1245" y="207"/>
                  </a:cubicBezTo>
                  <a:cubicBezTo>
                    <a:pt x="1178" y="207"/>
                    <a:pt x="1178" y="207"/>
                    <a:pt x="1178" y="207"/>
                  </a:cubicBezTo>
                  <a:lnTo>
                    <a:pt x="1178" y="139"/>
                  </a:lnTo>
                  <a:close/>
                  <a:moveTo>
                    <a:pt x="1178" y="209"/>
                  </a:moveTo>
                  <a:cubicBezTo>
                    <a:pt x="1245" y="209"/>
                    <a:pt x="1245" y="209"/>
                    <a:pt x="1245" y="209"/>
                  </a:cubicBezTo>
                  <a:cubicBezTo>
                    <a:pt x="1245" y="276"/>
                    <a:pt x="1245" y="276"/>
                    <a:pt x="1245" y="276"/>
                  </a:cubicBezTo>
                  <a:cubicBezTo>
                    <a:pt x="1178" y="276"/>
                    <a:pt x="1178" y="276"/>
                    <a:pt x="1178" y="276"/>
                  </a:cubicBezTo>
                  <a:lnTo>
                    <a:pt x="1178" y="209"/>
                  </a:lnTo>
                  <a:close/>
                  <a:moveTo>
                    <a:pt x="1178" y="278"/>
                  </a:moveTo>
                  <a:cubicBezTo>
                    <a:pt x="1245" y="278"/>
                    <a:pt x="1245" y="278"/>
                    <a:pt x="1245" y="278"/>
                  </a:cubicBezTo>
                  <a:cubicBezTo>
                    <a:pt x="1245" y="345"/>
                    <a:pt x="1245" y="345"/>
                    <a:pt x="1245" y="345"/>
                  </a:cubicBezTo>
                  <a:cubicBezTo>
                    <a:pt x="1178" y="345"/>
                    <a:pt x="1178" y="345"/>
                    <a:pt x="1178" y="345"/>
                  </a:cubicBezTo>
                  <a:lnTo>
                    <a:pt x="1178" y="278"/>
                  </a:lnTo>
                  <a:close/>
                  <a:moveTo>
                    <a:pt x="1178" y="347"/>
                  </a:moveTo>
                  <a:cubicBezTo>
                    <a:pt x="1245" y="347"/>
                    <a:pt x="1245" y="347"/>
                    <a:pt x="1245" y="347"/>
                  </a:cubicBezTo>
                  <a:cubicBezTo>
                    <a:pt x="1245" y="414"/>
                    <a:pt x="1245" y="414"/>
                    <a:pt x="1245" y="414"/>
                  </a:cubicBezTo>
                  <a:cubicBezTo>
                    <a:pt x="1178" y="414"/>
                    <a:pt x="1178" y="414"/>
                    <a:pt x="1178" y="414"/>
                  </a:cubicBezTo>
                  <a:lnTo>
                    <a:pt x="1178" y="347"/>
                  </a:lnTo>
                  <a:close/>
                  <a:moveTo>
                    <a:pt x="1178" y="416"/>
                  </a:moveTo>
                  <a:cubicBezTo>
                    <a:pt x="1245" y="416"/>
                    <a:pt x="1245" y="416"/>
                    <a:pt x="1245" y="416"/>
                  </a:cubicBezTo>
                  <a:cubicBezTo>
                    <a:pt x="1245" y="484"/>
                    <a:pt x="1245" y="484"/>
                    <a:pt x="1245" y="484"/>
                  </a:cubicBezTo>
                  <a:cubicBezTo>
                    <a:pt x="1178" y="484"/>
                    <a:pt x="1178" y="484"/>
                    <a:pt x="1178" y="484"/>
                  </a:cubicBezTo>
                  <a:lnTo>
                    <a:pt x="1178" y="416"/>
                  </a:lnTo>
                  <a:close/>
                  <a:moveTo>
                    <a:pt x="1178" y="486"/>
                  </a:moveTo>
                  <a:cubicBezTo>
                    <a:pt x="1245" y="486"/>
                    <a:pt x="1245" y="486"/>
                    <a:pt x="1245" y="486"/>
                  </a:cubicBezTo>
                  <a:cubicBezTo>
                    <a:pt x="1245" y="553"/>
                    <a:pt x="1245" y="553"/>
                    <a:pt x="1245" y="553"/>
                  </a:cubicBezTo>
                  <a:cubicBezTo>
                    <a:pt x="1178" y="553"/>
                    <a:pt x="1178" y="553"/>
                    <a:pt x="1178" y="553"/>
                  </a:cubicBezTo>
                  <a:lnTo>
                    <a:pt x="1178" y="486"/>
                  </a:lnTo>
                  <a:close/>
                  <a:moveTo>
                    <a:pt x="1178" y="555"/>
                  </a:moveTo>
                  <a:cubicBezTo>
                    <a:pt x="1245" y="555"/>
                    <a:pt x="1245" y="555"/>
                    <a:pt x="1245" y="555"/>
                  </a:cubicBezTo>
                  <a:cubicBezTo>
                    <a:pt x="1245" y="622"/>
                    <a:pt x="1245" y="622"/>
                    <a:pt x="1245" y="622"/>
                  </a:cubicBezTo>
                  <a:cubicBezTo>
                    <a:pt x="1178" y="622"/>
                    <a:pt x="1178" y="622"/>
                    <a:pt x="1178" y="622"/>
                  </a:cubicBezTo>
                  <a:lnTo>
                    <a:pt x="1178" y="555"/>
                  </a:lnTo>
                  <a:close/>
                  <a:moveTo>
                    <a:pt x="1178" y="624"/>
                  </a:moveTo>
                  <a:cubicBezTo>
                    <a:pt x="1245" y="624"/>
                    <a:pt x="1245" y="624"/>
                    <a:pt x="1245" y="624"/>
                  </a:cubicBezTo>
                  <a:cubicBezTo>
                    <a:pt x="1245" y="691"/>
                    <a:pt x="1245" y="691"/>
                    <a:pt x="1245" y="691"/>
                  </a:cubicBezTo>
                  <a:cubicBezTo>
                    <a:pt x="1178" y="691"/>
                    <a:pt x="1178" y="691"/>
                    <a:pt x="1178" y="691"/>
                  </a:cubicBezTo>
                  <a:lnTo>
                    <a:pt x="1178" y="624"/>
                  </a:lnTo>
                  <a:close/>
                  <a:moveTo>
                    <a:pt x="1178" y="693"/>
                  </a:moveTo>
                  <a:cubicBezTo>
                    <a:pt x="1245" y="693"/>
                    <a:pt x="1245" y="693"/>
                    <a:pt x="1245" y="693"/>
                  </a:cubicBezTo>
                  <a:cubicBezTo>
                    <a:pt x="1245" y="761"/>
                    <a:pt x="1245" y="761"/>
                    <a:pt x="1245" y="761"/>
                  </a:cubicBezTo>
                  <a:cubicBezTo>
                    <a:pt x="1178" y="761"/>
                    <a:pt x="1178" y="761"/>
                    <a:pt x="1178" y="761"/>
                  </a:cubicBezTo>
                  <a:lnTo>
                    <a:pt x="1178" y="693"/>
                  </a:lnTo>
                  <a:close/>
                  <a:moveTo>
                    <a:pt x="1178" y="762"/>
                  </a:moveTo>
                  <a:cubicBezTo>
                    <a:pt x="1245" y="762"/>
                    <a:pt x="1245" y="762"/>
                    <a:pt x="1245" y="762"/>
                  </a:cubicBezTo>
                  <a:cubicBezTo>
                    <a:pt x="1245" y="830"/>
                    <a:pt x="1245" y="830"/>
                    <a:pt x="1245" y="830"/>
                  </a:cubicBezTo>
                  <a:cubicBezTo>
                    <a:pt x="1178" y="830"/>
                    <a:pt x="1178" y="830"/>
                    <a:pt x="1178" y="830"/>
                  </a:cubicBezTo>
                  <a:lnTo>
                    <a:pt x="1178" y="762"/>
                  </a:lnTo>
                  <a:close/>
                  <a:moveTo>
                    <a:pt x="1178" y="832"/>
                  </a:moveTo>
                  <a:cubicBezTo>
                    <a:pt x="1245" y="832"/>
                    <a:pt x="1245" y="832"/>
                    <a:pt x="1245" y="832"/>
                  </a:cubicBezTo>
                  <a:cubicBezTo>
                    <a:pt x="1245" y="899"/>
                    <a:pt x="1245" y="899"/>
                    <a:pt x="1245" y="899"/>
                  </a:cubicBezTo>
                  <a:cubicBezTo>
                    <a:pt x="1178" y="899"/>
                    <a:pt x="1178" y="899"/>
                    <a:pt x="1178" y="899"/>
                  </a:cubicBezTo>
                  <a:lnTo>
                    <a:pt x="1178" y="832"/>
                  </a:lnTo>
                  <a:close/>
                  <a:moveTo>
                    <a:pt x="1178" y="901"/>
                  </a:moveTo>
                  <a:cubicBezTo>
                    <a:pt x="1245" y="901"/>
                    <a:pt x="1245" y="901"/>
                    <a:pt x="1245" y="901"/>
                  </a:cubicBezTo>
                  <a:cubicBezTo>
                    <a:pt x="1245" y="968"/>
                    <a:pt x="1245" y="968"/>
                    <a:pt x="1245" y="968"/>
                  </a:cubicBezTo>
                  <a:cubicBezTo>
                    <a:pt x="1178" y="968"/>
                    <a:pt x="1178" y="968"/>
                    <a:pt x="1178" y="968"/>
                  </a:cubicBezTo>
                  <a:lnTo>
                    <a:pt x="1178" y="901"/>
                  </a:lnTo>
                  <a:close/>
                  <a:moveTo>
                    <a:pt x="1178" y="970"/>
                  </a:moveTo>
                  <a:cubicBezTo>
                    <a:pt x="1245" y="970"/>
                    <a:pt x="1245" y="970"/>
                    <a:pt x="1245" y="970"/>
                  </a:cubicBezTo>
                  <a:cubicBezTo>
                    <a:pt x="1245" y="1038"/>
                    <a:pt x="1245" y="1038"/>
                    <a:pt x="1245" y="1038"/>
                  </a:cubicBezTo>
                  <a:cubicBezTo>
                    <a:pt x="1178" y="1038"/>
                    <a:pt x="1178" y="1038"/>
                    <a:pt x="1178" y="1038"/>
                  </a:cubicBezTo>
                  <a:lnTo>
                    <a:pt x="1178" y="970"/>
                  </a:lnTo>
                  <a:close/>
                  <a:moveTo>
                    <a:pt x="1178" y="1039"/>
                  </a:moveTo>
                  <a:cubicBezTo>
                    <a:pt x="1245" y="1039"/>
                    <a:pt x="1245" y="1039"/>
                    <a:pt x="1245" y="1039"/>
                  </a:cubicBezTo>
                  <a:cubicBezTo>
                    <a:pt x="1245" y="1107"/>
                    <a:pt x="1245" y="1107"/>
                    <a:pt x="1245" y="1107"/>
                  </a:cubicBezTo>
                  <a:cubicBezTo>
                    <a:pt x="1178" y="1107"/>
                    <a:pt x="1178" y="1107"/>
                    <a:pt x="1178" y="1107"/>
                  </a:cubicBezTo>
                  <a:lnTo>
                    <a:pt x="1178" y="1039"/>
                  </a:lnTo>
                  <a:close/>
                  <a:moveTo>
                    <a:pt x="1178" y="1109"/>
                  </a:moveTo>
                  <a:cubicBezTo>
                    <a:pt x="1245" y="1109"/>
                    <a:pt x="1245" y="1109"/>
                    <a:pt x="1245" y="1109"/>
                  </a:cubicBezTo>
                  <a:cubicBezTo>
                    <a:pt x="1245" y="1176"/>
                    <a:pt x="1245" y="1176"/>
                    <a:pt x="1245" y="1176"/>
                  </a:cubicBezTo>
                  <a:cubicBezTo>
                    <a:pt x="1178" y="1176"/>
                    <a:pt x="1178" y="1176"/>
                    <a:pt x="1178" y="1176"/>
                  </a:cubicBezTo>
                  <a:lnTo>
                    <a:pt x="1178" y="1109"/>
                  </a:lnTo>
                  <a:close/>
                  <a:moveTo>
                    <a:pt x="1178" y="1178"/>
                  </a:moveTo>
                  <a:cubicBezTo>
                    <a:pt x="1245" y="1178"/>
                    <a:pt x="1245" y="1178"/>
                    <a:pt x="1245" y="1178"/>
                  </a:cubicBezTo>
                  <a:cubicBezTo>
                    <a:pt x="1245" y="1245"/>
                    <a:pt x="1245" y="1245"/>
                    <a:pt x="1245" y="1245"/>
                  </a:cubicBezTo>
                  <a:cubicBezTo>
                    <a:pt x="1178" y="1245"/>
                    <a:pt x="1178" y="1245"/>
                    <a:pt x="1178" y="1245"/>
                  </a:cubicBezTo>
                  <a:lnTo>
                    <a:pt x="1178" y="1178"/>
                  </a:lnTo>
                  <a:close/>
                  <a:moveTo>
                    <a:pt x="1178" y="1247"/>
                  </a:moveTo>
                  <a:cubicBezTo>
                    <a:pt x="1245" y="1247"/>
                    <a:pt x="1245" y="1247"/>
                    <a:pt x="1245" y="1247"/>
                  </a:cubicBezTo>
                  <a:cubicBezTo>
                    <a:pt x="1245" y="1314"/>
                    <a:pt x="1245" y="1314"/>
                    <a:pt x="1245" y="1314"/>
                  </a:cubicBezTo>
                  <a:cubicBezTo>
                    <a:pt x="1178" y="1314"/>
                    <a:pt x="1178" y="1314"/>
                    <a:pt x="1178" y="1314"/>
                  </a:cubicBezTo>
                  <a:lnTo>
                    <a:pt x="1178" y="1247"/>
                  </a:lnTo>
                  <a:close/>
                  <a:moveTo>
                    <a:pt x="1178" y="1316"/>
                  </a:moveTo>
                  <a:cubicBezTo>
                    <a:pt x="1245" y="1316"/>
                    <a:pt x="1245" y="1316"/>
                    <a:pt x="1245" y="1316"/>
                  </a:cubicBezTo>
                  <a:cubicBezTo>
                    <a:pt x="1245" y="1384"/>
                    <a:pt x="1245" y="1384"/>
                    <a:pt x="1245" y="1384"/>
                  </a:cubicBezTo>
                  <a:cubicBezTo>
                    <a:pt x="1178" y="1384"/>
                    <a:pt x="1178" y="1384"/>
                    <a:pt x="1178" y="1384"/>
                  </a:cubicBezTo>
                  <a:lnTo>
                    <a:pt x="1178" y="1316"/>
                  </a:lnTo>
                  <a:close/>
                  <a:moveTo>
                    <a:pt x="1178" y="1386"/>
                  </a:moveTo>
                  <a:cubicBezTo>
                    <a:pt x="1245" y="1386"/>
                    <a:pt x="1245" y="1386"/>
                    <a:pt x="1245" y="1386"/>
                  </a:cubicBezTo>
                  <a:cubicBezTo>
                    <a:pt x="1245" y="1453"/>
                    <a:pt x="1245" y="1453"/>
                    <a:pt x="1245" y="1453"/>
                  </a:cubicBezTo>
                  <a:cubicBezTo>
                    <a:pt x="1178" y="1453"/>
                    <a:pt x="1178" y="1453"/>
                    <a:pt x="1178" y="1453"/>
                  </a:cubicBezTo>
                  <a:lnTo>
                    <a:pt x="1178" y="1386"/>
                  </a:lnTo>
                  <a:close/>
                  <a:moveTo>
                    <a:pt x="1178" y="1455"/>
                  </a:moveTo>
                  <a:cubicBezTo>
                    <a:pt x="1245" y="1455"/>
                    <a:pt x="1245" y="1455"/>
                    <a:pt x="1245" y="1455"/>
                  </a:cubicBezTo>
                  <a:cubicBezTo>
                    <a:pt x="1245" y="1522"/>
                    <a:pt x="1245" y="1522"/>
                    <a:pt x="1245" y="1522"/>
                  </a:cubicBezTo>
                  <a:cubicBezTo>
                    <a:pt x="1178" y="1522"/>
                    <a:pt x="1178" y="1522"/>
                    <a:pt x="1178" y="1522"/>
                  </a:cubicBezTo>
                  <a:lnTo>
                    <a:pt x="1178" y="1455"/>
                  </a:lnTo>
                  <a:close/>
                  <a:moveTo>
                    <a:pt x="1178" y="1524"/>
                  </a:moveTo>
                  <a:cubicBezTo>
                    <a:pt x="1245" y="1524"/>
                    <a:pt x="1245" y="1524"/>
                    <a:pt x="1245" y="1524"/>
                  </a:cubicBezTo>
                  <a:cubicBezTo>
                    <a:pt x="1245" y="1591"/>
                    <a:pt x="1245" y="1591"/>
                    <a:pt x="1245" y="1591"/>
                  </a:cubicBezTo>
                  <a:cubicBezTo>
                    <a:pt x="1178" y="1591"/>
                    <a:pt x="1178" y="1591"/>
                    <a:pt x="1178" y="1591"/>
                  </a:cubicBezTo>
                  <a:lnTo>
                    <a:pt x="1178" y="1524"/>
                  </a:lnTo>
                  <a:close/>
                  <a:moveTo>
                    <a:pt x="1178" y="1593"/>
                  </a:moveTo>
                  <a:cubicBezTo>
                    <a:pt x="1245" y="1593"/>
                    <a:pt x="1245" y="1593"/>
                    <a:pt x="1245" y="1593"/>
                  </a:cubicBezTo>
                  <a:cubicBezTo>
                    <a:pt x="1245" y="1661"/>
                    <a:pt x="1245" y="1661"/>
                    <a:pt x="1245" y="1661"/>
                  </a:cubicBezTo>
                  <a:cubicBezTo>
                    <a:pt x="1178" y="1661"/>
                    <a:pt x="1178" y="1661"/>
                    <a:pt x="1178" y="1661"/>
                  </a:cubicBezTo>
                  <a:lnTo>
                    <a:pt x="1178" y="1593"/>
                  </a:lnTo>
                  <a:close/>
                  <a:moveTo>
                    <a:pt x="1178" y="1662"/>
                  </a:moveTo>
                  <a:cubicBezTo>
                    <a:pt x="1245" y="1662"/>
                    <a:pt x="1245" y="1662"/>
                    <a:pt x="1245" y="1662"/>
                  </a:cubicBezTo>
                  <a:cubicBezTo>
                    <a:pt x="1245" y="1730"/>
                    <a:pt x="1245" y="1730"/>
                    <a:pt x="1245" y="1730"/>
                  </a:cubicBezTo>
                  <a:cubicBezTo>
                    <a:pt x="1178" y="1730"/>
                    <a:pt x="1178" y="1730"/>
                    <a:pt x="1178" y="1730"/>
                  </a:cubicBezTo>
                  <a:lnTo>
                    <a:pt x="1178" y="1662"/>
                  </a:lnTo>
                  <a:close/>
                  <a:moveTo>
                    <a:pt x="1109" y="70"/>
                  </a:moveTo>
                  <a:cubicBezTo>
                    <a:pt x="1176" y="70"/>
                    <a:pt x="1176" y="70"/>
                    <a:pt x="1176" y="70"/>
                  </a:cubicBezTo>
                  <a:cubicBezTo>
                    <a:pt x="1176" y="138"/>
                    <a:pt x="1176" y="138"/>
                    <a:pt x="1176" y="138"/>
                  </a:cubicBezTo>
                  <a:cubicBezTo>
                    <a:pt x="1109" y="138"/>
                    <a:pt x="1109" y="138"/>
                    <a:pt x="1109" y="138"/>
                  </a:cubicBezTo>
                  <a:lnTo>
                    <a:pt x="1109" y="70"/>
                  </a:lnTo>
                  <a:close/>
                  <a:moveTo>
                    <a:pt x="1109" y="139"/>
                  </a:moveTo>
                  <a:cubicBezTo>
                    <a:pt x="1176" y="139"/>
                    <a:pt x="1176" y="139"/>
                    <a:pt x="1176" y="139"/>
                  </a:cubicBezTo>
                  <a:cubicBezTo>
                    <a:pt x="1176" y="207"/>
                    <a:pt x="1176" y="207"/>
                    <a:pt x="1176" y="207"/>
                  </a:cubicBezTo>
                  <a:cubicBezTo>
                    <a:pt x="1109" y="207"/>
                    <a:pt x="1109" y="207"/>
                    <a:pt x="1109" y="207"/>
                  </a:cubicBezTo>
                  <a:lnTo>
                    <a:pt x="1109" y="139"/>
                  </a:lnTo>
                  <a:close/>
                  <a:moveTo>
                    <a:pt x="1109" y="209"/>
                  </a:moveTo>
                  <a:cubicBezTo>
                    <a:pt x="1176" y="209"/>
                    <a:pt x="1176" y="209"/>
                    <a:pt x="1176" y="209"/>
                  </a:cubicBezTo>
                  <a:cubicBezTo>
                    <a:pt x="1176" y="276"/>
                    <a:pt x="1176" y="276"/>
                    <a:pt x="1176" y="276"/>
                  </a:cubicBezTo>
                  <a:cubicBezTo>
                    <a:pt x="1109" y="276"/>
                    <a:pt x="1109" y="276"/>
                    <a:pt x="1109" y="276"/>
                  </a:cubicBezTo>
                  <a:lnTo>
                    <a:pt x="1109" y="209"/>
                  </a:lnTo>
                  <a:close/>
                  <a:moveTo>
                    <a:pt x="1109" y="278"/>
                  </a:moveTo>
                  <a:cubicBezTo>
                    <a:pt x="1176" y="278"/>
                    <a:pt x="1176" y="278"/>
                    <a:pt x="1176" y="278"/>
                  </a:cubicBezTo>
                  <a:cubicBezTo>
                    <a:pt x="1176" y="345"/>
                    <a:pt x="1176" y="345"/>
                    <a:pt x="1176" y="345"/>
                  </a:cubicBezTo>
                  <a:cubicBezTo>
                    <a:pt x="1109" y="345"/>
                    <a:pt x="1109" y="345"/>
                    <a:pt x="1109" y="345"/>
                  </a:cubicBezTo>
                  <a:lnTo>
                    <a:pt x="1109" y="278"/>
                  </a:lnTo>
                  <a:close/>
                  <a:moveTo>
                    <a:pt x="1109" y="347"/>
                  </a:moveTo>
                  <a:cubicBezTo>
                    <a:pt x="1176" y="347"/>
                    <a:pt x="1176" y="347"/>
                    <a:pt x="1176" y="347"/>
                  </a:cubicBezTo>
                  <a:cubicBezTo>
                    <a:pt x="1176" y="414"/>
                    <a:pt x="1176" y="414"/>
                    <a:pt x="1176" y="414"/>
                  </a:cubicBezTo>
                  <a:cubicBezTo>
                    <a:pt x="1109" y="414"/>
                    <a:pt x="1109" y="414"/>
                    <a:pt x="1109" y="414"/>
                  </a:cubicBezTo>
                  <a:lnTo>
                    <a:pt x="1109" y="347"/>
                  </a:lnTo>
                  <a:close/>
                  <a:moveTo>
                    <a:pt x="1109" y="416"/>
                  </a:moveTo>
                  <a:cubicBezTo>
                    <a:pt x="1176" y="416"/>
                    <a:pt x="1176" y="416"/>
                    <a:pt x="1176" y="416"/>
                  </a:cubicBezTo>
                  <a:cubicBezTo>
                    <a:pt x="1176" y="484"/>
                    <a:pt x="1176" y="484"/>
                    <a:pt x="1176" y="484"/>
                  </a:cubicBezTo>
                  <a:cubicBezTo>
                    <a:pt x="1109" y="484"/>
                    <a:pt x="1109" y="484"/>
                    <a:pt x="1109" y="484"/>
                  </a:cubicBezTo>
                  <a:lnTo>
                    <a:pt x="1109" y="416"/>
                  </a:lnTo>
                  <a:close/>
                  <a:moveTo>
                    <a:pt x="1109" y="486"/>
                  </a:moveTo>
                  <a:cubicBezTo>
                    <a:pt x="1176" y="486"/>
                    <a:pt x="1176" y="486"/>
                    <a:pt x="1176" y="486"/>
                  </a:cubicBezTo>
                  <a:cubicBezTo>
                    <a:pt x="1176" y="553"/>
                    <a:pt x="1176" y="553"/>
                    <a:pt x="1176" y="553"/>
                  </a:cubicBezTo>
                  <a:cubicBezTo>
                    <a:pt x="1109" y="553"/>
                    <a:pt x="1109" y="553"/>
                    <a:pt x="1109" y="553"/>
                  </a:cubicBezTo>
                  <a:lnTo>
                    <a:pt x="1109" y="486"/>
                  </a:lnTo>
                  <a:close/>
                  <a:moveTo>
                    <a:pt x="1109" y="555"/>
                  </a:moveTo>
                  <a:cubicBezTo>
                    <a:pt x="1176" y="555"/>
                    <a:pt x="1176" y="555"/>
                    <a:pt x="1176" y="555"/>
                  </a:cubicBezTo>
                  <a:cubicBezTo>
                    <a:pt x="1176" y="622"/>
                    <a:pt x="1176" y="622"/>
                    <a:pt x="1176" y="622"/>
                  </a:cubicBezTo>
                  <a:cubicBezTo>
                    <a:pt x="1109" y="622"/>
                    <a:pt x="1109" y="622"/>
                    <a:pt x="1109" y="622"/>
                  </a:cubicBezTo>
                  <a:lnTo>
                    <a:pt x="1109" y="555"/>
                  </a:lnTo>
                  <a:close/>
                  <a:moveTo>
                    <a:pt x="1109" y="624"/>
                  </a:moveTo>
                  <a:cubicBezTo>
                    <a:pt x="1176" y="624"/>
                    <a:pt x="1176" y="624"/>
                    <a:pt x="1176" y="624"/>
                  </a:cubicBezTo>
                  <a:cubicBezTo>
                    <a:pt x="1176" y="691"/>
                    <a:pt x="1176" y="691"/>
                    <a:pt x="1176" y="691"/>
                  </a:cubicBezTo>
                  <a:cubicBezTo>
                    <a:pt x="1109" y="691"/>
                    <a:pt x="1109" y="691"/>
                    <a:pt x="1109" y="691"/>
                  </a:cubicBezTo>
                  <a:lnTo>
                    <a:pt x="1109" y="624"/>
                  </a:lnTo>
                  <a:close/>
                  <a:moveTo>
                    <a:pt x="1109" y="693"/>
                  </a:moveTo>
                  <a:cubicBezTo>
                    <a:pt x="1176" y="693"/>
                    <a:pt x="1176" y="693"/>
                    <a:pt x="1176" y="693"/>
                  </a:cubicBezTo>
                  <a:cubicBezTo>
                    <a:pt x="1176" y="761"/>
                    <a:pt x="1176" y="761"/>
                    <a:pt x="1176" y="761"/>
                  </a:cubicBezTo>
                  <a:cubicBezTo>
                    <a:pt x="1109" y="761"/>
                    <a:pt x="1109" y="761"/>
                    <a:pt x="1109" y="761"/>
                  </a:cubicBezTo>
                  <a:lnTo>
                    <a:pt x="1109" y="693"/>
                  </a:lnTo>
                  <a:close/>
                  <a:moveTo>
                    <a:pt x="1109" y="762"/>
                  </a:moveTo>
                  <a:cubicBezTo>
                    <a:pt x="1176" y="762"/>
                    <a:pt x="1176" y="762"/>
                    <a:pt x="1176" y="762"/>
                  </a:cubicBezTo>
                  <a:cubicBezTo>
                    <a:pt x="1176" y="830"/>
                    <a:pt x="1176" y="830"/>
                    <a:pt x="1176" y="830"/>
                  </a:cubicBezTo>
                  <a:cubicBezTo>
                    <a:pt x="1109" y="830"/>
                    <a:pt x="1109" y="830"/>
                    <a:pt x="1109" y="830"/>
                  </a:cubicBezTo>
                  <a:lnTo>
                    <a:pt x="1109" y="762"/>
                  </a:lnTo>
                  <a:close/>
                  <a:moveTo>
                    <a:pt x="1109" y="832"/>
                  </a:moveTo>
                  <a:cubicBezTo>
                    <a:pt x="1176" y="832"/>
                    <a:pt x="1176" y="832"/>
                    <a:pt x="1176" y="832"/>
                  </a:cubicBezTo>
                  <a:cubicBezTo>
                    <a:pt x="1176" y="899"/>
                    <a:pt x="1176" y="899"/>
                    <a:pt x="1176" y="899"/>
                  </a:cubicBezTo>
                  <a:cubicBezTo>
                    <a:pt x="1109" y="899"/>
                    <a:pt x="1109" y="899"/>
                    <a:pt x="1109" y="899"/>
                  </a:cubicBezTo>
                  <a:lnTo>
                    <a:pt x="1109" y="832"/>
                  </a:lnTo>
                  <a:close/>
                  <a:moveTo>
                    <a:pt x="1109" y="901"/>
                  </a:moveTo>
                  <a:cubicBezTo>
                    <a:pt x="1176" y="901"/>
                    <a:pt x="1176" y="901"/>
                    <a:pt x="1176" y="901"/>
                  </a:cubicBezTo>
                  <a:cubicBezTo>
                    <a:pt x="1176" y="968"/>
                    <a:pt x="1176" y="968"/>
                    <a:pt x="1176" y="968"/>
                  </a:cubicBezTo>
                  <a:cubicBezTo>
                    <a:pt x="1109" y="968"/>
                    <a:pt x="1109" y="968"/>
                    <a:pt x="1109" y="968"/>
                  </a:cubicBezTo>
                  <a:lnTo>
                    <a:pt x="1109" y="901"/>
                  </a:lnTo>
                  <a:close/>
                  <a:moveTo>
                    <a:pt x="1109" y="970"/>
                  </a:moveTo>
                  <a:cubicBezTo>
                    <a:pt x="1176" y="970"/>
                    <a:pt x="1176" y="970"/>
                    <a:pt x="1176" y="970"/>
                  </a:cubicBezTo>
                  <a:cubicBezTo>
                    <a:pt x="1176" y="1038"/>
                    <a:pt x="1176" y="1038"/>
                    <a:pt x="1176" y="1038"/>
                  </a:cubicBezTo>
                  <a:cubicBezTo>
                    <a:pt x="1109" y="1038"/>
                    <a:pt x="1109" y="1038"/>
                    <a:pt x="1109" y="1038"/>
                  </a:cubicBezTo>
                  <a:lnTo>
                    <a:pt x="1109" y="970"/>
                  </a:lnTo>
                  <a:close/>
                  <a:moveTo>
                    <a:pt x="1109" y="1039"/>
                  </a:moveTo>
                  <a:cubicBezTo>
                    <a:pt x="1176" y="1039"/>
                    <a:pt x="1176" y="1039"/>
                    <a:pt x="1176" y="1039"/>
                  </a:cubicBezTo>
                  <a:cubicBezTo>
                    <a:pt x="1176" y="1107"/>
                    <a:pt x="1176" y="1107"/>
                    <a:pt x="1176" y="1107"/>
                  </a:cubicBezTo>
                  <a:cubicBezTo>
                    <a:pt x="1109" y="1107"/>
                    <a:pt x="1109" y="1107"/>
                    <a:pt x="1109" y="1107"/>
                  </a:cubicBezTo>
                  <a:lnTo>
                    <a:pt x="1109" y="1039"/>
                  </a:lnTo>
                  <a:close/>
                  <a:moveTo>
                    <a:pt x="1109" y="1109"/>
                  </a:moveTo>
                  <a:cubicBezTo>
                    <a:pt x="1176" y="1109"/>
                    <a:pt x="1176" y="1109"/>
                    <a:pt x="1176" y="1109"/>
                  </a:cubicBezTo>
                  <a:cubicBezTo>
                    <a:pt x="1176" y="1176"/>
                    <a:pt x="1176" y="1176"/>
                    <a:pt x="1176" y="1176"/>
                  </a:cubicBezTo>
                  <a:cubicBezTo>
                    <a:pt x="1109" y="1176"/>
                    <a:pt x="1109" y="1176"/>
                    <a:pt x="1109" y="1176"/>
                  </a:cubicBezTo>
                  <a:lnTo>
                    <a:pt x="1109" y="1109"/>
                  </a:lnTo>
                  <a:close/>
                  <a:moveTo>
                    <a:pt x="1109" y="1178"/>
                  </a:moveTo>
                  <a:cubicBezTo>
                    <a:pt x="1176" y="1178"/>
                    <a:pt x="1176" y="1178"/>
                    <a:pt x="1176" y="1178"/>
                  </a:cubicBezTo>
                  <a:cubicBezTo>
                    <a:pt x="1176" y="1245"/>
                    <a:pt x="1176" y="1245"/>
                    <a:pt x="1176" y="1245"/>
                  </a:cubicBezTo>
                  <a:cubicBezTo>
                    <a:pt x="1109" y="1245"/>
                    <a:pt x="1109" y="1245"/>
                    <a:pt x="1109" y="1245"/>
                  </a:cubicBezTo>
                  <a:lnTo>
                    <a:pt x="1109" y="1178"/>
                  </a:lnTo>
                  <a:close/>
                  <a:moveTo>
                    <a:pt x="1109" y="1247"/>
                  </a:moveTo>
                  <a:cubicBezTo>
                    <a:pt x="1176" y="1247"/>
                    <a:pt x="1176" y="1247"/>
                    <a:pt x="1176" y="1247"/>
                  </a:cubicBezTo>
                  <a:cubicBezTo>
                    <a:pt x="1176" y="1314"/>
                    <a:pt x="1176" y="1314"/>
                    <a:pt x="1176" y="1314"/>
                  </a:cubicBezTo>
                  <a:cubicBezTo>
                    <a:pt x="1109" y="1314"/>
                    <a:pt x="1109" y="1314"/>
                    <a:pt x="1109" y="1314"/>
                  </a:cubicBezTo>
                  <a:lnTo>
                    <a:pt x="1109" y="1247"/>
                  </a:lnTo>
                  <a:close/>
                  <a:moveTo>
                    <a:pt x="1109" y="1316"/>
                  </a:moveTo>
                  <a:cubicBezTo>
                    <a:pt x="1176" y="1316"/>
                    <a:pt x="1176" y="1316"/>
                    <a:pt x="1176" y="1316"/>
                  </a:cubicBezTo>
                  <a:cubicBezTo>
                    <a:pt x="1176" y="1384"/>
                    <a:pt x="1176" y="1384"/>
                    <a:pt x="1176" y="1384"/>
                  </a:cubicBezTo>
                  <a:cubicBezTo>
                    <a:pt x="1109" y="1384"/>
                    <a:pt x="1109" y="1384"/>
                    <a:pt x="1109" y="1384"/>
                  </a:cubicBezTo>
                  <a:lnTo>
                    <a:pt x="1109" y="1316"/>
                  </a:lnTo>
                  <a:close/>
                  <a:moveTo>
                    <a:pt x="1109" y="1386"/>
                  </a:moveTo>
                  <a:cubicBezTo>
                    <a:pt x="1176" y="1386"/>
                    <a:pt x="1176" y="1386"/>
                    <a:pt x="1176" y="1386"/>
                  </a:cubicBezTo>
                  <a:cubicBezTo>
                    <a:pt x="1176" y="1453"/>
                    <a:pt x="1176" y="1453"/>
                    <a:pt x="1176" y="1453"/>
                  </a:cubicBezTo>
                  <a:cubicBezTo>
                    <a:pt x="1109" y="1453"/>
                    <a:pt x="1109" y="1453"/>
                    <a:pt x="1109" y="1453"/>
                  </a:cubicBezTo>
                  <a:lnTo>
                    <a:pt x="1109" y="1386"/>
                  </a:lnTo>
                  <a:close/>
                  <a:moveTo>
                    <a:pt x="1109" y="1455"/>
                  </a:moveTo>
                  <a:cubicBezTo>
                    <a:pt x="1176" y="1455"/>
                    <a:pt x="1176" y="1455"/>
                    <a:pt x="1176" y="1455"/>
                  </a:cubicBezTo>
                  <a:cubicBezTo>
                    <a:pt x="1176" y="1522"/>
                    <a:pt x="1176" y="1522"/>
                    <a:pt x="1176" y="1522"/>
                  </a:cubicBezTo>
                  <a:cubicBezTo>
                    <a:pt x="1109" y="1522"/>
                    <a:pt x="1109" y="1522"/>
                    <a:pt x="1109" y="1522"/>
                  </a:cubicBezTo>
                  <a:lnTo>
                    <a:pt x="1109" y="1455"/>
                  </a:lnTo>
                  <a:close/>
                  <a:moveTo>
                    <a:pt x="1109" y="1524"/>
                  </a:moveTo>
                  <a:cubicBezTo>
                    <a:pt x="1176" y="1524"/>
                    <a:pt x="1176" y="1524"/>
                    <a:pt x="1176" y="1524"/>
                  </a:cubicBezTo>
                  <a:cubicBezTo>
                    <a:pt x="1176" y="1591"/>
                    <a:pt x="1176" y="1591"/>
                    <a:pt x="1176" y="1591"/>
                  </a:cubicBezTo>
                  <a:cubicBezTo>
                    <a:pt x="1109" y="1591"/>
                    <a:pt x="1109" y="1591"/>
                    <a:pt x="1109" y="1591"/>
                  </a:cubicBezTo>
                  <a:lnTo>
                    <a:pt x="1109" y="1524"/>
                  </a:lnTo>
                  <a:close/>
                  <a:moveTo>
                    <a:pt x="1109" y="1593"/>
                  </a:moveTo>
                  <a:cubicBezTo>
                    <a:pt x="1176" y="1593"/>
                    <a:pt x="1176" y="1593"/>
                    <a:pt x="1176" y="1593"/>
                  </a:cubicBezTo>
                  <a:cubicBezTo>
                    <a:pt x="1176" y="1661"/>
                    <a:pt x="1176" y="1661"/>
                    <a:pt x="1176" y="1661"/>
                  </a:cubicBezTo>
                  <a:cubicBezTo>
                    <a:pt x="1109" y="1661"/>
                    <a:pt x="1109" y="1661"/>
                    <a:pt x="1109" y="1661"/>
                  </a:cubicBezTo>
                  <a:lnTo>
                    <a:pt x="1109" y="1593"/>
                  </a:lnTo>
                  <a:close/>
                  <a:moveTo>
                    <a:pt x="1109" y="1662"/>
                  </a:moveTo>
                  <a:cubicBezTo>
                    <a:pt x="1176" y="1662"/>
                    <a:pt x="1176" y="1662"/>
                    <a:pt x="1176" y="1662"/>
                  </a:cubicBezTo>
                  <a:cubicBezTo>
                    <a:pt x="1176" y="1730"/>
                    <a:pt x="1176" y="1730"/>
                    <a:pt x="1176" y="1730"/>
                  </a:cubicBezTo>
                  <a:cubicBezTo>
                    <a:pt x="1109" y="1730"/>
                    <a:pt x="1109" y="1730"/>
                    <a:pt x="1109" y="1730"/>
                  </a:cubicBezTo>
                  <a:lnTo>
                    <a:pt x="1109" y="1662"/>
                  </a:lnTo>
                  <a:close/>
                  <a:moveTo>
                    <a:pt x="1039" y="70"/>
                  </a:moveTo>
                  <a:cubicBezTo>
                    <a:pt x="1107" y="70"/>
                    <a:pt x="1107" y="70"/>
                    <a:pt x="1107" y="70"/>
                  </a:cubicBezTo>
                  <a:cubicBezTo>
                    <a:pt x="1107" y="138"/>
                    <a:pt x="1107" y="138"/>
                    <a:pt x="1107" y="138"/>
                  </a:cubicBezTo>
                  <a:cubicBezTo>
                    <a:pt x="1039" y="138"/>
                    <a:pt x="1039" y="138"/>
                    <a:pt x="1039" y="138"/>
                  </a:cubicBezTo>
                  <a:lnTo>
                    <a:pt x="1039" y="70"/>
                  </a:lnTo>
                  <a:close/>
                  <a:moveTo>
                    <a:pt x="1039" y="139"/>
                  </a:moveTo>
                  <a:cubicBezTo>
                    <a:pt x="1107" y="139"/>
                    <a:pt x="1107" y="139"/>
                    <a:pt x="1107" y="139"/>
                  </a:cubicBezTo>
                  <a:cubicBezTo>
                    <a:pt x="1107" y="207"/>
                    <a:pt x="1107" y="207"/>
                    <a:pt x="1107" y="207"/>
                  </a:cubicBezTo>
                  <a:cubicBezTo>
                    <a:pt x="1039" y="207"/>
                    <a:pt x="1039" y="207"/>
                    <a:pt x="1039" y="207"/>
                  </a:cubicBezTo>
                  <a:lnTo>
                    <a:pt x="1039" y="139"/>
                  </a:lnTo>
                  <a:close/>
                  <a:moveTo>
                    <a:pt x="1039" y="209"/>
                  </a:moveTo>
                  <a:cubicBezTo>
                    <a:pt x="1107" y="209"/>
                    <a:pt x="1107" y="209"/>
                    <a:pt x="1107" y="209"/>
                  </a:cubicBezTo>
                  <a:cubicBezTo>
                    <a:pt x="1107" y="276"/>
                    <a:pt x="1107" y="276"/>
                    <a:pt x="1107" y="276"/>
                  </a:cubicBezTo>
                  <a:cubicBezTo>
                    <a:pt x="1039" y="276"/>
                    <a:pt x="1039" y="276"/>
                    <a:pt x="1039" y="276"/>
                  </a:cubicBezTo>
                  <a:lnTo>
                    <a:pt x="1039" y="209"/>
                  </a:lnTo>
                  <a:close/>
                  <a:moveTo>
                    <a:pt x="1039" y="278"/>
                  </a:moveTo>
                  <a:cubicBezTo>
                    <a:pt x="1107" y="278"/>
                    <a:pt x="1107" y="278"/>
                    <a:pt x="1107" y="278"/>
                  </a:cubicBezTo>
                  <a:cubicBezTo>
                    <a:pt x="1107" y="345"/>
                    <a:pt x="1107" y="345"/>
                    <a:pt x="1107" y="345"/>
                  </a:cubicBezTo>
                  <a:cubicBezTo>
                    <a:pt x="1039" y="345"/>
                    <a:pt x="1039" y="345"/>
                    <a:pt x="1039" y="345"/>
                  </a:cubicBezTo>
                  <a:lnTo>
                    <a:pt x="1039" y="278"/>
                  </a:lnTo>
                  <a:close/>
                  <a:moveTo>
                    <a:pt x="1039" y="347"/>
                  </a:moveTo>
                  <a:cubicBezTo>
                    <a:pt x="1107" y="347"/>
                    <a:pt x="1107" y="347"/>
                    <a:pt x="1107" y="347"/>
                  </a:cubicBezTo>
                  <a:cubicBezTo>
                    <a:pt x="1107" y="414"/>
                    <a:pt x="1107" y="414"/>
                    <a:pt x="1107" y="414"/>
                  </a:cubicBezTo>
                  <a:cubicBezTo>
                    <a:pt x="1039" y="414"/>
                    <a:pt x="1039" y="414"/>
                    <a:pt x="1039" y="414"/>
                  </a:cubicBezTo>
                  <a:lnTo>
                    <a:pt x="1039" y="347"/>
                  </a:lnTo>
                  <a:close/>
                  <a:moveTo>
                    <a:pt x="1039" y="416"/>
                  </a:moveTo>
                  <a:cubicBezTo>
                    <a:pt x="1107" y="416"/>
                    <a:pt x="1107" y="416"/>
                    <a:pt x="1107" y="416"/>
                  </a:cubicBezTo>
                  <a:cubicBezTo>
                    <a:pt x="1107" y="484"/>
                    <a:pt x="1107" y="484"/>
                    <a:pt x="1107" y="484"/>
                  </a:cubicBezTo>
                  <a:cubicBezTo>
                    <a:pt x="1039" y="484"/>
                    <a:pt x="1039" y="484"/>
                    <a:pt x="1039" y="484"/>
                  </a:cubicBezTo>
                  <a:lnTo>
                    <a:pt x="1039" y="416"/>
                  </a:lnTo>
                  <a:close/>
                  <a:moveTo>
                    <a:pt x="1039" y="486"/>
                  </a:moveTo>
                  <a:cubicBezTo>
                    <a:pt x="1107" y="486"/>
                    <a:pt x="1107" y="486"/>
                    <a:pt x="1107" y="486"/>
                  </a:cubicBezTo>
                  <a:cubicBezTo>
                    <a:pt x="1107" y="553"/>
                    <a:pt x="1107" y="553"/>
                    <a:pt x="1107" y="553"/>
                  </a:cubicBezTo>
                  <a:cubicBezTo>
                    <a:pt x="1039" y="553"/>
                    <a:pt x="1039" y="553"/>
                    <a:pt x="1039" y="553"/>
                  </a:cubicBezTo>
                  <a:lnTo>
                    <a:pt x="1039" y="486"/>
                  </a:lnTo>
                  <a:close/>
                  <a:moveTo>
                    <a:pt x="1039" y="555"/>
                  </a:moveTo>
                  <a:cubicBezTo>
                    <a:pt x="1107" y="555"/>
                    <a:pt x="1107" y="555"/>
                    <a:pt x="1107" y="555"/>
                  </a:cubicBezTo>
                  <a:cubicBezTo>
                    <a:pt x="1107" y="622"/>
                    <a:pt x="1107" y="622"/>
                    <a:pt x="1107" y="622"/>
                  </a:cubicBezTo>
                  <a:cubicBezTo>
                    <a:pt x="1039" y="622"/>
                    <a:pt x="1039" y="622"/>
                    <a:pt x="1039" y="622"/>
                  </a:cubicBezTo>
                  <a:lnTo>
                    <a:pt x="1039" y="555"/>
                  </a:lnTo>
                  <a:close/>
                  <a:moveTo>
                    <a:pt x="1039" y="624"/>
                  </a:moveTo>
                  <a:cubicBezTo>
                    <a:pt x="1107" y="624"/>
                    <a:pt x="1107" y="624"/>
                    <a:pt x="1107" y="624"/>
                  </a:cubicBezTo>
                  <a:cubicBezTo>
                    <a:pt x="1107" y="691"/>
                    <a:pt x="1107" y="691"/>
                    <a:pt x="1107" y="691"/>
                  </a:cubicBezTo>
                  <a:cubicBezTo>
                    <a:pt x="1039" y="691"/>
                    <a:pt x="1039" y="691"/>
                    <a:pt x="1039" y="691"/>
                  </a:cubicBezTo>
                  <a:lnTo>
                    <a:pt x="1039" y="624"/>
                  </a:lnTo>
                  <a:close/>
                  <a:moveTo>
                    <a:pt x="1039" y="693"/>
                  </a:moveTo>
                  <a:cubicBezTo>
                    <a:pt x="1107" y="693"/>
                    <a:pt x="1107" y="693"/>
                    <a:pt x="1107" y="693"/>
                  </a:cubicBezTo>
                  <a:cubicBezTo>
                    <a:pt x="1107" y="761"/>
                    <a:pt x="1107" y="761"/>
                    <a:pt x="1107" y="761"/>
                  </a:cubicBezTo>
                  <a:cubicBezTo>
                    <a:pt x="1039" y="761"/>
                    <a:pt x="1039" y="761"/>
                    <a:pt x="1039" y="761"/>
                  </a:cubicBezTo>
                  <a:lnTo>
                    <a:pt x="1039" y="693"/>
                  </a:lnTo>
                  <a:close/>
                  <a:moveTo>
                    <a:pt x="1039" y="762"/>
                  </a:moveTo>
                  <a:cubicBezTo>
                    <a:pt x="1107" y="762"/>
                    <a:pt x="1107" y="762"/>
                    <a:pt x="1107" y="762"/>
                  </a:cubicBezTo>
                  <a:cubicBezTo>
                    <a:pt x="1107" y="830"/>
                    <a:pt x="1107" y="830"/>
                    <a:pt x="1107" y="830"/>
                  </a:cubicBezTo>
                  <a:cubicBezTo>
                    <a:pt x="1039" y="830"/>
                    <a:pt x="1039" y="830"/>
                    <a:pt x="1039" y="830"/>
                  </a:cubicBezTo>
                  <a:lnTo>
                    <a:pt x="1039" y="762"/>
                  </a:lnTo>
                  <a:close/>
                  <a:moveTo>
                    <a:pt x="1039" y="832"/>
                  </a:moveTo>
                  <a:cubicBezTo>
                    <a:pt x="1107" y="832"/>
                    <a:pt x="1107" y="832"/>
                    <a:pt x="1107" y="832"/>
                  </a:cubicBezTo>
                  <a:cubicBezTo>
                    <a:pt x="1107" y="899"/>
                    <a:pt x="1107" y="899"/>
                    <a:pt x="1107" y="899"/>
                  </a:cubicBezTo>
                  <a:cubicBezTo>
                    <a:pt x="1039" y="899"/>
                    <a:pt x="1039" y="899"/>
                    <a:pt x="1039" y="899"/>
                  </a:cubicBezTo>
                  <a:lnTo>
                    <a:pt x="1039" y="832"/>
                  </a:lnTo>
                  <a:close/>
                  <a:moveTo>
                    <a:pt x="1039" y="901"/>
                  </a:moveTo>
                  <a:cubicBezTo>
                    <a:pt x="1107" y="901"/>
                    <a:pt x="1107" y="901"/>
                    <a:pt x="1107" y="901"/>
                  </a:cubicBezTo>
                  <a:cubicBezTo>
                    <a:pt x="1107" y="968"/>
                    <a:pt x="1107" y="968"/>
                    <a:pt x="1107" y="968"/>
                  </a:cubicBezTo>
                  <a:cubicBezTo>
                    <a:pt x="1039" y="968"/>
                    <a:pt x="1039" y="968"/>
                    <a:pt x="1039" y="968"/>
                  </a:cubicBezTo>
                  <a:lnTo>
                    <a:pt x="1039" y="901"/>
                  </a:lnTo>
                  <a:close/>
                  <a:moveTo>
                    <a:pt x="1039" y="970"/>
                  </a:moveTo>
                  <a:cubicBezTo>
                    <a:pt x="1107" y="970"/>
                    <a:pt x="1107" y="970"/>
                    <a:pt x="1107" y="970"/>
                  </a:cubicBezTo>
                  <a:cubicBezTo>
                    <a:pt x="1107" y="1038"/>
                    <a:pt x="1107" y="1038"/>
                    <a:pt x="1107" y="1038"/>
                  </a:cubicBezTo>
                  <a:cubicBezTo>
                    <a:pt x="1039" y="1038"/>
                    <a:pt x="1039" y="1038"/>
                    <a:pt x="1039" y="1038"/>
                  </a:cubicBezTo>
                  <a:lnTo>
                    <a:pt x="1039" y="970"/>
                  </a:lnTo>
                  <a:close/>
                  <a:moveTo>
                    <a:pt x="1039" y="1039"/>
                  </a:moveTo>
                  <a:cubicBezTo>
                    <a:pt x="1107" y="1039"/>
                    <a:pt x="1107" y="1039"/>
                    <a:pt x="1107" y="1039"/>
                  </a:cubicBezTo>
                  <a:cubicBezTo>
                    <a:pt x="1107" y="1107"/>
                    <a:pt x="1107" y="1107"/>
                    <a:pt x="1107" y="1107"/>
                  </a:cubicBezTo>
                  <a:cubicBezTo>
                    <a:pt x="1039" y="1107"/>
                    <a:pt x="1039" y="1107"/>
                    <a:pt x="1039" y="1107"/>
                  </a:cubicBezTo>
                  <a:lnTo>
                    <a:pt x="1039" y="1039"/>
                  </a:lnTo>
                  <a:close/>
                  <a:moveTo>
                    <a:pt x="1039" y="1109"/>
                  </a:moveTo>
                  <a:cubicBezTo>
                    <a:pt x="1107" y="1109"/>
                    <a:pt x="1107" y="1109"/>
                    <a:pt x="1107" y="1109"/>
                  </a:cubicBezTo>
                  <a:cubicBezTo>
                    <a:pt x="1107" y="1176"/>
                    <a:pt x="1107" y="1176"/>
                    <a:pt x="1107" y="1176"/>
                  </a:cubicBezTo>
                  <a:cubicBezTo>
                    <a:pt x="1039" y="1176"/>
                    <a:pt x="1039" y="1176"/>
                    <a:pt x="1039" y="1176"/>
                  </a:cubicBezTo>
                  <a:lnTo>
                    <a:pt x="1039" y="1109"/>
                  </a:lnTo>
                  <a:close/>
                  <a:moveTo>
                    <a:pt x="1039" y="1178"/>
                  </a:moveTo>
                  <a:cubicBezTo>
                    <a:pt x="1107" y="1178"/>
                    <a:pt x="1107" y="1178"/>
                    <a:pt x="1107" y="1178"/>
                  </a:cubicBezTo>
                  <a:cubicBezTo>
                    <a:pt x="1107" y="1245"/>
                    <a:pt x="1107" y="1245"/>
                    <a:pt x="1107" y="1245"/>
                  </a:cubicBezTo>
                  <a:cubicBezTo>
                    <a:pt x="1039" y="1245"/>
                    <a:pt x="1039" y="1245"/>
                    <a:pt x="1039" y="1245"/>
                  </a:cubicBezTo>
                  <a:lnTo>
                    <a:pt x="1039" y="1178"/>
                  </a:lnTo>
                  <a:close/>
                  <a:moveTo>
                    <a:pt x="1039" y="1247"/>
                  </a:moveTo>
                  <a:cubicBezTo>
                    <a:pt x="1107" y="1247"/>
                    <a:pt x="1107" y="1247"/>
                    <a:pt x="1107" y="1247"/>
                  </a:cubicBezTo>
                  <a:cubicBezTo>
                    <a:pt x="1107" y="1314"/>
                    <a:pt x="1107" y="1314"/>
                    <a:pt x="1107" y="1314"/>
                  </a:cubicBezTo>
                  <a:cubicBezTo>
                    <a:pt x="1039" y="1314"/>
                    <a:pt x="1039" y="1314"/>
                    <a:pt x="1039" y="1314"/>
                  </a:cubicBezTo>
                  <a:lnTo>
                    <a:pt x="1039" y="1247"/>
                  </a:lnTo>
                  <a:close/>
                  <a:moveTo>
                    <a:pt x="1039" y="1316"/>
                  </a:moveTo>
                  <a:cubicBezTo>
                    <a:pt x="1107" y="1316"/>
                    <a:pt x="1107" y="1316"/>
                    <a:pt x="1107" y="1316"/>
                  </a:cubicBezTo>
                  <a:cubicBezTo>
                    <a:pt x="1107" y="1384"/>
                    <a:pt x="1107" y="1384"/>
                    <a:pt x="1107" y="1384"/>
                  </a:cubicBezTo>
                  <a:cubicBezTo>
                    <a:pt x="1039" y="1384"/>
                    <a:pt x="1039" y="1384"/>
                    <a:pt x="1039" y="1384"/>
                  </a:cubicBezTo>
                  <a:lnTo>
                    <a:pt x="1039" y="1316"/>
                  </a:lnTo>
                  <a:close/>
                  <a:moveTo>
                    <a:pt x="1039" y="1386"/>
                  </a:moveTo>
                  <a:cubicBezTo>
                    <a:pt x="1107" y="1386"/>
                    <a:pt x="1107" y="1386"/>
                    <a:pt x="1107" y="1386"/>
                  </a:cubicBezTo>
                  <a:cubicBezTo>
                    <a:pt x="1107" y="1453"/>
                    <a:pt x="1107" y="1453"/>
                    <a:pt x="1107" y="1453"/>
                  </a:cubicBezTo>
                  <a:cubicBezTo>
                    <a:pt x="1039" y="1453"/>
                    <a:pt x="1039" y="1453"/>
                    <a:pt x="1039" y="1453"/>
                  </a:cubicBezTo>
                  <a:lnTo>
                    <a:pt x="1039" y="1386"/>
                  </a:lnTo>
                  <a:close/>
                  <a:moveTo>
                    <a:pt x="1039" y="1455"/>
                  </a:moveTo>
                  <a:cubicBezTo>
                    <a:pt x="1107" y="1455"/>
                    <a:pt x="1107" y="1455"/>
                    <a:pt x="1107" y="1455"/>
                  </a:cubicBezTo>
                  <a:cubicBezTo>
                    <a:pt x="1107" y="1522"/>
                    <a:pt x="1107" y="1522"/>
                    <a:pt x="1107" y="1522"/>
                  </a:cubicBezTo>
                  <a:cubicBezTo>
                    <a:pt x="1039" y="1522"/>
                    <a:pt x="1039" y="1522"/>
                    <a:pt x="1039" y="1522"/>
                  </a:cubicBezTo>
                  <a:lnTo>
                    <a:pt x="1039" y="1455"/>
                  </a:lnTo>
                  <a:close/>
                  <a:moveTo>
                    <a:pt x="1039" y="1524"/>
                  </a:moveTo>
                  <a:cubicBezTo>
                    <a:pt x="1107" y="1524"/>
                    <a:pt x="1107" y="1524"/>
                    <a:pt x="1107" y="1524"/>
                  </a:cubicBezTo>
                  <a:cubicBezTo>
                    <a:pt x="1107" y="1591"/>
                    <a:pt x="1107" y="1591"/>
                    <a:pt x="1107" y="1591"/>
                  </a:cubicBezTo>
                  <a:cubicBezTo>
                    <a:pt x="1039" y="1591"/>
                    <a:pt x="1039" y="1591"/>
                    <a:pt x="1039" y="1591"/>
                  </a:cubicBezTo>
                  <a:lnTo>
                    <a:pt x="1039" y="1524"/>
                  </a:lnTo>
                  <a:close/>
                  <a:moveTo>
                    <a:pt x="1039" y="1593"/>
                  </a:moveTo>
                  <a:cubicBezTo>
                    <a:pt x="1107" y="1593"/>
                    <a:pt x="1107" y="1593"/>
                    <a:pt x="1107" y="1593"/>
                  </a:cubicBezTo>
                  <a:cubicBezTo>
                    <a:pt x="1107" y="1661"/>
                    <a:pt x="1107" y="1661"/>
                    <a:pt x="1107" y="1661"/>
                  </a:cubicBezTo>
                  <a:cubicBezTo>
                    <a:pt x="1039" y="1661"/>
                    <a:pt x="1039" y="1661"/>
                    <a:pt x="1039" y="1661"/>
                  </a:cubicBezTo>
                  <a:lnTo>
                    <a:pt x="1039" y="1593"/>
                  </a:lnTo>
                  <a:close/>
                  <a:moveTo>
                    <a:pt x="1039" y="1662"/>
                  </a:moveTo>
                  <a:cubicBezTo>
                    <a:pt x="1107" y="1662"/>
                    <a:pt x="1107" y="1662"/>
                    <a:pt x="1107" y="1662"/>
                  </a:cubicBezTo>
                  <a:cubicBezTo>
                    <a:pt x="1107" y="1730"/>
                    <a:pt x="1107" y="1730"/>
                    <a:pt x="1107" y="1730"/>
                  </a:cubicBezTo>
                  <a:cubicBezTo>
                    <a:pt x="1039" y="1730"/>
                    <a:pt x="1039" y="1730"/>
                    <a:pt x="1039" y="1730"/>
                  </a:cubicBezTo>
                  <a:lnTo>
                    <a:pt x="1039" y="1662"/>
                  </a:lnTo>
                  <a:close/>
                  <a:moveTo>
                    <a:pt x="970" y="70"/>
                  </a:moveTo>
                  <a:cubicBezTo>
                    <a:pt x="1038" y="70"/>
                    <a:pt x="1038" y="70"/>
                    <a:pt x="1038" y="70"/>
                  </a:cubicBezTo>
                  <a:cubicBezTo>
                    <a:pt x="1038" y="138"/>
                    <a:pt x="1038" y="138"/>
                    <a:pt x="1038" y="138"/>
                  </a:cubicBezTo>
                  <a:cubicBezTo>
                    <a:pt x="970" y="138"/>
                    <a:pt x="970" y="138"/>
                    <a:pt x="970" y="138"/>
                  </a:cubicBezTo>
                  <a:lnTo>
                    <a:pt x="970" y="70"/>
                  </a:lnTo>
                  <a:close/>
                  <a:moveTo>
                    <a:pt x="970" y="139"/>
                  </a:moveTo>
                  <a:cubicBezTo>
                    <a:pt x="1038" y="139"/>
                    <a:pt x="1038" y="139"/>
                    <a:pt x="1038" y="139"/>
                  </a:cubicBezTo>
                  <a:cubicBezTo>
                    <a:pt x="1038" y="207"/>
                    <a:pt x="1038" y="207"/>
                    <a:pt x="1038" y="207"/>
                  </a:cubicBezTo>
                  <a:cubicBezTo>
                    <a:pt x="970" y="207"/>
                    <a:pt x="970" y="207"/>
                    <a:pt x="970" y="207"/>
                  </a:cubicBezTo>
                  <a:lnTo>
                    <a:pt x="970" y="139"/>
                  </a:lnTo>
                  <a:close/>
                  <a:moveTo>
                    <a:pt x="970" y="209"/>
                  </a:moveTo>
                  <a:cubicBezTo>
                    <a:pt x="1038" y="209"/>
                    <a:pt x="1038" y="209"/>
                    <a:pt x="1038" y="209"/>
                  </a:cubicBezTo>
                  <a:cubicBezTo>
                    <a:pt x="1038" y="276"/>
                    <a:pt x="1038" y="276"/>
                    <a:pt x="1038" y="276"/>
                  </a:cubicBezTo>
                  <a:cubicBezTo>
                    <a:pt x="970" y="276"/>
                    <a:pt x="970" y="276"/>
                    <a:pt x="970" y="276"/>
                  </a:cubicBezTo>
                  <a:lnTo>
                    <a:pt x="970" y="209"/>
                  </a:lnTo>
                  <a:close/>
                  <a:moveTo>
                    <a:pt x="970" y="278"/>
                  </a:moveTo>
                  <a:cubicBezTo>
                    <a:pt x="1038" y="278"/>
                    <a:pt x="1038" y="278"/>
                    <a:pt x="1038" y="278"/>
                  </a:cubicBezTo>
                  <a:cubicBezTo>
                    <a:pt x="1038" y="345"/>
                    <a:pt x="1038" y="345"/>
                    <a:pt x="1038" y="345"/>
                  </a:cubicBezTo>
                  <a:cubicBezTo>
                    <a:pt x="970" y="345"/>
                    <a:pt x="970" y="345"/>
                    <a:pt x="970" y="345"/>
                  </a:cubicBezTo>
                  <a:lnTo>
                    <a:pt x="970" y="278"/>
                  </a:lnTo>
                  <a:close/>
                  <a:moveTo>
                    <a:pt x="970" y="347"/>
                  </a:moveTo>
                  <a:cubicBezTo>
                    <a:pt x="1038" y="347"/>
                    <a:pt x="1038" y="347"/>
                    <a:pt x="1038" y="347"/>
                  </a:cubicBezTo>
                  <a:cubicBezTo>
                    <a:pt x="1038" y="414"/>
                    <a:pt x="1038" y="414"/>
                    <a:pt x="1038" y="414"/>
                  </a:cubicBezTo>
                  <a:cubicBezTo>
                    <a:pt x="970" y="414"/>
                    <a:pt x="970" y="414"/>
                    <a:pt x="970" y="414"/>
                  </a:cubicBezTo>
                  <a:lnTo>
                    <a:pt x="970" y="347"/>
                  </a:lnTo>
                  <a:close/>
                  <a:moveTo>
                    <a:pt x="970" y="416"/>
                  </a:moveTo>
                  <a:cubicBezTo>
                    <a:pt x="1038" y="416"/>
                    <a:pt x="1038" y="416"/>
                    <a:pt x="1038" y="416"/>
                  </a:cubicBezTo>
                  <a:cubicBezTo>
                    <a:pt x="1038" y="484"/>
                    <a:pt x="1038" y="484"/>
                    <a:pt x="1038" y="484"/>
                  </a:cubicBezTo>
                  <a:cubicBezTo>
                    <a:pt x="970" y="484"/>
                    <a:pt x="970" y="484"/>
                    <a:pt x="970" y="484"/>
                  </a:cubicBezTo>
                  <a:lnTo>
                    <a:pt x="970" y="416"/>
                  </a:lnTo>
                  <a:close/>
                  <a:moveTo>
                    <a:pt x="970" y="486"/>
                  </a:moveTo>
                  <a:cubicBezTo>
                    <a:pt x="1038" y="486"/>
                    <a:pt x="1038" y="486"/>
                    <a:pt x="1038" y="486"/>
                  </a:cubicBezTo>
                  <a:cubicBezTo>
                    <a:pt x="1038" y="553"/>
                    <a:pt x="1038" y="553"/>
                    <a:pt x="1038" y="553"/>
                  </a:cubicBezTo>
                  <a:cubicBezTo>
                    <a:pt x="970" y="553"/>
                    <a:pt x="970" y="553"/>
                    <a:pt x="970" y="553"/>
                  </a:cubicBezTo>
                  <a:lnTo>
                    <a:pt x="970" y="486"/>
                  </a:lnTo>
                  <a:close/>
                  <a:moveTo>
                    <a:pt x="970" y="555"/>
                  </a:moveTo>
                  <a:cubicBezTo>
                    <a:pt x="1038" y="555"/>
                    <a:pt x="1038" y="555"/>
                    <a:pt x="1038" y="555"/>
                  </a:cubicBezTo>
                  <a:cubicBezTo>
                    <a:pt x="1038" y="622"/>
                    <a:pt x="1038" y="622"/>
                    <a:pt x="1038" y="622"/>
                  </a:cubicBezTo>
                  <a:cubicBezTo>
                    <a:pt x="970" y="622"/>
                    <a:pt x="970" y="622"/>
                    <a:pt x="970" y="622"/>
                  </a:cubicBezTo>
                  <a:lnTo>
                    <a:pt x="970" y="555"/>
                  </a:lnTo>
                  <a:close/>
                  <a:moveTo>
                    <a:pt x="970" y="624"/>
                  </a:moveTo>
                  <a:cubicBezTo>
                    <a:pt x="1038" y="624"/>
                    <a:pt x="1038" y="624"/>
                    <a:pt x="1038" y="624"/>
                  </a:cubicBezTo>
                  <a:cubicBezTo>
                    <a:pt x="1038" y="691"/>
                    <a:pt x="1038" y="691"/>
                    <a:pt x="1038" y="691"/>
                  </a:cubicBezTo>
                  <a:cubicBezTo>
                    <a:pt x="970" y="691"/>
                    <a:pt x="970" y="691"/>
                    <a:pt x="970" y="691"/>
                  </a:cubicBezTo>
                  <a:lnTo>
                    <a:pt x="970" y="624"/>
                  </a:lnTo>
                  <a:close/>
                  <a:moveTo>
                    <a:pt x="970" y="693"/>
                  </a:moveTo>
                  <a:cubicBezTo>
                    <a:pt x="1038" y="693"/>
                    <a:pt x="1038" y="693"/>
                    <a:pt x="1038" y="693"/>
                  </a:cubicBezTo>
                  <a:cubicBezTo>
                    <a:pt x="1038" y="761"/>
                    <a:pt x="1038" y="761"/>
                    <a:pt x="1038" y="761"/>
                  </a:cubicBezTo>
                  <a:cubicBezTo>
                    <a:pt x="970" y="761"/>
                    <a:pt x="970" y="761"/>
                    <a:pt x="970" y="761"/>
                  </a:cubicBezTo>
                  <a:lnTo>
                    <a:pt x="970" y="693"/>
                  </a:lnTo>
                  <a:close/>
                  <a:moveTo>
                    <a:pt x="970" y="762"/>
                  </a:moveTo>
                  <a:cubicBezTo>
                    <a:pt x="1038" y="762"/>
                    <a:pt x="1038" y="762"/>
                    <a:pt x="1038" y="762"/>
                  </a:cubicBezTo>
                  <a:cubicBezTo>
                    <a:pt x="1038" y="830"/>
                    <a:pt x="1038" y="830"/>
                    <a:pt x="1038" y="830"/>
                  </a:cubicBezTo>
                  <a:cubicBezTo>
                    <a:pt x="970" y="830"/>
                    <a:pt x="970" y="830"/>
                    <a:pt x="970" y="830"/>
                  </a:cubicBezTo>
                  <a:lnTo>
                    <a:pt x="970" y="762"/>
                  </a:lnTo>
                  <a:close/>
                  <a:moveTo>
                    <a:pt x="970" y="832"/>
                  </a:moveTo>
                  <a:cubicBezTo>
                    <a:pt x="1038" y="832"/>
                    <a:pt x="1038" y="832"/>
                    <a:pt x="1038" y="832"/>
                  </a:cubicBezTo>
                  <a:cubicBezTo>
                    <a:pt x="1038" y="899"/>
                    <a:pt x="1038" y="899"/>
                    <a:pt x="1038" y="899"/>
                  </a:cubicBezTo>
                  <a:cubicBezTo>
                    <a:pt x="970" y="899"/>
                    <a:pt x="970" y="899"/>
                    <a:pt x="970" y="899"/>
                  </a:cubicBezTo>
                  <a:lnTo>
                    <a:pt x="970" y="832"/>
                  </a:lnTo>
                  <a:close/>
                  <a:moveTo>
                    <a:pt x="970" y="901"/>
                  </a:moveTo>
                  <a:cubicBezTo>
                    <a:pt x="1038" y="901"/>
                    <a:pt x="1038" y="901"/>
                    <a:pt x="1038" y="901"/>
                  </a:cubicBezTo>
                  <a:cubicBezTo>
                    <a:pt x="1038" y="968"/>
                    <a:pt x="1038" y="968"/>
                    <a:pt x="1038" y="968"/>
                  </a:cubicBezTo>
                  <a:cubicBezTo>
                    <a:pt x="970" y="968"/>
                    <a:pt x="970" y="968"/>
                    <a:pt x="970" y="968"/>
                  </a:cubicBezTo>
                  <a:lnTo>
                    <a:pt x="970" y="901"/>
                  </a:lnTo>
                  <a:close/>
                  <a:moveTo>
                    <a:pt x="970" y="970"/>
                  </a:moveTo>
                  <a:cubicBezTo>
                    <a:pt x="1038" y="970"/>
                    <a:pt x="1038" y="970"/>
                    <a:pt x="1038" y="970"/>
                  </a:cubicBezTo>
                  <a:cubicBezTo>
                    <a:pt x="1038" y="1038"/>
                    <a:pt x="1038" y="1038"/>
                    <a:pt x="1038" y="1038"/>
                  </a:cubicBezTo>
                  <a:cubicBezTo>
                    <a:pt x="970" y="1038"/>
                    <a:pt x="970" y="1038"/>
                    <a:pt x="970" y="1038"/>
                  </a:cubicBezTo>
                  <a:lnTo>
                    <a:pt x="970" y="970"/>
                  </a:lnTo>
                  <a:close/>
                  <a:moveTo>
                    <a:pt x="970" y="1039"/>
                  </a:moveTo>
                  <a:cubicBezTo>
                    <a:pt x="1038" y="1039"/>
                    <a:pt x="1038" y="1039"/>
                    <a:pt x="1038" y="1039"/>
                  </a:cubicBezTo>
                  <a:cubicBezTo>
                    <a:pt x="1038" y="1107"/>
                    <a:pt x="1038" y="1107"/>
                    <a:pt x="1038" y="1107"/>
                  </a:cubicBezTo>
                  <a:cubicBezTo>
                    <a:pt x="970" y="1107"/>
                    <a:pt x="970" y="1107"/>
                    <a:pt x="970" y="1107"/>
                  </a:cubicBezTo>
                  <a:lnTo>
                    <a:pt x="970" y="1039"/>
                  </a:lnTo>
                  <a:close/>
                  <a:moveTo>
                    <a:pt x="970" y="1109"/>
                  </a:moveTo>
                  <a:cubicBezTo>
                    <a:pt x="1038" y="1109"/>
                    <a:pt x="1038" y="1109"/>
                    <a:pt x="1038" y="1109"/>
                  </a:cubicBezTo>
                  <a:cubicBezTo>
                    <a:pt x="1038" y="1176"/>
                    <a:pt x="1038" y="1176"/>
                    <a:pt x="1038" y="1176"/>
                  </a:cubicBezTo>
                  <a:cubicBezTo>
                    <a:pt x="970" y="1176"/>
                    <a:pt x="970" y="1176"/>
                    <a:pt x="970" y="1176"/>
                  </a:cubicBezTo>
                  <a:lnTo>
                    <a:pt x="970" y="1109"/>
                  </a:lnTo>
                  <a:close/>
                  <a:moveTo>
                    <a:pt x="970" y="1178"/>
                  </a:moveTo>
                  <a:cubicBezTo>
                    <a:pt x="1038" y="1178"/>
                    <a:pt x="1038" y="1178"/>
                    <a:pt x="1038" y="1178"/>
                  </a:cubicBezTo>
                  <a:cubicBezTo>
                    <a:pt x="1038" y="1245"/>
                    <a:pt x="1038" y="1245"/>
                    <a:pt x="1038" y="1245"/>
                  </a:cubicBezTo>
                  <a:cubicBezTo>
                    <a:pt x="970" y="1245"/>
                    <a:pt x="970" y="1245"/>
                    <a:pt x="970" y="1245"/>
                  </a:cubicBezTo>
                  <a:lnTo>
                    <a:pt x="970" y="1178"/>
                  </a:lnTo>
                  <a:close/>
                  <a:moveTo>
                    <a:pt x="970" y="1247"/>
                  </a:moveTo>
                  <a:cubicBezTo>
                    <a:pt x="1038" y="1247"/>
                    <a:pt x="1038" y="1247"/>
                    <a:pt x="1038" y="1247"/>
                  </a:cubicBezTo>
                  <a:cubicBezTo>
                    <a:pt x="1038" y="1314"/>
                    <a:pt x="1038" y="1314"/>
                    <a:pt x="1038" y="1314"/>
                  </a:cubicBezTo>
                  <a:cubicBezTo>
                    <a:pt x="970" y="1314"/>
                    <a:pt x="970" y="1314"/>
                    <a:pt x="970" y="1314"/>
                  </a:cubicBezTo>
                  <a:lnTo>
                    <a:pt x="970" y="1247"/>
                  </a:lnTo>
                  <a:close/>
                  <a:moveTo>
                    <a:pt x="970" y="1316"/>
                  </a:moveTo>
                  <a:cubicBezTo>
                    <a:pt x="1038" y="1316"/>
                    <a:pt x="1038" y="1316"/>
                    <a:pt x="1038" y="1316"/>
                  </a:cubicBezTo>
                  <a:cubicBezTo>
                    <a:pt x="1038" y="1384"/>
                    <a:pt x="1038" y="1384"/>
                    <a:pt x="1038" y="1384"/>
                  </a:cubicBezTo>
                  <a:cubicBezTo>
                    <a:pt x="970" y="1384"/>
                    <a:pt x="970" y="1384"/>
                    <a:pt x="970" y="1384"/>
                  </a:cubicBezTo>
                  <a:lnTo>
                    <a:pt x="970" y="1316"/>
                  </a:lnTo>
                  <a:close/>
                  <a:moveTo>
                    <a:pt x="970" y="1386"/>
                  </a:moveTo>
                  <a:cubicBezTo>
                    <a:pt x="1038" y="1386"/>
                    <a:pt x="1038" y="1386"/>
                    <a:pt x="1038" y="1386"/>
                  </a:cubicBezTo>
                  <a:cubicBezTo>
                    <a:pt x="1038" y="1453"/>
                    <a:pt x="1038" y="1453"/>
                    <a:pt x="1038" y="1453"/>
                  </a:cubicBezTo>
                  <a:cubicBezTo>
                    <a:pt x="970" y="1453"/>
                    <a:pt x="970" y="1453"/>
                    <a:pt x="970" y="1453"/>
                  </a:cubicBezTo>
                  <a:lnTo>
                    <a:pt x="970" y="1386"/>
                  </a:lnTo>
                  <a:close/>
                  <a:moveTo>
                    <a:pt x="970" y="1455"/>
                  </a:moveTo>
                  <a:cubicBezTo>
                    <a:pt x="1038" y="1455"/>
                    <a:pt x="1038" y="1455"/>
                    <a:pt x="1038" y="1455"/>
                  </a:cubicBezTo>
                  <a:cubicBezTo>
                    <a:pt x="1038" y="1522"/>
                    <a:pt x="1038" y="1522"/>
                    <a:pt x="1038" y="1522"/>
                  </a:cubicBezTo>
                  <a:cubicBezTo>
                    <a:pt x="970" y="1522"/>
                    <a:pt x="970" y="1522"/>
                    <a:pt x="970" y="1522"/>
                  </a:cubicBezTo>
                  <a:lnTo>
                    <a:pt x="970" y="1455"/>
                  </a:lnTo>
                  <a:close/>
                  <a:moveTo>
                    <a:pt x="970" y="1524"/>
                  </a:moveTo>
                  <a:cubicBezTo>
                    <a:pt x="1038" y="1524"/>
                    <a:pt x="1038" y="1524"/>
                    <a:pt x="1038" y="1524"/>
                  </a:cubicBezTo>
                  <a:cubicBezTo>
                    <a:pt x="1038" y="1591"/>
                    <a:pt x="1038" y="1591"/>
                    <a:pt x="1038" y="1591"/>
                  </a:cubicBezTo>
                  <a:cubicBezTo>
                    <a:pt x="970" y="1591"/>
                    <a:pt x="970" y="1591"/>
                    <a:pt x="970" y="1591"/>
                  </a:cubicBezTo>
                  <a:lnTo>
                    <a:pt x="970" y="1524"/>
                  </a:lnTo>
                  <a:close/>
                  <a:moveTo>
                    <a:pt x="970" y="1593"/>
                  </a:moveTo>
                  <a:cubicBezTo>
                    <a:pt x="1038" y="1593"/>
                    <a:pt x="1038" y="1593"/>
                    <a:pt x="1038" y="1593"/>
                  </a:cubicBezTo>
                  <a:cubicBezTo>
                    <a:pt x="1038" y="1661"/>
                    <a:pt x="1038" y="1661"/>
                    <a:pt x="1038" y="1661"/>
                  </a:cubicBezTo>
                  <a:cubicBezTo>
                    <a:pt x="970" y="1661"/>
                    <a:pt x="970" y="1661"/>
                    <a:pt x="970" y="1661"/>
                  </a:cubicBezTo>
                  <a:lnTo>
                    <a:pt x="970" y="1593"/>
                  </a:lnTo>
                  <a:close/>
                  <a:moveTo>
                    <a:pt x="970" y="1662"/>
                  </a:moveTo>
                  <a:cubicBezTo>
                    <a:pt x="1038" y="1662"/>
                    <a:pt x="1038" y="1662"/>
                    <a:pt x="1038" y="1662"/>
                  </a:cubicBezTo>
                  <a:cubicBezTo>
                    <a:pt x="1038" y="1730"/>
                    <a:pt x="1038" y="1730"/>
                    <a:pt x="1038" y="1730"/>
                  </a:cubicBezTo>
                  <a:cubicBezTo>
                    <a:pt x="970" y="1730"/>
                    <a:pt x="970" y="1730"/>
                    <a:pt x="970" y="1730"/>
                  </a:cubicBezTo>
                  <a:lnTo>
                    <a:pt x="970" y="1662"/>
                  </a:lnTo>
                  <a:close/>
                  <a:moveTo>
                    <a:pt x="901" y="70"/>
                  </a:moveTo>
                  <a:cubicBezTo>
                    <a:pt x="968" y="70"/>
                    <a:pt x="968" y="70"/>
                    <a:pt x="968" y="70"/>
                  </a:cubicBezTo>
                  <a:cubicBezTo>
                    <a:pt x="968" y="138"/>
                    <a:pt x="968" y="138"/>
                    <a:pt x="968" y="138"/>
                  </a:cubicBezTo>
                  <a:cubicBezTo>
                    <a:pt x="901" y="138"/>
                    <a:pt x="901" y="138"/>
                    <a:pt x="901" y="138"/>
                  </a:cubicBezTo>
                  <a:lnTo>
                    <a:pt x="901" y="70"/>
                  </a:lnTo>
                  <a:close/>
                  <a:moveTo>
                    <a:pt x="901" y="139"/>
                  </a:moveTo>
                  <a:cubicBezTo>
                    <a:pt x="968" y="139"/>
                    <a:pt x="968" y="139"/>
                    <a:pt x="968" y="139"/>
                  </a:cubicBezTo>
                  <a:cubicBezTo>
                    <a:pt x="968" y="207"/>
                    <a:pt x="968" y="207"/>
                    <a:pt x="968" y="207"/>
                  </a:cubicBezTo>
                  <a:cubicBezTo>
                    <a:pt x="901" y="207"/>
                    <a:pt x="901" y="207"/>
                    <a:pt x="901" y="207"/>
                  </a:cubicBezTo>
                  <a:lnTo>
                    <a:pt x="901" y="139"/>
                  </a:lnTo>
                  <a:close/>
                  <a:moveTo>
                    <a:pt x="901" y="209"/>
                  </a:moveTo>
                  <a:cubicBezTo>
                    <a:pt x="968" y="209"/>
                    <a:pt x="968" y="209"/>
                    <a:pt x="968" y="209"/>
                  </a:cubicBezTo>
                  <a:cubicBezTo>
                    <a:pt x="968" y="276"/>
                    <a:pt x="968" y="276"/>
                    <a:pt x="968" y="276"/>
                  </a:cubicBezTo>
                  <a:cubicBezTo>
                    <a:pt x="901" y="276"/>
                    <a:pt x="901" y="276"/>
                    <a:pt x="901" y="276"/>
                  </a:cubicBezTo>
                  <a:lnTo>
                    <a:pt x="901" y="209"/>
                  </a:lnTo>
                  <a:close/>
                  <a:moveTo>
                    <a:pt x="901" y="278"/>
                  </a:moveTo>
                  <a:cubicBezTo>
                    <a:pt x="968" y="278"/>
                    <a:pt x="968" y="278"/>
                    <a:pt x="968" y="278"/>
                  </a:cubicBezTo>
                  <a:cubicBezTo>
                    <a:pt x="968" y="345"/>
                    <a:pt x="968" y="345"/>
                    <a:pt x="968" y="345"/>
                  </a:cubicBezTo>
                  <a:cubicBezTo>
                    <a:pt x="901" y="345"/>
                    <a:pt x="901" y="345"/>
                    <a:pt x="901" y="345"/>
                  </a:cubicBezTo>
                  <a:lnTo>
                    <a:pt x="901" y="278"/>
                  </a:lnTo>
                  <a:close/>
                  <a:moveTo>
                    <a:pt x="901" y="347"/>
                  </a:moveTo>
                  <a:cubicBezTo>
                    <a:pt x="968" y="347"/>
                    <a:pt x="968" y="347"/>
                    <a:pt x="968" y="347"/>
                  </a:cubicBezTo>
                  <a:cubicBezTo>
                    <a:pt x="968" y="414"/>
                    <a:pt x="968" y="414"/>
                    <a:pt x="968" y="414"/>
                  </a:cubicBezTo>
                  <a:cubicBezTo>
                    <a:pt x="901" y="414"/>
                    <a:pt x="901" y="414"/>
                    <a:pt x="901" y="414"/>
                  </a:cubicBezTo>
                  <a:lnTo>
                    <a:pt x="901" y="347"/>
                  </a:lnTo>
                  <a:close/>
                  <a:moveTo>
                    <a:pt x="901" y="416"/>
                  </a:moveTo>
                  <a:cubicBezTo>
                    <a:pt x="968" y="416"/>
                    <a:pt x="968" y="416"/>
                    <a:pt x="968" y="416"/>
                  </a:cubicBezTo>
                  <a:cubicBezTo>
                    <a:pt x="968" y="484"/>
                    <a:pt x="968" y="484"/>
                    <a:pt x="968" y="484"/>
                  </a:cubicBezTo>
                  <a:cubicBezTo>
                    <a:pt x="901" y="484"/>
                    <a:pt x="901" y="484"/>
                    <a:pt x="901" y="484"/>
                  </a:cubicBezTo>
                  <a:lnTo>
                    <a:pt x="901" y="416"/>
                  </a:lnTo>
                  <a:close/>
                  <a:moveTo>
                    <a:pt x="901" y="486"/>
                  </a:moveTo>
                  <a:cubicBezTo>
                    <a:pt x="968" y="486"/>
                    <a:pt x="968" y="486"/>
                    <a:pt x="968" y="486"/>
                  </a:cubicBezTo>
                  <a:cubicBezTo>
                    <a:pt x="968" y="553"/>
                    <a:pt x="968" y="553"/>
                    <a:pt x="968" y="553"/>
                  </a:cubicBezTo>
                  <a:cubicBezTo>
                    <a:pt x="901" y="553"/>
                    <a:pt x="901" y="553"/>
                    <a:pt x="901" y="553"/>
                  </a:cubicBezTo>
                  <a:lnTo>
                    <a:pt x="901" y="486"/>
                  </a:lnTo>
                  <a:close/>
                  <a:moveTo>
                    <a:pt x="901" y="555"/>
                  </a:moveTo>
                  <a:cubicBezTo>
                    <a:pt x="968" y="555"/>
                    <a:pt x="968" y="555"/>
                    <a:pt x="968" y="555"/>
                  </a:cubicBezTo>
                  <a:cubicBezTo>
                    <a:pt x="968" y="622"/>
                    <a:pt x="968" y="622"/>
                    <a:pt x="968" y="622"/>
                  </a:cubicBezTo>
                  <a:cubicBezTo>
                    <a:pt x="901" y="622"/>
                    <a:pt x="901" y="622"/>
                    <a:pt x="901" y="622"/>
                  </a:cubicBezTo>
                  <a:lnTo>
                    <a:pt x="901" y="555"/>
                  </a:lnTo>
                  <a:close/>
                  <a:moveTo>
                    <a:pt x="901" y="624"/>
                  </a:moveTo>
                  <a:cubicBezTo>
                    <a:pt x="968" y="624"/>
                    <a:pt x="968" y="624"/>
                    <a:pt x="968" y="624"/>
                  </a:cubicBezTo>
                  <a:cubicBezTo>
                    <a:pt x="968" y="691"/>
                    <a:pt x="968" y="691"/>
                    <a:pt x="968" y="691"/>
                  </a:cubicBezTo>
                  <a:cubicBezTo>
                    <a:pt x="901" y="691"/>
                    <a:pt x="901" y="691"/>
                    <a:pt x="901" y="691"/>
                  </a:cubicBezTo>
                  <a:lnTo>
                    <a:pt x="901" y="624"/>
                  </a:lnTo>
                  <a:close/>
                  <a:moveTo>
                    <a:pt x="901" y="693"/>
                  </a:moveTo>
                  <a:cubicBezTo>
                    <a:pt x="968" y="693"/>
                    <a:pt x="968" y="693"/>
                    <a:pt x="968" y="693"/>
                  </a:cubicBezTo>
                  <a:cubicBezTo>
                    <a:pt x="968" y="761"/>
                    <a:pt x="968" y="761"/>
                    <a:pt x="968" y="761"/>
                  </a:cubicBezTo>
                  <a:cubicBezTo>
                    <a:pt x="901" y="761"/>
                    <a:pt x="901" y="761"/>
                    <a:pt x="901" y="761"/>
                  </a:cubicBezTo>
                  <a:lnTo>
                    <a:pt x="901" y="693"/>
                  </a:lnTo>
                  <a:close/>
                  <a:moveTo>
                    <a:pt x="901" y="762"/>
                  </a:moveTo>
                  <a:cubicBezTo>
                    <a:pt x="968" y="762"/>
                    <a:pt x="968" y="762"/>
                    <a:pt x="968" y="762"/>
                  </a:cubicBezTo>
                  <a:cubicBezTo>
                    <a:pt x="968" y="830"/>
                    <a:pt x="968" y="830"/>
                    <a:pt x="968" y="830"/>
                  </a:cubicBezTo>
                  <a:cubicBezTo>
                    <a:pt x="901" y="830"/>
                    <a:pt x="901" y="830"/>
                    <a:pt x="901" y="830"/>
                  </a:cubicBezTo>
                  <a:lnTo>
                    <a:pt x="901" y="762"/>
                  </a:lnTo>
                  <a:close/>
                  <a:moveTo>
                    <a:pt x="901" y="832"/>
                  </a:moveTo>
                  <a:cubicBezTo>
                    <a:pt x="968" y="832"/>
                    <a:pt x="968" y="832"/>
                    <a:pt x="968" y="832"/>
                  </a:cubicBezTo>
                  <a:cubicBezTo>
                    <a:pt x="968" y="899"/>
                    <a:pt x="968" y="899"/>
                    <a:pt x="968" y="899"/>
                  </a:cubicBezTo>
                  <a:cubicBezTo>
                    <a:pt x="901" y="899"/>
                    <a:pt x="901" y="899"/>
                    <a:pt x="901" y="899"/>
                  </a:cubicBezTo>
                  <a:lnTo>
                    <a:pt x="901" y="832"/>
                  </a:lnTo>
                  <a:close/>
                  <a:moveTo>
                    <a:pt x="901" y="901"/>
                  </a:moveTo>
                  <a:cubicBezTo>
                    <a:pt x="968" y="901"/>
                    <a:pt x="968" y="901"/>
                    <a:pt x="968" y="901"/>
                  </a:cubicBezTo>
                  <a:cubicBezTo>
                    <a:pt x="968" y="968"/>
                    <a:pt x="968" y="968"/>
                    <a:pt x="968" y="968"/>
                  </a:cubicBezTo>
                  <a:cubicBezTo>
                    <a:pt x="901" y="968"/>
                    <a:pt x="901" y="968"/>
                    <a:pt x="901" y="968"/>
                  </a:cubicBezTo>
                  <a:lnTo>
                    <a:pt x="901" y="901"/>
                  </a:lnTo>
                  <a:close/>
                  <a:moveTo>
                    <a:pt x="901" y="970"/>
                  </a:moveTo>
                  <a:cubicBezTo>
                    <a:pt x="968" y="970"/>
                    <a:pt x="968" y="970"/>
                    <a:pt x="968" y="970"/>
                  </a:cubicBezTo>
                  <a:cubicBezTo>
                    <a:pt x="968" y="1038"/>
                    <a:pt x="968" y="1038"/>
                    <a:pt x="968" y="1038"/>
                  </a:cubicBezTo>
                  <a:cubicBezTo>
                    <a:pt x="901" y="1038"/>
                    <a:pt x="901" y="1038"/>
                    <a:pt x="901" y="1038"/>
                  </a:cubicBezTo>
                  <a:lnTo>
                    <a:pt x="901" y="970"/>
                  </a:lnTo>
                  <a:close/>
                  <a:moveTo>
                    <a:pt x="901" y="1039"/>
                  </a:moveTo>
                  <a:cubicBezTo>
                    <a:pt x="968" y="1039"/>
                    <a:pt x="968" y="1039"/>
                    <a:pt x="968" y="1039"/>
                  </a:cubicBezTo>
                  <a:cubicBezTo>
                    <a:pt x="968" y="1107"/>
                    <a:pt x="968" y="1107"/>
                    <a:pt x="968" y="1107"/>
                  </a:cubicBezTo>
                  <a:cubicBezTo>
                    <a:pt x="901" y="1107"/>
                    <a:pt x="901" y="1107"/>
                    <a:pt x="901" y="1107"/>
                  </a:cubicBezTo>
                  <a:lnTo>
                    <a:pt x="901" y="1039"/>
                  </a:lnTo>
                  <a:close/>
                  <a:moveTo>
                    <a:pt x="901" y="1109"/>
                  </a:moveTo>
                  <a:cubicBezTo>
                    <a:pt x="968" y="1109"/>
                    <a:pt x="968" y="1109"/>
                    <a:pt x="968" y="1109"/>
                  </a:cubicBezTo>
                  <a:cubicBezTo>
                    <a:pt x="968" y="1176"/>
                    <a:pt x="968" y="1176"/>
                    <a:pt x="968" y="1176"/>
                  </a:cubicBezTo>
                  <a:cubicBezTo>
                    <a:pt x="901" y="1176"/>
                    <a:pt x="901" y="1176"/>
                    <a:pt x="901" y="1176"/>
                  </a:cubicBezTo>
                  <a:lnTo>
                    <a:pt x="901" y="1109"/>
                  </a:lnTo>
                  <a:close/>
                  <a:moveTo>
                    <a:pt x="901" y="1178"/>
                  </a:moveTo>
                  <a:cubicBezTo>
                    <a:pt x="968" y="1178"/>
                    <a:pt x="968" y="1178"/>
                    <a:pt x="968" y="1178"/>
                  </a:cubicBezTo>
                  <a:cubicBezTo>
                    <a:pt x="968" y="1245"/>
                    <a:pt x="968" y="1245"/>
                    <a:pt x="968" y="1245"/>
                  </a:cubicBezTo>
                  <a:cubicBezTo>
                    <a:pt x="901" y="1245"/>
                    <a:pt x="901" y="1245"/>
                    <a:pt x="901" y="1245"/>
                  </a:cubicBezTo>
                  <a:lnTo>
                    <a:pt x="901" y="1178"/>
                  </a:lnTo>
                  <a:close/>
                  <a:moveTo>
                    <a:pt x="901" y="1247"/>
                  </a:moveTo>
                  <a:cubicBezTo>
                    <a:pt x="968" y="1247"/>
                    <a:pt x="968" y="1247"/>
                    <a:pt x="968" y="1247"/>
                  </a:cubicBezTo>
                  <a:cubicBezTo>
                    <a:pt x="968" y="1314"/>
                    <a:pt x="968" y="1314"/>
                    <a:pt x="968" y="1314"/>
                  </a:cubicBezTo>
                  <a:cubicBezTo>
                    <a:pt x="901" y="1314"/>
                    <a:pt x="901" y="1314"/>
                    <a:pt x="901" y="1314"/>
                  </a:cubicBezTo>
                  <a:lnTo>
                    <a:pt x="901" y="1247"/>
                  </a:lnTo>
                  <a:close/>
                  <a:moveTo>
                    <a:pt x="901" y="1316"/>
                  </a:moveTo>
                  <a:cubicBezTo>
                    <a:pt x="968" y="1316"/>
                    <a:pt x="968" y="1316"/>
                    <a:pt x="968" y="1316"/>
                  </a:cubicBezTo>
                  <a:cubicBezTo>
                    <a:pt x="968" y="1384"/>
                    <a:pt x="968" y="1384"/>
                    <a:pt x="968" y="1384"/>
                  </a:cubicBezTo>
                  <a:cubicBezTo>
                    <a:pt x="901" y="1384"/>
                    <a:pt x="901" y="1384"/>
                    <a:pt x="901" y="1384"/>
                  </a:cubicBezTo>
                  <a:lnTo>
                    <a:pt x="901" y="1316"/>
                  </a:lnTo>
                  <a:close/>
                  <a:moveTo>
                    <a:pt x="901" y="1386"/>
                  </a:moveTo>
                  <a:cubicBezTo>
                    <a:pt x="968" y="1386"/>
                    <a:pt x="968" y="1386"/>
                    <a:pt x="968" y="1386"/>
                  </a:cubicBezTo>
                  <a:cubicBezTo>
                    <a:pt x="968" y="1453"/>
                    <a:pt x="968" y="1453"/>
                    <a:pt x="968" y="1453"/>
                  </a:cubicBezTo>
                  <a:cubicBezTo>
                    <a:pt x="901" y="1453"/>
                    <a:pt x="901" y="1453"/>
                    <a:pt x="901" y="1453"/>
                  </a:cubicBezTo>
                  <a:lnTo>
                    <a:pt x="901" y="1386"/>
                  </a:lnTo>
                  <a:close/>
                  <a:moveTo>
                    <a:pt x="901" y="1455"/>
                  </a:moveTo>
                  <a:cubicBezTo>
                    <a:pt x="968" y="1455"/>
                    <a:pt x="968" y="1455"/>
                    <a:pt x="968" y="1455"/>
                  </a:cubicBezTo>
                  <a:cubicBezTo>
                    <a:pt x="968" y="1522"/>
                    <a:pt x="968" y="1522"/>
                    <a:pt x="968" y="1522"/>
                  </a:cubicBezTo>
                  <a:cubicBezTo>
                    <a:pt x="901" y="1522"/>
                    <a:pt x="901" y="1522"/>
                    <a:pt x="901" y="1522"/>
                  </a:cubicBezTo>
                  <a:lnTo>
                    <a:pt x="901" y="1455"/>
                  </a:lnTo>
                  <a:close/>
                  <a:moveTo>
                    <a:pt x="901" y="1524"/>
                  </a:moveTo>
                  <a:cubicBezTo>
                    <a:pt x="968" y="1524"/>
                    <a:pt x="968" y="1524"/>
                    <a:pt x="968" y="1524"/>
                  </a:cubicBezTo>
                  <a:cubicBezTo>
                    <a:pt x="968" y="1591"/>
                    <a:pt x="968" y="1591"/>
                    <a:pt x="968" y="1591"/>
                  </a:cubicBezTo>
                  <a:cubicBezTo>
                    <a:pt x="901" y="1591"/>
                    <a:pt x="901" y="1591"/>
                    <a:pt x="901" y="1591"/>
                  </a:cubicBezTo>
                  <a:lnTo>
                    <a:pt x="901" y="1524"/>
                  </a:lnTo>
                  <a:close/>
                  <a:moveTo>
                    <a:pt x="901" y="1593"/>
                  </a:moveTo>
                  <a:cubicBezTo>
                    <a:pt x="968" y="1593"/>
                    <a:pt x="968" y="1593"/>
                    <a:pt x="968" y="1593"/>
                  </a:cubicBezTo>
                  <a:cubicBezTo>
                    <a:pt x="968" y="1661"/>
                    <a:pt x="968" y="1661"/>
                    <a:pt x="968" y="1661"/>
                  </a:cubicBezTo>
                  <a:cubicBezTo>
                    <a:pt x="901" y="1661"/>
                    <a:pt x="901" y="1661"/>
                    <a:pt x="901" y="1661"/>
                  </a:cubicBezTo>
                  <a:lnTo>
                    <a:pt x="901" y="1593"/>
                  </a:lnTo>
                  <a:close/>
                  <a:moveTo>
                    <a:pt x="901" y="1662"/>
                  </a:moveTo>
                  <a:cubicBezTo>
                    <a:pt x="968" y="1662"/>
                    <a:pt x="968" y="1662"/>
                    <a:pt x="968" y="1662"/>
                  </a:cubicBezTo>
                  <a:cubicBezTo>
                    <a:pt x="968" y="1730"/>
                    <a:pt x="968" y="1730"/>
                    <a:pt x="968" y="1730"/>
                  </a:cubicBezTo>
                  <a:cubicBezTo>
                    <a:pt x="901" y="1730"/>
                    <a:pt x="901" y="1730"/>
                    <a:pt x="901" y="1730"/>
                  </a:cubicBezTo>
                  <a:lnTo>
                    <a:pt x="901" y="1662"/>
                  </a:lnTo>
                  <a:close/>
                  <a:moveTo>
                    <a:pt x="832" y="70"/>
                  </a:moveTo>
                  <a:cubicBezTo>
                    <a:pt x="899" y="70"/>
                    <a:pt x="899" y="70"/>
                    <a:pt x="899" y="70"/>
                  </a:cubicBezTo>
                  <a:cubicBezTo>
                    <a:pt x="899" y="138"/>
                    <a:pt x="899" y="138"/>
                    <a:pt x="899" y="138"/>
                  </a:cubicBezTo>
                  <a:cubicBezTo>
                    <a:pt x="832" y="138"/>
                    <a:pt x="832" y="138"/>
                    <a:pt x="832" y="138"/>
                  </a:cubicBezTo>
                  <a:lnTo>
                    <a:pt x="832" y="70"/>
                  </a:lnTo>
                  <a:close/>
                  <a:moveTo>
                    <a:pt x="832" y="139"/>
                  </a:moveTo>
                  <a:cubicBezTo>
                    <a:pt x="899" y="139"/>
                    <a:pt x="899" y="139"/>
                    <a:pt x="899" y="139"/>
                  </a:cubicBezTo>
                  <a:cubicBezTo>
                    <a:pt x="899" y="207"/>
                    <a:pt x="899" y="207"/>
                    <a:pt x="899" y="207"/>
                  </a:cubicBezTo>
                  <a:cubicBezTo>
                    <a:pt x="832" y="207"/>
                    <a:pt x="832" y="207"/>
                    <a:pt x="832" y="207"/>
                  </a:cubicBezTo>
                  <a:lnTo>
                    <a:pt x="832" y="139"/>
                  </a:lnTo>
                  <a:close/>
                  <a:moveTo>
                    <a:pt x="832" y="209"/>
                  </a:moveTo>
                  <a:cubicBezTo>
                    <a:pt x="899" y="209"/>
                    <a:pt x="899" y="209"/>
                    <a:pt x="899" y="209"/>
                  </a:cubicBezTo>
                  <a:cubicBezTo>
                    <a:pt x="899" y="276"/>
                    <a:pt x="899" y="276"/>
                    <a:pt x="899" y="276"/>
                  </a:cubicBezTo>
                  <a:cubicBezTo>
                    <a:pt x="832" y="276"/>
                    <a:pt x="832" y="276"/>
                    <a:pt x="832" y="276"/>
                  </a:cubicBezTo>
                  <a:lnTo>
                    <a:pt x="832" y="209"/>
                  </a:lnTo>
                  <a:close/>
                  <a:moveTo>
                    <a:pt x="832" y="278"/>
                  </a:moveTo>
                  <a:cubicBezTo>
                    <a:pt x="899" y="278"/>
                    <a:pt x="899" y="278"/>
                    <a:pt x="899" y="278"/>
                  </a:cubicBezTo>
                  <a:cubicBezTo>
                    <a:pt x="899" y="345"/>
                    <a:pt x="899" y="345"/>
                    <a:pt x="899" y="345"/>
                  </a:cubicBezTo>
                  <a:cubicBezTo>
                    <a:pt x="832" y="345"/>
                    <a:pt x="832" y="345"/>
                    <a:pt x="832" y="345"/>
                  </a:cubicBezTo>
                  <a:lnTo>
                    <a:pt x="832" y="278"/>
                  </a:lnTo>
                  <a:close/>
                  <a:moveTo>
                    <a:pt x="832" y="347"/>
                  </a:moveTo>
                  <a:cubicBezTo>
                    <a:pt x="899" y="347"/>
                    <a:pt x="899" y="347"/>
                    <a:pt x="899" y="347"/>
                  </a:cubicBezTo>
                  <a:cubicBezTo>
                    <a:pt x="899" y="414"/>
                    <a:pt x="899" y="414"/>
                    <a:pt x="899" y="414"/>
                  </a:cubicBezTo>
                  <a:cubicBezTo>
                    <a:pt x="832" y="414"/>
                    <a:pt x="832" y="414"/>
                    <a:pt x="832" y="414"/>
                  </a:cubicBezTo>
                  <a:lnTo>
                    <a:pt x="832" y="347"/>
                  </a:lnTo>
                  <a:close/>
                  <a:moveTo>
                    <a:pt x="832" y="416"/>
                  </a:moveTo>
                  <a:cubicBezTo>
                    <a:pt x="899" y="416"/>
                    <a:pt x="899" y="416"/>
                    <a:pt x="899" y="416"/>
                  </a:cubicBezTo>
                  <a:cubicBezTo>
                    <a:pt x="899" y="484"/>
                    <a:pt x="899" y="484"/>
                    <a:pt x="899" y="484"/>
                  </a:cubicBezTo>
                  <a:cubicBezTo>
                    <a:pt x="832" y="484"/>
                    <a:pt x="832" y="484"/>
                    <a:pt x="832" y="484"/>
                  </a:cubicBezTo>
                  <a:lnTo>
                    <a:pt x="832" y="416"/>
                  </a:lnTo>
                  <a:close/>
                  <a:moveTo>
                    <a:pt x="832" y="486"/>
                  </a:moveTo>
                  <a:cubicBezTo>
                    <a:pt x="899" y="486"/>
                    <a:pt x="899" y="486"/>
                    <a:pt x="899" y="486"/>
                  </a:cubicBezTo>
                  <a:cubicBezTo>
                    <a:pt x="899" y="553"/>
                    <a:pt x="899" y="553"/>
                    <a:pt x="899" y="553"/>
                  </a:cubicBezTo>
                  <a:cubicBezTo>
                    <a:pt x="832" y="553"/>
                    <a:pt x="832" y="553"/>
                    <a:pt x="832" y="553"/>
                  </a:cubicBezTo>
                  <a:lnTo>
                    <a:pt x="832" y="486"/>
                  </a:lnTo>
                  <a:close/>
                  <a:moveTo>
                    <a:pt x="832" y="555"/>
                  </a:moveTo>
                  <a:cubicBezTo>
                    <a:pt x="899" y="555"/>
                    <a:pt x="899" y="555"/>
                    <a:pt x="899" y="555"/>
                  </a:cubicBezTo>
                  <a:cubicBezTo>
                    <a:pt x="899" y="622"/>
                    <a:pt x="899" y="622"/>
                    <a:pt x="899" y="622"/>
                  </a:cubicBezTo>
                  <a:cubicBezTo>
                    <a:pt x="832" y="622"/>
                    <a:pt x="832" y="622"/>
                    <a:pt x="832" y="622"/>
                  </a:cubicBezTo>
                  <a:lnTo>
                    <a:pt x="832" y="555"/>
                  </a:lnTo>
                  <a:close/>
                  <a:moveTo>
                    <a:pt x="832" y="624"/>
                  </a:moveTo>
                  <a:cubicBezTo>
                    <a:pt x="899" y="624"/>
                    <a:pt x="899" y="624"/>
                    <a:pt x="899" y="624"/>
                  </a:cubicBezTo>
                  <a:cubicBezTo>
                    <a:pt x="899" y="691"/>
                    <a:pt x="899" y="691"/>
                    <a:pt x="899" y="691"/>
                  </a:cubicBezTo>
                  <a:cubicBezTo>
                    <a:pt x="832" y="691"/>
                    <a:pt x="832" y="691"/>
                    <a:pt x="832" y="691"/>
                  </a:cubicBezTo>
                  <a:lnTo>
                    <a:pt x="832" y="624"/>
                  </a:lnTo>
                  <a:close/>
                  <a:moveTo>
                    <a:pt x="832" y="693"/>
                  </a:moveTo>
                  <a:cubicBezTo>
                    <a:pt x="899" y="693"/>
                    <a:pt x="899" y="693"/>
                    <a:pt x="899" y="693"/>
                  </a:cubicBezTo>
                  <a:cubicBezTo>
                    <a:pt x="899" y="761"/>
                    <a:pt x="899" y="761"/>
                    <a:pt x="899" y="761"/>
                  </a:cubicBezTo>
                  <a:cubicBezTo>
                    <a:pt x="832" y="761"/>
                    <a:pt x="832" y="761"/>
                    <a:pt x="832" y="761"/>
                  </a:cubicBezTo>
                  <a:lnTo>
                    <a:pt x="832" y="693"/>
                  </a:lnTo>
                  <a:close/>
                  <a:moveTo>
                    <a:pt x="832" y="762"/>
                  </a:moveTo>
                  <a:cubicBezTo>
                    <a:pt x="899" y="762"/>
                    <a:pt x="899" y="762"/>
                    <a:pt x="899" y="762"/>
                  </a:cubicBezTo>
                  <a:cubicBezTo>
                    <a:pt x="899" y="830"/>
                    <a:pt x="899" y="830"/>
                    <a:pt x="899" y="830"/>
                  </a:cubicBezTo>
                  <a:cubicBezTo>
                    <a:pt x="832" y="830"/>
                    <a:pt x="832" y="830"/>
                    <a:pt x="832" y="830"/>
                  </a:cubicBezTo>
                  <a:lnTo>
                    <a:pt x="832" y="762"/>
                  </a:lnTo>
                  <a:close/>
                  <a:moveTo>
                    <a:pt x="832" y="832"/>
                  </a:moveTo>
                  <a:cubicBezTo>
                    <a:pt x="899" y="832"/>
                    <a:pt x="899" y="832"/>
                    <a:pt x="899" y="832"/>
                  </a:cubicBezTo>
                  <a:cubicBezTo>
                    <a:pt x="899" y="899"/>
                    <a:pt x="899" y="899"/>
                    <a:pt x="899" y="899"/>
                  </a:cubicBezTo>
                  <a:cubicBezTo>
                    <a:pt x="832" y="899"/>
                    <a:pt x="832" y="899"/>
                    <a:pt x="832" y="899"/>
                  </a:cubicBezTo>
                  <a:lnTo>
                    <a:pt x="832" y="832"/>
                  </a:lnTo>
                  <a:close/>
                  <a:moveTo>
                    <a:pt x="832" y="901"/>
                  </a:moveTo>
                  <a:cubicBezTo>
                    <a:pt x="899" y="901"/>
                    <a:pt x="899" y="901"/>
                    <a:pt x="899" y="901"/>
                  </a:cubicBezTo>
                  <a:cubicBezTo>
                    <a:pt x="899" y="968"/>
                    <a:pt x="899" y="968"/>
                    <a:pt x="899" y="968"/>
                  </a:cubicBezTo>
                  <a:cubicBezTo>
                    <a:pt x="832" y="968"/>
                    <a:pt x="832" y="968"/>
                    <a:pt x="832" y="968"/>
                  </a:cubicBezTo>
                  <a:lnTo>
                    <a:pt x="832" y="901"/>
                  </a:lnTo>
                  <a:close/>
                  <a:moveTo>
                    <a:pt x="832" y="970"/>
                  </a:moveTo>
                  <a:cubicBezTo>
                    <a:pt x="899" y="970"/>
                    <a:pt x="899" y="970"/>
                    <a:pt x="899" y="970"/>
                  </a:cubicBezTo>
                  <a:cubicBezTo>
                    <a:pt x="899" y="1038"/>
                    <a:pt x="899" y="1038"/>
                    <a:pt x="899" y="1038"/>
                  </a:cubicBezTo>
                  <a:cubicBezTo>
                    <a:pt x="832" y="1038"/>
                    <a:pt x="832" y="1038"/>
                    <a:pt x="832" y="1038"/>
                  </a:cubicBezTo>
                  <a:lnTo>
                    <a:pt x="832" y="970"/>
                  </a:lnTo>
                  <a:close/>
                  <a:moveTo>
                    <a:pt x="832" y="1039"/>
                  </a:moveTo>
                  <a:cubicBezTo>
                    <a:pt x="899" y="1039"/>
                    <a:pt x="899" y="1039"/>
                    <a:pt x="899" y="1039"/>
                  </a:cubicBezTo>
                  <a:cubicBezTo>
                    <a:pt x="899" y="1107"/>
                    <a:pt x="899" y="1107"/>
                    <a:pt x="899" y="1107"/>
                  </a:cubicBezTo>
                  <a:cubicBezTo>
                    <a:pt x="832" y="1107"/>
                    <a:pt x="832" y="1107"/>
                    <a:pt x="832" y="1107"/>
                  </a:cubicBezTo>
                  <a:lnTo>
                    <a:pt x="832" y="1039"/>
                  </a:lnTo>
                  <a:close/>
                  <a:moveTo>
                    <a:pt x="832" y="1109"/>
                  </a:moveTo>
                  <a:cubicBezTo>
                    <a:pt x="899" y="1109"/>
                    <a:pt x="899" y="1109"/>
                    <a:pt x="899" y="1109"/>
                  </a:cubicBezTo>
                  <a:cubicBezTo>
                    <a:pt x="899" y="1176"/>
                    <a:pt x="899" y="1176"/>
                    <a:pt x="899" y="1176"/>
                  </a:cubicBezTo>
                  <a:cubicBezTo>
                    <a:pt x="832" y="1176"/>
                    <a:pt x="832" y="1176"/>
                    <a:pt x="832" y="1176"/>
                  </a:cubicBezTo>
                  <a:lnTo>
                    <a:pt x="832" y="1109"/>
                  </a:lnTo>
                  <a:close/>
                  <a:moveTo>
                    <a:pt x="832" y="1178"/>
                  </a:moveTo>
                  <a:cubicBezTo>
                    <a:pt x="899" y="1178"/>
                    <a:pt x="899" y="1178"/>
                    <a:pt x="899" y="1178"/>
                  </a:cubicBezTo>
                  <a:cubicBezTo>
                    <a:pt x="899" y="1245"/>
                    <a:pt x="899" y="1245"/>
                    <a:pt x="899" y="1245"/>
                  </a:cubicBezTo>
                  <a:cubicBezTo>
                    <a:pt x="832" y="1245"/>
                    <a:pt x="832" y="1245"/>
                    <a:pt x="832" y="1245"/>
                  </a:cubicBezTo>
                  <a:lnTo>
                    <a:pt x="832" y="1178"/>
                  </a:lnTo>
                  <a:close/>
                  <a:moveTo>
                    <a:pt x="832" y="1247"/>
                  </a:moveTo>
                  <a:cubicBezTo>
                    <a:pt x="899" y="1247"/>
                    <a:pt x="899" y="1247"/>
                    <a:pt x="899" y="1247"/>
                  </a:cubicBezTo>
                  <a:cubicBezTo>
                    <a:pt x="899" y="1314"/>
                    <a:pt x="899" y="1314"/>
                    <a:pt x="899" y="1314"/>
                  </a:cubicBezTo>
                  <a:cubicBezTo>
                    <a:pt x="832" y="1314"/>
                    <a:pt x="832" y="1314"/>
                    <a:pt x="832" y="1314"/>
                  </a:cubicBezTo>
                  <a:lnTo>
                    <a:pt x="832" y="1247"/>
                  </a:lnTo>
                  <a:close/>
                  <a:moveTo>
                    <a:pt x="832" y="1316"/>
                  </a:moveTo>
                  <a:cubicBezTo>
                    <a:pt x="899" y="1316"/>
                    <a:pt x="899" y="1316"/>
                    <a:pt x="899" y="1316"/>
                  </a:cubicBezTo>
                  <a:cubicBezTo>
                    <a:pt x="899" y="1384"/>
                    <a:pt x="899" y="1384"/>
                    <a:pt x="899" y="1384"/>
                  </a:cubicBezTo>
                  <a:cubicBezTo>
                    <a:pt x="832" y="1384"/>
                    <a:pt x="832" y="1384"/>
                    <a:pt x="832" y="1384"/>
                  </a:cubicBezTo>
                  <a:lnTo>
                    <a:pt x="832" y="1316"/>
                  </a:lnTo>
                  <a:close/>
                  <a:moveTo>
                    <a:pt x="832" y="1386"/>
                  </a:moveTo>
                  <a:cubicBezTo>
                    <a:pt x="899" y="1386"/>
                    <a:pt x="899" y="1386"/>
                    <a:pt x="899" y="1386"/>
                  </a:cubicBezTo>
                  <a:cubicBezTo>
                    <a:pt x="899" y="1453"/>
                    <a:pt x="899" y="1453"/>
                    <a:pt x="899" y="1453"/>
                  </a:cubicBezTo>
                  <a:cubicBezTo>
                    <a:pt x="832" y="1453"/>
                    <a:pt x="832" y="1453"/>
                    <a:pt x="832" y="1453"/>
                  </a:cubicBezTo>
                  <a:lnTo>
                    <a:pt x="832" y="1386"/>
                  </a:lnTo>
                  <a:close/>
                  <a:moveTo>
                    <a:pt x="832" y="1455"/>
                  </a:moveTo>
                  <a:cubicBezTo>
                    <a:pt x="899" y="1455"/>
                    <a:pt x="899" y="1455"/>
                    <a:pt x="899" y="1455"/>
                  </a:cubicBezTo>
                  <a:cubicBezTo>
                    <a:pt x="899" y="1522"/>
                    <a:pt x="899" y="1522"/>
                    <a:pt x="899" y="1522"/>
                  </a:cubicBezTo>
                  <a:cubicBezTo>
                    <a:pt x="832" y="1522"/>
                    <a:pt x="832" y="1522"/>
                    <a:pt x="832" y="1522"/>
                  </a:cubicBezTo>
                  <a:lnTo>
                    <a:pt x="832" y="1455"/>
                  </a:lnTo>
                  <a:close/>
                  <a:moveTo>
                    <a:pt x="832" y="1524"/>
                  </a:moveTo>
                  <a:cubicBezTo>
                    <a:pt x="899" y="1524"/>
                    <a:pt x="899" y="1524"/>
                    <a:pt x="899" y="1524"/>
                  </a:cubicBezTo>
                  <a:cubicBezTo>
                    <a:pt x="899" y="1591"/>
                    <a:pt x="899" y="1591"/>
                    <a:pt x="899" y="1591"/>
                  </a:cubicBezTo>
                  <a:cubicBezTo>
                    <a:pt x="832" y="1591"/>
                    <a:pt x="832" y="1591"/>
                    <a:pt x="832" y="1591"/>
                  </a:cubicBezTo>
                  <a:lnTo>
                    <a:pt x="832" y="1524"/>
                  </a:lnTo>
                  <a:close/>
                  <a:moveTo>
                    <a:pt x="832" y="1593"/>
                  </a:moveTo>
                  <a:cubicBezTo>
                    <a:pt x="899" y="1593"/>
                    <a:pt x="899" y="1593"/>
                    <a:pt x="899" y="1593"/>
                  </a:cubicBezTo>
                  <a:cubicBezTo>
                    <a:pt x="899" y="1661"/>
                    <a:pt x="899" y="1661"/>
                    <a:pt x="899" y="1661"/>
                  </a:cubicBezTo>
                  <a:cubicBezTo>
                    <a:pt x="832" y="1661"/>
                    <a:pt x="832" y="1661"/>
                    <a:pt x="832" y="1661"/>
                  </a:cubicBezTo>
                  <a:lnTo>
                    <a:pt x="832" y="1593"/>
                  </a:lnTo>
                  <a:close/>
                  <a:moveTo>
                    <a:pt x="832" y="1662"/>
                  </a:moveTo>
                  <a:cubicBezTo>
                    <a:pt x="899" y="1662"/>
                    <a:pt x="899" y="1662"/>
                    <a:pt x="899" y="1662"/>
                  </a:cubicBezTo>
                  <a:cubicBezTo>
                    <a:pt x="899" y="1730"/>
                    <a:pt x="899" y="1730"/>
                    <a:pt x="899" y="1730"/>
                  </a:cubicBezTo>
                  <a:cubicBezTo>
                    <a:pt x="832" y="1730"/>
                    <a:pt x="832" y="1730"/>
                    <a:pt x="832" y="1730"/>
                  </a:cubicBezTo>
                  <a:lnTo>
                    <a:pt x="832" y="1662"/>
                  </a:lnTo>
                  <a:close/>
                  <a:moveTo>
                    <a:pt x="762" y="70"/>
                  </a:moveTo>
                  <a:cubicBezTo>
                    <a:pt x="830" y="70"/>
                    <a:pt x="830" y="70"/>
                    <a:pt x="830" y="70"/>
                  </a:cubicBezTo>
                  <a:cubicBezTo>
                    <a:pt x="830" y="138"/>
                    <a:pt x="830" y="138"/>
                    <a:pt x="830" y="138"/>
                  </a:cubicBezTo>
                  <a:cubicBezTo>
                    <a:pt x="762" y="138"/>
                    <a:pt x="762" y="138"/>
                    <a:pt x="762" y="138"/>
                  </a:cubicBezTo>
                  <a:lnTo>
                    <a:pt x="762" y="70"/>
                  </a:lnTo>
                  <a:close/>
                  <a:moveTo>
                    <a:pt x="762" y="139"/>
                  </a:moveTo>
                  <a:cubicBezTo>
                    <a:pt x="830" y="139"/>
                    <a:pt x="830" y="139"/>
                    <a:pt x="830" y="139"/>
                  </a:cubicBezTo>
                  <a:cubicBezTo>
                    <a:pt x="830" y="207"/>
                    <a:pt x="830" y="207"/>
                    <a:pt x="830" y="207"/>
                  </a:cubicBezTo>
                  <a:cubicBezTo>
                    <a:pt x="762" y="207"/>
                    <a:pt x="762" y="207"/>
                    <a:pt x="762" y="207"/>
                  </a:cubicBezTo>
                  <a:lnTo>
                    <a:pt x="762" y="139"/>
                  </a:lnTo>
                  <a:close/>
                  <a:moveTo>
                    <a:pt x="762" y="209"/>
                  </a:moveTo>
                  <a:cubicBezTo>
                    <a:pt x="830" y="209"/>
                    <a:pt x="830" y="209"/>
                    <a:pt x="830" y="209"/>
                  </a:cubicBezTo>
                  <a:cubicBezTo>
                    <a:pt x="830" y="276"/>
                    <a:pt x="830" y="276"/>
                    <a:pt x="830" y="276"/>
                  </a:cubicBezTo>
                  <a:cubicBezTo>
                    <a:pt x="762" y="276"/>
                    <a:pt x="762" y="276"/>
                    <a:pt x="762" y="276"/>
                  </a:cubicBezTo>
                  <a:lnTo>
                    <a:pt x="762" y="209"/>
                  </a:lnTo>
                  <a:close/>
                  <a:moveTo>
                    <a:pt x="762" y="278"/>
                  </a:moveTo>
                  <a:cubicBezTo>
                    <a:pt x="830" y="278"/>
                    <a:pt x="830" y="278"/>
                    <a:pt x="830" y="278"/>
                  </a:cubicBezTo>
                  <a:cubicBezTo>
                    <a:pt x="830" y="345"/>
                    <a:pt x="830" y="345"/>
                    <a:pt x="830" y="345"/>
                  </a:cubicBezTo>
                  <a:cubicBezTo>
                    <a:pt x="762" y="345"/>
                    <a:pt x="762" y="345"/>
                    <a:pt x="762" y="345"/>
                  </a:cubicBezTo>
                  <a:lnTo>
                    <a:pt x="762" y="278"/>
                  </a:lnTo>
                  <a:close/>
                  <a:moveTo>
                    <a:pt x="762" y="347"/>
                  </a:moveTo>
                  <a:cubicBezTo>
                    <a:pt x="830" y="347"/>
                    <a:pt x="830" y="347"/>
                    <a:pt x="830" y="347"/>
                  </a:cubicBezTo>
                  <a:cubicBezTo>
                    <a:pt x="830" y="414"/>
                    <a:pt x="830" y="414"/>
                    <a:pt x="830" y="414"/>
                  </a:cubicBezTo>
                  <a:cubicBezTo>
                    <a:pt x="762" y="414"/>
                    <a:pt x="762" y="414"/>
                    <a:pt x="762" y="414"/>
                  </a:cubicBezTo>
                  <a:lnTo>
                    <a:pt x="762" y="347"/>
                  </a:lnTo>
                  <a:close/>
                  <a:moveTo>
                    <a:pt x="762" y="416"/>
                  </a:moveTo>
                  <a:cubicBezTo>
                    <a:pt x="830" y="416"/>
                    <a:pt x="830" y="416"/>
                    <a:pt x="830" y="416"/>
                  </a:cubicBezTo>
                  <a:cubicBezTo>
                    <a:pt x="830" y="484"/>
                    <a:pt x="830" y="484"/>
                    <a:pt x="830" y="484"/>
                  </a:cubicBezTo>
                  <a:cubicBezTo>
                    <a:pt x="762" y="484"/>
                    <a:pt x="762" y="484"/>
                    <a:pt x="762" y="484"/>
                  </a:cubicBezTo>
                  <a:lnTo>
                    <a:pt x="762" y="416"/>
                  </a:lnTo>
                  <a:close/>
                  <a:moveTo>
                    <a:pt x="762" y="486"/>
                  </a:moveTo>
                  <a:cubicBezTo>
                    <a:pt x="830" y="486"/>
                    <a:pt x="830" y="486"/>
                    <a:pt x="830" y="486"/>
                  </a:cubicBezTo>
                  <a:cubicBezTo>
                    <a:pt x="830" y="553"/>
                    <a:pt x="830" y="553"/>
                    <a:pt x="830" y="553"/>
                  </a:cubicBezTo>
                  <a:cubicBezTo>
                    <a:pt x="762" y="553"/>
                    <a:pt x="762" y="553"/>
                    <a:pt x="762" y="553"/>
                  </a:cubicBezTo>
                  <a:lnTo>
                    <a:pt x="762" y="486"/>
                  </a:lnTo>
                  <a:close/>
                  <a:moveTo>
                    <a:pt x="762" y="555"/>
                  </a:moveTo>
                  <a:cubicBezTo>
                    <a:pt x="830" y="555"/>
                    <a:pt x="830" y="555"/>
                    <a:pt x="830" y="555"/>
                  </a:cubicBezTo>
                  <a:cubicBezTo>
                    <a:pt x="830" y="622"/>
                    <a:pt x="830" y="622"/>
                    <a:pt x="830" y="622"/>
                  </a:cubicBezTo>
                  <a:cubicBezTo>
                    <a:pt x="762" y="622"/>
                    <a:pt x="762" y="622"/>
                    <a:pt x="762" y="622"/>
                  </a:cubicBezTo>
                  <a:lnTo>
                    <a:pt x="762" y="555"/>
                  </a:lnTo>
                  <a:close/>
                  <a:moveTo>
                    <a:pt x="762" y="624"/>
                  </a:moveTo>
                  <a:cubicBezTo>
                    <a:pt x="830" y="624"/>
                    <a:pt x="830" y="624"/>
                    <a:pt x="830" y="624"/>
                  </a:cubicBezTo>
                  <a:cubicBezTo>
                    <a:pt x="830" y="691"/>
                    <a:pt x="830" y="691"/>
                    <a:pt x="830" y="691"/>
                  </a:cubicBezTo>
                  <a:cubicBezTo>
                    <a:pt x="762" y="691"/>
                    <a:pt x="762" y="691"/>
                    <a:pt x="762" y="691"/>
                  </a:cubicBezTo>
                  <a:lnTo>
                    <a:pt x="762" y="624"/>
                  </a:lnTo>
                  <a:close/>
                  <a:moveTo>
                    <a:pt x="762" y="693"/>
                  </a:moveTo>
                  <a:cubicBezTo>
                    <a:pt x="830" y="693"/>
                    <a:pt x="830" y="693"/>
                    <a:pt x="830" y="693"/>
                  </a:cubicBezTo>
                  <a:cubicBezTo>
                    <a:pt x="830" y="761"/>
                    <a:pt x="830" y="761"/>
                    <a:pt x="830" y="761"/>
                  </a:cubicBezTo>
                  <a:cubicBezTo>
                    <a:pt x="762" y="761"/>
                    <a:pt x="762" y="761"/>
                    <a:pt x="762" y="761"/>
                  </a:cubicBezTo>
                  <a:lnTo>
                    <a:pt x="762" y="693"/>
                  </a:lnTo>
                  <a:close/>
                  <a:moveTo>
                    <a:pt x="762" y="762"/>
                  </a:moveTo>
                  <a:cubicBezTo>
                    <a:pt x="830" y="762"/>
                    <a:pt x="830" y="762"/>
                    <a:pt x="830" y="762"/>
                  </a:cubicBezTo>
                  <a:cubicBezTo>
                    <a:pt x="830" y="830"/>
                    <a:pt x="830" y="830"/>
                    <a:pt x="830" y="830"/>
                  </a:cubicBezTo>
                  <a:cubicBezTo>
                    <a:pt x="762" y="830"/>
                    <a:pt x="762" y="830"/>
                    <a:pt x="762" y="830"/>
                  </a:cubicBezTo>
                  <a:lnTo>
                    <a:pt x="762" y="762"/>
                  </a:lnTo>
                  <a:close/>
                  <a:moveTo>
                    <a:pt x="762" y="832"/>
                  </a:moveTo>
                  <a:cubicBezTo>
                    <a:pt x="830" y="832"/>
                    <a:pt x="830" y="832"/>
                    <a:pt x="830" y="832"/>
                  </a:cubicBezTo>
                  <a:cubicBezTo>
                    <a:pt x="830" y="899"/>
                    <a:pt x="830" y="899"/>
                    <a:pt x="830" y="899"/>
                  </a:cubicBezTo>
                  <a:cubicBezTo>
                    <a:pt x="762" y="899"/>
                    <a:pt x="762" y="899"/>
                    <a:pt x="762" y="899"/>
                  </a:cubicBezTo>
                  <a:lnTo>
                    <a:pt x="762" y="832"/>
                  </a:lnTo>
                  <a:close/>
                  <a:moveTo>
                    <a:pt x="762" y="901"/>
                  </a:moveTo>
                  <a:cubicBezTo>
                    <a:pt x="830" y="901"/>
                    <a:pt x="830" y="901"/>
                    <a:pt x="830" y="901"/>
                  </a:cubicBezTo>
                  <a:cubicBezTo>
                    <a:pt x="830" y="968"/>
                    <a:pt x="830" y="968"/>
                    <a:pt x="830" y="968"/>
                  </a:cubicBezTo>
                  <a:cubicBezTo>
                    <a:pt x="762" y="968"/>
                    <a:pt x="762" y="968"/>
                    <a:pt x="762" y="968"/>
                  </a:cubicBezTo>
                  <a:lnTo>
                    <a:pt x="762" y="901"/>
                  </a:lnTo>
                  <a:close/>
                  <a:moveTo>
                    <a:pt x="762" y="970"/>
                  </a:moveTo>
                  <a:cubicBezTo>
                    <a:pt x="830" y="970"/>
                    <a:pt x="830" y="970"/>
                    <a:pt x="830" y="970"/>
                  </a:cubicBezTo>
                  <a:cubicBezTo>
                    <a:pt x="830" y="1038"/>
                    <a:pt x="830" y="1038"/>
                    <a:pt x="830" y="1038"/>
                  </a:cubicBezTo>
                  <a:cubicBezTo>
                    <a:pt x="762" y="1038"/>
                    <a:pt x="762" y="1038"/>
                    <a:pt x="762" y="1038"/>
                  </a:cubicBezTo>
                  <a:lnTo>
                    <a:pt x="762" y="970"/>
                  </a:lnTo>
                  <a:close/>
                  <a:moveTo>
                    <a:pt x="762" y="1039"/>
                  </a:moveTo>
                  <a:cubicBezTo>
                    <a:pt x="830" y="1039"/>
                    <a:pt x="830" y="1039"/>
                    <a:pt x="830" y="1039"/>
                  </a:cubicBezTo>
                  <a:cubicBezTo>
                    <a:pt x="830" y="1107"/>
                    <a:pt x="830" y="1107"/>
                    <a:pt x="830" y="1107"/>
                  </a:cubicBezTo>
                  <a:cubicBezTo>
                    <a:pt x="762" y="1107"/>
                    <a:pt x="762" y="1107"/>
                    <a:pt x="762" y="1107"/>
                  </a:cubicBezTo>
                  <a:lnTo>
                    <a:pt x="762" y="1039"/>
                  </a:lnTo>
                  <a:close/>
                  <a:moveTo>
                    <a:pt x="762" y="1109"/>
                  </a:moveTo>
                  <a:cubicBezTo>
                    <a:pt x="830" y="1109"/>
                    <a:pt x="830" y="1109"/>
                    <a:pt x="830" y="1109"/>
                  </a:cubicBezTo>
                  <a:cubicBezTo>
                    <a:pt x="830" y="1176"/>
                    <a:pt x="830" y="1176"/>
                    <a:pt x="830" y="1176"/>
                  </a:cubicBezTo>
                  <a:cubicBezTo>
                    <a:pt x="762" y="1176"/>
                    <a:pt x="762" y="1176"/>
                    <a:pt x="762" y="1176"/>
                  </a:cubicBezTo>
                  <a:lnTo>
                    <a:pt x="762" y="1109"/>
                  </a:lnTo>
                  <a:close/>
                  <a:moveTo>
                    <a:pt x="762" y="1178"/>
                  </a:moveTo>
                  <a:cubicBezTo>
                    <a:pt x="830" y="1178"/>
                    <a:pt x="830" y="1178"/>
                    <a:pt x="830" y="1178"/>
                  </a:cubicBezTo>
                  <a:cubicBezTo>
                    <a:pt x="830" y="1245"/>
                    <a:pt x="830" y="1245"/>
                    <a:pt x="830" y="1245"/>
                  </a:cubicBezTo>
                  <a:cubicBezTo>
                    <a:pt x="762" y="1245"/>
                    <a:pt x="762" y="1245"/>
                    <a:pt x="762" y="1245"/>
                  </a:cubicBezTo>
                  <a:lnTo>
                    <a:pt x="762" y="1178"/>
                  </a:lnTo>
                  <a:close/>
                  <a:moveTo>
                    <a:pt x="762" y="1247"/>
                  </a:moveTo>
                  <a:cubicBezTo>
                    <a:pt x="830" y="1247"/>
                    <a:pt x="830" y="1247"/>
                    <a:pt x="830" y="1247"/>
                  </a:cubicBezTo>
                  <a:cubicBezTo>
                    <a:pt x="830" y="1314"/>
                    <a:pt x="830" y="1314"/>
                    <a:pt x="830" y="1314"/>
                  </a:cubicBezTo>
                  <a:cubicBezTo>
                    <a:pt x="762" y="1314"/>
                    <a:pt x="762" y="1314"/>
                    <a:pt x="762" y="1314"/>
                  </a:cubicBezTo>
                  <a:lnTo>
                    <a:pt x="762" y="1247"/>
                  </a:lnTo>
                  <a:close/>
                  <a:moveTo>
                    <a:pt x="762" y="1316"/>
                  </a:moveTo>
                  <a:cubicBezTo>
                    <a:pt x="830" y="1316"/>
                    <a:pt x="830" y="1316"/>
                    <a:pt x="830" y="1316"/>
                  </a:cubicBezTo>
                  <a:cubicBezTo>
                    <a:pt x="830" y="1384"/>
                    <a:pt x="830" y="1384"/>
                    <a:pt x="830" y="1384"/>
                  </a:cubicBezTo>
                  <a:cubicBezTo>
                    <a:pt x="762" y="1384"/>
                    <a:pt x="762" y="1384"/>
                    <a:pt x="762" y="1384"/>
                  </a:cubicBezTo>
                  <a:lnTo>
                    <a:pt x="762" y="1316"/>
                  </a:lnTo>
                  <a:close/>
                  <a:moveTo>
                    <a:pt x="762" y="1386"/>
                  </a:moveTo>
                  <a:cubicBezTo>
                    <a:pt x="830" y="1386"/>
                    <a:pt x="830" y="1386"/>
                    <a:pt x="830" y="1386"/>
                  </a:cubicBezTo>
                  <a:cubicBezTo>
                    <a:pt x="830" y="1453"/>
                    <a:pt x="830" y="1453"/>
                    <a:pt x="830" y="1453"/>
                  </a:cubicBezTo>
                  <a:cubicBezTo>
                    <a:pt x="762" y="1453"/>
                    <a:pt x="762" y="1453"/>
                    <a:pt x="762" y="1453"/>
                  </a:cubicBezTo>
                  <a:lnTo>
                    <a:pt x="762" y="1386"/>
                  </a:lnTo>
                  <a:close/>
                  <a:moveTo>
                    <a:pt x="762" y="1455"/>
                  </a:moveTo>
                  <a:cubicBezTo>
                    <a:pt x="830" y="1455"/>
                    <a:pt x="830" y="1455"/>
                    <a:pt x="830" y="1455"/>
                  </a:cubicBezTo>
                  <a:cubicBezTo>
                    <a:pt x="830" y="1522"/>
                    <a:pt x="830" y="1522"/>
                    <a:pt x="830" y="1522"/>
                  </a:cubicBezTo>
                  <a:cubicBezTo>
                    <a:pt x="762" y="1522"/>
                    <a:pt x="762" y="1522"/>
                    <a:pt x="762" y="1522"/>
                  </a:cubicBezTo>
                  <a:lnTo>
                    <a:pt x="762" y="1455"/>
                  </a:lnTo>
                  <a:close/>
                  <a:moveTo>
                    <a:pt x="762" y="1524"/>
                  </a:moveTo>
                  <a:cubicBezTo>
                    <a:pt x="830" y="1524"/>
                    <a:pt x="830" y="1524"/>
                    <a:pt x="830" y="1524"/>
                  </a:cubicBezTo>
                  <a:cubicBezTo>
                    <a:pt x="830" y="1591"/>
                    <a:pt x="830" y="1591"/>
                    <a:pt x="830" y="1591"/>
                  </a:cubicBezTo>
                  <a:cubicBezTo>
                    <a:pt x="762" y="1591"/>
                    <a:pt x="762" y="1591"/>
                    <a:pt x="762" y="1591"/>
                  </a:cubicBezTo>
                  <a:lnTo>
                    <a:pt x="762" y="1524"/>
                  </a:lnTo>
                  <a:close/>
                  <a:moveTo>
                    <a:pt x="762" y="1593"/>
                  </a:moveTo>
                  <a:cubicBezTo>
                    <a:pt x="830" y="1593"/>
                    <a:pt x="830" y="1593"/>
                    <a:pt x="830" y="1593"/>
                  </a:cubicBezTo>
                  <a:cubicBezTo>
                    <a:pt x="830" y="1661"/>
                    <a:pt x="830" y="1661"/>
                    <a:pt x="830" y="1661"/>
                  </a:cubicBezTo>
                  <a:cubicBezTo>
                    <a:pt x="762" y="1661"/>
                    <a:pt x="762" y="1661"/>
                    <a:pt x="762" y="1661"/>
                  </a:cubicBezTo>
                  <a:lnTo>
                    <a:pt x="762" y="1593"/>
                  </a:lnTo>
                  <a:close/>
                  <a:moveTo>
                    <a:pt x="762" y="1662"/>
                  </a:moveTo>
                  <a:cubicBezTo>
                    <a:pt x="830" y="1662"/>
                    <a:pt x="830" y="1662"/>
                    <a:pt x="830" y="1662"/>
                  </a:cubicBezTo>
                  <a:cubicBezTo>
                    <a:pt x="830" y="1730"/>
                    <a:pt x="830" y="1730"/>
                    <a:pt x="830" y="1730"/>
                  </a:cubicBezTo>
                  <a:cubicBezTo>
                    <a:pt x="762" y="1730"/>
                    <a:pt x="762" y="1730"/>
                    <a:pt x="762" y="1730"/>
                  </a:cubicBezTo>
                  <a:lnTo>
                    <a:pt x="762" y="1662"/>
                  </a:lnTo>
                  <a:close/>
                  <a:moveTo>
                    <a:pt x="693" y="70"/>
                  </a:moveTo>
                  <a:cubicBezTo>
                    <a:pt x="761" y="70"/>
                    <a:pt x="761" y="70"/>
                    <a:pt x="761" y="70"/>
                  </a:cubicBezTo>
                  <a:cubicBezTo>
                    <a:pt x="761" y="138"/>
                    <a:pt x="761" y="138"/>
                    <a:pt x="761" y="138"/>
                  </a:cubicBezTo>
                  <a:cubicBezTo>
                    <a:pt x="693" y="138"/>
                    <a:pt x="693" y="138"/>
                    <a:pt x="693" y="138"/>
                  </a:cubicBezTo>
                  <a:lnTo>
                    <a:pt x="693" y="70"/>
                  </a:lnTo>
                  <a:close/>
                  <a:moveTo>
                    <a:pt x="693" y="139"/>
                  </a:moveTo>
                  <a:cubicBezTo>
                    <a:pt x="761" y="139"/>
                    <a:pt x="761" y="139"/>
                    <a:pt x="761" y="139"/>
                  </a:cubicBezTo>
                  <a:cubicBezTo>
                    <a:pt x="761" y="207"/>
                    <a:pt x="761" y="207"/>
                    <a:pt x="761" y="207"/>
                  </a:cubicBezTo>
                  <a:cubicBezTo>
                    <a:pt x="693" y="207"/>
                    <a:pt x="693" y="207"/>
                    <a:pt x="693" y="207"/>
                  </a:cubicBezTo>
                  <a:lnTo>
                    <a:pt x="693" y="139"/>
                  </a:lnTo>
                  <a:close/>
                  <a:moveTo>
                    <a:pt x="693" y="209"/>
                  </a:moveTo>
                  <a:cubicBezTo>
                    <a:pt x="761" y="209"/>
                    <a:pt x="761" y="209"/>
                    <a:pt x="761" y="209"/>
                  </a:cubicBezTo>
                  <a:cubicBezTo>
                    <a:pt x="761" y="276"/>
                    <a:pt x="761" y="276"/>
                    <a:pt x="761" y="276"/>
                  </a:cubicBezTo>
                  <a:cubicBezTo>
                    <a:pt x="693" y="276"/>
                    <a:pt x="693" y="276"/>
                    <a:pt x="693" y="276"/>
                  </a:cubicBezTo>
                  <a:lnTo>
                    <a:pt x="693" y="209"/>
                  </a:lnTo>
                  <a:close/>
                  <a:moveTo>
                    <a:pt x="693" y="278"/>
                  </a:moveTo>
                  <a:cubicBezTo>
                    <a:pt x="761" y="278"/>
                    <a:pt x="761" y="278"/>
                    <a:pt x="761" y="278"/>
                  </a:cubicBezTo>
                  <a:cubicBezTo>
                    <a:pt x="761" y="345"/>
                    <a:pt x="761" y="345"/>
                    <a:pt x="761" y="345"/>
                  </a:cubicBezTo>
                  <a:cubicBezTo>
                    <a:pt x="693" y="345"/>
                    <a:pt x="693" y="345"/>
                    <a:pt x="693" y="345"/>
                  </a:cubicBezTo>
                  <a:lnTo>
                    <a:pt x="693" y="278"/>
                  </a:lnTo>
                  <a:close/>
                  <a:moveTo>
                    <a:pt x="693" y="347"/>
                  </a:moveTo>
                  <a:cubicBezTo>
                    <a:pt x="761" y="347"/>
                    <a:pt x="761" y="347"/>
                    <a:pt x="761" y="347"/>
                  </a:cubicBezTo>
                  <a:cubicBezTo>
                    <a:pt x="761" y="414"/>
                    <a:pt x="761" y="414"/>
                    <a:pt x="761" y="414"/>
                  </a:cubicBezTo>
                  <a:cubicBezTo>
                    <a:pt x="693" y="414"/>
                    <a:pt x="693" y="414"/>
                    <a:pt x="693" y="414"/>
                  </a:cubicBezTo>
                  <a:lnTo>
                    <a:pt x="693" y="347"/>
                  </a:lnTo>
                  <a:close/>
                  <a:moveTo>
                    <a:pt x="693" y="416"/>
                  </a:moveTo>
                  <a:cubicBezTo>
                    <a:pt x="761" y="416"/>
                    <a:pt x="761" y="416"/>
                    <a:pt x="761" y="416"/>
                  </a:cubicBezTo>
                  <a:cubicBezTo>
                    <a:pt x="761" y="484"/>
                    <a:pt x="761" y="484"/>
                    <a:pt x="761" y="484"/>
                  </a:cubicBezTo>
                  <a:cubicBezTo>
                    <a:pt x="693" y="484"/>
                    <a:pt x="693" y="484"/>
                    <a:pt x="693" y="484"/>
                  </a:cubicBezTo>
                  <a:lnTo>
                    <a:pt x="693" y="416"/>
                  </a:lnTo>
                  <a:close/>
                  <a:moveTo>
                    <a:pt x="693" y="486"/>
                  </a:moveTo>
                  <a:cubicBezTo>
                    <a:pt x="761" y="486"/>
                    <a:pt x="761" y="486"/>
                    <a:pt x="761" y="486"/>
                  </a:cubicBezTo>
                  <a:cubicBezTo>
                    <a:pt x="761" y="553"/>
                    <a:pt x="761" y="553"/>
                    <a:pt x="761" y="553"/>
                  </a:cubicBezTo>
                  <a:cubicBezTo>
                    <a:pt x="693" y="553"/>
                    <a:pt x="693" y="553"/>
                    <a:pt x="693" y="553"/>
                  </a:cubicBezTo>
                  <a:lnTo>
                    <a:pt x="693" y="486"/>
                  </a:lnTo>
                  <a:close/>
                  <a:moveTo>
                    <a:pt x="693" y="555"/>
                  </a:moveTo>
                  <a:cubicBezTo>
                    <a:pt x="761" y="555"/>
                    <a:pt x="761" y="555"/>
                    <a:pt x="761" y="555"/>
                  </a:cubicBezTo>
                  <a:cubicBezTo>
                    <a:pt x="761" y="622"/>
                    <a:pt x="761" y="622"/>
                    <a:pt x="761" y="622"/>
                  </a:cubicBezTo>
                  <a:cubicBezTo>
                    <a:pt x="693" y="622"/>
                    <a:pt x="693" y="622"/>
                    <a:pt x="693" y="622"/>
                  </a:cubicBezTo>
                  <a:lnTo>
                    <a:pt x="693" y="555"/>
                  </a:lnTo>
                  <a:close/>
                  <a:moveTo>
                    <a:pt x="693" y="624"/>
                  </a:moveTo>
                  <a:cubicBezTo>
                    <a:pt x="761" y="624"/>
                    <a:pt x="761" y="624"/>
                    <a:pt x="761" y="624"/>
                  </a:cubicBezTo>
                  <a:cubicBezTo>
                    <a:pt x="761" y="691"/>
                    <a:pt x="761" y="691"/>
                    <a:pt x="761" y="691"/>
                  </a:cubicBezTo>
                  <a:cubicBezTo>
                    <a:pt x="693" y="691"/>
                    <a:pt x="693" y="691"/>
                    <a:pt x="693" y="691"/>
                  </a:cubicBezTo>
                  <a:lnTo>
                    <a:pt x="693" y="624"/>
                  </a:lnTo>
                  <a:close/>
                  <a:moveTo>
                    <a:pt x="693" y="693"/>
                  </a:moveTo>
                  <a:cubicBezTo>
                    <a:pt x="761" y="693"/>
                    <a:pt x="761" y="693"/>
                    <a:pt x="761" y="693"/>
                  </a:cubicBezTo>
                  <a:cubicBezTo>
                    <a:pt x="761" y="761"/>
                    <a:pt x="761" y="761"/>
                    <a:pt x="761" y="761"/>
                  </a:cubicBezTo>
                  <a:cubicBezTo>
                    <a:pt x="693" y="761"/>
                    <a:pt x="693" y="761"/>
                    <a:pt x="693" y="761"/>
                  </a:cubicBezTo>
                  <a:lnTo>
                    <a:pt x="693" y="693"/>
                  </a:lnTo>
                  <a:close/>
                  <a:moveTo>
                    <a:pt x="693" y="762"/>
                  </a:moveTo>
                  <a:cubicBezTo>
                    <a:pt x="761" y="762"/>
                    <a:pt x="761" y="762"/>
                    <a:pt x="761" y="762"/>
                  </a:cubicBezTo>
                  <a:cubicBezTo>
                    <a:pt x="761" y="830"/>
                    <a:pt x="761" y="830"/>
                    <a:pt x="761" y="830"/>
                  </a:cubicBezTo>
                  <a:cubicBezTo>
                    <a:pt x="693" y="830"/>
                    <a:pt x="693" y="830"/>
                    <a:pt x="693" y="830"/>
                  </a:cubicBezTo>
                  <a:lnTo>
                    <a:pt x="693" y="762"/>
                  </a:lnTo>
                  <a:close/>
                  <a:moveTo>
                    <a:pt x="693" y="832"/>
                  </a:moveTo>
                  <a:cubicBezTo>
                    <a:pt x="761" y="832"/>
                    <a:pt x="761" y="832"/>
                    <a:pt x="761" y="832"/>
                  </a:cubicBezTo>
                  <a:cubicBezTo>
                    <a:pt x="761" y="899"/>
                    <a:pt x="761" y="899"/>
                    <a:pt x="761" y="899"/>
                  </a:cubicBezTo>
                  <a:cubicBezTo>
                    <a:pt x="693" y="899"/>
                    <a:pt x="693" y="899"/>
                    <a:pt x="693" y="899"/>
                  </a:cubicBezTo>
                  <a:lnTo>
                    <a:pt x="693" y="832"/>
                  </a:lnTo>
                  <a:close/>
                  <a:moveTo>
                    <a:pt x="693" y="901"/>
                  </a:moveTo>
                  <a:cubicBezTo>
                    <a:pt x="761" y="901"/>
                    <a:pt x="761" y="901"/>
                    <a:pt x="761" y="901"/>
                  </a:cubicBezTo>
                  <a:cubicBezTo>
                    <a:pt x="761" y="968"/>
                    <a:pt x="761" y="968"/>
                    <a:pt x="761" y="968"/>
                  </a:cubicBezTo>
                  <a:cubicBezTo>
                    <a:pt x="693" y="968"/>
                    <a:pt x="693" y="968"/>
                    <a:pt x="693" y="968"/>
                  </a:cubicBezTo>
                  <a:lnTo>
                    <a:pt x="693" y="901"/>
                  </a:lnTo>
                  <a:close/>
                  <a:moveTo>
                    <a:pt x="693" y="970"/>
                  </a:moveTo>
                  <a:cubicBezTo>
                    <a:pt x="761" y="970"/>
                    <a:pt x="761" y="970"/>
                    <a:pt x="761" y="970"/>
                  </a:cubicBezTo>
                  <a:cubicBezTo>
                    <a:pt x="761" y="1038"/>
                    <a:pt x="761" y="1038"/>
                    <a:pt x="761" y="1038"/>
                  </a:cubicBezTo>
                  <a:cubicBezTo>
                    <a:pt x="693" y="1038"/>
                    <a:pt x="693" y="1038"/>
                    <a:pt x="693" y="1038"/>
                  </a:cubicBezTo>
                  <a:lnTo>
                    <a:pt x="693" y="970"/>
                  </a:lnTo>
                  <a:close/>
                  <a:moveTo>
                    <a:pt x="693" y="1039"/>
                  </a:moveTo>
                  <a:cubicBezTo>
                    <a:pt x="761" y="1039"/>
                    <a:pt x="761" y="1039"/>
                    <a:pt x="761" y="1039"/>
                  </a:cubicBezTo>
                  <a:cubicBezTo>
                    <a:pt x="761" y="1107"/>
                    <a:pt x="761" y="1107"/>
                    <a:pt x="761" y="1107"/>
                  </a:cubicBezTo>
                  <a:cubicBezTo>
                    <a:pt x="693" y="1107"/>
                    <a:pt x="693" y="1107"/>
                    <a:pt x="693" y="1107"/>
                  </a:cubicBezTo>
                  <a:lnTo>
                    <a:pt x="693" y="1039"/>
                  </a:lnTo>
                  <a:close/>
                  <a:moveTo>
                    <a:pt x="693" y="1109"/>
                  </a:moveTo>
                  <a:cubicBezTo>
                    <a:pt x="761" y="1109"/>
                    <a:pt x="761" y="1109"/>
                    <a:pt x="761" y="1109"/>
                  </a:cubicBezTo>
                  <a:cubicBezTo>
                    <a:pt x="761" y="1176"/>
                    <a:pt x="761" y="1176"/>
                    <a:pt x="761" y="1176"/>
                  </a:cubicBezTo>
                  <a:cubicBezTo>
                    <a:pt x="693" y="1176"/>
                    <a:pt x="693" y="1176"/>
                    <a:pt x="693" y="1176"/>
                  </a:cubicBezTo>
                  <a:lnTo>
                    <a:pt x="693" y="1109"/>
                  </a:lnTo>
                  <a:close/>
                  <a:moveTo>
                    <a:pt x="693" y="1178"/>
                  </a:moveTo>
                  <a:cubicBezTo>
                    <a:pt x="761" y="1178"/>
                    <a:pt x="761" y="1178"/>
                    <a:pt x="761" y="1178"/>
                  </a:cubicBezTo>
                  <a:cubicBezTo>
                    <a:pt x="761" y="1245"/>
                    <a:pt x="761" y="1245"/>
                    <a:pt x="761" y="1245"/>
                  </a:cubicBezTo>
                  <a:cubicBezTo>
                    <a:pt x="693" y="1245"/>
                    <a:pt x="693" y="1245"/>
                    <a:pt x="693" y="1245"/>
                  </a:cubicBezTo>
                  <a:lnTo>
                    <a:pt x="693" y="1178"/>
                  </a:lnTo>
                  <a:close/>
                  <a:moveTo>
                    <a:pt x="693" y="1247"/>
                  </a:moveTo>
                  <a:cubicBezTo>
                    <a:pt x="761" y="1247"/>
                    <a:pt x="761" y="1247"/>
                    <a:pt x="761" y="1247"/>
                  </a:cubicBezTo>
                  <a:cubicBezTo>
                    <a:pt x="761" y="1314"/>
                    <a:pt x="761" y="1314"/>
                    <a:pt x="761" y="1314"/>
                  </a:cubicBezTo>
                  <a:cubicBezTo>
                    <a:pt x="693" y="1314"/>
                    <a:pt x="693" y="1314"/>
                    <a:pt x="693" y="1314"/>
                  </a:cubicBezTo>
                  <a:lnTo>
                    <a:pt x="693" y="1247"/>
                  </a:lnTo>
                  <a:close/>
                  <a:moveTo>
                    <a:pt x="693" y="1316"/>
                  </a:moveTo>
                  <a:cubicBezTo>
                    <a:pt x="761" y="1316"/>
                    <a:pt x="761" y="1316"/>
                    <a:pt x="761" y="1316"/>
                  </a:cubicBezTo>
                  <a:cubicBezTo>
                    <a:pt x="761" y="1384"/>
                    <a:pt x="761" y="1384"/>
                    <a:pt x="761" y="1384"/>
                  </a:cubicBezTo>
                  <a:cubicBezTo>
                    <a:pt x="693" y="1384"/>
                    <a:pt x="693" y="1384"/>
                    <a:pt x="693" y="1384"/>
                  </a:cubicBezTo>
                  <a:lnTo>
                    <a:pt x="693" y="1316"/>
                  </a:lnTo>
                  <a:close/>
                  <a:moveTo>
                    <a:pt x="693" y="1386"/>
                  </a:moveTo>
                  <a:cubicBezTo>
                    <a:pt x="761" y="1386"/>
                    <a:pt x="761" y="1386"/>
                    <a:pt x="761" y="1386"/>
                  </a:cubicBezTo>
                  <a:cubicBezTo>
                    <a:pt x="761" y="1453"/>
                    <a:pt x="761" y="1453"/>
                    <a:pt x="761" y="1453"/>
                  </a:cubicBezTo>
                  <a:cubicBezTo>
                    <a:pt x="693" y="1453"/>
                    <a:pt x="693" y="1453"/>
                    <a:pt x="693" y="1453"/>
                  </a:cubicBezTo>
                  <a:lnTo>
                    <a:pt x="693" y="1386"/>
                  </a:lnTo>
                  <a:close/>
                  <a:moveTo>
                    <a:pt x="693" y="1455"/>
                  </a:moveTo>
                  <a:cubicBezTo>
                    <a:pt x="761" y="1455"/>
                    <a:pt x="761" y="1455"/>
                    <a:pt x="761" y="1455"/>
                  </a:cubicBezTo>
                  <a:cubicBezTo>
                    <a:pt x="761" y="1522"/>
                    <a:pt x="761" y="1522"/>
                    <a:pt x="761" y="1522"/>
                  </a:cubicBezTo>
                  <a:cubicBezTo>
                    <a:pt x="693" y="1522"/>
                    <a:pt x="693" y="1522"/>
                    <a:pt x="693" y="1522"/>
                  </a:cubicBezTo>
                  <a:lnTo>
                    <a:pt x="693" y="1455"/>
                  </a:lnTo>
                  <a:close/>
                  <a:moveTo>
                    <a:pt x="693" y="1524"/>
                  </a:moveTo>
                  <a:cubicBezTo>
                    <a:pt x="761" y="1524"/>
                    <a:pt x="761" y="1524"/>
                    <a:pt x="761" y="1524"/>
                  </a:cubicBezTo>
                  <a:cubicBezTo>
                    <a:pt x="761" y="1591"/>
                    <a:pt x="761" y="1591"/>
                    <a:pt x="761" y="1591"/>
                  </a:cubicBezTo>
                  <a:cubicBezTo>
                    <a:pt x="693" y="1591"/>
                    <a:pt x="693" y="1591"/>
                    <a:pt x="693" y="1591"/>
                  </a:cubicBezTo>
                  <a:lnTo>
                    <a:pt x="693" y="1524"/>
                  </a:lnTo>
                  <a:close/>
                  <a:moveTo>
                    <a:pt x="693" y="1593"/>
                  </a:moveTo>
                  <a:cubicBezTo>
                    <a:pt x="761" y="1593"/>
                    <a:pt x="761" y="1593"/>
                    <a:pt x="761" y="1593"/>
                  </a:cubicBezTo>
                  <a:cubicBezTo>
                    <a:pt x="761" y="1661"/>
                    <a:pt x="761" y="1661"/>
                    <a:pt x="761" y="1661"/>
                  </a:cubicBezTo>
                  <a:cubicBezTo>
                    <a:pt x="693" y="1661"/>
                    <a:pt x="693" y="1661"/>
                    <a:pt x="693" y="1661"/>
                  </a:cubicBezTo>
                  <a:lnTo>
                    <a:pt x="693" y="1593"/>
                  </a:lnTo>
                  <a:close/>
                  <a:moveTo>
                    <a:pt x="693" y="1662"/>
                  </a:moveTo>
                  <a:cubicBezTo>
                    <a:pt x="761" y="1662"/>
                    <a:pt x="761" y="1662"/>
                    <a:pt x="761" y="1662"/>
                  </a:cubicBezTo>
                  <a:cubicBezTo>
                    <a:pt x="761" y="1730"/>
                    <a:pt x="761" y="1730"/>
                    <a:pt x="761" y="1730"/>
                  </a:cubicBezTo>
                  <a:cubicBezTo>
                    <a:pt x="693" y="1730"/>
                    <a:pt x="693" y="1730"/>
                    <a:pt x="693" y="1730"/>
                  </a:cubicBezTo>
                  <a:lnTo>
                    <a:pt x="693" y="1662"/>
                  </a:lnTo>
                  <a:close/>
                  <a:moveTo>
                    <a:pt x="624" y="70"/>
                  </a:moveTo>
                  <a:cubicBezTo>
                    <a:pt x="691" y="70"/>
                    <a:pt x="691" y="70"/>
                    <a:pt x="691" y="70"/>
                  </a:cubicBezTo>
                  <a:cubicBezTo>
                    <a:pt x="691" y="138"/>
                    <a:pt x="691" y="138"/>
                    <a:pt x="691" y="138"/>
                  </a:cubicBezTo>
                  <a:cubicBezTo>
                    <a:pt x="624" y="138"/>
                    <a:pt x="624" y="138"/>
                    <a:pt x="624" y="138"/>
                  </a:cubicBezTo>
                  <a:lnTo>
                    <a:pt x="624" y="70"/>
                  </a:lnTo>
                  <a:close/>
                  <a:moveTo>
                    <a:pt x="624" y="139"/>
                  </a:moveTo>
                  <a:cubicBezTo>
                    <a:pt x="691" y="139"/>
                    <a:pt x="691" y="139"/>
                    <a:pt x="691" y="139"/>
                  </a:cubicBezTo>
                  <a:cubicBezTo>
                    <a:pt x="691" y="207"/>
                    <a:pt x="691" y="207"/>
                    <a:pt x="691" y="207"/>
                  </a:cubicBezTo>
                  <a:cubicBezTo>
                    <a:pt x="624" y="207"/>
                    <a:pt x="624" y="207"/>
                    <a:pt x="624" y="207"/>
                  </a:cubicBezTo>
                  <a:lnTo>
                    <a:pt x="624" y="139"/>
                  </a:lnTo>
                  <a:close/>
                  <a:moveTo>
                    <a:pt x="624" y="209"/>
                  </a:moveTo>
                  <a:cubicBezTo>
                    <a:pt x="691" y="209"/>
                    <a:pt x="691" y="209"/>
                    <a:pt x="691" y="209"/>
                  </a:cubicBezTo>
                  <a:cubicBezTo>
                    <a:pt x="691" y="276"/>
                    <a:pt x="691" y="276"/>
                    <a:pt x="691" y="276"/>
                  </a:cubicBezTo>
                  <a:cubicBezTo>
                    <a:pt x="624" y="276"/>
                    <a:pt x="624" y="276"/>
                    <a:pt x="624" y="276"/>
                  </a:cubicBezTo>
                  <a:lnTo>
                    <a:pt x="624" y="209"/>
                  </a:lnTo>
                  <a:close/>
                  <a:moveTo>
                    <a:pt x="624" y="278"/>
                  </a:moveTo>
                  <a:cubicBezTo>
                    <a:pt x="691" y="278"/>
                    <a:pt x="691" y="278"/>
                    <a:pt x="691" y="278"/>
                  </a:cubicBezTo>
                  <a:cubicBezTo>
                    <a:pt x="691" y="345"/>
                    <a:pt x="691" y="345"/>
                    <a:pt x="691" y="345"/>
                  </a:cubicBezTo>
                  <a:cubicBezTo>
                    <a:pt x="624" y="345"/>
                    <a:pt x="624" y="345"/>
                    <a:pt x="624" y="345"/>
                  </a:cubicBezTo>
                  <a:lnTo>
                    <a:pt x="624" y="278"/>
                  </a:lnTo>
                  <a:close/>
                  <a:moveTo>
                    <a:pt x="624" y="347"/>
                  </a:moveTo>
                  <a:cubicBezTo>
                    <a:pt x="691" y="347"/>
                    <a:pt x="691" y="347"/>
                    <a:pt x="691" y="347"/>
                  </a:cubicBezTo>
                  <a:cubicBezTo>
                    <a:pt x="691" y="414"/>
                    <a:pt x="691" y="414"/>
                    <a:pt x="691" y="414"/>
                  </a:cubicBezTo>
                  <a:cubicBezTo>
                    <a:pt x="624" y="414"/>
                    <a:pt x="624" y="414"/>
                    <a:pt x="624" y="414"/>
                  </a:cubicBezTo>
                  <a:lnTo>
                    <a:pt x="624" y="347"/>
                  </a:lnTo>
                  <a:close/>
                  <a:moveTo>
                    <a:pt x="624" y="416"/>
                  </a:moveTo>
                  <a:cubicBezTo>
                    <a:pt x="691" y="416"/>
                    <a:pt x="691" y="416"/>
                    <a:pt x="691" y="416"/>
                  </a:cubicBezTo>
                  <a:cubicBezTo>
                    <a:pt x="691" y="484"/>
                    <a:pt x="691" y="484"/>
                    <a:pt x="691" y="484"/>
                  </a:cubicBezTo>
                  <a:cubicBezTo>
                    <a:pt x="624" y="484"/>
                    <a:pt x="624" y="484"/>
                    <a:pt x="624" y="484"/>
                  </a:cubicBezTo>
                  <a:lnTo>
                    <a:pt x="624" y="416"/>
                  </a:lnTo>
                  <a:close/>
                  <a:moveTo>
                    <a:pt x="624" y="486"/>
                  </a:moveTo>
                  <a:cubicBezTo>
                    <a:pt x="691" y="486"/>
                    <a:pt x="691" y="486"/>
                    <a:pt x="691" y="486"/>
                  </a:cubicBezTo>
                  <a:cubicBezTo>
                    <a:pt x="691" y="553"/>
                    <a:pt x="691" y="553"/>
                    <a:pt x="691" y="553"/>
                  </a:cubicBezTo>
                  <a:cubicBezTo>
                    <a:pt x="624" y="553"/>
                    <a:pt x="624" y="553"/>
                    <a:pt x="624" y="553"/>
                  </a:cubicBezTo>
                  <a:lnTo>
                    <a:pt x="624" y="486"/>
                  </a:lnTo>
                  <a:close/>
                  <a:moveTo>
                    <a:pt x="624" y="555"/>
                  </a:moveTo>
                  <a:cubicBezTo>
                    <a:pt x="691" y="555"/>
                    <a:pt x="691" y="555"/>
                    <a:pt x="691" y="555"/>
                  </a:cubicBezTo>
                  <a:cubicBezTo>
                    <a:pt x="691" y="622"/>
                    <a:pt x="691" y="622"/>
                    <a:pt x="691" y="622"/>
                  </a:cubicBezTo>
                  <a:cubicBezTo>
                    <a:pt x="624" y="622"/>
                    <a:pt x="624" y="622"/>
                    <a:pt x="624" y="622"/>
                  </a:cubicBezTo>
                  <a:lnTo>
                    <a:pt x="624" y="555"/>
                  </a:lnTo>
                  <a:close/>
                  <a:moveTo>
                    <a:pt x="624" y="624"/>
                  </a:moveTo>
                  <a:cubicBezTo>
                    <a:pt x="691" y="624"/>
                    <a:pt x="691" y="624"/>
                    <a:pt x="691" y="624"/>
                  </a:cubicBezTo>
                  <a:cubicBezTo>
                    <a:pt x="691" y="691"/>
                    <a:pt x="691" y="691"/>
                    <a:pt x="691" y="691"/>
                  </a:cubicBezTo>
                  <a:cubicBezTo>
                    <a:pt x="624" y="691"/>
                    <a:pt x="624" y="691"/>
                    <a:pt x="624" y="691"/>
                  </a:cubicBezTo>
                  <a:lnTo>
                    <a:pt x="624" y="624"/>
                  </a:lnTo>
                  <a:close/>
                  <a:moveTo>
                    <a:pt x="624" y="693"/>
                  </a:moveTo>
                  <a:cubicBezTo>
                    <a:pt x="691" y="693"/>
                    <a:pt x="691" y="693"/>
                    <a:pt x="691" y="693"/>
                  </a:cubicBezTo>
                  <a:cubicBezTo>
                    <a:pt x="691" y="761"/>
                    <a:pt x="691" y="761"/>
                    <a:pt x="691" y="761"/>
                  </a:cubicBezTo>
                  <a:cubicBezTo>
                    <a:pt x="624" y="761"/>
                    <a:pt x="624" y="761"/>
                    <a:pt x="624" y="761"/>
                  </a:cubicBezTo>
                  <a:lnTo>
                    <a:pt x="624" y="693"/>
                  </a:lnTo>
                  <a:close/>
                  <a:moveTo>
                    <a:pt x="624" y="762"/>
                  </a:moveTo>
                  <a:cubicBezTo>
                    <a:pt x="691" y="762"/>
                    <a:pt x="691" y="762"/>
                    <a:pt x="691" y="762"/>
                  </a:cubicBezTo>
                  <a:cubicBezTo>
                    <a:pt x="691" y="830"/>
                    <a:pt x="691" y="830"/>
                    <a:pt x="691" y="830"/>
                  </a:cubicBezTo>
                  <a:cubicBezTo>
                    <a:pt x="624" y="830"/>
                    <a:pt x="624" y="830"/>
                    <a:pt x="624" y="830"/>
                  </a:cubicBezTo>
                  <a:lnTo>
                    <a:pt x="624" y="762"/>
                  </a:lnTo>
                  <a:close/>
                  <a:moveTo>
                    <a:pt x="624" y="832"/>
                  </a:moveTo>
                  <a:cubicBezTo>
                    <a:pt x="691" y="832"/>
                    <a:pt x="691" y="832"/>
                    <a:pt x="691" y="832"/>
                  </a:cubicBezTo>
                  <a:cubicBezTo>
                    <a:pt x="691" y="899"/>
                    <a:pt x="691" y="899"/>
                    <a:pt x="691" y="899"/>
                  </a:cubicBezTo>
                  <a:cubicBezTo>
                    <a:pt x="624" y="899"/>
                    <a:pt x="624" y="899"/>
                    <a:pt x="624" y="899"/>
                  </a:cubicBezTo>
                  <a:lnTo>
                    <a:pt x="624" y="832"/>
                  </a:lnTo>
                  <a:close/>
                  <a:moveTo>
                    <a:pt x="624" y="901"/>
                  </a:moveTo>
                  <a:cubicBezTo>
                    <a:pt x="691" y="901"/>
                    <a:pt x="691" y="901"/>
                    <a:pt x="691" y="901"/>
                  </a:cubicBezTo>
                  <a:cubicBezTo>
                    <a:pt x="691" y="968"/>
                    <a:pt x="691" y="968"/>
                    <a:pt x="691" y="968"/>
                  </a:cubicBezTo>
                  <a:cubicBezTo>
                    <a:pt x="624" y="968"/>
                    <a:pt x="624" y="968"/>
                    <a:pt x="624" y="968"/>
                  </a:cubicBezTo>
                  <a:lnTo>
                    <a:pt x="624" y="901"/>
                  </a:lnTo>
                  <a:close/>
                  <a:moveTo>
                    <a:pt x="624" y="970"/>
                  </a:moveTo>
                  <a:cubicBezTo>
                    <a:pt x="691" y="970"/>
                    <a:pt x="691" y="970"/>
                    <a:pt x="691" y="970"/>
                  </a:cubicBezTo>
                  <a:cubicBezTo>
                    <a:pt x="691" y="1038"/>
                    <a:pt x="691" y="1038"/>
                    <a:pt x="691" y="1038"/>
                  </a:cubicBezTo>
                  <a:cubicBezTo>
                    <a:pt x="624" y="1038"/>
                    <a:pt x="624" y="1038"/>
                    <a:pt x="624" y="1038"/>
                  </a:cubicBezTo>
                  <a:lnTo>
                    <a:pt x="624" y="970"/>
                  </a:lnTo>
                  <a:close/>
                  <a:moveTo>
                    <a:pt x="624" y="1039"/>
                  </a:moveTo>
                  <a:cubicBezTo>
                    <a:pt x="691" y="1039"/>
                    <a:pt x="691" y="1039"/>
                    <a:pt x="691" y="1039"/>
                  </a:cubicBezTo>
                  <a:cubicBezTo>
                    <a:pt x="691" y="1107"/>
                    <a:pt x="691" y="1107"/>
                    <a:pt x="691" y="1107"/>
                  </a:cubicBezTo>
                  <a:cubicBezTo>
                    <a:pt x="624" y="1107"/>
                    <a:pt x="624" y="1107"/>
                    <a:pt x="624" y="1107"/>
                  </a:cubicBezTo>
                  <a:lnTo>
                    <a:pt x="624" y="1039"/>
                  </a:lnTo>
                  <a:close/>
                  <a:moveTo>
                    <a:pt x="624" y="1109"/>
                  </a:moveTo>
                  <a:cubicBezTo>
                    <a:pt x="691" y="1109"/>
                    <a:pt x="691" y="1109"/>
                    <a:pt x="691" y="1109"/>
                  </a:cubicBezTo>
                  <a:cubicBezTo>
                    <a:pt x="691" y="1176"/>
                    <a:pt x="691" y="1176"/>
                    <a:pt x="691" y="1176"/>
                  </a:cubicBezTo>
                  <a:cubicBezTo>
                    <a:pt x="624" y="1176"/>
                    <a:pt x="624" y="1176"/>
                    <a:pt x="624" y="1176"/>
                  </a:cubicBezTo>
                  <a:lnTo>
                    <a:pt x="624" y="1109"/>
                  </a:lnTo>
                  <a:close/>
                  <a:moveTo>
                    <a:pt x="624" y="1178"/>
                  </a:moveTo>
                  <a:cubicBezTo>
                    <a:pt x="691" y="1178"/>
                    <a:pt x="691" y="1178"/>
                    <a:pt x="691" y="1178"/>
                  </a:cubicBezTo>
                  <a:cubicBezTo>
                    <a:pt x="691" y="1245"/>
                    <a:pt x="691" y="1245"/>
                    <a:pt x="691" y="1245"/>
                  </a:cubicBezTo>
                  <a:cubicBezTo>
                    <a:pt x="624" y="1245"/>
                    <a:pt x="624" y="1245"/>
                    <a:pt x="624" y="1245"/>
                  </a:cubicBezTo>
                  <a:lnTo>
                    <a:pt x="624" y="1178"/>
                  </a:lnTo>
                  <a:close/>
                  <a:moveTo>
                    <a:pt x="624" y="1247"/>
                  </a:moveTo>
                  <a:cubicBezTo>
                    <a:pt x="691" y="1247"/>
                    <a:pt x="691" y="1247"/>
                    <a:pt x="691" y="1247"/>
                  </a:cubicBezTo>
                  <a:cubicBezTo>
                    <a:pt x="691" y="1314"/>
                    <a:pt x="691" y="1314"/>
                    <a:pt x="691" y="1314"/>
                  </a:cubicBezTo>
                  <a:cubicBezTo>
                    <a:pt x="624" y="1314"/>
                    <a:pt x="624" y="1314"/>
                    <a:pt x="624" y="1314"/>
                  </a:cubicBezTo>
                  <a:lnTo>
                    <a:pt x="624" y="1247"/>
                  </a:lnTo>
                  <a:close/>
                  <a:moveTo>
                    <a:pt x="624" y="1316"/>
                  </a:moveTo>
                  <a:cubicBezTo>
                    <a:pt x="691" y="1316"/>
                    <a:pt x="691" y="1316"/>
                    <a:pt x="691" y="1316"/>
                  </a:cubicBezTo>
                  <a:cubicBezTo>
                    <a:pt x="691" y="1384"/>
                    <a:pt x="691" y="1384"/>
                    <a:pt x="691" y="1384"/>
                  </a:cubicBezTo>
                  <a:cubicBezTo>
                    <a:pt x="624" y="1384"/>
                    <a:pt x="624" y="1384"/>
                    <a:pt x="624" y="1384"/>
                  </a:cubicBezTo>
                  <a:lnTo>
                    <a:pt x="624" y="1316"/>
                  </a:lnTo>
                  <a:close/>
                  <a:moveTo>
                    <a:pt x="624" y="1386"/>
                  </a:moveTo>
                  <a:cubicBezTo>
                    <a:pt x="691" y="1386"/>
                    <a:pt x="691" y="1386"/>
                    <a:pt x="691" y="1386"/>
                  </a:cubicBezTo>
                  <a:cubicBezTo>
                    <a:pt x="691" y="1453"/>
                    <a:pt x="691" y="1453"/>
                    <a:pt x="691" y="1453"/>
                  </a:cubicBezTo>
                  <a:cubicBezTo>
                    <a:pt x="624" y="1453"/>
                    <a:pt x="624" y="1453"/>
                    <a:pt x="624" y="1453"/>
                  </a:cubicBezTo>
                  <a:lnTo>
                    <a:pt x="624" y="1386"/>
                  </a:lnTo>
                  <a:close/>
                  <a:moveTo>
                    <a:pt x="624" y="1455"/>
                  </a:moveTo>
                  <a:cubicBezTo>
                    <a:pt x="691" y="1455"/>
                    <a:pt x="691" y="1455"/>
                    <a:pt x="691" y="1455"/>
                  </a:cubicBezTo>
                  <a:cubicBezTo>
                    <a:pt x="691" y="1522"/>
                    <a:pt x="691" y="1522"/>
                    <a:pt x="691" y="1522"/>
                  </a:cubicBezTo>
                  <a:cubicBezTo>
                    <a:pt x="624" y="1522"/>
                    <a:pt x="624" y="1522"/>
                    <a:pt x="624" y="1522"/>
                  </a:cubicBezTo>
                  <a:lnTo>
                    <a:pt x="624" y="1455"/>
                  </a:lnTo>
                  <a:close/>
                  <a:moveTo>
                    <a:pt x="624" y="1524"/>
                  </a:moveTo>
                  <a:cubicBezTo>
                    <a:pt x="691" y="1524"/>
                    <a:pt x="691" y="1524"/>
                    <a:pt x="691" y="1524"/>
                  </a:cubicBezTo>
                  <a:cubicBezTo>
                    <a:pt x="691" y="1591"/>
                    <a:pt x="691" y="1591"/>
                    <a:pt x="691" y="1591"/>
                  </a:cubicBezTo>
                  <a:cubicBezTo>
                    <a:pt x="624" y="1591"/>
                    <a:pt x="624" y="1591"/>
                    <a:pt x="624" y="1591"/>
                  </a:cubicBezTo>
                  <a:lnTo>
                    <a:pt x="624" y="1524"/>
                  </a:lnTo>
                  <a:close/>
                  <a:moveTo>
                    <a:pt x="624" y="1593"/>
                  </a:moveTo>
                  <a:cubicBezTo>
                    <a:pt x="691" y="1593"/>
                    <a:pt x="691" y="1593"/>
                    <a:pt x="691" y="1593"/>
                  </a:cubicBezTo>
                  <a:cubicBezTo>
                    <a:pt x="691" y="1661"/>
                    <a:pt x="691" y="1661"/>
                    <a:pt x="691" y="1661"/>
                  </a:cubicBezTo>
                  <a:cubicBezTo>
                    <a:pt x="624" y="1661"/>
                    <a:pt x="624" y="1661"/>
                    <a:pt x="624" y="1661"/>
                  </a:cubicBezTo>
                  <a:lnTo>
                    <a:pt x="624" y="1593"/>
                  </a:lnTo>
                  <a:close/>
                  <a:moveTo>
                    <a:pt x="624" y="1662"/>
                  </a:moveTo>
                  <a:cubicBezTo>
                    <a:pt x="691" y="1662"/>
                    <a:pt x="691" y="1662"/>
                    <a:pt x="691" y="1662"/>
                  </a:cubicBezTo>
                  <a:cubicBezTo>
                    <a:pt x="691" y="1730"/>
                    <a:pt x="691" y="1730"/>
                    <a:pt x="691" y="1730"/>
                  </a:cubicBezTo>
                  <a:cubicBezTo>
                    <a:pt x="624" y="1730"/>
                    <a:pt x="624" y="1730"/>
                    <a:pt x="624" y="1730"/>
                  </a:cubicBezTo>
                  <a:lnTo>
                    <a:pt x="624" y="1662"/>
                  </a:lnTo>
                  <a:close/>
                  <a:moveTo>
                    <a:pt x="555" y="70"/>
                  </a:moveTo>
                  <a:cubicBezTo>
                    <a:pt x="622" y="70"/>
                    <a:pt x="622" y="70"/>
                    <a:pt x="622" y="70"/>
                  </a:cubicBezTo>
                  <a:cubicBezTo>
                    <a:pt x="622" y="138"/>
                    <a:pt x="622" y="138"/>
                    <a:pt x="622" y="138"/>
                  </a:cubicBezTo>
                  <a:cubicBezTo>
                    <a:pt x="555" y="138"/>
                    <a:pt x="555" y="138"/>
                    <a:pt x="555" y="138"/>
                  </a:cubicBezTo>
                  <a:lnTo>
                    <a:pt x="555" y="70"/>
                  </a:lnTo>
                  <a:close/>
                  <a:moveTo>
                    <a:pt x="555" y="139"/>
                  </a:moveTo>
                  <a:cubicBezTo>
                    <a:pt x="622" y="139"/>
                    <a:pt x="622" y="139"/>
                    <a:pt x="622" y="139"/>
                  </a:cubicBezTo>
                  <a:cubicBezTo>
                    <a:pt x="622" y="207"/>
                    <a:pt x="622" y="207"/>
                    <a:pt x="622" y="207"/>
                  </a:cubicBezTo>
                  <a:cubicBezTo>
                    <a:pt x="555" y="207"/>
                    <a:pt x="555" y="207"/>
                    <a:pt x="555" y="207"/>
                  </a:cubicBezTo>
                  <a:lnTo>
                    <a:pt x="555" y="139"/>
                  </a:lnTo>
                  <a:close/>
                  <a:moveTo>
                    <a:pt x="555" y="209"/>
                  </a:moveTo>
                  <a:cubicBezTo>
                    <a:pt x="622" y="209"/>
                    <a:pt x="622" y="209"/>
                    <a:pt x="622" y="209"/>
                  </a:cubicBezTo>
                  <a:cubicBezTo>
                    <a:pt x="622" y="276"/>
                    <a:pt x="622" y="276"/>
                    <a:pt x="622" y="276"/>
                  </a:cubicBezTo>
                  <a:cubicBezTo>
                    <a:pt x="555" y="276"/>
                    <a:pt x="555" y="276"/>
                    <a:pt x="555" y="276"/>
                  </a:cubicBezTo>
                  <a:lnTo>
                    <a:pt x="555" y="209"/>
                  </a:lnTo>
                  <a:close/>
                  <a:moveTo>
                    <a:pt x="555" y="278"/>
                  </a:moveTo>
                  <a:cubicBezTo>
                    <a:pt x="622" y="278"/>
                    <a:pt x="622" y="278"/>
                    <a:pt x="622" y="278"/>
                  </a:cubicBezTo>
                  <a:cubicBezTo>
                    <a:pt x="622" y="345"/>
                    <a:pt x="622" y="345"/>
                    <a:pt x="622" y="345"/>
                  </a:cubicBezTo>
                  <a:cubicBezTo>
                    <a:pt x="555" y="345"/>
                    <a:pt x="555" y="345"/>
                    <a:pt x="555" y="345"/>
                  </a:cubicBezTo>
                  <a:lnTo>
                    <a:pt x="555" y="278"/>
                  </a:lnTo>
                  <a:close/>
                  <a:moveTo>
                    <a:pt x="555" y="347"/>
                  </a:moveTo>
                  <a:cubicBezTo>
                    <a:pt x="622" y="347"/>
                    <a:pt x="622" y="347"/>
                    <a:pt x="622" y="347"/>
                  </a:cubicBezTo>
                  <a:cubicBezTo>
                    <a:pt x="622" y="414"/>
                    <a:pt x="622" y="414"/>
                    <a:pt x="622" y="414"/>
                  </a:cubicBezTo>
                  <a:cubicBezTo>
                    <a:pt x="555" y="414"/>
                    <a:pt x="555" y="414"/>
                    <a:pt x="555" y="414"/>
                  </a:cubicBezTo>
                  <a:lnTo>
                    <a:pt x="555" y="347"/>
                  </a:lnTo>
                  <a:close/>
                  <a:moveTo>
                    <a:pt x="555" y="416"/>
                  </a:moveTo>
                  <a:cubicBezTo>
                    <a:pt x="622" y="416"/>
                    <a:pt x="622" y="416"/>
                    <a:pt x="622" y="416"/>
                  </a:cubicBezTo>
                  <a:cubicBezTo>
                    <a:pt x="622" y="484"/>
                    <a:pt x="622" y="484"/>
                    <a:pt x="622" y="484"/>
                  </a:cubicBezTo>
                  <a:cubicBezTo>
                    <a:pt x="555" y="484"/>
                    <a:pt x="555" y="484"/>
                    <a:pt x="555" y="484"/>
                  </a:cubicBezTo>
                  <a:lnTo>
                    <a:pt x="555" y="416"/>
                  </a:lnTo>
                  <a:close/>
                  <a:moveTo>
                    <a:pt x="555" y="486"/>
                  </a:moveTo>
                  <a:cubicBezTo>
                    <a:pt x="622" y="486"/>
                    <a:pt x="622" y="486"/>
                    <a:pt x="622" y="486"/>
                  </a:cubicBezTo>
                  <a:cubicBezTo>
                    <a:pt x="622" y="553"/>
                    <a:pt x="622" y="553"/>
                    <a:pt x="622" y="553"/>
                  </a:cubicBezTo>
                  <a:cubicBezTo>
                    <a:pt x="555" y="553"/>
                    <a:pt x="555" y="553"/>
                    <a:pt x="555" y="553"/>
                  </a:cubicBezTo>
                  <a:lnTo>
                    <a:pt x="555" y="486"/>
                  </a:lnTo>
                  <a:close/>
                  <a:moveTo>
                    <a:pt x="555" y="555"/>
                  </a:moveTo>
                  <a:cubicBezTo>
                    <a:pt x="622" y="555"/>
                    <a:pt x="622" y="555"/>
                    <a:pt x="622" y="555"/>
                  </a:cubicBezTo>
                  <a:cubicBezTo>
                    <a:pt x="622" y="622"/>
                    <a:pt x="622" y="622"/>
                    <a:pt x="622" y="622"/>
                  </a:cubicBezTo>
                  <a:cubicBezTo>
                    <a:pt x="555" y="622"/>
                    <a:pt x="555" y="622"/>
                    <a:pt x="555" y="622"/>
                  </a:cubicBezTo>
                  <a:lnTo>
                    <a:pt x="555" y="555"/>
                  </a:lnTo>
                  <a:close/>
                  <a:moveTo>
                    <a:pt x="555" y="624"/>
                  </a:moveTo>
                  <a:cubicBezTo>
                    <a:pt x="622" y="624"/>
                    <a:pt x="622" y="624"/>
                    <a:pt x="622" y="624"/>
                  </a:cubicBezTo>
                  <a:cubicBezTo>
                    <a:pt x="622" y="691"/>
                    <a:pt x="622" y="691"/>
                    <a:pt x="622" y="691"/>
                  </a:cubicBezTo>
                  <a:cubicBezTo>
                    <a:pt x="555" y="691"/>
                    <a:pt x="555" y="691"/>
                    <a:pt x="555" y="691"/>
                  </a:cubicBezTo>
                  <a:lnTo>
                    <a:pt x="555" y="624"/>
                  </a:lnTo>
                  <a:close/>
                  <a:moveTo>
                    <a:pt x="555" y="693"/>
                  </a:moveTo>
                  <a:cubicBezTo>
                    <a:pt x="622" y="693"/>
                    <a:pt x="622" y="693"/>
                    <a:pt x="622" y="693"/>
                  </a:cubicBezTo>
                  <a:cubicBezTo>
                    <a:pt x="622" y="761"/>
                    <a:pt x="622" y="761"/>
                    <a:pt x="622" y="761"/>
                  </a:cubicBezTo>
                  <a:cubicBezTo>
                    <a:pt x="555" y="761"/>
                    <a:pt x="555" y="761"/>
                    <a:pt x="555" y="761"/>
                  </a:cubicBezTo>
                  <a:lnTo>
                    <a:pt x="555" y="693"/>
                  </a:lnTo>
                  <a:close/>
                  <a:moveTo>
                    <a:pt x="555" y="762"/>
                  </a:moveTo>
                  <a:cubicBezTo>
                    <a:pt x="622" y="762"/>
                    <a:pt x="622" y="762"/>
                    <a:pt x="622" y="762"/>
                  </a:cubicBezTo>
                  <a:cubicBezTo>
                    <a:pt x="622" y="830"/>
                    <a:pt x="622" y="830"/>
                    <a:pt x="622" y="830"/>
                  </a:cubicBezTo>
                  <a:cubicBezTo>
                    <a:pt x="555" y="830"/>
                    <a:pt x="555" y="830"/>
                    <a:pt x="555" y="830"/>
                  </a:cubicBezTo>
                  <a:lnTo>
                    <a:pt x="555" y="762"/>
                  </a:lnTo>
                  <a:close/>
                  <a:moveTo>
                    <a:pt x="555" y="832"/>
                  </a:moveTo>
                  <a:cubicBezTo>
                    <a:pt x="622" y="832"/>
                    <a:pt x="622" y="832"/>
                    <a:pt x="622" y="832"/>
                  </a:cubicBezTo>
                  <a:cubicBezTo>
                    <a:pt x="622" y="899"/>
                    <a:pt x="622" y="899"/>
                    <a:pt x="622" y="899"/>
                  </a:cubicBezTo>
                  <a:cubicBezTo>
                    <a:pt x="555" y="899"/>
                    <a:pt x="555" y="899"/>
                    <a:pt x="555" y="899"/>
                  </a:cubicBezTo>
                  <a:lnTo>
                    <a:pt x="555" y="832"/>
                  </a:lnTo>
                  <a:close/>
                  <a:moveTo>
                    <a:pt x="555" y="901"/>
                  </a:moveTo>
                  <a:cubicBezTo>
                    <a:pt x="622" y="901"/>
                    <a:pt x="622" y="901"/>
                    <a:pt x="622" y="901"/>
                  </a:cubicBezTo>
                  <a:cubicBezTo>
                    <a:pt x="622" y="968"/>
                    <a:pt x="622" y="968"/>
                    <a:pt x="622" y="968"/>
                  </a:cubicBezTo>
                  <a:cubicBezTo>
                    <a:pt x="555" y="968"/>
                    <a:pt x="555" y="968"/>
                    <a:pt x="555" y="968"/>
                  </a:cubicBezTo>
                  <a:lnTo>
                    <a:pt x="555" y="901"/>
                  </a:lnTo>
                  <a:close/>
                  <a:moveTo>
                    <a:pt x="555" y="970"/>
                  </a:moveTo>
                  <a:cubicBezTo>
                    <a:pt x="622" y="970"/>
                    <a:pt x="622" y="970"/>
                    <a:pt x="622" y="970"/>
                  </a:cubicBezTo>
                  <a:cubicBezTo>
                    <a:pt x="622" y="1038"/>
                    <a:pt x="622" y="1038"/>
                    <a:pt x="622" y="1038"/>
                  </a:cubicBezTo>
                  <a:cubicBezTo>
                    <a:pt x="555" y="1038"/>
                    <a:pt x="555" y="1038"/>
                    <a:pt x="555" y="1038"/>
                  </a:cubicBezTo>
                  <a:lnTo>
                    <a:pt x="555" y="970"/>
                  </a:lnTo>
                  <a:close/>
                  <a:moveTo>
                    <a:pt x="555" y="1039"/>
                  </a:moveTo>
                  <a:cubicBezTo>
                    <a:pt x="622" y="1039"/>
                    <a:pt x="622" y="1039"/>
                    <a:pt x="622" y="1039"/>
                  </a:cubicBezTo>
                  <a:cubicBezTo>
                    <a:pt x="622" y="1107"/>
                    <a:pt x="622" y="1107"/>
                    <a:pt x="622" y="1107"/>
                  </a:cubicBezTo>
                  <a:cubicBezTo>
                    <a:pt x="555" y="1107"/>
                    <a:pt x="555" y="1107"/>
                    <a:pt x="555" y="1107"/>
                  </a:cubicBezTo>
                  <a:lnTo>
                    <a:pt x="555" y="1039"/>
                  </a:lnTo>
                  <a:close/>
                  <a:moveTo>
                    <a:pt x="555" y="1109"/>
                  </a:moveTo>
                  <a:cubicBezTo>
                    <a:pt x="622" y="1109"/>
                    <a:pt x="622" y="1109"/>
                    <a:pt x="622" y="1109"/>
                  </a:cubicBezTo>
                  <a:cubicBezTo>
                    <a:pt x="622" y="1176"/>
                    <a:pt x="622" y="1176"/>
                    <a:pt x="622" y="1176"/>
                  </a:cubicBezTo>
                  <a:cubicBezTo>
                    <a:pt x="555" y="1176"/>
                    <a:pt x="555" y="1176"/>
                    <a:pt x="555" y="1176"/>
                  </a:cubicBezTo>
                  <a:lnTo>
                    <a:pt x="555" y="1109"/>
                  </a:lnTo>
                  <a:close/>
                  <a:moveTo>
                    <a:pt x="555" y="1178"/>
                  </a:moveTo>
                  <a:cubicBezTo>
                    <a:pt x="622" y="1178"/>
                    <a:pt x="622" y="1178"/>
                    <a:pt x="622" y="1178"/>
                  </a:cubicBezTo>
                  <a:cubicBezTo>
                    <a:pt x="622" y="1245"/>
                    <a:pt x="622" y="1245"/>
                    <a:pt x="622" y="1245"/>
                  </a:cubicBezTo>
                  <a:cubicBezTo>
                    <a:pt x="555" y="1245"/>
                    <a:pt x="555" y="1245"/>
                    <a:pt x="555" y="1245"/>
                  </a:cubicBezTo>
                  <a:lnTo>
                    <a:pt x="555" y="1178"/>
                  </a:lnTo>
                  <a:close/>
                  <a:moveTo>
                    <a:pt x="555" y="1247"/>
                  </a:moveTo>
                  <a:cubicBezTo>
                    <a:pt x="622" y="1247"/>
                    <a:pt x="622" y="1247"/>
                    <a:pt x="622" y="1247"/>
                  </a:cubicBezTo>
                  <a:cubicBezTo>
                    <a:pt x="622" y="1314"/>
                    <a:pt x="622" y="1314"/>
                    <a:pt x="622" y="1314"/>
                  </a:cubicBezTo>
                  <a:cubicBezTo>
                    <a:pt x="555" y="1314"/>
                    <a:pt x="555" y="1314"/>
                    <a:pt x="555" y="1314"/>
                  </a:cubicBezTo>
                  <a:lnTo>
                    <a:pt x="555" y="1247"/>
                  </a:lnTo>
                  <a:close/>
                  <a:moveTo>
                    <a:pt x="555" y="1316"/>
                  </a:moveTo>
                  <a:cubicBezTo>
                    <a:pt x="622" y="1316"/>
                    <a:pt x="622" y="1316"/>
                    <a:pt x="622" y="1316"/>
                  </a:cubicBezTo>
                  <a:cubicBezTo>
                    <a:pt x="622" y="1384"/>
                    <a:pt x="622" y="1384"/>
                    <a:pt x="622" y="1384"/>
                  </a:cubicBezTo>
                  <a:cubicBezTo>
                    <a:pt x="555" y="1384"/>
                    <a:pt x="555" y="1384"/>
                    <a:pt x="555" y="1384"/>
                  </a:cubicBezTo>
                  <a:lnTo>
                    <a:pt x="555" y="1316"/>
                  </a:lnTo>
                  <a:close/>
                  <a:moveTo>
                    <a:pt x="555" y="1386"/>
                  </a:moveTo>
                  <a:cubicBezTo>
                    <a:pt x="622" y="1386"/>
                    <a:pt x="622" y="1386"/>
                    <a:pt x="622" y="1386"/>
                  </a:cubicBezTo>
                  <a:cubicBezTo>
                    <a:pt x="622" y="1453"/>
                    <a:pt x="622" y="1453"/>
                    <a:pt x="622" y="1453"/>
                  </a:cubicBezTo>
                  <a:cubicBezTo>
                    <a:pt x="555" y="1453"/>
                    <a:pt x="555" y="1453"/>
                    <a:pt x="555" y="1453"/>
                  </a:cubicBezTo>
                  <a:lnTo>
                    <a:pt x="555" y="1386"/>
                  </a:lnTo>
                  <a:close/>
                  <a:moveTo>
                    <a:pt x="555" y="1455"/>
                  </a:moveTo>
                  <a:cubicBezTo>
                    <a:pt x="622" y="1455"/>
                    <a:pt x="622" y="1455"/>
                    <a:pt x="622" y="1455"/>
                  </a:cubicBezTo>
                  <a:cubicBezTo>
                    <a:pt x="622" y="1522"/>
                    <a:pt x="622" y="1522"/>
                    <a:pt x="622" y="1522"/>
                  </a:cubicBezTo>
                  <a:cubicBezTo>
                    <a:pt x="555" y="1522"/>
                    <a:pt x="555" y="1522"/>
                    <a:pt x="555" y="1522"/>
                  </a:cubicBezTo>
                  <a:lnTo>
                    <a:pt x="555" y="1455"/>
                  </a:lnTo>
                  <a:close/>
                  <a:moveTo>
                    <a:pt x="555" y="1524"/>
                  </a:moveTo>
                  <a:cubicBezTo>
                    <a:pt x="622" y="1524"/>
                    <a:pt x="622" y="1524"/>
                    <a:pt x="622" y="1524"/>
                  </a:cubicBezTo>
                  <a:cubicBezTo>
                    <a:pt x="622" y="1591"/>
                    <a:pt x="622" y="1591"/>
                    <a:pt x="622" y="1591"/>
                  </a:cubicBezTo>
                  <a:cubicBezTo>
                    <a:pt x="555" y="1591"/>
                    <a:pt x="555" y="1591"/>
                    <a:pt x="555" y="1591"/>
                  </a:cubicBezTo>
                  <a:lnTo>
                    <a:pt x="555" y="1524"/>
                  </a:lnTo>
                  <a:close/>
                  <a:moveTo>
                    <a:pt x="555" y="1593"/>
                  </a:moveTo>
                  <a:cubicBezTo>
                    <a:pt x="622" y="1593"/>
                    <a:pt x="622" y="1593"/>
                    <a:pt x="622" y="1593"/>
                  </a:cubicBezTo>
                  <a:cubicBezTo>
                    <a:pt x="622" y="1661"/>
                    <a:pt x="622" y="1661"/>
                    <a:pt x="622" y="1661"/>
                  </a:cubicBezTo>
                  <a:cubicBezTo>
                    <a:pt x="555" y="1661"/>
                    <a:pt x="555" y="1661"/>
                    <a:pt x="555" y="1661"/>
                  </a:cubicBezTo>
                  <a:lnTo>
                    <a:pt x="555" y="1593"/>
                  </a:lnTo>
                  <a:close/>
                  <a:moveTo>
                    <a:pt x="555" y="1662"/>
                  </a:moveTo>
                  <a:cubicBezTo>
                    <a:pt x="622" y="1662"/>
                    <a:pt x="622" y="1662"/>
                    <a:pt x="622" y="1662"/>
                  </a:cubicBezTo>
                  <a:cubicBezTo>
                    <a:pt x="622" y="1730"/>
                    <a:pt x="622" y="1730"/>
                    <a:pt x="622" y="1730"/>
                  </a:cubicBezTo>
                  <a:cubicBezTo>
                    <a:pt x="555" y="1730"/>
                    <a:pt x="555" y="1730"/>
                    <a:pt x="555" y="1730"/>
                  </a:cubicBezTo>
                  <a:lnTo>
                    <a:pt x="555" y="1662"/>
                  </a:lnTo>
                  <a:close/>
                  <a:moveTo>
                    <a:pt x="486" y="70"/>
                  </a:moveTo>
                  <a:cubicBezTo>
                    <a:pt x="553" y="70"/>
                    <a:pt x="553" y="70"/>
                    <a:pt x="553" y="70"/>
                  </a:cubicBezTo>
                  <a:cubicBezTo>
                    <a:pt x="553" y="138"/>
                    <a:pt x="553" y="138"/>
                    <a:pt x="553" y="138"/>
                  </a:cubicBezTo>
                  <a:cubicBezTo>
                    <a:pt x="486" y="138"/>
                    <a:pt x="486" y="138"/>
                    <a:pt x="486" y="138"/>
                  </a:cubicBezTo>
                  <a:lnTo>
                    <a:pt x="486" y="70"/>
                  </a:lnTo>
                  <a:close/>
                  <a:moveTo>
                    <a:pt x="486" y="139"/>
                  </a:moveTo>
                  <a:cubicBezTo>
                    <a:pt x="553" y="139"/>
                    <a:pt x="553" y="139"/>
                    <a:pt x="553" y="139"/>
                  </a:cubicBezTo>
                  <a:cubicBezTo>
                    <a:pt x="553" y="207"/>
                    <a:pt x="553" y="207"/>
                    <a:pt x="553" y="207"/>
                  </a:cubicBezTo>
                  <a:cubicBezTo>
                    <a:pt x="486" y="207"/>
                    <a:pt x="486" y="207"/>
                    <a:pt x="486" y="207"/>
                  </a:cubicBezTo>
                  <a:lnTo>
                    <a:pt x="486" y="139"/>
                  </a:lnTo>
                  <a:close/>
                  <a:moveTo>
                    <a:pt x="486" y="209"/>
                  </a:moveTo>
                  <a:cubicBezTo>
                    <a:pt x="553" y="209"/>
                    <a:pt x="553" y="209"/>
                    <a:pt x="553" y="209"/>
                  </a:cubicBezTo>
                  <a:cubicBezTo>
                    <a:pt x="553" y="276"/>
                    <a:pt x="553" y="276"/>
                    <a:pt x="553" y="276"/>
                  </a:cubicBezTo>
                  <a:cubicBezTo>
                    <a:pt x="486" y="276"/>
                    <a:pt x="486" y="276"/>
                    <a:pt x="486" y="276"/>
                  </a:cubicBezTo>
                  <a:lnTo>
                    <a:pt x="486" y="209"/>
                  </a:lnTo>
                  <a:close/>
                  <a:moveTo>
                    <a:pt x="486" y="278"/>
                  </a:moveTo>
                  <a:cubicBezTo>
                    <a:pt x="553" y="278"/>
                    <a:pt x="553" y="278"/>
                    <a:pt x="553" y="278"/>
                  </a:cubicBezTo>
                  <a:cubicBezTo>
                    <a:pt x="553" y="345"/>
                    <a:pt x="553" y="345"/>
                    <a:pt x="553" y="345"/>
                  </a:cubicBezTo>
                  <a:cubicBezTo>
                    <a:pt x="486" y="345"/>
                    <a:pt x="486" y="345"/>
                    <a:pt x="486" y="345"/>
                  </a:cubicBezTo>
                  <a:lnTo>
                    <a:pt x="486" y="278"/>
                  </a:lnTo>
                  <a:close/>
                  <a:moveTo>
                    <a:pt x="486" y="347"/>
                  </a:moveTo>
                  <a:cubicBezTo>
                    <a:pt x="553" y="347"/>
                    <a:pt x="553" y="347"/>
                    <a:pt x="553" y="347"/>
                  </a:cubicBezTo>
                  <a:cubicBezTo>
                    <a:pt x="553" y="414"/>
                    <a:pt x="553" y="414"/>
                    <a:pt x="553" y="414"/>
                  </a:cubicBezTo>
                  <a:cubicBezTo>
                    <a:pt x="486" y="414"/>
                    <a:pt x="486" y="414"/>
                    <a:pt x="486" y="414"/>
                  </a:cubicBezTo>
                  <a:lnTo>
                    <a:pt x="486" y="347"/>
                  </a:lnTo>
                  <a:close/>
                  <a:moveTo>
                    <a:pt x="486" y="416"/>
                  </a:moveTo>
                  <a:cubicBezTo>
                    <a:pt x="553" y="416"/>
                    <a:pt x="553" y="416"/>
                    <a:pt x="553" y="416"/>
                  </a:cubicBezTo>
                  <a:cubicBezTo>
                    <a:pt x="553" y="484"/>
                    <a:pt x="553" y="484"/>
                    <a:pt x="553" y="484"/>
                  </a:cubicBezTo>
                  <a:cubicBezTo>
                    <a:pt x="486" y="484"/>
                    <a:pt x="486" y="484"/>
                    <a:pt x="486" y="484"/>
                  </a:cubicBezTo>
                  <a:lnTo>
                    <a:pt x="486" y="416"/>
                  </a:lnTo>
                  <a:close/>
                  <a:moveTo>
                    <a:pt x="486" y="486"/>
                  </a:moveTo>
                  <a:cubicBezTo>
                    <a:pt x="553" y="486"/>
                    <a:pt x="553" y="486"/>
                    <a:pt x="553" y="486"/>
                  </a:cubicBezTo>
                  <a:cubicBezTo>
                    <a:pt x="553" y="553"/>
                    <a:pt x="553" y="553"/>
                    <a:pt x="553" y="553"/>
                  </a:cubicBezTo>
                  <a:cubicBezTo>
                    <a:pt x="486" y="553"/>
                    <a:pt x="486" y="553"/>
                    <a:pt x="486" y="553"/>
                  </a:cubicBezTo>
                  <a:lnTo>
                    <a:pt x="486" y="486"/>
                  </a:lnTo>
                  <a:close/>
                  <a:moveTo>
                    <a:pt x="486" y="555"/>
                  </a:moveTo>
                  <a:cubicBezTo>
                    <a:pt x="553" y="555"/>
                    <a:pt x="553" y="555"/>
                    <a:pt x="553" y="555"/>
                  </a:cubicBezTo>
                  <a:cubicBezTo>
                    <a:pt x="553" y="622"/>
                    <a:pt x="553" y="622"/>
                    <a:pt x="553" y="622"/>
                  </a:cubicBezTo>
                  <a:cubicBezTo>
                    <a:pt x="486" y="622"/>
                    <a:pt x="486" y="622"/>
                    <a:pt x="486" y="622"/>
                  </a:cubicBezTo>
                  <a:lnTo>
                    <a:pt x="486" y="555"/>
                  </a:lnTo>
                  <a:close/>
                  <a:moveTo>
                    <a:pt x="486" y="624"/>
                  </a:moveTo>
                  <a:cubicBezTo>
                    <a:pt x="553" y="624"/>
                    <a:pt x="553" y="624"/>
                    <a:pt x="553" y="624"/>
                  </a:cubicBezTo>
                  <a:cubicBezTo>
                    <a:pt x="553" y="691"/>
                    <a:pt x="553" y="691"/>
                    <a:pt x="553" y="691"/>
                  </a:cubicBezTo>
                  <a:cubicBezTo>
                    <a:pt x="486" y="691"/>
                    <a:pt x="486" y="691"/>
                    <a:pt x="486" y="691"/>
                  </a:cubicBezTo>
                  <a:lnTo>
                    <a:pt x="486" y="624"/>
                  </a:lnTo>
                  <a:close/>
                  <a:moveTo>
                    <a:pt x="486" y="693"/>
                  </a:moveTo>
                  <a:cubicBezTo>
                    <a:pt x="553" y="693"/>
                    <a:pt x="553" y="693"/>
                    <a:pt x="553" y="693"/>
                  </a:cubicBezTo>
                  <a:cubicBezTo>
                    <a:pt x="553" y="761"/>
                    <a:pt x="553" y="761"/>
                    <a:pt x="553" y="761"/>
                  </a:cubicBezTo>
                  <a:cubicBezTo>
                    <a:pt x="486" y="761"/>
                    <a:pt x="486" y="761"/>
                    <a:pt x="486" y="761"/>
                  </a:cubicBezTo>
                  <a:lnTo>
                    <a:pt x="486" y="693"/>
                  </a:lnTo>
                  <a:close/>
                  <a:moveTo>
                    <a:pt x="486" y="762"/>
                  </a:moveTo>
                  <a:cubicBezTo>
                    <a:pt x="553" y="762"/>
                    <a:pt x="553" y="762"/>
                    <a:pt x="553" y="762"/>
                  </a:cubicBezTo>
                  <a:cubicBezTo>
                    <a:pt x="553" y="830"/>
                    <a:pt x="553" y="830"/>
                    <a:pt x="553" y="830"/>
                  </a:cubicBezTo>
                  <a:cubicBezTo>
                    <a:pt x="486" y="830"/>
                    <a:pt x="486" y="830"/>
                    <a:pt x="486" y="830"/>
                  </a:cubicBezTo>
                  <a:lnTo>
                    <a:pt x="486" y="762"/>
                  </a:lnTo>
                  <a:close/>
                  <a:moveTo>
                    <a:pt x="486" y="832"/>
                  </a:moveTo>
                  <a:cubicBezTo>
                    <a:pt x="553" y="832"/>
                    <a:pt x="553" y="832"/>
                    <a:pt x="553" y="832"/>
                  </a:cubicBezTo>
                  <a:cubicBezTo>
                    <a:pt x="553" y="899"/>
                    <a:pt x="553" y="899"/>
                    <a:pt x="553" y="899"/>
                  </a:cubicBezTo>
                  <a:cubicBezTo>
                    <a:pt x="486" y="899"/>
                    <a:pt x="486" y="899"/>
                    <a:pt x="486" y="899"/>
                  </a:cubicBezTo>
                  <a:lnTo>
                    <a:pt x="486" y="832"/>
                  </a:lnTo>
                  <a:close/>
                  <a:moveTo>
                    <a:pt x="486" y="901"/>
                  </a:moveTo>
                  <a:cubicBezTo>
                    <a:pt x="553" y="901"/>
                    <a:pt x="553" y="901"/>
                    <a:pt x="553" y="901"/>
                  </a:cubicBezTo>
                  <a:cubicBezTo>
                    <a:pt x="553" y="968"/>
                    <a:pt x="553" y="968"/>
                    <a:pt x="553" y="968"/>
                  </a:cubicBezTo>
                  <a:cubicBezTo>
                    <a:pt x="486" y="968"/>
                    <a:pt x="486" y="968"/>
                    <a:pt x="486" y="968"/>
                  </a:cubicBezTo>
                  <a:lnTo>
                    <a:pt x="486" y="901"/>
                  </a:lnTo>
                  <a:close/>
                  <a:moveTo>
                    <a:pt x="486" y="970"/>
                  </a:moveTo>
                  <a:cubicBezTo>
                    <a:pt x="553" y="970"/>
                    <a:pt x="553" y="970"/>
                    <a:pt x="553" y="970"/>
                  </a:cubicBezTo>
                  <a:cubicBezTo>
                    <a:pt x="553" y="1038"/>
                    <a:pt x="553" y="1038"/>
                    <a:pt x="553" y="1038"/>
                  </a:cubicBezTo>
                  <a:cubicBezTo>
                    <a:pt x="486" y="1038"/>
                    <a:pt x="486" y="1038"/>
                    <a:pt x="486" y="1038"/>
                  </a:cubicBezTo>
                  <a:lnTo>
                    <a:pt x="486" y="970"/>
                  </a:lnTo>
                  <a:close/>
                  <a:moveTo>
                    <a:pt x="486" y="1039"/>
                  </a:moveTo>
                  <a:cubicBezTo>
                    <a:pt x="553" y="1039"/>
                    <a:pt x="553" y="1039"/>
                    <a:pt x="553" y="1039"/>
                  </a:cubicBezTo>
                  <a:cubicBezTo>
                    <a:pt x="553" y="1107"/>
                    <a:pt x="553" y="1107"/>
                    <a:pt x="553" y="1107"/>
                  </a:cubicBezTo>
                  <a:cubicBezTo>
                    <a:pt x="486" y="1107"/>
                    <a:pt x="486" y="1107"/>
                    <a:pt x="486" y="1107"/>
                  </a:cubicBezTo>
                  <a:lnTo>
                    <a:pt x="486" y="1039"/>
                  </a:lnTo>
                  <a:close/>
                  <a:moveTo>
                    <a:pt x="486" y="1109"/>
                  </a:moveTo>
                  <a:cubicBezTo>
                    <a:pt x="553" y="1109"/>
                    <a:pt x="553" y="1109"/>
                    <a:pt x="553" y="1109"/>
                  </a:cubicBezTo>
                  <a:cubicBezTo>
                    <a:pt x="553" y="1176"/>
                    <a:pt x="553" y="1176"/>
                    <a:pt x="553" y="1176"/>
                  </a:cubicBezTo>
                  <a:cubicBezTo>
                    <a:pt x="486" y="1176"/>
                    <a:pt x="486" y="1176"/>
                    <a:pt x="486" y="1176"/>
                  </a:cubicBezTo>
                  <a:lnTo>
                    <a:pt x="486" y="1109"/>
                  </a:lnTo>
                  <a:close/>
                  <a:moveTo>
                    <a:pt x="486" y="1178"/>
                  </a:moveTo>
                  <a:cubicBezTo>
                    <a:pt x="553" y="1178"/>
                    <a:pt x="553" y="1178"/>
                    <a:pt x="553" y="1178"/>
                  </a:cubicBezTo>
                  <a:cubicBezTo>
                    <a:pt x="553" y="1245"/>
                    <a:pt x="553" y="1245"/>
                    <a:pt x="553" y="1245"/>
                  </a:cubicBezTo>
                  <a:cubicBezTo>
                    <a:pt x="486" y="1245"/>
                    <a:pt x="486" y="1245"/>
                    <a:pt x="486" y="1245"/>
                  </a:cubicBezTo>
                  <a:lnTo>
                    <a:pt x="486" y="1178"/>
                  </a:lnTo>
                  <a:close/>
                  <a:moveTo>
                    <a:pt x="486" y="1247"/>
                  </a:moveTo>
                  <a:cubicBezTo>
                    <a:pt x="553" y="1247"/>
                    <a:pt x="553" y="1247"/>
                    <a:pt x="553" y="1247"/>
                  </a:cubicBezTo>
                  <a:cubicBezTo>
                    <a:pt x="553" y="1314"/>
                    <a:pt x="553" y="1314"/>
                    <a:pt x="553" y="1314"/>
                  </a:cubicBezTo>
                  <a:cubicBezTo>
                    <a:pt x="486" y="1314"/>
                    <a:pt x="486" y="1314"/>
                    <a:pt x="486" y="1314"/>
                  </a:cubicBezTo>
                  <a:lnTo>
                    <a:pt x="486" y="1247"/>
                  </a:lnTo>
                  <a:close/>
                  <a:moveTo>
                    <a:pt x="486" y="1316"/>
                  </a:moveTo>
                  <a:cubicBezTo>
                    <a:pt x="553" y="1316"/>
                    <a:pt x="553" y="1316"/>
                    <a:pt x="553" y="1316"/>
                  </a:cubicBezTo>
                  <a:cubicBezTo>
                    <a:pt x="553" y="1384"/>
                    <a:pt x="553" y="1384"/>
                    <a:pt x="553" y="1384"/>
                  </a:cubicBezTo>
                  <a:cubicBezTo>
                    <a:pt x="486" y="1384"/>
                    <a:pt x="486" y="1384"/>
                    <a:pt x="486" y="1384"/>
                  </a:cubicBezTo>
                  <a:lnTo>
                    <a:pt x="486" y="1316"/>
                  </a:lnTo>
                  <a:close/>
                  <a:moveTo>
                    <a:pt x="486" y="1386"/>
                  </a:moveTo>
                  <a:cubicBezTo>
                    <a:pt x="553" y="1386"/>
                    <a:pt x="553" y="1386"/>
                    <a:pt x="553" y="1386"/>
                  </a:cubicBezTo>
                  <a:cubicBezTo>
                    <a:pt x="553" y="1453"/>
                    <a:pt x="553" y="1453"/>
                    <a:pt x="553" y="1453"/>
                  </a:cubicBezTo>
                  <a:cubicBezTo>
                    <a:pt x="486" y="1453"/>
                    <a:pt x="486" y="1453"/>
                    <a:pt x="486" y="1453"/>
                  </a:cubicBezTo>
                  <a:lnTo>
                    <a:pt x="486" y="1386"/>
                  </a:lnTo>
                  <a:close/>
                  <a:moveTo>
                    <a:pt x="486" y="1455"/>
                  </a:moveTo>
                  <a:cubicBezTo>
                    <a:pt x="553" y="1455"/>
                    <a:pt x="553" y="1455"/>
                    <a:pt x="553" y="1455"/>
                  </a:cubicBezTo>
                  <a:cubicBezTo>
                    <a:pt x="553" y="1522"/>
                    <a:pt x="553" y="1522"/>
                    <a:pt x="553" y="1522"/>
                  </a:cubicBezTo>
                  <a:cubicBezTo>
                    <a:pt x="486" y="1522"/>
                    <a:pt x="486" y="1522"/>
                    <a:pt x="486" y="1522"/>
                  </a:cubicBezTo>
                  <a:lnTo>
                    <a:pt x="486" y="1455"/>
                  </a:lnTo>
                  <a:close/>
                  <a:moveTo>
                    <a:pt x="486" y="1524"/>
                  </a:moveTo>
                  <a:cubicBezTo>
                    <a:pt x="553" y="1524"/>
                    <a:pt x="553" y="1524"/>
                    <a:pt x="553" y="1524"/>
                  </a:cubicBezTo>
                  <a:cubicBezTo>
                    <a:pt x="553" y="1591"/>
                    <a:pt x="553" y="1591"/>
                    <a:pt x="553" y="1591"/>
                  </a:cubicBezTo>
                  <a:cubicBezTo>
                    <a:pt x="486" y="1591"/>
                    <a:pt x="486" y="1591"/>
                    <a:pt x="486" y="1591"/>
                  </a:cubicBezTo>
                  <a:lnTo>
                    <a:pt x="486" y="1524"/>
                  </a:lnTo>
                  <a:close/>
                  <a:moveTo>
                    <a:pt x="486" y="1593"/>
                  </a:moveTo>
                  <a:cubicBezTo>
                    <a:pt x="553" y="1593"/>
                    <a:pt x="553" y="1593"/>
                    <a:pt x="553" y="1593"/>
                  </a:cubicBezTo>
                  <a:cubicBezTo>
                    <a:pt x="553" y="1661"/>
                    <a:pt x="553" y="1661"/>
                    <a:pt x="553" y="1661"/>
                  </a:cubicBezTo>
                  <a:cubicBezTo>
                    <a:pt x="486" y="1661"/>
                    <a:pt x="486" y="1661"/>
                    <a:pt x="486" y="1661"/>
                  </a:cubicBezTo>
                  <a:lnTo>
                    <a:pt x="486" y="1593"/>
                  </a:lnTo>
                  <a:close/>
                  <a:moveTo>
                    <a:pt x="486" y="1662"/>
                  </a:moveTo>
                  <a:cubicBezTo>
                    <a:pt x="553" y="1662"/>
                    <a:pt x="553" y="1662"/>
                    <a:pt x="553" y="1662"/>
                  </a:cubicBezTo>
                  <a:cubicBezTo>
                    <a:pt x="553" y="1730"/>
                    <a:pt x="553" y="1730"/>
                    <a:pt x="553" y="1730"/>
                  </a:cubicBezTo>
                  <a:cubicBezTo>
                    <a:pt x="486" y="1730"/>
                    <a:pt x="486" y="1730"/>
                    <a:pt x="486" y="1730"/>
                  </a:cubicBezTo>
                  <a:lnTo>
                    <a:pt x="486" y="1662"/>
                  </a:lnTo>
                  <a:close/>
                  <a:moveTo>
                    <a:pt x="416" y="70"/>
                  </a:moveTo>
                  <a:cubicBezTo>
                    <a:pt x="484" y="70"/>
                    <a:pt x="484" y="70"/>
                    <a:pt x="484" y="70"/>
                  </a:cubicBezTo>
                  <a:cubicBezTo>
                    <a:pt x="484" y="138"/>
                    <a:pt x="484" y="138"/>
                    <a:pt x="484" y="138"/>
                  </a:cubicBezTo>
                  <a:cubicBezTo>
                    <a:pt x="416" y="138"/>
                    <a:pt x="416" y="138"/>
                    <a:pt x="416" y="138"/>
                  </a:cubicBezTo>
                  <a:lnTo>
                    <a:pt x="416" y="70"/>
                  </a:lnTo>
                  <a:close/>
                  <a:moveTo>
                    <a:pt x="416" y="139"/>
                  </a:moveTo>
                  <a:cubicBezTo>
                    <a:pt x="484" y="139"/>
                    <a:pt x="484" y="139"/>
                    <a:pt x="484" y="139"/>
                  </a:cubicBezTo>
                  <a:cubicBezTo>
                    <a:pt x="484" y="207"/>
                    <a:pt x="484" y="207"/>
                    <a:pt x="484" y="207"/>
                  </a:cubicBezTo>
                  <a:cubicBezTo>
                    <a:pt x="416" y="207"/>
                    <a:pt x="416" y="207"/>
                    <a:pt x="416" y="207"/>
                  </a:cubicBezTo>
                  <a:lnTo>
                    <a:pt x="416" y="139"/>
                  </a:lnTo>
                  <a:close/>
                  <a:moveTo>
                    <a:pt x="416" y="209"/>
                  </a:moveTo>
                  <a:cubicBezTo>
                    <a:pt x="484" y="209"/>
                    <a:pt x="484" y="209"/>
                    <a:pt x="484" y="209"/>
                  </a:cubicBezTo>
                  <a:cubicBezTo>
                    <a:pt x="484" y="276"/>
                    <a:pt x="484" y="276"/>
                    <a:pt x="484" y="276"/>
                  </a:cubicBezTo>
                  <a:cubicBezTo>
                    <a:pt x="416" y="276"/>
                    <a:pt x="416" y="276"/>
                    <a:pt x="416" y="276"/>
                  </a:cubicBezTo>
                  <a:lnTo>
                    <a:pt x="416" y="209"/>
                  </a:lnTo>
                  <a:close/>
                  <a:moveTo>
                    <a:pt x="416" y="278"/>
                  </a:moveTo>
                  <a:cubicBezTo>
                    <a:pt x="484" y="278"/>
                    <a:pt x="484" y="278"/>
                    <a:pt x="484" y="278"/>
                  </a:cubicBezTo>
                  <a:cubicBezTo>
                    <a:pt x="484" y="345"/>
                    <a:pt x="484" y="345"/>
                    <a:pt x="484" y="345"/>
                  </a:cubicBezTo>
                  <a:cubicBezTo>
                    <a:pt x="416" y="345"/>
                    <a:pt x="416" y="345"/>
                    <a:pt x="416" y="345"/>
                  </a:cubicBezTo>
                  <a:lnTo>
                    <a:pt x="416" y="278"/>
                  </a:lnTo>
                  <a:close/>
                  <a:moveTo>
                    <a:pt x="416" y="347"/>
                  </a:moveTo>
                  <a:cubicBezTo>
                    <a:pt x="484" y="347"/>
                    <a:pt x="484" y="347"/>
                    <a:pt x="484" y="347"/>
                  </a:cubicBezTo>
                  <a:cubicBezTo>
                    <a:pt x="484" y="414"/>
                    <a:pt x="484" y="414"/>
                    <a:pt x="484" y="414"/>
                  </a:cubicBezTo>
                  <a:cubicBezTo>
                    <a:pt x="416" y="414"/>
                    <a:pt x="416" y="414"/>
                    <a:pt x="416" y="414"/>
                  </a:cubicBezTo>
                  <a:lnTo>
                    <a:pt x="416" y="347"/>
                  </a:lnTo>
                  <a:close/>
                  <a:moveTo>
                    <a:pt x="416" y="416"/>
                  </a:moveTo>
                  <a:cubicBezTo>
                    <a:pt x="484" y="416"/>
                    <a:pt x="484" y="416"/>
                    <a:pt x="484" y="416"/>
                  </a:cubicBezTo>
                  <a:cubicBezTo>
                    <a:pt x="484" y="484"/>
                    <a:pt x="484" y="484"/>
                    <a:pt x="484" y="484"/>
                  </a:cubicBezTo>
                  <a:cubicBezTo>
                    <a:pt x="416" y="484"/>
                    <a:pt x="416" y="484"/>
                    <a:pt x="416" y="484"/>
                  </a:cubicBezTo>
                  <a:lnTo>
                    <a:pt x="416" y="416"/>
                  </a:lnTo>
                  <a:close/>
                  <a:moveTo>
                    <a:pt x="416" y="486"/>
                  </a:moveTo>
                  <a:cubicBezTo>
                    <a:pt x="484" y="486"/>
                    <a:pt x="484" y="486"/>
                    <a:pt x="484" y="486"/>
                  </a:cubicBezTo>
                  <a:cubicBezTo>
                    <a:pt x="484" y="553"/>
                    <a:pt x="484" y="553"/>
                    <a:pt x="484" y="553"/>
                  </a:cubicBezTo>
                  <a:cubicBezTo>
                    <a:pt x="416" y="553"/>
                    <a:pt x="416" y="553"/>
                    <a:pt x="416" y="553"/>
                  </a:cubicBezTo>
                  <a:lnTo>
                    <a:pt x="416" y="486"/>
                  </a:lnTo>
                  <a:close/>
                  <a:moveTo>
                    <a:pt x="416" y="555"/>
                  </a:moveTo>
                  <a:cubicBezTo>
                    <a:pt x="484" y="555"/>
                    <a:pt x="484" y="555"/>
                    <a:pt x="484" y="555"/>
                  </a:cubicBezTo>
                  <a:cubicBezTo>
                    <a:pt x="484" y="622"/>
                    <a:pt x="484" y="622"/>
                    <a:pt x="484" y="622"/>
                  </a:cubicBezTo>
                  <a:cubicBezTo>
                    <a:pt x="416" y="622"/>
                    <a:pt x="416" y="622"/>
                    <a:pt x="416" y="622"/>
                  </a:cubicBezTo>
                  <a:lnTo>
                    <a:pt x="416" y="555"/>
                  </a:lnTo>
                  <a:close/>
                  <a:moveTo>
                    <a:pt x="416" y="624"/>
                  </a:moveTo>
                  <a:cubicBezTo>
                    <a:pt x="484" y="624"/>
                    <a:pt x="484" y="624"/>
                    <a:pt x="484" y="624"/>
                  </a:cubicBezTo>
                  <a:cubicBezTo>
                    <a:pt x="484" y="691"/>
                    <a:pt x="484" y="691"/>
                    <a:pt x="484" y="691"/>
                  </a:cubicBezTo>
                  <a:cubicBezTo>
                    <a:pt x="416" y="691"/>
                    <a:pt x="416" y="691"/>
                    <a:pt x="416" y="691"/>
                  </a:cubicBezTo>
                  <a:lnTo>
                    <a:pt x="416" y="624"/>
                  </a:lnTo>
                  <a:close/>
                  <a:moveTo>
                    <a:pt x="416" y="693"/>
                  </a:moveTo>
                  <a:cubicBezTo>
                    <a:pt x="484" y="693"/>
                    <a:pt x="484" y="693"/>
                    <a:pt x="484" y="693"/>
                  </a:cubicBezTo>
                  <a:cubicBezTo>
                    <a:pt x="484" y="761"/>
                    <a:pt x="484" y="761"/>
                    <a:pt x="484" y="761"/>
                  </a:cubicBezTo>
                  <a:cubicBezTo>
                    <a:pt x="416" y="761"/>
                    <a:pt x="416" y="761"/>
                    <a:pt x="416" y="761"/>
                  </a:cubicBezTo>
                  <a:lnTo>
                    <a:pt x="416" y="693"/>
                  </a:lnTo>
                  <a:close/>
                  <a:moveTo>
                    <a:pt x="416" y="762"/>
                  </a:moveTo>
                  <a:cubicBezTo>
                    <a:pt x="484" y="762"/>
                    <a:pt x="484" y="762"/>
                    <a:pt x="484" y="762"/>
                  </a:cubicBezTo>
                  <a:cubicBezTo>
                    <a:pt x="484" y="830"/>
                    <a:pt x="484" y="830"/>
                    <a:pt x="484" y="830"/>
                  </a:cubicBezTo>
                  <a:cubicBezTo>
                    <a:pt x="416" y="830"/>
                    <a:pt x="416" y="830"/>
                    <a:pt x="416" y="830"/>
                  </a:cubicBezTo>
                  <a:lnTo>
                    <a:pt x="416" y="762"/>
                  </a:lnTo>
                  <a:close/>
                  <a:moveTo>
                    <a:pt x="416" y="832"/>
                  </a:moveTo>
                  <a:cubicBezTo>
                    <a:pt x="484" y="832"/>
                    <a:pt x="484" y="832"/>
                    <a:pt x="484" y="832"/>
                  </a:cubicBezTo>
                  <a:cubicBezTo>
                    <a:pt x="484" y="899"/>
                    <a:pt x="484" y="899"/>
                    <a:pt x="484" y="899"/>
                  </a:cubicBezTo>
                  <a:cubicBezTo>
                    <a:pt x="416" y="899"/>
                    <a:pt x="416" y="899"/>
                    <a:pt x="416" y="899"/>
                  </a:cubicBezTo>
                  <a:lnTo>
                    <a:pt x="416" y="832"/>
                  </a:lnTo>
                  <a:close/>
                  <a:moveTo>
                    <a:pt x="416" y="901"/>
                  </a:moveTo>
                  <a:cubicBezTo>
                    <a:pt x="484" y="901"/>
                    <a:pt x="484" y="901"/>
                    <a:pt x="484" y="901"/>
                  </a:cubicBezTo>
                  <a:cubicBezTo>
                    <a:pt x="484" y="968"/>
                    <a:pt x="484" y="968"/>
                    <a:pt x="484" y="968"/>
                  </a:cubicBezTo>
                  <a:cubicBezTo>
                    <a:pt x="416" y="968"/>
                    <a:pt x="416" y="968"/>
                    <a:pt x="416" y="968"/>
                  </a:cubicBezTo>
                  <a:lnTo>
                    <a:pt x="416" y="901"/>
                  </a:lnTo>
                  <a:close/>
                  <a:moveTo>
                    <a:pt x="416" y="970"/>
                  </a:moveTo>
                  <a:cubicBezTo>
                    <a:pt x="484" y="970"/>
                    <a:pt x="484" y="970"/>
                    <a:pt x="484" y="970"/>
                  </a:cubicBezTo>
                  <a:cubicBezTo>
                    <a:pt x="484" y="1038"/>
                    <a:pt x="484" y="1038"/>
                    <a:pt x="484" y="1038"/>
                  </a:cubicBezTo>
                  <a:cubicBezTo>
                    <a:pt x="416" y="1038"/>
                    <a:pt x="416" y="1038"/>
                    <a:pt x="416" y="1038"/>
                  </a:cubicBezTo>
                  <a:lnTo>
                    <a:pt x="416" y="970"/>
                  </a:lnTo>
                  <a:close/>
                  <a:moveTo>
                    <a:pt x="416" y="1039"/>
                  </a:moveTo>
                  <a:cubicBezTo>
                    <a:pt x="484" y="1039"/>
                    <a:pt x="484" y="1039"/>
                    <a:pt x="484" y="1039"/>
                  </a:cubicBezTo>
                  <a:cubicBezTo>
                    <a:pt x="484" y="1107"/>
                    <a:pt x="484" y="1107"/>
                    <a:pt x="484" y="1107"/>
                  </a:cubicBezTo>
                  <a:cubicBezTo>
                    <a:pt x="416" y="1107"/>
                    <a:pt x="416" y="1107"/>
                    <a:pt x="416" y="1107"/>
                  </a:cubicBezTo>
                  <a:lnTo>
                    <a:pt x="416" y="1039"/>
                  </a:lnTo>
                  <a:close/>
                  <a:moveTo>
                    <a:pt x="416" y="1109"/>
                  </a:moveTo>
                  <a:cubicBezTo>
                    <a:pt x="484" y="1109"/>
                    <a:pt x="484" y="1109"/>
                    <a:pt x="484" y="1109"/>
                  </a:cubicBezTo>
                  <a:cubicBezTo>
                    <a:pt x="484" y="1176"/>
                    <a:pt x="484" y="1176"/>
                    <a:pt x="484" y="1176"/>
                  </a:cubicBezTo>
                  <a:cubicBezTo>
                    <a:pt x="416" y="1176"/>
                    <a:pt x="416" y="1176"/>
                    <a:pt x="416" y="1176"/>
                  </a:cubicBezTo>
                  <a:lnTo>
                    <a:pt x="416" y="1109"/>
                  </a:lnTo>
                  <a:close/>
                  <a:moveTo>
                    <a:pt x="416" y="1178"/>
                  </a:moveTo>
                  <a:cubicBezTo>
                    <a:pt x="484" y="1178"/>
                    <a:pt x="484" y="1178"/>
                    <a:pt x="484" y="1178"/>
                  </a:cubicBezTo>
                  <a:cubicBezTo>
                    <a:pt x="484" y="1245"/>
                    <a:pt x="484" y="1245"/>
                    <a:pt x="484" y="1245"/>
                  </a:cubicBezTo>
                  <a:cubicBezTo>
                    <a:pt x="416" y="1245"/>
                    <a:pt x="416" y="1245"/>
                    <a:pt x="416" y="1245"/>
                  </a:cubicBezTo>
                  <a:lnTo>
                    <a:pt x="416" y="1178"/>
                  </a:lnTo>
                  <a:close/>
                  <a:moveTo>
                    <a:pt x="416" y="1247"/>
                  </a:moveTo>
                  <a:cubicBezTo>
                    <a:pt x="484" y="1247"/>
                    <a:pt x="484" y="1247"/>
                    <a:pt x="484" y="1247"/>
                  </a:cubicBezTo>
                  <a:cubicBezTo>
                    <a:pt x="484" y="1314"/>
                    <a:pt x="484" y="1314"/>
                    <a:pt x="484" y="1314"/>
                  </a:cubicBezTo>
                  <a:cubicBezTo>
                    <a:pt x="416" y="1314"/>
                    <a:pt x="416" y="1314"/>
                    <a:pt x="416" y="1314"/>
                  </a:cubicBezTo>
                  <a:lnTo>
                    <a:pt x="416" y="1247"/>
                  </a:lnTo>
                  <a:close/>
                  <a:moveTo>
                    <a:pt x="416" y="1316"/>
                  </a:moveTo>
                  <a:cubicBezTo>
                    <a:pt x="484" y="1316"/>
                    <a:pt x="484" y="1316"/>
                    <a:pt x="484" y="1316"/>
                  </a:cubicBezTo>
                  <a:cubicBezTo>
                    <a:pt x="484" y="1384"/>
                    <a:pt x="484" y="1384"/>
                    <a:pt x="484" y="1384"/>
                  </a:cubicBezTo>
                  <a:cubicBezTo>
                    <a:pt x="416" y="1384"/>
                    <a:pt x="416" y="1384"/>
                    <a:pt x="416" y="1384"/>
                  </a:cubicBezTo>
                  <a:lnTo>
                    <a:pt x="416" y="1316"/>
                  </a:lnTo>
                  <a:close/>
                  <a:moveTo>
                    <a:pt x="416" y="1386"/>
                  </a:moveTo>
                  <a:cubicBezTo>
                    <a:pt x="484" y="1386"/>
                    <a:pt x="484" y="1386"/>
                    <a:pt x="484" y="1386"/>
                  </a:cubicBezTo>
                  <a:cubicBezTo>
                    <a:pt x="484" y="1453"/>
                    <a:pt x="484" y="1453"/>
                    <a:pt x="484" y="1453"/>
                  </a:cubicBezTo>
                  <a:cubicBezTo>
                    <a:pt x="416" y="1453"/>
                    <a:pt x="416" y="1453"/>
                    <a:pt x="416" y="1453"/>
                  </a:cubicBezTo>
                  <a:lnTo>
                    <a:pt x="416" y="1386"/>
                  </a:lnTo>
                  <a:close/>
                  <a:moveTo>
                    <a:pt x="416" y="1455"/>
                  </a:moveTo>
                  <a:cubicBezTo>
                    <a:pt x="484" y="1455"/>
                    <a:pt x="484" y="1455"/>
                    <a:pt x="484" y="1455"/>
                  </a:cubicBezTo>
                  <a:cubicBezTo>
                    <a:pt x="484" y="1522"/>
                    <a:pt x="484" y="1522"/>
                    <a:pt x="484" y="1522"/>
                  </a:cubicBezTo>
                  <a:cubicBezTo>
                    <a:pt x="416" y="1522"/>
                    <a:pt x="416" y="1522"/>
                    <a:pt x="416" y="1522"/>
                  </a:cubicBezTo>
                  <a:lnTo>
                    <a:pt x="416" y="1455"/>
                  </a:lnTo>
                  <a:close/>
                  <a:moveTo>
                    <a:pt x="416" y="1524"/>
                  </a:moveTo>
                  <a:cubicBezTo>
                    <a:pt x="484" y="1524"/>
                    <a:pt x="484" y="1524"/>
                    <a:pt x="484" y="1524"/>
                  </a:cubicBezTo>
                  <a:cubicBezTo>
                    <a:pt x="484" y="1591"/>
                    <a:pt x="484" y="1591"/>
                    <a:pt x="484" y="1591"/>
                  </a:cubicBezTo>
                  <a:cubicBezTo>
                    <a:pt x="416" y="1591"/>
                    <a:pt x="416" y="1591"/>
                    <a:pt x="416" y="1591"/>
                  </a:cubicBezTo>
                  <a:lnTo>
                    <a:pt x="416" y="1524"/>
                  </a:lnTo>
                  <a:close/>
                  <a:moveTo>
                    <a:pt x="416" y="1593"/>
                  </a:moveTo>
                  <a:cubicBezTo>
                    <a:pt x="484" y="1593"/>
                    <a:pt x="484" y="1593"/>
                    <a:pt x="484" y="1593"/>
                  </a:cubicBezTo>
                  <a:cubicBezTo>
                    <a:pt x="484" y="1661"/>
                    <a:pt x="484" y="1661"/>
                    <a:pt x="484" y="1661"/>
                  </a:cubicBezTo>
                  <a:cubicBezTo>
                    <a:pt x="416" y="1661"/>
                    <a:pt x="416" y="1661"/>
                    <a:pt x="416" y="1661"/>
                  </a:cubicBezTo>
                  <a:lnTo>
                    <a:pt x="416" y="1593"/>
                  </a:lnTo>
                  <a:close/>
                  <a:moveTo>
                    <a:pt x="416" y="1662"/>
                  </a:moveTo>
                  <a:cubicBezTo>
                    <a:pt x="484" y="1662"/>
                    <a:pt x="484" y="1662"/>
                    <a:pt x="484" y="1662"/>
                  </a:cubicBezTo>
                  <a:cubicBezTo>
                    <a:pt x="484" y="1730"/>
                    <a:pt x="484" y="1730"/>
                    <a:pt x="484" y="1730"/>
                  </a:cubicBezTo>
                  <a:cubicBezTo>
                    <a:pt x="416" y="1730"/>
                    <a:pt x="416" y="1730"/>
                    <a:pt x="416" y="1730"/>
                  </a:cubicBezTo>
                  <a:lnTo>
                    <a:pt x="416" y="1662"/>
                  </a:lnTo>
                  <a:close/>
                  <a:moveTo>
                    <a:pt x="347" y="70"/>
                  </a:moveTo>
                  <a:cubicBezTo>
                    <a:pt x="414" y="70"/>
                    <a:pt x="414" y="70"/>
                    <a:pt x="414" y="70"/>
                  </a:cubicBezTo>
                  <a:cubicBezTo>
                    <a:pt x="414" y="138"/>
                    <a:pt x="414" y="138"/>
                    <a:pt x="414" y="138"/>
                  </a:cubicBezTo>
                  <a:cubicBezTo>
                    <a:pt x="347" y="138"/>
                    <a:pt x="347" y="138"/>
                    <a:pt x="347" y="138"/>
                  </a:cubicBezTo>
                  <a:lnTo>
                    <a:pt x="347" y="70"/>
                  </a:lnTo>
                  <a:close/>
                  <a:moveTo>
                    <a:pt x="347" y="139"/>
                  </a:moveTo>
                  <a:cubicBezTo>
                    <a:pt x="414" y="139"/>
                    <a:pt x="414" y="139"/>
                    <a:pt x="414" y="139"/>
                  </a:cubicBezTo>
                  <a:cubicBezTo>
                    <a:pt x="414" y="207"/>
                    <a:pt x="414" y="207"/>
                    <a:pt x="414" y="207"/>
                  </a:cubicBezTo>
                  <a:cubicBezTo>
                    <a:pt x="347" y="207"/>
                    <a:pt x="347" y="207"/>
                    <a:pt x="347" y="207"/>
                  </a:cubicBezTo>
                  <a:lnTo>
                    <a:pt x="347" y="139"/>
                  </a:lnTo>
                  <a:close/>
                  <a:moveTo>
                    <a:pt x="347" y="209"/>
                  </a:moveTo>
                  <a:cubicBezTo>
                    <a:pt x="414" y="209"/>
                    <a:pt x="414" y="209"/>
                    <a:pt x="414" y="209"/>
                  </a:cubicBezTo>
                  <a:cubicBezTo>
                    <a:pt x="414" y="276"/>
                    <a:pt x="414" y="276"/>
                    <a:pt x="414" y="276"/>
                  </a:cubicBezTo>
                  <a:cubicBezTo>
                    <a:pt x="347" y="276"/>
                    <a:pt x="347" y="276"/>
                    <a:pt x="347" y="276"/>
                  </a:cubicBezTo>
                  <a:lnTo>
                    <a:pt x="347" y="209"/>
                  </a:lnTo>
                  <a:close/>
                  <a:moveTo>
                    <a:pt x="347" y="278"/>
                  </a:moveTo>
                  <a:cubicBezTo>
                    <a:pt x="414" y="278"/>
                    <a:pt x="414" y="278"/>
                    <a:pt x="414" y="278"/>
                  </a:cubicBezTo>
                  <a:cubicBezTo>
                    <a:pt x="414" y="345"/>
                    <a:pt x="414" y="345"/>
                    <a:pt x="414" y="345"/>
                  </a:cubicBezTo>
                  <a:cubicBezTo>
                    <a:pt x="347" y="345"/>
                    <a:pt x="347" y="345"/>
                    <a:pt x="347" y="345"/>
                  </a:cubicBezTo>
                  <a:lnTo>
                    <a:pt x="347" y="278"/>
                  </a:lnTo>
                  <a:close/>
                  <a:moveTo>
                    <a:pt x="347" y="347"/>
                  </a:moveTo>
                  <a:cubicBezTo>
                    <a:pt x="414" y="347"/>
                    <a:pt x="414" y="347"/>
                    <a:pt x="414" y="347"/>
                  </a:cubicBezTo>
                  <a:cubicBezTo>
                    <a:pt x="414" y="414"/>
                    <a:pt x="414" y="414"/>
                    <a:pt x="414" y="414"/>
                  </a:cubicBezTo>
                  <a:cubicBezTo>
                    <a:pt x="347" y="414"/>
                    <a:pt x="347" y="414"/>
                    <a:pt x="347" y="414"/>
                  </a:cubicBezTo>
                  <a:lnTo>
                    <a:pt x="347" y="347"/>
                  </a:lnTo>
                  <a:close/>
                  <a:moveTo>
                    <a:pt x="347" y="416"/>
                  </a:moveTo>
                  <a:cubicBezTo>
                    <a:pt x="414" y="416"/>
                    <a:pt x="414" y="416"/>
                    <a:pt x="414" y="416"/>
                  </a:cubicBezTo>
                  <a:cubicBezTo>
                    <a:pt x="414" y="484"/>
                    <a:pt x="414" y="484"/>
                    <a:pt x="414" y="484"/>
                  </a:cubicBezTo>
                  <a:cubicBezTo>
                    <a:pt x="347" y="484"/>
                    <a:pt x="347" y="484"/>
                    <a:pt x="347" y="484"/>
                  </a:cubicBezTo>
                  <a:lnTo>
                    <a:pt x="347" y="416"/>
                  </a:lnTo>
                  <a:close/>
                  <a:moveTo>
                    <a:pt x="347" y="486"/>
                  </a:moveTo>
                  <a:cubicBezTo>
                    <a:pt x="414" y="486"/>
                    <a:pt x="414" y="486"/>
                    <a:pt x="414" y="486"/>
                  </a:cubicBezTo>
                  <a:cubicBezTo>
                    <a:pt x="414" y="553"/>
                    <a:pt x="414" y="553"/>
                    <a:pt x="414" y="553"/>
                  </a:cubicBezTo>
                  <a:cubicBezTo>
                    <a:pt x="347" y="553"/>
                    <a:pt x="347" y="553"/>
                    <a:pt x="347" y="553"/>
                  </a:cubicBezTo>
                  <a:lnTo>
                    <a:pt x="347" y="486"/>
                  </a:lnTo>
                  <a:close/>
                  <a:moveTo>
                    <a:pt x="347" y="555"/>
                  </a:moveTo>
                  <a:cubicBezTo>
                    <a:pt x="414" y="555"/>
                    <a:pt x="414" y="555"/>
                    <a:pt x="414" y="555"/>
                  </a:cubicBezTo>
                  <a:cubicBezTo>
                    <a:pt x="414" y="622"/>
                    <a:pt x="414" y="622"/>
                    <a:pt x="414" y="622"/>
                  </a:cubicBezTo>
                  <a:cubicBezTo>
                    <a:pt x="347" y="622"/>
                    <a:pt x="347" y="622"/>
                    <a:pt x="347" y="622"/>
                  </a:cubicBezTo>
                  <a:lnTo>
                    <a:pt x="347" y="555"/>
                  </a:lnTo>
                  <a:close/>
                  <a:moveTo>
                    <a:pt x="347" y="624"/>
                  </a:moveTo>
                  <a:cubicBezTo>
                    <a:pt x="414" y="624"/>
                    <a:pt x="414" y="624"/>
                    <a:pt x="414" y="624"/>
                  </a:cubicBezTo>
                  <a:cubicBezTo>
                    <a:pt x="414" y="691"/>
                    <a:pt x="414" y="691"/>
                    <a:pt x="414" y="691"/>
                  </a:cubicBezTo>
                  <a:cubicBezTo>
                    <a:pt x="347" y="691"/>
                    <a:pt x="347" y="691"/>
                    <a:pt x="347" y="691"/>
                  </a:cubicBezTo>
                  <a:lnTo>
                    <a:pt x="347" y="624"/>
                  </a:lnTo>
                  <a:close/>
                  <a:moveTo>
                    <a:pt x="347" y="693"/>
                  </a:moveTo>
                  <a:cubicBezTo>
                    <a:pt x="414" y="693"/>
                    <a:pt x="414" y="693"/>
                    <a:pt x="414" y="693"/>
                  </a:cubicBezTo>
                  <a:cubicBezTo>
                    <a:pt x="414" y="761"/>
                    <a:pt x="414" y="761"/>
                    <a:pt x="414" y="761"/>
                  </a:cubicBezTo>
                  <a:cubicBezTo>
                    <a:pt x="347" y="761"/>
                    <a:pt x="347" y="761"/>
                    <a:pt x="347" y="761"/>
                  </a:cubicBezTo>
                  <a:lnTo>
                    <a:pt x="347" y="693"/>
                  </a:lnTo>
                  <a:close/>
                  <a:moveTo>
                    <a:pt x="347" y="762"/>
                  </a:moveTo>
                  <a:cubicBezTo>
                    <a:pt x="414" y="762"/>
                    <a:pt x="414" y="762"/>
                    <a:pt x="414" y="762"/>
                  </a:cubicBezTo>
                  <a:cubicBezTo>
                    <a:pt x="414" y="830"/>
                    <a:pt x="414" y="830"/>
                    <a:pt x="414" y="830"/>
                  </a:cubicBezTo>
                  <a:cubicBezTo>
                    <a:pt x="347" y="830"/>
                    <a:pt x="347" y="830"/>
                    <a:pt x="347" y="830"/>
                  </a:cubicBezTo>
                  <a:lnTo>
                    <a:pt x="347" y="762"/>
                  </a:lnTo>
                  <a:close/>
                  <a:moveTo>
                    <a:pt x="347" y="832"/>
                  </a:moveTo>
                  <a:cubicBezTo>
                    <a:pt x="414" y="832"/>
                    <a:pt x="414" y="832"/>
                    <a:pt x="414" y="832"/>
                  </a:cubicBezTo>
                  <a:cubicBezTo>
                    <a:pt x="414" y="899"/>
                    <a:pt x="414" y="899"/>
                    <a:pt x="414" y="899"/>
                  </a:cubicBezTo>
                  <a:cubicBezTo>
                    <a:pt x="347" y="899"/>
                    <a:pt x="347" y="899"/>
                    <a:pt x="347" y="899"/>
                  </a:cubicBezTo>
                  <a:lnTo>
                    <a:pt x="347" y="832"/>
                  </a:lnTo>
                  <a:close/>
                  <a:moveTo>
                    <a:pt x="347" y="901"/>
                  </a:moveTo>
                  <a:cubicBezTo>
                    <a:pt x="414" y="901"/>
                    <a:pt x="414" y="901"/>
                    <a:pt x="414" y="901"/>
                  </a:cubicBezTo>
                  <a:cubicBezTo>
                    <a:pt x="414" y="968"/>
                    <a:pt x="414" y="968"/>
                    <a:pt x="414" y="968"/>
                  </a:cubicBezTo>
                  <a:cubicBezTo>
                    <a:pt x="347" y="968"/>
                    <a:pt x="347" y="968"/>
                    <a:pt x="347" y="968"/>
                  </a:cubicBezTo>
                  <a:lnTo>
                    <a:pt x="347" y="901"/>
                  </a:lnTo>
                  <a:close/>
                  <a:moveTo>
                    <a:pt x="347" y="970"/>
                  </a:moveTo>
                  <a:cubicBezTo>
                    <a:pt x="414" y="970"/>
                    <a:pt x="414" y="970"/>
                    <a:pt x="414" y="970"/>
                  </a:cubicBezTo>
                  <a:cubicBezTo>
                    <a:pt x="414" y="1038"/>
                    <a:pt x="414" y="1038"/>
                    <a:pt x="414" y="1038"/>
                  </a:cubicBezTo>
                  <a:cubicBezTo>
                    <a:pt x="347" y="1038"/>
                    <a:pt x="347" y="1038"/>
                    <a:pt x="347" y="1038"/>
                  </a:cubicBezTo>
                  <a:lnTo>
                    <a:pt x="347" y="970"/>
                  </a:lnTo>
                  <a:close/>
                  <a:moveTo>
                    <a:pt x="347" y="1039"/>
                  </a:moveTo>
                  <a:cubicBezTo>
                    <a:pt x="414" y="1039"/>
                    <a:pt x="414" y="1039"/>
                    <a:pt x="414" y="1039"/>
                  </a:cubicBezTo>
                  <a:cubicBezTo>
                    <a:pt x="414" y="1107"/>
                    <a:pt x="414" y="1107"/>
                    <a:pt x="414" y="1107"/>
                  </a:cubicBezTo>
                  <a:cubicBezTo>
                    <a:pt x="347" y="1107"/>
                    <a:pt x="347" y="1107"/>
                    <a:pt x="347" y="1107"/>
                  </a:cubicBezTo>
                  <a:lnTo>
                    <a:pt x="347" y="1039"/>
                  </a:lnTo>
                  <a:close/>
                  <a:moveTo>
                    <a:pt x="347" y="1109"/>
                  </a:moveTo>
                  <a:cubicBezTo>
                    <a:pt x="414" y="1109"/>
                    <a:pt x="414" y="1109"/>
                    <a:pt x="414" y="1109"/>
                  </a:cubicBezTo>
                  <a:cubicBezTo>
                    <a:pt x="414" y="1176"/>
                    <a:pt x="414" y="1176"/>
                    <a:pt x="414" y="1176"/>
                  </a:cubicBezTo>
                  <a:cubicBezTo>
                    <a:pt x="347" y="1176"/>
                    <a:pt x="347" y="1176"/>
                    <a:pt x="347" y="1176"/>
                  </a:cubicBezTo>
                  <a:lnTo>
                    <a:pt x="347" y="1109"/>
                  </a:lnTo>
                  <a:close/>
                  <a:moveTo>
                    <a:pt x="347" y="1178"/>
                  </a:moveTo>
                  <a:cubicBezTo>
                    <a:pt x="414" y="1178"/>
                    <a:pt x="414" y="1178"/>
                    <a:pt x="414" y="1178"/>
                  </a:cubicBezTo>
                  <a:cubicBezTo>
                    <a:pt x="414" y="1245"/>
                    <a:pt x="414" y="1245"/>
                    <a:pt x="414" y="1245"/>
                  </a:cubicBezTo>
                  <a:cubicBezTo>
                    <a:pt x="347" y="1245"/>
                    <a:pt x="347" y="1245"/>
                    <a:pt x="347" y="1245"/>
                  </a:cubicBezTo>
                  <a:lnTo>
                    <a:pt x="347" y="1178"/>
                  </a:lnTo>
                  <a:close/>
                  <a:moveTo>
                    <a:pt x="347" y="1247"/>
                  </a:moveTo>
                  <a:cubicBezTo>
                    <a:pt x="414" y="1247"/>
                    <a:pt x="414" y="1247"/>
                    <a:pt x="414" y="1247"/>
                  </a:cubicBezTo>
                  <a:cubicBezTo>
                    <a:pt x="414" y="1314"/>
                    <a:pt x="414" y="1314"/>
                    <a:pt x="414" y="1314"/>
                  </a:cubicBezTo>
                  <a:cubicBezTo>
                    <a:pt x="347" y="1314"/>
                    <a:pt x="347" y="1314"/>
                    <a:pt x="347" y="1314"/>
                  </a:cubicBezTo>
                  <a:lnTo>
                    <a:pt x="347" y="1247"/>
                  </a:lnTo>
                  <a:close/>
                  <a:moveTo>
                    <a:pt x="347" y="1316"/>
                  </a:moveTo>
                  <a:cubicBezTo>
                    <a:pt x="414" y="1316"/>
                    <a:pt x="414" y="1316"/>
                    <a:pt x="414" y="1316"/>
                  </a:cubicBezTo>
                  <a:cubicBezTo>
                    <a:pt x="414" y="1384"/>
                    <a:pt x="414" y="1384"/>
                    <a:pt x="414" y="1384"/>
                  </a:cubicBezTo>
                  <a:cubicBezTo>
                    <a:pt x="347" y="1384"/>
                    <a:pt x="347" y="1384"/>
                    <a:pt x="347" y="1384"/>
                  </a:cubicBezTo>
                  <a:lnTo>
                    <a:pt x="347" y="1316"/>
                  </a:lnTo>
                  <a:close/>
                  <a:moveTo>
                    <a:pt x="347" y="1386"/>
                  </a:moveTo>
                  <a:cubicBezTo>
                    <a:pt x="414" y="1386"/>
                    <a:pt x="414" y="1386"/>
                    <a:pt x="414" y="1386"/>
                  </a:cubicBezTo>
                  <a:cubicBezTo>
                    <a:pt x="414" y="1453"/>
                    <a:pt x="414" y="1453"/>
                    <a:pt x="414" y="1453"/>
                  </a:cubicBezTo>
                  <a:cubicBezTo>
                    <a:pt x="347" y="1453"/>
                    <a:pt x="347" y="1453"/>
                    <a:pt x="347" y="1453"/>
                  </a:cubicBezTo>
                  <a:lnTo>
                    <a:pt x="347" y="1386"/>
                  </a:lnTo>
                  <a:close/>
                  <a:moveTo>
                    <a:pt x="347" y="1455"/>
                  </a:moveTo>
                  <a:cubicBezTo>
                    <a:pt x="414" y="1455"/>
                    <a:pt x="414" y="1455"/>
                    <a:pt x="414" y="1455"/>
                  </a:cubicBezTo>
                  <a:cubicBezTo>
                    <a:pt x="414" y="1522"/>
                    <a:pt x="414" y="1522"/>
                    <a:pt x="414" y="1522"/>
                  </a:cubicBezTo>
                  <a:cubicBezTo>
                    <a:pt x="347" y="1522"/>
                    <a:pt x="347" y="1522"/>
                    <a:pt x="347" y="1522"/>
                  </a:cubicBezTo>
                  <a:lnTo>
                    <a:pt x="347" y="1455"/>
                  </a:lnTo>
                  <a:close/>
                  <a:moveTo>
                    <a:pt x="347" y="1524"/>
                  </a:moveTo>
                  <a:cubicBezTo>
                    <a:pt x="414" y="1524"/>
                    <a:pt x="414" y="1524"/>
                    <a:pt x="414" y="1524"/>
                  </a:cubicBezTo>
                  <a:cubicBezTo>
                    <a:pt x="414" y="1591"/>
                    <a:pt x="414" y="1591"/>
                    <a:pt x="414" y="1591"/>
                  </a:cubicBezTo>
                  <a:cubicBezTo>
                    <a:pt x="347" y="1591"/>
                    <a:pt x="347" y="1591"/>
                    <a:pt x="347" y="1591"/>
                  </a:cubicBezTo>
                  <a:lnTo>
                    <a:pt x="347" y="1524"/>
                  </a:lnTo>
                  <a:close/>
                  <a:moveTo>
                    <a:pt x="347" y="1593"/>
                  </a:moveTo>
                  <a:cubicBezTo>
                    <a:pt x="414" y="1593"/>
                    <a:pt x="414" y="1593"/>
                    <a:pt x="414" y="1593"/>
                  </a:cubicBezTo>
                  <a:cubicBezTo>
                    <a:pt x="414" y="1661"/>
                    <a:pt x="414" y="1661"/>
                    <a:pt x="414" y="1661"/>
                  </a:cubicBezTo>
                  <a:cubicBezTo>
                    <a:pt x="347" y="1661"/>
                    <a:pt x="347" y="1661"/>
                    <a:pt x="347" y="1661"/>
                  </a:cubicBezTo>
                  <a:lnTo>
                    <a:pt x="347" y="1593"/>
                  </a:lnTo>
                  <a:close/>
                  <a:moveTo>
                    <a:pt x="347" y="1662"/>
                  </a:moveTo>
                  <a:cubicBezTo>
                    <a:pt x="414" y="1662"/>
                    <a:pt x="414" y="1662"/>
                    <a:pt x="414" y="1662"/>
                  </a:cubicBezTo>
                  <a:cubicBezTo>
                    <a:pt x="414" y="1730"/>
                    <a:pt x="414" y="1730"/>
                    <a:pt x="414" y="1730"/>
                  </a:cubicBezTo>
                  <a:cubicBezTo>
                    <a:pt x="347" y="1730"/>
                    <a:pt x="347" y="1730"/>
                    <a:pt x="347" y="1730"/>
                  </a:cubicBezTo>
                  <a:lnTo>
                    <a:pt x="347" y="1662"/>
                  </a:lnTo>
                  <a:close/>
                  <a:moveTo>
                    <a:pt x="278" y="70"/>
                  </a:moveTo>
                  <a:cubicBezTo>
                    <a:pt x="345" y="70"/>
                    <a:pt x="345" y="70"/>
                    <a:pt x="345" y="70"/>
                  </a:cubicBezTo>
                  <a:cubicBezTo>
                    <a:pt x="345" y="138"/>
                    <a:pt x="345" y="138"/>
                    <a:pt x="345" y="138"/>
                  </a:cubicBezTo>
                  <a:cubicBezTo>
                    <a:pt x="278" y="138"/>
                    <a:pt x="278" y="138"/>
                    <a:pt x="278" y="138"/>
                  </a:cubicBezTo>
                  <a:lnTo>
                    <a:pt x="278" y="70"/>
                  </a:lnTo>
                  <a:close/>
                  <a:moveTo>
                    <a:pt x="278" y="139"/>
                  </a:moveTo>
                  <a:cubicBezTo>
                    <a:pt x="345" y="139"/>
                    <a:pt x="345" y="139"/>
                    <a:pt x="345" y="139"/>
                  </a:cubicBezTo>
                  <a:cubicBezTo>
                    <a:pt x="345" y="207"/>
                    <a:pt x="345" y="207"/>
                    <a:pt x="345" y="207"/>
                  </a:cubicBezTo>
                  <a:cubicBezTo>
                    <a:pt x="278" y="207"/>
                    <a:pt x="278" y="207"/>
                    <a:pt x="278" y="207"/>
                  </a:cubicBezTo>
                  <a:lnTo>
                    <a:pt x="278" y="139"/>
                  </a:lnTo>
                  <a:close/>
                  <a:moveTo>
                    <a:pt x="278" y="209"/>
                  </a:moveTo>
                  <a:cubicBezTo>
                    <a:pt x="345" y="209"/>
                    <a:pt x="345" y="209"/>
                    <a:pt x="345" y="209"/>
                  </a:cubicBezTo>
                  <a:cubicBezTo>
                    <a:pt x="345" y="276"/>
                    <a:pt x="345" y="276"/>
                    <a:pt x="345" y="276"/>
                  </a:cubicBezTo>
                  <a:cubicBezTo>
                    <a:pt x="278" y="276"/>
                    <a:pt x="278" y="276"/>
                    <a:pt x="278" y="276"/>
                  </a:cubicBezTo>
                  <a:lnTo>
                    <a:pt x="278" y="209"/>
                  </a:lnTo>
                  <a:close/>
                  <a:moveTo>
                    <a:pt x="278" y="278"/>
                  </a:moveTo>
                  <a:cubicBezTo>
                    <a:pt x="345" y="278"/>
                    <a:pt x="345" y="278"/>
                    <a:pt x="345" y="278"/>
                  </a:cubicBezTo>
                  <a:cubicBezTo>
                    <a:pt x="345" y="345"/>
                    <a:pt x="345" y="345"/>
                    <a:pt x="345" y="345"/>
                  </a:cubicBezTo>
                  <a:cubicBezTo>
                    <a:pt x="278" y="345"/>
                    <a:pt x="278" y="345"/>
                    <a:pt x="278" y="345"/>
                  </a:cubicBezTo>
                  <a:lnTo>
                    <a:pt x="278" y="278"/>
                  </a:lnTo>
                  <a:close/>
                  <a:moveTo>
                    <a:pt x="278" y="347"/>
                  </a:moveTo>
                  <a:cubicBezTo>
                    <a:pt x="345" y="347"/>
                    <a:pt x="345" y="347"/>
                    <a:pt x="345" y="347"/>
                  </a:cubicBezTo>
                  <a:cubicBezTo>
                    <a:pt x="345" y="414"/>
                    <a:pt x="345" y="414"/>
                    <a:pt x="345" y="414"/>
                  </a:cubicBezTo>
                  <a:cubicBezTo>
                    <a:pt x="278" y="414"/>
                    <a:pt x="278" y="414"/>
                    <a:pt x="278" y="414"/>
                  </a:cubicBezTo>
                  <a:lnTo>
                    <a:pt x="278" y="347"/>
                  </a:lnTo>
                  <a:close/>
                  <a:moveTo>
                    <a:pt x="278" y="416"/>
                  </a:moveTo>
                  <a:cubicBezTo>
                    <a:pt x="345" y="416"/>
                    <a:pt x="345" y="416"/>
                    <a:pt x="345" y="416"/>
                  </a:cubicBezTo>
                  <a:cubicBezTo>
                    <a:pt x="345" y="484"/>
                    <a:pt x="345" y="484"/>
                    <a:pt x="345" y="484"/>
                  </a:cubicBezTo>
                  <a:cubicBezTo>
                    <a:pt x="278" y="484"/>
                    <a:pt x="278" y="484"/>
                    <a:pt x="278" y="484"/>
                  </a:cubicBezTo>
                  <a:lnTo>
                    <a:pt x="278" y="416"/>
                  </a:lnTo>
                  <a:close/>
                  <a:moveTo>
                    <a:pt x="278" y="486"/>
                  </a:moveTo>
                  <a:cubicBezTo>
                    <a:pt x="345" y="486"/>
                    <a:pt x="345" y="486"/>
                    <a:pt x="345" y="486"/>
                  </a:cubicBezTo>
                  <a:cubicBezTo>
                    <a:pt x="345" y="553"/>
                    <a:pt x="345" y="553"/>
                    <a:pt x="345" y="553"/>
                  </a:cubicBezTo>
                  <a:cubicBezTo>
                    <a:pt x="278" y="553"/>
                    <a:pt x="278" y="553"/>
                    <a:pt x="278" y="553"/>
                  </a:cubicBezTo>
                  <a:lnTo>
                    <a:pt x="278" y="486"/>
                  </a:lnTo>
                  <a:close/>
                  <a:moveTo>
                    <a:pt x="278" y="555"/>
                  </a:moveTo>
                  <a:cubicBezTo>
                    <a:pt x="345" y="555"/>
                    <a:pt x="345" y="555"/>
                    <a:pt x="345" y="555"/>
                  </a:cubicBezTo>
                  <a:cubicBezTo>
                    <a:pt x="345" y="622"/>
                    <a:pt x="345" y="622"/>
                    <a:pt x="345" y="622"/>
                  </a:cubicBezTo>
                  <a:cubicBezTo>
                    <a:pt x="278" y="622"/>
                    <a:pt x="278" y="622"/>
                    <a:pt x="278" y="622"/>
                  </a:cubicBezTo>
                  <a:lnTo>
                    <a:pt x="278" y="555"/>
                  </a:lnTo>
                  <a:close/>
                  <a:moveTo>
                    <a:pt x="278" y="624"/>
                  </a:moveTo>
                  <a:cubicBezTo>
                    <a:pt x="345" y="624"/>
                    <a:pt x="345" y="624"/>
                    <a:pt x="345" y="624"/>
                  </a:cubicBezTo>
                  <a:cubicBezTo>
                    <a:pt x="345" y="691"/>
                    <a:pt x="345" y="691"/>
                    <a:pt x="345" y="691"/>
                  </a:cubicBezTo>
                  <a:cubicBezTo>
                    <a:pt x="278" y="691"/>
                    <a:pt x="278" y="691"/>
                    <a:pt x="278" y="691"/>
                  </a:cubicBezTo>
                  <a:lnTo>
                    <a:pt x="278" y="624"/>
                  </a:lnTo>
                  <a:close/>
                  <a:moveTo>
                    <a:pt x="278" y="693"/>
                  </a:moveTo>
                  <a:cubicBezTo>
                    <a:pt x="345" y="693"/>
                    <a:pt x="345" y="693"/>
                    <a:pt x="345" y="693"/>
                  </a:cubicBezTo>
                  <a:cubicBezTo>
                    <a:pt x="345" y="761"/>
                    <a:pt x="345" y="761"/>
                    <a:pt x="345" y="761"/>
                  </a:cubicBezTo>
                  <a:cubicBezTo>
                    <a:pt x="278" y="761"/>
                    <a:pt x="278" y="761"/>
                    <a:pt x="278" y="761"/>
                  </a:cubicBezTo>
                  <a:lnTo>
                    <a:pt x="278" y="693"/>
                  </a:lnTo>
                  <a:close/>
                  <a:moveTo>
                    <a:pt x="278" y="762"/>
                  </a:moveTo>
                  <a:cubicBezTo>
                    <a:pt x="345" y="762"/>
                    <a:pt x="345" y="762"/>
                    <a:pt x="345" y="762"/>
                  </a:cubicBezTo>
                  <a:cubicBezTo>
                    <a:pt x="345" y="830"/>
                    <a:pt x="345" y="830"/>
                    <a:pt x="345" y="830"/>
                  </a:cubicBezTo>
                  <a:cubicBezTo>
                    <a:pt x="278" y="830"/>
                    <a:pt x="278" y="830"/>
                    <a:pt x="278" y="830"/>
                  </a:cubicBezTo>
                  <a:lnTo>
                    <a:pt x="278" y="762"/>
                  </a:lnTo>
                  <a:close/>
                  <a:moveTo>
                    <a:pt x="278" y="832"/>
                  </a:moveTo>
                  <a:cubicBezTo>
                    <a:pt x="345" y="832"/>
                    <a:pt x="345" y="832"/>
                    <a:pt x="345" y="832"/>
                  </a:cubicBezTo>
                  <a:cubicBezTo>
                    <a:pt x="345" y="899"/>
                    <a:pt x="345" y="899"/>
                    <a:pt x="345" y="899"/>
                  </a:cubicBezTo>
                  <a:cubicBezTo>
                    <a:pt x="278" y="899"/>
                    <a:pt x="278" y="899"/>
                    <a:pt x="278" y="899"/>
                  </a:cubicBezTo>
                  <a:lnTo>
                    <a:pt x="278" y="832"/>
                  </a:lnTo>
                  <a:close/>
                  <a:moveTo>
                    <a:pt x="278" y="901"/>
                  </a:moveTo>
                  <a:cubicBezTo>
                    <a:pt x="345" y="901"/>
                    <a:pt x="345" y="901"/>
                    <a:pt x="345" y="901"/>
                  </a:cubicBezTo>
                  <a:cubicBezTo>
                    <a:pt x="345" y="968"/>
                    <a:pt x="345" y="968"/>
                    <a:pt x="345" y="968"/>
                  </a:cubicBezTo>
                  <a:cubicBezTo>
                    <a:pt x="278" y="968"/>
                    <a:pt x="278" y="968"/>
                    <a:pt x="278" y="968"/>
                  </a:cubicBezTo>
                  <a:lnTo>
                    <a:pt x="278" y="901"/>
                  </a:lnTo>
                  <a:close/>
                  <a:moveTo>
                    <a:pt x="278" y="970"/>
                  </a:moveTo>
                  <a:cubicBezTo>
                    <a:pt x="345" y="970"/>
                    <a:pt x="345" y="970"/>
                    <a:pt x="345" y="970"/>
                  </a:cubicBezTo>
                  <a:cubicBezTo>
                    <a:pt x="345" y="1038"/>
                    <a:pt x="345" y="1038"/>
                    <a:pt x="345" y="1038"/>
                  </a:cubicBezTo>
                  <a:cubicBezTo>
                    <a:pt x="278" y="1038"/>
                    <a:pt x="278" y="1038"/>
                    <a:pt x="278" y="1038"/>
                  </a:cubicBezTo>
                  <a:lnTo>
                    <a:pt x="278" y="970"/>
                  </a:lnTo>
                  <a:close/>
                  <a:moveTo>
                    <a:pt x="278" y="1039"/>
                  </a:moveTo>
                  <a:cubicBezTo>
                    <a:pt x="345" y="1039"/>
                    <a:pt x="345" y="1039"/>
                    <a:pt x="345" y="1039"/>
                  </a:cubicBezTo>
                  <a:cubicBezTo>
                    <a:pt x="345" y="1107"/>
                    <a:pt x="345" y="1107"/>
                    <a:pt x="345" y="1107"/>
                  </a:cubicBezTo>
                  <a:cubicBezTo>
                    <a:pt x="278" y="1107"/>
                    <a:pt x="278" y="1107"/>
                    <a:pt x="278" y="1107"/>
                  </a:cubicBezTo>
                  <a:lnTo>
                    <a:pt x="278" y="1039"/>
                  </a:lnTo>
                  <a:close/>
                  <a:moveTo>
                    <a:pt x="278" y="1109"/>
                  </a:moveTo>
                  <a:cubicBezTo>
                    <a:pt x="345" y="1109"/>
                    <a:pt x="345" y="1109"/>
                    <a:pt x="345" y="1109"/>
                  </a:cubicBezTo>
                  <a:cubicBezTo>
                    <a:pt x="345" y="1176"/>
                    <a:pt x="345" y="1176"/>
                    <a:pt x="345" y="1176"/>
                  </a:cubicBezTo>
                  <a:cubicBezTo>
                    <a:pt x="278" y="1176"/>
                    <a:pt x="278" y="1176"/>
                    <a:pt x="278" y="1176"/>
                  </a:cubicBezTo>
                  <a:lnTo>
                    <a:pt x="278" y="1109"/>
                  </a:lnTo>
                  <a:close/>
                  <a:moveTo>
                    <a:pt x="278" y="1178"/>
                  </a:moveTo>
                  <a:cubicBezTo>
                    <a:pt x="345" y="1178"/>
                    <a:pt x="345" y="1178"/>
                    <a:pt x="345" y="1178"/>
                  </a:cubicBezTo>
                  <a:cubicBezTo>
                    <a:pt x="345" y="1245"/>
                    <a:pt x="345" y="1245"/>
                    <a:pt x="345" y="1245"/>
                  </a:cubicBezTo>
                  <a:cubicBezTo>
                    <a:pt x="278" y="1245"/>
                    <a:pt x="278" y="1245"/>
                    <a:pt x="278" y="1245"/>
                  </a:cubicBezTo>
                  <a:lnTo>
                    <a:pt x="278" y="1178"/>
                  </a:lnTo>
                  <a:close/>
                  <a:moveTo>
                    <a:pt x="278" y="1247"/>
                  </a:moveTo>
                  <a:cubicBezTo>
                    <a:pt x="345" y="1247"/>
                    <a:pt x="345" y="1247"/>
                    <a:pt x="345" y="1247"/>
                  </a:cubicBezTo>
                  <a:cubicBezTo>
                    <a:pt x="345" y="1314"/>
                    <a:pt x="345" y="1314"/>
                    <a:pt x="345" y="1314"/>
                  </a:cubicBezTo>
                  <a:cubicBezTo>
                    <a:pt x="278" y="1314"/>
                    <a:pt x="278" y="1314"/>
                    <a:pt x="278" y="1314"/>
                  </a:cubicBezTo>
                  <a:lnTo>
                    <a:pt x="278" y="1247"/>
                  </a:lnTo>
                  <a:close/>
                  <a:moveTo>
                    <a:pt x="278" y="1316"/>
                  </a:moveTo>
                  <a:cubicBezTo>
                    <a:pt x="345" y="1316"/>
                    <a:pt x="345" y="1316"/>
                    <a:pt x="345" y="1316"/>
                  </a:cubicBezTo>
                  <a:cubicBezTo>
                    <a:pt x="345" y="1384"/>
                    <a:pt x="345" y="1384"/>
                    <a:pt x="345" y="1384"/>
                  </a:cubicBezTo>
                  <a:cubicBezTo>
                    <a:pt x="278" y="1384"/>
                    <a:pt x="278" y="1384"/>
                    <a:pt x="278" y="1384"/>
                  </a:cubicBezTo>
                  <a:lnTo>
                    <a:pt x="278" y="1316"/>
                  </a:lnTo>
                  <a:close/>
                  <a:moveTo>
                    <a:pt x="278" y="1386"/>
                  </a:moveTo>
                  <a:cubicBezTo>
                    <a:pt x="345" y="1386"/>
                    <a:pt x="345" y="1386"/>
                    <a:pt x="345" y="1386"/>
                  </a:cubicBezTo>
                  <a:cubicBezTo>
                    <a:pt x="345" y="1453"/>
                    <a:pt x="345" y="1453"/>
                    <a:pt x="345" y="1453"/>
                  </a:cubicBezTo>
                  <a:cubicBezTo>
                    <a:pt x="278" y="1453"/>
                    <a:pt x="278" y="1453"/>
                    <a:pt x="278" y="1453"/>
                  </a:cubicBezTo>
                  <a:lnTo>
                    <a:pt x="278" y="1386"/>
                  </a:lnTo>
                  <a:close/>
                  <a:moveTo>
                    <a:pt x="278" y="1455"/>
                  </a:moveTo>
                  <a:cubicBezTo>
                    <a:pt x="345" y="1455"/>
                    <a:pt x="345" y="1455"/>
                    <a:pt x="345" y="1455"/>
                  </a:cubicBezTo>
                  <a:cubicBezTo>
                    <a:pt x="345" y="1522"/>
                    <a:pt x="345" y="1522"/>
                    <a:pt x="345" y="1522"/>
                  </a:cubicBezTo>
                  <a:cubicBezTo>
                    <a:pt x="278" y="1522"/>
                    <a:pt x="278" y="1522"/>
                    <a:pt x="278" y="1522"/>
                  </a:cubicBezTo>
                  <a:lnTo>
                    <a:pt x="278" y="1455"/>
                  </a:lnTo>
                  <a:close/>
                  <a:moveTo>
                    <a:pt x="278" y="1524"/>
                  </a:moveTo>
                  <a:cubicBezTo>
                    <a:pt x="345" y="1524"/>
                    <a:pt x="345" y="1524"/>
                    <a:pt x="345" y="1524"/>
                  </a:cubicBezTo>
                  <a:cubicBezTo>
                    <a:pt x="345" y="1591"/>
                    <a:pt x="345" y="1591"/>
                    <a:pt x="345" y="1591"/>
                  </a:cubicBezTo>
                  <a:cubicBezTo>
                    <a:pt x="278" y="1591"/>
                    <a:pt x="278" y="1591"/>
                    <a:pt x="278" y="1591"/>
                  </a:cubicBezTo>
                  <a:lnTo>
                    <a:pt x="278" y="1524"/>
                  </a:lnTo>
                  <a:close/>
                  <a:moveTo>
                    <a:pt x="278" y="1593"/>
                  </a:moveTo>
                  <a:cubicBezTo>
                    <a:pt x="345" y="1593"/>
                    <a:pt x="345" y="1593"/>
                    <a:pt x="345" y="1593"/>
                  </a:cubicBezTo>
                  <a:cubicBezTo>
                    <a:pt x="345" y="1661"/>
                    <a:pt x="345" y="1661"/>
                    <a:pt x="345" y="1661"/>
                  </a:cubicBezTo>
                  <a:cubicBezTo>
                    <a:pt x="278" y="1661"/>
                    <a:pt x="278" y="1661"/>
                    <a:pt x="278" y="1661"/>
                  </a:cubicBezTo>
                  <a:lnTo>
                    <a:pt x="278" y="1593"/>
                  </a:lnTo>
                  <a:close/>
                  <a:moveTo>
                    <a:pt x="278" y="1662"/>
                  </a:moveTo>
                  <a:cubicBezTo>
                    <a:pt x="345" y="1662"/>
                    <a:pt x="345" y="1662"/>
                    <a:pt x="345" y="1662"/>
                  </a:cubicBezTo>
                  <a:cubicBezTo>
                    <a:pt x="345" y="1730"/>
                    <a:pt x="345" y="1730"/>
                    <a:pt x="345" y="1730"/>
                  </a:cubicBezTo>
                  <a:cubicBezTo>
                    <a:pt x="278" y="1730"/>
                    <a:pt x="278" y="1730"/>
                    <a:pt x="278" y="1730"/>
                  </a:cubicBezTo>
                  <a:lnTo>
                    <a:pt x="278" y="1662"/>
                  </a:lnTo>
                  <a:close/>
                  <a:moveTo>
                    <a:pt x="209" y="70"/>
                  </a:moveTo>
                  <a:cubicBezTo>
                    <a:pt x="276" y="70"/>
                    <a:pt x="276" y="70"/>
                    <a:pt x="276" y="70"/>
                  </a:cubicBezTo>
                  <a:cubicBezTo>
                    <a:pt x="276" y="138"/>
                    <a:pt x="276" y="138"/>
                    <a:pt x="276" y="138"/>
                  </a:cubicBezTo>
                  <a:cubicBezTo>
                    <a:pt x="209" y="138"/>
                    <a:pt x="209" y="138"/>
                    <a:pt x="209" y="138"/>
                  </a:cubicBezTo>
                  <a:lnTo>
                    <a:pt x="209" y="70"/>
                  </a:lnTo>
                  <a:close/>
                  <a:moveTo>
                    <a:pt x="209" y="139"/>
                  </a:moveTo>
                  <a:cubicBezTo>
                    <a:pt x="276" y="139"/>
                    <a:pt x="276" y="139"/>
                    <a:pt x="276" y="139"/>
                  </a:cubicBezTo>
                  <a:cubicBezTo>
                    <a:pt x="276" y="207"/>
                    <a:pt x="276" y="207"/>
                    <a:pt x="276" y="207"/>
                  </a:cubicBezTo>
                  <a:cubicBezTo>
                    <a:pt x="209" y="207"/>
                    <a:pt x="209" y="207"/>
                    <a:pt x="209" y="207"/>
                  </a:cubicBezTo>
                  <a:lnTo>
                    <a:pt x="209" y="139"/>
                  </a:lnTo>
                  <a:close/>
                  <a:moveTo>
                    <a:pt x="209" y="209"/>
                  </a:moveTo>
                  <a:cubicBezTo>
                    <a:pt x="276" y="209"/>
                    <a:pt x="276" y="209"/>
                    <a:pt x="276" y="209"/>
                  </a:cubicBezTo>
                  <a:cubicBezTo>
                    <a:pt x="276" y="276"/>
                    <a:pt x="276" y="276"/>
                    <a:pt x="276" y="276"/>
                  </a:cubicBezTo>
                  <a:cubicBezTo>
                    <a:pt x="209" y="276"/>
                    <a:pt x="209" y="276"/>
                    <a:pt x="209" y="276"/>
                  </a:cubicBezTo>
                  <a:lnTo>
                    <a:pt x="209" y="209"/>
                  </a:lnTo>
                  <a:close/>
                  <a:moveTo>
                    <a:pt x="209" y="278"/>
                  </a:moveTo>
                  <a:cubicBezTo>
                    <a:pt x="276" y="278"/>
                    <a:pt x="276" y="278"/>
                    <a:pt x="276" y="278"/>
                  </a:cubicBezTo>
                  <a:cubicBezTo>
                    <a:pt x="276" y="345"/>
                    <a:pt x="276" y="345"/>
                    <a:pt x="276" y="345"/>
                  </a:cubicBezTo>
                  <a:cubicBezTo>
                    <a:pt x="209" y="345"/>
                    <a:pt x="209" y="345"/>
                    <a:pt x="209" y="345"/>
                  </a:cubicBezTo>
                  <a:lnTo>
                    <a:pt x="209" y="278"/>
                  </a:lnTo>
                  <a:close/>
                  <a:moveTo>
                    <a:pt x="209" y="347"/>
                  </a:moveTo>
                  <a:cubicBezTo>
                    <a:pt x="276" y="347"/>
                    <a:pt x="276" y="347"/>
                    <a:pt x="276" y="347"/>
                  </a:cubicBezTo>
                  <a:cubicBezTo>
                    <a:pt x="276" y="414"/>
                    <a:pt x="276" y="414"/>
                    <a:pt x="276" y="414"/>
                  </a:cubicBezTo>
                  <a:cubicBezTo>
                    <a:pt x="209" y="414"/>
                    <a:pt x="209" y="414"/>
                    <a:pt x="209" y="414"/>
                  </a:cubicBezTo>
                  <a:lnTo>
                    <a:pt x="209" y="347"/>
                  </a:lnTo>
                  <a:close/>
                  <a:moveTo>
                    <a:pt x="209" y="416"/>
                  </a:moveTo>
                  <a:cubicBezTo>
                    <a:pt x="276" y="416"/>
                    <a:pt x="276" y="416"/>
                    <a:pt x="276" y="416"/>
                  </a:cubicBezTo>
                  <a:cubicBezTo>
                    <a:pt x="276" y="484"/>
                    <a:pt x="276" y="484"/>
                    <a:pt x="276" y="484"/>
                  </a:cubicBezTo>
                  <a:cubicBezTo>
                    <a:pt x="209" y="484"/>
                    <a:pt x="209" y="484"/>
                    <a:pt x="209" y="484"/>
                  </a:cubicBezTo>
                  <a:lnTo>
                    <a:pt x="209" y="416"/>
                  </a:lnTo>
                  <a:close/>
                  <a:moveTo>
                    <a:pt x="209" y="486"/>
                  </a:moveTo>
                  <a:cubicBezTo>
                    <a:pt x="276" y="486"/>
                    <a:pt x="276" y="486"/>
                    <a:pt x="276" y="486"/>
                  </a:cubicBezTo>
                  <a:cubicBezTo>
                    <a:pt x="276" y="553"/>
                    <a:pt x="276" y="553"/>
                    <a:pt x="276" y="553"/>
                  </a:cubicBezTo>
                  <a:cubicBezTo>
                    <a:pt x="209" y="553"/>
                    <a:pt x="209" y="553"/>
                    <a:pt x="209" y="553"/>
                  </a:cubicBezTo>
                  <a:lnTo>
                    <a:pt x="209" y="486"/>
                  </a:lnTo>
                  <a:close/>
                  <a:moveTo>
                    <a:pt x="209" y="555"/>
                  </a:moveTo>
                  <a:cubicBezTo>
                    <a:pt x="276" y="555"/>
                    <a:pt x="276" y="555"/>
                    <a:pt x="276" y="555"/>
                  </a:cubicBezTo>
                  <a:cubicBezTo>
                    <a:pt x="276" y="622"/>
                    <a:pt x="276" y="622"/>
                    <a:pt x="276" y="622"/>
                  </a:cubicBezTo>
                  <a:cubicBezTo>
                    <a:pt x="209" y="622"/>
                    <a:pt x="209" y="622"/>
                    <a:pt x="209" y="622"/>
                  </a:cubicBezTo>
                  <a:lnTo>
                    <a:pt x="209" y="555"/>
                  </a:lnTo>
                  <a:close/>
                  <a:moveTo>
                    <a:pt x="209" y="624"/>
                  </a:moveTo>
                  <a:cubicBezTo>
                    <a:pt x="276" y="624"/>
                    <a:pt x="276" y="624"/>
                    <a:pt x="276" y="624"/>
                  </a:cubicBezTo>
                  <a:cubicBezTo>
                    <a:pt x="276" y="691"/>
                    <a:pt x="276" y="691"/>
                    <a:pt x="276" y="691"/>
                  </a:cubicBezTo>
                  <a:cubicBezTo>
                    <a:pt x="209" y="691"/>
                    <a:pt x="209" y="691"/>
                    <a:pt x="209" y="691"/>
                  </a:cubicBezTo>
                  <a:lnTo>
                    <a:pt x="209" y="624"/>
                  </a:lnTo>
                  <a:close/>
                  <a:moveTo>
                    <a:pt x="209" y="693"/>
                  </a:moveTo>
                  <a:cubicBezTo>
                    <a:pt x="276" y="693"/>
                    <a:pt x="276" y="693"/>
                    <a:pt x="276" y="693"/>
                  </a:cubicBezTo>
                  <a:cubicBezTo>
                    <a:pt x="276" y="761"/>
                    <a:pt x="276" y="761"/>
                    <a:pt x="276" y="761"/>
                  </a:cubicBezTo>
                  <a:cubicBezTo>
                    <a:pt x="209" y="761"/>
                    <a:pt x="209" y="761"/>
                    <a:pt x="209" y="761"/>
                  </a:cubicBezTo>
                  <a:lnTo>
                    <a:pt x="209" y="693"/>
                  </a:lnTo>
                  <a:close/>
                  <a:moveTo>
                    <a:pt x="209" y="762"/>
                  </a:moveTo>
                  <a:cubicBezTo>
                    <a:pt x="276" y="762"/>
                    <a:pt x="276" y="762"/>
                    <a:pt x="276" y="762"/>
                  </a:cubicBezTo>
                  <a:cubicBezTo>
                    <a:pt x="276" y="830"/>
                    <a:pt x="276" y="830"/>
                    <a:pt x="276" y="830"/>
                  </a:cubicBezTo>
                  <a:cubicBezTo>
                    <a:pt x="209" y="830"/>
                    <a:pt x="209" y="830"/>
                    <a:pt x="209" y="830"/>
                  </a:cubicBezTo>
                  <a:lnTo>
                    <a:pt x="209" y="762"/>
                  </a:lnTo>
                  <a:close/>
                  <a:moveTo>
                    <a:pt x="209" y="832"/>
                  </a:moveTo>
                  <a:cubicBezTo>
                    <a:pt x="276" y="832"/>
                    <a:pt x="276" y="832"/>
                    <a:pt x="276" y="832"/>
                  </a:cubicBezTo>
                  <a:cubicBezTo>
                    <a:pt x="276" y="899"/>
                    <a:pt x="276" y="899"/>
                    <a:pt x="276" y="899"/>
                  </a:cubicBezTo>
                  <a:cubicBezTo>
                    <a:pt x="209" y="899"/>
                    <a:pt x="209" y="899"/>
                    <a:pt x="209" y="899"/>
                  </a:cubicBezTo>
                  <a:lnTo>
                    <a:pt x="209" y="832"/>
                  </a:lnTo>
                  <a:close/>
                  <a:moveTo>
                    <a:pt x="209" y="901"/>
                  </a:moveTo>
                  <a:cubicBezTo>
                    <a:pt x="276" y="901"/>
                    <a:pt x="276" y="901"/>
                    <a:pt x="276" y="901"/>
                  </a:cubicBezTo>
                  <a:cubicBezTo>
                    <a:pt x="276" y="968"/>
                    <a:pt x="276" y="968"/>
                    <a:pt x="276" y="968"/>
                  </a:cubicBezTo>
                  <a:cubicBezTo>
                    <a:pt x="209" y="968"/>
                    <a:pt x="209" y="968"/>
                    <a:pt x="209" y="968"/>
                  </a:cubicBezTo>
                  <a:lnTo>
                    <a:pt x="209" y="901"/>
                  </a:lnTo>
                  <a:close/>
                  <a:moveTo>
                    <a:pt x="209" y="970"/>
                  </a:moveTo>
                  <a:cubicBezTo>
                    <a:pt x="276" y="970"/>
                    <a:pt x="276" y="970"/>
                    <a:pt x="276" y="970"/>
                  </a:cubicBezTo>
                  <a:cubicBezTo>
                    <a:pt x="276" y="1038"/>
                    <a:pt x="276" y="1038"/>
                    <a:pt x="276" y="1038"/>
                  </a:cubicBezTo>
                  <a:cubicBezTo>
                    <a:pt x="209" y="1038"/>
                    <a:pt x="209" y="1038"/>
                    <a:pt x="209" y="1038"/>
                  </a:cubicBezTo>
                  <a:lnTo>
                    <a:pt x="209" y="970"/>
                  </a:lnTo>
                  <a:close/>
                  <a:moveTo>
                    <a:pt x="209" y="1039"/>
                  </a:moveTo>
                  <a:cubicBezTo>
                    <a:pt x="276" y="1039"/>
                    <a:pt x="276" y="1039"/>
                    <a:pt x="276" y="1039"/>
                  </a:cubicBezTo>
                  <a:cubicBezTo>
                    <a:pt x="276" y="1107"/>
                    <a:pt x="276" y="1107"/>
                    <a:pt x="276" y="1107"/>
                  </a:cubicBezTo>
                  <a:cubicBezTo>
                    <a:pt x="209" y="1107"/>
                    <a:pt x="209" y="1107"/>
                    <a:pt x="209" y="1107"/>
                  </a:cubicBezTo>
                  <a:lnTo>
                    <a:pt x="209" y="1039"/>
                  </a:lnTo>
                  <a:close/>
                  <a:moveTo>
                    <a:pt x="209" y="1109"/>
                  </a:moveTo>
                  <a:cubicBezTo>
                    <a:pt x="276" y="1109"/>
                    <a:pt x="276" y="1109"/>
                    <a:pt x="276" y="1109"/>
                  </a:cubicBezTo>
                  <a:cubicBezTo>
                    <a:pt x="276" y="1176"/>
                    <a:pt x="276" y="1176"/>
                    <a:pt x="276" y="1176"/>
                  </a:cubicBezTo>
                  <a:cubicBezTo>
                    <a:pt x="209" y="1176"/>
                    <a:pt x="209" y="1176"/>
                    <a:pt x="209" y="1176"/>
                  </a:cubicBezTo>
                  <a:lnTo>
                    <a:pt x="209" y="1109"/>
                  </a:lnTo>
                  <a:close/>
                  <a:moveTo>
                    <a:pt x="209" y="1178"/>
                  </a:moveTo>
                  <a:cubicBezTo>
                    <a:pt x="276" y="1178"/>
                    <a:pt x="276" y="1178"/>
                    <a:pt x="276" y="1178"/>
                  </a:cubicBezTo>
                  <a:cubicBezTo>
                    <a:pt x="276" y="1245"/>
                    <a:pt x="276" y="1245"/>
                    <a:pt x="276" y="1245"/>
                  </a:cubicBezTo>
                  <a:cubicBezTo>
                    <a:pt x="209" y="1245"/>
                    <a:pt x="209" y="1245"/>
                    <a:pt x="209" y="1245"/>
                  </a:cubicBezTo>
                  <a:lnTo>
                    <a:pt x="209" y="1178"/>
                  </a:lnTo>
                  <a:close/>
                  <a:moveTo>
                    <a:pt x="209" y="1247"/>
                  </a:moveTo>
                  <a:cubicBezTo>
                    <a:pt x="276" y="1247"/>
                    <a:pt x="276" y="1247"/>
                    <a:pt x="276" y="1247"/>
                  </a:cubicBezTo>
                  <a:cubicBezTo>
                    <a:pt x="276" y="1314"/>
                    <a:pt x="276" y="1314"/>
                    <a:pt x="276" y="1314"/>
                  </a:cubicBezTo>
                  <a:cubicBezTo>
                    <a:pt x="209" y="1314"/>
                    <a:pt x="209" y="1314"/>
                    <a:pt x="209" y="1314"/>
                  </a:cubicBezTo>
                  <a:lnTo>
                    <a:pt x="209" y="1247"/>
                  </a:lnTo>
                  <a:close/>
                  <a:moveTo>
                    <a:pt x="209" y="1316"/>
                  </a:moveTo>
                  <a:cubicBezTo>
                    <a:pt x="276" y="1316"/>
                    <a:pt x="276" y="1316"/>
                    <a:pt x="276" y="1316"/>
                  </a:cubicBezTo>
                  <a:cubicBezTo>
                    <a:pt x="276" y="1384"/>
                    <a:pt x="276" y="1384"/>
                    <a:pt x="276" y="1384"/>
                  </a:cubicBezTo>
                  <a:cubicBezTo>
                    <a:pt x="209" y="1384"/>
                    <a:pt x="209" y="1384"/>
                    <a:pt x="209" y="1384"/>
                  </a:cubicBezTo>
                  <a:lnTo>
                    <a:pt x="209" y="1316"/>
                  </a:lnTo>
                  <a:close/>
                  <a:moveTo>
                    <a:pt x="209" y="1386"/>
                  </a:moveTo>
                  <a:cubicBezTo>
                    <a:pt x="276" y="1386"/>
                    <a:pt x="276" y="1386"/>
                    <a:pt x="276" y="1386"/>
                  </a:cubicBezTo>
                  <a:cubicBezTo>
                    <a:pt x="276" y="1453"/>
                    <a:pt x="276" y="1453"/>
                    <a:pt x="276" y="1453"/>
                  </a:cubicBezTo>
                  <a:cubicBezTo>
                    <a:pt x="209" y="1453"/>
                    <a:pt x="209" y="1453"/>
                    <a:pt x="209" y="1453"/>
                  </a:cubicBezTo>
                  <a:lnTo>
                    <a:pt x="209" y="1386"/>
                  </a:lnTo>
                  <a:close/>
                  <a:moveTo>
                    <a:pt x="209" y="1455"/>
                  </a:moveTo>
                  <a:cubicBezTo>
                    <a:pt x="276" y="1455"/>
                    <a:pt x="276" y="1455"/>
                    <a:pt x="276" y="1455"/>
                  </a:cubicBezTo>
                  <a:cubicBezTo>
                    <a:pt x="276" y="1522"/>
                    <a:pt x="276" y="1522"/>
                    <a:pt x="276" y="1522"/>
                  </a:cubicBezTo>
                  <a:cubicBezTo>
                    <a:pt x="209" y="1522"/>
                    <a:pt x="209" y="1522"/>
                    <a:pt x="209" y="1522"/>
                  </a:cubicBezTo>
                  <a:lnTo>
                    <a:pt x="209" y="1455"/>
                  </a:lnTo>
                  <a:close/>
                  <a:moveTo>
                    <a:pt x="209" y="1524"/>
                  </a:moveTo>
                  <a:cubicBezTo>
                    <a:pt x="276" y="1524"/>
                    <a:pt x="276" y="1524"/>
                    <a:pt x="276" y="1524"/>
                  </a:cubicBezTo>
                  <a:cubicBezTo>
                    <a:pt x="276" y="1591"/>
                    <a:pt x="276" y="1591"/>
                    <a:pt x="276" y="1591"/>
                  </a:cubicBezTo>
                  <a:cubicBezTo>
                    <a:pt x="209" y="1591"/>
                    <a:pt x="209" y="1591"/>
                    <a:pt x="209" y="1591"/>
                  </a:cubicBezTo>
                  <a:lnTo>
                    <a:pt x="209" y="1524"/>
                  </a:lnTo>
                  <a:close/>
                  <a:moveTo>
                    <a:pt x="209" y="1593"/>
                  </a:moveTo>
                  <a:cubicBezTo>
                    <a:pt x="276" y="1593"/>
                    <a:pt x="276" y="1593"/>
                    <a:pt x="276" y="1593"/>
                  </a:cubicBezTo>
                  <a:cubicBezTo>
                    <a:pt x="276" y="1661"/>
                    <a:pt x="276" y="1661"/>
                    <a:pt x="276" y="1661"/>
                  </a:cubicBezTo>
                  <a:cubicBezTo>
                    <a:pt x="209" y="1661"/>
                    <a:pt x="209" y="1661"/>
                    <a:pt x="209" y="1661"/>
                  </a:cubicBezTo>
                  <a:lnTo>
                    <a:pt x="209" y="1593"/>
                  </a:lnTo>
                  <a:close/>
                  <a:moveTo>
                    <a:pt x="209" y="1662"/>
                  </a:moveTo>
                  <a:cubicBezTo>
                    <a:pt x="276" y="1662"/>
                    <a:pt x="276" y="1662"/>
                    <a:pt x="276" y="1662"/>
                  </a:cubicBezTo>
                  <a:cubicBezTo>
                    <a:pt x="276" y="1730"/>
                    <a:pt x="276" y="1730"/>
                    <a:pt x="276" y="1730"/>
                  </a:cubicBezTo>
                  <a:cubicBezTo>
                    <a:pt x="209" y="1730"/>
                    <a:pt x="209" y="1730"/>
                    <a:pt x="209" y="1730"/>
                  </a:cubicBezTo>
                  <a:lnTo>
                    <a:pt x="209" y="1662"/>
                  </a:lnTo>
                  <a:close/>
                  <a:moveTo>
                    <a:pt x="139" y="70"/>
                  </a:moveTo>
                  <a:cubicBezTo>
                    <a:pt x="207" y="70"/>
                    <a:pt x="207" y="70"/>
                    <a:pt x="207" y="70"/>
                  </a:cubicBezTo>
                  <a:cubicBezTo>
                    <a:pt x="207" y="138"/>
                    <a:pt x="207" y="138"/>
                    <a:pt x="207" y="138"/>
                  </a:cubicBezTo>
                  <a:cubicBezTo>
                    <a:pt x="139" y="138"/>
                    <a:pt x="139" y="138"/>
                    <a:pt x="139" y="138"/>
                  </a:cubicBezTo>
                  <a:lnTo>
                    <a:pt x="139" y="70"/>
                  </a:lnTo>
                  <a:close/>
                  <a:moveTo>
                    <a:pt x="139" y="139"/>
                  </a:moveTo>
                  <a:cubicBezTo>
                    <a:pt x="207" y="139"/>
                    <a:pt x="207" y="139"/>
                    <a:pt x="207" y="139"/>
                  </a:cubicBezTo>
                  <a:cubicBezTo>
                    <a:pt x="207" y="207"/>
                    <a:pt x="207" y="207"/>
                    <a:pt x="207" y="207"/>
                  </a:cubicBezTo>
                  <a:cubicBezTo>
                    <a:pt x="139" y="207"/>
                    <a:pt x="139" y="207"/>
                    <a:pt x="139" y="207"/>
                  </a:cubicBezTo>
                  <a:lnTo>
                    <a:pt x="139" y="139"/>
                  </a:lnTo>
                  <a:close/>
                  <a:moveTo>
                    <a:pt x="139" y="209"/>
                  </a:moveTo>
                  <a:cubicBezTo>
                    <a:pt x="207" y="209"/>
                    <a:pt x="207" y="209"/>
                    <a:pt x="207" y="209"/>
                  </a:cubicBezTo>
                  <a:cubicBezTo>
                    <a:pt x="207" y="276"/>
                    <a:pt x="207" y="276"/>
                    <a:pt x="207" y="276"/>
                  </a:cubicBezTo>
                  <a:cubicBezTo>
                    <a:pt x="139" y="276"/>
                    <a:pt x="139" y="276"/>
                    <a:pt x="139" y="276"/>
                  </a:cubicBezTo>
                  <a:lnTo>
                    <a:pt x="139" y="209"/>
                  </a:lnTo>
                  <a:close/>
                  <a:moveTo>
                    <a:pt x="139" y="278"/>
                  </a:moveTo>
                  <a:cubicBezTo>
                    <a:pt x="207" y="278"/>
                    <a:pt x="207" y="278"/>
                    <a:pt x="207" y="278"/>
                  </a:cubicBezTo>
                  <a:cubicBezTo>
                    <a:pt x="207" y="345"/>
                    <a:pt x="207" y="345"/>
                    <a:pt x="207" y="345"/>
                  </a:cubicBezTo>
                  <a:cubicBezTo>
                    <a:pt x="139" y="345"/>
                    <a:pt x="139" y="345"/>
                    <a:pt x="139" y="345"/>
                  </a:cubicBezTo>
                  <a:lnTo>
                    <a:pt x="139" y="278"/>
                  </a:lnTo>
                  <a:close/>
                  <a:moveTo>
                    <a:pt x="139" y="347"/>
                  </a:moveTo>
                  <a:cubicBezTo>
                    <a:pt x="207" y="347"/>
                    <a:pt x="207" y="347"/>
                    <a:pt x="207" y="347"/>
                  </a:cubicBezTo>
                  <a:cubicBezTo>
                    <a:pt x="207" y="414"/>
                    <a:pt x="207" y="414"/>
                    <a:pt x="207" y="414"/>
                  </a:cubicBezTo>
                  <a:cubicBezTo>
                    <a:pt x="139" y="414"/>
                    <a:pt x="139" y="414"/>
                    <a:pt x="139" y="414"/>
                  </a:cubicBezTo>
                  <a:lnTo>
                    <a:pt x="139" y="347"/>
                  </a:lnTo>
                  <a:close/>
                  <a:moveTo>
                    <a:pt x="139" y="416"/>
                  </a:moveTo>
                  <a:cubicBezTo>
                    <a:pt x="207" y="416"/>
                    <a:pt x="207" y="416"/>
                    <a:pt x="207" y="416"/>
                  </a:cubicBezTo>
                  <a:cubicBezTo>
                    <a:pt x="207" y="484"/>
                    <a:pt x="207" y="484"/>
                    <a:pt x="207" y="484"/>
                  </a:cubicBezTo>
                  <a:cubicBezTo>
                    <a:pt x="139" y="484"/>
                    <a:pt x="139" y="484"/>
                    <a:pt x="139" y="484"/>
                  </a:cubicBezTo>
                  <a:lnTo>
                    <a:pt x="139" y="416"/>
                  </a:lnTo>
                  <a:close/>
                  <a:moveTo>
                    <a:pt x="139" y="486"/>
                  </a:moveTo>
                  <a:cubicBezTo>
                    <a:pt x="207" y="486"/>
                    <a:pt x="207" y="486"/>
                    <a:pt x="207" y="486"/>
                  </a:cubicBezTo>
                  <a:cubicBezTo>
                    <a:pt x="207" y="553"/>
                    <a:pt x="207" y="553"/>
                    <a:pt x="207" y="553"/>
                  </a:cubicBezTo>
                  <a:cubicBezTo>
                    <a:pt x="139" y="553"/>
                    <a:pt x="139" y="553"/>
                    <a:pt x="139" y="553"/>
                  </a:cubicBezTo>
                  <a:lnTo>
                    <a:pt x="139" y="486"/>
                  </a:lnTo>
                  <a:close/>
                  <a:moveTo>
                    <a:pt x="139" y="555"/>
                  </a:moveTo>
                  <a:cubicBezTo>
                    <a:pt x="207" y="555"/>
                    <a:pt x="207" y="555"/>
                    <a:pt x="207" y="555"/>
                  </a:cubicBezTo>
                  <a:cubicBezTo>
                    <a:pt x="207" y="622"/>
                    <a:pt x="207" y="622"/>
                    <a:pt x="207" y="622"/>
                  </a:cubicBezTo>
                  <a:cubicBezTo>
                    <a:pt x="139" y="622"/>
                    <a:pt x="139" y="622"/>
                    <a:pt x="139" y="622"/>
                  </a:cubicBezTo>
                  <a:lnTo>
                    <a:pt x="139" y="555"/>
                  </a:lnTo>
                  <a:close/>
                  <a:moveTo>
                    <a:pt x="139" y="624"/>
                  </a:moveTo>
                  <a:cubicBezTo>
                    <a:pt x="207" y="624"/>
                    <a:pt x="207" y="624"/>
                    <a:pt x="207" y="624"/>
                  </a:cubicBezTo>
                  <a:cubicBezTo>
                    <a:pt x="207" y="691"/>
                    <a:pt x="207" y="691"/>
                    <a:pt x="207" y="691"/>
                  </a:cubicBezTo>
                  <a:cubicBezTo>
                    <a:pt x="139" y="691"/>
                    <a:pt x="139" y="691"/>
                    <a:pt x="139" y="691"/>
                  </a:cubicBezTo>
                  <a:lnTo>
                    <a:pt x="139" y="624"/>
                  </a:lnTo>
                  <a:close/>
                  <a:moveTo>
                    <a:pt x="139" y="693"/>
                  </a:moveTo>
                  <a:cubicBezTo>
                    <a:pt x="207" y="693"/>
                    <a:pt x="207" y="693"/>
                    <a:pt x="207" y="693"/>
                  </a:cubicBezTo>
                  <a:cubicBezTo>
                    <a:pt x="207" y="761"/>
                    <a:pt x="207" y="761"/>
                    <a:pt x="207" y="761"/>
                  </a:cubicBezTo>
                  <a:cubicBezTo>
                    <a:pt x="139" y="761"/>
                    <a:pt x="139" y="761"/>
                    <a:pt x="139" y="761"/>
                  </a:cubicBezTo>
                  <a:lnTo>
                    <a:pt x="139" y="693"/>
                  </a:lnTo>
                  <a:close/>
                  <a:moveTo>
                    <a:pt x="139" y="762"/>
                  </a:moveTo>
                  <a:cubicBezTo>
                    <a:pt x="207" y="762"/>
                    <a:pt x="207" y="762"/>
                    <a:pt x="207" y="762"/>
                  </a:cubicBezTo>
                  <a:cubicBezTo>
                    <a:pt x="207" y="830"/>
                    <a:pt x="207" y="830"/>
                    <a:pt x="207" y="830"/>
                  </a:cubicBezTo>
                  <a:cubicBezTo>
                    <a:pt x="139" y="830"/>
                    <a:pt x="139" y="830"/>
                    <a:pt x="139" y="830"/>
                  </a:cubicBezTo>
                  <a:lnTo>
                    <a:pt x="139" y="762"/>
                  </a:lnTo>
                  <a:close/>
                  <a:moveTo>
                    <a:pt x="139" y="832"/>
                  </a:moveTo>
                  <a:cubicBezTo>
                    <a:pt x="207" y="832"/>
                    <a:pt x="207" y="832"/>
                    <a:pt x="207" y="832"/>
                  </a:cubicBezTo>
                  <a:cubicBezTo>
                    <a:pt x="207" y="899"/>
                    <a:pt x="207" y="899"/>
                    <a:pt x="207" y="899"/>
                  </a:cubicBezTo>
                  <a:cubicBezTo>
                    <a:pt x="139" y="899"/>
                    <a:pt x="139" y="899"/>
                    <a:pt x="139" y="899"/>
                  </a:cubicBezTo>
                  <a:lnTo>
                    <a:pt x="139" y="832"/>
                  </a:lnTo>
                  <a:close/>
                  <a:moveTo>
                    <a:pt x="139" y="901"/>
                  </a:moveTo>
                  <a:cubicBezTo>
                    <a:pt x="207" y="901"/>
                    <a:pt x="207" y="901"/>
                    <a:pt x="207" y="901"/>
                  </a:cubicBezTo>
                  <a:cubicBezTo>
                    <a:pt x="207" y="968"/>
                    <a:pt x="207" y="968"/>
                    <a:pt x="207" y="968"/>
                  </a:cubicBezTo>
                  <a:cubicBezTo>
                    <a:pt x="139" y="968"/>
                    <a:pt x="139" y="968"/>
                    <a:pt x="139" y="968"/>
                  </a:cubicBezTo>
                  <a:lnTo>
                    <a:pt x="139" y="901"/>
                  </a:lnTo>
                  <a:close/>
                  <a:moveTo>
                    <a:pt x="139" y="970"/>
                  </a:moveTo>
                  <a:cubicBezTo>
                    <a:pt x="207" y="970"/>
                    <a:pt x="207" y="970"/>
                    <a:pt x="207" y="970"/>
                  </a:cubicBezTo>
                  <a:cubicBezTo>
                    <a:pt x="207" y="1038"/>
                    <a:pt x="207" y="1038"/>
                    <a:pt x="207" y="1038"/>
                  </a:cubicBezTo>
                  <a:cubicBezTo>
                    <a:pt x="139" y="1038"/>
                    <a:pt x="139" y="1038"/>
                    <a:pt x="139" y="1038"/>
                  </a:cubicBezTo>
                  <a:lnTo>
                    <a:pt x="139" y="970"/>
                  </a:lnTo>
                  <a:close/>
                  <a:moveTo>
                    <a:pt x="139" y="1039"/>
                  </a:moveTo>
                  <a:cubicBezTo>
                    <a:pt x="207" y="1039"/>
                    <a:pt x="207" y="1039"/>
                    <a:pt x="207" y="1039"/>
                  </a:cubicBezTo>
                  <a:cubicBezTo>
                    <a:pt x="207" y="1107"/>
                    <a:pt x="207" y="1107"/>
                    <a:pt x="207" y="1107"/>
                  </a:cubicBezTo>
                  <a:cubicBezTo>
                    <a:pt x="139" y="1107"/>
                    <a:pt x="139" y="1107"/>
                    <a:pt x="139" y="1107"/>
                  </a:cubicBezTo>
                  <a:lnTo>
                    <a:pt x="139" y="1039"/>
                  </a:lnTo>
                  <a:close/>
                  <a:moveTo>
                    <a:pt x="139" y="1109"/>
                  </a:moveTo>
                  <a:cubicBezTo>
                    <a:pt x="207" y="1109"/>
                    <a:pt x="207" y="1109"/>
                    <a:pt x="207" y="1109"/>
                  </a:cubicBezTo>
                  <a:cubicBezTo>
                    <a:pt x="207" y="1176"/>
                    <a:pt x="207" y="1176"/>
                    <a:pt x="207" y="1176"/>
                  </a:cubicBezTo>
                  <a:cubicBezTo>
                    <a:pt x="139" y="1176"/>
                    <a:pt x="139" y="1176"/>
                    <a:pt x="139" y="1176"/>
                  </a:cubicBezTo>
                  <a:lnTo>
                    <a:pt x="139" y="1109"/>
                  </a:lnTo>
                  <a:close/>
                  <a:moveTo>
                    <a:pt x="139" y="1178"/>
                  </a:moveTo>
                  <a:cubicBezTo>
                    <a:pt x="207" y="1178"/>
                    <a:pt x="207" y="1178"/>
                    <a:pt x="207" y="1178"/>
                  </a:cubicBezTo>
                  <a:cubicBezTo>
                    <a:pt x="207" y="1245"/>
                    <a:pt x="207" y="1245"/>
                    <a:pt x="207" y="1245"/>
                  </a:cubicBezTo>
                  <a:cubicBezTo>
                    <a:pt x="139" y="1245"/>
                    <a:pt x="139" y="1245"/>
                    <a:pt x="139" y="1245"/>
                  </a:cubicBezTo>
                  <a:lnTo>
                    <a:pt x="139" y="1178"/>
                  </a:lnTo>
                  <a:close/>
                  <a:moveTo>
                    <a:pt x="139" y="1247"/>
                  </a:moveTo>
                  <a:cubicBezTo>
                    <a:pt x="207" y="1247"/>
                    <a:pt x="207" y="1247"/>
                    <a:pt x="207" y="1247"/>
                  </a:cubicBezTo>
                  <a:cubicBezTo>
                    <a:pt x="207" y="1314"/>
                    <a:pt x="207" y="1314"/>
                    <a:pt x="207" y="1314"/>
                  </a:cubicBezTo>
                  <a:cubicBezTo>
                    <a:pt x="139" y="1314"/>
                    <a:pt x="139" y="1314"/>
                    <a:pt x="139" y="1314"/>
                  </a:cubicBezTo>
                  <a:lnTo>
                    <a:pt x="139" y="1247"/>
                  </a:lnTo>
                  <a:close/>
                  <a:moveTo>
                    <a:pt x="139" y="1316"/>
                  </a:moveTo>
                  <a:cubicBezTo>
                    <a:pt x="207" y="1316"/>
                    <a:pt x="207" y="1316"/>
                    <a:pt x="207" y="1316"/>
                  </a:cubicBezTo>
                  <a:cubicBezTo>
                    <a:pt x="207" y="1384"/>
                    <a:pt x="207" y="1384"/>
                    <a:pt x="207" y="1384"/>
                  </a:cubicBezTo>
                  <a:cubicBezTo>
                    <a:pt x="139" y="1384"/>
                    <a:pt x="139" y="1384"/>
                    <a:pt x="139" y="1384"/>
                  </a:cubicBezTo>
                  <a:lnTo>
                    <a:pt x="139" y="1316"/>
                  </a:lnTo>
                  <a:close/>
                  <a:moveTo>
                    <a:pt x="139" y="1386"/>
                  </a:moveTo>
                  <a:cubicBezTo>
                    <a:pt x="207" y="1386"/>
                    <a:pt x="207" y="1386"/>
                    <a:pt x="207" y="1386"/>
                  </a:cubicBezTo>
                  <a:cubicBezTo>
                    <a:pt x="207" y="1453"/>
                    <a:pt x="207" y="1453"/>
                    <a:pt x="207" y="1453"/>
                  </a:cubicBezTo>
                  <a:cubicBezTo>
                    <a:pt x="139" y="1453"/>
                    <a:pt x="139" y="1453"/>
                    <a:pt x="139" y="1453"/>
                  </a:cubicBezTo>
                  <a:lnTo>
                    <a:pt x="139" y="1386"/>
                  </a:lnTo>
                  <a:close/>
                  <a:moveTo>
                    <a:pt x="139" y="1455"/>
                  </a:moveTo>
                  <a:cubicBezTo>
                    <a:pt x="207" y="1455"/>
                    <a:pt x="207" y="1455"/>
                    <a:pt x="207" y="1455"/>
                  </a:cubicBezTo>
                  <a:cubicBezTo>
                    <a:pt x="207" y="1522"/>
                    <a:pt x="207" y="1522"/>
                    <a:pt x="207" y="1522"/>
                  </a:cubicBezTo>
                  <a:cubicBezTo>
                    <a:pt x="139" y="1522"/>
                    <a:pt x="139" y="1522"/>
                    <a:pt x="139" y="1522"/>
                  </a:cubicBezTo>
                  <a:lnTo>
                    <a:pt x="139" y="1455"/>
                  </a:lnTo>
                  <a:close/>
                  <a:moveTo>
                    <a:pt x="139" y="1524"/>
                  </a:moveTo>
                  <a:cubicBezTo>
                    <a:pt x="207" y="1524"/>
                    <a:pt x="207" y="1524"/>
                    <a:pt x="207" y="1524"/>
                  </a:cubicBezTo>
                  <a:cubicBezTo>
                    <a:pt x="207" y="1591"/>
                    <a:pt x="207" y="1591"/>
                    <a:pt x="207" y="1591"/>
                  </a:cubicBezTo>
                  <a:cubicBezTo>
                    <a:pt x="139" y="1591"/>
                    <a:pt x="139" y="1591"/>
                    <a:pt x="139" y="1591"/>
                  </a:cubicBezTo>
                  <a:lnTo>
                    <a:pt x="139" y="1524"/>
                  </a:lnTo>
                  <a:close/>
                  <a:moveTo>
                    <a:pt x="139" y="1593"/>
                  </a:moveTo>
                  <a:cubicBezTo>
                    <a:pt x="207" y="1593"/>
                    <a:pt x="207" y="1593"/>
                    <a:pt x="207" y="1593"/>
                  </a:cubicBezTo>
                  <a:cubicBezTo>
                    <a:pt x="207" y="1661"/>
                    <a:pt x="207" y="1661"/>
                    <a:pt x="207" y="1661"/>
                  </a:cubicBezTo>
                  <a:cubicBezTo>
                    <a:pt x="139" y="1661"/>
                    <a:pt x="139" y="1661"/>
                    <a:pt x="139" y="1661"/>
                  </a:cubicBezTo>
                  <a:lnTo>
                    <a:pt x="139" y="1593"/>
                  </a:lnTo>
                  <a:close/>
                  <a:moveTo>
                    <a:pt x="139" y="1662"/>
                  </a:moveTo>
                  <a:cubicBezTo>
                    <a:pt x="207" y="1662"/>
                    <a:pt x="207" y="1662"/>
                    <a:pt x="207" y="1662"/>
                  </a:cubicBezTo>
                  <a:cubicBezTo>
                    <a:pt x="207" y="1730"/>
                    <a:pt x="207" y="1730"/>
                    <a:pt x="207" y="1730"/>
                  </a:cubicBezTo>
                  <a:cubicBezTo>
                    <a:pt x="139" y="1730"/>
                    <a:pt x="139" y="1730"/>
                    <a:pt x="139" y="1730"/>
                  </a:cubicBezTo>
                  <a:lnTo>
                    <a:pt x="139" y="1662"/>
                  </a:lnTo>
                  <a:close/>
                  <a:moveTo>
                    <a:pt x="70" y="70"/>
                  </a:moveTo>
                  <a:cubicBezTo>
                    <a:pt x="138" y="70"/>
                    <a:pt x="138" y="70"/>
                    <a:pt x="138" y="70"/>
                  </a:cubicBezTo>
                  <a:cubicBezTo>
                    <a:pt x="138" y="138"/>
                    <a:pt x="138" y="138"/>
                    <a:pt x="138" y="138"/>
                  </a:cubicBezTo>
                  <a:cubicBezTo>
                    <a:pt x="70" y="138"/>
                    <a:pt x="70" y="138"/>
                    <a:pt x="70" y="138"/>
                  </a:cubicBezTo>
                  <a:lnTo>
                    <a:pt x="70" y="70"/>
                  </a:lnTo>
                  <a:close/>
                  <a:moveTo>
                    <a:pt x="70" y="139"/>
                  </a:moveTo>
                  <a:cubicBezTo>
                    <a:pt x="138" y="139"/>
                    <a:pt x="138" y="139"/>
                    <a:pt x="138" y="139"/>
                  </a:cubicBezTo>
                  <a:cubicBezTo>
                    <a:pt x="138" y="207"/>
                    <a:pt x="138" y="207"/>
                    <a:pt x="138" y="207"/>
                  </a:cubicBezTo>
                  <a:cubicBezTo>
                    <a:pt x="70" y="207"/>
                    <a:pt x="70" y="207"/>
                    <a:pt x="70" y="207"/>
                  </a:cubicBezTo>
                  <a:lnTo>
                    <a:pt x="70" y="139"/>
                  </a:lnTo>
                  <a:close/>
                  <a:moveTo>
                    <a:pt x="70" y="209"/>
                  </a:moveTo>
                  <a:cubicBezTo>
                    <a:pt x="138" y="209"/>
                    <a:pt x="138" y="209"/>
                    <a:pt x="138" y="209"/>
                  </a:cubicBezTo>
                  <a:cubicBezTo>
                    <a:pt x="138" y="276"/>
                    <a:pt x="138" y="276"/>
                    <a:pt x="138" y="276"/>
                  </a:cubicBezTo>
                  <a:cubicBezTo>
                    <a:pt x="70" y="276"/>
                    <a:pt x="70" y="276"/>
                    <a:pt x="70" y="276"/>
                  </a:cubicBezTo>
                  <a:lnTo>
                    <a:pt x="70" y="209"/>
                  </a:lnTo>
                  <a:close/>
                  <a:moveTo>
                    <a:pt x="70" y="278"/>
                  </a:moveTo>
                  <a:cubicBezTo>
                    <a:pt x="138" y="278"/>
                    <a:pt x="138" y="278"/>
                    <a:pt x="138" y="278"/>
                  </a:cubicBezTo>
                  <a:cubicBezTo>
                    <a:pt x="138" y="345"/>
                    <a:pt x="138" y="345"/>
                    <a:pt x="138" y="345"/>
                  </a:cubicBezTo>
                  <a:cubicBezTo>
                    <a:pt x="70" y="345"/>
                    <a:pt x="70" y="345"/>
                    <a:pt x="70" y="345"/>
                  </a:cubicBezTo>
                  <a:lnTo>
                    <a:pt x="70" y="278"/>
                  </a:lnTo>
                  <a:close/>
                  <a:moveTo>
                    <a:pt x="70" y="347"/>
                  </a:moveTo>
                  <a:cubicBezTo>
                    <a:pt x="138" y="347"/>
                    <a:pt x="138" y="347"/>
                    <a:pt x="138" y="347"/>
                  </a:cubicBezTo>
                  <a:cubicBezTo>
                    <a:pt x="138" y="414"/>
                    <a:pt x="138" y="414"/>
                    <a:pt x="138" y="414"/>
                  </a:cubicBezTo>
                  <a:cubicBezTo>
                    <a:pt x="70" y="414"/>
                    <a:pt x="70" y="414"/>
                    <a:pt x="70" y="414"/>
                  </a:cubicBezTo>
                  <a:lnTo>
                    <a:pt x="70" y="347"/>
                  </a:lnTo>
                  <a:close/>
                  <a:moveTo>
                    <a:pt x="70" y="416"/>
                  </a:moveTo>
                  <a:cubicBezTo>
                    <a:pt x="138" y="416"/>
                    <a:pt x="138" y="416"/>
                    <a:pt x="138" y="416"/>
                  </a:cubicBezTo>
                  <a:cubicBezTo>
                    <a:pt x="138" y="484"/>
                    <a:pt x="138" y="484"/>
                    <a:pt x="138" y="484"/>
                  </a:cubicBezTo>
                  <a:cubicBezTo>
                    <a:pt x="70" y="484"/>
                    <a:pt x="70" y="484"/>
                    <a:pt x="70" y="484"/>
                  </a:cubicBezTo>
                  <a:lnTo>
                    <a:pt x="70" y="416"/>
                  </a:lnTo>
                  <a:close/>
                  <a:moveTo>
                    <a:pt x="70" y="486"/>
                  </a:moveTo>
                  <a:cubicBezTo>
                    <a:pt x="138" y="486"/>
                    <a:pt x="138" y="486"/>
                    <a:pt x="138" y="486"/>
                  </a:cubicBezTo>
                  <a:cubicBezTo>
                    <a:pt x="138" y="553"/>
                    <a:pt x="138" y="553"/>
                    <a:pt x="138" y="553"/>
                  </a:cubicBezTo>
                  <a:cubicBezTo>
                    <a:pt x="70" y="553"/>
                    <a:pt x="70" y="553"/>
                    <a:pt x="70" y="553"/>
                  </a:cubicBezTo>
                  <a:lnTo>
                    <a:pt x="70" y="486"/>
                  </a:lnTo>
                  <a:close/>
                  <a:moveTo>
                    <a:pt x="70" y="555"/>
                  </a:moveTo>
                  <a:cubicBezTo>
                    <a:pt x="138" y="555"/>
                    <a:pt x="138" y="555"/>
                    <a:pt x="138" y="555"/>
                  </a:cubicBezTo>
                  <a:cubicBezTo>
                    <a:pt x="138" y="622"/>
                    <a:pt x="138" y="622"/>
                    <a:pt x="138" y="622"/>
                  </a:cubicBezTo>
                  <a:cubicBezTo>
                    <a:pt x="70" y="622"/>
                    <a:pt x="70" y="622"/>
                    <a:pt x="70" y="622"/>
                  </a:cubicBezTo>
                  <a:lnTo>
                    <a:pt x="70" y="555"/>
                  </a:lnTo>
                  <a:close/>
                  <a:moveTo>
                    <a:pt x="70" y="624"/>
                  </a:moveTo>
                  <a:cubicBezTo>
                    <a:pt x="138" y="624"/>
                    <a:pt x="138" y="624"/>
                    <a:pt x="138" y="624"/>
                  </a:cubicBezTo>
                  <a:cubicBezTo>
                    <a:pt x="138" y="691"/>
                    <a:pt x="138" y="691"/>
                    <a:pt x="138" y="691"/>
                  </a:cubicBezTo>
                  <a:cubicBezTo>
                    <a:pt x="70" y="691"/>
                    <a:pt x="70" y="691"/>
                    <a:pt x="70" y="691"/>
                  </a:cubicBezTo>
                  <a:lnTo>
                    <a:pt x="70" y="624"/>
                  </a:lnTo>
                  <a:close/>
                  <a:moveTo>
                    <a:pt x="70" y="693"/>
                  </a:moveTo>
                  <a:cubicBezTo>
                    <a:pt x="138" y="693"/>
                    <a:pt x="138" y="693"/>
                    <a:pt x="138" y="693"/>
                  </a:cubicBezTo>
                  <a:cubicBezTo>
                    <a:pt x="138" y="761"/>
                    <a:pt x="138" y="761"/>
                    <a:pt x="138" y="761"/>
                  </a:cubicBezTo>
                  <a:cubicBezTo>
                    <a:pt x="70" y="761"/>
                    <a:pt x="70" y="761"/>
                    <a:pt x="70" y="761"/>
                  </a:cubicBezTo>
                  <a:lnTo>
                    <a:pt x="70" y="693"/>
                  </a:lnTo>
                  <a:close/>
                  <a:moveTo>
                    <a:pt x="70" y="762"/>
                  </a:moveTo>
                  <a:cubicBezTo>
                    <a:pt x="138" y="762"/>
                    <a:pt x="138" y="762"/>
                    <a:pt x="138" y="762"/>
                  </a:cubicBezTo>
                  <a:cubicBezTo>
                    <a:pt x="138" y="830"/>
                    <a:pt x="138" y="830"/>
                    <a:pt x="138" y="830"/>
                  </a:cubicBezTo>
                  <a:cubicBezTo>
                    <a:pt x="70" y="830"/>
                    <a:pt x="70" y="830"/>
                    <a:pt x="70" y="830"/>
                  </a:cubicBezTo>
                  <a:lnTo>
                    <a:pt x="70" y="762"/>
                  </a:lnTo>
                  <a:close/>
                  <a:moveTo>
                    <a:pt x="70" y="832"/>
                  </a:moveTo>
                  <a:cubicBezTo>
                    <a:pt x="138" y="832"/>
                    <a:pt x="138" y="832"/>
                    <a:pt x="138" y="832"/>
                  </a:cubicBezTo>
                  <a:cubicBezTo>
                    <a:pt x="138" y="899"/>
                    <a:pt x="138" y="899"/>
                    <a:pt x="138" y="899"/>
                  </a:cubicBezTo>
                  <a:cubicBezTo>
                    <a:pt x="70" y="899"/>
                    <a:pt x="70" y="899"/>
                    <a:pt x="70" y="899"/>
                  </a:cubicBezTo>
                  <a:lnTo>
                    <a:pt x="70" y="832"/>
                  </a:lnTo>
                  <a:close/>
                  <a:moveTo>
                    <a:pt x="70" y="901"/>
                  </a:moveTo>
                  <a:cubicBezTo>
                    <a:pt x="138" y="901"/>
                    <a:pt x="138" y="901"/>
                    <a:pt x="138" y="901"/>
                  </a:cubicBezTo>
                  <a:cubicBezTo>
                    <a:pt x="138" y="968"/>
                    <a:pt x="138" y="968"/>
                    <a:pt x="138" y="968"/>
                  </a:cubicBezTo>
                  <a:cubicBezTo>
                    <a:pt x="70" y="968"/>
                    <a:pt x="70" y="968"/>
                    <a:pt x="70" y="968"/>
                  </a:cubicBezTo>
                  <a:lnTo>
                    <a:pt x="70" y="901"/>
                  </a:lnTo>
                  <a:close/>
                  <a:moveTo>
                    <a:pt x="70" y="970"/>
                  </a:moveTo>
                  <a:cubicBezTo>
                    <a:pt x="138" y="970"/>
                    <a:pt x="138" y="970"/>
                    <a:pt x="138" y="970"/>
                  </a:cubicBezTo>
                  <a:cubicBezTo>
                    <a:pt x="138" y="1038"/>
                    <a:pt x="138" y="1038"/>
                    <a:pt x="138" y="1038"/>
                  </a:cubicBezTo>
                  <a:cubicBezTo>
                    <a:pt x="70" y="1038"/>
                    <a:pt x="70" y="1038"/>
                    <a:pt x="70" y="1038"/>
                  </a:cubicBezTo>
                  <a:lnTo>
                    <a:pt x="70" y="970"/>
                  </a:lnTo>
                  <a:close/>
                  <a:moveTo>
                    <a:pt x="70" y="1039"/>
                  </a:moveTo>
                  <a:cubicBezTo>
                    <a:pt x="138" y="1039"/>
                    <a:pt x="138" y="1039"/>
                    <a:pt x="138" y="1039"/>
                  </a:cubicBezTo>
                  <a:cubicBezTo>
                    <a:pt x="138" y="1107"/>
                    <a:pt x="138" y="1107"/>
                    <a:pt x="138" y="1107"/>
                  </a:cubicBezTo>
                  <a:cubicBezTo>
                    <a:pt x="70" y="1107"/>
                    <a:pt x="70" y="1107"/>
                    <a:pt x="70" y="1107"/>
                  </a:cubicBezTo>
                  <a:lnTo>
                    <a:pt x="70" y="1039"/>
                  </a:lnTo>
                  <a:close/>
                  <a:moveTo>
                    <a:pt x="70" y="1109"/>
                  </a:moveTo>
                  <a:cubicBezTo>
                    <a:pt x="138" y="1109"/>
                    <a:pt x="138" y="1109"/>
                    <a:pt x="138" y="1109"/>
                  </a:cubicBezTo>
                  <a:cubicBezTo>
                    <a:pt x="138" y="1176"/>
                    <a:pt x="138" y="1176"/>
                    <a:pt x="138" y="1176"/>
                  </a:cubicBezTo>
                  <a:cubicBezTo>
                    <a:pt x="70" y="1176"/>
                    <a:pt x="70" y="1176"/>
                    <a:pt x="70" y="1176"/>
                  </a:cubicBezTo>
                  <a:lnTo>
                    <a:pt x="70" y="1109"/>
                  </a:lnTo>
                  <a:close/>
                  <a:moveTo>
                    <a:pt x="70" y="1178"/>
                  </a:moveTo>
                  <a:cubicBezTo>
                    <a:pt x="138" y="1178"/>
                    <a:pt x="138" y="1178"/>
                    <a:pt x="138" y="1178"/>
                  </a:cubicBezTo>
                  <a:cubicBezTo>
                    <a:pt x="138" y="1245"/>
                    <a:pt x="138" y="1245"/>
                    <a:pt x="138" y="1245"/>
                  </a:cubicBezTo>
                  <a:cubicBezTo>
                    <a:pt x="70" y="1245"/>
                    <a:pt x="70" y="1245"/>
                    <a:pt x="70" y="1245"/>
                  </a:cubicBezTo>
                  <a:lnTo>
                    <a:pt x="70" y="1178"/>
                  </a:lnTo>
                  <a:close/>
                  <a:moveTo>
                    <a:pt x="70" y="1247"/>
                  </a:moveTo>
                  <a:cubicBezTo>
                    <a:pt x="138" y="1247"/>
                    <a:pt x="138" y="1247"/>
                    <a:pt x="138" y="1247"/>
                  </a:cubicBezTo>
                  <a:cubicBezTo>
                    <a:pt x="138" y="1314"/>
                    <a:pt x="138" y="1314"/>
                    <a:pt x="138" y="1314"/>
                  </a:cubicBezTo>
                  <a:cubicBezTo>
                    <a:pt x="70" y="1314"/>
                    <a:pt x="70" y="1314"/>
                    <a:pt x="70" y="1314"/>
                  </a:cubicBezTo>
                  <a:lnTo>
                    <a:pt x="70" y="1247"/>
                  </a:lnTo>
                  <a:close/>
                  <a:moveTo>
                    <a:pt x="70" y="1316"/>
                  </a:moveTo>
                  <a:cubicBezTo>
                    <a:pt x="138" y="1316"/>
                    <a:pt x="138" y="1316"/>
                    <a:pt x="138" y="1316"/>
                  </a:cubicBezTo>
                  <a:cubicBezTo>
                    <a:pt x="138" y="1384"/>
                    <a:pt x="138" y="1384"/>
                    <a:pt x="138" y="1384"/>
                  </a:cubicBezTo>
                  <a:cubicBezTo>
                    <a:pt x="70" y="1384"/>
                    <a:pt x="70" y="1384"/>
                    <a:pt x="70" y="1384"/>
                  </a:cubicBezTo>
                  <a:lnTo>
                    <a:pt x="70" y="1316"/>
                  </a:lnTo>
                  <a:close/>
                  <a:moveTo>
                    <a:pt x="70" y="1386"/>
                  </a:moveTo>
                  <a:cubicBezTo>
                    <a:pt x="138" y="1386"/>
                    <a:pt x="138" y="1386"/>
                    <a:pt x="138" y="1386"/>
                  </a:cubicBezTo>
                  <a:cubicBezTo>
                    <a:pt x="138" y="1453"/>
                    <a:pt x="138" y="1453"/>
                    <a:pt x="138" y="1453"/>
                  </a:cubicBezTo>
                  <a:cubicBezTo>
                    <a:pt x="70" y="1453"/>
                    <a:pt x="70" y="1453"/>
                    <a:pt x="70" y="1453"/>
                  </a:cubicBezTo>
                  <a:lnTo>
                    <a:pt x="70" y="1386"/>
                  </a:lnTo>
                  <a:close/>
                  <a:moveTo>
                    <a:pt x="70" y="1455"/>
                  </a:moveTo>
                  <a:cubicBezTo>
                    <a:pt x="138" y="1455"/>
                    <a:pt x="138" y="1455"/>
                    <a:pt x="138" y="1455"/>
                  </a:cubicBezTo>
                  <a:cubicBezTo>
                    <a:pt x="138" y="1522"/>
                    <a:pt x="138" y="1522"/>
                    <a:pt x="138" y="1522"/>
                  </a:cubicBezTo>
                  <a:cubicBezTo>
                    <a:pt x="70" y="1522"/>
                    <a:pt x="70" y="1522"/>
                    <a:pt x="70" y="1522"/>
                  </a:cubicBezTo>
                  <a:lnTo>
                    <a:pt x="70" y="1455"/>
                  </a:lnTo>
                  <a:close/>
                  <a:moveTo>
                    <a:pt x="70" y="1524"/>
                  </a:moveTo>
                  <a:cubicBezTo>
                    <a:pt x="138" y="1524"/>
                    <a:pt x="138" y="1524"/>
                    <a:pt x="138" y="1524"/>
                  </a:cubicBezTo>
                  <a:cubicBezTo>
                    <a:pt x="138" y="1591"/>
                    <a:pt x="138" y="1591"/>
                    <a:pt x="138" y="1591"/>
                  </a:cubicBezTo>
                  <a:cubicBezTo>
                    <a:pt x="70" y="1591"/>
                    <a:pt x="70" y="1591"/>
                    <a:pt x="70" y="1591"/>
                  </a:cubicBezTo>
                  <a:lnTo>
                    <a:pt x="70" y="1524"/>
                  </a:lnTo>
                  <a:close/>
                  <a:moveTo>
                    <a:pt x="70" y="1593"/>
                  </a:moveTo>
                  <a:cubicBezTo>
                    <a:pt x="138" y="1593"/>
                    <a:pt x="138" y="1593"/>
                    <a:pt x="138" y="1593"/>
                  </a:cubicBezTo>
                  <a:cubicBezTo>
                    <a:pt x="138" y="1661"/>
                    <a:pt x="138" y="1661"/>
                    <a:pt x="138" y="1661"/>
                  </a:cubicBezTo>
                  <a:cubicBezTo>
                    <a:pt x="70" y="1661"/>
                    <a:pt x="70" y="1661"/>
                    <a:pt x="70" y="1661"/>
                  </a:cubicBezTo>
                  <a:lnTo>
                    <a:pt x="70" y="1593"/>
                  </a:lnTo>
                  <a:close/>
                  <a:moveTo>
                    <a:pt x="70" y="1662"/>
                  </a:moveTo>
                  <a:cubicBezTo>
                    <a:pt x="138" y="1662"/>
                    <a:pt x="138" y="1662"/>
                    <a:pt x="138" y="1662"/>
                  </a:cubicBezTo>
                  <a:cubicBezTo>
                    <a:pt x="138" y="1730"/>
                    <a:pt x="138" y="1730"/>
                    <a:pt x="138" y="1730"/>
                  </a:cubicBezTo>
                  <a:cubicBezTo>
                    <a:pt x="70" y="1730"/>
                    <a:pt x="70" y="1730"/>
                    <a:pt x="70" y="1730"/>
                  </a:cubicBezTo>
                  <a:lnTo>
                    <a:pt x="70" y="1662"/>
                  </a:lnTo>
                  <a:close/>
                </a:path>
              </a:pathLst>
            </a:custGeom>
            <a:solidFill>
              <a:srgbClr val="DAE5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5" name="Freeform 208">
              <a:extLst>
                <a:ext uri="{FF2B5EF4-FFF2-40B4-BE49-F238E27FC236}">
                  <a16:creationId xmlns:a16="http://schemas.microsoft.com/office/drawing/2014/main" id="{34E0364D-9657-4F67-B248-B8E8DF932D4E}"/>
                </a:ext>
              </a:extLst>
            </p:cNvPr>
            <p:cNvSpPr>
              <a:spLocks/>
            </p:cNvSpPr>
            <p:nvPr/>
          </p:nvSpPr>
          <p:spPr bwMode="auto">
            <a:xfrm>
              <a:off x="6589713" y="201613"/>
              <a:ext cx="3175" cy="38100"/>
            </a:xfrm>
            <a:custGeom>
              <a:avLst/>
              <a:gdLst>
                <a:gd name="T0" fmla="*/ 0 w 1"/>
                <a:gd name="T1" fmla="*/ 0 h 10"/>
                <a:gd name="T2" fmla="*/ 0 w 1"/>
                <a:gd name="T3" fmla="*/ 10 h 10"/>
                <a:gd name="T4" fmla="*/ 0 w 1"/>
                <a:gd name="T5" fmla="*/ 0 h 10"/>
              </a:gdLst>
              <a:ahLst/>
              <a:cxnLst>
                <a:cxn ang="0">
                  <a:pos x="T0" y="T1"/>
                </a:cxn>
                <a:cxn ang="0">
                  <a:pos x="T2" y="T3"/>
                </a:cxn>
                <a:cxn ang="0">
                  <a:pos x="T4" y="T5"/>
                </a:cxn>
              </a:cxnLst>
              <a:rect l="0" t="0" r="r" b="b"/>
              <a:pathLst>
                <a:path w="1" h="10">
                  <a:moveTo>
                    <a:pt x="0" y="0"/>
                  </a:moveTo>
                  <a:cubicBezTo>
                    <a:pt x="0" y="10"/>
                    <a:pt x="0" y="10"/>
                    <a:pt x="0" y="10"/>
                  </a:cubicBezTo>
                  <a:cubicBezTo>
                    <a:pt x="1" y="7"/>
                    <a:pt x="1" y="4"/>
                    <a:pt x="0" y="0"/>
                  </a:cubicBezTo>
                  <a:close/>
                </a:path>
              </a:pathLst>
            </a:custGeom>
            <a:solidFill>
              <a:srgbClr val="DAE5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6" name="Freeform 209">
              <a:extLst>
                <a:ext uri="{FF2B5EF4-FFF2-40B4-BE49-F238E27FC236}">
                  <a16:creationId xmlns:a16="http://schemas.microsoft.com/office/drawing/2014/main" id="{168ADDDB-2A0F-4E9D-9FAC-5A371CEFFF9E}"/>
                </a:ext>
              </a:extLst>
            </p:cNvPr>
            <p:cNvSpPr>
              <a:spLocks/>
            </p:cNvSpPr>
            <p:nvPr/>
          </p:nvSpPr>
          <p:spPr bwMode="auto">
            <a:xfrm>
              <a:off x="6589713" y="15875"/>
              <a:ext cx="0" cy="11113"/>
            </a:xfrm>
            <a:custGeom>
              <a:avLst/>
              <a:gdLst>
                <a:gd name="T0" fmla="*/ 3 h 3"/>
                <a:gd name="T1" fmla="*/ 0 h 3"/>
                <a:gd name="T2" fmla="*/ 3 h 3"/>
              </a:gdLst>
              <a:ahLst/>
              <a:cxnLst>
                <a:cxn ang="0">
                  <a:pos x="0" y="T0"/>
                </a:cxn>
                <a:cxn ang="0">
                  <a:pos x="0" y="T1"/>
                </a:cxn>
                <a:cxn ang="0">
                  <a:pos x="0" y="T2"/>
                </a:cxn>
              </a:cxnLst>
              <a:rect l="0" t="0" r="r" b="b"/>
              <a:pathLst>
                <a:path h="3">
                  <a:moveTo>
                    <a:pt x="0" y="3"/>
                  </a:moveTo>
                  <a:cubicBezTo>
                    <a:pt x="0" y="2"/>
                    <a:pt x="0" y="1"/>
                    <a:pt x="0" y="0"/>
                  </a:cubicBezTo>
                  <a:lnTo>
                    <a:pt x="0" y="3"/>
                  </a:lnTo>
                  <a:close/>
                </a:path>
              </a:pathLst>
            </a:custGeom>
            <a:solidFill>
              <a:srgbClr val="DAE5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44" name="Group 243">
            <a:extLst>
              <a:ext uri="{FF2B5EF4-FFF2-40B4-BE49-F238E27FC236}">
                <a16:creationId xmlns:a16="http://schemas.microsoft.com/office/drawing/2014/main" id="{712E56CF-34C6-422F-A732-27C0D975D24B}"/>
              </a:ext>
            </a:extLst>
          </p:cNvPr>
          <p:cNvGrpSpPr/>
          <p:nvPr/>
        </p:nvGrpSpPr>
        <p:grpSpPr>
          <a:xfrm>
            <a:off x="2296962" y="674688"/>
            <a:ext cx="3259288" cy="936486"/>
            <a:chOff x="2296962" y="674688"/>
            <a:chExt cx="3259288" cy="936486"/>
          </a:xfrm>
        </p:grpSpPr>
        <p:sp>
          <p:nvSpPr>
            <p:cNvPr id="217" name="Rectangle 210">
              <a:extLst>
                <a:ext uri="{FF2B5EF4-FFF2-40B4-BE49-F238E27FC236}">
                  <a16:creationId xmlns:a16="http://schemas.microsoft.com/office/drawing/2014/main" id="{CF1C57E8-7BD8-486A-BEF9-8E1D309E7E07}"/>
                </a:ext>
              </a:extLst>
            </p:cNvPr>
            <p:cNvSpPr>
              <a:spLocks noChangeArrowheads="1"/>
            </p:cNvSpPr>
            <p:nvPr/>
          </p:nvSpPr>
          <p:spPr bwMode="auto">
            <a:xfrm>
              <a:off x="2403475" y="674688"/>
              <a:ext cx="12411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2"/>
                  </a:solidFill>
                  <a:effectLst/>
                  <a:latin typeface="Open Sans" panose="020B0606030504020204" pitchFamily="34" charset="0"/>
                </a:rPr>
                <a:t>YOUR TITLE</a:t>
              </a:r>
              <a:endParaRPr kumimoji="0" lang="ru-UA" altLang="ru-UA" sz="1800" b="0" i="0" u="none" strike="noStrike" cap="none" normalizeH="0" baseline="0">
                <a:ln>
                  <a:noFill/>
                </a:ln>
                <a:solidFill>
                  <a:schemeClr val="accent2"/>
                </a:solidFill>
                <a:effectLst/>
              </a:endParaRPr>
            </a:p>
          </p:txBody>
        </p:sp>
        <p:sp>
          <p:nvSpPr>
            <p:cNvPr id="239" name="Text_02">
              <a:extLst>
                <a:ext uri="{FF2B5EF4-FFF2-40B4-BE49-F238E27FC236}">
                  <a16:creationId xmlns:a16="http://schemas.microsoft.com/office/drawing/2014/main" id="{C3CF4BF8-A6E9-4932-AC25-F45B567093E4}"/>
                </a:ext>
              </a:extLst>
            </p:cNvPr>
            <p:cNvSpPr txBox="1"/>
            <p:nvPr/>
          </p:nvSpPr>
          <p:spPr>
            <a:xfrm>
              <a:off x="2296962" y="903288"/>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grpSp>
      <p:grpSp>
        <p:nvGrpSpPr>
          <p:cNvPr id="246" name="Group 245">
            <a:extLst>
              <a:ext uri="{FF2B5EF4-FFF2-40B4-BE49-F238E27FC236}">
                <a16:creationId xmlns:a16="http://schemas.microsoft.com/office/drawing/2014/main" id="{AF4645FB-9A02-42F6-951D-D29D9FF116C0}"/>
              </a:ext>
            </a:extLst>
          </p:cNvPr>
          <p:cNvGrpSpPr/>
          <p:nvPr/>
        </p:nvGrpSpPr>
        <p:grpSpPr>
          <a:xfrm>
            <a:off x="2296962" y="3022600"/>
            <a:ext cx="3259288" cy="919024"/>
            <a:chOff x="2296962" y="3022600"/>
            <a:chExt cx="3259288" cy="919024"/>
          </a:xfrm>
        </p:grpSpPr>
        <p:sp>
          <p:nvSpPr>
            <p:cNvPr id="219" name="Rectangle 212">
              <a:extLst>
                <a:ext uri="{FF2B5EF4-FFF2-40B4-BE49-F238E27FC236}">
                  <a16:creationId xmlns:a16="http://schemas.microsoft.com/office/drawing/2014/main" id="{868DE1A1-601E-4EA7-8411-A00A941A9DC9}"/>
                </a:ext>
              </a:extLst>
            </p:cNvPr>
            <p:cNvSpPr>
              <a:spLocks noChangeArrowheads="1"/>
            </p:cNvSpPr>
            <p:nvPr/>
          </p:nvSpPr>
          <p:spPr bwMode="auto">
            <a:xfrm>
              <a:off x="2425700" y="3022600"/>
              <a:ext cx="12411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3"/>
                  </a:solidFill>
                  <a:effectLst/>
                  <a:latin typeface="Open Sans" panose="020B0606030504020204" pitchFamily="34" charset="0"/>
                </a:rPr>
                <a:t>YOUR TITLE</a:t>
              </a:r>
              <a:endParaRPr kumimoji="0" lang="ru-UA" altLang="ru-UA" sz="1800" b="0" i="0" u="none" strike="noStrike" cap="none" normalizeH="0" baseline="0">
                <a:ln>
                  <a:noFill/>
                </a:ln>
                <a:solidFill>
                  <a:schemeClr val="accent3"/>
                </a:solidFill>
                <a:effectLst/>
              </a:endParaRPr>
            </a:p>
          </p:txBody>
        </p:sp>
        <p:sp>
          <p:nvSpPr>
            <p:cNvPr id="240" name="Text_02">
              <a:extLst>
                <a:ext uri="{FF2B5EF4-FFF2-40B4-BE49-F238E27FC236}">
                  <a16:creationId xmlns:a16="http://schemas.microsoft.com/office/drawing/2014/main" id="{017D3EBB-2FF8-4F68-B24D-66F09DC68E9A}"/>
                </a:ext>
              </a:extLst>
            </p:cNvPr>
            <p:cNvSpPr txBox="1"/>
            <p:nvPr/>
          </p:nvSpPr>
          <p:spPr>
            <a:xfrm>
              <a:off x="2296962" y="3233738"/>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grpSp>
      <p:grpSp>
        <p:nvGrpSpPr>
          <p:cNvPr id="248" name="Group 247">
            <a:extLst>
              <a:ext uri="{FF2B5EF4-FFF2-40B4-BE49-F238E27FC236}">
                <a16:creationId xmlns:a16="http://schemas.microsoft.com/office/drawing/2014/main" id="{D52031A7-EA84-4165-B149-AD7209F1F475}"/>
              </a:ext>
            </a:extLst>
          </p:cNvPr>
          <p:cNvGrpSpPr/>
          <p:nvPr/>
        </p:nvGrpSpPr>
        <p:grpSpPr>
          <a:xfrm>
            <a:off x="2296962" y="5373688"/>
            <a:ext cx="3259288" cy="917436"/>
            <a:chOff x="2296962" y="5373688"/>
            <a:chExt cx="3259288" cy="917436"/>
          </a:xfrm>
        </p:grpSpPr>
        <p:sp>
          <p:nvSpPr>
            <p:cNvPr id="221" name="Rectangle 214">
              <a:extLst>
                <a:ext uri="{FF2B5EF4-FFF2-40B4-BE49-F238E27FC236}">
                  <a16:creationId xmlns:a16="http://schemas.microsoft.com/office/drawing/2014/main" id="{C2661FB4-4B07-41C9-8820-260BCD62805F}"/>
                </a:ext>
              </a:extLst>
            </p:cNvPr>
            <p:cNvSpPr>
              <a:spLocks noChangeArrowheads="1"/>
            </p:cNvSpPr>
            <p:nvPr/>
          </p:nvSpPr>
          <p:spPr bwMode="auto">
            <a:xfrm>
              <a:off x="2425700" y="5373688"/>
              <a:ext cx="12411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5"/>
                  </a:solidFill>
                  <a:effectLst/>
                  <a:latin typeface="Open Sans" panose="020B0606030504020204" pitchFamily="34" charset="0"/>
                </a:rPr>
                <a:t>YOUR TITLE</a:t>
              </a:r>
              <a:endParaRPr kumimoji="0" lang="ru-UA" altLang="ru-UA" sz="1800" b="0" i="0" u="none" strike="noStrike" cap="none" normalizeH="0" baseline="0">
                <a:ln>
                  <a:noFill/>
                </a:ln>
                <a:solidFill>
                  <a:schemeClr val="accent5"/>
                </a:solidFill>
                <a:effectLst/>
              </a:endParaRPr>
            </a:p>
          </p:txBody>
        </p:sp>
        <p:sp>
          <p:nvSpPr>
            <p:cNvPr id="241" name="Text_02">
              <a:extLst>
                <a:ext uri="{FF2B5EF4-FFF2-40B4-BE49-F238E27FC236}">
                  <a16:creationId xmlns:a16="http://schemas.microsoft.com/office/drawing/2014/main" id="{CCBF6B79-87C5-4268-9F18-02F033C1D276}"/>
                </a:ext>
              </a:extLst>
            </p:cNvPr>
            <p:cNvSpPr txBox="1"/>
            <p:nvPr/>
          </p:nvSpPr>
          <p:spPr>
            <a:xfrm>
              <a:off x="2296962" y="5583238"/>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grpSp>
      <p:grpSp>
        <p:nvGrpSpPr>
          <p:cNvPr id="245" name="Group 244">
            <a:extLst>
              <a:ext uri="{FF2B5EF4-FFF2-40B4-BE49-F238E27FC236}">
                <a16:creationId xmlns:a16="http://schemas.microsoft.com/office/drawing/2014/main" id="{61115FEE-1DE2-43ED-8F9B-E1B865F15C77}"/>
              </a:ext>
            </a:extLst>
          </p:cNvPr>
          <p:cNvGrpSpPr/>
          <p:nvPr/>
        </p:nvGrpSpPr>
        <p:grpSpPr>
          <a:xfrm>
            <a:off x="1771651" y="1847850"/>
            <a:ext cx="3259288" cy="938074"/>
            <a:chOff x="1771651" y="1847850"/>
            <a:chExt cx="3259288" cy="938074"/>
          </a:xfrm>
        </p:grpSpPr>
        <p:sp>
          <p:nvSpPr>
            <p:cNvPr id="218" name="Rectangle 211">
              <a:extLst>
                <a:ext uri="{FF2B5EF4-FFF2-40B4-BE49-F238E27FC236}">
                  <a16:creationId xmlns:a16="http://schemas.microsoft.com/office/drawing/2014/main" id="{88DB0F34-AB13-4FF8-B805-029749094B45}"/>
                </a:ext>
              </a:extLst>
            </p:cNvPr>
            <p:cNvSpPr>
              <a:spLocks noChangeArrowheads="1"/>
            </p:cNvSpPr>
            <p:nvPr/>
          </p:nvSpPr>
          <p:spPr bwMode="auto">
            <a:xfrm>
              <a:off x="1862138" y="1847850"/>
              <a:ext cx="12411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1"/>
                  </a:solidFill>
                  <a:effectLst/>
                  <a:latin typeface="Open Sans" panose="020B0606030504020204" pitchFamily="34" charset="0"/>
                </a:rPr>
                <a:t>YOUR TITLE</a:t>
              </a:r>
              <a:endParaRPr kumimoji="0" lang="ru-UA" altLang="ru-UA" sz="1800" b="0" i="0" u="none" strike="noStrike" cap="none" normalizeH="0" baseline="0">
                <a:ln>
                  <a:noFill/>
                </a:ln>
                <a:solidFill>
                  <a:schemeClr val="accent1"/>
                </a:solidFill>
                <a:effectLst/>
              </a:endParaRPr>
            </a:p>
          </p:txBody>
        </p:sp>
        <p:sp>
          <p:nvSpPr>
            <p:cNvPr id="242" name="Text_02">
              <a:extLst>
                <a:ext uri="{FF2B5EF4-FFF2-40B4-BE49-F238E27FC236}">
                  <a16:creationId xmlns:a16="http://schemas.microsoft.com/office/drawing/2014/main" id="{68438859-74F2-4ED5-90E8-2FCF8A16D896}"/>
                </a:ext>
              </a:extLst>
            </p:cNvPr>
            <p:cNvSpPr txBox="1"/>
            <p:nvPr/>
          </p:nvSpPr>
          <p:spPr>
            <a:xfrm>
              <a:off x="1771651" y="2078038"/>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grpSp>
      <p:grpSp>
        <p:nvGrpSpPr>
          <p:cNvPr id="247" name="Group 246">
            <a:extLst>
              <a:ext uri="{FF2B5EF4-FFF2-40B4-BE49-F238E27FC236}">
                <a16:creationId xmlns:a16="http://schemas.microsoft.com/office/drawing/2014/main" id="{BB77C976-A3FD-4279-80A3-3638CBD40BE3}"/>
              </a:ext>
            </a:extLst>
          </p:cNvPr>
          <p:cNvGrpSpPr/>
          <p:nvPr/>
        </p:nvGrpSpPr>
        <p:grpSpPr>
          <a:xfrm>
            <a:off x="1771651" y="4198938"/>
            <a:ext cx="3259288" cy="930136"/>
            <a:chOff x="1771651" y="4198938"/>
            <a:chExt cx="3259288" cy="930136"/>
          </a:xfrm>
        </p:grpSpPr>
        <p:sp>
          <p:nvSpPr>
            <p:cNvPr id="220" name="Rectangle 213">
              <a:extLst>
                <a:ext uri="{FF2B5EF4-FFF2-40B4-BE49-F238E27FC236}">
                  <a16:creationId xmlns:a16="http://schemas.microsoft.com/office/drawing/2014/main" id="{65267264-BDCF-49F7-9802-F1A1F486437C}"/>
                </a:ext>
              </a:extLst>
            </p:cNvPr>
            <p:cNvSpPr>
              <a:spLocks noChangeArrowheads="1"/>
            </p:cNvSpPr>
            <p:nvPr/>
          </p:nvSpPr>
          <p:spPr bwMode="auto">
            <a:xfrm>
              <a:off x="1862138" y="4198938"/>
              <a:ext cx="12411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accent4"/>
                  </a:solidFill>
                  <a:effectLst/>
                  <a:latin typeface="Open Sans" panose="020B0606030504020204" pitchFamily="34" charset="0"/>
                </a:rPr>
                <a:t>YOUR TITLE</a:t>
              </a:r>
              <a:endParaRPr kumimoji="0" lang="ru-UA" altLang="ru-UA" sz="1800" b="0" i="0" u="none" strike="noStrike" cap="none" normalizeH="0" baseline="0">
                <a:ln>
                  <a:noFill/>
                </a:ln>
                <a:solidFill>
                  <a:schemeClr val="accent4"/>
                </a:solidFill>
                <a:effectLst/>
              </a:endParaRPr>
            </a:p>
          </p:txBody>
        </p:sp>
        <p:sp>
          <p:nvSpPr>
            <p:cNvPr id="243" name="Text_02">
              <a:extLst>
                <a:ext uri="{FF2B5EF4-FFF2-40B4-BE49-F238E27FC236}">
                  <a16:creationId xmlns:a16="http://schemas.microsoft.com/office/drawing/2014/main" id="{77A6C28A-84AE-4140-9158-27539F25FF5D}"/>
                </a:ext>
              </a:extLst>
            </p:cNvPr>
            <p:cNvSpPr txBox="1"/>
            <p:nvPr/>
          </p:nvSpPr>
          <p:spPr>
            <a:xfrm>
              <a:off x="1771651" y="4421188"/>
              <a:ext cx="3259288" cy="707886"/>
            </a:xfrm>
            <a:prstGeom prst="rect">
              <a:avLst/>
            </a:prstGeom>
            <a:noFill/>
          </p:spPr>
          <p:txBody>
            <a:bodyPr wrap="square" rtlCol="0">
              <a:spAutoFit/>
            </a:bodyPr>
            <a:lstStyle/>
            <a:p>
              <a:r>
                <a:rPr lang="en-US" sz="1000" dirty="0"/>
                <a:t>Lorem ipsum dolor sit amet, consectetur adipiscing elit, sed do eiusmod tempor incididunt ut labore et dolore magna aliqua. Ut enim ad minim veniam, quis nostrud exercitation ullamco laboris </a:t>
              </a:r>
              <a:r>
                <a:rPr lang="en-US" sz="1000"/>
                <a:t>nisi ut</a:t>
              </a:r>
              <a:endParaRPr lang="ru-RU" sz="1000" dirty="0"/>
            </a:p>
          </p:txBody>
        </p:sp>
      </p:grpSp>
    </p:spTree>
    <p:extLst>
      <p:ext uri="{BB962C8B-B14F-4D97-AF65-F5344CB8AC3E}">
        <p14:creationId xmlns:p14="http://schemas.microsoft.com/office/powerpoint/2010/main" val="163478086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34"/>
                                            </p:tgtEl>
                                            <p:attrNameLst>
                                              <p:attrName>style.visibility</p:attrName>
                                            </p:attrNameLst>
                                          </p:cBhvr>
                                          <p:to>
                                            <p:strVal val="visible"/>
                                          </p:to>
                                        </p:set>
                                        <p:anim calcmode="lin" valueType="num">
                                          <p:cBhvr>
                                            <p:cTn id="7" dur="750" fill="hold"/>
                                            <p:tgtEl>
                                              <p:spTgt spid="234"/>
                                            </p:tgtEl>
                                            <p:attrNameLst>
                                              <p:attrName>ppt_w</p:attrName>
                                            </p:attrNameLst>
                                          </p:cBhvr>
                                          <p:tavLst>
                                            <p:tav tm="0">
                                              <p:val>
                                                <p:fltVal val="0"/>
                                              </p:val>
                                            </p:tav>
                                            <p:tav tm="100000">
                                              <p:val>
                                                <p:strVal val="#ppt_w"/>
                                              </p:val>
                                            </p:tav>
                                          </p:tavLst>
                                        </p:anim>
                                        <p:anim calcmode="lin" valueType="num">
                                          <p:cBhvr>
                                            <p:cTn id="8" dur="750" fill="hold"/>
                                            <p:tgtEl>
                                              <p:spTgt spid="234"/>
                                            </p:tgtEl>
                                            <p:attrNameLst>
                                              <p:attrName>ppt_h</p:attrName>
                                            </p:attrNameLst>
                                          </p:cBhvr>
                                          <p:tavLst>
                                            <p:tav tm="0">
                                              <p:val>
                                                <p:fltVal val="0"/>
                                              </p:val>
                                            </p:tav>
                                            <p:tav tm="100000">
                                              <p:val>
                                                <p:strVal val="#ppt_h"/>
                                              </p:val>
                                            </p:tav>
                                          </p:tavLst>
                                        </p:anim>
                                        <p:animEffect transition="in" filter="fade">
                                          <p:cBhvr>
                                            <p:cTn id="9" dur="750"/>
                                            <p:tgtEl>
                                              <p:spTgt spid="234"/>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196"/>
                                            </p:tgtEl>
                                            <p:attrNameLst>
                                              <p:attrName>style.visibility</p:attrName>
                                            </p:attrNameLst>
                                          </p:cBhvr>
                                          <p:to>
                                            <p:strVal val="visible"/>
                                          </p:to>
                                        </p:set>
                                        <p:anim calcmode="lin" valueType="num">
                                          <p:cBhvr>
                                            <p:cTn id="12" dur="750" fill="hold"/>
                                            <p:tgtEl>
                                              <p:spTgt spid="196"/>
                                            </p:tgtEl>
                                            <p:attrNameLst>
                                              <p:attrName>ppt_w</p:attrName>
                                            </p:attrNameLst>
                                          </p:cBhvr>
                                          <p:tavLst>
                                            <p:tav tm="0">
                                              <p:val>
                                                <p:fltVal val="0"/>
                                              </p:val>
                                            </p:tav>
                                            <p:tav tm="100000">
                                              <p:val>
                                                <p:strVal val="#ppt_w"/>
                                              </p:val>
                                            </p:tav>
                                          </p:tavLst>
                                        </p:anim>
                                        <p:anim calcmode="lin" valueType="num">
                                          <p:cBhvr>
                                            <p:cTn id="13" dur="750" fill="hold"/>
                                            <p:tgtEl>
                                              <p:spTgt spid="196"/>
                                            </p:tgtEl>
                                            <p:attrNameLst>
                                              <p:attrName>ppt_h</p:attrName>
                                            </p:attrNameLst>
                                          </p:cBhvr>
                                          <p:tavLst>
                                            <p:tav tm="0">
                                              <p:val>
                                                <p:fltVal val="0"/>
                                              </p:val>
                                            </p:tav>
                                            <p:tav tm="100000">
                                              <p:val>
                                                <p:strVal val="#ppt_h"/>
                                              </p:val>
                                            </p:tav>
                                          </p:tavLst>
                                        </p:anim>
                                        <p:animEffect transition="in" filter="fade">
                                          <p:cBhvr>
                                            <p:cTn id="14" dur="750"/>
                                            <p:tgtEl>
                                              <p:spTgt spid="196"/>
                                            </p:tgtEl>
                                          </p:cBhvr>
                                        </p:animEffect>
                                      </p:childTnLst>
                                    </p:cTn>
                                  </p:par>
                                  <p:par>
                                    <p:cTn id="15" presetID="53" presetClass="entr" presetSubtype="16" fill="hold" nodeType="withEffect">
                                      <p:stCondLst>
                                        <p:cond delay="500"/>
                                      </p:stCondLst>
                                      <p:childTnLst>
                                        <p:set>
                                          <p:cBhvr>
                                            <p:cTn id="16" dur="1" fill="hold">
                                              <p:stCondLst>
                                                <p:cond delay="0"/>
                                              </p:stCondLst>
                                            </p:cTn>
                                            <p:tgtEl>
                                              <p:spTgt spid="232"/>
                                            </p:tgtEl>
                                            <p:attrNameLst>
                                              <p:attrName>style.visibility</p:attrName>
                                            </p:attrNameLst>
                                          </p:cBhvr>
                                          <p:to>
                                            <p:strVal val="visible"/>
                                          </p:to>
                                        </p:set>
                                        <p:anim calcmode="lin" valueType="num">
                                          <p:cBhvr>
                                            <p:cTn id="17" dur="750" fill="hold"/>
                                            <p:tgtEl>
                                              <p:spTgt spid="232"/>
                                            </p:tgtEl>
                                            <p:attrNameLst>
                                              <p:attrName>ppt_w</p:attrName>
                                            </p:attrNameLst>
                                          </p:cBhvr>
                                          <p:tavLst>
                                            <p:tav tm="0">
                                              <p:val>
                                                <p:fltVal val="0"/>
                                              </p:val>
                                            </p:tav>
                                            <p:tav tm="100000">
                                              <p:val>
                                                <p:strVal val="#ppt_w"/>
                                              </p:val>
                                            </p:tav>
                                          </p:tavLst>
                                        </p:anim>
                                        <p:anim calcmode="lin" valueType="num">
                                          <p:cBhvr>
                                            <p:cTn id="18" dur="750" fill="hold"/>
                                            <p:tgtEl>
                                              <p:spTgt spid="232"/>
                                            </p:tgtEl>
                                            <p:attrNameLst>
                                              <p:attrName>ppt_h</p:attrName>
                                            </p:attrNameLst>
                                          </p:cBhvr>
                                          <p:tavLst>
                                            <p:tav tm="0">
                                              <p:val>
                                                <p:fltVal val="0"/>
                                              </p:val>
                                            </p:tav>
                                            <p:tav tm="100000">
                                              <p:val>
                                                <p:strVal val="#ppt_h"/>
                                              </p:val>
                                            </p:tav>
                                          </p:tavLst>
                                        </p:anim>
                                        <p:animEffect transition="in" filter="fade">
                                          <p:cBhvr>
                                            <p:cTn id="19" dur="750"/>
                                            <p:tgtEl>
                                              <p:spTgt spid="232"/>
                                            </p:tgtEl>
                                          </p:cBhvr>
                                        </p:animEffect>
                                      </p:childTnLst>
                                    </p:cTn>
                                  </p:par>
                                  <p:par>
                                    <p:cTn id="20" presetID="53" presetClass="entr" presetSubtype="16" fill="hold" grpId="0" nodeType="withEffect">
                                      <p:stCondLst>
                                        <p:cond delay="750"/>
                                      </p:stCondLst>
                                      <p:childTnLst>
                                        <p:set>
                                          <p:cBhvr>
                                            <p:cTn id="21" dur="1" fill="hold">
                                              <p:stCondLst>
                                                <p:cond delay="0"/>
                                              </p:stCondLst>
                                            </p:cTn>
                                            <p:tgtEl>
                                              <p:spTgt spid="192"/>
                                            </p:tgtEl>
                                            <p:attrNameLst>
                                              <p:attrName>style.visibility</p:attrName>
                                            </p:attrNameLst>
                                          </p:cBhvr>
                                          <p:to>
                                            <p:strVal val="visible"/>
                                          </p:to>
                                        </p:set>
                                        <p:anim calcmode="lin" valueType="num">
                                          <p:cBhvr>
                                            <p:cTn id="22" dur="750" fill="hold"/>
                                            <p:tgtEl>
                                              <p:spTgt spid="192"/>
                                            </p:tgtEl>
                                            <p:attrNameLst>
                                              <p:attrName>ppt_w</p:attrName>
                                            </p:attrNameLst>
                                          </p:cBhvr>
                                          <p:tavLst>
                                            <p:tav tm="0">
                                              <p:val>
                                                <p:fltVal val="0"/>
                                              </p:val>
                                            </p:tav>
                                            <p:tav tm="100000">
                                              <p:val>
                                                <p:strVal val="#ppt_w"/>
                                              </p:val>
                                            </p:tav>
                                          </p:tavLst>
                                        </p:anim>
                                        <p:anim calcmode="lin" valueType="num">
                                          <p:cBhvr>
                                            <p:cTn id="23" dur="750" fill="hold"/>
                                            <p:tgtEl>
                                              <p:spTgt spid="192"/>
                                            </p:tgtEl>
                                            <p:attrNameLst>
                                              <p:attrName>ppt_h</p:attrName>
                                            </p:attrNameLst>
                                          </p:cBhvr>
                                          <p:tavLst>
                                            <p:tav tm="0">
                                              <p:val>
                                                <p:fltVal val="0"/>
                                              </p:val>
                                            </p:tav>
                                            <p:tav tm="100000">
                                              <p:val>
                                                <p:strVal val="#ppt_h"/>
                                              </p:val>
                                            </p:tav>
                                          </p:tavLst>
                                        </p:anim>
                                        <p:animEffect transition="in" filter="fade">
                                          <p:cBhvr>
                                            <p:cTn id="24" dur="750"/>
                                            <p:tgtEl>
                                              <p:spTgt spid="192"/>
                                            </p:tgtEl>
                                          </p:cBhvr>
                                        </p:animEffect>
                                      </p:childTnLst>
                                    </p:cTn>
                                  </p:par>
                                  <p:par>
                                    <p:cTn id="25" presetID="53" presetClass="entr" presetSubtype="16" fill="hold" nodeType="withEffect">
                                      <p:stCondLst>
                                        <p:cond delay="1000"/>
                                      </p:stCondLst>
                                      <p:childTnLst>
                                        <p:set>
                                          <p:cBhvr>
                                            <p:cTn id="26" dur="1" fill="hold">
                                              <p:stCondLst>
                                                <p:cond delay="0"/>
                                              </p:stCondLst>
                                            </p:cTn>
                                            <p:tgtEl>
                                              <p:spTgt spid="231"/>
                                            </p:tgtEl>
                                            <p:attrNameLst>
                                              <p:attrName>style.visibility</p:attrName>
                                            </p:attrNameLst>
                                          </p:cBhvr>
                                          <p:to>
                                            <p:strVal val="visible"/>
                                          </p:to>
                                        </p:set>
                                        <p:anim calcmode="lin" valueType="num">
                                          <p:cBhvr>
                                            <p:cTn id="27" dur="750" fill="hold"/>
                                            <p:tgtEl>
                                              <p:spTgt spid="231"/>
                                            </p:tgtEl>
                                            <p:attrNameLst>
                                              <p:attrName>ppt_w</p:attrName>
                                            </p:attrNameLst>
                                          </p:cBhvr>
                                          <p:tavLst>
                                            <p:tav tm="0">
                                              <p:val>
                                                <p:fltVal val="0"/>
                                              </p:val>
                                            </p:tav>
                                            <p:tav tm="100000">
                                              <p:val>
                                                <p:strVal val="#ppt_w"/>
                                              </p:val>
                                            </p:tav>
                                          </p:tavLst>
                                        </p:anim>
                                        <p:anim calcmode="lin" valueType="num">
                                          <p:cBhvr>
                                            <p:cTn id="28" dur="750" fill="hold"/>
                                            <p:tgtEl>
                                              <p:spTgt spid="231"/>
                                            </p:tgtEl>
                                            <p:attrNameLst>
                                              <p:attrName>ppt_h</p:attrName>
                                            </p:attrNameLst>
                                          </p:cBhvr>
                                          <p:tavLst>
                                            <p:tav tm="0">
                                              <p:val>
                                                <p:fltVal val="0"/>
                                              </p:val>
                                            </p:tav>
                                            <p:tav tm="100000">
                                              <p:val>
                                                <p:strVal val="#ppt_h"/>
                                              </p:val>
                                            </p:tav>
                                          </p:tavLst>
                                        </p:anim>
                                        <p:animEffect transition="in" filter="fade">
                                          <p:cBhvr>
                                            <p:cTn id="29" dur="750"/>
                                            <p:tgtEl>
                                              <p:spTgt spid="231"/>
                                            </p:tgtEl>
                                          </p:cBhvr>
                                        </p:animEffect>
                                      </p:childTnLst>
                                    </p:cTn>
                                  </p:par>
                                  <p:par>
                                    <p:cTn id="30" presetID="53" presetClass="entr" presetSubtype="16" fill="hold" grpId="0" nodeType="withEffect">
                                      <p:stCondLst>
                                        <p:cond delay="1250"/>
                                      </p:stCondLst>
                                      <p:childTnLst>
                                        <p:set>
                                          <p:cBhvr>
                                            <p:cTn id="31" dur="1" fill="hold">
                                              <p:stCondLst>
                                                <p:cond delay="0"/>
                                              </p:stCondLst>
                                            </p:cTn>
                                            <p:tgtEl>
                                              <p:spTgt spid="184"/>
                                            </p:tgtEl>
                                            <p:attrNameLst>
                                              <p:attrName>style.visibility</p:attrName>
                                            </p:attrNameLst>
                                          </p:cBhvr>
                                          <p:to>
                                            <p:strVal val="visible"/>
                                          </p:to>
                                        </p:set>
                                        <p:anim calcmode="lin" valueType="num">
                                          <p:cBhvr>
                                            <p:cTn id="32" dur="750" fill="hold"/>
                                            <p:tgtEl>
                                              <p:spTgt spid="184"/>
                                            </p:tgtEl>
                                            <p:attrNameLst>
                                              <p:attrName>ppt_w</p:attrName>
                                            </p:attrNameLst>
                                          </p:cBhvr>
                                          <p:tavLst>
                                            <p:tav tm="0">
                                              <p:val>
                                                <p:fltVal val="0"/>
                                              </p:val>
                                            </p:tav>
                                            <p:tav tm="100000">
                                              <p:val>
                                                <p:strVal val="#ppt_w"/>
                                              </p:val>
                                            </p:tav>
                                          </p:tavLst>
                                        </p:anim>
                                        <p:anim calcmode="lin" valueType="num">
                                          <p:cBhvr>
                                            <p:cTn id="33" dur="750" fill="hold"/>
                                            <p:tgtEl>
                                              <p:spTgt spid="184"/>
                                            </p:tgtEl>
                                            <p:attrNameLst>
                                              <p:attrName>ppt_h</p:attrName>
                                            </p:attrNameLst>
                                          </p:cBhvr>
                                          <p:tavLst>
                                            <p:tav tm="0">
                                              <p:val>
                                                <p:fltVal val="0"/>
                                              </p:val>
                                            </p:tav>
                                            <p:tav tm="100000">
                                              <p:val>
                                                <p:strVal val="#ppt_h"/>
                                              </p:val>
                                            </p:tav>
                                          </p:tavLst>
                                        </p:anim>
                                        <p:animEffect transition="in" filter="fade">
                                          <p:cBhvr>
                                            <p:cTn id="34" dur="750"/>
                                            <p:tgtEl>
                                              <p:spTgt spid="184"/>
                                            </p:tgtEl>
                                          </p:cBhvr>
                                        </p:animEffect>
                                      </p:childTnLst>
                                    </p:cTn>
                                  </p:par>
                                  <p:par>
                                    <p:cTn id="35" presetID="53" presetClass="entr" presetSubtype="16" fill="hold" nodeType="withEffect">
                                      <p:stCondLst>
                                        <p:cond delay="1500"/>
                                      </p:stCondLst>
                                      <p:childTnLst>
                                        <p:set>
                                          <p:cBhvr>
                                            <p:cTn id="36" dur="1" fill="hold">
                                              <p:stCondLst>
                                                <p:cond delay="0"/>
                                              </p:stCondLst>
                                            </p:cTn>
                                            <p:tgtEl>
                                              <p:spTgt spid="228"/>
                                            </p:tgtEl>
                                            <p:attrNameLst>
                                              <p:attrName>style.visibility</p:attrName>
                                            </p:attrNameLst>
                                          </p:cBhvr>
                                          <p:to>
                                            <p:strVal val="visible"/>
                                          </p:to>
                                        </p:set>
                                        <p:anim calcmode="lin" valueType="num">
                                          <p:cBhvr>
                                            <p:cTn id="37" dur="750" fill="hold"/>
                                            <p:tgtEl>
                                              <p:spTgt spid="228"/>
                                            </p:tgtEl>
                                            <p:attrNameLst>
                                              <p:attrName>ppt_w</p:attrName>
                                            </p:attrNameLst>
                                          </p:cBhvr>
                                          <p:tavLst>
                                            <p:tav tm="0">
                                              <p:val>
                                                <p:fltVal val="0"/>
                                              </p:val>
                                            </p:tav>
                                            <p:tav tm="100000">
                                              <p:val>
                                                <p:strVal val="#ppt_w"/>
                                              </p:val>
                                            </p:tav>
                                          </p:tavLst>
                                        </p:anim>
                                        <p:anim calcmode="lin" valueType="num">
                                          <p:cBhvr>
                                            <p:cTn id="38" dur="750" fill="hold"/>
                                            <p:tgtEl>
                                              <p:spTgt spid="228"/>
                                            </p:tgtEl>
                                            <p:attrNameLst>
                                              <p:attrName>ppt_h</p:attrName>
                                            </p:attrNameLst>
                                          </p:cBhvr>
                                          <p:tavLst>
                                            <p:tav tm="0">
                                              <p:val>
                                                <p:fltVal val="0"/>
                                              </p:val>
                                            </p:tav>
                                            <p:tav tm="100000">
                                              <p:val>
                                                <p:strVal val="#ppt_h"/>
                                              </p:val>
                                            </p:tav>
                                          </p:tavLst>
                                        </p:anim>
                                        <p:animEffect transition="in" filter="fade">
                                          <p:cBhvr>
                                            <p:cTn id="39" dur="750"/>
                                            <p:tgtEl>
                                              <p:spTgt spid="228"/>
                                            </p:tgtEl>
                                          </p:cBhvr>
                                        </p:animEffect>
                                      </p:childTnLst>
                                    </p:cTn>
                                  </p:par>
                                  <p:par>
                                    <p:cTn id="40" presetID="53" presetClass="entr" presetSubtype="16" fill="hold" grpId="0" nodeType="withEffect">
                                      <p:stCondLst>
                                        <p:cond delay="1750"/>
                                      </p:stCondLst>
                                      <p:childTnLst>
                                        <p:set>
                                          <p:cBhvr>
                                            <p:cTn id="41" dur="1" fill="hold">
                                              <p:stCondLst>
                                                <p:cond delay="0"/>
                                              </p:stCondLst>
                                            </p:cTn>
                                            <p:tgtEl>
                                              <p:spTgt spid="200"/>
                                            </p:tgtEl>
                                            <p:attrNameLst>
                                              <p:attrName>style.visibility</p:attrName>
                                            </p:attrNameLst>
                                          </p:cBhvr>
                                          <p:to>
                                            <p:strVal val="visible"/>
                                          </p:to>
                                        </p:set>
                                        <p:anim calcmode="lin" valueType="num">
                                          <p:cBhvr>
                                            <p:cTn id="42" dur="750" fill="hold"/>
                                            <p:tgtEl>
                                              <p:spTgt spid="200"/>
                                            </p:tgtEl>
                                            <p:attrNameLst>
                                              <p:attrName>ppt_w</p:attrName>
                                            </p:attrNameLst>
                                          </p:cBhvr>
                                          <p:tavLst>
                                            <p:tav tm="0">
                                              <p:val>
                                                <p:fltVal val="0"/>
                                              </p:val>
                                            </p:tav>
                                            <p:tav tm="100000">
                                              <p:val>
                                                <p:strVal val="#ppt_w"/>
                                              </p:val>
                                            </p:tav>
                                          </p:tavLst>
                                        </p:anim>
                                        <p:anim calcmode="lin" valueType="num">
                                          <p:cBhvr>
                                            <p:cTn id="43" dur="750" fill="hold"/>
                                            <p:tgtEl>
                                              <p:spTgt spid="200"/>
                                            </p:tgtEl>
                                            <p:attrNameLst>
                                              <p:attrName>ppt_h</p:attrName>
                                            </p:attrNameLst>
                                          </p:cBhvr>
                                          <p:tavLst>
                                            <p:tav tm="0">
                                              <p:val>
                                                <p:fltVal val="0"/>
                                              </p:val>
                                            </p:tav>
                                            <p:tav tm="100000">
                                              <p:val>
                                                <p:strVal val="#ppt_h"/>
                                              </p:val>
                                            </p:tav>
                                          </p:tavLst>
                                        </p:anim>
                                        <p:animEffect transition="in" filter="fade">
                                          <p:cBhvr>
                                            <p:cTn id="44" dur="750"/>
                                            <p:tgtEl>
                                              <p:spTgt spid="200"/>
                                            </p:tgtEl>
                                          </p:cBhvr>
                                        </p:animEffect>
                                      </p:childTnLst>
                                    </p:cTn>
                                  </p:par>
                                  <p:par>
                                    <p:cTn id="45" presetID="53" presetClass="entr" presetSubtype="16" fill="hold" nodeType="withEffect">
                                      <p:stCondLst>
                                        <p:cond delay="2000"/>
                                      </p:stCondLst>
                                      <p:childTnLst>
                                        <p:set>
                                          <p:cBhvr>
                                            <p:cTn id="46" dur="1" fill="hold">
                                              <p:stCondLst>
                                                <p:cond delay="0"/>
                                              </p:stCondLst>
                                            </p:cTn>
                                            <p:tgtEl>
                                              <p:spTgt spid="227"/>
                                            </p:tgtEl>
                                            <p:attrNameLst>
                                              <p:attrName>style.visibility</p:attrName>
                                            </p:attrNameLst>
                                          </p:cBhvr>
                                          <p:to>
                                            <p:strVal val="visible"/>
                                          </p:to>
                                        </p:set>
                                        <p:anim calcmode="lin" valueType="num">
                                          <p:cBhvr>
                                            <p:cTn id="47" dur="750" fill="hold"/>
                                            <p:tgtEl>
                                              <p:spTgt spid="227"/>
                                            </p:tgtEl>
                                            <p:attrNameLst>
                                              <p:attrName>ppt_w</p:attrName>
                                            </p:attrNameLst>
                                          </p:cBhvr>
                                          <p:tavLst>
                                            <p:tav tm="0">
                                              <p:val>
                                                <p:fltVal val="0"/>
                                              </p:val>
                                            </p:tav>
                                            <p:tav tm="100000">
                                              <p:val>
                                                <p:strVal val="#ppt_w"/>
                                              </p:val>
                                            </p:tav>
                                          </p:tavLst>
                                        </p:anim>
                                        <p:anim calcmode="lin" valueType="num">
                                          <p:cBhvr>
                                            <p:cTn id="48" dur="750" fill="hold"/>
                                            <p:tgtEl>
                                              <p:spTgt spid="227"/>
                                            </p:tgtEl>
                                            <p:attrNameLst>
                                              <p:attrName>ppt_h</p:attrName>
                                            </p:attrNameLst>
                                          </p:cBhvr>
                                          <p:tavLst>
                                            <p:tav tm="0">
                                              <p:val>
                                                <p:fltVal val="0"/>
                                              </p:val>
                                            </p:tav>
                                            <p:tav tm="100000">
                                              <p:val>
                                                <p:strVal val="#ppt_h"/>
                                              </p:val>
                                            </p:tav>
                                          </p:tavLst>
                                        </p:anim>
                                        <p:animEffect transition="in" filter="fade">
                                          <p:cBhvr>
                                            <p:cTn id="49" dur="750"/>
                                            <p:tgtEl>
                                              <p:spTgt spid="227"/>
                                            </p:tgtEl>
                                          </p:cBhvr>
                                        </p:animEffect>
                                      </p:childTnLst>
                                    </p:cTn>
                                  </p:par>
                                  <p:par>
                                    <p:cTn id="50" presetID="53" presetClass="entr" presetSubtype="16" fill="hold" grpId="0" nodeType="withEffect">
                                      <p:stCondLst>
                                        <p:cond delay="2250"/>
                                      </p:stCondLst>
                                      <p:childTnLst>
                                        <p:set>
                                          <p:cBhvr>
                                            <p:cTn id="51" dur="1" fill="hold">
                                              <p:stCondLst>
                                                <p:cond delay="0"/>
                                              </p:stCondLst>
                                            </p:cTn>
                                            <p:tgtEl>
                                              <p:spTgt spid="188"/>
                                            </p:tgtEl>
                                            <p:attrNameLst>
                                              <p:attrName>style.visibility</p:attrName>
                                            </p:attrNameLst>
                                          </p:cBhvr>
                                          <p:to>
                                            <p:strVal val="visible"/>
                                          </p:to>
                                        </p:set>
                                        <p:anim calcmode="lin" valueType="num">
                                          <p:cBhvr>
                                            <p:cTn id="52" dur="750" fill="hold"/>
                                            <p:tgtEl>
                                              <p:spTgt spid="188"/>
                                            </p:tgtEl>
                                            <p:attrNameLst>
                                              <p:attrName>ppt_w</p:attrName>
                                            </p:attrNameLst>
                                          </p:cBhvr>
                                          <p:tavLst>
                                            <p:tav tm="0">
                                              <p:val>
                                                <p:fltVal val="0"/>
                                              </p:val>
                                            </p:tav>
                                            <p:tav tm="100000">
                                              <p:val>
                                                <p:strVal val="#ppt_w"/>
                                              </p:val>
                                            </p:tav>
                                          </p:tavLst>
                                        </p:anim>
                                        <p:anim calcmode="lin" valueType="num">
                                          <p:cBhvr>
                                            <p:cTn id="53" dur="750" fill="hold"/>
                                            <p:tgtEl>
                                              <p:spTgt spid="188"/>
                                            </p:tgtEl>
                                            <p:attrNameLst>
                                              <p:attrName>ppt_h</p:attrName>
                                            </p:attrNameLst>
                                          </p:cBhvr>
                                          <p:tavLst>
                                            <p:tav tm="0">
                                              <p:val>
                                                <p:fltVal val="0"/>
                                              </p:val>
                                            </p:tav>
                                            <p:tav tm="100000">
                                              <p:val>
                                                <p:strVal val="#ppt_h"/>
                                              </p:val>
                                            </p:tav>
                                          </p:tavLst>
                                        </p:anim>
                                        <p:animEffect transition="in" filter="fade">
                                          <p:cBhvr>
                                            <p:cTn id="54" dur="750"/>
                                            <p:tgtEl>
                                              <p:spTgt spid="188"/>
                                            </p:tgtEl>
                                          </p:cBhvr>
                                        </p:animEffect>
                                      </p:childTnLst>
                                    </p:cTn>
                                  </p:par>
                                  <p:par>
                                    <p:cTn id="55" presetID="22" presetClass="entr" presetSubtype="1" fill="hold" nodeType="withEffect">
                                      <p:stCondLst>
                                        <p:cond delay="500"/>
                                      </p:stCondLst>
                                      <p:childTnLst>
                                        <p:set>
                                          <p:cBhvr>
                                            <p:cTn id="56" dur="1" fill="hold">
                                              <p:stCondLst>
                                                <p:cond delay="0"/>
                                              </p:stCondLst>
                                            </p:cTn>
                                            <p:tgtEl>
                                              <p:spTgt spid="233"/>
                                            </p:tgtEl>
                                            <p:attrNameLst>
                                              <p:attrName>style.visibility</p:attrName>
                                            </p:attrNameLst>
                                          </p:cBhvr>
                                          <p:to>
                                            <p:strVal val="visible"/>
                                          </p:to>
                                        </p:set>
                                        <p:animEffect transition="in" filter="wipe(up)">
                                          <p:cBhvr>
                                            <p:cTn id="57" dur="750"/>
                                            <p:tgtEl>
                                              <p:spTgt spid="233"/>
                                            </p:tgtEl>
                                          </p:cBhvr>
                                        </p:animEffect>
                                      </p:childTnLst>
                                    </p:cTn>
                                  </p:par>
                                  <p:par>
                                    <p:cTn id="58" presetID="22" presetClass="entr" presetSubtype="1" fill="hold" nodeType="withEffect">
                                      <p:stCondLst>
                                        <p:cond delay="1000"/>
                                      </p:stCondLst>
                                      <p:childTnLst>
                                        <p:set>
                                          <p:cBhvr>
                                            <p:cTn id="59" dur="1" fill="hold">
                                              <p:stCondLst>
                                                <p:cond delay="0"/>
                                              </p:stCondLst>
                                            </p:cTn>
                                            <p:tgtEl>
                                              <p:spTgt spid="237"/>
                                            </p:tgtEl>
                                            <p:attrNameLst>
                                              <p:attrName>style.visibility</p:attrName>
                                            </p:attrNameLst>
                                          </p:cBhvr>
                                          <p:to>
                                            <p:strVal val="visible"/>
                                          </p:to>
                                        </p:set>
                                        <p:animEffect transition="in" filter="wipe(up)">
                                          <p:cBhvr>
                                            <p:cTn id="60" dur="750"/>
                                            <p:tgtEl>
                                              <p:spTgt spid="237"/>
                                            </p:tgtEl>
                                          </p:cBhvr>
                                        </p:animEffect>
                                      </p:childTnLst>
                                    </p:cTn>
                                  </p:par>
                                  <p:par>
                                    <p:cTn id="61" presetID="22" presetClass="entr" presetSubtype="1" fill="hold" nodeType="withEffect">
                                      <p:stCondLst>
                                        <p:cond delay="1500"/>
                                      </p:stCondLst>
                                      <p:childTnLst>
                                        <p:set>
                                          <p:cBhvr>
                                            <p:cTn id="62" dur="1" fill="hold">
                                              <p:stCondLst>
                                                <p:cond delay="0"/>
                                              </p:stCondLst>
                                            </p:cTn>
                                            <p:tgtEl>
                                              <p:spTgt spid="229"/>
                                            </p:tgtEl>
                                            <p:attrNameLst>
                                              <p:attrName>style.visibility</p:attrName>
                                            </p:attrNameLst>
                                          </p:cBhvr>
                                          <p:to>
                                            <p:strVal val="visible"/>
                                          </p:to>
                                        </p:set>
                                        <p:animEffect transition="in" filter="wipe(up)">
                                          <p:cBhvr>
                                            <p:cTn id="63" dur="750"/>
                                            <p:tgtEl>
                                              <p:spTgt spid="229"/>
                                            </p:tgtEl>
                                          </p:cBhvr>
                                        </p:animEffect>
                                      </p:childTnLst>
                                    </p:cTn>
                                  </p:par>
                                  <p:par>
                                    <p:cTn id="64" presetID="22" presetClass="entr" presetSubtype="1" fill="hold" nodeType="withEffect">
                                      <p:stCondLst>
                                        <p:cond delay="2000"/>
                                      </p:stCondLst>
                                      <p:childTnLst>
                                        <p:set>
                                          <p:cBhvr>
                                            <p:cTn id="65" dur="1" fill="hold">
                                              <p:stCondLst>
                                                <p:cond delay="0"/>
                                              </p:stCondLst>
                                            </p:cTn>
                                            <p:tgtEl>
                                              <p:spTgt spid="230"/>
                                            </p:tgtEl>
                                            <p:attrNameLst>
                                              <p:attrName>style.visibility</p:attrName>
                                            </p:attrNameLst>
                                          </p:cBhvr>
                                          <p:to>
                                            <p:strVal val="visible"/>
                                          </p:to>
                                        </p:set>
                                        <p:animEffect transition="in" filter="wipe(up)">
                                          <p:cBhvr>
                                            <p:cTn id="66" dur="750"/>
                                            <p:tgtEl>
                                              <p:spTgt spid="230"/>
                                            </p:tgtEl>
                                          </p:cBhvr>
                                        </p:animEffect>
                                      </p:childTnLst>
                                    </p:cTn>
                                  </p:par>
                                  <p:par>
                                    <p:cTn id="67" presetID="53" presetClass="entr" presetSubtype="16" fill="hold" grpId="0" nodeType="withEffect">
                                      <p:stCondLst>
                                        <p:cond delay="500"/>
                                      </p:stCondLst>
                                      <p:childTnLst>
                                        <p:set>
                                          <p:cBhvr>
                                            <p:cTn id="68" dur="1" fill="hold">
                                              <p:stCondLst>
                                                <p:cond delay="0"/>
                                              </p:stCondLst>
                                            </p:cTn>
                                            <p:tgtEl>
                                              <p:spTgt spid="203"/>
                                            </p:tgtEl>
                                            <p:attrNameLst>
                                              <p:attrName>style.visibility</p:attrName>
                                            </p:attrNameLst>
                                          </p:cBhvr>
                                          <p:to>
                                            <p:strVal val="visible"/>
                                          </p:to>
                                        </p:set>
                                        <p:anim calcmode="lin" valueType="num">
                                          <p:cBhvr>
                                            <p:cTn id="69" dur="750" fill="hold"/>
                                            <p:tgtEl>
                                              <p:spTgt spid="203"/>
                                            </p:tgtEl>
                                            <p:attrNameLst>
                                              <p:attrName>ppt_w</p:attrName>
                                            </p:attrNameLst>
                                          </p:cBhvr>
                                          <p:tavLst>
                                            <p:tav tm="0">
                                              <p:val>
                                                <p:fltVal val="0"/>
                                              </p:val>
                                            </p:tav>
                                            <p:tav tm="100000">
                                              <p:val>
                                                <p:strVal val="#ppt_w"/>
                                              </p:val>
                                            </p:tav>
                                          </p:tavLst>
                                        </p:anim>
                                        <p:anim calcmode="lin" valueType="num">
                                          <p:cBhvr>
                                            <p:cTn id="70" dur="750" fill="hold"/>
                                            <p:tgtEl>
                                              <p:spTgt spid="203"/>
                                            </p:tgtEl>
                                            <p:attrNameLst>
                                              <p:attrName>ppt_h</p:attrName>
                                            </p:attrNameLst>
                                          </p:cBhvr>
                                          <p:tavLst>
                                            <p:tav tm="0">
                                              <p:val>
                                                <p:fltVal val="0"/>
                                              </p:val>
                                            </p:tav>
                                            <p:tav tm="100000">
                                              <p:val>
                                                <p:strVal val="#ppt_h"/>
                                              </p:val>
                                            </p:tav>
                                          </p:tavLst>
                                        </p:anim>
                                        <p:animEffect transition="in" filter="fade">
                                          <p:cBhvr>
                                            <p:cTn id="71" dur="750"/>
                                            <p:tgtEl>
                                              <p:spTgt spid="203"/>
                                            </p:tgtEl>
                                          </p:cBhvr>
                                        </p:animEffect>
                                      </p:childTnLst>
                                    </p:cTn>
                                  </p:par>
                                  <p:par>
                                    <p:cTn id="72" presetID="53" presetClass="entr" presetSubtype="16" fill="hold" grpId="0" nodeType="withEffect">
                                      <p:stCondLst>
                                        <p:cond delay="1000"/>
                                      </p:stCondLst>
                                      <p:childTnLst>
                                        <p:set>
                                          <p:cBhvr>
                                            <p:cTn id="73" dur="1" fill="hold">
                                              <p:stCondLst>
                                                <p:cond delay="0"/>
                                              </p:stCondLst>
                                            </p:cTn>
                                            <p:tgtEl>
                                              <p:spTgt spid="202"/>
                                            </p:tgtEl>
                                            <p:attrNameLst>
                                              <p:attrName>style.visibility</p:attrName>
                                            </p:attrNameLst>
                                          </p:cBhvr>
                                          <p:to>
                                            <p:strVal val="visible"/>
                                          </p:to>
                                        </p:set>
                                        <p:anim calcmode="lin" valueType="num">
                                          <p:cBhvr>
                                            <p:cTn id="74" dur="750" fill="hold"/>
                                            <p:tgtEl>
                                              <p:spTgt spid="202"/>
                                            </p:tgtEl>
                                            <p:attrNameLst>
                                              <p:attrName>ppt_w</p:attrName>
                                            </p:attrNameLst>
                                          </p:cBhvr>
                                          <p:tavLst>
                                            <p:tav tm="0">
                                              <p:val>
                                                <p:fltVal val="0"/>
                                              </p:val>
                                            </p:tav>
                                            <p:tav tm="100000">
                                              <p:val>
                                                <p:strVal val="#ppt_w"/>
                                              </p:val>
                                            </p:tav>
                                          </p:tavLst>
                                        </p:anim>
                                        <p:anim calcmode="lin" valueType="num">
                                          <p:cBhvr>
                                            <p:cTn id="75" dur="750" fill="hold"/>
                                            <p:tgtEl>
                                              <p:spTgt spid="202"/>
                                            </p:tgtEl>
                                            <p:attrNameLst>
                                              <p:attrName>ppt_h</p:attrName>
                                            </p:attrNameLst>
                                          </p:cBhvr>
                                          <p:tavLst>
                                            <p:tav tm="0">
                                              <p:val>
                                                <p:fltVal val="0"/>
                                              </p:val>
                                            </p:tav>
                                            <p:tav tm="100000">
                                              <p:val>
                                                <p:strVal val="#ppt_h"/>
                                              </p:val>
                                            </p:tav>
                                          </p:tavLst>
                                        </p:anim>
                                        <p:animEffect transition="in" filter="fade">
                                          <p:cBhvr>
                                            <p:cTn id="76" dur="750"/>
                                            <p:tgtEl>
                                              <p:spTgt spid="202"/>
                                            </p:tgtEl>
                                          </p:cBhvr>
                                        </p:animEffect>
                                      </p:childTnLst>
                                    </p:cTn>
                                  </p:par>
                                  <p:par>
                                    <p:cTn id="77" presetID="53" presetClass="entr" presetSubtype="16" fill="hold" grpId="0" nodeType="withEffect">
                                      <p:stCondLst>
                                        <p:cond delay="1500"/>
                                      </p:stCondLst>
                                      <p:childTnLst>
                                        <p:set>
                                          <p:cBhvr>
                                            <p:cTn id="78" dur="1" fill="hold">
                                              <p:stCondLst>
                                                <p:cond delay="0"/>
                                              </p:stCondLst>
                                            </p:cTn>
                                            <p:tgtEl>
                                              <p:spTgt spid="205"/>
                                            </p:tgtEl>
                                            <p:attrNameLst>
                                              <p:attrName>style.visibility</p:attrName>
                                            </p:attrNameLst>
                                          </p:cBhvr>
                                          <p:to>
                                            <p:strVal val="visible"/>
                                          </p:to>
                                        </p:set>
                                        <p:anim calcmode="lin" valueType="num">
                                          <p:cBhvr>
                                            <p:cTn id="79" dur="750" fill="hold"/>
                                            <p:tgtEl>
                                              <p:spTgt spid="205"/>
                                            </p:tgtEl>
                                            <p:attrNameLst>
                                              <p:attrName>ppt_w</p:attrName>
                                            </p:attrNameLst>
                                          </p:cBhvr>
                                          <p:tavLst>
                                            <p:tav tm="0">
                                              <p:val>
                                                <p:fltVal val="0"/>
                                              </p:val>
                                            </p:tav>
                                            <p:tav tm="100000">
                                              <p:val>
                                                <p:strVal val="#ppt_w"/>
                                              </p:val>
                                            </p:tav>
                                          </p:tavLst>
                                        </p:anim>
                                        <p:anim calcmode="lin" valueType="num">
                                          <p:cBhvr>
                                            <p:cTn id="80" dur="750" fill="hold"/>
                                            <p:tgtEl>
                                              <p:spTgt spid="205"/>
                                            </p:tgtEl>
                                            <p:attrNameLst>
                                              <p:attrName>ppt_h</p:attrName>
                                            </p:attrNameLst>
                                          </p:cBhvr>
                                          <p:tavLst>
                                            <p:tav tm="0">
                                              <p:val>
                                                <p:fltVal val="0"/>
                                              </p:val>
                                            </p:tav>
                                            <p:tav tm="100000">
                                              <p:val>
                                                <p:strVal val="#ppt_h"/>
                                              </p:val>
                                            </p:tav>
                                          </p:tavLst>
                                        </p:anim>
                                        <p:animEffect transition="in" filter="fade">
                                          <p:cBhvr>
                                            <p:cTn id="81" dur="750"/>
                                            <p:tgtEl>
                                              <p:spTgt spid="205"/>
                                            </p:tgtEl>
                                          </p:cBhvr>
                                        </p:animEffect>
                                      </p:childTnLst>
                                    </p:cTn>
                                  </p:par>
                                  <p:par>
                                    <p:cTn id="82" presetID="53" presetClass="entr" presetSubtype="16" fill="hold" grpId="0" nodeType="withEffect">
                                      <p:stCondLst>
                                        <p:cond delay="2000"/>
                                      </p:stCondLst>
                                      <p:childTnLst>
                                        <p:set>
                                          <p:cBhvr>
                                            <p:cTn id="83" dur="1" fill="hold">
                                              <p:stCondLst>
                                                <p:cond delay="0"/>
                                              </p:stCondLst>
                                            </p:cTn>
                                            <p:tgtEl>
                                              <p:spTgt spid="201"/>
                                            </p:tgtEl>
                                            <p:attrNameLst>
                                              <p:attrName>style.visibility</p:attrName>
                                            </p:attrNameLst>
                                          </p:cBhvr>
                                          <p:to>
                                            <p:strVal val="visible"/>
                                          </p:to>
                                        </p:set>
                                        <p:anim calcmode="lin" valueType="num">
                                          <p:cBhvr>
                                            <p:cTn id="84" dur="750" fill="hold"/>
                                            <p:tgtEl>
                                              <p:spTgt spid="201"/>
                                            </p:tgtEl>
                                            <p:attrNameLst>
                                              <p:attrName>ppt_w</p:attrName>
                                            </p:attrNameLst>
                                          </p:cBhvr>
                                          <p:tavLst>
                                            <p:tav tm="0">
                                              <p:val>
                                                <p:fltVal val="0"/>
                                              </p:val>
                                            </p:tav>
                                            <p:tav tm="100000">
                                              <p:val>
                                                <p:strVal val="#ppt_w"/>
                                              </p:val>
                                            </p:tav>
                                          </p:tavLst>
                                        </p:anim>
                                        <p:anim calcmode="lin" valueType="num">
                                          <p:cBhvr>
                                            <p:cTn id="85" dur="750" fill="hold"/>
                                            <p:tgtEl>
                                              <p:spTgt spid="201"/>
                                            </p:tgtEl>
                                            <p:attrNameLst>
                                              <p:attrName>ppt_h</p:attrName>
                                            </p:attrNameLst>
                                          </p:cBhvr>
                                          <p:tavLst>
                                            <p:tav tm="0">
                                              <p:val>
                                                <p:fltVal val="0"/>
                                              </p:val>
                                            </p:tav>
                                            <p:tav tm="100000">
                                              <p:val>
                                                <p:strVal val="#ppt_h"/>
                                              </p:val>
                                            </p:tav>
                                          </p:tavLst>
                                        </p:anim>
                                        <p:animEffect transition="in" filter="fade">
                                          <p:cBhvr>
                                            <p:cTn id="86" dur="750"/>
                                            <p:tgtEl>
                                              <p:spTgt spid="201"/>
                                            </p:tgtEl>
                                          </p:cBhvr>
                                        </p:animEffect>
                                      </p:childTnLst>
                                    </p:cTn>
                                  </p:par>
                                  <p:par>
                                    <p:cTn id="87" presetID="53" presetClass="entr" presetSubtype="16" fill="hold" grpId="0" nodeType="withEffect">
                                      <p:stCondLst>
                                        <p:cond delay="2500"/>
                                      </p:stCondLst>
                                      <p:childTnLst>
                                        <p:set>
                                          <p:cBhvr>
                                            <p:cTn id="88" dur="1" fill="hold">
                                              <p:stCondLst>
                                                <p:cond delay="0"/>
                                              </p:stCondLst>
                                            </p:cTn>
                                            <p:tgtEl>
                                              <p:spTgt spid="204"/>
                                            </p:tgtEl>
                                            <p:attrNameLst>
                                              <p:attrName>style.visibility</p:attrName>
                                            </p:attrNameLst>
                                          </p:cBhvr>
                                          <p:to>
                                            <p:strVal val="visible"/>
                                          </p:to>
                                        </p:set>
                                        <p:anim calcmode="lin" valueType="num">
                                          <p:cBhvr>
                                            <p:cTn id="89" dur="750" fill="hold"/>
                                            <p:tgtEl>
                                              <p:spTgt spid="204"/>
                                            </p:tgtEl>
                                            <p:attrNameLst>
                                              <p:attrName>ppt_w</p:attrName>
                                            </p:attrNameLst>
                                          </p:cBhvr>
                                          <p:tavLst>
                                            <p:tav tm="0">
                                              <p:val>
                                                <p:fltVal val="0"/>
                                              </p:val>
                                            </p:tav>
                                            <p:tav tm="100000">
                                              <p:val>
                                                <p:strVal val="#ppt_w"/>
                                              </p:val>
                                            </p:tav>
                                          </p:tavLst>
                                        </p:anim>
                                        <p:anim calcmode="lin" valueType="num">
                                          <p:cBhvr>
                                            <p:cTn id="90" dur="750" fill="hold"/>
                                            <p:tgtEl>
                                              <p:spTgt spid="204"/>
                                            </p:tgtEl>
                                            <p:attrNameLst>
                                              <p:attrName>ppt_h</p:attrName>
                                            </p:attrNameLst>
                                          </p:cBhvr>
                                          <p:tavLst>
                                            <p:tav tm="0">
                                              <p:val>
                                                <p:fltVal val="0"/>
                                              </p:val>
                                            </p:tav>
                                            <p:tav tm="100000">
                                              <p:val>
                                                <p:strVal val="#ppt_h"/>
                                              </p:val>
                                            </p:tav>
                                          </p:tavLst>
                                        </p:anim>
                                        <p:animEffect transition="in" filter="fade">
                                          <p:cBhvr>
                                            <p:cTn id="91" dur="750"/>
                                            <p:tgtEl>
                                              <p:spTgt spid="204"/>
                                            </p:tgtEl>
                                          </p:cBhvr>
                                        </p:animEffect>
                                      </p:childTnLst>
                                    </p:cTn>
                                  </p:par>
                                  <p:par>
                                    <p:cTn id="92" presetID="2" presetClass="entr" presetSubtype="8" fill="hold" nodeType="withEffect">
                                      <p:stCondLst>
                                        <p:cond delay="1250"/>
                                      </p:stCondLst>
                                      <p:childTnLst>
                                        <p:set>
                                          <p:cBhvr>
                                            <p:cTn id="93" dur="1" fill="hold">
                                              <p:stCondLst>
                                                <p:cond delay="0"/>
                                              </p:stCondLst>
                                            </p:cTn>
                                            <p:tgtEl>
                                              <p:spTgt spid="224"/>
                                            </p:tgtEl>
                                            <p:attrNameLst>
                                              <p:attrName>style.visibility</p:attrName>
                                            </p:attrNameLst>
                                          </p:cBhvr>
                                          <p:to>
                                            <p:strVal val="visible"/>
                                          </p:to>
                                        </p:set>
                                        <p:anim calcmode="lin" valueType="num">
                                          <p:cBhvr additive="base">
                                            <p:cTn id="94" dur="1000" fill="hold"/>
                                            <p:tgtEl>
                                              <p:spTgt spid="224"/>
                                            </p:tgtEl>
                                            <p:attrNameLst>
                                              <p:attrName>ppt_x</p:attrName>
                                            </p:attrNameLst>
                                          </p:cBhvr>
                                          <p:tavLst>
                                            <p:tav tm="0">
                                              <p:val>
                                                <p:strVal val="0-#ppt_w/2"/>
                                              </p:val>
                                            </p:tav>
                                            <p:tav tm="100000">
                                              <p:val>
                                                <p:strVal val="#ppt_x"/>
                                              </p:val>
                                            </p:tav>
                                          </p:tavLst>
                                        </p:anim>
                                        <p:anim calcmode="lin" valueType="num">
                                          <p:cBhvr additive="base">
                                            <p:cTn id="95" dur="1000" fill="hold"/>
                                            <p:tgtEl>
                                              <p:spTgt spid="224"/>
                                            </p:tgtEl>
                                            <p:attrNameLst>
                                              <p:attrName>ppt_y</p:attrName>
                                            </p:attrNameLst>
                                          </p:cBhvr>
                                          <p:tavLst>
                                            <p:tav tm="0">
                                              <p:val>
                                                <p:strVal val="#ppt_y"/>
                                              </p:val>
                                            </p:tav>
                                            <p:tav tm="100000">
                                              <p:val>
                                                <p:strVal val="#ppt_y"/>
                                              </p:val>
                                            </p:tav>
                                          </p:tavLst>
                                        </p:anim>
                                      </p:childTnLst>
                                    </p:cTn>
                                  </p:par>
                                  <p:par>
                                    <p:cTn id="96" presetID="2" presetClass="entr" presetSubtype="8" fill="hold" nodeType="withEffect" p14:presetBounceEnd="67000">
                                      <p:stCondLst>
                                        <p:cond delay="1500"/>
                                      </p:stCondLst>
                                      <p:childTnLst>
                                        <p:set>
                                          <p:cBhvr>
                                            <p:cTn id="97" dur="1" fill="hold">
                                              <p:stCondLst>
                                                <p:cond delay="0"/>
                                              </p:stCondLst>
                                            </p:cTn>
                                            <p:tgtEl>
                                              <p:spTgt spid="244"/>
                                            </p:tgtEl>
                                            <p:attrNameLst>
                                              <p:attrName>style.visibility</p:attrName>
                                            </p:attrNameLst>
                                          </p:cBhvr>
                                          <p:to>
                                            <p:strVal val="visible"/>
                                          </p:to>
                                        </p:set>
                                        <p:anim calcmode="lin" valueType="num" p14:bounceEnd="67000">
                                          <p:cBhvr additive="base">
                                            <p:cTn id="98" dur="1000" fill="hold"/>
                                            <p:tgtEl>
                                              <p:spTgt spid="244"/>
                                            </p:tgtEl>
                                            <p:attrNameLst>
                                              <p:attrName>ppt_x</p:attrName>
                                            </p:attrNameLst>
                                          </p:cBhvr>
                                          <p:tavLst>
                                            <p:tav tm="0">
                                              <p:val>
                                                <p:strVal val="0-#ppt_w/2"/>
                                              </p:val>
                                            </p:tav>
                                            <p:tav tm="100000">
                                              <p:val>
                                                <p:strVal val="#ppt_x"/>
                                              </p:val>
                                            </p:tav>
                                          </p:tavLst>
                                        </p:anim>
                                        <p:anim calcmode="lin" valueType="num" p14:bounceEnd="67000">
                                          <p:cBhvr additive="base">
                                            <p:cTn id="99" dur="1000" fill="hold"/>
                                            <p:tgtEl>
                                              <p:spTgt spid="244"/>
                                            </p:tgtEl>
                                            <p:attrNameLst>
                                              <p:attrName>ppt_y</p:attrName>
                                            </p:attrNameLst>
                                          </p:cBhvr>
                                          <p:tavLst>
                                            <p:tav tm="0">
                                              <p:val>
                                                <p:strVal val="#ppt_y"/>
                                              </p:val>
                                            </p:tav>
                                            <p:tav tm="100000">
                                              <p:val>
                                                <p:strVal val="#ppt_y"/>
                                              </p:val>
                                            </p:tav>
                                          </p:tavLst>
                                        </p:anim>
                                      </p:childTnLst>
                                    </p:cTn>
                                  </p:par>
                                  <p:par>
                                    <p:cTn id="100" presetID="2" presetClass="entr" presetSubtype="8" fill="hold" nodeType="withEffect" p14:presetBounceEnd="67000">
                                      <p:stCondLst>
                                        <p:cond delay="1750"/>
                                      </p:stCondLst>
                                      <p:childTnLst>
                                        <p:set>
                                          <p:cBhvr>
                                            <p:cTn id="101" dur="1" fill="hold">
                                              <p:stCondLst>
                                                <p:cond delay="0"/>
                                              </p:stCondLst>
                                            </p:cTn>
                                            <p:tgtEl>
                                              <p:spTgt spid="245"/>
                                            </p:tgtEl>
                                            <p:attrNameLst>
                                              <p:attrName>style.visibility</p:attrName>
                                            </p:attrNameLst>
                                          </p:cBhvr>
                                          <p:to>
                                            <p:strVal val="visible"/>
                                          </p:to>
                                        </p:set>
                                        <p:anim calcmode="lin" valueType="num" p14:bounceEnd="67000">
                                          <p:cBhvr additive="base">
                                            <p:cTn id="102" dur="1000" fill="hold"/>
                                            <p:tgtEl>
                                              <p:spTgt spid="245"/>
                                            </p:tgtEl>
                                            <p:attrNameLst>
                                              <p:attrName>ppt_x</p:attrName>
                                            </p:attrNameLst>
                                          </p:cBhvr>
                                          <p:tavLst>
                                            <p:tav tm="0">
                                              <p:val>
                                                <p:strVal val="0-#ppt_w/2"/>
                                              </p:val>
                                            </p:tav>
                                            <p:tav tm="100000">
                                              <p:val>
                                                <p:strVal val="#ppt_x"/>
                                              </p:val>
                                            </p:tav>
                                          </p:tavLst>
                                        </p:anim>
                                        <p:anim calcmode="lin" valueType="num" p14:bounceEnd="67000">
                                          <p:cBhvr additive="base">
                                            <p:cTn id="103" dur="1000" fill="hold"/>
                                            <p:tgtEl>
                                              <p:spTgt spid="245"/>
                                            </p:tgtEl>
                                            <p:attrNameLst>
                                              <p:attrName>ppt_y</p:attrName>
                                            </p:attrNameLst>
                                          </p:cBhvr>
                                          <p:tavLst>
                                            <p:tav tm="0">
                                              <p:val>
                                                <p:strVal val="#ppt_y"/>
                                              </p:val>
                                            </p:tav>
                                            <p:tav tm="100000">
                                              <p:val>
                                                <p:strVal val="#ppt_y"/>
                                              </p:val>
                                            </p:tav>
                                          </p:tavLst>
                                        </p:anim>
                                      </p:childTnLst>
                                    </p:cTn>
                                  </p:par>
                                  <p:par>
                                    <p:cTn id="104" presetID="2" presetClass="entr" presetSubtype="8" fill="hold" nodeType="withEffect" p14:presetBounceEnd="67000">
                                      <p:stCondLst>
                                        <p:cond delay="2000"/>
                                      </p:stCondLst>
                                      <p:childTnLst>
                                        <p:set>
                                          <p:cBhvr>
                                            <p:cTn id="105" dur="1" fill="hold">
                                              <p:stCondLst>
                                                <p:cond delay="0"/>
                                              </p:stCondLst>
                                            </p:cTn>
                                            <p:tgtEl>
                                              <p:spTgt spid="246"/>
                                            </p:tgtEl>
                                            <p:attrNameLst>
                                              <p:attrName>style.visibility</p:attrName>
                                            </p:attrNameLst>
                                          </p:cBhvr>
                                          <p:to>
                                            <p:strVal val="visible"/>
                                          </p:to>
                                        </p:set>
                                        <p:anim calcmode="lin" valueType="num" p14:bounceEnd="67000">
                                          <p:cBhvr additive="base">
                                            <p:cTn id="106" dur="1000" fill="hold"/>
                                            <p:tgtEl>
                                              <p:spTgt spid="246"/>
                                            </p:tgtEl>
                                            <p:attrNameLst>
                                              <p:attrName>ppt_x</p:attrName>
                                            </p:attrNameLst>
                                          </p:cBhvr>
                                          <p:tavLst>
                                            <p:tav tm="0">
                                              <p:val>
                                                <p:strVal val="0-#ppt_w/2"/>
                                              </p:val>
                                            </p:tav>
                                            <p:tav tm="100000">
                                              <p:val>
                                                <p:strVal val="#ppt_x"/>
                                              </p:val>
                                            </p:tav>
                                          </p:tavLst>
                                        </p:anim>
                                        <p:anim calcmode="lin" valueType="num" p14:bounceEnd="67000">
                                          <p:cBhvr additive="base">
                                            <p:cTn id="107" dur="1000" fill="hold"/>
                                            <p:tgtEl>
                                              <p:spTgt spid="246"/>
                                            </p:tgtEl>
                                            <p:attrNameLst>
                                              <p:attrName>ppt_y</p:attrName>
                                            </p:attrNameLst>
                                          </p:cBhvr>
                                          <p:tavLst>
                                            <p:tav tm="0">
                                              <p:val>
                                                <p:strVal val="#ppt_y"/>
                                              </p:val>
                                            </p:tav>
                                            <p:tav tm="100000">
                                              <p:val>
                                                <p:strVal val="#ppt_y"/>
                                              </p:val>
                                            </p:tav>
                                          </p:tavLst>
                                        </p:anim>
                                      </p:childTnLst>
                                    </p:cTn>
                                  </p:par>
                                  <p:par>
                                    <p:cTn id="108" presetID="2" presetClass="entr" presetSubtype="8" fill="hold" nodeType="withEffect" p14:presetBounceEnd="67000">
                                      <p:stCondLst>
                                        <p:cond delay="2250"/>
                                      </p:stCondLst>
                                      <p:childTnLst>
                                        <p:set>
                                          <p:cBhvr>
                                            <p:cTn id="109" dur="1" fill="hold">
                                              <p:stCondLst>
                                                <p:cond delay="0"/>
                                              </p:stCondLst>
                                            </p:cTn>
                                            <p:tgtEl>
                                              <p:spTgt spid="247"/>
                                            </p:tgtEl>
                                            <p:attrNameLst>
                                              <p:attrName>style.visibility</p:attrName>
                                            </p:attrNameLst>
                                          </p:cBhvr>
                                          <p:to>
                                            <p:strVal val="visible"/>
                                          </p:to>
                                        </p:set>
                                        <p:anim calcmode="lin" valueType="num" p14:bounceEnd="67000">
                                          <p:cBhvr additive="base">
                                            <p:cTn id="110" dur="1000" fill="hold"/>
                                            <p:tgtEl>
                                              <p:spTgt spid="247"/>
                                            </p:tgtEl>
                                            <p:attrNameLst>
                                              <p:attrName>ppt_x</p:attrName>
                                            </p:attrNameLst>
                                          </p:cBhvr>
                                          <p:tavLst>
                                            <p:tav tm="0">
                                              <p:val>
                                                <p:strVal val="0-#ppt_w/2"/>
                                              </p:val>
                                            </p:tav>
                                            <p:tav tm="100000">
                                              <p:val>
                                                <p:strVal val="#ppt_x"/>
                                              </p:val>
                                            </p:tav>
                                          </p:tavLst>
                                        </p:anim>
                                        <p:anim calcmode="lin" valueType="num" p14:bounceEnd="67000">
                                          <p:cBhvr additive="base">
                                            <p:cTn id="111" dur="1000" fill="hold"/>
                                            <p:tgtEl>
                                              <p:spTgt spid="247"/>
                                            </p:tgtEl>
                                            <p:attrNameLst>
                                              <p:attrName>ppt_y</p:attrName>
                                            </p:attrNameLst>
                                          </p:cBhvr>
                                          <p:tavLst>
                                            <p:tav tm="0">
                                              <p:val>
                                                <p:strVal val="#ppt_y"/>
                                              </p:val>
                                            </p:tav>
                                            <p:tav tm="100000">
                                              <p:val>
                                                <p:strVal val="#ppt_y"/>
                                              </p:val>
                                            </p:tav>
                                          </p:tavLst>
                                        </p:anim>
                                      </p:childTnLst>
                                    </p:cTn>
                                  </p:par>
                                  <p:par>
                                    <p:cTn id="112" presetID="2" presetClass="entr" presetSubtype="8" fill="hold" nodeType="withEffect" p14:presetBounceEnd="67000">
                                      <p:stCondLst>
                                        <p:cond delay="2500"/>
                                      </p:stCondLst>
                                      <p:childTnLst>
                                        <p:set>
                                          <p:cBhvr>
                                            <p:cTn id="113" dur="1" fill="hold">
                                              <p:stCondLst>
                                                <p:cond delay="0"/>
                                              </p:stCondLst>
                                            </p:cTn>
                                            <p:tgtEl>
                                              <p:spTgt spid="248"/>
                                            </p:tgtEl>
                                            <p:attrNameLst>
                                              <p:attrName>style.visibility</p:attrName>
                                            </p:attrNameLst>
                                          </p:cBhvr>
                                          <p:to>
                                            <p:strVal val="visible"/>
                                          </p:to>
                                        </p:set>
                                        <p:anim calcmode="lin" valueType="num" p14:bounceEnd="67000">
                                          <p:cBhvr additive="base">
                                            <p:cTn id="114" dur="1000" fill="hold"/>
                                            <p:tgtEl>
                                              <p:spTgt spid="248"/>
                                            </p:tgtEl>
                                            <p:attrNameLst>
                                              <p:attrName>ppt_x</p:attrName>
                                            </p:attrNameLst>
                                          </p:cBhvr>
                                          <p:tavLst>
                                            <p:tav tm="0">
                                              <p:val>
                                                <p:strVal val="0-#ppt_w/2"/>
                                              </p:val>
                                            </p:tav>
                                            <p:tav tm="100000">
                                              <p:val>
                                                <p:strVal val="#ppt_x"/>
                                              </p:val>
                                            </p:tav>
                                          </p:tavLst>
                                        </p:anim>
                                        <p:anim calcmode="lin" valueType="num" p14:bounceEnd="67000">
                                          <p:cBhvr additive="base">
                                            <p:cTn id="115" dur="1000" fill="hold"/>
                                            <p:tgtEl>
                                              <p:spTgt spid="2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animBg="1"/>
          <p:bldP spid="188" grpId="0" animBg="1"/>
          <p:bldP spid="192" grpId="0" animBg="1"/>
          <p:bldP spid="196" grpId="0" animBg="1"/>
          <p:bldP spid="200" grpId="0" animBg="1"/>
          <p:bldP spid="201" grpId="0" animBg="1"/>
          <p:bldP spid="202" grpId="0" animBg="1"/>
          <p:bldP spid="203" grpId="0" animBg="1"/>
          <p:bldP spid="204" grpId="0" animBg="1"/>
          <p:bldP spid="20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34"/>
                                            </p:tgtEl>
                                            <p:attrNameLst>
                                              <p:attrName>style.visibility</p:attrName>
                                            </p:attrNameLst>
                                          </p:cBhvr>
                                          <p:to>
                                            <p:strVal val="visible"/>
                                          </p:to>
                                        </p:set>
                                        <p:anim calcmode="lin" valueType="num">
                                          <p:cBhvr>
                                            <p:cTn id="7" dur="750" fill="hold"/>
                                            <p:tgtEl>
                                              <p:spTgt spid="234"/>
                                            </p:tgtEl>
                                            <p:attrNameLst>
                                              <p:attrName>ppt_w</p:attrName>
                                            </p:attrNameLst>
                                          </p:cBhvr>
                                          <p:tavLst>
                                            <p:tav tm="0">
                                              <p:val>
                                                <p:fltVal val="0"/>
                                              </p:val>
                                            </p:tav>
                                            <p:tav tm="100000">
                                              <p:val>
                                                <p:strVal val="#ppt_w"/>
                                              </p:val>
                                            </p:tav>
                                          </p:tavLst>
                                        </p:anim>
                                        <p:anim calcmode="lin" valueType="num">
                                          <p:cBhvr>
                                            <p:cTn id="8" dur="750" fill="hold"/>
                                            <p:tgtEl>
                                              <p:spTgt spid="234"/>
                                            </p:tgtEl>
                                            <p:attrNameLst>
                                              <p:attrName>ppt_h</p:attrName>
                                            </p:attrNameLst>
                                          </p:cBhvr>
                                          <p:tavLst>
                                            <p:tav tm="0">
                                              <p:val>
                                                <p:fltVal val="0"/>
                                              </p:val>
                                            </p:tav>
                                            <p:tav tm="100000">
                                              <p:val>
                                                <p:strVal val="#ppt_h"/>
                                              </p:val>
                                            </p:tav>
                                          </p:tavLst>
                                        </p:anim>
                                        <p:animEffect transition="in" filter="fade">
                                          <p:cBhvr>
                                            <p:cTn id="9" dur="750"/>
                                            <p:tgtEl>
                                              <p:spTgt spid="234"/>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196"/>
                                            </p:tgtEl>
                                            <p:attrNameLst>
                                              <p:attrName>style.visibility</p:attrName>
                                            </p:attrNameLst>
                                          </p:cBhvr>
                                          <p:to>
                                            <p:strVal val="visible"/>
                                          </p:to>
                                        </p:set>
                                        <p:anim calcmode="lin" valueType="num">
                                          <p:cBhvr>
                                            <p:cTn id="12" dur="750" fill="hold"/>
                                            <p:tgtEl>
                                              <p:spTgt spid="196"/>
                                            </p:tgtEl>
                                            <p:attrNameLst>
                                              <p:attrName>ppt_w</p:attrName>
                                            </p:attrNameLst>
                                          </p:cBhvr>
                                          <p:tavLst>
                                            <p:tav tm="0">
                                              <p:val>
                                                <p:fltVal val="0"/>
                                              </p:val>
                                            </p:tav>
                                            <p:tav tm="100000">
                                              <p:val>
                                                <p:strVal val="#ppt_w"/>
                                              </p:val>
                                            </p:tav>
                                          </p:tavLst>
                                        </p:anim>
                                        <p:anim calcmode="lin" valueType="num">
                                          <p:cBhvr>
                                            <p:cTn id="13" dur="750" fill="hold"/>
                                            <p:tgtEl>
                                              <p:spTgt spid="196"/>
                                            </p:tgtEl>
                                            <p:attrNameLst>
                                              <p:attrName>ppt_h</p:attrName>
                                            </p:attrNameLst>
                                          </p:cBhvr>
                                          <p:tavLst>
                                            <p:tav tm="0">
                                              <p:val>
                                                <p:fltVal val="0"/>
                                              </p:val>
                                            </p:tav>
                                            <p:tav tm="100000">
                                              <p:val>
                                                <p:strVal val="#ppt_h"/>
                                              </p:val>
                                            </p:tav>
                                          </p:tavLst>
                                        </p:anim>
                                        <p:animEffect transition="in" filter="fade">
                                          <p:cBhvr>
                                            <p:cTn id="14" dur="750"/>
                                            <p:tgtEl>
                                              <p:spTgt spid="196"/>
                                            </p:tgtEl>
                                          </p:cBhvr>
                                        </p:animEffect>
                                      </p:childTnLst>
                                    </p:cTn>
                                  </p:par>
                                  <p:par>
                                    <p:cTn id="15" presetID="53" presetClass="entr" presetSubtype="16" fill="hold" nodeType="withEffect">
                                      <p:stCondLst>
                                        <p:cond delay="500"/>
                                      </p:stCondLst>
                                      <p:childTnLst>
                                        <p:set>
                                          <p:cBhvr>
                                            <p:cTn id="16" dur="1" fill="hold">
                                              <p:stCondLst>
                                                <p:cond delay="0"/>
                                              </p:stCondLst>
                                            </p:cTn>
                                            <p:tgtEl>
                                              <p:spTgt spid="232"/>
                                            </p:tgtEl>
                                            <p:attrNameLst>
                                              <p:attrName>style.visibility</p:attrName>
                                            </p:attrNameLst>
                                          </p:cBhvr>
                                          <p:to>
                                            <p:strVal val="visible"/>
                                          </p:to>
                                        </p:set>
                                        <p:anim calcmode="lin" valueType="num">
                                          <p:cBhvr>
                                            <p:cTn id="17" dur="750" fill="hold"/>
                                            <p:tgtEl>
                                              <p:spTgt spid="232"/>
                                            </p:tgtEl>
                                            <p:attrNameLst>
                                              <p:attrName>ppt_w</p:attrName>
                                            </p:attrNameLst>
                                          </p:cBhvr>
                                          <p:tavLst>
                                            <p:tav tm="0">
                                              <p:val>
                                                <p:fltVal val="0"/>
                                              </p:val>
                                            </p:tav>
                                            <p:tav tm="100000">
                                              <p:val>
                                                <p:strVal val="#ppt_w"/>
                                              </p:val>
                                            </p:tav>
                                          </p:tavLst>
                                        </p:anim>
                                        <p:anim calcmode="lin" valueType="num">
                                          <p:cBhvr>
                                            <p:cTn id="18" dur="750" fill="hold"/>
                                            <p:tgtEl>
                                              <p:spTgt spid="232"/>
                                            </p:tgtEl>
                                            <p:attrNameLst>
                                              <p:attrName>ppt_h</p:attrName>
                                            </p:attrNameLst>
                                          </p:cBhvr>
                                          <p:tavLst>
                                            <p:tav tm="0">
                                              <p:val>
                                                <p:fltVal val="0"/>
                                              </p:val>
                                            </p:tav>
                                            <p:tav tm="100000">
                                              <p:val>
                                                <p:strVal val="#ppt_h"/>
                                              </p:val>
                                            </p:tav>
                                          </p:tavLst>
                                        </p:anim>
                                        <p:animEffect transition="in" filter="fade">
                                          <p:cBhvr>
                                            <p:cTn id="19" dur="750"/>
                                            <p:tgtEl>
                                              <p:spTgt spid="232"/>
                                            </p:tgtEl>
                                          </p:cBhvr>
                                        </p:animEffect>
                                      </p:childTnLst>
                                    </p:cTn>
                                  </p:par>
                                  <p:par>
                                    <p:cTn id="20" presetID="53" presetClass="entr" presetSubtype="16" fill="hold" grpId="0" nodeType="withEffect">
                                      <p:stCondLst>
                                        <p:cond delay="750"/>
                                      </p:stCondLst>
                                      <p:childTnLst>
                                        <p:set>
                                          <p:cBhvr>
                                            <p:cTn id="21" dur="1" fill="hold">
                                              <p:stCondLst>
                                                <p:cond delay="0"/>
                                              </p:stCondLst>
                                            </p:cTn>
                                            <p:tgtEl>
                                              <p:spTgt spid="192"/>
                                            </p:tgtEl>
                                            <p:attrNameLst>
                                              <p:attrName>style.visibility</p:attrName>
                                            </p:attrNameLst>
                                          </p:cBhvr>
                                          <p:to>
                                            <p:strVal val="visible"/>
                                          </p:to>
                                        </p:set>
                                        <p:anim calcmode="lin" valueType="num">
                                          <p:cBhvr>
                                            <p:cTn id="22" dur="750" fill="hold"/>
                                            <p:tgtEl>
                                              <p:spTgt spid="192"/>
                                            </p:tgtEl>
                                            <p:attrNameLst>
                                              <p:attrName>ppt_w</p:attrName>
                                            </p:attrNameLst>
                                          </p:cBhvr>
                                          <p:tavLst>
                                            <p:tav tm="0">
                                              <p:val>
                                                <p:fltVal val="0"/>
                                              </p:val>
                                            </p:tav>
                                            <p:tav tm="100000">
                                              <p:val>
                                                <p:strVal val="#ppt_w"/>
                                              </p:val>
                                            </p:tav>
                                          </p:tavLst>
                                        </p:anim>
                                        <p:anim calcmode="lin" valueType="num">
                                          <p:cBhvr>
                                            <p:cTn id="23" dur="750" fill="hold"/>
                                            <p:tgtEl>
                                              <p:spTgt spid="192"/>
                                            </p:tgtEl>
                                            <p:attrNameLst>
                                              <p:attrName>ppt_h</p:attrName>
                                            </p:attrNameLst>
                                          </p:cBhvr>
                                          <p:tavLst>
                                            <p:tav tm="0">
                                              <p:val>
                                                <p:fltVal val="0"/>
                                              </p:val>
                                            </p:tav>
                                            <p:tav tm="100000">
                                              <p:val>
                                                <p:strVal val="#ppt_h"/>
                                              </p:val>
                                            </p:tav>
                                          </p:tavLst>
                                        </p:anim>
                                        <p:animEffect transition="in" filter="fade">
                                          <p:cBhvr>
                                            <p:cTn id="24" dur="750"/>
                                            <p:tgtEl>
                                              <p:spTgt spid="192"/>
                                            </p:tgtEl>
                                          </p:cBhvr>
                                        </p:animEffect>
                                      </p:childTnLst>
                                    </p:cTn>
                                  </p:par>
                                  <p:par>
                                    <p:cTn id="25" presetID="53" presetClass="entr" presetSubtype="16" fill="hold" nodeType="withEffect">
                                      <p:stCondLst>
                                        <p:cond delay="1000"/>
                                      </p:stCondLst>
                                      <p:childTnLst>
                                        <p:set>
                                          <p:cBhvr>
                                            <p:cTn id="26" dur="1" fill="hold">
                                              <p:stCondLst>
                                                <p:cond delay="0"/>
                                              </p:stCondLst>
                                            </p:cTn>
                                            <p:tgtEl>
                                              <p:spTgt spid="231"/>
                                            </p:tgtEl>
                                            <p:attrNameLst>
                                              <p:attrName>style.visibility</p:attrName>
                                            </p:attrNameLst>
                                          </p:cBhvr>
                                          <p:to>
                                            <p:strVal val="visible"/>
                                          </p:to>
                                        </p:set>
                                        <p:anim calcmode="lin" valueType="num">
                                          <p:cBhvr>
                                            <p:cTn id="27" dur="750" fill="hold"/>
                                            <p:tgtEl>
                                              <p:spTgt spid="231"/>
                                            </p:tgtEl>
                                            <p:attrNameLst>
                                              <p:attrName>ppt_w</p:attrName>
                                            </p:attrNameLst>
                                          </p:cBhvr>
                                          <p:tavLst>
                                            <p:tav tm="0">
                                              <p:val>
                                                <p:fltVal val="0"/>
                                              </p:val>
                                            </p:tav>
                                            <p:tav tm="100000">
                                              <p:val>
                                                <p:strVal val="#ppt_w"/>
                                              </p:val>
                                            </p:tav>
                                          </p:tavLst>
                                        </p:anim>
                                        <p:anim calcmode="lin" valueType="num">
                                          <p:cBhvr>
                                            <p:cTn id="28" dur="750" fill="hold"/>
                                            <p:tgtEl>
                                              <p:spTgt spid="231"/>
                                            </p:tgtEl>
                                            <p:attrNameLst>
                                              <p:attrName>ppt_h</p:attrName>
                                            </p:attrNameLst>
                                          </p:cBhvr>
                                          <p:tavLst>
                                            <p:tav tm="0">
                                              <p:val>
                                                <p:fltVal val="0"/>
                                              </p:val>
                                            </p:tav>
                                            <p:tav tm="100000">
                                              <p:val>
                                                <p:strVal val="#ppt_h"/>
                                              </p:val>
                                            </p:tav>
                                          </p:tavLst>
                                        </p:anim>
                                        <p:animEffect transition="in" filter="fade">
                                          <p:cBhvr>
                                            <p:cTn id="29" dur="750"/>
                                            <p:tgtEl>
                                              <p:spTgt spid="231"/>
                                            </p:tgtEl>
                                          </p:cBhvr>
                                        </p:animEffect>
                                      </p:childTnLst>
                                    </p:cTn>
                                  </p:par>
                                  <p:par>
                                    <p:cTn id="30" presetID="53" presetClass="entr" presetSubtype="16" fill="hold" grpId="0" nodeType="withEffect">
                                      <p:stCondLst>
                                        <p:cond delay="1250"/>
                                      </p:stCondLst>
                                      <p:childTnLst>
                                        <p:set>
                                          <p:cBhvr>
                                            <p:cTn id="31" dur="1" fill="hold">
                                              <p:stCondLst>
                                                <p:cond delay="0"/>
                                              </p:stCondLst>
                                            </p:cTn>
                                            <p:tgtEl>
                                              <p:spTgt spid="184"/>
                                            </p:tgtEl>
                                            <p:attrNameLst>
                                              <p:attrName>style.visibility</p:attrName>
                                            </p:attrNameLst>
                                          </p:cBhvr>
                                          <p:to>
                                            <p:strVal val="visible"/>
                                          </p:to>
                                        </p:set>
                                        <p:anim calcmode="lin" valueType="num">
                                          <p:cBhvr>
                                            <p:cTn id="32" dur="750" fill="hold"/>
                                            <p:tgtEl>
                                              <p:spTgt spid="184"/>
                                            </p:tgtEl>
                                            <p:attrNameLst>
                                              <p:attrName>ppt_w</p:attrName>
                                            </p:attrNameLst>
                                          </p:cBhvr>
                                          <p:tavLst>
                                            <p:tav tm="0">
                                              <p:val>
                                                <p:fltVal val="0"/>
                                              </p:val>
                                            </p:tav>
                                            <p:tav tm="100000">
                                              <p:val>
                                                <p:strVal val="#ppt_w"/>
                                              </p:val>
                                            </p:tav>
                                          </p:tavLst>
                                        </p:anim>
                                        <p:anim calcmode="lin" valueType="num">
                                          <p:cBhvr>
                                            <p:cTn id="33" dur="750" fill="hold"/>
                                            <p:tgtEl>
                                              <p:spTgt spid="184"/>
                                            </p:tgtEl>
                                            <p:attrNameLst>
                                              <p:attrName>ppt_h</p:attrName>
                                            </p:attrNameLst>
                                          </p:cBhvr>
                                          <p:tavLst>
                                            <p:tav tm="0">
                                              <p:val>
                                                <p:fltVal val="0"/>
                                              </p:val>
                                            </p:tav>
                                            <p:tav tm="100000">
                                              <p:val>
                                                <p:strVal val="#ppt_h"/>
                                              </p:val>
                                            </p:tav>
                                          </p:tavLst>
                                        </p:anim>
                                        <p:animEffect transition="in" filter="fade">
                                          <p:cBhvr>
                                            <p:cTn id="34" dur="750"/>
                                            <p:tgtEl>
                                              <p:spTgt spid="184"/>
                                            </p:tgtEl>
                                          </p:cBhvr>
                                        </p:animEffect>
                                      </p:childTnLst>
                                    </p:cTn>
                                  </p:par>
                                  <p:par>
                                    <p:cTn id="35" presetID="53" presetClass="entr" presetSubtype="16" fill="hold" nodeType="withEffect">
                                      <p:stCondLst>
                                        <p:cond delay="1500"/>
                                      </p:stCondLst>
                                      <p:childTnLst>
                                        <p:set>
                                          <p:cBhvr>
                                            <p:cTn id="36" dur="1" fill="hold">
                                              <p:stCondLst>
                                                <p:cond delay="0"/>
                                              </p:stCondLst>
                                            </p:cTn>
                                            <p:tgtEl>
                                              <p:spTgt spid="228"/>
                                            </p:tgtEl>
                                            <p:attrNameLst>
                                              <p:attrName>style.visibility</p:attrName>
                                            </p:attrNameLst>
                                          </p:cBhvr>
                                          <p:to>
                                            <p:strVal val="visible"/>
                                          </p:to>
                                        </p:set>
                                        <p:anim calcmode="lin" valueType="num">
                                          <p:cBhvr>
                                            <p:cTn id="37" dur="750" fill="hold"/>
                                            <p:tgtEl>
                                              <p:spTgt spid="228"/>
                                            </p:tgtEl>
                                            <p:attrNameLst>
                                              <p:attrName>ppt_w</p:attrName>
                                            </p:attrNameLst>
                                          </p:cBhvr>
                                          <p:tavLst>
                                            <p:tav tm="0">
                                              <p:val>
                                                <p:fltVal val="0"/>
                                              </p:val>
                                            </p:tav>
                                            <p:tav tm="100000">
                                              <p:val>
                                                <p:strVal val="#ppt_w"/>
                                              </p:val>
                                            </p:tav>
                                          </p:tavLst>
                                        </p:anim>
                                        <p:anim calcmode="lin" valueType="num">
                                          <p:cBhvr>
                                            <p:cTn id="38" dur="750" fill="hold"/>
                                            <p:tgtEl>
                                              <p:spTgt spid="228"/>
                                            </p:tgtEl>
                                            <p:attrNameLst>
                                              <p:attrName>ppt_h</p:attrName>
                                            </p:attrNameLst>
                                          </p:cBhvr>
                                          <p:tavLst>
                                            <p:tav tm="0">
                                              <p:val>
                                                <p:fltVal val="0"/>
                                              </p:val>
                                            </p:tav>
                                            <p:tav tm="100000">
                                              <p:val>
                                                <p:strVal val="#ppt_h"/>
                                              </p:val>
                                            </p:tav>
                                          </p:tavLst>
                                        </p:anim>
                                        <p:animEffect transition="in" filter="fade">
                                          <p:cBhvr>
                                            <p:cTn id="39" dur="750"/>
                                            <p:tgtEl>
                                              <p:spTgt spid="228"/>
                                            </p:tgtEl>
                                          </p:cBhvr>
                                        </p:animEffect>
                                      </p:childTnLst>
                                    </p:cTn>
                                  </p:par>
                                  <p:par>
                                    <p:cTn id="40" presetID="53" presetClass="entr" presetSubtype="16" fill="hold" grpId="0" nodeType="withEffect">
                                      <p:stCondLst>
                                        <p:cond delay="1750"/>
                                      </p:stCondLst>
                                      <p:childTnLst>
                                        <p:set>
                                          <p:cBhvr>
                                            <p:cTn id="41" dur="1" fill="hold">
                                              <p:stCondLst>
                                                <p:cond delay="0"/>
                                              </p:stCondLst>
                                            </p:cTn>
                                            <p:tgtEl>
                                              <p:spTgt spid="200"/>
                                            </p:tgtEl>
                                            <p:attrNameLst>
                                              <p:attrName>style.visibility</p:attrName>
                                            </p:attrNameLst>
                                          </p:cBhvr>
                                          <p:to>
                                            <p:strVal val="visible"/>
                                          </p:to>
                                        </p:set>
                                        <p:anim calcmode="lin" valueType="num">
                                          <p:cBhvr>
                                            <p:cTn id="42" dur="750" fill="hold"/>
                                            <p:tgtEl>
                                              <p:spTgt spid="200"/>
                                            </p:tgtEl>
                                            <p:attrNameLst>
                                              <p:attrName>ppt_w</p:attrName>
                                            </p:attrNameLst>
                                          </p:cBhvr>
                                          <p:tavLst>
                                            <p:tav tm="0">
                                              <p:val>
                                                <p:fltVal val="0"/>
                                              </p:val>
                                            </p:tav>
                                            <p:tav tm="100000">
                                              <p:val>
                                                <p:strVal val="#ppt_w"/>
                                              </p:val>
                                            </p:tav>
                                          </p:tavLst>
                                        </p:anim>
                                        <p:anim calcmode="lin" valueType="num">
                                          <p:cBhvr>
                                            <p:cTn id="43" dur="750" fill="hold"/>
                                            <p:tgtEl>
                                              <p:spTgt spid="200"/>
                                            </p:tgtEl>
                                            <p:attrNameLst>
                                              <p:attrName>ppt_h</p:attrName>
                                            </p:attrNameLst>
                                          </p:cBhvr>
                                          <p:tavLst>
                                            <p:tav tm="0">
                                              <p:val>
                                                <p:fltVal val="0"/>
                                              </p:val>
                                            </p:tav>
                                            <p:tav tm="100000">
                                              <p:val>
                                                <p:strVal val="#ppt_h"/>
                                              </p:val>
                                            </p:tav>
                                          </p:tavLst>
                                        </p:anim>
                                        <p:animEffect transition="in" filter="fade">
                                          <p:cBhvr>
                                            <p:cTn id="44" dur="750"/>
                                            <p:tgtEl>
                                              <p:spTgt spid="200"/>
                                            </p:tgtEl>
                                          </p:cBhvr>
                                        </p:animEffect>
                                      </p:childTnLst>
                                    </p:cTn>
                                  </p:par>
                                  <p:par>
                                    <p:cTn id="45" presetID="53" presetClass="entr" presetSubtype="16" fill="hold" nodeType="withEffect">
                                      <p:stCondLst>
                                        <p:cond delay="2000"/>
                                      </p:stCondLst>
                                      <p:childTnLst>
                                        <p:set>
                                          <p:cBhvr>
                                            <p:cTn id="46" dur="1" fill="hold">
                                              <p:stCondLst>
                                                <p:cond delay="0"/>
                                              </p:stCondLst>
                                            </p:cTn>
                                            <p:tgtEl>
                                              <p:spTgt spid="227"/>
                                            </p:tgtEl>
                                            <p:attrNameLst>
                                              <p:attrName>style.visibility</p:attrName>
                                            </p:attrNameLst>
                                          </p:cBhvr>
                                          <p:to>
                                            <p:strVal val="visible"/>
                                          </p:to>
                                        </p:set>
                                        <p:anim calcmode="lin" valueType="num">
                                          <p:cBhvr>
                                            <p:cTn id="47" dur="750" fill="hold"/>
                                            <p:tgtEl>
                                              <p:spTgt spid="227"/>
                                            </p:tgtEl>
                                            <p:attrNameLst>
                                              <p:attrName>ppt_w</p:attrName>
                                            </p:attrNameLst>
                                          </p:cBhvr>
                                          <p:tavLst>
                                            <p:tav tm="0">
                                              <p:val>
                                                <p:fltVal val="0"/>
                                              </p:val>
                                            </p:tav>
                                            <p:tav tm="100000">
                                              <p:val>
                                                <p:strVal val="#ppt_w"/>
                                              </p:val>
                                            </p:tav>
                                          </p:tavLst>
                                        </p:anim>
                                        <p:anim calcmode="lin" valueType="num">
                                          <p:cBhvr>
                                            <p:cTn id="48" dur="750" fill="hold"/>
                                            <p:tgtEl>
                                              <p:spTgt spid="227"/>
                                            </p:tgtEl>
                                            <p:attrNameLst>
                                              <p:attrName>ppt_h</p:attrName>
                                            </p:attrNameLst>
                                          </p:cBhvr>
                                          <p:tavLst>
                                            <p:tav tm="0">
                                              <p:val>
                                                <p:fltVal val="0"/>
                                              </p:val>
                                            </p:tav>
                                            <p:tav tm="100000">
                                              <p:val>
                                                <p:strVal val="#ppt_h"/>
                                              </p:val>
                                            </p:tav>
                                          </p:tavLst>
                                        </p:anim>
                                        <p:animEffect transition="in" filter="fade">
                                          <p:cBhvr>
                                            <p:cTn id="49" dur="750"/>
                                            <p:tgtEl>
                                              <p:spTgt spid="227"/>
                                            </p:tgtEl>
                                          </p:cBhvr>
                                        </p:animEffect>
                                      </p:childTnLst>
                                    </p:cTn>
                                  </p:par>
                                  <p:par>
                                    <p:cTn id="50" presetID="53" presetClass="entr" presetSubtype="16" fill="hold" grpId="0" nodeType="withEffect">
                                      <p:stCondLst>
                                        <p:cond delay="2250"/>
                                      </p:stCondLst>
                                      <p:childTnLst>
                                        <p:set>
                                          <p:cBhvr>
                                            <p:cTn id="51" dur="1" fill="hold">
                                              <p:stCondLst>
                                                <p:cond delay="0"/>
                                              </p:stCondLst>
                                            </p:cTn>
                                            <p:tgtEl>
                                              <p:spTgt spid="188"/>
                                            </p:tgtEl>
                                            <p:attrNameLst>
                                              <p:attrName>style.visibility</p:attrName>
                                            </p:attrNameLst>
                                          </p:cBhvr>
                                          <p:to>
                                            <p:strVal val="visible"/>
                                          </p:to>
                                        </p:set>
                                        <p:anim calcmode="lin" valueType="num">
                                          <p:cBhvr>
                                            <p:cTn id="52" dur="750" fill="hold"/>
                                            <p:tgtEl>
                                              <p:spTgt spid="188"/>
                                            </p:tgtEl>
                                            <p:attrNameLst>
                                              <p:attrName>ppt_w</p:attrName>
                                            </p:attrNameLst>
                                          </p:cBhvr>
                                          <p:tavLst>
                                            <p:tav tm="0">
                                              <p:val>
                                                <p:fltVal val="0"/>
                                              </p:val>
                                            </p:tav>
                                            <p:tav tm="100000">
                                              <p:val>
                                                <p:strVal val="#ppt_w"/>
                                              </p:val>
                                            </p:tav>
                                          </p:tavLst>
                                        </p:anim>
                                        <p:anim calcmode="lin" valueType="num">
                                          <p:cBhvr>
                                            <p:cTn id="53" dur="750" fill="hold"/>
                                            <p:tgtEl>
                                              <p:spTgt spid="188"/>
                                            </p:tgtEl>
                                            <p:attrNameLst>
                                              <p:attrName>ppt_h</p:attrName>
                                            </p:attrNameLst>
                                          </p:cBhvr>
                                          <p:tavLst>
                                            <p:tav tm="0">
                                              <p:val>
                                                <p:fltVal val="0"/>
                                              </p:val>
                                            </p:tav>
                                            <p:tav tm="100000">
                                              <p:val>
                                                <p:strVal val="#ppt_h"/>
                                              </p:val>
                                            </p:tav>
                                          </p:tavLst>
                                        </p:anim>
                                        <p:animEffect transition="in" filter="fade">
                                          <p:cBhvr>
                                            <p:cTn id="54" dur="750"/>
                                            <p:tgtEl>
                                              <p:spTgt spid="188"/>
                                            </p:tgtEl>
                                          </p:cBhvr>
                                        </p:animEffect>
                                      </p:childTnLst>
                                    </p:cTn>
                                  </p:par>
                                  <p:par>
                                    <p:cTn id="55" presetID="22" presetClass="entr" presetSubtype="1" fill="hold" nodeType="withEffect">
                                      <p:stCondLst>
                                        <p:cond delay="500"/>
                                      </p:stCondLst>
                                      <p:childTnLst>
                                        <p:set>
                                          <p:cBhvr>
                                            <p:cTn id="56" dur="1" fill="hold">
                                              <p:stCondLst>
                                                <p:cond delay="0"/>
                                              </p:stCondLst>
                                            </p:cTn>
                                            <p:tgtEl>
                                              <p:spTgt spid="233"/>
                                            </p:tgtEl>
                                            <p:attrNameLst>
                                              <p:attrName>style.visibility</p:attrName>
                                            </p:attrNameLst>
                                          </p:cBhvr>
                                          <p:to>
                                            <p:strVal val="visible"/>
                                          </p:to>
                                        </p:set>
                                        <p:animEffect transition="in" filter="wipe(up)">
                                          <p:cBhvr>
                                            <p:cTn id="57" dur="750"/>
                                            <p:tgtEl>
                                              <p:spTgt spid="233"/>
                                            </p:tgtEl>
                                          </p:cBhvr>
                                        </p:animEffect>
                                      </p:childTnLst>
                                    </p:cTn>
                                  </p:par>
                                  <p:par>
                                    <p:cTn id="58" presetID="22" presetClass="entr" presetSubtype="1" fill="hold" nodeType="withEffect">
                                      <p:stCondLst>
                                        <p:cond delay="1000"/>
                                      </p:stCondLst>
                                      <p:childTnLst>
                                        <p:set>
                                          <p:cBhvr>
                                            <p:cTn id="59" dur="1" fill="hold">
                                              <p:stCondLst>
                                                <p:cond delay="0"/>
                                              </p:stCondLst>
                                            </p:cTn>
                                            <p:tgtEl>
                                              <p:spTgt spid="237"/>
                                            </p:tgtEl>
                                            <p:attrNameLst>
                                              <p:attrName>style.visibility</p:attrName>
                                            </p:attrNameLst>
                                          </p:cBhvr>
                                          <p:to>
                                            <p:strVal val="visible"/>
                                          </p:to>
                                        </p:set>
                                        <p:animEffect transition="in" filter="wipe(up)">
                                          <p:cBhvr>
                                            <p:cTn id="60" dur="750"/>
                                            <p:tgtEl>
                                              <p:spTgt spid="237"/>
                                            </p:tgtEl>
                                          </p:cBhvr>
                                        </p:animEffect>
                                      </p:childTnLst>
                                    </p:cTn>
                                  </p:par>
                                  <p:par>
                                    <p:cTn id="61" presetID="22" presetClass="entr" presetSubtype="1" fill="hold" nodeType="withEffect">
                                      <p:stCondLst>
                                        <p:cond delay="1500"/>
                                      </p:stCondLst>
                                      <p:childTnLst>
                                        <p:set>
                                          <p:cBhvr>
                                            <p:cTn id="62" dur="1" fill="hold">
                                              <p:stCondLst>
                                                <p:cond delay="0"/>
                                              </p:stCondLst>
                                            </p:cTn>
                                            <p:tgtEl>
                                              <p:spTgt spid="229"/>
                                            </p:tgtEl>
                                            <p:attrNameLst>
                                              <p:attrName>style.visibility</p:attrName>
                                            </p:attrNameLst>
                                          </p:cBhvr>
                                          <p:to>
                                            <p:strVal val="visible"/>
                                          </p:to>
                                        </p:set>
                                        <p:animEffect transition="in" filter="wipe(up)">
                                          <p:cBhvr>
                                            <p:cTn id="63" dur="750"/>
                                            <p:tgtEl>
                                              <p:spTgt spid="229"/>
                                            </p:tgtEl>
                                          </p:cBhvr>
                                        </p:animEffect>
                                      </p:childTnLst>
                                    </p:cTn>
                                  </p:par>
                                  <p:par>
                                    <p:cTn id="64" presetID="22" presetClass="entr" presetSubtype="1" fill="hold" nodeType="withEffect">
                                      <p:stCondLst>
                                        <p:cond delay="2000"/>
                                      </p:stCondLst>
                                      <p:childTnLst>
                                        <p:set>
                                          <p:cBhvr>
                                            <p:cTn id="65" dur="1" fill="hold">
                                              <p:stCondLst>
                                                <p:cond delay="0"/>
                                              </p:stCondLst>
                                            </p:cTn>
                                            <p:tgtEl>
                                              <p:spTgt spid="230"/>
                                            </p:tgtEl>
                                            <p:attrNameLst>
                                              <p:attrName>style.visibility</p:attrName>
                                            </p:attrNameLst>
                                          </p:cBhvr>
                                          <p:to>
                                            <p:strVal val="visible"/>
                                          </p:to>
                                        </p:set>
                                        <p:animEffect transition="in" filter="wipe(up)">
                                          <p:cBhvr>
                                            <p:cTn id="66" dur="750"/>
                                            <p:tgtEl>
                                              <p:spTgt spid="230"/>
                                            </p:tgtEl>
                                          </p:cBhvr>
                                        </p:animEffect>
                                      </p:childTnLst>
                                    </p:cTn>
                                  </p:par>
                                  <p:par>
                                    <p:cTn id="67" presetID="53" presetClass="entr" presetSubtype="16" fill="hold" grpId="0" nodeType="withEffect">
                                      <p:stCondLst>
                                        <p:cond delay="500"/>
                                      </p:stCondLst>
                                      <p:childTnLst>
                                        <p:set>
                                          <p:cBhvr>
                                            <p:cTn id="68" dur="1" fill="hold">
                                              <p:stCondLst>
                                                <p:cond delay="0"/>
                                              </p:stCondLst>
                                            </p:cTn>
                                            <p:tgtEl>
                                              <p:spTgt spid="203"/>
                                            </p:tgtEl>
                                            <p:attrNameLst>
                                              <p:attrName>style.visibility</p:attrName>
                                            </p:attrNameLst>
                                          </p:cBhvr>
                                          <p:to>
                                            <p:strVal val="visible"/>
                                          </p:to>
                                        </p:set>
                                        <p:anim calcmode="lin" valueType="num">
                                          <p:cBhvr>
                                            <p:cTn id="69" dur="750" fill="hold"/>
                                            <p:tgtEl>
                                              <p:spTgt spid="203"/>
                                            </p:tgtEl>
                                            <p:attrNameLst>
                                              <p:attrName>ppt_w</p:attrName>
                                            </p:attrNameLst>
                                          </p:cBhvr>
                                          <p:tavLst>
                                            <p:tav tm="0">
                                              <p:val>
                                                <p:fltVal val="0"/>
                                              </p:val>
                                            </p:tav>
                                            <p:tav tm="100000">
                                              <p:val>
                                                <p:strVal val="#ppt_w"/>
                                              </p:val>
                                            </p:tav>
                                          </p:tavLst>
                                        </p:anim>
                                        <p:anim calcmode="lin" valueType="num">
                                          <p:cBhvr>
                                            <p:cTn id="70" dur="750" fill="hold"/>
                                            <p:tgtEl>
                                              <p:spTgt spid="203"/>
                                            </p:tgtEl>
                                            <p:attrNameLst>
                                              <p:attrName>ppt_h</p:attrName>
                                            </p:attrNameLst>
                                          </p:cBhvr>
                                          <p:tavLst>
                                            <p:tav tm="0">
                                              <p:val>
                                                <p:fltVal val="0"/>
                                              </p:val>
                                            </p:tav>
                                            <p:tav tm="100000">
                                              <p:val>
                                                <p:strVal val="#ppt_h"/>
                                              </p:val>
                                            </p:tav>
                                          </p:tavLst>
                                        </p:anim>
                                        <p:animEffect transition="in" filter="fade">
                                          <p:cBhvr>
                                            <p:cTn id="71" dur="750"/>
                                            <p:tgtEl>
                                              <p:spTgt spid="203"/>
                                            </p:tgtEl>
                                          </p:cBhvr>
                                        </p:animEffect>
                                      </p:childTnLst>
                                    </p:cTn>
                                  </p:par>
                                  <p:par>
                                    <p:cTn id="72" presetID="53" presetClass="entr" presetSubtype="16" fill="hold" grpId="0" nodeType="withEffect">
                                      <p:stCondLst>
                                        <p:cond delay="1000"/>
                                      </p:stCondLst>
                                      <p:childTnLst>
                                        <p:set>
                                          <p:cBhvr>
                                            <p:cTn id="73" dur="1" fill="hold">
                                              <p:stCondLst>
                                                <p:cond delay="0"/>
                                              </p:stCondLst>
                                            </p:cTn>
                                            <p:tgtEl>
                                              <p:spTgt spid="202"/>
                                            </p:tgtEl>
                                            <p:attrNameLst>
                                              <p:attrName>style.visibility</p:attrName>
                                            </p:attrNameLst>
                                          </p:cBhvr>
                                          <p:to>
                                            <p:strVal val="visible"/>
                                          </p:to>
                                        </p:set>
                                        <p:anim calcmode="lin" valueType="num">
                                          <p:cBhvr>
                                            <p:cTn id="74" dur="750" fill="hold"/>
                                            <p:tgtEl>
                                              <p:spTgt spid="202"/>
                                            </p:tgtEl>
                                            <p:attrNameLst>
                                              <p:attrName>ppt_w</p:attrName>
                                            </p:attrNameLst>
                                          </p:cBhvr>
                                          <p:tavLst>
                                            <p:tav tm="0">
                                              <p:val>
                                                <p:fltVal val="0"/>
                                              </p:val>
                                            </p:tav>
                                            <p:tav tm="100000">
                                              <p:val>
                                                <p:strVal val="#ppt_w"/>
                                              </p:val>
                                            </p:tav>
                                          </p:tavLst>
                                        </p:anim>
                                        <p:anim calcmode="lin" valueType="num">
                                          <p:cBhvr>
                                            <p:cTn id="75" dur="750" fill="hold"/>
                                            <p:tgtEl>
                                              <p:spTgt spid="202"/>
                                            </p:tgtEl>
                                            <p:attrNameLst>
                                              <p:attrName>ppt_h</p:attrName>
                                            </p:attrNameLst>
                                          </p:cBhvr>
                                          <p:tavLst>
                                            <p:tav tm="0">
                                              <p:val>
                                                <p:fltVal val="0"/>
                                              </p:val>
                                            </p:tav>
                                            <p:tav tm="100000">
                                              <p:val>
                                                <p:strVal val="#ppt_h"/>
                                              </p:val>
                                            </p:tav>
                                          </p:tavLst>
                                        </p:anim>
                                        <p:animEffect transition="in" filter="fade">
                                          <p:cBhvr>
                                            <p:cTn id="76" dur="750"/>
                                            <p:tgtEl>
                                              <p:spTgt spid="202"/>
                                            </p:tgtEl>
                                          </p:cBhvr>
                                        </p:animEffect>
                                      </p:childTnLst>
                                    </p:cTn>
                                  </p:par>
                                  <p:par>
                                    <p:cTn id="77" presetID="53" presetClass="entr" presetSubtype="16" fill="hold" grpId="0" nodeType="withEffect">
                                      <p:stCondLst>
                                        <p:cond delay="1500"/>
                                      </p:stCondLst>
                                      <p:childTnLst>
                                        <p:set>
                                          <p:cBhvr>
                                            <p:cTn id="78" dur="1" fill="hold">
                                              <p:stCondLst>
                                                <p:cond delay="0"/>
                                              </p:stCondLst>
                                            </p:cTn>
                                            <p:tgtEl>
                                              <p:spTgt spid="205"/>
                                            </p:tgtEl>
                                            <p:attrNameLst>
                                              <p:attrName>style.visibility</p:attrName>
                                            </p:attrNameLst>
                                          </p:cBhvr>
                                          <p:to>
                                            <p:strVal val="visible"/>
                                          </p:to>
                                        </p:set>
                                        <p:anim calcmode="lin" valueType="num">
                                          <p:cBhvr>
                                            <p:cTn id="79" dur="750" fill="hold"/>
                                            <p:tgtEl>
                                              <p:spTgt spid="205"/>
                                            </p:tgtEl>
                                            <p:attrNameLst>
                                              <p:attrName>ppt_w</p:attrName>
                                            </p:attrNameLst>
                                          </p:cBhvr>
                                          <p:tavLst>
                                            <p:tav tm="0">
                                              <p:val>
                                                <p:fltVal val="0"/>
                                              </p:val>
                                            </p:tav>
                                            <p:tav tm="100000">
                                              <p:val>
                                                <p:strVal val="#ppt_w"/>
                                              </p:val>
                                            </p:tav>
                                          </p:tavLst>
                                        </p:anim>
                                        <p:anim calcmode="lin" valueType="num">
                                          <p:cBhvr>
                                            <p:cTn id="80" dur="750" fill="hold"/>
                                            <p:tgtEl>
                                              <p:spTgt spid="205"/>
                                            </p:tgtEl>
                                            <p:attrNameLst>
                                              <p:attrName>ppt_h</p:attrName>
                                            </p:attrNameLst>
                                          </p:cBhvr>
                                          <p:tavLst>
                                            <p:tav tm="0">
                                              <p:val>
                                                <p:fltVal val="0"/>
                                              </p:val>
                                            </p:tav>
                                            <p:tav tm="100000">
                                              <p:val>
                                                <p:strVal val="#ppt_h"/>
                                              </p:val>
                                            </p:tav>
                                          </p:tavLst>
                                        </p:anim>
                                        <p:animEffect transition="in" filter="fade">
                                          <p:cBhvr>
                                            <p:cTn id="81" dur="750"/>
                                            <p:tgtEl>
                                              <p:spTgt spid="205"/>
                                            </p:tgtEl>
                                          </p:cBhvr>
                                        </p:animEffect>
                                      </p:childTnLst>
                                    </p:cTn>
                                  </p:par>
                                  <p:par>
                                    <p:cTn id="82" presetID="53" presetClass="entr" presetSubtype="16" fill="hold" grpId="0" nodeType="withEffect">
                                      <p:stCondLst>
                                        <p:cond delay="2000"/>
                                      </p:stCondLst>
                                      <p:childTnLst>
                                        <p:set>
                                          <p:cBhvr>
                                            <p:cTn id="83" dur="1" fill="hold">
                                              <p:stCondLst>
                                                <p:cond delay="0"/>
                                              </p:stCondLst>
                                            </p:cTn>
                                            <p:tgtEl>
                                              <p:spTgt spid="201"/>
                                            </p:tgtEl>
                                            <p:attrNameLst>
                                              <p:attrName>style.visibility</p:attrName>
                                            </p:attrNameLst>
                                          </p:cBhvr>
                                          <p:to>
                                            <p:strVal val="visible"/>
                                          </p:to>
                                        </p:set>
                                        <p:anim calcmode="lin" valueType="num">
                                          <p:cBhvr>
                                            <p:cTn id="84" dur="750" fill="hold"/>
                                            <p:tgtEl>
                                              <p:spTgt spid="201"/>
                                            </p:tgtEl>
                                            <p:attrNameLst>
                                              <p:attrName>ppt_w</p:attrName>
                                            </p:attrNameLst>
                                          </p:cBhvr>
                                          <p:tavLst>
                                            <p:tav tm="0">
                                              <p:val>
                                                <p:fltVal val="0"/>
                                              </p:val>
                                            </p:tav>
                                            <p:tav tm="100000">
                                              <p:val>
                                                <p:strVal val="#ppt_w"/>
                                              </p:val>
                                            </p:tav>
                                          </p:tavLst>
                                        </p:anim>
                                        <p:anim calcmode="lin" valueType="num">
                                          <p:cBhvr>
                                            <p:cTn id="85" dur="750" fill="hold"/>
                                            <p:tgtEl>
                                              <p:spTgt spid="201"/>
                                            </p:tgtEl>
                                            <p:attrNameLst>
                                              <p:attrName>ppt_h</p:attrName>
                                            </p:attrNameLst>
                                          </p:cBhvr>
                                          <p:tavLst>
                                            <p:tav tm="0">
                                              <p:val>
                                                <p:fltVal val="0"/>
                                              </p:val>
                                            </p:tav>
                                            <p:tav tm="100000">
                                              <p:val>
                                                <p:strVal val="#ppt_h"/>
                                              </p:val>
                                            </p:tav>
                                          </p:tavLst>
                                        </p:anim>
                                        <p:animEffect transition="in" filter="fade">
                                          <p:cBhvr>
                                            <p:cTn id="86" dur="750"/>
                                            <p:tgtEl>
                                              <p:spTgt spid="201"/>
                                            </p:tgtEl>
                                          </p:cBhvr>
                                        </p:animEffect>
                                      </p:childTnLst>
                                    </p:cTn>
                                  </p:par>
                                  <p:par>
                                    <p:cTn id="87" presetID="53" presetClass="entr" presetSubtype="16" fill="hold" grpId="0" nodeType="withEffect">
                                      <p:stCondLst>
                                        <p:cond delay="2500"/>
                                      </p:stCondLst>
                                      <p:childTnLst>
                                        <p:set>
                                          <p:cBhvr>
                                            <p:cTn id="88" dur="1" fill="hold">
                                              <p:stCondLst>
                                                <p:cond delay="0"/>
                                              </p:stCondLst>
                                            </p:cTn>
                                            <p:tgtEl>
                                              <p:spTgt spid="204"/>
                                            </p:tgtEl>
                                            <p:attrNameLst>
                                              <p:attrName>style.visibility</p:attrName>
                                            </p:attrNameLst>
                                          </p:cBhvr>
                                          <p:to>
                                            <p:strVal val="visible"/>
                                          </p:to>
                                        </p:set>
                                        <p:anim calcmode="lin" valueType="num">
                                          <p:cBhvr>
                                            <p:cTn id="89" dur="750" fill="hold"/>
                                            <p:tgtEl>
                                              <p:spTgt spid="204"/>
                                            </p:tgtEl>
                                            <p:attrNameLst>
                                              <p:attrName>ppt_w</p:attrName>
                                            </p:attrNameLst>
                                          </p:cBhvr>
                                          <p:tavLst>
                                            <p:tav tm="0">
                                              <p:val>
                                                <p:fltVal val="0"/>
                                              </p:val>
                                            </p:tav>
                                            <p:tav tm="100000">
                                              <p:val>
                                                <p:strVal val="#ppt_w"/>
                                              </p:val>
                                            </p:tav>
                                          </p:tavLst>
                                        </p:anim>
                                        <p:anim calcmode="lin" valueType="num">
                                          <p:cBhvr>
                                            <p:cTn id="90" dur="750" fill="hold"/>
                                            <p:tgtEl>
                                              <p:spTgt spid="204"/>
                                            </p:tgtEl>
                                            <p:attrNameLst>
                                              <p:attrName>ppt_h</p:attrName>
                                            </p:attrNameLst>
                                          </p:cBhvr>
                                          <p:tavLst>
                                            <p:tav tm="0">
                                              <p:val>
                                                <p:fltVal val="0"/>
                                              </p:val>
                                            </p:tav>
                                            <p:tav tm="100000">
                                              <p:val>
                                                <p:strVal val="#ppt_h"/>
                                              </p:val>
                                            </p:tav>
                                          </p:tavLst>
                                        </p:anim>
                                        <p:animEffect transition="in" filter="fade">
                                          <p:cBhvr>
                                            <p:cTn id="91" dur="750"/>
                                            <p:tgtEl>
                                              <p:spTgt spid="204"/>
                                            </p:tgtEl>
                                          </p:cBhvr>
                                        </p:animEffect>
                                      </p:childTnLst>
                                    </p:cTn>
                                  </p:par>
                                  <p:par>
                                    <p:cTn id="92" presetID="2" presetClass="entr" presetSubtype="8" fill="hold" nodeType="withEffect">
                                      <p:stCondLst>
                                        <p:cond delay="1250"/>
                                      </p:stCondLst>
                                      <p:childTnLst>
                                        <p:set>
                                          <p:cBhvr>
                                            <p:cTn id="93" dur="1" fill="hold">
                                              <p:stCondLst>
                                                <p:cond delay="0"/>
                                              </p:stCondLst>
                                            </p:cTn>
                                            <p:tgtEl>
                                              <p:spTgt spid="224"/>
                                            </p:tgtEl>
                                            <p:attrNameLst>
                                              <p:attrName>style.visibility</p:attrName>
                                            </p:attrNameLst>
                                          </p:cBhvr>
                                          <p:to>
                                            <p:strVal val="visible"/>
                                          </p:to>
                                        </p:set>
                                        <p:anim calcmode="lin" valueType="num">
                                          <p:cBhvr additive="base">
                                            <p:cTn id="94" dur="1000" fill="hold"/>
                                            <p:tgtEl>
                                              <p:spTgt spid="224"/>
                                            </p:tgtEl>
                                            <p:attrNameLst>
                                              <p:attrName>ppt_x</p:attrName>
                                            </p:attrNameLst>
                                          </p:cBhvr>
                                          <p:tavLst>
                                            <p:tav tm="0">
                                              <p:val>
                                                <p:strVal val="0-#ppt_w/2"/>
                                              </p:val>
                                            </p:tav>
                                            <p:tav tm="100000">
                                              <p:val>
                                                <p:strVal val="#ppt_x"/>
                                              </p:val>
                                            </p:tav>
                                          </p:tavLst>
                                        </p:anim>
                                        <p:anim calcmode="lin" valueType="num">
                                          <p:cBhvr additive="base">
                                            <p:cTn id="95" dur="1000" fill="hold"/>
                                            <p:tgtEl>
                                              <p:spTgt spid="224"/>
                                            </p:tgtEl>
                                            <p:attrNameLst>
                                              <p:attrName>ppt_y</p:attrName>
                                            </p:attrNameLst>
                                          </p:cBhvr>
                                          <p:tavLst>
                                            <p:tav tm="0">
                                              <p:val>
                                                <p:strVal val="#ppt_y"/>
                                              </p:val>
                                            </p:tav>
                                            <p:tav tm="100000">
                                              <p:val>
                                                <p:strVal val="#ppt_y"/>
                                              </p:val>
                                            </p:tav>
                                          </p:tavLst>
                                        </p:anim>
                                      </p:childTnLst>
                                    </p:cTn>
                                  </p:par>
                                  <p:par>
                                    <p:cTn id="96" presetID="2" presetClass="entr" presetSubtype="8" fill="hold" nodeType="withEffect">
                                      <p:stCondLst>
                                        <p:cond delay="1500"/>
                                      </p:stCondLst>
                                      <p:childTnLst>
                                        <p:set>
                                          <p:cBhvr>
                                            <p:cTn id="97" dur="1" fill="hold">
                                              <p:stCondLst>
                                                <p:cond delay="0"/>
                                              </p:stCondLst>
                                            </p:cTn>
                                            <p:tgtEl>
                                              <p:spTgt spid="244"/>
                                            </p:tgtEl>
                                            <p:attrNameLst>
                                              <p:attrName>style.visibility</p:attrName>
                                            </p:attrNameLst>
                                          </p:cBhvr>
                                          <p:to>
                                            <p:strVal val="visible"/>
                                          </p:to>
                                        </p:set>
                                        <p:anim calcmode="lin" valueType="num">
                                          <p:cBhvr additive="base">
                                            <p:cTn id="98" dur="1000" fill="hold"/>
                                            <p:tgtEl>
                                              <p:spTgt spid="244"/>
                                            </p:tgtEl>
                                            <p:attrNameLst>
                                              <p:attrName>ppt_x</p:attrName>
                                            </p:attrNameLst>
                                          </p:cBhvr>
                                          <p:tavLst>
                                            <p:tav tm="0">
                                              <p:val>
                                                <p:strVal val="0-#ppt_w/2"/>
                                              </p:val>
                                            </p:tav>
                                            <p:tav tm="100000">
                                              <p:val>
                                                <p:strVal val="#ppt_x"/>
                                              </p:val>
                                            </p:tav>
                                          </p:tavLst>
                                        </p:anim>
                                        <p:anim calcmode="lin" valueType="num">
                                          <p:cBhvr additive="base">
                                            <p:cTn id="99" dur="1000" fill="hold"/>
                                            <p:tgtEl>
                                              <p:spTgt spid="244"/>
                                            </p:tgtEl>
                                            <p:attrNameLst>
                                              <p:attrName>ppt_y</p:attrName>
                                            </p:attrNameLst>
                                          </p:cBhvr>
                                          <p:tavLst>
                                            <p:tav tm="0">
                                              <p:val>
                                                <p:strVal val="#ppt_y"/>
                                              </p:val>
                                            </p:tav>
                                            <p:tav tm="100000">
                                              <p:val>
                                                <p:strVal val="#ppt_y"/>
                                              </p:val>
                                            </p:tav>
                                          </p:tavLst>
                                        </p:anim>
                                      </p:childTnLst>
                                    </p:cTn>
                                  </p:par>
                                  <p:par>
                                    <p:cTn id="100" presetID="2" presetClass="entr" presetSubtype="8" fill="hold" nodeType="withEffect">
                                      <p:stCondLst>
                                        <p:cond delay="1750"/>
                                      </p:stCondLst>
                                      <p:childTnLst>
                                        <p:set>
                                          <p:cBhvr>
                                            <p:cTn id="101" dur="1" fill="hold">
                                              <p:stCondLst>
                                                <p:cond delay="0"/>
                                              </p:stCondLst>
                                            </p:cTn>
                                            <p:tgtEl>
                                              <p:spTgt spid="245"/>
                                            </p:tgtEl>
                                            <p:attrNameLst>
                                              <p:attrName>style.visibility</p:attrName>
                                            </p:attrNameLst>
                                          </p:cBhvr>
                                          <p:to>
                                            <p:strVal val="visible"/>
                                          </p:to>
                                        </p:set>
                                        <p:anim calcmode="lin" valueType="num">
                                          <p:cBhvr additive="base">
                                            <p:cTn id="102" dur="1000" fill="hold"/>
                                            <p:tgtEl>
                                              <p:spTgt spid="245"/>
                                            </p:tgtEl>
                                            <p:attrNameLst>
                                              <p:attrName>ppt_x</p:attrName>
                                            </p:attrNameLst>
                                          </p:cBhvr>
                                          <p:tavLst>
                                            <p:tav tm="0">
                                              <p:val>
                                                <p:strVal val="0-#ppt_w/2"/>
                                              </p:val>
                                            </p:tav>
                                            <p:tav tm="100000">
                                              <p:val>
                                                <p:strVal val="#ppt_x"/>
                                              </p:val>
                                            </p:tav>
                                          </p:tavLst>
                                        </p:anim>
                                        <p:anim calcmode="lin" valueType="num">
                                          <p:cBhvr additive="base">
                                            <p:cTn id="103" dur="1000" fill="hold"/>
                                            <p:tgtEl>
                                              <p:spTgt spid="245"/>
                                            </p:tgtEl>
                                            <p:attrNameLst>
                                              <p:attrName>ppt_y</p:attrName>
                                            </p:attrNameLst>
                                          </p:cBhvr>
                                          <p:tavLst>
                                            <p:tav tm="0">
                                              <p:val>
                                                <p:strVal val="#ppt_y"/>
                                              </p:val>
                                            </p:tav>
                                            <p:tav tm="100000">
                                              <p:val>
                                                <p:strVal val="#ppt_y"/>
                                              </p:val>
                                            </p:tav>
                                          </p:tavLst>
                                        </p:anim>
                                      </p:childTnLst>
                                    </p:cTn>
                                  </p:par>
                                  <p:par>
                                    <p:cTn id="104" presetID="2" presetClass="entr" presetSubtype="8" fill="hold" nodeType="withEffect">
                                      <p:stCondLst>
                                        <p:cond delay="2000"/>
                                      </p:stCondLst>
                                      <p:childTnLst>
                                        <p:set>
                                          <p:cBhvr>
                                            <p:cTn id="105" dur="1" fill="hold">
                                              <p:stCondLst>
                                                <p:cond delay="0"/>
                                              </p:stCondLst>
                                            </p:cTn>
                                            <p:tgtEl>
                                              <p:spTgt spid="246"/>
                                            </p:tgtEl>
                                            <p:attrNameLst>
                                              <p:attrName>style.visibility</p:attrName>
                                            </p:attrNameLst>
                                          </p:cBhvr>
                                          <p:to>
                                            <p:strVal val="visible"/>
                                          </p:to>
                                        </p:set>
                                        <p:anim calcmode="lin" valueType="num">
                                          <p:cBhvr additive="base">
                                            <p:cTn id="106" dur="1000" fill="hold"/>
                                            <p:tgtEl>
                                              <p:spTgt spid="246"/>
                                            </p:tgtEl>
                                            <p:attrNameLst>
                                              <p:attrName>ppt_x</p:attrName>
                                            </p:attrNameLst>
                                          </p:cBhvr>
                                          <p:tavLst>
                                            <p:tav tm="0">
                                              <p:val>
                                                <p:strVal val="0-#ppt_w/2"/>
                                              </p:val>
                                            </p:tav>
                                            <p:tav tm="100000">
                                              <p:val>
                                                <p:strVal val="#ppt_x"/>
                                              </p:val>
                                            </p:tav>
                                          </p:tavLst>
                                        </p:anim>
                                        <p:anim calcmode="lin" valueType="num">
                                          <p:cBhvr additive="base">
                                            <p:cTn id="107" dur="1000" fill="hold"/>
                                            <p:tgtEl>
                                              <p:spTgt spid="246"/>
                                            </p:tgtEl>
                                            <p:attrNameLst>
                                              <p:attrName>ppt_y</p:attrName>
                                            </p:attrNameLst>
                                          </p:cBhvr>
                                          <p:tavLst>
                                            <p:tav tm="0">
                                              <p:val>
                                                <p:strVal val="#ppt_y"/>
                                              </p:val>
                                            </p:tav>
                                            <p:tav tm="100000">
                                              <p:val>
                                                <p:strVal val="#ppt_y"/>
                                              </p:val>
                                            </p:tav>
                                          </p:tavLst>
                                        </p:anim>
                                      </p:childTnLst>
                                    </p:cTn>
                                  </p:par>
                                  <p:par>
                                    <p:cTn id="108" presetID="2" presetClass="entr" presetSubtype="8" fill="hold" nodeType="withEffect">
                                      <p:stCondLst>
                                        <p:cond delay="2250"/>
                                      </p:stCondLst>
                                      <p:childTnLst>
                                        <p:set>
                                          <p:cBhvr>
                                            <p:cTn id="109" dur="1" fill="hold">
                                              <p:stCondLst>
                                                <p:cond delay="0"/>
                                              </p:stCondLst>
                                            </p:cTn>
                                            <p:tgtEl>
                                              <p:spTgt spid="247"/>
                                            </p:tgtEl>
                                            <p:attrNameLst>
                                              <p:attrName>style.visibility</p:attrName>
                                            </p:attrNameLst>
                                          </p:cBhvr>
                                          <p:to>
                                            <p:strVal val="visible"/>
                                          </p:to>
                                        </p:set>
                                        <p:anim calcmode="lin" valueType="num">
                                          <p:cBhvr additive="base">
                                            <p:cTn id="110" dur="1000" fill="hold"/>
                                            <p:tgtEl>
                                              <p:spTgt spid="247"/>
                                            </p:tgtEl>
                                            <p:attrNameLst>
                                              <p:attrName>ppt_x</p:attrName>
                                            </p:attrNameLst>
                                          </p:cBhvr>
                                          <p:tavLst>
                                            <p:tav tm="0">
                                              <p:val>
                                                <p:strVal val="0-#ppt_w/2"/>
                                              </p:val>
                                            </p:tav>
                                            <p:tav tm="100000">
                                              <p:val>
                                                <p:strVal val="#ppt_x"/>
                                              </p:val>
                                            </p:tav>
                                          </p:tavLst>
                                        </p:anim>
                                        <p:anim calcmode="lin" valueType="num">
                                          <p:cBhvr additive="base">
                                            <p:cTn id="111" dur="1000" fill="hold"/>
                                            <p:tgtEl>
                                              <p:spTgt spid="247"/>
                                            </p:tgtEl>
                                            <p:attrNameLst>
                                              <p:attrName>ppt_y</p:attrName>
                                            </p:attrNameLst>
                                          </p:cBhvr>
                                          <p:tavLst>
                                            <p:tav tm="0">
                                              <p:val>
                                                <p:strVal val="#ppt_y"/>
                                              </p:val>
                                            </p:tav>
                                            <p:tav tm="100000">
                                              <p:val>
                                                <p:strVal val="#ppt_y"/>
                                              </p:val>
                                            </p:tav>
                                          </p:tavLst>
                                        </p:anim>
                                      </p:childTnLst>
                                    </p:cTn>
                                  </p:par>
                                  <p:par>
                                    <p:cTn id="112" presetID="2" presetClass="entr" presetSubtype="8" fill="hold" nodeType="withEffect">
                                      <p:stCondLst>
                                        <p:cond delay="2500"/>
                                      </p:stCondLst>
                                      <p:childTnLst>
                                        <p:set>
                                          <p:cBhvr>
                                            <p:cTn id="113" dur="1" fill="hold">
                                              <p:stCondLst>
                                                <p:cond delay="0"/>
                                              </p:stCondLst>
                                            </p:cTn>
                                            <p:tgtEl>
                                              <p:spTgt spid="248"/>
                                            </p:tgtEl>
                                            <p:attrNameLst>
                                              <p:attrName>style.visibility</p:attrName>
                                            </p:attrNameLst>
                                          </p:cBhvr>
                                          <p:to>
                                            <p:strVal val="visible"/>
                                          </p:to>
                                        </p:set>
                                        <p:anim calcmode="lin" valueType="num">
                                          <p:cBhvr additive="base">
                                            <p:cTn id="114" dur="1000" fill="hold"/>
                                            <p:tgtEl>
                                              <p:spTgt spid="248"/>
                                            </p:tgtEl>
                                            <p:attrNameLst>
                                              <p:attrName>ppt_x</p:attrName>
                                            </p:attrNameLst>
                                          </p:cBhvr>
                                          <p:tavLst>
                                            <p:tav tm="0">
                                              <p:val>
                                                <p:strVal val="0-#ppt_w/2"/>
                                              </p:val>
                                            </p:tav>
                                            <p:tav tm="100000">
                                              <p:val>
                                                <p:strVal val="#ppt_x"/>
                                              </p:val>
                                            </p:tav>
                                          </p:tavLst>
                                        </p:anim>
                                        <p:anim calcmode="lin" valueType="num">
                                          <p:cBhvr additive="base">
                                            <p:cTn id="115" dur="1000" fill="hold"/>
                                            <p:tgtEl>
                                              <p:spTgt spid="2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animBg="1"/>
          <p:bldP spid="188" grpId="0" animBg="1"/>
          <p:bldP spid="192" grpId="0" animBg="1"/>
          <p:bldP spid="196" grpId="0" animBg="1"/>
          <p:bldP spid="200" grpId="0" animBg="1"/>
          <p:bldP spid="201" grpId="0" animBg="1"/>
          <p:bldP spid="202" grpId="0" animBg="1"/>
          <p:bldP spid="203" grpId="0" animBg="1"/>
          <p:bldP spid="204" grpId="0" animBg="1"/>
          <p:bldP spid="205" grpId="0" animBg="1"/>
        </p:bldLst>
      </p:timing>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Freeform 5">
            <a:extLst>
              <a:ext uri="{FF2B5EF4-FFF2-40B4-BE49-F238E27FC236}">
                <a16:creationId xmlns:a16="http://schemas.microsoft.com/office/drawing/2014/main" id="{F9E4DF3C-18A0-4E61-8597-2DAFEB7C3E3B}"/>
              </a:ext>
            </a:extLst>
          </p:cNvPr>
          <p:cNvSpPr>
            <a:spLocks/>
          </p:cNvSpPr>
          <p:nvPr/>
        </p:nvSpPr>
        <p:spPr bwMode="auto">
          <a:xfrm>
            <a:off x="1577975" y="2344738"/>
            <a:ext cx="2055813" cy="2878138"/>
          </a:xfrm>
          <a:custGeom>
            <a:avLst/>
            <a:gdLst>
              <a:gd name="T0" fmla="*/ 475 w 520"/>
              <a:gd name="T1" fmla="*/ 726 h 726"/>
              <a:gd name="T2" fmla="*/ 45 w 520"/>
              <a:gd name="T3" fmla="*/ 726 h 726"/>
              <a:gd name="T4" fmla="*/ 0 w 520"/>
              <a:gd name="T5" fmla="*/ 680 h 726"/>
              <a:gd name="T6" fmla="*/ 0 w 520"/>
              <a:gd name="T7" fmla="*/ 45 h 726"/>
              <a:gd name="T8" fmla="*/ 45 w 520"/>
              <a:gd name="T9" fmla="*/ 0 h 726"/>
              <a:gd name="T10" fmla="*/ 475 w 520"/>
              <a:gd name="T11" fmla="*/ 0 h 726"/>
              <a:gd name="T12" fmla="*/ 520 w 520"/>
              <a:gd name="T13" fmla="*/ 45 h 726"/>
              <a:gd name="T14" fmla="*/ 520 w 520"/>
              <a:gd name="T15" fmla="*/ 680 h 726"/>
              <a:gd name="T16" fmla="*/ 475 w 520"/>
              <a:gd name="T17" fmla="*/ 726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0" h="726">
                <a:moveTo>
                  <a:pt x="475" y="726"/>
                </a:moveTo>
                <a:cubicBezTo>
                  <a:pt x="45" y="726"/>
                  <a:pt x="45" y="726"/>
                  <a:pt x="45" y="726"/>
                </a:cubicBezTo>
                <a:cubicBezTo>
                  <a:pt x="20" y="726"/>
                  <a:pt x="0" y="705"/>
                  <a:pt x="0" y="680"/>
                </a:cubicBezTo>
                <a:cubicBezTo>
                  <a:pt x="0" y="45"/>
                  <a:pt x="0" y="45"/>
                  <a:pt x="0" y="45"/>
                </a:cubicBezTo>
                <a:cubicBezTo>
                  <a:pt x="0" y="20"/>
                  <a:pt x="20" y="0"/>
                  <a:pt x="45" y="0"/>
                </a:cubicBezTo>
                <a:cubicBezTo>
                  <a:pt x="475" y="0"/>
                  <a:pt x="475" y="0"/>
                  <a:pt x="475" y="0"/>
                </a:cubicBezTo>
                <a:cubicBezTo>
                  <a:pt x="500" y="0"/>
                  <a:pt x="520" y="20"/>
                  <a:pt x="520" y="45"/>
                </a:cubicBezTo>
                <a:cubicBezTo>
                  <a:pt x="520" y="680"/>
                  <a:pt x="520" y="680"/>
                  <a:pt x="520" y="680"/>
                </a:cubicBezTo>
                <a:cubicBezTo>
                  <a:pt x="520" y="705"/>
                  <a:pt x="500" y="726"/>
                  <a:pt x="475" y="72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UA"/>
          </a:p>
        </p:txBody>
      </p:sp>
      <p:sp>
        <p:nvSpPr>
          <p:cNvPr id="100" name="Rectangle 6">
            <a:extLst>
              <a:ext uri="{FF2B5EF4-FFF2-40B4-BE49-F238E27FC236}">
                <a16:creationId xmlns:a16="http://schemas.microsoft.com/office/drawing/2014/main" id="{424CB883-EE85-4EA6-A046-D5A24848F956}"/>
              </a:ext>
            </a:extLst>
          </p:cNvPr>
          <p:cNvSpPr>
            <a:spLocks noChangeArrowheads="1"/>
          </p:cNvSpPr>
          <p:nvPr/>
        </p:nvSpPr>
        <p:spPr bwMode="auto">
          <a:xfrm>
            <a:off x="1843088" y="4551363"/>
            <a:ext cx="156735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bg2"/>
                </a:solidFill>
                <a:effectLst/>
                <a:latin typeface="Open Sans" panose="020B0606030504020204" pitchFamily="34" charset="0"/>
              </a:rPr>
              <a:t>INFODATA 01</a:t>
            </a:r>
            <a:endParaRPr kumimoji="0" lang="ru-UA" altLang="ru-UA" sz="1800" b="0" i="0" u="none" strike="noStrike" cap="none" normalizeH="0" baseline="0">
              <a:ln>
                <a:noFill/>
              </a:ln>
              <a:solidFill>
                <a:schemeClr val="bg2"/>
              </a:solidFill>
              <a:effectLst/>
            </a:endParaRPr>
          </a:p>
        </p:txBody>
      </p:sp>
      <p:sp>
        <p:nvSpPr>
          <p:cNvPr id="101" name="Freeform 7">
            <a:extLst>
              <a:ext uri="{FF2B5EF4-FFF2-40B4-BE49-F238E27FC236}">
                <a16:creationId xmlns:a16="http://schemas.microsoft.com/office/drawing/2014/main" id="{B44B3E20-6048-4895-AD07-4533794817DF}"/>
              </a:ext>
            </a:extLst>
          </p:cNvPr>
          <p:cNvSpPr>
            <a:spLocks/>
          </p:cNvSpPr>
          <p:nvPr/>
        </p:nvSpPr>
        <p:spPr bwMode="auto">
          <a:xfrm>
            <a:off x="3906838" y="2344738"/>
            <a:ext cx="2054225" cy="2878138"/>
          </a:xfrm>
          <a:custGeom>
            <a:avLst/>
            <a:gdLst>
              <a:gd name="T0" fmla="*/ 475 w 520"/>
              <a:gd name="T1" fmla="*/ 726 h 726"/>
              <a:gd name="T2" fmla="*/ 46 w 520"/>
              <a:gd name="T3" fmla="*/ 726 h 726"/>
              <a:gd name="T4" fmla="*/ 0 w 520"/>
              <a:gd name="T5" fmla="*/ 680 h 726"/>
              <a:gd name="T6" fmla="*/ 0 w 520"/>
              <a:gd name="T7" fmla="*/ 45 h 726"/>
              <a:gd name="T8" fmla="*/ 46 w 520"/>
              <a:gd name="T9" fmla="*/ 0 h 726"/>
              <a:gd name="T10" fmla="*/ 475 w 520"/>
              <a:gd name="T11" fmla="*/ 0 h 726"/>
              <a:gd name="T12" fmla="*/ 520 w 520"/>
              <a:gd name="T13" fmla="*/ 45 h 726"/>
              <a:gd name="T14" fmla="*/ 520 w 520"/>
              <a:gd name="T15" fmla="*/ 680 h 726"/>
              <a:gd name="T16" fmla="*/ 475 w 520"/>
              <a:gd name="T17" fmla="*/ 726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0" h="726">
                <a:moveTo>
                  <a:pt x="475" y="726"/>
                </a:moveTo>
                <a:cubicBezTo>
                  <a:pt x="46" y="726"/>
                  <a:pt x="46" y="726"/>
                  <a:pt x="46" y="726"/>
                </a:cubicBezTo>
                <a:cubicBezTo>
                  <a:pt x="20" y="726"/>
                  <a:pt x="0" y="705"/>
                  <a:pt x="0" y="680"/>
                </a:cubicBezTo>
                <a:cubicBezTo>
                  <a:pt x="0" y="45"/>
                  <a:pt x="0" y="45"/>
                  <a:pt x="0" y="45"/>
                </a:cubicBezTo>
                <a:cubicBezTo>
                  <a:pt x="0" y="20"/>
                  <a:pt x="20" y="0"/>
                  <a:pt x="46" y="0"/>
                </a:cubicBezTo>
                <a:cubicBezTo>
                  <a:pt x="475" y="0"/>
                  <a:pt x="475" y="0"/>
                  <a:pt x="475" y="0"/>
                </a:cubicBezTo>
                <a:cubicBezTo>
                  <a:pt x="500" y="0"/>
                  <a:pt x="520" y="20"/>
                  <a:pt x="520" y="45"/>
                </a:cubicBezTo>
                <a:cubicBezTo>
                  <a:pt x="520" y="680"/>
                  <a:pt x="520" y="680"/>
                  <a:pt x="520" y="680"/>
                </a:cubicBezTo>
                <a:cubicBezTo>
                  <a:pt x="520" y="705"/>
                  <a:pt x="500" y="726"/>
                  <a:pt x="475" y="72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UA"/>
          </a:p>
        </p:txBody>
      </p:sp>
      <p:sp>
        <p:nvSpPr>
          <p:cNvPr id="102" name="Rectangle 8">
            <a:extLst>
              <a:ext uri="{FF2B5EF4-FFF2-40B4-BE49-F238E27FC236}">
                <a16:creationId xmlns:a16="http://schemas.microsoft.com/office/drawing/2014/main" id="{7A100093-9CA2-4E62-B9AD-66716050190A}"/>
              </a:ext>
            </a:extLst>
          </p:cNvPr>
          <p:cNvSpPr>
            <a:spLocks noChangeArrowheads="1"/>
          </p:cNvSpPr>
          <p:nvPr/>
        </p:nvSpPr>
        <p:spPr bwMode="auto">
          <a:xfrm>
            <a:off x="4170363" y="4551363"/>
            <a:ext cx="156735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bg2"/>
                </a:solidFill>
                <a:effectLst/>
                <a:latin typeface="Open Sans" panose="020B0606030504020204" pitchFamily="34" charset="0"/>
              </a:rPr>
              <a:t>INFODATA 02</a:t>
            </a:r>
            <a:endParaRPr kumimoji="0" lang="ru-UA" altLang="ru-UA" sz="1800" b="0" i="0" u="none" strike="noStrike" cap="none" normalizeH="0" baseline="0">
              <a:ln>
                <a:noFill/>
              </a:ln>
              <a:solidFill>
                <a:schemeClr val="bg2"/>
              </a:solidFill>
              <a:effectLst/>
            </a:endParaRPr>
          </a:p>
        </p:txBody>
      </p:sp>
      <p:sp>
        <p:nvSpPr>
          <p:cNvPr id="103" name="Freeform 9">
            <a:extLst>
              <a:ext uri="{FF2B5EF4-FFF2-40B4-BE49-F238E27FC236}">
                <a16:creationId xmlns:a16="http://schemas.microsoft.com/office/drawing/2014/main" id="{08C5A210-E789-40BB-8A38-7D17C4EB24F5}"/>
              </a:ext>
            </a:extLst>
          </p:cNvPr>
          <p:cNvSpPr>
            <a:spLocks/>
          </p:cNvSpPr>
          <p:nvPr/>
        </p:nvSpPr>
        <p:spPr bwMode="auto">
          <a:xfrm>
            <a:off x="6234113" y="2344738"/>
            <a:ext cx="2055813" cy="2878138"/>
          </a:xfrm>
          <a:custGeom>
            <a:avLst/>
            <a:gdLst>
              <a:gd name="T0" fmla="*/ 475 w 520"/>
              <a:gd name="T1" fmla="*/ 726 h 726"/>
              <a:gd name="T2" fmla="*/ 46 w 520"/>
              <a:gd name="T3" fmla="*/ 726 h 726"/>
              <a:gd name="T4" fmla="*/ 0 w 520"/>
              <a:gd name="T5" fmla="*/ 680 h 726"/>
              <a:gd name="T6" fmla="*/ 0 w 520"/>
              <a:gd name="T7" fmla="*/ 45 h 726"/>
              <a:gd name="T8" fmla="*/ 46 w 520"/>
              <a:gd name="T9" fmla="*/ 0 h 726"/>
              <a:gd name="T10" fmla="*/ 475 w 520"/>
              <a:gd name="T11" fmla="*/ 0 h 726"/>
              <a:gd name="T12" fmla="*/ 520 w 520"/>
              <a:gd name="T13" fmla="*/ 45 h 726"/>
              <a:gd name="T14" fmla="*/ 520 w 520"/>
              <a:gd name="T15" fmla="*/ 680 h 726"/>
              <a:gd name="T16" fmla="*/ 475 w 520"/>
              <a:gd name="T17" fmla="*/ 726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0" h="726">
                <a:moveTo>
                  <a:pt x="475" y="726"/>
                </a:moveTo>
                <a:cubicBezTo>
                  <a:pt x="46" y="726"/>
                  <a:pt x="46" y="726"/>
                  <a:pt x="46" y="726"/>
                </a:cubicBezTo>
                <a:cubicBezTo>
                  <a:pt x="21" y="726"/>
                  <a:pt x="0" y="705"/>
                  <a:pt x="0" y="680"/>
                </a:cubicBezTo>
                <a:cubicBezTo>
                  <a:pt x="0" y="45"/>
                  <a:pt x="0" y="45"/>
                  <a:pt x="0" y="45"/>
                </a:cubicBezTo>
                <a:cubicBezTo>
                  <a:pt x="0" y="20"/>
                  <a:pt x="21" y="0"/>
                  <a:pt x="46" y="0"/>
                </a:cubicBezTo>
                <a:cubicBezTo>
                  <a:pt x="475" y="0"/>
                  <a:pt x="475" y="0"/>
                  <a:pt x="475" y="0"/>
                </a:cubicBezTo>
                <a:cubicBezTo>
                  <a:pt x="500" y="0"/>
                  <a:pt x="520" y="20"/>
                  <a:pt x="520" y="45"/>
                </a:cubicBezTo>
                <a:cubicBezTo>
                  <a:pt x="520" y="680"/>
                  <a:pt x="520" y="680"/>
                  <a:pt x="520" y="680"/>
                </a:cubicBezTo>
                <a:cubicBezTo>
                  <a:pt x="520" y="705"/>
                  <a:pt x="500" y="726"/>
                  <a:pt x="475" y="72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UA"/>
          </a:p>
        </p:txBody>
      </p:sp>
      <p:sp>
        <p:nvSpPr>
          <p:cNvPr id="110" name="Rectangle 10">
            <a:extLst>
              <a:ext uri="{FF2B5EF4-FFF2-40B4-BE49-F238E27FC236}">
                <a16:creationId xmlns:a16="http://schemas.microsoft.com/office/drawing/2014/main" id="{49A9A48B-F3BC-4043-9154-3FBEB8C0E8D4}"/>
              </a:ext>
            </a:extLst>
          </p:cNvPr>
          <p:cNvSpPr>
            <a:spLocks noChangeArrowheads="1"/>
          </p:cNvSpPr>
          <p:nvPr/>
        </p:nvSpPr>
        <p:spPr bwMode="auto">
          <a:xfrm>
            <a:off x="6499225" y="4551363"/>
            <a:ext cx="156735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bg2"/>
                </a:solidFill>
                <a:effectLst/>
                <a:latin typeface="Open Sans" panose="020B0606030504020204" pitchFamily="34" charset="0"/>
              </a:rPr>
              <a:t>INFODATA 03</a:t>
            </a:r>
            <a:endParaRPr kumimoji="0" lang="ru-UA" altLang="ru-UA" sz="1800" b="0" i="0" u="none" strike="noStrike" cap="none" normalizeH="0" baseline="0">
              <a:ln>
                <a:noFill/>
              </a:ln>
              <a:solidFill>
                <a:schemeClr val="bg2"/>
              </a:solidFill>
              <a:effectLst/>
            </a:endParaRPr>
          </a:p>
        </p:txBody>
      </p:sp>
      <p:sp>
        <p:nvSpPr>
          <p:cNvPr id="130" name="Freeform 11">
            <a:extLst>
              <a:ext uri="{FF2B5EF4-FFF2-40B4-BE49-F238E27FC236}">
                <a16:creationId xmlns:a16="http://schemas.microsoft.com/office/drawing/2014/main" id="{5629755D-2C31-443E-AADA-4AE19D1A0C06}"/>
              </a:ext>
            </a:extLst>
          </p:cNvPr>
          <p:cNvSpPr>
            <a:spLocks/>
          </p:cNvSpPr>
          <p:nvPr/>
        </p:nvSpPr>
        <p:spPr bwMode="auto">
          <a:xfrm>
            <a:off x="8562975" y="2344738"/>
            <a:ext cx="2055813" cy="2878138"/>
          </a:xfrm>
          <a:custGeom>
            <a:avLst/>
            <a:gdLst>
              <a:gd name="T0" fmla="*/ 475 w 520"/>
              <a:gd name="T1" fmla="*/ 726 h 726"/>
              <a:gd name="T2" fmla="*/ 46 w 520"/>
              <a:gd name="T3" fmla="*/ 726 h 726"/>
              <a:gd name="T4" fmla="*/ 0 w 520"/>
              <a:gd name="T5" fmla="*/ 680 h 726"/>
              <a:gd name="T6" fmla="*/ 0 w 520"/>
              <a:gd name="T7" fmla="*/ 45 h 726"/>
              <a:gd name="T8" fmla="*/ 46 w 520"/>
              <a:gd name="T9" fmla="*/ 0 h 726"/>
              <a:gd name="T10" fmla="*/ 475 w 520"/>
              <a:gd name="T11" fmla="*/ 0 h 726"/>
              <a:gd name="T12" fmla="*/ 520 w 520"/>
              <a:gd name="T13" fmla="*/ 45 h 726"/>
              <a:gd name="T14" fmla="*/ 520 w 520"/>
              <a:gd name="T15" fmla="*/ 680 h 726"/>
              <a:gd name="T16" fmla="*/ 475 w 520"/>
              <a:gd name="T17" fmla="*/ 726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0" h="726">
                <a:moveTo>
                  <a:pt x="475" y="726"/>
                </a:moveTo>
                <a:cubicBezTo>
                  <a:pt x="46" y="726"/>
                  <a:pt x="46" y="726"/>
                  <a:pt x="46" y="726"/>
                </a:cubicBezTo>
                <a:cubicBezTo>
                  <a:pt x="21" y="726"/>
                  <a:pt x="0" y="705"/>
                  <a:pt x="0" y="680"/>
                </a:cubicBezTo>
                <a:cubicBezTo>
                  <a:pt x="0" y="45"/>
                  <a:pt x="0" y="45"/>
                  <a:pt x="0" y="45"/>
                </a:cubicBezTo>
                <a:cubicBezTo>
                  <a:pt x="0" y="20"/>
                  <a:pt x="21" y="0"/>
                  <a:pt x="46" y="0"/>
                </a:cubicBezTo>
                <a:cubicBezTo>
                  <a:pt x="475" y="0"/>
                  <a:pt x="475" y="0"/>
                  <a:pt x="475" y="0"/>
                </a:cubicBezTo>
                <a:cubicBezTo>
                  <a:pt x="500" y="0"/>
                  <a:pt x="520" y="20"/>
                  <a:pt x="520" y="45"/>
                </a:cubicBezTo>
                <a:cubicBezTo>
                  <a:pt x="520" y="680"/>
                  <a:pt x="520" y="680"/>
                  <a:pt x="520" y="680"/>
                </a:cubicBezTo>
                <a:cubicBezTo>
                  <a:pt x="520" y="705"/>
                  <a:pt x="500" y="726"/>
                  <a:pt x="475" y="72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UA"/>
          </a:p>
        </p:txBody>
      </p:sp>
      <p:sp>
        <p:nvSpPr>
          <p:cNvPr id="131" name="Rectangle 12">
            <a:extLst>
              <a:ext uri="{FF2B5EF4-FFF2-40B4-BE49-F238E27FC236}">
                <a16:creationId xmlns:a16="http://schemas.microsoft.com/office/drawing/2014/main" id="{80F07D0B-784F-4E89-8911-9F0DAC93CF85}"/>
              </a:ext>
            </a:extLst>
          </p:cNvPr>
          <p:cNvSpPr>
            <a:spLocks noChangeArrowheads="1"/>
          </p:cNvSpPr>
          <p:nvPr/>
        </p:nvSpPr>
        <p:spPr bwMode="auto">
          <a:xfrm>
            <a:off x="8828088" y="4551363"/>
            <a:ext cx="156735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900" b="1" i="0" u="none" strike="noStrike" cap="none" normalizeH="0" baseline="0">
                <a:ln>
                  <a:noFill/>
                </a:ln>
                <a:solidFill>
                  <a:schemeClr val="bg2"/>
                </a:solidFill>
                <a:effectLst/>
                <a:latin typeface="Open Sans" panose="020B0606030504020204" pitchFamily="34" charset="0"/>
              </a:rPr>
              <a:t>INFODATA 04</a:t>
            </a:r>
            <a:endParaRPr kumimoji="0" lang="ru-UA" altLang="ru-UA" sz="1800" b="0" i="0" u="none" strike="noStrike" cap="none" normalizeH="0" baseline="0">
              <a:ln>
                <a:noFill/>
              </a:ln>
              <a:solidFill>
                <a:schemeClr val="bg2"/>
              </a:solidFill>
              <a:effectLst/>
            </a:endParaRPr>
          </a:p>
        </p:txBody>
      </p:sp>
      <p:sp>
        <p:nvSpPr>
          <p:cNvPr id="141" name="Text Placeholder 33">
            <a:extLst>
              <a:ext uri="{FF2B5EF4-FFF2-40B4-BE49-F238E27FC236}">
                <a16:creationId xmlns:a16="http://schemas.microsoft.com/office/drawing/2014/main" id="{8BE992F4-8487-4609-867A-277B97F5314D}"/>
              </a:ext>
            </a:extLst>
          </p:cNvPr>
          <p:cNvSpPr txBox="1">
            <a:spLocks/>
          </p:cNvSpPr>
          <p:nvPr/>
        </p:nvSpPr>
        <p:spPr>
          <a:xfrm>
            <a:off x="1859888" y="3392260"/>
            <a:ext cx="1584352"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bg2"/>
                </a:solidFill>
              </a:rPr>
              <a:t>Lorem ipsum dolor sit amet, consectetur adipiscing elit, sed do eiusmod tempor incididunt ut labore et dolore magna aliqua. </a:t>
            </a:r>
            <a:endParaRPr lang="en-US" dirty="0">
              <a:solidFill>
                <a:schemeClr val="bg2"/>
              </a:solidFill>
            </a:endParaRPr>
          </a:p>
        </p:txBody>
      </p:sp>
      <p:sp>
        <p:nvSpPr>
          <p:cNvPr id="142" name="Text Placeholder 33">
            <a:extLst>
              <a:ext uri="{FF2B5EF4-FFF2-40B4-BE49-F238E27FC236}">
                <a16:creationId xmlns:a16="http://schemas.microsoft.com/office/drawing/2014/main" id="{B864BA10-EB3A-4F9B-A459-ECADDCF97A5B}"/>
              </a:ext>
            </a:extLst>
          </p:cNvPr>
          <p:cNvSpPr txBox="1">
            <a:spLocks/>
          </p:cNvSpPr>
          <p:nvPr/>
        </p:nvSpPr>
        <p:spPr>
          <a:xfrm>
            <a:off x="4170363" y="3392260"/>
            <a:ext cx="1584352"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bg2"/>
                </a:solidFill>
              </a:rPr>
              <a:t>Lorem ipsum dolor sit amet, consectetur adipiscing elit, sed do eiusmod tempor incididunt ut labore et dolore magna aliqua. </a:t>
            </a:r>
            <a:endParaRPr lang="en-US" dirty="0">
              <a:solidFill>
                <a:schemeClr val="bg2"/>
              </a:solidFill>
            </a:endParaRPr>
          </a:p>
        </p:txBody>
      </p:sp>
      <p:sp>
        <p:nvSpPr>
          <p:cNvPr id="143" name="Text Placeholder 33">
            <a:extLst>
              <a:ext uri="{FF2B5EF4-FFF2-40B4-BE49-F238E27FC236}">
                <a16:creationId xmlns:a16="http://schemas.microsoft.com/office/drawing/2014/main" id="{B96D4F3B-21C7-4684-B2FD-658A4E8975C8}"/>
              </a:ext>
            </a:extLst>
          </p:cNvPr>
          <p:cNvSpPr txBox="1">
            <a:spLocks/>
          </p:cNvSpPr>
          <p:nvPr/>
        </p:nvSpPr>
        <p:spPr>
          <a:xfrm>
            <a:off x="6469843" y="3392260"/>
            <a:ext cx="1584352"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bg2"/>
                </a:solidFill>
              </a:rPr>
              <a:t>Lorem ipsum dolor sit amet, consectetur adipiscing elit, sed do eiusmod tempor incididunt ut labore et dolore magna aliqua. </a:t>
            </a:r>
            <a:endParaRPr lang="en-US" dirty="0">
              <a:solidFill>
                <a:schemeClr val="bg2"/>
              </a:solidFill>
            </a:endParaRPr>
          </a:p>
        </p:txBody>
      </p:sp>
      <p:sp>
        <p:nvSpPr>
          <p:cNvPr id="144" name="Text Placeholder 33">
            <a:extLst>
              <a:ext uri="{FF2B5EF4-FFF2-40B4-BE49-F238E27FC236}">
                <a16:creationId xmlns:a16="http://schemas.microsoft.com/office/drawing/2014/main" id="{AE493FCC-A155-413C-B0BF-47AA5E7E3C44}"/>
              </a:ext>
            </a:extLst>
          </p:cNvPr>
          <p:cNvSpPr txBox="1">
            <a:spLocks/>
          </p:cNvSpPr>
          <p:nvPr/>
        </p:nvSpPr>
        <p:spPr>
          <a:xfrm>
            <a:off x="8798705" y="3392260"/>
            <a:ext cx="1584352" cy="821354"/>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0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solidFill>
                  <a:schemeClr val="bg2"/>
                </a:solidFill>
              </a:rPr>
              <a:t>Lorem ipsum dolor sit amet, consectetur adipiscing elit, sed do eiusmod tempor incididunt ut labore et dolore magna aliqua. </a:t>
            </a:r>
            <a:endParaRPr lang="en-US" dirty="0">
              <a:solidFill>
                <a:schemeClr val="bg2"/>
              </a:solidFill>
            </a:endParaRPr>
          </a:p>
        </p:txBody>
      </p:sp>
      <p:grpSp>
        <p:nvGrpSpPr>
          <p:cNvPr id="145" name="Group 144">
            <a:extLst>
              <a:ext uri="{FF2B5EF4-FFF2-40B4-BE49-F238E27FC236}">
                <a16:creationId xmlns:a16="http://schemas.microsoft.com/office/drawing/2014/main" id="{54840AD8-4EB9-43C1-9037-4637C3A84A8C}"/>
              </a:ext>
            </a:extLst>
          </p:cNvPr>
          <p:cNvGrpSpPr/>
          <p:nvPr/>
        </p:nvGrpSpPr>
        <p:grpSpPr>
          <a:xfrm>
            <a:off x="1903761" y="1637278"/>
            <a:ext cx="1411716" cy="1413897"/>
            <a:chOff x="6345238" y="4948238"/>
            <a:chExt cx="1027113" cy="1028700"/>
          </a:xfrm>
          <a:effectLst>
            <a:outerShdw blurRad="228600" dist="127000" dir="2700000" sx="102000" sy="102000" algn="tl" rotWithShape="0">
              <a:prstClr val="black">
                <a:alpha val="19000"/>
              </a:prstClr>
            </a:outerShdw>
          </a:effectLst>
        </p:grpSpPr>
        <p:sp>
          <p:nvSpPr>
            <p:cNvPr id="146" name="Oval 56">
              <a:extLst>
                <a:ext uri="{FF2B5EF4-FFF2-40B4-BE49-F238E27FC236}">
                  <a16:creationId xmlns:a16="http://schemas.microsoft.com/office/drawing/2014/main" id="{01561F85-C146-4268-96C1-27CE46151D38}"/>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47" name="Oval 57">
              <a:extLst>
                <a:ext uri="{FF2B5EF4-FFF2-40B4-BE49-F238E27FC236}">
                  <a16:creationId xmlns:a16="http://schemas.microsoft.com/office/drawing/2014/main" id="{55B68AEC-E01C-41A0-9502-ADF0C1759851}"/>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48" name="Group 147">
            <a:extLst>
              <a:ext uri="{FF2B5EF4-FFF2-40B4-BE49-F238E27FC236}">
                <a16:creationId xmlns:a16="http://schemas.microsoft.com/office/drawing/2014/main" id="{4853D69B-E03A-4620-88C9-5DAF002D5F49}"/>
              </a:ext>
            </a:extLst>
          </p:cNvPr>
          <p:cNvGrpSpPr/>
          <p:nvPr/>
        </p:nvGrpSpPr>
        <p:grpSpPr>
          <a:xfrm>
            <a:off x="4225925" y="1637278"/>
            <a:ext cx="1411716" cy="1413897"/>
            <a:chOff x="6345238" y="4948238"/>
            <a:chExt cx="1027113" cy="1028700"/>
          </a:xfrm>
          <a:effectLst>
            <a:outerShdw blurRad="228600" dist="127000" dir="2700000" sx="102000" sy="102000" algn="tl" rotWithShape="0">
              <a:prstClr val="black">
                <a:alpha val="19000"/>
              </a:prstClr>
            </a:outerShdw>
          </a:effectLst>
        </p:grpSpPr>
        <p:sp>
          <p:nvSpPr>
            <p:cNvPr id="149" name="Oval 56">
              <a:extLst>
                <a:ext uri="{FF2B5EF4-FFF2-40B4-BE49-F238E27FC236}">
                  <a16:creationId xmlns:a16="http://schemas.microsoft.com/office/drawing/2014/main" id="{EE52D315-CE42-460C-B00F-8ED3C96B6A85}"/>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50" name="Oval 57">
              <a:extLst>
                <a:ext uri="{FF2B5EF4-FFF2-40B4-BE49-F238E27FC236}">
                  <a16:creationId xmlns:a16="http://schemas.microsoft.com/office/drawing/2014/main" id="{3FB3B2A0-A313-4658-B69C-B80C1B5636CC}"/>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51" name="Group 150">
            <a:extLst>
              <a:ext uri="{FF2B5EF4-FFF2-40B4-BE49-F238E27FC236}">
                <a16:creationId xmlns:a16="http://schemas.microsoft.com/office/drawing/2014/main" id="{E9E63746-2FA0-4C5A-8203-793B1FCD14A6}"/>
              </a:ext>
            </a:extLst>
          </p:cNvPr>
          <p:cNvGrpSpPr/>
          <p:nvPr/>
        </p:nvGrpSpPr>
        <p:grpSpPr>
          <a:xfrm>
            <a:off x="6550026" y="1637278"/>
            <a:ext cx="1411716" cy="1413897"/>
            <a:chOff x="6345238" y="4948238"/>
            <a:chExt cx="1027113" cy="1028700"/>
          </a:xfrm>
          <a:effectLst>
            <a:outerShdw blurRad="228600" dist="127000" dir="2700000" sx="102000" sy="102000" algn="tl" rotWithShape="0">
              <a:prstClr val="black">
                <a:alpha val="19000"/>
              </a:prstClr>
            </a:outerShdw>
          </a:effectLst>
        </p:grpSpPr>
        <p:sp>
          <p:nvSpPr>
            <p:cNvPr id="152" name="Oval 56">
              <a:extLst>
                <a:ext uri="{FF2B5EF4-FFF2-40B4-BE49-F238E27FC236}">
                  <a16:creationId xmlns:a16="http://schemas.microsoft.com/office/drawing/2014/main" id="{7EDB8078-BDCE-453B-8E13-F014D98584C3}"/>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53" name="Oval 57">
              <a:extLst>
                <a:ext uri="{FF2B5EF4-FFF2-40B4-BE49-F238E27FC236}">
                  <a16:creationId xmlns:a16="http://schemas.microsoft.com/office/drawing/2014/main" id="{7F76E685-5723-471F-852F-A5B0A95A15FE}"/>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grpSp>
        <p:nvGrpSpPr>
          <p:cNvPr id="154" name="Group 153">
            <a:extLst>
              <a:ext uri="{FF2B5EF4-FFF2-40B4-BE49-F238E27FC236}">
                <a16:creationId xmlns:a16="http://schemas.microsoft.com/office/drawing/2014/main" id="{8CB59829-E110-4013-8992-AAC99AFD735A}"/>
              </a:ext>
            </a:extLst>
          </p:cNvPr>
          <p:cNvGrpSpPr/>
          <p:nvPr/>
        </p:nvGrpSpPr>
        <p:grpSpPr>
          <a:xfrm>
            <a:off x="8876523" y="1637278"/>
            <a:ext cx="1411716" cy="1413897"/>
            <a:chOff x="6345238" y="4948238"/>
            <a:chExt cx="1027113" cy="1028700"/>
          </a:xfrm>
          <a:effectLst>
            <a:outerShdw blurRad="228600" dist="127000" dir="2700000" sx="102000" sy="102000" algn="tl" rotWithShape="0">
              <a:prstClr val="black">
                <a:alpha val="19000"/>
              </a:prstClr>
            </a:outerShdw>
          </a:effectLst>
        </p:grpSpPr>
        <p:sp>
          <p:nvSpPr>
            <p:cNvPr id="155" name="Oval 56">
              <a:extLst>
                <a:ext uri="{FF2B5EF4-FFF2-40B4-BE49-F238E27FC236}">
                  <a16:creationId xmlns:a16="http://schemas.microsoft.com/office/drawing/2014/main" id="{77D49DB5-ED9C-4363-9FDF-3EEAE75E57EF}"/>
                </a:ext>
              </a:extLst>
            </p:cNvPr>
            <p:cNvSpPr>
              <a:spLocks noChangeArrowheads="1"/>
            </p:cNvSpPr>
            <p:nvPr/>
          </p:nvSpPr>
          <p:spPr bwMode="auto">
            <a:xfrm>
              <a:off x="6345238" y="4948238"/>
              <a:ext cx="1027113" cy="1028700"/>
            </a:xfrm>
            <a:prstGeom prst="ellipse">
              <a:avLst/>
            </a:prstGeom>
            <a:gradFill flip="none" rotWithShape="1">
              <a:gsLst>
                <a:gs pos="0">
                  <a:schemeClr val="bg2">
                    <a:shade val="30000"/>
                    <a:satMod val="115000"/>
                  </a:schemeClr>
                </a:gs>
                <a:gs pos="100000">
                  <a:schemeClr val="bg2">
                    <a:shade val="100000"/>
                    <a:satMod val="115000"/>
                  </a:schemeClr>
                </a:gs>
              </a:gsLst>
              <a:lin ang="13500000" scaled="1"/>
              <a:tileRect/>
            </a:gradFill>
            <a:ln>
              <a:noFill/>
            </a:ln>
          </p:spPr>
          <p:txBody>
            <a:bodyPr vert="horz" wrap="square" lIns="91440" tIns="45720" rIns="91440" bIns="45720" numCol="1" anchor="t" anchorCtr="0" compatLnSpc="1">
              <a:prstTxWarp prst="textNoShape">
                <a:avLst/>
              </a:prstTxWarp>
            </a:bodyPr>
            <a:lstStyle/>
            <a:p>
              <a:endParaRPr lang="ru-UA"/>
            </a:p>
          </p:txBody>
        </p:sp>
        <p:sp>
          <p:nvSpPr>
            <p:cNvPr id="156" name="Oval 57">
              <a:extLst>
                <a:ext uri="{FF2B5EF4-FFF2-40B4-BE49-F238E27FC236}">
                  <a16:creationId xmlns:a16="http://schemas.microsoft.com/office/drawing/2014/main" id="{FA0B7B31-E73D-47DF-8C64-DF5DAD848B74}"/>
                </a:ext>
              </a:extLst>
            </p:cNvPr>
            <p:cNvSpPr>
              <a:spLocks noChangeArrowheads="1"/>
            </p:cNvSpPr>
            <p:nvPr/>
          </p:nvSpPr>
          <p:spPr bwMode="auto">
            <a:xfrm>
              <a:off x="6359525" y="4962526"/>
              <a:ext cx="998538" cy="1000125"/>
            </a:xfrm>
            <a:prstGeom prst="ellipse">
              <a:avLst/>
            </a:pr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ru-UA"/>
            </a:p>
          </p:txBody>
        </p:sp>
      </p:grpSp>
      <p:sp>
        <p:nvSpPr>
          <p:cNvPr id="136" name="Freeform 17">
            <a:extLst>
              <a:ext uri="{FF2B5EF4-FFF2-40B4-BE49-F238E27FC236}">
                <a16:creationId xmlns:a16="http://schemas.microsoft.com/office/drawing/2014/main" id="{BEC08067-2BB3-4BDF-85A5-4C9EC9CFEA0B}"/>
              </a:ext>
            </a:extLst>
          </p:cNvPr>
          <p:cNvSpPr>
            <a:spLocks noEditPoints="1"/>
          </p:cNvSpPr>
          <p:nvPr/>
        </p:nvSpPr>
        <p:spPr bwMode="auto">
          <a:xfrm>
            <a:off x="6950075" y="1989138"/>
            <a:ext cx="628650" cy="654050"/>
          </a:xfrm>
          <a:custGeom>
            <a:avLst/>
            <a:gdLst>
              <a:gd name="T0" fmla="*/ 59 w 159"/>
              <a:gd name="T1" fmla="*/ 17 h 165"/>
              <a:gd name="T2" fmla="*/ 139 w 159"/>
              <a:gd name="T3" fmla="*/ 66 h 165"/>
              <a:gd name="T4" fmla="*/ 159 w 159"/>
              <a:gd name="T5" fmla="*/ 106 h 165"/>
              <a:gd name="T6" fmla="*/ 142 w 159"/>
              <a:gd name="T7" fmla="*/ 106 h 165"/>
              <a:gd name="T8" fmla="*/ 142 w 159"/>
              <a:gd name="T9" fmla="*/ 133 h 165"/>
              <a:gd name="T10" fmla="*/ 134 w 159"/>
              <a:gd name="T11" fmla="*/ 142 h 165"/>
              <a:gd name="T12" fmla="*/ 116 w 159"/>
              <a:gd name="T13" fmla="*/ 142 h 165"/>
              <a:gd name="T14" fmla="*/ 116 w 159"/>
              <a:gd name="T15" fmla="*/ 165 h 165"/>
              <a:gd name="T16" fmla="*/ 42 w 159"/>
              <a:gd name="T17" fmla="*/ 165 h 165"/>
              <a:gd name="T18" fmla="*/ 42 w 159"/>
              <a:gd name="T19" fmla="*/ 141 h 165"/>
              <a:gd name="T20" fmla="*/ 34 w 159"/>
              <a:gd name="T21" fmla="*/ 124 h 165"/>
              <a:gd name="T22" fmla="*/ 89 w 159"/>
              <a:gd name="T23" fmla="*/ 75 h 165"/>
              <a:gd name="T24" fmla="*/ 89 w 159"/>
              <a:gd name="T25" fmla="*/ 63 h 165"/>
              <a:gd name="T26" fmla="*/ 76 w 159"/>
              <a:gd name="T27" fmla="*/ 58 h 165"/>
              <a:gd name="T28" fmla="*/ 74 w 159"/>
              <a:gd name="T29" fmla="*/ 54 h 165"/>
              <a:gd name="T30" fmla="*/ 80 w 159"/>
              <a:gd name="T31" fmla="*/ 41 h 165"/>
              <a:gd name="T32" fmla="*/ 72 w 159"/>
              <a:gd name="T33" fmla="*/ 33 h 165"/>
              <a:gd name="T34" fmla="*/ 59 w 159"/>
              <a:gd name="T35" fmla="*/ 39 h 165"/>
              <a:gd name="T36" fmla="*/ 55 w 159"/>
              <a:gd name="T37" fmla="*/ 37 h 165"/>
              <a:gd name="T38" fmla="*/ 50 w 159"/>
              <a:gd name="T39" fmla="*/ 24 h 165"/>
              <a:gd name="T40" fmla="*/ 39 w 159"/>
              <a:gd name="T41" fmla="*/ 24 h 165"/>
              <a:gd name="T42" fmla="*/ 34 w 159"/>
              <a:gd name="T43" fmla="*/ 37 h 165"/>
              <a:gd name="T44" fmla="*/ 29 w 159"/>
              <a:gd name="T45" fmla="*/ 39 h 165"/>
              <a:gd name="T46" fmla="*/ 17 w 159"/>
              <a:gd name="T47" fmla="*/ 33 h 165"/>
              <a:gd name="T48" fmla="*/ 9 w 159"/>
              <a:gd name="T49" fmla="*/ 41 h 165"/>
              <a:gd name="T50" fmla="*/ 14 w 159"/>
              <a:gd name="T51" fmla="*/ 54 h 165"/>
              <a:gd name="T52" fmla="*/ 12 w 159"/>
              <a:gd name="T53" fmla="*/ 58 h 165"/>
              <a:gd name="T54" fmla="*/ 0 w 159"/>
              <a:gd name="T55" fmla="*/ 63 h 165"/>
              <a:gd name="T56" fmla="*/ 0 w 159"/>
              <a:gd name="T57" fmla="*/ 75 h 165"/>
              <a:gd name="T58" fmla="*/ 12 w 159"/>
              <a:gd name="T59" fmla="*/ 80 h 165"/>
              <a:gd name="T60" fmla="*/ 14 w 159"/>
              <a:gd name="T61" fmla="*/ 84 h 165"/>
              <a:gd name="T62" fmla="*/ 9 w 159"/>
              <a:gd name="T63" fmla="*/ 97 h 165"/>
              <a:gd name="T64" fmla="*/ 17 w 159"/>
              <a:gd name="T65" fmla="*/ 104 h 165"/>
              <a:gd name="T66" fmla="*/ 29 w 159"/>
              <a:gd name="T67" fmla="*/ 99 h 165"/>
              <a:gd name="T68" fmla="*/ 34 w 159"/>
              <a:gd name="T69" fmla="*/ 101 h 165"/>
              <a:gd name="T70" fmla="*/ 39 w 159"/>
              <a:gd name="T71" fmla="*/ 114 h 165"/>
              <a:gd name="T72" fmla="*/ 50 w 159"/>
              <a:gd name="T73" fmla="*/ 114 h 165"/>
              <a:gd name="T74" fmla="*/ 55 w 159"/>
              <a:gd name="T75" fmla="*/ 101 h 165"/>
              <a:gd name="T76" fmla="*/ 59 w 159"/>
              <a:gd name="T77" fmla="*/ 99 h 165"/>
              <a:gd name="T78" fmla="*/ 72 w 159"/>
              <a:gd name="T79" fmla="*/ 104 h 165"/>
              <a:gd name="T80" fmla="*/ 80 w 159"/>
              <a:gd name="T81" fmla="*/ 97 h 165"/>
              <a:gd name="T82" fmla="*/ 74 w 159"/>
              <a:gd name="T83" fmla="*/ 84 h 165"/>
              <a:gd name="T84" fmla="*/ 76 w 159"/>
              <a:gd name="T85" fmla="*/ 80 h 165"/>
              <a:gd name="T86" fmla="*/ 89 w 159"/>
              <a:gd name="T87" fmla="*/ 75 h 165"/>
              <a:gd name="T88" fmla="*/ 44 w 159"/>
              <a:gd name="T89" fmla="*/ 50 h 165"/>
              <a:gd name="T90" fmla="*/ 25 w 159"/>
              <a:gd name="T91" fmla="*/ 69 h 165"/>
              <a:gd name="T92" fmla="*/ 44 w 159"/>
              <a:gd name="T93" fmla="*/ 88 h 165"/>
              <a:gd name="T94" fmla="*/ 63 w 159"/>
              <a:gd name="T95" fmla="*/ 69 h 165"/>
              <a:gd name="T96" fmla="*/ 44 w 159"/>
              <a:gd name="T97" fmla="*/ 50 h 165"/>
              <a:gd name="T98" fmla="*/ 116 w 159"/>
              <a:gd name="T99" fmla="*/ 142 h 165"/>
              <a:gd name="T100" fmla="*/ 105 w 159"/>
              <a:gd name="T101"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65">
                <a:moveTo>
                  <a:pt x="59" y="17"/>
                </a:moveTo>
                <a:cubicBezTo>
                  <a:pt x="147" y="0"/>
                  <a:pt x="139" y="66"/>
                  <a:pt x="139" y="66"/>
                </a:cubicBezTo>
                <a:cubicBezTo>
                  <a:pt x="159" y="106"/>
                  <a:pt x="159" y="106"/>
                  <a:pt x="159" y="106"/>
                </a:cubicBezTo>
                <a:cubicBezTo>
                  <a:pt x="142" y="106"/>
                  <a:pt x="142" y="106"/>
                  <a:pt x="142" y="106"/>
                </a:cubicBezTo>
                <a:cubicBezTo>
                  <a:pt x="142" y="133"/>
                  <a:pt x="142" y="133"/>
                  <a:pt x="142" y="133"/>
                </a:cubicBezTo>
                <a:cubicBezTo>
                  <a:pt x="142" y="138"/>
                  <a:pt x="139" y="142"/>
                  <a:pt x="134" y="142"/>
                </a:cubicBezTo>
                <a:cubicBezTo>
                  <a:pt x="116" y="142"/>
                  <a:pt x="116" y="142"/>
                  <a:pt x="116" y="142"/>
                </a:cubicBezTo>
                <a:cubicBezTo>
                  <a:pt x="116" y="165"/>
                  <a:pt x="116" y="165"/>
                  <a:pt x="116" y="165"/>
                </a:cubicBezTo>
                <a:moveTo>
                  <a:pt x="42" y="165"/>
                </a:moveTo>
                <a:cubicBezTo>
                  <a:pt x="42" y="141"/>
                  <a:pt x="42" y="141"/>
                  <a:pt x="42" y="141"/>
                </a:cubicBezTo>
                <a:cubicBezTo>
                  <a:pt x="34" y="124"/>
                  <a:pt x="34" y="124"/>
                  <a:pt x="34" y="124"/>
                </a:cubicBezTo>
                <a:moveTo>
                  <a:pt x="89" y="75"/>
                </a:moveTo>
                <a:cubicBezTo>
                  <a:pt x="89" y="63"/>
                  <a:pt x="89" y="63"/>
                  <a:pt x="89" y="63"/>
                </a:cubicBezTo>
                <a:cubicBezTo>
                  <a:pt x="76" y="58"/>
                  <a:pt x="76" y="58"/>
                  <a:pt x="76" y="58"/>
                </a:cubicBezTo>
                <a:cubicBezTo>
                  <a:pt x="75" y="57"/>
                  <a:pt x="75" y="55"/>
                  <a:pt x="74" y="54"/>
                </a:cubicBezTo>
                <a:cubicBezTo>
                  <a:pt x="80" y="41"/>
                  <a:pt x="80" y="41"/>
                  <a:pt x="80" y="41"/>
                </a:cubicBezTo>
                <a:cubicBezTo>
                  <a:pt x="72" y="33"/>
                  <a:pt x="72" y="33"/>
                  <a:pt x="72" y="33"/>
                </a:cubicBezTo>
                <a:cubicBezTo>
                  <a:pt x="59" y="39"/>
                  <a:pt x="59" y="39"/>
                  <a:pt x="59" y="39"/>
                </a:cubicBezTo>
                <a:cubicBezTo>
                  <a:pt x="58" y="38"/>
                  <a:pt x="56" y="38"/>
                  <a:pt x="55" y="37"/>
                </a:cubicBezTo>
                <a:cubicBezTo>
                  <a:pt x="50" y="24"/>
                  <a:pt x="50" y="24"/>
                  <a:pt x="50" y="24"/>
                </a:cubicBezTo>
                <a:cubicBezTo>
                  <a:pt x="39" y="24"/>
                  <a:pt x="39" y="24"/>
                  <a:pt x="39" y="24"/>
                </a:cubicBezTo>
                <a:cubicBezTo>
                  <a:pt x="34" y="37"/>
                  <a:pt x="34" y="37"/>
                  <a:pt x="34" y="37"/>
                </a:cubicBezTo>
                <a:cubicBezTo>
                  <a:pt x="32" y="38"/>
                  <a:pt x="31" y="38"/>
                  <a:pt x="29" y="39"/>
                </a:cubicBezTo>
                <a:cubicBezTo>
                  <a:pt x="17" y="33"/>
                  <a:pt x="17" y="33"/>
                  <a:pt x="17" y="33"/>
                </a:cubicBezTo>
                <a:cubicBezTo>
                  <a:pt x="9" y="41"/>
                  <a:pt x="9" y="41"/>
                  <a:pt x="9" y="41"/>
                </a:cubicBezTo>
                <a:cubicBezTo>
                  <a:pt x="14" y="54"/>
                  <a:pt x="14" y="54"/>
                  <a:pt x="14" y="54"/>
                </a:cubicBezTo>
                <a:cubicBezTo>
                  <a:pt x="13" y="55"/>
                  <a:pt x="13" y="57"/>
                  <a:pt x="12" y="58"/>
                </a:cubicBezTo>
                <a:cubicBezTo>
                  <a:pt x="0" y="63"/>
                  <a:pt x="0" y="63"/>
                  <a:pt x="0" y="63"/>
                </a:cubicBezTo>
                <a:cubicBezTo>
                  <a:pt x="0" y="75"/>
                  <a:pt x="0" y="75"/>
                  <a:pt x="0" y="75"/>
                </a:cubicBezTo>
                <a:cubicBezTo>
                  <a:pt x="12" y="80"/>
                  <a:pt x="12" y="80"/>
                  <a:pt x="12" y="80"/>
                </a:cubicBezTo>
                <a:cubicBezTo>
                  <a:pt x="13" y="81"/>
                  <a:pt x="13" y="83"/>
                  <a:pt x="14" y="84"/>
                </a:cubicBezTo>
                <a:cubicBezTo>
                  <a:pt x="9" y="97"/>
                  <a:pt x="9" y="97"/>
                  <a:pt x="9" y="97"/>
                </a:cubicBezTo>
                <a:cubicBezTo>
                  <a:pt x="17" y="104"/>
                  <a:pt x="17" y="104"/>
                  <a:pt x="17" y="104"/>
                </a:cubicBezTo>
                <a:cubicBezTo>
                  <a:pt x="29" y="99"/>
                  <a:pt x="29" y="99"/>
                  <a:pt x="29" y="99"/>
                </a:cubicBezTo>
                <a:cubicBezTo>
                  <a:pt x="31" y="100"/>
                  <a:pt x="32" y="100"/>
                  <a:pt x="34" y="101"/>
                </a:cubicBezTo>
                <a:cubicBezTo>
                  <a:pt x="39" y="114"/>
                  <a:pt x="39" y="114"/>
                  <a:pt x="39" y="114"/>
                </a:cubicBezTo>
                <a:cubicBezTo>
                  <a:pt x="50" y="114"/>
                  <a:pt x="50" y="114"/>
                  <a:pt x="50" y="114"/>
                </a:cubicBezTo>
                <a:cubicBezTo>
                  <a:pt x="55" y="101"/>
                  <a:pt x="55" y="101"/>
                  <a:pt x="55" y="101"/>
                </a:cubicBezTo>
                <a:cubicBezTo>
                  <a:pt x="56" y="100"/>
                  <a:pt x="58" y="100"/>
                  <a:pt x="59" y="99"/>
                </a:cubicBezTo>
                <a:cubicBezTo>
                  <a:pt x="72" y="104"/>
                  <a:pt x="72" y="104"/>
                  <a:pt x="72" y="104"/>
                </a:cubicBezTo>
                <a:cubicBezTo>
                  <a:pt x="80" y="97"/>
                  <a:pt x="80" y="97"/>
                  <a:pt x="80" y="97"/>
                </a:cubicBezTo>
                <a:cubicBezTo>
                  <a:pt x="74" y="84"/>
                  <a:pt x="74" y="84"/>
                  <a:pt x="74" y="84"/>
                </a:cubicBezTo>
                <a:cubicBezTo>
                  <a:pt x="75" y="83"/>
                  <a:pt x="75" y="81"/>
                  <a:pt x="76" y="80"/>
                </a:cubicBezTo>
                <a:lnTo>
                  <a:pt x="89" y="75"/>
                </a:lnTo>
                <a:close/>
                <a:moveTo>
                  <a:pt x="44" y="50"/>
                </a:moveTo>
                <a:cubicBezTo>
                  <a:pt x="34" y="50"/>
                  <a:pt x="25" y="59"/>
                  <a:pt x="25" y="69"/>
                </a:cubicBezTo>
                <a:cubicBezTo>
                  <a:pt x="25" y="79"/>
                  <a:pt x="34" y="88"/>
                  <a:pt x="44" y="88"/>
                </a:cubicBezTo>
                <a:cubicBezTo>
                  <a:pt x="54" y="88"/>
                  <a:pt x="63" y="79"/>
                  <a:pt x="63" y="69"/>
                </a:cubicBezTo>
                <a:cubicBezTo>
                  <a:pt x="63" y="59"/>
                  <a:pt x="54" y="50"/>
                  <a:pt x="44" y="50"/>
                </a:cubicBezTo>
                <a:close/>
                <a:moveTo>
                  <a:pt x="116" y="142"/>
                </a:moveTo>
                <a:cubicBezTo>
                  <a:pt x="105" y="142"/>
                  <a:pt x="105" y="142"/>
                  <a:pt x="105" y="142"/>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7" name="Freeform 18">
            <a:extLst>
              <a:ext uri="{FF2B5EF4-FFF2-40B4-BE49-F238E27FC236}">
                <a16:creationId xmlns:a16="http://schemas.microsoft.com/office/drawing/2014/main" id="{AA93B4AA-5D7F-4287-9579-86BBCD3C07A6}"/>
              </a:ext>
            </a:extLst>
          </p:cNvPr>
          <p:cNvSpPr>
            <a:spLocks noEditPoints="1"/>
          </p:cNvSpPr>
          <p:nvPr/>
        </p:nvSpPr>
        <p:spPr bwMode="auto">
          <a:xfrm>
            <a:off x="4522788" y="2111376"/>
            <a:ext cx="822325" cy="463550"/>
          </a:xfrm>
          <a:custGeom>
            <a:avLst/>
            <a:gdLst>
              <a:gd name="T0" fmla="*/ 49 w 208"/>
              <a:gd name="T1" fmla="*/ 96 h 117"/>
              <a:gd name="T2" fmla="*/ 49 w 208"/>
              <a:gd name="T3" fmla="*/ 87 h 117"/>
              <a:gd name="T4" fmla="*/ 60 w 208"/>
              <a:gd name="T5" fmla="*/ 76 h 117"/>
              <a:gd name="T6" fmla="*/ 68 w 208"/>
              <a:gd name="T7" fmla="*/ 82 h 117"/>
              <a:gd name="T8" fmla="*/ 58 w 208"/>
              <a:gd name="T9" fmla="*/ 95 h 117"/>
              <a:gd name="T10" fmla="*/ 127 w 208"/>
              <a:gd name="T11" fmla="*/ 85 h 117"/>
              <a:gd name="T12" fmla="*/ 152 w 208"/>
              <a:gd name="T13" fmla="*/ 96 h 117"/>
              <a:gd name="T14" fmla="*/ 153 w 208"/>
              <a:gd name="T15" fmla="*/ 85 h 117"/>
              <a:gd name="T16" fmla="*/ 127 w 208"/>
              <a:gd name="T17" fmla="*/ 104 h 117"/>
              <a:gd name="T18" fmla="*/ 139 w 208"/>
              <a:gd name="T19" fmla="*/ 105 h 117"/>
              <a:gd name="T20" fmla="*/ 141 w 208"/>
              <a:gd name="T21" fmla="*/ 96 h 117"/>
              <a:gd name="T22" fmla="*/ 113 w 208"/>
              <a:gd name="T23" fmla="*/ 112 h 117"/>
              <a:gd name="T24" fmla="*/ 125 w 208"/>
              <a:gd name="T25" fmla="*/ 113 h 117"/>
              <a:gd name="T26" fmla="*/ 127 w 208"/>
              <a:gd name="T27" fmla="*/ 104 h 117"/>
              <a:gd name="T28" fmla="*/ 97 w 208"/>
              <a:gd name="T29" fmla="*/ 115 h 117"/>
              <a:gd name="T30" fmla="*/ 111 w 208"/>
              <a:gd name="T31" fmla="*/ 114 h 117"/>
              <a:gd name="T32" fmla="*/ 66 w 208"/>
              <a:gd name="T33" fmla="*/ 105 h 117"/>
              <a:gd name="T34" fmla="*/ 80 w 208"/>
              <a:gd name="T35" fmla="*/ 80 h 117"/>
              <a:gd name="T36" fmla="*/ 71 w 208"/>
              <a:gd name="T37" fmla="*/ 80 h 117"/>
              <a:gd name="T38" fmla="*/ 57 w 208"/>
              <a:gd name="T39" fmla="*/ 105 h 117"/>
              <a:gd name="T40" fmla="*/ 66 w 208"/>
              <a:gd name="T41" fmla="*/ 105 h 117"/>
              <a:gd name="T42" fmla="*/ 91 w 208"/>
              <a:gd name="T43" fmla="*/ 96 h 117"/>
              <a:gd name="T44" fmla="*/ 86 w 208"/>
              <a:gd name="T45" fmla="*/ 85 h 117"/>
              <a:gd name="T46" fmla="*/ 69 w 208"/>
              <a:gd name="T47" fmla="*/ 102 h 117"/>
              <a:gd name="T48" fmla="*/ 74 w 208"/>
              <a:gd name="T49" fmla="*/ 112 h 117"/>
              <a:gd name="T50" fmla="*/ 96 w 208"/>
              <a:gd name="T51" fmla="*/ 109 h 117"/>
              <a:gd name="T52" fmla="*/ 97 w 208"/>
              <a:gd name="T53" fmla="*/ 98 h 117"/>
              <a:gd name="T54" fmla="*/ 89 w 208"/>
              <a:gd name="T55" fmla="*/ 98 h 117"/>
              <a:gd name="T56" fmla="*/ 81 w 208"/>
              <a:gd name="T57" fmla="*/ 116 h 117"/>
              <a:gd name="T58" fmla="*/ 90 w 208"/>
              <a:gd name="T59" fmla="*/ 115 h 117"/>
              <a:gd name="T60" fmla="*/ 179 w 208"/>
              <a:gd name="T61" fmla="*/ 0 h 117"/>
              <a:gd name="T62" fmla="*/ 173 w 208"/>
              <a:gd name="T63" fmla="*/ 70 h 117"/>
              <a:gd name="T64" fmla="*/ 208 w 208"/>
              <a:gd name="T65" fmla="*/ 56 h 117"/>
              <a:gd name="T66" fmla="*/ 112 w 208"/>
              <a:gd name="T67" fmla="*/ 30 h 117"/>
              <a:gd name="T68" fmla="*/ 102 w 208"/>
              <a:gd name="T69" fmla="*/ 31 h 117"/>
              <a:gd name="T70" fmla="*/ 72 w 208"/>
              <a:gd name="T71" fmla="*/ 45 h 117"/>
              <a:gd name="T72" fmla="*/ 99 w 208"/>
              <a:gd name="T73" fmla="*/ 53 h 117"/>
              <a:gd name="T74" fmla="*/ 153 w 208"/>
              <a:gd name="T75" fmla="*/ 85 h 117"/>
              <a:gd name="T76" fmla="*/ 162 w 208"/>
              <a:gd name="T77" fmla="*/ 73 h 117"/>
              <a:gd name="T78" fmla="*/ 153 w 208"/>
              <a:gd name="T79" fmla="*/ 85 h 117"/>
              <a:gd name="T80" fmla="*/ 53 w 208"/>
              <a:gd name="T81" fmla="*/ 83 h 117"/>
              <a:gd name="T82" fmla="*/ 30 w 208"/>
              <a:gd name="T83" fmla="*/ 78 h 117"/>
              <a:gd name="T84" fmla="*/ 43 w 208"/>
              <a:gd name="T85" fmla="*/ 0 h 117"/>
              <a:gd name="T86" fmla="*/ 50 w 208"/>
              <a:gd name="T87" fmla="*/ 85 h 117"/>
              <a:gd name="T88" fmla="*/ 69 w 208"/>
              <a:gd name="T89" fmla="*/ 2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8" h="117">
                <a:moveTo>
                  <a:pt x="54" y="97"/>
                </a:moveTo>
                <a:cubicBezTo>
                  <a:pt x="52" y="98"/>
                  <a:pt x="50" y="97"/>
                  <a:pt x="49" y="96"/>
                </a:cubicBezTo>
                <a:cubicBezTo>
                  <a:pt x="48" y="95"/>
                  <a:pt x="47" y="93"/>
                  <a:pt x="47" y="91"/>
                </a:cubicBezTo>
                <a:cubicBezTo>
                  <a:pt x="47" y="90"/>
                  <a:pt x="47" y="88"/>
                  <a:pt x="49" y="87"/>
                </a:cubicBezTo>
                <a:cubicBezTo>
                  <a:pt x="57" y="78"/>
                  <a:pt x="57" y="78"/>
                  <a:pt x="57" y="78"/>
                </a:cubicBezTo>
                <a:cubicBezTo>
                  <a:pt x="58" y="77"/>
                  <a:pt x="59" y="76"/>
                  <a:pt x="60" y="76"/>
                </a:cubicBezTo>
                <a:cubicBezTo>
                  <a:pt x="62" y="76"/>
                  <a:pt x="64" y="76"/>
                  <a:pt x="66" y="77"/>
                </a:cubicBezTo>
                <a:cubicBezTo>
                  <a:pt x="67" y="78"/>
                  <a:pt x="67" y="80"/>
                  <a:pt x="68" y="82"/>
                </a:cubicBezTo>
                <a:cubicBezTo>
                  <a:pt x="68" y="83"/>
                  <a:pt x="67" y="85"/>
                  <a:pt x="66" y="86"/>
                </a:cubicBezTo>
                <a:cubicBezTo>
                  <a:pt x="58" y="95"/>
                  <a:pt x="58" y="95"/>
                  <a:pt x="58" y="95"/>
                </a:cubicBezTo>
                <a:cubicBezTo>
                  <a:pt x="57" y="96"/>
                  <a:pt x="56" y="97"/>
                  <a:pt x="54" y="97"/>
                </a:cubicBezTo>
                <a:close/>
                <a:moveTo>
                  <a:pt x="127" y="85"/>
                </a:moveTo>
                <a:cubicBezTo>
                  <a:pt x="127" y="85"/>
                  <a:pt x="142" y="98"/>
                  <a:pt x="146" y="98"/>
                </a:cubicBezTo>
                <a:cubicBezTo>
                  <a:pt x="149" y="99"/>
                  <a:pt x="150" y="97"/>
                  <a:pt x="152" y="96"/>
                </a:cubicBezTo>
                <a:cubicBezTo>
                  <a:pt x="154" y="94"/>
                  <a:pt x="155" y="92"/>
                  <a:pt x="155" y="90"/>
                </a:cubicBezTo>
                <a:cubicBezTo>
                  <a:pt x="154" y="88"/>
                  <a:pt x="154" y="86"/>
                  <a:pt x="153" y="85"/>
                </a:cubicBezTo>
                <a:moveTo>
                  <a:pt x="114" y="93"/>
                </a:moveTo>
                <a:cubicBezTo>
                  <a:pt x="127" y="104"/>
                  <a:pt x="127" y="104"/>
                  <a:pt x="127" y="104"/>
                </a:cubicBezTo>
                <a:cubicBezTo>
                  <a:pt x="129" y="106"/>
                  <a:pt x="131" y="107"/>
                  <a:pt x="133" y="107"/>
                </a:cubicBezTo>
                <a:cubicBezTo>
                  <a:pt x="135" y="107"/>
                  <a:pt x="137" y="106"/>
                  <a:pt x="139" y="105"/>
                </a:cubicBezTo>
                <a:cubicBezTo>
                  <a:pt x="141" y="103"/>
                  <a:pt x="142" y="101"/>
                  <a:pt x="142" y="98"/>
                </a:cubicBezTo>
                <a:cubicBezTo>
                  <a:pt x="142" y="98"/>
                  <a:pt x="141" y="97"/>
                  <a:pt x="141" y="96"/>
                </a:cubicBezTo>
                <a:moveTo>
                  <a:pt x="107" y="107"/>
                </a:moveTo>
                <a:cubicBezTo>
                  <a:pt x="113" y="112"/>
                  <a:pt x="113" y="112"/>
                  <a:pt x="113" y="112"/>
                </a:cubicBezTo>
                <a:cubicBezTo>
                  <a:pt x="115" y="114"/>
                  <a:pt x="117" y="115"/>
                  <a:pt x="119" y="115"/>
                </a:cubicBezTo>
                <a:cubicBezTo>
                  <a:pt x="121" y="115"/>
                  <a:pt x="123" y="115"/>
                  <a:pt x="125" y="113"/>
                </a:cubicBezTo>
                <a:cubicBezTo>
                  <a:pt x="127" y="112"/>
                  <a:pt x="128" y="109"/>
                  <a:pt x="128" y="107"/>
                </a:cubicBezTo>
                <a:cubicBezTo>
                  <a:pt x="128" y="106"/>
                  <a:pt x="128" y="105"/>
                  <a:pt x="127" y="104"/>
                </a:cubicBezTo>
                <a:moveTo>
                  <a:pt x="93" y="112"/>
                </a:moveTo>
                <a:cubicBezTo>
                  <a:pt x="97" y="115"/>
                  <a:pt x="97" y="115"/>
                  <a:pt x="97" y="115"/>
                </a:cubicBezTo>
                <a:cubicBezTo>
                  <a:pt x="98" y="115"/>
                  <a:pt x="101" y="116"/>
                  <a:pt x="105" y="116"/>
                </a:cubicBezTo>
                <a:cubicBezTo>
                  <a:pt x="107" y="116"/>
                  <a:pt x="109" y="115"/>
                  <a:pt x="111" y="114"/>
                </a:cubicBezTo>
                <a:cubicBezTo>
                  <a:pt x="111" y="113"/>
                  <a:pt x="112" y="112"/>
                  <a:pt x="112" y="112"/>
                </a:cubicBezTo>
                <a:moveTo>
                  <a:pt x="66" y="105"/>
                </a:moveTo>
                <a:cubicBezTo>
                  <a:pt x="80" y="89"/>
                  <a:pt x="80" y="89"/>
                  <a:pt x="80" y="89"/>
                </a:cubicBezTo>
                <a:cubicBezTo>
                  <a:pt x="83" y="86"/>
                  <a:pt x="83" y="82"/>
                  <a:pt x="80" y="80"/>
                </a:cubicBezTo>
                <a:cubicBezTo>
                  <a:pt x="79" y="79"/>
                  <a:pt x="77" y="78"/>
                  <a:pt x="75" y="78"/>
                </a:cubicBezTo>
                <a:cubicBezTo>
                  <a:pt x="73" y="79"/>
                  <a:pt x="72" y="79"/>
                  <a:pt x="71" y="80"/>
                </a:cubicBezTo>
                <a:cubicBezTo>
                  <a:pt x="57" y="96"/>
                  <a:pt x="57" y="96"/>
                  <a:pt x="57" y="96"/>
                </a:cubicBezTo>
                <a:cubicBezTo>
                  <a:pt x="55" y="99"/>
                  <a:pt x="55" y="103"/>
                  <a:pt x="57" y="105"/>
                </a:cubicBezTo>
                <a:cubicBezTo>
                  <a:pt x="59" y="106"/>
                  <a:pt x="61" y="107"/>
                  <a:pt x="62" y="107"/>
                </a:cubicBezTo>
                <a:cubicBezTo>
                  <a:pt x="64" y="106"/>
                  <a:pt x="65" y="106"/>
                  <a:pt x="66" y="105"/>
                </a:cubicBezTo>
                <a:close/>
                <a:moveTo>
                  <a:pt x="78" y="110"/>
                </a:moveTo>
                <a:cubicBezTo>
                  <a:pt x="91" y="96"/>
                  <a:pt x="91" y="96"/>
                  <a:pt x="91" y="96"/>
                </a:cubicBezTo>
                <a:cubicBezTo>
                  <a:pt x="93" y="93"/>
                  <a:pt x="93" y="89"/>
                  <a:pt x="91" y="87"/>
                </a:cubicBezTo>
                <a:cubicBezTo>
                  <a:pt x="89" y="86"/>
                  <a:pt x="87" y="85"/>
                  <a:pt x="86" y="85"/>
                </a:cubicBezTo>
                <a:cubicBezTo>
                  <a:pt x="84" y="85"/>
                  <a:pt x="83" y="86"/>
                  <a:pt x="82" y="87"/>
                </a:cubicBezTo>
                <a:cubicBezTo>
                  <a:pt x="69" y="102"/>
                  <a:pt x="69" y="102"/>
                  <a:pt x="69" y="102"/>
                </a:cubicBezTo>
                <a:cubicBezTo>
                  <a:pt x="66" y="104"/>
                  <a:pt x="67" y="108"/>
                  <a:pt x="69" y="111"/>
                </a:cubicBezTo>
                <a:cubicBezTo>
                  <a:pt x="71" y="112"/>
                  <a:pt x="72" y="112"/>
                  <a:pt x="74" y="112"/>
                </a:cubicBezTo>
                <a:cubicBezTo>
                  <a:pt x="76" y="112"/>
                  <a:pt x="77" y="111"/>
                  <a:pt x="78" y="110"/>
                </a:cubicBezTo>
                <a:close/>
                <a:moveTo>
                  <a:pt x="96" y="109"/>
                </a:moveTo>
                <a:cubicBezTo>
                  <a:pt x="98" y="107"/>
                  <a:pt x="98" y="107"/>
                  <a:pt x="98" y="107"/>
                </a:cubicBezTo>
                <a:cubicBezTo>
                  <a:pt x="100" y="104"/>
                  <a:pt x="100" y="100"/>
                  <a:pt x="97" y="98"/>
                </a:cubicBezTo>
                <a:cubicBezTo>
                  <a:pt x="96" y="97"/>
                  <a:pt x="94" y="96"/>
                  <a:pt x="92" y="96"/>
                </a:cubicBezTo>
                <a:cubicBezTo>
                  <a:pt x="91" y="97"/>
                  <a:pt x="90" y="97"/>
                  <a:pt x="89" y="98"/>
                </a:cubicBezTo>
                <a:cubicBezTo>
                  <a:pt x="81" y="107"/>
                  <a:pt x="81" y="107"/>
                  <a:pt x="81" y="107"/>
                </a:cubicBezTo>
                <a:cubicBezTo>
                  <a:pt x="79" y="109"/>
                  <a:pt x="79" y="113"/>
                  <a:pt x="81" y="116"/>
                </a:cubicBezTo>
                <a:cubicBezTo>
                  <a:pt x="83" y="117"/>
                  <a:pt x="85" y="117"/>
                  <a:pt x="87" y="117"/>
                </a:cubicBezTo>
                <a:cubicBezTo>
                  <a:pt x="88" y="117"/>
                  <a:pt x="89" y="116"/>
                  <a:pt x="90" y="115"/>
                </a:cubicBezTo>
                <a:lnTo>
                  <a:pt x="96" y="109"/>
                </a:lnTo>
                <a:close/>
                <a:moveTo>
                  <a:pt x="179" y="0"/>
                </a:moveTo>
                <a:cubicBezTo>
                  <a:pt x="166" y="7"/>
                  <a:pt x="147" y="18"/>
                  <a:pt x="143" y="19"/>
                </a:cubicBezTo>
                <a:cubicBezTo>
                  <a:pt x="146" y="24"/>
                  <a:pt x="158" y="44"/>
                  <a:pt x="173" y="70"/>
                </a:cubicBezTo>
                <a:cubicBezTo>
                  <a:pt x="175" y="73"/>
                  <a:pt x="175" y="73"/>
                  <a:pt x="175" y="73"/>
                </a:cubicBezTo>
                <a:cubicBezTo>
                  <a:pt x="208" y="56"/>
                  <a:pt x="208" y="56"/>
                  <a:pt x="208" y="56"/>
                </a:cubicBezTo>
                <a:moveTo>
                  <a:pt x="148" y="27"/>
                </a:moveTo>
                <a:cubicBezTo>
                  <a:pt x="131" y="20"/>
                  <a:pt x="122" y="30"/>
                  <a:pt x="112" y="30"/>
                </a:cubicBezTo>
                <a:cubicBezTo>
                  <a:pt x="108" y="30"/>
                  <a:pt x="105" y="30"/>
                  <a:pt x="103" y="31"/>
                </a:cubicBezTo>
                <a:cubicBezTo>
                  <a:pt x="103" y="31"/>
                  <a:pt x="103" y="31"/>
                  <a:pt x="102" y="31"/>
                </a:cubicBezTo>
                <a:cubicBezTo>
                  <a:pt x="102" y="31"/>
                  <a:pt x="101" y="31"/>
                  <a:pt x="100" y="31"/>
                </a:cubicBezTo>
                <a:cubicBezTo>
                  <a:pt x="72" y="45"/>
                  <a:pt x="72" y="45"/>
                  <a:pt x="72" y="45"/>
                </a:cubicBezTo>
                <a:cubicBezTo>
                  <a:pt x="59" y="52"/>
                  <a:pt x="72" y="62"/>
                  <a:pt x="76" y="61"/>
                </a:cubicBezTo>
                <a:cubicBezTo>
                  <a:pt x="80" y="60"/>
                  <a:pt x="91" y="56"/>
                  <a:pt x="99" y="53"/>
                </a:cubicBezTo>
                <a:cubicBezTo>
                  <a:pt x="103" y="51"/>
                  <a:pt x="109" y="51"/>
                  <a:pt x="112" y="54"/>
                </a:cubicBezTo>
                <a:cubicBezTo>
                  <a:pt x="125" y="63"/>
                  <a:pt x="151" y="83"/>
                  <a:pt x="153" y="85"/>
                </a:cubicBezTo>
                <a:moveTo>
                  <a:pt x="171" y="67"/>
                </a:moveTo>
                <a:cubicBezTo>
                  <a:pt x="169" y="69"/>
                  <a:pt x="164" y="72"/>
                  <a:pt x="162" y="73"/>
                </a:cubicBezTo>
                <a:cubicBezTo>
                  <a:pt x="161" y="74"/>
                  <a:pt x="160" y="76"/>
                  <a:pt x="159" y="77"/>
                </a:cubicBezTo>
                <a:cubicBezTo>
                  <a:pt x="157" y="80"/>
                  <a:pt x="155" y="84"/>
                  <a:pt x="153" y="85"/>
                </a:cubicBezTo>
                <a:moveTo>
                  <a:pt x="53" y="83"/>
                </a:moveTo>
                <a:cubicBezTo>
                  <a:pt x="53" y="83"/>
                  <a:pt x="53" y="83"/>
                  <a:pt x="53" y="83"/>
                </a:cubicBezTo>
                <a:moveTo>
                  <a:pt x="0" y="53"/>
                </a:moveTo>
                <a:cubicBezTo>
                  <a:pt x="30" y="78"/>
                  <a:pt x="30" y="78"/>
                  <a:pt x="30" y="78"/>
                </a:cubicBezTo>
                <a:cubicBezTo>
                  <a:pt x="72" y="24"/>
                  <a:pt x="72" y="24"/>
                  <a:pt x="72" y="24"/>
                </a:cubicBezTo>
                <a:cubicBezTo>
                  <a:pt x="43" y="0"/>
                  <a:pt x="43" y="0"/>
                  <a:pt x="43" y="0"/>
                </a:cubicBezTo>
                <a:moveTo>
                  <a:pt x="33" y="74"/>
                </a:moveTo>
                <a:cubicBezTo>
                  <a:pt x="42" y="80"/>
                  <a:pt x="50" y="85"/>
                  <a:pt x="50" y="85"/>
                </a:cubicBezTo>
                <a:moveTo>
                  <a:pt x="89" y="36"/>
                </a:moveTo>
                <a:cubicBezTo>
                  <a:pt x="86" y="34"/>
                  <a:pt x="77" y="31"/>
                  <a:pt x="69" y="29"/>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8" name="Freeform 19">
            <a:extLst>
              <a:ext uri="{FF2B5EF4-FFF2-40B4-BE49-F238E27FC236}">
                <a16:creationId xmlns:a16="http://schemas.microsoft.com/office/drawing/2014/main" id="{6CDDB992-7F3A-45FA-9690-375CB5ED385E}"/>
              </a:ext>
            </a:extLst>
          </p:cNvPr>
          <p:cNvSpPr>
            <a:spLocks noEditPoints="1"/>
          </p:cNvSpPr>
          <p:nvPr/>
        </p:nvSpPr>
        <p:spPr bwMode="auto">
          <a:xfrm>
            <a:off x="2289175" y="2092326"/>
            <a:ext cx="633413" cy="506413"/>
          </a:xfrm>
          <a:custGeom>
            <a:avLst/>
            <a:gdLst>
              <a:gd name="T0" fmla="*/ 160 w 160"/>
              <a:gd name="T1" fmla="*/ 128 h 128"/>
              <a:gd name="T2" fmla="*/ 0 w 160"/>
              <a:gd name="T3" fmla="*/ 128 h 128"/>
              <a:gd name="T4" fmla="*/ 39 w 160"/>
              <a:gd name="T5" fmla="*/ 93 h 128"/>
              <a:gd name="T6" fmla="*/ 17 w 160"/>
              <a:gd name="T7" fmla="*/ 93 h 128"/>
              <a:gd name="T8" fmla="*/ 17 w 160"/>
              <a:gd name="T9" fmla="*/ 128 h 128"/>
              <a:gd name="T10" fmla="*/ 39 w 160"/>
              <a:gd name="T11" fmla="*/ 128 h 128"/>
              <a:gd name="T12" fmla="*/ 39 w 160"/>
              <a:gd name="T13" fmla="*/ 93 h 128"/>
              <a:gd name="T14" fmla="*/ 74 w 160"/>
              <a:gd name="T15" fmla="*/ 59 h 128"/>
              <a:gd name="T16" fmla="*/ 52 w 160"/>
              <a:gd name="T17" fmla="*/ 59 h 128"/>
              <a:gd name="T18" fmla="*/ 52 w 160"/>
              <a:gd name="T19" fmla="*/ 128 h 128"/>
              <a:gd name="T20" fmla="*/ 74 w 160"/>
              <a:gd name="T21" fmla="*/ 128 h 128"/>
              <a:gd name="T22" fmla="*/ 74 w 160"/>
              <a:gd name="T23" fmla="*/ 59 h 128"/>
              <a:gd name="T24" fmla="*/ 108 w 160"/>
              <a:gd name="T25" fmla="*/ 74 h 128"/>
              <a:gd name="T26" fmla="*/ 86 w 160"/>
              <a:gd name="T27" fmla="*/ 74 h 128"/>
              <a:gd name="T28" fmla="*/ 86 w 160"/>
              <a:gd name="T29" fmla="*/ 128 h 128"/>
              <a:gd name="T30" fmla="*/ 108 w 160"/>
              <a:gd name="T31" fmla="*/ 128 h 128"/>
              <a:gd name="T32" fmla="*/ 108 w 160"/>
              <a:gd name="T33" fmla="*/ 74 h 128"/>
              <a:gd name="T34" fmla="*/ 142 w 160"/>
              <a:gd name="T35" fmla="*/ 39 h 128"/>
              <a:gd name="T36" fmla="*/ 121 w 160"/>
              <a:gd name="T37" fmla="*/ 39 h 128"/>
              <a:gd name="T38" fmla="*/ 121 w 160"/>
              <a:gd name="T39" fmla="*/ 128 h 128"/>
              <a:gd name="T40" fmla="*/ 142 w 160"/>
              <a:gd name="T41" fmla="*/ 128 h 128"/>
              <a:gd name="T42" fmla="*/ 142 w 160"/>
              <a:gd name="T43" fmla="*/ 39 h 128"/>
              <a:gd name="T44" fmla="*/ 28 w 160"/>
              <a:gd name="T45" fmla="*/ 55 h 128"/>
              <a:gd name="T46" fmla="*/ 22 w 160"/>
              <a:gd name="T47" fmla="*/ 62 h 128"/>
              <a:gd name="T48" fmla="*/ 28 w 160"/>
              <a:gd name="T49" fmla="*/ 68 h 128"/>
              <a:gd name="T50" fmla="*/ 34 w 160"/>
              <a:gd name="T51" fmla="*/ 62 h 128"/>
              <a:gd name="T52" fmla="*/ 28 w 160"/>
              <a:gd name="T53" fmla="*/ 55 h 128"/>
              <a:gd name="T54" fmla="*/ 63 w 160"/>
              <a:gd name="T55" fmla="*/ 23 h 128"/>
              <a:gd name="T56" fmla="*/ 56 w 160"/>
              <a:gd name="T57" fmla="*/ 29 h 128"/>
              <a:gd name="T58" fmla="*/ 63 w 160"/>
              <a:gd name="T59" fmla="*/ 35 h 128"/>
              <a:gd name="T60" fmla="*/ 69 w 160"/>
              <a:gd name="T61" fmla="*/ 29 h 128"/>
              <a:gd name="T62" fmla="*/ 63 w 160"/>
              <a:gd name="T63" fmla="*/ 23 h 128"/>
              <a:gd name="T64" fmla="*/ 97 w 160"/>
              <a:gd name="T65" fmla="*/ 39 h 128"/>
              <a:gd name="T66" fmla="*/ 91 w 160"/>
              <a:gd name="T67" fmla="*/ 45 h 128"/>
              <a:gd name="T68" fmla="*/ 97 w 160"/>
              <a:gd name="T69" fmla="*/ 52 h 128"/>
              <a:gd name="T70" fmla="*/ 103 w 160"/>
              <a:gd name="T71" fmla="*/ 45 h 128"/>
              <a:gd name="T72" fmla="*/ 97 w 160"/>
              <a:gd name="T73" fmla="*/ 39 h 128"/>
              <a:gd name="T74" fmla="*/ 132 w 160"/>
              <a:gd name="T75" fmla="*/ 0 h 128"/>
              <a:gd name="T76" fmla="*/ 125 w 160"/>
              <a:gd name="T77" fmla="*/ 6 h 128"/>
              <a:gd name="T78" fmla="*/ 132 w 160"/>
              <a:gd name="T79" fmla="*/ 12 h 128"/>
              <a:gd name="T80" fmla="*/ 138 w 160"/>
              <a:gd name="T81" fmla="*/ 6 h 128"/>
              <a:gd name="T82" fmla="*/ 132 w 160"/>
              <a:gd name="T83" fmla="*/ 0 h 128"/>
              <a:gd name="T84" fmla="*/ 101 w 160"/>
              <a:gd name="T85" fmla="*/ 41 h 128"/>
              <a:gd name="T86" fmla="*/ 127 w 160"/>
              <a:gd name="T87" fmla="*/ 11 h 128"/>
              <a:gd name="T88" fmla="*/ 68 w 160"/>
              <a:gd name="T89" fmla="*/ 32 h 128"/>
              <a:gd name="T90" fmla="*/ 91 w 160"/>
              <a:gd name="T91" fmla="*/ 43 h 128"/>
              <a:gd name="T92" fmla="*/ 58 w 160"/>
              <a:gd name="T93" fmla="*/ 33 h 128"/>
              <a:gd name="T94" fmla="*/ 33 w 160"/>
              <a:gd name="T95" fmla="*/ 5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0" h="128">
                <a:moveTo>
                  <a:pt x="160" y="128"/>
                </a:moveTo>
                <a:cubicBezTo>
                  <a:pt x="0" y="128"/>
                  <a:pt x="0" y="128"/>
                  <a:pt x="0" y="128"/>
                </a:cubicBezTo>
                <a:moveTo>
                  <a:pt x="39" y="93"/>
                </a:moveTo>
                <a:cubicBezTo>
                  <a:pt x="17" y="93"/>
                  <a:pt x="17" y="93"/>
                  <a:pt x="17" y="93"/>
                </a:cubicBezTo>
                <a:cubicBezTo>
                  <a:pt x="17" y="128"/>
                  <a:pt x="17" y="128"/>
                  <a:pt x="17" y="128"/>
                </a:cubicBezTo>
                <a:cubicBezTo>
                  <a:pt x="39" y="128"/>
                  <a:pt x="39" y="128"/>
                  <a:pt x="39" y="128"/>
                </a:cubicBezTo>
                <a:lnTo>
                  <a:pt x="39" y="93"/>
                </a:lnTo>
                <a:close/>
                <a:moveTo>
                  <a:pt x="74" y="59"/>
                </a:moveTo>
                <a:cubicBezTo>
                  <a:pt x="52" y="59"/>
                  <a:pt x="52" y="59"/>
                  <a:pt x="52" y="59"/>
                </a:cubicBezTo>
                <a:cubicBezTo>
                  <a:pt x="52" y="128"/>
                  <a:pt x="52" y="128"/>
                  <a:pt x="52" y="128"/>
                </a:cubicBezTo>
                <a:cubicBezTo>
                  <a:pt x="74" y="128"/>
                  <a:pt x="74" y="128"/>
                  <a:pt x="74" y="128"/>
                </a:cubicBezTo>
                <a:lnTo>
                  <a:pt x="74" y="59"/>
                </a:lnTo>
                <a:close/>
                <a:moveTo>
                  <a:pt x="108" y="74"/>
                </a:moveTo>
                <a:cubicBezTo>
                  <a:pt x="86" y="74"/>
                  <a:pt x="86" y="74"/>
                  <a:pt x="86" y="74"/>
                </a:cubicBezTo>
                <a:cubicBezTo>
                  <a:pt x="86" y="128"/>
                  <a:pt x="86" y="128"/>
                  <a:pt x="86" y="128"/>
                </a:cubicBezTo>
                <a:cubicBezTo>
                  <a:pt x="108" y="128"/>
                  <a:pt x="108" y="128"/>
                  <a:pt x="108" y="128"/>
                </a:cubicBezTo>
                <a:lnTo>
                  <a:pt x="108" y="74"/>
                </a:lnTo>
                <a:close/>
                <a:moveTo>
                  <a:pt x="142" y="39"/>
                </a:moveTo>
                <a:cubicBezTo>
                  <a:pt x="121" y="39"/>
                  <a:pt x="121" y="39"/>
                  <a:pt x="121" y="39"/>
                </a:cubicBezTo>
                <a:cubicBezTo>
                  <a:pt x="121" y="128"/>
                  <a:pt x="121" y="128"/>
                  <a:pt x="121" y="128"/>
                </a:cubicBezTo>
                <a:cubicBezTo>
                  <a:pt x="142" y="128"/>
                  <a:pt x="142" y="128"/>
                  <a:pt x="142" y="128"/>
                </a:cubicBezTo>
                <a:lnTo>
                  <a:pt x="142" y="39"/>
                </a:lnTo>
                <a:close/>
                <a:moveTo>
                  <a:pt x="28" y="55"/>
                </a:moveTo>
                <a:cubicBezTo>
                  <a:pt x="25" y="55"/>
                  <a:pt x="22" y="58"/>
                  <a:pt x="22" y="62"/>
                </a:cubicBezTo>
                <a:cubicBezTo>
                  <a:pt x="22" y="65"/>
                  <a:pt x="25" y="68"/>
                  <a:pt x="28" y="68"/>
                </a:cubicBezTo>
                <a:cubicBezTo>
                  <a:pt x="32" y="68"/>
                  <a:pt x="34" y="65"/>
                  <a:pt x="34" y="62"/>
                </a:cubicBezTo>
                <a:cubicBezTo>
                  <a:pt x="34" y="58"/>
                  <a:pt x="32" y="55"/>
                  <a:pt x="28" y="55"/>
                </a:cubicBezTo>
                <a:close/>
                <a:moveTo>
                  <a:pt x="63" y="23"/>
                </a:moveTo>
                <a:cubicBezTo>
                  <a:pt x="59" y="23"/>
                  <a:pt x="56" y="25"/>
                  <a:pt x="56" y="29"/>
                </a:cubicBezTo>
                <a:cubicBezTo>
                  <a:pt x="56" y="32"/>
                  <a:pt x="59" y="35"/>
                  <a:pt x="63" y="35"/>
                </a:cubicBezTo>
                <a:cubicBezTo>
                  <a:pt x="66" y="35"/>
                  <a:pt x="69" y="32"/>
                  <a:pt x="69" y="29"/>
                </a:cubicBezTo>
                <a:cubicBezTo>
                  <a:pt x="69" y="25"/>
                  <a:pt x="66" y="23"/>
                  <a:pt x="63" y="23"/>
                </a:cubicBezTo>
                <a:close/>
                <a:moveTo>
                  <a:pt x="97" y="39"/>
                </a:moveTo>
                <a:cubicBezTo>
                  <a:pt x="94" y="39"/>
                  <a:pt x="91" y="42"/>
                  <a:pt x="91" y="45"/>
                </a:cubicBezTo>
                <a:cubicBezTo>
                  <a:pt x="91" y="49"/>
                  <a:pt x="94" y="52"/>
                  <a:pt x="97" y="52"/>
                </a:cubicBezTo>
                <a:cubicBezTo>
                  <a:pt x="101" y="52"/>
                  <a:pt x="103" y="49"/>
                  <a:pt x="103" y="45"/>
                </a:cubicBezTo>
                <a:cubicBezTo>
                  <a:pt x="103" y="42"/>
                  <a:pt x="101" y="39"/>
                  <a:pt x="97" y="39"/>
                </a:cubicBezTo>
                <a:close/>
                <a:moveTo>
                  <a:pt x="132" y="0"/>
                </a:moveTo>
                <a:cubicBezTo>
                  <a:pt x="128" y="0"/>
                  <a:pt x="125" y="3"/>
                  <a:pt x="125" y="6"/>
                </a:cubicBezTo>
                <a:cubicBezTo>
                  <a:pt x="125" y="9"/>
                  <a:pt x="128" y="12"/>
                  <a:pt x="132" y="12"/>
                </a:cubicBezTo>
                <a:cubicBezTo>
                  <a:pt x="135" y="12"/>
                  <a:pt x="138" y="9"/>
                  <a:pt x="138" y="6"/>
                </a:cubicBezTo>
                <a:cubicBezTo>
                  <a:pt x="138" y="3"/>
                  <a:pt x="135" y="0"/>
                  <a:pt x="132" y="0"/>
                </a:cubicBezTo>
                <a:close/>
                <a:moveTo>
                  <a:pt x="101" y="41"/>
                </a:moveTo>
                <a:cubicBezTo>
                  <a:pt x="127" y="11"/>
                  <a:pt x="127" y="11"/>
                  <a:pt x="127" y="11"/>
                </a:cubicBezTo>
                <a:moveTo>
                  <a:pt x="68" y="32"/>
                </a:moveTo>
                <a:cubicBezTo>
                  <a:pt x="91" y="43"/>
                  <a:pt x="91" y="43"/>
                  <a:pt x="91" y="43"/>
                </a:cubicBezTo>
                <a:moveTo>
                  <a:pt x="58" y="33"/>
                </a:moveTo>
                <a:cubicBezTo>
                  <a:pt x="33" y="57"/>
                  <a:pt x="33" y="57"/>
                  <a:pt x="33" y="57"/>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9" name="Freeform 20">
            <a:extLst>
              <a:ext uri="{FF2B5EF4-FFF2-40B4-BE49-F238E27FC236}">
                <a16:creationId xmlns:a16="http://schemas.microsoft.com/office/drawing/2014/main" id="{B73741CE-023B-4F71-8DEC-51B7C910FA15}"/>
              </a:ext>
            </a:extLst>
          </p:cNvPr>
          <p:cNvSpPr>
            <a:spLocks noEditPoints="1"/>
          </p:cNvSpPr>
          <p:nvPr/>
        </p:nvSpPr>
        <p:spPr bwMode="auto">
          <a:xfrm>
            <a:off x="9348788" y="2055813"/>
            <a:ext cx="487363" cy="574675"/>
          </a:xfrm>
          <a:custGeom>
            <a:avLst/>
            <a:gdLst>
              <a:gd name="T0" fmla="*/ 307 w 307"/>
              <a:gd name="T1" fmla="*/ 150 h 362"/>
              <a:gd name="T2" fmla="*/ 307 w 307"/>
              <a:gd name="T3" fmla="*/ 362 h 362"/>
              <a:gd name="T4" fmla="*/ 0 w 307"/>
              <a:gd name="T5" fmla="*/ 362 h 362"/>
              <a:gd name="T6" fmla="*/ 0 w 307"/>
              <a:gd name="T7" fmla="*/ 150 h 362"/>
              <a:gd name="T8" fmla="*/ 307 w 307"/>
              <a:gd name="T9" fmla="*/ 362 h 362"/>
              <a:gd name="T10" fmla="*/ 152 w 307"/>
              <a:gd name="T11" fmla="*/ 255 h 362"/>
              <a:gd name="T12" fmla="*/ 0 w 307"/>
              <a:gd name="T13" fmla="*/ 362 h 362"/>
              <a:gd name="T14" fmla="*/ 307 w 307"/>
              <a:gd name="T15" fmla="*/ 150 h 362"/>
              <a:gd name="T16" fmla="*/ 202 w 307"/>
              <a:gd name="T17" fmla="*/ 257 h 362"/>
              <a:gd name="T18" fmla="*/ 0 w 307"/>
              <a:gd name="T19" fmla="*/ 150 h 362"/>
              <a:gd name="T20" fmla="*/ 102 w 307"/>
              <a:gd name="T21" fmla="*/ 257 h 362"/>
              <a:gd name="T22" fmla="*/ 269 w 307"/>
              <a:gd name="T23" fmla="*/ 142 h 362"/>
              <a:gd name="T24" fmla="*/ 269 w 307"/>
              <a:gd name="T25" fmla="*/ 67 h 362"/>
              <a:gd name="T26" fmla="*/ 202 w 307"/>
              <a:gd name="T27" fmla="*/ 0 h 362"/>
              <a:gd name="T28" fmla="*/ 38 w 307"/>
              <a:gd name="T29" fmla="*/ 0 h 362"/>
              <a:gd name="T30" fmla="*/ 38 w 307"/>
              <a:gd name="T31" fmla="*/ 142 h 362"/>
              <a:gd name="T32" fmla="*/ 269 w 307"/>
              <a:gd name="T33" fmla="*/ 67 h 362"/>
              <a:gd name="T34" fmla="*/ 202 w 307"/>
              <a:gd name="T35" fmla="*/ 0 h 362"/>
              <a:gd name="T36" fmla="*/ 202 w 307"/>
              <a:gd name="T37" fmla="*/ 67 h 362"/>
              <a:gd name="T38" fmla="*/ 269 w 307"/>
              <a:gd name="T39" fmla="*/ 67 h 362"/>
              <a:gd name="T40" fmla="*/ 102 w 307"/>
              <a:gd name="T41" fmla="*/ 105 h 362"/>
              <a:gd name="T42" fmla="*/ 70 w 307"/>
              <a:gd name="T43" fmla="*/ 105 h 362"/>
              <a:gd name="T44" fmla="*/ 227 w 307"/>
              <a:gd name="T45" fmla="*/ 105 h 362"/>
              <a:gd name="T46" fmla="*/ 135 w 307"/>
              <a:gd name="T47" fmla="*/ 105 h 362"/>
              <a:gd name="T48" fmla="*/ 70 w 307"/>
              <a:gd name="T49" fmla="*/ 140 h 362"/>
              <a:gd name="T50" fmla="*/ 157 w 307"/>
              <a:gd name="T51" fmla="*/ 140 h 362"/>
              <a:gd name="T52" fmla="*/ 227 w 307"/>
              <a:gd name="T53" fmla="*/ 140 h 362"/>
              <a:gd name="T54" fmla="*/ 192 w 307"/>
              <a:gd name="T55" fmla="*/ 14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7" h="362">
                <a:moveTo>
                  <a:pt x="307" y="150"/>
                </a:moveTo>
                <a:lnTo>
                  <a:pt x="307" y="362"/>
                </a:lnTo>
                <a:lnTo>
                  <a:pt x="0" y="362"/>
                </a:lnTo>
                <a:lnTo>
                  <a:pt x="0" y="150"/>
                </a:lnTo>
                <a:moveTo>
                  <a:pt x="307" y="362"/>
                </a:moveTo>
                <a:lnTo>
                  <a:pt x="152" y="255"/>
                </a:lnTo>
                <a:lnTo>
                  <a:pt x="0" y="362"/>
                </a:lnTo>
                <a:moveTo>
                  <a:pt x="307" y="150"/>
                </a:moveTo>
                <a:lnTo>
                  <a:pt x="202" y="257"/>
                </a:lnTo>
                <a:moveTo>
                  <a:pt x="0" y="150"/>
                </a:moveTo>
                <a:lnTo>
                  <a:pt x="102" y="257"/>
                </a:lnTo>
                <a:moveTo>
                  <a:pt x="269" y="142"/>
                </a:moveTo>
                <a:lnTo>
                  <a:pt x="269" y="67"/>
                </a:lnTo>
                <a:moveTo>
                  <a:pt x="202" y="0"/>
                </a:moveTo>
                <a:lnTo>
                  <a:pt x="38" y="0"/>
                </a:lnTo>
                <a:lnTo>
                  <a:pt x="38" y="142"/>
                </a:lnTo>
                <a:moveTo>
                  <a:pt x="269" y="67"/>
                </a:moveTo>
                <a:lnTo>
                  <a:pt x="202" y="0"/>
                </a:lnTo>
                <a:lnTo>
                  <a:pt x="202" y="67"/>
                </a:lnTo>
                <a:lnTo>
                  <a:pt x="269" y="67"/>
                </a:lnTo>
                <a:moveTo>
                  <a:pt x="102" y="105"/>
                </a:moveTo>
                <a:lnTo>
                  <a:pt x="70" y="105"/>
                </a:lnTo>
                <a:moveTo>
                  <a:pt x="227" y="105"/>
                </a:moveTo>
                <a:lnTo>
                  <a:pt x="135" y="105"/>
                </a:lnTo>
                <a:moveTo>
                  <a:pt x="70" y="140"/>
                </a:moveTo>
                <a:lnTo>
                  <a:pt x="157" y="140"/>
                </a:lnTo>
                <a:moveTo>
                  <a:pt x="227" y="140"/>
                </a:moveTo>
                <a:lnTo>
                  <a:pt x="192" y="14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134087738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7000">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14:bounceEnd="67000">
                                          <p:cBhvr additive="base">
                                            <p:cTn id="7" dur="1000" fill="hold"/>
                                            <p:tgtEl>
                                              <p:spTgt spid="99"/>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9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67000">
                                      <p:stCondLst>
                                        <p:cond delay="250"/>
                                      </p:stCondLst>
                                      <p:childTnLst>
                                        <p:set>
                                          <p:cBhvr>
                                            <p:cTn id="10" dur="1" fill="hold">
                                              <p:stCondLst>
                                                <p:cond delay="0"/>
                                              </p:stCondLst>
                                            </p:cTn>
                                            <p:tgtEl>
                                              <p:spTgt spid="101"/>
                                            </p:tgtEl>
                                            <p:attrNameLst>
                                              <p:attrName>style.visibility</p:attrName>
                                            </p:attrNameLst>
                                          </p:cBhvr>
                                          <p:to>
                                            <p:strVal val="visible"/>
                                          </p:to>
                                        </p:set>
                                        <p:anim calcmode="lin" valueType="num" p14:bounceEnd="67000">
                                          <p:cBhvr additive="base">
                                            <p:cTn id="11" dur="1000" fill="hold"/>
                                            <p:tgtEl>
                                              <p:spTgt spid="101"/>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0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67000">
                                      <p:stCondLst>
                                        <p:cond delay="500"/>
                                      </p:stCondLst>
                                      <p:childTnLst>
                                        <p:set>
                                          <p:cBhvr>
                                            <p:cTn id="14" dur="1" fill="hold">
                                              <p:stCondLst>
                                                <p:cond delay="0"/>
                                              </p:stCondLst>
                                            </p:cTn>
                                            <p:tgtEl>
                                              <p:spTgt spid="103"/>
                                            </p:tgtEl>
                                            <p:attrNameLst>
                                              <p:attrName>style.visibility</p:attrName>
                                            </p:attrNameLst>
                                          </p:cBhvr>
                                          <p:to>
                                            <p:strVal val="visible"/>
                                          </p:to>
                                        </p:set>
                                        <p:anim calcmode="lin" valueType="num" p14:bounceEnd="67000">
                                          <p:cBhvr additive="base">
                                            <p:cTn id="15" dur="1000" fill="hold"/>
                                            <p:tgtEl>
                                              <p:spTgt spid="103"/>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0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67000">
                                      <p:stCondLst>
                                        <p:cond delay="750"/>
                                      </p:stCondLst>
                                      <p:childTnLst>
                                        <p:set>
                                          <p:cBhvr>
                                            <p:cTn id="18" dur="1" fill="hold">
                                              <p:stCondLst>
                                                <p:cond delay="0"/>
                                              </p:stCondLst>
                                            </p:cTn>
                                            <p:tgtEl>
                                              <p:spTgt spid="130"/>
                                            </p:tgtEl>
                                            <p:attrNameLst>
                                              <p:attrName>style.visibility</p:attrName>
                                            </p:attrNameLst>
                                          </p:cBhvr>
                                          <p:to>
                                            <p:strVal val="visible"/>
                                          </p:to>
                                        </p:set>
                                        <p:anim calcmode="lin" valueType="num" p14:bounceEnd="67000">
                                          <p:cBhvr additive="base">
                                            <p:cTn id="19" dur="1000" fill="hold"/>
                                            <p:tgtEl>
                                              <p:spTgt spid="130"/>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30"/>
                                            </p:tgtEl>
                                            <p:attrNameLst>
                                              <p:attrName>ppt_y</p:attrName>
                                            </p:attrNameLst>
                                          </p:cBhvr>
                                          <p:tavLst>
                                            <p:tav tm="0">
                                              <p:val>
                                                <p:strVal val="1+#ppt_h/2"/>
                                              </p:val>
                                            </p:tav>
                                            <p:tav tm="100000">
                                              <p:val>
                                                <p:strVal val="#ppt_y"/>
                                              </p:val>
                                            </p:tav>
                                          </p:tavLst>
                                        </p:anim>
                                      </p:childTnLst>
                                    </p:cTn>
                                  </p:par>
                                  <p:par>
                                    <p:cTn id="21" presetID="2" presetClass="entr" presetSubtype="1" fill="hold" nodeType="withEffect" p14:presetBounceEnd="67000">
                                      <p:stCondLst>
                                        <p:cond delay="0"/>
                                      </p:stCondLst>
                                      <p:childTnLst>
                                        <p:set>
                                          <p:cBhvr>
                                            <p:cTn id="22" dur="1" fill="hold">
                                              <p:stCondLst>
                                                <p:cond delay="0"/>
                                              </p:stCondLst>
                                            </p:cTn>
                                            <p:tgtEl>
                                              <p:spTgt spid="145"/>
                                            </p:tgtEl>
                                            <p:attrNameLst>
                                              <p:attrName>style.visibility</p:attrName>
                                            </p:attrNameLst>
                                          </p:cBhvr>
                                          <p:to>
                                            <p:strVal val="visible"/>
                                          </p:to>
                                        </p:set>
                                        <p:anim calcmode="lin" valueType="num" p14:bounceEnd="67000">
                                          <p:cBhvr additive="base">
                                            <p:cTn id="23" dur="1000" fill="hold"/>
                                            <p:tgtEl>
                                              <p:spTgt spid="145"/>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145"/>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14:presetBounceEnd="67000">
                                      <p:stCondLst>
                                        <p:cond delay="250"/>
                                      </p:stCondLst>
                                      <p:childTnLst>
                                        <p:set>
                                          <p:cBhvr>
                                            <p:cTn id="26" dur="1" fill="hold">
                                              <p:stCondLst>
                                                <p:cond delay="0"/>
                                              </p:stCondLst>
                                            </p:cTn>
                                            <p:tgtEl>
                                              <p:spTgt spid="148"/>
                                            </p:tgtEl>
                                            <p:attrNameLst>
                                              <p:attrName>style.visibility</p:attrName>
                                            </p:attrNameLst>
                                          </p:cBhvr>
                                          <p:to>
                                            <p:strVal val="visible"/>
                                          </p:to>
                                        </p:set>
                                        <p:anim calcmode="lin" valueType="num" p14:bounceEnd="67000">
                                          <p:cBhvr additive="base">
                                            <p:cTn id="27" dur="1000" fill="hold"/>
                                            <p:tgtEl>
                                              <p:spTgt spid="148"/>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148"/>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67000">
                                      <p:stCondLst>
                                        <p:cond delay="500"/>
                                      </p:stCondLst>
                                      <p:childTnLst>
                                        <p:set>
                                          <p:cBhvr>
                                            <p:cTn id="30" dur="1" fill="hold">
                                              <p:stCondLst>
                                                <p:cond delay="0"/>
                                              </p:stCondLst>
                                            </p:cTn>
                                            <p:tgtEl>
                                              <p:spTgt spid="151"/>
                                            </p:tgtEl>
                                            <p:attrNameLst>
                                              <p:attrName>style.visibility</p:attrName>
                                            </p:attrNameLst>
                                          </p:cBhvr>
                                          <p:to>
                                            <p:strVal val="visible"/>
                                          </p:to>
                                        </p:set>
                                        <p:anim calcmode="lin" valueType="num" p14:bounceEnd="67000">
                                          <p:cBhvr additive="base">
                                            <p:cTn id="31" dur="1000" fill="hold"/>
                                            <p:tgtEl>
                                              <p:spTgt spid="151"/>
                                            </p:tgtEl>
                                            <p:attrNameLst>
                                              <p:attrName>ppt_x</p:attrName>
                                            </p:attrNameLst>
                                          </p:cBhvr>
                                          <p:tavLst>
                                            <p:tav tm="0">
                                              <p:val>
                                                <p:strVal val="#ppt_x"/>
                                              </p:val>
                                            </p:tav>
                                            <p:tav tm="100000">
                                              <p:val>
                                                <p:strVal val="#ppt_x"/>
                                              </p:val>
                                            </p:tav>
                                          </p:tavLst>
                                        </p:anim>
                                        <p:anim calcmode="lin" valueType="num" p14:bounceEnd="67000">
                                          <p:cBhvr additive="base">
                                            <p:cTn id="32" dur="1000" fill="hold"/>
                                            <p:tgtEl>
                                              <p:spTgt spid="151"/>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67000">
                                      <p:stCondLst>
                                        <p:cond delay="750"/>
                                      </p:stCondLst>
                                      <p:childTnLst>
                                        <p:set>
                                          <p:cBhvr>
                                            <p:cTn id="34" dur="1" fill="hold">
                                              <p:stCondLst>
                                                <p:cond delay="0"/>
                                              </p:stCondLst>
                                            </p:cTn>
                                            <p:tgtEl>
                                              <p:spTgt spid="154"/>
                                            </p:tgtEl>
                                            <p:attrNameLst>
                                              <p:attrName>style.visibility</p:attrName>
                                            </p:attrNameLst>
                                          </p:cBhvr>
                                          <p:to>
                                            <p:strVal val="visible"/>
                                          </p:to>
                                        </p:set>
                                        <p:anim calcmode="lin" valueType="num" p14:bounceEnd="67000">
                                          <p:cBhvr additive="base">
                                            <p:cTn id="35" dur="1000" fill="hold"/>
                                            <p:tgtEl>
                                              <p:spTgt spid="154"/>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154"/>
                                            </p:tgtEl>
                                            <p:attrNameLst>
                                              <p:attrName>ppt_y</p:attrName>
                                            </p:attrNameLst>
                                          </p:cBhvr>
                                          <p:tavLst>
                                            <p:tav tm="0">
                                              <p:val>
                                                <p:strVal val="0-#ppt_h/2"/>
                                              </p:val>
                                            </p:tav>
                                            <p:tav tm="100000">
                                              <p:val>
                                                <p:strVal val="#ppt_y"/>
                                              </p:val>
                                            </p:tav>
                                          </p:tavLst>
                                        </p:anim>
                                      </p:childTnLst>
                                    </p:cTn>
                                  </p:par>
                                  <p:par>
                                    <p:cTn id="37" presetID="53" presetClass="entr" presetSubtype="16" fill="hold" grpId="0" nodeType="withEffect">
                                      <p:stCondLst>
                                        <p:cond delay="250"/>
                                      </p:stCondLst>
                                      <p:childTnLst>
                                        <p:set>
                                          <p:cBhvr>
                                            <p:cTn id="38" dur="1" fill="hold">
                                              <p:stCondLst>
                                                <p:cond delay="0"/>
                                              </p:stCondLst>
                                            </p:cTn>
                                            <p:tgtEl>
                                              <p:spTgt spid="138"/>
                                            </p:tgtEl>
                                            <p:attrNameLst>
                                              <p:attrName>style.visibility</p:attrName>
                                            </p:attrNameLst>
                                          </p:cBhvr>
                                          <p:to>
                                            <p:strVal val="visible"/>
                                          </p:to>
                                        </p:set>
                                        <p:anim calcmode="lin" valueType="num">
                                          <p:cBhvr>
                                            <p:cTn id="39" dur="750" fill="hold"/>
                                            <p:tgtEl>
                                              <p:spTgt spid="138"/>
                                            </p:tgtEl>
                                            <p:attrNameLst>
                                              <p:attrName>ppt_w</p:attrName>
                                            </p:attrNameLst>
                                          </p:cBhvr>
                                          <p:tavLst>
                                            <p:tav tm="0">
                                              <p:val>
                                                <p:fltVal val="0"/>
                                              </p:val>
                                            </p:tav>
                                            <p:tav tm="100000">
                                              <p:val>
                                                <p:strVal val="#ppt_w"/>
                                              </p:val>
                                            </p:tav>
                                          </p:tavLst>
                                        </p:anim>
                                        <p:anim calcmode="lin" valueType="num">
                                          <p:cBhvr>
                                            <p:cTn id="40" dur="750" fill="hold"/>
                                            <p:tgtEl>
                                              <p:spTgt spid="138"/>
                                            </p:tgtEl>
                                            <p:attrNameLst>
                                              <p:attrName>ppt_h</p:attrName>
                                            </p:attrNameLst>
                                          </p:cBhvr>
                                          <p:tavLst>
                                            <p:tav tm="0">
                                              <p:val>
                                                <p:fltVal val="0"/>
                                              </p:val>
                                            </p:tav>
                                            <p:tav tm="100000">
                                              <p:val>
                                                <p:strVal val="#ppt_h"/>
                                              </p:val>
                                            </p:tav>
                                          </p:tavLst>
                                        </p:anim>
                                        <p:animEffect transition="in" filter="fade">
                                          <p:cBhvr>
                                            <p:cTn id="41" dur="750"/>
                                            <p:tgtEl>
                                              <p:spTgt spid="138"/>
                                            </p:tgtEl>
                                          </p:cBhvr>
                                        </p:animEffect>
                                      </p:childTnLst>
                                    </p:cTn>
                                  </p:par>
                                  <p:par>
                                    <p:cTn id="42" presetID="53" presetClass="entr" presetSubtype="16" fill="hold" grpId="0" nodeType="withEffect">
                                      <p:stCondLst>
                                        <p:cond delay="500"/>
                                      </p:stCondLst>
                                      <p:childTnLst>
                                        <p:set>
                                          <p:cBhvr>
                                            <p:cTn id="43" dur="1" fill="hold">
                                              <p:stCondLst>
                                                <p:cond delay="0"/>
                                              </p:stCondLst>
                                            </p:cTn>
                                            <p:tgtEl>
                                              <p:spTgt spid="137"/>
                                            </p:tgtEl>
                                            <p:attrNameLst>
                                              <p:attrName>style.visibility</p:attrName>
                                            </p:attrNameLst>
                                          </p:cBhvr>
                                          <p:to>
                                            <p:strVal val="visible"/>
                                          </p:to>
                                        </p:set>
                                        <p:anim calcmode="lin" valueType="num">
                                          <p:cBhvr>
                                            <p:cTn id="44" dur="750" fill="hold"/>
                                            <p:tgtEl>
                                              <p:spTgt spid="137"/>
                                            </p:tgtEl>
                                            <p:attrNameLst>
                                              <p:attrName>ppt_w</p:attrName>
                                            </p:attrNameLst>
                                          </p:cBhvr>
                                          <p:tavLst>
                                            <p:tav tm="0">
                                              <p:val>
                                                <p:fltVal val="0"/>
                                              </p:val>
                                            </p:tav>
                                            <p:tav tm="100000">
                                              <p:val>
                                                <p:strVal val="#ppt_w"/>
                                              </p:val>
                                            </p:tav>
                                          </p:tavLst>
                                        </p:anim>
                                        <p:anim calcmode="lin" valueType="num">
                                          <p:cBhvr>
                                            <p:cTn id="45" dur="750" fill="hold"/>
                                            <p:tgtEl>
                                              <p:spTgt spid="137"/>
                                            </p:tgtEl>
                                            <p:attrNameLst>
                                              <p:attrName>ppt_h</p:attrName>
                                            </p:attrNameLst>
                                          </p:cBhvr>
                                          <p:tavLst>
                                            <p:tav tm="0">
                                              <p:val>
                                                <p:fltVal val="0"/>
                                              </p:val>
                                            </p:tav>
                                            <p:tav tm="100000">
                                              <p:val>
                                                <p:strVal val="#ppt_h"/>
                                              </p:val>
                                            </p:tav>
                                          </p:tavLst>
                                        </p:anim>
                                        <p:animEffect transition="in" filter="fade">
                                          <p:cBhvr>
                                            <p:cTn id="46" dur="750"/>
                                            <p:tgtEl>
                                              <p:spTgt spid="137"/>
                                            </p:tgtEl>
                                          </p:cBhvr>
                                        </p:animEffect>
                                      </p:childTnLst>
                                    </p:cTn>
                                  </p:par>
                                  <p:par>
                                    <p:cTn id="47" presetID="53" presetClass="entr" presetSubtype="16" fill="hold" grpId="0" nodeType="withEffect">
                                      <p:stCondLst>
                                        <p:cond delay="750"/>
                                      </p:stCondLst>
                                      <p:childTnLst>
                                        <p:set>
                                          <p:cBhvr>
                                            <p:cTn id="48" dur="1" fill="hold">
                                              <p:stCondLst>
                                                <p:cond delay="0"/>
                                              </p:stCondLst>
                                            </p:cTn>
                                            <p:tgtEl>
                                              <p:spTgt spid="136"/>
                                            </p:tgtEl>
                                            <p:attrNameLst>
                                              <p:attrName>style.visibility</p:attrName>
                                            </p:attrNameLst>
                                          </p:cBhvr>
                                          <p:to>
                                            <p:strVal val="visible"/>
                                          </p:to>
                                        </p:set>
                                        <p:anim calcmode="lin" valueType="num">
                                          <p:cBhvr>
                                            <p:cTn id="49" dur="750" fill="hold"/>
                                            <p:tgtEl>
                                              <p:spTgt spid="136"/>
                                            </p:tgtEl>
                                            <p:attrNameLst>
                                              <p:attrName>ppt_w</p:attrName>
                                            </p:attrNameLst>
                                          </p:cBhvr>
                                          <p:tavLst>
                                            <p:tav tm="0">
                                              <p:val>
                                                <p:fltVal val="0"/>
                                              </p:val>
                                            </p:tav>
                                            <p:tav tm="100000">
                                              <p:val>
                                                <p:strVal val="#ppt_w"/>
                                              </p:val>
                                            </p:tav>
                                          </p:tavLst>
                                        </p:anim>
                                        <p:anim calcmode="lin" valueType="num">
                                          <p:cBhvr>
                                            <p:cTn id="50" dur="750" fill="hold"/>
                                            <p:tgtEl>
                                              <p:spTgt spid="136"/>
                                            </p:tgtEl>
                                            <p:attrNameLst>
                                              <p:attrName>ppt_h</p:attrName>
                                            </p:attrNameLst>
                                          </p:cBhvr>
                                          <p:tavLst>
                                            <p:tav tm="0">
                                              <p:val>
                                                <p:fltVal val="0"/>
                                              </p:val>
                                            </p:tav>
                                            <p:tav tm="100000">
                                              <p:val>
                                                <p:strVal val="#ppt_h"/>
                                              </p:val>
                                            </p:tav>
                                          </p:tavLst>
                                        </p:anim>
                                        <p:animEffect transition="in" filter="fade">
                                          <p:cBhvr>
                                            <p:cTn id="51" dur="750"/>
                                            <p:tgtEl>
                                              <p:spTgt spid="136"/>
                                            </p:tgtEl>
                                          </p:cBhvr>
                                        </p:animEffect>
                                      </p:childTnLst>
                                    </p:cTn>
                                  </p:par>
                                  <p:par>
                                    <p:cTn id="52" presetID="53" presetClass="entr" presetSubtype="16" fill="hold" grpId="0" nodeType="withEffect">
                                      <p:stCondLst>
                                        <p:cond delay="1000"/>
                                      </p:stCondLst>
                                      <p:childTnLst>
                                        <p:set>
                                          <p:cBhvr>
                                            <p:cTn id="53" dur="1" fill="hold">
                                              <p:stCondLst>
                                                <p:cond delay="0"/>
                                              </p:stCondLst>
                                            </p:cTn>
                                            <p:tgtEl>
                                              <p:spTgt spid="139"/>
                                            </p:tgtEl>
                                            <p:attrNameLst>
                                              <p:attrName>style.visibility</p:attrName>
                                            </p:attrNameLst>
                                          </p:cBhvr>
                                          <p:to>
                                            <p:strVal val="visible"/>
                                          </p:to>
                                        </p:set>
                                        <p:anim calcmode="lin" valueType="num">
                                          <p:cBhvr>
                                            <p:cTn id="54" dur="750" fill="hold"/>
                                            <p:tgtEl>
                                              <p:spTgt spid="139"/>
                                            </p:tgtEl>
                                            <p:attrNameLst>
                                              <p:attrName>ppt_w</p:attrName>
                                            </p:attrNameLst>
                                          </p:cBhvr>
                                          <p:tavLst>
                                            <p:tav tm="0">
                                              <p:val>
                                                <p:fltVal val="0"/>
                                              </p:val>
                                            </p:tav>
                                            <p:tav tm="100000">
                                              <p:val>
                                                <p:strVal val="#ppt_w"/>
                                              </p:val>
                                            </p:tav>
                                          </p:tavLst>
                                        </p:anim>
                                        <p:anim calcmode="lin" valueType="num">
                                          <p:cBhvr>
                                            <p:cTn id="55" dur="750" fill="hold"/>
                                            <p:tgtEl>
                                              <p:spTgt spid="139"/>
                                            </p:tgtEl>
                                            <p:attrNameLst>
                                              <p:attrName>ppt_h</p:attrName>
                                            </p:attrNameLst>
                                          </p:cBhvr>
                                          <p:tavLst>
                                            <p:tav tm="0">
                                              <p:val>
                                                <p:fltVal val="0"/>
                                              </p:val>
                                            </p:tav>
                                            <p:tav tm="100000">
                                              <p:val>
                                                <p:strVal val="#ppt_h"/>
                                              </p:val>
                                            </p:tav>
                                          </p:tavLst>
                                        </p:anim>
                                        <p:animEffect transition="in" filter="fade">
                                          <p:cBhvr>
                                            <p:cTn id="56" dur="750"/>
                                            <p:tgtEl>
                                              <p:spTgt spid="139"/>
                                            </p:tgtEl>
                                          </p:cBhvr>
                                        </p:animEffect>
                                      </p:childTnLst>
                                    </p:cTn>
                                  </p:par>
                                  <p:par>
                                    <p:cTn id="57" presetID="42" presetClass="entr" presetSubtype="0" fill="hold" grpId="0" nodeType="withEffect">
                                      <p:stCondLst>
                                        <p:cond delay="500"/>
                                      </p:stCondLst>
                                      <p:childTnLst>
                                        <p:set>
                                          <p:cBhvr>
                                            <p:cTn id="58" dur="1" fill="hold">
                                              <p:stCondLst>
                                                <p:cond delay="0"/>
                                              </p:stCondLst>
                                            </p:cTn>
                                            <p:tgtEl>
                                              <p:spTgt spid="100"/>
                                            </p:tgtEl>
                                            <p:attrNameLst>
                                              <p:attrName>style.visibility</p:attrName>
                                            </p:attrNameLst>
                                          </p:cBhvr>
                                          <p:to>
                                            <p:strVal val="visible"/>
                                          </p:to>
                                        </p:set>
                                        <p:animEffect transition="in" filter="fade">
                                          <p:cBhvr>
                                            <p:cTn id="59" dur="750"/>
                                            <p:tgtEl>
                                              <p:spTgt spid="100"/>
                                            </p:tgtEl>
                                          </p:cBhvr>
                                        </p:animEffect>
                                        <p:anim calcmode="lin" valueType="num">
                                          <p:cBhvr>
                                            <p:cTn id="60" dur="750" fill="hold"/>
                                            <p:tgtEl>
                                              <p:spTgt spid="100"/>
                                            </p:tgtEl>
                                            <p:attrNameLst>
                                              <p:attrName>ppt_x</p:attrName>
                                            </p:attrNameLst>
                                          </p:cBhvr>
                                          <p:tavLst>
                                            <p:tav tm="0">
                                              <p:val>
                                                <p:strVal val="#ppt_x"/>
                                              </p:val>
                                            </p:tav>
                                            <p:tav tm="100000">
                                              <p:val>
                                                <p:strVal val="#ppt_x"/>
                                              </p:val>
                                            </p:tav>
                                          </p:tavLst>
                                        </p:anim>
                                        <p:anim calcmode="lin" valueType="num">
                                          <p:cBhvr>
                                            <p:cTn id="61" dur="750" fill="hold"/>
                                            <p:tgtEl>
                                              <p:spTgt spid="100"/>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500"/>
                                      </p:stCondLst>
                                      <p:childTnLst>
                                        <p:set>
                                          <p:cBhvr>
                                            <p:cTn id="63" dur="1" fill="hold">
                                              <p:stCondLst>
                                                <p:cond delay="0"/>
                                              </p:stCondLst>
                                            </p:cTn>
                                            <p:tgtEl>
                                              <p:spTgt spid="141"/>
                                            </p:tgtEl>
                                            <p:attrNameLst>
                                              <p:attrName>style.visibility</p:attrName>
                                            </p:attrNameLst>
                                          </p:cBhvr>
                                          <p:to>
                                            <p:strVal val="visible"/>
                                          </p:to>
                                        </p:set>
                                        <p:animEffect transition="in" filter="fade">
                                          <p:cBhvr>
                                            <p:cTn id="64" dur="750"/>
                                            <p:tgtEl>
                                              <p:spTgt spid="141"/>
                                            </p:tgtEl>
                                          </p:cBhvr>
                                        </p:animEffect>
                                        <p:anim calcmode="lin" valueType="num">
                                          <p:cBhvr>
                                            <p:cTn id="65" dur="750" fill="hold"/>
                                            <p:tgtEl>
                                              <p:spTgt spid="141"/>
                                            </p:tgtEl>
                                            <p:attrNameLst>
                                              <p:attrName>ppt_x</p:attrName>
                                            </p:attrNameLst>
                                          </p:cBhvr>
                                          <p:tavLst>
                                            <p:tav tm="0">
                                              <p:val>
                                                <p:strVal val="#ppt_x"/>
                                              </p:val>
                                            </p:tav>
                                            <p:tav tm="100000">
                                              <p:val>
                                                <p:strVal val="#ppt_x"/>
                                              </p:val>
                                            </p:tav>
                                          </p:tavLst>
                                        </p:anim>
                                        <p:anim calcmode="lin" valueType="num">
                                          <p:cBhvr>
                                            <p:cTn id="66" dur="750" fill="hold"/>
                                            <p:tgtEl>
                                              <p:spTgt spid="141"/>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750"/>
                                      </p:stCondLst>
                                      <p:childTnLst>
                                        <p:set>
                                          <p:cBhvr>
                                            <p:cTn id="68" dur="1" fill="hold">
                                              <p:stCondLst>
                                                <p:cond delay="0"/>
                                              </p:stCondLst>
                                            </p:cTn>
                                            <p:tgtEl>
                                              <p:spTgt spid="142"/>
                                            </p:tgtEl>
                                            <p:attrNameLst>
                                              <p:attrName>style.visibility</p:attrName>
                                            </p:attrNameLst>
                                          </p:cBhvr>
                                          <p:to>
                                            <p:strVal val="visible"/>
                                          </p:to>
                                        </p:set>
                                        <p:animEffect transition="in" filter="fade">
                                          <p:cBhvr>
                                            <p:cTn id="69" dur="750"/>
                                            <p:tgtEl>
                                              <p:spTgt spid="142"/>
                                            </p:tgtEl>
                                          </p:cBhvr>
                                        </p:animEffect>
                                        <p:anim calcmode="lin" valueType="num">
                                          <p:cBhvr>
                                            <p:cTn id="70" dur="750" fill="hold"/>
                                            <p:tgtEl>
                                              <p:spTgt spid="142"/>
                                            </p:tgtEl>
                                            <p:attrNameLst>
                                              <p:attrName>ppt_x</p:attrName>
                                            </p:attrNameLst>
                                          </p:cBhvr>
                                          <p:tavLst>
                                            <p:tav tm="0">
                                              <p:val>
                                                <p:strVal val="#ppt_x"/>
                                              </p:val>
                                            </p:tav>
                                            <p:tav tm="100000">
                                              <p:val>
                                                <p:strVal val="#ppt_x"/>
                                              </p:val>
                                            </p:tav>
                                          </p:tavLst>
                                        </p:anim>
                                        <p:anim calcmode="lin" valueType="num">
                                          <p:cBhvr>
                                            <p:cTn id="71" dur="750" fill="hold"/>
                                            <p:tgtEl>
                                              <p:spTgt spid="142"/>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750"/>
                                      </p:stCondLst>
                                      <p:childTnLst>
                                        <p:set>
                                          <p:cBhvr>
                                            <p:cTn id="73" dur="1" fill="hold">
                                              <p:stCondLst>
                                                <p:cond delay="0"/>
                                              </p:stCondLst>
                                            </p:cTn>
                                            <p:tgtEl>
                                              <p:spTgt spid="102"/>
                                            </p:tgtEl>
                                            <p:attrNameLst>
                                              <p:attrName>style.visibility</p:attrName>
                                            </p:attrNameLst>
                                          </p:cBhvr>
                                          <p:to>
                                            <p:strVal val="visible"/>
                                          </p:to>
                                        </p:set>
                                        <p:animEffect transition="in" filter="fade">
                                          <p:cBhvr>
                                            <p:cTn id="74" dur="750"/>
                                            <p:tgtEl>
                                              <p:spTgt spid="102"/>
                                            </p:tgtEl>
                                          </p:cBhvr>
                                        </p:animEffect>
                                        <p:anim calcmode="lin" valueType="num">
                                          <p:cBhvr>
                                            <p:cTn id="75" dur="750" fill="hold"/>
                                            <p:tgtEl>
                                              <p:spTgt spid="102"/>
                                            </p:tgtEl>
                                            <p:attrNameLst>
                                              <p:attrName>ppt_x</p:attrName>
                                            </p:attrNameLst>
                                          </p:cBhvr>
                                          <p:tavLst>
                                            <p:tav tm="0">
                                              <p:val>
                                                <p:strVal val="#ppt_x"/>
                                              </p:val>
                                            </p:tav>
                                            <p:tav tm="100000">
                                              <p:val>
                                                <p:strVal val="#ppt_x"/>
                                              </p:val>
                                            </p:tav>
                                          </p:tavLst>
                                        </p:anim>
                                        <p:anim calcmode="lin" valueType="num">
                                          <p:cBhvr>
                                            <p:cTn id="76" dur="750" fill="hold"/>
                                            <p:tgtEl>
                                              <p:spTgt spid="102"/>
                                            </p:tgtEl>
                                            <p:attrNameLst>
                                              <p:attrName>ppt_y</p:attrName>
                                            </p:attrNameLst>
                                          </p:cBhvr>
                                          <p:tavLst>
                                            <p:tav tm="0">
                                              <p:val>
                                                <p:strVal val="#ppt_y+.1"/>
                                              </p:val>
                                            </p:tav>
                                            <p:tav tm="100000">
                                              <p:val>
                                                <p:strVal val="#ppt_y"/>
                                              </p:val>
                                            </p:tav>
                                          </p:tavLst>
                                        </p:anim>
                                      </p:childTnLst>
                                    </p:cTn>
                                  </p:par>
                                  <p:par>
                                    <p:cTn id="77" presetID="42" presetClass="entr" presetSubtype="0" fill="hold" grpId="0" nodeType="withEffect">
                                      <p:stCondLst>
                                        <p:cond delay="1000"/>
                                      </p:stCondLst>
                                      <p:childTnLst>
                                        <p:set>
                                          <p:cBhvr>
                                            <p:cTn id="78" dur="1" fill="hold">
                                              <p:stCondLst>
                                                <p:cond delay="0"/>
                                              </p:stCondLst>
                                            </p:cTn>
                                            <p:tgtEl>
                                              <p:spTgt spid="143"/>
                                            </p:tgtEl>
                                            <p:attrNameLst>
                                              <p:attrName>style.visibility</p:attrName>
                                            </p:attrNameLst>
                                          </p:cBhvr>
                                          <p:to>
                                            <p:strVal val="visible"/>
                                          </p:to>
                                        </p:set>
                                        <p:animEffect transition="in" filter="fade">
                                          <p:cBhvr>
                                            <p:cTn id="79" dur="750"/>
                                            <p:tgtEl>
                                              <p:spTgt spid="143"/>
                                            </p:tgtEl>
                                          </p:cBhvr>
                                        </p:animEffect>
                                        <p:anim calcmode="lin" valueType="num">
                                          <p:cBhvr>
                                            <p:cTn id="80" dur="750" fill="hold"/>
                                            <p:tgtEl>
                                              <p:spTgt spid="143"/>
                                            </p:tgtEl>
                                            <p:attrNameLst>
                                              <p:attrName>ppt_x</p:attrName>
                                            </p:attrNameLst>
                                          </p:cBhvr>
                                          <p:tavLst>
                                            <p:tav tm="0">
                                              <p:val>
                                                <p:strVal val="#ppt_x"/>
                                              </p:val>
                                            </p:tav>
                                            <p:tav tm="100000">
                                              <p:val>
                                                <p:strVal val="#ppt_x"/>
                                              </p:val>
                                            </p:tav>
                                          </p:tavLst>
                                        </p:anim>
                                        <p:anim calcmode="lin" valueType="num">
                                          <p:cBhvr>
                                            <p:cTn id="81" dur="750" fill="hold"/>
                                            <p:tgtEl>
                                              <p:spTgt spid="143"/>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1000"/>
                                      </p:stCondLst>
                                      <p:childTnLst>
                                        <p:set>
                                          <p:cBhvr>
                                            <p:cTn id="83" dur="1" fill="hold">
                                              <p:stCondLst>
                                                <p:cond delay="0"/>
                                              </p:stCondLst>
                                            </p:cTn>
                                            <p:tgtEl>
                                              <p:spTgt spid="110"/>
                                            </p:tgtEl>
                                            <p:attrNameLst>
                                              <p:attrName>style.visibility</p:attrName>
                                            </p:attrNameLst>
                                          </p:cBhvr>
                                          <p:to>
                                            <p:strVal val="visible"/>
                                          </p:to>
                                        </p:set>
                                        <p:animEffect transition="in" filter="fade">
                                          <p:cBhvr>
                                            <p:cTn id="84" dur="750"/>
                                            <p:tgtEl>
                                              <p:spTgt spid="110"/>
                                            </p:tgtEl>
                                          </p:cBhvr>
                                        </p:animEffect>
                                        <p:anim calcmode="lin" valueType="num">
                                          <p:cBhvr>
                                            <p:cTn id="85" dur="750" fill="hold"/>
                                            <p:tgtEl>
                                              <p:spTgt spid="110"/>
                                            </p:tgtEl>
                                            <p:attrNameLst>
                                              <p:attrName>ppt_x</p:attrName>
                                            </p:attrNameLst>
                                          </p:cBhvr>
                                          <p:tavLst>
                                            <p:tav tm="0">
                                              <p:val>
                                                <p:strVal val="#ppt_x"/>
                                              </p:val>
                                            </p:tav>
                                            <p:tav tm="100000">
                                              <p:val>
                                                <p:strVal val="#ppt_x"/>
                                              </p:val>
                                            </p:tav>
                                          </p:tavLst>
                                        </p:anim>
                                        <p:anim calcmode="lin" valueType="num">
                                          <p:cBhvr>
                                            <p:cTn id="86" dur="750" fill="hold"/>
                                            <p:tgtEl>
                                              <p:spTgt spid="110"/>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1250"/>
                                      </p:stCondLst>
                                      <p:childTnLst>
                                        <p:set>
                                          <p:cBhvr>
                                            <p:cTn id="88" dur="1" fill="hold">
                                              <p:stCondLst>
                                                <p:cond delay="0"/>
                                              </p:stCondLst>
                                            </p:cTn>
                                            <p:tgtEl>
                                              <p:spTgt spid="131"/>
                                            </p:tgtEl>
                                            <p:attrNameLst>
                                              <p:attrName>style.visibility</p:attrName>
                                            </p:attrNameLst>
                                          </p:cBhvr>
                                          <p:to>
                                            <p:strVal val="visible"/>
                                          </p:to>
                                        </p:set>
                                        <p:animEffect transition="in" filter="fade">
                                          <p:cBhvr>
                                            <p:cTn id="89" dur="750"/>
                                            <p:tgtEl>
                                              <p:spTgt spid="131"/>
                                            </p:tgtEl>
                                          </p:cBhvr>
                                        </p:animEffect>
                                        <p:anim calcmode="lin" valueType="num">
                                          <p:cBhvr>
                                            <p:cTn id="90" dur="750" fill="hold"/>
                                            <p:tgtEl>
                                              <p:spTgt spid="131"/>
                                            </p:tgtEl>
                                            <p:attrNameLst>
                                              <p:attrName>ppt_x</p:attrName>
                                            </p:attrNameLst>
                                          </p:cBhvr>
                                          <p:tavLst>
                                            <p:tav tm="0">
                                              <p:val>
                                                <p:strVal val="#ppt_x"/>
                                              </p:val>
                                            </p:tav>
                                            <p:tav tm="100000">
                                              <p:val>
                                                <p:strVal val="#ppt_x"/>
                                              </p:val>
                                            </p:tav>
                                          </p:tavLst>
                                        </p:anim>
                                        <p:anim calcmode="lin" valueType="num">
                                          <p:cBhvr>
                                            <p:cTn id="91" dur="750" fill="hold"/>
                                            <p:tgtEl>
                                              <p:spTgt spid="131"/>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1250"/>
                                      </p:stCondLst>
                                      <p:childTnLst>
                                        <p:set>
                                          <p:cBhvr>
                                            <p:cTn id="93" dur="1" fill="hold">
                                              <p:stCondLst>
                                                <p:cond delay="0"/>
                                              </p:stCondLst>
                                            </p:cTn>
                                            <p:tgtEl>
                                              <p:spTgt spid="144"/>
                                            </p:tgtEl>
                                            <p:attrNameLst>
                                              <p:attrName>style.visibility</p:attrName>
                                            </p:attrNameLst>
                                          </p:cBhvr>
                                          <p:to>
                                            <p:strVal val="visible"/>
                                          </p:to>
                                        </p:set>
                                        <p:animEffect transition="in" filter="fade">
                                          <p:cBhvr>
                                            <p:cTn id="94" dur="750"/>
                                            <p:tgtEl>
                                              <p:spTgt spid="144"/>
                                            </p:tgtEl>
                                          </p:cBhvr>
                                        </p:animEffect>
                                        <p:anim calcmode="lin" valueType="num">
                                          <p:cBhvr>
                                            <p:cTn id="95" dur="750" fill="hold"/>
                                            <p:tgtEl>
                                              <p:spTgt spid="144"/>
                                            </p:tgtEl>
                                            <p:attrNameLst>
                                              <p:attrName>ppt_x</p:attrName>
                                            </p:attrNameLst>
                                          </p:cBhvr>
                                          <p:tavLst>
                                            <p:tav tm="0">
                                              <p:val>
                                                <p:strVal val="#ppt_x"/>
                                              </p:val>
                                            </p:tav>
                                            <p:tav tm="100000">
                                              <p:val>
                                                <p:strVal val="#ppt_x"/>
                                              </p:val>
                                            </p:tav>
                                          </p:tavLst>
                                        </p:anim>
                                        <p:anim calcmode="lin" valueType="num">
                                          <p:cBhvr>
                                            <p:cTn id="96" dur="750" fill="hold"/>
                                            <p:tgtEl>
                                              <p:spTgt spid="1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P spid="100" grpId="0"/>
          <p:bldP spid="101" grpId="0" animBg="1"/>
          <p:bldP spid="102" grpId="0"/>
          <p:bldP spid="103" grpId="0" animBg="1"/>
          <p:bldP spid="110" grpId="0"/>
          <p:bldP spid="130" grpId="0" animBg="1"/>
          <p:bldP spid="131" grpId="0"/>
          <p:bldP spid="141" grpId="0"/>
          <p:bldP spid="142" grpId="0"/>
          <p:bldP spid="143" grpId="0"/>
          <p:bldP spid="144" grpId="0"/>
          <p:bldP spid="136" grpId="0" animBg="1"/>
          <p:bldP spid="137" grpId="0" animBg="1"/>
          <p:bldP spid="138" grpId="0" animBg="1"/>
          <p:bldP spid="13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additive="base">
                                            <p:cTn id="7" dur="1000" fill="hold"/>
                                            <p:tgtEl>
                                              <p:spTgt spid="99"/>
                                            </p:tgtEl>
                                            <p:attrNameLst>
                                              <p:attrName>ppt_x</p:attrName>
                                            </p:attrNameLst>
                                          </p:cBhvr>
                                          <p:tavLst>
                                            <p:tav tm="0">
                                              <p:val>
                                                <p:strVal val="#ppt_x"/>
                                              </p:val>
                                            </p:tav>
                                            <p:tav tm="100000">
                                              <p:val>
                                                <p:strVal val="#ppt_x"/>
                                              </p:val>
                                            </p:tav>
                                          </p:tavLst>
                                        </p:anim>
                                        <p:anim calcmode="lin" valueType="num">
                                          <p:cBhvr additive="base">
                                            <p:cTn id="8" dur="1000" fill="hold"/>
                                            <p:tgtEl>
                                              <p:spTgt spid="9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250"/>
                                      </p:stCondLst>
                                      <p:childTnLst>
                                        <p:set>
                                          <p:cBhvr>
                                            <p:cTn id="10" dur="1" fill="hold">
                                              <p:stCondLst>
                                                <p:cond delay="0"/>
                                              </p:stCondLst>
                                            </p:cTn>
                                            <p:tgtEl>
                                              <p:spTgt spid="101"/>
                                            </p:tgtEl>
                                            <p:attrNameLst>
                                              <p:attrName>style.visibility</p:attrName>
                                            </p:attrNameLst>
                                          </p:cBhvr>
                                          <p:to>
                                            <p:strVal val="visible"/>
                                          </p:to>
                                        </p:set>
                                        <p:anim calcmode="lin" valueType="num">
                                          <p:cBhvr additive="base">
                                            <p:cTn id="11" dur="1000" fill="hold"/>
                                            <p:tgtEl>
                                              <p:spTgt spid="101"/>
                                            </p:tgtEl>
                                            <p:attrNameLst>
                                              <p:attrName>ppt_x</p:attrName>
                                            </p:attrNameLst>
                                          </p:cBhvr>
                                          <p:tavLst>
                                            <p:tav tm="0">
                                              <p:val>
                                                <p:strVal val="#ppt_x"/>
                                              </p:val>
                                            </p:tav>
                                            <p:tav tm="100000">
                                              <p:val>
                                                <p:strVal val="#ppt_x"/>
                                              </p:val>
                                            </p:tav>
                                          </p:tavLst>
                                        </p:anim>
                                        <p:anim calcmode="lin" valueType="num">
                                          <p:cBhvr additive="base">
                                            <p:cTn id="12" dur="1000" fill="hold"/>
                                            <p:tgtEl>
                                              <p:spTgt spid="10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500"/>
                                      </p:stCondLst>
                                      <p:childTnLst>
                                        <p:set>
                                          <p:cBhvr>
                                            <p:cTn id="14" dur="1" fill="hold">
                                              <p:stCondLst>
                                                <p:cond delay="0"/>
                                              </p:stCondLst>
                                            </p:cTn>
                                            <p:tgtEl>
                                              <p:spTgt spid="103"/>
                                            </p:tgtEl>
                                            <p:attrNameLst>
                                              <p:attrName>style.visibility</p:attrName>
                                            </p:attrNameLst>
                                          </p:cBhvr>
                                          <p:to>
                                            <p:strVal val="visible"/>
                                          </p:to>
                                        </p:set>
                                        <p:anim calcmode="lin" valueType="num">
                                          <p:cBhvr additive="base">
                                            <p:cTn id="15" dur="1000" fill="hold"/>
                                            <p:tgtEl>
                                              <p:spTgt spid="103"/>
                                            </p:tgtEl>
                                            <p:attrNameLst>
                                              <p:attrName>ppt_x</p:attrName>
                                            </p:attrNameLst>
                                          </p:cBhvr>
                                          <p:tavLst>
                                            <p:tav tm="0">
                                              <p:val>
                                                <p:strVal val="#ppt_x"/>
                                              </p:val>
                                            </p:tav>
                                            <p:tav tm="100000">
                                              <p:val>
                                                <p:strVal val="#ppt_x"/>
                                              </p:val>
                                            </p:tav>
                                          </p:tavLst>
                                        </p:anim>
                                        <p:anim calcmode="lin" valueType="num">
                                          <p:cBhvr additive="base">
                                            <p:cTn id="16" dur="1000" fill="hold"/>
                                            <p:tgtEl>
                                              <p:spTgt spid="10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750"/>
                                      </p:stCondLst>
                                      <p:childTnLst>
                                        <p:set>
                                          <p:cBhvr>
                                            <p:cTn id="18" dur="1" fill="hold">
                                              <p:stCondLst>
                                                <p:cond delay="0"/>
                                              </p:stCondLst>
                                            </p:cTn>
                                            <p:tgtEl>
                                              <p:spTgt spid="130"/>
                                            </p:tgtEl>
                                            <p:attrNameLst>
                                              <p:attrName>style.visibility</p:attrName>
                                            </p:attrNameLst>
                                          </p:cBhvr>
                                          <p:to>
                                            <p:strVal val="visible"/>
                                          </p:to>
                                        </p:set>
                                        <p:anim calcmode="lin" valueType="num">
                                          <p:cBhvr additive="base">
                                            <p:cTn id="19" dur="1000" fill="hold"/>
                                            <p:tgtEl>
                                              <p:spTgt spid="130"/>
                                            </p:tgtEl>
                                            <p:attrNameLst>
                                              <p:attrName>ppt_x</p:attrName>
                                            </p:attrNameLst>
                                          </p:cBhvr>
                                          <p:tavLst>
                                            <p:tav tm="0">
                                              <p:val>
                                                <p:strVal val="#ppt_x"/>
                                              </p:val>
                                            </p:tav>
                                            <p:tav tm="100000">
                                              <p:val>
                                                <p:strVal val="#ppt_x"/>
                                              </p:val>
                                            </p:tav>
                                          </p:tavLst>
                                        </p:anim>
                                        <p:anim calcmode="lin" valueType="num">
                                          <p:cBhvr additive="base">
                                            <p:cTn id="20" dur="1000" fill="hold"/>
                                            <p:tgtEl>
                                              <p:spTgt spid="130"/>
                                            </p:tgtEl>
                                            <p:attrNameLst>
                                              <p:attrName>ppt_y</p:attrName>
                                            </p:attrNameLst>
                                          </p:cBhvr>
                                          <p:tavLst>
                                            <p:tav tm="0">
                                              <p:val>
                                                <p:strVal val="1+#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45"/>
                                            </p:tgtEl>
                                            <p:attrNameLst>
                                              <p:attrName>style.visibility</p:attrName>
                                            </p:attrNameLst>
                                          </p:cBhvr>
                                          <p:to>
                                            <p:strVal val="visible"/>
                                          </p:to>
                                        </p:set>
                                        <p:anim calcmode="lin" valueType="num">
                                          <p:cBhvr additive="base">
                                            <p:cTn id="23" dur="1000" fill="hold"/>
                                            <p:tgtEl>
                                              <p:spTgt spid="145"/>
                                            </p:tgtEl>
                                            <p:attrNameLst>
                                              <p:attrName>ppt_x</p:attrName>
                                            </p:attrNameLst>
                                          </p:cBhvr>
                                          <p:tavLst>
                                            <p:tav tm="0">
                                              <p:val>
                                                <p:strVal val="#ppt_x"/>
                                              </p:val>
                                            </p:tav>
                                            <p:tav tm="100000">
                                              <p:val>
                                                <p:strVal val="#ppt_x"/>
                                              </p:val>
                                            </p:tav>
                                          </p:tavLst>
                                        </p:anim>
                                        <p:anim calcmode="lin" valueType="num">
                                          <p:cBhvr additive="base">
                                            <p:cTn id="24" dur="1000" fill="hold"/>
                                            <p:tgtEl>
                                              <p:spTgt spid="145"/>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250"/>
                                      </p:stCondLst>
                                      <p:childTnLst>
                                        <p:set>
                                          <p:cBhvr>
                                            <p:cTn id="26" dur="1" fill="hold">
                                              <p:stCondLst>
                                                <p:cond delay="0"/>
                                              </p:stCondLst>
                                            </p:cTn>
                                            <p:tgtEl>
                                              <p:spTgt spid="148"/>
                                            </p:tgtEl>
                                            <p:attrNameLst>
                                              <p:attrName>style.visibility</p:attrName>
                                            </p:attrNameLst>
                                          </p:cBhvr>
                                          <p:to>
                                            <p:strVal val="visible"/>
                                          </p:to>
                                        </p:set>
                                        <p:anim calcmode="lin" valueType="num">
                                          <p:cBhvr additive="base">
                                            <p:cTn id="27" dur="1000" fill="hold"/>
                                            <p:tgtEl>
                                              <p:spTgt spid="148"/>
                                            </p:tgtEl>
                                            <p:attrNameLst>
                                              <p:attrName>ppt_x</p:attrName>
                                            </p:attrNameLst>
                                          </p:cBhvr>
                                          <p:tavLst>
                                            <p:tav tm="0">
                                              <p:val>
                                                <p:strVal val="#ppt_x"/>
                                              </p:val>
                                            </p:tav>
                                            <p:tav tm="100000">
                                              <p:val>
                                                <p:strVal val="#ppt_x"/>
                                              </p:val>
                                            </p:tav>
                                          </p:tavLst>
                                        </p:anim>
                                        <p:anim calcmode="lin" valueType="num">
                                          <p:cBhvr additive="base">
                                            <p:cTn id="28" dur="1000" fill="hold"/>
                                            <p:tgtEl>
                                              <p:spTgt spid="148"/>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500"/>
                                      </p:stCondLst>
                                      <p:childTnLst>
                                        <p:set>
                                          <p:cBhvr>
                                            <p:cTn id="30" dur="1" fill="hold">
                                              <p:stCondLst>
                                                <p:cond delay="0"/>
                                              </p:stCondLst>
                                            </p:cTn>
                                            <p:tgtEl>
                                              <p:spTgt spid="151"/>
                                            </p:tgtEl>
                                            <p:attrNameLst>
                                              <p:attrName>style.visibility</p:attrName>
                                            </p:attrNameLst>
                                          </p:cBhvr>
                                          <p:to>
                                            <p:strVal val="visible"/>
                                          </p:to>
                                        </p:set>
                                        <p:anim calcmode="lin" valueType="num">
                                          <p:cBhvr additive="base">
                                            <p:cTn id="31" dur="1000" fill="hold"/>
                                            <p:tgtEl>
                                              <p:spTgt spid="151"/>
                                            </p:tgtEl>
                                            <p:attrNameLst>
                                              <p:attrName>ppt_x</p:attrName>
                                            </p:attrNameLst>
                                          </p:cBhvr>
                                          <p:tavLst>
                                            <p:tav tm="0">
                                              <p:val>
                                                <p:strVal val="#ppt_x"/>
                                              </p:val>
                                            </p:tav>
                                            <p:tav tm="100000">
                                              <p:val>
                                                <p:strVal val="#ppt_x"/>
                                              </p:val>
                                            </p:tav>
                                          </p:tavLst>
                                        </p:anim>
                                        <p:anim calcmode="lin" valueType="num">
                                          <p:cBhvr additive="base">
                                            <p:cTn id="32" dur="1000" fill="hold"/>
                                            <p:tgtEl>
                                              <p:spTgt spid="151"/>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750"/>
                                      </p:stCondLst>
                                      <p:childTnLst>
                                        <p:set>
                                          <p:cBhvr>
                                            <p:cTn id="34" dur="1" fill="hold">
                                              <p:stCondLst>
                                                <p:cond delay="0"/>
                                              </p:stCondLst>
                                            </p:cTn>
                                            <p:tgtEl>
                                              <p:spTgt spid="154"/>
                                            </p:tgtEl>
                                            <p:attrNameLst>
                                              <p:attrName>style.visibility</p:attrName>
                                            </p:attrNameLst>
                                          </p:cBhvr>
                                          <p:to>
                                            <p:strVal val="visible"/>
                                          </p:to>
                                        </p:set>
                                        <p:anim calcmode="lin" valueType="num">
                                          <p:cBhvr additive="base">
                                            <p:cTn id="35" dur="1000" fill="hold"/>
                                            <p:tgtEl>
                                              <p:spTgt spid="154"/>
                                            </p:tgtEl>
                                            <p:attrNameLst>
                                              <p:attrName>ppt_x</p:attrName>
                                            </p:attrNameLst>
                                          </p:cBhvr>
                                          <p:tavLst>
                                            <p:tav tm="0">
                                              <p:val>
                                                <p:strVal val="#ppt_x"/>
                                              </p:val>
                                            </p:tav>
                                            <p:tav tm="100000">
                                              <p:val>
                                                <p:strVal val="#ppt_x"/>
                                              </p:val>
                                            </p:tav>
                                          </p:tavLst>
                                        </p:anim>
                                        <p:anim calcmode="lin" valueType="num">
                                          <p:cBhvr additive="base">
                                            <p:cTn id="36" dur="1000" fill="hold"/>
                                            <p:tgtEl>
                                              <p:spTgt spid="154"/>
                                            </p:tgtEl>
                                            <p:attrNameLst>
                                              <p:attrName>ppt_y</p:attrName>
                                            </p:attrNameLst>
                                          </p:cBhvr>
                                          <p:tavLst>
                                            <p:tav tm="0">
                                              <p:val>
                                                <p:strVal val="0-#ppt_h/2"/>
                                              </p:val>
                                            </p:tav>
                                            <p:tav tm="100000">
                                              <p:val>
                                                <p:strVal val="#ppt_y"/>
                                              </p:val>
                                            </p:tav>
                                          </p:tavLst>
                                        </p:anim>
                                      </p:childTnLst>
                                    </p:cTn>
                                  </p:par>
                                  <p:par>
                                    <p:cTn id="37" presetID="53" presetClass="entr" presetSubtype="16" fill="hold" grpId="0" nodeType="withEffect">
                                      <p:stCondLst>
                                        <p:cond delay="250"/>
                                      </p:stCondLst>
                                      <p:childTnLst>
                                        <p:set>
                                          <p:cBhvr>
                                            <p:cTn id="38" dur="1" fill="hold">
                                              <p:stCondLst>
                                                <p:cond delay="0"/>
                                              </p:stCondLst>
                                            </p:cTn>
                                            <p:tgtEl>
                                              <p:spTgt spid="138"/>
                                            </p:tgtEl>
                                            <p:attrNameLst>
                                              <p:attrName>style.visibility</p:attrName>
                                            </p:attrNameLst>
                                          </p:cBhvr>
                                          <p:to>
                                            <p:strVal val="visible"/>
                                          </p:to>
                                        </p:set>
                                        <p:anim calcmode="lin" valueType="num">
                                          <p:cBhvr>
                                            <p:cTn id="39" dur="750" fill="hold"/>
                                            <p:tgtEl>
                                              <p:spTgt spid="138"/>
                                            </p:tgtEl>
                                            <p:attrNameLst>
                                              <p:attrName>ppt_w</p:attrName>
                                            </p:attrNameLst>
                                          </p:cBhvr>
                                          <p:tavLst>
                                            <p:tav tm="0">
                                              <p:val>
                                                <p:fltVal val="0"/>
                                              </p:val>
                                            </p:tav>
                                            <p:tav tm="100000">
                                              <p:val>
                                                <p:strVal val="#ppt_w"/>
                                              </p:val>
                                            </p:tav>
                                          </p:tavLst>
                                        </p:anim>
                                        <p:anim calcmode="lin" valueType="num">
                                          <p:cBhvr>
                                            <p:cTn id="40" dur="750" fill="hold"/>
                                            <p:tgtEl>
                                              <p:spTgt spid="138"/>
                                            </p:tgtEl>
                                            <p:attrNameLst>
                                              <p:attrName>ppt_h</p:attrName>
                                            </p:attrNameLst>
                                          </p:cBhvr>
                                          <p:tavLst>
                                            <p:tav tm="0">
                                              <p:val>
                                                <p:fltVal val="0"/>
                                              </p:val>
                                            </p:tav>
                                            <p:tav tm="100000">
                                              <p:val>
                                                <p:strVal val="#ppt_h"/>
                                              </p:val>
                                            </p:tav>
                                          </p:tavLst>
                                        </p:anim>
                                        <p:animEffect transition="in" filter="fade">
                                          <p:cBhvr>
                                            <p:cTn id="41" dur="750"/>
                                            <p:tgtEl>
                                              <p:spTgt spid="138"/>
                                            </p:tgtEl>
                                          </p:cBhvr>
                                        </p:animEffect>
                                      </p:childTnLst>
                                    </p:cTn>
                                  </p:par>
                                  <p:par>
                                    <p:cTn id="42" presetID="53" presetClass="entr" presetSubtype="16" fill="hold" grpId="0" nodeType="withEffect">
                                      <p:stCondLst>
                                        <p:cond delay="500"/>
                                      </p:stCondLst>
                                      <p:childTnLst>
                                        <p:set>
                                          <p:cBhvr>
                                            <p:cTn id="43" dur="1" fill="hold">
                                              <p:stCondLst>
                                                <p:cond delay="0"/>
                                              </p:stCondLst>
                                            </p:cTn>
                                            <p:tgtEl>
                                              <p:spTgt spid="137"/>
                                            </p:tgtEl>
                                            <p:attrNameLst>
                                              <p:attrName>style.visibility</p:attrName>
                                            </p:attrNameLst>
                                          </p:cBhvr>
                                          <p:to>
                                            <p:strVal val="visible"/>
                                          </p:to>
                                        </p:set>
                                        <p:anim calcmode="lin" valueType="num">
                                          <p:cBhvr>
                                            <p:cTn id="44" dur="750" fill="hold"/>
                                            <p:tgtEl>
                                              <p:spTgt spid="137"/>
                                            </p:tgtEl>
                                            <p:attrNameLst>
                                              <p:attrName>ppt_w</p:attrName>
                                            </p:attrNameLst>
                                          </p:cBhvr>
                                          <p:tavLst>
                                            <p:tav tm="0">
                                              <p:val>
                                                <p:fltVal val="0"/>
                                              </p:val>
                                            </p:tav>
                                            <p:tav tm="100000">
                                              <p:val>
                                                <p:strVal val="#ppt_w"/>
                                              </p:val>
                                            </p:tav>
                                          </p:tavLst>
                                        </p:anim>
                                        <p:anim calcmode="lin" valueType="num">
                                          <p:cBhvr>
                                            <p:cTn id="45" dur="750" fill="hold"/>
                                            <p:tgtEl>
                                              <p:spTgt spid="137"/>
                                            </p:tgtEl>
                                            <p:attrNameLst>
                                              <p:attrName>ppt_h</p:attrName>
                                            </p:attrNameLst>
                                          </p:cBhvr>
                                          <p:tavLst>
                                            <p:tav tm="0">
                                              <p:val>
                                                <p:fltVal val="0"/>
                                              </p:val>
                                            </p:tav>
                                            <p:tav tm="100000">
                                              <p:val>
                                                <p:strVal val="#ppt_h"/>
                                              </p:val>
                                            </p:tav>
                                          </p:tavLst>
                                        </p:anim>
                                        <p:animEffect transition="in" filter="fade">
                                          <p:cBhvr>
                                            <p:cTn id="46" dur="750"/>
                                            <p:tgtEl>
                                              <p:spTgt spid="137"/>
                                            </p:tgtEl>
                                          </p:cBhvr>
                                        </p:animEffect>
                                      </p:childTnLst>
                                    </p:cTn>
                                  </p:par>
                                  <p:par>
                                    <p:cTn id="47" presetID="53" presetClass="entr" presetSubtype="16" fill="hold" grpId="0" nodeType="withEffect">
                                      <p:stCondLst>
                                        <p:cond delay="750"/>
                                      </p:stCondLst>
                                      <p:childTnLst>
                                        <p:set>
                                          <p:cBhvr>
                                            <p:cTn id="48" dur="1" fill="hold">
                                              <p:stCondLst>
                                                <p:cond delay="0"/>
                                              </p:stCondLst>
                                            </p:cTn>
                                            <p:tgtEl>
                                              <p:spTgt spid="136"/>
                                            </p:tgtEl>
                                            <p:attrNameLst>
                                              <p:attrName>style.visibility</p:attrName>
                                            </p:attrNameLst>
                                          </p:cBhvr>
                                          <p:to>
                                            <p:strVal val="visible"/>
                                          </p:to>
                                        </p:set>
                                        <p:anim calcmode="lin" valueType="num">
                                          <p:cBhvr>
                                            <p:cTn id="49" dur="750" fill="hold"/>
                                            <p:tgtEl>
                                              <p:spTgt spid="136"/>
                                            </p:tgtEl>
                                            <p:attrNameLst>
                                              <p:attrName>ppt_w</p:attrName>
                                            </p:attrNameLst>
                                          </p:cBhvr>
                                          <p:tavLst>
                                            <p:tav tm="0">
                                              <p:val>
                                                <p:fltVal val="0"/>
                                              </p:val>
                                            </p:tav>
                                            <p:tav tm="100000">
                                              <p:val>
                                                <p:strVal val="#ppt_w"/>
                                              </p:val>
                                            </p:tav>
                                          </p:tavLst>
                                        </p:anim>
                                        <p:anim calcmode="lin" valueType="num">
                                          <p:cBhvr>
                                            <p:cTn id="50" dur="750" fill="hold"/>
                                            <p:tgtEl>
                                              <p:spTgt spid="136"/>
                                            </p:tgtEl>
                                            <p:attrNameLst>
                                              <p:attrName>ppt_h</p:attrName>
                                            </p:attrNameLst>
                                          </p:cBhvr>
                                          <p:tavLst>
                                            <p:tav tm="0">
                                              <p:val>
                                                <p:fltVal val="0"/>
                                              </p:val>
                                            </p:tav>
                                            <p:tav tm="100000">
                                              <p:val>
                                                <p:strVal val="#ppt_h"/>
                                              </p:val>
                                            </p:tav>
                                          </p:tavLst>
                                        </p:anim>
                                        <p:animEffect transition="in" filter="fade">
                                          <p:cBhvr>
                                            <p:cTn id="51" dur="750"/>
                                            <p:tgtEl>
                                              <p:spTgt spid="136"/>
                                            </p:tgtEl>
                                          </p:cBhvr>
                                        </p:animEffect>
                                      </p:childTnLst>
                                    </p:cTn>
                                  </p:par>
                                  <p:par>
                                    <p:cTn id="52" presetID="53" presetClass="entr" presetSubtype="16" fill="hold" grpId="0" nodeType="withEffect">
                                      <p:stCondLst>
                                        <p:cond delay="1000"/>
                                      </p:stCondLst>
                                      <p:childTnLst>
                                        <p:set>
                                          <p:cBhvr>
                                            <p:cTn id="53" dur="1" fill="hold">
                                              <p:stCondLst>
                                                <p:cond delay="0"/>
                                              </p:stCondLst>
                                            </p:cTn>
                                            <p:tgtEl>
                                              <p:spTgt spid="139"/>
                                            </p:tgtEl>
                                            <p:attrNameLst>
                                              <p:attrName>style.visibility</p:attrName>
                                            </p:attrNameLst>
                                          </p:cBhvr>
                                          <p:to>
                                            <p:strVal val="visible"/>
                                          </p:to>
                                        </p:set>
                                        <p:anim calcmode="lin" valueType="num">
                                          <p:cBhvr>
                                            <p:cTn id="54" dur="750" fill="hold"/>
                                            <p:tgtEl>
                                              <p:spTgt spid="139"/>
                                            </p:tgtEl>
                                            <p:attrNameLst>
                                              <p:attrName>ppt_w</p:attrName>
                                            </p:attrNameLst>
                                          </p:cBhvr>
                                          <p:tavLst>
                                            <p:tav tm="0">
                                              <p:val>
                                                <p:fltVal val="0"/>
                                              </p:val>
                                            </p:tav>
                                            <p:tav tm="100000">
                                              <p:val>
                                                <p:strVal val="#ppt_w"/>
                                              </p:val>
                                            </p:tav>
                                          </p:tavLst>
                                        </p:anim>
                                        <p:anim calcmode="lin" valueType="num">
                                          <p:cBhvr>
                                            <p:cTn id="55" dur="750" fill="hold"/>
                                            <p:tgtEl>
                                              <p:spTgt spid="139"/>
                                            </p:tgtEl>
                                            <p:attrNameLst>
                                              <p:attrName>ppt_h</p:attrName>
                                            </p:attrNameLst>
                                          </p:cBhvr>
                                          <p:tavLst>
                                            <p:tav tm="0">
                                              <p:val>
                                                <p:fltVal val="0"/>
                                              </p:val>
                                            </p:tav>
                                            <p:tav tm="100000">
                                              <p:val>
                                                <p:strVal val="#ppt_h"/>
                                              </p:val>
                                            </p:tav>
                                          </p:tavLst>
                                        </p:anim>
                                        <p:animEffect transition="in" filter="fade">
                                          <p:cBhvr>
                                            <p:cTn id="56" dur="750"/>
                                            <p:tgtEl>
                                              <p:spTgt spid="139"/>
                                            </p:tgtEl>
                                          </p:cBhvr>
                                        </p:animEffect>
                                      </p:childTnLst>
                                    </p:cTn>
                                  </p:par>
                                  <p:par>
                                    <p:cTn id="57" presetID="42" presetClass="entr" presetSubtype="0" fill="hold" grpId="0" nodeType="withEffect">
                                      <p:stCondLst>
                                        <p:cond delay="500"/>
                                      </p:stCondLst>
                                      <p:childTnLst>
                                        <p:set>
                                          <p:cBhvr>
                                            <p:cTn id="58" dur="1" fill="hold">
                                              <p:stCondLst>
                                                <p:cond delay="0"/>
                                              </p:stCondLst>
                                            </p:cTn>
                                            <p:tgtEl>
                                              <p:spTgt spid="100"/>
                                            </p:tgtEl>
                                            <p:attrNameLst>
                                              <p:attrName>style.visibility</p:attrName>
                                            </p:attrNameLst>
                                          </p:cBhvr>
                                          <p:to>
                                            <p:strVal val="visible"/>
                                          </p:to>
                                        </p:set>
                                        <p:animEffect transition="in" filter="fade">
                                          <p:cBhvr>
                                            <p:cTn id="59" dur="750"/>
                                            <p:tgtEl>
                                              <p:spTgt spid="100"/>
                                            </p:tgtEl>
                                          </p:cBhvr>
                                        </p:animEffect>
                                        <p:anim calcmode="lin" valueType="num">
                                          <p:cBhvr>
                                            <p:cTn id="60" dur="750" fill="hold"/>
                                            <p:tgtEl>
                                              <p:spTgt spid="100"/>
                                            </p:tgtEl>
                                            <p:attrNameLst>
                                              <p:attrName>ppt_x</p:attrName>
                                            </p:attrNameLst>
                                          </p:cBhvr>
                                          <p:tavLst>
                                            <p:tav tm="0">
                                              <p:val>
                                                <p:strVal val="#ppt_x"/>
                                              </p:val>
                                            </p:tav>
                                            <p:tav tm="100000">
                                              <p:val>
                                                <p:strVal val="#ppt_x"/>
                                              </p:val>
                                            </p:tav>
                                          </p:tavLst>
                                        </p:anim>
                                        <p:anim calcmode="lin" valueType="num">
                                          <p:cBhvr>
                                            <p:cTn id="61" dur="750" fill="hold"/>
                                            <p:tgtEl>
                                              <p:spTgt spid="100"/>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500"/>
                                      </p:stCondLst>
                                      <p:childTnLst>
                                        <p:set>
                                          <p:cBhvr>
                                            <p:cTn id="63" dur="1" fill="hold">
                                              <p:stCondLst>
                                                <p:cond delay="0"/>
                                              </p:stCondLst>
                                            </p:cTn>
                                            <p:tgtEl>
                                              <p:spTgt spid="141"/>
                                            </p:tgtEl>
                                            <p:attrNameLst>
                                              <p:attrName>style.visibility</p:attrName>
                                            </p:attrNameLst>
                                          </p:cBhvr>
                                          <p:to>
                                            <p:strVal val="visible"/>
                                          </p:to>
                                        </p:set>
                                        <p:animEffect transition="in" filter="fade">
                                          <p:cBhvr>
                                            <p:cTn id="64" dur="750"/>
                                            <p:tgtEl>
                                              <p:spTgt spid="141"/>
                                            </p:tgtEl>
                                          </p:cBhvr>
                                        </p:animEffect>
                                        <p:anim calcmode="lin" valueType="num">
                                          <p:cBhvr>
                                            <p:cTn id="65" dur="750" fill="hold"/>
                                            <p:tgtEl>
                                              <p:spTgt spid="141"/>
                                            </p:tgtEl>
                                            <p:attrNameLst>
                                              <p:attrName>ppt_x</p:attrName>
                                            </p:attrNameLst>
                                          </p:cBhvr>
                                          <p:tavLst>
                                            <p:tav tm="0">
                                              <p:val>
                                                <p:strVal val="#ppt_x"/>
                                              </p:val>
                                            </p:tav>
                                            <p:tav tm="100000">
                                              <p:val>
                                                <p:strVal val="#ppt_x"/>
                                              </p:val>
                                            </p:tav>
                                          </p:tavLst>
                                        </p:anim>
                                        <p:anim calcmode="lin" valueType="num">
                                          <p:cBhvr>
                                            <p:cTn id="66" dur="750" fill="hold"/>
                                            <p:tgtEl>
                                              <p:spTgt spid="141"/>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750"/>
                                      </p:stCondLst>
                                      <p:childTnLst>
                                        <p:set>
                                          <p:cBhvr>
                                            <p:cTn id="68" dur="1" fill="hold">
                                              <p:stCondLst>
                                                <p:cond delay="0"/>
                                              </p:stCondLst>
                                            </p:cTn>
                                            <p:tgtEl>
                                              <p:spTgt spid="142"/>
                                            </p:tgtEl>
                                            <p:attrNameLst>
                                              <p:attrName>style.visibility</p:attrName>
                                            </p:attrNameLst>
                                          </p:cBhvr>
                                          <p:to>
                                            <p:strVal val="visible"/>
                                          </p:to>
                                        </p:set>
                                        <p:animEffect transition="in" filter="fade">
                                          <p:cBhvr>
                                            <p:cTn id="69" dur="750"/>
                                            <p:tgtEl>
                                              <p:spTgt spid="142"/>
                                            </p:tgtEl>
                                          </p:cBhvr>
                                        </p:animEffect>
                                        <p:anim calcmode="lin" valueType="num">
                                          <p:cBhvr>
                                            <p:cTn id="70" dur="750" fill="hold"/>
                                            <p:tgtEl>
                                              <p:spTgt spid="142"/>
                                            </p:tgtEl>
                                            <p:attrNameLst>
                                              <p:attrName>ppt_x</p:attrName>
                                            </p:attrNameLst>
                                          </p:cBhvr>
                                          <p:tavLst>
                                            <p:tav tm="0">
                                              <p:val>
                                                <p:strVal val="#ppt_x"/>
                                              </p:val>
                                            </p:tav>
                                            <p:tav tm="100000">
                                              <p:val>
                                                <p:strVal val="#ppt_x"/>
                                              </p:val>
                                            </p:tav>
                                          </p:tavLst>
                                        </p:anim>
                                        <p:anim calcmode="lin" valueType="num">
                                          <p:cBhvr>
                                            <p:cTn id="71" dur="750" fill="hold"/>
                                            <p:tgtEl>
                                              <p:spTgt spid="142"/>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750"/>
                                      </p:stCondLst>
                                      <p:childTnLst>
                                        <p:set>
                                          <p:cBhvr>
                                            <p:cTn id="73" dur="1" fill="hold">
                                              <p:stCondLst>
                                                <p:cond delay="0"/>
                                              </p:stCondLst>
                                            </p:cTn>
                                            <p:tgtEl>
                                              <p:spTgt spid="102"/>
                                            </p:tgtEl>
                                            <p:attrNameLst>
                                              <p:attrName>style.visibility</p:attrName>
                                            </p:attrNameLst>
                                          </p:cBhvr>
                                          <p:to>
                                            <p:strVal val="visible"/>
                                          </p:to>
                                        </p:set>
                                        <p:animEffect transition="in" filter="fade">
                                          <p:cBhvr>
                                            <p:cTn id="74" dur="750"/>
                                            <p:tgtEl>
                                              <p:spTgt spid="102"/>
                                            </p:tgtEl>
                                          </p:cBhvr>
                                        </p:animEffect>
                                        <p:anim calcmode="lin" valueType="num">
                                          <p:cBhvr>
                                            <p:cTn id="75" dur="750" fill="hold"/>
                                            <p:tgtEl>
                                              <p:spTgt spid="102"/>
                                            </p:tgtEl>
                                            <p:attrNameLst>
                                              <p:attrName>ppt_x</p:attrName>
                                            </p:attrNameLst>
                                          </p:cBhvr>
                                          <p:tavLst>
                                            <p:tav tm="0">
                                              <p:val>
                                                <p:strVal val="#ppt_x"/>
                                              </p:val>
                                            </p:tav>
                                            <p:tav tm="100000">
                                              <p:val>
                                                <p:strVal val="#ppt_x"/>
                                              </p:val>
                                            </p:tav>
                                          </p:tavLst>
                                        </p:anim>
                                        <p:anim calcmode="lin" valueType="num">
                                          <p:cBhvr>
                                            <p:cTn id="76" dur="750" fill="hold"/>
                                            <p:tgtEl>
                                              <p:spTgt spid="102"/>
                                            </p:tgtEl>
                                            <p:attrNameLst>
                                              <p:attrName>ppt_y</p:attrName>
                                            </p:attrNameLst>
                                          </p:cBhvr>
                                          <p:tavLst>
                                            <p:tav tm="0">
                                              <p:val>
                                                <p:strVal val="#ppt_y+.1"/>
                                              </p:val>
                                            </p:tav>
                                            <p:tav tm="100000">
                                              <p:val>
                                                <p:strVal val="#ppt_y"/>
                                              </p:val>
                                            </p:tav>
                                          </p:tavLst>
                                        </p:anim>
                                      </p:childTnLst>
                                    </p:cTn>
                                  </p:par>
                                  <p:par>
                                    <p:cTn id="77" presetID="42" presetClass="entr" presetSubtype="0" fill="hold" grpId="0" nodeType="withEffect">
                                      <p:stCondLst>
                                        <p:cond delay="1000"/>
                                      </p:stCondLst>
                                      <p:childTnLst>
                                        <p:set>
                                          <p:cBhvr>
                                            <p:cTn id="78" dur="1" fill="hold">
                                              <p:stCondLst>
                                                <p:cond delay="0"/>
                                              </p:stCondLst>
                                            </p:cTn>
                                            <p:tgtEl>
                                              <p:spTgt spid="143"/>
                                            </p:tgtEl>
                                            <p:attrNameLst>
                                              <p:attrName>style.visibility</p:attrName>
                                            </p:attrNameLst>
                                          </p:cBhvr>
                                          <p:to>
                                            <p:strVal val="visible"/>
                                          </p:to>
                                        </p:set>
                                        <p:animEffect transition="in" filter="fade">
                                          <p:cBhvr>
                                            <p:cTn id="79" dur="750"/>
                                            <p:tgtEl>
                                              <p:spTgt spid="143"/>
                                            </p:tgtEl>
                                          </p:cBhvr>
                                        </p:animEffect>
                                        <p:anim calcmode="lin" valueType="num">
                                          <p:cBhvr>
                                            <p:cTn id="80" dur="750" fill="hold"/>
                                            <p:tgtEl>
                                              <p:spTgt spid="143"/>
                                            </p:tgtEl>
                                            <p:attrNameLst>
                                              <p:attrName>ppt_x</p:attrName>
                                            </p:attrNameLst>
                                          </p:cBhvr>
                                          <p:tavLst>
                                            <p:tav tm="0">
                                              <p:val>
                                                <p:strVal val="#ppt_x"/>
                                              </p:val>
                                            </p:tav>
                                            <p:tav tm="100000">
                                              <p:val>
                                                <p:strVal val="#ppt_x"/>
                                              </p:val>
                                            </p:tav>
                                          </p:tavLst>
                                        </p:anim>
                                        <p:anim calcmode="lin" valueType="num">
                                          <p:cBhvr>
                                            <p:cTn id="81" dur="750" fill="hold"/>
                                            <p:tgtEl>
                                              <p:spTgt spid="143"/>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1000"/>
                                      </p:stCondLst>
                                      <p:childTnLst>
                                        <p:set>
                                          <p:cBhvr>
                                            <p:cTn id="83" dur="1" fill="hold">
                                              <p:stCondLst>
                                                <p:cond delay="0"/>
                                              </p:stCondLst>
                                            </p:cTn>
                                            <p:tgtEl>
                                              <p:spTgt spid="110"/>
                                            </p:tgtEl>
                                            <p:attrNameLst>
                                              <p:attrName>style.visibility</p:attrName>
                                            </p:attrNameLst>
                                          </p:cBhvr>
                                          <p:to>
                                            <p:strVal val="visible"/>
                                          </p:to>
                                        </p:set>
                                        <p:animEffect transition="in" filter="fade">
                                          <p:cBhvr>
                                            <p:cTn id="84" dur="750"/>
                                            <p:tgtEl>
                                              <p:spTgt spid="110"/>
                                            </p:tgtEl>
                                          </p:cBhvr>
                                        </p:animEffect>
                                        <p:anim calcmode="lin" valueType="num">
                                          <p:cBhvr>
                                            <p:cTn id="85" dur="750" fill="hold"/>
                                            <p:tgtEl>
                                              <p:spTgt spid="110"/>
                                            </p:tgtEl>
                                            <p:attrNameLst>
                                              <p:attrName>ppt_x</p:attrName>
                                            </p:attrNameLst>
                                          </p:cBhvr>
                                          <p:tavLst>
                                            <p:tav tm="0">
                                              <p:val>
                                                <p:strVal val="#ppt_x"/>
                                              </p:val>
                                            </p:tav>
                                            <p:tav tm="100000">
                                              <p:val>
                                                <p:strVal val="#ppt_x"/>
                                              </p:val>
                                            </p:tav>
                                          </p:tavLst>
                                        </p:anim>
                                        <p:anim calcmode="lin" valueType="num">
                                          <p:cBhvr>
                                            <p:cTn id="86" dur="750" fill="hold"/>
                                            <p:tgtEl>
                                              <p:spTgt spid="110"/>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1250"/>
                                      </p:stCondLst>
                                      <p:childTnLst>
                                        <p:set>
                                          <p:cBhvr>
                                            <p:cTn id="88" dur="1" fill="hold">
                                              <p:stCondLst>
                                                <p:cond delay="0"/>
                                              </p:stCondLst>
                                            </p:cTn>
                                            <p:tgtEl>
                                              <p:spTgt spid="131"/>
                                            </p:tgtEl>
                                            <p:attrNameLst>
                                              <p:attrName>style.visibility</p:attrName>
                                            </p:attrNameLst>
                                          </p:cBhvr>
                                          <p:to>
                                            <p:strVal val="visible"/>
                                          </p:to>
                                        </p:set>
                                        <p:animEffect transition="in" filter="fade">
                                          <p:cBhvr>
                                            <p:cTn id="89" dur="750"/>
                                            <p:tgtEl>
                                              <p:spTgt spid="131"/>
                                            </p:tgtEl>
                                          </p:cBhvr>
                                        </p:animEffect>
                                        <p:anim calcmode="lin" valueType="num">
                                          <p:cBhvr>
                                            <p:cTn id="90" dur="750" fill="hold"/>
                                            <p:tgtEl>
                                              <p:spTgt spid="131"/>
                                            </p:tgtEl>
                                            <p:attrNameLst>
                                              <p:attrName>ppt_x</p:attrName>
                                            </p:attrNameLst>
                                          </p:cBhvr>
                                          <p:tavLst>
                                            <p:tav tm="0">
                                              <p:val>
                                                <p:strVal val="#ppt_x"/>
                                              </p:val>
                                            </p:tav>
                                            <p:tav tm="100000">
                                              <p:val>
                                                <p:strVal val="#ppt_x"/>
                                              </p:val>
                                            </p:tav>
                                          </p:tavLst>
                                        </p:anim>
                                        <p:anim calcmode="lin" valueType="num">
                                          <p:cBhvr>
                                            <p:cTn id="91" dur="750" fill="hold"/>
                                            <p:tgtEl>
                                              <p:spTgt spid="131"/>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1250"/>
                                      </p:stCondLst>
                                      <p:childTnLst>
                                        <p:set>
                                          <p:cBhvr>
                                            <p:cTn id="93" dur="1" fill="hold">
                                              <p:stCondLst>
                                                <p:cond delay="0"/>
                                              </p:stCondLst>
                                            </p:cTn>
                                            <p:tgtEl>
                                              <p:spTgt spid="144"/>
                                            </p:tgtEl>
                                            <p:attrNameLst>
                                              <p:attrName>style.visibility</p:attrName>
                                            </p:attrNameLst>
                                          </p:cBhvr>
                                          <p:to>
                                            <p:strVal val="visible"/>
                                          </p:to>
                                        </p:set>
                                        <p:animEffect transition="in" filter="fade">
                                          <p:cBhvr>
                                            <p:cTn id="94" dur="750"/>
                                            <p:tgtEl>
                                              <p:spTgt spid="144"/>
                                            </p:tgtEl>
                                          </p:cBhvr>
                                        </p:animEffect>
                                        <p:anim calcmode="lin" valueType="num">
                                          <p:cBhvr>
                                            <p:cTn id="95" dur="750" fill="hold"/>
                                            <p:tgtEl>
                                              <p:spTgt spid="144"/>
                                            </p:tgtEl>
                                            <p:attrNameLst>
                                              <p:attrName>ppt_x</p:attrName>
                                            </p:attrNameLst>
                                          </p:cBhvr>
                                          <p:tavLst>
                                            <p:tav tm="0">
                                              <p:val>
                                                <p:strVal val="#ppt_x"/>
                                              </p:val>
                                            </p:tav>
                                            <p:tav tm="100000">
                                              <p:val>
                                                <p:strVal val="#ppt_x"/>
                                              </p:val>
                                            </p:tav>
                                          </p:tavLst>
                                        </p:anim>
                                        <p:anim calcmode="lin" valueType="num">
                                          <p:cBhvr>
                                            <p:cTn id="96" dur="750" fill="hold"/>
                                            <p:tgtEl>
                                              <p:spTgt spid="1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P spid="100" grpId="0"/>
          <p:bldP spid="101" grpId="0" animBg="1"/>
          <p:bldP spid="102" grpId="0"/>
          <p:bldP spid="103" grpId="0" animBg="1"/>
          <p:bldP spid="110" grpId="0"/>
          <p:bldP spid="130" grpId="0" animBg="1"/>
          <p:bldP spid="131" grpId="0"/>
          <p:bldP spid="141" grpId="0"/>
          <p:bldP spid="142" grpId="0"/>
          <p:bldP spid="143" grpId="0"/>
          <p:bldP spid="144" grpId="0"/>
          <p:bldP spid="136" grpId="0" animBg="1"/>
          <p:bldP spid="137" grpId="0" animBg="1"/>
          <p:bldP spid="138" grpId="0" animBg="1"/>
          <p:bldP spid="139" grpId="0" animBg="1"/>
        </p:bldLst>
      </p:timing>
    </mc:Fallback>
  </mc:AlternateContent>
</p:sld>
</file>

<file path=ppt/theme/theme1.xml><?xml version="1.0" encoding="utf-8"?>
<a:theme xmlns:a="http://schemas.openxmlformats.org/drawingml/2006/main" name="Office Theme">
  <a:themeElements>
    <a:clrScheme name="00 Main light">
      <a:dk1>
        <a:srgbClr val="414042"/>
      </a:dk1>
      <a:lt1>
        <a:sysClr val="window" lastClr="FFFFFF"/>
      </a:lt1>
      <a:dk2>
        <a:srgbClr val="58595B"/>
      </a:dk2>
      <a:lt2>
        <a:srgbClr val="FFFFFF"/>
      </a:lt2>
      <a:accent1>
        <a:srgbClr val="FE2635"/>
      </a:accent1>
      <a:accent2>
        <a:srgbClr val="FFD000"/>
      </a:accent2>
      <a:accent3>
        <a:srgbClr val="00CEE8"/>
      </a:accent3>
      <a:accent4>
        <a:srgbClr val="03A9F4"/>
      </a:accent4>
      <a:accent5>
        <a:srgbClr val="065381"/>
      </a:accent5>
      <a:accent6>
        <a:srgbClr val="BD114D"/>
      </a:accent6>
      <a:hlink>
        <a:srgbClr val="F33B48"/>
      </a:hlink>
      <a:folHlink>
        <a:srgbClr val="FFC000"/>
      </a:folHlink>
    </a:clrScheme>
    <a:fontScheme name="Custom 1">
      <a:majorFont>
        <a:latin typeface="Open Sans"/>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8100</TotalTime>
  <Words>7609</Words>
  <Application>Microsoft Office PowerPoint</Application>
  <PresentationFormat>Widescreen</PresentationFormat>
  <Paragraphs>802</Paragraphs>
  <Slides>81</Slides>
  <Notes>0</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81</vt:i4>
      </vt:variant>
    </vt:vector>
  </HeadingPairs>
  <TitlesOfParts>
    <vt:vector size="88" baseType="lpstr">
      <vt:lpstr>Arial</vt:lpstr>
      <vt:lpstr>Lato Light</vt:lpstr>
      <vt:lpstr>Nexa Heavy</vt:lpstr>
      <vt:lpstr>Open Sans</vt:lpstr>
      <vt:lpstr>Open Sans Extrabold</vt:lpstr>
      <vt:lpstr>Open Sans Semibold</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Алексей</dc:creator>
  <cp:lastModifiedBy>Алексей</cp:lastModifiedBy>
  <cp:revision>608</cp:revision>
  <dcterms:created xsi:type="dcterms:W3CDTF">2020-02-11T08:58:25Z</dcterms:created>
  <dcterms:modified xsi:type="dcterms:W3CDTF">2020-04-08T09:12:08Z</dcterms:modified>
</cp:coreProperties>
</file>